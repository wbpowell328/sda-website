
<file path=[Content_Types].xml><?xml version="1.0" encoding="utf-8"?>
<Types xmlns="http://schemas.openxmlformats.org/package/2006/content-types">
  <Default Extension="bin" ContentType="application/vnd.openxmlformats-officedocument.oleObject"/>
  <Default Extension="emf" ContentType="image/x-emf"/>
  <Default Extension="fntdata" ContentType="application/x-fontdata"/>
  <Default Extension="gif" ContentType="image/gif"/>
  <Default Extension="jpeg" ContentType="image/jpeg"/>
  <Default Extension="jpg" ContentType="image/jpeg"/>
  <Default Extension="mp4" ContentType="video/mp4"/>
  <Default Extension="png" ContentType="image/png"/>
  <Default Extension="rels" ContentType="application/vnd.openxmlformats-package.relationships+xml"/>
  <Default Extension="wdp" ContentType="image/vnd.ms-photo"/>
  <Default Extension="wmf" ContentType="image/x-wmf"/>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19.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5.xml" ContentType="application/vnd.openxmlformats-officedocument.presentationml.slide+xml"/>
  <Override PartName="/ppt/slides/slide326.xml" ContentType="application/vnd.openxmlformats-officedocument.presentationml.slide+xml"/>
  <Override PartName="/ppt/slides/slide327.xml" ContentType="application/vnd.openxmlformats-officedocument.presentationml.slide+xml"/>
  <Override PartName="/ppt/slides/slide328.xml" ContentType="application/vnd.openxmlformats-officedocument.presentationml.slide+xml"/>
  <Override PartName="/ppt/slides/slide329.xml" ContentType="application/vnd.openxmlformats-officedocument.presentationml.slide+xml"/>
  <Override PartName="/ppt/slides/slide330.xml" ContentType="application/vnd.openxmlformats-officedocument.presentationml.slide+xml"/>
  <Override PartName="/ppt/slides/slide331.xml" ContentType="application/vnd.openxmlformats-officedocument.presentationml.slide+xml"/>
  <Override PartName="/ppt/slides/slide332.xml" ContentType="application/vnd.openxmlformats-officedocument.presentationml.slide+xml"/>
  <Override PartName="/ppt/slides/slide333.xml" ContentType="application/vnd.openxmlformats-officedocument.presentationml.slide+xml"/>
  <Override PartName="/ppt/slides/slide334.xml" ContentType="application/vnd.openxmlformats-officedocument.presentationml.slide+xml"/>
  <Override PartName="/ppt/slides/slide335.xml" ContentType="application/vnd.openxmlformats-officedocument.presentationml.slide+xml"/>
  <Override PartName="/ppt/slides/slide336.xml" ContentType="application/vnd.openxmlformats-officedocument.presentationml.slide+xml"/>
  <Override PartName="/ppt/slides/slide337.xml" ContentType="application/vnd.openxmlformats-officedocument.presentationml.slide+xml"/>
  <Override PartName="/ppt/slides/slide338.xml" ContentType="application/vnd.openxmlformats-officedocument.presentationml.slide+xml"/>
  <Override PartName="/ppt/slides/slide339.xml" ContentType="application/vnd.openxmlformats-officedocument.presentationml.slide+xml"/>
  <Override PartName="/ppt/slides/slide340.xml" ContentType="application/vnd.openxmlformats-officedocument.presentationml.slide+xml"/>
  <Override PartName="/ppt/slides/slide341.xml" ContentType="application/vnd.openxmlformats-officedocument.presentationml.slide+xml"/>
  <Override PartName="/ppt/slides/slide342.xml" ContentType="application/vnd.openxmlformats-officedocument.presentationml.slide+xml"/>
  <Override PartName="/ppt/slides/slide343.xml" ContentType="application/vnd.openxmlformats-officedocument.presentationml.slide+xml"/>
  <Override PartName="/ppt/slides/slide344.xml" ContentType="application/vnd.openxmlformats-officedocument.presentationml.slide+xml"/>
  <Override PartName="/ppt/slides/slide345.xml" ContentType="application/vnd.openxmlformats-officedocument.presentationml.slide+xml"/>
  <Override PartName="/ppt/slides/slide346.xml" ContentType="application/vnd.openxmlformats-officedocument.presentationml.slide+xml"/>
  <Override PartName="/ppt/slides/slide347.xml" ContentType="application/vnd.openxmlformats-officedocument.presentationml.slide+xml"/>
  <Override PartName="/ppt/slides/slide348.xml" ContentType="application/vnd.openxmlformats-officedocument.presentationml.slide+xml"/>
  <Override PartName="/ppt/slides/slide349.xml" ContentType="application/vnd.openxmlformats-officedocument.presentationml.slide+xml"/>
  <Override PartName="/ppt/slides/slide350.xml" ContentType="application/vnd.openxmlformats-officedocument.presentationml.slide+xml"/>
  <Override PartName="/ppt/slides/slide351.xml" ContentType="application/vnd.openxmlformats-officedocument.presentationml.slide+xml"/>
  <Override PartName="/ppt/slides/slide352.xml" ContentType="application/vnd.openxmlformats-officedocument.presentationml.slide+xml"/>
  <Override PartName="/ppt/slides/slide353.xml" ContentType="application/vnd.openxmlformats-officedocument.presentationml.slide+xml"/>
  <Override PartName="/ppt/slides/slide354.xml" ContentType="application/vnd.openxmlformats-officedocument.presentationml.slide+xml"/>
  <Override PartName="/ppt/slides/slide355.xml" ContentType="application/vnd.openxmlformats-officedocument.presentationml.slide+xml"/>
  <Override PartName="/ppt/slides/slide356.xml" ContentType="application/vnd.openxmlformats-officedocument.presentationml.slide+xml"/>
  <Override PartName="/ppt/slides/slide357.xml" ContentType="application/vnd.openxmlformats-officedocument.presentationml.slide+xml"/>
  <Override PartName="/ppt/slides/slide358.xml" ContentType="application/vnd.openxmlformats-officedocument.presentationml.slide+xml"/>
  <Override PartName="/ppt/slides/slide359.xml" ContentType="application/vnd.openxmlformats-officedocument.presentationml.slide+xml"/>
  <Override PartName="/ppt/slides/slide360.xml" ContentType="application/vnd.openxmlformats-officedocument.presentationml.slide+xml"/>
  <Override PartName="/ppt/slides/slide361.xml" ContentType="application/vnd.openxmlformats-officedocument.presentationml.slide+xml"/>
  <Override PartName="/ppt/slides/slide362.xml" ContentType="application/vnd.openxmlformats-officedocument.presentationml.slide+xml"/>
  <Override PartName="/ppt/slides/slide363.xml" ContentType="application/vnd.openxmlformats-officedocument.presentationml.slide+xml"/>
  <Override PartName="/ppt/slides/slide364.xml" ContentType="application/vnd.openxmlformats-officedocument.presentationml.slide+xml"/>
  <Override PartName="/ppt/slides/slide365.xml" ContentType="application/vnd.openxmlformats-officedocument.presentationml.slide+xml"/>
  <Override PartName="/ppt/slides/slide366.xml" ContentType="application/vnd.openxmlformats-officedocument.presentationml.slide+xml"/>
  <Override PartName="/ppt/slides/slide367.xml" ContentType="application/vnd.openxmlformats-officedocument.presentationml.slide+xml"/>
  <Override PartName="/ppt/slides/slide368.xml" ContentType="application/vnd.openxmlformats-officedocument.presentationml.slide+xml"/>
  <Override PartName="/ppt/slides/slide369.xml" ContentType="application/vnd.openxmlformats-officedocument.presentationml.slide+xml"/>
  <Override PartName="/ppt/slides/slide370.xml" ContentType="application/vnd.openxmlformats-officedocument.presentationml.slide+xml"/>
  <Override PartName="/ppt/slides/slide371.xml" ContentType="application/vnd.openxmlformats-officedocument.presentationml.slide+xml"/>
  <Override PartName="/ppt/slides/slide372.xml" ContentType="application/vnd.openxmlformats-officedocument.presentationml.slide+xml"/>
  <Override PartName="/ppt/slides/slide373.xml" ContentType="application/vnd.openxmlformats-officedocument.presentationml.slide+xml"/>
  <Override PartName="/ppt/slides/slide374.xml" ContentType="application/vnd.openxmlformats-officedocument.presentationml.slide+xml"/>
  <Override PartName="/ppt/slides/slide375.xml" ContentType="application/vnd.openxmlformats-officedocument.presentationml.slide+xml"/>
  <Override PartName="/ppt/slides/slide376.xml" ContentType="application/vnd.openxmlformats-officedocument.presentationml.slide+xml"/>
  <Override PartName="/ppt/slides/slide377.xml" ContentType="application/vnd.openxmlformats-officedocument.presentationml.slide+xml"/>
  <Override PartName="/ppt/slides/slide378.xml" ContentType="application/vnd.openxmlformats-officedocument.presentationml.slide+xml"/>
  <Override PartName="/ppt/slides/slide379.xml" ContentType="application/vnd.openxmlformats-officedocument.presentationml.slide+xml"/>
  <Override PartName="/ppt/slides/slide380.xml" ContentType="application/vnd.openxmlformats-officedocument.presentationml.slide+xml"/>
  <Override PartName="/ppt/slides/slide381.xml" ContentType="application/vnd.openxmlformats-officedocument.presentationml.slide+xml"/>
  <Override PartName="/ppt/slides/slide382.xml" ContentType="application/vnd.openxmlformats-officedocument.presentationml.slide+xml"/>
  <Override PartName="/ppt/slides/slide383.xml" ContentType="application/vnd.openxmlformats-officedocument.presentationml.slide+xml"/>
  <Override PartName="/ppt/slides/slide384.xml" ContentType="application/vnd.openxmlformats-officedocument.presentationml.slide+xml"/>
  <Override PartName="/ppt/slides/slide385.xml" ContentType="application/vnd.openxmlformats-officedocument.presentationml.slide+xml"/>
  <Override PartName="/ppt/slides/slide386.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49.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2.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notesSlides/notesSlide163.xml" ContentType="application/vnd.openxmlformats-officedocument.presentationml.notesSlide+xml"/>
  <Override PartName="/ppt/notesSlides/notesSlide164.xml" ContentType="application/vnd.openxmlformats-officedocument.presentationml.notesSlide+xml"/>
  <Override PartName="/ppt/notesSlides/notesSlide165.xml" ContentType="application/vnd.openxmlformats-officedocument.presentationml.notesSlide+xml"/>
  <Override PartName="/ppt/notesSlides/notesSlide166.xml" ContentType="application/vnd.openxmlformats-officedocument.presentationml.notesSlide+xml"/>
  <Override PartName="/ppt/notesSlides/notesSlide167.xml" ContentType="application/vnd.openxmlformats-officedocument.presentationml.notesSlide+xml"/>
  <Override PartName="/ppt/notesSlides/notesSlide168.xml" ContentType="application/vnd.openxmlformats-officedocument.presentationml.notesSlide+xml"/>
  <Override PartName="/ppt/notesSlides/notesSlide169.xml" ContentType="application/vnd.openxmlformats-officedocument.presentationml.notesSlide+xml"/>
  <Override PartName="/ppt/notesSlides/notesSlide170.xml" ContentType="application/vnd.openxmlformats-officedocument.presentationml.notesSlide+xml"/>
  <Override PartName="/ppt/notesSlides/notesSlide171.xml" ContentType="application/vnd.openxmlformats-officedocument.presentationml.notesSlide+xml"/>
  <Override PartName="/ppt/notesSlides/notesSlide172.xml" ContentType="application/vnd.openxmlformats-officedocument.presentationml.notesSlide+xml"/>
  <Override PartName="/ppt/notesSlides/notesSlide173.xml" ContentType="application/vnd.openxmlformats-officedocument.presentationml.notesSlide+xml"/>
  <Override PartName="/ppt/notesSlides/notesSlide174.xml" ContentType="application/vnd.openxmlformats-officedocument.presentationml.notesSlide+xml"/>
  <Override PartName="/ppt/notesSlides/notesSlide175.xml" ContentType="application/vnd.openxmlformats-officedocument.presentationml.notesSlide+xml"/>
  <Override PartName="/ppt/notesSlides/notesSlide176.xml" ContentType="application/vnd.openxmlformats-officedocument.presentationml.notesSlide+xml"/>
  <Override PartName="/ppt/notesSlides/notesSlide177.xml" ContentType="application/vnd.openxmlformats-officedocument.presentationml.notesSlide+xml"/>
  <Override PartName="/ppt/notesSlides/notesSlide178.xml" ContentType="application/vnd.openxmlformats-officedocument.presentationml.notesSlide+xml"/>
  <Override PartName="/ppt/notesSlides/notesSlide179.xml" ContentType="application/vnd.openxmlformats-officedocument.presentationml.notesSlide+xml"/>
  <Override PartName="/ppt/notesSlides/notesSlide180.xml" ContentType="application/vnd.openxmlformats-officedocument.presentationml.notesSlide+xml"/>
  <Override PartName="/ppt/notesSlides/notesSlide181.xml" ContentType="application/vnd.openxmlformats-officedocument.presentationml.notesSlide+xml"/>
  <Override PartName="/ppt/notesSlides/notesSlide182.xml" ContentType="application/vnd.openxmlformats-officedocument.presentationml.notesSlide+xml"/>
  <Override PartName="/ppt/notesSlides/notesSlide183.xml" ContentType="application/vnd.openxmlformats-officedocument.presentationml.notesSlide+xml"/>
  <Override PartName="/ppt/notesSlides/notesSlide184.xml" ContentType="application/vnd.openxmlformats-officedocument.presentationml.notesSlide+xml"/>
  <Override PartName="/ppt/notesSlides/notesSlide185.xml" ContentType="application/vnd.openxmlformats-officedocument.presentationml.notesSlide+xml"/>
  <Override PartName="/ppt/notesSlides/notesSlide186.xml" ContentType="application/vnd.openxmlformats-officedocument.presentationml.notesSlide+xml"/>
  <Override PartName="/ppt/notesSlides/notesSlide187.xml" ContentType="application/vnd.openxmlformats-officedocument.presentationml.notesSlide+xml"/>
  <Override PartName="/ppt/notesSlides/notesSlide188.xml" ContentType="application/vnd.openxmlformats-officedocument.presentationml.notesSlide+xml"/>
  <Override PartName="/ppt/notesSlides/notesSlide189.xml" ContentType="application/vnd.openxmlformats-officedocument.presentationml.notesSlide+xml"/>
  <Override PartName="/ppt/notesSlides/notesSlide190.xml" ContentType="application/vnd.openxmlformats-officedocument.presentationml.notesSlide+xml"/>
  <Override PartName="/ppt/notesSlides/notesSlide191.xml" ContentType="application/vnd.openxmlformats-officedocument.presentationml.notesSlide+xml"/>
  <Override PartName="/ppt/notesSlides/notesSlide192.xml" ContentType="application/vnd.openxmlformats-officedocument.presentationml.notesSlide+xml"/>
  <Override PartName="/ppt/notesSlides/notesSlide193.xml" ContentType="application/vnd.openxmlformats-officedocument.presentationml.notesSlide+xml"/>
  <Override PartName="/ppt/notesSlides/notesSlide194.xml" ContentType="application/vnd.openxmlformats-officedocument.presentationml.notesSlide+xml"/>
  <Override PartName="/ppt/notesSlides/notesSlide195.xml" ContentType="application/vnd.openxmlformats-officedocument.presentationml.notesSlide+xml"/>
  <Override PartName="/ppt/notesSlides/notesSlide196.xml" ContentType="application/vnd.openxmlformats-officedocument.presentationml.notesSlide+xml"/>
  <Override PartName="/ppt/notesSlides/notesSlide197.xml" ContentType="application/vnd.openxmlformats-officedocument.presentationml.notesSlide+xml"/>
  <Override PartName="/ppt/notesSlides/notesSlide198.xml" ContentType="application/vnd.openxmlformats-officedocument.presentationml.notesSlide+xml"/>
  <Override PartName="/ppt/notesSlides/notesSlide199.xml" ContentType="application/vnd.openxmlformats-officedocument.presentationml.notesSlide+xml"/>
  <Override PartName="/ppt/notesSlides/notesSlide200.xml" ContentType="application/vnd.openxmlformats-officedocument.presentationml.notesSlide+xml"/>
  <Override PartName="/ppt/notesSlides/notesSlide201.xml" ContentType="application/vnd.openxmlformats-officedocument.presentationml.notesSlide+xml"/>
  <Override PartName="/ppt/notesSlides/notesSlide202.xml" ContentType="application/vnd.openxmlformats-officedocument.presentationml.notesSlide+xml"/>
  <Override PartName="/ppt/notesSlides/notesSlide203.xml" ContentType="application/vnd.openxmlformats-officedocument.presentationml.notesSlide+xml"/>
  <Override PartName="/ppt/notesSlides/notesSlide204.xml" ContentType="application/vnd.openxmlformats-officedocument.presentationml.notesSlide+xml"/>
  <Override PartName="/ppt/notesSlides/notesSlide205.xml" ContentType="application/vnd.openxmlformats-officedocument.presentationml.notesSlide+xml"/>
  <Override PartName="/ppt/notesSlides/notesSlide206.xml" ContentType="application/vnd.openxmlformats-officedocument.presentationml.notesSlide+xml"/>
  <Override PartName="/ppt/notesSlides/notesSlide207.xml" ContentType="application/vnd.openxmlformats-officedocument.presentationml.notesSlide+xml"/>
  <Override PartName="/ppt/notesSlides/notesSlide208.xml" ContentType="application/vnd.openxmlformats-officedocument.presentationml.notesSlide+xml"/>
  <Override PartName="/ppt/notesSlides/notesSlide209.xml" ContentType="application/vnd.openxmlformats-officedocument.presentationml.notesSlide+xml"/>
  <Override PartName="/ppt/notesSlides/notesSlide210.xml" ContentType="application/vnd.openxmlformats-officedocument.presentationml.notesSlide+xml"/>
  <Override PartName="/ppt/notesSlides/notesSlide211.xml" ContentType="application/vnd.openxmlformats-officedocument.presentationml.notesSlide+xml"/>
  <Override PartName="/ppt/notesSlides/notesSlide212.xml" ContentType="application/vnd.openxmlformats-officedocument.presentationml.notesSlide+xml"/>
  <Override PartName="/ppt/notesSlides/notesSlide213.xml" ContentType="application/vnd.openxmlformats-officedocument.presentationml.notesSlide+xml"/>
  <Override PartName="/ppt/notesSlides/notesSlide214.xml" ContentType="application/vnd.openxmlformats-officedocument.presentationml.notesSlide+xml"/>
  <Override PartName="/ppt/notesSlides/notesSlide215.xml" ContentType="application/vnd.openxmlformats-officedocument.presentationml.notesSlide+xml"/>
  <Override PartName="/ppt/notesSlides/notesSlide216.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64" r:id="rId4"/>
  </p:sldMasterIdLst>
  <p:notesMasterIdLst>
    <p:notesMasterId r:id="rId391"/>
  </p:notesMasterIdLst>
  <p:sldIdLst>
    <p:sldId id="10771" r:id="rId158"/>
    <p:sldId id="11010" r:id="rId159"/>
    <p:sldId id="11096" r:id="rId160"/>
    <p:sldId id="11097" r:id="rId161"/>
    <p:sldId id="413" r:id="rId162"/>
    <p:sldId id="414" r:id="rId163"/>
    <p:sldId id="416" r:id="rId164"/>
    <p:sldId id="11093" r:id="rId165"/>
    <p:sldId id="5736" r:id="rId166"/>
    <p:sldId id="5737" r:id="rId167"/>
    <p:sldId id="5738" r:id="rId168"/>
    <p:sldId id="5739" r:id="rId169"/>
    <p:sldId id="5740" r:id="rId170"/>
    <p:sldId id="5741" r:id="rId171"/>
    <p:sldId id="5742" r:id="rId172"/>
    <p:sldId id="5743" r:id="rId173"/>
    <p:sldId id="5744" r:id="rId174"/>
    <p:sldId id="5745" r:id="rId175"/>
    <p:sldId id="6099" r:id="rId176"/>
    <p:sldId id="5746" r:id="rId177"/>
    <p:sldId id="5751" r:id="rId178"/>
    <p:sldId id="5752" r:id="rId179"/>
    <p:sldId id="5753" r:id="rId180"/>
    <p:sldId id="5754" r:id="rId181"/>
    <p:sldId id="11098" r:id="rId182"/>
    <p:sldId id="5757" r:id="rId183"/>
    <p:sldId id="5758" r:id="rId184"/>
    <p:sldId id="5759" r:id="rId185"/>
    <p:sldId id="5760" r:id="rId186"/>
    <p:sldId id="5761" r:id="rId187"/>
    <p:sldId id="5762" r:id="rId188"/>
    <p:sldId id="10954" r:id="rId189"/>
    <p:sldId id="5764" r:id="rId190"/>
    <p:sldId id="5765" r:id="rId191"/>
    <p:sldId id="5766" r:id="rId192"/>
    <p:sldId id="11099" r:id="rId193"/>
    <p:sldId id="9936" r:id="rId194"/>
    <p:sldId id="9937" r:id="rId195"/>
    <p:sldId id="9938" r:id="rId196"/>
    <p:sldId id="9939" r:id="rId197"/>
    <p:sldId id="9494" r:id="rId198"/>
    <p:sldId id="9940" r:id="rId199"/>
    <p:sldId id="10730" r:id="rId200"/>
    <p:sldId id="9941" r:id="rId201"/>
    <p:sldId id="9942" r:id="rId202"/>
    <p:sldId id="7912" r:id="rId203"/>
    <p:sldId id="9944" r:id="rId204"/>
    <p:sldId id="6405" r:id="rId205"/>
    <p:sldId id="6407" r:id="rId206"/>
    <p:sldId id="6408" r:id="rId207"/>
    <p:sldId id="6409" r:id="rId208"/>
    <p:sldId id="6410" r:id="rId209"/>
    <p:sldId id="6411" r:id="rId210"/>
    <p:sldId id="6412" r:id="rId211"/>
    <p:sldId id="11100" r:id="rId212"/>
    <p:sldId id="11094" r:id="rId213"/>
    <p:sldId id="4685" r:id="rId214"/>
    <p:sldId id="4686" r:id="rId215"/>
    <p:sldId id="4687" r:id="rId216"/>
    <p:sldId id="4688" r:id="rId217"/>
    <p:sldId id="5909" r:id="rId218"/>
    <p:sldId id="5910" r:id="rId219"/>
    <p:sldId id="5911" r:id="rId220"/>
    <p:sldId id="5912" r:id="rId221"/>
    <p:sldId id="5913" r:id="rId222"/>
    <p:sldId id="5914" r:id="rId223"/>
    <p:sldId id="5915" r:id="rId224"/>
    <p:sldId id="5916" r:id="rId225"/>
    <p:sldId id="5917" r:id="rId226"/>
    <p:sldId id="751" r:id="rId227"/>
    <p:sldId id="752" r:id="rId228"/>
    <p:sldId id="818" r:id="rId229"/>
    <p:sldId id="5923" r:id="rId230"/>
    <p:sldId id="817" r:id="rId231"/>
    <p:sldId id="5924" r:id="rId232"/>
    <p:sldId id="5925" r:id="rId233"/>
    <p:sldId id="11095" r:id="rId234"/>
    <p:sldId id="10995" r:id="rId235"/>
    <p:sldId id="10803" r:id="rId236"/>
  </p:sldIdLst>
  <p:sldSz cx="12192000" cy="6858000"/>
  <p:notesSz cx="7102475" cy="9388475"/>
  <p:embeddedFontLst>
    <p:embeddedFont>
      <p:font typeface="Cambria Math" panose="02040503050406030204" pitchFamily="18" charset="0"/>
      <p:regular r:id="rId392"/>
    </p:embeddedFont>
    <p:embeddedFont>
      <p:font typeface="Oswald" panose="00000500000000000000" pitchFamily="2" charset="0"/>
      <p:regular r:id="rId393"/>
      <p:bold r:id="rId394"/>
    </p:embeddedFont>
    <p:embeddedFont>
      <p:font typeface="Oswald Regular" panose="00000500000000000000" charset="0"/>
      <p:regular r:id="rId395"/>
      <p:bold r:id="rId396"/>
    </p:embeddedFont>
    <p:embeddedFont>
      <p:font typeface="Playfair Display" panose="00000500000000000000" pitchFamily="2" charset="0"/>
      <p:regular r:id="rId397"/>
      <p:bold r:id="rId398"/>
      <p:italic r:id="rId399"/>
      <p:boldItalic r:id="rId400"/>
    </p:embeddedFont>
    <p:embeddedFont>
      <p:font typeface="Raleway" pitchFamily="2" charset="0"/>
      <p:regular r:id="rId401"/>
      <p:bold r:id="rId402"/>
      <p:italic r:id="rId403"/>
      <p:boldItalic r:id="rId404"/>
    </p:embeddedFont>
    <p:embeddedFont>
      <p:font typeface="Raleway Thin" pitchFamily="2" charset="0"/>
      <p:regular r:id="rId405"/>
      <p:bold r:id="rId406"/>
      <p:italic r:id="rId407"/>
      <p:boldItalic r:id="rId408"/>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521415D9-36F7-43E2-AB2F-B90AF26B5E84}">
      <p14:sectionLst xmlns:p14="http://schemas.microsoft.com/office/powerpoint/2010/main">
        <p14:section name="Default Section" id="{4594221A-EA1A-49CA-A6F5-055A24DBA16E}">
          <p14:sldIdLst/>
        </p14:section>
        <p14:section name="Policy function approximations" id="{2968945F-A103-4460-96A7-EAC23413810B}">
          <p14:sldIdLst>
            <p14:sldId id="10760"/>
            <p14:sldId id="10588"/>
            <p14:sldId id="10374"/>
            <p14:sldId id="10378"/>
            <p14:sldId id="10535"/>
            <p14:sldId id="11054"/>
            <p14:sldId id="4656"/>
            <p14:sldId id="4658"/>
            <p14:sldId id="10375"/>
            <p14:sldId id="10376"/>
            <p14:sldId id="10377"/>
            <p14:sldId id="11051"/>
            <p14:sldId id="11050"/>
            <p14:sldId id="11052"/>
            <p14:sldId id="10543"/>
            <p14:sldId id="10664"/>
            <p14:sldId id="11041"/>
          </p14:sldIdLst>
        </p14:section>
        <p14:section name="Cost function approximations" id="{646EA107-656E-4B76-B592-826797412CA6}">
          <p14:sldIdLst>
            <p14:sldId id="10765"/>
            <p14:sldId id="9933"/>
            <p14:sldId id="10270"/>
            <p14:sldId id="10214"/>
            <p14:sldId id="9796"/>
            <p14:sldId id="10207"/>
            <p14:sldId id="10208"/>
            <p14:sldId id="10209"/>
            <p14:sldId id="10210"/>
            <p14:sldId id="10211"/>
            <p14:sldId id="10272"/>
            <p14:sldId id="10891"/>
            <p14:sldId id="10643"/>
            <p14:sldId id="10215"/>
            <p14:sldId id="10589"/>
            <p14:sldId id="9061"/>
            <p14:sldId id="9108"/>
            <p14:sldId id="8939"/>
            <p14:sldId id="9082"/>
            <p14:sldId id="10974"/>
          </p14:sldIdLst>
        </p14:section>
        <p14:section name="Value function approximations (5 parts)" id="{CF00BF4F-5584-4580-9D7B-9D8880ECA957}">
          <p14:sldIdLst>
            <p14:sldId id="10737"/>
            <p14:sldId id="10761"/>
            <p14:sldId id="10975"/>
            <p14:sldId id="11006"/>
            <p14:sldId id="10783"/>
            <p14:sldId id="10699"/>
            <p14:sldId id="10592"/>
            <p14:sldId id="5586"/>
            <p14:sldId id="5576"/>
            <p14:sldId id="10384"/>
            <p14:sldId id="11031"/>
            <p14:sldId id="10985"/>
            <p14:sldId id="6555"/>
            <p14:sldId id="6556"/>
            <p14:sldId id="6557"/>
            <p14:sldId id="6558"/>
            <p14:sldId id="11034"/>
            <p14:sldId id="10423"/>
            <p14:sldId id="11035"/>
            <p14:sldId id="5599"/>
            <p14:sldId id="11056"/>
            <p14:sldId id="10991"/>
            <p14:sldId id="10769"/>
            <p14:sldId id="11007"/>
            <p14:sldId id="10986"/>
            <p14:sldId id="10264"/>
            <p14:sldId id="10265"/>
            <p14:sldId id="10266"/>
            <p14:sldId id="9555"/>
            <p14:sldId id="10688"/>
            <p14:sldId id="10988"/>
            <p14:sldId id="10316"/>
            <p14:sldId id="3309"/>
            <p14:sldId id="10318"/>
            <p14:sldId id="10319"/>
            <p14:sldId id="3311"/>
            <p14:sldId id="3312"/>
            <p14:sldId id="3313"/>
            <p14:sldId id="3314"/>
            <p14:sldId id="10321"/>
            <p14:sldId id="3315"/>
            <p14:sldId id="10322"/>
            <p14:sldId id="3316"/>
            <p14:sldId id="10323"/>
            <p14:sldId id="10595"/>
            <p14:sldId id="11036"/>
            <p14:sldId id="10989"/>
            <p14:sldId id="10717"/>
            <p14:sldId id="6103"/>
            <p14:sldId id="6104"/>
            <p14:sldId id="10528"/>
            <p14:sldId id="6105"/>
            <p14:sldId id="10733"/>
            <p14:sldId id="10326"/>
            <p14:sldId id="10990"/>
            <p14:sldId id="6255"/>
            <p14:sldId id="6256"/>
            <p14:sldId id="6257"/>
            <p14:sldId id="6258"/>
            <p14:sldId id="10992"/>
            <p14:sldId id="10770"/>
            <p14:sldId id="11008"/>
            <p14:sldId id="10996"/>
            <p14:sldId id="6387"/>
            <p14:sldId id="6388"/>
            <p14:sldId id="6389"/>
            <p14:sldId id="10997"/>
            <p14:sldId id="5774"/>
            <p14:sldId id="5777"/>
            <p14:sldId id="5782"/>
            <p14:sldId id="5783"/>
            <p14:sldId id="10593"/>
            <p14:sldId id="5780"/>
            <p14:sldId id="10998"/>
            <p14:sldId id="10641"/>
            <p14:sldId id="9560"/>
            <p14:sldId id="10993"/>
            <p14:sldId id="10772"/>
            <p14:sldId id="11009"/>
            <p14:sldId id="10999"/>
            <p14:sldId id="11101"/>
            <p14:sldId id="10667"/>
            <p14:sldId id="11088"/>
            <p14:sldId id="10958"/>
            <p14:sldId id="11089"/>
            <p14:sldId id="11090"/>
            <p14:sldId id="10956"/>
            <p14:sldId id="5810"/>
            <p14:sldId id="5813"/>
            <p14:sldId id="11091"/>
            <p14:sldId id="11000"/>
            <p14:sldId id="6414"/>
            <p14:sldId id="10959"/>
            <p14:sldId id="10960"/>
            <p14:sldId id="6415"/>
            <p14:sldId id="6416"/>
            <p14:sldId id="6417"/>
            <p14:sldId id="6418"/>
            <p14:sldId id="6419"/>
            <p14:sldId id="11001"/>
            <p14:sldId id="9081"/>
            <p14:sldId id="9088"/>
            <p14:sldId id="9119"/>
            <p14:sldId id="9089"/>
            <p14:sldId id="10947"/>
            <p14:sldId id="10951"/>
            <p14:sldId id="10950"/>
            <p14:sldId id="10949"/>
            <p14:sldId id="10948"/>
            <p14:sldId id="10952"/>
            <p14:sldId id="10476"/>
            <p14:sldId id="10475"/>
            <p14:sldId id="10676"/>
            <p14:sldId id="10677"/>
            <p14:sldId id="10684"/>
            <p14:sldId id="10994"/>
            <p14:sldId id="10771"/>
            <p14:sldId id="11010"/>
            <p14:sldId id="11096"/>
            <p14:sldId id="11097"/>
            <p14:sldId id="413"/>
            <p14:sldId id="414"/>
            <p14:sldId id="416"/>
            <p14:sldId id="11093"/>
            <p14:sldId id="5736"/>
            <p14:sldId id="5737"/>
            <p14:sldId id="5738"/>
            <p14:sldId id="5739"/>
            <p14:sldId id="5740"/>
            <p14:sldId id="5741"/>
            <p14:sldId id="5742"/>
            <p14:sldId id="5743"/>
            <p14:sldId id="5744"/>
            <p14:sldId id="5745"/>
            <p14:sldId id="6099"/>
            <p14:sldId id="5746"/>
            <p14:sldId id="5751"/>
            <p14:sldId id="5752"/>
            <p14:sldId id="5753"/>
            <p14:sldId id="5754"/>
            <p14:sldId id="11098"/>
            <p14:sldId id="5757"/>
            <p14:sldId id="5758"/>
            <p14:sldId id="5759"/>
            <p14:sldId id="5760"/>
            <p14:sldId id="5761"/>
            <p14:sldId id="5762"/>
            <p14:sldId id="10954"/>
            <p14:sldId id="5764"/>
            <p14:sldId id="5765"/>
            <p14:sldId id="5766"/>
            <p14:sldId id="11099"/>
            <p14:sldId id="9936"/>
            <p14:sldId id="9937"/>
            <p14:sldId id="9938"/>
            <p14:sldId id="9939"/>
            <p14:sldId id="9494"/>
            <p14:sldId id="9940"/>
            <p14:sldId id="10730"/>
            <p14:sldId id="9941"/>
            <p14:sldId id="9942"/>
            <p14:sldId id="7912"/>
            <p14:sldId id="9944"/>
            <p14:sldId id="6405"/>
            <p14:sldId id="6407"/>
            <p14:sldId id="6408"/>
            <p14:sldId id="6409"/>
            <p14:sldId id="6410"/>
            <p14:sldId id="6411"/>
            <p14:sldId id="6412"/>
            <p14:sldId id="11100"/>
            <p14:sldId id="11094"/>
            <p14:sldId id="4685"/>
            <p14:sldId id="4686"/>
            <p14:sldId id="4687"/>
            <p14:sldId id="4688"/>
            <p14:sldId id="5909"/>
            <p14:sldId id="5910"/>
            <p14:sldId id="5911"/>
            <p14:sldId id="5912"/>
            <p14:sldId id="5913"/>
            <p14:sldId id="5914"/>
            <p14:sldId id="5915"/>
            <p14:sldId id="5916"/>
            <p14:sldId id="5917"/>
            <p14:sldId id="751"/>
            <p14:sldId id="752"/>
            <p14:sldId id="818"/>
            <p14:sldId id="5923"/>
            <p14:sldId id="817"/>
            <p14:sldId id="5924"/>
            <p14:sldId id="5925"/>
            <p14:sldId id="11095"/>
            <p14:sldId id="10995"/>
          </p14:sldIdLst>
        </p14:section>
        <p14:section name="Direct lookahead approximations (5 parts)" id="{E7718E6B-CD32-432C-BFF1-A2CA0E065725}">
          <p14:sldIdLst>
            <p14:sldId id="10803"/>
            <p14:sldId id="10774"/>
            <p14:sldId id="11012"/>
            <p14:sldId id="11014"/>
            <p14:sldId id="11011"/>
            <p14:sldId id="8804"/>
            <p14:sldId id="8805"/>
            <p14:sldId id="10710"/>
            <p14:sldId id="8809"/>
            <p14:sldId id="8590"/>
            <p14:sldId id="7852"/>
            <p14:sldId id="7853"/>
            <p14:sldId id="7854"/>
            <p14:sldId id="9026"/>
            <p14:sldId id="10644"/>
            <p14:sldId id="11013"/>
            <p14:sldId id="9104"/>
            <p14:sldId id="9105"/>
            <p14:sldId id="9106"/>
            <p14:sldId id="11023"/>
            <p14:sldId id="10773"/>
            <p14:sldId id="11015"/>
            <p14:sldId id="10452"/>
            <p14:sldId id="10453"/>
            <p14:sldId id="10454"/>
            <p14:sldId id="10455"/>
            <p14:sldId id="10456"/>
            <p14:sldId id="10457"/>
            <p14:sldId id="10458"/>
            <p14:sldId id="10459"/>
            <p14:sldId id="10460"/>
            <p14:sldId id="10461"/>
            <p14:sldId id="10462"/>
            <p14:sldId id="10463"/>
            <p14:sldId id="10590"/>
            <p14:sldId id="10601"/>
            <p14:sldId id="10602"/>
            <p14:sldId id="11024"/>
            <p14:sldId id="10775"/>
            <p14:sldId id="11016"/>
            <p14:sldId id="11017"/>
            <p14:sldId id="10277"/>
            <p14:sldId id="8943"/>
            <p14:sldId id="8849"/>
            <p14:sldId id="9059"/>
            <p14:sldId id="933"/>
            <p14:sldId id="934"/>
            <p14:sldId id="944"/>
            <p14:sldId id="7152"/>
            <p14:sldId id="7315"/>
            <p14:sldId id="7310"/>
            <p14:sldId id="9110"/>
            <p14:sldId id="10278"/>
            <p14:sldId id="11018"/>
            <p14:sldId id="10281"/>
            <p14:sldId id="8810"/>
            <p14:sldId id="8811"/>
            <p14:sldId id="8812"/>
            <p14:sldId id="9041"/>
            <p14:sldId id="9042"/>
            <p14:sldId id="10282"/>
            <p14:sldId id="9115"/>
            <p14:sldId id="9085"/>
            <p14:sldId id="8816"/>
            <p14:sldId id="11019"/>
            <p14:sldId id="7561"/>
            <p14:sldId id="10611"/>
            <p14:sldId id="10665"/>
            <p14:sldId id="10612"/>
            <p14:sldId id="7563"/>
            <p14:sldId id="7564"/>
            <p14:sldId id="9116"/>
            <p14:sldId id="10296"/>
            <p14:sldId id="10297"/>
            <p14:sldId id="7568"/>
            <p14:sldId id="11025"/>
            <p14:sldId id="10776"/>
            <p14:sldId id="11020"/>
            <p14:sldId id="10894"/>
            <p14:sldId id="11057"/>
            <p14:sldId id="10897"/>
            <p14:sldId id="3061"/>
            <p14:sldId id="6236"/>
            <p14:sldId id="3038"/>
            <p14:sldId id="11059"/>
            <p14:sldId id="11058"/>
            <p14:sldId id="6238"/>
            <p14:sldId id="6239"/>
            <p14:sldId id="6240"/>
            <p14:sldId id="6241"/>
            <p14:sldId id="10895"/>
            <p14:sldId id="10719"/>
            <p14:sldId id="6671"/>
            <p14:sldId id="6674"/>
            <p14:sldId id="6673"/>
            <p14:sldId id="4634"/>
            <p14:sldId id="6672"/>
            <p14:sldId id="9078"/>
            <p14:sldId id="9079"/>
            <p14:sldId id="9080"/>
            <p14:sldId id="6682"/>
            <p14:sldId id="11026"/>
            <p14:sldId id="10778"/>
            <p14:sldId id="11021"/>
            <p14:sldId id="10898"/>
            <p14:sldId id="3357"/>
            <p14:sldId id="8232"/>
            <p14:sldId id="8233"/>
            <p14:sldId id="8234"/>
            <p14:sldId id="3361"/>
            <p14:sldId id="3972"/>
            <p14:sldId id="6467"/>
            <p14:sldId id="6468"/>
            <p14:sldId id="6472"/>
            <p14:sldId id="6469"/>
            <p14:sldId id="6470"/>
            <p14:sldId id="6471"/>
            <p14:sldId id="6473"/>
            <p14:sldId id="6661"/>
            <p14:sldId id="6474"/>
            <p14:sldId id="6475"/>
            <p14:sldId id="6476"/>
            <p14:sldId id="6479"/>
            <p14:sldId id="10899"/>
            <p14:sldId id="11061"/>
            <p14:sldId id="10931"/>
            <p14:sldId id="11027"/>
          </p14:sldIdLst>
        </p14:section>
        <p14:section name="Policy search" id="{D65F9DCC-2D85-4849-95C7-F79CE871E060}">
          <p14:sldIdLst>
            <p14:sldId id="11038"/>
            <p14:sldId id="11067"/>
            <p14:sldId id="11081"/>
            <p14:sldId id="10407"/>
            <p14:sldId id="10380"/>
            <p14:sldId id="10546"/>
            <p14:sldId id="10381"/>
            <p14:sldId id="11082"/>
            <p14:sldId id="5581"/>
            <p14:sldId id="10568"/>
            <p14:sldId id="11062"/>
            <p14:sldId id="11063"/>
            <p14:sldId id="11064"/>
            <p14:sldId id="10382"/>
            <p14:sldId id="11083"/>
            <p14:sldId id="10642"/>
            <p14:sldId id="10732"/>
            <p14:sldId id="11065"/>
            <p14:sldId id="11084"/>
            <p14:sldId id="11044"/>
            <p14:sldId id="10252"/>
            <p14:sldId id="10548"/>
            <p14:sldId id="11085"/>
            <p14:sldId id="11075"/>
            <p14:sldId id="11077"/>
            <p14:sldId id="11080"/>
            <p14:sldId id="11066"/>
            <p14:sldId id="10973"/>
          </p14:sldIdLst>
        </p14:section>
        <p14:section name="Ending slide" id="{A38FE40B-7866-452A-AB51-D7C6AA82D48C}">
          <p14:sldIdLst/>
        </p14:section>
        <p14:section name="Untitled Section" id="{1B10CAED-9D60-4577-9174-6652579FD552}">
          <p14:sldIdLst/>
        </p14:section>
      </p14:sectionLst>
    </p:ext>
    <p:ext uri="{EFAFB233-063F-42B5-8137-9DF3F51BA10A}">
      <p15:sldGuideLst xmlns:p15="http://schemas.microsoft.com/office/powerpoint/2012/main">
        <p15:guide id="1" orient="horz" pos="2160">
          <p15:clr>
            <a:srgbClr val="A4A3A4"/>
          </p15:clr>
        </p15:guide>
        <p15:guide id="2" pos="3840">
          <p15:clr>
            <a:srgbClr val="A4A3A4"/>
          </p15:clr>
        </p15:guide>
      </p15:sldGuideLst>
    </p:ext>
    <p:ext uri="{2D200454-40CA-4A62-9FC3-DE9A4176ACB9}">
      <p15:notesGuideLst xmlns:p15="http://schemas.microsoft.com/office/powerpoint/2012/main">
        <p15:guide id="1" orient="horz" pos="2956" userDrawn="1">
          <p15:clr>
            <a:srgbClr val="A4A3A4"/>
          </p15:clr>
        </p15:guide>
        <p15:guide id="2" pos="2237" userDrawn="1">
          <p15:clr>
            <a:srgbClr val="A4A3A4"/>
          </p15:clr>
        </p15:guide>
      </p15:notes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DADAF6"/>
    <a:srgbClr val="92551A"/>
    <a:srgbClr val="4F1F14"/>
    <a:srgbClr val="3D2914"/>
    <a:srgbClr val="F5ECD6"/>
    <a:srgbClr val="EFF2FB"/>
    <a:srgbClr val="F2F2FC"/>
    <a:srgbClr val="800000"/>
    <a:srgbClr val="FFFFFF"/>
    <a:srgbClr val="007F7F"/>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6011" autoAdjust="0"/>
    <p:restoredTop sz="94699" autoAdjust="0"/>
  </p:normalViewPr>
  <p:slideViewPr>
    <p:cSldViewPr snapToGrid="0">
      <p:cViewPr varScale="1">
        <p:scale>
          <a:sx n="73" d="100"/>
          <a:sy n="73" d="100"/>
        </p:scale>
        <p:origin x="883" y="72"/>
      </p:cViewPr>
      <p:guideLst>
        <p:guide orient="horz" pos="2160"/>
        <p:guide pos="3840"/>
      </p:guideLst>
    </p:cSldViewPr>
  </p:slideViewPr>
  <p:outlineViewPr>
    <p:cViewPr>
      <p:scale>
        <a:sx n="33" d="100"/>
        <a:sy n="33" d="100"/>
      </p:scale>
      <p:origin x="0" y="0"/>
    </p:cViewPr>
  </p:outlineViewPr>
  <p:notesTextViewPr>
    <p:cViewPr>
      <p:scale>
        <a:sx n="1" d="1"/>
        <a:sy n="1" d="1"/>
      </p:scale>
      <p:origin x="0" y="0"/>
    </p:cViewPr>
  </p:notesTextViewPr>
  <p:sorterViewPr>
    <p:cViewPr varScale="1">
      <p:scale>
        <a:sx n="100" d="100"/>
        <a:sy n="100" d="100"/>
      </p:scale>
      <p:origin x="0" y="-40061"/>
    </p:cViewPr>
  </p:sorterViewPr>
  <p:notesViewPr>
    <p:cSldViewPr snapToGrid="0">
      <p:cViewPr varScale="1">
        <p:scale>
          <a:sx n="100" d="100"/>
          <a:sy n="100" d="100"/>
        </p:scale>
        <p:origin x="0" y="0"/>
      </p:cViewPr>
      <p:guideLst>
        <p:guide orient="horz" pos="2956"/>
        <p:guide pos="2237"/>
      </p:guideLst>
    </p:cSldViewPr>
  </p:notesViewPr>
  <p:gridSpacing cx="76200" cy="76200"/>
</p:viewPr>
</file>

<file path=ppt/_rels/presentation.xml.rels><?xml version="1.0" encoding="utf-8"?><Relationships xmlns="http://schemas.openxmlformats.org/package/2006/relationships"><Relationship Id="rId159" Type="http://schemas.openxmlformats.org/officeDocument/2006/relationships/slide" Target="slides/slide155.xml"/><Relationship Id="rId170" Type="http://schemas.openxmlformats.org/officeDocument/2006/relationships/slide" Target="slides/slide166.xml"/><Relationship Id="rId226" Type="http://schemas.openxmlformats.org/officeDocument/2006/relationships/slide" Target="slides/slide222.xml"/><Relationship Id="rId181" Type="http://schemas.openxmlformats.org/officeDocument/2006/relationships/slide" Target="slides/slide177.xml"/><Relationship Id="rId402" Type="http://schemas.openxmlformats.org/officeDocument/2006/relationships/font" Target="fonts/font11.fntdata"/><Relationship Id="rId192" Type="http://schemas.openxmlformats.org/officeDocument/2006/relationships/slide" Target="slides/slide188.xml"/><Relationship Id="rId206" Type="http://schemas.openxmlformats.org/officeDocument/2006/relationships/slide" Target="slides/slide202.xml"/><Relationship Id="rId161" Type="http://schemas.openxmlformats.org/officeDocument/2006/relationships/slide" Target="slides/slide157.xml"/><Relationship Id="rId217" Type="http://schemas.openxmlformats.org/officeDocument/2006/relationships/slide" Target="slides/slide213.xml"/><Relationship Id="rId399" Type="http://schemas.openxmlformats.org/officeDocument/2006/relationships/font" Target="fonts/font8.fntdata"/><Relationship Id="rId172" Type="http://schemas.openxmlformats.org/officeDocument/2006/relationships/slide" Target="slides/slide168.xml"/><Relationship Id="rId228" Type="http://schemas.openxmlformats.org/officeDocument/2006/relationships/slide" Target="slides/slide224.xml"/><Relationship Id="rId183" Type="http://schemas.openxmlformats.org/officeDocument/2006/relationships/slide" Target="slides/slide179.xml"/><Relationship Id="rId404" Type="http://schemas.openxmlformats.org/officeDocument/2006/relationships/font" Target="fonts/font13.fntdata"/><Relationship Id="rId194" Type="http://schemas.openxmlformats.org/officeDocument/2006/relationships/slide" Target="slides/slide190.xml"/><Relationship Id="rId208" Type="http://schemas.openxmlformats.org/officeDocument/2006/relationships/slide" Target="slides/slide204.xml"/><Relationship Id="rId163" Type="http://schemas.openxmlformats.org/officeDocument/2006/relationships/slide" Target="slides/slide159.xml"/><Relationship Id="rId219" Type="http://schemas.openxmlformats.org/officeDocument/2006/relationships/slide" Target="slides/slide215.xml"/><Relationship Id="rId230" Type="http://schemas.openxmlformats.org/officeDocument/2006/relationships/slide" Target="slides/slide226.xml"/><Relationship Id="rId174" Type="http://schemas.openxmlformats.org/officeDocument/2006/relationships/slide" Target="slides/slide170.xml"/><Relationship Id="rId185" Type="http://schemas.openxmlformats.org/officeDocument/2006/relationships/slide" Target="slides/slide181.xml"/><Relationship Id="rId406" Type="http://schemas.openxmlformats.org/officeDocument/2006/relationships/font" Target="fonts/font15.fntdata"/><Relationship Id="rId210" Type="http://schemas.openxmlformats.org/officeDocument/2006/relationships/slide" Target="slides/slide206.xml"/><Relationship Id="rId392" Type="http://schemas.openxmlformats.org/officeDocument/2006/relationships/font" Target="fonts/font1.fntdata"/><Relationship Id="rId196" Type="http://schemas.openxmlformats.org/officeDocument/2006/relationships/slide" Target="slides/slide192.xml"/><Relationship Id="rId221" Type="http://schemas.openxmlformats.org/officeDocument/2006/relationships/slide" Target="slides/slide217.xml"/><Relationship Id="rId165" Type="http://schemas.openxmlformats.org/officeDocument/2006/relationships/slide" Target="slides/slide161.xml"/><Relationship Id="rId232" Type="http://schemas.openxmlformats.org/officeDocument/2006/relationships/slide" Target="slides/slide228.xml"/><Relationship Id="rId176" Type="http://schemas.openxmlformats.org/officeDocument/2006/relationships/slide" Target="slides/slide172.xml"/><Relationship Id="rId197" Type="http://schemas.openxmlformats.org/officeDocument/2006/relationships/slide" Target="slides/slide193.xml"/><Relationship Id="rId201" Type="http://schemas.openxmlformats.org/officeDocument/2006/relationships/slide" Target="slides/slide197.xml"/><Relationship Id="rId222" Type="http://schemas.openxmlformats.org/officeDocument/2006/relationships/slide" Target="slides/slide218.xml"/><Relationship Id="rId166" Type="http://schemas.openxmlformats.org/officeDocument/2006/relationships/slide" Target="slides/slide162.xml"/><Relationship Id="rId187" Type="http://schemas.openxmlformats.org/officeDocument/2006/relationships/slide" Target="slides/slide183.xml"/><Relationship Id="rId394" Type="http://schemas.openxmlformats.org/officeDocument/2006/relationships/font" Target="fonts/font3.fntdata"/><Relationship Id="rId408" Type="http://schemas.openxmlformats.org/officeDocument/2006/relationships/font" Target="fonts/font17.fntdata"/><Relationship Id="rId1" Type="http://schemas.openxmlformats.org/officeDocument/2006/relationships/customXml" Target="../customXml/item1.xml"/><Relationship Id="rId212" Type="http://schemas.openxmlformats.org/officeDocument/2006/relationships/slide" Target="slides/slide208.xml"/><Relationship Id="rId233" Type="http://schemas.openxmlformats.org/officeDocument/2006/relationships/slide" Target="slides/slide229.xml"/><Relationship Id="rId177" Type="http://schemas.openxmlformats.org/officeDocument/2006/relationships/slide" Target="slides/slide173.xml"/><Relationship Id="rId198" Type="http://schemas.openxmlformats.org/officeDocument/2006/relationships/slide" Target="slides/slide194.xml"/><Relationship Id="rId202" Type="http://schemas.openxmlformats.org/officeDocument/2006/relationships/slide" Target="slides/slide198.xml"/><Relationship Id="rId223" Type="http://schemas.openxmlformats.org/officeDocument/2006/relationships/slide" Target="slides/slide219.xml"/><Relationship Id="rId167" Type="http://schemas.openxmlformats.org/officeDocument/2006/relationships/slide" Target="slides/slide163.xml"/><Relationship Id="rId188" Type="http://schemas.openxmlformats.org/officeDocument/2006/relationships/slide" Target="slides/slide184.xml"/><Relationship Id="rId395" Type="http://schemas.openxmlformats.org/officeDocument/2006/relationships/font" Target="fonts/font4.fntdata"/><Relationship Id="rId409" Type="http://schemas.openxmlformats.org/officeDocument/2006/relationships/presProps" Target="presProps.xml"/><Relationship Id="rId213" Type="http://schemas.openxmlformats.org/officeDocument/2006/relationships/slide" Target="slides/slide209.xml"/><Relationship Id="rId234" Type="http://schemas.openxmlformats.org/officeDocument/2006/relationships/slide" Target="slides/slide230.xml"/><Relationship Id="rId2" Type="http://schemas.openxmlformats.org/officeDocument/2006/relationships/customXml" Target="../customXml/item2.xml"/><Relationship Id="rId178" Type="http://schemas.openxmlformats.org/officeDocument/2006/relationships/slide" Target="slides/slide174.xml"/><Relationship Id="rId199" Type="http://schemas.openxmlformats.org/officeDocument/2006/relationships/slide" Target="slides/slide195.xml"/><Relationship Id="rId203" Type="http://schemas.openxmlformats.org/officeDocument/2006/relationships/slide" Target="slides/slide199.xml"/><Relationship Id="rId224" Type="http://schemas.openxmlformats.org/officeDocument/2006/relationships/slide" Target="slides/slide220.xml"/><Relationship Id="rId410" Type="http://schemas.openxmlformats.org/officeDocument/2006/relationships/viewProps" Target="viewProps.xml"/><Relationship Id="rId168" Type="http://schemas.openxmlformats.org/officeDocument/2006/relationships/slide" Target="slides/slide164.xml"/><Relationship Id="rId189" Type="http://schemas.openxmlformats.org/officeDocument/2006/relationships/slide" Target="slides/slide185.xml"/><Relationship Id="rId396" Type="http://schemas.openxmlformats.org/officeDocument/2006/relationships/font" Target="fonts/font5.fntdata"/><Relationship Id="rId3" Type="http://schemas.openxmlformats.org/officeDocument/2006/relationships/customXml" Target="../customXml/item3.xml"/><Relationship Id="rId214" Type="http://schemas.openxmlformats.org/officeDocument/2006/relationships/slide" Target="slides/slide210.xml"/><Relationship Id="rId235" Type="http://schemas.openxmlformats.org/officeDocument/2006/relationships/slide" Target="slides/slide231.xml"/><Relationship Id="rId400" Type="http://schemas.openxmlformats.org/officeDocument/2006/relationships/font" Target="fonts/font9.fntdata"/><Relationship Id="rId158" Type="http://schemas.openxmlformats.org/officeDocument/2006/relationships/slide" Target="slides/slide154.xml"/><Relationship Id="rId179" Type="http://schemas.openxmlformats.org/officeDocument/2006/relationships/slide" Target="slides/slide175.xml"/><Relationship Id="rId190" Type="http://schemas.openxmlformats.org/officeDocument/2006/relationships/slide" Target="slides/slide186.xml"/><Relationship Id="rId204" Type="http://schemas.openxmlformats.org/officeDocument/2006/relationships/slide" Target="slides/slide200.xml"/><Relationship Id="rId225" Type="http://schemas.openxmlformats.org/officeDocument/2006/relationships/slide" Target="slides/slide221.xml"/><Relationship Id="rId411" Type="http://schemas.openxmlformats.org/officeDocument/2006/relationships/theme" Target="theme/theme1.xml"/><Relationship Id="rId169" Type="http://schemas.openxmlformats.org/officeDocument/2006/relationships/slide" Target="slides/slide165.xml"/><Relationship Id="rId397" Type="http://schemas.openxmlformats.org/officeDocument/2006/relationships/font" Target="fonts/font6.fntdata"/><Relationship Id="rId4" Type="http://schemas.openxmlformats.org/officeDocument/2006/relationships/slideMaster" Target="slideMasters/slideMaster1.xml"/><Relationship Id="rId180" Type="http://schemas.openxmlformats.org/officeDocument/2006/relationships/slide" Target="slides/slide176.xml"/><Relationship Id="rId215" Type="http://schemas.openxmlformats.org/officeDocument/2006/relationships/slide" Target="slides/slide211.xml"/><Relationship Id="rId236" Type="http://schemas.openxmlformats.org/officeDocument/2006/relationships/slide" Target="slides/slide232.xml"/><Relationship Id="rId401" Type="http://schemas.openxmlformats.org/officeDocument/2006/relationships/font" Target="fonts/font10.fntdata"/><Relationship Id="rId191" Type="http://schemas.openxmlformats.org/officeDocument/2006/relationships/slide" Target="slides/slide187.xml"/><Relationship Id="rId205" Type="http://schemas.openxmlformats.org/officeDocument/2006/relationships/slide" Target="slides/slide201.xml"/><Relationship Id="rId412" Type="http://schemas.openxmlformats.org/officeDocument/2006/relationships/tableStyles" Target="tableStyles.xml"/><Relationship Id="rId398" Type="http://schemas.openxmlformats.org/officeDocument/2006/relationships/font" Target="fonts/font7.fntdata"/><Relationship Id="rId160" Type="http://schemas.openxmlformats.org/officeDocument/2006/relationships/slide" Target="slides/slide156.xml"/><Relationship Id="rId216" Type="http://schemas.openxmlformats.org/officeDocument/2006/relationships/slide" Target="slides/slide212.xml"/><Relationship Id="rId171" Type="http://schemas.openxmlformats.org/officeDocument/2006/relationships/slide" Target="slides/slide167.xml"/><Relationship Id="rId227" Type="http://schemas.openxmlformats.org/officeDocument/2006/relationships/slide" Target="slides/slide223.xml"/><Relationship Id="rId182" Type="http://schemas.openxmlformats.org/officeDocument/2006/relationships/slide" Target="slides/slide178.xml"/><Relationship Id="rId403" Type="http://schemas.openxmlformats.org/officeDocument/2006/relationships/font" Target="fonts/font12.fntdata"/><Relationship Id="rId193" Type="http://schemas.openxmlformats.org/officeDocument/2006/relationships/slide" Target="slides/slide189.xml"/><Relationship Id="rId207" Type="http://schemas.openxmlformats.org/officeDocument/2006/relationships/slide" Target="slides/slide203.xml"/><Relationship Id="rId162" Type="http://schemas.openxmlformats.org/officeDocument/2006/relationships/slide" Target="slides/slide158.xml"/><Relationship Id="rId218" Type="http://schemas.openxmlformats.org/officeDocument/2006/relationships/slide" Target="slides/slide214.xml"/><Relationship Id="rId173" Type="http://schemas.openxmlformats.org/officeDocument/2006/relationships/slide" Target="slides/slide169.xml"/><Relationship Id="rId229" Type="http://schemas.openxmlformats.org/officeDocument/2006/relationships/slide" Target="slides/slide225.xml"/><Relationship Id="rId184" Type="http://schemas.openxmlformats.org/officeDocument/2006/relationships/slide" Target="slides/slide180.xml"/><Relationship Id="rId391" Type="http://schemas.openxmlformats.org/officeDocument/2006/relationships/notesMaster" Target="notesMasters/notesMaster1.xml"/><Relationship Id="rId405" Type="http://schemas.openxmlformats.org/officeDocument/2006/relationships/font" Target="fonts/font14.fntdata"/><Relationship Id="rId195" Type="http://schemas.openxmlformats.org/officeDocument/2006/relationships/slide" Target="slides/slide191.xml"/><Relationship Id="rId209" Type="http://schemas.openxmlformats.org/officeDocument/2006/relationships/slide" Target="slides/slide205.xml"/><Relationship Id="rId220" Type="http://schemas.openxmlformats.org/officeDocument/2006/relationships/slide" Target="slides/slide216.xml"/><Relationship Id="rId164" Type="http://schemas.openxmlformats.org/officeDocument/2006/relationships/slide" Target="slides/slide160.xml"/><Relationship Id="rId231" Type="http://schemas.openxmlformats.org/officeDocument/2006/relationships/slide" Target="slides/slide227.xml"/><Relationship Id="rId175" Type="http://schemas.openxmlformats.org/officeDocument/2006/relationships/slide" Target="slides/slide171.xml"/><Relationship Id="rId200" Type="http://schemas.openxmlformats.org/officeDocument/2006/relationships/slide" Target="slides/slide196.xml"/><Relationship Id="rId186" Type="http://schemas.openxmlformats.org/officeDocument/2006/relationships/slide" Target="slides/slide182.xml"/><Relationship Id="rId393" Type="http://schemas.openxmlformats.org/officeDocument/2006/relationships/font" Target="fonts/font2.fntdata"/><Relationship Id="rId407" Type="http://schemas.openxmlformats.org/officeDocument/2006/relationships/font" Target="fonts/font16.fntdata"/><Relationship Id="rId211" Type="http://schemas.openxmlformats.org/officeDocument/2006/relationships/slide" Target="slides/slide207.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2"/>
        <p:cNvGrpSpPr/>
        <p:nvPr/>
      </p:nvGrpSpPr>
      <p:grpSpPr>
        <a:xfrm>
          <a:off x="0" y="0"/>
          <a:ext cx="0" cy="0"/>
          <a:chOff x="0" y="0"/>
          <a:chExt cx="0" cy="0"/>
        </a:xfrm>
      </p:grpSpPr>
      <p:sp>
        <p:nvSpPr>
          <p:cNvPr id="3" name="Google Shape;3;n"/>
          <p:cNvSpPr txBox="1">
            <a:spLocks noGrp="1"/>
          </p:cNvSpPr>
          <p:nvPr>
            <p:ph type="hdr" idx="2"/>
          </p:nvPr>
        </p:nvSpPr>
        <p:spPr>
          <a:xfrm>
            <a:off x="1" y="2"/>
            <a:ext cx="3088836" cy="495193"/>
          </a:xfrm>
          <a:prstGeom prst="rect">
            <a:avLst/>
          </a:prstGeom>
          <a:noFill/>
          <a:ln>
            <a:noFill/>
          </a:ln>
        </p:spPr>
        <p:txBody>
          <a:bodyPr spcFirstLastPara="1" wrap="square" lIns="98345" tIns="49160" rIns="98345" bIns="49160" anchor="t" anchorCtr="0">
            <a:noAutofit/>
          </a:bodyPr>
          <a:lstStyle>
            <a:lvl1pPr marR="0" lvl="0" algn="l" rtl="0">
              <a:spcBef>
                <a:spcPts val="0"/>
              </a:spcBef>
              <a:spcAft>
                <a:spcPts val="0"/>
              </a:spcAft>
              <a:buSzPts val="1400"/>
              <a:buNone/>
              <a:defRPr sz="1300" b="0" i="0" u="none" strike="noStrike" cap="none">
                <a:solidFill>
                  <a:schemeClr val="dk1"/>
                </a:solidFill>
                <a:latin typeface="Times New Roman"/>
                <a:ea typeface="Times New Roman"/>
                <a:cs typeface="Times New Roman"/>
                <a:sym typeface="Times New Roman"/>
              </a:defRPr>
            </a:lvl1pPr>
            <a:lvl2pPr marR="0" lvl="1" algn="ctr"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2pPr>
            <a:lvl3pPr marR="0" lvl="2" algn="ctr"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3pPr>
            <a:lvl4pPr marR="0" lvl="3" algn="ctr"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4pPr>
            <a:lvl5pPr marR="0" lvl="4" algn="ctr"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5pPr>
            <a:lvl6pPr marR="0" lvl="5" algn="l"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6pPr>
            <a:lvl7pPr marR="0" lvl="6" algn="l"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7pPr>
            <a:lvl8pPr marR="0" lvl="7" algn="l"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8pPr>
            <a:lvl9pPr marR="0" lvl="8" algn="l"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9pPr>
          </a:lstStyle>
          <a:p>
            <a:endParaRPr/>
          </a:p>
        </p:txBody>
      </p:sp>
      <p:sp>
        <p:nvSpPr>
          <p:cNvPr id="4" name="Google Shape;4;n"/>
          <p:cNvSpPr txBox="1">
            <a:spLocks noGrp="1"/>
          </p:cNvSpPr>
          <p:nvPr>
            <p:ph type="dt" idx="10"/>
          </p:nvPr>
        </p:nvSpPr>
        <p:spPr>
          <a:xfrm>
            <a:off x="3985895" y="2"/>
            <a:ext cx="3088836" cy="495193"/>
          </a:xfrm>
          <a:prstGeom prst="rect">
            <a:avLst/>
          </a:prstGeom>
          <a:noFill/>
          <a:ln>
            <a:noFill/>
          </a:ln>
        </p:spPr>
        <p:txBody>
          <a:bodyPr spcFirstLastPara="1" wrap="square" lIns="98345" tIns="49160" rIns="98345" bIns="49160" anchor="t" anchorCtr="0">
            <a:noAutofit/>
          </a:bodyPr>
          <a:lstStyle>
            <a:lvl1pPr marR="0" lvl="0" algn="r" rtl="0">
              <a:spcBef>
                <a:spcPts val="0"/>
              </a:spcBef>
              <a:spcAft>
                <a:spcPts val="0"/>
              </a:spcAft>
              <a:buSzPts val="1400"/>
              <a:buNone/>
              <a:defRPr sz="1300" b="0" i="0" u="none" strike="noStrike" cap="none">
                <a:solidFill>
                  <a:schemeClr val="dk1"/>
                </a:solidFill>
                <a:latin typeface="Times New Roman"/>
                <a:ea typeface="Times New Roman"/>
                <a:cs typeface="Times New Roman"/>
                <a:sym typeface="Times New Roman"/>
              </a:defRPr>
            </a:lvl1pPr>
            <a:lvl2pPr marR="0" lvl="1" algn="ctr"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2pPr>
            <a:lvl3pPr marR="0" lvl="2" algn="ctr"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3pPr>
            <a:lvl4pPr marR="0" lvl="3" algn="ctr"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4pPr>
            <a:lvl5pPr marR="0" lvl="4" algn="ctr"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5pPr>
            <a:lvl6pPr marR="0" lvl="5" algn="l"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6pPr>
            <a:lvl7pPr marR="0" lvl="6" algn="l"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7pPr>
            <a:lvl8pPr marR="0" lvl="7" algn="l"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8pPr>
            <a:lvl9pPr marR="0" lvl="8" algn="l"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9pPr>
          </a:lstStyle>
          <a:p>
            <a:endParaRPr/>
          </a:p>
        </p:txBody>
      </p:sp>
      <p:sp>
        <p:nvSpPr>
          <p:cNvPr id="5" name="Google Shape;5;n"/>
          <p:cNvSpPr>
            <a:spLocks noGrp="1" noRot="1" noChangeAspect="1"/>
          </p:cNvSpPr>
          <p:nvPr>
            <p:ph type="sldImg" idx="3"/>
          </p:nvPr>
        </p:nvSpPr>
        <p:spPr>
          <a:xfrm>
            <a:off x="496888" y="741363"/>
            <a:ext cx="6164262" cy="34671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miter lim="800000"/>
            <a:headEnd type="none" w="sm" len="sm"/>
            <a:tailEnd type="none" w="sm" len="sm"/>
          </a:ln>
        </p:spPr>
      </p:sp>
      <p:sp>
        <p:nvSpPr>
          <p:cNvPr id="6" name="Google Shape;6;n"/>
          <p:cNvSpPr txBox="1">
            <a:spLocks noGrp="1"/>
          </p:cNvSpPr>
          <p:nvPr>
            <p:ph type="body" idx="1"/>
          </p:nvPr>
        </p:nvSpPr>
        <p:spPr>
          <a:xfrm>
            <a:off x="975668" y="4455180"/>
            <a:ext cx="5205090" cy="4205254"/>
          </a:xfrm>
          <a:prstGeom prst="rect">
            <a:avLst/>
          </a:prstGeom>
          <a:noFill/>
          <a:ln>
            <a:noFill/>
          </a:ln>
        </p:spPr>
        <p:txBody>
          <a:bodyPr spcFirstLastPara="1" wrap="square" lIns="98345" tIns="49160" rIns="98345" bIns="49160" anchor="t" anchorCtr="0">
            <a:noAutofit/>
          </a:bodyPr>
          <a:lstStyle>
            <a:lvl1pPr marL="457200" marR="0" lvl="0" indent="-228600" algn="l" rtl="0">
              <a:spcBef>
                <a:spcPts val="360"/>
              </a:spcBef>
              <a:spcAft>
                <a:spcPts val="0"/>
              </a:spcAft>
              <a:buSzPts val="1400"/>
              <a:buNone/>
              <a:defRPr sz="1200" b="0" i="0" u="none" strike="noStrike" cap="none">
                <a:solidFill>
                  <a:schemeClr val="dk1"/>
                </a:solidFill>
                <a:latin typeface="Times New Roman"/>
                <a:ea typeface="Times New Roman"/>
                <a:cs typeface="Times New Roman"/>
                <a:sym typeface="Times New Roman"/>
              </a:defRPr>
            </a:lvl1pPr>
            <a:lvl2pPr marL="914400" marR="0" lvl="1" indent="-228600" algn="l" rtl="0">
              <a:spcBef>
                <a:spcPts val="360"/>
              </a:spcBef>
              <a:spcAft>
                <a:spcPts val="0"/>
              </a:spcAft>
              <a:buSzPts val="1400"/>
              <a:buNone/>
              <a:defRPr sz="1200" b="0" i="0" u="none" strike="noStrike" cap="none">
                <a:solidFill>
                  <a:schemeClr val="dk1"/>
                </a:solidFill>
                <a:latin typeface="Times New Roman"/>
                <a:ea typeface="Times New Roman"/>
                <a:cs typeface="Times New Roman"/>
                <a:sym typeface="Times New Roman"/>
              </a:defRPr>
            </a:lvl2pPr>
            <a:lvl3pPr marL="1371600" marR="0" lvl="2" indent="-228600" algn="l" rtl="0">
              <a:spcBef>
                <a:spcPts val="360"/>
              </a:spcBef>
              <a:spcAft>
                <a:spcPts val="0"/>
              </a:spcAft>
              <a:buSzPts val="1400"/>
              <a:buNone/>
              <a:defRPr sz="1200" b="0" i="0" u="none" strike="noStrike" cap="none">
                <a:solidFill>
                  <a:schemeClr val="dk1"/>
                </a:solidFill>
                <a:latin typeface="Times New Roman"/>
                <a:ea typeface="Times New Roman"/>
                <a:cs typeface="Times New Roman"/>
                <a:sym typeface="Times New Roman"/>
              </a:defRPr>
            </a:lvl3pPr>
            <a:lvl4pPr marL="1828800" marR="0" lvl="3" indent="-228600" algn="l" rtl="0">
              <a:spcBef>
                <a:spcPts val="360"/>
              </a:spcBef>
              <a:spcAft>
                <a:spcPts val="0"/>
              </a:spcAft>
              <a:buSzPts val="1400"/>
              <a:buNone/>
              <a:defRPr sz="1200" b="0" i="0" u="none" strike="noStrike" cap="none">
                <a:solidFill>
                  <a:schemeClr val="dk1"/>
                </a:solidFill>
                <a:latin typeface="Times New Roman"/>
                <a:ea typeface="Times New Roman"/>
                <a:cs typeface="Times New Roman"/>
                <a:sym typeface="Times New Roman"/>
              </a:defRPr>
            </a:lvl4pPr>
            <a:lvl5pPr marL="2286000" marR="0" lvl="4" indent="-228600" algn="l" rtl="0">
              <a:spcBef>
                <a:spcPts val="360"/>
              </a:spcBef>
              <a:spcAft>
                <a:spcPts val="0"/>
              </a:spcAft>
              <a:buSzPts val="1400"/>
              <a:buNone/>
              <a:defRPr sz="1200" b="0" i="0" u="none" strike="noStrike" cap="none">
                <a:solidFill>
                  <a:schemeClr val="dk1"/>
                </a:solidFill>
                <a:latin typeface="Times New Roman"/>
                <a:ea typeface="Times New Roman"/>
                <a:cs typeface="Times New Roman"/>
                <a:sym typeface="Times New Roman"/>
              </a:defRPr>
            </a:lvl5pPr>
            <a:lvl6pPr marL="2743200" marR="0" lvl="5" indent="-228600" algn="l" rtl="0">
              <a:spcBef>
                <a:spcPts val="0"/>
              </a:spcBef>
              <a:spcAft>
                <a:spcPts val="0"/>
              </a:spcAft>
              <a:buSzPts val="1400"/>
              <a:buNone/>
              <a:defRPr sz="1200" b="0" i="0" u="none" strike="noStrike" cap="none">
                <a:solidFill>
                  <a:schemeClr val="dk1"/>
                </a:solidFill>
                <a:latin typeface="Calibri"/>
                <a:ea typeface="Calibri"/>
                <a:cs typeface="Calibri"/>
                <a:sym typeface="Calibri"/>
              </a:defRPr>
            </a:lvl6pPr>
            <a:lvl7pPr marL="3200400" marR="0" lvl="6" indent="-228600" algn="l" rtl="0">
              <a:spcBef>
                <a:spcPts val="0"/>
              </a:spcBef>
              <a:spcAft>
                <a:spcPts val="0"/>
              </a:spcAft>
              <a:buSzPts val="1400"/>
              <a:buNone/>
              <a:defRPr sz="1200" b="0" i="0" u="none" strike="noStrike" cap="none">
                <a:solidFill>
                  <a:schemeClr val="dk1"/>
                </a:solidFill>
                <a:latin typeface="Calibri"/>
                <a:ea typeface="Calibri"/>
                <a:cs typeface="Calibri"/>
                <a:sym typeface="Calibri"/>
              </a:defRPr>
            </a:lvl7pPr>
            <a:lvl8pPr marL="3657600" marR="0" lvl="7" indent="-228600" algn="l" rtl="0">
              <a:spcBef>
                <a:spcPts val="0"/>
              </a:spcBef>
              <a:spcAft>
                <a:spcPts val="0"/>
              </a:spcAft>
              <a:buSzPts val="1400"/>
              <a:buNone/>
              <a:defRPr sz="1200" b="0" i="0" u="none" strike="noStrike" cap="none">
                <a:solidFill>
                  <a:schemeClr val="dk1"/>
                </a:solidFill>
                <a:latin typeface="Calibri"/>
                <a:ea typeface="Calibri"/>
                <a:cs typeface="Calibri"/>
                <a:sym typeface="Calibri"/>
              </a:defRPr>
            </a:lvl8pPr>
            <a:lvl9pPr marL="4114800" marR="0" lvl="8" indent="-228600" algn="l" rtl="0">
              <a:spcBef>
                <a:spcPts val="0"/>
              </a:spcBef>
              <a:spcAft>
                <a:spcPts val="0"/>
              </a:spcAft>
              <a:buSzPts val="1400"/>
              <a:buNone/>
              <a:defRPr sz="1200" b="0" i="0" u="none" strike="noStrike" cap="none">
                <a:solidFill>
                  <a:schemeClr val="dk1"/>
                </a:solidFill>
                <a:latin typeface="Calibri"/>
                <a:ea typeface="Calibri"/>
                <a:cs typeface="Calibri"/>
                <a:sym typeface="Calibri"/>
              </a:defRPr>
            </a:lvl9pPr>
          </a:lstStyle>
          <a:p>
            <a:endParaRPr/>
          </a:p>
        </p:txBody>
      </p:sp>
      <p:sp>
        <p:nvSpPr>
          <p:cNvPr id="7" name="Google Shape;7;n"/>
          <p:cNvSpPr txBox="1">
            <a:spLocks noGrp="1"/>
          </p:cNvSpPr>
          <p:nvPr>
            <p:ph type="ftr" idx="11"/>
          </p:nvPr>
        </p:nvSpPr>
        <p:spPr>
          <a:xfrm>
            <a:off x="1" y="8907255"/>
            <a:ext cx="3088836" cy="498298"/>
          </a:xfrm>
          <a:prstGeom prst="rect">
            <a:avLst/>
          </a:prstGeom>
          <a:noFill/>
          <a:ln>
            <a:noFill/>
          </a:ln>
        </p:spPr>
        <p:txBody>
          <a:bodyPr spcFirstLastPara="1" wrap="square" lIns="98345" tIns="49160" rIns="98345" bIns="49160" anchor="b" anchorCtr="0">
            <a:noAutofit/>
          </a:bodyPr>
          <a:lstStyle>
            <a:lvl1pPr marR="0" lvl="0" algn="l" rtl="0">
              <a:spcBef>
                <a:spcPts val="0"/>
              </a:spcBef>
              <a:spcAft>
                <a:spcPts val="0"/>
              </a:spcAft>
              <a:buSzPts val="1400"/>
              <a:buNone/>
              <a:defRPr sz="1300" b="0" i="0" u="none" strike="noStrike" cap="none">
                <a:solidFill>
                  <a:schemeClr val="dk1"/>
                </a:solidFill>
                <a:latin typeface="Times New Roman"/>
                <a:ea typeface="Times New Roman"/>
                <a:cs typeface="Times New Roman"/>
                <a:sym typeface="Times New Roman"/>
              </a:defRPr>
            </a:lvl1pPr>
            <a:lvl2pPr marR="0" lvl="1" algn="ctr"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2pPr>
            <a:lvl3pPr marR="0" lvl="2" algn="ctr"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3pPr>
            <a:lvl4pPr marR="0" lvl="3" algn="ctr"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4pPr>
            <a:lvl5pPr marR="0" lvl="4" algn="ctr"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5pPr>
            <a:lvl6pPr marR="0" lvl="5" algn="l"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6pPr>
            <a:lvl7pPr marR="0" lvl="6" algn="l"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7pPr>
            <a:lvl8pPr marR="0" lvl="7" algn="l"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8pPr>
            <a:lvl9pPr marR="0" lvl="8" algn="l"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9pPr>
          </a:lstStyle>
          <a:p>
            <a:endParaRPr/>
          </a:p>
        </p:txBody>
      </p:sp>
      <p:sp>
        <p:nvSpPr>
          <p:cNvPr id="8" name="Google Shape;8;n"/>
          <p:cNvSpPr txBox="1">
            <a:spLocks noGrp="1"/>
          </p:cNvSpPr>
          <p:nvPr>
            <p:ph type="sldNum" idx="12"/>
          </p:nvPr>
        </p:nvSpPr>
        <p:spPr>
          <a:xfrm>
            <a:off x="3985895" y="8907255"/>
            <a:ext cx="3088836" cy="498298"/>
          </a:xfrm>
          <a:prstGeom prst="rect">
            <a:avLst/>
          </a:prstGeom>
          <a:noFill/>
          <a:ln>
            <a:noFill/>
          </a:ln>
        </p:spPr>
        <p:txBody>
          <a:bodyPr spcFirstLastPara="1" wrap="square" lIns="98345" tIns="49160" rIns="98345" bIns="49160" anchor="b" anchorCtr="0">
            <a:noAutofit/>
          </a:bodyPr>
          <a:lstStyle/>
          <a:p>
            <a:pPr algn="r"/>
            <a:fld id="{00000000-1234-1234-1234-123412341234}" type="slidenum">
              <a:rPr lang="en-US" sz="1300" smtClean="0">
                <a:solidFill>
                  <a:schemeClr val="dk1"/>
                </a:solidFill>
                <a:latin typeface="Times New Roman"/>
                <a:ea typeface="Times New Roman"/>
                <a:cs typeface="Times New Roman"/>
                <a:sym typeface="Times New Roman"/>
              </a:rPr>
              <a:pPr algn="r"/>
              <a:t>‹#›</a:t>
            </a:fld>
            <a:endParaRPr lang="en-US" sz="1300">
              <a:solidFill>
                <a:schemeClr val="dk1"/>
              </a:solidFill>
              <a:latin typeface="Times New Roman"/>
              <a:ea typeface="Times New Roman"/>
              <a:cs typeface="Times New Roman"/>
              <a:sym typeface="Times New Roman"/>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73.xml.rels><?xml version="1.0" encoding="UTF-8" standalone="yes"?>
<Relationships xmlns="http://schemas.openxmlformats.org/package/2006/relationships"><Relationship Id="rId2" Type="http://schemas.openxmlformats.org/officeDocument/2006/relationships/slide" Target="../slides/slide155.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156.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157.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158.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159.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160.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162.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163.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164.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165.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166.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167.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168.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169.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170.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171.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172.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173.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174.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175.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176.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177.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178.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179.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180.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181.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182.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83.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84.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85.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86.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89.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90.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91.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92.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93.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94.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95.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96.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97.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98.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199.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200.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201.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203.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204.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205.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206.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207.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208.xml"/><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2" Type="http://schemas.openxmlformats.org/officeDocument/2006/relationships/slide" Target="../slides/slide209.xml"/><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2" Type="http://schemas.openxmlformats.org/officeDocument/2006/relationships/slide" Target="../slides/slide210.xml"/><Relationship Id="rId1" Type="http://schemas.openxmlformats.org/officeDocument/2006/relationships/notesMaster" Target="../notesMasters/notesMaster1.xml"/></Relationships>
</file>

<file path=ppt/notesSlides/_rels/notesSlide125.xml.rels><?xml version="1.0" encoding="UTF-8" standalone="yes"?>
<Relationships xmlns="http://schemas.openxmlformats.org/package/2006/relationships"><Relationship Id="rId2" Type="http://schemas.openxmlformats.org/officeDocument/2006/relationships/slide" Target="../slides/slide211.xml"/><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2" Type="http://schemas.openxmlformats.org/officeDocument/2006/relationships/slide" Target="../slides/slide212.xml"/><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2" Type="http://schemas.openxmlformats.org/officeDocument/2006/relationships/slide" Target="../slides/slide213.xml"/><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2" Type="http://schemas.openxmlformats.org/officeDocument/2006/relationships/slide" Target="../slides/slide214.xml"/><Relationship Id="rId1" Type="http://schemas.openxmlformats.org/officeDocument/2006/relationships/notesMaster" Target="../notesMasters/notesMaster1.xml"/></Relationships>
</file>

<file path=ppt/notesSlides/_rels/notesSlide129.xml.rels><?xml version="1.0" encoding="UTF-8" standalone="yes"?>
<Relationships xmlns="http://schemas.openxmlformats.org/package/2006/relationships"><Relationship Id="rId2" Type="http://schemas.openxmlformats.org/officeDocument/2006/relationships/slide" Target="../slides/slide215.xml"/><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2" Type="http://schemas.openxmlformats.org/officeDocument/2006/relationships/slide" Target="../slides/slide216.xml"/><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2" Type="http://schemas.openxmlformats.org/officeDocument/2006/relationships/slide" Target="../slides/slide217.xml"/><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2" Type="http://schemas.openxmlformats.org/officeDocument/2006/relationships/slide" Target="../slides/slide218.xml"/><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2" Type="http://schemas.openxmlformats.org/officeDocument/2006/relationships/slide" Target="../slides/slide219.xml"/><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2" Type="http://schemas.openxmlformats.org/officeDocument/2006/relationships/slide" Target="../slides/slide220.xml"/><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2" Type="http://schemas.openxmlformats.org/officeDocument/2006/relationships/slide" Target="../slides/slide221.xml"/><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2" Type="http://schemas.openxmlformats.org/officeDocument/2006/relationships/slide" Target="../slides/slide222.xml"/><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2" Type="http://schemas.openxmlformats.org/officeDocument/2006/relationships/slide" Target="../slides/slide223.xml"/><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2" Type="http://schemas.openxmlformats.org/officeDocument/2006/relationships/slide" Target="../slides/slide224.xml"/><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2" Type="http://schemas.openxmlformats.org/officeDocument/2006/relationships/slide" Target="../slides/slide225.xml"/><Relationship Id="rId1" Type="http://schemas.openxmlformats.org/officeDocument/2006/relationships/notesMaster" Target="../notesMasters/notesMaster1.xml"/></Relationships>
</file>

<file path=ppt/notesSlides/_rels/notesSlide140.xml.rels><?xml version="1.0" encoding="UTF-8" standalone="yes"?>
<Relationships xmlns="http://schemas.openxmlformats.org/package/2006/relationships"><Relationship Id="rId2" Type="http://schemas.openxmlformats.org/officeDocument/2006/relationships/slide" Target="../slides/slide226.xml"/><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2" Type="http://schemas.openxmlformats.org/officeDocument/2006/relationships/slide" Target="../slides/slide228.xml"/><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2" Type="http://schemas.openxmlformats.org/officeDocument/2006/relationships/slide" Target="../slides/slide229.xml"/><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2" Type="http://schemas.openxmlformats.org/officeDocument/2006/relationships/slide" Target="../slides/slide232.xml"/><Relationship Id="rId1" Type="http://schemas.openxmlformats.org/officeDocument/2006/relationships/notesMaster" Target="../notesMasters/notesMaster1.xml"/></Relationships>
</file>

<file path=ppt/notesSlides/notesSlide7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2">
          <a:extLst>
            <a:ext uri="{FF2B5EF4-FFF2-40B4-BE49-F238E27FC236}">
              <a16:creationId xmlns:a16="http://schemas.microsoft.com/office/drawing/2014/main" id="{4CBC2F20-F55E-9B46-4106-C33DC87A71B5}"/>
            </a:ext>
          </a:extLst>
        </p:cNvPr>
        <p:cNvGrpSpPr/>
        <p:nvPr/>
      </p:nvGrpSpPr>
      <p:grpSpPr>
        <a:xfrm>
          <a:off x="0" y="0"/>
          <a:ext cx="0" cy="0"/>
          <a:chOff x="0" y="0"/>
          <a:chExt cx="0" cy="0"/>
        </a:xfrm>
      </p:grpSpPr>
      <p:sp>
        <p:nvSpPr>
          <p:cNvPr id="243" name="Google Shape;243;p8:notes">
            <a:extLst>
              <a:ext uri="{FF2B5EF4-FFF2-40B4-BE49-F238E27FC236}">
                <a16:creationId xmlns:a16="http://schemas.microsoft.com/office/drawing/2014/main" id="{C1A90C2B-E386-743B-CAEB-1653D040F8B6}"/>
              </a:ext>
            </a:extLst>
          </p:cNvPr>
          <p:cNvSpPr txBox="1">
            <a:spLocks noGrp="1"/>
          </p:cNvSpPr>
          <p:nvPr>
            <p:ph type="body" idx="1"/>
          </p:nvPr>
        </p:nvSpPr>
        <p:spPr>
          <a:xfrm>
            <a:off x="975668" y="4455180"/>
            <a:ext cx="5205090" cy="4205254"/>
          </a:xfrm>
          <a:prstGeom prst="rect">
            <a:avLst/>
          </a:prstGeom>
        </p:spPr>
        <p:txBody>
          <a:bodyPr spcFirstLastPara="1" wrap="square" lIns="98345" tIns="49160" rIns="98345" bIns="49160" anchor="t" anchorCtr="0">
            <a:noAutofit/>
          </a:bodyPr>
          <a:lstStyle/>
          <a:p>
            <a:pPr marL="0" indent="0">
              <a:spcBef>
                <a:spcPts val="365"/>
              </a:spcBef>
            </a:pPr>
            <a:endParaRPr dirty="0"/>
          </a:p>
        </p:txBody>
      </p:sp>
      <p:sp>
        <p:nvSpPr>
          <p:cNvPr id="244" name="Google Shape;244;p8:notes">
            <a:extLst>
              <a:ext uri="{FF2B5EF4-FFF2-40B4-BE49-F238E27FC236}">
                <a16:creationId xmlns:a16="http://schemas.microsoft.com/office/drawing/2014/main" id="{C523D136-41DF-1BDA-94A9-1B270D9AB8F8}"/>
              </a:ext>
            </a:extLst>
          </p:cNvPr>
          <p:cNvSpPr>
            <a:spLocks noGrp="1" noRot="1" noChangeAspect="1"/>
          </p:cNvSpPr>
          <p:nvPr>
            <p:ph type="sldImg" idx="2"/>
          </p:nvPr>
        </p:nvSpPr>
        <p:spPr>
          <a:xfrm>
            <a:off x="496888" y="741363"/>
            <a:ext cx="6164262" cy="3467100"/>
          </a:xfrm>
          <a:custGeom>
            <a:avLst/>
            <a:gdLst/>
            <a:ahLst/>
            <a:cxnLst/>
            <a:rect l="l" t="t" r="r" b="b"/>
            <a:pathLst>
              <a:path w="120000" h="120000" extrusionOk="0">
                <a:moveTo>
                  <a:pt x="0" y="0"/>
                </a:moveTo>
                <a:lnTo>
                  <a:pt x="120000" y="0"/>
                </a:lnTo>
                <a:lnTo>
                  <a:pt x="120000" y="120000"/>
                </a:lnTo>
                <a:lnTo>
                  <a:pt x="0" y="120000"/>
                </a:lnTo>
                <a:close/>
              </a:path>
            </a:pathLst>
          </a:custGeom>
        </p:spPr>
      </p:sp>
    </p:spTree>
    <p:extLst>
      <p:ext uri="{BB962C8B-B14F-4D97-AF65-F5344CB8AC3E}">
        <p14:creationId xmlns:p14="http://schemas.microsoft.com/office/powerpoint/2010/main" val="1859391048"/>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2">
          <a:extLst>
            <a:ext uri="{FF2B5EF4-FFF2-40B4-BE49-F238E27FC236}">
              <a16:creationId xmlns:a16="http://schemas.microsoft.com/office/drawing/2014/main" id="{710DCC1D-A08B-CF5A-AA6F-1ADCFB5AE5F3}"/>
            </a:ext>
          </a:extLst>
        </p:cNvPr>
        <p:cNvGrpSpPr/>
        <p:nvPr/>
      </p:nvGrpSpPr>
      <p:grpSpPr>
        <a:xfrm>
          <a:off x="0" y="0"/>
          <a:ext cx="0" cy="0"/>
          <a:chOff x="0" y="0"/>
          <a:chExt cx="0" cy="0"/>
        </a:xfrm>
      </p:grpSpPr>
      <p:sp>
        <p:nvSpPr>
          <p:cNvPr id="243" name="Google Shape;243;p8:notes">
            <a:extLst>
              <a:ext uri="{FF2B5EF4-FFF2-40B4-BE49-F238E27FC236}">
                <a16:creationId xmlns:a16="http://schemas.microsoft.com/office/drawing/2014/main" id="{404F3659-D85D-1BB4-5FB5-6B4688DB4AD8}"/>
              </a:ext>
            </a:extLst>
          </p:cNvPr>
          <p:cNvSpPr txBox="1">
            <a:spLocks noGrp="1"/>
          </p:cNvSpPr>
          <p:nvPr>
            <p:ph type="body" idx="1"/>
          </p:nvPr>
        </p:nvSpPr>
        <p:spPr>
          <a:xfrm>
            <a:off x="975668" y="4455180"/>
            <a:ext cx="5205090" cy="4205254"/>
          </a:xfrm>
          <a:prstGeom prst="rect">
            <a:avLst/>
          </a:prstGeom>
        </p:spPr>
        <p:txBody>
          <a:bodyPr spcFirstLastPara="1" wrap="square" lIns="98345" tIns="49160" rIns="98345" bIns="49160" anchor="t" anchorCtr="0">
            <a:noAutofit/>
          </a:bodyPr>
          <a:lstStyle/>
          <a:p>
            <a:pPr marL="0" indent="0">
              <a:spcBef>
                <a:spcPts val="365"/>
              </a:spcBef>
            </a:pPr>
            <a:endParaRPr dirty="0"/>
          </a:p>
        </p:txBody>
      </p:sp>
      <p:sp>
        <p:nvSpPr>
          <p:cNvPr id="244" name="Google Shape;244;p8:notes">
            <a:extLst>
              <a:ext uri="{FF2B5EF4-FFF2-40B4-BE49-F238E27FC236}">
                <a16:creationId xmlns:a16="http://schemas.microsoft.com/office/drawing/2014/main" id="{DF5CB630-7DCB-6C5D-D391-687D9AAAA2AC}"/>
              </a:ext>
            </a:extLst>
          </p:cNvPr>
          <p:cNvSpPr>
            <a:spLocks noGrp="1" noRot="1" noChangeAspect="1"/>
          </p:cNvSpPr>
          <p:nvPr>
            <p:ph type="sldImg" idx="2"/>
          </p:nvPr>
        </p:nvSpPr>
        <p:spPr>
          <a:xfrm>
            <a:off x="496888" y="741363"/>
            <a:ext cx="6164262" cy="3467100"/>
          </a:xfrm>
          <a:custGeom>
            <a:avLst/>
            <a:gdLst/>
            <a:ahLst/>
            <a:cxnLst/>
            <a:rect l="l" t="t" r="r" b="b"/>
            <a:pathLst>
              <a:path w="120000" h="120000" extrusionOk="0">
                <a:moveTo>
                  <a:pt x="0" y="0"/>
                </a:moveTo>
                <a:lnTo>
                  <a:pt x="120000" y="0"/>
                </a:lnTo>
                <a:lnTo>
                  <a:pt x="120000" y="120000"/>
                </a:lnTo>
                <a:lnTo>
                  <a:pt x="0" y="120000"/>
                </a:lnTo>
                <a:close/>
              </a:path>
            </a:pathLst>
          </a:custGeom>
        </p:spPr>
      </p:sp>
    </p:spTree>
    <p:extLst>
      <p:ext uri="{BB962C8B-B14F-4D97-AF65-F5344CB8AC3E}">
        <p14:creationId xmlns:p14="http://schemas.microsoft.com/office/powerpoint/2010/main" val="3871864217"/>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2">
          <a:extLst>
            <a:ext uri="{FF2B5EF4-FFF2-40B4-BE49-F238E27FC236}">
              <a16:creationId xmlns:a16="http://schemas.microsoft.com/office/drawing/2014/main" id="{4669EFA7-D051-5ACF-2885-1EC8353353C7}"/>
            </a:ext>
          </a:extLst>
        </p:cNvPr>
        <p:cNvGrpSpPr/>
        <p:nvPr/>
      </p:nvGrpSpPr>
      <p:grpSpPr>
        <a:xfrm>
          <a:off x="0" y="0"/>
          <a:ext cx="0" cy="0"/>
          <a:chOff x="0" y="0"/>
          <a:chExt cx="0" cy="0"/>
        </a:xfrm>
      </p:grpSpPr>
      <p:sp>
        <p:nvSpPr>
          <p:cNvPr id="243" name="Google Shape;243;p8:notes">
            <a:extLst>
              <a:ext uri="{FF2B5EF4-FFF2-40B4-BE49-F238E27FC236}">
                <a16:creationId xmlns:a16="http://schemas.microsoft.com/office/drawing/2014/main" id="{AB41EA1C-C97A-1C4B-3DFA-36C7156DBA94}"/>
              </a:ext>
            </a:extLst>
          </p:cNvPr>
          <p:cNvSpPr txBox="1">
            <a:spLocks noGrp="1"/>
          </p:cNvSpPr>
          <p:nvPr>
            <p:ph type="body" idx="1"/>
          </p:nvPr>
        </p:nvSpPr>
        <p:spPr>
          <a:xfrm>
            <a:off x="975668" y="4455180"/>
            <a:ext cx="5205090" cy="4205254"/>
          </a:xfrm>
          <a:prstGeom prst="rect">
            <a:avLst/>
          </a:prstGeom>
        </p:spPr>
        <p:txBody>
          <a:bodyPr spcFirstLastPara="1" wrap="square" lIns="98345" tIns="49160" rIns="98345" bIns="49160" anchor="t" anchorCtr="0">
            <a:noAutofit/>
          </a:bodyPr>
          <a:lstStyle/>
          <a:p>
            <a:pPr marL="0" indent="0">
              <a:spcBef>
                <a:spcPts val="365"/>
              </a:spcBef>
            </a:pPr>
            <a:endParaRPr dirty="0"/>
          </a:p>
        </p:txBody>
      </p:sp>
      <p:sp>
        <p:nvSpPr>
          <p:cNvPr id="244" name="Google Shape;244;p8:notes">
            <a:extLst>
              <a:ext uri="{FF2B5EF4-FFF2-40B4-BE49-F238E27FC236}">
                <a16:creationId xmlns:a16="http://schemas.microsoft.com/office/drawing/2014/main" id="{4205DCD2-0C01-C972-8280-1BA06DAEFD4E}"/>
              </a:ext>
            </a:extLst>
          </p:cNvPr>
          <p:cNvSpPr>
            <a:spLocks noGrp="1" noRot="1" noChangeAspect="1"/>
          </p:cNvSpPr>
          <p:nvPr>
            <p:ph type="sldImg" idx="2"/>
          </p:nvPr>
        </p:nvSpPr>
        <p:spPr>
          <a:xfrm>
            <a:off x="496888" y="741363"/>
            <a:ext cx="6164262" cy="3467100"/>
          </a:xfrm>
          <a:custGeom>
            <a:avLst/>
            <a:gdLst/>
            <a:ahLst/>
            <a:cxnLst/>
            <a:rect l="l" t="t" r="r" b="b"/>
            <a:pathLst>
              <a:path w="120000" h="120000" extrusionOk="0">
                <a:moveTo>
                  <a:pt x="0" y="0"/>
                </a:moveTo>
                <a:lnTo>
                  <a:pt x="120000" y="0"/>
                </a:lnTo>
                <a:lnTo>
                  <a:pt x="120000" y="120000"/>
                </a:lnTo>
                <a:lnTo>
                  <a:pt x="0" y="120000"/>
                </a:lnTo>
                <a:close/>
              </a:path>
            </a:pathLst>
          </a:custGeom>
        </p:spPr>
      </p:sp>
    </p:spTree>
    <p:extLst>
      <p:ext uri="{BB962C8B-B14F-4D97-AF65-F5344CB8AC3E}">
        <p14:creationId xmlns:p14="http://schemas.microsoft.com/office/powerpoint/2010/main" val="1310663069"/>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0050" name="Rectangle 7"/>
          <p:cNvSpPr>
            <a:spLocks noGrp="1" noChangeArrowheads="1"/>
          </p:cNvSpPr>
          <p:nvPr>
            <p:ph type="sldNum" sz="quarter" idx="5"/>
          </p:nvPr>
        </p:nvSpPr>
        <p:spPr>
          <a:noFill/>
        </p:spPr>
        <p:txBody>
          <a:bodyPr/>
          <a:lstStyle>
            <a:lvl1pPr defTabSz="1002849">
              <a:defRPr sz="2500">
                <a:solidFill>
                  <a:schemeClr val="tx1"/>
                </a:solidFill>
                <a:latin typeface="Times New Roman" pitchFamily="18" charset="0"/>
              </a:defRPr>
            </a:lvl1pPr>
            <a:lvl2pPr marL="770662" indent="-296408" defTabSz="1002849">
              <a:defRPr sz="2500">
                <a:solidFill>
                  <a:schemeClr val="tx1"/>
                </a:solidFill>
                <a:latin typeface="Times New Roman" pitchFamily="18" charset="0"/>
              </a:defRPr>
            </a:lvl2pPr>
            <a:lvl3pPr marL="1185634" indent="-237127" defTabSz="1002849">
              <a:defRPr sz="2500">
                <a:solidFill>
                  <a:schemeClr val="tx1"/>
                </a:solidFill>
                <a:latin typeface="Times New Roman" pitchFamily="18" charset="0"/>
              </a:defRPr>
            </a:lvl3pPr>
            <a:lvl4pPr marL="1659887" indent="-237127" defTabSz="1002849">
              <a:defRPr sz="2500">
                <a:solidFill>
                  <a:schemeClr val="tx1"/>
                </a:solidFill>
                <a:latin typeface="Times New Roman" pitchFamily="18" charset="0"/>
              </a:defRPr>
            </a:lvl4pPr>
            <a:lvl5pPr marL="2134141" indent="-237127" defTabSz="1002849">
              <a:defRPr sz="2500">
                <a:solidFill>
                  <a:schemeClr val="tx1"/>
                </a:solidFill>
                <a:latin typeface="Times New Roman" pitchFamily="18" charset="0"/>
              </a:defRPr>
            </a:lvl5pPr>
            <a:lvl6pPr marL="2608395" indent="-237127" algn="ctr" defTabSz="1002849" eaLnBrk="0" fontAlgn="base" hangingPunct="0">
              <a:spcBef>
                <a:spcPct val="0"/>
              </a:spcBef>
              <a:spcAft>
                <a:spcPct val="0"/>
              </a:spcAft>
              <a:defRPr sz="2500">
                <a:solidFill>
                  <a:schemeClr val="tx1"/>
                </a:solidFill>
                <a:latin typeface="Times New Roman" pitchFamily="18" charset="0"/>
              </a:defRPr>
            </a:lvl6pPr>
            <a:lvl7pPr marL="3082648" indent="-237127" algn="ctr" defTabSz="1002849" eaLnBrk="0" fontAlgn="base" hangingPunct="0">
              <a:spcBef>
                <a:spcPct val="0"/>
              </a:spcBef>
              <a:spcAft>
                <a:spcPct val="0"/>
              </a:spcAft>
              <a:defRPr sz="2500">
                <a:solidFill>
                  <a:schemeClr val="tx1"/>
                </a:solidFill>
                <a:latin typeface="Times New Roman" pitchFamily="18" charset="0"/>
              </a:defRPr>
            </a:lvl7pPr>
            <a:lvl8pPr marL="3556902" indent="-237127" algn="ctr" defTabSz="1002849" eaLnBrk="0" fontAlgn="base" hangingPunct="0">
              <a:spcBef>
                <a:spcPct val="0"/>
              </a:spcBef>
              <a:spcAft>
                <a:spcPct val="0"/>
              </a:spcAft>
              <a:defRPr sz="2500">
                <a:solidFill>
                  <a:schemeClr val="tx1"/>
                </a:solidFill>
                <a:latin typeface="Times New Roman" pitchFamily="18" charset="0"/>
              </a:defRPr>
            </a:lvl8pPr>
            <a:lvl9pPr marL="4031155" indent="-237127" algn="ctr" defTabSz="1002849" eaLnBrk="0" fontAlgn="base" hangingPunct="0">
              <a:spcBef>
                <a:spcPct val="0"/>
              </a:spcBef>
              <a:spcAft>
                <a:spcPct val="0"/>
              </a:spcAft>
              <a:defRPr sz="2500">
                <a:solidFill>
                  <a:schemeClr val="tx1"/>
                </a:solidFill>
                <a:latin typeface="Times New Roman" pitchFamily="18" charset="0"/>
              </a:defRPr>
            </a:lvl9pPr>
          </a:lstStyle>
          <a:p>
            <a:fld id="{DD507C3F-F69C-405F-9366-D5579A3540D9}" type="slidenum">
              <a:rPr lang="en-US" sz="1300"/>
              <a:pPr/>
              <a:t>158</a:t>
            </a:fld>
            <a:endParaRPr lang="en-US" sz="1300"/>
          </a:p>
        </p:txBody>
      </p:sp>
      <p:sp>
        <p:nvSpPr>
          <p:cNvPr id="130051" name="Rectangle 2"/>
          <p:cNvSpPr>
            <a:spLocks noGrp="1" noRot="1" noChangeAspect="1" noChangeArrowheads="1" noTextEdit="1"/>
          </p:cNvSpPr>
          <p:nvPr>
            <p:ph type="sldImg"/>
          </p:nvPr>
        </p:nvSpPr>
        <p:spPr>
          <a:ln/>
        </p:spPr>
      </p:sp>
      <p:sp>
        <p:nvSpPr>
          <p:cNvPr id="130052" name="Rectangle 3"/>
          <p:cNvSpPr>
            <a:spLocks noGrp="1" noChangeArrowheads="1"/>
          </p:cNvSpPr>
          <p:nvPr>
            <p:ph type="body" idx="1"/>
          </p:nvPr>
        </p:nvSpPr>
        <p:spPr>
          <a:noFill/>
        </p:spPr>
        <p:txBody>
          <a:bodyPr/>
          <a:lstStyle/>
          <a:p>
            <a:endParaRPr lang="en-US"/>
          </a:p>
        </p:txBody>
      </p:sp>
    </p:spTree>
    <p:extLst>
      <p:ext uri="{BB962C8B-B14F-4D97-AF65-F5344CB8AC3E}">
        <p14:creationId xmlns:p14="http://schemas.microsoft.com/office/powerpoint/2010/main" val="3943743887"/>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074" name="Rectangle 7"/>
          <p:cNvSpPr>
            <a:spLocks noGrp="1" noChangeArrowheads="1"/>
          </p:cNvSpPr>
          <p:nvPr>
            <p:ph type="sldNum" sz="quarter" idx="5"/>
          </p:nvPr>
        </p:nvSpPr>
        <p:spPr>
          <a:noFill/>
        </p:spPr>
        <p:txBody>
          <a:bodyPr/>
          <a:lstStyle>
            <a:lvl1pPr defTabSz="1002849">
              <a:defRPr sz="2500">
                <a:solidFill>
                  <a:schemeClr val="tx1"/>
                </a:solidFill>
                <a:latin typeface="Times New Roman" pitchFamily="18" charset="0"/>
              </a:defRPr>
            </a:lvl1pPr>
            <a:lvl2pPr marL="770662" indent="-296408" defTabSz="1002849">
              <a:defRPr sz="2500">
                <a:solidFill>
                  <a:schemeClr val="tx1"/>
                </a:solidFill>
                <a:latin typeface="Times New Roman" pitchFamily="18" charset="0"/>
              </a:defRPr>
            </a:lvl2pPr>
            <a:lvl3pPr marL="1185634" indent="-237127" defTabSz="1002849">
              <a:defRPr sz="2500">
                <a:solidFill>
                  <a:schemeClr val="tx1"/>
                </a:solidFill>
                <a:latin typeface="Times New Roman" pitchFamily="18" charset="0"/>
              </a:defRPr>
            </a:lvl3pPr>
            <a:lvl4pPr marL="1659887" indent="-237127" defTabSz="1002849">
              <a:defRPr sz="2500">
                <a:solidFill>
                  <a:schemeClr val="tx1"/>
                </a:solidFill>
                <a:latin typeface="Times New Roman" pitchFamily="18" charset="0"/>
              </a:defRPr>
            </a:lvl4pPr>
            <a:lvl5pPr marL="2134141" indent="-237127" defTabSz="1002849">
              <a:defRPr sz="2500">
                <a:solidFill>
                  <a:schemeClr val="tx1"/>
                </a:solidFill>
                <a:latin typeface="Times New Roman" pitchFamily="18" charset="0"/>
              </a:defRPr>
            </a:lvl5pPr>
            <a:lvl6pPr marL="2608395" indent="-237127" algn="ctr" defTabSz="1002849" eaLnBrk="0" fontAlgn="base" hangingPunct="0">
              <a:spcBef>
                <a:spcPct val="0"/>
              </a:spcBef>
              <a:spcAft>
                <a:spcPct val="0"/>
              </a:spcAft>
              <a:defRPr sz="2500">
                <a:solidFill>
                  <a:schemeClr val="tx1"/>
                </a:solidFill>
                <a:latin typeface="Times New Roman" pitchFamily="18" charset="0"/>
              </a:defRPr>
            </a:lvl6pPr>
            <a:lvl7pPr marL="3082648" indent="-237127" algn="ctr" defTabSz="1002849" eaLnBrk="0" fontAlgn="base" hangingPunct="0">
              <a:spcBef>
                <a:spcPct val="0"/>
              </a:spcBef>
              <a:spcAft>
                <a:spcPct val="0"/>
              </a:spcAft>
              <a:defRPr sz="2500">
                <a:solidFill>
                  <a:schemeClr val="tx1"/>
                </a:solidFill>
                <a:latin typeface="Times New Roman" pitchFamily="18" charset="0"/>
              </a:defRPr>
            </a:lvl7pPr>
            <a:lvl8pPr marL="3556902" indent="-237127" algn="ctr" defTabSz="1002849" eaLnBrk="0" fontAlgn="base" hangingPunct="0">
              <a:spcBef>
                <a:spcPct val="0"/>
              </a:spcBef>
              <a:spcAft>
                <a:spcPct val="0"/>
              </a:spcAft>
              <a:defRPr sz="2500">
                <a:solidFill>
                  <a:schemeClr val="tx1"/>
                </a:solidFill>
                <a:latin typeface="Times New Roman" pitchFamily="18" charset="0"/>
              </a:defRPr>
            </a:lvl8pPr>
            <a:lvl9pPr marL="4031155" indent="-237127" algn="ctr" defTabSz="1002849" eaLnBrk="0" fontAlgn="base" hangingPunct="0">
              <a:spcBef>
                <a:spcPct val="0"/>
              </a:spcBef>
              <a:spcAft>
                <a:spcPct val="0"/>
              </a:spcAft>
              <a:defRPr sz="2500">
                <a:solidFill>
                  <a:schemeClr val="tx1"/>
                </a:solidFill>
                <a:latin typeface="Times New Roman" pitchFamily="18" charset="0"/>
              </a:defRPr>
            </a:lvl9pPr>
          </a:lstStyle>
          <a:p>
            <a:fld id="{C679E3EB-6042-42CF-BC4D-9D9AE3702D52}" type="slidenum">
              <a:rPr lang="en-US" sz="1300"/>
              <a:pPr/>
              <a:t>159</a:t>
            </a:fld>
            <a:endParaRPr lang="en-US" sz="1300"/>
          </a:p>
        </p:txBody>
      </p:sp>
      <p:sp>
        <p:nvSpPr>
          <p:cNvPr id="131075" name="Rectangle 2"/>
          <p:cNvSpPr>
            <a:spLocks noGrp="1" noRot="1" noChangeAspect="1" noChangeArrowheads="1" noTextEdit="1"/>
          </p:cNvSpPr>
          <p:nvPr>
            <p:ph type="sldImg"/>
          </p:nvPr>
        </p:nvSpPr>
        <p:spPr>
          <a:ln/>
        </p:spPr>
      </p:sp>
      <p:sp>
        <p:nvSpPr>
          <p:cNvPr id="131076" name="Rectangle 3"/>
          <p:cNvSpPr>
            <a:spLocks noGrp="1" noChangeArrowheads="1"/>
          </p:cNvSpPr>
          <p:nvPr>
            <p:ph type="body" idx="1"/>
          </p:nvPr>
        </p:nvSpPr>
        <p:spPr>
          <a:noFill/>
        </p:spPr>
        <p:txBody>
          <a:bodyPr/>
          <a:lstStyle/>
          <a:p>
            <a:endParaRPr lang="en-US"/>
          </a:p>
        </p:txBody>
      </p:sp>
    </p:spTree>
    <p:extLst>
      <p:ext uri="{BB962C8B-B14F-4D97-AF65-F5344CB8AC3E}">
        <p14:creationId xmlns:p14="http://schemas.microsoft.com/office/powerpoint/2010/main" val="2621393411"/>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5170" name="Rectangle 7"/>
          <p:cNvSpPr>
            <a:spLocks noGrp="1" noChangeArrowheads="1"/>
          </p:cNvSpPr>
          <p:nvPr>
            <p:ph type="sldNum" sz="quarter" idx="5"/>
          </p:nvPr>
        </p:nvSpPr>
        <p:spPr>
          <a:noFill/>
        </p:spPr>
        <p:txBody>
          <a:bodyPr/>
          <a:lstStyle>
            <a:lvl1pPr defTabSz="1002849">
              <a:defRPr sz="2500">
                <a:solidFill>
                  <a:schemeClr val="tx1"/>
                </a:solidFill>
                <a:latin typeface="Times New Roman" pitchFamily="18" charset="0"/>
              </a:defRPr>
            </a:lvl1pPr>
            <a:lvl2pPr marL="770662" indent="-296408" defTabSz="1002849">
              <a:defRPr sz="2500">
                <a:solidFill>
                  <a:schemeClr val="tx1"/>
                </a:solidFill>
                <a:latin typeface="Times New Roman" pitchFamily="18" charset="0"/>
              </a:defRPr>
            </a:lvl2pPr>
            <a:lvl3pPr marL="1185634" indent="-237127" defTabSz="1002849">
              <a:defRPr sz="2500">
                <a:solidFill>
                  <a:schemeClr val="tx1"/>
                </a:solidFill>
                <a:latin typeface="Times New Roman" pitchFamily="18" charset="0"/>
              </a:defRPr>
            </a:lvl3pPr>
            <a:lvl4pPr marL="1659887" indent="-237127" defTabSz="1002849">
              <a:defRPr sz="2500">
                <a:solidFill>
                  <a:schemeClr val="tx1"/>
                </a:solidFill>
                <a:latin typeface="Times New Roman" pitchFamily="18" charset="0"/>
              </a:defRPr>
            </a:lvl4pPr>
            <a:lvl5pPr marL="2134141" indent="-237127" defTabSz="1002849">
              <a:defRPr sz="2500">
                <a:solidFill>
                  <a:schemeClr val="tx1"/>
                </a:solidFill>
                <a:latin typeface="Times New Roman" pitchFamily="18" charset="0"/>
              </a:defRPr>
            </a:lvl5pPr>
            <a:lvl6pPr marL="2608395" indent="-237127" algn="ctr" defTabSz="1002849" eaLnBrk="0" fontAlgn="base" hangingPunct="0">
              <a:spcBef>
                <a:spcPct val="0"/>
              </a:spcBef>
              <a:spcAft>
                <a:spcPct val="0"/>
              </a:spcAft>
              <a:defRPr sz="2500">
                <a:solidFill>
                  <a:schemeClr val="tx1"/>
                </a:solidFill>
                <a:latin typeface="Times New Roman" pitchFamily="18" charset="0"/>
              </a:defRPr>
            </a:lvl6pPr>
            <a:lvl7pPr marL="3082648" indent="-237127" algn="ctr" defTabSz="1002849" eaLnBrk="0" fontAlgn="base" hangingPunct="0">
              <a:spcBef>
                <a:spcPct val="0"/>
              </a:spcBef>
              <a:spcAft>
                <a:spcPct val="0"/>
              </a:spcAft>
              <a:defRPr sz="2500">
                <a:solidFill>
                  <a:schemeClr val="tx1"/>
                </a:solidFill>
                <a:latin typeface="Times New Roman" pitchFamily="18" charset="0"/>
              </a:defRPr>
            </a:lvl7pPr>
            <a:lvl8pPr marL="3556902" indent="-237127" algn="ctr" defTabSz="1002849" eaLnBrk="0" fontAlgn="base" hangingPunct="0">
              <a:spcBef>
                <a:spcPct val="0"/>
              </a:spcBef>
              <a:spcAft>
                <a:spcPct val="0"/>
              </a:spcAft>
              <a:defRPr sz="2500">
                <a:solidFill>
                  <a:schemeClr val="tx1"/>
                </a:solidFill>
                <a:latin typeface="Times New Roman" pitchFamily="18" charset="0"/>
              </a:defRPr>
            </a:lvl8pPr>
            <a:lvl9pPr marL="4031155" indent="-237127" algn="ctr" defTabSz="1002849" eaLnBrk="0" fontAlgn="base" hangingPunct="0">
              <a:spcBef>
                <a:spcPct val="0"/>
              </a:spcBef>
              <a:spcAft>
                <a:spcPct val="0"/>
              </a:spcAft>
              <a:defRPr sz="2500">
                <a:solidFill>
                  <a:schemeClr val="tx1"/>
                </a:solidFill>
                <a:latin typeface="Times New Roman" pitchFamily="18" charset="0"/>
              </a:defRPr>
            </a:lvl9pPr>
          </a:lstStyle>
          <a:p>
            <a:fld id="{751D7BEF-A19E-4E8B-AC91-ABE78BF383E8}" type="slidenum">
              <a:rPr lang="en-US" sz="1300"/>
              <a:pPr/>
              <a:t>160</a:t>
            </a:fld>
            <a:endParaRPr lang="en-US" sz="1300"/>
          </a:p>
        </p:txBody>
      </p:sp>
      <p:sp>
        <p:nvSpPr>
          <p:cNvPr id="135171" name="Rectangle 2"/>
          <p:cNvSpPr>
            <a:spLocks noGrp="1" noRot="1" noChangeAspect="1" noChangeArrowheads="1" noTextEdit="1"/>
          </p:cNvSpPr>
          <p:nvPr>
            <p:ph type="sldImg"/>
          </p:nvPr>
        </p:nvSpPr>
        <p:spPr>
          <a:ln/>
        </p:spPr>
      </p:sp>
      <p:sp>
        <p:nvSpPr>
          <p:cNvPr id="135172" name="Rectangle 3"/>
          <p:cNvSpPr>
            <a:spLocks noGrp="1" noChangeArrowheads="1"/>
          </p:cNvSpPr>
          <p:nvPr>
            <p:ph type="body" idx="1"/>
          </p:nvPr>
        </p:nvSpPr>
        <p:spPr>
          <a:noFill/>
        </p:spPr>
        <p:txBody>
          <a:bodyPr/>
          <a:lstStyle/>
          <a:p>
            <a:endParaRPr lang="en-US"/>
          </a:p>
        </p:txBody>
      </p:sp>
    </p:spTree>
    <p:extLst>
      <p:ext uri="{BB962C8B-B14F-4D97-AF65-F5344CB8AC3E}">
        <p14:creationId xmlns:p14="http://schemas.microsoft.com/office/powerpoint/2010/main" val="1522977877"/>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9746" name="Rectangle 7"/>
          <p:cNvSpPr txBox="1">
            <a:spLocks noGrp="1" noChangeArrowheads="1"/>
          </p:cNvSpPr>
          <p:nvPr/>
        </p:nvSpPr>
        <p:spPr bwMode="auto">
          <a:xfrm>
            <a:off x="4105275" y="9109075"/>
            <a:ext cx="3181350" cy="5095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type="none" w="lg" len="lg"/>
                <a:tailEnd type="none" w="med" len="lg"/>
              </a14:hiddenLine>
            </a:ext>
          </a:extLst>
        </p:spPr>
        <p:txBody>
          <a:bodyPr lIns="100895" tIns="50447" rIns="100895" bIns="50447" anchor="b"/>
          <a:lstStyle>
            <a:lvl1pPr defTabSz="1008063">
              <a:defRPr i="1">
                <a:solidFill>
                  <a:schemeClr val="tx1"/>
                </a:solidFill>
                <a:latin typeface="Times New Roman" panose="02020603050405020304" pitchFamily="18" charset="0"/>
              </a:defRPr>
            </a:lvl1pPr>
            <a:lvl2pPr marL="742950" indent="-285750" defTabSz="1008063">
              <a:defRPr i="1">
                <a:solidFill>
                  <a:schemeClr val="tx1"/>
                </a:solidFill>
                <a:latin typeface="Times New Roman" panose="02020603050405020304" pitchFamily="18" charset="0"/>
              </a:defRPr>
            </a:lvl2pPr>
            <a:lvl3pPr marL="1143000" indent="-228600" defTabSz="1008063">
              <a:defRPr i="1">
                <a:solidFill>
                  <a:schemeClr val="tx1"/>
                </a:solidFill>
                <a:latin typeface="Times New Roman" panose="02020603050405020304" pitchFamily="18" charset="0"/>
              </a:defRPr>
            </a:lvl3pPr>
            <a:lvl4pPr marL="1600200" indent="-228600" defTabSz="1008063">
              <a:defRPr i="1">
                <a:solidFill>
                  <a:schemeClr val="tx1"/>
                </a:solidFill>
                <a:latin typeface="Times New Roman" panose="02020603050405020304" pitchFamily="18" charset="0"/>
              </a:defRPr>
            </a:lvl4pPr>
            <a:lvl5pPr marL="2057400" indent="-228600" defTabSz="1008063">
              <a:defRPr i="1">
                <a:solidFill>
                  <a:schemeClr val="tx1"/>
                </a:solidFill>
                <a:latin typeface="Times New Roman" panose="02020603050405020304" pitchFamily="18" charset="0"/>
              </a:defRPr>
            </a:lvl5pPr>
            <a:lvl6pPr marL="2514600" indent="-228600" algn="ctr" defTabSz="1008063"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defTabSz="1008063"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defTabSz="1008063"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defTabSz="1008063" eaLnBrk="0" fontAlgn="base" hangingPunct="0">
              <a:spcBef>
                <a:spcPct val="0"/>
              </a:spcBef>
              <a:spcAft>
                <a:spcPct val="0"/>
              </a:spcAft>
              <a:defRPr i="1">
                <a:solidFill>
                  <a:schemeClr val="tx1"/>
                </a:solidFill>
                <a:latin typeface="Times New Roman" panose="02020603050405020304" pitchFamily="18" charset="0"/>
              </a:defRPr>
            </a:lvl9pPr>
          </a:lstStyle>
          <a:p>
            <a:pPr algn="r"/>
            <a:fld id="{E1C16763-B5E7-4EFB-870A-C24EA85742DF}" type="slidenum">
              <a:rPr lang="en-US" altLang="en-US" sz="1400" i="0"/>
              <a:pPr algn="r"/>
              <a:t>162</a:t>
            </a:fld>
            <a:endParaRPr lang="en-US" altLang="en-US" sz="1400" i="0"/>
          </a:p>
        </p:txBody>
      </p:sp>
      <p:sp>
        <p:nvSpPr>
          <p:cNvPr id="159747" name="Rectangle 2"/>
          <p:cNvSpPr>
            <a:spLocks noGrp="1" noRot="1" noChangeAspect="1" noChangeArrowheads="1" noTextEdit="1"/>
          </p:cNvSpPr>
          <p:nvPr>
            <p:ph type="sldImg"/>
          </p:nvPr>
        </p:nvSpPr>
        <p:spPr>
          <a:xfrm>
            <a:off x="458788" y="720725"/>
            <a:ext cx="6400800" cy="3600450"/>
          </a:xfrm>
          <a:ln/>
        </p:spPr>
      </p:sp>
      <p:sp>
        <p:nvSpPr>
          <p:cNvPr id="159748" name="Rectangle 3"/>
          <p:cNvSpPr>
            <a:spLocks noGrp="1" noChangeArrowheads="1"/>
          </p:cNvSpPr>
          <p:nvPr>
            <p:ph type="body" idx="1"/>
          </p:nvPr>
        </p:nvSpPr>
        <p:spPr>
          <a:xfrm>
            <a:off x="974726" y="4560889"/>
            <a:ext cx="5365750" cy="4319587"/>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type="none" w="lg" len="lg"/>
                <a:tailEnd type="none" w="med" len="lg"/>
              </a14:hiddenLine>
            </a:ext>
          </a:extLst>
        </p:spPr>
        <p:txBody>
          <a:bodyPr/>
          <a:lstStyle/>
          <a:p>
            <a:endParaRPr lang="en-US" altLang="en-US"/>
          </a:p>
        </p:txBody>
      </p:sp>
    </p:spTree>
    <p:extLst>
      <p:ext uri="{BB962C8B-B14F-4D97-AF65-F5344CB8AC3E}">
        <p14:creationId xmlns:p14="http://schemas.microsoft.com/office/powerpoint/2010/main" val="3719130133"/>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0770" name="Rectangle 7"/>
          <p:cNvSpPr>
            <a:spLocks noGrp="1" noChangeArrowheads="1"/>
          </p:cNvSpPr>
          <p:nvPr>
            <p:ph type="sldNum" sz="quarter" idx="5"/>
          </p:nvPr>
        </p:nvSpPr>
        <p:spPr>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type="none" w="lg" len="lg"/>
                <a:tailEnd type="none" w="med" len="lg"/>
              </a14:hiddenLine>
            </a:ext>
          </a:extLst>
        </p:spPr>
        <p:txBody>
          <a:bodyPr/>
          <a:lstStyle>
            <a:lvl1pPr defTabSz="1007916">
              <a:defRPr i="1">
                <a:solidFill>
                  <a:schemeClr val="tx1"/>
                </a:solidFill>
                <a:latin typeface="Times New Roman" panose="02020603050405020304" pitchFamily="18" charset="0"/>
              </a:defRPr>
            </a:lvl1pPr>
            <a:lvl2pPr marL="742841" indent="-285708" defTabSz="1007916">
              <a:defRPr i="1">
                <a:solidFill>
                  <a:schemeClr val="tx1"/>
                </a:solidFill>
                <a:latin typeface="Times New Roman" panose="02020603050405020304" pitchFamily="18" charset="0"/>
              </a:defRPr>
            </a:lvl2pPr>
            <a:lvl3pPr marL="1142833" indent="-228567" defTabSz="1007916">
              <a:defRPr i="1">
                <a:solidFill>
                  <a:schemeClr val="tx1"/>
                </a:solidFill>
                <a:latin typeface="Times New Roman" panose="02020603050405020304" pitchFamily="18" charset="0"/>
              </a:defRPr>
            </a:lvl3pPr>
            <a:lvl4pPr marL="1599965" indent="-228567" defTabSz="1007916">
              <a:defRPr i="1">
                <a:solidFill>
                  <a:schemeClr val="tx1"/>
                </a:solidFill>
                <a:latin typeface="Times New Roman" panose="02020603050405020304" pitchFamily="18" charset="0"/>
              </a:defRPr>
            </a:lvl4pPr>
            <a:lvl5pPr marL="2057099" indent="-228567" defTabSz="1007916">
              <a:defRPr i="1">
                <a:solidFill>
                  <a:schemeClr val="tx1"/>
                </a:solidFill>
                <a:latin typeface="Times New Roman" panose="02020603050405020304" pitchFamily="18" charset="0"/>
              </a:defRPr>
            </a:lvl5pPr>
            <a:lvl6pPr marL="2514232" indent="-228567" algn="ctr" defTabSz="1007916" eaLnBrk="0" fontAlgn="base" hangingPunct="0">
              <a:spcBef>
                <a:spcPct val="0"/>
              </a:spcBef>
              <a:spcAft>
                <a:spcPct val="0"/>
              </a:spcAft>
              <a:defRPr i="1">
                <a:solidFill>
                  <a:schemeClr val="tx1"/>
                </a:solidFill>
                <a:latin typeface="Times New Roman" panose="02020603050405020304" pitchFamily="18" charset="0"/>
              </a:defRPr>
            </a:lvl6pPr>
            <a:lvl7pPr marL="2971364" indent="-228567" algn="ctr" defTabSz="1007916" eaLnBrk="0" fontAlgn="base" hangingPunct="0">
              <a:spcBef>
                <a:spcPct val="0"/>
              </a:spcBef>
              <a:spcAft>
                <a:spcPct val="0"/>
              </a:spcAft>
              <a:defRPr i="1">
                <a:solidFill>
                  <a:schemeClr val="tx1"/>
                </a:solidFill>
                <a:latin typeface="Times New Roman" panose="02020603050405020304" pitchFamily="18" charset="0"/>
              </a:defRPr>
            </a:lvl7pPr>
            <a:lvl8pPr marL="3428498" indent="-228567" algn="ctr" defTabSz="1007916" eaLnBrk="0" fontAlgn="base" hangingPunct="0">
              <a:spcBef>
                <a:spcPct val="0"/>
              </a:spcBef>
              <a:spcAft>
                <a:spcPct val="0"/>
              </a:spcAft>
              <a:defRPr i="1">
                <a:solidFill>
                  <a:schemeClr val="tx1"/>
                </a:solidFill>
                <a:latin typeface="Times New Roman" panose="02020603050405020304" pitchFamily="18" charset="0"/>
              </a:defRPr>
            </a:lvl8pPr>
            <a:lvl9pPr marL="3885630" indent="-228567" algn="ctr" defTabSz="1007916" eaLnBrk="0" fontAlgn="base" hangingPunct="0">
              <a:spcBef>
                <a:spcPct val="0"/>
              </a:spcBef>
              <a:spcAft>
                <a:spcPct val="0"/>
              </a:spcAft>
              <a:defRPr i="1">
                <a:solidFill>
                  <a:schemeClr val="tx1"/>
                </a:solidFill>
                <a:latin typeface="Times New Roman" panose="02020603050405020304" pitchFamily="18" charset="0"/>
              </a:defRPr>
            </a:lvl9pPr>
          </a:lstStyle>
          <a:p>
            <a:fld id="{1515AA36-524F-4DE9-8A3B-83E253630EBC}" type="slidenum">
              <a:rPr lang="en-US" altLang="en-US" i="0"/>
              <a:pPr/>
              <a:t>163</a:t>
            </a:fld>
            <a:endParaRPr lang="en-US" altLang="en-US" i="0"/>
          </a:p>
        </p:txBody>
      </p:sp>
      <p:sp>
        <p:nvSpPr>
          <p:cNvPr id="160771" name="Rectangle 2"/>
          <p:cNvSpPr>
            <a:spLocks noGrp="1" noRot="1" noChangeAspect="1" noChangeArrowheads="1" noTextEdit="1"/>
          </p:cNvSpPr>
          <p:nvPr>
            <p:ph type="sldImg"/>
          </p:nvPr>
        </p:nvSpPr>
        <p:spPr>
          <a:xfrm>
            <a:off x="458788" y="720725"/>
            <a:ext cx="6400800" cy="3600450"/>
          </a:xfrm>
          <a:ln/>
        </p:spPr>
      </p:sp>
      <p:sp>
        <p:nvSpPr>
          <p:cNvPr id="160772" name="Rectangle 3"/>
          <p:cNvSpPr>
            <a:spLocks noGrp="1" noChangeArrowheads="1"/>
          </p:cNvSpPr>
          <p:nvPr>
            <p:ph type="body" idx="1"/>
          </p:nvPr>
        </p:nvSpPr>
        <p:spPr>
          <a:xfrm>
            <a:off x="731839" y="4560889"/>
            <a:ext cx="5851525" cy="4319587"/>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type="none" w="lg" len="lg"/>
                <a:tailEnd type="none" w="med" len="lg"/>
              </a14:hiddenLine>
            </a:ext>
          </a:extLst>
        </p:spPr>
        <p:txBody>
          <a:bodyPr/>
          <a:lstStyle/>
          <a:p>
            <a:r>
              <a:rPr lang="en-US" altLang="en-US"/>
              <a:t>bloodnetworkdemands</a:t>
            </a:r>
          </a:p>
        </p:txBody>
      </p:sp>
    </p:spTree>
    <p:extLst>
      <p:ext uri="{BB962C8B-B14F-4D97-AF65-F5344CB8AC3E}">
        <p14:creationId xmlns:p14="http://schemas.microsoft.com/office/powerpoint/2010/main" val="2101014253"/>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1794" name="Rectangle 7"/>
          <p:cNvSpPr>
            <a:spLocks noGrp="1" noChangeArrowheads="1"/>
          </p:cNvSpPr>
          <p:nvPr>
            <p:ph type="sldNum" sz="quarter" idx="5"/>
          </p:nvPr>
        </p:nvSpPr>
        <p:spPr>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type="none" w="lg" len="lg"/>
                <a:tailEnd type="none" w="med" len="lg"/>
              </a14:hiddenLine>
            </a:ext>
          </a:extLst>
        </p:spPr>
        <p:txBody>
          <a:bodyPr/>
          <a:lstStyle>
            <a:lvl1pPr defTabSz="1007916">
              <a:defRPr i="1">
                <a:solidFill>
                  <a:schemeClr val="tx1"/>
                </a:solidFill>
                <a:latin typeface="Times New Roman" panose="02020603050405020304" pitchFamily="18" charset="0"/>
              </a:defRPr>
            </a:lvl1pPr>
            <a:lvl2pPr marL="742841" indent="-285708" defTabSz="1007916">
              <a:defRPr i="1">
                <a:solidFill>
                  <a:schemeClr val="tx1"/>
                </a:solidFill>
                <a:latin typeface="Times New Roman" panose="02020603050405020304" pitchFamily="18" charset="0"/>
              </a:defRPr>
            </a:lvl2pPr>
            <a:lvl3pPr marL="1142833" indent="-228567" defTabSz="1007916">
              <a:defRPr i="1">
                <a:solidFill>
                  <a:schemeClr val="tx1"/>
                </a:solidFill>
                <a:latin typeface="Times New Roman" panose="02020603050405020304" pitchFamily="18" charset="0"/>
              </a:defRPr>
            </a:lvl3pPr>
            <a:lvl4pPr marL="1599965" indent="-228567" defTabSz="1007916">
              <a:defRPr i="1">
                <a:solidFill>
                  <a:schemeClr val="tx1"/>
                </a:solidFill>
                <a:latin typeface="Times New Roman" panose="02020603050405020304" pitchFamily="18" charset="0"/>
              </a:defRPr>
            </a:lvl4pPr>
            <a:lvl5pPr marL="2057099" indent="-228567" defTabSz="1007916">
              <a:defRPr i="1">
                <a:solidFill>
                  <a:schemeClr val="tx1"/>
                </a:solidFill>
                <a:latin typeface="Times New Roman" panose="02020603050405020304" pitchFamily="18" charset="0"/>
              </a:defRPr>
            </a:lvl5pPr>
            <a:lvl6pPr marL="2514232" indent="-228567" algn="ctr" defTabSz="1007916" eaLnBrk="0" fontAlgn="base" hangingPunct="0">
              <a:spcBef>
                <a:spcPct val="0"/>
              </a:spcBef>
              <a:spcAft>
                <a:spcPct val="0"/>
              </a:spcAft>
              <a:defRPr i="1">
                <a:solidFill>
                  <a:schemeClr val="tx1"/>
                </a:solidFill>
                <a:latin typeface="Times New Roman" panose="02020603050405020304" pitchFamily="18" charset="0"/>
              </a:defRPr>
            </a:lvl6pPr>
            <a:lvl7pPr marL="2971364" indent="-228567" algn="ctr" defTabSz="1007916" eaLnBrk="0" fontAlgn="base" hangingPunct="0">
              <a:spcBef>
                <a:spcPct val="0"/>
              </a:spcBef>
              <a:spcAft>
                <a:spcPct val="0"/>
              </a:spcAft>
              <a:defRPr i="1">
                <a:solidFill>
                  <a:schemeClr val="tx1"/>
                </a:solidFill>
                <a:latin typeface="Times New Roman" panose="02020603050405020304" pitchFamily="18" charset="0"/>
              </a:defRPr>
            </a:lvl7pPr>
            <a:lvl8pPr marL="3428498" indent="-228567" algn="ctr" defTabSz="1007916" eaLnBrk="0" fontAlgn="base" hangingPunct="0">
              <a:spcBef>
                <a:spcPct val="0"/>
              </a:spcBef>
              <a:spcAft>
                <a:spcPct val="0"/>
              </a:spcAft>
              <a:defRPr i="1">
                <a:solidFill>
                  <a:schemeClr val="tx1"/>
                </a:solidFill>
                <a:latin typeface="Times New Roman" panose="02020603050405020304" pitchFamily="18" charset="0"/>
              </a:defRPr>
            </a:lvl8pPr>
            <a:lvl9pPr marL="3885630" indent="-228567" algn="ctr" defTabSz="1007916" eaLnBrk="0" fontAlgn="base" hangingPunct="0">
              <a:spcBef>
                <a:spcPct val="0"/>
              </a:spcBef>
              <a:spcAft>
                <a:spcPct val="0"/>
              </a:spcAft>
              <a:defRPr i="1">
                <a:solidFill>
                  <a:schemeClr val="tx1"/>
                </a:solidFill>
                <a:latin typeface="Times New Roman" panose="02020603050405020304" pitchFamily="18" charset="0"/>
              </a:defRPr>
            </a:lvl9pPr>
          </a:lstStyle>
          <a:p>
            <a:fld id="{8E6FEEAA-C06D-4B64-BAB4-5F52C20887D3}" type="slidenum">
              <a:rPr lang="en-US" altLang="en-US" i="0"/>
              <a:pPr/>
              <a:t>164</a:t>
            </a:fld>
            <a:endParaRPr lang="en-US" altLang="en-US" i="0"/>
          </a:p>
        </p:txBody>
      </p:sp>
      <p:sp>
        <p:nvSpPr>
          <p:cNvPr id="161795" name="Rectangle 2"/>
          <p:cNvSpPr>
            <a:spLocks noGrp="1" noRot="1" noChangeAspect="1" noChangeArrowheads="1" noTextEdit="1"/>
          </p:cNvSpPr>
          <p:nvPr>
            <p:ph type="sldImg"/>
          </p:nvPr>
        </p:nvSpPr>
        <p:spPr>
          <a:xfrm>
            <a:off x="458788" y="720725"/>
            <a:ext cx="6400800" cy="3600450"/>
          </a:xfrm>
          <a:ln/>
        </p:spPr>
      </p:sp>
      <p:sp>
        <p:nvSpPr>
          <p:cNvPr id="161796" name="Rectangle 3"/>
          <p:cNvSpPr>
            <a:spLocks noGrp="1" noChangeArrowheads="1"/>
          </p:cNvSpPr>
          <p:nvPr>
            <p:ph type="body" idx="1"/>
          </p:nvPr>
        </p:nvSpPr>
        <p:spPr>
          <a:xfrm>
            <a:off x="731839" y="4560889"/>
            <a:ext cx="5851525" cy="4319587"/>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type="none" w="lg" len="lg"/>
                <a:tailEnd type="none" w="med" len="lg"/>
              </a14:hiddenLine>
            </a:ext>
          </a:extLst>
        </p:spPr>
        <p:txBody>
          <a:bodyPr/>
          <a:lstStyle/>
          <a:p>
            <a:r>
              <a:rPr lang="en-US" altLang="en-US"/>
              <a:t>bloodnetworkhold</a:t>
            </a:r>
          </a:p>
        </p:txBody>
      </p:sp>
    </p:spTree>
    <p:extLst>
      <p:ext uri="{BB962C8B-B14F-4D97-AF65-F5344CB8AC3E}">
        <p14:creationId xmlns:p14="http://schemas.microsoft.com/office/powerpoint/2010/main" val="3138311443"/>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8" name="Rectangle 7"/>
          <p:cNvSpPr>
            <a:spLocks noGrp="1" noChangeArrowheads="1"/>
          </p:cNvSpPr>
          <p:nvPr>
            <p:ph type="sldNum" sz="quarter" idx="5"/>
          </p:nvPr>
        </p:nvSpPr>
        <p:spPr>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type="none" w="lg" len="lg"/>
                <a:tailEnd type="none" w="med" len="lg"/>
              </a14:hiddenLine>
            </a:ext>
          </a:extLst>
        </p:spPr>
        <p:txBody>
          <a:bodyPr/>
          <a:lstStyle>
            <a:lvl1pPr defTabSz="1007916">
              <a:defRPr i="1">
                <a:solidFill>
                  <a:schemeClr val="tx1"/>
                </a:solidFill>
                <a:latin typeface="Times New Roman" panose="02020603050405020304" pitchFamily="18" charset="0"/>
              </a:defRPr>
            </a:lvl1pPr>
            <a:lvl2pPr marL="742841" indent="-285708" defTabSz="1007916">
              <a:defRPr i="1">
                <a:solidFill>
                  <a:schemeClr val="tx1"/>
                </a:solidFill>
                <a:latin typeface="Times New Roman" panose="02020603050405020304" pitchFamily="18" charset="0"/>
              </a:defRPr>
            </a:lvl2pPr>
            <a:lvl3pPr marL="1142833" indent="-228567" defTabSz="1007916">
              <a:defRPr i="1">
                <a:solidFill>
                  <a:schemeClr val="tx1"/>
                </a:solidFill>
                <a:latin typeface="Times New Roman" panose="02020603050405020304" pitchFamily="18" charset="0"/>
              </a:defRPr>
            </a:lvl3pPr>
            <a:lvl4pPr marL="1599965" indent="-228567" defTabSz="1007916">
              <a:defRPr i="1">
                <a:solidFill>
                  <a:schemeClr val="tx1"/>
                </a:solidFill>
                <a:latin typeface="Times New Roman" panose="02020603050405020304" pitchFamily="18" charset="0"/>
              </a:defRPr>
            </a:lvl4pPr>
            <a:lvl5pPr marL="2057099" indent="-228567" defTabSz="1007916">
              <a:defRPr i="1">
                <a:solidFill>
                  <a:schemeClr val="tx1"/>
                </a:solidFill>
                <a:latin typeface="Times New Roman" panose="02020603050405020304" pitchFamily="18" charset="0"/>
              </a:defRPr>
            </a:lvl5pPr>
            <a:lvl6pPr marL="2514232" indent="-228567" algn="ctr" defTabSz="1007916" eaLnBrk="0" fontAlgn="base" hangingPunct="0">
              <a:spcBef>
                <a:spcPct val="0"/>
              </a:spcBef>
              <a:spcAft>
                <a:spcPct val="0"/>
              </a:spcAft>
              <a:defRPr i="1">
                <a:solidFill>
                  <a:schemeClr val="tx1"/>
                </a:solidFill>
                <a:latin typeface="Times New Roman" panose="02020603050405020304" pitchFamily="18" charset="0"/>
              </a:defRPr>
            </a:lvl6pPr>
            <a:lvl7pPr marL="2971364" indent="-228567" algn="ctr" defTabSz="1007916" eaLnBrk="0" fontAlgn="base" hangingPunct="0">
              <a:spcBef>
                <a:spcPct val="0"/>
              </a:spcBef>
              <a:spcAft>
                <a:spcPct val="0"/>
              </a:spcAft>
              <a:defRPr i="1">
                <a:solidFill>
                  <a:schemeClr val="tx1"/>
                </a:solidFill>
                <a:latin typeface="Times New Roman" panose="02020603050405020304" pitchFamily="18" charset="0"/>
              </a:defRPr>
            </a:lvl7pPr>
            <a:lvl8pPr marL="3428498" indent="-228567" algn="ctr" defTabSz="1007916" eaLnBrk="0" fontAlgn="base" hangingPunct="0">
              <a:spcBef>
                <a:spcPct val="0"/>
              </a:spcBef>
              <a:spcAft>
                <a:spcPct val="0"/>
              </a:spcAft>
              <a:defRPr i="1">
                <a:solidFill>
                  <a:schemeClr val="tx1"/>
                </a:solidFill>
                <a:latin typeface="Times New Roman" panose="02020603050405020304" pitchFamily="18" charset="0"/>
              </a:defRPr>
            </a:lvl8pPr>
            <a:lvl9pPr marL="3885630" indent="-228567" algn="ctr" defTabSz="1007916" eaLnBrk="0" fontAlgn="base" hangingPunct="0">
              <a:spcBef>
                <a:spcPct val="0"/>
              </a:spcBef>
              <a:spcAft>
                <a:spcPct val="0"/>
              </a:spcAft>
              <a:defRPr i="1">
                <a:solidFill>
                  <a:schemeClr val="tx1"/>
                </a:solidFill>
                <a:latin typeface="Times New Roman" panose="02020603050405020304" pitchFamily="18" charset="0"/>
              </a:defRPr>
            </a:lvl9pPr>
          </a:lstStyle>
          <a:p>
            <a:fld id="{61CCE59F-5744-466F-92BA-5EC6DA10F171}" type="slidenum">
              <a:rPr lang="en-US" altLang="en-US" i="0"/>
              <a:pPr/>
              <a:t>165</a:t>
            </a:fld>
            <a:endParaRPr lang="en-US" altLang="en-US" i="0"/>
          </a:p>
        </p:txBody>
      </p:sp>
      <p:sp>
        <p:nvSpPr>
          <p:cNvPr id="162819" name="Rectangle 2"/>
          <p:cNvSpPr>
            <a:spLocks noGrp="1" noRot="1" noChangeAspect="1" noChangeArrowheads="1" noTextEdit="1"/>
          </p:cNvSpPr>
          <p:nvPr>
            <p:ph type="sldImg"/>
          </p:nvPr>
        </p:nvSpPr>
        <p:spPr>
          <a:xfrm>
            <a:off x="458788" y="720725"/>
            <a:ext cx="6400800" cy="3600450"/>
          </a:xfrm>
          <a:ln/>
        </p:spPr>
      </p:sp>
      <p:sp>
        <p:nvSpPr>
          <p:cNvPr id="162820" name="Rectangle 3"/>
          <p:cNvSpPr>
            <a:spLocks noGrp="1" noChangeArrowheads="1"/>
          </p:cNvSpPr>
          <p:nvPr>
            <p:ph type="body" idx="1"/>
          </p:nvPr>
        </p:nvSpPr>
        <p:spPr>
          <a:xfrm>
            <a:off x="731839" y="4560889"/>
            <a:ext cx="5851525" cy="4319587"/>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type="none" w="lg" len="lg"/>
                <a:tailEnd type="none" w="med" len="lg"/>
              </a14:hiddenLine>
            </a:ext>
          </a:extLst>
        </p:spPr>
        <p:txBody>
          <a:bodyPr/>
          <a:lstStyle/>
          <a:p>
            <a:r>
              <a:rPr lang="en-US" altLang="en-US"/>
              <a:t>bloodadpnetwork</a:t>
            </a:r>
          </a:p>
        </p:txBody>
      </p:sp>
    </p:spTree>
    <p:extLst>
      <p:ext uri="{BB962C8B-B14F-4D97-AF65-F5344CB8AC3E}">
        <p14:creationId xmlns:p14="http://schemas.microsoft.com/office/powerpoint/2010/main" val="3683546242"/>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42" name="Rectangle 7"/>
          <p:cNvSpPr>
            <a:spLocks noGrp="1" noChangeArrowheads="1"/>
          </p:cNvSpPr>
          <p:nvPr>
            <p:ph type="sldNum" sz="quarter" idx="5"/>
          </p:nvPr>
        </p:nvSpPr>
        <p:spPr>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type="none" w="lg" len="lg"/>
                <a:tailEnd type="none" w="med" len="lg"/>
              </a14:hiddenLine>
            </a:ext>
          </a:extLst>
        </p:spPr>
        <p:txBody>
          <a:bodyPr/>
          <a:lstStyle>
            <a:lvl1pPr defTabSz="1007916">
              <a:defRPr i="1">
                <a:solidFill>
                  <a:schemeClr val="tx1"/>
                </a:solidFill>
                <a:latin typeface="Times New Roman" panose="02020603050405020304" pitchFamily="18" charset="0"/>
              </a:defRPr>
            </a:lvl1pPr>
            <a:lvl2pPr marL="742841" indent="-285708" defTabSz="1007916">
              <a:defRPr i="1">
                <a:solidFill>
                  <a:schemeClr val="tx1"/>
                </a:solidFill>
                <a:latin typeface="Times New Roman" panose="02020603050405020304" pitchFamily="18" charset="0"/>
              </a:defRPr>
            </a:lvl2pPr>
            <a:lvl3pPr marL="1142833" indent="-228567" defTabSz="1007916">
              <a:defRPr i="1">
                <a:solidFill>
                  <a:schemeClr val="tx1"/>
                </a:solidFill>
                <a:latin typeface="Times New Roman" panose="02020603050405020304" pitchFamily="18" charset="0"/>
              </a:defRPr>
            </a:lvl3pPr>
            <a:lvl4pPr marL="1599965" indent="-228567" defTabSz="1007916">
              <a:defRPr i="1">
                <a:solidFill>
                  <a:schemeClr val="tx1"/>
                </a:solidFill>
                <a:latin typeface="Times New Roman" panose="02020603050405020304" pitchFamily="18" charset="0"/>
              </a:defRPr>
            </a:lvl4pPr>
            <a:lvl5pPr marL="2057099" indent="-228567" defTabSz="1007916">
              <a:defRPr i="1">
                <a:solidFill>
                  <a:schemeClr val="tx1"/>
                </a:solidFill>
                <a:latin typeface="Times New Roman" panose="02020603050405020304" pitchFamily="18" charset="0"/>
              </a:defRPr>
            </a:lvl5pPr>
            <a:lvl6pPr marL="2514232" indent="-228567" algn="ctr" defTabSz="1007916" eaLnBrk="0" fontAlgn="base" hangingPunct="0">
              <a:spcBef>
                <a:spcPct val="0"/>
              </a:spcBef>
              <a:spcAft>
                <a:spcPct val="0"/>
              </a:spcAft>
              <a:defRPr i="1">
                <a:solidFill>
                  <a:schemeClr val="tx1"/>
                </a:solidFill>
                <a:latin typeface="Times New Roman" panose="02020603050405020304" pitchFamily="18" charset="0"/>
              </a:defRPr>
            </a:lvl6pPr>
            <a:lvl7pPr marL="2971364" indent="-228567" algn="ctr" defTabSz="1007916" eaLnBrk="0" fontAlgn="base" hangingPunct="0">
              <a:spcBef>
                <a:spcPct val="0"/>
              </a:spcBef>
              <a:spcAft>
                <a:spcPct val="0"/>
              </a:spcAft>
              <a:defRPr i="1">
                <a:solidFill>
                  <a:schemeClr val="tx1"/>
                </a:solidFill>
                <a:latin typeface="Times New Roman" panose="02020603050405020304" pitchFamily="18" charset="0"/>
              </a:defRPr>
            </a:lvl7pPr>
            <a:lvl8pPr marL="3428498" indent="-228567" algn="ctr" defTabSz="1007916" eaLnBrk="0" fontAlgn="base" hangingPunct="0">
              <a:spcBef>
                <a:spcPct val="0"/>
              </a:spcBef>
              <a:spcAft>
                <a:spcPct val="0"/>
              </a:spcAft>
              <a:defRPr i="1">
                <a:solidFill>
                  <a:schemeClr val="tx1"/>
                </a:solidFill>
                <a:latin typeface="Times New Roman" panose="02020603050405020304" pitchFamily="18" charset="0"/>
              </a:defRPr>
            </a:lvl8pPr>
            <a:lvl9pPr marL="3885630" indent="-228567" algn="ctr" defTabSz="1007916" eaLnBrk="0" fontAlgn="base" hangingPunct="0">
              <a:spcBef>
                <a:spcPct val="0"/>
              </a:spcBef>
              <a:spcAft>
                <a:spcPct val="0"/>
              </a:spcAft>
              <a:defRPr i="1">
                <a:solidFill>
                  <a:schemeClr val="tx1"/>
                </a:solidFill>
                <a:latin typeface="Times New Roman" panose="02020603050405020304" pitchFamily="18" charset="0"/>
              </a:defRPr>
            </a:lvl9pPr>
          </a:lstStyle>
          <a:p>
            <a:fld id="{B5F8A6D7-793F-4D5D-AB26-F2353CAC0EAF}" type="slidenum">
              <a:rPr lang="en-US" altLang="en-US" i="0"/>
              <a:pPr/>
              <a:t>166</a:t>
            </a:fld>
            <a:endParaRPr lang="en-US" altLang="en-US" i="0"/>
          </a:p>
        </p:txBody>
      </p:sp>
      <p:sp>
        <p:nvSpPr>
          <p:cNvPr id="163843" name="Rectangle 2"/>
          <p:cNvSpPr>
            <a:spLocks noGrp="1" noRot="1" noChangeAspect="1" noChangeArrowheads="1" noTextEdit="1"/>
          </p:cNvSpPr>
          <p:nvPr>
            <p:ph type="sldImg"/>
          </p:nvPr>
        </p:nvSpPr>
        <p:spPr>
          <a:xfrm>
            <a:off x="458788" y="720725"/>
            <a:ext cx="6400800" cy="3600450"/>
          </a:xfrm>
          <a:ln/>
        </p:spPr>
      </p:sp>
      <p:sp>
        <p:nvSpPr>
          <p:cNvPr id="163844" name="Rectangle 3"/>
          <p:cNvSpPr>
            <a:spLocks noGrp="1" noChangeArrowheads="1"/>
          </p:cNvSpPr>
          <p:nvPr>
            <p:ph type="body" idx="1"/>
          </p:nvPr>
        </p:nvSpPr>
        <p:spPr>
          <a:xfrm>
            <a:off x="731839" y="4560889"/>
            <a:ext cx="5851525" cy="4319587"/>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type="none" w="lg" len="lg"/>
                <a:tailEnd type="none" w="med" len="lg"/>
              </a14:hiddenLine>
            </a:ext>
          </a:extLst>
        </p:spPr>
        <p:txBody>
          <a:bodyPr/>
          <a:lstStyle/>
          <a:p>
            <a:r>
              <a:rPr lang="en-US" altLang="en-US"/>
              <a:t>bloodadpnetwork</a:t>
            </a:r>
          </a:p>
        </p:txBody>
      </p:sp>
    </p:spTree>
    <p:extLst>
      <p:ext uri="{BB962C8B-B14F-4D97-AF65-F5344CB8AC3E}">
        <p14:creationId xmlns:p14="http://schemas.microsoft.com/office/powerpoint/2010/main" val="2059013964"/>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4866" name="Rectangle 7"/>
          <p:cNvSpPr>
            <a:spLocks noGrp="1" noChangeArrowheads="1"/>
          </p:cNvSpPr>
          <p:nvPr>
            <p:ph type="sldNum" sz="quarter" idx="5"/>
          </p:nvPr>
        </p:nvSpPr>
        <p:spPr>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type="none" w="lg" len="lg"/>
                <a:tailEnd type="none" w="med" len="lg"/>
              </a14:hiddenLine>
            </a:ext>
          </a:extLst>
        </p:spPr>
        <p:txBody>
          <a:bodyPr/>
          <a:lstStyle>
            <a:lvl1pPr defTabSz="1007916">
              <a:defRPr i="1">
                <a:solidFill>
                  <a:schemeClr val="tx1"/>
                </a:solidFill>
                <a:latin typeface="Times New Roman" panose="02020603050405020304" pitchFamily="18" charset="0"/>
              </a:defRPr>
            </a:lvl1pPr>
            <a:lvl2pPr marL="742841" indent="-285708" defTabSz="1007916">
              <a:defRPr i="1">
                <a:solidFill>
                  <a:schemeClr val="tx1"/>
                </a:solidFill>
                <a:latin typeface="Times New Roman" panose="02020603050405020304" pitchFamily="18" charset="0"/>
              </a:defRPr>
            </a:lvl2pPr>
            <a:lvl3pPr marL="1142833" indent="-228567" defTabSz="1007916">
              <a:defRPr i="1">
                <a:solidFill>
                  <a:schemeClr val="tx1"/>
                </a:solidFill>
                <a:latin typeface="Times New Roman" panose="02020603050405020304" pitchFamily="18" charset="0"/>
              </a:defRPr>
            </a:lvl3pPr>
            <a:lvl4pPr marL="1599965" indent="-228567" defTabSz="1007916">
              <a:defRPr i="1">
                <a:solidFill>
                  <a:schemeClr val="tx1"/>
                </a:solidFill>
                <a:latin typeface="Times New Roman" panose="02020603050405020304" pitchFamily="18" charset="0"/>
              </a:defRPr>
            </a:lvl4pPr>
            <a:lvl5pPr marL="2057099" indent="-228567" defTabSz="1007916">
              <a:defRPr i="1">
                <a:solidFill>
                  <a:schemeClr val="tx1"/>
                </a:solidFill>
                <a:latin typeface="Times New Roman" panose="02020603050405020304" pitchFamily="18" charset="0"/>
              </a:defRPr>
            </a:lvl5pPr>
            <a:lvl6pPr marL="2514232" indent="-228567" algn="ctr" defTabSz="1007916" eaLnBrk="0" fontAlgn="base" hangingPunct="0">
              <a:spcBef>
                <a:spcPct val="0"/>
              </a:spcBef>
              <a:spcAft>
                <a:spcPct val="0"/>
              </a:spcAft>
              <a:defRPr i="1">
                <a:solidFill>
                  <a:schemeClr val="tx1"/>
                </a:solidFill>
                <a:latin typeface="Times New Roman" panose="02020603050405020304" pitchFamily="18" charset="0"/>
              </a:defRPr>
            </a:lvl6pPr>
            <a:lvl7pPr marL="2971364" indent="-228567" algn="ctr" defTabSz="1007916" eaLnBrk="0" fontAlgn="base" hangingPunct="0">
              <a:spcBef>
                <a:spcPct val="0"/>
              </a:spcBef>
              <a:spcAft>
                <a:spcPct val="0"/>
              </a:spcAft>
              <a:defRPr i="1">
                <a:solidFill>
                  <a:schemeClr val="tx1"/>
                </a:solidFill>
                <a:latin typeface="Times New Roman" panose="02020603050405020304" pitchFamily="18" charset="0"/>
              </a:defRPr>
            </a:lvl7pPr>
            <a:lvl8pPr marL="3428498" indent="-228567" algn="ctr" defTabSz="1007916" eaLnBrk="0" fontAlgn="base" hangingPunct="0">
              <a:spcBef>
                <a:spcPct val="0"/>
              </a:spcBef>
              <a:spcAft>
                <a:spcPct val="0"/>
              </a:spcAft>
              <a:defRPr i="1">
                <a:solidFill>
                  <a:schemeClr val="tx1"/>
                </a:solidFill>
                <a:latin typeface="Times New Roman" panose="02020603050405020304" pitchFamily="18" charset="0"/>
              </a:defRPr>
            </a:lvl8pPr>
            <a:lvl9pPr marL="3885630" indent="-228567" algn="ctr" defTabSz="1007916" eaLnBrk="0" fontAlgn="base" hangingPunct="0">
              <a:spcBef>
                <a:spcPct val="0"/>
              </a:spcBef>
              <a:spcAft>
                <a:spcPct val="0"/>
              </a:spcAft>
              <a:defRPr i="1">
                <a:solidFill>
                  <a:schemeClr val="tx1"/>
                </a:solidFill>
                <a:latin typeface="Times New Roman" panose="02020603050405020304" pitchFamily="18" charset="0"/>
              </a:defRPr>
            </a:lvl9pPr>
          </a:lstStyle>
          <a:p>
            <a:fld id="{4344E03E-0E4A-4ADF-873F-049859D9C5CD}" type="slidenum">
              <a:rPr lang="en-US" altLang="en-US" i="0"/>
              <a:pPr/>
              <a:t>167</a:t>
            </a:fld>
            <a:endParaRPr lang="en-US" altLang="en-US" i="0"/>
          </a:p>
        </p:txBody>
      </p:sp>
      <p:sp>
        <p:nvSpPr>
          <p:cNvPr id="164867" name="Rectangle 2"/>
          <p:cNvSpPr>
            <a:spLocks noGrp="1" noRot="1" noChangeAspect="1" noChangeArrowheads="1" noTextEdit="1"/>
          </p:cNvSpPr>
          <p:nvPr>
            <p:ph type="sldImg"/>
          </p:nvPr>
        </p:nvSpPr>
        <p:spPr>
          <a:xfrm>
            <a:off x="458788" y="720725"/>
            <a:ext cx="6400800" cy="3600450"/>
          </a:xfrm>
          <a:ln/>
        </p:spPr>
      </p:sp>
      <p:sp>
        <p:nvSpPr>
          <p:cNvPr id="164868" name="Rectangle 3"/>
          <p:cNvSpPr>
            <a:spLocks noGrp="1" noChangeArrowheads="1"/>
          </p:cNvSpPr>
          <p:nvPr>
            <p:ph type="body" idx="1"/>
          </p:nvPr>
        </p:nvSpPr>
        <p:spPr>
          <a:xfrm>
            <a:off x="731839" y="4560889"/>
            <a:ext cx="5851525" cy="4319587"/>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type="none" w="lg" len="lg"/>
                <a:tailEnd type="none" w="med" len="lg"/>
              </a14:hiddenLine>
            </a:ext>
          </a:extLst>
        </p:spPr>
        <p:txBody>
          <a:bodyPr/>
          <a:lstStyle/>
          <a:p>
            <a:r>
              <a:rPr lang="en-US" altLang="en-US"/>
              <a:t>bloodadpnetwork</a:t>
            </a:r>
          </a:p>
        </p:txBody>
      </p:sp>
    </p:spTree>
    <p:extLst>
      <p:ext uri="{BB962C8B-B14F-4D97-AF65-F5344CB8AC3E}">
        <p14:creationId xmlns:p14="http://schemas.microsoft.com/office/powerpoint/2010/main" val="1438579669"/>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5890" name="Rectangle 7"/>
          <p:cNvSpPr>
            <a:spLocks noGrp="1" noChangeArrowheads="1"/>
          </p:cNvSpPr>
          <p:nvPr>
            <p:ph type="sldNum" sz="quarter" idx="5"/>
          </p:nvPr>
        </p:nvSpPr>
        <p:spPr>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type="none" w="lg" len="lg"/>
                <a:tailEnd type="none" w="med" len="lg"/>
              </a14:hiddenLine>
            </a:ext>
          </a:extLst>
        </p:spPr>
        <p:txBody>
          <a:bodyPr/>
          <a:lstStyle>
            <a:lvl1pPr defTabSz="1007916">
              <a:defRPr i="1">
                <a:solidFill>
                  <a:schemeClr val="tx1"/>
                </a:solidFill>
                <a:latin typeface="Times New Roman" panose="02020603050405020304" pitchFamily="18" charset="0"/>
              </a:defRPr>
            </a:lvl1pPr>
            <a:lvl2pPr marL="742841" indent="-285708" defTabSz="1007916">
              <a:defRPr i="1">
                <a:solidFill>
                  <a:schemeClr val="tx1"/>
                </a:solidFill>
                <a:latin typeface="Times New Roman" panose="02020603050405020304" pitchFamily="18" charset="0"/>
              </a:defRPr>
            </a:lvl2pPr>
            <a:lvl3pPr marL="1142833" indent="-228567" defTabSz="1007916">
              <a:defRPr i="1">
                <a:solidFill>
                  <a:schemeClr val="tx1"/>
                </a:solidFill>
                <a:latin typeface="Times New Roman" panose="02020603050405020304" pitchFamily="18" charset="0"/>
              </a:defRPr>
            </a:lvl3pPr>
            <a:lvl4pPr marL="1599965" indent="-228567" defTabSz="1007916">
              <a:defRPr i="1">
                <a:solidFill>
                  <a:schemeClr val="tx1"/>
                </a:solidFill>
                <a:latin typeface="Times New Roman" panose="02020603050405020304" pitchFamily="18" charset="0"/>
              </a:defRPr>
            </a:lvl4pPr>
            <a:lvl5pPr marL="2057099" indent="-228567" defTabSz="1007916">
              <a:defRPr i="1">
                <a:solidFill>
                  <a:schemeClr val="tx1"/>
                </a:solidFill>
                <a:latin typeface="Times New Roman" panose="02020603050405020304" pitchFamily="18" charset="0"/>
              </a:defRPr>
            </a:lvl5pPr>
            <a:lvl6pPr marL="2514232" indent="-228567" algn="ctr" defTabSz="1007916" eaLnBrk="0" fontAlgn="base" hangingPunct="0">
              <a:spcBef>
                <a:spcPct val="0"/>
              </a:spcBef>
              <a:spcAft>
                <a:spcPct val="0"/>
              </a:spcAft>
              <a:defRPr i="1">
                <a:solidFill>
                  <a:schemeClr val="tx1"/>
                </a:solidFill>
                <a:latin typeface="Times New Roman" panose="02020603050405020304" pitchFamily="18" charset="0"/>
              </a:defRPr>
            </a:lvl6pPr>
            <a:lvl7pPr marL="2971364" indent="-228567" algn="ctr" defTabSz="1007916" eaLnBrk="0" fontAlgn="base" hangingPunct="0">
              <a:spcBef>
                <a:spcPct val="0"/>
              </a:spcBef>
              <a:spcAft>
                <a:spcPct val="0"/>
              </a:spcAft>
              <a:defRPr i="1">
                <a:solidFill>
                  <a:schemeClr val="tx1"/>
                </a:solidFill>
                <a:latin typeface="Times New Roman" panose="02020603050405020304" pitchFamily="18" charset="0"/>
              </a:defRPr>
            </a:lvl7pPr>
            <a:lvl8pPr marL="3428498" indent="-228567" algn="ctr" defTabSz="1007916" eaLnBrk="0" fontAlgn="base" hangingPunct="0">
              <a:spcBef>
                <a:spcPct val="0"/>
              </a:spcBef>
              <a:spcAft>
                <a:spcPct val="0"/>
              </a:spcAft>
              <a:defRPr i="1">
                <a:solidFill>
                  <a:schemeClr val="tx1"/>
                </a:solidFill>
                <a:latin typeface="Times New Roman" panose="02020603050405020304" pitchFamily="18" charset="0"/>
              </a:defRPr>
            </a:lvl8pPr>
            <a:lvl9pPr marL="3885630" indent="-228567" algn="ctr" defTabSz="1007916" eaLnBrk="0" fontAlgn="base" hangingPunct="0">
              <a:spcBef>
                <a:spcPct val="0"/>
              </a:spcBef>
              <a:spcAft>
                <a:spcPct val="0"/>
              </a:spcAft>
              <a:defRPr i="1">
                <a:solidFill>
                  <a:schemeClr val="tx1"/>
                </a:solidFill>
                <a:latin typeface="Times New Roman" panose="02020603050405020304" pitchFamily="18" charset="0"/>
              </a:defRPr>
            </a:lvl9pPr>
          </a:lstStyle>
          <a:p>
            <a:fld id="{2E3EE96B-6B92-41A7-8CFC-DAE26DF54F96}" type="slidenum">
              <a:rPr lang="en-US" altLang="en-US" i="0"/>
              <a:pPr/>
              <a:t>168</a:t>
            </a:fld>
            <a:endParaRPr lang="en-US" altLang="en-US" i="0"/>
          </a:p>
        </p:txBody>
      </p:sp>
      <p:sp>
        <p:nvSpPr>
          <p:cNvPr id="165891" name="Rectangle 2"/>
          <p:cNvSpPr>
            <a:spLocks noGrp="1" noRot="1" noChangeAspect="1" noChangeArrowheads="1" noTextEdit="1"/>
          </p:cNvSpPr>
          <p:nvPr>
            <p:ph type="sldImg"/>
          </p:nvPr>
        </p:nvSpPr>
        <p:spPr>
          <a:xfrm>
            <a:off x="458788" y="720725"/>
            <a:ext cx="6400800" cy="3600450"/>
          </a:xfrm>
          <a:ln/>
        </p:spPr>
      </p:sp>
      <p:sp>
        <p:nvSpPr>
          <p:cNvPr id="165892" name="Rectangle 3"/>
          <p:cNvSpPr>
            <a:spLocks noGrp="1" noChangeArrowheads="1"/>
          </p:cNvSpPr>
          <p:nvPr>
            <p:ph type="body" idx="1"/>
          </p:nvPr>
        </p:nvSpPr>
        <p:spPr>
          <a:xfrm>
            <a:off x="974726" y="4560889"/>
            <a:ext cx="5365750" cy="4319587"/>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type="none" w="lg" len="lg"/>
                <a:tailEnd type="none" w="med" len="lg"/>
              </a14:hiddenLine>
            </a:ext>
          </a:extLst>
        </p:spPr>
        <p:txBody>
          <a:bodyPr/>
          <a:lstStyle/>
          <a:p>
            <a:endParaRPr lang="en-US" altLang="en-US"/>
          </a:p>
        </p:txBody>
      </p:sp>
    </p:spTree>
    <p:extLst>
      <p:ext uri="{BB962C8B-B14F-4D97-AF65-F5344CB8AC3E}">
        <p14:creationId xmlns:p14="http://schemas.microsoft.com/office/powerpoint/2010/main" val="949183018"/>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6914" name="Rectangle 7"/>
          <p:cNvSpPr>
            <a:spLocks noGrp="1" noChangeArrowheads="1"/>
          </p:cNvSpPr>
          <p:nvPr>
            <p:ph type="sldNum" sz="quarter" idx="5"/>
          </p:nvPr>
        </p:nvSpPr>
        <p:spPr>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type="none" w="lg" len="lg"/>
                <a:tailEnd type="none" w="med" len="lg"/>
              </a14:hiddenLine>
            </a:ext>
          </a:extLst>
        </p:spPr>
        <p:txBody>
          <a:bodyPr/>
          <a:lstStyle>
            <a:lvl1pPr defTabSz="1007916">
              <a:defRPr i="1">
                <a:solidFill>
                  <a:schemeClr val="tx1"/>
                </a:solidFill>
                <a:latin typeface="Times New Roman" panose="02020603050405020304" pitchFamily="18" charset="0"/>
              </a:defRPr>
            </a:lvl1pPr>
            <a:lvl2pPr marL="742841" indent="-285708" defTabSz="1007916">
              <a:defRPr i="1">
                <a:solidFill>
                  <a:schemeClr val="tx1"/>
                </a:solidFill>
                <a:latin typeface="Times New Roman" panose="02020603050405020304" pitchFamily="18" charset="0"/>
              </a:defRPr>
            </a:lvl2pPr>
            <a:lvl3pPr marL="1142833" indent="-228567" defTabSz="1007916">
              <a:defRPr i="1">
                <a:solidFill>
                  <a:schemeClr val="tx1"/>
                </a:solidFill>
                <a:latin typeface="Times New Roman" panose="02020603050405020304" pitchFamily="18" charset="0"/>
              </a:defRPr>
            </a:lvl3pPr>
            <a:lvl4pPr marL="1599965" indent="-228567" defTabSz="1007916">
              <a:defRPr i="1">
                <a:solidFill>
                  <a:schemeClr val="tx1"/>
                </a:solidFill>
                <a:latin typeface="Times New Roman" panose="02020603050405020304" pitchFamily="18" charset="0"/>
              </a:defRPr>
            </a:lvl4pPr>
            <a:lvl5pPr marL="2057099" indent="-228567" defTabSz="1007916">
              <a:defRPr i="1">
                <a:solidFill>
                  <a:schemeClr val="tx1"/>
                </a:solidFill>
                <a:latin typeface="Times New Roman" panose="02020603050405020304" pitchFamily="18" charset="0"/>
              </a:defRPr>
            </a:lvl5pPr>
            <a:lvl6pPr marL="2514232" indent="-228567" algn="ctr" defTabSz="1007916" eaLnBrk="0" fontAlgn="base" hangingPunct="0">
              <a:spcBef>
                <a:spcPct val="0"/>
              </a:spcBef>
              <a:spcAft>
                <a:spcPct val="0"/>
              </a:spcAft>
              <a:defRPr i="1">
                <a:solidFill>
                  <a:schemeClr val="tx1"/>
                </a:solidFill>
                <a:latin typeface="Times New Roman" panose="02020603050405020304" pitchFamily="18" charset="0"/>
              </a:defRPr>
            </a:lvl6pPr>
            <a:lvl7pPr marL="2971364" indent="-228567" algn="ctr" defTabSz="1007916" eaLnBrk="0" fontAlgn="base" hangingPunct="0">
              <a:spcBef>
                <a:spcPct val="0"/>
              </a:spcBef>
              <a:spcAft>
                <a:spcPct val="0"/>
              </a:spcAft>
              <a:defRPr i="1">
                <a:solidFill>
                  <a:schemeClr val="tx1"/>
                </a:solidFill>
                <a:latin typeface="Times New Roman" panose="02020603050405020304" pitchFamily="18" charset="0"/>
              </a:defRPr>
            </a:lvl7pPr>
            <a:lvl8pPr marL="3428498" indent="-228567" algn="ctr" defTabSz="1007916" eaLnBrk="0" fontAlgn="base" hangingPunct="0">
              <a:spcBef>
                <a:spcPct val="0"/>
              </a:spcBef>
              <a:spcAft>
                <a:spcPct val="0"/>
              </a:spcAft>
              <a:defRPr i="1">
                <a:solidFill>
                  <a:schemeClr val="tx1"/>
                </a:solidFill>
                <a:latin typeface="Times New Roman" panose="02020603050405020304" pitchFamily="18" charset="0"/>
              </a:defRPr>
            </a:lvl8pPr>
            <a:lvl9pPr marL="3885630" indent="-228567" algn="ctr" defTabSz="1007916" eaLnBrk="0" fontAlgn="base" hangingPunct="0">
              <a:spcBef>
                <a:spcPct val="0"/>
              </a:spcBef>
              <a:spcAft>
                <a:spcPct val="0"/>
              </a:spcAft>
              <a:defRPr i="1">
                <a:solidFill>
                  <a:schemeClr val="tx1"/>
                </a:solidFill>
                <a:latin typeface="Times New Roman" panose="02020603050405020304" pitchFamily="18" charset="0"/>
              </a:defRPr>
            </a:lvl9pPr>
          </a:lstStyle>
          <a:p>
            <a:fld id="{E0E250EA-3EBB-4576-8173-EBAC1A0D8F0B}" type="slidenum">
              <a:rPr lang="en-US" altLang="en-US" i="0"/>
              <a:pPr/>
              <a:t>169</a:t>
            </a:fld>
            <a:endParaRPr lang="en-US" altLang="en-US" i="0"/>
          </a:p>
        </p:txBody>
      </p:sp>
      <p:sp>
        <p:nvSpPr>
          <p:cNvPr id="166915" name="Rectangle 2"/>
          <p:cNvSpPr>
            <a:spLocks noGrp="1" noRot="1" noChangeAspect="1" noChangeArrowheads="1" noTextEdit="1"/>
          </p:cNvSpPr>
          <p:nvPr>
            <p:ph type="sldImg"/>
          </p:nvPr>
        </p:nvSpPr>
        <p:spPr>
          <a:xfrm>
            <a:off x="458788" y="720725"/>
            <a:ext cx="6400800" cy="3600450"/>
          </a:xfrm>
          <a:ln/>
        </p:spPr>
      </p:sp>
      <p:sp>
        <p:nvSpPr>
          <p:cNvPr id="166916" name="Rectangle 3"/>
          <p:cNvSpPr>
            <a:spLocks noGrp="1" noChangeArrowheads="1"/>
          </p:cNvSpPr>
          <p:nvPr>
            <p:ph type="body" idx="1"/>
          </p:nvPr>
        </p:nvSpPr>
        <p:spPr>
          <a:xfrm>
            <a:off x="974726" y="4560889"/>
            <a:ext cx="5365750" cy="4319587"/>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type="none" w="lg" len="lg"/>
                <a:tailEnd type="none" w="med" len="lg"/>
              </a14:hiddenLine>
            </a:ext>
          </a:extLst>
        </p:spPr>
        <p:txBody>
          <a:bodyPr/>
          <a:lstStyle/>
          <a:p>
            <a:endParaRPr lang="en-US" altLang="en-US"/>
          </a:p>
        </p:txBody>
      </p:sp>
    </p:spTree>
    <p:extLst>
      <p:ext uri="{BB962C8B-B14F-4D97-AF65-F5344CB8AC3E}">
        <p14:creationId xmlns:p14="http://schemas.microsoft.com/office/powerpoint/2010/main" val="3366131238"/>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7938" name="Rectangle 7"/>
          <p:cNvSpPr>
            <a:spLocks noGrp="1" noChangeArrowheads="1"/>
          </p:cNvSpPr>
          <p:nvPr>
            <p:ph type="sldNum" sz="quarter" idx="5"/>
          </p:nvPr>
        </p:nvSpPr>
        <p:spPr>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type="none" w="lg" len="lg"/>
                <a:tailEnd type="none" w="med" len="lg"/>
              </a14:hiddenLine>
            </a:ext>
          </a:extLst>
        </p:spPr>
        <p:txBody>
          <a:bodyPr/>
          <a:lstStyle>
            <a:lvl1pPr defTabSz="1007916">
              <a:defRPr i="1">
                <a:solidFill>
                  <a:schemeClr val="tx1"/>
                </a:solidFill>
                <a:latin typeface="Times New Roman" panose="02020603050405020304" pitchFamily="18" charset="0"/>
              </a:defRPr>
            </a:lvl1pPr>
            <a:lvl2pPr marL="742841" indent="-285708" defTabSz="1007916">
              <a:defRPr i="1">
                <a:solidFill>
                  <a:schemeClr val="tx1"/>
                </a:solidFill>
                <a:latin typeface="Times New Roman" panose="02020603050405020304" pitchFamily="18" charset="0"/>
              </a:defRPr>
            </a:lvl2pPr>
            <a:lvl3pPr marL="1142833" indent="-228567" defTabSz="1007916">
              <a:defRPr i="1">
                <a:solidFill>
                  <a:schemeClr val="tx1"/>
                </a:solidFill>
                <a:latin typeface="Times New Roman" panose="02020603050405020304" pitchFamily="18" charset="0"/>
              </a:defRPr>
            </a:lvl3pPr>
            <a:lvl4pPr marL="1599965" indent="-228567" defTabSz="1007916">
              <a:defRPr i="1">
                <a:solidFill>
                  <a:schemeClr val="tx1"/>
                </a:solidFill>
                <a:latin typeface="Times New Roman" panose="02020603050405020304" pitchFamily="18" charset="0"/>
              </a:defRPr>
            </a:lvl4pPr>
            <a:lvl5pPr marL="2057099" indent="-228567" defTabSz="1007916">
              <a:defRPr i="1">
                <a:solidFill>
                  <a:schemeClr val="tx1"/>
                </a:solidFill>
                <a:latin typeface="Times New Roman" panose="02020603050405020304" pitchFamily="18" charset="0"/>
              </a:defRPr>
            </a:lvl5pPr>
            <a:lvl6pPr marL="2514232" indent="-228567" algn="ctr" defTabSz="1007916" eaLnBrk="0" fontAlgn="base" hangingPunct="0">
              <a:spcBef>
                <a:spcPct val="0"/>
              </a:spcBef>
              <a:spcAft>
                <a:spcPct val="0"/>
              </a:spcAft>
              <a:defRPr i="1">
                <a:solidFill>
                  <a:schemeClr val="tx1"/>
                </a:solidFill>
                <a:latin typeface="Times New Roman" panose="02020603050405020304" pitchFamily="18" charset="0"/>
              </a:defRPr>
            </a:lvl6pPr>
            <a:lvl7pPr marL="2971364" indent="-228567" algn="ctr" defTabSz="1007916" eaLnBrk="0" fontAlgn="base" hangingPunct="0">
              <a:spcBef>
                <a:spcPct val="0"/>
              </a:spcBef>
              <a:spcAft>
                <a:spcPct val="0"/>
              </a:spcAft>
              <a:defRPr i="1">
                <a:solidFill>
                  <a:schemeClr val="tx1"/>
                </a:solidFill>
                <a:latin typeface="Times New Roman" panose="02020603050405020304" pitchFamily="18" charset="0"/>
              </a:defRPr>
            </a:lvl7pPr>
            <a:lvl8pPr marL="3428498" indent="-228567" algn="ctr" defTabSz="1007916" eaLnBrk="0" fontAlgn="base" hangingPunct="0">
              <a:spcBef>
                <a:spcPct val="0"/>
              </a:spcBef>
              <a:spcAft>
                <a:spcPct val="0"/>
              </a:spcAft>
              <a:defRPr i="1">
                <a:solidFill>
                  <a:schemeClr val="tx1"/>
                </a:solidFill>
                <a:latin typeface="Times New Roman" panose="02020603050405020304" pitchFamily="18" charset="0"/>
              </a:defRPr>
            </a:lvl8pPr>
            <a:lvl9pPr marL="3885630" indent="-228567" algn="ctr" defTabSz="1007916" eaLnBrk="0" fontAlgn="base" hangingPunct="0">
              <a:spcBef>
                <a:spcPct val="0"/>
              </a:spcBef>
              <a:spcAft>
                <a:spcPct val="0"/>
              </a:spcAft>
              <a:defRPr i="1">
                <a:solidFill>
                  <a:schemeClr val="tx1"/>
                </a:solidFill>
                <a:latin typeface="Times New Roman" panose="02020603050405020304" pitchFamily="18" charset="0"/>
              </a:defRPr>
            </a:lvl9pPr>
          </a:lstStyle>
          <a:p>
            <a:fld id="{A9760188-4C09-45D9-9775-33E844A98D89}" type="slidenum">
              <a:rPr lang="en-US" altLang="en-US" i="0"/>
              <a:pPr/>
              <a:t>170</a:t>
            </a:fld>
            <a:endParaRPr lang="en-US" altLang="en-US" i="0"/>
          </a:p>
        </p:txBody>
      </p:sp>
      <p:sp>
        <p:nvSpPr>
          <p:cNvPr id="167939" name="Rectangle 2"/>
          <p:cNvSpPr>
            <a:spLocks noGrp="1" noRot="1" noChangeAspect="1" noChangeArrowheads="1" noTextEdit="1"/>
          </p:cNvSpPr>
          <p:nvPr>
            <p:ph type="sldImg"/>
          </p:nvPr>
        </p:nvSpPr>
        <p:spPr>
          <a:xfrm>
            <a:off x="458788" y="720725"/>
            <a:ext cx="6400800" cy="3600450"/>
          </a:xfrm>
          <a:ln/>
        </p:spPr>
      </p:sp>
      <p:sp>
        <p:nvSpPr>
          <p:cNvPr id="167940" name="Rectangle 3"/>
          <p:cNvSpPr>
            <a:spLocks noGrp="1" noChangeArrowheads="1"/>
          </p:cNvSpPr>
          <p:nvPr>
            <p:ph type="body" idx="1"/>
          </p:nvPr>
        </p:nvSpPr>
        <p:spPr>
          <a:xfrm>
            <a:off x="974726" y="4560889"/>
            <a:ext cx="5365750" cy="4319587"/>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type="none" w="lg" len="lg"/>
                <a:tailEnd type="none" w="med" len="lg"/>
              </a14:hiddenLine>
            </a:ext>
          </a:extLst>
        </p:spPr>
        <p:txBody>
          <a:bodyPr/>
          <a:lstStyle/>
          <a:p>
            <a:endParaRPr lang="en-US" altLang="en-US"/>
          </a:p>
        </p:txBody>
      </p:sp>
    </p:spTree>
    <p:extLst>
      <p:ext uri="{BB962C8B-B14F-4D97-AF65-F5344CB8AC3E}">
        <p14:creationId xmlns:p14="http://schemas.microsoft.com/office/powerpoint/2010/main" val="1279671227"/>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8962" name="Rectangle 7"/>
          <p:cNvSpPr>
            <a:spLocks noGrp="1" noChangeArrowheads="1"/>
          </p:cNvSpPr>
          <p:nvPr>
            <p:ph type="sldNum" sz="quarter" idx="5"/>
          </p:nvPr>
        </p:nvSpPr>
        <p:spPr>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type="none" w="lg" len="lg"/>
                <a:tailEnd type="none" w="med" len="lg"/>
              </a14:hiddenLine>
            </a:ext>
          </a:extLst>
        </p:spPr>
        <p:txBody>
          <a:bodyPr/>
          <a:lstStyle>
            <a:lvl1pPr defTabSz="1007916">
              <a:defRPr i="1">
                <a:solidFill>
                  <a:schemeClr val="tx1"/>
                </a:solidFill>
                <a:latin typeface="Times New Roman" panose="02020603050405020304" pitchFamily="18" charset="0"/>
              </a:defRPr>
            </a:lvl1pPr>
            <a:lvl2pPr marL="742841" indent="-285708" defTabSz="1007916">
              <a:defRPr i="1">
                <a:solidFill>
                  <a:schemeClr val="tx1"/>
                </a:solidFill>
                <a:latin typeface="Times New Roman" panose="02020603050405020304" pitchFamily="18" charset="0"/>
              </a:defRPr>
            </a:lvl2pPr>
            <a:lvl3pPr marL="1142833" indent="-228567" defTabSz="1007916">
              <a:defRPr i="1">
                <a:solidFill>
                  <a:schemeClr val="tx1"/>
                </a:solidFill>
                <a:latin typeface="Times New Roman" panose="02020603050405020304" pitchFamily="18" charset="0"/>
              </a:defRPr>
            </a:lvl3pPr>
            <a:lvl4pPr marL="1599965" indent="-228567" defTabSz="1007916">
              <a:defRPr i="1">
                <a:solidFill>
                  <a:schemeClr val="tx1"/>
                </a:solidFill>
                <a:latin typeface="Times New Roman" panose="02020603050405020304" pitchFamily="18" charset="0"/>
              </a:defRPr>
            </a:lvl4pPr>
            <a:lvl5pPr marL="2057099" indent="-228567" defTabSz="1007916">
              <a:defRPr i="1">
                <a:solidFill>
                  <a:schemeClr val="tx1"/>
                </a:solidFill>
                <a:latin typeface="Times New Roman" panose="02020603050405020304" pitchFamily="18" charset="0"/>
              </a:defRPr>
            </a:lvl5pPr>
            <a:lvl6pPr marL="2514232" indent="-228567" algn="ctr" defTabSz="1007916" eaLnBrk="0" fontAlgn="base" hangingPunct="0">
              <a:spcBef>
                <a:spcPct val="0"/>
              </a:spcBef>
              <a:spcAft>
                <a:spcPct val="0"/>
              </a:spcAft>
              <a:defRPr i="1">
                <a:solidFill>
                  <a:schemeClr val="tx1"/>
                </a:solidFill>
                <a:latin typeface="Times New Roman" panose="02020603050405020304" pitchFamily="18" charset="0"/>
              </a:defRPr>
            </a:lvl6pPr>
            <a:lvl7pPr marL="2971364" indent="-228567" algn="ctr" defTabSz="1007916" eaLnBrk="0" fontAlgn="base" hangingPunct="0">
              <a:spcBef>
                <a:spcPct val="0"/>
              </a:spcBef>
              <a:spcAft>
                <a:spcPct val="0"/>
              </a:spcAft>
              <a:defRPr i="1">
                <a:solidFill>
                  <a:schemeClr val="tx1"/>
                </a:solidFill>
                <a:latin typeface="Times New Roman" panose="02020603050405020304" pitchFamily="18" charset="0"/>
              </a:defRPr>
            </a:lvl7pPr>
            <a:lvl8pPr marL="3428498" indent="-228567" algn="ctr" defTabSz="1007916" eaLnBrk="0" fontAlgn="base" hangingPunct="0">
              <a:spcBef>
                <a:spcPct val="0"/>
              </a:spcBef>
              <a:spcAft>
                <a:spcPct val="0"/>
              </a:spcAft>
              <a:defRPr i="1">
                <a:solidFill>
                  <a:schemeClr val="tx1"/>
                </a:solidFill>
                <a:latin typeface="Times New Roman" panose="02020603050405020304" pitchFamily="18" charset="0"/>
              </a:defRPr>
            </a:lvl8pPr>
            <a:lvl9pPr marL="3885630" indent="-228567" algn="ctr" defTabSz="1007916" eaLnBrk="0" fontAlgn="base" hangingPunct="0">
              <a:spcBef>
                <a:spcPct val="0"/>
              </a:spcBef>
              <a:spcAft>
                <a:spcPct val="0"/>
              </a:spcAft>
              <a:defRPr i="1">
                <a:solidFill>
                  <a:schemeClr val="tx1"/>
                </a:solidFill>
                <a:latin typeface="Times New Roman" panose="02020603050405020304" pitchFamily="18" charset="0"/>
              </a:defRPr>
            </a:lvl9pPr>
          </a:lstStyle>
          <a:p>
            <a:fld id="{098E5AB0-DCD5-4747-84ED-39512EEE9EC9}" type="slidenum">
              <a:rPr lang="en-US" altLang="en-US" i="0"/>
              <a:pPr/>
              <a:t>171</a:t>
            </a:fld>
            <a:endParaRPr lang="en-US" altLang="en-US" i="0"/>
          </a:p>
        </p:txBody>
      </p:sp>
      <p:sp>
        <p:nvSpPr>
          <p:cNvPr id="168963" name="Rectangle 2"/>
          <p:cNvSpPr>
            <a:spLocks noGrp="1" noRot="1" noChangeAspect="1" noChangeArrowheads="1" noTextEdit="1"/>
          </p:cNvSpPr>
          <p:nvPr>
            <p:ph type="sldImg"/>
          </p:nvPr>
        </p:nvSpPr>
        <p:spPr>
          <a:xfrm>
            <a:off x="458788" y="720725"/>
            <a:ext cx="6400800" cy="3600450"/>
          </a:xfrm>
          <a:ln/>
        </p:spPr>
      </p:sp>
      <p:sp>
        <p:nvSpPr>
          <p:cNvPr id="168964" name="Rectangle 3"/>
          <p:cNvSpPr>
            <a:spLocks noGrp="1" noChangeArrowheads="1"/>
          </p:cNvSpPr>
          <p:nvPr>
            <p:ph type="body" idx="1"/>
          </p:nvPr>
        </p:nvSpPr>
        <p:spPr>
          <a:xfrm>
            <a:off x="974726" y="4560889"/>
            <a:ext cx="5365750" cy="4319587"/>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type="none" w="lg" len="lg"/>
                <a:tailEnd type="none" w="med" len="lg"/>
              </a14:hiddenLine>
            </a:ext>
          </a:extLst>
        </p:spPr>
        <p:txBody>
          <a:bodyPr/>
          <a:lstStyle/>
          <a:p>
            <a:endParaRPr lang="en-US" altLang="en-US"/>
          </a:p>
        </p:txBody>
      </p:sp>
    </p:spTree>
    <p:extLst>
      <p:ext uri="{BB962C8B-B14F-4D97-AF65-F5344CB8AC3E}">
        <p14:creationId xmlns:p14="http://schemas.microsoft.com/office/powerpoint/2010/main" val="728209137"/>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8962" name="Rectangle 7"/>
          <p:cNvSpPr>
            <a:spLocks noGrp="1" noChangeArrowheads="1"/>
          </p:cNvSpPr>
          <p:nvPr>
            <p:ph type="sldNum" sz="quarter" idx="5"/>
          </p:nvPr>
        </p:nvSpPr>
        <p:spPr>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type="none" w="lg" len="lg"/>
                <a:tailEnd type="none" w="med" len="lg"/>
              </a14:hiddenLine>
            </a:ext>
          </a:extLst>
        </p:spPr>
        <p:txBody>
          <a:bodyPr/>
          <a:lstStyle>
            <a:lvl1pPr defTabSz="1007916">
              <a:defRPr i="1">
                <a:solidFill>
                  <a:schemeClr val="tx1"/>
                </a:solidFill>
                <a:latin typeface="Times New Roman" panose="02020603050405020304" pitchFamily="18" charset="0"/>
              </a:defRPr>
            </a:lvl1pPr>
            <a:lvl2pPr marL="742841" indent="-285708" defTabSz="1007916">
              <a:defRPr i="1">
                <a:solidFill>
                  <a:schemeClr val="tx1"/>
                </a:solidFill>
                <a:latin typeface="Times New Roman" panose="02020603050405020304" pitchFamily="18" charset="0"/>
              </a:defRPr>
            </a:lvl2pPr>
            <a:lvl3pPr marL="1142833" indent="-228567" defTabSz="1007916">
              <a:defRPr i="1">
                <a:solidFill>
                  <a:schemeClr val="tx1"/>
                </a:solidFill>
                <a:latin typeface="Times New Roman" panose="02020603050405020304" pitchFamily="18" charset="0"/>
              </a:defRPr>
            </a:lvl3pPr>
            <a:lvl4pPr marL="1599965" indent="-228567" defTabSz="1007916">
              <a:defRPr i="1">
                <a:solidFill>
                  <a:schemeClr val="tx1"/>
                </a:solidFill>
                <a:latin typeface="Times New Roman" panose="02020603050405020304" pitchFamily="18" charset="0"/>
              </a:defRPr>
            </a:lvl4pPr>
            <a:lvl5pPr marL="2057099" indent="-228567" defTabSz="1007916">
              <a:defRPr i="1">
                <a:solidFill>
                  <a:schemeClr val="tx1"/>
                </a:solidFill>
                <a:latin typeface="Times New Roman" panose="02020603050405020304" pitchFamily="18" charset="0"/>
              </a:defRPr>
            </a:lvl5pPr>
            <a:lvl6pPr marL="2514232" indent="-228567" algn="ctr" defTabSz="1007916" eaLnBrk="0" fontAlgn="base" hangingPunct="0">
              <a:spcBef>
                <a:spcPct val="0"/>
              </a:spcBef>
              <a:spcAft>
                <a:spcPct val="0"/>
              </a:spcAft>
              <a:defRPr i="1">
                <a:solidFill>
                  <a:schemeClr val="tx1"/>
                </a:solidFill>
                <a:latin typeface="Times New Roman" panose="02020603050405020304" pitchFamily="18" charset="0"/>
              </a:defRPr>
            </a:lvl6pPr>
            <a:lvl7pPr marL="2971364" indent="-228567" algn="ctr" defTabSz="1007916" eaLnBrk="0" fontAlgn="base" hangingPunct="0">
              <a:spcBef>
                <a:spcPct val="0"/>
              </a:spcBef>
              <a:spcAft>
                <a:spcPct val="0"/>
              </a:spcAft>
              <a:defRPr i="1">
                <a:solidFill>
                  <a:schemeClr val="tx1"/>
                </a:solidFill>
                <a:latin typeface="Times New Roman" panose="02020603050405020304" pitchFamily="18" charset="0"/>
              </a:defRPr>
            </a:lvl7pPr>
            <a:lvl8pPr marL="3428498" indent="-228567" algn="ctr" defTabSz="1007916" eaLnBrk="0" fontAlgn="base" hangingPunct="0">
              <a:spcBef>
                <a:spcPct val="0"/>
              </a:spcBef>
              <a:spcAft>
                <a:spcPct val="0"/>
              </a:spcAft>
              <a:defRPr i="1">
                <a:solidFill>
                  <a:schemeClr val="tx1"/>
                </a:solidFill>
                <a:latin typeface="Times New Roman" panose="02020603050405020304" pitchFamily="18" charset="0"/>
              </a:defRPr>
            </a:lvl8pPr>
            <a:lvl9pPr marL="3885630" indent="-228567" algn="ctr" defTabSz="1007916" eaLnBrk="0" fontAlgn="base" hangingPunct="0">
              <a:spcBef>
                <a:spcPct val="0"/>
              </a:spcBef>
              <a:spcAft>
                <a:spcPct val="0"/>
              </a:spcAft>
              <a:defRPr i="1">
                <a:solidFill>
                  <a:schemeClr val="tx1"/>
                </a:solidFill>
                <a:latin typeface="Times New Roman" panose="02020603050405020304" pitchFamily="18" charset="0"/>
              </a:defRPr>
            </a:lvl9pPr>
          </a:lstStyle>
          <a:p>
            <a:fld id="{098E5AB0-DCD5-4747-84ED-39512EEE9EC9}" type="slidenum">
              <a:rPr lang="en-US" altLang="en-US" i="0"/>
              <a:pPr/>
              <a:t>172</a:t>
            </a:fld>
            <a:endParaRPr lang="en-US" altLang="en-US" i="0"/>
          </a:p>
        </p:txBody>
      </p:sp>
      <p:sp>
        <p:nvSpPr>
          <p:cNvPr id="168963" name="Rectangle 2"/>
          <p:cNvSpPr>
            <a:spLocks noGrp="1" noRot="1" noChangeAspect="1" noChangeArrowheads="1" noTextEdit="1"/>
          </p:cNvSpPr>
          <p:nvPr>
            <p:ph type="sldImg"/>
          </p:nvPr>
        </p:nvSpPr>
        <p:spPr>
          <a:xfrm>
            <a:off x="458788" y="720725"/>
            <a:ext cx="6400800" cy="3600450"/>
          </a:xfrm>
          <a:ln/>
        </p:spPr>
      </p:sp>
      <p:sp>
        <p:nvSpPr>
          <p:cNvPr id="168964" name="Rectangle 3"/>
          <p:cNvSpPr>
            <a:spLocks noGrp="1" noChangeArrowheads="1"/>
          </p:cNvSpPr>
          <p:nvPr>
            <p:ph type="body" idx="1"/>
          </p:nvPr>
        </p:nvSpPr>
        <p:spPr>
          <a:xfrm>
            <a:off x="974726" y="4560889"/>
            <a:ext cx="5365750" cy="4319587"/>
          </a:xfrm>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type="none" w="lg" len="lg"/>
                <a:tailEnd type="none" w="med" len="lg"/>
              </a14:hiddenLine>
            </a:ext>
          </a:extLst>
        </p:spPr>
        <p:txBody>
          <a:bodyPr/>
          <a:lstStyle/>
          <a:p>
            <a:endParaRPr lang="en-US" altLang="en-US"/>
          </a:p>
        </p:txBody>
      </p:sp>
    </p:spTree>
    <p:extLst>
      <p:ext uri="{BB962C8B-B14F-4D97-AF65-F5344CB8AC3E}">
        <p14:creationId xmlns:p14="http://schemas.microsoft.com/office/powerpoint/2010/main" val="1637405396"/>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A446574B-267C-4863-908E-7B087447B043}" type="slidenum">
              <a:rPr lang="en-US" altLang="en-US"/>
              <a:pPr/>
              <a:t>173</a:t>
            </a:fld>
            <a:endParaRPr lang="en-US" altLang="en-US"/>
          </a:p>
        </p:txBody>
      </p:sp>
      <p:sp>
        <p:nvSpPr>
          <p:cNvPr id="2411522" name="Rectangle 2"/>
          <p:cNvSpPr>
            <a:spLocks noGrp="1" noRot="1" noChangeAspect="1" noChangeArrowheads="1" noTextEdit="1"/>
          </p:cNvSpPr>
          <p:nvPr>
            <p:ph type="sldImg"/>
          </p:nvPr>
        </p:nvSpPr>
        <p:spPr>
          <a:ln/>
        </p:spPr>
      </p:sp>
      <p:sp>
        <p:nvSpPr>
          <p:cNvPr id="2411523" name="Rectangle 3"/>
          <p:cNvSpPr>
            <a:spLocks noGrp="1" noChangeArrowheads="1"/>
          </p:cNvSpPr>
          <p:nvPr>
            <p:ph type="body" idx="1"/>
          </p:nvPr>
        </p:nvSpPr>
        <p:spPr/>
        <p:txBody>
          <a:bodyPr/>
          <a:lstStyle/>
          <a:p>
            <a:endParaRPr lang="en-US" altLang="en-US"/>
          </a:p>
        </p:txBody>
      </p:sp>
    </p:spTree>
    <p:extLst>
      <p:ext uri="{BB962C8B-B14F-4D97-AF65-F5344CB8AC3E}">
        <p14:creationId xmlns:p14="http://schemas.microsoft.com/office/powerpoint/2010/main" val="2084548804"/>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9922" name="Rectangle 7"/>
          <p:cNvSpPr>
            <a:spLocks noGrp="1" noChangeArrowheads="1"/>
          </p:cNvSpPr>
          <p:nvPr>
            <p:ph type="sldNum" sz="quarter" idx="5"/>
          </p:nvPr>
        </p:nvSpPr>
        <p:spPr>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type="none" w="lg" len="lg"/>
                <a:tailEnd type="none" w="med" len="lg"/>
              </a14:hiddenLine>
            </a:ext>
          </a:extLst>
        </p:spPr>
        <p:txBody>
          <a:bodyPr/>
          <a:lstStyle>
            <a:lvl1pPr defTabSz="1007768">
              <a:defRPr i="1">
                <a:solidFill>
                  <a:schemeClr val="tx1"/>
                </a:solidFill>
                <a:latin typeface="Times New Roman" pitchFamily="18" charset="0"/>
              </a:defRPr>
            </a:lvl1pPr>
            <a:lvl2pPr marL="742732" indent="-285666" defTabSz="1007768">
              <a:defRPr i="1">
                <a:solidFill>
                  <a:schemeClr val="tx1"/>
                </a:solidFill>
                <a:latin typeface="Times New Roman" pitchFamily="18" charset="0"/>
              </a:defRPr>
            </a:lvl2pPr>
            <a:lvl3pPr marL="1142666" indent="-228534" defTabSz="1007768">
              <a:defRPr i="1">
                <a:solidFill>
                  <a:schemeClr val="tx1"/>
                </a:solidFill>
                <a:latin typeface="Times New Roman" pitchFamily="18" charset="0"/>
              </a:defRPr>
            </a:lvl3pPr>
            <a:lvl4pPr marL="1599731" indent="-228534" defTabSz="1007768">
              <a:defRPr i="1">
                <a:solidFill>
                  <a:schemeClr val="tx1"/>
                </a:solidFill>
                <a:latin typeface="Times New Roman" pitchFamily="18" charset="0"/>
              </a:defRPr>
            </a:lvl4pPr>
            <a:lvl5pPr marL="2056798" indent="-228534" defTabSz="1007768">
              <a:defRPr i="1">
                <a:solidFill>
                  <a:schemeClr val="tx1"/>
                </a:solidFill>
                <a:latin typeface="Times New Roman" pitchFamily="18" charset="0"/>
              </a:defRPr>
            </a:lvl5pPr>
            <a:lvl6pPr marL="2513864" indent="-228534" algn="ctr" defTabSz="1007768" eaLnBrk="0" fontAlgn="base" hangingPunct="0">
              <a:spcBef>
                <a:spcPct val="0"/>
              </a:spcBef>
              <a:spcAft>
                <a:spcPct val="0"/>
              </a:spcAft>
              <a:defRPr i="1">
                <a:solidFill>
                  <a:schemeClr val="tx1"/>
                </a:solidFill>
                <a:latin typeface="Times New Roman" pitchFamily="18" charset="0"/>
              </a:defRPr>
            </a:lvl6pPr>
            <a:lvl7pPr marL="2970929" indent="-228534" algn="ctr" defTabSz="1007768" eaLnBrk="0" fontAlgn="base" hangingPunct="0">
              <a:spcBef>
                <a:spcPct val="0"/>
              </a:spcBef>
              <a:spcAft>
                <a:spcPct val="0"/>
              </a:spcAft>
              <a:defRPr i="1">
                <a:solidFill>
                  <a:schemeClr val="tx1"/>
                </a:solidFill>
                <a:latin typeface="Times New Roman" pitchFamily="18" charset="0"/>
              </a:defRPr>
            </a:lvl7pPr>
            <a:lvl8pPr marL="3427996" indent="-228534" algn="ctr" defTabSz="1007768" eaLnBrk="0" fontAlgn="base" hangingPunct="0">
              <a:spcBef>
                <a:spcPct val="0"/>
              </a:spcBef>
              <a:spcAft>
                <a:spcPct val="0"/>
              </a:spcAft>
              <a:defRPr i="1">
                <a:solidFill>
                  <a:schemeClr val="tx1"/>
                </a:solidFill>
                <a:latin typeface="Times New Roman" pitchFamily="18" charset="0"/>
              </a:defRPr>
            </a:lvl8pPr>
            <a:lvl9pPr marL="3885061" indent="-228534" algn="ctr" defTabSz="1007768" eaLnBrk="0" fontAlgn="base" hangingPunct="0">
              <a:spcBef>
                <a:spcPct val="0"/>
              </a:spcBef>
              <a:spcAft>
                <a:spcPct val="0"/>
              </a:spcAft>
              <a:defRPr i="1">
                <a:solidFill>
                  <a:schemeClr val="tx1"/>
                </a:solidFill>
                <a:latin typeface="Times New Roman" pitchFamily="18" charset="0"/>
              </a:defRPr>
            </a:lvl9pPr>
          </a:lstStyle>
          <a:p>
            <a:fld id="{0FCF907F-62DE-4D60-9D21-1B03D410810E}" type="slidenum">
              <a:rPr lang="en-US" i="0"/>
              <a:pPr/>
              <a:t>174</a:t>
            </a:fld>
            <a:endParaRPr lang="en-US" i="0"/>
          </a:p>
        </p:txBody>
      </p:sp>
      <p:sp>
        <p:nvSpPr>
          <p:cNvPr id="209923" name="Rectangle 2"/>
          <p:cNvSpPr>
            <a:spLocks noGrp="1" noRot="1" noChangeAspect="1" noChangeArrowheads="1" noTextEdit="1"/>
          </p:cNvSpPr>
          <p:nvPr>
            <p:ph type="sldImg"/>
          </p:nvPr>
        </p:nvSpPr>
        <p:spPr>
          <a:ln/>
        </p:spPr>
      </p:sp>
      <p:sp>
        <p:nvSpPr>
          <p:cNvPr id="209924" name="Rectangle 3"/>
          <p:cNvSpPr>
            <a:spLocks noGrp="1" noChangeArrowheads="1"/>
          </p:cNvSpPr>
          <p:nvPr>
            <p:ph type="body" idx="1"/>
          </p:nvPr>
        </p:nvSpPr>
        <p:spPr>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type="none" w="lg" len="lg"/>
                <a:tailEnd type="none" w="med" len="lg"/>
              </a14:hiddenLine>
            </a:ext>
          </a:extLst>
        </p:spPr>
        <p:txBody>
          <a:bodyPr/>
          <a:lstStyle/>
          <a:p>
            <a:endParaRPr lang="en-US"/>
          </a:p>
        </p:txBody>
      </p:sp>
    </p:spTree>
    <p:extLst>
      <p:ext uri="{BB962C8B-B14F-4D97-AF65-F5344CB8AC3E}">
        <p14:creationId xmlns:p14="http://schemas.microsoft.com/office/powerpoint/2010/main" val="787375978"/>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0946" name="Rectangle 7"/>
          <p:cNvSpPr>
            <a:spLocks noGrp="1" noChangeArrowheads="1"/>
          </p:cNvSpPr>
          <p:nvPr>
            <p:ph type="sldNum" sz="quarter" idx="5"/>
          </p:nvPr>
        </p:nvSpPr>
        <p:spPr>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type="none" w="lg" len="lg"/>
                <a:tailEnd type="none" w="med" len="lg"/>
              </a14:hiddenLine>
            </a:ext>
          </a:extLst>
        </p:spPr>
        <p:txBody>
          <a:bodyPr/>
          <a:lstStyle>
            <a:lvl1pPr defTabSz="1007768">
              <a:defRPr i="1">
                <a:solidFill>
                  <a:schemeClr val="tx1"/>
                </a:solidFill>
                <a:latin typeface="Times New Roman" pitchFamily="18" charset="0"/>
              </a:defRPr>
            </a:lvl1pPr>
            <a:lvl2pPr marL="742732" indent="-285666" defTabSz="1007768">
              <a:defRPr i="1">
                <a:solidFill>
                  <a:schemeClr val="tx1"/>
                </a:solidFill>
                <a:latin typeface="Times New Roman" pitchFamily="18" charset="0"/>
              </a:defRPr>
            </a:lvl2pPr>
            <a:lvl3pPr marL="1142666" indent="-228534" defTabSz="1007768">
              <a:defRPr i="1">
                <a:solidFill>
                  <a:schemeClr val="tx1"/>
                </a:solidFill>
                <a:latin typeface="Times New Roman" pitchFamily="18" charset="0"/>
              </a:defRPr>
            </a:lvl3pPr>
            <a:lvl4pPr marL="1599731" indent="-228534" defTabSz="1007768">
              <a:defRPr i="1">
                <a:solidFill>
                  <a:schemeClr val="tx1"/>
                </a:solidFill>
                <a:latin typeface="Times New Roman" pitchFamily="18" charset="0"/>
              </a:defRPr>
            </a:lvl4pPr>
            <a:lvl5pPr marL="2056798" indent="-228534" defTabSz="1007768">
              <a:defRPr i="1">
                <a:solidFill>
                  <a:schemeClr val="tx1"/>
                </a:solidFill>
                <a:latin typeface="Times New Roman" pitchFamily="18" charset="0"/>
              </a:defRPr>
            </a:lvl5pPr>
            <a:lvl6pPr marL="2513864" indent="-228534" algn="ctr" defTabSz="1007768" eaLnBrk="0" fontAlgn="base" hangingPunct="0">
              <a:spcBef>
                <a:spcPct val="0"/>
              </a:spcBef>
              <a:spcAft>
                <a:spcPct val="0"/>
              </a:spcAft>
              <a:defRPr i="1">
                <a:solidFill>
                  <a:schemeClr val="tx1"/>
                </a:solidFill>
                <a:latin typeface="Times New Roman" pitchFamily="18" charset="0"/>
              </a:defRPr>
            </a:lvl6pPr>
            <a:lvl7pPr marL="2970929" indent="-228534" algn="ctr" defTabSz="1007768" eaLnBrk="0" fontAlgn="base" hangingPunct="0">
              <a:spcBef>
                <a:spcPct val="0"/>
              </a:spcBef>
              <a:spcAft>
                <a:spcPct val="0"/>
              </a:spcAft>
              <a:defRPr i="1">
                <a:solidFill>
                  <a:schemeClr val="tx1"/>
                </a:solidFill>
                <a:latin typeface="Times New Roman" pitchFamily="18" charset="0"/>
              </a:defRPr>
            </a:lvl7pPr>
            <a:lvl8pPr marL="3427996" indent="-228534" algn="ctr" defTabSz="1007768" eaLnBrk="0" fontAlgn="base" hangingPunct="0">
              <a:spcBef>
                <a:spcPct val="0"/>
              </a:spcBef>
              <a:spcAft>
                <a:spcPct val="0"/>
              </a:spcAft>
              <a:defRPr i="1">
                <a:solidFill>
                  <a:schemeClr val="tx1"/>
                </a:solidFill>
                <a:latin typeface="Times New Roman" pitchFamily="18" charset="0"/>
              </a:defRPr>
            </a:lvl8pPr>
            <a:lvl9pPr marL="3885061" indent="-228534" algn="ctr" defTabSz="1007768" eaLnBrk="0" fontAlgn="base" hangingPunct="0">
              <a:spcBef>
                <a:spcPct val="0"/>
              </a:spcBef>
              <a:spcAft>
                <a:spcPct val="0"/>
              </a:spcAft>
              <a:defRPr i="1">
                <a:solidFill>
                  <a:schemeClr val="tx1"/>
                </a:solidFill>
                <a:latin typeface="Times New Roman" pitchFamily="18" charset="0"/>
              </a:defRPr>
            </a:lvl9pPr>
          </a:lstStyle>
          <a:p>
            <a:fld id="{8927052C-123D-47D1-B865-79550E09197F}" type="slidenum">
              <a:rPr lang="en-US" i="0"/>
              <a:pPr/>
              <a:t>175</a:t>
            </a:fld>
            <a:endParaRPr lang="en-US" i="0"/>
          </a:p>
        </p:txBody>
      </p:sp>
      <p:sp>
        <p:nvSpPr>
          <p:cNvPr id="210947" name="Rectangle 2"/>
          <p:cNvSpPr>
            <a:spLocks noGrp="1" noRot="1" noChangeAspect="1" noChangeArrowheads="1" noTextEdit="1"/>
          </p:cNvSpPr>
          <p:nvPr>
            <p:ph type="sldImg"/>
          </p:nvPr>
        </p:nvSpPr>
        <p:spPr>
          <a:ln/>
        </p:spPr>
      </p:sp>
      <p:sp>
        <p:nvSpPr>
          <p:cNvPr id="210948" name="Rectangle 3"/>
          <p:cNvSpPr>
            <a:spLocks noGrp="1" noChangeArrowheads="1"/>
          </p:cNvSpPr>
          <p:nvPr>
            <p:ph type="body" idx="1"/>
          </p:nvPr>
        </p:nvSpPr>
        <p:spPr>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type="none" w="lg" len="lg"/>
                <a:tailEnd type="none" w="med" len="lg"/>
              </a14:hiddenLine>
            </a:ext>
          </a:extLst>
        </p:spPr>
        <p:txBody>
          <a:bodyPr/>
          <a:lstStyle/>
          <a:p>
            <a:endParaRPr lang="en-US"/>
          </a:p>
        </p:txBody>
      </p:sp>
    </p:spTree>
    <p:extLst>
      <p:ext uri="{BB962C8B-B14F-4D97-AF65-F5344CB8AC3E}">
        <p14:creationId xmlns:p14="http://schemas.microsoft.com/office/powerpoint/2010/main" val="2278252639"/>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1970" name="Rectangle 7"/>
          <p:cNvSpPr>
            <a:spLocks noGrp="1" noChangeArrowheads="1"/>
          </p:cNvSpPr>
          <p:nvPr>
            <p:ph type="sldNum" sz="quarter" idx="5"/>
          </p:nvPr>
        </p:nvSpPr>
        <p:spPr>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type="none" w="lg" len="lg"/>
                <a:tailEnd type="none" w="med" len="lg"/>
              </a14:hiddenLine>
            </a:ext>
          </a:extLst>
        </p:spPr>
        <p:txBody>
          <a:bodyPr/>
          <a:lstStyle>
            <a:lvl1pPr defTabSz="1007768">
              <a:defRPr i="1">
                <a:solidFill>
                  <a:schemeClr val="tx1"/>
                </a:solidFill>
                <a:latin typeface="Times New Roman" pitchFamily="18" charset="0"/>
              </a:defRPr>
            </a:lvl1pPr>
            <a:lvl2pPr marL="742732" indent="-285666" defTabSz="1007768">
              <a:defRPr i="1">
                <a:solidFill>
                  <a:schemeClr val="tx1"/>
                </a:solidFill>
                <a:latin typeface="Times New Roman" pitchFamily="18" charset="0"/>
              </a:defRPr>
            </a:lvl2pPr>
            <a:lvl3pPr marL="1142666" indent="-228534" defTabSz="1007768">
              <a:defRPr i="1">
                <a:solidFill>
                  <a:schemeClr val="tx1"/>
                </a:solidFill>
                <a:latin typeface="Times New Roman" pitchFamily="18" charset="0"/>
              </a:defRPr>
            </a:lvl3pPr>
            <a:lvl4pPr marL="1599731" indent="-228534" defTabSz="1007768">
              <a:defRPr i="1">
                <a:solidFill>
                  <a:schemeClr val="tx1"/>
                </a:solidFill>
                <a:latin typeface="Times New Roman" pitchFamily="18" charset="0"/>
              </a:defRPr>
            </a:lvl4pPr>
            <a:lvl5pPr marL="2056798" indent="-228534" defTabSz="1007768">
              <a:defRPr i="1">
                <a:solidFill>
                  <a:schemeClr val="tx1"/>
                </a:solidFill>
                <a:latin typeface="Times New Roman" pitchFamily="18" charset="0"/>
              </a:defRPr>
            </a:lvl5pPr>
            <a:lvl6pPr marL="2513864" indent="-228534" algn="ctr" defTabSz="1007768" eaLnBrk="0" fontAlgn="base" hangingPunct="0">
              <a:spcBef>
                <a:spcPct val="0"/>
              </a:spcBef>
              <a:spcAft>
                <a:spcPct val="0"/>
              </a:spcAft>
              <a:defRPr i="1">
                <a:solidFill>
                  <a:schemeClr val="tx1"/>
                </a:solidFill>
                <a:latin typeface="Times New Roman" pitchFamily="18" charset="0"/>
              </a:defRPr>
            </a:lvl6pPr>
            <a:lvl7pPr marL="2970929" indent="-228534" algn="ctr" defTabSz="1007768" eaLnBrk="0" fontAlgn="base" hangingPunct="0">
              <a:spcBef>
                <a:spcPct val="0"/>
              </a:spcBef>
              <a:spcAft>
                <a:spcPct val="0"/>
              </a:spcAft>
              <a:defRPr i="1">
                <a:solidFill>
                  <a:schemeClr val="tx1"/>
                </a:solidFill>
                <a:latin typeface="Times New Roman" pitchFamily="18" charset="0"/>
              </a:defRPr>
            </a:lvl7pPr>
            <a:lvl8pPr marL="3427996" indent="-228534" algn="ctr" defTabSz="1007768" eaLnBrk="0" fontAlgn="base" hangingPunct="0">
              <a:spcBef>
                <a:spcPct val="0"/>
              </a:spcBef>
              <a:spcAft>
                <a:spcPct val="0"/>
              </a:spcAft>
              <a:defRPr i="1">
                <a:solidFill>
                  <a:schemeClr val="tx1"/>
                </a:solidFill>
                <a:latin typeface="Times New Roman" pitchFamily="18" charset="0"/>
              </a:defRPr>
            </a:lvl8pPr>
            <a:lvl9pPr marL="3885061" indent="-228534" algn="ctr" defTabSz="1007768" eaLnBrk="0" fontAlgn="base" hangingPunct="0">
              <a:spcBef>
                <a:spcPct val="0"/>
              </a:spcBef>
              <a:spcAft>
                <a:spcPct val="0"/>
              </a:spcAft>
              <a:defRPr i="1">
                <a:solidFill>
                  <a:schemeClr val="tx1"/>
                </a:solidFill>
                <a:latin typeface="Times New Roman" pitchFamily="18" charset="0"/>
              </a:defRPr>
            </a:lvl9pPr>
          </a:lstStyle>
          <a:p>
            <a:fld id="{DABAE43A-0658-4E2A-B13A-174E8EA2EE28}" type="slidenum">
              <a:rPr lang="en-US" i="0"/>
              <a:pPr/>
              <a:t>176</a:t>
            </a:fld>
            <a:endParaRPr lang="en-US" i="0"/>
          </a:p>
        </p:txBody>
      </p:sp>
      <p:sp>
        <p:nvSpPr>
          <p:cNvPr id="211971" name="Rectangle 2"/>
          <p:cNvSpPr>
            <a:spLocks noGrp="1" noRot="1" noChangeAspect="1" noChangeArrowheads="1" noTextEdit="1"/>
          </p:cNvSpPr>
          <p:nvPr>
            <p:ph type="sldImg"/>
          </p:nvPr>
        </p:nvSpPr>
        <p:spPr>
          <a:ln/>
        </p:spPr>
      </p:sp>
      <p:sp>
        <p:nvSpPr>
          <p:cNvPr id="211972" name="Rectangle 3"/>
          <p:cNvSpPr>
            <a:spLocks noGrp="1" noChangeArrowheads="1"/>
          </p:cNvSpPr>
          <p:nvPr>
            <p:ph type="body" idx="1"/>
          </p:nvPr>
        </p:nvSpPr>
        <p:spPr>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type="none" w="lg" len="lg"/>
                <a:tailEnd type="none" w="med" len="lg"/>
              </a14:hiddenLine>
            </a:ext>
          </a:extLst>
        </p:spPr>
        <p:txBody>
          <a:bodyPr/>
          <a:lstStyle/>
          <a:p>
            <a:endParaRPr lang="en-US"/>
          </a:p>
        </p:txBody>
      </p:sp>
    </p:spTree>
    <p:extLst>
      <p:ext uri="{BB962C8B-B14F-4D97-AF65-F5344CB8AC3E}">
        <p14:creationId xmlns:p14="http://schemas.microsoft.com/office/powerpoint/2010/main" val="1507970821"/>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2994" name="Rectangle 7"/>
          <p:cNvSpPr>
            <a:spLocks noGrp="1" noChangeArrowheads="1"/>
          </p:cNvSpPr>
          <p:nvPr>
            <p:ph type="sldNum" sz="quarter" idx="5"/>
          </p:nvPr>
        </p:nvSpPr>
        <p:spPr>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type="none" w="lg" len="lg"/>
                <a:tailEnd type="none" w="med" len="lg"/>
              </a14:hiddenLine>
            </a:ext>
          </a:extLst>
        </p:spPr>
        <p:txBody>
          <a:bodyPr/>
          <a:lstStyle>
            <a:lvl1pPr defTabSz="1007768">
              <a:defRPr i="1">
                <a:solidFill>
                  <a:schemeClr val="tx1"/>
                </a:solidFill>
                <a:latin typeface="Times New Roman" pitchFamily="18" charset="0"/>
              </a:defRPr>
            </a:lvl1pPr>
            <a:lvl2pPr marL="742732" indent="-285666" defTabSz="1007768">
              <a:defRPr i="1">
                <a:solidFill>
                  <a:schemeClr val="tx1"/>
                </a:solidFill>
                <a:latin typeface="Times New Roman" pitchFamily="18" charset="0"/>
              </a:defRPr>
            </a:lvl2pPr>
            <a:lvl3pPr marL="1142666" indent="-228534" defTabSz="1007768">
              <a:defRPr i="1">
                <a:solidFill>
                  <a:schemeClr val="tx1"/>
                </a:solidFill>
                <a:latin typeface="Times New Roman" pitchFamily="18" charset="0"/>
              </a:defRPr>
            </a:lvl3pPr>
            <a:lvl4pPr marL="1599731" indent="-228534" defTabSz="1007768">
              <a:defRPr i="1">
                <a:solidFill>
                  <a:schemeClr val="tx1"/>
                </a:solidFill>
                <a:latin typeface="Times New Roman" pitchFamily="18" charset="0"/>
              </a:defRPr>
            </a:lvl4pPr>
            <a:lvl5pPr marL="2056798" indent="-228534" defTabSz="1007768">
              <a:defRPr i="1">
                <a:solidFill>
                  <a:schemeClr val="tx1"/>
                </a:solidFill>
                <a:latin typeface="Times New Roman" pitchFamily="18" charset="0"/>
              </a:defRPr>
            </a:lvl5pPr>
            <a:lvl6pPr marL="2513864" indent="-228534" algn="ctr" defTabSz="1007768" eaLnBrk="0" fontAlgn="base" hangingPunct="0">
              <a:spcBef>
                <a:spcPct val="0"/>
              </a:spcBef>
              <a:spcAft>
                <a:spcPct val="0"/>
              </a:spcAft>
              <a:defRPr i="1">
                <a:solidFill>
                  <a:schemeClr val="tx1"/>
                </a:solidFill>
                <a:latin typeface="Times New Roman" pitchFamily="18" charset="0"/>
              </a:defRPr>
            </a:lvl6pPr>
            <a:lvl7pPr marL="2970929" indent="-228534" algn="ctr" defTabSz="1007768" eaLnBrk="0" fontAlgn="base" hangingPunct="0">
              <a:spcBef>
                <a:spcPct val="0"/>
              </a:spcBef>
              <a:spcAft>
                <a:spcPct val="0"/>
              </a:spcAft>
              <a:defRPr i="1">
                <a:solidFill>
                  <a:schemeClr val="tx1"/>
                </a:solidFill>
                <a:latin typeface="Times New Roman" pitchFamily="18" charset="0"/>
              </a:defRPr>
            </a:lvl7pPr>
            <a:lvl8pPr marL="3427996" indent="-228534" algn="ctr" defTabSz="1007768" eaLnBrk="0" fontAlgn="base" hangingPunct="0">
              <a:spcBef>
                <a:spcPct val="0"/>
              </a:spcBef>
              <a:spcAft>
                <a:spcPct val="0"/>
              </a:spcAft>
              <a:defRPr i="1">
                <a:solidFill>
                  <a:schemeClr val="tx1"/>
                </a:solidFill>
                <a:latin typeface="Times New Roman" pitchFamily="18" charset="0"/>
              </a:defRPr>
            </a:lvl8pPr>
            <a:lvl9pPr marL="3885061" indent="-228534" algn="ctr" defTabSz="1007768" eaLnBrk="0" fontAlgn="base" hangingPunct="0">
              <a:spcBef>
                <a:spcPct val="0"/>
              </a:spcBef>
              <a:spcAft>
                <a:spcPct val="0"/>
              </a:spcAft>
              <a:defRPr i="1">
                <a:solidFill>
                  <a:schemeClr val="tx1"/>
                </a:solidFill>
                <a:latin typeface="Times New Roman" pitchFamily="18" charset="0"/>
              </a:defRPr>
            </a:lvl9pPr>
          </a:lstStyle>
          <a:p>
            <a:fld id="{32520878-ED45-476C-AB57-ED50C51AC2BE}" type="slidenum">
              <a:rPr lang="en-US" i="0"/>
              <a:pPr/>
              <a:t>177</a:t>
            </a:fld>
            <a:endParaRPr lang="en-US" i="0"/>
          </a:p>
        </p:txBody>
      </p:sp>
      <p:sp>
        <p:nvSpPr>
          <p:cNvPr id="212995" name="Rectangle 2"/>
          <p:cNvSpPr>
            <a:spLocks noGrp="1" noRot="1" noChangeAspect="1" noChangeArrowheads="1" noTextEdit="1"/>
          </p:cNvSpPr>
          <p:nvPr>
            <p:ph type="sldImg"/>
          </p:nvPr>
        </p:nvSpPr>
        <p:spPr>
          <a:ln/>
        </p:spPr>
      </p:sp>
      <p:sp>
        <p:nvSpPr>
          <p:cNvPr id="212996" name="Rectangle 3"/>
          <p:cNvSpPr>
            <a:spLocks noGrp="1" noChangeArrowheads="1"/>
          </p:cNvSpPr>
          <p:nvPr>
            <p:ph type="body" idx="1"/>
          </p:nvPr>
        </p:nvSpPr>
        <p:spPr>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type="none" w="lg" len="lg"/>
                <a:tailEnd type="none" w="med" len="lg"/>
              </a14:hiddenLine>
            </a:ext>
          </a:extLst>
        </p:spPr>
        <p:txBody>
          <a:bodyPr/>
          <a:lstStyle/>
          <a:p>
            <a:endParaRPr lang="en-US"/>
          </a:p>
        </p:txBody>
      </p:sp>
    </p:spTree>
    <p:extLst>
      <p:ext uri="{BB962C8B-B14F-4D97-AF65-F5344CB8AC3E}">
        <p14:creationId xmlns:p14="http://schemas.microsoft.com/office/powerpoint/2010/main" val="1364616590"/>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2">
          <a:extLst>
            <a:ext uri="{FF2B5EF4-FFF2-40B4-BE49-F238E27FC236}">
              <a16:creationId xmlns:a16="http://schemas.microsoft.com/office/drawing/2014/main" id="{C567F648-7133-7ADD-FF0C-C606B334941B}"/>
            </a:ext>
          </a:extLst>
        </p:cNvPr>
        <p:cNvGrpSpPr/>
        <p:nvPr/>
      </p:nvGrpSpPr>
      <p:grpSpPr>
        <a:xfrm>
          <a:off x="0" y="0"/>
          <a:ext cx="0" cy="0"/>
          <a:chOff x="0" y="0"/>
          <a:chExt cx="0" cy="0"/>
        </a:xfrm>
      </p:grpSpPr>
      <p:sp>
        <p:nvSpPr>
          <p:cNvPr id="243" name="Google Shape;243;p8:notes">
            <a:extLst>
              <a:ext uri="{FF2B5EF4-FFF2-40B4-BE49-F238E27FC236}">
                <a16:creationId xmlns:a16="http://schemas.microsoft.com/office/drawing/2014/main" id="{D3314DFF-81E0-A4F2-C559-C3BEFFE72E98}"/>
              </a:ext>
            </a:extLst>
          </p:cNvPr>
          <p:cNvSpPr txBox="1">
            <a:spLocks noGrp="1"/>
          </p:cNvSpPr>
          <p:nvPr>
            <p:ph type="body" idx="1"/>
          </p:nvPr>
        </p:nvSpPr>
        <p:spPr>
          <a:xfrm>
            <a:off x="975668" y="4455180"/>
            <a:ext cx="5205090" cy="4205254"/>
          </a:xfrm>
          <a:prstGeom prst="rect">
            <a:avLst/>
          </a:prstGeom>
        </p:spPr>
        <p:txBody>
          <a:bodyPr spcFirstLastPara="1" wrap="square" lIns="98345" tIns="49160" rIns="98345" bIns="49160" anchor="t" anchorCtr="0">
            <a:noAutofit/>
          </a:bodyPr>
          <a:lstStyle/>
          <a:p>
            <a:pPr marL="0" indent="0">
              <a:spcBef>
                <a:spcPts val="365"/>
              </a:spcBef>
            </a:pPr>
            <a:endParaRPr dirty="0"/>
          </a:p>
        </p:txBody>
      </p:sp>
      <p:sp>
        <p:nvSpPr>
          <p:cNvPr id="244" name="Google Shape;244;p8:notes">
            <a:extLst>
              <a:ext uri="{FF2B5EF4-FFF2-40B4-BE49-F238E27FC236}">
                <a16:creationId xmlns:a16="http://schemas.microsoft.com/office/drawing/2014/main" id="{7092D920-D40D-1D84-B3C8-94BDC96A379E}"/>
              </a:ext>
            </a:extLst>
          </p:cNvPr>
          <p:cNvSpPr>
            <a:spLocks noGrp="1" noRot="1" noChangeAspect="1"/>
          </p:cNvSpPr>
          <p:nvPr>
            <p:ph type="sldImg" idx="2"/>
          </p:nvPr>
        </p:nvSpPr>
        <p:spPr>
          <a:xfrm>
            <a:off x="496888" y="741363"/>
            <a:ext cx="6164262" cy="3467100"/>
          </a:xfrm>
          <a:custGeom>
            <a:avLst/>
            <a:gdLst/>
            <a:ahLst/>
            <a:cxnLst/>
            <a:rect l="l" t="t" r="r" b="b"/>
            <a:pathLst>
              <a:path w="120000" h="120000" extrusionOk="0">
                <a:moveTo>
                  <a:pt x="0" y="0"/>
                </a:moveTo>
                <a:lnTo>
                  <a:pt x="120000" y="0"/>
                </a:lnTo>
                <a:lnTo>
                  <a:pt x="120000" y="120000"/>
                </a:lnTo>
                <a:lnTo>
                  <a:pt x="0" y="120000"/>
                </a:lnTo>
                <a:close/>
              </a:path>
            </a:pathLst>
          </a:custGeom>
        </p:spPr>
      </p:sp>
    </p:spTree>
    <p:extLst>
      <p:ext uri="{BB962C8B-B14F-4D97-AF65-F5344CB8AC3E}">
        <p14:creationId xmlns:p14="http://schemas.microsoft.com/office/powerpoint/2010/main" val="2594299574"/>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9506" name="Rectangle 7"/>
          <p:cNvSpPr txBox="1">
            <a:spLocks noGrp="1" noChangeArrowheads="1"/>
          </p:cNvSpPr>
          <p:nvPr/>
        </p:nvSpPr>
        <p:spPr bwMode="auto">
          <a:xfrm>
            <a:off x="4103938" y="9109336"/>
            <a:ext cx="3182576" cy="5082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type="none" w="lg" len="lg"/>
                <a:tailEnd type="none" w="med" len="lg"/>
              </a14:hiddenLine>
            </a:ext>
          </a:extLst>
        </p:spPr>
        <p:txBody>
          <a:bodyPr lIns="100883" tIns="50441" rIns="100883" bIns="50441" anchor="b"/>
          <a:lstStyle>
            <a:lvl1pPr defTabSz="965200">
              <a:defRPr i="1">
                <a:solidFill>
                  <a:schemeClr val="tx1"/>
                </a:solidFill>
                <a:latin typeface="Times New Roman" pitchFamily="18" charset="0"/>
              </a:defRPr>
            </a:lvl1pPr>
            <a:lvl2pPr marL="742950" indent="-285750" defTabSz="965200">
              <a:defRPr i="1">
                <a:solidFill>
                  <a:schemeClr val="tx1"/>
                </a:solidFill>
                <a:latin typeface="Times New Roman" pitchFamily="18" charset="0"/>
              </a:defRPr>
            </a:lvl2pPr>
            <a:lvl3pPr marL="1143000" indent="-228600" defTabSz="965200">
              <a:defRPr i="1">
                <a:solidFill>
                  <a:schemeClr val="tx1"/>
                </a:solidFill>
                <a:latin typeface="Times New Roman" pitchFamily="18" charset="0"/>
              </a:defRPr>
            </a:lvl3pPr>
            <a:lvl4pPr marL="1600200" indent="-228600" defTabSz="965200">
              <a:defRPr i="1">
                <a:solidFill>
                  <a:schemeClr val="tx1"/>
                </a:solidFill>
                <a:latin typeface="Times New Roman" pitchFamily="18" charset="0"/>
              </a:defRPr>
            </a:lvl4pPr>
            <a:lvl5pPr marL="2057400" indent="-228600" defTabSz="965200">
              <a:defRPr i="1">
                <a:solidFill>
                  <a:schemeClr val="tx1"/>
                </a:solidFill>
                <a:latin typeface="Times New Roman" pitchFamily="18" charset="0"/>
              </a:defRPr>
            </a:lvl5pPr>
            <a:lvl6pPr marL="2514600" indent="-228600" algn="ctr" defTabSz="965200" eaLnBrk="0" fontAlgn="base" hangingPunct="0">
              <a:spcBef>
                <a:spcPct val="0"/>
              </a:spcBef>
              <a:spcAft>
                <a:spcPct val="0"/>
              </a:spcAft>
              <a:defRPr i="1">
                <a:solidFill>
                  <a:schemeClr val="tx1"/>
                </a:solidFill>
                <a:latin typeface="Times New Roman" pitchFamily="18" charset="0"/>
              </a:defRPr>
            </a:lvl6pPr>
            <a:lvl7pPr marL="2971800" indent="-228600" algn="ctr" defTabSz="965200" eaLnBrk="0" fontAlgn="base" hangingPunct="0">
              <a:spcBef>
                <a:spcPct val="0"/>
              </a:spcBef>
              <a:spcAft>
                <a:spcPct val="0"/>
              </a:spcAft>
              <a:defRPr i="1">
                <a:solidFill>
                  <a:schemeClr val="tx1"/>
                </a:solidFill>
                <a:latin typeface="Times New Roman" pitchFamily="18" charset="0"/>
              </a:defRPr>
            </a:lvl7pPr>
            <a:lvl8pPr marL="3429000" indent="-228600" algn="ctr" defTabSz="965200" eaLnBrk="0" fontAlgn="base" hangingPunct="0">
              <a:spcBef>
                <a:spcPct val="0"/>
              </a:spcBef>
              <a:spcAft>
                <a:spcPct val="0"/>
              </a:spcAft>
              <a:defRPr i="1">
                <a:solidFill>
                  <a:schemeClr val="tx1"/>
                </a:solidFill>
                <a:latin typeface="Times New Roman" pitchFamily="18" charset="0"/>
              </a:defRPr>
            </a:lvl8pPr>
            <a:lvl9pPr marL="3886200" indent="-228600" algn="ctr" defTabSz="965200" eaLnBrk="0" fontAlgn="base" hangingPunct="0">
              <a:spcBef>
                <a:spcPct val="0"/>
              </a:spcBef>
              <a:spcAft>
                <a:spcPct val="0"/>
              </a:spcAft>
              <a:defRPr i="1">
                <a:solidFill>
                  <a:schemeClr val="tx1"/>
                </a:solidFill>
                <a:latin typeface="Times New Roman" pitchFamily="18" charset="0"/>
              </a:defRPr>
            </a:lvl9pPr>
          </a:lstStyle>
          <a:p>
            <a:pPr algn="r"/>
            <a:fld id="{7E6A6C3E-DB90-4876-8072-42C24B0D566E}" type="slidenum">
              <a:rPr lang="en-US" sz="1400" i="0"/>
              <a:pPr algn="r"/>
              <a:t>179</a:t>
            </a:fld>
            <a:endParaRPr lang="en-US" sz="1400" i="0"/>
          </a:p>
        </p:txBody>
      </p:sp>
      <p:sp>
        <p:nvSpPr>
          <p:cNvPr id="149507" name="Rectangle 2"/>
          <p:cNvSpPr>
            <a:spLocks noGrp="1" noRot="1" noChangeAspect="1" noChangeArrowheads="1" noTextEdit="1"/>
          </p:cNvSpPr>
          <p:nvPr>
            <p:ph type="sldImg"/>
          </p:nvPr>
        </p:nvSpPr>
        <p:spPr>
          <a:ln/>
        </p:spPr>
      </p:sp>
      <p:sp>
        <p:nvSpPr>
          <p:cNvPr id="149508" name="Rectangle 3"/>
          <p:cNvSpPr>
            <a:spLocks noGrp="1" noChangeArrowheads="1"/>
          </p:cNvSpPr>
          <p:nvPr>
            <p:ph type="body" idx="1"/>
          </p:nvPr>
        </p:nvSpPr>
        <p:spPr>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type="none" w="lg" len="lg"/>
                <a:tailEnd type="none" w="med" len="lg"/>
              </a14:hiddenLine>
            </a:ext>
          </a:extLst>
        </p:spPr>
        <p:txBody>
          <a:bodyPr/>
          <a:lstStyle/>
          <a:p>
            <a:r>
              <a:rPr lang="en-US"/>
              <a:t>This slide is animated to show how we are graphically depicting the hourly dispatch problem.  Transition to next slide.</a:t>
            </a:r>
          </a:p>
        </p:txBody>
      </p:sp>
    </p:spTree>
    <p:extLst>
      <p:ext uri="{BB962C8B-B14F-4D97-AF65-F5344CB8AC3E}">
        <p14:creationId xmlns:p14="http://schemas.microsoft.com/office/powerpoint/2010/main" val="1923486244"/>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9506" name="Rectangle 7"/>
          <p:cNvSpPr txBox="1">
            <a:spLocks noGrp="1" noChangeArrowheads="1"/>
          </p:cNvSpPr>
          <p:nvPr/>
        </p:nvSpPr>
        <p:spPr bwMode="auto">
          <a:xfrm>
            <a:off x="4103938" y="9109336"/>
            <a:ext cx="3182576" cy="5082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type="none" w="lg" len="lg"/>
                <a:tailEnd type="none" w="med" len="lg"/>
              </a14:hiddenLine>
            </a:ext>
          </a:extLst>
        </p:spPr>
        <p:txBody>
          <a:bodyPr lIns="100883" tIns="50441" rIns="100883" bIns="50441" anchor="b"/>
          <a:lstStyle>
            <a:lvl1pPr defTabSz="965200">
              <a:defRPr i="1">
                <a:solidFill>
                  <a:schemeClr val="tx1"/>
                </a:solidFill>
                <a:latin typeface="Times New Roman" pitchFamily="18" charset="0"/>
              </a:defRPr>
            </a:lvl1pPr>
            <a:lvl2pPr marL="742950" indent="-285750" defTabSz="965200">
              <a:defRPr i="1">
                <a:solidFill>
                  <a:schemeClr val="tx1"/>
                </a:solidFill>
                <a:latin typeface="Times New Roman" pitchFamily="18" charset="0"/>
              </a:defRPr>
            </a:lvl2pPr>
            <a:lvl3pPr marL="1143000" indent="-228600" defTabSz="965200">
              <a:defRPr i="1">
                <a:solidFill>
                  <a:schemeClr val="tx1"/>
                </a:solidFill>
                <a:latin typeface="Times New Roman" pitchFamily="18" charset="0"/>
              </a:defRPr>
            </a:lvl3pPr>
            <a:lvl4pPr marL="1600200" indent="-228600" defTabSz="965200">
              <a:defRPr i="1">
                <a:solidFill>
                  <a:schemeClr val="tx1"/>
                </a:solidFill>
                <a:latin typeface="Times New Roman" pitchFamily="18" charset="0"/>
              </a:defRPr>
            </a:lvl4pPr>
            <a:lvl5pPr marL="2057400" indent="-228600" defTabSz="965200">
              <a:defRPr i="1">
                <a:solidFill>
                  <a:schemeClr val="tx1"/>
                </a:solidFill>
                <a:latin typeface="Times New Roman" pitchFamily="18" charset="0"/>
              </a:defRPr>
            </a:lvl5pPr>
            <a:lvl6pPr marL="2514600" indent="-228600" algn="ctr" defTabSz="965200" eaLnBrk="0" fontAlgn="base" hangingPunct="0">
              <a:spcBef>
                <a:spcPct val="0"/>
              </a:spcBef>
              <a:spcAft>
                <a:spcPct val="0"/>
              </a:spcAft>
              <a:defRPr i="1">
                <a:solidFill>
                  <a:schemeClr val="tx1"/>
                </a:solidFill>
                <a:latin typeface="Times New Roman" pitchFamily="18" charset="0"/>
              </a:defRPr>
            </a:lvl6pPr>
            <a:lvl7pPr marL="2971800" indent="-228600" algn="ctr" defTabSz="965200" eaLnBrk="0" fontAlgn="base" hangingPunct="0">
              <a:spcBef>
                <a:spcPct val="0"/>
              </a:spcBef>
              <a:spcAft>
                <a:spcPct val="0"/>
              </a:spcAft>
              <a:defRPr i="1">
                <a:solidFill>
                  <a:schemeClr val="tx1"/>
                </a:solidFill>
                <a:latin typeface="Times New Roman" pitchFamily="18" charset="0"/>
              </a:defRPr>
            </a:lvl7pPr>
            <a:lvl8pPr marL="3429000" indent="-228600" algn="ctr" defTabSz="965200" eaLnBrk="0" fontAlgn="base" hangingPunct="0">
              <a:spcBef>
                <a:spcPct val="0"/>
              </a:spcBef>
              <a:spcAft>
                <a:spcPct val="0"/>
              </a:spcAft>
              <a:defRPr i="1">
                <a:solidFill>
                  <a:schemeClr val="tx1"/>
                </a:solidFill>
                <a:latin typeface="Times New Roman" pitchFamily="18" charset="0"/>
              </a:defRPr>
            </a:lvl8pPr>
            <a:lvl9pPr marL="3886200" indent="-228600" algn="ctr" defTabSz="965200" eaLnBrk="0" fontAlgn="base" hangingPunct="0">
              <a:spcBef>
                <a:spcPct val="0"/>
              </a:spcBef>
              <a:spcAft>
                <a:spcPct val="0"/>
              </a:spcAft>
              <a:defRPr i="1">
                <a:solidFill>
                  <a:schemeClr val="tx1"/>
                </a:solidFill>
                <a:latin typeface="Times New Roman" pitchFamily="18" charset="0"/>
              </a:defRPr>
            </a:lvl9pPr>
          </a:lstStyle>
          <a:p>
            <a:pPr algn="r"/>
            <a:fld id="{7E6A6C3E-DB90-4876-8072-42C24B0D566E}" type="slidenum">
              <a:rPr lang="en-US" sz="1400" i="0"/>
              <a:pPr algn="r"/>
              <a:t>180</a:t>
            </a:fld>
            <a:endParaRPr lang="en-US" sz="1400" i="0"/>
          </a:p>
        </p:txBody>
      </p:sp>
      <p:sp>
        <p:nvSpPr>
          <p:cNvPr id="149507" name="Rectangle 2"/>
          <p:cNvSpPr>
            <a:spLocks noGrp="1" noRot="1" noChangeAspect="1" noChangeArrowheads="1" noTextEdit="1"/>
          </p:cNvSpPr>
          <p:nvPr>
            <p:ph type="sldImg"/>
          </p:nvPr>
        </p:nvSpPr>
        <p:spPr>
          <a:ln/>
        </p:spPr>
      </p:sp>
      <p:sp>
        <p:nvSpPr>
          <p:cNvPr id="149508" name="Rectangle 3"/>
          <p:cNvSpPr>
            <a:spLocks noGrp="1" noChangeArrowheads="1"/>
          </p:cNvSpPr>
          <p:nvPr>
            <p:ph type="body" idx="1"/>
          </p:nvPr>
        </p:nvSpPr>
        <p:spPr>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type="none" w="lg" len="lg"/>
                <a:tailEnd type="none" w="med" len="lg"/>
              </a14:hiddenLine>
            </a:ext>
          </a:extLst>
        </p:spPr>
        <p:txBody>
          <a:bodyPr/>
          <a:lstStyle/>
          <a:p>
            <a:r>
              <a:rPr lang="en-US"/>
              <a:t>This slide is animated to show how we are graphically depicting the hourly dispatch problem.  Transition to next slide.</a:t>
            </a:r>
          </a:p>
        </p:txBody>
      </p:sp>
    </p:spTree>
    <p:extLst>
      <p:ext uri="{BB962C8B-B14F-4D97-AF65-F5344CB8AC3E}">
        <p14:creationId xmlns:p14="http://schemas.microsoft.com/office/powerpoint/2010/main" val="3304211060"/>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9506" name="Rectangle 7"/>
          <p:cNvSpPr txBox="1">
            <a:spLocks noGrp="1" noChangeArrowheads="1"/>
          </p:cNvSpPr>
          <p:nvPr/>
        </p:nvSpPr>
        <p:spPr bwMode="auto">
          <a:xfrm>
            <a:off x="4103938" y="9109336"/>
            <a:ext cx="3182576" cy="5082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type="none" w="lg" len="lg"/>
                <a:tailEnd type="none" w="med" len="lg"/>
              </a14:hiddenLine>
            </a:ext>
          </a:extLst>
        </p:spPr>
        <p:txBody>
          <a:bodyPr lIns="100883" tIns="50441" rIns="100883" bIns="50441" anchor="b"/>
          <a:lstStyle>
            <a:lvl1pPr defTabSz="965200">
              <a:defRPr i="1">
                <a:solidFill>
                  <a:schemeClr val="tx1"/>
                </a:solidFill>
                <a:latin typeface="Times New Roman" pitchFamily="18" charset="0"/>
              </a:defRPr>
            </a:lvl1pPr>
            <a:lvl2pPr marL="742950" indent="-285750" defTabSz="965200">
              <a:defRPr i="1">
                <a:solidFill>
                  <a:schemeClr val="tx1"/>
                </a:solidFill>
                <a:latin typeface="Times New Roman" pitchFamily="18" charset="0"/>
              </a:defRPr>
            </a:lvl2pPr>
            <a:lvl3pPr marL="1143000" indent="-228600" defTabSz="965200">
              <a:defRPr i="1">
                <a:solidFill>
                  <a:schemeClr val="tx1"/>
                </a:solidFill>
                <a:latin typeface="Times New Roman" pitchFamily="18" charset="0"/>
              </a:defRPr>
            </a:lvl3pPr>
            <a:lvl4pPr marL="1600200" indent="-228600" defTabSz="965200">
              <a:defRPr i="1">
                <a:solidFill>
                  <a:schemeClr val="tx1"/>
                </a:solidFill>
                <a:latin typeface="Times New Roman" pitchFamily="18" charset="0"/>
              </a:defRPr>
            </a:lvl4pPr>
            <a:lvl5pPr marL="2057400" indent="-228600" defTabSz="965200">
              <a:defRPr i="1">
                <a:solidFill>
                  <a:schemeClr val="tx1"/>
                </a:solidFill>
                <a:latin typeface="Times New Roman" pitchFamily="18" charset="0"/>
              </a:defRPr>
            </a:lvl5pPr>
            <a:lvl6pPr marL="2514600" indent="-228600" algn="ctr" defTabSz="965200" eaLnBrk="0" fontAlgn="base" hangingPunct="0">
              <a:spcBef>
                <a:spcPct val="0"/>
              </a:spcBef>
              <a:spcAft>
                <a:spcPct val="0"/>
              </a:spcAft>
              <a:defRPr i="1">
                <a:solidFill>
                  <a:schemeClr val="tx1"/>
                </a:solidFill>
                <a:latin typeface="Times New Roman" pitchFamily="18" charset="0"/>
              </a:defRPr>
            </a:lvl6pPr>
            <a:lvl7pPr marL="2971800" indent="-228600" algn="ctr" defTabSz="965200" eaLnBrk="0" fontAlgn="base" hangingPunct="0">
              <a:spcBef>
                <a:spcPct val="0"/>
              </a:spcBef>
              <a:spcAft>
                <a:spcPct val="0"/>
              </a:spcAft>
              <a:defRPr i="1">
                <a:solidFill>
                  <a:schemeClr val="tx1"/>
                </a:solidFill>
                <a:latin typeface="Times New Roman" pitchFamily="18" charset="0"/>
              </a:defRPr>
            </a:lvl7pPr>
            <a:lvl8pPr marL="3429000" indent="-228600" algn="ctr" defTabSz="965200" eaLnBrk="0" fontAlgn="base" hangingPunct="0">
              <a:spcBef>
                <a:spcPct val="0"/>
              </a:spcBef>
              <a:spcAft>
                <a:spcPct val="0"/>
              </a:spcAft>
              <a:defRPr i="1">
                <a:solidFill>
                  <a:schemeClr val="tx1"/>
                </a:solidFill>
                <a:latin typeface="Times New Roman" pitchFamily="18" charset="0"/>
              </a:defRPr>
            </a:lvl8pPr>
            <a:lvl9pPr marL="3886200" indent="-228600" algn="ctr" defTabSz="965200" eaLnBrk="0" fontAlgn="base" hangingPunct="0">
              <a:spcBef>
                <a:spcPct val="0"/>
              </a:spcBef>
              <a:spcAft>
                <a:spcPct val="0"/>
              </a:spcAft>
              <a:defRPr i="1">
                <a:solidFill>
                  <a:schemeClr val="tx1"/>
                </a:solidFill>
                <a:latin typeface="Times New Roman" pitchFamily="18" charset="0"/>
              </a:defRPr>
            </a:lvl9pPr>
          </a:lstStyle>
          <a:p>
            <a:pPr algn="r"/>
            <a:fld id="{7E6A6C3E-DB90-4876-8072-42C24B0D566E}" type="slidenum">
              <a:rPr lang="en-US" sz="1400" i="0"/>
              <a:pPr algn="r"/>
              <a:t>181</a:t>
            </a:fld>
            <a:endParaRPr lang="en-US" sz="1400" i="0"/>
          </a:p>
        </p:txBody>
      </p:sp>
      <p:sp>
        <p:nvSpPr>
          <p:cNvPr id="149507" name="Rectangle 2"/>
          <p:cNvSpPr>
            <a:spLocks noGrp="1" noRot="1" noChangeAspect="1" noChangeArrowheads="1" noTextEdit="1"/>
          </p:cNvSpPr>
          <p:nvPr>
            <p:ph type="sldImg"/>
          </p:nvPr>
        </p:nvSpPr>
        <p:spPr>
          <a:ln/>
        </p:spPr>
      </p:sp>
      <p:sp>
        <p:nvSpPr>
          <p:cNvPr id="149508" name="Rectangle 3"/>
          <p:cNvSpPr>
            <a:spLocks noGrp="1" noChangeArrowheads="1"/>
          </p:cNvSpPr>
          <p:nvPr>
            <p:ph type="body" idx="1"/>
          </p:nvPr>
        </p:nvSpPr>
        <p:spPr>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type="none" w="lg" len="lg"/>
                <a:tailEnd type="none" w="med" len="lg"/>
              </a14:hiddenLine>
            </a:ext>
          </a:extLst>
        </p:spPr>
        <p:txBody>
          <a:bodyPr/>
          <a:lstStyle/>
          <a:p>
            <a:r>
              <a:rPr lang="en-US"/>
              <a:t>This slide is animated to show how we are graphically depicting the hourly dispatch problem.  Transition to next slide.</a:t>
            </a:r>
          </a:p>
        </p:txBody>
      </p:sp>
    </p:spTree>
    <p:extLst>
      <p:ext uri="{BB962C8B-B14F-4D97-AF65-F5344CB8AC3E}">
        <p14:creationId xmlns:p14="http://schemas.microsoft.com/office/powerpoint/2010/main" val="1998032707"/>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0530" name="Rectangle 7"/>
          <p:cNvSpPr txBox="1">
            <a:spLocks noGrp="1" noChangeArrowheads="1"/>
          </p:cNvSpPr>
          <p:nvPr/>
        </p:nvSpPr>
        <p:spPr bwMode="auto">
          <a:xfrm>
            <a:off x="4103938" y="9109336"/>
            <a:ext cx="3182576" cy="5082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type="none" w="lg" len="lg"/>
                <a:tailEnd type="none" w="med" len="lg"/>
              </a14:hiddenLine>
            </a:ext>
          </a:extLst>
        </p:spPr>
        <p:txBody>
          <a:bodyPr lIns="100883" tIns="50441" rIns="100883" bIns="50441" anchor="b"/>
          <a:lstStyle>
            <a:lvl1pPr defTabSz="965200">
              <a:defRPr i="1">
                <a:solidFill>
                  <a:schemeClr val="tx1"/>
                </a:solidFill>
                <a:latin typeface="Times New Roman" pitchFamily="18" charset="0"/>
              </a:defRPr>
            </a:lvl1pPr>
            <a:lvl2pPr marL="742950" indent="-285750" defTabSz="965200">
              <a:defRPr i="1">
                <a:solidFill>
                  <a:schemeClr val="tx1"/>
                </a:solidFill>
                <a:latin typeface="Times New Roman" pitchFamily="18" charset="0"/>
              </a:defRPr>
            </a:lvl2pPr>
            <a:lvl3pPr marL="1143000" indent="-228600" defTabSz="965200">
              <a:defRPr i="1">
                <a:solidFill>
                  <a:schemeClr val="tx1"/>
                </a:solidFill>
                <a:latin typeface="Times New Roman" pitchFamily="18" charset="0"/>
              </a:defRPr>
            </a:lvl3pPr>
            <a:lvl4pPr marL="1600200" indent="-228600" defTabSz="965200">
              <a:defRPr i="1">
                <a:solidFill>
                  <a:schemeClr val="tx1"/>
                </a:solidFill>
                <a:latin typeface="Times New Roman" pitchFamily="18" charset="0"/>
              </a:defRPr>
            </a:lvl4pPr>
            <a:lvl5pPr marL="2057400" indent="-228600" defTabSz="965200">
              <a:defRPr i="1">
                <a:solidFill>
                  <a:schemeClr val="tx1"/>
                </a:solidFill>
                <a:latin typeface="Times New Roman" pitchFamily="18" charset="0"/>
              </a:defRPr>
            </a:lvl5pPr>
            <a:lvl6pPr marL="2514600" indent="-228600" algn="ctr" defTabSz="965200" eaLnBrk="0" fontAlgn="base" hangingPunct="0">
              <a:spcBef>
                <a:spcPct val="0"/>
              </a:spcBef>
              <a:spcAft>
                <a:spcPct val="0"/>
              </a:spcAft>
              <a:defRPr i="1">
                <a:solidFill>
                  <a:schemeClr val="tx1"/>
                </a:solidFill>
                <a:latin typeface="Times New Roman" pitchFamily="18" charset="0"/>
              </a:defRPr>
            </a:lvl6pPr>
            <a:lvl7pPr marL="2971800" indent="-228600" algn="ctr" defTabSz="965200" eaLnBrk="0" fontAlgn="base" hangingPunct="0">
              <a:spcBef>
                <a:spcPct val="0"/>
              </a:spcBef>
              <a:spcAft>
                <a:spcPct val="0"/>
              </a:spcAft>
              <a:defRPr i="1">
                <a:solidFill>
                  <a:schemeClr val="tx1"/>
                </a:solidFill>
                <a:latin typeface="Times New Roman" pitchFamily="18" charset="0"/>
              </a:defRPr>
            </a:lvl7pPr>
            <a:lvl8pPr marL="3429000" indent="-228600" algn="ctr" defTabSz="965200" eaLnBrk="0" fontAlgn="base" hangingPunct="0">
              <a:spcBef>
                <a:spcPct val="0"/>
              </a:spcBef>
              <a:spcAft>
                <a:spcPct val="0"/>
              </a:spcAft>
              <a:defRPr i="1">
                <a:solidFill>
                  <a:schemeClr val="tx1"/>
                </a:solidFill>
                <a:latin typeface="Times New Roman" pitchFamily="18" charset="0"/>
              </a:defRPr>
            </a:lvl8pPr>
            <a:lvl9pPr marL="3886200" indent="-228600" algn="ctr" defTabSz="965200" eaLnBrk="0" fontAlgn="base" hangingPunct="0">
              <a:spcBef>
                <a:spcPct val="0"/>
              </a:spcBef>
              <a:spcAft>
                <a:spcPct val="0"/>
              </a:spcAft>
              <a:defRPr i="1">
                <a:solidFill>
                  <a:schemeClr val="tx1"/>
                </a:solidFill>
                <a:latin typeface="Times New Roman" pitchFamily="18" charset="0"/>
              </a:defRPr>
            </a:lvl9pPr>
          </a:lstStyle>
          <a:p>
            <a:pPr algn="r"/>
            <a:fld id="{1E495751-2B3D-4123-8AE2-79695640C0AD}" type="slidenum">
              <a:rPr lang="en-US" sz="1400" i="0"/>
              <a:pPr algn="r"/>
              <a:t>182</a:t>
            </a:fld>
            <a:endParaRPr lang="en-US" sz="1400" i="0"/>
          </a:p>
        </p:txBody>
      </p:sp>
      <p:sp>
        <p:nvSpPr>
          <p:cNvPr id="150531" name="Rectangle 2"/>
          <p:cNvSpPr>
            <a:spLocks noGrp="1" noRot="1" noChangeAspect="1" noChangeArrowheads="1" noTextEdit="1"/>
          </p:cNvSpPr>
          <p:nvPr>
            <p:ph type="sldImg"/>
          </p:nvPr>
        </p:nvSpPr>
        <p:spPr>
          <a:ln/>
        </p:spPr>
      </p:sp>
      <p:sp>
        <p:nvSpPr>
          <p:cNvPr id="150532" name="Rectangle 3"/>
          <p:cNvSpPr>
            <a:spLocks noGrp="1" noChangeArrowheads="1"/>
          </p:cNvSpPr>
          <p:nvPr>
            <p:ph type="body" idx="1"/>
          </p:nvPr>
        </p:nvSpPr>
        <p:spPr>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type="none" w="lg" len="lg"/>
                <a:tailEnd type="none" w="med" len="lg"/>
              </a14:hiddenLine>
            </a:ext>
          </a:extLst>
        </p:spPr>
        <p:txBody>
          <a:bodyPr/>
          <a:lstStyle/>
          <a:p>
            <a:r>
              <a:rPr lang="en-US"/>
              <a:t>This slide and next illustrate how we solve this for every hour, in sequence, so we also properly handle storage.</a:t>
            </a:r>
          </a:p>
        </p:txBody>
      </p:sp>
    </p:spTree>
    <p:extLst>
      <p:ext uri="{BB962C8B-B14F-4D97-AF65-F5344CB8AC3E}">
        <p14:creationId xmlns:p14="http://schemas.microsoft.com/office/powerpoint/2010/main" val="2480277060"/>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0530" name="Rectangle 7"/>
          <p:cNvSpPr txBox="1">
            <a:spLocks noGrp="1" noChangeArrowheads="1"/>
          </p:cNvSpPr>
          <p:nvPr/>
        </p:nvSpPr>
        <p:spPr bwMode="auto">
          <a:xfrm>
            <a:off x="4103938" y="9109336"/>
            <a:ext cx="3182576" cy="5082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type="none" w="lg" len="lg"/>
                <a:tailEnd type="none" w="med" len="lg"/>
              </a14:hiddenLine>
            </a:ext>
          </a:extLst>
        </p:spPr>
        <p:txBody>
          <a:bodyPr lIns="100883" tIns="50441" rIns="100883" bIns="50441" anchor="b"/>
          <a:lstStyle>
            <a:lvl1pPr defTabSz="965200">
              <a:defRPr i="1">
                <a:solidFill>
                  <a:schemeClr val="tx1"/>
                </a:solidFill>
                <a:latin typeface="Times New Roman" pitchFamily="18" charset="0"/>
              </a:defRPr>
            </a:lvl1pPr>
            <a:lvl2pPr marL="742950" indent="-285750" defTabSz="965200">
              <a:defRPr i="1">
                <a:solidFill>
                  <a:schemeClr val="tx1"/>
                </a:solidFill>
                <a:latin typeface="Times New Roman" pitchFamily="18" charset="0"/>
              </a:defRPr>
            </a:lvl2pPr>
            <a:lvl3pPr marL="1143000" indent="-228600" defTabSz="965200">
              <a:defRPr i="1">
                <a:solidFill>
                  <a:schemeClr val="tx1"/>
                </a:solidFill>
                <a:latin typeface="Times New Roman" pitchFamily="18" charset="0"/>
              </a:defRPr>
            </a:lvl3pPr>
            <a:lvl4pPr marL="1600200" indent="-228600" defTabSz="965200">
              <a:defRPr i="1">
                <a:solidFill>
                  <a:schemeClr val="tx1"/>
                </a:solidFill>
                <a:latin typeface="Times New Roman" pitchFamily="18" charset="0"/>
              </a:defRPr>
            </a:lvl4pPr>
            <a:lvl5pPr marL="2057400" indent="-228600" defTabSz="965200">
              <a:defRPr i="1">
                <a:solidFill>
                  <a:schemeClr val="tx1"/>
                </a:solidFill>
                <a:latin typeface="Times New Roman" pitchFamily="18" charset="0"/>
              </a:defRPr>
            </a:lvl5pPr>
            <a:lvl6pPr marL="2514600" indent="-228600" algn="ctr" defTabSz="965200" eaLnBrk="0" fontAlgn="base" hangingPunct="0">
              <a:spcBef>
                <a:spcPct val="0"/>
              </a:spcBef>
              <a:spcAft>
                <a:spcPct val="0"/>
              </a:spcAft>
              <a:defRPr i="1">
                <a:solidFill>
                  <a:schemeClr val="tx1"/>
                </a:solidFill>
                <a:latin typeface="Times New Roman" pitchFamily="18" charset="0"/>
              </a:defRPr>
            </a:lvl6pPr>
            <a:lvl7pPr marL="2971800" indent="-228600" algn="ctr" defTabSz="965200" eaLnBrk="0" fontAlgn="base" hangingPunct="0">
              <a:spcBef>
                <a:spcPct val="0"/>
              </a:spcBef>
              <a:spcAft>
                <a:spcPct val="0"/>
              </a:spcAft>
              <a:defRPr i="1">
                <a:solidFill>
                  <a:schemeClr val="tx1"/>
                </a:solidFill>
                <a:latin typeface="Times New Roman" pitchFamily="18" charset="0"/>
              </a:defRPr>
            </a:lvl7pPr>
            <a:lvl8pPr marL="3429000" indent="-228600" algn="ctr" defTabSz="965200" eaLnBrk="0" fontAlgn="base" hangingPunct="0">
              <a:spcBef>
                <a:spcPct val="0"/>
              </a:spcBef>
              <a:spcAft>
                <a:spcPct val="0"/>
              </a:spcAft>
              <a:defRPr i="1">
                <a:solidFill>
                  <a:schemeClr val="tx1"/>
                </a:solidFill>
                <a:latin typeface="Times New Roman" pitchFamily="18" charset="0"/>
              </a:defRPr>
            </a:lvl8pPr>
            <a:lvl9pPr marL="3886200" indent="-228600" algn="ctr" defTabSz="965200" eaLnBrk="0" fontAlgn="base" hangingPunct="0">
              <a:spcBef>
                <a:spcPct val="0"/>
              </a:spcBef>
              <a:spcAft>
                <a:spcPct val="0"/>
              </a:spcAft>
              <a:defRPr i="1">
                <a:solidFill>
                  <a:schemeClr val="tx1"/>
                </a:solidFill>
                <a:latin typeface="Times New Roman" pitchFamily="18" charset="0"/>
              </a:defRPr>
            </a:lvl9pPr>
          </a:lstStyle>
          <a:p>
            <a:pPr algn="r"/>
            <a:fld id="{1E495751-2B3D-4123-8AE2-79695640C0AD}" type="slidenum">
              <a:rPr lang="en-US" sz="1400" i="0"/>
              <a:pPr algn="r"/>
              <a:t>183</a:t>
            </a:fld>
            <a:endParaRPr lang="en-US" sz="1400" i="0"/>
          </a:p>
        </p:txBody>
      </p:sp>
      <p:sp>
        <p:nvSpPr>
          <p:cNvPr id="150531" name="Rectangle 2"/>
          <p:cNvSpPr>
            <a:spLocks noGrp="1" noRot="1" noChangeAspect="1" noChangeArrowheads="1" noTextEdit="1"/>
          </p:cNvSpPr>
          <p:nvPr>
            <p:ph type="sldImg"/>
          </p:nvPr>
        </p:nvSpPr>
        <p:spPr>
          <a:ln/>
        </p:spPr>
      </p:sp>
      <p:sp>
        <p:nvSpPr>
          <p:cNvPr id="150532" name="Rectangle 3"/>
          <p:cNvSpPr>
            <a:spLocks noGrp="1" noChangeArrowheads="1"/>
          </p:cNvSpPr>
          <p:nvPr>
            <p:ph type="body" idx="1"/>
          </p:nvPr>
        </p:nvSpPr>
        <p:spPr>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type="none" w="lg" len="lg"/>
                <a:tailEnd type="none" w="med" len="lg"/>
              </a14:hiddenLine>
            </a:ext>
          </a:extLst>
        </p:spPr>
        <p:txBody>
          <a:bodyPr/>
          <a:lstStyle/>
          <a:p>
            <a:r>
              <a:rPr lang="en-US"/>
              <a:t>This slide and next illustrate how we solve this for every hour, in sequence, so we also properly handle storage.</a:t>
            </a:r>
          </a:p>
        </p:txBody>
      </p:sp>
    </p:spTree>
    <p:extLst>
      <p:ext uri="{BB962C8B-B14F-4D97-AF65-F5344CB8AC3E}">
        <p14:creationId xmlns:p14="http://schemas.microsoft.com/office/powerpoint/2010/main" val="753394648"/>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0530" name="Rectangle 7"/>
          <p:cNvSpPr txBox="1">
            <a:spLocks noGrp="1" noChangeArrowheads="1"/>
          </p:cNvSpPr>
          <p:nvPr/>
        </p:nvSpPr>
        <p:spPr bwMode="auto">
          <a:xfrm>
            <a:off x="4103938" y="9109336"/>
            <a:ext cx="3182576" cy="5082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type="none" w="lg" len="lg"/>
                <a:tailEnd type="none" w="med" len="lg"/>
              </a14:hiddenLine>
            </a:ext>
          </a:extLst>
        </p:spPr>
        <p:txBody>
          <a:bodyPr lIns="100883" tIns="50441" rIns="100883" bIns="50441" anchor="b"/>
          <a:lstStyle>
            <a:lvl1pPr defTabSz="965200">
              <a:defRPr i="1">
                <a:solidFill>
                  <a:schemeClr val="tx1"/>
                </a:solidFill>
                <a:latin typeface="Times New Roman" pitchFamily="18" charset="0"/>
              </a:defRPr>
            </a:lvl1pPr>
            <a:lvl2pPr marL="742950" indent="-285750" defTabSz="965200">
              <a:defRPr i="1">
                <a:solidFill>
                  <a:schemeClr val="tx1"/>
                </a:solidFill>
                <a:latin typeface="Times New Roman" pitchFamily="18" charset="0"/>
              </a:defRPr>
            </a:lvl2pPr>
            <a:lvl3pPr marL="1143000" indent="-228600" defTabSz="965200">
              <a:defRPr i="1">
                <a:solidFill>
                  <a:schemeClr val="tx1"/>
                </a:solidFill>
                <a:latin typeface="Times New Roman" pitchFamily="18" charset="0"/>
              </a:defRPr>
            </a:lvl3pPr>
            <a:lvl4pPr marL="1600200" indent="-228600" defTabSz="965200">
              <a:defRPr i="1">
                <a:solidFill>
                  <a:schemeClr val="tx1"/>
                </a:solidFill>
                <a:latin typeface="Times New Roman" pitchFamily="18" charset="0"/>
              </a:defRPr>
            </a:lvl4pPr>
            <a:lvl5pPr marL="2057400" indent="-228600" defTabSz="965200">
              <a:defRPr i="1">
                <a:solidFill>
                  <a:schemeClr val="tx1"/>
                </a:solidFill>
                <a:latin typeface="Times New Roman" pitchFamily="18" charset="0"/>
              </a:defRPr>
            </a:lvl5pPr>
            <a:lvl6pPr marL="2514600" indent="-228600" algn="ctr" defTabSz="965200" eaLnBrk="0" fontAlgn="base" hangingPunct="0">
              <a:spcBef>
                <a:spcPct val="0"/>
              </a:spcBef>
              <a:spcAft>
                <a:spcPct val="0"/>
              </a:spcAft>
              <a:defRPr i="1">
                <a:solidFill>
                  <a:schemeClr val="tx1"/>
                </a:solidFill>
                <a:latin typeface="Times New Roman" pitchFamily="18" charset="0"/>
              </a:defRPr>
            </a:lvl6pPr>
            <a:lvl7pPr marL="2971800" indent="-228600" algn="ctr" defTabSz="965200" eaLnBrk="0" fontAlgn="base" hangingPunct="0">
              <a:spcBef>
                <a:spcPct val="0"/>
              </a:spcBef>
              <a:spcAft>
                <a:spcPct val="0"/>
              </a:spcAft>
              <a:defRPr i="1">
                <a:solidFill>
                  <a:schemeClr val="tx1"/>
                </a:solidFill>
                <a:latin typeface="Times New Roman" pitchFamily="18" charset="0"/>
              </a:defRPr>
            </a:lvl7pPr>
            <a:lvl8pPr marL="3429000" indent="-228600" algn="ctr" defTabSz="965200" eaLnBrk="0" fontAlgn="base" hangingPunct="0">
              <a:spcBef>
                <a:spcPct val="0"/>
              </a:spcBef>
              <a:spcAft>
                <a:spcPct val="0"/>
              </a:spcAft>
              <a:defRPr i="1">
                <a:solidFill>
                  <a:schemeClr val="tx1"/>
                </a:solidFill>
                <a:latin typeface="Times New Roman" pitchFamily="18" charset="0"/>
              </a:defRPr>
            </a:lvl8pPr>
            <a:lvl9pPr marL="3886200" indent="-228600" algn="ctr" defTabSz="965200" eaLnBrk="0" fontAlgn="base" hangingPunct="0">
              <a:spcBef>
                <a:spcPct val="0"/>
              </a:spcBef>
              <a:spcAft>
                <a:spcPct val="0"/>
              </a:spcAft>
              <a:defRPr i="1">
                <a:solidFill>
                  <a:schemeClr val="tx1"/>
                </a:solidFill>
                <a:latin typeface="Times New Roman" pitchFamily="18" charset="0"/>
              </a:defRPr>
            </a:lvl9pPr>
          </a:lstStyle>
          <a:p>
            <a:pPr algn="r"/>
            <a:fld id="{1E495751-2B3D-4123-8AE2-79695640C0AD}" type="slidenum">
              <a:rPr lang="en-US" sz="1400" i="0"/>
              <a:pPr algn="r"/>
              <a:t>184</a:t>
            </a:fld>
            <a:endParaRPr lang="en-US" sz="1400" i="0"/>
          </a:p>
        </p:txBody>
      </p:sp>
      <p:sp>
        <p:nvSpPr>
          <p:cNvPr id="150531" name="Rectangle 2"/>
          <p:cNvSpPr>
            <a:spLocks noGrp="1" noRot="1" noChangeAspect="1" noChangeArrowheads="1" noTextEdit="1"/>
          </p:cNvSpPr>
          <p:nvPr>
            <p:ph type="sldImg"/>
          </p:nvPr>
        </p:nvSpPr>
        <p:spPr>
          <a:ln/>
        </p:spPr>
      </p:sp>
      <p:sp>
        <p:nvSpPr>
          <p:cNvPr id="150532" name="Rectangle 3"/>
          <p:cNvSpPr>
            <a:spLocks noGrp="1" noChangeArrowheads="1"/>
          </p:cNvSpPr>
          <p:nvPr>
            <p:ph type="body" idx="1"/>
          </p:nvPr>
        </p:nvSpPr>
        <p:spPr>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type="none" w="lg" len="lg"/>
                <a:tailEnd type="none" w="med" len="lg"/>
              </a14:hiddenLine>
            </a:ext>
          </a:extLst>
        </p:spPr>
        <p:txBody>
          <a:bodyPr/>
          <a:lstStyle/>
          <a:p>
            <a:r>
              <a:rPr lang="en-US"/>
              <a:t>This slide and next illustrate how we solve this for every hour, in sequence, so we also properly handle storage.</a:t>
            </a:r>
          </a:p>
        </p:txBody>
      </p:sp>
    </p:spTree>
    <p:extLst>
      <p:ext uri="{BB962C8B-B14F-4D97-AF65-F5344CB8AC3E}">
        <p14:creationId xmlns:p14="http://schemas.microsoft.com/office/powerpoint/2010/main" val="680816154"/>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A446574B-267C-4863-908E-7B087447B043}" type="slidenum">
              <a:rPr lang="en-US" altLang="en-US"/>
              <a:pPr/>
              <a:t>185</a:t>
            </a:fld>
            <a:endParaRPr lang="en-US" altLang="en-US"/>
          </a:p>
        </p:txBody>
      </p:sp>
      <p:sp>
        <p:nvSpPr>
          <p:cNvPr id="2411522" name="Rectangle 2"/>
          <p:cNvSpPr>
            <a:spLocks noGrp="1" noRot="1" noChangeAspect="1" noChangeArrowheads="1" noTextEdit="1"/>
          </p:cNvSpPr>
          <p:nvPr>
            <p:ph type="sldImg"/>
          </p:nvPr>
        </p:nvSpPr>
        <p:spPr>
          <a:ln/>
        </p:spPr>
      </p:sp>
      <p:sp>
        <p:nvSpPr>
          <p:cNvPr id="2411523" name="Rectangle 3"/>
          <p:cNvSpPr>
            <a:spLocks noGrp="1" noChangeArrowheads="1"/>
          </p:cNvSpPr>
          <p:nvPr>
            <p:ph type="body" idx="1"/>
          </p:nvPr>
        </p:nvSpPr>
        <p:spPr/>
        <p:txBody>
          <a:bodyPr/>
          <a:lstStyle/>
          <a:p>
            <a:endParaRPr lang="en-US" altLang="en-US"/>
          </a:p>
        </p:txBody>
      </p:sp>
    </p:spTree>
    <p:extLst>
      <p:ext uri="{BB962C8B-B14F-4D97-AF65-F5344CB8AC3E}">
        <p14:creationId xmlns:p14="http://schemas.microsoft.com/office/powerpoint/2010/main" val="957076620"/>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42" name="Rectangle 2"/>
          <p:cNvSpPr>
            <a:spLocks noGrp="1" noRot="1" noChangeAspect="1" noChangeArrowheads="1" noTextEdit="1"/>
          </p:cNvSpPr>
          <p:nvPr>
            <p:ph type="sldImg"/>
          </p:nvPr>
        </p:nvSpPr>
        <p:spPr>
          <a:ln/>
        </p:spPr>
      </p:sp>
      <p:sp>
        <p:nvSpPr>
          <p:cNvPr id="317443" name="Rectangle 3"/>
          <p:cNvSpPr>
            <a:spLocks noGrp="1" noChangeArrowheads="1"/>
          </p:cNvSpPr>
          <p:nvPr>
            <p:ph type="body" idx="1"/>
          </p:nvPr>
        </p:nvSpPr>
        <p:spPr>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type="none" w="lg" len="lg"/>
                <a:tailEnd type="none" w="med" len="lg"/>
              </a14:hiddenLine>
            </a:ext>
          </a:extLst>
        </p:spPr>
        <p:txBody>
          <a:bodyPr/>
          <a:lstStyle/>
          <a:p>
            <a:endParaRPr lang="en-US"/>
          </a:p>
        </p:txBody>
      </p:sp>
    </p:spTree>
    <p:extLst>
      <p:ext uri="{BB962C8B-B14F-4D97-AF65-F5344CB8AC3E}">
        <p14:creationId xmlns:p14="http://schemas.microsoft.com/office/powerpoint/2010/main" val="3080988065"/>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2">
          <a:extLst>
            <a:ext uri="{FF2B5EF4-FFF2-40B4-BE49-F238E27FC236}">
              <a16:creationId xmlns:a16="http://schemas.microsoft.com/office/drawing/2014/main" id="{9E3544DA-53A1-6360-F0B9-560F905A7154}"/>
            </a:ext>
          </a:extLst>
        </p:cNvPr>
        <p:cNvGrpSpPr/>
        <p:nvPr/>
      </p:nvGrpSpPr>
      <p:grpSpPr>
        <a:xfrm>
          <a:off x="0" y="0"/>
          <a:ext cx="0" cy="0"/>
          <a:chOff x="0" y="0"/>
          <a:chExt cx="0" cy="0"/>
        </a:xfrm>
      </p:grpSpPr>
      <p:sp>
        <p:nvSpPr>
          <p:cNvPr id="243" name="Google Shape;243;p8:notes">
            <a:extLst>
              <a:ext uri="{FF2B5EF4-FFF2-40B4-BE49-F238E27FC236}">
                <a16:creationId xmlns:a16="http://schemas.microsoft.com/office/drawing/2014/main" id="{019621FE-6D3C-3E4C-26CD-7E6F136EEE39}"/>
              </a:ext>
            </a:extLst>
          </p:cNvPr>
          <p:cNvSpPr txBox="1">
            <a:spLocks noGrp="1"/>
          </p:cNvSpPr>
          <p:nvPr>
            <p:ph type="body" idx="1"/>
          </p:nvPr>
        </p:nvSpPr>
        <p:spPr>
          <a:xfrm>
            <a:off x="975668" y="4455180"/>
            <a:ext cx="5205090" cy="4205254"/>
          </a:xfrm>
          <a:prstGeom prst="rect">
            <a:avLst/>
          </a:prstGeom>
        </p:spPr>
        <p:txBody>
          <a:bodyPr spcFirstLastPara="1" wrap="square" lIns="98345" tIns="49160" rIns="98345" bIns="49160" anchor="t" anchorCtr="0">
            <a:noAutofit/>
          </a:bodyPr>
          <a:lstStyle/>
          <a:p>
            <a:pPr marL="0" indent="0">
              <a:spcBef>
                <a:spcPts val="365"/>
              </a:spcBef>
            </a:pPr>
            <a:endParaRPr dirty="0"/>
          </a:p>
        </p:txBody>
      </p:sp>
      <p:sp>
        <p:nvSpPr>
          <p:cNvPr id="244" name="Google Shape;244;p8:notes">
            <a:extLst>
              <a:ext uri="{FF2B5EF4-FFF2-40B4-BE49-F238E27FC236}">
                <a16:creationId xmlns:a16="http://schemas.microsoft.com/office/drawing/2014/main" id="{64D5312B-87D2-8864-C3D5-D26B4C09145B}"/>
              </a:ext>
            </a:extLst>
          </p:cNvPr>
          <p:cNvSpPr>
            <a:spLocks noGrp="1" noRot="1" noChangeAspect="1"/>
          </p:cNvSpPr>
          <p:nvPr>
            <p:ph type="sldImg" idx="2"/>
          </p:nvPr>
        </p:nvSpPr>
        <p:spPr>
          <a:xfrm>
            <a:off x="496888" y="741363"/>
            <a:ext cx="6164262" cy="3467100"/>
          </a:xfrm>
          <a:custGeom>
            <a:avLst/>
            <a:gdLst/>
            <a:ahLst/>
            <a:cxnLst/>
            <a:rect l="l" t="t" r="r" b="b"/>
            <a:pathLst>
              <a:path w="120000" h="120000" extrusionOk="0">
                <a:moveTo>
                  <a:pt x="0" y="0"/>
                </a:moveTo>
                <a:lnTo>
                  <a:pt x="120000" y="0"/>
                </a:lnTo>
                <a:lnTo>
                  <a:pt x="120000" y="120000"/>
                </a:lnTo>
                <a:lnTo>
                  <a:pt x="0" y="120000"/>
                </a:lnTo>
                <a:close/>
              </a:path>
            </a:pathLst>
          </a:custGeom>
        </p:spPr>
      </p:sp>
    </p:spTree>
    <p:extLst>
      <p:ext uri="{BB962C8B-B14F-4D97-AF65-F5344CB8AC3E}">
        <p14:creationId xmlns:p14="http://schemas.microsoft.com/office/powerpoint/2010/main" val="3797502824"/>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5F1D7D62-DDF3-4D31-97C1-79BEF3DE8B20}" type="slidenum">
              <a:rPr lang="en-US" altLang="en-US"/>
              <a:pPr/>
              <a:t>190</a:t>
            </a:fld>
            <a:endParaRPr lang="en-US" altLang="en-US"/>
          </a:p>
        </p:txBody>
      </p:sp>
      <p:sp>
        <p:nvSpPr>
          <p:cNvPr id="2545666" name="Rectangle 2"/>
          <p:cNvSpPr>
            <a:spLocks noGrp="1" noRot="1" noChangeAspect="1" noChangeArrowheads="1" noTextEdit="1"/>
          </p:cNvSpPr>
          <p:nvPr>
            <p:ph type="sldImg"/>
          </p:nvPr>
        </p:nvSpPr>
        <p:spPr>
          <a:ln/>
        </p:spPr>
      </p:sp>
      <p:sp>
        <p:nvSpPr>
          <p:cNvPr id="2545667" name="Rectangle 3"/>
          <p:cNvSpPr>
            <a:spLocks noGrp="1" noChangeArrowheads="1"/>
          </p:cNvSpPr>
          <p:nvPr>
            <p:ph type="body" idx="1"/>
          </p:nvPr>
        </p:nvSpPr>
        <p:spPr/>
        <p:txBody>
          <a:bodyPr/>
          <a:lstStyle/>
          <a:p>
            <a:endParaRPr lang="en-US" altLang="en-US" dirty="0"/>
          </a:p>
        </p:txBody>
      </p:sp>
    </p:spTree>
    <p:extLst>
      <p:ext uri="{BB962C8B-B14F-4D97-AF65-F5344CB8AC3E}">
        <p14:creationId xmlns:p14="http://schemas.microsoft.com/office/powerpoint/2010/main" val="3961018780"/>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5F1D7D62-DDF3-4D31-97C1-79BEF3DE8B20}" type="slidenum">
              <a:rPr lang="en-US" altLang="en-US"/>
              <a:pPr/>
              <a:t>191</a:t>
            </a:fld>
            <a:endParaRPr lang="en-US" altLang="en-US"/>
          </a:p>
        </p:txBody>
      </p:sp>
      <p:sp>
        <p:nvSpPr>
          <p:cNvPr id="2545666" name="Rectangle 2"/>
          <p:cNvSpPr>
            <a:spLocks noGrp="1" noRot="1" noChangeAspect="1" noChangeArrowheads="1" noTextEdit="1"/>
          </p:cNvSpPr>
          <p:nvPr>
            <p:ph type="sldImg"/>
          </p:nvPr>
        </p:nvSpPr>
        <p:spPr>
          <a:ln/>
        </p:spPr>
      </p:sp>
      <p:sp>
        <p:nvSpPr>
          <p:cNvPr id="2545667" name="Rectangle 3"/>
          <p:cNvSpPr>
            <a:spLocks noGrp="1" noChangeArrowheads="1"/>
          </p:cNvSpPr>
          <p:nvPr>
            <p:ph type="body" idx="1"/>
          </p:nvPr>
        </p:nvSpPr>
        <p:spPr/>
        <p:txBody>
          <a:bodyPr/>
          <a:lstStyle/>
          <a:p>
            <a:endParaRPr lang="en-US" altLang="en-US"/>
          </a:p>
        </p:txBody>
      </p:sp>
    </p:spTree>
    <p:extLst>
      <p:ext uri="{BB962C8B-B14F-4D97-AF65-F5344CB8AC3E}">
        <p14:creationId xmlns:p14="http://schemas.microsoft.com/office/powerpoint/2010/main" val="3512059850"/>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5F1D7D62-DDF3-4D31-97C1-79BEF3DE8B20}" type="slidenum">
              <a:rPr lang="en-US" altLang="en-US"/>
              <a:pPr/>
              <a:t>192</a:t>
            </a:fld>
            <a:endParaRPr lang="en-US" altLang="en-US"/>
          </a:p>
        </p:txBody>
      </p:sp>
      <p:sp>
        <p:nvSpPr>
          <p:cNvPr id="2545666" name="Rectangle 2"/>
          <p:cNvSpPr>
            <a:spLocks noGrp="1" noRot="1" noChangeAspect="1" noChangeArrowheads="1" noTextEdit="1"/>
          </p:cNvSpPr>
          <p:nvPr>
            <p:ph type="sldImg"/>
          </p:nvPr>
        </p:nvSpPr>
        <p:spPr>
          <a:ln/>
        </p:spPr>
      </p:sp>
      <p:sp>
        <p:nvSpPr>
          <p:cNvPr id="2545667" name="Rectangle 3"/>
          <p:cNvSpPr>
            <a:spLocks noGrp="1" noChangeArrowheads="1"/>
          </p:cNvSpPr>
          <p:nvPr>
            <p:ph type="body" idx="1"/>
          </p:nvPr>
        </p:nvSpPr>
        <p:spPr/>
        <p:txBody>
          <a:bodyPr/>
          <a:lstStyle/>
          <a:p>
            <a:r>
              <a:rPr lang="en-US" altLang="en-US" dirty="0"/>
              <a:t> </a:t>
            </a:r>
          </a:p>
        </p:txBody>
      </p:sp>
    </p:spTree>
    <p:extLst>
      <p:ext uri="{BB962C8B-B14F-4D97-AF65-F5344CB8AC3E}">
        <p14:creationId xmlns:p14="http://schemas.microsoft.com/office/powerpoint/2010/main" val="2802755997"/>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5F1D7D62-DDF3-4D31-97C1-79BEF3DE8B20}" type="slidenum">
              <a:rPr lang="en-US" altLang="en-US"/>
              <a:pPr/>
              <a:t>193</a:t>
            </a:fld>
            <a:endParaRPr lang="en-US" altLang="en-US" dirty="0"/>
          </a:p>
        </p:txBody>
      </p:sp>
      <p:sp>
        <p:nvSpPr>
          <p:cNvPr id="2545666" name="Rectangle 2"/>
          <p:cNvSpPr>
            <a:spLocks noGrp="1" noRot="1" noChangeAspect="1" noChangeArrowheads="1" noTextEdit="1"/>
          </p:cNvSpPr>
          <p:nvPr>
            <p:ph type="sldImg"/>
          </p:nvPr>
        </p:nvSpPr>
        <p:spPr>
          <a:ln/>
        </p:spPr>
      </p:sp>
      <p:sp>
        <p:nvSpPr>
          <p:cNvPr id="2545667" name="Rectangle 3"/>
          <p:cNvSpPr>
            <a:spLocks noGrp="1" noChangeArrowheads="1"/>
          </p:cNvSpPr>
          <p:nvPr>
            <p:ph type="body" idx="1"/>
          </p:nvPr>
        </p:nvSpPr>
        <p:spPr/>
        <p:txBody>
          <a:bodyPr/>
          <a:lstStyle/>
          <a:p>
            <a:endParaRPr lang="en-US" altLang="en-US" dirty="0"/>
          </a:p>
        </p:txBody>
      </p:sp>
    </p:spTree>
    <p:extLst>
      <p:ext uri="{BB962C8B-B14F-4D97-AF65-F5344CB8AC3E}">
        <p14:creationId xmlns:p14="http://schemas.microsoft.com/office/powerpoint/2010/main" val="1081846904"/>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2B84576-39A1-970D-F099-8B336E162A9E}"/>
            </a:ext>
          </a:extLst>
        </p:cNvPr>
        <p:cNvGrpSpPr/>
        <p:nvPr/>
      </p:nvGrpSpPr>
      <p:grpSpPr>
        <a:xfrm>
          <a:off x="0" y="0"/>
          <a:ext cx="0" cy="0"/>
          <a:chOff x="0" y="0"/>
          <a:chExt cx="0" cy="0"/>
        </a:xfrm>
      </p:grpSpPr>
      <p:sp>
        <p:nvSpPr>
          <p:cNvPr id="209922" name="Rectangle 7">
            <a:extLst>
              <a:ext uri="{FF2B5EF4-FFF2-40B4-BE49-F238E27FC236}">
                <a16:creationId xmlns:a16="http://schemas.microsoft.com/office/drawing/2014/main" id="{A307DA1E-7111-14C8-0A65-BE673D7479B8}"/>
              </a:ext>
            </a:extLst>
          </p:cNvPr>
          <p:cNvSpPr>
            <a:spLocks noGrp="1" noChangeArrowheads="1"/>
          </p:cNvSpPr>
          <p:nvPr>
            <p:ph type="sldNum" sz="quarter" idx="5"/>
          </p:nvPr>
        </p:nvSpPr>
        <p:spPr>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type="none" w="lg" len="lg"/>
                <a:tailEnd type="none" w="med" len="lg"/>
              </a14:hiddenLine>
            </a:ext>
          </a:extLst>
        </p:spPr>
        <p:txBody>
          <a:bodyPr/>
          <a:lstStyle>
            <a:lvl1pPr defTabSz="1007768">
              <a:defRPr i="1">
                <a:solidFill>
                  <a:schemeClr val="tx1"/>
                </a:solidFill>
                <a:latin typeface="Times New Roman" pitchFamily="18" charset="0"/>
              </a:defRPr>
            </a:lvl1pPr>
            <a:lvl2pPr marL="742732" indent="-285666" defTabSz="1007768">
              <a:defRPr i="1">
                <a:solidFill>
                  <a:schemeClr val="tx1"/>
                </a:solidFill>
                <a:latin typeface="Times New Roman" pitchFamily="18" charset="0"/>
              </a:defRPr>
            </a:lvl2pPr>
            <a:lvl3pPr marL="1142666" indent="-228534" defTabSz="1007768">
              <a:defRPr i="1">
                <a:solidFill>
                  <a:schemeClr val="tx1"/>
                </a:solidFill>
                <a:latin typeface="Times New Roman" pitchFamily="18" charset="0"/>
              </a:defRPr>
            </a:lvl3pPr>
            <a:lvl4pPr marL="1599731" indent="-228534" defTabSz="1007768">
              <a:defRPr i="1">
                <a:solidFill>
                  <a:schemeClr val="tx1"/>
                </a:solidFill>
                <a:latin typeface="Times New Roman" pitchFamily="18" charset="0"/>
              </a:defRPr>
            </a:lvl4pPr>
            <a:lvl5pPr marL="2056798" indent="-228534" defTabSz="1007768">
              <a:defRPr i="1">
                <a:solidFill>
                  <a:schemeClr val="tx1"/>
                </a:solidFill>
                <a:latin typeface="Times New Roman" pitchFamily="18" charset="0"/>
              </a:defRPr>
            </a:lvl5pPr>
            <a:lvl6pPr marL="2513864" indent="-228534" algn="ctr" defTabSz="1007768" eaLnBrk="0" fontAlgn="base" hangingPunct="0">
              <a:spcBef>
                <a:spcPct val="0"/>
              </a:spcBef>
              <a:spcAft>
                <a:spcPct val="0"/>
              </a:spcAft>
              <a:defRPr i="1">
                <a:solidFill>
                  <a:schemeClr val="tx1"/>
                </a:solidFill>
                <a:latin typeface="Times New Roman" pitchFamily="18" charset="0"/>
              </a:defRPr>
            </a:lvl6pPr>
            <a:lvl7pPr marL="2970929" indent="-228534" algn="ctr" defTabSz="1007768" eaLnBrk="0" fontAlgn="base" hangingPunct="0">
              <a:spcBef>
                <a:spcPct val="0"/>
              </a:spcBef>
              <a:spcAft>
                <a:spcPct val="0"/>
              </a:spcAft>
              <a:defRPr i="1">
                <a:solidFill>
                  <a:schemeClr val="tx1"/>
                </a:solidFill>
                <a:latin typeface="Times New Roman" pitchFamily="18" charset="0"/>
              </a:defRPr>
            </a:lvl7pPr>
            <a:lvl8pPr marL="3427996" indent="-228534" algn="ctr" defTabSz="1007768" eaLnBrk="0" fontAlgn="base" hangingPunct="0">
              <a:spcBef>
                <a:spcPct val="0"/>
              </a:spcBef>
              <a:spcAft>
                <a:spcPct val="0"/>
              </a:spcAft>
              <a:defRPr i="1">
                <a:solidFill>
                  <a:schemeClr val="tx1"/>
                </a:solidFill>
                <a:latin typeface="Times New Roman" pitchFamily="18" charset="0"/>
              </a:defRPr>
            </a:lvl8pPr>
            <a:lvl9pPr marL="3885061" indent="-228534" algn="ctr" defTabSz="1007768" eaLnBrk="0" fontAlgn="base" hangingPunct="0">
              <a:spcBef>
                <a:spcPct val="0"/>
              </a:spcBef>
              <a:spcAft>
                <a:spcPct val="0"/>
              </a:spcAft>
              <a:defRPr i="1">
                <a:solidFill>
                  <a:schemeClr val="tx1"/>
                </a:solidFill>
                <a:latin typeface="Times New Roman" pitchFamily="18" charset="0"/>
              </a:defRPr>
            </a:lvl9pPr>
          </a:lstStyle>
          <a:p>
            <a:fld id="{0FCF907F-62DE-4D60-9D21-1B03D410810E}" type="slidenum">
              <a:rPr lang="en-US" i="0"/>
              <a:pPr/>
              <a:t>194</a:t>
            </a:fld>
            <a:endParaRPr lang="en-US" i="0"/>
          </a:p>
        </p:txBody>
      </p:sp>
      <p:sp>
        <p:nvSpPr>
          <p:cNvPr id="209923" name="Rectangle 2">
            <a:extLst>
              <a:ext uri="{FF2B5EF4-FFF2-40B4-BE49-F238E27FC236}">
                <a16:creationId xmlns:a16="http://schemas.microsoft.com/office/drawing/2014/main" id="{F9A49E32-EA06-6997-C286-4741F47C629E}"/>
              </a:ext>
            </a:extLst>
          </p:cNvPr>
          <p:cNvSpPr>
            <a:spLocks noGrp="1" noRot="1" noChangeAspect="1" noChangeArrowheads="1" noTextEdit="1"/>
          </p:cNvSpPr>
          <p:nvPr>
            <p:ph type="sldImg"/>
          </p:nvPr>
        </p:nvSpPr>
        <p:spPr>
          <a:ln/>
        </p:spPr>
      </p:sp>
      <p:sp>
        <p:nvSpPr>
          <p:cNvPr id="209924" name="Rectangle 3">
            <a:extLst>
              <a:ext uri="{FF2B5EF4-FFF2-40B4-BE49-F238E27FC236}">
                <a16:creationId xmlns:a16="http://schemas.microsoft.com/office/drawing/2014/main" id="{9C1751BF-EA16-74EE-D8A7-5C33C2076107}"/>
              </a:ext>
            </a:extLst>
          </p:cNvPr>
          <p:cNvSpPr>
            <a:spLocks noGrp="1" noChangeArrowheads="1"/>
          </p:cNvSpPr>
          <p:nvPr>
            <p:ph type="body" idx="1"/>
          </p:nvPr>
        </p:nvSpPr>
        <p:spPr>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type="none" w="lg" len="lg"/>
                <a:tailEnd type="none" w="med" len="lg"/>
              </a14:hiddenLine>
            </a:ext>
          </a:extLst>
        </p:spPr>
        <p:txBody>
          <a:bodyPr/>
          <a:lstStyle/>
          <a:p>
            <a:endParaRPr lang="en-US"/>
          </a:p>
        </p:txBody>
      </p:sp>
    </p:spTree>
    <p:extLst>
      <p:ext uri="{BB962C8B-B14F-4D97-AF65-F5344CB8AC3E}">
        <p14:creationId xmlns:p14="http://schemas.microsoft.com/office/powerpoint/2010/main" val="3456207662"/>
      </p:ext>
    </p:extLst>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3808B63-1CAA-779F-F62E-653010966C27}"/>
            </a:ext>
          </a:extLst>
        </p:cNvPr>
        <p:cNvGrpSpPr/>
        <p:nvPr/>
      </p:nvGrpSpPr>
      <p:grpSpPr>
        <a:xfrm>
          <a:off x="0" y="0"/>
          <a:ext cx="0" cy="0"/>
          <a:chOff x="0" y="0"/>
          <a:chExt cx="0" cy="0"/>
        </a:xfrm>
      </p:grpSpPr>
      <p:sp>
        <p:nvSpPr>
          <p:cNvPr id="209922" name="Rectangle 7">
            <a:extLst>
              <a:ext uri="{FF2B5EF4-FFF2-40B4-BE49-F238E27FC236}">
                <a16:creationId xmlns:a16="http://schemas.microsoft.com/office/drawing/2014/main" id="{DA090BF3-B32C-5862-24B2-F6D99D67A53E}"/>
              </a:ext>
            </a:extLst>
          </p:cNvPr>
          <p:cNvSpPr>
            <a:spLocks noGrp="1" noChangeArrowheads="1"/>
          </p:cNvSpPr>
          <p:nvPr>
            <p:ph type="sldNum" sz="quarter" idx="5"/>
          </p:nvPr>
        </p:nvSpPr>
        <p:spPr>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type="none" w="lg" len="lg"/>
                <a:tailEnd type="none" w="med" len="lg"/>
              </a14:hiddenLine>
            </a:ext>
          </a:extLst>
        </p:spPr>
        <p:txBody>
          <a:bodyPr/>
          <a:lstStyle>
            <a:lvl1pPr defTabSz="1007768">
              <a:defRPr i="1">
                <a:solidFill>
                  <a:schemeClr val="tx1"/>
                </a:solidFill>
                <a:latin typeface="Times New Roman" pitchFamily="18" charset="0"/>
              </a:defRPr>
            </a:lvl1pPr>
            <a:lvl2pPr marL="742732" indent="-285666" defTabSz="1007768">
              <a:defRPr i="1">
                <a:solidFill>
                  <a:schemeClr val="tx1"/>
                </a:solidFill>
                <a:latin typeface="Times New Roman" pitchFamily="18" charset="0"/>
              </a:defRPr>
            </a:lvl2pPr>
            <a:lvl3pPr marL="1142666" indent="-228534" defTabSz="1007768">
              <a:defRPr i="1">
                <a:solidFill>
                  <a:schemeClr val="tx1"/>
                </a:solidFill>
                <a:latin typeface="Times New Roman" pitchFamily="18" charset="0"/>
              </a:defRPr>
            </a:lvl3pPr>
            <a:lvl4pPr marL="1599731" indent="-228534" defTabSz="1007768">
              <a:defRPr i="1">
                <a:solidFill>
                  <a:schemeClr val="tx1"/>
                </a:solidFill>
                <a:latin typeface="Times New Roman" pitchFamily="18" charset="0"/>
              </a:defRPr>
            </a:lvl4pPr>
            <a:lvl5pPr marL="2056798" indent="-228534" defTabSz="1007768">
              <a:defRPr i="1">
                <a:solidFill>
                  <a:schemeClr val="tx1"/>
                </a:solidFill>
                <a:latin typeface="Times New Roman" pitchFamily="18" charset="0"/>
              </a:defRPr>
            </a:lvl5pPr>
            <a:lvl6pPr marL="2513864" indent="-228534" algn="ctr" defTabSz="1007768" eaLnBrk="0" fontAlgn="base" hangingPunct="0">
              <a:spcBef>
                <a:spcPct val="0"/>
              </a:spcBef>
              <a:spcAft>
                <a:spcPct val="0"/>
              </a:spcAft>
              <a:defRPr i="1">
                <a:solidFill>
                  <a:schemeClr val="tx1"/>
                </a:solidFill>
                <a:latin typeface="Times New Roman" pitchFamily="18" charset="0"/>
              </a:defRPr>
            </a:lvl6pPr>
            <a:lvl7pPr marL="2970929" indent="-228534" algn="ctr" defTabSz="1007768" eaLnBrk="0" fontAlgn="base" hangingPunct="0">
              <a:spcBef>
                <a:spcPct val="0"/>
              </a:spcBef>
              <a:spcAft>
                <a:spcPct val="0"/>
              </a:spcAft>
              <a:defRPr i="1">
                <a:solidFill>
                  <a:schemeClr val="tx1"/>
                </a:solidFill>
                <a:latin typeface="Times New Roman" pitchFamily="18" charset="0"/>
              </a:defRPr>
            </a:lvl7pPr>
            <a:lvl8pPr marL="3427996" indent="-228534" algn="ctr" defTabSz="1007768" eaLnBrk="0" fontAlgn="base" hangingPunct="0">
              <a:spcBef>
                <a:spcPct val="0"/>
              </a:spcBef>
              <a:spcAft>
                <a:spcPct val="0"/>
              </a:spcAft>
              <a:defRPr i="1">
                <a:solidFill>
                  <a:schemeClr val="tx1"/>
                </a:solidFill>
                <a:latin typeface="Times New Roman" pitchFamily="18" charset="0"/>
              </a:defRPr>
            </a:lvl8pPr>
            <a:lvl9pPr marL="3885061" indent="-228534" algn="ctr" defTabSz="1007768" eaLnBrk="0" fontAlgn="base" hangingPunct="0">
              <a:spcBef>
                <a:spcPct val="0"/>
              </a:spcBef>
              <a:spcAft>
                <a:spcPct val="0"/>
              </a:spcAft>
              <a:defRPr i="1">
                <a:solidFill>
                  <a:schemeClr val="tx1"/>
                </a:solidFill>
                <a:latin typeface="Times New Roman" pitchFamily="18" charset="0"/>
              </a:defRPr>
            </a:lvl9pPr>
          </a:lstStyle>
          <a:p>
            <a:fld id="{0FCF907F-62DE-4D60-9D21-1B03D410810E}" type="slidenum">
              <a:rPr lang="en-US" i="0"/>
              <a:pPr/>
              <a:t>195</a:t>
            </a:fld>
            <a:endParaRPr lang="en-US" i="0"/>
          </a:p>
        </p:txBody>
      </p:sp>
      <p:sp>
        <p:nvSpPr>
          <p:cNvPr id="209923" name="Rectangle 2">
            <a:extLst>
              <a:ext uri="{FF2B5EF4-FFF2-40B4-BE49-F238E27FC236}">
                <a16:creationId xmlns:a16="http://schemas.microsoft.com/office/drawing/2014/main" id="{D8F90E36-86DE-5546-BE4F-443AC5FAED3B}"/>
              </a:ext>
            </a:extLst>
          </p:cNvPr>
          <p:cNvSpPr>
            <a:spLocks noGrp="1" noRot="1" noChangeAspect="1" noChangeArrowheads="1" noTextEdit="1"/>
          </p:cNvSpPr>
          <p:nvPr>
            <p:ph type="sldImg"/>
          </p:nvPr>
        </p:nvSpPr>
        <p:spPr>
          <a:ln/>
        </p:spPr>
      </p:sp>
      <p:sp>
        <p:nvSpPr>
          <p:cNvPr id="209924" name="Rectangle 3">
            <a:extLst>
              <a:ext uri="{FF2B5EF4-FFF2-40B4-BE49-F238E27FC236}">
                <a16:creationId xmlns:a16="http://schemas.microsoft.com/office/drawing/2014/main" id="{C5FF6605-8A91-2DDE-EA4B-BC0EB671133F}"/>
              </a:ext>
            </a:extLst>
          </p:cNvPr>
          <p:cNvSpPr>
            <a:spLocks noGrp="1" noChangeArrowheads="1"/>
          </p:cNvSpPr>
          <p:nvPr>
            <p:ph type="body" idx="1"/>
          </p:nvPr>
        </p:nvSpPr>
        <p:spPr>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type="none" w="lg" len="lg"/>
                <a:tailEnd type="none" w="med" len="lg"/>
              </a14:hiddenLine>
            </a:ext>
          </a:extLst>
        </p:spPr>
        <p:txBody>
          <a:bodyPr/>
          <a:lstStyle/>
          <a:p>
            <a:endParaRPr lang="en-US"/>
          </a:p>
        </p:txBody>
      </p:sp>
    </p:spTree>
    <p:extLst>
      <p:ext uri="{BB962C8B-B14F-4D97-AF65-F5344CB8AC3E}">
        <p14:creationId xmlns:p14="http://schemas.microsoft.com/office/powerpoint/2010/main" val="3989528583"/>
      </p:ext>
    </p:extLst>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EE3EB14-3A7F-6382-23DA-266904153A7E}"/>
            </a:ext>
          </a:extLst>
        </p:cNvPr>
        <p:cNvGrpSpPr/>
        <p:nvPr/>
      </p:nvGrpSpPr>
      <p:grpSpPr>
        <a:xfrm>
          <a:off x="0" y="0"/>
          <a:ext cx="0" cy="0"/>
          <a:chOff x="0" y="0"/>
          <a:chExt cx="0" cy="0"/>
        </a:xfrm>
      </p:grpSpPr>
      <p:sp>
        <p:nvSpPr>
          <p:cNvPr id="209922" name="Rectangle 7">
            <a:extLst>
              <a:ext uri="{FF2B5EF4-FFF2-40B4-BE49-F238E27FC236}">
                <a16:creationId xmlns:a16="http://schemas.microsoft.com/office/drawing/2014/main" id="{1955C903-31BD-974D-63A0-DE2A6C417C34}"/>
              </a:ext>
            </a:extLst>
          </p:cNvPr>
          <p:cNvSpPr>
            <a:spLocks noGrp="1" noChangeArrowheads="1"/>
          </p:cNvSpPr>
          <p:nvPr>
            <p:ph type="sldNum" sz="quarter" idx="5"/>
          </p:nvPr>
        </p:nvSpPr>
        <p:spPr>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type="none" w="lg" len="lg"/>
                <a:tailEnd type="none" w="med" len="lg"/>
              </a14:hiddenLine>
            </a:ext>
          </a:extLst>
        </p:spPr>
        <p:txBody>
          <a:bodyPr/>
          <a:lstStyle>
            <a:lvl1pPr defTabSz="1007768">
              <a:defRPr i="1">
                <a:solidFill>
                  <a:schemeClr val="tx1"/>
                </a:solidFill>
                <a:latin typeface="Times New Roman" pitchFamily="18" charset="0"/>
              </a:defRPr>
            </a:lvl1pPr>
            <a:lvl2pPr marL="742732" indent="-285666" defTabSz="1007768">
              <a:defRPr i="1">
                <a:solidFill>
                  <a:schemeClr val="tx1"/>
                </a:solidFill>
                <a:latin typeface="Times New Roman" pitchFamily="18" charset="0"/>
              </a:defRPr>
            </a:lvl2pPr>
            <a:lvl3pPr marL="1142666" indent="-228534" defTabSz="1007768">
              <a:defRPr i="1">
                <a:solidFill>
                  <a:schemeClr val="tx1"/>
                </a:solidFill>
                <a:latin typeface="Times New Roman" pitchFamily="18" charset="0"/>
              </a:defRPr>
            </a:lvl3pPr>
            <a:lvl4pPr marL="1599731" indent="-228534" defTabSz="1007768">
              <a:defRPr i="1">
                <a:solidFill>
                  <a:schemeClr val="tx1"/>
                </a:solidFill>
                <a:latin typeface="Times New Roman" pitchFamily="18" charset="0"/>
              </a:defRPr>
            </a:lvl4pPr>
            <a:lvl5pPr marL="2056798" indent="-228534" defTabSz="1007768">
              <a:defRPr i="1">
                <a:solidFill>
                  <a:schemeClr val="tx1"/>
                </a:solidFill>
                <a:latin typeface="Times New Roman" pitchFamily="18" charset="0"/>
              </a:defRPr>
            </a:lvl5pPr>
            <a:lvl6pPr marL="2513864" indent="-228534" algn="ctr" defTabSz="1007768" eaLnBrk="0" fontAlgn="base" hangingPunct="0">
              <a:spcBef>
                <a:spcPct val="0"/>
              </a:spcBef>
              <a:spcAft>
                <a:spcPct val="0"/>
              </a:spcAft>
              <a:defRPr i="1">
                <a:solidFill>
                  <a:schemeClr val="tx1"/>
                </a:solidFill>
                <a:latin typeface="Times New Roman" pitchFamily="18" charset="0"/>
              </a:defRPr>
            </a:lvl6pPr>
            <a:lvl7pPr marL="2970929" indent="-228534" algn="ctr" defTabSz="1007768" eaLnBrk="0" fontAlgn="base" hangingPunct="0">
              <a:spcBef>
                <a:spcPct val="0"/>
              </a:spcBef>
              <a:spcAft>
                <a:spcPct val="0"/>
              </a:spcAft>
              <a:defRPr i="1">
                <a:solidFill>
                  <a:schemeClr val="tx1"/>
                </a:solidFill>
                <a:latin typeface="Times New Roman" pitchFamily="18" charset="0"/>
              </a:defRPr>
            </a:lvl7pPr>
            <a:lvl8pPr marL="3427996" indent="-228534" algn="ctr" defTabSz="1007768" eaLnBrk="0" fontAlgn="base" hangingPunct="0">
              <a:spcBef>
                <a:spcPct val="0"/>
              </a:spcBef>
              <a:spcAft>
                <a:spcPct val="0"/>
              </a:spcAft>
              <a:defRPr i="1">
                <a:solidFill>
                  <a:schemeClr val="tx1"/>
                </a:solidFill>
                <a:latin typeface="Times New Roman" pitchFamily="18" charset="0"/>
              </a:defRPr>
            </a:lvl8pPr>
            <a:lvl9pPr marL="3885061" indent="-228534" algn="ctr" defTabSz="1007768" eaLnBrk="0" fontAlgn="base" hangingPunct="0">
              <a:spcBef>
                <a:spcPct val="0"/>
              </a:spcBef>
              <a:spcAft>
                <a:spcPct val="0"/>
              </a:spcAft>
              <a:defRPr i="1">
                <a:solidFill>
                  <a:schemeClr val="tx1"/>
                </a:solidFill>
                <a:latin typeface="Times New Roman" pitchFamily="18" charset="0"/>
              </a:defRPr>
            </a:lvl9pPr>
          </a:lstStyle>
          <a:p>
            <a:fld id="{0FCF907F-62DE-4D60-9D21-1B03D410810E}" type="slidenum">
              <a:rPr lang="en-US" i="0"/>
              <a:pPr/>
              <a:t>196</a:t>
            </a:fld>
            <a:endParaRPr lang="en-US" i="0"/>
          </a:p>
        </p:txBody>
      </p:sp>
      <p:sp>
        <p:nvSpPr>
          <p:cNvPr id="209923" name="Rectangle 2">
            <a:extLst>
              <a:ext uri="{FF2B5EF4-FFF2-40B4-BE49-F238E27FC236}">
                <a16:creationId xmlns:a16="http://schemas.microsoft.com/office/drawing/2014/main" id="{7612593C-D5B1-5A76-F191-0F4B3EFBAB1D}"/>
              </a:ext>
            </a:extLst>
          </p:cNvPr>
          <p:cNvSpPr>
            <a:spLocks noGrp="1" noRot="1" noChangeAspect="1" noChangeArrowheads="1" noTextEdit="1"/>
          </p:cNvSpPr>
          <p:nvPr>
            <p:ph type="sldImg"/>
          </p:nvPr>
        </p:nvSpPr>
        <p:spPr>
          <a:ln/>
        </p:spPr>
      </p:sp>
      <p:sp>
        <p:nvSpPr>
          <p:cNvPr id="209924" name="Rectangle 3">
            <a:extLst>
              <a:ext uri="{FF2B5EF4-FFF2-40B4-BE49-F238E27FC236}">
                <a16:creationId xmlns:a16="http://schemas.microsoft.com/office/drawing/2014/main" id="{814FD538-7EE1-C4B1-B33C-22C1CB980344}"/>
              </a:ext>
            </a:extLst>
          </p:cNvPr>
          <p:cNvSpPr>
            <a:spLocks noGrp="1" noChangeArrowheads="1"/>
          </p:cNvSpPr>
          <p:nvPr>
            <p:ph type="body" idx="1"/>
          </p:nvPr>
        </p:nvSpPr>
        <p:spPr>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type="none" w="lg" len="lg"/>
                <a:tailEnd type="none" w="med" len="lg"/>
              </a14:hiddenLine>
            </a:ext>
          </a:extLst>
        </p:spPr>
        <p:txBody>
          <a:bodyPr/>
          <a:lstStyle/>
          <a:p>
            <a:endParaRPr lang="en-US"/>
          </a:p>
        </p:txBody>
      </p:sp>
    </p:spTree>
    <p:extLst>
      <p:ext uri="{BB962C8B-B14F-4D97-AF65-F5344CB8AC3E}">
        <p14:creationId xmlns:p14="http://schemas.microsoft.com/office/powerpoint/2010/main" val="2282085509"/>
      </p:ext>
    </p:extLst>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9922" name="Rectangle 7"/>
          <p:cNvSpPr>
            <a:spLocks noGrp="1" noChangeArrowheads="1"/>
          </p:cNvSpPr>
          <p:nvPr>
            <p:ph type="sldNum" sz="quarter" idx="5"/>
          </p:nvPr>
        </p:nvSpPr>
        <p:spPr>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type="none" w="lg" len="lg"/>
                <a:tailEnd type="none" w="med" len="lg"/>
              </a14:hiddenLine>
            </a:ext>
          </a:extLst>
        </p:spPr>
        <p:txBody>
          <a:bodyPr/>
          <a:lstStyle>
            <a:lvl1pPr defTabSz="1007768">
              <a:defRPr i="1">
                <a:solidFill>
                  <a:schemeClr val="tx1"/>
                </a:solidFill>
                <a:latin typeface="Times New Roman" pitchFamily="18" charset="0"/>
              </a:defRPr>
            </a:lvl1pPr>
            <a:lvl2pPr marL="742732" indent="-285666" defTabSz="1007768">
              <a:defRPr i="1">
                <a:solidFill>
                  <a:schemeClr val="tx1"/>
                </a:solidFill>
                <a:latin typeface="Times New Roman" pitchFamily="18" charset="0"/>
              </a:defRPr>
            </a:lvl2pPr>
            <a:lvl3pPr marL="1142666" indent="-228534" defTabSz="1007768">
              <a:defRPr i="1">
                <a:solidFill>
                  <a:schemeClr val="tx1"/>
                </a:solidFill>
                <a:latin typeface="Times New Roman" pitchFamily="18" charset="0"/>
              </a:defRPr>
            </a:lvl3pPr>
            <a:lvl4pPr marL="1599731" indent="-228534" defTabSz="1007768">
              <a:defRPr i="1">
                <a:solidFill>
                  <a:schemeClr val="tx1"/>
                </a:solidFill>
                <a:latin typeface="Times New Roman" pitchFamily="18" charset="0"/>
              </a:defRPr>
            </a:lvl4pPr>
            <a:lvl5pPr marL="2056798" indent="-228534" defTabSz="1007768">
              <a:defRPr i="1">
                <a:solidFill>
                  <a:schemeClr val="tx1"/>
                </a:solidFill>
                <a:latin typeface="Times New Roman" pitchFamily="18" charset="0"/>
              </a:defRPr>
            </a:lvl5pPr>
            <a:lvl6pPr marL="2513864" indent="-228534" algn="ctr" defTabSz="1007768" eaLnBrk="0" fontAlgn="base" hangingPunct="0">
              <a:spcBef>
                <a:spcPct val="0"/>
              </a:spcBef>
              <a:spcAft>
                <a:spcPct val="0"/>
              </a:spcAft>
              <a:defRPr i="1">
                <a:solidFill>
                  <a:schemeClr val="tx1"/>
                </a:solidFill>
                <a:latin typeface="Times New Roman" pitchFamily="18" charset="0"/>
              </a:defRPr>
            </a:lvl6pPr>
            <a:lvl7pPr marL="2970929" indent="-228534" algn="ctr" defTabSz="1007768" eaLnBrk="0" fontAlgn="base" hangingPunct="0">
              <a:spcBef>
                <a:spcPct val="0"/>
              </a:spcBef>
              <a:spcAft>
                <a:spcPct val="0"/>
              </a:spcAft>
              <a:defRPr i="1">
                <a:solidFill>
                  <a:schemeClr val="tx1"/>
                </a:solidFill>
                <a:latin typeface="Times New Roman" pitchFamily="18" charset="0"/>
              </a:defRPr>
            </a:lvl7pPr>
            <a:lvl8pPr marL="3427996" indent="-228534" algn="ctr" defTabSz="1007768" eaLnBrk="0" fontAlgn="base" hangingPunct="0">
              <a:spcBef>
                <a:spcPct val="0"/>
              </a:spcBef>
              <a:spcAft>
                <a:spcPct val="0"/>
              </a:spcAft>
              <a:defRPr i="1">
                <a:solidFill>
                  <a:schemeClr val="tx1"/>
                </a:solidFill>
                <a:latin typeface="Times New Roman" pitchFamily="18" charset="0"/>
              </a:defRPr>
            </a:lvl8pPr>
            <a:lvl9pPr marL="3885061" indent="-228534" algn="ctr" defTabSz="1007768" eaLnBrk="0" fontAlgn="base" hangingPunct="0">
              <a:spcBef>
                <a:spcPct val="0"/>
              </a:spcBef>
              <a:spcAft>
                <a:spcPct val="0"/>
              </a:spcAft>
              <a:defRPr i="1">
                <a:solidFill>
                  <a:schemeClr val="tx1"/>
                </a:solidFill>
                <a:latin typeface="Times New Roman" pitchFamily="18" charset="0"/>
              </a:defRPr>
            </a:lvl9pPr>
          </a:lstStyle>
          <a:p>
            <a:fld id="{0FCF907F-62DE-4D60-9D21-1B03D410810E}" type="slidenum">
              <a:rPr lang="en-US" i="0"/>
              <a:pPr/>
              <a:t>197</a:t>
            </a:fld>
            <a:endParaRPr lang="en-US" i="0"/>
          </a:p>
        </p:txBody>
      </p:sp>
      <p:sp>
        <p:nvSpPr>
          <p:cNvPr id="209923" name="Rectangle 2"/>
          <p:cNvSpPr>
            <a:spLocks noGrp="1" noRot="1" noChangeAspect="1" noChangeArrowheads="1" noTextEdit="1"/>
          </p:cNvSpPr>
          <p:nvPr>
            <p:ph type="sldImg"/>
          </p:nvPr>
        </p:nvSpPr>
        <p:spPr>
          <a:ln/>
        </p:spPr>
      </p:sp>
      <p:sp>
        <p:nvSpPr>
          <p:cNvPr id="209924" name="Rectangle 3"/>
          <p:cNvSpPr>
            <a:spLocks noGrp="1" noChangeArrowheads="1"/>
          </p:cNvSpPr>
          <p:nvPr>
            <p:ph type="body" idx="1"/>
          </p:nvPr>
        </p:nvSpPr>
        <p:spPr>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type="none" w="lg" len="lg"/>
                <a:tailEnd type="none" w="med" len="lg"/>
              </a14:hiddenLine>
            </a:ext>
          </a:extLst>
        </p:spPr>
        <p:txBody>
          <a:bodyPr/>
          <a:lstStyle/>
          <a:p>
            <a:endParaRPr lang="en-US"/>
          </a:p>
        </p:txBody>
      </p:sp>
    </p:spTree>
    <p:extLst>
      <p:ext uri="{BB962C8B-B14F-4D97-AF65-F5344CB8AC3E}">
        <p14:creationId xmlns:p14="http://schemas.microsoft.com/office/powerpoint/2010/main" val="918775984"/>
      </p:ext>
    </p:extLst>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9922" name="Rectangle 7"/>
          <p:cNvSpPr>
            <a:spLocks noGrp="1" noChangeArrowheads="1"/>
          </p:cNvSpPr>
          <p:nvPr>
            <p:ph type="sldNum" sz="quarter" idx="5"/>
          </p:nvPr>
        </p:nvSpPr>
        <p:spPr>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type="none" w="lg" len="lg"/>
                <a:tailEnd type="none" w="med" len="lg"/>
              </a14:hiddenLine>
            </a:ext>
          </a:extLst>
        </p:spPr>
        <p:txBody>
          <a:bodyPr/>
          <a:lstStyle>
            <a:lvl1pPr defTabSz="1007768">
              <a:defRPr i="1">
                <a:solidFill>
                  <a:schemeClr val="tx1"/>
                </a:solidFill>
                <a:latin typeface="Times New Roman" pitchFamily="18" charset="0"/>
              </a:defRPr>
            </a:lvl1pPr>
            <a:lvl2pPr marL="742732" indent="-285666" defTabSz="1007768">
              <a:defRPr i="1">
                <a:solidFill>
                  <a:schemeClr val="tx1"/>
                </a:solidFill>
                <a:latin typeface="Times New Roman" pitchFamily="18" charset="0"/>
              </a:defRPr>
            </a:lvl2pPr>
            <a:lvl3pPr marL="1142666" indent="-228534" defTabSz="1007768">
              <a:defRPr i="1">
                <a:solidFill>
                  <a:schemeClr val="tx1"/>
                </a:solidFill>
                <a:latin typeface="Times New Roman" pitchFamily="18" charset="0"/>
              </a:defRPr>
            </a:lvl3pPr>
            <a:lvl4pPr marL="1599731" indent="-228534" defTabSz="1007768">
              <a:defRPr i="1">
                <a:solidFill>
                  <a:schemeClr val="tx1"/>
                </a:solidFill>
                <a:latin typeface="Times New Roman" pitchFamily="18" charset="0"/>
              </a:defRPr>
            </a:lvl4pPr>
            <a:lvl5pPr marL="2056798" indent="-228534" defTabSz="1007768">
              <a:defRPr i="1">
                <a:solidFill>
                  <a:schemeClr val="tx1"/>
                </a:solidFill>
                <a:latin typeface="Times New Roman" pitchFamily="18" charset="0"/>
              </a:defRPr>
            </a:lvl5pPr>
            <a:lvl6pPr marL="2513864" indent="-228534" algn="ctr" defTabSz="1007768" eaLnBrk="0" fontAlgn="base" hangingPunct="0">
              <a:spcBef>
                <a:spcPct val="0"/>
              </a:spcBef>
              <a:spcAft>
                <a:spcPct val="0"/>
              </a:spcAft>
              <a:defRPr i="1">
                <a:solidFill>
                  <a:schemeClr val="tx1"/>
                </a:solidFill>
                <a:latin typeface="Times New Roman" pitchFamily="18" charset="0"/>
              </a:defRPr>
            </a:lvl6pPr>
            <a:lvl7pPr marL="2970929" indent="-228534" algn="ctr" defTabSz="1007768" eaLnBrk="0" fontAlgn="base" hangingPunct="0">
              <a:spcBef>
                <a:spcPct val="0"/>
              </a:spcBef>
              <a:spcAft>
                <a:spcPct val="0"/>
              </a:spcAft>
              <a:defRPr i="1">
                <a:solidFill>
                  <a:schemeClr val="tx1"/>
                </a:solidFill>
                <a:latin typeface="Times New Roman" pitchFamily="18" charset="0"/>
              </a:defRPr>
            </a:lvl7pPr>
            <a:lvl8pPr marL="3427996" indent="-228534" algn="ctr" defTabSz="1007768" eaLnBrk="0" fontAlgn="base" hangingPunct="0">
              <a:spcBef>
                <a:spcPct val="0"/>
              </a:spcBef>
              <a:spcAft>
                <a:spcPct val="0"/>
              </a:spcAft>
              <a:defRPr i="1">
                <a:solidFill>
                  <a:schemeClr val="tx1"/>
                </a:solidFill>
                <a:latin typeface="Times New Roman" pitchFamily="18" charset="0"/>
              </a:defRPr>
            </a:lvl8pPr>
            <a:lvl9pPr marL="3885061" indent="-228534" algn="ctr" defTabSz="1007768" eaLnBrk="0" fontAlgn="base" hangingPunct="0">
              <a:spcBef>
                <a:spcPct val="0"/>
              </a:spcBef>
              <a:spcAft>
                <a:spcPct val="0"/>
              </a:spcAft>
              <a:defRPr i="1">
                <a:solidFill>
                  <a:schemeClr val="tx1"/>
                </a:solidFill>
                <a:latin typeface="Times New Roman" pitchFamily="18" charset="0"/>
              </a:defRPr>
            </a:lvl9pPr>
          </a:lstStyle>
          <a:p>
            <a:fld id="{0FCF907F-62DE-4D60-9D21-1B03D410810E}" type="slidenum">
              <a:rPr lang="en-US" i="0"/>
              <a:pPr/>
              <a:t>198</a:t>
            </a:fld>
            <a:endParaRPr lang="en-US" i="0"/>
          </a:p>
        </p:txBody>
      </p:sp>
      <p:sp>
        <p:nvSpPr>
          <p:cNvPr id="209923" name="Rectangle 2"/>
          <p:cNvSpPr>
            <a:spLocks noGrp="1" noRot="1" noChangeAspect="1" noChangeArrowheads="1" noTextEdit="1"/>
          </p:cNvSpPr>
          <p:nvPr>
            <p:ph type="sldImg"/>
          </p:nvPr>
        </p:nvSpPr>
        <p:spPr>
          <a:ln/>
        </p:spPr>
      </p:sp>
      <p:sp>
        <p:nvSpPr>
          <p:cNvPr id="209924" name="Rectangle 3"/>
          <p:cNvSpPr>
            <a:spLocks noGrp="1" noChangeArrowheads="1"/>
          </p:cNvSpPr>
          <p:nvPr>
            <p:ph type="body" idx="1"/>
          </p:nvPr>
        </p:nvSpPr>
        <p:spPr>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type="none" w="lg" len="lg"/>
                <a:tailEnd type="none" w="med" len="lg"/>
              </a14:hiddenLine>
            </a:ext>
          </a:extLst>
        </p:spPr>
        <p:txBody>
          <a:bodyPr/>
          <a:lstStyle/>
          <a:p>
            <a:endParaRPr lang="en-US"/>
          </a:p>
        </p:txBody>
      </p:sp>
    </p:spTree>
    <p:extLst>
      <p:ext uri="{BB962C8B-B14F-4D97-AF65-F5344CB8AC3E}">
        <p14:creationId xmlns:p14="http://schemas.microsoft.com/office/powerpoint/2010/main" val="2464966987"/>
      </p:ext>
    </p:extLst>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2"/>
        <p:cNvGrpSpPr/>
        <p:nvPr/>
      </p:nvGrpSpPr>
      <p:grpSpPr>
        <a:xfrm>
          <a:off x="0" y="0"/>
          <a:ext cx="0" cy="0"/>
          <a:chOff x="0" y="0"/>
          <a:chExt cx="0" cy="0"/>
        </a:xfrm>
      </p:grpSpPr>
      <p:sp>
        <p:nvSpPr>
          <p:cNvPr id="143" name="Google Shape;143;gc8dc29dcca_0_12:notes"/>
          <p:cNvSpPr>
            <a:spLocks noGrp="1" noRot="1" noChangeAspect="1"/>
          </p:cNvSpPr>
          <p:nvPr>
            <p:ph type="sldImg" idx="2"/>
          </p:nvPr>
        </p:nvSpPr>
        <p:spPr>
          <a:xfrm>
            <a:off x="473075" y="733425"/>
            <a:ext cx="6092825" cy="3427413"/>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4" name="Google Shape;144;gc8dc29dcca_0_12:notes"/>
          <p:cNvSpPr txBox="1">
            <a:spLocks noGrp="1"/>
          </p:cNvSpPr>
          <p:nvPr>
            <p:ph type="body" idx="1"/>
          </p:nvPr>
        </p:nvSpPr>
        <p:spPr>
          <a:xfrm>
            <a:off x="959530" y="4405460"/>
            <a:ext cx="5118900" cy="4158300"/>
          </a:xfrm>
          <a:prstGeom prst="rect">
            <a:avLst/>
          </a:prstGeom>
        </p:spPr>
        <p:txBody>
          <a:bodyPr spcFirstLastPara="1" wrap="square" lIns="97025" tIns="48500" rIns="97025" bIns="48500" anchor="t" anchorCtr="0">
            <a:noAutofit/>
          </a:bodyPr>
          <a:lstStyle/>
          <a:p>
            <a:pPr marL="0" lvl="0" indent="0" algn="l" rtl="0">
              <a:spcBef>
                <a:spcPts val="360"/>
              </a:spcBef>
              <a:spcAft>
                <a:spcPts val="0"/>
              </a:spcAft>
              <a:buNone/>
            </a:pPr>
            <a:endParaRPr/>
          </a:p>
        </p:txBody>
      </p:sp>
      <p:sp>
        <p:nvSpPr>
          <p:cNvPr id="145" name="Google Shape;145;gc8dc29dcca_0_12:notes"/>
          <p:cNvSpPr txBox="1">
            <a:spLocks noGrp="1"/>
          </p:cNvSpPr>
          <p:nvPr>
            <p:ph type="sldNum" idx="12"/>
          </p:nvPr>
        </p:nvSpPr>
        <p:spPr>
          <a:xfrm>
            <a:off x="3919968" y="8807850"/>
            <a:ext cx="3037800" cy="492600"/>
          </a:xfrm>
          <a:prstGeom prst="rect">
            <a:avLst/>
          </a:prstGeom>
        </p:spPr>
        <p:txBody>
          <a:bodyPr spcFirstLastPara="1" wrap="square" lIns="97025" tIns="48500" rIns="97025" bIns="48500" anchor="b" anchorCtr="0">
            <a:noAutofit/>
          </a:bodyPr>
          <a:lstStyle/>
          <a:p>
            <a:pPr marL="0" lvl="0" indent="0" algn="r" rtl="0">
              <a:spcBef>
                <a:spcPts val="0"/>
              </a:spcBef>
              <a:spcAft>
                <a:spcPts val="0"/>
              </a:spcAft>
              <a:buClr>
                <a:srgbClr val="000000"/>
              </a:buClr>
              <a:buSzPts val="1300"/>
              <a:buFont typeface="Arial"/>
              <a:buNone/>
            </a:pPr>
            <a:fld id="{00000000-1234-1234-1234-123412341234}" type="slidenum">
              <a:rPr lang="en-US"/>
              <a:t>199</a:t>
            </a:fld>
            <a:endParaRPr/>
          </a:p>
        </p:txBody>
      </p:sp>
    </p:spTree>
    <p:extLst>
      <p:ext uri="{BB962C8B-B14F-4D97-AF65-F5344CB8AC3E}">
        <p14:creationId xmlns:p14="http://schemas.microsoft.com/office/powerpoint/2010/main" val="2220639660"/>
      </p:ext>
    </p:extLst>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534"/>
        <p:cNvGrpSpPr/>
        <p:nvPr/>
      </p:nvGrpSpPr>
      <p:grpSpPr>
        <a:xfrm>
          <a:off x="0" y="0"/>
          <a:ext cx="0" cy="0"/>
          <a:chOff x="0" y="0"/>
          <a:chExt cx="0" cy="0"/>
        </a:xfrm>
      </p:grpSpPr>
      <p:sp>
        <p:nvSpPr>
          <p:cNvPr id="4535" name="Google Shape;4535;p90:notes"/>
          <p:cNvSpPr txBox="1">
            <a:spLocks noGrp="1"/>
          </p:cNvSpPr>
          <p:nvPr>
            <p:ph type="body" idx="1"/>
          </p:nvPr>
        </p:nvSpPr>
        <p:spPr>
          <a:xfrm>
            <a:off x="959530" y="4405460"/>
            <a:ext cx="5118998" cy="4158324"/>
          </a:xfrm>
          <a:prstGeom prst="rect">
            <a:avLst/>
          </a:prstGeom>
        </p:spPr>
        <p:txBody>
          <a:bodyPr spcFirstLastPara="1" wrap="square" lIns="97025" tIns="48500" rIns="97025" bIns="48500" anchor="t" anchorCtr="0">
            <a:noAutofit/>
          </a:bodyPr>
          <a:lstStyle/>
          <a:p>
            <a:pPr marL="0" lvl="0" indent="0" algn="l" rtl="0">
              <a:spcBef>
                <a:spcPts val="360"/>
              </a:spcBef>
              <a:spcAft>
                <a:spcPts val="0"/>
              </a:spcAft>
              <a:buNone/>
            </a:pPr>
            <a:endParaRPr/>
          </a:p>
        </p:txBody>
      </p:sp>
      <p:sp>
        <p:nvSpPr>
          <p:cNvPr id="4536" name="Google Shape;4536;p90:notes"/>
          <p:cNvSpPr>
            <a:spLocks noGrp="1" noRot="1" noChangeAspect="1"/>
          </p:cNvSpPr>
          <p:nvPr>
            <p:ph type="sldImg" idx="2"/>
          </p:nvPr>
        </p:nvSpPr>
        <p:spPr>
          <a:xfrm>
            <a:off x="473075" y="733425"/>
            <a:ext cx="6092825" cy="3427413"/>
          </a:xfrm>
          <a:custGeom>
            <a:avLst/>
            <a:gdLst/>
            <a:ahLst/>
            <a:cxnLst/>
            <a:rect l="l" t="t" r="r" b="b"/>
            <a:pathLst>
              <a:path w="120000" h="120000" extrusionOk="0">
                <a:moveTo>
                  <a:pt x="0" y="0"/>
                </a:moveTo>
                <a:lnTo>
                  <a:pt x="120000" y="0"/>
                </a:lnTo>
                <a:lnTo>
                  <a:pt x="120000" y="120000"/>
                </a:lnTo>
                <a:lnTo>
                  <a:pt x="0" y="120000"/>
                </a:lnTo>
                <a:close/>
              </a:path>
            </a:pathLst>
          </a:custGeom>
        </p:spPr>
      </p:sp>
    </p:spTree>
    <p:extLst>
      <p:ext uri="{BB962C8B-B14F-4D97-AF65-F5344CB8AC3E}">
        <p14:creationId xmlns:p14="http://schemas.microsoft.com/office/powerpoint/2010/main" val="2332340709"/>
      </p:ext>
    </p:extLst>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txBox="1">
            <a:spLocks noGrp="1" noChangeArrowheads="1"/>
          </p:cNvSpPr>
          <p:nvPr/>
        </p:nvSpPr>
        <p:spPr bwMode="auto">
          <a:xfrm>
            <a:off x="4105275" y="9109075"/>
            <a:ext cx="3181350" cy="5095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type="none" w="lg" len="lg"/>
                <a:tailEnd type="none" w="med" len="lg"/>
              </a14:hiddenLine>
            </a:ext>
          </a:extLst>
        </p:spPr>
        <p:txBody>
          <a:bodyPr lIns="100895" tIns="50447" rIns="100895" bIns="50447" anchor="b"/>
          <a:lstStyle>
            <a:lvl1pPr defTabSz="1008063">
              <a:defRPr i="1">
                <a:solidFill>
                  <a:schemeClr val="tx1"/>
                </a:solidFill>
                <a:latin typeface="Times New Roman" pitchFamily="18" charset="0"/>
              </a:defRPr>
            </a:lvl1pPr>
            <a:lvl2pPr marL="742950" indent="-285750" defTabSz="1008063">
              <a:defRPr i="1">
                <a:solidFill>
                  <a:schemeClr val="tx1"/>
                </a:solidFill>
                <a:latin typeface="Times New Roman" pitchFamily="18" charset="0"/>
              </a:defRPr>
            </a:lvl2pPr>
            <a:lvl3pPr marL="1143000" indent="-228600" defTabSz="1008063">
              <a:defRPr i="1">
                <a:solidFill>
                  <a:schemeClr val="tx1"/>
                </a:solidFill>
                <a:latin typeface="Times New Roman" pitchFamily="18" charset="0"/>
              </a:defRPr>
            </a:lvl3pPr>
            <a:lvl4pPr marL="1600200" indent="-228600" defTabSz="1008063">
              <a:defRPr i="1">
                <a:solidFill>
                  <a:schemeClr val="tx1"/>
                </a:solidFill>
                <a:latin typeface="Times New Roman" pitchFamily="18" charset="0"/>
              </a:defRPr>
            </a:lvl4pPr>
            <a:lvl5pPr marL="2057400" indent="-228600" defTabSz="1008063">
              <a:defRPr i="1">
                <a:solidFill>
                  <a:schemeClr val="tx1"/>
                </a:solidFill>
                <a:latin typeface="Times New Roman" pitchFamily="18" charset="0"/>
              </a:defRPr>
            </a:lvl5pPr>
            <a:lvl6pPr marL="2514600" indent="-228600" algn="ctr" defTabSz="1008063" eaLnBrk="0" fontAlgn="base" hangingPunct="0">
              <a:spcBef>
                <a:spcPct val="0"/>
              </a:spcBef>
              <a:spcAft>
                <a:spcPct val="0"/>
              </a:spcAft>
              <a:defRPr i="1">
                <a:solidFill>
                  <a:schemeClr val="tx1"/>
                </a:solidFill>
                <a:latin typeface="Times New Roman" pitchFamily="18" charset="0"/>
              </a:defRPr>
            </a:lvl6pPr>
            <a:lvl7pPr marL="2971800" indent="-228600" algn="ctr" defTabSz="1008063" eaLnBrk="0" fontAlgn="base" hangingPunct="0">
              <a:spcBef>
                <a:spcPct val="0"/>
              </a:spcBef>
              <a:spcAft>
                <a:spcPct val="0"/>
              </a:spcAft>
              <a:defRPr i="1">
                <a:solidFill>
                  <a:schemeClr val="tx1"/>
                </a:solidFill>
                <a:latin typeface="Times New Roman" pitchFamily="18" charset="0"/>
              </a:defRPr>
            </a:lvl7pPr>
            <a:lvl8pPr marL="3429000" indent="-228600" algn="ctr" defTabSz="1008063" eaLnBrk="0" fontAlgn="base" hangingPunct="0">
              <a:spcBef>
                <a:spcPct val="0"/>
              </a:spcBef>
              <a:spcAft>
                <a:spcPct val="0"/>
              </a:spcAft>
              <a:defRPr i="1">
                <a:solidFill>
                  <a:schemeClr val="tx1"/>
                </a:solidFill>
                <a:latin typeface="Times New Roman" pitchFamily="18" charset="0"/>
              </a:defRPr>
            </a:lvl8pPr>
            <a:lvl9pPr marL="3886200" indent="-228600" algn="ctr" defTabSz="1008063" eaLnBrk="0" fontAlgn="base" hangingPunct="0">
              <a:spcBef>
                <a:spcPct val="0"/>
              </a:spcBef>
              <a:spcAft>
                <a:spcPct val="0"/>
              </a:spcAft>
              <a:defRPr i="1">
                <a:solidFill>
                  <a:schemeClr val="tx1"/>
                </a:solidFill>
                <a:latin typeface="Times New Roman" pitchFamily="18" charset="0"/>
              </a:defRPr>
            </a:lvl9pPr>
          </a:lstStyle>
          <a:p>
            <a:pPr algn="r"/>
            <a:fld id="{C531906C-D9CA-4B1F-BF20-5EBB548BC864}" type="slidenum">
              <a:rPr lang="en-US" sz="1400" i="0"/>
              <a:pPr algn="r"/>
              <a:t>201</a:t>
            </a:fld>
            <a:endParaRPr lang="en-US" sz="1400" i="0"/>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type="none" w="lg" len="lg"/>
                <a:tailEnd type="none" w="med" len="lg"/>
              </a14:hiddenLine>
            </a:ext>
          </a:extLst>
        </p:spPr>
        <p:txBody>
          <a:bodyPr/>
          <a:lstStyle/>
          <a:p>
            <a:r>
              <a:rPr lang="en-US"/>
              <a:t>With ADP, we were able to closely match their historical performance.</a:t>
            </a:r>
          </a:p>
        </p:txBody>
      </p:sp>
    </p:spTree>
    <p:extLst>
      <p:ext uri="{BB962C8B-B14F-4D97-AF65-F5344CB8AC3E}">
        <p14:creationId xmlns:p14="http://schemas.microsoft.com/office/powerpoint/2010/main" val="2155234510"/>
      </p:ext>
    </p:extLst>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7298" name="Rectangle 2"/>
          <p:cNvSpPr>
            <a:spLocks noGrp="1" noRot="1" noChangeAspect="1" noChangeArrowheads="1" noTextEdit="1"/>
          </p:cNvSpPr>
          <p:nvPr>
            <p:ph type="sldImg"/>
          </p:nvPr>
        </p:nvSpPr>
        <p:spPr>
          <a:ln/>
        </p:spPr>
      </p:sp>
      <p:sp>
        <p:nvSpPr>
          <p:cNvPr id="567299" name="Rectangle 3"/>
          <p:cNvSpPr>
            <a:spLocks noGrp="1" noChangeArrowheads="1"/>
          </p:cNvSpPr>
          <p:nvPr>
            <p:ph type="body" idx="1"/>
          </p:nvPr>
        </p:nvSpPr>
        <p:spPr>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type="none" w="lg" len="lg"/>
                <a:tailEnd type="none" w="med" len="lg"/>
              </a14:hiddenLine>
            </a:ext>
          </a:extLst>
        </p:spPr>
        <p:txBody>
          <a:bodyPr/>
          <a:lstStyle/>
          <a:p>
            <a:r>
              <a:rPr lang="en-US" altLang="en-US"/>
              <a:t>Now we want to know the marginal value of addiing drivers whose home is in a particular location (e.g. Texas).  Here, we simply ran many simulations as we increased the number of drivers.  The blue line shows the average value of more drivers in Texas.  This is very expensive to do.</a:t>
            </a:r>
          </a:p>
        </p:txBody>
      </p:sp>
    </p:spTree>
    <p:extLst>
      <p:ext uri="{BB962C8B-B14F-4D97-AF65-F5344CB8AC3E}">
        <p14:creationId xmlns:p14="http://schemas.microsoft.com/office/powerpoint/2010/main" val="246803957"/>
      </p:ext>
    </p:extLst>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9346" name="Rectangle 2"/>
          <p:cNvSpPr>
            <a:spLocks noGrp="1" noRot="1" noChangeAspect="1" noChangeArrowheads="1" noTextEdit="1"/>
          </p:cNvSpPr>
          <p:nvPr>
            <p:ph type="sldImg"/>
          </p:nvPr>
        </p:nvSpPr>
        <p:spPr>
          <a:ln/>
        </p:spPr>
      </p:sp>
      <p:sp>
        <p:nvSpPr>
          <p:cNvPr id="569347" name="Rectangle 3"/>
          <p:cNvSpPr>
            <a:spLocks noGrp="1" noChangeArrowheads="1"/>
          </p:cNvSpPr>
          <p:nvPr>
            <p:ph type="body" idx="1"/>
          </p:nvPr>
        </p:nvSpPr>
        <p:spPr>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type="none" w="lg" len="lg"/>
                <a:tailEnd type="none" w="med" len="lg"/>
              </a14:hiddenLine>
            </a:ext>
          </a:extLst>
        </p:spPr>
        <p:txBody>
          <a:bodyPr/>
          <a:lstStyle/>
          <a:p>
            <a:r>
              <a:rPr lang="en-US" altLang="en-US"/>
              <a:t>The red line is directly from the value function.  We get the slope of this line for every type of driver just from the base case.  We do not have to do all those simulations to get the marginal value of additional drivers.</a:t>
            </a:r>
          </a:p>
        </p:txBody>
      </p:sp>
    </p:spTree>
    <p:extLst>
      <p:ext uri="{BB962C8B-B14F-4D97-AF65-F5344CB8AC3E}">
        <p14:creationId xmlns:p14="http://schemas.microsoft.com/office/powerpoint/2010/main" val="570814011"/>
      </p:ext>
    </p:extLst>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1394" name="Rectangle 2"/>
          <p:cNvSpPr>
            <a:spLocks noGrp="1" noRot="1" noChangeAspect="1" noChangeArrowheads="1" noTextEdit="1"/>
          </p:cNvSpPr>
          <p:nvPr>
            <p:ph type="sldImg"/>
          </p:nvPr>
        </p:nvSpPr>
        <p:spPr>
          <a:ln/>
        </p:spPr>
      </p:sp>
      <p:sp>
        <p:nvSpPr>
          <p:cNvPr id="571395" name="Rectangle 3"/>
          <p:cNvSpPr>
            <a:spLocks noGrp="1" noChangeArrowheads="1"/>
          </p:cNvSpPr>
          <p:nvPr>
            <p:ph type="body" idx="1"/>
          </p:nvPr>
        </p:nvSpPr>
        <p:spPr>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type="none" w="lg" len="lg"/>
                <a:tailEnd type="none" w="med" len="lg"/>
              </a14:hiddenLine>
            </a:ext>
          </a:extLst>
        </p:spPr>
        <p:txBody>
          <a:bodyPr/>
          <a:lstStyle/>
          <a:p>
            <a:r>
              <a:rPr lang="en-US" altLang="en-US"/>
              <a:t>Here we compared the value function to the brute force for 20 different types of drivers.  We show confidence intervals from the brute force simulation.  18 out of 20 times we are within the confidence interval.</a:t>
            </a:r>
          </a:p>
        </p:txBody>
      </p:sp>
    </p:spTree>
    <p:extLst>
      <p:ext uri="{BB962C8B-B14F-4D97-AF65-F5344CB8AC3E}">
        <p14:creationId xmlns:p14="http://schemas.microsoft.com/office/powerpoint/2010/main" val="2605669485"/>
      </p:ext>
    </p:extLst>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2EE9C1F4-B914-4D27-82F7-E03B1E46A96E}" type="slidenum">
              <a:rPr lang="en-US"/>
              <a:pPr/>
              <a:t>206</a:t>
            </a:fld>
            <a:endParaRPr lang="en-US"/>
          </a:p>
        </p:txBody>
      </p:sp>
      <p:sp>
        <p:nvSpPr>
          <p:cNvPr id="2870274" name="Rectangle 2"/>
          <p:cNvSpPr>
            <a:spLocks noGrp="1" noRot="1" noChangeAspect="1" noChangeArrowheads="1" noTextEdit="1"/>
          </p:cNvSpPr>
          <p:nvPr>
            <p:ph type="sldImg"/>
          </p:nvPr>
        </p:nvSpPr>
        <p:spPr>
          <a:ln/>
        </p:spPr>
      </p:sp>
      <p:sp>
        <p:nvSpPr>
          <p:cNvPr id="2870275" name="Rectangle 3"/>
          <p:cNvSpPr>
            <a:spLocks noGrp="1" noChangeArrowheads="1"/>
          </p:cNvSpPr>
          <p:nvPr>
            <p:ph type="body" idx="1"/>
          </p:nvPr>
        </p:nvSpPr>
        <p:spPr/>
        <p:txBody>
          <a:bodyPr/>
          <a:lstStyle/>
          <a:p>
            <a:endParaRPr lang="en-US"/>
          </a:p>
        </p:txBody>
      </p:sp>
    </p:spTree>
    <p:extLst>
      <p:ext uri="{BB962C8B-B14F-4D97-AF65-F5344CB8AC3E}">
        <p14:creationId xmlns:p14="http://schemas.microsoft.com/office/powerpoint/2010/main" val="860033247"/>
      </p:ext>
    </p:extLst>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E582A3FB-C563-47AE-A363-559796F1DE7B}" type="slidenum">
              <a:rPr lang="en-US"/>
              <a:pPr/>
              <a:t>207</a:t>
            </a:fld>
            <a:endParaRPr lang="en-US"/>
          </a:p>
        </p:txBody>
      </p:sp>
      <p:sp>
        <p:nvSpPr>
          <p:cNvPr id="2871298" name="Rectangle 2"/>
          <p:cNvSpPr>
            <a:spLocks noGrp="1" noRot="1" noChangeAspect="1" noChangeArrowheads="1" noTextEdit="1"/>
          </p:cNvSpPr>
          <p:nvPr>
            <p:ph type="sldImg"/>
          </p:nvPr>
        </p:nvSpPr>
        <p:spPr>
          <a:ln/>
        </p:spPr>
      </p:sp>
      <p:sp>
        <p:nvSpPr>
          <p:cNvPr id="2871299" name="Rectangle 3"/>
          <p:cNvSpPr>
            <a:spLocks noGrp="1" noChangeArrowheads="1"/>
          </p:cNvSpPr>
          <p:nvPr>
            <p:ph type="body" idx="1"/>
          </p:nvPr>
        </p:nvSpPr>
        <p:spPr/>
        <p:txBody>
          <a:bodyPr/>
          <a:lstStyle/>
          <a:p>
            <a:endParaRPr lang="en-US"/>
          </a:p>
        </p:txBody>
      </p:sp>
    </p:spTree>
    <p:extLst>
      <p:ext uri="{BB962C8B-B14F-4D97-AF65-F5344CB8AC3E}">
        <p14:creationId xmlns:p14="http://schemas.microsoft.com/office/powerpoint/2010/main" val="3770478819"/>
      </p:ext>
    </p:extLst>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2">
          <a:extLst>
            <a:ext uri="{FF2B5EF4-FFF2-40B4-BE49-F238E27FC236}">
              <a16:creationId xmlns:a16="http://schemas.microsoft.com/office/drawing/2014/main" id="{C9A3F47D-377A-E285-6EF4-E26DBF155607}"/>
            </a:ext>
          </a:extLst>
        </p:cNvPr>
        <p:cNvGrpSpPr/>
        <p:nvPr/>
      </p:nvGrpSpPr>
      <p:grpSpPr>
        <a:xfrm>
          <a:off x="0" y="0"/>
          <a:ext cx="0" cy="0"/>
          <a:chOff x="0" y="0"/>
          <a:chExt cx="0" cy="0"/>
        </a:xfrm>
      </p:grpSpPr>
      <p:sp>
        <p:nvSpPr>
          <p:cNvPr id="243" name="Google Shape;243;p8:notes">
            <a:extLst>
              <a:ext uri="{FF2B5EF4-FFF2-40B4-BE49-F238E27FC236}">
                <a16:creationId xmlns:a16="http://schemas.microsoft.com/office/drawing/2014/main" id="{4AF1745E-D90E-174E-50CB-438EE2EC1AAB}"/>
              </a:ext>
            </a:extLst>
          </p:cNvPr>
          <p:cNvSpPr txBox="1">
            <a:spLocks noGrp="1"/>
          </p:cNvSpPr>
          <p:nvPr>
            <p:ph type="body" idx="1"/>
          </p:nvPr>
        </p:nvSpPr>
        <p:spPr>
          <a:xfrm>
            <a:off x="975668" y="4455180"/>
            <a:ext cx="5205090" cy="4205254"/>
          </a:xfrm>
          <a:prstGeom prst="rect">
            <a:avLst/>
          </a:prstGeom>
        </p:spPr>
        <p:txBody>
          <a:bodyPr spcFirstLastPara="1" wrap="square" lIns="98345" tIns="49160" rIns="98345" bIns="49160" anchor="t" anchorCtr="0">
            <a:noAutofit/>
          </a:bodyPr>
          <a:lstStyle/>
          <a:p>
            <a:pPr marL="0" indent="0">
              <a:spcBef>
                <a:spcPts val="365"/>
              </a:spcBef>
            </a:pPr>
            <a:endParaRPr dirty="0"/>
          </a:p>
        </p:txBody>
      </p:sp>
      <p:sp>
        <p:nvSpPr>
          <p:cNvPr id="244" name="Google Shape;244;p8:notes">
            <a:extLst>
              <a:ext uri="{FF2B5EF4-FFF2-40B4-BE49-F238E27FC236}">
                <a16:creationId xmlns:a16="http://schemas.microsoft.com/office/drawing/2014/main" id="{62C7C86C-2509-CB20-9FCC-5B7CD73FF29B}"/>
              </a:ext>
            </a:extLst>
          </p:cNvPr>
          <p:cNvSpPr>
            <a:spLocks noGrp="1" noRot="1" noChangeAspect="1"/>
          </p:cNvSpPr>
          <p:nvPr>
            <p:ph type="sldImg" idx="2"/>
          </p:nvPr>
        </p:nvSpPr>
        <p:spPr>
          <a:xfrm>
            <a:off x="496888" y="741363"/>
            <a:ext cx="6164262" cy="3467100"/>
          </a:xfrm>
          <a:custGeom>
            <a:avLst/>
            <a:gdLst/>
            <a:ahLst/>
            <a:cxnLst/>
            <a:rect l="l" t="t" r="r" b="b"/>
            <a:pathLst>
              <a:path w="120000" h="120000" extrusionOk="0">
                <a:moveTo>
                  <a:pt x="0" y="0"/>
                </a:moveTo>
                <a:lnTo>
                  <a:pt x="120000" y="0"/>
                </a:lnTo>
                <a:lnTo>
                  <a:pt x="120000" y="120000"/>
                </a:lnTo>
                <a:lnTo>
                  <a:pt x="0" y="120000"/>
                </a:lnTo>
                <a:close/>
              </a:path>
            </a:pathLst>
          </a:custGeom>
        </p:spPr>
      </p:sp>
    </p:spTree>
    <p:extLst>
      <p:ext uri="{BB962C8B-B14F-4D97-AF65-F5344CB8AC3E}">
        <p14:creationId xmlns:p14="http://schemas.microsoft.com/office/powerpoint/2010/main" val="2842900352"/>
      </p:ext>
    </p:extLst>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C649801-4AE8-0F5F-C5F1-5641C28AD136}"/>
            </a:ext>
          </a:extLst>
        </p:cNvPr>
        <p:cNvGrpSpPr/>
        <p:nvPr/>
      </p:nvGrpSpPr>
      <p:grpSpPr>
        <a:xfrm>
          <a:off x="0" y="0"/>
          <a:ext cx="0" cy="0"/>
          <a:chOff x="0" y="0"/>
          <a:chExt cx="0" cy="0"/>
        </a:xfrm>
      </p:grpSpPr>
      <p:sp>
        <p:nvSpPr>
          <p:cNvPr id="211970" name="Rectangle 2">
            <a:extLst>
              <a:ext uri="{FF2B5EF4-FFF2-40B4-BE49-F238E27FC236}">
                <a16:creationId xmlns:a16="http://schemas.microsoft.com/office/drawing/2014/main" id="{86CC2463-2536-F53B-E462-A88F6F39E42D}"/>
              </a:ext>
            </a:extLst>
          </p:cNvPr>
          <p:cNvSpPr>
            <a:spLocks noGrp="1" noRot="1" noChangeAspect="1" noChangeArrowheads="1" noTextEdit="1"/>
          </p:cNvSpPr>
          <p:nvPr>
            <p:ph type="sldImg"/>
          </p:nvPr>
        </p:nvSpPr>
        <p:spPr>
          <a:ln/>
        </p:spPr>
      </p:sp>
      <p:sp>
        <p:nvSpPr>
          <p:cNvPr id="211971" name="Rectangle 3">
            <a:extLst>
              <a:ext uri="{FF2B5EF4-FFF2-40B4-BE49-F238E27FC236}">
                <a16:creationId xmlns:a16="http://schemas.microsoft.com/office/drawing/2014/main" id="{DAD9E197-DCDA-039F-F78D-FAF69E748D1A}"/>
              </a:ext>
            </a:extLst>
          </p:cNvPr>
          <p:cNvSpPr>
            <a:spLocks noGrp="1" noChangeArrowheads="1"/>
          </p:cNvSpPr>
          <p:nvPr>
            <p:ph type="body" idx="1"/>
          </p:nvPr>
        </p:nvSpPr>
        <p:spPr>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type="none" w="lg" len="lg"/>
                <a:tailEnd type="none" w="med" len="lg"/>
              </a14:hiddenLine>
            </a:ext>
          </a:extLst>
        </p:spPr>
        <p:txBody>
          <a:bodyPr/>
          <a:lstStyle/>
          <a:p>
            <a:endParaRPr lang="en-US"/>
          </a:p>
        </p:txBody>
      </p:sp>
    </p:spTree>
    <p:extLst>
      <p:ext uri="{BB962C8B-B14F-4D97-AF65-F5344CB8AC3E}">
        <p14:creationId xmlns:p14="http://schemas.microsoft.com/office/powerpoint/2010/main" val="1305259876"/>
      </p:ext>
    </p:extLst>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5938" name="Rectangle 7"/>
          <p:cNvSpPr>
            <a:spLocks noGrp="1" noChangeArrowheads="1"/>
          </p:cNvSpPr>
          <p:nvPr>
            <p:ph type="sldNum" sz="quarter" idx="5"/>
          </p:nvPr>
        </p:nvSpPr>
        <p:spPr>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type="none" w="lg" len="lg"/>
                <a:tailEnd type="none" w="med" len="lg"/>
              </a14:hiddenLine>
            </a:ext>
          </a:extLst>
        </p:spPr>
        <p:txBody>
          <a:bodyPr/>
          <a:lstStyle>
            <a:lvl1pPr defTabSz="1007768">
              <a:defRPr i="1">
                <a:solidFill>
                  <a:schemeClr val="tx1"/>
                </a:solidFill>
                <a:latin typeface="Times New Roman" pitchFamily="18" charset="0"/>
              </a:defRPr>
            </a:lvl1pPr>
            <a:lvl2pPr marL="742732" indent="-285666" defTabSz="1007768">
              <a:defRPr i="1">
                <a:solidFill>
                  <a:schemeClr val="tx1"/>
                </a:solidFill>
                <a:latin typeface="Times New Roman" pitchFamily="18" charset="0"/>
              </a:defRPr>
            </a:lvl2pPr>
            <a:lvl3pPr marL="1142666" indent="-228534" defTabSz="1007768">
              <a:defRPr i="1">
                <a:solidFill>
                  <a:schemeClr val="tx1"/>
                </a:solidFill>
                <a:latin typeface="Times New Roman" pitchFamily="18" charset="0"/>
              </a:defRPr>
            </a:lvl3pPr>
            <a:lvl4pPr marL="1599731" indent="-228534" defTabSz="1007768">
              <a:defRPr i="1">
                <a:solidFill>
                  <a:schemeClr val="tx1"/>
                </a:solidFill>
                <a:latin typeface="Times New Roman" pitchFamily="18" charset="0"/>
              </a:defRPr>
            </a:lvl4pPr>
            <a:lvl5pPr marL="2056798" indent="-228534" defTabSz="1007768">
              <a:defRPr i="1">
                <a:solidFill>
                  <a:schemeClr val="tx1"/>
                </a:solidFill>
                <a:latin typeface="Times New Roman" pitchFamily="18" charset="0"/>
              </a:defRPr>
            </a:lvl5pPr>
            <a:lvl6pPr marL="2513864" indent="-228534" algn="ctr" defTabSz="1007768" eaLnBrk="0" fontAlgn="base" hangingPunct="0">
              <a:spcBef>
                <a:spcPct val="0"/>
              </a:spcBef>
              <a:spcAft>
                <a:spcPct val="0"/>
              </a:spcAft>
              <a:defRPr i="1">
                <a:solidFill>
                  <a:schemeClr val="tx1"/>
                </a:solidFill>
                <a:latin typeface="Times New Roman" pitchFamily="18" charset="0"/>
              </a:defRPr>
            </a:lvl6pPr>
            <a:lvl7pPr marL="2970929" indent="-228534" algn="ctr" defTabSz="1007768" eaLnBrk="0" fontAlgn="base" hangingPunct="0">
              <a:spcBef>
                <a:spcPct val="0"/>
              </a:spcBef>
              <a:spcAft>
                <a:spcPct val="0"/>
              </a:spcAft>
              <a:defRPr i="1">
                <a:solidFill>
                  <a:schemeClr val="tx1"/>
                </a:solidFill>
                <a:latin typeface="Times New Roman" pitchFamily="18" charset="0"/>
              </a:defRPr>
            </a:lvl7pPr>
            <a:lvl8pPr marL="3427996" indent="-228534" algn="ctr" defTabSz="1007768" eaLnBrk="0" fontAlgn="base" hangingPunct="0">
              <a:spcBef>
                <a:spcPct val="0"/>
              </a:spcBef>
              <a:spcAft>
                <a:spcPct val="0"/>
              </a:spcAft>
              <a:defRPr i="1">
                <a:solidFill>
                  <a:schemeClr val="tx1"/>
                </a:solidFill>
                <a:latin typeface="Times New Roman" pitchFamily="18" charset="0"/>
              </a:defRPr>
            </a:lvl8pPr>
            <a:lvl9pPr marL="3885061" indent="-228534" algn="ctr" defTabSz="1007768" eaLnBrk="0" fontAlgn="base" hangingPunct="0">
              <a:spcBef>
                <a:spcPct val="0"/>
              </a:spcBef>
              <a:spcAft>
                <a:spcPct val="0"/>
              </a:spcAft>
              <a:defRPr i="1">
                <a:solidFill>
                  <a:schemeClr val="tx1"/>
                </a:solidFill>
                <a:latin typeface="Times New Roman" pitchFamily="18" charset="0"/>
              </a:defRPr>
            </a:lvl9pPr>
          </a:lstStyle>
          <a:p>
            <a:fld id="{4DDFC740-E95A-4005-B034-A6A7A2B745D4}" type="slidenum">
              <a:rPr lang="en-US" i="0" smtClean="0"/>
              <a:pPr/>
              <a:t>210</a:t>
            </a:fld>
            <a:endParaRPr lang="en-US" i="0"/>
          </a:p>
        </p:txBody>
      </p:sp>
      <p:sp>
        <p:nvSpPr>
          <p:cNvPr id="295939" name="Rectangle 2"/>
          <p:cNvSpPr>
            <a:spLocks noGrp="1" noRot="1" noChangeAspect="1" noChangeArrowheads="1" noTextEdit="1"/>
          </p:cNvSpPr>
          <p:nvPr>
            <p:ph type="sldImg"/>
          </p:nvPr>
        </p:nvSpPr>
        <p:spPr>
          <a:ln/>
        </p:spPr>
      </p:sp>
      <p:sp>
        <p:nvSpPr>
          <p:cNvPr id="295940" name="Rectangle 3"/>
          <p:cNvSpPr>
            <a:spLocks noGrp="1" noChangeArrowheads="1"/>
          </p:cNvSpPr>
          <p:nvPr>
            <p:ph type="body" idx="1"/>
          </p:nvPr>
        </p:nvSpPr>
        <p:spPr>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type="none" w="lg" len="lg"/>
                <a:tailEnd type="none" w="med" len="lg"/>
              </a14:hiddenLine>
            </a:ext>
          </a:extLst>
        </p:spPr>
        <p:txBody>
          <a:bodyPr/>
          <a:lstStyle/>
          <a:p>
            <a:r>
              <a:rPr lang="en-US"/>
              <a:t>These slides are from an industrial example (locomotives, but could be drivers or jets or box cars).</a:t>
            </a:r>
          </a:p>
        </p:txBody>
      </p:sp>
    </p:spTree>
    <p:extLst>
      <p:ext uri="{BB962C8B-B14F-4D97-AF65-F5344CB8AC3E}">
        <p14:creationId xmlns:p14="http://schemas.microsoft.com/office/powerpoint/2010/main" val="1995708017"/>
      </p:ext>
    </p:extLst>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962" name="Rectangle 7"/>
          <p:cNvSpPr>
            <a:spLocks noGrp="1" noChangeArrowheads="1"/>
          </p:cNvSpPr>
          <p:nvPr>
            <p:ph type="sldNum" sz="quarter" idx="5"/>
          </p:nvPr>
        </p:nvSpPr>
        <p:spPr>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type="none" w="lg" len="lg"/>
                <a:tailEnd type="none" w="med" len="lg"/>
              </a14:hiddenLine>
            </a:ext>
          </a:extLst>
        </p:spPr>
        <p:txBody>
          <a:bodyPr/>
          <a:lstStyle>
            <a:lvl1pPr defTabSz="1007768">
              <a:defRPr i="1">
                <a:solidFill>
                  <a:schemeClr val="tx1"/>
                </a:solidFill>
                <a:latin typeface="Times New Roman" pitchFamily="18" charset="0"/>
              </a:defRPr>
            </a:lvl1pPr>
            <a:lvl2pPr marL="742732" indent="-285666" defTabSz="1007768">
              <a:defRPr i="1">
                <a:solidFill>
                  <a:schemeClr val="tx1"/>
                </a:solidFill>
                <a:latin typeface="Times New Roman" pitchFamily="18" charset="0"/>
              </a:defRPr>
            </a:lvl2pPr>
            <a:lvl3pPr marL="1142666" indent="-228534" defTabSz="1007768">
              <a:defRPr i="1">
                <a:solidFill>
                  <a:schemeClr val="tx1"/>
                </a:solidFill>
                <a:latin typeface="Times New Roman" pitchFamily="18" charset="0"/>
              </a:defRPr>
            </a:lvl3pPr>
            <a:lvl4pPr marL="1599731" indent="-228534" defTabSz="1007768">
              <a:defRPr i="1">
                <a:solidFill>
                  <a:schemeClr val="tx1"/>
                </a:solidFill>
                <a:latin typeface="Times New Roman" pitchFamily="18" charset="0"/>
              </a:defRPr>
            </a:lvl4pPr>
            <a:lvl5pPr marL="2056798" indent="-228534" defTabSz="1007768">
              <a:defRPr i="1">
                <a:solidFill>
                  <a:schemeClr val="tx1"/>
                </a:solidFill>
                <a:latin typeface="Times New Roman" pitchFamily="18" charset="0"/>
              </a:defRPr>
            </a:lvl5pPr>
            <a:lvl6pPr marL="2513864" indent="-228534" algn="ctr" defTabSz="1007768" eaLnBrk="0" fontAlgn="base" hangingPunct="0">
              <a:spcBef>
                <a:spcPct val="0"/>
              </a:spcBef>
              <a:spcAft>
                <a:spcPct val="0"/>
              </a:spcAft>
              <a:defRPr i="1">
                <a:solidFill>
                  <a:schemeClr val="tx1"/>
                </a:solidFill>
                <a:latin typeface="Times New Roman" pitchFamily="18" charset="0"/>
              </a:defRPr>
            </a:lvl6pPr>
            <a:lvl7pPr marL="2970929" indent="-228534" algn="ctr" defTabSz="1007768" eaLnBrk="0" fontAlgn="base" hangingPunct="0">
              <a:spcBef>
                <a:spcPct val="0"/>
              </a:spcBef>
              <a:spcAft>
                <a:spcPct val="0"/>
              </a:spcAft>
              <a:defRPr i="1">
                <a:solidFill>
                  <a:schemeClr val="tx1"/>
                </a:solidFill>
                <a:latin typeface="Times New Roman" pitchFamily="18" charset="0"/>
              </a:defRPr>
            </a:lvl7pPr>
            <a:lvl8pPr marL="3427996" indent="-228534" algn="ctr" defTabSz="1007768" eaLnBrk="0" fontAlgn="base" hangingPunct="0">
              <a:spcBef>
                <a:spcPct val="0"/>
              </a:spcBef>
              <a:spcAft>
                <a:spcPct val="0"/>
              </a:spcAft>
              <a:defRPr i="1">
                <a:solidFill>
                  <a:schemeClr val="tx1"/>
                </a:solidFill>
                <a:latin typeface="Times New Roman" pitchFamily="18" charset="0"/>
              </a:defRPr>
            </a:lvl8pPr>
            <a:lvl9pPr marL="3885061" indent="-228534" algn="ctr" defTabSz="1007768" eaLnBrk="0" fontAlgn="base" hangingPunct="0">
              <a:spcBef>
                <a:spcPct val="0"/>
              </a:spcBef>
              <a:spcAft>
                <a:spcPct val="0"/>
              </a:spcAft>
              <a:defRPr i="1">
                <a:solidFill>
                  <a:schemeClr val="tx1"/>
                </a:solidFill>
                <a:latin typeface="Times New Roman" pitchFamily="18" charset="0"/>
              </a:defRPr>
            </a:lvl9pPr>
          </a:lstStyle>
          <a:p>
            <a:fld id="{79DFF583-B11D-459B-9836-423E15D4FEE9}" type="slidenum">
              <a:rPr lang="en-US" i="0" smtClean="0"/>
              <a:pPr/>
              <a:t>211</a:t>
            </a:fld>
            <a:endParaRPr lang="en-US" i="0"/>
          </a:p>
        </p:txBody>
      </p:sp>
      <p:sp>
        <p:nvSpPr>
          <p:cNvPr id="296963" name="Rectangle 2"/>
          <p:cNvSpPr>
            <a:spLocks noGrp="1" noRot="1" noChangeAspect="1" noChangeArrowheads="1" noTextEdit="1"/>
          </p:cNvSpPr>
          <p:nvPr>
            <p:ph type="sldImg"/>
          </p:nvPr>
        </p:nvSpPr>
        <p:spPr>
          <a:ln/>
        </p:spPr>
      </p:sp>
      <p:sp>
        <p:nvSpPr>
          <p:cNvPr id="296964" name="Rectangle 3"/>
          <p:cNvSpPr>
            <a:spLocks noGrp="1" noChangeArrowheads="1"/>
          </p:cNvSpPr>
          <p:nvPr>
            <p:ph type="body" idx="1"/>
          </p:nvPr>
        </p:nvSpPr>
        <p:spPr>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type="none" w="lg" len="lg"/>
                <a:tailEnd type="none" w="med" len="lg"/>
              </a14:hiddenLine>
            </a:ext>
          </a:extLst>
        </p:spPr>
        <p:txBody>
          <a:bodyPr/>
          <a:lstStyle/>
          <a:p>
            <a:endParaRPr lang="en-US"/>
          </a:p>
        </p:txBody>
      </p:sp>
    </p:spTree>
    <p:extLst>
      <p:ext uri="{BB962C8B-B14F-4D97-AF65-F5344CB8AC3E}">
        <p14:creationId xmlns:p14="http://schemas.microsoft.com/office/powerpoint/2010/main" val="1355418903"/>
      </p:ext>
    </p:extLst>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7986" name="Rectangle 7"/>
          <p:cNvSpPr>
            <a:spLocks noGrp="1" noChangeArrowheads="1"/>
          </p:cNvSpPr>
          <p:nvPr>
            <p:ph type="sldNum" sz="quarter" idx="5"/>
          </p:nvPr>
        </p:nvSpPr>
        <p:spPr>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type="none" w="lg" len="lg"/>
                <a:tailEnd type="none" w="med" len="lg"/>
              </a14:hiddenLine>
            </a:ext>
          </a:extLst>
        </p:spPr>
        <p:txBody>
          <a:bodyPr/>
          <a:lstStyle>
            <a:lvl1pPr defTabSz="1007768">
              <a:defRPr i="1">
                <a:solidFill>
                  <a:schemeClr val="tx1"/>
                </a:solidFill>
                <a:latin typeface="Times New Roman" pitchFamily="18" charset="0"/>
              </a:defRPr>
            </a:lvl1pPr>
            <a:lvl2pPr marL="742732" indent="-285666" defTabSz="1007768">
              <a:defRPr i="1">
                <a:solidFill>
                  <a:schemeClr val="tx1"/>
                </a:solidFill>
                <a:latin typeface="Times New Roman" pitchFamily="18" charset="0"/>
              </a:defRPr>
            </a:lvl2pPr>
            <a:lvl3pPr marL="1142666" indent="-228534" defTabSz="1007768">
              <a:defRPr i="1">
                <a:solidFill>
                  <a:schemeClr val="tx1"/>
                </a:solidFill>
                <a:latin typeface="Times New Roman" pitchFamily="18" charset="0"/>
              </a:defRPr>
            </a:lvl3pPr>
            <a:lvl4pPr marL="1599731" indent="-228534" defTabSz="1007768">
              <a:defRPr i="1">
                <a:solidFill>
                  <a:schemeClr val="tx1"/>
                </a:solidFill>
                <a:latin typeface="Times New Roman" pitchFamily="18" charset="0"/>
              </a:defRPr>
            </a:lvl4pPr>
            <a:lvl5pPr marL="2056798" indent="-228534" defTabSz="1007768">
              <a:defRPr i="1">
                <a:solidFill>
                  <a:schemeClr val="tx1"/>
                </a:solidFill>
                <a:latin typeface="Times New Roman" pitchFamily="18" charset="0"/>
              </a:defRPr>
            </a:lvl5pPr>
            <a:lvl6pPr marL="2513864" indent="-228534" algn="ctr" defTabSz="1007768" eaLnBrk="0" fontAlgn="base" hangingPunct="0">
              <a:spcBef>
                <a:spcPct val="0"/>
              </a:spcBef>
              <a:spcAft>
                <a:spcPct val="0"/>
              </a:spcAft>
              <a:defRPr i="1">
                <a:solidFill>
                  <a:schemeClr val="tx1"/>
                </a:solidFill>
                <a:latin typeface="Times New Roman" pitchFamily="18" charset="0"/>
              </a:defRPr>
            </a:lvl6pPr>
            <a:lvl7pPr marL="2970929" indent="-228534" algn="ctr" defTabSz="1007768" eaLnBrk="0" fontAlgn="base" hangingPunct="0">
              <a:spcBef>
                <a:spcPct val="0"/>
              </a:spcBef>
              <a:spcAft>
                <a:spcPct val="0"/>
              </a:spcAft>
              <a:defRPr i="1">
                <a:solidFill>
                  <a:schemeClr val="tx1"/>
                </a:solidFill>
                <a:latin typeface="Times New Roman" pitchFamily="18" charset="0"/>
              </a:defRPr>
            </a:lvl7pPr>
            <a:lvl8pPr marL="3427996" indent="-228534" algn="ctr" defTabSz="1007768" eaLnBrk="0" fontAlgn="base" hangingPunct="0">
              <a:spcBef>
                <a:spcPct val="0"/>
              </a:spcBef>
              <a:spcAft>
                <a:spcPct val="0"/>
              </a:spcAft>
              <a:defRPr i="1">
                <a:solidFill>
                  <a:schemeClr val="tx1"/>
                </a:solidFill>
                <a:latin typeface="Times New Roman" pitchFamily="18" charset="0"/>
              </a:defRPr>
            </a:lvl8pPr>
            <a:lvl9pPr marL="3885061" indent="-228534" algn="ctr" defTabSz="1007768" eaLnBrk="0" fontAlgn="base" hangingPunct="0">
              <a:spcBef>
                <a:spcPct val="0"/>
              </a:spcBef>
              <a:spcAft>
                <a:spcPct val="0"/>
              </a:spcAft>
              <a:defRPr i="1">
                <a:solidFill>
                  <a:schemeClr val="tx1"/>
                </a:solidFill>
                <a:latin typeface="Times New Roman" pitchFamily="18" charset="0"/>
              </a:defRPr>
            </a:lvl9pPr>
          </a:lstStyle>
          <a:p>
            <a:fld id="{98AA4FF4-D3C7-4D3C-A450-32C2E558AC7F}" type="slidenum">
              <a:rPr lang="en-US" i="0" smtClean="0"/>
              <a:pPr/>
              <a:t>212</a:t>
            </a:fld>
            <a:endParaRPr lang="en-US" i="0"/>
          </a:p>
        </p:txBody>
      </p:sp>
      <p:sp>
        <p:nvSpPr>
          <p:cNvPr id="297987" name="Rectangle 2"/>
          <p:cNvSpPr>
            <a:spLocks noGrp="1" noRot="1" noChangeAspect="1" noChangeArrowheads="1" noTextEdit="1"/>
          </p:cNvSpPr>
          <p:nvPr>
            <p:ph type="sldImg"/>
          </p:nvPr>
        </p:nvSpPr>
        <p:spPr>
          <a:ln/>
        </p:spPr>
      </p:sp>
      <p:sp>
        <p:nvSpPr>
          <p:cNvPr id="297988" name="Rectangle 3"/>
          <p:cNvSpPr>
            <a:spLocks noGrp="1" noChangeArrowheads="1"/>
          </p:cNvSpPr>
          <p:nvPr>
            <p:ph type="body" idx="1"/>
          </p:nvPr>
        </p:nvSpPr>
        <p:spPr>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type="none" w="lg" len="lg"/>
                <a:tailEnd type="none" w="med" len="lg"/>
              </a14:hiddenLine>
            </a:ext>
          </a:extLst>
        </p:spPr>
        <p:txBody>
          <a:bodyPr/>
          <a:lstStyle/>
          <a:p>
            <a:endParaRPr lang="en-US"/>
          </a:p>
        </p:txBody>
      </p:sp>
    </p:spTree>
    <p:extLst>
      <p:ext uri="{BB962C8B-B14F-4D97-AF65-F5344CB8AC3E}">
        <p14:creationId xmlns:p14="http://schemas.microsoft.com/office/powerpoint/2010/main" val="965212284"/>
      </p:ext>
    </p:extLst>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9010" name="Rectangle 7"/>
          <p:cNvSpPr txBox="1">
            <a:spLocks noGrp="1" noChangeArrowheads="1"/>
          </p:cNvSpPr>
          <p:nvPr/>
        </p:nvSpPr>
        <p:spPr bwMode="auto">
          <a:xfrm>
            <a:off x="4105275" y="9109075"/>
            <a:ext cx="3181350" cy="5095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type="none" w="lg" len="lg"/>
                <a:tailEnd type="none" w="med" len="lg"/>
              </a14:hiddenLine>
            </a:ext>
          </a:extLst>
        </p:spPr>
        <p:txBody>
          <a:bodyPr lIns="100880" tIns="50440" rIns="100880" bIns="50440" anchor="b"/>
          <a:lstStyle>
            <a:lvl1pPr defTabSz="1008063">
              <a:defRPr i="1">
                <a:solidFill>
                  <a:schemeClr val="tx1"/>
                </a:solidFill>
                <a:latin typeface="Times New Roman" pitchFamily="18" charset="0"/>
              </a:defRPr>
            </a:lvl1pPr>
            <a:lvl2pPr marL="742950" indent="-285750" defTabSz="1008063">
              <a:defRPr i="1">
                <a:solidFill>
                  <a:schemeClr val="tx1"/>
                </a:solidFill>
                <a:latin typeface="Times New Roman" pitchFamily="18" charset="0"/>
              </a:defRPr>
            </a:lvl2pPr>
            <a:lvl3pPr marL="1143000" indent="-228600" defTabSz="1008063">
              <a:defRPr i="1">
                <a:solidFill>
                  <a:schemeClr val="tx1"/>
                </a:solidFill>
                <a:latin typeface="Times New Roman" pitchFamily="18" charset="0"/>
              </a:defRPr>
            </a:lvl3pPr>
            <a:lvl4pPr marL="1600200" indent="-228600" defTabSz="1008063">
              <a:defRPr i="1">
                <a:solidFill>
                  <a:schemeClr val="tx1"/>
                </a:solidFill>
                <a:latin typeface="Times New Roman" pitchFamily="18" charset="0"/>
              </a:defRPr>
            </a:lvl4pPr>
            <a:lvl5pPr marL="2057400" indent="-228600" defTabSz="1008063">
              <a:defRPr i="1">
                <a:solidFill>
                  <a:schemeClr val="tx1"/>
                </a:solidFill>
                <a:latin typeface="Times New Roman" pitchFamily="18" charset="0"/>
              </a:defRPr>
            </a:lvl5pPr>
            <a:lvl6pPr marL="2514600" indent="-228600" algn="ctr" defTabSz="1008063" eaLnBrk="0" fontAlgn="base" hangingPunct="0">
              <a:spcBef>
                <a:spcPct val="0"/>
              </a:spcBef>
              <a:spcAft>
                <a:spcPct val="0"/>
              </a:spcAft>
              <a:defRPr i="1">
                <a:solidFill>
                  <a:schemeClr val="tx1"/>
                </a:solidFill>
                <a:latin typeface="Times New Roman" pitchFamily="18" charset="0"/>
              </a:defRPr>
            </a:lvl6pPr>
            <a:lvl7pPr marL="2971800" indent="-228600" algn="ctr" defTabSz="1008063" eaLnBrk="0" fontAlgn="base" hangingPunct="0">
              <a:spcBef>
                <a:spcPct val="0"/>
              </a:spcBef>
              <a:spcAft>
                <a:spcPct val="0"/>
              </a:spcAft>
              <a:defRPr i="1">
                <a:solidFill>
                  <a:schemeClr val="tx1"/>
                </a:solidFill>
                <a:latin typeface="Times New Roman" pitchFamily="18" charset="0"/>
              </a:defRPr>
            </a:lvl7pPr>
            <a:lvl8pPr marL="3429000" indent="-228600" algn="ctr" defTabSz="1008063" eaLnBrk="0" fontAlgn="base" hangingPunct="0">
              <a:spcBef>
                <a:spcPct val="0"/>
              </a:spcBef>
              <a:spcAft>
                <a:spcPct val="0"/>
              </a:spcAft>
              <a:defRPr i="1">
                <a:solidFill>
                  <a:schemeClr val="tx1"/>
                </a:solidFill>
                <a:latin typeface="Times New Roman" pitchFamily="18" charset="0"/>
              </a:defRPr>
            </a:lvl8pPr>
            <a:lvl9pPr marL="3886200" indent="-228600" algn="ctr" defTabSz="1008063" eaLnBrk="0" fontAlgn="base" hangingPunct="0">
              <a:spcBef>
                <a:spcPct val="0"/>
              </a:spcBef>
              <a:spcAft>
                <a:spcPct val="0"/>
              </a:spcAft>
              <a:defRPr i="1">
                <a:solidFill>
                  <a:schemeClr val="tx1"/>
                </a:solidFill>
                <a:latin typeface="Times New Roman" pitchFamily="18" charset="0"/>
              </a:defRPr>
            </a:lvl9pPr>
          </a:lstStyle>
          <a:p>
            <a:pPr algn="r"/>
            <a:fld id="{BF3382BE-F11A-44B3-B37B-9681EBD49AF4}" type="slidenum">
              <a:rPr lang="en-US" sz="1400" i="0"/>
              <a:pPr algn="r"/>
              <a:t>213</a:t>
            </a:fld>
            <a:endParaRPr lang="en-US" sz="1400" i="0"/>
          </a:p>
        </p:txBody>
      </p:sp>
      <p:sp>
        <p:nvSpPr>
          <p:cNvPr id="299011" name="Rectangle 2"/>
          <p:cNvSpPr>
            <a:spLocks noGrp="1" noRot="1" noChangeAspect="1" noChangeArrowheads="1" noTextEdit="1"/>
          </p:cNvSpPr>
          <p:nvPr>
            <p:ph type="sldImg"/>
          </p:nvPr>
        </p:nvSpPr>
        <p:spPr>
          <a:ln/>
        </p:spPr>
      </p:sp>
      <p:sp>
        <p:nvSpPr>
          <p:cNvPr id="299012" name="Rectangle 3"/>
          <p:cNvSpPr>
            <a:spLocks noGrp="1" noChangeArrowheads="1"/>
          </p:cNvSpPr>
          <p:nvPr>
            <p:ph type="body" idx="1"/>
          </p:nvPr>
        </p:nvSpPr>
        <p:spPr>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type="none" w="lg" len="lg"/>
                <a:tailEnd type="none" w="med" len="lg"/>
              </a14:hiddenLine>
            </a:ext>
          </a:extLst>
        </p:spPr>
        <p:txBody>
          <a:bodyPr/>
          <a:lstStyle/>
          <a:p>
            <a:endParaRPr lang="en-US"/>
          </a:p>
        </p:txBody>
      </p:sp>
    </p:spTree>
    <p:extLst>
      <p:ext uri="{BB962C8B-B14F-4D97-AF65-F5344CB8AC3E}">
        <p14:creationId xmlns:p14="http://schemas.microsoft.com/office/powerpoint/2010/main" val="3318911610"/>
      </p:ext>
    </p:extLst>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258" name="Rectangle 7"/>
          <p:cNvSpPr>
            <a:spLocks noGrp="1" noChangeArrowheads="1"/>
          </p:cNvSpPr>
          <p:nvPr>
            <p:ph type="sldNum" sz="quarter" idx="5"/>
          </p:nvPr>
        </p:nvSpPr>
        <p:spPr>
          <a:noFill/>
        </p:spPr>
        <p:txBody>
          <a:bodyPr/>
          <a:lstStyle>
            <a:lvl1pPr eaLnBrk="0" hangingPunct="0">
              <a:defRPr i="1">
                <a:solidFill>
                  <a:schemeClr val="tx1"/>
                </a:solidFill>
                <a:latin typeface="Arial" charset="0"/>
                <a:cs typeface="Arial" charset="0"/>
              </a:defRPr>
            </a:lvl1pPr>
            <a:lvl2pPr marL="742950" indent="-285750" eaLnBrk="0" hangingPunct="0">
              <a:defRPr i="1">
                <a:solidFill>
                  <a:schemeClr val="tx1"/>
                </a:solidFill>
                <a:latin typeface="Arial" charset="0"/>
                <a:cs typeface="Arial" charset="0"/>
              </a:defRPr>
            </a:lvl2pPr>
            <a:lvl3pPr marL="1143000" indent="-228600" eaLnBrk="0" hangingPunct="0">
              <a:defRPr i="1">
                <a:solidFill>
                  <a:schemeClr val="tx1"/>
                </a:solidFill>
                <a:latin typeface="Arial" charset="0"/>
                <a:cs typeface="Arial" charset="0"/>
              </a:defRPr>
            </a:lvl3pPr>
            <a:lvl4pPr marL="1600200" indent="-228600" eaLnBrk="0" hangingPunct="0">
              <a:defRPr i="1">
                <a:solidFill>
                  <a:schemeClr val="tx1"/>
                </a:solidFill>
                <a:latin typeface="Arial" charset="0"/>
                <a:cs typeface="Arial" charset="0"/>
              </a:defRPr>
            </a:lvl4pPr>
            <a:lvl5pPr marL="2057400" indent="-228600" eaLnBrk="0" hangingPunct="0">
              <a:defRPr i="1">
                <a:solidFill>
                  <a:schemeClr val="tx1"/>
                </a:solidFill>
                <a:latin typeface="Arial" charset="0"/>
                <a:cs typeface="Arial" charset="0"/>
              </a:defRPr>
            </a:lvl5pPr>
            <a:lvl6pPr marL="2514600" indent="-228600" eaLnBrk="0" fontAlgn="base" hangingPunct="0">
              <a:spcBef>
                <a:spcPct val="0"/>
              </a:spcBef>
              <a:spcAft>
                <a:spcPct val="0"/>
              </a:spcAft>
              <a:defRPr i="1">
                <a:solidFill>
                  <a:schemeClr val="tx1"/>
                </a:solidFill>
                <a:latin typeface="Arial" charset="0"/>
                <a:cs typeface="Arial" charset="0"/>
              </a:defRPr>
            </a:lvl6pPr>
            <a:lvl7pPr marL="2971800" indent="-228600" eaLnBrk="0" fontAlgn="base" hangingPunct="0">
              <a:spcBef>
                <a:spcPct val="0"/>
              </a:spcBef>
              <a:spcAft>
                <a:spcPct val="0"/>
              </a:spcAft>
              <a:defRPr i="1">
                <a:solidFill>
                  <a:schemeClr val="tx1"/>
                </a:solidFill>
                <a:latin typeface="Arial" charset="0"/>
                <a:cs typeface="Arial" charset="0"/>
              </a:defRPr>
            </a:lvl7pPr>
            <a:lvl8pPr marL="3429000" indent="-228600" eaLnBrk="0" fontAlgn="base" hangingPunct="0">
              <a:spcBef>
                <a:spcPct val="0"/>
              </a:spcBef>
              <a:spcAft>
                <a:spcPct val="0"/>
              </a:spcAft>
              <a:defRPr i="1">
                <a:solidFill>
                  <a:schemeClr val="tx1"/>
                </a:solidFill>
                <a:latin typeface="Arial" charset="0"/>
                <a:cs typeface="Arial" charset="0"/>
              </a:defRPr>
            </a:lvl8pPr>
            <a:lvl9pPr marL="3886200" indent="-228600" eaLnBrk="0" fontAlgn="base" hangingPunct="0">
              <a:spcBef>
                <a:spcPct val="0"/>
              </a:spcBef>
              <a:spcAft>
                <a:spcPct val="0"/>
              </a:spcAft>
              <a:defRPr i="1">
                <a:solidFill>
                  <a:schemeClr val="tx1"/>
                </a:solidFill>
                <a:latin typeface="Arial" charset="0"/>
                <a:cs typeface="Arial" charset="0"/>
              </a:defRPr>
            </a:lvl9pPr>
          </a:lstStyle>
          <a:p>
            <a:pPr eaLnBrk="1" hangingPunct="1"/>
            <a:fld id="{3FC15912-E09A-4372-93B8-BEDD457768CA}" type="slidenum">
              <a:rPr lang="en-US" i="0"/>
              <a:pPr eaLnBrk="1" hangingPunct="1"/>
              <a:t>214</a:t>
            </a:fld>
            <a:endParaRPr lang="en-US" i="0"/>
          </a:p>
        </p:txBody>
      </p:sp>
      <p:sp>
        <p:nvSpPr>
          <p:cNvPr id="96259" name="Rectangle 2"/>
          <p:cNvSpPr>
            <a:spLocks noGrp="1" noRot="1" noChangeAspect="1" noChangeArrowheads="1" noTextEdit="1"/>
          </p:cNvSpPr>
          <p:nvPr>
            <p:ph type="sldImg"/>
          </p:nvPr>
        </p:nvSpPr>
        <p:spPr>
          <a:xfrm>
            <a:off x="395288" y="692150"/>
            <a:ext cx="6070600" cy="3416300"/>
          </a:xfrm>
          <a:ln/>
        </p:spPr>
      </p:sp>
      <p:sp>
        <p:nvSpPr>
          <p:cNvPr id="96260" name="Rectangle 3"/>
          <p:cNvSpPr>
            <a:spLocks noGrp="1" noChangeArrowheads="1"/>
          </p:cNvSpPr>
          <p:nvPr>
            <p:ph type="body" idx="1"/>
          </p:nvPr>
        </p:nvSpPr>
        <p:spPr>
          <a:xfrm>
            <a:off x="914400" y="4343400"/>
            <a:ext cx="5029200" cy="4116388"/>
          </a:xfrm>
          <a:noFill/>
        </p:spPr>
        <p:txBody>
          <a:bodyPr/>
          <a:lstStyle/>
          <a:p>
            <a:pPr eaLnBrk="1" hangingPunct="1"/>
            <a:endParaRPr lang="en-US"/>
          </a:p>
        </p:txBody>
      </p:sp>
    </p:spTree>
    <p:extLst>
      <p:ext uri="{BB962C8B-B14F-4D97-AF65-F5344CB8AC3E}">
        <p14:creationId xmlns:p14="http://schemas.microsoft.com/office/powerpoint/2010/main" val="125697602"/>
      </p:ext>
    </p:extLst>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7282" name="Rectangle 7"/>
          <p:cNvSpPr>
            <a:spLocks noGrp="1" noChangeArrowheads="1"/>
          </p:cNvSpPr>
          <p:nvPr>
            <p:ph type="sldNum" sz="quarter" idx="5"/>
          </p:nvPr>
        </p:nvSpPr>
        <p:spPr>
          <a:noFill/>
        </p:spPr>
        <p:txBody>
          <a:bodyPr/>
          <a:lstStyle>
            <a:lvl1pPr eaLnBrk="0" hangingPunct="0">
              <a:defRPr i="1">
                <a:solidFill>
                  <a:schemeClr val="tx1"/>
                </a:solidFill>
                <a:latin typeface="Arial" charset="0"/>
                <a:cs typeface="Arial" charset="0"/>
              </a:defRPr>
            </a:lvl1pPr>
            <a:lvl2pPr marL="742950" indent="-285750" eaLnBrk="0" hangingPunct="0">
              <a:defRPr i="1">
                <a:solidFill>
                  <a:schemeClr val="tx1"/>
                </a:solidFill>
                <a:latin typeface="Arial" charset="0"/>
                <a:cs typeface="Arial" charset="0"/>
              </a:defRPr>
            </a:lvl2pPr>
            <a:lvl3pPr marL="1143000" indent="-228600" eaLnBrk="0" hangingPunct="0">
              <a:defRPr i="1">
                <a:solidFill>
                  <a:schemeClr val="tx1"/>
                </a:solidFill>
                <a:latin typeface="Arial" charset="0"/>
                <a:cs typeface="Arial" charset="0"/>
              </a:defRPr>
            </a:lvl3pPr>
            <a:lvl4pPr marL="1600200" indent="-228600" eaLnBrk="0" hangingPunct="0">
              <a:defRPr i="1">
                <a:solidFill>
                  <a:schemeClr val="tx1"/>
                </a:solidFill>
                <a:latin typeface="Arial" charset="0"/>
                <a:cs typeface="Arial" charset="0"/>
              </a:defRPr>
            </a:lvl4pPr>
            <a:lvl5pPr marL="2057400" indent="-228600" eaLnBrk="0" hangingPunct="0">
              <a:defRPr i="1">
                <a:solidFill>
                  <a:schemeClr val="tx1"/>
                </a:solidFill>
                <a:latin typeface="Arial" charset="0"/>
                <a:cs typeface="Arial" charset="0"/>
              </a:defRPr>
            </a:lvl5pPr>
            <a:lvl6pPr marL="2514600" indent="-228600" eaLnBrk="0" fontAlgn="base" hangingPunct="0">
              <a:spcBef>
                <a:spcPct val="0"/>
              </a:spcBef>
              <a:spcAft>
                <a:spcPct val="0"/>
              </a:spcAft>
              <a:defRPr i="1">
                <a:solidFill>
                  <a:schemeClr val="tx1"/>
                </a:solidFill>
                <a:latin typeface="Arial" charset="0"/>
                <a:cs typeface="Arial" charset="0"/>
              </a:defRPr>
            </a:lvl6pPr>
            <a:lvl7pPr marL="2971800" indent="-228600" eaLnBrk="0" fontAlgn="base" hangingPunct="0">
              <a:spcBef>
                <a:spcPct val="0"/>
              </a:spcBef>
              <a:spcAft>
                <a:spcPct val="0"/>
              </a:spcAft>
              <a:defRPr i="1">
                <a:solidFill>
                  <a:schemeClr val="tx1"/>
                </a:solidFill>
                <a:latin typeface="Arial" charset="0"/>
                <a:cs typeface="Arial" charset="0"/>
              </a:defRPr>
            </a:lvl7pPr>
            <a:lvl8pPr marL="3429000" indent="-228600" eaLnBrk="0" fontAlgn="base" hangingPunct="0">
              <a:spcBef>
                <a:spcPct val="0"/>
              </a:spcBef>
              <a:spcAft>
                <a:spcPct val="0"/>
              </a:spcAft>
              <a:defRPr i="1">
                <a:solidFill>
                  <a:schemeClr val="tx1"/>
                </a:solidFill>
                <a:latin typeface="Arial" charset="0"/>
                <a:cs typeface="Arial" charset="0"/>
              </a:defRPr>
            </a:lvl8pPr>
            <a:lvl9pPr marL="3886200" indent="-228600" eaLnBrk="0" fontAlgn="base" hangingPunct="0">
              <a:spcBef>
                <a:spcPct val="0"/>
              </a:spcBef>
              <a:spcAft>
                <a:spcPct val="0"/>
              </a:spcAft>
              <a:defRPr i="1">
                <a:solidFill>
                  <a:schemeClr val="tx1"/>
                </a:solidFill>
                <a:latin typeface="Arial" charset="0"/>
                <a:cs typeface="Arial" charset="0"/>
              </a:defRPr>
            </a:lvl9pPr>
          </a:lstStyle>
          <a:p>
            <a:pPr eaLnBrk="1" hangingPunct="1"/>
            <a:fld id="{4C0F3F7F-FA5C-48E9-AE9C-E56E5AB204BF}" type="slidenum">
              <a:rPr lang="en-US" i="0"/>
              <a:pPr eaLnBrk="1" hangingPunct="1"/>
              <a:t>215</a:t>
            </a:fld>
            <a:endParaRPr lang="en-US" i="0"/>
          </a:p>
        </p:txBody>
      </p:sp>
      <p:sp>
        <p:nvSpPr>
          <p:cNvPr id="97283" name="Rectangle 2"/>
          <p:cNvSpPr>
            <a:spLocks noGrp="1" noRot="1" noChangeAspect="1" noChangeArrowheads="1" noTextEdit="1"/>
          </p:cNvSpPr>
          <p:nvPr>
            <p:ph type="sldImg"/>
          </p:nvPr>
        </p:nvSpPr>
        <p:spPr>
          <a:xfrm>
            <a:off x="395288" y="692150"/>
            <a:ext cx="6070600" cy="3416300"/>
          </a:xfrm>
          <a:ln/>
        </p:spPr>
      </p:sp>
      <p:sp>
        <p:nvSpPr>
          <p:cNvPr id="97284" name="Rectangle 3"/>
          <p:cNvSpPr>
            <a:spLocks noGrp="1" noChangeArrowheads="1"/>
          </p:cNvSpPr>
          <p:nvPr>
            <p:ph type="body" idx="1"/>
          </p:nvPr>
        </p:nvSpPr>
        <p:spPr>
          <a:xfrm>
            <a:off x="914400" y="4343400"/>
            <a:ext cx="5029200" cy="4116388"/>
          </a:xfrm>
          <a:noFill/>
        </p:spPr>
        <p:txBody>
          <a:bodyPr/>
          <a:lstStyle/>
          <a:p>
            <a:pPr eaLnBrk="1" hangingPunct="1"/>
            <a:endParaRPr lang="en-US"/>
          </a:p>
        </p:txBody>
      </p:sp>
    </p:spTree>
    <p:extLst>
      <p:ext uri="{BB962C8B-B14F-4D97-AF65-F5344CB8AC3E}">
        <p14:creationId xmlns:p14="http://schemas.microsoft.com/office/powerpoint/2010/main" val="3365002031"/>
      </p:ext>
    </p:extLst>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306" name="Rectangle 7"/>
          <p:cNvSpPr>
            <a:spLocks noGrp="1" noChangeArrowheads="1"/>
          </p:cNvSpPr>
          <p:nvPr>
            <p:ph type="sldNum" sz="quarter" idx="5"/>
          </p:nvPr>
        </p:nvSpPr>
        <p:spPr>
          <a:noFill/>
        </p:spPr>
        <p:txBody>
          <a:bodyPr/>
          <a:lstStyle>
            <a:lvl1pPr eaLnBrk="0" hangingPunct="0">
              <a:defRPr i="1">
                <a:solidFill>
                  <a:schemeClr val="tx1"/>
                </a:solidFill>
                <a:latin typeface="Arial" charset="0"/>
                <a:cs typeface="Arial" charset="0"/>
              </a:defRPr>
            </a:lvl1pPr>
            <a:lvl2pPr marL="742950" indent="-285750" eaLnBrk="0" hangingPunct="0">
              <a:defRPr i="1">
                <a:solidFill>
                  <a:schemeClr val="tx1"/>
                </a:solidFill>
                <a:latin typeface="Arial" charset="0"/>
                <a:cs typeface="Arial" charset="0"/>
              </a:defRPr>
            </a:lvl2pPr>
            <a:lvl3pPr marL="1143000" indent="-228600" eaLnBrk="0" hangingPunct="0">
              <a:defRPr i="1">
                <a:solidFill>
                  <a:schemeClr val="tx1"/>
                </a:solidFill>
                <a:latin typeface="Arial" charset="0"/>
                <a:cs typeface="Arial" charset="0"/>
              </a:defRPr>
            </a:lvl3pPr>
            <a:lvl4pPr marL="1600200" indent="-228600" eaLnBrk="0" hangingPunct="0">
              <a:defRPr i="1">
                <a:solidFill>
                  <a:schemeClr val="tx1"/>
                </a:solidFill>
                <a:latin typeface="Arial" charset="0"/>
                <a:cs typeface="Arial" charset="0"/>
              </a:defRPr>
            </a:lvl4pPr>
            <a:lvl5pPr marL="2057400" indent="-228600" eaLnBrk="0" hangingPunct="0">
              <a:defRPr i="1">
                <a:solidFill>
                  <a:schemeClr val="tx1"/>
                </a:solidFill>
                <a:latin typeface="Arial" charset="0"/>
                <a:cs typeface="Arial" charset="0"/>
              </a:defRPr>
            </a:lvl5pPr>
            <a:lvl6pPr marL="2514600" indent="-228600" eaLnBrk="0" fontAlgn="base" hangingPunct="0">
              <a:spcBef>
                <a:spcPct val="0"/>
              </a:spcBef>
              <a:spcAft>
                <a:spcPct val="0"/>
              </a:spcAft>
              <a:defRPr i="1">
                <a:solidFill>
                  <a:schemeClr val="tx1"/>
                </a:solidFill>
                <a:latin typeface="Arial" charset="0"/>
                <a:cs typeface="Arial" charset="0"/>
              </a:defRPr>
            </a:lvl6pPr>
            <a:lvl7pPr marL="2971800" indent="-228600" eaLnBrk="0" fontAlgn="base" hangingPunct="0">
              <a:spcBef>
                <a:spcPct val="0"/>
              </a:spcBef>
              <a:spcAft>
                <a:spcPct val="0"/>
              </a:spcAft>
              <a:defRPr i="1">
                <a:solidFill>
                  <a:schemeClr val="tx1"/>
                </a:solidFill>
                <a:latin typeface="Arial" charset="0"/>
                <a:cs typeface="Arial" charset="0"/>
              </a:defRPr>
            </a:lvl7pPr>
            <a:lvl8pPr marL="3429000" indent="-228600" eaLnBrk="0" fontAlgn="base" hangingPunct="0">
              <a:spcBef>
                <a:spcPct val="0"/>
              </a:spcBef>
              <a:spcAft>
                <a:spcPct val="0"/>
              </a:spcAft>
              <a:defRPr i="1">
                <a:solidFill>
                  <a:schemeClr val="tx1"/>
                </a:solidFill>
                <a:latin typeface="Arial" charset="0"/>
                <a:cs typeface="Arial" charset="0"/>
              </a:defRPr>
            </a:lvl8pPr>
            <a:lvl9pPr marL="3886200" indent="-228600" eaLnBrk="0" fontAlgn="base" hangingPunct="0">
              <a:spcBef>
                <a:spcPct val="0"/>
              </a:spcBef>
              <a:spcAft>
                <a:spcPct val="0"/>
              </a:spcAft>
              <a:defRPr i="1">
                <a:solidFill>
                  <a:schemeClr val="tx1"/>
                </a:solidFill>
                <a:latin typeface="Arial" charset="0"/>
                <a:cs typeface="Arial" charset="0"/>
              </a:defRPr>
            </a:lvl9pPr>
          </a:lstStyle>
          <a:p>
            <a:pPr eaLnBrk="1" hangingPunct="1"/>
            <a:fld id="{690FF92A-CB35-45CF-9D25-10652AACBE73}" type="slidenum">
              <a:rPr lang="en-US" i="0"/>
              <a:pPr eaLnBrk="1" hangingPunct="1"/>
              <a:t>216</a:t>
            </a:fld>
            <a:endParaRPr lang="en-US" i="0"/>
          </a:p>
        </p:txBody>
      </p:sp>
      <p:sp>
        <p:nvSpPr>
          <p:cNvPr id="98307" name="Rectangle 2"/>
          <p:cNvSpPr>
            <a:spLocks noGrp="1" noRot="1" noChangeAspect="1" noChangeArrowheads="1" noTextEdit="1"/>
          </p:cNvSpPr>
          <p:nvPr>
            <p:ph type="sldImg"/>
          </p:nvPr>
        </p:nvSpPr>
        <p:spPr>
          <a:xfrm>
            <a:off x="395288" y="692150"/>
            <a:ext cx="6070600" cy="3416300"/>
          </a:xfrm>
          <a:ln/>
        </p:spPr>
      </p:sp>
      <p:sp>
        <p:nvSpPr>
          <p:cNvPr id="98308" name="Rectangle 3"/>
          <p:cNvSpPr>
            <a:spLocks noGrp="1" noChangeArrowheads="1"/>
          </p:cNvSpPr>
          <p:nvPr>
            <p:ph type="body" idx="1"/>
          </p:nvPr>
        </p:nvSpPr>
        <p:spPr>
          <a:xfrm>
            <a:off x="914400" y="4343400"/>
            <a:ext cx="5029200" cy="4116388"/>
          </a:xfrm>
          <a:noFill/>
        </p:spPr>
        <p:txBody>
          <a:bodyPr/>
          <a:lstStyle/>
          <a:p>
            <a:pPr eaLnBrk="1" hangingPunct="1"/>
            <a:endParaRPr lang="en-US"/>
          </a:p>
        </p:txBody>
      </p:sp>
    </p:spTree>
    <p:extLst>
      <p:ext uri="{BB962C8B-B14F-4D97-AF65-F5344CB8AC3E}">
        <p14:creationId xmlns:p14="http://schemas.microsoft.com/office/powerpoint/2010/main" val="657215677"/>
      </p:ext>
    </p:extLst>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9330" name="Rectangle 7"/>
          <p:cNvSpPr>
            <a:spLocks noGrp="1" noChangeArrowheads="1"/>
          </p:cNvSpPr>
          <p:nvPr>
            <p:ph type="sldNum" sz="quarter" idx="5"/>
          </p:nvPr>
        </p:nvSpPr>
        <p:spPr>
          <a:noFill/>
        </p:spPr>
        <p:txBody>
          <a:bodyPr/>
          <a:lstStyle>
            <a:lvl1pPr eaLnBrk="0" hangingPunct="0">
              <a:defRPr i="1">
                <a:solidFill>
                  <a:schemeClr val="tx1"/>
                </a:solidFill>
                <a:latin typeface="Arial" charset="0"/>
                <a:cs typeface="Arial" charset="0"/>
              </a:defRPr>
            </a:lvl1pPr>
            <a:lvl2pPr marL="742950" indent="-285750" eaLnBrk="0" hangingPunct="0">
              <a:defRPr i="1">
                <a:solidFill>
                  <a:schemeClr val="tx1"/>
                </a:solidFill>
                <a:latin typeface="Arial" charset="0"/>
                <a:cs typeface="Arial" charset="0"/>
              </a:defRPr>
            </a:lvl2pPr>
            <a:lvl3pPr marL="1143000" indent="-228600" eaLnBrk="0" hangingPunct="0">
              <a:defRPr i="1">
                <a:solidFill>
                  <a:schemeClr val="tx1"/>
                </a:solidFill>
                <a:latin typeface="Arial" charset="0"/>
                <a:cs typeface="Arial" charset="0"/>
              </a:defRPr>
            </a:lvl3pPr>
            <a:lvl4pPr marL="1600200" indent="-228600" eaLnBrk="0" hangingPunct="0">
              <a:defRPr i="1">
                <a:solidFill>
                  <a:schemeClr val="tx1"/>
                </a:solidFill>
                <a:latin typeface="Arial" charset="0"/>
                <a:cs typeface="Arial" charset="0"/>
              </a:defRPr>
            </a:lvl4pPr>
            <a:lvl5pPr marL="2057400" indent="-228600" eaLnBrk="0" hangingPunct="0">
              <a:defRPr i="1">
                <a:solidFill>
                  <a:schemeClr val="tx1"/>
                </a:solidFill>
                <a:latin typeface="Arial" charset="0"/>
                <a:cs typeface="Arial" charset="0"/>
              </a:defRPr>
            </a:lvl5pPr>
            <a:lvl6pPr marL="2514600" indent="-228600" eaLnBrk="0" fontAlgn="base" hangingPunct="0">
              <a:spcBef>
                <a:spcPct val="0"/>
              </a:spcBef>
              <a:spcAft>
                <a:spcPct val="0"/>
              </a:spcAft>
              <a:defRPr i="1">
                <a:solidFill>
                  <a:schemeClr val="tx1"/>
                </a:solidFill>
                <a:latin typeface="Arial" charset="0"/>
                <a:cs typeface="Arial" charset="0"/>
              </a:defRPr>
            </a:lvl6pPr>
            <a:lvl7pPr marL="2971800" indent="-228600" eaLnBrk="0" fontAlgn="base" hangingPunct="0">
              <a:spcBef>
                <a:spcPct val="0"/>
              </a:spcBef>
              <a:spcAft>
                <a:spcPct val="0"/>
              </a:spcAft>
              <a:defRPr i="1">
                <a:solidFill>
                  <a:schemeClr val="tx1"/>
                </a:solidFill>
                <a:latin typeface="Arial" charset="0"/>
                <a:cs typeface="Arial" charset="0"/>
              </a:defRPr>
            </a:lvl7pPr>
            <a:lvl8pPr marL="3429000" indent="-228600" eaLnBrk="0" fontAlgn="base" hangingPunct="0">
              <a:spcBef>
                <a:spcPct val="0"/>
              </a:spcBef>
              <a:spcAft>
                <a:spcPct val="0"/>
              </a:spcAft>
              <a:defRPr i="1">
                <a:solidFill>
                  <a:schemeClr val="tx1"/>
                </a:solidFill>
                <a:latin typeface="Arial" charset="0"/>
                <a:cs typeface="Arial" charset="0"/>
              </a:defRPr>
            </a:lvl8pPr>
            <a:lvl9pPr marL="3886200" indent="-228600" eaLnBrk="0" fontAlgn="base" hangingPunct="0">
              <a:spcBef>
                <a:spcPct val="0"/>
              </a:spcBef>
              <a:spcAft>
                <a:spcPct val="0"/>
              </a:spcAft>
              <a:defRPr i="1">
                <a:solidFill>
                  <a:schemeClr val="tx1"/>
                </a:solidFill>
                <a:latin typeface="Arial" charset="0"/>
                <a:cs typeface="Arial" charset="0"/>
              </a:defRPr>
            </a:lvl9pPr>
          </a:lstStyle>
          <a:p>
            <a:pPr eaLnBrk="1" hangingPunct="1"/>
            <a:fld id="{72951506-5DBD-4D88-9BF0-47AC7E98F1FD}" type="slidenum">
              <a:rPr lang="en-US" i="0"/>
              <a:pPr eaLnBrk="1" hangingPunct="1"/>
              <a:t>217</a:t>
            </a:fld>
            <a:endParaRPr lang="en-US" i="0"/>
          </a:p>
        </p:txBody>
      </p:sp>
      <p:sp>
        <p:nvSpPr>
          <p:cNvPr id="99331" name="Rectangle 2"/>
          <p:cNvSpPr>
            <a:spLocks noGrp="1" noRot="1" noChangeAspect="1" noChangeArrowheads="1" noTextEdit="1"/>
          </p:cNvSpPr>
          <p:nvPr>
            <p:ph type="sldImg"/>
          </p:nvPr>
        </p:nvSpPr>
        <p:spPr>
          <a:xfrm>
            <a:off x="395288" y="692150"/>
            <a:ext cx="6070600" cy="3416300"/>
          </a:xfrm>
          <a:ln/>
        </p:spPr>
      </p:sp>
      <p:sp>
        <p:nvSpPr>
          <p:cNvPr id="99332" name="Rectangle 3"/>
          <p:cNvSpPr>
            <a:spLocks noGrp="1" noChangeArrowheads="1"/>
          </p:cNvSpPr>
          <p:nvPr>
            <p:ph type="body" idx="1"/>
          </p:nvPr>
        </p:nvSpPr>
        <p:spPr>
          <a:xfrm>
            <a:off x="914400" y="4343400"/>
            <a:ext cx="5029200" cy="4116388"/>
          </a:xfrm>
          <a:noFill/>
        </p:spPr>
        <p:txBody>
          <a:bodyPr/>
          <a:lstStyle/>
          <a:p>
            <a:pPr eaLnBrk="1" hangingPunct="1"/>
            <a:endParaRPr lang="en-US"/>
          </a:p>
        </p:txBody>
      </p:sp>
    </p:spTree>
    <p:extLst>
      <p:ext uri="{BB962C8B-B14F-4D97-AF65-F5344CB8AC3E}">
        <p14:creationId xmlns:p14="http://schemas.microsoft.com/office/powerpoint/2010/main" val="2250761974"/>
      </p:ext>
    </p:extLst>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0354" name="Rectangle 7"/>
          <p:cNvSpPr>
            <a:spLocks noGrp="1" noChangeArrowheads="1"/>
          </p:cNvSpPr>
          <p:nvPr>
            <p:ph type="sldNum" sz="quarter" idx="5"/>
          </p:nvPr>
        </p:nvSpPr>
        <p:spPr>
          <a:noFill/>
        </p:spPr>
        <p:txBody>
          <a:bodyPr/>
          <a:lstStyle>
            <a:lvl1pPr eaLnBrk="0" hangingPunct="0">
              <a:defRPr i="1">
                <a:solidFill>
                  <a:schemeClr val="tx1"/>
                </a:solidFill>
                <a:latin typeface="Arial" charset="0"/>
                <a:cs typeface="Arial" charset="0"/>
              </a:defRPr>
            </a:lvl1pPr>
            <a:lvl2pPr marL="742950" indent="-285750" eaLnBrk="0" hangingPunct="0">
              <a:defRPr i="1">
                <a:solidFill>
                  <a:schemeClr val="tx1"/>
                </a:solidFill>
                <a:latin typeface="Arial" charset="0"/>
                <a:cs typeface="Arial" charset="0"/>
              </a:defRPr>
            </a:lvl2pPr>
            <a:lvl3pPr marL="1143000" indent="-228600" eaLnBrk="0" hangingPunct="0">
              <a:defRPr i="1">
                <a:solidFill>
                  <a:schemeClr val="tx1"/>
                </a:solidFill>
                <a:latin typeface="Arial" charset="0"/>
                <a:cs typeface="Arial" charset="0"/>
              </a:defRPr>
            </a:lvl3pPr>
            <a:lvl4pPr marL="1600200" indent="-228600" eaLnBrk="0" hangingPunct="0">
              <a:defRPr i="1">
                <a:solidFill>
                  <a:schemeClr val="tx1"/>
                </a:solidFill>
                <a:latin typeface="Arial" charset="0"/>
                <a:cs typeface="Arial" charset="0"/>
              </a:defRPr>
            </a:lvl4pPr>
            <a:lvl5pPr marL="2057400" indent="-228600" eaLnBrk="0" hangingPunct="0">
              <a:defRPr i="1">
                <a:solidFill>
                  <a:schemeClr val="tx1"/>
                </a:solidFill>
                <a:latin typeface="Arial" charset="0"/>
                <a:cs typeface="Arial" charset="0"/>
              </a:defRPr>
            </a:lvl5pPr>
            <a:lvl6pPr marL="2514600" indent="-228600" eaLnBrk="0" fontAlgn="base" hangingPunct="0">
              <a:spcBef>
                <a:spcPct val="0"/>
              </a:spcBef>
              <a:spcAft>
                <a:spcPct val="0"/>
              </a:spcAft>
              <a:defRPr i="1">
                <a:solidFill>
                  <a:schemeClr val="tx1"/>
                </a:solidFill>
                <a:latin typeface="Arial" charset="0"/>
                <a:cs typeface="Arial" charset="0"/>
              </a:defRPr>
            </a:lvl6pPr>
            <a:lvl7pPr marL="2971800" indent="-228600" eaLnBrk="0" fontAlgn="base" hangingPunct="0">
              <a:spcBef>
                <a:spcPct val="0"/>
              </a:spcBef>
              <a:spcAft>
                <a:spcPct val="0"/>
              </a:spcAft>
              <a:defRPr i="1">
                <a:solidFill>
                  <a:schemeClr val="tx1"/>
                </a:solidFill>
                <a:latin typeface="Arial" charset="0"/>
                <a:cs typeface="Arial" charset="0"/>
              </a:defRPr>
            </a:lvl7pPr>
            <a:lvl8pPr marL="3429000" indent="-228600" eaLnBrk="0" fontAlgn="base" hangingPunct="0">
              <a:spcBef>
                <a:spcPct val="0"/>
              </a:spcBef>
              <a:spcAft>
                <a:spcPct val="0"/>
              </a:spcAft>
              <a:defRPr i="1">
                <a:solidFill>
                  <a:schemeClr val="tx1"/>
                </a:solidFill>
                <a:latin typeface="Arial" charset="0"/>
                <a:cs typeface="Arial" charset="0"/>
              </a:defRPr>
            </a:lvl8pPr>
            <a:lvl9pPr marL="3886200" indent="-228600" eaLnBrk="0" fontAlgn="base" hangingPunct="0">
              <a:spcBef>
                <a:spcPct val="0"/>
              </a:spcBef>
              <a:spcAft>
                <a:spcPct val="0"/>
              </a:spcAft>
              <a:defRPr i="1">
                <a:solidFill>
                  <a:schemeClr val="tx1"/>
                </a:solidFill>
                <a:latin typeface="Arial" charset="0"/>
                <a:cs typeface="Arial" charset="0"/>
              </a:defRPr>
            </a:lvl9pPr>
          </a:lstStyle>
          <a:p>
            <a:pPr eaLnBrk="1" hangingPunct="1"/>
            <a:fld id="{9F10A5DC-6B48-409F-8A09-891DF5F048F0}" type="slidenum">
              <a:rPr lang="en-US" i="0"/>
              <a:pPr eaLnBrk="1" hangingPunct="1"/>
              <a:t>218</a:t>
            </a:fld>
            <a:endParaRPr lang="en-US" i="0"/>
          </a:p>
        </p:txBody>
      </p:sp>
      <p:sp>
        <p:nvSpPr>
          <p:cNvPr id="100355" name="Rectangle 2"/>
          <p:cNvSpPr>
            <a:spLocks noGrp="1" noRot="1" noChangeAspect="1" noChangeArrowheads="1" noTextEdit="1"/>
          </p:cNvSpPr>
          <p:nvPr>
            <p:ph type="sldImg"/>
          </p:nvPr>
        </p:nvSpPr>
        <p:spPr>
          <a:xfrm>
            <a:off x="395288" y="692150"/>
            <a:ext cx="6070600" cy="3416300"/>
          </a:xfrm>
          <a:ln/>
        </p:spPr>
      </p:sp>
      <p:sp>
        <p:nvSpPr>
          <p:cNvPr id="100356" name="Rectangle 3"/>
          <p:cNvSpPr>
            <a:spLocks noGrp="1" noChangeArrowheads="1"/>
          </p:cNvSpPr>
          <p:nvPr>
            <p:ph type="body" idx="1"/>
          </p:nvPr>
        </p:nvSpPr>
        <p:spPr>
          <a:xfrm>
            <a:off x="914400" y="4343400"/>
            <a:ext cx="5029200" cy="4116388"/>
          </a:xfrm>
          <a:noFill/>
        </p:spPr>
        <p:txBody>
          <a:bodyPr/>
          <a:lstStyle/>
          <a:p>
            <a:pPr eaLnBrk="1" hangingPunct="1"/>
            <a:endParaRPr lang="en-US"/>
          </a:p>
        </p:txBody>
      </p:sp>
    </p:spTree>
    <p:extLst>
      <p:ext uri="{BB962C8B-B14F-4D97-AF65-F5344CB8AC3E}">
        <p14:creationId xmlns:p14="http://schemas.microsoft.com/office/powerpoint/2010/main" val="1194537467"/>
      </p:ext>
    </p:extLst>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1378" name="Rectangle 7"/>
          <p:cNvSpPr>
            <a:spLocks noGrp="1" noChangeArrowheads="1"/>
          </p:cNvSpPr>
          <p:nvPr>
            <p:ph type="sldNum" sz="quarter" idx="5"/>
          </p:nvPr>
        </p:nvSpPr>
        <p:spPr>
          <a:noFill/>
        </p:spPr>
        <p:txBody>
          <a:bodyPr/>
          <a:lstStyle>
            <a:lvl1pPr eaLnBrk="0" hangingPunct="0">
              <a:defRPr i="1">
                <a:solidFill>
                  <a:schemeClr val="tx1"/>
                </a:solidFill>
                <a:latin typeface="Arial" charset="0"/>
                <a:cs typeface="Arial" charset="0"/>
              </a:defRPr>
            </a:lvl1pPr>
            <a:lvl2pPr marL="742950" indent="-285750" eaLnBrk="0" hangingPunct="0">
              <a:defRPr i="1">
                <a:solidFill>
                  <a:schemeClr val="tx1"/>
                </a:solidFill>
                <a:latin typeface="Arial" charset="0"/>
                <a:cs typeface="Arial" charset="0"/>
              </a:defRPr>
            </a:lvl2pPr>
            <a:lvl3pPr marL="1143000" indent="-228600" eaLnBrk="0" hangingPunct="0">
              <a:defRPr i="1">
                <a:solidFill>
                  <a:schemeClr val="tx1"/>
                </a:solidFill>
                <a:latin typeface="Arial" charset="0"/>
                <a:cs typeface="Arial" charset="0"/>
              </a:defRPr>
            </a:lvl3pPr>
            <a:lvl4pPr marL="1600200" indent="-228600" eaLnBrk="0" hangingPunct="0">
              <a:defRPr i="1">
                <a:solidFill>
                  <a:schemeClr val="tx1"/>
                </a:solidFill>
                <a:latin typeface="Arial" charset="0"/>
                <a:cs typeface="Arial" charset="0"/>
              </a:defRPr>
            </a:lvl4pPr>
            <a:lvl5pPr marL="2057400" indent="-228600" eaLnBrk="0" hangingPunct="0">
              <a:defRPr i="1">
                <a:solidFill>
                  <a:schemeClr val="tx1"/>
                </a:solidFill>
                <a:latin typeface="Arial" charset="0"/>
                <a:cs typeface="Arial" charset="0"/>
              </a:defRPr>
            </a:lvl5pPr>
            <a:lvl6pPr marL="2514600" indent="-228600" eaLnBrk="0" fontAlgn="base" hangingPunct="0">
              <a:spcBef>
                <a:spcPct val="0"/>
              </a:spcBef>
              <a:spcAft>
                <a:spcPct val="0"/>
              </a:spcAft>
              <a:defRPr i="1">
                <a:solidFill>
                  <a:schemeClr val="tx1"/>
                </a:solidFill>
                <a:latin typeface="Arial" charset="0"/>
                <a:cs typeface="Arial" charset="0"/>
              </a:defRPr>
            </a:lvl6pPr>
            <a:lvl7pPr marL="2971800" indent="-228600" eaLnBrk="0" fontAlgn="base" hangingPunct="0">
              <a:spcBef>
                <a:spcPct val="0"/>
              </a:spcBef>
              <a:spcAft>
                <a:spcPct val="0"/>
              </a:spcAft>
              <a:defRPr i="1">
                <a:solidFill>
                  <a:schemeClr val="tx1"/>
                </a:solidFill>
                <a:latin typeface="Arial" charset="0"/>
                <a:cs typeface="Arial" charset="0"/>
              </a:defRPr>
            </a:lvl7pPr>
            <a:lvl8pPr marL="3429000" indent="-228600" eaLnBrk="0" fontAlgn="base" hangingPunct="0">
              <a:spcBef>
                <a:spcPct val="0"/>
              </a:spcBef>
              <a:spcAft>
                <a:spcPct val="0"/>
              </a:spcAft>
              <a:defRPr i="1">
                <a:solidFill>
                  <a:schemeClr val="tx1"/>
                </a:solidFill>
                <a:latin typeface="Arial" charset="0"/>
                <a:cs typeface="Arial" charset="0"/>
              </a:defRPr>
            </a:lvl8pPr>
            <a:lvl9pPr marL="3886200" indent="-228600" eaLnBrk="0" fontAlgn="base" hangingPunct="0">
              <a:spcBef>
                <a:spcPct val="0"/>
              </a:spcBef>
              <a:spcAft>
                <a:spcPct val="0"/>
              </a:spcAft>
              <a:defRPr i="1">
                <a:solidFill>
                  <a:schemeClr val="tx1"/>
                </a:solidFill>
                <a:latin typeface="Arial" charset="0"/>
                <a:cs typeface="Arial" charset="0"/>
              </a:defRPr>
            </a:lvl9pPr>
          </a:lstStyle>
          <a:p>
            <a:pPr eaLnBrk="1" hangingPunct="1"/>
            <a:fld id="{BD4797C6-33B8-4C65-8D61-B40039874E5B}" type="slidenum">
              <a:rPr lang="en-US" i="0"/>
              <a:pPr eaLnBrk="1" hangingPunct="1"/>
              <a:t>219</a:t>
            </a:fld>
            <a:endParaRPr lang="en-US" i="0"/>
          </a:p>
        </p:txBody>
      </p:sp>
      <p:sp>
        <p:nvSpPr>
          <p:cNvPr id="101379" name="Rectangle 2"/>
          <p:cNvSpPr>
            <a:spLocks noGrp="1" noRot="1" noChangeAspect="1" noChangeArrowheads="1" noTextEdit="1"/>
          </p:cNvSpPr>
          <p:nvPr>
            <p:ph type="sldImg"/>
          </p:nvPr>
        </p:nvSpPr>
        <p:spPr>
          <a:xfrm>
            <a:off x="395288" y="692150"/>
            <a:ext cx="6070600" cy="3416300"/>
          </a:xfrm>
          <a:ln/>
        </p:spPr>
      </p:sp>
      <p:sp>
        <p:nvSpPr>
          <p:cNvPr id="101380" name="Rectangle 3"/>
          <p:cNvSpPr>
            <a:spLocks noGrp="1" noChangeArrowheads="1"/>
          </p:cNvSpPr>
          <p:nvPr>
            <p:ph type="body" idx="1"/>
          </p:nvPr>
        </p:nvSpPr>
        <p:spPr>
          <a:xfrm>
            <a:off x="914400" y="4343400"/>
            <a:ext cx="5029200" cy="4116388"/>
          </a:xfrm>
          <a:noFill/>
        </p:spPr>
        <p:txBody>
          <a:bodyPr/>
          <a:lstStyle/>
          <a:p>
            <a:pPr eaLnBrk="1" hangingPunct="1"/>
            <a:endParaRPr lang="en-US"/>
          </a:p>
        </p:txBody>
      </p:sp>
    </p:spTree>
    <p:extLst>
      <p:ext uri="{BB962C8B-B14F-4D97-AF65-F5344CB8AC3E}">
        <p14:creationId xmlns:p14="http://schemas.microsoft.com/office/powerpoint/2010/main" val="942758554"/>
      </p:ext>
    </p:extLst>
  </p:cSld>
  <p:clrMapOvr>
    <a:masterClrMapping/>
  </p:clrMapOvr>
</p:notes>
</file>

<file path=ppt/notesSlides/notesSlide1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02" name="Rectangle 7"/>
          <p:cNvSpPr>
            <a:spLocks noGrp="1" noChangeArrowheads="1"/>
          </p:cNvSpPr>
          <p:nvPr>
            <p:ph type="sldNum" sz="quarter" idx="5"/>
          </p:nvPr>
        </p:nvSpPr>
        <p:spPr>
          <a:noFill/>
        </p:spPr>
        <p:txBody>
          <a:bodyPr/>
          <a:lstStyle>
            <a:lvl1pPr eaLnBrk="0" hangingPunct="0">
              <a:defRPr i="1">
                <a:solidFill>
                  <a:schemeClr val="tx1"/>
                </a:solidFill>
                <a:latin typeface="Arial" charset="0"/>
                <a:cs typeface="Arial" charset="0"/>
              </a:defRPr>
            </a:lvl1pPr>
            <a:lvl2pPr marL="742950" indent="-285750" eaLnBrk="0" hangingPunct="0">
              <a:defRPr i="1">
                <a:solidFill>
                  <a:schemeClr val="tx1"/>
                </a:solidFill>
                <a:latin typeface="Arial" charset="0"/>
                <a:cs typeface="Arial" charset="0"/>
              </a:defRPr>
            </a:lvl2pPr>
            <a:lvl3pPr marL="1143000" indent="-228600" eaLnBrk="0" hangingPunct="0">
              <a:defRPr i="1">
                <a:solidFill>
                  <a:schemeClr val="tx1"/>
                </a:solidFill>
                <a:latin typeface="Arial" charset="0"/>
                <a:cs typeface="Arial" charset="0"/>
              </a:defRPr>
            </a:lvl3pPr>
            <a:lvl4pPr marL="1600200" indent="-228600" eaLnBrk="0" hangingPunct="0">
              <a:defRPr i="1">
                <a:solidFill>
                  <a:schemeClr val="tx1"/>
                </a:solidFill>
                <a:latin typeface="Arial" charset="0"/>
                <a:cs typeface="Arial" charset="0"/>
              </a:defRPr>
            </a:lvl4pPr>
            <a:lvl5pPr marL="2057400" indent="-228600" eaLnBrk="0" hangingPunct="0">
              <a:defRPr i="1">
                <a:solidFill>
                  <a:schemeClr val="tx1"/>
                </a:solidFill>
                <a:latin typeface="Arial" charset="0"/>
                <a:cs typeface="Arial" charset="0"/>
              </a:defRPr>
            </a:lvl5pPr>
            <a:lvl6pPr marL="2514600" indent="-228600" eaLnBrk="0" fontAlgn="base" hangingPunct="0">
              <a:spcBef>
                <a:spcPct val="0"/>
              </a:spcBef>
              <a:spcAft>
                <a:spcPct val="0"/>
              </a:spcAft>
              <a:defRPr i="1">
                <a:solidFill>
                  <a:schemeClr val="tx1"/>
                </a:solidFill>
                <a:latin typeface="Arial" charset="0"/>
                <a:cs typeface="Arial" charset="0"/>
              </a:defRPr>
            </a:lvl6pPr>
            <a:lvl7pPr marL="2971800" indent="-228600" eaLnBrk="0" fontAlgn="base" hangingPunct="0">
              <a:spcBef>
                <a:spcPct val="0"/>
              </a:spcBef>
              <a:spcAft>
                <a:spcPct val="0"/>
              </a:spcAft>
              <a:defRPr i="1">
                <a:solidFill>
                  <a:schemeClr val="tx1"/>
                </a:solidFill>
                <a:latin typeface="Arial" charset="0"/>
                <a:cs typeface="Arial" charset="0"/>
              </a:defRPr>
            </a:lvl7pPr>
            <a:lvl8pPr marL="3429000" indent="-228600" eaLnBrk="0" fontAlgn="base" hangingPunct="0">
              <a:spcBef>
                <a:spcPct val="0"/>
              </a:spcBef>
              <a:spcAft>
                <a:spcPct val="0"/>
              </a:spcAft>
              <a:defRPr i="1">
                <a:solidFill>
                  <a:schemeClr val="tx1"/>
                </a:solidFill>
                <a:latin typeface="Arial" charset="0"/>
                <a:cs typeface="Arial" charset="0"/>
              </a:defRPr>
            </a:lvl8pPr>
            <a:lvl9pPr marL="3886200" indent="-228600" eaLnBrk="0" fontAlgn="base" hangingPunct="0">
              <a:spcBef>
                <a:spcPct val="0"/>
              </a:spcBef>
              <a:spcAft>
                <a:spcPct val="0"/>
              </a:spcAft>
              <a:defRPr i="1">
                <a:solidFill>
                  <a:schemeClr val="tx1"/>
                </a:solidFill>
                <a:latin typeface="Arial" charset="0"/>
                <a:cs typeface="Arial" charset="0"/>
              </a:defRPr>
            </a:lvl9pPr>
          </a:lstStyle>
          <a:p>
            <a:pPr eaLnBrk="1" hangingPunct="1"/>
            <a:fld id="{62A77FD2-8279-4FFC-9BD7-C191B69878CE}" type="slidenum">
              <a:rPr lang="en-US" i="0"/>
              <a:pPr eaLnBrk="1" hangingPunct="1"/>
              <a:t>220</a:t>
            </a:fld>
            <a:endParaRPr lang="en-US" i="0"/>
          </a:p>
        </p:txBody>
      </p:sp>
      <p:sp>
        <p:nvSpPr>
          <p:cNvPr id="102403" name="Rectangle 2"/>
          <p:cNvSpPr>
            <a:spLocks noGrp="1" noRot="1" noChangeAspect="1" noChangeArrowheads="1" noTextEdit="1"/>
          </p:cNvSpPr>
          <p:nvPr>
            <p:ph type="sldImg"/>
          </p:nvPr>
        </p:nvSpPr>
        <p:spPr>
          <a:xfrm>
            <a:off x="395288" y="692150"/>
            <a:ext cx="6070600" cy="3416300"/>
          </a:xfrm>
          <a:ln/>
        </p:spPr>
      </p:sp>
      <p:sp>
        <p:nvSpPr>
          <p:cNvPr id="102404" name="Rectangle 3"/>
          <p:cNvSpPr>
            <a:spLocks noGrp="1" noChangeArrowheads="1"/>
          </p:cNvSpPr>
          <p:nvPr>
            <p:ph type="body" idx="1"/>
          </p:nvPr>
        </p:nvSpPr>
        <p:spPr>
          <a:xfrm>
            <a:off x="914400" y="4343400"/>
            <a:ext cx="5029200" cy="4116388"/>
          </a:xfrm>
          <a:noFill/>
        </p:spPr>
        <p:txBody>
          <a:bodyPr/>
          <a:lstStyle/>
          <a:p>
            <a:pPr eaLnBrk="1" hangingPunct="1"/>
            <a:endParaRPr lang="en-US"/>
          </a:p>
        </p:txBody>
      </p:sp>
    </p:spTree>
    <p:extLst>
      <p:ext uri="{BB962C8B-B14F-4D97-AF65-F5344CB8AC3E}">
        <p14:creationId xmlns:p14="http://schemas.microsoft.com/office/powerpoint/2010/main" val="1303000276"/>
      </p:ext>
    </p:extLst>
  </p:cSld>
  <p:clrMapOvr>
    <a:masterClrMapping/>
  </p:clrMapOvr>
</p:notes>
</file>

<file path=ppt/notesSlides/notesSlide1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426" name="Rectangle 7"/>
          <p:cNvSpPr>
            <a:spLocks noGrp="1" noChangeArrowheads="1"/>
          </p:cNvSpPr>
          <p:nvPr>
            <p:ph type="sldNum" sz="quarter" idx="5"/>
          </p:nvPr>
        </p:nvSpPr>
        <p:spPr>
          <a:noFill/>
        </p:spPr>
        <p:txBody>
          <a:bodyPr/>
          <a:lstStyle>
            <a:lvl1pPr eaLnBrk="0" hangingPunct="0">
              <a:defRPr i="1">
                <a:solidFill>
                  <a:schemeClr val="tx1"/>
                </a:solidFill>
                <a:latin typeface="Arial" charset="0"/>
                <a:cs typeface="Arial" charset="0"/>
              </a:defRPr>
            </a:lvl1pPr>
            <a:lvl2pPr marL="742950" indent="-285750" eaLnBrk="0" hangingPunct="0">
              <a:defRPr i="1">
                <a:solidFill>
                  <a:schemeClr val="tx1"/>
                </a:solidFill>
                <a:latin typeface="Arial" charset="0"/>
                <a:cs typeface="Arial" charset="0"/>
              </a:defRPr>
            </a:lvl2pPr>
            <a:lvl3pPr marL="1143000" indent="-228600" eaLnBrk="0" hangingPunct="0">
              <a:defRPr i="1">
                <a:solidFill>
                  <a:schemeClr val="tx1"/>
                </a:solidFill>
                <a:latin typeface="Arial" charset="0"/>
                <a:cs typeface="Arial" charset="0"/>
              </a:defRPr>
            </a:lvl3pPr>
            <a:lvl4pPr marL="1600200" indent="-228600" eaLnBrk="0" hangingPunct="0">
              <a:defRPr i="1">
                <a:solidFill>
                  <a:schemeClr val="tx1"/>
                </a:solidFill>
                <a:latin typeface="Arial" charset="0"/>
                <a:cs typeface="Arial" charset="0"/>
              </a:defRPr>
            </a:lvl4pPr>
            <a:lvl5pPr marL="2057400" indent="-228600" eaLnBrk="0" hangingPunct="0">
              <a:defRPr i="1">
                <a:solidFill>
                  <a:schemeClr val="tx1"/>
                </a:solidFill>
                <a:latin typeface="Arial" charset="0"/>
                <a:cs typeface="Arial" charset="0"/>
              </a:defRPr>
            </a:lvl5pPr>
            <a:lvl6pPr marL="2514600" indent="-228600" eaLnBrk="0" fontAlgn="base" hangingPunct="0">
              <a:spcBef>
                <a:spcPct val="0"/>
              </a:spcBef>
              <a:spcAft>
                <a:spcPct val="0"/>
              </a:spcAft>
              <a:defRPr i="1">
                <a:solidFill>
                  <a:schemeClr val="tx1"/>
                </a:solidFill>
                <a:latin typeface="Arial" charset="0"/>
                <a:cs typeface="Arial" charset="0"/>
              </a:defRPr>
            </a:lvl6pPr>
            <a:lvl7pPr marL="2971800" indent="-228600" eaLnBrk="0" fontAlgn="base" hangingPunct="0">
              <a:spcBef>
                <a:spcPct val="0"/>
              </a:spcBef>
              <a:spcAft>
                <a:spcPct val="0"/>
              </a:spcAft>
              <a:defRPr i="1">
                <a:solidFill>
                  <a:schemeClr val="tx1"/>
                </a:solidFill>
                <a:latin typeface="Arial" charset="0"/>
                <a:cs typeface="Arial" charset="0"/>
              </a:defRPr>
            </a:lvl7pPr>
            <a:lvl8pPr marL="3429000" indent="-228600" eaLnBrk="0" fontAlgn="base" hangingPunct="0">
              <a:spcBef>
                <a:spcPct val="0"/>
              </a:spcBef>
              <a:spcAft>
                <a:spcPct val="0"/>
              </a:spcAft>
              <a:defRPr i="1">
                <a:solidFill>
                  <a:schemeClr val="tx1"/>
                </a:solidFill>
                <a:latin typeface="Arial" charset="0"/>
                <a:cs typeface="Arial" charset="0"/>
              </a:defRPr>
            </a:lvl8pPr>
            <a:lvl9pPr marL="3886200" indent="-228600" eaLnBrk="0" fontAlgn="base" hangingPunct="0">
              <a:spcBef>
                <a:spcPct val="0"/>
              </a:spcBef>
              <a:spcAft>
                <a:spcPct val="0"/>
              </a:spcAft>
              <a:defRPr i="1">
                <a:solidFill>
                  <a:schemeClr val="tx1"/>
                </a:solidFill>
                <a:latin typeface="Arial" charset="0"/>
                <a:cs typeface="Arial" charset="0"/>
              </a:defRPr>
            </a:lvl9pPr>
          </a:lstStyle>
          <a:p>
            <a:pPr eaLnBrk="1" hangingPunct="1"/>
            <a:fld id="{9D717947-5D2A-4744-B901-F6661CB3BA6B}" type="slidenum">
              <a:rPr lang="en-US" i="0"/>
              <a:pPr eaLnBrk="1" hangingPunct="1"/>
              <a:t>221</a:t>
            </a:fld>
            <a:endParaRPr lang="en-US" i="0"/>
          </a:p>
        </p:txBody>
      </p:sp>
      <p:sp>
        <p:nvSpPr>
          <p:cNvPr id="103427" name="Rectangle 2"/>
          <p:cNvSpPr>
            <a:spLocks noGrp="1" noRot="1" noChangeAspect="1" noChangeArrowheads="1" noTextEdit="1"/>
          </p:cNvSpPr>
          <p:nvPr>
            <p:ph type="sldImg"/>
          </p:nvPr>
        </p:nvSpPr>
        <p:spPr>
          <a:xfrm>
            <a:off x="395288" y="692150"/>
            <a:ext cx="6070600" cy="3416300"/>
          </a:xfrm>
          <a:ln/>
        </p:spPr>
      </p:sp>
      <p:sp>
        <p:nvSpPr>
          <p:cNvPr id="103428" name="Rectangle 3"/>
          <p:cNvSpPr>
            <a:spLocks noGrp="1" noChangeArrowheads="1"/>
          </p:cNvSpPr>
          <p:nvPr>
            <p:ph type="body" idx="1"/>
          </p:nvPr>
        </p:nvSpPr>
        <p:spPr>
          <a:xfrm>
            <a:off x="914400" y="4343400"/>
            <a:ext cx="5029200" cy="4116388"/>
          </a:xfrm>
          <a:noFill/>
        </p:spPr>
        <p:txBody>
          <a:bodyPr/>
          <a:lstStyle/>
          <a:p>
            <a:pPr eaLnBrk="1" hangingPunct="1"/>
            <a:endParaRPr lang="en-US"/>
          </a:p>
        </p:txBody>
      </p:sp>
    </p:spTree>
    <p:extLst>
      <p:ext uri="{BB962C8B-B14F-4D97-AF65-F5344CB8AC3E}">
        <p14:creationId xmlns:p14="http://schemas.microsoft.com/office/powerpoint/2010/main" val="4190184653"/>
      </p:ext>
    </p:extLst>
  </p:cSld>
  <p:clrMapOvr>
    <a:masterClrMapping/>
  </p:clrMapOvr>
</p:notes>
</file>

<file path=ppt/notesSlides/notesSlide1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450" name="Rectangle 7"/>
          <p:cNvSpPr>
            <a:spLocks noGrp="1" noChangeArrowheads="1"/>
          </p:cNvSpPr>
          <p:nvPr>
            <p:ph type="sldNum" sz="quarter" idx="5"/>
          </p:nvPr>
        </p:nvSpPr>
        <p:spPr>
          <a:noFill/>
        </p:spPr>
        <p:txBody>
          <a:bodyPr/>
          <a:lstStyle>
            <a:lvl1pPr eaLnBrk="0" hangingPunct="0">
              <a:defRPr i="1">
                <a:solidFill>
                  <a:schemeClr val="tx1"/>
                </a:solidFill>
                <a:latin typeface="Arial" charset="0"/>
                <a:cs typeface="Arial" charset="0"/>
              </a:defRPr>
            </a:lvl1pPr>
            <a:lvl2pPr marL="742950" indent="-285750" eaLnBrk="0" hangingPunct="0">
              <a:defRPr i="1">
                <a:solidFill>
                  <a:schemeClr val="tx1"/>
                </a:solidFill>
                <a:latin typeface="Arial" charset="0"/>
                <a:cs typeface="Arial" charset="0"/>
              </a:defRPr>
            </a:lvl2pPr>
            <a:lvl3pPr marL="1143000" indent="-228600" eaLnBrk="0" hangingPunct="0">
              <a:defRPr i="1">
                <a:solidFill>
                  <a:schemeClr val="tx1"/>
                </a:solidFill>
                <a:latin typeface="Arial" charset="0"/>
                <a:cs typeface="Arial" charset="0"/>
              </a:defRPr>
            </a:lvl3pPr>
            <a:lvl4pPr marL="1600200" indent="-228600" eaLnBrk="0" hangingPunct="0">
              <a:defRPr i="1">
                <a:solidFill>
                  <a:schemeClr val="tx1"/>
                </a:solidFill>
                <a:latin typeface="Arial" charset="0"/>
                <a:cs typeface="Arial" charset="0"/>
              </a:defRPr>
            </a:lvl4pPr>
            <a:lvl5pPr marL="2057400" indent="-228600" eaLnBrk="0" hangingPunct="0">
              <a:defRPr i="1">
                <a:solidFill>
                  <a:schemeClr val="tx1"/>
                </a:solidFill>
                <a:latin typeface="Arial" charset="0"/>
                <a:cs typeface="Arial" charset="0"/>
              </a:defRPr>
            </a:lvl5pPr>
            <a:lvl6pPr marL="2514600" indent="-228600" eaLnBrk="0" fontAlgn="base" hangingPunct="0">
              <a:spcBef>
                <a:spcPct val="0"/>
              </a:spcBef>
              <a:spcAft>
                <a:spcPct val="0"/>
              </a:spcAft>
              <a:defRPr i="1">
                <a:solidFill>
                  <a:schemeClr val="tx1"/>
                </a:solidFill>
                <a:latin typeface="Arial" charset="0"/>
                <a:cs typeface="Arial" charset="0"/>
              </a:defRPr>
            </a:lvl6pPr>
            <a:lvl7pPr marL="2971800" indent="-228600" eaLnBrk="0" fontAlgn="base" hangingPunct="0">
              <a:spcBef>
                <a:spcPct val="0"/>
              </a:spcBef>
              <a:spcAft>
                <a:spcPct val="0"/>
              </a:spcAft>
              <a:defRPr i="1">
                <a:solidFill>
                  <a:schemeClr val="tx1"/>
                </a:solidFill>
                <a:latin typeface="Arial" charset="0"/>
                <a:cs typeface="Arial" charset="0"/>
              </a:defRPr>
            </a:lvl7pPr>
            <a:lvl8pPr marL="3429000" indent="-228600" eaLnBrk="0" fontAlgn="base" hangingPunct="0">
              <a:spcBef>
                <a:spcPct val="0"/>
              </a:spcBef>
              <a:spcAft>
                <a:spcPct val="0"/>
              </a:spcAft>
              <a:defRPr i="1">
                <a:solidFill>
                  <a:schemeClr val="tx1"/>
                </a:solidFill>
                <a:latin typeface="Arial" charset="0"/>
                <a:cs typeface="Arial" charset="0"/>
              </a:defRPr>
            </a:lvl8pPr>
            <a:lvl9pPr marL="3886200" indent="-228600" eaLnBrk="0" fontAlgn="base" hangingPunct="0">
              <a:spcBef>
                <a:spcPct val="0"/>
              </a:spcBef>
              <a:spcAft>
                <a:spcPct val="0"/>
              </a:spcAft>
              <a:defRPr i="1">
                <a:solidFill>
                  <a:schemeClr val="tx1"/>
                </a:solidFill>
                <a:latin typeface="Arial" charset="0"/>
                <a:cs typeface="Arial" charset="0"/>
              </a:defRPr>
            </a:lvl9pPr>
          </a:lstStyle>
          <a:p>
            <a:pPr eaLnBrk="1" hangingPunct="1"/>
            <a:fld id="{1D632457-3842-45D0-AD11-A8C5DF42C338}" type="slidenum">
              <a:rPr lang="en-US" i="0"/>
              <a:pPr eaLnBrk="1" hangingPunct="1"/>
              <a:t>222</a:t>
            </a:fld>
            <a:endParaRPr lang="en-US" i="0"/>
          </a:p>
        </p:txBody>
      </p:sp>
      <p:sp>
        <p:nvSpPr>
          <p:cNvPr id="104451" name="Rectangle 2"/>
          <p:cNvSpPr>
            <a:spLocks noGrp="1" noRot="1" noChangeAspect="1" noChangeArrowheads="1" noTextEdit="1"/>
          </p:cNvSpPr>
          <p:nvPr>
            <p:ph type="sldImg"/>
          </p:nvPr>
        </p:nvSpPr>
        <p:spPr>
          <a:xfrm>
            <a:off x="395288" y="692150"/>
            <a:ext cx="6070600" cy="3416300"/>
          </a:xfrm>
          <a:ln/>
        </p:spPr>
      </p:sp>
      <p:sp>
        <p:nvSpPr>
          <p:cNvPr id="104452" name="Rectangle 3"/>
          <p:cNvSpPr>
            <a:spLocks noGrp="1" noChangeArrowheads="1"/>
          </p:cNvSpPr>
          <p:nvPr>
            <p:ph type="body" idx="1"/>
          </p:nvPr>
        </p:nvSpPr>
        <p:spPr>
          <a:xfrm>
            <a:off x="914400" y="4343400"/>
            <a:ext cx="5029200" cy="4116388"/>
          </a:xfrm>
          <a:noFill/>
        </p:spPr>
        <p:txBody>
          <a:bodyPr/>
          <a:lstStyle/>
          <a:p>
            <a:pPr eaLnBrk="1" hangingPunct="1"/>
            <a:endParaRPr lang="en-US"/>
          </a:p>
        </p:txBody>
      </p:sp>
    </p:spTree>
    <p:extLst>
      <p:ext uri="{BB962C8B-B14F-4D97-AF65-F5344CB8AC3E}">
        <p14:creationId xmlns:p14="http://schemas.microsoft.com/office/powerpoint/2010/main" val="2344599828"/>
      </p:ext>
    </p:extLst>
  </p:cSld>
  <p:clrMapOvr>
    <a:masterClrMapping/>
  </p:clrMapOvr>
</p:notes>
</file>

<file path=ppt/notesSlides/notesSlide1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5170" name="Rectangle 7"/>
          <p:cNvSpPr>
            <a:spLocks noGrp="1" noChangeArrowheads="1"/>
          </p:cNvSpPr>
          <p:nvPr>
            <p:ph type="sldNum" sz="quarter" idx="5"/>
          </p:nvPr>
        </p:nvSpPr>
        <p:spPr>
          <a:noFill/>
        </p:spPr>
        <p:txBody>
          <a:bodyPr/>
          <a:lstStyle>
            <a:lvl1pPr eaLnBrk="0" hangingPunct="0">
              <a:defRPr i="1">
                <a:solidFill>
                  <a:schemeClr val="tx1"/>
                </a:solidFill>
                <a:latin typeface="Arial" charset="0"/>
                <a:cs typeface="Arial" charset="0"/>
              </a:defRPr>
            </a:lvl1pPr>
            <a:lvl2pPr marL="742950" indent="-285750" eaLnBrk="0" hangingPunct="0">
              <a:defRPr i="1">
                <a:solidFill>
                  <a:schemeClr val="tx1"/>
                </a:solidFill>
                <a:latin typeface="Arial" charset="0"/>
                <a:cs typeface="Arial" charset="0"/>
              </a:defRPr>
            </a:lvl2pPr>
            <a:lvl3pPr marL="1143000" indent="-228600" eaLnBrk="0" hangingPunct="0">
              <a:defRPr i="1">
                <a:solidFill>
                  <a:schemeClr val="tx1"/>
                </a:solidFill>
                <a:latin typeface="Arial" charset="0"/>
                <a:cs typeface="Arial" charset="0"/>
              </a:defRPr>
            </a:lvl3pPr>
            <a:lvl4pPr marL="1600200" indent="-228600" eaLnBrk="0" hangingPunct="0">
              <a:defRPr i="1">
                <a:solidFill>
                  <a:schemeClr val="tx1"/>
                </a:solidFill>
                <a:latin typeface="Arial" charset="0"/>
                <a:cs typeface="Arial" charset="0"/>
              </a:defRPr>
            </a:lvl4pPr>
            <a:lvl5pPr marL="2057400" indent="-228600" eaLnBrk="0" hangingPunct="0">
              <a:defRPr i="1">
                <a:solidFill>
                  <a:schemeClr val="tx1"/>
                </a:solidFill>
                <a:latin typeface="Arial" charset="0"/>
                <a:cs typeface="Arial" charset="0"/>
              </a:defRPr>
            </a:lvl5pPr>
            <a:lvl6pPr marL="2514600" indent="-228600" eaLnBrk="0" fontAlgn="base" hangingPunct="0">
              <a:spcBef>
                <a:spcPct val="0"/>
              </a:spcBef>
              <a:spcAft>
                <a:spcPct val="0"/>
              </a:spcAft>
              <a:defRPr i="1">
                <a:solidFill>
                  <a:schemeClr val="tx1"/>
                </a:solidFill>
                <a:latin typeface="Arial" charset="0"/>
                <a:cs typeface="Arial" charset="0"/>
              </a:defRPr>
            </a:lvl6pPr>
            <a:lvl7pPr marL="2971800" indent="-228600" eaLnBrk="0" fontAlgn="base" hangingPunct="0">
              <a:spcBef>
                <a:spcPct val="0"/>
              </a:spcBef>
              <a:spcAft>
                <a:spcPct val="0"/>
              </a:spcAft>
              <a:defRPr i="1">
                <a:solidFill>
                  <a:schemeClr val="tx1"/>
                </a:solidFill>
                <a:latin typeface="Arial" charset="0"/>
                <a:cs typeface="Arial" charset="0"/>
              </a:defRPr>
            </a:lvl7pPr>
            <a:lvl8pPr marL="3429000" indent="-228600" eaLnBrk="0" fontAlgn="base" hangingPunct="0">
              <a:spcBef>
                <a:spcPct val="0"/>
              </a:spcBef>
              <a:spcAft>
                <a:spcPct val="0"/>
              </a:spcAft>
              <a:defRPr i="1">
                <a:solidFill>
                  <a:schemeClr val="tx1"/>
                </a:solidFill>
                <a:latin typeface="Arial" charset="0"/>
                <a:cs typeface="Arial" charset="0"/>
              </a:defRPr>
            </a:lvl8pPr>
            <a:lvl9pPr marL="3886200" indent="-228600" eaLnBrk="0" fontAlgn="base" hangingPunct="0">
              <a:spcBef>
                <a:spcPct val="0"/>
              </a:spcBef>
              <a:spcAft>
                <a:spcPct val="0"/>
              </a:spcAft>
              <a:defRPr i="1">
                <a:solidFill>
                  <a:schemeClr val="tx1"/>
                </a:solidFill>
                <a:latin typeface="Arial" charset="0"/>
                <a:cs typeface="Arial" charset="0"/>
              </a:defRPr>
            </a:lvl9pPr>
          </a:lstStyle>
          <a:p>
            <a:pPr eaLnBrk="1" hangingPunct="1"/>
            <a:fld id="{BBFDA6E5-EEE3-48D5-BF43-B54646052625}" type="slidenum">
              <a:rPr lang="en-US" i="0"/>
              <a:pPr eaLnBrk="1" hangingPunct="1"/>
              <a:t>223</a:t>
            </a:fld>
            <a:endParaRPr lang="en-US" i="0"/>
          </a:p>
        </p:txBody>
      </p:sp>
      <p:sp>
        <p:nvSpPr>
          <p:cNvPr id="135171" name="Rectangle 2"/>
          <p:cNvSpPr>
            <a:spLocks noGrp="1" noRot="1" noChangeAspect="1" noChangeArrowheads="1" noTextEdit="1"/>
          </p:cNvSpPr>
          <p:nvPr>
            <p:ph type="sldImg"/>
          </p:nvPr>
        </p:nvSpPr>
        <p:spPr>
          <a:xfrm>
            <a:off x="457200" y="722313"/>
            <a:ext cx="6000750" cy="3376612"/>
          </a:xfrm>
          <a:ln/>
        </p:spPr>
      </p:sp>
      <p:sp>
        <p:nvSpPr>
          <p:cNvPr id="135172" name="Rectangle 3"/>
          <p:cNvSpPr>
            <a:spLocks noGrp="1" noChangeArrowheads="1"/>
          </p:cNvSpPr>
          <p:nvPr>
            <p:ph type="body" idx="1"/>
          </p:nvPr>
        </p:nvSpPr>
        <p:spPr>
          <a:xfrm>
            <a:off x="941388" y="4338638"/>
            <a:ext cx="5026025" cy="4097337"/>
          </a:xfrm>
          <a:noFill/>
        </p:spPr>
        <p:txBody>
          <a:bodyPr/>
          <a:lstStyle/>
          <a:p>
            <a:pPr eaLnBrk="1" hangingPunct="1"/>
            <a:endParaRPr lang="en-US"/>
          </a:p>
        </p:txBody>
      </p:sp>
    </p:spTree>
  </p:cSld>
  <p:clrMapOvr>
    <a:masterClrMapping/>
  </p:clrMapOvr>
</p:notes>
</file>

<file path=ppt/notesSlides/notesSlide1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6194" name="Rectangle 7"/>
          <p:cNvSpPr>
            <a:spLocks noGrp="1" noChangeArrowheads="1"/>
          </p:cNvSpPr>
          <p:nvPr>
            <p:ph type="sldNum" sz="quarter" idx="5"/>
          </p:nvPr>
        </p:nvSpPr>
        <p:spPr>
          <a:noFill/>
        </p:spPr>
        <p:txBody>
          <a:bodyPr/>
          <a:lstStyle>
            <a:lvl1pPr eaLnBrk="0" hangingPunct="0">
              <a:defRPr i="1">
                <a:solidFill>
                  <a:schemeClr val="tx1"/>
                </a:solidFill>
                <a:latin typeface="Arial" charset="0"/>
                <a:cs typeface="Arial" charset="0"/>
              </a:defRPr>
            </a:lvl1pPr>
            <a:lvl2pPr marL="742950" indent="-285750" eaLnBrk="0" hangingPunct="0">
              <a:defRPr i="1">
                <a:solidFill>
                  <a:schemeClr val="tx1"/>
                </a:solidFill>
                <a:latin typeface="Arial" charset="0"/>
                <a:cs typeface="Arial" charset="0"/>
              </a:defRPr>
            </a:lvl2pPr>
            <a:lvl3pPr marL="1143000" indent="-228600" eaLnBrk="0" hangingPunct="0">
              <a:defRPr i="1">
                <a:solidFill>
                  <a:schemeClr val="tx1"/>
                </a:solidFill>
                <a:latin typeface="Arial" charset="0"/>
                <a:cs typeface="Arial" charset="0"/>
              </a:defRPr>
            </a:lvl3pPr>
            <a:lvl4pPr marL="1600200" indent="-228600" eaLnBrk="0" hangingPunct="0">
              <a:defRPr i="1">
                <a:solidFill>
                  <a:schemeClr val="tx1"/>
                </a:solidFill>
                <a:latin typeface="Arial" charset="0"/>
                <a:cs typeface="Arial" charset="0"/>
              </a:defRPr>
            </a:lvl4pPr>
            <a:lvl5pPr marL="2057400" indent="-228600" eaLnBrk="0" hangingPunct="0">
              <a:defRPr i="1">
                <a:solidFill>
                  <a:schemeClr val="tx1"/>
                </a:solidFill>
                <a:latin typeface="Arial" charset="0"/>
                <a:cs typeface="Arial" charset="0"/>
              </a:defRPr>
            </a:lvl5pPr>
            <a:lvl6pPr marL="2514600" indent="-228600" eaLnBrk="0" fontAlgn="base" hangingPunct="0">
              <a:spcBef>
                <a:spcPct val="0"/>
              </a:spcBef>
              <a:spcAft>
                <a:spcPct val="0"/>
              </a:spcAft>
              <a:defRPr i="1">
                <a:solidFill>
                  <a:schemeClr val="tx1"/>
                </a:solidFill>
                <a:latin typeface="Arial" charset="0"/>
                <a:cs typeface="Arial" charset="0"/>
              </a:defRPr>
            </a:lvl6pPr>
            <a:lvl7pPr marL="2971800" indent="-228600" eaLnBrk="0" fontAlgn="base" hangingPunct="0">
              <a:spcBef>
                <a:spcPct val="0"/>
              </a:spcBef>
              <a:spcAft>
                <a:spcPct val="0"/>
              </a:spcAft>
              <a:defRPr i="1">
                <a:solidFill>
                  <a:schemeClr val="tx1"/>
                </a:solidFill>
                <a:latin typeface="Arial" charset="0"/>
                <a:cs typeface="Arial" charset="0"/>
              </a:defRPr>
            </a:lvl7pPr>
            <a:lvl8pPr marL="3429000" indent="-228600" eaLnBrk="0" fontAlgn="base" hangingPunct="0">
              <a:spcBef>
                <a:spcPct val="0"/>
              </a:spcBef>
              <a:spcAft>
                <a:spcPct val="0"/>
              </a:spcAft>
              <a:defRPr i="1">
                <a:solidFill>
                  <a:schemeClr val="tx1"/>
                </a:solidFill>
                <a:latin typeface="Arial" charset="0"/>
                <a:cs typeface="Arial" charset="0"/>
              </a:defRPr>
            </a:lvl8pPr>
            <a:lvl9pPr marL="3886200" indent="-228600" eaLnBrk="0" fontAlgn="base" hangingPunct="0">
              <a:spcBef>
                <a:spcPct val="0"/>
              </a:spcBef>
              <a:spcAft>
                <a:spcPct val="0"/>
              </a:spcAft>
              <a:defRPr i="1">
                <a:solidFill>
                  <a:schemeClr val="tx1"/>
                </a:solidFill>
                <a:latin typeface="Arial" charset="0"/>
                <a:cs typeface="Arial" charset="0"/>
              </a:defRPr>
            </a:lvl9pPr>
          </a:lstStyle>
          <a:p>
            <a:pPr eaLnBrk="1" hangingPunct="1"/>
            <a:fld id="{3676D68C-050F-4E25-8ED9-513491FE5631}" type="slidenum">
              <a:rPr lang="en-US" i="0"/>
              <a:pPr eaLnBrk="1" hangingPunct="1"/>
              <a:t>224</a:t>
            </a:fld>
            <a:endParaRPr lang="en-US" i="0"/>
          </a:p>
        </p:txBody>
      </p:sp>
      <p:sp>
        <p:nvSpPr>
          <p:cNvPr id="136195" name="Rectangle 2"/>
          <p:cNvSpPr>
            <a:spLocks noGrp="1" noRot="1" noChangeAspect="1" noChangeArrowheads="1" noTextEdit="1"/>
          </p:cNvSpPr>
          <p:nvPr>
            <p:ph type="sldImg"/>
          </p:nvPr>
        </p:nvSpPr>
        <p:spPr>
          <a:xfrm>
            <a:off x="457200" y="722313"/>
            <a:ext cx="6000750" cy="3376612"/>
          </a:xfrm>
          <a:ln/>
        </p:spPr>
      </p:sp>
      <p:sp>
        <p:nvSpPr>
          <p:cNvPr id="136196" name="Rectangle 3"/>
          <p:cNvSpPr>
            <a:spLocks noGrp="1" noChangeArrowheads="1"/>
          </p:cNvSpPr>
          <p:nvPr>
            <p:ph type="body" idx="1"/>
          </p:nvPr>
        </p:nvSpPr>
        <p:spPr>
          <a:xfrm>
            <a:off x="941388" y="4338638"/>
            <a:ext cx="5026025" cy="4097337"/>
          </a:xfrm>
          <a:noFill/>
        </p:spPr>
        <p:txBody>
          <a:bodyPr/>
          <a:lstStyle/>
          <a:p>
            <a:pPr eaLnBrk="1" hangingPunct="1"/>
            <a:endParaRPr lang="en-US"/>
          </a:p>
        </p:txBody>
      </p:sp>
    </p:spTree>
  </p:cSld>
  <p:clrMapOvr>
    <a:masterClrMapping/>
  </p:clrMapOvr>
</p:notes>
</file>

<file path=ppt/notesSlides/notesSlide1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6194" name="Rectangle 7"/>
          <p:cNvSpPr>
            <a:spLocks noGrp="1" noChangeArrowheads="1"/>
          </p:cNvSpPr>
          <p:nvPr>
            <p:ph type="sldNum" sz="quarter" idx="5"/>
          </p:nvPr>
        </p:nvSpPr>
        <p:spPr>
          <a:noFill/>
        </p:spPr>
        <p:txBody>
          <a:bodyPr/>
          <a:lstStyle>
            <a:lvl1pPr eaLnBrk="0" hangingPunct="0">
              <a:defRPr i="1">
                <a:solidFill>
                  <a:schemeClr val="tx1"/>
                </a:solidFill>
                <a:latin typeface="Arial" charset="0"/>
                <a:cs typeface="Arial" charset="0"/>
              </a:defRPr>
            </a:lvl1pPr>
            <a:lvl2pPr marL="742950" indent="-285750" eaLnBrk="0" hangingPunct="0">
              <a:defRPr i="1">
                <a:solidFill>
                  <a:schemeClr val="tx1"/>
                </a:solidFill>
                <a:latin typeface="Arial" charset="0"/>
                <a:cs typeface="Arial" charset="0"/>
              </a:defRPr>
            </a:lvl2pPr>
            <a:lvl3pPr marL="1143000" indent="-228600" eaLnBrk="0" hangingPunct="0">
              <a:defRPr i="1">
                <a:solidFill>
                  <a:schemeClr val="tx1"/>
                </a:solidFill>
                <a:latin typeface="Arial" charset="0"/>
                <a:cs typeface="Arial" charset="0"/>
              </a:defRPr>
            </a:lvl3pPr>
            <a:lvl4pPr marL="1600200" indent="-228600" eaLnBrk="0" hangingPunct="0">
              <a:defRPr i="1">
                <a:solidFill>
                  <a:schemeClr val="tx1"/>
                </a:solidFill>
                <a:latin typeface="Arial" charset="0"/>
                <a:cs typeface="Arial" charset="0"/>
              </a:defRPr>
            </a:lvl4pPr>
            <a:lvl5pPr marL="2057400" indent="-228600" eaLnBrk="0" hangingPunct="0">
              <a:defRPr i="1">
                <a:solidFill>
                  <a:schemeClr val="tx1"/>
                </a:solidFill>
                <a:latin typeface="Arial" charset="0"/>
                <a:cs typeface="Arial" charset="0"/>
              </a:defRPr>
            </a:lvl5pPr>
            <a:lvl6pPr marL="2514600" indent="-228600" eaLnBrk="0" fontAlgn="base" hangingPunct="0">
              <a:spcBef>
                <a:spcPct val="0"/>
              </a:spcBef>
              <a:spcAft>
                <a:spcPct val="0"/>
              </a:spcAft>
              <a:defRPr i="1">
                <a:solidFill>
                  <a:schemeClr val="tx1"/>
                </a:solidFill>
                <a:latin typeface="Arial" charset="0"/>
                <a:cs typeface="Arial" charset="0"/>
              </a:defRPr>
            </a:lvl6pPr>
            <a:lvl7pPr marL="2971800" indent="-228600" eaLnBrk="0" fontAlgn="base" hangingPunct="0">
              <a:spcBef>
                <a:spcPct val="0"/>
              </a:spcBef>
              <a:spcAft>
                <a:spcPct val="0"/>
              </a:spcAft>
              <a:defRPr i="1">
                <a:solidFill>
                  <a:schemeClr val="tx1"/>
                </a:solidFill>
                <a:latin typeface="Arial" charset="0"/>
                <a:cs typeface="Arial" charset="0"/>
              </a:defRPr>
            </a:lvl7pPr>
            <a:lvl8pPr marL="3429000" indent="-228600" eaLnBrk="0" fontAlgn="base" hangingPunct="0">
              <a:spcBef>
                <a:spcPct val="0"/>
              </a:spcBef>
              <a:spcAft>
                <a:spcPct val="0"/>
              </a:spcAft>
              <a:defRPr i="1">
                <a:solidFill>
                  <a:schemeClr val="tx1"/>
                </a:solidFill>
                <a:latin typeface="Arial" charset="0"/>
                <a:cs typeface="Arial" charset="0"/>
              </a:defRPr>
            </a:lvl8pPr>
            <a:lvl9pPr marL="3886200" indent="-228600" eaLnBrk="0" fontAlgn="base" hangingPunct="0">
              <a:spcBef>
                <a:spcPct val="0"/>
              </a:spcBef>
              <a:spcAft>
                <a:spcPct val="0"/>
              </a:spcAft>
              <a:defRPr i="1">
                <a:solidFill>
                  <a:schemeClr val="tx1"/>
                </a:solidFill>
                <a:latin typeface="Arial" charset="0"/>
                <a:cs typeface="Arial" charset="0"/>
              </a:defRPr>
            </a:lvl9pPr>
          </a:lstStyle>
          <a:p>
            <a:pPr eaLnBrk="1" hangingPunct="1"/>
            <a:fld id="{3676D68C-050F-4E25-8ED9-513491FE5631}" type="slidenum">
              <a:rPr lang="en-US" i="0"/>
              <a:pPr eaLnBrk="1" hangingPunct="1"/>
              <a:t>225</a:t>
            </a:fld>
            <a:endParaRPr lang="en-US" i="0"/>
          </a:p>
        </p:txBody>
      </p:sp>
      <p:sp>
        <p:nvSpPr>
          <p:cNvPr id="136195" name="Rectangle 2"/>
          <p:cNvSpPr>
            <a:spLocks noGrp="1" noRot="1" noChangeAspect="1" noChangeArrowheads="1" noTextEdit="1"/>
          </p:cNvSpPr>
          <p:nvPr>
            <p:ph type="sldImg"/>
          </p:nvPr>
        </p:nvSpPr>
        <p:spPr>
          <a:xfrm>
            <a:off x="457200" y="722313"/>
            <a:ext cx="6000750" cy="3376612"/>
          </a:xfrm>
          <a:ln/>
        </p:spPr>
      </p:sp>
      <p:sp>
        <p:nvSpPr>
          <p:cNvPr id="136196" name="Rectangle 3"/>
          <p:cNvSpPr>
            <a:spLocks noGrp="1" noChangeArrowheads="1"/>
          </p:cNvSpPr>
          <p:nvPr>
            <p:ph type="body" idx="1"/>
          </p:nvPr>
        </p:nvSpPr>
        <p:spPr>
          <a:xfrm>
            <a:off x="941388" y="4338638"/>
            <a:ext cx="5026025" cy="4097337"/>
          </a:xfrm>
          <a:noFill/>
        </p:spPr>
        <p:txBody>
          <a:bodyPr/>
          <a:lstStyle/>
          <a:p>
            <a:pPr eaLnBrk="1" hangingPunct="1"/>
            <a:endParaRPr lang="en-US"/>
          </a:p>
        </p:txBody>
      </p:sp>
    </p:spTree>
  </p:cSld>
  <p:clrMapOvr>
    <a:masterClrMapping/>
  </p:clrMapOvr>
</p:notes>
</file>

<file path=ppt/notesSlides/notesSlide1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4930" name="Rectangle 7"/>
          <p:cNvSpPr>
            <a:spLocks noGrp="1" noChangeArrowheads="1"/>
          </p:cNvSpPr>
          <p:nvPr>
            <p:ph type="sldNum" sz="quarter" idx="5"/>
          </p:nvPr>
        </p:nvSpPr>
        <p:spPr>
          <a:noFill/>
        </p:spPr>
        <p:txBody>
          <a:bodyPr/>
          <a:lstStyle>
            <a:lvl1pPr eaLnBrk="0" hangingPunct="0">
              <a:defRPr i="1">
                <a:solidFill>
                  <a:schemeClr val="tx1"/>
                </a:solidFill>
                <a:latin typeface="Arial" charset="0"/>
                <a:cs typeface="Arial" charset="0"/>
              </a:defRPr>
            </a:lvl1pPr>
            <a:lvl2pPr marL="742950" indent="-285750" eaLnBrk="0" hangingPunct="0">
              <a:defRPr i="1">
                <a:solidFill>
                  <a:schemeClr val="tx1"/>
                </a:solidFill>
                <a:latin typeface="Arial" charset="0"/>
                <a:cs typeface="Arial" charset="0"/>
              </a:defRPr>
            </a:lvl2pPr>
            <a:lvl3pPr marL="1143000" indent="-228600" eaLnBrk="0" hangingPunct="0">
              <a:defRPr i="1">
                <a:solidFill>
                  <a:schemeClr val="tx1"/>
                </a:solidFill>
                <a:latin typeface="Arial" charset="0"/>
                <a:cs typeface="Arial" charset="0"/>
              </a:defRPr>
            </a:lvl3pPr>
            <a:lvl4pPr marL="1600200" indent="-228600" eaLnBrk="0" hangingPunct="0">
              <a:defRPr i="1">
                <a:solidFill>
                  <a:schemeClr val="tx1"/>
                </a:solidFill>
                <a:latin typeface="Arial" charset="0"/>
                <a:cs typeface="Arial" charset="0"/>
              </a:defRPr>
            </a:lvl4pPr>
            <a:lvl5pPr marL="2057400" indent="-228600" eaLnBrk="0" hangingPunct="0">
              <a:defRPr i="1">
                <a:solidFill>
                  <a:schemeClr val="tx1"/>
                </a:solidFill>
                <a:latin typeface="Arial" charset="0"/>
                <a:cs typeface="Arial" charset="0"/>
              </a:defRPr>
            </a:lvl5pPr>
            <a:lvl6pPr marL="2514600" indent="-228600" eaLnBrk="0" fontAlgn="base" hangingPunct="0">
              <a:spcBef>
                <a:spcPct val="0"/>
              </a:spcBef>
              <a:spcAft>
                <a:spcPct val="0"/>
              </a:spcAft>
              <a:defRPr i="1">
                <a:solidFill>
                  <a:schemeClr val="tx1"/>
                </a:solidFill>
                <a:latin typeface="Arial" charset="0"/>
                <a:cs typeface="Arial" charset="0"/>
              </a:defRPr>
            </a:lvl6pPr>
            <a:lvl7pPr marL="2971800" indent="-228600" eaLnBrk="0" fontAlgn="base" hangingPunct="0">
              <a:spcBef>
                <a:spcPct val="0"/>
              </a:spcBef>
              <a:spcAft>
                <a:spcPct val="0"/>
              </a:spcAft>
              <a:defRPr i="1">
                <a:solidFill>
                  <a:schemeClr val="tx1"/>
                </a:solidFill>
                <a:latin typeface="Arial" charset="0"/>
                <a:cs typeface="Arial" charset="0"/>
              </a:defRPr>
            </a:lvl7pPr>
            <a:lvl8pPr marL="3429000" indent="-228600" eaLnBrk="0" fontAlgn="base" hangingPunct="0">
              <a:spcBef>
                <a:spcPct val="0"/>
              </a:spcBef>
              <a:spcAft>
                <a:spcPct val="0"/>
              </a:spcAft>
              <a:defRPr i="1">
                <a:solidFill>
                  <a:schemeClr val="tx1"/>
                </a:solidFill>
                <a:latin typeface="Arial" charset="0"/>
                <a:cs typeface="Arial" charset="0"/>
              </a:defRPr>
            </a:lvl8pPr>
            <a:lvl9pPr marL="3886200" indent="-228600" eaLnBrk="0" fontAlgn="base" hangingPunct="0">
              <a:spcBef>
                <a:spcPct val="0"/>
              </a:spcBef>
              <a:spcAft>
                <a:spcPct val="0"/>
              </a:spcAft>
              <a:defRPr i="1">
                <a:solidFill>
                  <a:schemeClr val="tx1"/>
                </a:solidFill>
                <a:latin typeface="Arial" charset="0"/>
                <a:cs typeface="Arial" charset="0"/>
              </a:defRPr>
            </a:lvl9pPr>
          </a:lstStyle>
          <a:p>
            <a:pPr eaLnBrk="1" hangingPunct="1"/>
            <a:fld id="{45E5415A-4300-4099-8A85-0DFCF90801BA}" type="slidenum">
              <a:rPr lang="en-US" i="0"/>
              <a:pPr eaLnBrk="1" hangingPunct="1"/>
              <a:t>226</a:t>
            </a:fld>
            <a:endParaRPr lang="en-US" i="0"/>
          </a:p>
        </p:txBody>
      </p:sp>
      <p:sp>
        <p:nvSpPr>
          <p:cNvPr id="124931" name="Rectangle 2"/>
          <p:cNvSpPr>
            <a:spLocks noGrp="1" noRot="1" noChangeAspect="1" noChangeArrowheads="1" noTextEdit="1"/>
          </p:cNvSpPr>
          <p:nvPr>
            <p:ph type="sldImg"/>
          </p:nvPr>
        </p:nvSpPr>
        <p:spPr>
          <a:ln/>
        </p:spPr>
      </p:sp>
      <p:sp>
        <p:nvSpPr>
          <p:cNvPr id="124932" name="Rectangle 3"/>
          <p:cNvSpPr>
            <a:spLocks noGrp="1" noChangeArrowheads="1"/>
          </p:cNvSpPr>
          <p:nvPr>
            <p:ph type="body" idx="1"/>
          </p:nvPr>
        </p:nvSpPr>
        <p:spPr>
          <a:noFill/>
        </p:spPr>
        <p:txBody>
          <a:bodyPr/>
          <a:lstStyle/>
          <a:p>
            <a:pPr eaLnBrk="1" hangingPunct="1"/>
            <a:endParaRPr lang="en-US"/>
          </a:p>
        </p:txBody>
      </p:sp>
    </p:spTree>
    <p:extLst>
      <p:ext uri="{BB962C8B-B14F-4D97-AF65-F5344CB8AC3E}">
        <p14:creationId xmlns:p14="http://schemas.microsoft.com/office/powerpoint/2010/main" val="2864234919"/>
      </p:ext>
    </p:extLst>
  </p:cSld>
  <p:clrMapOvr>
    <a:masterClrMapping/>
  </p:clrMapOvr>
</p:notes>
</file>

<file path=ppt/notesSlides/notesSlide1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8002" name="Rectangle 7"/>
          <p:cNvSpPr>
            <a:spLocks noGrp="1" noChangeArrowheads="1"/>
          </p:cNvSpPr>
          <p:nvPr>
            <p:ph type="sldNum" sz="quarter" idx="5"/>
          </p:nvPr>
        </p:nvSpPr>
        <p:spPr>
          <a:noFill/>
        </p:spPr>
        <p:txBody>
          <a:bodyPr/>
          <a:lstStyle>
            <a:lvl1pPr eaLnBrk="0" hangingPunct="0">
              <a:defRPr i="1">
                <a:solidFill>
                  <a:schemeClr val="tx1"/>
                </a:solidFill>
                <a:latin typeface="Arial" charset="0"/>
                <a:cs typeface="Arial" charset="0"/>
              </a:defRPr>
            </a:lvl1pPr>
            <a:lvl2pPr marL="742950" indent="-285750" eaLnBrk="0" hangingPunct="0">
              <a:defRPr i="1">
                <a:solidFill>
                  <a:schemeClr val="tx1"/>
                </a:solidFill>
                <a:latin typeface="Arial" charset="0"/>
                <a:cs typeface="Arial" charset="0"/>
              </a:defRPr>
            </a:lvl2pPr>
            <a:lvl3pPr marL="1143000" indent="-228600" eaLnBrk="0" hangingPunct="0">
              <a:defRPr i="1">
                <a:solidFill>
                  <a:schemeClr val="tx1"/>
                </a:solidFill>
                <a:latin typeface="Arial" charset="0"/>
                <a:cs typeface="Arial" charset="0"/>
              </a:defRPr>
            </a:lvl3pPr>
            <a:lvl4pPr marL="1600200" indent="-228600" eaLnBrk="0" hangingPunct="0">
              <a:defRPr i="1">
                <a:solidFill>
                  <a:schemeClr val="tx1"/>
                </a:solidFill>
                <a:latin typeface="Arial" charset="0"/>
                <a:cs typeface="Arial" charset="0"/>
              </a:defRPr>
            </a:lvl4pPr>
            <a:lvl5pPr marL="2057400" indent="-228600" eaLnBrk="0" hangingPunct="0">
              <a:defRPr i="1">
                <a:solidFill>
                  <a:schemeClr val="tx1"/>
                </a:solidFill>
                <a:latin typeface="Arial" charset="0"/>
                <a:cs typeface="Arial" charset="0"/>
              </a:defRPr>
            </a:lvl5pPr>
            <a:lvl6pPr marL="2514600" indent="-228600" eaLnBrk="0" fontAlgn="base" hangingPunct="0">
              <a:spcBef>
                <a:spcPct val="0"/>
              </a:spcBef>
              <a:spcAft>
                <a:spcPct val="0"/>
              </a:spcAft>
              <a:defRPr i="1">
                <a:solidFill>
                  <a:schemeClr val="tx1"/>
                </a:solidFill>
                <a:latin typeface="Arial" charset="0"/>
                <a:cs typeface="Arial" charset="0"/>
              </a:defRPr>
            </a:lvl6pPr>
            <a:lvl7pPr marL="2971800" indent="-228600" eaLnBrk="0" fontAlgn="base" hangingPunct="0">
              <a:spcBef>
                <a:spcPct val="0"/>
              </a:spcBef>
              <a:spcAft>
                <a:spcPct val="0"/>
              </a:spcAft>
              <a:defRPr i="1">
                <a:solidFill>
                  <a:schemeClr val="tx1"/>
                </a:solidFill>
                <a:latin typeface="Arial" charset="0"/>
                <a:cs typeface="Arial" charset="0"/>
              </a:defRPr>
            </a:lvl7pPr>
            <a:lvl8pPr marL="3429000" indent="-228600" eaLnBrk="0" fontAlgn="base" hangingPunct="0">
              <a:spcBef>
                <a:spcPct val="0"/>
              </a:spcBef>
              <a:spcAft>
                <a:spcPct val="0"/>
              </a:spcAft>
              <a:defRPr i="1">
                <a:solidFill>
                  <a:schemeClr val="tx1"/>
                </a:solidFill>
                <a:latin typeface="Arial" charset="0"/>
                <a:cs typeface="Arial" charset="0"/>
              </a:defRPr>
            </a:lvl8pPr>
            <a:lvl9pPr marL="3886200" indent="-228600" eaLnBrk="0" fontAlgn="base" hangingPunct="0">
              <a:spcBef>
                <a:spcPct val="0"/>
              </a:spcBef>
              <a:spcAft>
                <a:spcPct val="0"/>
              </a:spcAft>
              <a:defRPr i="1">
                <a:solidFill>
                  <a:schemeClr val="tx1"/>
                </a:solidFill>
                <a:latin typeface="Arial" charset="0"/>
                <a:cs typeface="Arial" charset="0"/>
              </a:defRPr>
            </a:lvl9pPr>
          </a:lstStyle>
          <a:p>
            <a:pPr eaLnBrk="1" hangingPunct="1"/>
            <a:fld id="{E6A16FF1-0088-4E22-91E9-9FF3E657179B}" type="slidenum">
              <a:rPr lang="en-US" i="0"/>
              <a:pPr eaLnBrk="1" hangingPunct="1"/>
              <a:t>228</a:t>
            </a:fld>
            <a:endParaRPr lang="en-US" i="0"/>
          </a:p>
        </p:txBody>
      </p:sp>
      <p:sp>
        <p:nvSpPr>
          <p:cNvPr id="128003" name="Rectangle 2"/>
          <p:cNvSpPr>
            <a:spLocks noGrp="1" noRot="1" noChangeAspect="1" noChangeArrowheads="1" noTextEdit="1"/>
          </p:cNvSpPr>
          <p:nvPr>
            <p:ph type="sldImg"/>
          </p:nvPr>
        </p:nvSpPr>
        <p:spPr>
          <a:ln/>
        </p:spPr>
      </p:sp>
      <p:sp>
        <p:nvSpPr>
          <p:cNvPr id="128004" name="Rectangle 3"/>
          <p:cNvSpPr>
            <a:spLocks noGrp="1" noChangeArrowheads="1"/>
          </p:cNvSpPr>
          <p:nvPr>
            <p:ph type="body" idx="1"/>
          </p:nvPr>
        </p:nvSpPr>
        <p:spPr>
          <a:noFill/>
        </p:spPr>
        <p:txBody>
          <a:bodyPr/>
          <a:lstStyle/>
          <a:p>
            <a:pPr eaLnBrk="1" hangingPunct="1"/>
            <a:endParaRPr lang="en-US"/>
          </a:p>
        </p:txBody>
      </p:sp>
    </p:spTree>
    <p:extLst>
      <p:ext uri="{BB962C8B-B14F-4D97-AF65-F5344CB8AC3E}">
        <p14:creationId xmlns:p14="http://schemas.microsoft.com/office/powerpoint/2010/main" val="1180082053"/>
      </p:ext>
    </p:extLst>
  </p:cSld>
  <p:clrMapOvr>
    <a:masterClrMapping/>
  </p:clrMapOvr>
</p:notes>
</file>

<file path=ppt/notesSlides/notesSlide1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9026" name="Rectangle 7"/>
          <p:cNvSpPr>
            <a:spLocks noGrp="1" noChangeArrowheads="1"/>
          </p:cNvSpPr>
          <p:nvPr>
            <p:ph type="sldNum" sz="quarter" idx="5"/>
          </p:nvPr>
        </p:nvSpPr>
        <p:spPr>
          <a:noFill/>
        </p:spPr>
        <p:txBody>
          <a:bodyPr/>
          <a:lstStyle>
            <a:lvl1pPr eaLnBrk="0" hangingPunct="0">
              <a:defRPr i="1">
                <a:solidFill>
                  <a:schemeClr val="tx1"/>
                </a:solidFill>
                <a:latin typeface="Arial" charset="0"/>
                <a:cs typeface="Arial" charset="0"/>
              </a:defRPr>
            </a:lvl1pPr>
            <a:lvl2pPr marL="742950" indent="-285750" eaLnBrk="0" hangingPunct="0">
              <a:defRPr i="1">
                <a:solidFill>
                  <a:schemeClr val="tx1"/>
                </a:solidFill>
                <a:latin typeface="Arial" charset="0"/>
                <a:cs typeface="Arial" charset="0"/>
              </a:defRPr>
            </a:lvl2pPr>
            <a:lvl3pPr marL="1143000" indent="-228600" eaLnBrk="0" hangingPunct="0">
              <a:defRPr i="1">
                <a:solidFill>
                  <a:schemeClr val="tx1"/>
                </a:solidFill>
                <a:latin typeface="Arial" charset="0"/>
                <a:cs typeface="Arial" charset="0"/>
              </a:defRPr>
            </a:lvl3pPr>
            <a:lvl4pPr marL="1600200" indent="-228600" eaLnBrk="0" hangingPunct="0">
              <a:defRPr i="1">
                <a:solidFill>
                  <a:schemeClr val="tx1"/>
                </a:solidFill>
                <a:latin typeface="Arial" charset="0"/>
                <a:cs typeface="Arial" charset="0"/>
              </a:defRPr>
            </a:lvl4pPr>
            <a:lvl5pPr marL="2057400" indent="-228600" eaLnBrk="0" hangingPunct="0">
              <a:defRPr i="1">
                <a:solidFill>
                  <a:schemeClr val="tx1"/>
                </a:solidFill>
                <a:latin typeface="Arial" charset="0"/>
                <a:cs typeface="Arial" charset="0"/>
              </a:defRPr>
            </a:lvl5pPr>
            <a:lvl6pPr marL="2514600" indent="-228600" eaLnBrk="0" fontAlgn="base" hangingPunct="0">
              <a:spcBef>
                <a:spcPct val="0"/>
              </a:spcBef>
              <a:spcAft>
                <a:spcPct val="0"/>
              </a:spcAft>
              <a:defRPr i="1">
                <a:solidFill>
                  <a:schemeClr val="tx1"/>
                </a:solidFill>
                <a:latin typeface="Arial" charset="0"/>
                <a:cs typeface="Arial" charset="0"/>
              </a:defRPr>
            </a:lvl6pPr>
            <a:lvl7pPr marL="2971800" indent="-228600" eaLnBrk="0" fontAlgn="base" hangingPunct="0">
              <a:spcBef>
                <a:spcPct val="0"/>
              </a:spcBef>
              <a:spcAft>
                <a:spcPct val="0"/>
              </a:spcAft>
              <a:defRPr i="1">
                <a:solidFill>
                  <a:schemeClr val="tx1"/>
                </a:solidFill>
                <a:latin typeface="Arial" charset="0"/>
                <a:cs typeface="Arial" charset="0"/>
              </a:defRPr>
            </a:lvl7pPr>
            <a:lvl8pPr marL="3429000" indent="-228600" eaLnBrk="0" fontAlgn="base" hangingPunct="0">
              <a:spcBef>
                <a:spcPct val="0"/>
              </a:spcBef>
              <a:spcAft>
                <a:spcPct val="0"/>
              </a:spcAft>
              <a:defRPr i="1">
                <a:solidFill>
                  <a:schemeClr val="tx1"/>
                </a:solidFill>
                <a:latin typeface="Arial" charset="0"/>
                <a:cs typeface="Arial" charset="0"/>
              </a:defRPr>
            </a:lvl8pPr>
            <a:lvl9pPr marL="3886200" indent="-228600" eaLnBrk="0" fontAlgn="base" hangingPunct="0">
              <a:spcBef>
                <a:spcPct val="0"/>
              </a:spcBef>
              <a:spcAft>
                <a:spcPct val="0"/>
              </a:spcAft>
              <a:defRPr i="1">
                <a:solidFill>
                  <a:schemeClr val="tx1"/>
                </a:solidFill>
                <a:latin typeface="Arial" charset="0"/>
                <a:cs typeface="Arial" charset="0"/>
              </a:defRPr>
            </a:lvl9pPr>
          </a:lstStyle>
          <a:p>
            <a:pPr eaLnBrk="1" hangingPunct="1"/>
            <a:fld id="{48F13AAF-07E1-45FA-9405-250C243B49C0}" type="slidenum">
              <a:rPr lang="en-US" i="0"/>
              <a:pPr eaLnBrk="1" hangingPunct="1"/>
              <a:t>229</a:t>
            </a:fld>
            <a:endParaRPr lang="en-US" i="0"/>
          </a:p>
        </p:txBody>
      </p:sp>
      <p:sp>
        <p:nvSpPr>
          <p:cNvPr id="129027" name="Rectangle 2"/>
          <p:cNvSpPr>
            <a:spLocks noGrp="1" noRot="1" noChangeAspect="1" noChangeArrowheads="1" noTextEdit="1"/>
          </p:cNvSpPr>
          <p:nvPr>
            <p:ph type="sldImg"/>
          </p:nvPr>
        </p:nvSpPr>
        <p:spPr>
          <a:ln/>
        </p:spPr>
      </p:sp>
      <p:sp>
        <p:nvSpPr>
          <p:cNvPr id="129028" name="Rectangle 3"/>
          <p:cNvSpPr>
            <a:spLocks noGrp="1" noChangeArrowheads="1"/>
          </p:cNvSpPr>
          <p:nvPr>
            <p:ph type="body" idx="1"/>
          </p:nvPr>
        </p:nvSpPr>
        <p:spPr>
          <a:noFill/>
        </p:spPr>
        <p:txBody>
          <a:bodyPr/>
          <a:lstStyle/>
          <a:p>
            <a:pPr eaLnBrk="1" hangingPunct="1"/>
            <a:endParaRPr lang="en-US"/>
          </a:p>
        </p:txBody>
      </p:sp>
    </p:spTree>
    <p:extLst>
      <p:ext uri="{BB962C8B-B14F-4D97-AF65-F5344CB8AC3E}">
        <p14:creationId xmlns:p14="http://schemas.microsoft.com/office/powerpoint/2010/main" val="1562432205"/>
      </p:ext>
    </p:extLst>
  </p:cSld>
  <p:clrMapOvr>
    <a:masterClrMapping/>
  </p:clrMapOvr>
</p:notes>
</file>

<file path=ppt/notesSlides/notesSlide14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2">
          <a:extLst>
            <a:ext uri="{FF2B5EF4-FFF2-40B4-BE49-F238E27FC236}">
              <a16:creationId xmlns:a16="http://schemas.microsoft.com/office/drawing/2014/main" id="{38C77708-3FA4-2AD5-A769-EDBA82DCD6A7}"/>
            </a:ext>
          </a:extLst>
        </p:cNvPr>
        <p:cNvGrpSpPr/>
        <p:nvPr/>
      </p:nvGrpSpPr>
      <p:grpSpPr>
        <a:xfrm>
          <a:off x="0" y="0"/>
          <a:ext cx="0" cy="0"/>
          <a:chOff x="0" y="0"/>
          <a:chExt cx="0" cy="0"/>
        </a:xfrm>
      </p:grpSpPr>
      <p:sp>
        <p:nvSpPr>
          <p:cNvPr id="243" name="Google Shape;243;p8:notes">
            <a:extLst>
              <a:ext uri="{FF2B5EF4-FFF2-40B4-BE49-F238E27FC236}">
                <a16:creationId xmlns:a16="http://schemas.microsoft.com/office/drawing/2014/main" id="{D784BA44-97E4-83E0-D508-A2FBF495C108}"/>
              </a:ext>
            </a:extLst>
          </p:cNvPr>
          <p:cNvSpPr txBox="1">
            <a:spLocks noGrp="1"/>
          </p:cNvSpPr>
          <p:nvPr>
            <p:ph type="body" idx="1"/>
          </p:nvPr>
        </p:nvSpPr>
        <p:spPr>
          <a:xfrm>
            <a:off x="975668" y="4455180"/>
            <a:ext cx="5205090" cy="4205254"/>
          </a:xfrm>
          <a:prstGeom prst="rect">
            <a:avLst/>
          </a:prstGeom>
        </p:spPr>
        <p:txBody>
          <a:bodyPr spcFirstLastPara="1" wrap="square" lIns="98345" tIns="49160" rIns="98345" bIns="49160" anchor="t" anchorCtr="0">
            <a:noAutofit/>
          </a:bodyPr>
          <a:lstStyle/>
          <a:p>
            <a:pPr marL="0" indent="0">
              <a:spcBef>
                <a:spcPts val="365"/>
              </a:spcBef>
            </a:pPr>
            <a:endParaRPr dirty="0"/>
          </a:p>
        </p:txBody>
      </p:sp>
      <p:sp>
        <p:nvSpPr>
          <p:cNvPr id="244" name="Google Shape;244;p8:notes">
            <a:extLst>
              <a:ext uri="{FF2B5EF4-FFF2-40B4-BE49-F238E27FC236}">
                <a16:creationId xmlns:a16="http://schemas.microsoft.com/office/drawing/2014/main" id="{35AFA919-5475-8F07-F124-5E125F595EF9}"/>
              </a:ext>
            </a:extLst>
          </p:cNvPr>
          <p:cNvSpPr>
            <a:spLocks noGrp="1" noRot="1" noChangeAspect="1"/>
          </p:cNvSpPr>
          <p:nvPr>
            <p:ph type="sldImg" idx="2"/>
          </p:nvPr>
        </p:nvSpPr>
        <p:spPr>
          <a:xfrm>
            <a:off x="496888" y="741363"/>
            <a:ext cx="6164262" cy="3467100"/>
          </a:xfrm>
          <a:custGeom>
            <a:avLst/>
            <a:gdLst/>
            <a:ahLst/>
            <a:cxnLst/>
            <a:rect l="l" t="t" r="r" b="b"/>
            <a:pathLst>
              <a:path w="120000" h="120000" extrusionOk="0">
                <a:moveTo>
                  <a:pt x="0" y="0"/>
                </a:moveTo>
                <a:lnTo>
                  <a:pt x="120000" y="0"/>
                </a:lnTo>
                <a:lnTo>
                  <a:pt x="120000" y="120000"/>
                </a:lnTo>
                <a:lnTo>
                  <a:pt x="0" y="120000"/>
                </a:lnTo>
                <a:close/>
              </a:path>
            </a:pathLst>
          </a:custGeom>
        </p:spPr>
      </p:sp>
    </p:spTree>
    <p:extLst>
      <p:ext uri="{BB962C8B-B14F-4D97-AF65-F5344CB8AC3E}">
        <p14:creationId xmlns:p14="http://schemas.microsoft.com/office/powerpoint/2010/main" val="2124595739"/>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bg>
      <p:bgPr>
        <a:solidFill>
          <a:srgbClr val="FFFFFF"/>
        </a:solidFill>
        <a:effectLst/>
      </p:bgPr>
    </p:bg>
    <p:spTree>
      <p:nvGrpSpPr>
        <p:cNvPr id="1" name="Shape 12"/>
        <p:cNvGrpSpPr/>
        <p:nvPr/>
      </p:nvGrpSpPr>
      <p:grpSpPr>
        <a:xfrm>
          <a:off x="0" y="0"/>
          <a:ext cx="0" cy="0"/>
          <a:chOff x="0" y="0"/>
          <a:chExt cx="0" cy="0"/>
        </a:xfrm>
      </p:grpSpPr>
      <p:sp>
        <p:nvSpPr>
          <p:cNvPr id="13" name="Google Shape;13;p2"/>
          <p:cNvSpPr txBox="1">
            <a:spLocks noGrp="1"/>
          </p:cNvSpPr>
          <p:nvPr>
            <p:ph type="ctrTitle"/>
          </p:nvPr>
        </p:nvSpPr>
        <p:spPr>
          <a:xfrm>
            <a:off x="914400" y="2130426"/>
            <a:ext cx="10363200" cy="14700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14" name="Google Shape;14;p2"/>
          <p:cNvSpPr txBox="1">
            <a:spLocks noGrp="1"/>
          </p:cNvSpPr>
          <p:nvPr>
            <p:ph type="subTitle" idx="1"/>
          </p:nvPr>
        </p:nvSpPr>
        <p:spPr>
          <a:xfrm>
            <a:off x="1828800" y="3886200"/>
            <a:ext cx="8534400" cy="1752600"/>
          </a:xfrm>
          <a:prstGeom prst="rect">
            <a:avLst/>
          </a:prstGeom>
          <a:noFill/>
          <a:ln>
            <a:noFill/>
          </a:ln>
        </p:spPr>
        <p:txBody>
          <a:bodyPr spcFirstLastPara="1" wrap="square" lIns="91425" tIns="45700" rIns="91425" bIns="45700" anchor="t" anchorCtr="0">
            <a:noAutofit/>
          </a:bodyPr>
          <a:lstStyle>
            <a:lvl1pPr lvl="0" algn="ctr">
              <a:spcBef>
                <a:spcPts val="560"/>
              </a:spcBef>
              <a:spcAft>
                <a:spcPts val="0"/>
              </a:spcAft>
              <a:buClr>
                <a:schemeClr val="dk1"/>
              </a:buClr>
              <a:buSzPts val="2240"/>
              <a:buFont typeface="Times New Roman"/>
              <a:buNone/>
              <a:defRPr/>
            </a:lvl1pPr>
            <a:lvl2pPr lvl="1" algn="ctr">
              <a:spcBef>
                <a:spcPts val="480"/>
              </a:spcBef>
              <a:spcAft>
                <a:spcPts val="0"/>
              </a:spcAft>
              <a:buClr>
                <a:schemeClr val="dk1"/>
              </a:buClr>
              <a:buSzPts val="2400"/>
              <a:buFont typeface="Times New Roman"/>
              <a:buNone/>
              <a:defRPr/>
            </a:lvl2pPr>
            <a:lvl3pPr lvl="2" algn="ctr">
              <a:spcBef>
                <a:spcPts val="0"/>
              </a:spcBef>
              <a:spcAft>
                <a:spcPts val="0"/>
              </a:spcAft>
              <a:buClr>
                <a:schemeClr val="dk1"/>
              </a:buClr>
              <a:buSzPts val="2000"/>
              <a:buFont typeface="Times New Roman"/>
              <a:buNone/>
              <a:defRPr/>
            </a:lvl3pPr>
            <a:lvl4pPr lvl="3" algn="ctr">
              <a:spcBef>
                <a:spcPts val="0"/>
              </a:spcBef>
              <a:spcAft>
                <a:spcPts val="0"/>
              </a:spcAft>
              <a:buClr>
                <a:schemeClr val="dk1"/>
              </a:buClr>
              <a:buSzPts val="2000"/>
              <a:buFont typeface="Times New Roman"/>
              <a:buNone/>
              <a:defRPr/>
            </a:lvl4pPr>
            <a:lvl5pPr lvl="4" algn="ctr">
              <a:spcBef>
                <a:spcPts val="0"/>
              </a:spcBef>
              <a:spcAft>
                <a:spcPts val="0"/>
              </a:spcAft>
              <a:buClr>
                <a:schemeClr val="dk1"/>
              </a:buClr>
              <a:buSzPts val="2000"/>
              <a:buFont typeface="Times New Roman"/>
              <a:buNone/>
              <a:defRPr/>
            </a:lvl5pPr>
            <a:lvl6pPr lvl="5" algn="ctr">
              <a:spcBef>
                <a:spcPts val="0"/>
              </a:spcBef>
              <a:spcAft>
                <a:spcPts val="0"/>
              </a:spcAft>
              <a:buClr>
                <a:schemeClr val="dk1"/>
              </a:buClr>
              <a:buSzPts val="2000"/>
              <a:buFont typeface="Times New Roman"/>
              <a:buNone/>
              <a:defRPr/>
            </a:lvl6pPr>
            <a:lvl7pPr lvl="6" algn="ctr">
              <a:spcBef>
                <a:spcPts val="0"/>
              </a:spcBef>
              <a:spcAft>
                <a:spcPts val="0"/>
              </a:spcAft>
              <a:buClr>
                <a:schemeClr val="dk1"/>
              </a:buClr>
              <a:buSzPts val="2000"/>
              <a:buFont typeface="Times New Roman"/>
              <a:buNone/>
              <a:defRPr/>
            </a:lvl7pPr>
            <a:lvl8pPr lvl="7" algn="ctr">
              <a:spcBef>
                <a:spcPts val="0"/>
              </a:spcBef>
              <a:spcAft>
                <a:spcPts val="0"/>
              </a:spcAft>
              <a:buClr>
                <a:schemeClr val="dk1"/>
              </a:buClr>
              <a:buSzPts val="2000"/>
              <a:buFont typeface="Times New Roman"/>
              <a:buNone/>
              <a:defRPr/>
            </a:lvl8pPr>
            <a:lvl9pPr lvl="8" algn="ctr">
              <a:spcBef>
                <a:spcPts val="0"/>
              </a:spcBef>
              <a:spcAft>
                <a:spcPts val="0"/>
              </a:spcAft>
              <a:buClr>
                <a:schemeClr val="dk1"/>
              </a:buClr>
              <a:buSzPts val="2000"/>
              <a:buFont typeface="Times New Roman"/>
              <a:buNone/>
              <a:defRPr/>
            </a:lvl9pPr>
          </a:lstStyle>
          <a:p>
            <a:endParaRPr/>
          </a:p>
        </p:txBody>
      </p:sp>
      <p:sp>
        <p:nvSpPr>
          <p:cNvPr id="15" name="Google Shape;15;p2"/>
          <p:cNvSpPr txBox="1">
            <a:spLocks noGrp="1"/>
          </p:cNvSpPr>
          <p:nvPr>
            <p:ph type="dt" idx="10"/>
          </p:nvPr>
        </p:nvSpPr>
        <p:spPr>
          <a:xfrm>
            <a:off x="914400" y="6534150"/>
            <a:ext cx="2540000" cy="457200"/>
          </a:xfrm>
          <a:prstGeom prst="rect">
            <a:avLst/>
          </a:prstGeom>
          <a:noFill/>
          <a:ln>
            <a:noFill/>
          </a:ln>
        </p:spPr>
        <p:txBody>
          <a:bodyPr spcFirstLastPara="1" wrap="square" lIns="91425" tIns="45700" rIns="91425" bIns="45700" anchor="t" anchorCtr="0">
            <a:noAutofit/>
          </a:bodyPr>
          <a:lstStyle>
            <a:lvl1pPr marR="0" lvl="0" algn="ctr"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1pPr>
            <a:lvl2pPr marR="0" lvl="1" algn="ctr"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2pPr>
            <a:lvl3pPr marR="0" lvl="2" algn="ctr"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3pPr>
            <a:lvl4pPr marR="0" lvl="3" algn="ctr"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4pPr>
            <a:lvl5pPr marR="0" lvl="4" algn="ctr"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5pPr>
            <a:lvl6pPr marR="0" lvl="5" algn="l"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6pPr>
            <a:lvl7pPr marR="0" lvl="6" algn="l"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7pPr>
            <a:lvl8pPr marR="0" lvl="7" algn="l"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8pPr>
            <a:lvl9pPr marR="0" lvl="8" algn="l"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9pPr>
          </a:lstStyle>
          <a:p>
            <a:endParaRPr/>
          </a:p>
        </p:txBody>
      </p:sp>
      <p:sp>
        <p:nvSpPr>
          <p:cNvPr id="16" name="Google Shape;16;p2"/>
          <p:cNvSpPr txBox="1">
            <a:spLocks noGrp="1"/>
          </p:cNvSpPr>
          <p:nvPr>
            <p:ph type="ftr" idx="11"/>
          </p:nvPr>
        </p:nvSpPr>
        <p:spPr>
          <a:xfrm>
            <a:off x="4165600" y="6553200"/>
            <a:ext cx="3860800" cy="457200"/>
          </a:xfrm>
          <a:prstGeom prst="rect">
            <a:avLst/>
          </a:prstGeom>
          <a:noFill/>
          <a:ln>
            <a:noFill/>
          </a:ln>
        </p:spPr>
        <p:txBody>
          <a:bodyPr spcFirstLastPara="1" wrap="square" lIns="91425" tIns="45700" rIns="91425" bIns="45700" anchor="t" anchorCtr="0">
            <a:noAutofit/>
          </a:bodyPr>
          <a:lstStyle>
            <a:lvl1pPr marR="0" lvl="0" algn="ctr"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1pPr>
            <a:lvl2pPr marR="0" lvl="1" algn="ctr"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2pPr>
            <a:lvl3pPr marR="0" lvl="2" algn="ctr"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3pPr>
            <a:lvl4pPr marR="0" lvl="3" algn="ctr"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4pPr>
            <a:lvl5pPr marR="0" lvl="4" algn="ctr"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5pPr>
            <a:lvl6pPr marR="0" lvl="5" algn="l"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6pPr>
            <a:lvl7pPr marR="0" lvl="6" algn="l"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7pPr>
            <a:lvl8pPr marR="0" lvl="7" algn="l"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8pPr>
            <a:lvl9pPr marR="0" lvl="8" algn="l"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9pPr>
          </a:lstStyle>
          <a:p>
            <a:endParaRPr/>
          </a:p>
        </p:txBody>
      </p:sp>
      <p:sp>
        <p:nvSpPr>
          <p:cNvPr id="17" name="Google Shape;17;p2"/>
          <p:cNvSpPr txBox="1">
            <a:spLocks noGrp="1"/>
          </p:cNvSpPr>
          <p:nvPr>
            <p:ph type="sldNum" idx="12"/>
          </p:nvPr>
        </p:nvSpPr>
        <p:spPr>
          <a:xfrm>
            <a:off x="8737600" y="6534150"/>
            <a:ext cx="2540000" cy="457200"/>
          </a:xfrm>
          <a:prstGeom prst="rect">
            <a:avLst/>
          </a:prstGeom>
          <a:noFill/>
          <a:ln>
            <a:noFill/>
          </a:ln>
        </p:spPr>
        <p:txBody>
          <a:bodyPr spcFirstLastPara="1" wrap="square" lIns="91425" tIns="45700" rIns="91425" bIns="45700" anchor="t" anchorCtr="0">
            <a:noAutofit/>
          </a:bodyPr>
          <a:lstStyle>
            <a:lvl1pPr marL="0" marR="0" lvl="0" indent="0" algn="ctr" rtl="0">
              <a:spcBef>
                <a:spcPts val="0"/>
              </a:spcBef>
              <a:spcAft>
                <a:spcPts val="0"/>
              </a:spcAft>
              <a:buNone/>
              <a:defRPr sz="1800" b="0" i="1" u="none" strike="noStrike" cap="none">
                <a:solidFill>
                  <a:schemeClr val="dk1"/>
                </a:solidFill>
                <a:latin typeface="Times New Roman"/>
                <a:ea typeface="Times New Roman"/>
                <a:cs typeface="Times New Roman"/>
                <a:sym typeface="Times New Roman"/>
              </a:defRPr>
            </a:lvl1pPr>
            <a:lvl2pPr marL="0" marR="0" lvl="1" indent="0" algn="ctr" rtl="0">
              <a:spcBef>
                <a:spcPts val="0"/>
              </a:spcBef>
              <a:spcAft>
                <a:spcPts val="0"/>
              </a:spcAft>
              <a:buNone/>
              <a:defRPr sz="1800" b="0" i="1" u="none" strike="noStrike" cap="none">
                <a:solidFill>
                  <a:schemeClr val="dk1"/>
                </a:solidFill>
                <a:latin typeface="Times New Roman"/>
                <a:ea typeface="Times New Roman"/>
                <a:cs typeface="Times New Roman"/>
                <a:sym typeface="Times New Roman"/>
              </a:defRPr>
            </a:lvl2pPr>
            <a:lvl3pPr marL="0" marR="0" lvl="2" indent="0" algn="ctr" rtl="0">
              <a:spcBef>
                <a:spcPts val="0"/>
              </a:spcBef>
              <a:spcAft>
                <a:spcPts val="0"/>
              </a:spcAft>
              <a:buNone/>
              <a:defRPr sz="1800" b="0" i="1" u="none" strike="noStrike" cap="none">
                <a:solidFill>
                  <a:schemeClr val="dk1"/>
                </a:solidFill>
                <a:latin typeface="Times New Roman"/>
                <a:ea typeface="Times New Roman"/>
                <a:cs typeface="Times New Roman"/>
                <a:sym typeface="Times New Roman"/>
              </a:defRPr>
            </a:lvl3pPr>
            <a:lvl4pPr marL="0" marR="0" lvl="3" indent="0" algn="ctr" rtl="0">
              <a:spcBef>
                <a:spcPts val="0"/>
              </a:spcBef>
              <a:spcAft>
                <a:spcPts val="0"/>
              </a:spcAft>
              <a:buNone/>
              <a:defRPr sz="1800" b="0" i="1" u="none" strike="noStrike" cap="none">
                <a:solidFill>
                  <a:schemeClr val="dk1"/>
                </a:solidFill>
                <a:latin typeface="Times New Roman"/>
                <a:ea typeface="Times New Roman"/>
                <a:cs typeface="Times New Roman"/>
                <a:sym typeface="Times New Roman"/>
              </a:defRPr>
            </a:lvl4pPr>
            <a:lvl5pPr marL="0" marR="0" lvl="4" indent="0" algn="ctr" rtl="0">
              <a:spcBef>
                <a:spcPts val="0"/>
              </a:spcBef>
              <a:spcAft>
                <a:spcPts val="0"/>
              </a:spcAft>
              <a:buNone/>
              <a:defRPr sz="1800" b="0" i="1" u="none" strike="noStrike" cap="none">
                <a:solidFill>
                  <a:schemeClr val="dk1"/>
                </a:solidFill>
                <a:latin typeface="Times New Roman"/>
                <a:ea typeface="Times New Roman"/>
                <a:cs typeface="Times New Roman"/>
                <a:sym typeface="Times New Roman"/>
              </a:defRPr>
            </a:lvl5pPr>
            <a:lvl6pPr marL="0" marR="0" lvl="5" indent="0" algn="ctr" rtl="0">
              <a:spcBef>
                <a:spcPts val="0"/>
              </a:spcBef>
              <a:spcAft>
                <a:spcPts val="0"/>
              </a:spcAft>
              <a:buNone/>
              <a:defRPr sz="1800" b="0" i="1" u="none" strike="noStrike" cap="none">
                <a:solidFill>
                  <a:schemeClr val="dk1"/>
                </a:solidFill>
                <a:latin typeface="Times New Roman"/>
                <a:ea typeface="Times New Roman"/>
                <a:cs typeface="Times New Roman"/>
                <a:sym typeface="Times New Roman"/>
              </a:defRPr>
            </a:lvl6pPr>
            <a:lvl7pPr marL="0" marR="0" lvl="6" indent="0" algn="ctr" rtl="0">
              <a:spcBef>
                <a:spcPts val="0"/>
              </a:spcBef>
              <a:spcAft>
                <a:spcPts val="0"/>
              </a:spcAft>
              <a:buNone/>
              <a:defRPr sz="1800" b="0" i="1" u="none" strike="noStrike" cap="none">
                <a:solidFill>
                  <a:schemeClr val="dk1"/>
                </a:solidFill>
                <a:latin typeface="Times New Roman"/>
                <a:ea typeface="Times New Roman"/>
                <a:cs typeface="Times New Roman"/>
                <a:sym typeface="Times New Roman"/>
              </a:defRPr>
            </a:lvl7pPr>
            <a:lvl8pPr marL="0" marR="0" lvl="7" indent="0" algn="ctr" rtl="0">
              <a:spcBef>
                <a:spcPts val="0"/>
              </a:spcBef>
              <a:spcAft>
                <a:spcPts val="0"/>
              </a:spcAft>
              <a:buNone/>
              <a:defRPr sz="1800" b="0" i="1" u="none" strike="noStrike" cap="none">
                <a:solidFill>
                  <a:schemeClr val="dk1"/>
                </a:solidFill>
                <a:latin typeface="Times New Roman"/>
                <a:ea typeface="Times New Roman"/>
                <a:cs typeface="Times New Roman"/>
                <a:sym typeface="Times New Roman"/>
              </a:defRPr>
            </a:lvl8pPr>
            <a:lvl9pPr marL="0" marR="0" lvl="8" indent="0" algn="ctr" rtl="0">
              <a:spcBef>
                <a:spcPts val="0"/>
              </a:spcBef>
              <a:spcAft>
                <a:spcPts val="0"/>
              </a:spcAft>
              <a:buNone/>
              <a:defRPr sz="1800" b="0" i="1" u="none" strike="noStrike" cap="none">
                <a:solidFill>
                  <a:schemeClr val="dk1"/>
                </a:solidFill>
                <a:latin typeface="Times New Roman"/>
                <a:ea typeface="Times New Roman"/>
                <a:cs typeface="Times New Roman"/>
                <a:sym typeface="Times New Roman"/>
              </a:defRPr>
            </a:lvl9pPr>
          </a:lstStyle>
          <a:p>
            <a:pPr marL="0" lvl="0" indent="0" algn="ctr" rtl="0">
              <a:spcBef>
                <a:spcPts val="0"/>
              </a:spcBef>
              <a:spcAft>
                <a:spcPts val="0"/>
              </a:spcAft>
              <a:buNone/>
            </a:pPr>
            <a:r>
              <a:rPr lang="en-US"/>
              <a:t>Slide </a:t>
            </a:r>
            <a:fld id="{00000000-1234-1234-1234-123412341234}" type="slidenum">
              <a:rPr lang="en-US"/>
              <a:t>‹#›</a:t>
            </a:fld>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Title and Content" type="obj">
  <p:cSld name="OBJECT">
    <p:bg>
      <p:bgPr>
        <a:solidFill>
          <a:schemeClr val="lt1"/>
        </a:solidFill>
        <a:effectLst/>
      </p:bgPr>
    </p:bg>
    <p:spTree>
      <p:nvGrpSpPr>
        <p:cNvPr id="1" name="Shape 18"/>
        <p:cNvGrpSpPr/>
        <p:nvPr/>
      </p:nvGrpSpPr>
      <p:grpSpPr>
        <a:xfrm>
          <a:off x="0" y="0"/>
          <a:ext cx="0" cy="0"/>
          <a:chOff x="0" y="0"/>
          <a:chExt cx="0" cy="0"/>
        </a:xfrm>
      </p:grpSpPr>
      <p:sp>
        <p:nvSpPr>
          <p:cNvPr id="19" name="Google Shape;19;p3"/>
          <p:cNvSpPr txBox="1">
            <a:spLocks noGrp="1"/>
          </p:cNvSpPr>
          <p:nvPr>
            <p:ph type="title"/>
          </p:nvPr>
        </p:nvSpPr>
        <p:spPr>
          <a:xfrm>
            <a:off x="2021700" y="353850"/>
            <a:ext cx="8283900" cy="550500"/>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3300"/>
              <a:buFont typeface="Oswald"/>
              <a:buNone/>
              <a:defRPr sz="3300">
                <a:latin typeface="Oswald"/>
                <a:ea typeface="Oswald"/>
                <a:cs typeface="Oswald"/>
                <a:sym typeface="Oswald"/>
              </a:defRPr>
            </a:lvl1pPr>
            <a:lvl2pPr lvl="1" algn="l">
              <a:spcBef>
                <a:spcPts val="0"/>
              </a:spcBef>
              <a:spcAft>
                <a:spcPts val="0"/>
              </a:spcAft>
              <a:buSzPts val="1400"/>
              <a:buFont typeface="Raleway"/>
              <a:buNone/>
              <a:defRPr>
                <a:latin typeface="Raleway"/>
                <a:ea typeface="Raleway"/>
                <a:cs typeface="Raleway"/>
                <a:sym typeface="Raleway"/>
              </a:defRPr>
            </a:lvl2pPr>
            <a:lvl3pPr lvl="2" algn="l">
              <a:spcBef>
                <a:spcPts val="0"/>
              </a:spcBef>
              <a:spcAft>
                <a:spcPts val="0"/>
              </a:spcAft>
              <a:buSzPts val="1400"/>
              <a:buFont typeface="Raleway"/>
              <a:buNone/>
              <a:defRPr>
                <a:latin typeface="Raleway"/>
                <a:ea typeface="Raleway"/>
                <a:cs typeface="Raleway"/>
                <a:sym typeface="Raleway"/>
              </a:defRPr>
            </a:lvl3pPr>
            <a:lvl4pPr lvl="3" algn="l">
              <a:spcBef>
                <a:spcPts val="0"/>
              </a:spcBef>
              <a:spcAft>
                <a:spcPts val="0"/>
              </a:spcAft>
              <a:buSzPts val="1400"/>
              <a:buFont typeface="Raleway"/>
              <a:buNone/>
              <a:defRPr>
                <a:latin typeface="Raleway"/>
                <a:ea typeface="Raleway"/>
                <a:cs typeface="Raleway"/>
                <a:sym typeface="Raleway"/>
              </a:defRPr>
            </a:lvl4pPr>
            <a:lvl5pPr lvl="4" algn="l">
              <a:spcBef>
                <a:spcPts val="0"/>
              </a:spcBef>
              <a:spcAft>
                <a:spcPts val="0"/>
              </a:spcAft>
              <a:buSzPts val="1400"/>
              <a:buFont typeface="Raleway"/>
              <a:buNone/>
              <a:defRPr>
                <a:latin typeface="Raleway"/>
                <a:ea typeface="Raleway"/>
                <a:cs typeface="Raleway"/>
                <a:sym typeface="Raleway"/>
              </a:defRPr>
            </a:lvl5pPr>
            <a:lvl6pPr lvl="5" algn="l">
              <a:spcBef>
                <a:spcPts val="0"/>
              </a:spcBef>
              <a:spcAft>
                <a:spcPts val="0"/>
              </a:spcAft>
              <a:buSzPts val="1400"/>
              <a:buFont typeface="Raleway"/>
              <a:buNone/>
              <a:defRPr>
                <a:latin typeface="Raleway"/>
                <a:ea typeface="Raleway"/>
                <a:cs typeface="Raleway"/>
                <a:sym typeface="Raleway"/>
              </a:defRPr>
            </a:lvl6pPr>
            <a:lvl7pPr lvl="6" algn="l">
              <a:spcBef>
                <a:spcPts val="0"/>
              </a:spcBef>
              <a:spcAft>
                <a:spcPts val="0"/>
              </a:spcAft>
              <a:buSzPts val="1400"/>
              <a:buFont typeface="Raleway"/>
              <a:buNone/>
              <a:defRPr>
                <a:latin typeface="Raleway"/>
                <a:ea typeface="Raleway"/>
                <a:cs typeface="Raleway"/>
                <a:sym typeface="Raleway"/>
              </a:defRPr>
            </a:lvl7pPr>
            <a:lvl8pPr lvl="7" algn="l">
              <a:spcBef>
                <a:spcPts val="0"/>
              </a:spcBef>
              <a:spcAft>
                <a:spcPts val="0"/>
              </a:spcAft>
              <a:buSzPts val="1400"/>
              <a:buFont typeface="Raleway"/>
              <a:buNone/>
              <a:defRPr>
                <a:latin typeface="Raleway"/>
                <a:ea typeface="Raleway"/>
                <a:cs typeface="Raleway"/>
                <a:sym typeface="Raleway"/>
              </a:defRPr>
            </a:lvl8pPr>
            <a:lvl9pPr lvl="8" algn="l">
              <a:spcBef>
                <a:spcPts val="0"/>
              </a:spcBef>
              <a:spcAft>
                <a:spcPts val="0"/>
              </a:spcAft>
              <a:buSzPts val="1400"/>
              <a:buFont typeface="Raleway"/>
              <a:buNone/>
              <a:defRPr>
                <a:latin typeface="Raleway"/>
                <a:ea typeface="Raleway"/>
                <a:cs typeface="Raleway"/>
                <a:sym typeface="Raleway"/>
              </a:defRPr>
            </a:lvl9pPr>
          </a:lstStyle>
          <a:p>
            <a:endParaRPr/>
          </a:p>
        </p:txBody>
      </p:sp>
      <p:sp>
        <p:nvSpPr>
          <p:cNvPr id="20" name="Google Shape;20;p3"/>
          <p:cNvSpPr txBox="1">
            <a:spLocks noGrp="1"/>
          </p:cNvSpPr>
          <p:nvPr>
            <p:ph type="body" idx="1"/>
          </p:nvPr>
        </p:nvSpPr>
        <p:spPr>
          <a:xfrm>
            <a:off x="630092" y="1279489"/>
            <a:ext cx="10363200" cy="4401600"/>
          </a:xfrm>
          <a:prstGeom prst="rect">
            <a:avLst/>
          </a:prstGeom>
          <a:noFill/>
          <a:ln>
            <a:noFill/>
          </a:ln>
        </p:spPr>
        <p:txBody>
          <a:bodyPr spcFirstLastPara="1" wrap="square" lIns="91425" tIns="45700" rIns="91425" bIns="45700" anchor="t" anchorCtr="0">
            <a:noAutofit/>
          </a:bodyPr>
          <a:lstStyle>
            <a:lvl1pPr marL="457200" lvl="0" indent="-370840" algn="l">
              <a:spcBef>
                <a:spcPts val="560"/>
              </a:spcBef>
              <a:spcAft>
                <a:spcPts val="0"/>
              </a:spcAft>
              <a:buClr>
                <a:schemeClr val="dk1"/>
              </a:buClr>
              <a:buSzPts val="2240"/>
              <a:buFont typeface="Raleway"/>
              <a:buChar char="•"/>
              <a:defRPr>
                <a:latin typeface="Raleway"/>
                <a:ea typeface="Raleway"/>
                <a:cs typeface="Raleway"/>
                <a:sym typeface="Raleway"/>
              </a:defRPr>
            </a:lvl1pPr>
            <a:lvl2pPr marL="914400" lvl="1" indent="-342900" algn="l">
              <a:spcBef>
                <a:spcPts val="360"/>
              </a:spcBef>
              <a:spcAft>
                <a:spcPts val="0"/>
              </a:spcAft>
              <a:buClr>
                <a:schemeClr val="dk1"/>
              </a:buClr>
              <a:buSzPts val="1800"/>
              <a:buFont typeface="Raleway"/>
              <a:buChar char="»"/>
              <a:defRPr>
                <a:latin typeface="Raleway"/>
                <a:ea typeface="Raleway"/>
                <a:cs typeface="Raleway"/>
                <a:sym typeface="Raleway"/>
              </a:defRPr>
            </a:lvl2pPr>
            <a:lvl3pPr marL="1371600" lvl="2" indent="-342900" algn="l">
              <a:spcBef>
                <a:spcPts val="0"/>
              </a:spcBef>
              <a:spcAft>
                <a:spcPts val="0"/>
              </a:spcAft>
              <a:buClr>
                <a:schemeClr val="dk1"/>
              </a:buClr>
              <a:buSzPts val="1800"/>
              <a:buFont typeface="Raleway"/>
              <a:buChar char="•"/>
              <a:defRPr>
                <a:latin typeface="Raleway"/>
                <a:ea typeface="Raleway"/>
                <a:cs typeface="Raleway"/>
                <a:sym typeface="Raleway"/>
              </a:defRPr>
            </a:lvl3pPr>
            <a:lvl4pPr marL="1828800" lvl="3" indent="-342900" algn="l">
              <a:spcBef>
                <a:spcPts val="0"/>
              </a:spcBef>
              <a:spcAft>
                <a:spcPts val="0"/>
              </a:spcAft>
              <a:buClr>
                <a:schemeClr val="dk1"/>
              </a:buClr>
              <a:buSzPts val="1800"/>
              <a:buFont typeface="Raleway"/>
              <a:buChar char="–"/>
              <a:defRPr>
                <a:latin typeface="Raleway"/>
                <a:ea typeface="Raleway"/>
                <a:cs typeface="Raleway"/>
                <a:sym typeface="Raleway"/>
              </a:defRPr>
            </a:lvl4pPr>
            <a:lvl5pPr marL="2286000" lvl="4" indent="-342900" algn="l">
              <a:spcBef>
                <a:spcPts val="0"/>
              </a:spcBef>
              <a:spcAft>
                <a:spcPts val="0"/>
              </a:spcAft>
              <a:buClr>
                <a:schemeClr val="dk1"/>
              </a:buClr>
              <a:buSzPts val="1800"/>
              <a:buFont typeface="Raleway"/>
              <a:buChar char="»"/>
              <a:defRPr>
                <a:latin typeface="Raleway"/>
                <a:ea typeface="Raleway"/>
                <a:cs typeface="Raleway"/>
                <a:sym typeface="Raleway"/>
              </a:defRPr>
            </a:lvl5pPr>
            <a:lvl6pPr marL="2743200" lvl="5" indent="-342900" algn="l">
              <a:spcBef>
                <a:spcPts val="0"/>
              </a:spcBef>
              <a:spcAft>
                <a:spcPts val="0"/>
              </a:spcAft>
              <a:buClr>
                <a:schemeClr val="dk1"/>
              </a:buClr>
              <a:buSzPts val="1800"/>
              <a:buFont typeface="Raleway"/>
              <a:buChar char="»"/>
              <a:defRPr>
                <a:latin typeface="Raleway"/>
                <a:ea typeface="Raleway"/>
                <a:cs typeface="Raleway"/>
                <a:sym typeface="Raleway"/>
              </a:defRPr>
            </a:lvl6pPr>
            <a:lvl7pPr marL="3200400" lvl="6" indent="-342900" algn="l">
              <a:spcBef>
                <a:spcPts val="0"/>
              </a:spcBef>
              <a:spcAft>
                <a:spcPts val="0"/>
              </a:spcAft>
              <a:buClr>
                <a:schemeClr val="dk1"/>
              </a:buClr>
              <a:buSzPts val="1800"/>
              <a:buFont typeface="Raleway"/>
              <a:buChar char="»"/>
              <a:defRPr>
                <a:latin typeface="Raleway"/>
                <a:ea typeface="Raleway"/>
                <a:cs typeface="Raleway"/>
                <a:sym typeface="Raleway"/>
              </a:defRPr>
            </a:lvl7pPr>
            <a:lvl8pPr marL="3657600" lvl="7" indent="-342900" algn="l">
              <a:spcBef>
                <a:spcPts val="0"/>
              </a:spcBef>
              <a:spcAft>
                <a:spcPts val="0"/>
              </a:spcAft>
              <a:buClr>
                <a:schemeClr val="dk1"/>
              </a:buClr>
              <a:buSzPts val="1800"/>
              <a:buFont typeface="Raleway"/>
              <a:buChar char="»"/>
              <a:defRPr>
                <a:latin typeface="Raleway"/>
                <a:ea typeface="Raleway"/>
                <a:cs typeface="Raleway"/>
                <a:sym typeface="Raleway"/>
              </a:defRPr>
            </a:lvl8pPr>
            <a:lvl9pPr marL="4114800" lvl="8" indent="-342900" algn="l">
              <a:spcBef>
                <a:spcPts val="0"/>
              </a:spcBef>
              <a:spcAft>
                <a:spcPts val="0"/>
              </a:spcAft>
              <a:buClr>
                <a:schemeClr val="dk1"/>
              </a:buClr>
              <a:buSzPts val="1800"/>
              <a:buFont typeface="Raleway"/>
              <a:buChar char="»"/>
              <a:defRPr>
                <a:latin typeface="Raleway"/>
                <a:ea typeface="Raleway"/>
                <a:cs typeface="Raleway"/>
                <a:sym typeface="Raleway"/>
              </a:defRPr>
            </a:lvl9pPr>
          </a:lstStyle>
          <a:p>
            <a:endParaRPr/>
          </a:p>
        </p:txBody>
      </p:sp>
      <p:sp>
        <p:nvSpPr>
          <p:cNvPr id="22" name="Google Shape;22;p3"/>
          <p:cNvSpPr/>
          <p:nvPr/>
        </p:nvSpPr>
        <p:spPr>
          <a:xfrm>
            <a:off x="0" y="977750"/>
            <a:ext cx="3772862" cy="59595"/>
          </a:xfrm>
          <a:prstGeom prst="rect">
            <a:avLst/>
          </a:prstGeom>
          <a:solidFill>
            <a:schemeClr val="accent2">
              <a:lumMod val="75000"/>
            </a:schemeClr>
          </a:solidFill>
          <a:ln>
            <a:solidFill>
              <a:srgbClr val="006699"/>
            </a:solidFill>
          </a:ln>
        </p:spPr>
        <p:txBody>
          <a:bodyPr spcFirstLastPara="1" wrap="square" lIns="45700" tIns="45700" rIns="45700" bIns="45700" anchor="ctr" anchorCtr="0">
            <a:noAutofit/>
          </a:bodyPr>
          <a:lstStyle/>
          <a:p>
            <a:pPr marL="0" marR="0" lvl="0" indent="0" algn="ctr" rtl="0">
              <a:lnSpc>
                <a:spcPct val="100000"/>
              </a:lnSpc>
              <a:spcBef>
                <a:spcPts val="0"/>
              </a:spcBef>
              <a:spcAft>
                <a:spcPts val="0"/>
              </a:spcAft>
              <a:buClr>
                <a:srgbClr val="FFFFFF"/>
              </a:buClr>
              <a:buSzPts val="3600"/>
              <a:buFont typeface="Raleway"/>
              <a:buNone/>
            </a:pPr>
            <a:endParaRPr sz="3000" b="0" i="0" u="none" strike="noStrike" cap="none">
              <a:solidFill>
                <a:srgbClr val="FFFFFF"/>
              </a:solidFill>
              <a:latin typeface="Raleway"/>
              <a:ea typeface="Raleway"/>
              <a:cs typeface="Raleway"/>
              <a:sym typeface="Raleway"/>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chemeClr val="bg1"/>
        </a:solidFill>
        <a:effectLst/>
      </p:bgPr>
    </p:bg>
    <p:spTree>
      <p:nvGrpSpPr>
        <p:cNvPr id="1" name="Shape 25"/>
        <p:cNvGrpSpPr/>
        <p:nvPr/>
      </p:nvGrpSpPr>
      <p:grpSpPr>
        <a:xfrm>
          <a:off x="0" y="0"/>
          <a:ext cx="0" cy="0"/>
          <a:chOff x="0" y="0"/>
          <a:chExt cx="0" cy="0"/>
        </a:xfrm>
      </p:grpSpPr>
      <p:sp>
        <p:nvSpPr>
          <p:cNvPr id="26" name="Google Shape;26;p4"/>
          <p:cNvSpPr txBox="1">
            <a:spLocks noGrp="1"/>
          </p:cNvSpPr>
          <p:nvPr>
            <p:ph type="dt" idx="10"/>
          </p:nvPr>
        </p:nvSpPr>
        <p:spPr>
          <a:xfrm>
            <a:off x="914400" y="6534150"/>
            <a:ext cx="2540000" cy="457200"/>
          </a:xfrm>
          <a:prstGeom prst="rect">
            <a:avLst/>
          </a:prstGeom>
          <a:noFill/>
          <a:ln>
            <a:noFill/>
          </a:ln>
        </p:spPr>
        <p:txBody>
          <a:bodyPr spcFirstLastPara="1" wrap="square" lIns="91425" tIns="45700" rIns="91425" bIns="45700" anchor="t" anchorCtr="0">
            <a:noAutofit/>
          </a:bodyPr>
          <a:lstStyle>
            <a:lvl1pPr marR="0" lvl="0" algn="ctr" rtl="0">
              <a:spcBef>
                <a:spcPts val="0"/>
              </a:spcBef>
              <a:spcAft>
                <a:spcPts val="0"/>
              </a:spcAft>
              <a:buSzPts val="1400"/>
              <a:buNone/>
              <a:defRPr sz="1800" i="1">
                <a:solidFill>
                  <a:schemeClr val="dk1"/>
                </a:solidFill>
                <a:latin typeface="Times New Roman"/>
                <a:ea typeface="Times New Roman"/>
                <a:cs typeface="Times New Roman"/>
                <a:sym typeface="Times New Roman"/>
              </a:defRPr>
            </a:lvl1pPr>
            <a:lvl2pPr marR="0" lvl="1" algn="ctr"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2pPr>
            <a:lvl3pPr marR="0" lvl="2" algn="ctr"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3pPr>
            <a:lvl4pPr marR="0" lvl="3" algn="ctr"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4pPr>
            <a:lvl5pPr marR="0" lvl="4" algn="ctr"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5pPr>
            <a:lvl6pPr marR="0" lvl="5" algn="l"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6pPr>
            <a:lvl7pPr marR="0" lvl="6" algn="l"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7pPr>
            <a:lvl8pPr marR="0" lvl="7" algn="l"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8pPr>
            <a:lvl9pPr marR="0" lvl="8" algn="l"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9pPr>
          </a:lstStyle>
          <a:p>
            <a:endParaRPr/>
          </a:p>
        </p:txBody>
      </p:sp>
      <p:sp>
        <p:nvSpPr>
          <p:cNvPr id="27" name="Google Shape;27;p4"/>
          <p:cNvSpPr txBox="1">
            <a:spLocks noGrp="1"/>
          </p:cNvSpPr>
          <p:nvPr>
            <p:ph type="ftr" idx="11"/>
          </p:nvPr>
        </p:nvSpPr>
        <p:spPr>
          <a:xfrm>
            <a:off x="4165600" y="6553200"/>
            <a:ext cx="3860800" cy="457200"/>
          </a:xfrm>
          <a:prstGeom prst="rect">
            <a:avLst/>
          </a:prstGeom>
          <a:noFill/>
          <a:ln>
            <a:noFill/>
          </a:ln>
        </p:spPr>
        <p:txBody>
          <a:bodyPr spcFirstLastPara="1" wrap="square" lIns="91425" tIns="45700" rIns="91425" bIns="45700" anchor="t" anchorCtr="0">
            <a:noAutofit/>
          </a:bodyPr>
          <a:lstStyle>
            <a:lvl1pPr marR="0" lvl="0" algn="ctr" rtl="0">
              <a:spcBef>
                <a:spcPts val="0"/>
              </a:spcBef>
              <a:spcAft>
                <a:spcPts val="0"/>
              </a:spcAft>
              <a:buSzPts val="1400"/>
              <a:buNone/>
              <a:defRPr sz="1800" i="1">
                <a:solidFill>
                  <a:schemeClr val="dk1"/>
                </a:solidFill>
                <a:latin typeface="Times New Roman"/>
                <a:ea typeface="Times New Roman"/>
                <a:cs typeface="Times New Roman"/>
                <a:sym typeface="Times New Roman"/>
              </a:defRPr>
            </a:lvl1pPr>
            <a:lvl2pPr marR="0" lvl="1" algn="ctr"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2pPr>
            <a:lvl3pPr marR="0" lvl="2" algn="ctr"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3pPr>
            <a:lvl4pPr marR="0" lvl="3" algn="ctr"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4pPr>
            <a:lvl5pPr marR="0" lvl="4" algn="ctr"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5pPr>
            <a:lvl6pPr marR="0" lvl="5" algn="l"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6pPr>
            <a:lvl7pPr marR="0" lvl="6" algn="l"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7pPr>
            <a:lvl8pPr marR="0" lvl="7" algn="l"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8pPr>
            <a:lvl9pPr marR="0" lvl="8" algn="l"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9pPr>
          </a:lstStyle>
          <a:p>
            <a:endParaRPr/>
          </a:p>
        </p:txBody>
      </p:sp>
      <p:sp>
        <p:nvSpPr>
          <p:cNvPr id="28" name="Google Shape;28;p4"/>
          <p:cNvSpPr txBox="1">
            <a:spLocks noGrp="1"/>
          </p:cNvSpPr>
          <p:nvPr>
            <p:ph type="sldNum" idx="12"/>
          </p:nvPr>
        </p:nvSpPr>
        <p:spPr>
          <a:xfrm>
            <a:off x="8737600" y="6534150"/>
            <a:ext cx="2540000" cy="457200"/>
          </a:xfrm>
          <a:prstGeom prst="rect">
            <a:avLst/>
          </a:prstGeom>
          <a:noFill/>
          <a:ln>
            <a:noFill/>
          </a:ln>
        </p:spPr>
        <p:txBody>
          <a:bodyPr spcFirstLastPara="1" wrap="square" lIns="91425" tIns="45700" rIns="91425" bIns="45700" anchor="t" anchorCtr="0">
            <a:noAutofit/>
          </a:bodyPr>
          <a:lstStyle>
            <a:lvl1pPr marL="0" marR="0" lvl="0" indent="0" algn="ctr" rtl="0">
              <a:spcBef>
                <a:spcPts val="0"/>
              </a:spcBef>
              <a:spcAft>
                <a:spcPts val="0"/>
              </a:spcAft>
              <a:buNone/>
              <a:defRPr sz="1800" i="1">
                <a:solidFill>
                  <a:schemeClr val="dk1"/>
                </a:solidFill>
                <a:latin typeface="Times New Roman"/>
                <a:ea typeface="Times New Roman"/>
                <a:cs typeface="Times New Roman"/>
                <a:sym typeface="Times New Roman"/>
              </a:defRPr>
            </a:lvl1pPr>
            <a:lvl2pPr marL="0" marR="0" lvl="1" indent="0" algn="ctr" rtl="0">
              <a:spcBef>
                <a:spcPts val="0"/>
              </a:spcBef>
              <a:spcAft>
                <a:spcPts val="0"/>
              </a:spcAft>
              <a:buNone/>
              <a:defRPr sz="1800" i="1">
                <a:solidFill>
                  <a:schemeClr val="dk1"/>
                </a:solidFill>
                <a:latin typeface="Times New Roman"/>
                <a:ea typeface="Times New Roman"/>
                <a:cs typeface="Times New Roman"/>
                <a:sym typeface="Times New Roman"/>
              </a:defRPr>
            </a:lvl2pPr>
            <a:lvl3pPr marL="0" marR="0" lvl="2" indent="0" algn="ctr" rtl="0">
              <a:spcBef>
                <a:spcPts val="0"/>
              </a:spcBef>
              <a:spcAft>
                <a:spcPts val="0"/>
              </a:spcAft>
              <a:buNone/>
              <a:defRPr sz="1800" i="1">
                <a:solidFill>
                  <a:schemeClr val="dk1"/>
                </a:solidFill>
                <a:latin typeface="Times New Roman"/>
                <a:ea typeface="Times New Roman"/>
                <a:cs typeface="Times New Roman"/>
                <a:sym typeface="Times New Roman"/>
              </a:defRPr>
            </a:lvl3pPr>
            <a:lvl4pPr marL="0" marR="0" lvl="3" indent="0" algn="ctr" rtl="0">
              <a:spcBef>
                <a:spcPts val="0"/>
              </a:spcBef>
              <a:spcAft>
                <a:spcPts val="0"/>
              </a:spcAft>
              <a:buNone/>
              <a:defRPr sz="1800" i="1">
                <a:solidFill>
                  <a:schemeClr val="dk1"/>
                </a:solidFill>
                <a:latin typeface="Times New Roman"/>
                <a:ea typeface="Times New Roman"/>
                <a:cs typeface="Times New Roman"/>
                <a:sym typeface="Times New Roman"/>
              </a:defRPr>
            </a:lvl4pPr>
            <a:lvl5pPr marL="0" marR="0" lvl="4" indent="0" algn="ctr" rtl="0">
              <a:spcBef>
                <a:spcPts val="0"/>
              </a:spcBef>
              <a:spcAft>
                <a:spcPts val="0"/>
              </a:spcAft>
              <a:buNone/>
              <a:defRPr sz="1800" i="1">
                <a:solidFill>
                  <a:schemeClr val="dk1"/>
                </a:solidFill>
                <a:latin typeface="Times New Roman"/>
                <a:ea typeface="Times New Roman"/>
                <a:cs typeface="Times New Roman"/>
                <a:sym typeface="Times New Roman"/>
              </a:defRPr>
            </a:lvl5pPr>
            <a:lvl6pPr marL="0" marR="0" lvl="5" indent="0" algn="ctr" rtl="0">
              <a:spcBef>
                <a:spcPts val="0"/>
              </a:spcBef>
              <a:spcAft>
                <a:spcPts val="0"/>
              </a:spcAft>
              <a:buNone/>
              <a:defRPr sz="1800" i="1">
                <a:solidFill>
                  <a:schemeClr val="dk1"/>
                </a:solidFill>
                <a:latin typeface="Times New Roman"/>
                <a:ea typeface="Times New Roman"/>
                <a:cs typeface="Times New Roman"/>
                <a:sym typeface="Times New Roman"/>
              </a:defRPr>
            </a:lvl6pPr>
            <a:lvl7pPr marL="0" marR="0" lvl="6" indent="0" algn="ctr" rtl="0">
              <a:spcBef>
                <a:spcPts val="0"/>
              </a:spcBef>
              <a:spcAft>
                <a:spcPts val="0"/>
              </a:spcAft>
              <a:buNone/>
              <a:defRPr sz="1800" i="1">
                <a:solidFill>
                  <a:schemeClr val="dk1"/>
                </a:solidFill>
                <a:latin typeface="Times New Roman"/>
                <a:ea typeface="Times New Roman"/>
                <a:cs typeface="Times New Roman"/>
                <a:sym typeface="Times New Roman"/>
              </a:defRPr>
            </a:lvl7pPr>
            <a:lvl8pPr marL="0" marR="0" lvl="7" indent="0" algn="ctr" rtl="0">
              <a:spcBef>
                <a:spcPts val="0"/>
              </a:spcBef>
              <a:spcAft>
                <a:spcPts val="0"/>
              </a:spcAft>
              <a:buNone/>
              <a:defRPr sz="1800" i="1">
                <a:solidFill>
                  <a:schemeClr val="dk1"/>
                </a:solidFill>
                <a:latin typeface="Times New Roman"/>
                <a:ea typeface="Times New Roman"/>
                <a:cs typeface="Times New Roman"/>
                <a:sym typeface="Times New Roman"/>
              </a:defRPr>
            </a:lvl8pPr>
            <a:lvl9pPr marL="0" marR="0" lvl="8" indent="0" algn="ctr" rtl="0">
              <a:spcBef>
                <a:spcPts val="0"/>
              </a:spcBef>
              <a:spcAft>
                <a:spcPts val="0"/>
              </a:spcAft>
              <a:buNone/>
              <a:defRPr sz="1800" i="1">
                <a:solidFill>
                  <a:schemeClr val="dk1"/>
                </a:solidFill>
                <a:latin typeface="Times New Roman"/>
                <a:ea typeface="Times New Roman"/>
                <a:cs typeface="Times New Roman"/>
                <a:sym typeface="Times New Roman"/>
              </a:defRPr>
            </a:lvl9pPr>
          </a:lstStyle>
          <a:p>
            <a:pPr marL="0" lvl="0" indent="0" algn="ctr" rtl="0">
              <a:spcBef>
                <a:spcPts val="0"/>
              </a:spcBef>
              <a:spcAft>
                <a:spcPts val="0"/>
              </a:spcAft>
              <a:buNone/>
            </a:pPr>
            <a:r>
              <a:rPr lang="en-US"/>
              <a:t>Slide </a:t>
            </a:r>
            <a:fld id="{00000000-1234-1234-1234-123412341234}" type="slidenum">
              <a:rPr lang="en-US"/>
              <a:t>‹#›</a:t>
            </a:fld>
            <a:endParaRPr/>
          </a:p>
        </p:txBody>
      </p:sp>
      <p:sp>
        <p:nvSpPr>
          <p:cNvPr id="5" name="Google Shape;22;p3">
            <a:extLst>
              <a:ext uri="{FF2B5EF4-FFF2-40B4-BE49-F238E27FC236}">
                <a16:creationId xmlns:a16="http://schemas.microsoft.com/office/drawing/2014/main" id="{58B34863-E096-4468-B3E2-0513B8E89889}"/>
              </a:ext>
            </a:extLst>
          </p:cNvPr>
          <p:cNvSpPr/>
          <p:nvPr userDrawn="1"/>
        </p:nvSpPr>
        <p:spPr>
          <a:xfrm>
            <a:off x="0" y="977750"/>
            <a:ext cx="3772862" cy="59595"/>
          </a:xfrm>
          <a:prstGeom prst="rect">
            <a:avLst/>
          </a:prstGeom>
          <a:solidFill>
            <a:srgbClr val="006699"/>
          </a:solidFill>
          <a:ln>
            <a:solidFill>
              <a:srgbClr val="006699"/>
            </a:solidFill>
          </a:ln>
        </p:spPr>
        <p:txBody>
          <a:bodyPr spcFirstLastPara="1" wrap="square" lIns="45700" tIns="45700" rIns="45700" bIns="45700" anchor="ctr" anchorCtr="0">
            <a:noAutofit/>
          </a:bodyPr>
          <a:lstStyle/>
          <a:p>
            <a:pPr marL="0" marR="0" lvl="0" indent="0" algn="ctr" rtl="0">
              <a:lnSpc>
                <a:spcPct val="100000"/>
              </a:lnSpc>
              <a:spcBef>
                <a:spcPts val="0"/>
              </a:spcBef>
              <a:spcAft>
                <a:spcPts val="0"/>
              </a:spcAft>
              <a:buClr>
                <a:srgbClr val="FFFFFF"/>
              </a:buClr>
              <a:buSzPts val="3600"/>
              <a:buFont typeface="Raleway"/>
              <a:buNone/>
            </a:pPr>
            <a:endParaRPr sz="3000" b="0" i="0" u="none" strike="noStrike" cap="none">
              <a:solidFill>
                <a:srgbClr val="FFFFFF"/>
              </a:solidFill>
              <a:latin typeface="Raleway"/>
              <a:ea typeface="Raleway"/>
              <a:cs typeface="Raleway"/>
              <a:sym typeface="Raleway"/>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bg>
      <p:bgPr>
        <a:solidFill>
          <a:schemeClr val="bg1"/>
        </a:solidFill>
        <a:effectLst/>
      </p:bgPr>
    </p:bg>
    <p:spTree>
      <p:nvGrpSpPr>
        <p:cNvPr id="1" name="Shape 29"/>
        <p:cNvGrpSpPr/>
        <p:nvPr/>
      </p:nvGrpSpPr>
      <p:grpSpPr>
        <a:xfrm>
          <a:off x="0" y="0"/>
          <a:ext cx="0" cy="0"/>
          <a:chOff x="0" y="0"/>
          <a:chExt cx="0" cy="0"/>
        </a:xfrm>
      </p:grpSpPr>
      <p:sp>
        <p:nvSpPr>
          <p:cNvPr id="30" name="Google Shape;30;p5"/>
          <p:cNvSpPr txBox="1">
            <a:spLocks noGrp="1"/>
          </p:cNvSpPr>
          <p:nvPr>
            <p:ph type="title"/>
          </p:nvPr>
        </p:nvSpPr>
        <p:spPr>
          <a:xfrm>
            <a:off x="963084" y="4406901"/>
            <a:ext cx="10363200" cy="1362075"/>
          </a:xfrm>
          <a:prstGeom prst="rect">
            <a:avLst/>
          </a:prstGeom>
          <a:noFill/>
          <a:ln>
            <a:noFill/>
          </a:ln>
        </p:spPr>
        <p:txBody>
          <a:bodyPr spcFirstLastPara="1" wrap="square" lIns="91425" tIns="45700" rIns="91425" bIns="45700" anchor="t" anchorCtr="0">
            <a:noAutofit/>
          </a:bodyPr>
          <a:lstStyle>
            <a:lvl1pPr lvl="0" algn="l">
              <a:spcBef>
                <a:spcPts val="0"/>
              </a:spcBef>
              <a:spcAft>
                <a:spcPts val="0"/>
              </a:spcAft>
              <a:buSzPts val="1400"/>
              <a:buNone/>
              <a:defRPr sz="4000" b="1" cap="none"/>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31" name="Google Shape;31;p5"/>
          <p:cNvSpPr txBox="1">
            <a:spLocks noGrp="1"/>
          </p:cNvSpPr>
          <p:nvPr>
            <p:ph type="body" idx="1"/>
          </p:nvPr>
        </p:nvSpPr>
        <p:spPr>
          <a:xfrm>
            <a:off x="963084" y="2906713"/>
            <a:ext cx="10363200" cy="1500187"/>
          </a:xfrm>
          <a:prstGeom prst="rect">
            <a:avLst/>
          </a:prstGeom>
          <a:noFill/>
          <a:ln>
            <a:noFill/>
          </a:ln>
        </p:spPr>
        <p:txBody>
          <a:bodyPr spcFirstLastPara="1" wrap="square" lIns="91425" tIns="45700" rIns="91425" bIns="45700" anchor="b" anchorCtr="0">
            <a:noAutofit/>
          </a:bodyPr>
          <a:lstStyle>
            <a:lvl1pPr marL="457200" lvl="0" indent="-228600" algn="l">
              <a:spcBef>
                <a:spcPts val="400"/>
              </a:spcBef>
              <a:spcAft>
                <a:spcPts val="0"/>
              </a:spcAft>
              <a:buClr>
                <a:schemeClr val="dk1"/>
              </a:buClr>
              <a:buSzPts val="1600"/>
              <a:buFont typeface="Times New Roman"/>
              <a:buNone/>
              <a:defRPr sz="2000"/>
            </a:lvl1pPr>
            <a:lvl2pPr marL="914400" lvl="1" indent="-228600" algn="l">
              <a:spcBef>
                <a:spcPts val="360"/>
              </a:spcBef>
              <a:spcAft>
                <a:spcPts val="0"/>
              </a:spcAft>
              <a:buClr>
                <a:schemeClr val="dk1"/>
              </a:buClr>
              <a:buSzPts val="1800"/>
              <a:buFont typeface="Times New Roman"/>
              <a:buNone/>
              <a:defRPr sz="1800"/>
            </a:lvl2pPr>
            <a:lvl3pPr marL="1371600" lvl="2" indent="-228600" algn="l">
              <a:spcBef>
                <a:spcPts val="0"/>
              </a:spcBef>
              <a:spcAft>
                <a:spcPts val="0"/>
              </a:spcAft>
              <a:buClr>
                <a:schemeClr val="dk1"/>
              </a:buClr>
              <a:buSzPts val="1600"/>
              <a:buFont typeface="Times New Roman"/>
              <a:buNone/>
              <a:defRPr sz="1600"/>
            </a:lvl3pPr>
            <a:lvl4pPr marL="1828800" lvl="3" indent="-228600" algn="l">
              <a:spcBef>
                <a:spcPts val="0"/>
              </a:spcBef>
              <a:spcAft>
                <a:spcPts val="0"/>
              </a:spcAft>
              <a:buClr>
                <a:schemeClr val="dk1"/>
              </a:buClr>
              <a:buSzPts val="1400"/>
              <a:buFont typeface="Times New Roman"/>
              <a:buNone/>
              <a:defRPr sz="1400"/>
            </a:lvl4pPr>
            <a:lvl5pPr marL="2286000" lvl="4" indent="-228600" algn="l">
              <a:spcBef>
                <a:spcPts val="0"/>
              </a:spcBef>
              <a:spcAft>
                <a:spcPts val="0"/>
              </a:spcAft>
              <a:buClr>
                <a:schemeClr val="dk1"/>
              </a:buClr>
              <a:buSzPts val="1400"/>
              <a:buFont typeface="Times New Roman"/>
              <a:buNone/>
              <a:defRPr sz="1400"/>
            </a:lvl5pPr>
            <a:lvl6pPr marL="2743200" lvl="5" indent="-228600" algn="l">
              <a:spcBef>
                <a:spcPts val="0"/>
              </a:spcBef>
              <a:spcAft>
                <a:spcPts val="0"/>
              </a:spcAft>
              <a:buClr>
                <a:schemeClr val="dk1"/>
              </a:buClr>
              <a:buSzPts val="1400"/>
              <a:buFont typeface="Times New Roman"/>
              <a:buNone/>
              <a:defRPr sz="1400"/>
            </a:lvl6pPr>
            <a:lvl7pPr marL="3200400" lvl="6" indent="-228600" algn="l">
              <a:spcBef>
                <a:spcPts val="0"/>
              </a:spcBef>
              <a:spcAft>
                <a:spcPts val="0"/>
              </a:spcAft>
              <a:buClr>
                <a:schemeClr val="dk1"/>
              </a:buClr>
              <a:buSzPts val="1400"/>
              <a:buFont typeface="Times New Roman"/>
              <a:buNone/>
              <a:defRPr sz="1400"/>
            </a:lvl7pPr>
            <a:lvl8pPr marL="3657600" lvl="7" indent="-228600" algn="l">
              <a:spcBef>
                <a:spcPts val="0"/>
              </a:spcBef>
              <a:spcAft>
                <a:spcPts val="0"/>
              </a:spcAft>
              <a:buClr>
                <a:schemeClr val="dk1"/>
              </a:buClr>
              <a:buSzPts val="1400"/>
              <a:buFont typeface="Times New Roman"/>
              <a:buNone/>
              <a:defRPr sz="1400"/>
            </a:lvl8pPr>
            <a:lvl9pPr marL="4114800" lvl="8" indent="-228600" algn="l">
              <a:spcBef>
                <a:spcPts val="0"/>
              </a:spcBef>
              <a:spcAft>
                <a:spcPts val="0"/>
              </a:spcAft>
              <a:buClr>
                <a:schemeClr val="dk1"/>
              </a:buClr>
              <a:buSzPts val="1400"/>
              <a:buFont typeface="Times New Roman"/>
              <a:buNone/>
              <a:defRPr sz="1400"/>
            </a:lvl9pPr>
          </a:lstStyle>
          <a:p>
            <a:endParaRPr/>
          </a:p>
        </p:txBody>
      </p:sp>
      <p:sp>
        <p:nvSpPr>
          <p:cNvPr id="32" name="Google Shape;32;p5"/>
          <p:cNvSpPr txBox="1">
            <a:spLocks noGrp="1"/>
          </p:cNvSpPr>
          <p:nvPr>
            <p:ph type="dt" idx="10"/>
          </p:nvPr>
        </p:nvSpPr>
        <p:spPr>
          <a:xfrm>
            <a:off x="914400" y="6534150"/>
            <a:ext cx="2540000" cy="457200"/>
          </a:xfrm>
          <a:prstGeom prst="rect">
            <a:avLst/>
          </a:prstGeom>
          <a:noFill/>
          <a:ln>
            <a:noFill/>
          </a:ln>
        </p:spPr>
        <p:txBody>
          <a:bodyPr spcFirstLastPara="1" wrap="square" lIns="91425" tIns="45700" rIns="91425" bIns="45700" anchor="t" anchorCtr="0">
            <a:noAutofit/>
          </a:bodyPr>
          <a:lstStyle>
            <a:lvl1pPr marR="0" lvl="0" algn="ctr" rtl="0">
              <a:spcBef>
                <a:spcPts val="0"/>
              </a:spcBef>
              <a:spcAft>
                <a:spcPts val="0"/>
              </a:spcAft>
              <a:buSzPts val="1400"/>
              <a:buNone/>
              <a:defRPr sz="1800" i="1">
                <a:solidFill>
                  <a:schemeClr val="dk1"/>
                </a:solidFill>
                <a:latin typeface="Times New Roman"/>
                <a:ea typeface="Times New Roman"/>
                <a:cs typeface="Times New Roman"/>
                <a:sym typeface="Times New Roman"/>
              </a:defRPr>
            </a:lvl1pPr>
            <a:lvl2pPr marR="0" lvl="1" algn="ctr"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2pPr>
            <a:lvl3pPr marR="0" lvl="2" algn="ctr"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3pPr>
            <a:lvl4pPr marR="0" lvl="3" algn="ctr"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4pPr>
            <a:lvl5pPr marR="0" lvl="4" algn="ctr"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5pPr>
            <a:lvl6pPr marR="0" lvl="5" algn="l"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6pPr>
            <a:lvl7pPr marR="0" lvl="6" algn="l"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7pPr>
            <a:lvl8pPr marR="0" lvl="7" algn="l"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8pPr>
            <a:lvl9pPr marR="0" lvl="8" algn="l"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9pPr>
          </a:lstStyle>
          <a:p>
            <a:endParaRPr/>
          </a:p>
        </p:txBody>
      </p:sp>
      <p:sp>
        <p:nvSpPr>
          <p:cNvPr id="33" name="Google Shape;33;p5"/>
          <p:cNvSpPr txBox="1">
            <a:spLocks noGrp="1"/>
          </p:cNvSpPr>
          <p:nvPr>
            <p:ph type="ftr" idx="11"/>
          </p:nvPr>
        </p:nvSpPr>
        <p:spPr>
          <a:xfrm>
            <a:off x="4165600" y="6553200"/>
            <a:ext cx="3860800" cy="457200"/>
          </a:xfrm>
          <a:prstGeom prst="rect">
            <a:avLst/>
          </a:prstGeom>
          <a:noFill/>
          <a:ln>
            <a:noFill/>
          </a:ln>
        </p:spPr>
        <p:txBody>
          <a:bodyPr spcFirstLastPara="1" wrap="square" lIns="91425" tIns="45700" rIns="91425" bIns="45700" anchor="t" anchorCtr="0">
            <a:noAutofit/>
          </a:bodyPr>
          <a:lstStyle>
            <a:lvl1pPr marR="0" lvl="0" algn="ctr" rtl="0">
              <a:spcBef>
                <a:spcPts val="0"/>
              </a:spcBef>
              <a:spcAft>
                <a:spcPts val="0"/>
              </a:spcAft>
              <a:buSzPts val="1400"/>
              <a:buNone/>
              <a:defRPr sz="1800" i="1">
                <a:solidFill>
                  <a:schemeClr val="dk1"/>
                </a:solidFill>
                <a:latin typeface="Times New Roman"/>
                <a:ea typeface="Times New Roman"/>
                <a:cs typeface="Times New Roman"/>
                <a:sym typeface="Times New Roman"/>
              </a:defRPr>
            </a:lvl1pPr>
            <a:lvl2pPr marR="0" lvl="1" algn="ctr"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2pPr>
            <a:lvl3pPr marR="0" lvl="2" algn="ctr"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3pPr>
            <a:lvl4pPr marR="0" lvl="3" algn="ctr"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4pPr>
            <a:lvl5pPr marR="0" lvl="4" algn="ctr"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5pPr>
            <a:lvl6pPr marR="0" lvl="5" algn="l"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6pPr>
            <a:lvl7pPr marR="0" lvl="6" algn="l"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7pPr>
            <a:lvl8pPr marR="0" lvl="7" algn="l"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8pPr>
            <a:lvl9pPr marR="0" lvl="8" algn="l"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9pPr>
          </a:lstStyle>
          <a:p>
            <a:endParaRPr/>
          </a:p>
        </p:txBody>
      </p:sp>
      <p:sp>
        <p:nvSpPr>
          <p:cNvPr id="34" name="Google Shape;34;p5"/>
          <p:cNvSpPr txBox="1">
            <a:spLocks noGrp="1"/>
          </p:cNvSpPr>
          <p:nvPr>
            <p:ph type="sldNum" idx="12"/>
          </p:nvPr>
        </p:nvSpPr>
        <p:spPr>
          <a:xfrm>
            <a:off x="8737600" y="6534150"/>
            <a:ext cx="2540000" cy="457200"/>
          </a:xfrm>
          <a:prstGeom prst="rect">
            <a:avLst/>
          </a:prstGeom>
          <a:noFill/>
          <a:ln>
            <a:noFill/>
          </a:ln>
        </p:spPr>
        <p:txBody>
          <a:bodyPr spcFirstLastPara="1" wrap="square" lIns="91425" tIns="45700" rIns="91425" bIns="45700" anchor="t" anchorCtr="0">
            <a:noAutofit/>
          </a:bodyPr>
          <a:lstStyle>
            <a:lvl1pPr marL="0" marR="0" lvl="0" indent="0" algn="ctr" rtl="0">
              <a:spcBef>
                <a:spcPts val="0"/>
              </a:spcBef>
              <a:spcAft>
                <a:spcPts val="0"/>
              </a:spcAft>
              <a:buNone/>
              <a:defRPr sz="1800" i="1">
                <a:solidFill>
                  <a:schemeClr val="dk1"/>
                </a:solidFill>
                <a:latin typeface="Times New Roman"/>
                <a:ea typeface="Times New Roman"/>
                <a:cs typeface="Times New Roman"/>
                <a:sym typeface="Times New Roman"/>
              </a:defRPr>
            </a:lvl1pPr>
            <a:lvl2pPr marL="0" marR="0" lvl="1" indent="0" algn="ctr" rtl="0">
              <a:spcBef>
                <a:spcPts val="0"/>
              </a:spcBef>
              <a:spcAft>
                <a:spcPts val="0"/>
              </a:spcAft>
              <a:buNone/>
              <a:defRPr sz="1800" i="1">
                <a:solidFill>
                  <a:schemeClr val="dk1"/>
                </a:solidFill>
                <a:latin typeface="Times New Roman"/>
                <a:ea typeface="Times New Roman"/>
                <a:cs typeface="Times New Roman"/>
                <a:sym typeface="Times New Roman"/>
              </a:defRPr>
            </a:lvl2pPr>
            <a:lvl3pPr marL="0" marR="0" lvl="2" indent="0" algn="ctr" rtl="0">
              <a:spcBef>
                <a:spcPts val="0"/>
              </a:spcBef>
              <a:spcAft>
                <a:spcPts val="0"/>
              </a:spcAft>
              <a:buNone/>
              <a:defRPr sz="1800" i="1">
                <a:solidFill>
                  <a:schemeClr val="dk1"/>
                </a:solidFill>
                <a:latin typeface="Times New Roman"/>
                <a:ea typeface="Times New Roman"/>
                <a:cs typeface="Times New Roman"/>
                <a:sym typeface="Times New Roman"/>
              </a:defRPr>
            </a:lvl3pPr>
            <a:lvl4pPr marL="0" marR="0" lvl="3" indent="0" algn="ctr" rtl="0">
              <a:spcBef>
                <a:spcPts val="0"/>
              </a:spcBef>
              <a:spcAft>
                <a:spcPts val="0"/>
              </a:spcAft>
              <a:buNone/>
              <a:defRPr sz="1800" i="1">
                <a:solidFill>
                  <a:schemeClr val="dk1"/>
                </a:solidFill>
                <a:latin typeface="Times New Roman"/>
                <a:ea typeface="Times New Roman"/>
                <a:cs typeface="Times New Roman"/>
                <a:sym typeface="Times New Roman"/>
              </a:defRPr>
            </a:lvl4pPr>
            <a:lvl5pPr marL="0" marR="0" lvl="4" indent="0" algn="ctr" rtl="0">
              <a:spcBef>
                <a:spcPts val="0"/>
              </a:spcBef>
              <a:spcAft>
                <a:spcPts val="0"/>
              </a:spcAft>
              <a:buNone/>
              <a:defRPr sz="1800" i="1">
                <a:solidFill>
                  <a:schemeClr val="dk1"/>
                </a:solidFill>
                <a:latin typeface="Times New Roman"/>
                <a:ea typeface="Times New Roman"/>
                <a:cs typeface="Times New Roman"/>
                <a:sym typeface="Times New Roman"/>
              </a:defRPr>
            </a:lvl5pPr>
            <a:lvl6pPr marL="0" marR="0" lvl="5" indent="0" algn="ctr" rtl="0">
              <a:spcBef>
                <a:spcPts val="0"/>
              </a:spcBef>
              <a:spcAft>
                <a:spcPts val="0"/>
              </a:spcAft>
              <a:buNone/>
              <a:defRPr sz="1800" i="1">
                <a:solidFill>
                  <a:schemeClr val="dk1"/>
                </a:solidFill>
                <a:latin typeface="Times New Roman"/>
                <a:ea typeface="Times New Roman"/>
                <a:cs typeface="Times New Roman"/>
                <a:sym typeface="Times New Roman"/>
              </a:defRPr>
            </a:lvl6pPr>
            <a:lvl7pPr marL="0" marR="0" lvl="6" indent="0" algn="ctr" rtl="0">
              <a:spcBef>
                <a:spcPts val="0"/>
              </a:spcBef>
              <a:spcAft>
                <a:spcPts val="0"/>
              </a:spcAft>
              <a:buNone/>
              <a:defRPr sz="1800" i="1">
                <a:solidFill>
                  <a:schemeClr val="dk1"/>
                </a:solidFill>
                <a:latin typeface="Times New Roman"/>
                <a:ea typeface="Times New Roman"/>
                <a:cs typeface="Times New Roman"/>
                <a:sym typeface="Times New Roman"/>
              </a:defRPr>
            </a:lvl7pPr>
            <a:lvl8pPr marL="0" marR="0" lvl="7" indent="0" algn="ctr" rtl="0">
              <a:spcBef>
                <a:spcPts val="0"/>
              </a:spcBef>
              <a:spcAft>
                <a:spcPts val="0"/>
              </a:spcAft>
              <a:buNone/>
              <a:defRPr sz="1800" i="1">
                <a:solidFill>
                  <a:schemeClr val="dk1"/>
                </a:solidFill>
                <a:latin typeface="Times New Roman"/>
                <a:ea typeface="Times New Roman"/>
                <a:cs typeface="Times New Roman"/>
                <a:sym typeface="Times New Roman"/>
              </a:defRPr>
            </a:lvl8pPr>
            <a:lvl9pPr marL="0" marR="0" lvl="8" indent="0" algn="ctr" rtl="0">
              <a:spcBef>
                <a:spcPts val="0"/>
              </a:spcBef>
              <a:spcAft>
                <a:spcPts val="0"/>
              </a:spcAft>
              <a:buNone/>
              <a:defRPr sz="1800" i="1">
                <a:solidFill>
                  <a:schemeClr val="dk1"/>
                </a:solidFill>
                <a:latin typeface="Times New Roman"/>
                <a:ea typeface="Times New Roman"/>
                <a:cs typeface="Times New Roman"/>
                <a:sym typeface="Times New Roman"/>
              </a:defRPr>
            </a:lvl9pPr>
          </a:lstStyle>
          <a:p>
            <a:pPr marL="0" lvl="0" indent="0" algn="ctr" rtl="0">
              <a:spcBef>
                <a:spcPts val="0"/>
              </a:spcBef>
              <a:spcAft>
                <a:spcPts val="0"/>
              </a:spcAft>
              <a:buNone/>
            </a:pPr>
            <a:r>
              <a:rPr lang="en-US"/>
              <a:t>Slide </a:t>
            </a:r>
            <a:fld id="{00000000-1234-1234-1234-123412341234}" type="slidenum">
              <a:rPr lang="en-US"/>
              <a:t>‹#›</a:t>
            </a:fld>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Comparison" type="twoTxTwoObj">
  <p:cSld name="TWO_OBJECTS_WITH_TEXT">
    <p:bg>
      <p:bgPr>
        <a:solidFill>
          <a:schemeClr val="bg1"/>
        </a:solidFill>
        <a:effectLst/>
      </p:bgPr>
    </p:bg>
    <p:spTree>
      <p:nvGrpSpPr>
        <p:cNvPr id="1" name="Shape 39"/>
        <p:cNvGrpSpPr/>
        <p:nvPr/>
      </p:nvGrpSpPr>
      <p:grpSpPr>
        <a:xfrm>
          <a:off x="0" y="0"/>
          <a:ext cx="0" cy="0"/>
          <a:chOff x="0" y="0"/>
          <a:chExt cx="0" cy="0"/>
        </a:xfrm>
      </p:grpSpPr>
      <p:sp>
        <p:nvSpPr>
          <p:cNvPr id="40" name="Google Shape;40;p7"/>
          <p:cNvSpPr txBox="1">
            <a:spLocks noGrp="1"/>
          </p:cNvSpPr>
          <p:nvPr>
            <p:ph type="title"/>
          </p:nvPr>
        </p:nvSpPr>
        <p:spPr>
          <a:xfrm>
            <a:off x="609600" y="274638"/>
            <a:ext cx="10972800" cy="1143000"/>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41" name="Google Shape;41;p7"/>
          <p:cNvSpPr txBox="1">
            <a:spLocks noGrp="1"/>
          </p:cNvSpPr>
          <p:nvPr>
            <p:ph type="body" idx="1"/>
          </p:nvPr>
        </p:nvSpPr>
        <p:spPr>
          <a:xfrm>
            <a:off x="609600" y="1535113"/>
            <a:ext cx="5386917" cy="639762"/>
          </a:xfrm>
          <a:prstGeom prst="rect">
            <a:avLst/>
          </a:prstGeom>
          <a:noFill/>
          <a:ln>
            <a:noFill/>
          </a:ln>
        </p:spPr>
        <p:txBody>
          <a:bodyPr spcFirstLastPara="1" wrap="square" lIns="91425" tIns="45700" rIns="91425" bIns="45700" anchor="b" anchorCtr="0">
            <a:noAutofit/>
          </a:bodyPr>
          <a:lstStyle>
            <a:lvl1pPr marL="457200" lvl="0" indent="-228600" algn="l">
              <a:spcBef>
                <a:spcPts val="480"/>
              </a:spcBef>
              <a:spcAft>
                <a:spcPts val="0"/>
              </a:spcAft>
              <a:buClr>
                <a:schemeClr val="dk1"/>
              </a:buClr>
              <a:buSzPts val="1920"/>
              <a:buFont typeface="Times New Roman"/>
              <a:buNone/>
              <a:defRPr sz="2400" b="1"/>
            </a:lvl1pPr>
            <a:lvl2pPr marL="914400" lvl="1" indent="-228600" algn="l">
              <a:spcBef>
                <a:spcPts val="400"/>
              </a:spcBef>
              <a:spcAft>
                <a:spcPts val="0"/>
              </a:spcAft>
              <a:buClr>
                <a:schemeClr val="dk1"/>
              </a:buClr>
              <a:buSzPts val="2000"/>
              <a:buFont typeface="Times New Roman"/>
              <a:buNone/>
              <a:defRPr sz="2000" b="1"/>
            </a:lvl2pPr>
            <a:lvl3pPr marL="1371600" lvl="2" indent="-228600" algn="l">
              <a:spcBef>
                <a:spcPts val="0"/>
              </a:spcBef>
              <a:spcAft>
                <a:spcPts val="0"/>
              </a:spcAft>
              <a:buClr>
                <a:schemeClr val="dk1"/>
              </a:buClr>
              <a:buSzPts val="1800"/>
              <a:buFont typeface="Times New Roman"/>
              <a:buNone/>
              <a:defRPr sz="1800" b="1"/>
            </a:lvl3pPr>
            <a:lvl4pPr marL="1828800" lvl="3" indent="-228600" algn="l">
              <a:spcBef>
                <a:spcPts val="0"/>
              </a:spcBef>
              <a:spcAft>
                <a:spcPts val="0"/>
              </a:spcAft>
              <a:buClr>
                <a:schemeClr val="dk1"/>
              </a:buClr>
              <a:buSzPts val="1600"/>
              <a:buFont typeface="Times New Roman"/>
              <a:buNone/>
              <a:defRPr sz="1600" b="1"/>
            </a:lvl4pPr>
            <a:lvl5pPr marL="2286000" lvl="4" indent="-228600" algn="l">
              <a:spcBef>
                <a:spcPts val="0"/>
              </a:spcBef>
              <a:spcAft>
                <a:spcPts val="0"/>
              </a:spcAft>
              <a:buClr>
                <a:schemeClr val="dk1"/>
              </a:buClr>
              <a:buSzPts val="1600"/>
              <a:buFont typeface="Times New Roman"/>
              <a:buNone/>
              <a:defRPr sz="1600" b="1"/>
            </a:lvl5pPr>
            <a:lvl6pPr marL="2743200" lvl="5" indent="-228600" algn="l">
              <a:spcBef>
                <a:spcPts val="0"/>
              </a:spcBef>
              <a:spcAft>
                <a:spcPts val="0"/>
              </a:spcAft>
              <a:buClr>
                <a:schemeClr val="dk1"/>
              </a:buClr>
              <a:buSzPts val="1600"/>
              <a:buFont typeface="Times New Roman"/>
              <a:buNone/>
              <a:defRPr sz="1600" b="1"/>
            </a:lvl6pPr>
            <a:lvl7pPr marL="3200400" lvl="6" indent="-228600" algn="l">
              <a:spcBef>
                <a:spcPts val="0"/>
              </a:spcBef>
              <a:spcAft>
                <a:spcPts val="0"/>
              </a:spcAft>
              <a:buClr>
                <a:schemeClr val="dk1"/>
              </a:buClr>
              <a:buSzPts val="1600"/>
              <a:buFont typeface="Times New Roman"/>
              <a:buNone/>
              <a:defRPr sz="1600" b="1"/>
            </a:lvl7pPr>
            <a:lvl8pPr marL="3657600" lvl="7" indent="-228600" algn="l">
              <a:spcBef>
                <a:spcPts val="0"/>
              </a:spcBef>
              <a:spcAft>
                <a:spcPts val="0"/>
              </a:spcAft>
              <a:buClr>
                <a:schemeClr val="dk1"/>
              </a:buClr>
              <a:buSzPts val="1600"/>
              <a:buFont typeface="Times New Roman"/>
              <a:buNone/>
              <a:defRPr sz="1600" b="1"/>
            </a:lvl8pPr>
            <a:lvl9pPr marL="4114800" lvl="8" indent="-228600" algn="l">
              <a:spcBef>
                <a:spcPts val="0"/>
              </a:spcBef>
              <a:spcAft>
                <a:spcPts val="0"/>
              </a:spcAft>
              <a:buClr>
                <a:schemeClr val="dk1"/>
              </a:buClr>
              <a:buSzPts val="1600"/>
              <a:buFont typeface="Times New Roman"/>
              <a:buNone/>
              <a:defRPr sz="1600" b="1"/>
            </a:lvl9pPr>
          </a:lstStyle>
          <a:p>
            <a:endParaRPr/>
          </a:p>
        </p:txBody>
      </p:sp>
      <p:sp>
        <p:nvSpPr>
          <p:cNvPr id="42" name="Google Shape;42;p7"/>
          <p:cNvSpPr txBox="1">
            <a:spLocks noGrp="1"/>
          </p:cNvSpPr>
          <p:nvPr>
            <p:ph type="body" idx="2"/>
          </p:nvPr>
        </p:nvSpPr>
        <p:spPr>
          <a:xfrm>
            <a:off x="609600" y="2174875"/>
            <a:ext cx="5386917" cy="3951288"/>
          </a:xfrm>
          <a:prstGeom prst="rect">
            <a:avLst/>
          </a:prstGeom>
          <a:noFill/>
          <a:ln>
            <a:noFill/>
          </a:ln>
        </p:spPr>
        <p:txBody>
          <a:bodyPr spcFirstLastPara="1" wrap="square" lIns="91425" tIns="45700" rIns="91425" bIns="45700" anchor="t" anchorCtr="0">
            <a:noAutofit/>
          </a:bodyPr>
          <a:lstStyle>
            <a:lvl1pPr marL="457200" lvl="0" indent="-350520" algn="l">
              <a:spcBef>
                <a:spcPts val="480"/>
              </a:spcBef>
              <a:spcAft>
                <a:spcPts val="0"/>
              </a:spcAft>
              <a:buClr>
                <a:schemeClr val="dk1"/>
              </a:buClr>
              <a:buSzPts val="1920"/>
              <a:buFont typeface="Times New Roman"/>
              <a:buChar char="•"/>
              <a:defRPr sz="2400"/>
            </a:lvl1pPr>
            <a:lvl2pPr marL="914400" lvl="1" indent="-355600" algn="l">
              <a:spcBef>
                <a:spcPts val="400"/>
              </a:spcBef>
              <a:spcAft>
                <a:spcPts val="0"/>
              </a:spcAft>
              <a:buClr>
                <a:schemeClr val="dk1"/>
              </a:buClr>
              <a:buSzPts val="2000"/>
              <a:buFont typeface="Times New Roman"/>
              <a:buChar char="»"/>
              <a:defRPr sz="2000"/>
            </a:lvl2pPr>
            <a:lvl3pPr marL="1371600" lvl="2" indent="-342900" algn="l">
              <a:spcBef>
                <a:spcPts val="0"/>
              </a:spcBef>
              <a:spcAft>
                <a:spcPts val="0"/>
              </a:spcAft>
              <a:buClr>
                <a:schemeClr val="dk1"/>
              </a:buClr>
              <a:buSzPts val="1800"/>
              <a:buFont typeface="Times New Roman"/>
              <a:buChar char="•"/>
              <a:defRPr sz="1800"/>
            </a:lvl3pPr>
            <a:lvl4pPr marL="1828800" lvl="3" indent="-330200" algn="l">
              <a:spcBef>
                <a:spcPts val="0"/>
              </a:spcBef>
              <a:spcAft>
                <a:spcPts val="0"/>
              </a:spcAft>
              <a:buClr>
                <a:schemeClr val="dk1"/>
              </a:buClr>
              <a:buSzPts val="1600"/>
              <a:buFont typeface="Times New Roman"/>
              <a:buChar char="–"/>
              <a:defRPr sz="1600"/>
            </a:lvl4pPr>
            <a:lvl5pPr marL="2286000" lvl="4" indent="-330200" algn="l">
              <a:spcBef>
                <a:spcPts val="0"/>
              </a:spcBef>
              <a:spcAft>
                <a:spcPts val="0"/>
              </a:spcAft>
              <a:buClr>
                <a:schemeClr val="dk1"/>
              </a:buClr>
              <a:buSzPts val="1600"/>
              <a:buFont typeface="Times New Roman"/>
              <a:buChar char="»"/>
              <a:defRPr sz="1600"/>
            </a:lvl5pPr>
            <a:lvl6pPr marL="2743200" lvl="5" indent="-330200" algn="l">
              <a:spcBef>
                <a:spcPts val="0"/>
              </a:spcBef>
              <a:spcAft>
                <a:spcPts val="0"/>
              </a:spcAft>
              <a:buClr>
                <a:schemeClr val="dk1"/>
              </a:buClr>
              <a:buSzPts val="1600"/>
              <a:buFont typeface="Times New Roman"/>
              <a:buChar char="»"/>
              <a:defRPr sz="1600"/>
            </a:lvl6pPr>
            <a:lvl7pPr marL="3200400" lvl="6" indent="-330200" algn="l">
              <a:spcBef>
                <a:spcPts val="0"/>
              </a:spcBef>
              <a:spcAft>
                <a:spcPts val="0"/>
              </a:spcAft>
              <a:buClr>
                <a:schemeClr val="dk1"/>
              </a:buClr>
              <a:buSzPts val="1600"/>
              <a:buFont typeface="Times New Roman"/>
              <a:buChar char="»"/>
              <a:defRPr sz="1600"/>
            </a:lvl7pPr>
            <a:lvl8pPr marL="3657600" lvl="7" indent="-330200" algn="l">
              <a:spcBef>
                <a:spcPts val="0"/>
              </a:spcBef>
              <a:spcAft>
                <a:spcPts val="0"/>
              </a:spcAft>
              <a:buClr>
                <a:schemeClr val="dk1"/>
              </a:buClr>
              <a:buSzPts val="1600"/>
              <a:buFont typeface="Times New Roman"/>
              <a:buChar char="»"/>
              <a:defRPr sz="1600"/>
            </a:lvl8pPr>
            <a:lvl9pPr marL="4114800" lvl="8" indent="-330200" algn="l">
              <a:spcBef>
                <a:spcPts val="0"/>
              </a:spcBef>
              <a:spcAft>
                <a:spcPts val="0"/>
              </a:spcAft>
              <a:buClr>
                <a:schemeClr val="dk1"/>
              </a:buClr>
              <a:buSzPts val="1600"/>
              <a:buFont typeface="Times New Roman"/>
              <a:buChar char="»"/>
              <a:defRPr sz="1600"/>
            </a:lvl9pPr>
          </a:lstStyle>
          <a:p>
            <a:endParaRPr/>
          </a:p>
        </p:txBody>
      </p:sp>
      <p:sp>
        <p:nvSpPr>
          <p:cNvPr id="43" name="Google Shape;43;p7"/>
          <p:cNvSpPr txBox="1">
            <a:spLocks noGrp="1"/>
          </p:cNvSpPr>
          <p:nvPr>
            <p:ph type="body" idx="3"/>
          </p:nvPr>
        </p:nvSpPr>
        <p:spPr>
          <a:xfrm>
            <a:off x="6193368" y="1535113"/>
            <a:ext cx="5389033" cy="639762"/>
          </a:xfrm>
          <a:prstGeom prst="rect">
            <a:avLst/>
          </a:prstGeom>
          <a:noFill/>
          <a:ln>
            <a:noFill/>
          </a:ln>
        </p:spPr>
        <p:txBody>
          <a:bodyPr spcFirstLastPara="1" wrap="square" lIns="91425" tIns="45700" rIns="91425" bIns="45700" anchor="b" anchorCtr="0">
            <a:noAutofit/>
          </a:bodyPr>
          <a:lstStyle>
            <a:lvl1pPr marL="457200" lvl="0" indent="-228600" algn="l">
              <a:spcBef>
                <a:spcPts val="480"/>
              </a:spcBef>
              <a:spcAft>
                <a:spcPts val="0"/>
              </a:spcAft>
              <a:buClr>
                <a:schemeClr val="dk1"/>
              </a:buClr>
              <a:buSzPts val="1920"/>
              <a:buFont typeface="Times New Roman"/>
              <a:buNone/>
              <a:defRPr sz="2400" b="1"/>
            </a:lvl1pPr>
            <a:lvl2pPr marL="914400" lvl="1" indent="-228600" algn="l">
              <a:spcBef>
                <a:spcPts val="400"/>
              </a:spcBef>
              <a:spcAft>
                <a:spcPts val="0"/>
              </a:spcAft>
              <a:buClr>
                <a:schemeClr val="dk1"/>
              </a:buClr>
              <a:buSzPts val="2000"/>
              <a:buFont typeface="Times New Roman"/>
              <a:buNone/>
              <a:defRPr sz="2000" b="1"/>
            </a:lvl2pPr>
            <a:lvl3pPr marL="1371600" lvl="2" indent="-228600" algn="l">
              <a:spcBef>
                <a:spcPts val="0"/>
              </a:spcBef>
              <a:spcAft>
                <a:spcPts val="0"/>
              </a:spcAft>
              <a:buClr>
                <a:schemeClr val="dk1"/>
              </a:buClr>
              <a:buSzPts val="1800"/>
              <a:buFont typeface="Times New Roman"/>
              <a:buNone/>
              <a:defRPr sz="1800" b="1"/>
            </a:lvl3pPr>
            <a:lvl4pPr marL="1828800" lvl="3" indent="-228600" algn="l">
              <a:spcBef>
                <a:spcPts val="0"/>
              </a:spcBef>
              <a:spcAft>
                <a:spcPts val="0"/>
              </a:spcAft>
              <a:buClr>
                <a:schemeClr val="dk1"/>
              </a:buClr>
              <a:buSzPts val="1600"/>
              <a:buFont typeface="Times New Roman"/>
              <a:buNone/>
              <a:defRPr sz="1600" b="1"/>
            </a:lvl4pPr>
            <a:lvl5pPr marL="2286000" lvl="4" indent="-228600" algn="l">
              <a:spcBef>
                <a:spcPts val="0"/>
              </a:spcBef>
              <a:spcAft>
                <a:spcPts val="0"/>
              </a:spcAft>
              <a:buClr>
                <a:schemeClr val="dk1"/>
              </a:buClr>
              <a:buSzPts val="1600"/>
              <a:buFont typeface="Times New Roman"/>
              <a:buNone/>
              <a:defRPr sz="1600" b="1"/>
            </a:lvl5pPr>
            <a:lvl6pPr marL="2743200" lvl="5" indent="-228600" algn="l">
              <a:spcBef>
                <a:spcPts val="0"/>
              </a:spcBef>
              <a:spcAft>
                <a:spcPts val="0"/>
              </a:spcAft>
              <a:buClr>
                <a:schemeClr val="dk1"/>
              </a:buClr>
              <a:buSzPts val="1600"/>
              <a:buFont typeface="Times New Roman"/>
              <a:buNone/>
              <a:defRPr sz="1600" b="1"/>
            </a:lvl6pPr>
            <a:lvl7pPr marL="3200400" lvl="6" indent="-228600" algn="l">
              <a:spcBef>
                <a:spcPts val="0"/>
              </a:spcBef>
              <a:spcAft>
                <a:spcPts val="0"/>
              </a:spcAft>
              <a:buClr>
                <a:schemeClr val="dk1"/>
              </a:buClr>
              <a:buSzPts val="1600"/>
              <a:buFont typeface="Times New Roman"/>
              <a:buNone/>
              <a:defRPr sz="1600" b="1"/>
            </a:lvl7pPr>
            <a:lvl8pPr marL="3657600" lvl="7" indent="-228600" algn="l">
              <a:spcBef>
                <a:spcPts val="0"/>
              </a:spcBef>
              <a:spcAft>
                <a:spcPts val="0"/>
              </a:spcAft>
              <a:buClr>
                <a:schemeClr val="dk1"/>
              </a:buClr>
              <a:buSzPts val="1600"/>
              <a:buFont typeface="Times New Roman"/>
              <a:buNone/>
              <a:defRPr sz="1600" b="1"/>
            </a:lvl8pPr>
            <a:lvl9pPr marL="4114800" lvl="8" indent="-228600" algn="l">
              <a:spcBef>
                <a:spcPts val="0"/>
              </a:spcBef>
              <a:spcAft>
                <a:spcPts val="0"/>
              </a:spcAft>
              <a:buClr>
                <a:schemeClr val="dk1"/>
              </a:buClr>
              <a:buSzPts val="1600"/>
              <a:buFont typeface="Times New Roman"/>
              <a:buNone/>
              <a:defRPr sz="1600" b="1"/>
            </a:lvl9pPr>
          </a:lstStyle>
          <a:p>
            <a:endParaRPr/>
          </a:p>
        </p:txBody>
      </p:sp>
      <p:sp>
        <p:nvSpPr>
          <p:cNvPr id="44" name="Google Shape;44;p7"/>
          <p:cNvSpPr txBox="1">
            <a:spLocks noGrp="1"/>
          </p:cNvSpPr>
          <p:nvPr>
            <p:ph type="body" idx="4"/>
          </p:nvPr>
        </p:nvSpPr>
        <p:spPr>
          <a:xfrm>
            <a:off x="6193368" y="2174875"/>
            <a:ext cx="5389033" cy="3951288"/>
          </a:xfrm>
          <a:prstGeom prst="rect">
            <a:avLst/>
          </a:prstGeom>
          <a:noFill/>
          <a:ln>
            <a:noFill/>
          </a:ln>
        </p:spPr>
        <p:txBody>
          <a:bodyPr spcFirstLastPara="1" wrap="square" lIns="91425" tIns="45700" rIns="91425" bIns="45700" anchor="t" anchorCtr="0">
            <a:noAutofit/>
          </a:bodyPr>
          <a:lstStyle>
            <a:lvl1pPr marL="457200" lvl="0" indent="-350520" algn="l">
              <a:spcBef>
                <a:spcPts val="480"/>
              </a:spcBef>
              <a:spcAft>
                <a:spcPts val="0"/>
              </a:spcAft>
              <a:buClr>
                <a:schemeClr val="dk1"/>
              </a:buClr>
              <a:buSzPts val="1920"/>
              <a:buFont typeface="Times New Roman"/>
              <a:buChar char="•"/>
              <a:defRPr sz="2400"/>
            </a:lvl1pPr>
            <a:lvl2pPr marL="914400" lvl="1" indent="-355600" algn="l">
              <a:spcBef>
                <a:spcPts val="400"/>
              </a:spcBef>
              <a:spcAft>
                <a:spcPts val="0"/>
              </a:spcAft>
              <a:buClr>
                <a:schemeClr val="dk1"/>
              </a:buClr>
              <a:buSzPts val="2000"/>
              <a:buFont typeface="Times New Roman"/>
              <a:buChar char="»"/>
              <a:defRPr sz="2000"/>
            </a:lvl2pPr>
            <a:lvl3pPr marL="1371600" lvl="2" indent="-342900" algn="l">
              <a:spcBef>
                <a:spcPts val="0"/>
              </a:spcBef>
              <a:spcAft>
                <a:spcPts val="0"/>
              </a:spcAft>
              <a:buClr>
                <a:schemeClr val="dk1"/>
              </a:buClr>
              <a:buSzPts val="1800"/>
              <a:buFont typeface="Times New Roman"/>
              <a:buChar char="•"/>
              <a:defRPr sz="1800"/>
            </a:lvl3pPr>
            <a:lvl4pPr marL="1828800" lvl="3" indent="-330200" algn="l">
              <a:spcBef>
                <a:spcPts val="0"/>
              </a:spcBef>
              <a:spcAft>
                <a:spcPts val="0"/>
              </a:spcAft>
              <a:buClr>
                <a:schemeClr val="dk1"/>
              </a:buClr>
              <a:buSzPts val="1600"/>
              <a:buFont typeface="Times New Roman"/>
              <a:buChar char="–"/>
              <a:defRPr sz="1600"/>
            </a:lvl4pPr>
            <a:lvl5pPr marL="2286000" lvl="4" indent="-330200" algn="l">
              <a:spcBef>
                <a:spcPts val="0"/>
              </a:spcBef>
              <a:spcAft>
                <a:spcPts val="0"/>
              </a:spcAft>
              <a:buClr>
                <a:schemeClr val="dk1"/>
              </a:buClr>
              <a:buSzPts val="1600"/>
              <a:buFont typeface="Times New Roman"/>
              <a:buChar char="»"/>
              <a:defRPr sz="1600"/>
            </a:lvl5pPr>
            <a:lvl6pPr marL="2743200" lvl="5" indent="-330200" algn="l">
              <a:spcBef>
                <a:spcPts val="0"/>
              </a:spcBef>
              <a:spcAft>
                <a:spcPts val="0"/>
              </a:spcAft>
              <a:buClr>
                <a:schemeClr val="dk1"/>
              </a:buClr>
              <a:buSzPts val="1600"/>
              <a:buFont typeface="Times New Roman"/>
              <a:buChar char="»"/>
              <a:defRPr sz="1600"/>
            </a:lvl6pPr>
            <a:lvl7pPr marL="3200400" lvl="6" indent="-330200" algn="l">
              <a:spcBef>
                <a:spcPts val="0"/>
              </a:spcBef>
              <a:spcAft>
                <a:spcPts val="0"/>
              </a:spcAft>
              <a:buClr>
                <a:schemeClr val="dk1"/>
              </a:buClr>
              <a:buSzPts val="1600"/>
              <a:buFont typeface="Times New Roman"/>
              <a:buChar char="»"/>
              <a:defRPr sz="1600"/>
            </a:lvl7pPr>
            <a:lvl8pPr marL="3657600" lvl="7" indent="-330200" algn="l">
              <a:spcBef>
                <a:spcPts val="0"/>
              </a:spcBef>
              <a:spcAft>
                <a:spcPts val="0"/>
              </a:spcAft>
              <a:buClr>
                <a:schemeClr val="dk1"/>
              </a:buClr>
              <a:buSzPts val="1600"/>
              <a:buFont typeface="Times New Roman"/>
              <a:buChar char="»"/>
              <a:defRPr sz="1600"/>
            </a:lvl8pPr>
            <a:lvl9pPr marL="4114800" lvl="8" indent="-330200" algn="l">
              <a:spcBef>
                <a:spcPts val="0"/>
              </a:spcBef>
              <a:spcAft>
                <a:spcPts val="0"/>
              </a:spcAft>
              <a:buClr>
                <a:schemeClr val="dk1"/>
              </a:buClr>
              <a:buSzPts val="1600"/>
              <a:buFont typeface="Times New Roman"/>
              <a:buChar char="»"/>
              <a:defRPr sz="1600"/>
            </a:lvl9pPr>
          </a:lstStyle>
          <a:p>
            <a:endParaRPr/>
          </a:p>
        </p:txBody>
      </p:sp>
      <p:sp>
        <p:nvSpPr>
          <p:cNvPr id="45" name="Google Shape;45;p7"/>
          <p:cNvSpPr txBox="1">
            <a:spLocks noGrp="1"/>
          </p:cNvSpPr>
          <p:nvPr>
            <p:ph type="dt" idx="10"/>
          </p:nvPr>
        </p:nvSpPr>
        <p:spPr>
          <a:xfrm>
            <a:off x="914400" y="6534150"/>
            <a:ext cx="2540000" cy="457200"/>
          </a:xfrm>
          <a:prstGeom prst="rect">
            <a:avLst/>
          </a:prstGeom>
          <a:noFill/>
          <a:ln>
            <a:noFill/>
          </a:ln>
        </p:spPr>
        <p:txBody>
          <a:bodyPr spcFirstLastPara="1" wrap="square" lIns="91425" tIns="45700" rIns="91425" bIns="45700" anchor="t" anchorCtr="0">
            <a:noAutofit/>
          </a:bodyPr>
          <a:lstStyle>
            <a:lvl1pPr marR="0" lvl="0" algn="ctr" rtl="0">
              <a:spcBef>
                <a:spcPts val="0"/>
              </a:spcBef>
              <a:spcAft>
                <a:spcPts val="0"/>
              </a:spcAft>
              <a:buSzPts val="1400"/>
              <a:buNone/>
              <a:defRPr sz="1800" i="1">
                <a:solidFill>
                  <a:schemeClr val="dk1"/>
                </a:solidFill>
                <a:latin typeface="Times New Roman"/>
                <a:ea typeface="Times New Roman"/>
                <a:cs typeface="Times New Roman"/>
                <a:sym typeface="Times New Roman"/>
              </a:defRPr>
            </a:lvl1pPr>
            <a:lvl2pPr marR="0" lvl="1" algn="ctr"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2pPr>
            <a:lvl3pPr marR="0" lvl="2" algn="ctr"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3pPr>
            <a:lvl4pPr marR="0" lvl="3" algn="ctr"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4pPr>
            <a:lvl5pPr marR="0" lvl="4" algn="ctr"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5pPr>
            <a:lvl6pPr marR="0" lvl="5" algn="l"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6pPr>
            <a:lvl7pPr marR="0" lvl="6" algn="l"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7pPr>
            <a:lvl8pPr marR="0" lvl="7" algn="l"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8pPr>
            <a:lvl9pPr marR="0" lvl="8" algn="l"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9pPr>
          </a:lstStyle>
          <a:p>
            <a:endParaRPr/>
          </a:p>
        </p:txBody>
      </p:sp>
      <p:sp>
        <p:nvSpPr>
          <p:cNvPr id="46" name="Google Shape;46;p7"/>
          <p:cNvSpPr txBox="1">
            <a:spLocks noGrp="1"/>
          </p:cNvSpPr>
          <p:nvPr>
            <p:ph type="ftr" idx="11"/>
          </p:nvPr>
        </p:nvSpPr>
        <p:spPr>
          <a:xfrm>
            <a:off x="4165600" y="6553200"/>
            <a:ext cx="3860800" cy="457200"/>
          </a:xfrm>
          <a:prstGeom prst="rect">
            <a:avLst/>
          </a:prstGeom>
          <a:noFill/>
          <a:ln>
            <a:noFill/>
          </a:ln>
        </p:spPr>
        <p:txBody>
          <a:bodyPr spcFirstLastPara="1" wrap="square" lIns="91425" tIns="45700" rIns="91425" bIns="45700" anchor="t" anchorCtr="0">
            <a:noAutofit/>
          </a:bodyPr>
          <a:lstStyle>
            <a:lvl1pPr marR="0" lvl="0" algn="ctr" rtl="0">
              <a:spcBef>
                <a:spcPts val="0"/>
              </a:spcBef>
              <a:spcAft>
                <a:spcPts val="0"/>
              </a:spcAft>
              <a:buSzPts val="1400"/>
              <a:buNone/>
              <a:defRPr sz="1800" i="1">
                <a:solidFill>
                  <a:schemeClr val="dk1"/>
                </a:solidFill>
                <a:latin typeface="Times New Roman"/>
                <a:ea typeface="Times New Roman"/>
                <a:cs typeface="Times New Roman"/>
                <a:sym typeface="Times New Roman"/>
              </a:defRPr>
            </a:lvl1pPr>
            <a:lvl2pPr marR="0" lvl="1" algn="ctr"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2pPr>
            <a:lvl3pPr marR="0" lvl="2" algn="ctr"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3pPr>
            <a:lvl4pPr marR="0" lvl="3" algn="ctr"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4pPr>
            <a:lvl5pPr marR="0" lvl="4" algn="ctr"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5pPr>
            <a:lvl6pPr marR="0" lvl="5" algn="l"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6pPr>
            <a:lvl7pPr marR="0" lvl="6" algn="l"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7pPr>
            <a:lvl8pPr marR="0" lvl="7" algn="l"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8pPr>
            <a:lvl9pPr marR="0" lvl="8" algn="l"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9pPr>
          </a:lstStyle>
          <a:p>
            <a:endParaRPr/>
          </a:p>
        </p:txBody>
      </p:sp>
      <p:sp>
        <p:nvSpPr>
          <p:cNvPr id="47" name="Google Shape;47;p7"/>
          <p:cNvSpPr txBox="1">
            <a:spLocks noGrp="1"/>
          </p:cNvSpPr>
          <p:nvPr>
            <p:ph type="sldNum" idx="12"/>
          </p:nvPr>
        </p:nvSpPr>
        <p:spPr>
          <a:xfrm>
            <a:off x="8737600" y="6534150"/>
            <a:ext cx="2540000" cy="457200"/>
          </a:xfrm>
          <a:prstGeom prst="rect">
            <a:avLst/>
          </a:prstGeom>
          <a:noFill/>
          <a:ln>
            <a:noFill/>
          </a:ln>
        </p:spPr>
        <p:txBody>
          <a:bodyPr spcFirstLastPara="1" wrap="square" lIns="91425" tIns="45700" rIns="91425" bIns="45700" anchor="t" anchorCtr="0">
            <a:noAutofit/>
          </a:bodyPr>
          <a:lstStyle>
            <a:lvl1pPr marL="0" marR="0" lvl="0" indent="0" algn="ctr" rtl="0">
              <a:spcBef>
                <a:spcPts val="0"/>
              </a:spcBef>
              <a:spcAft>
                <a:spcPts val="0"/>
              </a:spcAft>
              <a:buNone/>
              <a:defRPr sz="1800" i="1">
                <a:solidFill>
                  <a:schemeClr val="dk1"/>
                </a:solidFill>
                <a:latin typeface="Times New Roman"/>
                <a:ea typeface="Times New Roman"/>
                <a:cs typeface="Times New Roman"/>
                <a:sym typeface="Times New Roman"/>
              </a:defRPr>
            </a:lvl1pPr>
            <a:lvl2pPr marL="0" marR="0" lvl="1" indent="0" algn="ctr" rtl="0">
              <a:spcBef>
                <a:spcPts val="0"/>
              </a:spcBef>
              <a:spcAft>
                <a:spcPts val="0"/>
              </a:spcAft>
              <a:buNone/>
              <a:defRPr sz="1800" i="1">
                <a:solidFill>
                  <a:schemeClr val="dk1"/>
                </a:solidFill>
                <a:latin typeface="Times New Roman"/>
                <a:ea typeface="Times New Roman"/>
                <a:cs typeface="Times New Roman"/>
                <a:sym typeface="Times New Roman"/>
              </a:defRPr>
            </a:lvl2pPr>
            <a:lvl3pPr marL="0" marR="0" lvl="2" indent="0" algn="ctr" rtl="0">
              <a:spcBef>
                <a:spcPts val="0"/>
              </a:spcBef>
              <a:spcAft>
                <a:spcPts val="0"/>
              </a:spcAft>
              <a:buNone/>
              <a:defRPr sz="1800" i="1">
                <a:solidFill>
                  <a:schemeClr val="dk1"/>
                </a:solidFill>
                <a:latin typeface="Times New Roman"/>
                <a:ea typeface="Times New Roman"/>
                <a:cs typeface="Times New Roman"/>
                <a:sym typeface="Times New Roman"/>
              </a:defRPr>
            </a:lvl3pPr>
            <a:lvl4pPr marL="0" marR="0" lvl="3" indent="0" algn="ctr" rtl="0">
              <a:spcBef>
                <a:spcPts val="0"/>
              </a:spcBef>
              <a:spcAft>
                <a:spcPts val="0"/>
              </a:spcAft>
              <a:buNone/>
              <a:defRPr sz="1800" i="1">
                <a:solidFill>
                  <a:schemeClr val="dk1"/>
                </a:solidFill>
                <a:latin typeface="Times New Roman"/>
                <a:ea typeface="Times New Roman"/>
                <a:cs typeface="Times New Roman"/>
                <a:sym typeface="Times New Roman"/>
              </a:defRPr>
            </a:lvl4pPr>
            <a:lvl5pPr marL="0" marR="0" lvl="4" indent="0" algn="ctr" rtl="0">
              <a:spcBef>
                <a:spcPts val="0"/>
              </a:spcBef>
              <a:spcAft>
                <a:spcPts val="0"/>
              </a:spcAft>
              <a:buNone/>
              <a:defRPr sz="1800" i="1">
                <a:solidFill>
                  <a:schemeClr val="dk1"/>
                </a:solidFill>
                <a:latin typeface="Times New Roman"/>
                <a:ea typeface="Times New Roman"/>
                <a:cs typeface="Times New Roman"/>
                <a:sym typeface="Times New Roman"/>
              </a:defRPr>
            </a:lvl5pPr>
            <a:lvl6pPr marL="0" marR="0" lvl="5" indent="0" algn="ctr" rtl="0">
              <a:spcBef>
                <a:spcPts val="0"/>
              </a:spcBef>
              <a:spcAft>
                <a:spcPts val="0"/>
              </a:spcAft>
              <a:buNone/>
              <a:defRPr sz="1800" i="1">
                <a:solidFill>
                  <a:schemeClr val="dk1"/>
                </a:solidFill>
                <a:latin typeface="Times New Roman"/>
                <a:ea typeface="Times New Roman"/>
                <a:cs typeface="Times New Roman"/>
                <a:sym typeface="Times New Roman"/>
              </a:defRPr>
            </a:lvl6pPr>
            <a:lvl7pPr marL="0" marR="0" lvl="6" indent="0" algn="ctr" rtl="0">
              <a:spcBef>
                <a:spcPts val="0"/>
              </a:spcBef>
              <a:spcAft>
                <a:spcPts val="0"/>
              </a:spcAft>
              <a:buNone/>
              <a:defRPr sz="1800" i="1">
                <a:solidFill>
                  <a:schemeClr val="dk1"/>
                </a:solidFill>
                <a:latin typeface="Times New Roman"/>
                <a:ea typeface="Times New Roman"/>
                <a:cs typeface="Times New Roman"/>
                <a:sym typeface="Times New Roman"/>
              </a:defRPr>
            </a:lvl7pPr>
            <a:lvl8pPr marL="0" marR="0" lvl="7" indent="0" algn="ctr" rtl="0">
              <a:spcBef>
                <a:spcPts val="0"/>
              </a:spcBef>
              <a:spcAft>
                <a:spcPts val="0"/>
              </a:spcAft>
              <a:buNone/>
              <a:defRPr sz="1800" i="1">
                <a:solidFill>
                  <a:schemeClr val="dk1"/>
                </a:solidFill>
                <a:latin typeface="Times New Roman"/>
                <a:ea typeface="Times New Roman"/>
                <a:cs typeface="Times New Roman"/>
                <a:sym typeface="Times New Roman"/>
              </a:defRPr>
            </a:lvl8pPr>
            <a:lvl9pPr marL="0" marR="0" lvl="8" indent="0" algn="ctr" rtl="0">
              <a:spcBef>
                <a:spcPts val="0"/>
              </a:spcBef>
              <a:spcAft>
                <a:spcPts val="0"/>
              </a:spcAft>
              <a:buNone/>
              <a:defRPr sz="1800" i="1">
                <a:solidFill>
                  <a:schemeClr val="dk1"/>
                </a:solidFill>
                <a:latin typeface="Times New Roman"/>
                <a:ea typeface="Times New Roman"/>
                <a:cs typeface="Times New Roman"/>
                <a:sym typeface="Times New Roman"/>
              </a:defRPr>
            </a:lvl9pPr>
          </a:lstStyle>
          <a:p>
            <a:pPr marL="0" lvl="0" indent="0" algn="ctr" rtl="0">
              <a:spcBef>
                <a:spcPts val="0"/>
              </a:spcBef>
              <a:spcAft>
                <a:spcPts val="0"/>
              </a:spcAft>
              <a:buNone/>
            </a:pPr>
            <a:r>
              <a:rPr lang="en-US"/>
              <a:t>Slide </a:t>
            </a:r>
            <a:fld id="{00000000-1234-1234-1234-123412341234}" type="slidenum">
              <a:rPr lang="en-US"/>
              <a:t>‹#›</a:t>
            </a:fld>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Content with Caption" type="objTx">
  <p:cSld name="OBJECT_WITH_CAPTION_TEXT">
    <p:bg>
      <p:bgPr>
        <a:solidFill>
          <a:schemeClr val="bg1"/>
        </a:solidFill>
        <a:effectLst/>
      </p:bgPr>
    </p:bg>
    <p:spTree>
      <p:nvGrpSpPr>
        <p:cNvPr id="1" name="Shape 50"/>
        <p:cNvGrpSpPr/>
        <p:nvPr/>
      </p:nvGrpSpPr>
      <p:grpSpPr>
        <a:xfrm>
          <a:off x="0" y="0"/>
          <a:ext cx="0" cy="0"/>
          <a:chOff x="0" y="0"/>
          <a:chExt cx="0" cy="0"/>
        </a:xfrm>
      </p:grpSpPr>
      <p:sp>
        <p:nvSpPr>
          <p:cNvPr id="51" name="Google Shape;51;p9"/>
          <p:cNvSpPr txBox="1">
            <a:spLocks noGrp="1"/>
          </p:cNvSpPr>
          <p:nvPr>
            <p:ph type="title"/>
          </p:nvPr>
        </p:nvSpPr>
        <p:spPr>
          <a:xfrm>
            <a:off x="609601" y="273050"/>
            <a:ext cx="4011084" cy="1162050"/>
          </a:xfrm>
          <a:prstGeom prst="rect">
            <a:avLst/>
          </a:prstGeom>
          <a:noFill/>
          <a:ln>
            <a:noFill/>
          </a:ln>
        </p:spPr>
        <p:txBody>
          <a:bodyPr spcFirstLastPara="1" wrap="square" lIns="91425" tIns="45700" rIns="91425" bIns="45700" anchor="b" anchorCtr="0">
            <a:noAutofit/>
          </a:bodyPr>
          <a:lstStyle>
            <a:lvl1pPr lvl="0" algn="l">
              <a:spcBef>
                <a:spcPts val="0"/>
              </a:spcBef>
              <a:spcAft>
                <a:spcPts val="0"/>
              </a:spcAft>
              <a:buSzPts val="1400"/>
              <a:buNone/>
              <a:defRPr sz="2000" b="1"/>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52" name="Google Shape;52;p9"/>
          <p:cNvSpPr txBox="1">
            <a:spLocks noGrp="1"/>
          </p:cNvSpPr>
          <p:nvPr>
            <p:ph type="body" idx="1"/>
          </p:nvPr>
        </p:nvSpPr>
        <p:spPr>
          <a:xfrm>
            <a:off x="4766733" y="273051"/>
            <a:ext cx="6815667" cy="5853113"/>
          </a:xfrm>
          <a:prstGeom prst="rect">
            <a:avLst/>
          </a:prstGeom>
          <a:noFill/>
          <a:ln>
            <a:noFill/>
          </a:ln>
        </p:spPr>
        <p:txBody>
          <a:bodyPr spcFirstLastPara="1" wrap="square" lIns="91425" tIns="45700" rIns="91425" bIns="45700" anchor="t" anchorCtr="0">
            <a:noAutofit/>
          </a:bodyPr>
          <a:lstStyle>
            <a:lvl1pPr marL="457200" lvl="0" indent="-391160" algn="l">
              <a:spcBef>
                <a:spcPts val="640"/>
              </a:spcBef>
              <a:spcAft>
                <a:spcPts val="0"/>
              </a:spcAft>
              <a:buClr>
                <a:schemeClr val="dk1"/>
              </a:buClr>
              <a:buSzPts val="2560"/>
              <a:buFont typeface="Times New Roman"/>
              <a:buChar char="•"/>
              <a:defRPr sz="3200"/>
            </a:lvl1pPr>
            <a:lvl2pPr marL="914400" lvl="1" indent="-406400" algn="l">
              <a:spcBef>
                <a:spcPts val="560"/>
              </a:spcBef>
              <a:spcAft>
                <a:spcPts val="0"/>
              </a:spcAft>
              <a:buClr>
                <a:schemeClr val="dk1"/>
              </a:buClr>
              <a:buSzPts val="2800"/>
              <a:buFont typeface="Times New Roman"/>
              <a:buChar char="»"/>
              <a:defRPr sz="2800"/>
            </a:lvl2pPr>
            <a:lvl3pPr marL="1371600" lvl="2" indent="-381000" algn="l">
              <a:spcBef>
                <a:spcPts val="0"/>
              </a:spcBef>
              <a:spcAft>
                <a:spcPts val="0"/>
              </a:spcAft>
              <a:buClr>
                <a:schemeClr val="dk1"/>
              </a:buClr>
              <a:buSzPts val="2400"/>
              <a:buFont typeface="Times New Roman"/>
              <a:buChar char="•"/>
              <a:defRPr sz="2400"/>
            </a:lvl3pPr>
            <a:lvl4pPr marL="1828800" lvl="3" indent="-355600" algn="l">
              <a:spcBef>
                <a:spcPts val="0"/>
              </a:spcBef>
              <a:spcAft>
                <a:spcPts val="0"/>
              </a:spcAft>
              <a:buClr>
                <a:schemeClr val="dk1"/>
              </a:buClr>
              <a:buSzPts val="2000"/>
              <a:buFont typeface="Times New Roman"/>
              <a:buChar char="–"/>
              <a:defRPr sz="2000"/>
            </a:lvl4pPr>
            <a:lvl5pPr marL="2286000" lvl="4" indent="-355600" algn="l">
              <a:spcBef>
                <a:spcPts val="0"/>
              </a:spcBef>
              <a:spcAft>
                <a:spcPts val="0"/>
              </a:spcAft>
              <a:buClr>
                <a:schemeClr val="dk1"/>
              </a:buClr>
              <a:buSzPts val="2000"/>
              <a:buFont typeface="Times New Roman"/>
              <a:buChar char="»"/>
              <a:defRPr sz="2000"/>
            </a:lvl5pPr>
            <a:lvl6pPr marL="2743200" lvl="5" indent="-355600" algn="l">
              <a:spcBef>
                <a:spcPts val="0"/>
              </a:spcBef>
              <a:spcAft>
                <a:spcPts val="0"/>
              </a:spcAft>
              <a:buClr>
                <a:schemeClr val="dk1"/>
              </a:buClr>
              <a:buSzPts val="2000"/>
              <a:buFont typeface="Times New Roman"/>
              <a:buChar char="»"/>
              <a:defRPr sz="2000"/>
            </a:lvl6pPr>
            <a:lvl7pPr marL="3200400" lvl="6" indent="-355600" algn="l">
              <a:spcBef>
                <a:spcPts val="0"/>
              </a:spcBef>
              <a:spcAft>
                <a:spcPts val="0"/>
              </a:spcAft>
              <a:buClr>
                <a:schemeClr val="dk1"/>
              </a:buClr>
              <a:buSzPts val="2000"/>
              <a:buFont typeface="Times New Roman"/>
              <a:buChar char="»"/>
              <a:defRPr sz="2000"/>
            </a:lvl7pPr>
            <a:lvl8pPr marL="3657600" lvl="7" indent="-355600" algn="l">
              <a:spcBef>
                <a:spcPts val="0"/>
              </a:spcBef>
              <a:spcAft>
                <a:spcPts val="0"/>
              </a:spcAft>
              <a:buClr>
                <a:schemeClr val="dk1"/>
              </a:buClr>
              <a:buSzPts val="2000"/>
              <a:buFont typeface="Times New Roman"/>
              <a:buChar char="»"/>
              <a:defRPr sz="2000"/>
            </a:lvl8pPr>
            <a:lvl9pPr marL="4114800" lvl="8" indent="-355600" algn="l">
              <a:spcBef>
                <a:spcPts val="0"/>
              </a:spcBef>
              <a:spcAft>
                <a:spcPts val="0"/>
              </a:spcAft>
              <a:buClr>
                <a:schemeClr val="dk1"/>
              </a:buClr>
              <a:buSzPts val="2000"/>
              <a:buFont typeface="Times New Roman"/>
              <a:buChar char="»"/>
              <a:defRPr sz="2000"/>
            </a:lvl9pPr>
          </a:lstStyle>
          <a:p>
            <a:endParaRPr/>
          </a:p>
        </p:txBody>
      </p:sp>
      <p:sp>
        <p:nvSpPr>
          <p:cNvPr id="53" name="Google Shape;53;p9"/>
          <p:cNvSpPr txBox="1">
            <a:spLocks noGrp="1"/>
          </p:cNvSpPr>
          <p:nvPr>
            <p:ph type="body" idx="2"/>
          </p:nvPr>
        </p:nvSpPr>
        <p:spPr>
          <a:xfrm>
            <a:off x="609601" y="1435101"/>
            <a:ext cx="4011084" cy="4691063"/>
          </a:xfrm>
          <a:prstGeom prst="rect">
            <a:avLst/>
          </a:prstGeom>
          <a:noFill/>
          <a:ln>
            <a:noFill/>
          </a:ln>
        </p:spPr>
        <p:txBody>
          <a:bodyPr spcFirstLastPara="1" wrap="square" lIns="91425" tIns="45700" rIns="91425" bIns="45700" anchor="t" anchorCtr="0">
            <a:noAutofit/>
          </a:bodyPr>
          <a:lstStyle>
            <a:lvl1pPr marL="457200" lvl="0" indent="-228600" algn="l">
              <a:spcBef>
                <a:spcPts val="280"/>
              </a:spcBef>
              <a:spcAft>
                <a:spcPts val="0"/>
              </a:spcAft>
              <a:buClr>
                <a:schemeClr val="dk1"/>
              </a:buClr>
              <a:buSzPts val="1120"/>
              <a:buFont typeface="Times New Roman"/>
              <a:buNone/>
              <a:defRPr sz="1400"/>
            </a:lvl1pPr>
            <a:lvl2pPr marL="914400" lvl="1" indent="-228600" algn="l">
              <a:spcBef>
                <a:spcPts val="240"/>
              </a:spcBef>
              <a:spcAft>
                <a:spcPts val="0"/>
              </a:spcAft>
              <a:buClr>
                <a:schemeClr val="dk1"/>
              </a:buClr>
              <a:buSzPts val="1200"/>
              <a:buFont typeface="Times New Roman"/>
              <a:buNone/>
              <a:defRPr sz="1200"/>
            </a:lvl2pPr>
            <a:lvl3pPr marL="1371600" lvl="2" indent="-228600" algn="l">
              <a:spcBef>
                <a:spcPts val="0"/>
              </a:spcBef>
              <a:spcAft>
                <a:spcPts val="0"/>
              </a:spcAft>
              <a:buClr>
                <a:schemeClr val="dk1"/>
              </a:buClr>
              <a:buSzPts val="1000"/>
              <a:buFont typeface="Times New Roman"/>
              <a:buNone/>
              <a:defRPr sz="1000"/>
            </a:lvl3pPr>
            <a:lvl4pPr marL="1828800" lvl="3" indent="-228600" algn="l">
              <a:spcBef>
                <a:spcPts val="0"/>
              </a:spcBef>
              <a:spcAft>
                <a:spcPts val="0"/>
              </a:spcAft>
              <a:buClr>
                <a:schemeClr val="dk1"/>
              </a:buClr>
              <a:buSzPts val="900"/>
              <a:buFont typeface="Times New Roman"/>
              <a:buNone/>
              <a:defRPr sz="900"/>
            </a:lvl4pPr>
            <a:lvl5pPr marL="2286000" lvl="4" indent="-228600" algn="l">
              <a:spcBef>
                <a:spcPts val="0"/>
              </a:spcBef>
              <a:spcAft>
                <a:spcPts val="0"/>
              </a:spcAft>
              <a:buClr>
                <a:schemeClr val="dk1"/>
              </a:buClr>
              <a:buSzPts val="900"/>
              <a:buFont typeface="Times New Roman"/>
              <a:buNone/>
              <a:defRPr sz="900"/>
            </a:lvl5pPr>
            <a:lvl6pPr marL="2743200" lvl="5" indent="-228600" algn="l">
              <a:spcBef>
                <a:spcPts val="0"/>
              </a:spcBef>
              <a:spcAft>
                <a:spcPts val="0"/>
              </a:spcAft>
              <a:buClr>
                <a:schemeClr val="dk1"/>
              </a:buClr>
              <a:buSzPts val="900"/>
              <a:buFont typeface="Times New Roman"/>
              <a:buNone/>
              <a:defRPr sz="900"/>
            </a:lvl6pPr>
            <a:lvl7pPr marL="3200400" lvl="6" indent="-228600" algn="l">
              <a:spcBef>
                <a:spcPts val="0"/>
              </a:spcBef>
              <a:spcAft>
                <a:spcPts val="0"/>
              </a:spcAft>
              <a:buClr>
                <a:schemeClr val="dk1"/>
              </a:buClr>
              <a:buSzPts val="900"/>
              <a:buFont typeface="Times New Roman"/>
              <a:buNone/>
              <a:defRPr sz="900"/>
            </a:lvl7pPr>
            <a:lvl8pPr marL="3657600" lvl="7" indent="-228600" algn="l">
              <a:spcBef>
                <a:spcPts val="0"/>
              </a:spcBef>
              <a:spcAft>
                <a:spcPts val="0"/>
              </a:spcAft>
              <a:buClr>
                <a:schemeClr val="dk1"/>
              </a:buClr>
              <a:buSzPts val="900"/>
              <a:buFont typeface="Times New Roman"/>
              <a:buNone/>
              <a:defRPr sz="900"/>
            </a:lvl8pPr>
            <a:lvl9pPr marL="4114800" lvl="8" indent="-228600" algn="l">
              <a:spcBef>
                <a:spcPts val="0"/>
              </a:spcBef>
              <a:spcAft>
                <a:spcPts val="0"/>
              </a:spcAft>
              <a:buClr>
                <a:schemeClr val="dk1"/>
              </a:buClr>
              <a:buSzPts val="900"/>
              <a:buFont typeface="Times New Roman"/>
              <a:buNone/>
              <a:defRPr sz="900"/>
            </a:lvl9pPr>
          </a:lstStyle>
          <a:p>
            <a:endParaRPr/>
          </a:p>
        </p:txBody>
      </p:sp>
      <p:sp>
        <p:nvSpPr>
          <p:cNvPr id="54" name="Google Shape;54;p9"/>
          <p:cNvSpPr txBox="1">
            <a:spLocks noGrp="1"/>
          </p:cNvSpPr>
          <p:nvPr>
            <p:ph type="dt" idx="10"/>
          </p:nvPr>
        </p:nvSpPr>
        <p:spPr>
          <a:xfrm>
            <a:off x="914400" y="6534150"/>
            <a:ext cx="2540000" cy="457200"/>
          </a:xfrm>
          <a:prstGeom prst="rect">
            <a:avLst/>
          </a:prstGeom>
          <a:noFill/>
          <a:ln>
            <a:noFill/>
          </a:ln>
        </p:spPr>
        <p:txBody>
          <a:bodyPr spcFirstLastPara="1" wrap="square" lIns="91425" tIns="45700" rIns="91425" bIns="45700" anchor="t" anchorCtr="0">
            <a:noAutofit/>
          </a:bodyPr>
          <a:lstStyle>
            <a:lvl1pPr marR="0" lvl="0" algn="ctr" rtl="0">
              <a:spcBef>
                <a:spcPts val="0"/>
              </a:spcBef>
              <a:spcAft>
                <a:spcPts val="0"/>
              </a:spcAft>
              <a:buSzPts val="1400"/>
              <a:buNone/>
              <a:defRPr sz="1800" i="1">
                <a:solidFill>
                  <a:schemeClr val="dk1"/>
                </a:solidFill>
                <a:latin typeface="Times New Roman"/>
                <a:ea typeface="Times New Roman"/>
                <a:cs typeface="Times New Roman"/>
                <a:sym typeface="Times New Roman"/>
              </a:defRPr>
            </a:lvl1pPr>
            <a:lvl2pPr marR="0" lvl="1" algn="ctr"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2pPr>
            <a:lvl3pPr marR="0" lvl="2" algn="ctr"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3pPr>
            <a:lvl4pPr marR="0" lvl="3" algn="ctr"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4pPr>
            <a:lvl5pPr marR="0" lvl="4" algn="ctr"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5pPr>
            <a:lvl6pPr marR="0" lvl="5" algn="l"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6pPr>
            <a:lvl7pPr marR="0" lvl="6" algn="l"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7pPr>
            <a:lvl8pPr marR="0" lvl="7" algn="l"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8pPr>
            <a:lvl9pPr marR="0" lvl="8" algn="l"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9pPr>
          </a:lstStyle>
          <a:p>
            <a:endParaRPr/>
          </a:p>
        </p:txBody>
      </p:sp>
      <p:sp>
        <p:nvSpPr>
          <p:cNvPr id="55" name="Google Shape;55;p9"/>
          <p:cNvSpPr txBox="1">
            <a:spLocks noGrp="1"/>
          </p:cNvSpPr>
          <p:nvPr>
            <p:ph type="ftr" idx="11"/>
          </p:nvPr>
        </p:nvSpPr>
        <p:spPr>
          <a:xfrm>
            <a:off x="4165600" y="6553200"/>
            <a:ext cx="3860800" cy="457200"/>
          </a:xfrm>
          <a:prstGeom prst="rect">
            <a:avLst/>
          </a:prstGeom>
          <a:noFill/>
          <a:ln>
            <a:noFill/>
          </a:ln>
        </p:spPr>
        <p:txBody>
          <a:bodyPr spcFirstLastPara="1" wrap="square" lIns="91425" tIns="45700" rIns="91425" bIns="45700" anchor="t" anchorCtr="0">
            <a:noAutofit/>
          </a:bodyPr>
          <a:lstStyle>
            <a:lvl1pPr marR="0" lvl="0" algn="ctr" rtl="0">
              <a:spcBef>
                <a:spcPts val="0"/>
              </a:spcBef>
              <a:spcAft>
                <a:spcPts val="0"/>
              </a:spcAft>
              <a:buSzPts val="1400"/>
              <a:buNone/>
              <a:defRPr sz="1800" i="1">
                <a:solidFill>
                  <a:schemeClr val="dk1"/>
                </a:solidFill>
                <a:latin typeface="Times New Roman"/>
                <a:ea typeface="Times New Roman"/>
                <a:cs typeface="Times New Roman"/>
                <a:sym typeface="Times New Roman"/>
              </a:defRPr>
            </a:lvl1pPr>
            <a:lvl2pPr marR="0" lvl="1" algn="ctr"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2pPr>
            <a:lvl3pPr marR="0" lvl="2" algn="ctr"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3pPr>
            <a:lvl4pPr marR="0" lvl="3" algn="ctr"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4pPr>
            <a:lvl5pPr marR="0" lvl="4" algn="ctr"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5pPr>
            <a:lvl6pPr marR="0" lvl="5" algn="l"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6pPr>
            <a:lvl7pPr marR="0" lvl="6" algn="l"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7pPr>
            <a:lvl8pPr marR="0" lvl="7" algn="l"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8pPr>
            <a:lvl9pPr marR="0" lvl="8" algn="l"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9pPr>
          </a:lstStyle>
          <a:p>
            <a:endParaRPr/>
          </a:p>
        </p:txBody>
      </p:sp>
      <p:sp>
        <p:nvSpPr>
          <p:cNvPr id="56" name="Google Shape;56;p9"/>
          <p:cNvSpPr txBox="1">
            <a:spLocks noGrp="1"/>
          </p:cNvSpPr>
          <p:nvPr>
            <p:ph type="sldNum" idx="12"/>
          </p:nvPr>
        </p:nvSpPr>
        <p:spPr>
          <a:xfrm>
            <a:off x="8737600" y="6534150"/>
            <a:ext cx="2540000" cy="457200"/>
          </a:xfrm>
          <a:prstGeom prst="rect">
            <a:avLst/>
          </a:prstGeom>
          <a:noFill/>
          <a:ln>
            <a:noFill/>
          </a:ln>
        </p:spPr>
        <p:txBody>
          <a:bodyPr spcFirstLastPara="1" wrap="square" lIns="91425" tIns="45700" rIns="91425" bIns="45700" anchor="t" anchorCtr="0">
            <a:noAutofit/>
          </a:bodyPr>
          <a:lstStyle>
            <a:lvl1pPr marL="0" marR="0" lvl="0" indent="0" algn="ctr" rtl="0">
              <a:spcBef>
                <a:spcPts val="0"/>
              </a:spcBef>
              <a:spcAft>
                <a:spcPts val="0"/>
              </a:spcAft>
              <a:buNone/>
              <a:defRPr sz="1800" i="1">
                <a:solidFill>
                  <a:schemeClr val="dk1"/>
                </a:solidFill>
                <a:latin typeface="Times New Roman"/>
                <a:ea typeface="Times New Roman"/>
                <a:cs typeface="Times New Roman"/>
                <a:sym typeface="Times New Roman"/>
              </a:defRPr>
            </a:lvl1pPr>
            <a:lvl2pPr marL="0" marR="0" lvl="1" indent="0" algn="ctr" rtl="0">
              <a:spcBef>
                <a:spcPts val="0"/>
              </a:spcBef>
              <a:spcAft>
                <a:spcPts val="0"/>
              </a:spcAft>
              <a:buNone/>
              <a:defRPr sz="1800" i="1">
                <a:solidFill>
                  <a:schemeClr val="dk1"/>
                </a:solidFill>
                <a:latin typeface="Times New Roman"/>
                <a:ea typeface="Times New Roman"/>
                <a:cs typeface="Times New Roman"/>
                <a:sym typeface="Times New Roman"/>
              </a:defRPr>
            </a:lvl2pPr>
            <a:lvl3pPr marL="0" marR="0" lvl="2" indent="0" algn="ctr" rtl="0">
              <a:spcBef>
                <a:spcPts val="0"/>
              </a:spcBef>
              <a:spcAft>
                <a:spcPts val="0"/>
              </a:spcAft>
              <a:buNone/>
              <a:defRPr sz="1800" i="1">
                <a:solidFill>
                  <a:schemeClr val="dk1"/>
                </a:solidFill>
                <a:latin typeface="Times New Roman"/>
                <a:ea typeface="Times New Roman"/>
                <a:cs typeface="Times New Roman"/>
                <a:sym typeface="Times New Roman"/>
              </a:defRPr>
            </a:lvl3pPr>
            <a:lvl4pPr marL="0" marR="0" lvl="3" indent="0" algn="ctr" rtl="0">
              <a:spcBef>
                <a:spcPts val="0"/>
              </a:spcBef>
              <a:spcAft>
                <a:spcPts val="0"/>
              </a:spcAft>
              <a:buNone/>
              <a:defRPr sz="1800" i="1">
                <a:solidFill>
                  <a:schemeClr val="dk1"/>
                </a:solidFill>
                <a:latin typeface="Times New Roman"/>
                <a:ea typeface="Times New Roman"/>
                <a:cs typeface="Times New Roman"/>
                <a:sym typeface="Times New Roman"/>
              </a:defRPr>
            </a:lvl4pPr>
            <a:lvl5pPr marL="0" marR="0" lvl="4" indent="0" algn="ctr" rtl="0">
              <a:spcBef>
                <a:spcPts val="0"/>
              </a:spcBef>
              <a:spcAft>
                <a:spcPts val="0"/>
              </a:spcAft>
              <a:buNone/>
              <a:defRPr sz="1800" i="1">
                <a:solidFill>
                  <a:schemeClr val="dk1"/>
                </a:solidFill>
                <a:latin typeface="Times New Roman"/>
                <a:ea typeface="Times New Roman"/>
                <a:cs typeface="Times New Roman"/>
                <a:sym typeface="Times New Roman"/>
              </a:defRPr>
            </a:lvl5pPr>
            <a:lvl6pPr marL="0" marR="0" lvl="5" indent="0" algn="ctr" rtl="0">
              <a:spcBef>
                <a:spcPts val="0"/>
              </a:spcBef>
              <a:spcAft>
                <a:spcPts val="0"/>
              </a:spcAft>
              <a:buNone/>
              <a:defRPr sz="1800" i="1">
                <a:solidFill>
                  <a:schemeClr val="dk1"/>
                </a:solidFill>
                <a:latin typeface="Times New Roman"/>
                <a:ea typeface="Times New Roman"/>
                <a:cs typeface="Times New Roman"/>
                <a:sym typeface="Times New Roman"/>
              </a:defRPr>
            </a:lvl6pPr>
            <a:lvl7pPr marL="0" marR="0" lvl="6" indent="0" algn="ctr" rtl="0">
              <a:spcBef>
                <a:spcPts val="0"/>
              </a:spcBef>
              <a:spcAft>
                <a:spcPts val="0"/>
              </a:spcAft>
              <a:buNone/>
              <a:defRPr sz="1800" i="1">
                <a:solidFill>
                  <a:schemeClr val="dk1"/>
                </a:solidFill>
                <a:latin typeface="Times New Roman"/>
                <a:ea typeface="Times New Roman"/>
                <a:cs typeface="Times New Roman"/>
                <a:sym typeface="Times New Roman"/>
              </a:defRPr>
            </a:lvl7pPr>
            <a:lvl8pPr marL="0" marR="0" lvl="7" indent="0" algn="ctr" rtl="0">
              <a:spcBef>
                <a:spcPts val="0"/>
              </a:spcBef>
              <a:spcAft>
                <a:spcPts val="0"/>
              </a:spcAft>
              <a:buNone/>
              <a:defRPr sz="1800" i="1">
                <a:solidFill>
                  <a:schemeClr val="dk1"/>
                </a:solidFill>
                <a:latin typeface="Times New Roman"/>
                <a:ea typeface="Times New Roman"/>
                <a:cs typeface="Times New Roman"/>
                <a:sym typeface="Times New Roman"/>
              </a:defRPr>
            </a:lvl8pPr>
            <a:lvl9pPr marL="0" marR="0" lvl="8" indent="0" algn="ctr" rtl="0">
              <a:spcBef>
                <a:spcPts val="0"/>
              </a:spcBef>
              <a:spcAft>
                <a:spcPts val="0"/>
              </a:spcAft>
              <a:buNone/>
              <a:defRPr sz="1800" i="1">
                <a:solidFill>
                  <a:schemeClr val="dk1"/>
                </a:solidFill>
                <a:latin typeface="Times New Roman"/>
                <a:ea typeface="Times New Roman"/>
                <a:cs typeface="Times New Roman"/>
                <a:sym typeface="Times New Roman"/>
              </a:defRPr>
            </a:lvl9pPr>
          </a:lstStyle>
          <a:p>
            <a:pPr marL="0" lvl="0" indent="0" algn="ctr" rtl="0">
              <a:spcBef>
                <a:spcPts val="0"/>
              </a:spcBef>
              <a:spcAft>
                <a:spcPts val="0"/>
              </a:spcAft>
              <a:buNone/>
            </a:pPr>
            <a:r>
              <a:rPr lang="en-US"/>
              <a:t>Slide </a:t>
            </a:r>
            <a:fld id="{00000000-1234-1234-1234-123412341234}" type="slidenum">
              <a:rPr lang="en-US"/>
              <a:t>‹#›</a:t>
            </a:fld>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Picture with Caption" type="picTx">
  <p:cSld name="PICTURE_WITH_CAPTION_TEXT">
    <p:bg>
      <p:bgPr>
        <a:solidFill>
          <a:schemeClr val="bg1"/>
        </a:solidFill>
        <a:effectLst/>
      </p:bgPr>
    </p:bg>
    <p:spTree>
      <p:nvGrpSpPr>
        <p:cNvPr id="1" name="Shape 57"/>
        <p:cNvGrpSpPr/>
        <p:nvPr/>
      </p:nvGrpSpPr>
      <p:grpSpPr>
        <a:xfrm>
          <a:off x="0" y="0"/>
          <a:ext cx="0" cy="0"/>
          <a:chOff x="0" y="0"/>
          <a:chExt cx="0" cy="0"/>
        </a:xfrm>
      </p:grpSpPr>
      <p:sp>
        <p:nvSpPr>
          <p:cNvPr id="58" name="Google Shape;58;p10"/>
          <p:cNvSpPr txBox="1">
            <a:spLocks noGrp="1"/>
          </p:cNvSpPr>
          <p:nvPr>
            <p:ph type="title"/>
          </p:nvPr>
        </p:nvSpPr>
        <p:spPr>
          <a:xfrm>
            <a:off x="2389717" y="4800600"/>
            <a:ext cx="7315200" cy="566738"/>
          </a:xfrm>
          <a:prstGeom prst="rect">
            <a:avLst/>
          </a:prstGeom>
          <a:noFill/>
          <a:ln>
            <a:noFill/>
          </a:ln>
        </p:spPr>
        <p:txBody>
          <a:bodyPr spcFirstLastPara="1" wrap="square" lIns="91425" tIns="45700" rIns="91425" bIns="45700" anchor="b" anchorCtr="0">
            <a:noAutofit/>
          </a:bodyPr>
          <a:lstStyle>
            <a:lvl1pPr lvl="0" algn="l">
              <a:spcBef>
                <a:spcPts val="0"/>
              </a:spcBef>
              <a:spcAft>
                <a:spcPts val="0"/>
              </a:spcAft>
              <a:buSzPts val="1400"/>
              <a:buNone/>
              <a:defRPr sz="2000" b="1"/>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59" name="Google Shape;59;p10"/>
          <p:cNvSpPr>
            <a:spLocks noGrp="1"/>
          </p:cNvSpPr>
          <p:nvPr>
            <p:ph type="pic" idx="2"/>
          </p:nvPr>
        </p:nvSpPr>
        <p:spPr>
          <a:xfrm>
            <a:off x="2389717" y="612775"/>
            <a:ext cx="7315200" cy="4114800"/>
          </a:xfrm>
          <a:prstGeom prst="rect">
            <a:avLst/>
          </a:prstGeom>
          <a:noFill/>
          <a:ln>
            <a:noFill/>
          </a:ln>
        </p:spPr>
        <p:txBody>
          <a:bodyPr spcFirstLastPara="1" wrap="square" lIns="91425" tIns="45700" rIns="91425" bIns="45700" anchor="t" anchorCtr="0">
            <a:noAutofit/>
          </a:bodyPr>
          <a:lstStyle>
            <a:lvl1pPr marR="0" lvl="0" algn="l" rtl="0">
              <a:spcBef>
                <a:spcPts val="640"/>
              </a:spcBef>
              <a:spcAft>
                <a:spcPts val="0"/>
              </a:spcAft>
              <a:buClr>
                <a:schemeClr val="dk1"/>
              </a:buClr>
              <a:buSzPts val="2560"/>
              <a:buFont typeface="Times New Roman"/>
              <a:buNone/>
              <a:defRPr sz="3200" b="0" i="0" u="none" strike="noStrike" cap="none">
                <a:solidFill>
                  <a:schemeClr val="dk1"/>
                </a:solidFill>
                <a:latin typeface="Times New Roman"/>
                <a:ea typeface="Times New Roman"/>
                <a:cs typeface="Times New Roman"/>
                <a:sym typeface="Times New Roman"/>
              </a:defRPr>
            </a:lvl1pPr>
            <a:lvl2pPr marR="0" lvl="1" algn="l" rtl="0">
              <a:spcBef>
                <a:spcPts val="560"/>
              </a:spcBef>
              <a:spcAft>
                <a:spcPts val="0"/>
              </a:spcAft>
              <a:buClr>
                <a:schemeClr val="dk1"/>
              </a:buClr>
              <a:buSzPts val="2800"/>
              <a:buFont typeface="Times New Roman"/>
              <a:buNone/>
              <a:defRPr sz="2800" b="0" i="0" u="none" strike="noStrike" cap="none">
                <a:solidFill>
                  <a:schemeClr val="dk1"/>
                </a:solidFill>
                <a:latin typeface="Times New Roman"/>
                <a:ea typeface="Times New Roman"/>
                <a:cs typeface="Times New Roman"/>
                <a:sym typeface="Times New Roman"/>
              </a:defRPr>
            </a:lvl2pPr>
            <a:lvl3pPr marR="0" lvl="2" algn="l" rtl="0">
              <a:spcBef>
                <a:spcPts val="0"/>
              </a:spcBef>
              <a:spcAft>
                <a:spcPts val="0"/>
              </a:spcAft>
              <a:buClr>
                <a:schemeClr val="dk1"/>
              </a:buClr>
              <a:buSzPts val="2400"/>
              <a:buFont typeface="Times New Roman"/>
              <a:buNone/>
              <a:defRPr sz="2400" b="0" i="0" u="none" strike="noStrike" cap="none">
                <a:solidFill>
                  <a:schemeClr val="dk1"/>
                </a:solidFill>
                <a:latin typeface="Times New Roman"/>
                <a:ea typeface="Times New Roman"/>
                <a:cs typeface="Times New Roman"/>
                <a:sym typeface="Times New Roman"/>
              </a:defRPr>
            </a:lvl3pPr>
            <a:lvl4pPr marR="0" lvl="3" algn="l" rtl="0">
              <a:spcBef>
                <a:spcPts val="0"/>
              </a:spcBef>
              <a:spcAft>
                <a:spcPts val="0"/>
              </a:spcAft>
              <a:buClr>
                <a:schemeClr val="dk1"/>
              </a:buClr>
              <a:buSzPts val="2000"/>
              <a:buFont typeface="Times New Roman"/>
              <a:buNone/>
              <a:defRPr sz="2000" b="0" i="0" u="none" strike="noStrike" cap="none">
                <a:solidFill>
                  <a:schemeClr val="dk1"/>
                </a:solidFill>
                <a:latin typeface="Times New Roman"/>
                <a:ea typeface="Times New Roman"/>
                <a:cs typeface="Times New Roman"/>
                <a:sym typeface="Times New Roman"/>
              </a:defRPr>
            </a:lvl4pPr>
            <a:lvl5pPr marR="0" lvl="4" algn="l" rtl="0">
              <a:spcBef>
                <a:spcPts val="0"/>
              </a:spcBef>
              <a:spcAft>
                <a:spcPts val="0"/>
              </a:spcAft>
              <a:buClr>
                <a:schemeClr val="dk1"/>
              </a:buClr>
              <a:buSzPts val="2000"/>
              <a:buFont typeface="Times New Roman"/>
              <a:buNone/>
              <a:defRPr sz="2000" b="0" i="0" u="none" strike="noStrike" cap="none">
                <a:solidFill>
                  <a:schemeClr val="dk1"/>
                </a:solidFill>
                <a:latin typeface="Times New Roman"/>
                <a:ea typeface="Times New Roman"/>
                <a:cs typeface="Times New Roman"/>
                <a:sym typeface="Times New Roman"/>
              </a:defRPr>
            </a:lvl5pPr>
            <a:lvl6pPr marR="0" lvl="5" algn="l" rtl="0">
              <a:spcBef>
                <a:spcPts val="0"/>
              </a:spcBef>
              <a:spcAft>
                <a:spcPts val="0"/>
              </a:spcAft>
              <a:buClr>
                <a:schemeClr val="dk1"/>
              </a:buClr>
              <a:buSzPts val="2000"/>
              <a:buFont typeface="Times New Roman"/>
              <a:buNone/>
              <a:defRPr sz="2000" b="0" i="0" u="none" strike="noStrike" cap="none">
                <a:solidFill>
                  <a:schemeClr val="dk1"/>
                </a:solidFill>
                <a:latin typeface="Times New Roman"/>
                <a:ea typeface="Times New Roman"/>
                <a:cs typeface="Times New Roman"/>
                <a:sym typeface="Times New Roman"/>
              </a:defRPr>
            </a:lvl6pPr>
            <a:lvl7pPr marR="0" lvl="6" algn="l" rtl="0">
              <a:spcBef>
                <a:spcPts val="0"/>
              </a:spcBef>
              <a:spcAft>
                <a:spcPts val="0"/>
              </a:spcAft>
              <a:buClr>
                <a:schemeClr val="dk1"/>
              </a:buClr>
              <a:buSzPts val="2000"/>
              <a:buFont typeface="Times New Roman"/>
              <a:buNone/>
              <a:defRPr sz="2000" b="0" i="0" u="none" strike="noStrike" cap="none">
                <a:solidFill>
                  <a:schemeClr val="dk1"/>
                </a:solidFill>
                <a:latin typeface="Times New Roman"/>
                <a:ea typeface="Times New Roman"/>
                <a:cs typeface="Times New Roman"/>
                <a:sym typeface="Times New Roman"/>
              </a:defRPr>
            </a:lvl7pPr>
            <a:lvl8pPr marR="0" lvl="7" algn="l" rtl="0">
              <a:spcBef>
                <a:spcPts val="0"/>
              </a:spcBef>
              <a:spcAft>
                <a:spcPts val="0"/>
              </a:spcAft>
              <a:buClr>
                <a:schemeClr val="dk1"/>
              </a:buClr>
              <a:buSzPts val="2000"/>
              <a:buFont typeface="Times New Roman"/>
              <a:buNone/>
              <a:defRPr sz="2000" b="0" i="0" u="none" strike="noStrike" cap="none">
                <a:solidFill>
                  <a:schemeClr val="dk1"/>
                </a:solidFill>
                <a:latin typeface="Times New Roman"/>
                <a:ea typeface="Times New Roman"/>
                <a:cs typeface="Times New Roman"/>
                <a:sym typeface="Times New Roman"/>
              </a:defRPr>
            </a:lvl8pPr>
            <a:lvl9pPr marR="0" lvl="8" algn="l" rtl="0">
              <a:spcBef>
                <a:spcPts val="0"/>
              </a:spcBef>
              <a:spcAft>
                <a:spcPts val="0"/>
              </a:spcAft>
              <a:buClr>
                <a:schemeClr val="dk1"/>
              </a:buClr>
              <a:buSzPts val="2000"/>
              <a:buFont typeface="Times New Roman"/>
              <a:buNone/>
              <a:defRPr sz="2000" b="0" i="0" u="none" strike="noStrike" cap="none">
                <a:solidFill>
                  <a:schemeClr val="dk1"/>
                </a:solidFill>
                <a:latin typeface="Times New Roman"/>
                <a:ea typeface="Times New Roman"/>
                <a:cs typeface="Times New Roman"/>
                <a:sym typeface="Times New Roman"/>
              </a:defRPr>
            </a:lvl9pPr>
          </a:lstStyle>
          <a:p>
            <a:endParaRPr/>
          </a:p>
        </p:txBody>
      </p:sp>
      <p:sp>
        <p:nvSpPr>
          <p:cNvPr id="60" name="Google Shape;60;p10"/>
          <p:cNvSpPr txBox="1">
            <a:spLocks noGrp="1"/>
          </p:cNvSpPr>
          <p:nvPr>
            <p:ph type="body" idx="1"/>
          </p:nvPr>
        </p:nvSpPr>
        <p:spPr>
          <a:xfrm>
            <a:off x="2389717" y="5367338"/>
            <a:ext cx="7315200" cy="804862"/>
          </a:xfrm>
          <a:prstGeom prst="rect">
            <a:avLst/>
          </a:prstGeom>
          <a:noFill/>
          <a:ln>
            <a:noFill/>
          </a:ln>
        </p:spPr>
        <p:txBody>
          <a:bodyPr spcFirstLastPara="1" wrap="square" lIns="91425" tIns="45700" rIns="91425" bIns="45700" anchor="t" anchorCtr="0">
            <a:noAutofit/>
          </a:bodyPr>
          <a:lstStyle>
            <a:lvl1pPr marL="457200" lvl="0" indent="-228600" algn="l">
              <a:spcBef>
                <a:spcPts val="280"/>
              </a:spcBef>
              <a:spcAft>
                <a:spcPts val="0"/>
              </a:spcAft>
              <a:buClr>
                <a:schemeClr val="dk1"/>
              </a:buClr>
              <a:buSzPts val="1120"/>
              <a:buFont typeface="Times New Roman"/>
              <a:buNone/>
              <a:defRPr sz="1400"/>
            </a:lvl1pPr>
            <a:lvl2pPr marL="914400" lvl="1" indent="-228600" algn="l">
              <a:spcBef>
                <a:spcPts val="240"/>
              </a:spcBef>
              <a:spcAft>
                <a:spcPts val="0"/>
              </a:spcAft>
              <a:buClr>
                <a:schemeClr val="dk1"/>
              </a:buClr>
              <a:buSzPts val="1200"/>
              <a:buFont typeface="Times New Roman"/>
              <a:buNone/>
              <a:defRPr sz="1200"/>
            </a:lvl2pPr>
            <a:lvl3pPr marL="1371600" lvl="2" indent="-228600" algn="l">
              <a:spcBef>
                <a:spcPts val="0"/>
              </a:spcBef>
              <a:spcAft>
                <a:spcPts val="0"/>
              </a:spcAft>
              <a:buClr>
                <a:schemeClr val="dk1"/>
              </a:buClr>
              <a:buSzPts val="1000"/>
              <a:buFont typeface="Times New Roman"/>
              <a:buNone/>
              <a:defRPr sz="1000"/>
            </a:lvl3pPr>
            <a:lvl4pPr marL="1828800" lvl="3" indent="-228600" algn="l">
              <a:spcBef>
                <a:spcPts val="0"/>
              </a:spcBef>
              <a:spcAft>
                <a:spcPts val="0"/>
              </a:spcAft>
              <a:buClr>
                <a:schemeClr val="dk1"/>
              </a:buClr>
              <a:buSzPts val="900"/>
              <a:buFont typeface="Times New Roman"/>
              <a:buNone/>
              <a:defRPr sz="900"/>
            </a:lvl4pPr>
            <a:lvl5pPr marL="2286000" lvl="4" indent="-228600" algn="l">
              <a:spcBef>
                <a:spcPts val="0"/>
              </a:spcBef>
              <a:spcAft>
                <a:spcPts val="0"/>
              </a:spcAft>
              <a:buClr>
                <a:schemeClr val="dk1"/>
              </a:buClr>
              <a:buSzPts val="900"/>
              <a:buFont typeface="Times New Roman"/>
              <a:buNone/>
              <a:defRPr sz="900"/>
            </a:lvl5pPr>
            <a:lvl6pPr marL="2743200" lvl="5" indent="-228600" algn="l">
              <a:spcBef>
                <a:spcPts val="0"/>
              </a:spcBef>
              <a:spcAft>
                <a:spcPts val="0"/>
              </a:spcAft>
              <a:buClr>
                <a:schemeClr val="dk1"/>
              </a:buClr>
              <a:buSzPts val="900"/>
              <a:buFont typeface="Times New Roman"/>
              <a:buNone/>
              <a:defRPr sz="900"/>
            </a:lvl6pPr>
            <a:lvl7pPr marL="3200400" lvl="6" indent="-228600" algn="l">
              <a:spcBef>
                <a:spcPts val="0"/>
              </a:spcBef>
              <a:spcAft>
                <a:spcPts val="0"/>
              </a:spcAft>
              <a:buClr>
                <a:schemeClr val="dk1"/>
              </a:buClr>
              <a:buSzPts val="900"/>
              <a:buFont typeface="Times New Roman"/>
              <a:buNone/>
              <a:defRPr sz="900"/>
            </a:lvl7pPr>
            <a:lvl8pPr marL="3657600" lvl="7" indent="-228600" algn="l">
              <a:spcBef>
                <a:spcPts val="0"/>
              </a:spcBef>
              <a:spcAft>
                <a:spcPts val="0"/>
              </a:spcAft>
              <a:buClr>
                <a:schemeClr val="dk1"/>
              </a:buClr>
              <a:buSzPts val="900"/>
              <a:buFont typeface="Times New Roman"/>
              <a:buNone/>
              <a:defRPr sz="900"/>
            </a:lvl8pPr>
            <a:lvl9pPr marL="4114800" lvl="8" indent="-228600" algn="l">
              <a:spcBef>
                <a:spcPts val="0"/>
              </a:spcBef>
              <a:spcAft>
                <a:spcPts val="0"/>
              </a:spcAft>
              <a:buClr>
                <a:schemeClr val="dk1"/>
              </a:buClr>
              <a:buSzPts val="900"/>
              <a:buFont typeface="Times New Roman"/>
              <a:buNone/>
              <a:defRPr sz="900"/>
            </a:lvl9pPr>
          </a:lstStyle>
          <a:p>
            <a:endParaRPr/>
          </a:p>
        </p:txBody>
      </p:sp>
      <p:sp>
        <p:nvSpPr>
          <p:cNvPr id="61" name="Google Shape;61;p10"/>
          <p:cNvSpPr txBox="1">
            <a:spLocks noGrp="1"/>
          </p:cNvSpPr>
          <p:nvPr>
            <p:ph type="dt" idx="10"/>
          </p:nvPr>
        </p:nvSpPr>
        <p:spPr>
          <a:xfrm>
            <a:off x="914400" y="6534150"/>
            <a:ext cx="2540000" cy="457200"/>
          </a:xfrm>
          <a:prstGeom prst="rect">
            <a:avLst/>
          </a:prstGeom>
          <a:noFill/>
          <a:ln>
            <a:noFill/>
          </a:ln>
        </p:spPr>
        <p:txBody>
          <a:bodyPr spcFirstLastPara="1" wrap="square" lIns="91425" tIns="45700" rIns="91425" bIns="45700" anchor="t" anchorCtr="0">
            <a:noAutofit/>
          </a:bodyPr>
          <a:lstStyle>
            <a:lvl1pPr marR="0" lvl="0" algn="ctr" rtl="0">
              <a:spcBef>
                <a:spcPts val="0"/>
              </a:spcBef>
              <a:spcAft>
                <a:spcPts val="0"/>
              </a:spcAft>
              <a:buSzPts val="1400"/>
              <a:buNone/>
              <a:defRPr sz="1800" i="1">
                <a:solidFill>
                  <a:schemeClr val="dk1"/>
                </a:solidFill>
                <a:latin typeface="Times New Roman"/>
                <a:ea typeface="Times New Roman"/>
                <a:cs typeface="Times New Roman"/>
                <a:sym typeface="Times New Roman"/>
              </a:defRPr>
            </a:lvl1pPr>
            <a:lvl2pPr marR="0" lvl="1" algn="ctr"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2pPr>
            <a:lvl3pPr marR="0" lvl="2" algn="ctr"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3pPr>
            <a:lvl4pPr marR="0" lvl="3" algn="ctr"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4pPr>
            <a:lvl5pPr marR="0" lvl="4" algn="ctr"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5pPr>
            <a:lvl6pPr marR="0" lvl="5" algn="l"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6pPr>
            <a:lvl7pPr marR="0" lvl="6" algn="l"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7pPr>
            <a:lvl8pPr marR="0" lvl="7" algn="l"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8pPr>
            <a:lvl9pPr marR="0" lvl="8" algn="l"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9pPr>
          </a:lstStyle>
          <a:p>
            <a:endParaRPr/>
          </a:p>
        </p:txBody>
      </p:sp>
      <p:sp>
        <p:nvSpPr>
          <p:cNvPr id="62" name="Google Shape;62;p10"/>
          <p:cNvSpPr txBox="1">
            <a:spLocks noGrp="1"/>
          </p:cNvSpPr>
          <p:nvPr>
            <p:ph type="ftr" idx="11"/>
          </p:nvPr>
        </p:nvSpPr>
        <p:spPr>
          <a:xfrm>
            <a:off x="4165600" y="6553200"/>
            <a:ext cx="3860800" cy="457200"/>
          </a:xfrm>
          <a:prstGeom prst="rect">
            <a:avLst/>
          </a:prstGeom>
          <a:noFill/>
          <a:ln>
            <a:noFill/>
          </a:ln>
        </p:spPr>
        <p:txBody>
          <a:bodyPr spcFirstLastPara="1" wrap="square" lIns="91425" tIns="45700" rIns="91425" bIns="45700" anchor="t" anchorCtr="0">
            <a:noAutofit/>
          </a:bodyPr>
          <a:lstStyle>
            <a:lvl1pPr marR="0" lvl="0" algn="ctr" rtl="0">
              <a:spcBef>
                <a:spcPts val="0"/>
              </a:spcBef>
              <a:spcAft>
                <a:spcPts val="0"/>
              </a:spcAft>
              <a:buSzPts val="1400"/>
              <a:buNone/>
              <a:defRPr sz="1800" i="1">
                <a:solidFill>
                  <a:schemeClr val="dk1"/>
                </a:solidFill>
                <a:latin typeface="Times New Roman"/>
                <a:ea typeface="Times New Roman"/>
                <a:cs typeface="Times New Roman"/>
                <a:sym typeface="Times New Roman"/>
              </a:defRPr>
            </a:lvl1pPr>
            <a:lvl2pPr marR="0" lvl="1" algn="ctr"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2pPr>
            <a:lvl3pPr marR="0" lvl="2" algn="ctr"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3pPr>
            <a:lvl4pPr marR="0" lvl="3" algn="ctr"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4pPr>
            <a:lvl5pPr marR="0" lvl="4" algn="ctr"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5pPr>
            <a:lvl6pPr marR="0" lvl="5" algn="l"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6pPr>
            <a:lvl7pPr marR="0" lvl="6" algn="l"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7pPr>
            <a:lvl8pPr marR="0" lvl="7" algn="l"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8pPr>
            <a:lvl9pPr marR="0" lvl="8" algn="l"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9pPr>
          </a:lstStyle>
          <a:p>
            <a:endParaRPr/>
          </a:p>
        </p:txBody>
      </p:sp>
      <p:sp>
        <p:nvSpPr>
          <p:cNvPr id="63" name="Google Shape;63;p10"/>
          <p:cNvSpPr txBox="1">
            <a:spLocks noGrp="1"/>
          </p:cNvSpPr>
          <p:nvPr>
            <p:ph type="sldNum" idx="12"/>
          </p:nvPr>
        </p:nvSpPr>
        <p:spPr>
          <a:xfrm>
            <a:off x="8737600" y="6534150"/>
            <a:ext cx="2540000" cy="457200"/>
          </a:xfrm>
          <a:prstGeom prst="rect">
            <a:avLst/>
          </a:prstGeom>
          <a:noFill/>
          <a:ln>
            <a:noFill/>
          </a:ln>
        </p:spPr>
        <p:txBody>
          <a:bodyPr spcFirstLastPara="1" wrap="square" lIns="91425" tIns="45700" rIns="91425" bIns="45700" anchor="t" anchorCtr="0">
            <a:noAutofit/>
          </a:bodyPr>
          <a:lstStyle>
            <a:lvl1pPr marL="0" marR="0" lvl="0" indent="0" algn="ctr" rtl="0">
              <a:spcBef>
                <a:spcPts val="0"/>
              </a:spcBef>
              <a:spcAft>
                <a:spcPts val="0"/>
              </a:spcAft>
              <a:buNone/>
              <a:defRPr sz="1800" i="1">
                <a:solidFill>
                  <a:schemeClr val="dk1"/>
                </a:solidFill>
                <a:latin typeface="Times New Roman"/>
                <a:ea typeface="Times New Roman"/>
                <a:cs typeface="Times New Roman"/>
                <a:sym typeface="Times New Roman"/>
              </a:defRPr>
            </a:lvl1pPr>
            <a:lvl2pPr marL="0" marR="0" lvl="1" indent="0" algn="ctr" rtl="0">
              <a:spcBef>
                <a:spcPts val="0"/>
              </a:spcBef>
              <a:spcAft>
                <a:spcPts val="0"/>
              </a:spcAft>
              <a:buNone/>
              <a:defRPr sz="1800" i="1">
                <a:solidFill>
                  <a:schemeClr val="dk1"/>
                </a:solidFill>
                <a:latin typeface="Times New Roman"/>
                <a:ea typeface="Times New Roman"/>
                <a:cs typeface="Times New Roman"/>
                <a:sym typeface="Times New Roman"/>
              </a:defRPr>
            </a:lvl2pPr>
            <a:lvl3pPr marL="0" marR="0" lvl="2" indent="0" algn="ctr" rtl="0">
              <a:spcBef>
                <a:spcPts val="0"/>
              </a:spcBef>
              <a:spcAft>
                <a:spcPts val="0"/>
              </a:spcAft>
              <a:buNone/>
              <a:defRPr sz="1800" i="1">
                <a:solidFill>
                  <a:schemeClr val="dk1"/>
                </a:solidFill>
                <a:latin typeface="Times New Roman"/>
                <a:ea typeface="Times New Roman"/>
                <a:cs typeface="Times New Roman"/>
                <a:sym typeface="Times New Roman"/>
              </a:defRPr>
            </a:lvl3pPr>
            <a:lvl4pPr marL="0" marR="0" lvl="3" indent="0" algn="ctr" rtl="0">
              <a:spcBef>
                <a:spcPts val="0"/>
              </a:spcBef>
              <a:spcAft>
                <a:spcPts val="0"/>
              </a:spcAft>
              <a:buNone/>
              <a:defRPr sz="1800" i="1">
                <a:solidFill>
                  <a:schemeClr val="dk1"/>
                </a:solidFill>
                <a:latin typeface="Times New Roman"/>
                <a:ea typeface="Times New Roman"/>
                <a:cs typeface="Times New Roman"/>
                <a:sym typeface="Times New Roman"/>
              </a:defRPr>
            </a:lvl4pPr>
            <a:lvl5pPr marL="0" marR="0" lvl="4" indent="0" algn="ctr" rtl="0">
              <a:spcBef>
                <a:spcPts val="0"/>
              </a:spcBef>
              <a:spcAft>
                <a:spcPts val="0"/>
              </a:spcAft>
              <a:buNone/>
              <a:defRPr sz="1800" i="1">
                <a:solidFill>
                  <a:schemeClr val="dk1"/>
                </a:solidFill>
                <a:latin typeface="Times New Roman"/>
                <a:ea typeface="Times New Roman"/>
                <a:cs typeface="Times New Roman"/>
                <a:sym typeface="Times New Roman"/>
              </a:defRPr>
            </a:lvl5pPr>
            <a:lvl6pPr marL="0" marR="0" lvl="5" indent="0" algn="ctr" rtl="0">
              <a:spcBef>
                <a:spcPts val="0"/>
              </a:spcBef>
              <a:spcAft>
                <a:spcPts val="0"/>
              </a:spcAft>
              <a:buNone/>
              <a:defRPr sz="1800" i="1">
                <a:solidFill>
                  <a:schemeClr val="dk1"/>
                </a:solidFill>
                <a:latin typeface="Times New Roman"/>
                <a:ea typeface="Times New Roman"/>
                <a:cs typeface="Times New Roman"/>
                <a:sym typeface="Times New Roman"/>
              </a:defRPr>
            </a:lvl6pPr>
            <a:lvl7pPr marL="0" marR="0" lvl="6" indent="0" algn="ctr" rtl="0">
              <a:spcBef>
                <a:spcPts val="0"/>
              </a:spcBef>
              <a:spcAft>
                <a:spcPts val="0"/>
              </a:spcAft>
              <a:buNone/>
              <a:defRPr sz="1800" i="1">
                <a:solidFill>
                  <a:schemeClr val="dk1"/>
                </a:solidFill>
                <a:latin typeface="Times New Roman"/>
                <a:ea typeface="Times New Roman"/>
                <a:cs typeface="Times New Roman"/>
                <a:sym typeface="Times New Roman"/>
              </a:defRPr>
            </a:lvl7pPr>
            <a:lvl8pPr marL="0" marR="0" lvl="7" indent="0" algn="ctr" rtl="0">
              <a:spcBef>
                <a:spcPts val="0"/>
              </a:spcBef>
              <a:spcAft>
                <a:spcPts val="0"/>
              </a:spcAft>
              <a:buNone/>
              <a:defRPr sz="1800" i="1">
                <a:solidFill>
                  <a:schemeClr val="dk1"/>
                </a:solidFill>
                <a:latin typeface="Times New Roman"/>
                <a:ea typeface="Times New Roman"/>
                <a:cs typeface="Times New Roman"/>
                <a:sym typeface="Times New Roman"/>
              </a:defRPr>
            </a:lvl8pPr>
            <a:lvl9pPr marL="0" marR="0" lvl="8" indent="0" algn="ctr" rtl="0">
              <a:spcBef>
                <a:spcPts val="0"/>
              </a:spcBef>
              <a:spcAft>
                <a:spcPts val="0"/>
              </a:spcAft>
              <a:buNone/>
              <a:defRPr sz="1800" i="1">
                <a:solidFill>
                  <a:schemeClr val="dk1"/>
                </a:solidFill>
                <a:latin typeface="Times New Roman"/>
                <a:ea typeface="Times New Roman"/>
                <a:cs typeface="Times New Roman"/>
                <a:sym typeface="Times New Roman"/>
              </a:defRPr>
            </a:lvl9pPr>
          </a:lstStyle>
          <a:p>
            <a:pPr marL="0" lvl="0" indent="0" algn="ctr" rtl="0">
              <a:spcBef>
                <a:spcPts val="0"/>
              </a:spcBef>
              <a:spcAft>
                <a:spcPts val="0"/>
              </a:spcAft>
              <a:buNone/>
            </a:pPr>
            <a:r>
              <a:rPr lang="en-US"/>
              <a:t>Slide </a:t>
            </a:r>
            <a:fld id="{00000000-1234-1234-1234-123412341234}" type="slidenum">
              <a:rPr lang="en-US"/>
              <a:t>‹#›</a:t>
            </a:fld>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Title and Vertical Text" type="vertTx">
  <p:cSld name="VERTICAL_TEXT">
    <p:bg>
      <p:bgPr>
        <a:solidFill>
          <a:schemeClr val="bg1"/>
        </a:solidFill>
        <a:effectLst/>
      </p:bgPr>
    </p:bg>
    <p:spTree>
      <p:nvGrpSpPr>
        <p:cNvPr id="1" name="Shape 64"/>
        <p:cNvGrpSpPr/>
        <p:nvPr/>
      </p:nvGrpSpPr>
      <p:grpSpPr>
        <a:xfrm>
          <a:off x="0" y="0"/>
          <a:ext cx="0" cy="0"/>
          <a:chOff x="0" y="0"/>
          <a:chExt cx="0" cy="0"/>
        </a:xfrm>
      </p:grpSpPr>
      <p:sp>
        <p:nvSpPr>
          <p:cNvPr id="65" name="Google Shape;65;p11"/>
          <p:cNvSpPr txBox="1">
            <a:spLocks noGrp="1"/>
          </p:cNvSpPr>
          <p:nvPr>
            <p:ph type="title"/>
          </p:nvPr>
        </p:nvSpPr>
        <p:spPr>
          <a:xfrm>
            <a:off x="914400" y="304800"/>
            <a:ext cx="10363200" cy="609600"/>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66" name="Google Shape;66;p11"/>
          <p:cNvSpPr txBox="1">
            <a:spLocks noGrp="1"/>
          </p:cNvSpPr>
          <p:nvPr>
            <p:ph type="body" idx="1"/>
          </p:nvPr>
        </p:nvSpPr>
        <p:spPr>
          <a:xfrm rot="5400000">
            <a:off x="3619500" y="-1562100"/>
            <a:ext cx="4953000" cy="10363200"/>
          </a:xfrm>
          <a:prstGeom prst="rect">
            <a:avLst/>
          </a:prstGeom>
          <a:noFill/>
          <a:ln>
            <a:noFill/>
          </a:ln>
        </p:spPr>
        <p:txBody>
          <a:bodyPr spcFirstLastPara="1" wrap="square" lIns="91425" tIns="45700" rIns="91425" bIns="45700" anchor="t" anchorCtr="0">
            <a:noAutofit/>
          </a:bodyPr>
          <a:lstStyle>
            <a:lvl1pPr marL="457200" lvl="0" indent="-320040" algn="l">
              <a:spcBef>
                <a:spcPts val="360"/>
              </a:spcBef>
              <a:spcAft>
                <a:spcPts val="0"/>
              </a:spcAft>
              <a:buClr>
                <a:schemeClr val="dk1"/>
              </a:buClr>
              <a:buSzPts val="1440"/>
              <a:buChar char="•"/>
              <a:defRPr/>
            </a:lvl1pPr>
            <a:lvl2pPr marL="914400" lvl="1" indent="-342900" algn="l">
              <a:spcBef>
                <a:spcPts val="360"/>
              </a:spcBef>
              <a:spcAft>
                <a:spcPts val="0"/>
              </a:spcAft>
              <a:buClr>
                <a:schemeClr val="dk1"/>
              </a:buClr>
              <a:buSzPts val="1800"/>
              <a:buChar char="»"/>
              <a:defRPr/>
            </a:lvl2pPr>
            <a:lvl3pPr marL="1371600" lvl="2" indent="-342900" algn="l">
              <a:spcBef>
                <a:spcPts val="0"/>
              </a:spcBef>
              <a:spcAft>
                <a:spcPts val="0"/>
              </a:spcAft>
              <a:buClr>
                <a:schemeClr val="dk1"/>
              </a:buClr>
              <a:buSzPts val="1800"/>
              <a:buChar char="•"/>
              <a:defRPr/>
            </a:lvl3pPr>
            <a:lvl4pPr marL="1828800" lvl="3" indent="-342900" algn="l">
              <a:spcBef>
                <a:spcPts val="0"/>
              </a:spcBef>
              <a:spcAft>
                <a:spcPts val="0"/>
              </a:spcAft>
              <a:buClr>
                <a:schemeClr val="dk1"/>
              </a:buClr>
              <a:buSzPts val="1800"/>
              <a:buChar char="–"/>
              <a:defRPr/>
            </a:lvl4pPr>
            <a:lvl5pPr marL="2286000" lvl="4" indent="-342900" algn="l">
              <a:spcBef>
                <a:spcPts val="0"/>
              </a:spcBef>
              <a:spcAft>
                <a:spcPts val="0"/>
              </a:spcAft>
              <a:buClr>
                <a:schemeClr val="dk1"/>
              </a:buClr>
              <a:buSzPts val="1800"/>
              <a:buChar char="»"/>
              <a:defRPr/>
            </a:lvl5pPr>
            <a:lvl6pPr marL="2743200" lvl="5" indent="-342900" algn="l">
              <a:spcBef>
                <a:spcPts val="0"/>
              </a:spcBef>
              <a:spcAft>
                <a:spcPts val="0"/>
              </a:spcAft>
              <a:buClr>
                <a:schemeClr val="dk1"/>
              </a:buClr>
              <a:buSzPts val="1800"/>
              <a:buChar char="»"/>
              <a:defRPr/>
            </a:lvl6pPr>
            <a:lvl7pPr marL="3200400" lvl="6" indent="-342900" algn="l">
              <a:spcBef>
                <a:spcPts val="0"/>
              </a:spcBef>
              <a:spcAft>
                <a:spcPts val="0"/>
              </a:spcAft>
              <a:buClr>
                <a:schemeClr val="dk1"/>
              </a:buClr>
              <a:buSzPts val="1800"/>
              <a:buChar char="»"/>
              <a:defRPr/>
            </a:lvl7pPr>
            <a:lvl8pPr marL="3657600" lvl="7" indent="-342900" algn="l">
              <a:spcBef>
                <a:spcPts val="0"/>
              </a:spcBef>
              <a:spcAft>
                <a:spcPts val="0"/>
              </a:spcAft>
              <a:buClr>
                <a:schemeClr val="dk1"/>
              </a:buClr>
              <a:buSzPts val="1800"/>
              <a:buChar char="»"/>
              <a:defRPr/>
            </a:lvl8pPr>
            <a:lvl9pPr marL="4114800" lvl="8" indent="-342900" algn="l">
              <a:spcBef>
                <a:spcPts val="0"/>
              </a:spcBef>
              <a:spcAft>
                <a:spcPts val="0"/>
              </a:spcAft>
              <a:buClr>
                <a:schemeClr val="dk1"/>
              </a:buClr>
              <a:buSzPts val="1800"/>
              <a:buChar char="»"/>
              <a:defRPr/>
            </a:lvl9pPr>
          </a:lstStyle>
          <a:p>
            <a:endParaRPr/>
          </a:p>
        </p:txBody>
      </p:sp>
      <p:sp>
        <p:nvSpPr>
          <p:cNvPr id="67" name="Google Shape;67;p11"/>
          <p:cNvSpPr txBox="1">
            <a:spLocks noGrp="1"/>
          </p:cNvSpPr>
          <p:nvPr>
            <p:ph type="dt" idx="10"/>
          </p:nvPr>
        </p:nvSpPr>
        <p:spPr>
          <a:xfrm>
            <a:off x="914400" y="6534150"/>
            <a:ext cx="2540000" cy="457200"/>
          </a:xfrm>
          <a:prstGeom prst="rect">
            <a:avLst/>
          </a:prstGeom>
          <a:noFill/>
          <a:ln>
            <a:noFill/>
          </a:ln>
        </p:spPr>
        <p:txBody>
          <a:bodyPr spcFirstLastPara="1" wrap="square" lIns="91425" tIns="45700" rIns="91425" bIns="45700" anchor="t" anchorCtr="0">
            <a:noAutofit/>
          </a:bodyPr>
          <a:lstStyle>
            <a:lvl1pPr marR="0" lvl="0" algn="ctr" rtl="0">
              <a:spcBef>
                <a:spcPts val="0"/>
              </a:spcBef>
              <a:spcAft>
                <a:spcPts val="0"/>
              </a:spcAft>
              <a:buSzPts val="1400"/>
              <a:buNone/>
              <a:defRPr sz="1800" i="1">
                <a:solidFill>
                  <a:schemeClr val="dk1"/>
                </a:solidFill>
                <a:latin typeface="Times New Roman"/>
                <a:ea typeface="Times New Roman"/>
                <a:cs typeface="Times New Roman"/>
                <a:sym typeface="Times New Roman"/>
              </a:defRPr>
            </a:lvl1pPr>
            <a:lvl2pPr marR="0" lvl="1" algn="ctr"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2pPr>
            <a:lvl3pPr marR="0" lvl="2" algn="ctr"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3pPr>
            <a:lvl4pPr marR="0" lvl="3" algn="ctr"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4pPr>
            <a:lvl5pPr marR="0" lvl="4" algn="ctr"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5pPr>
            <a:lvl6pPr marR="0" lvl="5" algn="l"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6pPr>
            <a:lvl7pPr marR="0" lvl="6" algn="l"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7pPr>
            <a:lvl8pPr marR="0" lvl="7" algn="l"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8pPr>
            <a:lvl9pPr marR="0" lvl="8" algn="l"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9pPr>
          </a:lstStyle>
          <a:p>
            <a:endParaRPr/>
          </a:p>
        </p:txBody>
      </p:sp>
      <p:sp>
        <p:nvSpPr>
          <p:cNvPr id="68" name="Google Shape;68;p11"/>
          <p:cNvSpPr txBox="1">
            <a:spLocks noGrp="1"/>
          </p:cNvSpPr>
          <p:nvPr>
            <p:ph type="ftr" idx="11"/>
          </p:nvPr>
        </p:nvSpPr>
        <p:spPr>
          <a:xfrm>
            <a:off x="4165600" y="6553200"/>
            <a:ext cx="3860800" cy="457200"/>
          </a:xfrm>
          <a:prstGeom prst="rect">
            <a:avLst/>
          </a:prstGeom>
          <a:noFill/>
          <a:ln>
            <a:noFill/>
          </a:ln>
        </p:spPr>
        <p:txBody>
          <a:bodyPr spcFirstLastPara="1" wrap="square" lIns="91425" tIns="45700" rIns="91425" bIns="45700" anchor="t" anchorCtr="0">
            <a:noAutofit/>
          </a:bodyPr>
          <a:lstStyle>
            <a:lvl1pPr marR="0" lvl="0" algn="ctr" rtl="0">
              <a:spcBef>
                <a:spcPts val="0"/>
              </a:spcBef>
              <a:spcAft>
                <a:spcPts val="0"/>
              </a:spcAft>
              <a:buSzPts val="1400"/>
              <a:buNone/>
              <a:defRPr sz="1800" i="1">
                <a:solidFill>
                  <a:schemeClr val="dk1"/>
                </a:solidFill>
                <a:latin typeface="Times New Roman"/>
                <a:ea typeface="Times New Roman"/>
                <a:cs typeface="Times New Roman"/>
                <a:sym typeface="Times New Roman"/>
              </a:defRPr>
            </a:lvl1pPr>
            <a:lvl2pPr marR="0" lvl="1" algn="ctr"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2pPr>
            <a:lvl3pPr marR="0" lvl="2" algn="ctr"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3pPr>
            <a:lvl4pPr marR="0" lvl="3" algn="ctr"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4pPr>
            <a:lvl5pPr marR="0" lvl="4" algn="ctr"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5pPr>
            <a:lvl6pPr marR="0" lvl="5" algn="l"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6pPr>
            <a:lvl7pPr marR="0" lvl="6" algn="l"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7pPr>
            <a:lvl8pPr marR="0" lvl="7" algn="l"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8pPr>
            <a:lvl9pPr marR="0" lvl="8" algn="l"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9pPr>
          </a:lstStyle>
          <a:p>
            <a:endParaRPr/>
          </a:p>
        </p:txBody>
      </p:sp>
      <p:sp>
        <p:nvSpPr>
          <p:cNvPr id="69" name="Google Shape;69;p11"/>
          <p:cNvSpPr txBox="1">
            <a:spLocks noGrp="1"/>
          </p:cNvSpPr>
          <p:nvPr>
            <p:ph type="sldNum" idx="12"/>
          </p:nvPr>
        </p:nvSpPr>
        <p:spPr>
          <a:xfrm>
            <a:off x="8737600" y="6534150"/>
            <a:ext cx="2540000" cy="457200"/>
          </a:xfrm>
          <a:prstGeom prst="rect">
            <a:avLst/>
          </a:prstGeom>
          <a:noFill/>
          <a:ln>
            <a:noFill/>
          </a:ln>
        </p:spPr>
        <p:txBody>
          <a:bodyPr spcFirstLastPara="1" wrap="square" lIns="91425" tIns="45700" rIns="91425" bIns="45700" anchor="t" anchorCtr="0">
            <a:noAutofit/>
          </a:bodyPr>
          <a:lstStyle>
            <a:lvl1pPr marL="0" marR="0" lvl="0" indent="0" algn="ctr" rtl="0">
              <a:spcBef>
                <a:spcPts val="0"/>
              </a:spcBef>
              <a:spcAft>
                <a:spcPts val="0"/>
              </a:spcAft>
              <a:buNone/>
              <a:defRPr sz="1800" i="1">
                <a:solidFill>
                  <a:schemeClr val="dk1"/>
                </a:solidFill>
                <a:latin typeface="Times New Roman"/>
                <a:ea typeface="Times New Roman"/>
                <a:cs typeface="Times New Roman"/>
                <a:sym typeface="Times New Roman"/>
              </a:defRPr>
            </a:lvl1pPr>
            <a:lvl2pPr marL="0" marR="0" lvl="1" indent="0" algn="ctr" rtl="0">
              <a:spcBef>
                <a:spcPts val="0"/>
              </a:spcBef>
              <a:spcAft>
                <a:spcPts val="0"/>
              </a:spcAft>
              <a:buNone/>
              <a:defRPr sz="1800" i="1">
                <a:solidFill>
                  <a:schemeClr val="dk1"/>
                </a:solidFill>
                <a:latin typeface="Times New Roman"/>
                <a:ea typeface="Times New Roman"/>
                <a:cs typeface="Times New Roman"/>
                <a:sym typeface="Times New Roman"/>
              </a:defRPr>
            </a:lvl2pPr>
            <a:lvl3pPr marL="0" marR="0" lvl="2" indent="0" algn="ctr" rtl="0">
              <a:spcBef>
                <a:spcPts val="0"/>
              </a:spcBef>
              <a:spcAft>
                <a:spcPts val="0"/>
              </a:spcAft>
              <a:buNone/>
              <a:defRPr sz="1800" i="1">
                <a:solidFill>
                  <a:schemeClr val="dk1"/>
                </a:solidFill>
                <a:latin typeface="Times New Roman"/>
                <a:ea typeface="Times New Roman"/>
                <a:cs typeface="Times New Roman"/>
                <a:sym typeface="Times New Roman"/>
              </a:defRPr>
            </a:lvl3pPr>
            <a:lvl4pPr marL="0" marR="0" lvl="3" indent="0" algn="ctr" rtl="0">
              <a:spcBef>
                <a:spcPts val="0"/>
              </a:spcBef>
              <a:spcAft>
                <a:spcPts val="0"/>
              </a:spcAft>
              <a:buNone/>
              <a:defRPr sz="1800" i="1">
                <a:solidFill>
                  <a:schemeClr val="dk1"/>
                </a:solidFill>
                <a:latin typeface="Times New Roman"/>
                <a:ea typeface="Times New Roman"/>
                <a:cs typeface="Times New Roman"/>
                <a:sym typeface="Times New Roman"/>
              </a:defRPr>
            </a:lvl4pPr>
            <a:lvl5pPr marL="0" marR="0" lvl="4" indent="0" algn="ctr" rtl="0">
              <a:spcBef>
                <a:spcPts val="0"/>
              </a:spcBef>
              <a:spcAft>
                <a:spcPts val="0"/>
              </a:spcAft>
              <a:buNone/>
              <a:defRPr sz="1800" i="1">
                <a:solidFill>
                  <a:schemeClr val="dk1"/>
                </a:solidFill>
                <a:latin typeface="Times New Roman"/>
                <a:ea typeface="Times New Roman"/>
                <a:cs typeface="Times New Roman"/>
                <a:sym typeface="Times New Roman"/>
              </a:defRPr>
            </a:lvl5pPr>
            <a:lvl6pPr marL="0" marR="0" lvl="5" indent="0" algn="ctr" rtl="0">
              <a:spcBef>
                <a:spcPts val="0"/>
              </a:spcBef>
              <a:spcAft>
                <a:spcPts val="0"/>
              </a:spcAft>
              <a:buNone/>
              <a:defRPr sz="1800" i="1">
                <a:solidFill>
                  <a:schemeClr val="dk1"/>
                </a:solidFill>
                <a:latin typeface="Times New Roman"/>
                <a:ea typeface="Times New Roman"/>
                <a:cs typeface="Times New Roman"/>
                <a:sym typeface="Times New Roman"/>
              </a:defRPr>
            </a:lvl6pPr>
            <a:lvl7pPr marL="0" marR="0" lvl="6" indent="0" algn="ctr" rtl="0">
              <a:spcBef>
                <a:spcPts val="0"/>
              </a:spcBef>
              <a:spcAft>
                <a:spcPts val="0"/>
              </a:spcAft>
              <a:buNone/>
              <a:defRPr sz="1800" i="1">
                <a:solidFill>
                  <a:schemeClr val="dk1"/>
                </a:solidFill>
                <a:latin typeface="Times New Roman"/>
                <a:ea typeface="Times New Roman"/>
                <a:cs typeface="Times New Roman"/>
                <a:sym typeface="Times New Roman"/>
              </a:defRPr>
            </a:lvl7pPr>
            <a:lvl8pPr marL="0" marR="0" lvl="7" indent="0" algn="ctr" rtl="0">
              <a:spcBef>
                <a:spcPts val="0"/>
              </a:spcBef>
              <a:spcAft>
                <a:spcPts val="0"/>
              </a:spcAft>
              <a:buNone/>
              <a:defRPr sz="1800" i="1">
                <a:solidFill>
                  <a:schemeClr val="dk1"/>
                </a:solidFill>
                <a:latin typeface="Times New Roman"/>
                <a:ea typeface="Times New Roman"/>
                <a:cs typeface="Times New Roman"/>
                <a:sym typeface="Times New Roman"/>
              </a:defRPr>
            </a:lvl8pPr>
            <a:lvl9pPr marL="0" marR="0" lvl="8" indent="0" algn="ctr" rtl="0">
              <a:spcBef>
                <a:spcPts val="0"/>
              </a:spcBef>
              <a:spcAft>
                <a:spcPts val="0"/>
              </a:spcAft>
              <a:buNone/>
              <a:defRPr sz="1800" i="1">
                <a:solidFill>
                  <a:schemeClr val="dk1"/>
                </a:solidFill>
                <a:latin typeface="Times New Roman"/>
                <a:ea typeface="Times New Roman"/>
                <a:cs typeface="Times New Roman"/>
                <a:sym typeface="Times New Roman"/>
              </a:defRPr>
            </a:lvl9pPr>
          </a:lstStyle>
          <a:p>
            <a:pPr marL="0" lvl="0" indent="0" algn="ctr" rtl="0">
              <a:spcBef>
                <a:spcPts val="0"/>
              </a:spcBef>
              <a:spcAft>
                <a:spcPts val="0"/>
              </a:spcAft>
              <a:buNone/>
            </a:pPr>
            <a:r>
              <a:rPr lang="en-US"/>
              <a:t>Slide </a:t>
            </a:r>
            <a:fld id="{00000000-1234-1234-1234-123412341234}" type="slidenum">
              <a:rPr lang="en-US"/>
              <a:t>‹#›</a:t>
            </a:fld>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Vertical Title and Text" type="vertTitleAndTx">
  <p:cSld name="VERTICAL_TITLE_AND_VERTICAL_TEXT">
    <p:bg>
      <p:bgPr>
        <a:solidFill>
          <a:schemeClr val="bg1"/>
        </a:solidFill>
        <a:effectLst/>
      </p:bgPr>
    </p:bg>
    <p:spTree>
      <p:nvGrpSpPr>
        <p:cNvPr id="1" name="Shape 70"/>
        <p:cNvGrpSpPr/>
        <p:nvPr/>
      </p:nvGrpSpPr>
      <p:grpSpPr>
        <a:xfrm>
          <a:off x="0" y="0"/>
          <a:ext cx="0" cy="0"/>
          <a:chOff x="0" y="0"/>
          <a:chExt cx="0" cy="0"/>
        </a:xfrm>
      </p:grpSpPr>
      <p:sp>
        <p:nvSpPr>
          <p:cNvPr id="71" name="Google Shape;71;p12"/>
          <p:cNvSpPr txBox="1">
            <a:spLocks noGrp="1"/>
          </p:cNvSpPr>
          <p:nvPr>
            <p:ph type="title"/>
          </p:nvPr>
        </p:nvSpPr>
        <p:spPr>
          <a:xfrm rot="5400000">
            <a:off x="7086600" y="1905000"/>
            <a:ext cx="5791200" cy="2590800"/>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72" name="Google Shape;72;p12"/>
          <p:cNvSpPr txBox="1">
            <a:spLocks noGrp="1"/>
          </p:cNvSpPr>
          <p:nvPr>
            <p:ph type="body" idx="1"/>
          </p:nvPr>
        </p:nvSpPr>
        <p:spPr>
          <a:xfrm rot="5400000">
            <a:off x="1803400" y="-584200"/>
            <a:ext cx="5791200" cy="7569200"/>
          </a:xfrm>
          <a:prstGeom prst="rect">
            <a:avLst/>
          </a:prstGeom>
          <a:noFill/>
          <a:ln>
            <a:noFill/>
          </a:ln>
        </p:spPr>
        <p:txBody>
          <a:bodyPr spcFirstLastPara="1" wrap="square" lIns="91425" tIns="45700" rIns="91425" bIns="45700" anchor="t" anchorCtr="0">
            <a:noAutofit/>
          </a:bodyPr>
          <a:lstStyle>
            <a:lvl1pPr marL="457200" lvl="0" indent="-320040" algn="l">
              <a:spcBef>
                <a:spcPts val="360"/>
              </a:spcBef>
              <a:spcAft>
                <a:spcPts val="0"/>
              </a:spcAft>
              <a:buClr>
                <a:schemeClr val="dk1"/>
              </a:buClr>
              <a:buSzPts val="1440"/>
              <a:buChar char="•"/>
              <a:defRPr/>
            </a:lvl1pPr>
            <a:lvl2pPr marL="914400" lvl="1" indent="-342900" algn="l">
              <a:spcBef>
                <a:spcPts val="360"/>
              </a:spcBef>
              <a:spcAft>
                <a:spcPts val="0"/>
              </a:spcAft>
              <a:buClr>
                <a:schemeClr val="dk1"/>
              </a:buClr>
              <a:buSzPts val="1800"/>
              <a:buChar char="»"/>
              <a:defRPr/>
            </a:lvl2pPr>
            <a:lvl3pPr marL="1371600" lvl="2" indent="-342900" algn="l">
              <a:spcBef>
                <a:spcPts val="0"/>
              </a:spcBef>
              <a:spcAft>
                <a:spcPts val="0"/>
              </a:spcAft>
              <a:buClr>
                <a:schemeClr val="dk1"/>
              </a:buClr>
              <a:buSzPts val="1800"/>
              <a:buChar char="•"/>
              <a:defRPr/>
            </a:lvl3pPr>
            <a:lvl4pPr marL="1828800" lvl="3" indent="-342900" algn="l">
              <a:spcBef>
                <a:spcPts val="0"/>
              </a:spcBef>
              <a:spcAft>
                <a:spcPts val="0"/>
              </a:spcAft>
              <a:buClr>
                <a:schemeClr val="dk1"/>
              </a:buClr>
              <a:buSzPts val="1800"/>
              <a:buChar char="–"/>
              <a:defRPr/>
            </a:lvl4pPr>
            <a:lvl5pPr marL="2286000" lvl="4" indent="-342900" algn="l">
              <a:spcBef>
                <a:spcPts val="0"/>
              </a:spcBef>
              <a:spcAft>
                <a:spcPts val="0"/>
              </a:spcAft>
              <a:buClr>
                <a:schemeClr val="dk1"/>
              </a:buClr>
              <a:buSzPts val="1800"/>
              <a:buChar char="»"/>
              <a:defRPr/>
            </a:lvl5pPr>
            <a:lvl6pPr marL="2743200" lvl="5" indent="-342900" algn="l">
              <a:spcBef>
                <a:spcPts val="0"/>
              </a:spcBef>
              <a:spcAft>
                <a:spcPts val="0"/>
              </a:spcAft>
              <a:buClr>
                <a:schemeClr val="dk1"/>
              </a:buClr>
              <a:buSzPts val="1800"/>
              <a:buChar char="»"/>
              <a:defRPr/>
            </a:lvl6pPr>
            <a:lvl7pPr marL="3200400" lvl="6" indent="-342900" algn="l">
              <a:spcBef>
                <a:spcPts val="0"/>
              </a:spcBef>
              <a:spcAft>
                <a:spcPts val="0"/>
              </a:spcAft>
              <a:buClr>
                <a:schemeClr val="dk1"/>
              </a:buClr>
              <a:buSzPts val="1800"/>
              <a:buChar char="»"/>
              <a:defRPr/>
            </a:lvl7pPr>
            <a:lvl8pPr marL="3657600" lvl="7" indent="-342900" algn="l">
              <a:spcBef>
                <a:spcPts val="0"/>
              </a:spcBef>
              <a:spcAft>
                <a:spcPts val="0"/>
              </a:spcAft>
              <a:buClr>
                <a:schemeClr val="dk1"/>
              </a:buClr>
              <a:buSzPts val="1800"/>
              <a:buChar char="»"/>
              <a:defRPr/>
            </a:lvl8pPr>
            <a:lvl9pPr marL="4114800" lvl="8" indent="-342900" algn="l">
              <a:spcBef>
                <a:spcPts val="0"/>
              </a:spcBef>
              <a:spcAft>
                <a:spcPts val="0"/>
              </a:spcAft>
              <a:buClr>
                <a:schemeClr val="dk1"/>
              </a:buClr>
              <a:buSzPts val="1800"/>
              <a:buChar char="»"/>
              <a:defRPr/>
            </a:lvl9pPr>
          </a:lstStyle>
          <a:p>
            <a:endParaRPr/>
          </a:p>
        </p:txBody>
      </p:sp>
      <p:sp>
        <p:nvSpPr>
          <p:cNvPr id="73" name="Google Shape;73;p12"/>
          <p:cNvSpPr txBox="1">
            <a:spLocks noGrp="1"/>
          </p:cNvSpPr>
          <p:nvPr>
            <p:ph type="dt" idx="10"/>
          </p:nvPr>
        </p:nvSpPr>
        <p:spPr>
          <a:xfrm>
            <a:off x="914400" y="6534150"/>
            <a:ext cx="2540000" cy="457200"/>
          </a:xfrm>
          <a:prstGeom prst="rect">
            <a:avLst/>
          </a:prstGeom>
          <a:noFill/>
          <a:ln>
            <a:noFill/>
          </a:ln>
        </p:spPr>
        <p:txBody>
          <a:bodyPr spcFirstLastPara="1" wrap="square" lIns="91425" tIns="45700" rIns="91425" bIns="45700" anchor="t" anchorCtr="0">
            <a:noAutofit/>
          </a:bodyPr>
          <a:lstStyle>
            <a:lvl1pPr marR="0" lvl="0" algn="ctr" rtl="0">
              <a:spcBef>
                <a:spcPts val="0"/>
              </a:spcBef>
              <a:spcAft>
                <a:spcPts val="0"/>
              </a:spcAft>
              <a:buSzPts val="1400"/>
              <a:buNone/>
              <a:defRPr sz="1800" i="1">
                <a:solidFill>
                  <a:schemeClr val="dk1"/>
                </a:solidFill>
                <a:latin typeface="Times New Roman"/>
                <a:ea typeface="Times New Roman"/>
                <a:cs typeface="Times New Roman"/>
                <a:sym typeface="Times New Roman"/>
              </a:defRPr>
            </a:lvl1pPr>
            <a:lvl2pPr marR="0" lvl="1" algn="ctr"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2pPr>
            <a:lvl3pPr marR="0" lvl="2" algn="ctr"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3pPr>
            <a:lvl4pPr marR="0" lvl="3" algn="ctr"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4pPr>
            <a:lvl5pPr marR="0" lvl="4" algn="ctr"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5pPr>
            <a:lvl6pPr marR="0" lvl="5" algn="l"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6pPr>
            <a:lvl7pPr marR="0" lvl="6" algn="l"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7pPr>
            <a:lvl8pPr marR="0" lvl="7" algn="l"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8pPr>
            <a:lvl9pPr marR="0" lvl="8" algn="l"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9pPr>
          </a:lstStyle>
          <a:p>
            <a:endParaRPr/>
          </a:p>
        </p:txBody>
      </p:sp>
      <p:sp>
        <p:nvSpPr>
          <p:cNvPr id="74" name="Google Shape;74;p12"/>
          <p:cNvSpPr txBox="1">
            <a:spLocks noGrp="1"/>
          </p:cNvSpPr>
          <p:nvPr>
            <p:ph type="ftr" idx="11"/>
          </p:nvPr>
        </p:nvSpPr>
        <p:spPr>
          <a:xfrm>
            <a:off x="4165600" y="6553200"/>
            <a:ext cx="3860800" cy="457200"/>
          </a:xfrm>
          <a:prstGeom prst="rect">
            <a:avLst/>
          </a:prstGeom>
          <a:noFill/>
          <a:ln>
            <a:noFill/>
          </a:ln>
        </p:spPr>
        <p:txBody>
          <a:bodyPr spcFirstLastPara="1" wrap="square" lIns="91425" tIns="45700" rIns="91425" bIns="45700" anchor="t" anchorCtr="0">
            <a:noAutofit/>
          </a:bodyPr>
          <a:lstStyle>
            <a:lvl1pPr marR="0" lvl="0" algn="ctr" rtl="0">
              <a:spcBef>
                <a:spcPts val="0"/>
              </a:spcBef>
              <a:spcAft>
                <a:spcPts val="0"/>
              </a:spcAft>
              <a:buSzPts val="1400"/>
              <a:buNone/>
              <a:defRPr sz="1800" i="1">
                <a:solidFill>
                  <a:schemeClr val="dk1"/>
                </a:solidFill>
                <a:latin typeface="Times New Roman"/>
                <a:ea typeface="Times New Roman"/>
                <a:cs typeface="Times New Roman"/>
                <a:sym typeface="Times New Roman"/>
              </a:defRPr>
            </a:lvl1pPr>
            <a:lvl2pPr marR="0" lvl="1" algn="ctr"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2pPr>
            <a:lvl3pPr marR="0" lvl="2" algn="ctr"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3pPr>
            <a:lvl4pPr marR="0" lvl="3" algn="ctr"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4pPr>
            <a:lvl5pPr marR="0" lvl="4" algn="ctr"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5pPr>
            <a:lvl6pPr marR="0" lvl="5" algn="l"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6pPr>
            <a:lvl7pPr marR="0" lvl="6" algn="l"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7pPr>
            <a:lvl8pPr marR="0" lvl="7" algn="l"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8pPr>
            <a:lvl9pPr marR="0" lvl="8" algn="l"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9pPr>
          </a:lstStyle>
          <a:p>
            <a:endParaRPr/>
          </a:p>
        </p:txBody>
      </p:sp>
      <p:sp>
        <p:nvSpPr>
          <p:cNvPr id="75" name="Google Shape;75;p12"/>
          <p:cNvSpPr txBox="1">
            <a:spLocks noGrp="1"/>
          </p:cNvSpPr>
          <p:nvPr>
            <p:ph type="sldNum" idx="12"/>
          </p:nvPr>
        </p:nvSpPr>
        <p:spPr>
          <a:xfrm>
            <a:off x="8737600" y="6534150"/>
            <a:ext cx="2540000" cy="457200"/>
          </a:xfrm>
          <a:prstGeom prst="rect">
            <a:avLst/>
          </a:prstGeom>
          <a:noFill/>
          <a:ln>
            <a:noFill/>
          </a:ln>
        </p:spPr>
        <p:txBody>
          <a:bodyPr spcFirstLastPara="1" wrap="square" lIns="91425" tIns="45700" rIns="91425" bIns="45700" anchor="t" anchorCtr="0">
            <a:noAutofit/>
          </a:bodyPr>
          <a:lstStyle>
            <a:lvl1pPr marL="0" marR="0" lvl="0" indent="0" algn="ctr" rtl="0">
              <a:spcBef>
                <a:spcPts val="0"/>
              </a:spcBef>
              <a:spcAft>
                <a:spcPts val="0"/>
              </a:spcAft>
              <a:buNone/>
              <a:defRPr sz="1800" i="1">
                <a:solidFill>
                  <a:schemeClr val="dk1"/>
                </a:solidFill>
                <a:latin typeface="Times New Roman"/>
                <a:ea typeface="Times New Roman"/>
                <a:cs typeface="Times New Roman"/>
                <a:sym typeface="Times New Roman"/>
              </a:defRPr>
            </a:lvl1pPr>
            <a:lvl2pPr marL="0" marR="0" lvl="1" indent="0" algn="ctr" rtl="0">
              <a:spcBef>
                <a:spcPts val="0"/>
              </a:spcBef>
              <a:spcAft>
                <a:spcPts val="0"/>
              </a:spcAft>
              <a:buNone/>
              <a:defRPr sz="1800" i="1">
                <a:solidFill>
                  <a:schemeClr val="dk1"/>
                </a:solidFill>
                <a:latin typeface="Times New Roman"/>
                <a:ea typeface="Times New Roman"/>
                <a:cs typeface="Times New Roman"/>
                <a:sym typeface="Times New Roman"/>
              </a:defRPr>
            </a:lvl2pPr>
            <a:lvl3pPr marL="0" marR="0" lvl="2" indent="0" algn="ctr" rtl="0">
              <a:spcBef>
                <a:spcPts val="0"/>
              </a:spcBef>
              <a:spcAft>
                <a:spcPts val="0"/>
              </a:spcAft>
              <a:buNone/>
              <a:defRPr sz="1800" i="1">
                <a:solidFill>
                  <a:schemeClr val="dk1"/>
                </a:solidFill>
                <a:latin typeface="Times New Roman"/>
                <a:ea typeface="Times New Roman"/>
                <a:cs typeface="Times New Roman"/>
                <a:sym typeface="Times New Roman"/>
              </a:defRPr>
            </a:lvl3pPr>
            <a:lvl4pPr marL="0" marR="0" lvl="3" indent="0" algn="ctr" rtl="0">
              <a:spcBef>
                <a:spcPts val="0"/>
              </a:spcBef>
              <a:spcAft>
                <a:spcPts val="0"/>
              </a:spcAft>
              <a:buNone/>
              <a:defRPr sz="1800" i="1">
                <a:solidFill>
                  <a:schemeClr val="dk1"/>
                </a:solidFill>
                <a:latin typeface="Times New Roman"/>
                <a:ea typeface="Times New Roman"/>
                <a:cs typeface="Times New Roman"/>
                <a:sym typeface="Times New Roman"/>
              </a:defRPr>
            </a:lvl4pPr>
            <a:lvl5pPr marL="0" marR="0" lvl="4" indent="0" algn="ctr" rtl="0">
              <a:spcBef>
                <a:spcPts val="0"/>
              </a:spcBef>
              <a:spcAft>
                <a:spcPts val="0"/>
              </a:spcAft>
              <a:buNone/>
              <a:defRPr sz="1800" i="1">
                <a:solidFill>
                  <a:schemeClr val="dk1"/>
                </a:solidFill>
                <a:latin typeface="Times New Roman"/>
                <a:ea typeface="Times New Roman"/>
                <a:cs typeface="Times New Roman"/>
                <a:sym typeface="Times New Roman"/>
              </a:defRPr>
            </a:lvl5pPr>
            <a:lvl6pPr marL="0" marR="0" lvl="5" indent="0" algn="ctr" rtl="0">
              <a:spcBef>
                <a:spcPts val="0"/>
              </a:spcBef>
              <a:spcAft>
                <a:spcPts val="0"/>
              </a:spcAft>
              <a:buNone/>
              <a:defRPr sz="1800" i="1">
                <a:solidFill>
                  <a:schemeClr val="dk1"/>
                </a:solidFill>
                <a:latin typeface="Times New Roman"/>
                <a:ea typeface="Times New Roman"/>
                <a:cs typeface="Times New Roman"/>
                <a:sym typeface="Times New Roman"/>
              </a:defRPr>
            </a:lvl6pPr>
            <a:lvl7pPr marL="0" marR="0" lvl="6" indent="0" algn="ctr" rtl="0">
              <a:spcBef>
                <a:spcPts val="0"/>
              </a:spcBef>
              <a:spcAft>
                <a:spcPts val="0"/>
              </a:spcAft>
              <a:buNone/>
              <a:defRPr sz="1800" i="1">
                <a:solidFill>
                  <a:schemeClr val="dk1"/>
                </a:solidFill>
                <a:latin typeface="Times New Roman"/>
                <a:ea typeface="Times New Roman"/>
                <a:cs typeface="Times New Roman"/>
                <a:sym typeface="Times New Roman"/>
              </a:defRPr>
            </a:lvl7pPr>
            <a:lvl8pPr marL="0" marR="0" lvl="7" indent="0" algn="ctr" rtl="0">
              <a:spcBef>
                <a:spcPts val="0"/>
              </a:spcBef>
              <a:spcAft>
                <a:spcPts val="0"/>
              </a:spcAft>
              <a:buNone/>
              <a:defRPr sz="1800" i="1">
                <a:solidFill>
                  <a:schemeClr val="dk1"/>
                </a:solidFill>
                <a:latin typeface="Times New Roman"/>
                <a:ea typeface="Times New Roman"/>
                <a:cs typeface="Times New Roman"/>
                <a:sym typeface="Times New Roman"/>
              </a:defRPr>
            </a:lvl8pPr>
            <a:lvl9pPr marL="0" marR="0" lvl="8" indent="0" algn="ctr" rtl="0">
              <a:spcBef>
                <a:spcPts val="0"/>
              </a:spcBef>
              <a:spcAft>
                <a:spcPts val="0"/>
              </a:spcAft>
              <a:buNone/>
              <a:defRPr sz="1800" i="1">
                <a:solidFill>
                  <a:schemeClr val="dk1"/>
                </a:solidFill>
                <a:latin typeface="Times New Roman"/>
                <a:ea typeface="Times New Roman"/>
                <a:cs typeface="Times New Roman"/>
                <a:sym typeface="Times New Roman"/>
              </a:defRPr>
            </a:lvl9pPr>
          </a:lstStyle>
          <a:p>
            <a:pPr marL="0" lvl="0" indent="0" algn="ctr" rtl="0">
              <a:spcBef>
                <a:spcPts val="0"/>
              </a:spcBef>
              <a:spcAft>
                <a:spcPts val="0"/>
              </a:spcAft>
              <a:buNone/>
            </a:pPr>
            <a:r>
              <a:rPr lang="en-US"/>
              <a:t>Slide </a:t>
            </a:r>
            <a:fld id="{00000000-1234-1234-1234-123412341234}" type="slidenum">
              <a:rPr lang="en-US"/>
              <a:t>‹#›</a:t>
            </a:fld>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Title and Table" type="tbl">
  <p:cSld name="TABLE">
    <p:bg>
      <p:bgPr>
        <a:solidFill>
          <a:schemeClr val="bg1"/>
        </a:solidFill>
        <a:effectLst/>
      </p:bgPr>
    </p:bg>
    <p:spTree>
      <p:nvGrpSpPr>
        <p:cNvPr id="1" name="Shape 76"/>
        <p:cNvGrpSpPr/>
        <p:nvPr/>
      </p:nvGrpSpPr>
      <p:grpSpPr>
        <a:xfrm>
          <a:off x="0" y="0"/>
          <a:ext cx="0" cy="0"/>
          <a:chOff x="0" y="0"/>
          <a:chExt cx="0" cy="0"/>
        </a:xfrm>
      </p:grpSpPr>
      <p:sp>
        <p:nvSpPr>
          <p:cNvPr id="77" name="Google Shape;77;p13"/>
          <p:cNvSpPr txBox="1">
            <a:spLocks noGrp="1"/>
          </p:cNvSpPr>
          <p:nvPr>
            <p:ph type="title"/>
          </p:nvPr>
        </p:nvSpPr>
        <p:spPr>
          <a:xfrm>
            <a:off x="914400" y="304800"/>
            <a:ext cx="10363200" cy="609600"/>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78" name="Google Shape;78;p13"/>
          <p:cNvSpPr txBox="1">
            <a:spLocks noGrp="1"/>
          </p:cNvSpPr>
          <p:nvPr>
            <p:ph type="dt" idx="10"/>
          </p:nvPr>
        </p:nvSpPr>
        <p:spPr>
          <a:xfrm>
            <a:off x="914400" y="6534150"/>
            <a:ext cx="2540000" cy="457200"/>
          </a:xfrm>
          <a:prstGeom prst="rect">
            <a:avLst/>
          </a:prstGeom>
          <a:noFill/>
          <a:ln>
            <a:noFill/>
          </a:ln>
        </p:spPr>
        <p:txBody>
          <a:bodyPr spcFirstLastPara="1" wrap="square" lIns="91425" tIns="45700" rIns="91425" bIns="45700" anchor="t" anchorCtr="0">
            <a:noAutofit/>
          </a:bodyPr>
          <a:lstStyle>
            <a:lvl1pPr marR="0" lvl="0" algn="ctr" rtl="0">
              <a:spcBef>
                <a:spcPts val="0"/>
              </a:spcBef>
              <a:spcAft>
                <a:spcPts val="0"/>
              </a:spcAft>
              <a:buSzPts val="1400"/>
              <a:buNone/>
              <a:defRPr sz="1800" i="1">
                <a:solidFill>
                  <a:schemeClr val="dk1"/>
                </a:solidFill>
                <a:latin typeface="Times New Roman"/>
                <a:ea typeface="Times New Roman"/>
                <a:cs typeface="Times New Roman"/>
                <a:sym typeface="Times New Roman"/>
              </a:defRPr>
            </a:lvl1pPr>
            <a:lvl2pPr marR="0" lvl="1" algn="ctr"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2pPr>
            <a:lvl3pPr marR="0" lvl="2" algn="ctr"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3pPr>
            <a:lvl4pPr marR="0" lvl="3" algn="ctr"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4pPr>
            <a:lvl5pPr marR="0" lvl="4" algn="ctr"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5pPr>
            <a:lvl6pPr marR="0" lvl="5" algn="l"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6pPr>
            <a:lvl7pPr marR="0" lvl="6" algn="l"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7pPr>
            <a:lvl8pPr marR="0" lvl="7" algn="l"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8pPr>
            <a:lvl9pPr marR="0" lvl="8" algn="l"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9pPr>
          </a:lstStyle>
          <a:p>
            <a:endParaRPr/>
          </a:p>
        </p:txBody>
      </p:sp>
      <p:sp>
        <p:nvSpPr>
          <p:cNvPr id="79" name="Google Shape;79;p13"/>
          <p:cNvSpPr txBox="1">
            <a:spLocks noGrp="1"/>
          </p:cNvSpPr>
          <p:nvPr>
            <p:ph type="ftr" idx="11"/>
          </p:nvPr>
        </p:nvSpPr>
        <p:spPr>
          <a:xfrm>
            <a:off x="4165600" y="6553200"/>
            <a:ext cx="3860800" cy="457200"/>
          </a:xfrm>
          <a:prstGeom prst="rect">
            <a:avLst/>
          </a:prstGeom>
          <a:noFill/>
          <a:ln>
            <a:noFill/>
          </a:ln>
        </p:spPr>
        <p:txBody>
          <a:bodyPr spcFirstLastPara="1" wrap="square" lIns="91425" tIns="45700" rIns="91425" bIns="45700" anchor="t" anchorCtr="0">
            <a:noAutofit/>
          </a:bodyPr>
          <a:lstStyle>
            <a:lvl1pPr marR="0" lvl="0" algn="ctr" rtl="0">
              <a:spcBef>
                <a:spcPts val="0"/>
              </a:spcBef>
              <a:spcAft>
                <a:spcPts val="0"/>
              </a:spcAft>
              <a:buSzPts val="1400"/>
              <a:buNone/>
              <a:defRPr sz="1800" i="1">
                <a:solidFill>
                  <a:schemeClr val="dk1"/>
                </a:solidFill>
                <a:latin typeface="Times New Roman"/>
                <a:ea typeface="Times New Roman"/>
                <a:cs typeface="Times New Roman"/>
                <a:sym typeface="Times New Roman"/>
              </a:defRPr>
            </a:lvl1pPr>
            <a:lvl2pPr marR="0" lvl="1" algn="ctr"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2pPr>
            <a:lvl3pPr marR="0" lvl="2" algn="ctr"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3pPr>
            <a:lvl4pPr marR="0" lvl="3" algn="ctr"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4pPr>
            <a:lvl5pPr marR="0" lvl="4" algn="ctr"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5pPr>
            <a:lvl6pPr marR="0" lvl="5" algn="l"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6pPr>
            <a:lvl7pPr marR="0" lvl="6" algn="l"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7pPr>
            <a:lvl8pPr marR="0" lvl="7" algn="l"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8pPr>
            <a:lvl9pPr marR="0" lvl="8" algn="l"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9pPr>
          </a:lstStyle>
          <a:p>
            <a:endParaRPr/>
          </a:p>
        </p:txBody>
      </p:sp>
      <p:sp>
        <p:nvSpPr>
          <p:cNvPr id="80" name="Google Shape;80;p13"/>
          <p:cNvSpPr txBox="1">
            <a:spLocks noGrp="1"/>
          </p:cNvSpPr>
          <p:nvPr>
            <p:ph type="sldNum" idx="12"/>
          </p:nvPr>
        </p:nvSpPr>
        <p:spPr>
          <a:xfrm>
            <a:off x="8737600" y="6534150"/>
            <a:ext cx="2540000" cy="457200"/>
          </a:xfrm>
          <a:prstGeom prst="rect">
            <a:avLst/>
          </a:prstGeom>
          <a:noFill/>
          <a:ln>
            <a:noFill/>
          </a:ln>
        </p:spPr>
        <p:txBody>
          <a:bodyPr spcFirstLastPara="1" wrap="square" lIns="91425" tIns="45700" rIns="91425" bIns="45700" anchor="t" anchorCtr="0">
            <a:noAutofit/>
          </a:bodyPr>
          <a:lstStyle>
            <a:lvl1pPr marL="0" marR="0" lvl="0" indent="0" algn="ctr" rtl="0">
              <a:spcBef>
                <a:spcPts val="0"/>
              </a:spcBef>
              <a:spcAft>
                <a:spcPts val="0"/>
              </a:spcAft>
              <a:buNone/>
              <a:defRPr sz="1800" i="1">
                <a:solidFill>
                  <a:schemeClr val="dk1"/>
                </a:solidFill>
                <a:latin typeface="Times New Roman"/>
                <a:ea typeface="Times New Roman"/>
                <a:cs typeface="Times New Roman"/>
                <a:sym typeface="Times New Roman"/>
              </a:defRPr>
            </a:lvl1pPr>
            <a:lvl2pPr marL="0" marR="0" lvl="1" indent="0" algn="ctr" rtl="0">
              <a:spcBef>
                <a:spcPts val="0"/>
              </a:spcBef>
              <a:spcAft>
                <a:spcPts val="0"/>
              </a:spcAft>
              <a:buNone/>
              <a:defRPr sz="1800" i="1">
                <a:solidFill>
                  <a:schemeClr val="dk1"/>
                </a:solidFill>
                <a:latin typeface="Times New Roman"/>
                <a:ea typeface="Times New Roman"/>
                <a:cs typeface="Times New Roman"/>
                <a:sym typeface="Times New Roman"/>
              </a:defRPr>
            </a:lvl2pPr>
            <a:lvl3pPr marL="0" marR="0" lvl="2" indent="0" algn="ctr" rtl="0">
              <a:spcBef>
                <a:spcPts val="0"/>
              </a:spcBef>
              <a:spcAft>
                <a:spcPts val="0"/>
              </a:spcAft>
              <a:buNone/>
              <a:defRPr sz="1800" i="1">
                <a:solidFill>
                  <a:schemeClr val="dk1"/>
                </a:solidFill>
                <a:latin typeface="Times New Roman"/>
                <a:ea typeface="Times New Roman"/>
                <a:cs typeface="Times New Roman"/>
                <a:sym typeface="Times New Roman"/>
              </a:defRPr>
            </a:lvl3pPr>
            <a:lvl4pPr marL="0" marR="0" lvl="3" indent="0" algn="ctr" rtl="0">
              <a:spcBef>
                <a:spcPts val="0"/>
              </a:spcBef>
              <a:spcAft>
                <a:spcPts val="0"/>
              </a:spcAft>
              <a:buNone/>
              <a:defRPr sz="1800" i="1">
                <a:solidFill>
                  <a:schemeClr val="dk1"/>
                </a:solidFill>
                <a:latin typeface="Times New Roman"/>
                <a:ea typeface="Times New Roman"/>
                <a:cs typeface="Times New Roman"/>
                <a:sym typeface="Times New Roman"/>
              </a:defRPr>
            </a:lvl4pPr>
            <a:lvl5pPr marL="0" marR="0" lvl="4" indent="0" algn="ctr" rtl="0">
              <a:spcBef>
                <a:spcPts val="0"/>
              </a:spcBef>
              <a:spcAft>
                <a:spcPts val="0"/>
              </a:spcAft>
              <a:buNone/>
              <a:defRPr sz="1800" i="1">
                <a:solidFill>
                  <a:schemeClr val="dk1"/>
                </a:solidFill>
                <a:latin typeface="Times New Roman"/>
                <a:ea typeface="Times New Roman"/>
                <a:cs typeface="Times New Roman"/>
                <a:sym typeface="Times New Roman"/>
              </a:defRPr>
            </a:lvl5pPr>
            <a:lvl6pPr marL="0" marR="0" lvl="5" indent="0" algn="ctr" rtl="0">
              <a:spcBef>
                <a:spcPts val="0"/>
              </a:spcBef>
              <a:spcAft>
                <a:spcPts val="0"/>
              </a:spcAft>
              <a:buNone/>
              <a:defRPr sz="1800" i="1">
                <a:solidFill>
                  <a:schemeClr val="dk1"/>
                </a:solidFill>
                <a:latin typeface="Times New Roman"/>
                <a:ea typeface="Times New Roman"/>
                <a:cs typeface="Times New Roman"/>
                <a:sym typeface="Times New Roman"/>
              </a:defRPr>
            </a:lvl6pPr>
            <a:lvl7pPr marL="0" marR="0" lvl="6" indent="0" algn="ctr" rtl="0">
              <a:spcBef>
                <a:spcPts val="0"/>
              </a:spcBef>
              <a:spcAft>
                <a:spcPts val="0"/>
              </a:spcAft>
              <a:buNone/>
              <a:defRPr sz="1800" i="1">
                <a:solidFill>
                  <a:schemeClr val="dk1"/>
                </a:solidFill>
                <a:latin typeface="Times New Roman"/>
                <a:ea typeface="Times New Roman"/>
                <a:cs typeface="Times New Roman"/>
                <a:sym typeface="Times New Roman"/>
              </a:defRPr>
            </a:lvl7pPr>
            <a:lvl8pPr marL="0" marR="0" lvl="7" indent="0" algn="ctr" rtl="0">
              <a:spcBef>
                <a:spcPts val="0"/>
              </a:spcBef>
              <a:spcAft>
                <a:spcPts val="0"/>
              </a:spcAft>
              <a:buNone/>
              <a:defRPr sz="1800" i="1">
                <a:solidFill>
                  <a:schemeClr val="dk1"/>
                </a:solidFill>
                <a:latin typeface="Times New Roman"/>
                <a:ea typeface="Times New Roman"/>
                <a:cs typeface="Times New Roman"/>
                <a:sym typeface="Times New Roman"/>
              </a:defRPr>
            </a:lvl8pPr>
            <a:lvl9pPr marL="0" marR="0" lvl="8" indent="0" algn="ctr" rtl="0">
              <a:spcBef>
                <a:spcPts val="0"/>
              </a:spcBef>
              <a:spcAft>
                <a:spcPts val="0"/>
              </a:spcAft>
              <a:buNone/>
              <a:defRPr sz="1800" i="1">
                <a:solidFill>
                  <a:schemeClr val="dk1"/>
                </a:solidFill>
                <a:latin typeface="Times New Roman"/>
                <a:ea typeface="Times New Roman"/>
                <a:cs typeface="Times New Roman"/>
                <a:sym typeface="Times New Roman"/>
              </a:defRPr>
            </a:lvl9pPr>
          </a:lstStyle>
          <a:p>
            <a:pPr marL="0" lvl="0" indent="0" algn="ctr" rtl="0">
              <a:spcBef>
                <a:spcPts val="0"/>
              </a:spcBef>
              <a:spcAft>
                <a:spcPts val="0"/>
              </a:spcAft>
              <a:buNone/>
            </a:pPr>
            <a:r>
              <a:rPr lang="en-US"/>
              <a:t>Slide </a:t>
            </a:r>
            <a:fld id="{00000000-1234-1234-1234-123412341234}" type="slidenum">
              <a:rPr lang="en-US"/>
              <a:t>‹#›</a:t>
            </a:fld>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Title and 4 Content" type="fourObj">
  <p:cSld name="FOUR_OBJECTS">
    <p:bg>
      <p:bgPr>
        <a:solidFill>
          <a:schemeClr val="bg1"/>
        </a:solidFill>
        <a:effectLst/>
      </p:bgPr>
    </p:bg>
    <p:spTree>
      <p:nvGrpSpPr>
        <p:cNvPr id="1" name="Shape 81"/>
        <p:cNvGrpSpPr/>
        <p:nvPr/>
      </p:nvGrpSpPr>
      <p:grpSpPr>
        <a:xfrm>
          <a:off x="0" y="0"/>
          <a:ext cx="0" cy="0"/>
          <a:chOff x="0" y="0"/>
          <a:chExt cx="0" cy="0"/>
        </a:xfrm>
      </p:grpSpPr>
      <p:sp>
        <p:nvSpPr>
          <p:cNvPr id="82" name="Google Shape;82;p14"/>
          <p:cNvSpPr txBox="1">
            <a:spLocks noGrp="1"/>
          </p:cNvSpPr>
          <p:nvPr>
            <p:ph type="title"/>
          </p:nvPr>
        </p:nvSpPr>
        <p:spPr>
          <a:xfrm>
            <a:off x="914400" y="304800"/>
            <a:ext cx="10363200" cy="609600"/>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83" name="Google Shape;83;p14"/>
          <p:cNvSpPr txBox="1">
            <a:spLocks noGrp="1"/>
          </p:cNvSpPr>
          <p:nvPr>
            <p:ph type="body" idx="1"/>
          </p:nvPr>
        </p:nvSpPr>
        <p:spPr>
          <a:xfrm>
            <a:off x="914400" y="1143000"/>
            <a:ext cx="5080000" cy="2400300"/>
          </a:xfrm>
          <a:prstGeom prst="rect">
            <a:avLst/>
          </a:prstGeom>
          <a:noFill/>
          <a:ln>
            <a:noFill/>
          </a:ln>
        </p:spPr>
        <p:txBody>
          <a:bodyPr spcFirstLastPara="1" wrap="square" lIns="91425" tIns="45700" rIns="91425" bIns="45700" anchor="t" anchorCtr="0">
            <a:noAutofit/>
          </a:bodyPr>
          <a:lstStyle>
            <a:lvl1pPr marL="457200" lvl="0" indent="-320040" algn="l">
              <a:spcBef>
                <a:spcPts val="360"/>
              </a:spcBef>
              <a:spcAft>
                <a:spcPts val="0"/>
              </a:spcAft>
              <a:buClr>
                <a:schemeClr val="dk1"/>
              </a:buClr>
              <a:buSzPts val="1440"/>
              <a:buChar char="•"/>
              <a:defRPr/>
            </a:lvl1pPr>
            <a:lvl2pPr marL="914400" lvl="1" indent="-342900" algn="l">
              <a:spcBef>
                <a:spcPts val="360"/>
              </a:spcBef>
              <a:spcAft>
                <a:spcPts val="0"/>
              </a:spcAft>
              <a:buClr>
                <a:schemeClr val="dk1"/>
              </a:buClr>
              <a:buSzPts val="1800"/>
              <a:buChar char="»"/>
              <a:defRPr/>
            </a:lvl2pPr>
            <a:lvl3pPr marL="1371600" lvl="2" indent="-342900" algn="l">
              <a:spcBef>
                <a:spcPts val="0"/>
              </a:spcBef>
              <a:spcAft>
                <a:spcPts val="0"/>
              </a:spcAft>
              <a:buClr>
                <a:schemeClr val="dk1"/>
              </a:buClr>
              <a:buSzPts val="1800"/>
              <a:buChar char="•"/>
              <a:defRPr/>
            </a:lvl3pPr>
            <a:lvl4pPr marL="1828800" lvl="3" indent="-342900" algn="l">
              <a:spcBef>
                <a:spcPts val="0"/>
              </a:spcBef>
              <a:spcAft>
                <a:spcPts val="0"/>
              </a:spcAft>
              <a:buClr>
                <a:schemeClr val="dk1"/>
              </a:buClr>
              <a:buSzPts val="1800"/>
              <a:buChar char="–"/>
              <a:defRPr/>
            </a:lvl4pPr>
            <a:lvl5pPr marL="2286000" lvl="4" indent="-342900" algn="l">
              <a:spcBef>
                <a:spcPts val="0"/>
              </a:spcBef>
              <a:spcAft>
                <a:spcPts val="0"/>
              </a:spcAft>
              <a:buClr>
                <a:schemeClr val="dk1"/>
              </a:buClr>
              <a:buSzPts val="1800"/>
              <a:buChar char="»"/>
              <a:defRPr/>
            </a:lvl5pPr>
            <a:lvl6pPr marL="2743200" lvl="5" indent="-342900" algn="l">
              <a:spcBef>
                <a:spcPts val="0"/>
              </a:spcBef>
              <a:spcAft>
                <a:spcPts val="0"/>
              </a:spcAft>
              <a:buClr>
                <a:schemeClr val="dk1"/>
              </a:buClr>
              <a:buSzPts val="1800"/>
              <a:buChar char="»"/>
              <a:defRPr/>
            </a:lvl6pPr>
            <a:lvl7pPr marL="3200400" lvl="6" indent="-342900" algn="l">
              <a:spcBef>
                <a:spcPts val="0"/>
              </a:spcBef>
              <a:spcAft>
                <a:spcPts val="0"/>
              </a:spcAft>
              <a:buClr>
                <a:schemeClr val="dk1"/>
              </a:buClr>
              <a:buSzPts val="1800"/>
              <a:buChar char="»"/>
              <a:defRPr/>
            </a:lvl7pPr>
            <a:lvl8pPr marL="3657600" lvl="7" indent="-342900" algn="l">
              <a:spcBef>
                <a:spcPts val="0"/>
              </a:spcBef>
              <a:spcAft>
                <a:spcPts val="0"/>
              </a:spcAft>
              <a:buClr>
                <a:schemeClr val="dk1"/>
              </a:buClr>
              <a:buSzPts val="1800"/>
              <a:buChar char="»"/>
              <a:defRPr/>
            </a:lvl8pPr>
            <a:lvl9pPr marL="4114800" lvl="8" indent="-342900" algn="l">
              <a:spcBef>
                <a:spcPts val="0"/>
              </a:spcBef>
              <a:spcAft>
                <a:spcPts val="0"/>
              </a:spcAft>
              <a:buClr>
                <a:schemeClr val="dk1"/>
              </a:buClr>
              <a:buSzPts val="1800"/>
              <a:buChar char="»"/>
              <a:defRPr/>
            </a:lvl9pPr>
          </a:lstStyle>
          <a:p>
            <a:endParaRPr/>
          </a:p>
        </p:txBody>
      </p:sp>
      <p:sp>
        <p:nvSpPr>
          <p:cNvPr id="84" name="Google Shape;84;p14"/>
          <p:cNvSpPr txBox="1">
            <a:spLocks noGrp="1"/>
          </p:cNvSpPr>
          <p:nvPr>
            <p:ph type="body" idx="2"/>
          </p:nvPr>
        </p:nvSpPr>
        <p:spPr>
          <a:xfrm>
            <a:off x="6197600" y="1143000"/>
            <a:ext cx="5080000" cy="2400300"/>
          </a:xfrm>
          <a:prstGeom prst="rect">
            <a:avLst/>
          </a:prstGeom>
          <a:noFill/>
          <a:ln>
            <a:noFill/>
          </a:ln>
        </p:spPr>
        <p:txBody>
          <a:bodyPr spcFirstLastPara="1" wrap="square" lIns="91425" tIns="45700" rIns="91425" bIns="45700" anchor="t" anchorCtr="0">
            <a:noAutofit/>
          </a:bodyPr>
          <a:lstStyle>
            <a:lvl1pPr marL="457200" lvl="0" indent="-320040" algn="l">
              <a:spcBef>
                <a:spcPts val="360"/>
              </a:spcBef>
              <a:spcAft>
                <a:spcPts val="0"/>
              </a:spcAft>
              <a:buClr>
                <a:schemeClr val="dk1"/>
              </a:buClr>
              <a:buSzPts val="1440"/>
              <a:buChar char="•"/>
              <a:defRPr/>
            </a:lvl1pPr>
            <a:lvl2pPr marL="914400" lvl="1" indent="-342900" algn="l">
              <a:spcBef>
                <a:spcPts val="360"/>
              </a:spcBef>
              <a:spcAft>
                <a:spcPts val="0"/>
              </a:spcAft>
              <a:buClr>
                <a:schemeClr val="dk1"/>
              </a:buClr>
              <a:buSzPts val="1800"/>
              <a:buChar char="»"/>
              <a:defRPr/>
            </a:lvl2pPr>
            <a:lvl3pPr marL="1371600" lvl="2" indent="-342900" algn="l">
              <a:spcBef>
                <a:spcPts val="0"/>
              </a:spcBef>
              <a:spcAft>
                <a:spcPts val="0"/>
              </a:spcAft>
              <a:buClr>
                <a:schemeClr val="dk1"/>
              </a:buClr>
              <a:buSzPts val="1800"/>
              <a:buChar char="•"/>
              <a:defRPr/>
            </a:lvl3pPr>
            <a:lvl4pPr marL="1828800" lvl="3" indent="-342900" algn="l">
              <a:spcBef>
                <a:spcPts val="0"/>
              </a:spcBef>
              <a:spcAft>
                <a:spcPts val="0"/>
              </a:spcAft>
              <a:buClr>
                <a:schemeClr val="dk1"/>
              </a:buClr>
              <a:buSzPts val="1800"/>
              <a:buChar char="–"/>
              <a:defRPr/>
            </a:lvl4pPr>
            <a:lvl5pPr marL="2286000" lvl="4" indent="-342900" algn="l">
              <a:spcBef>
                <a:spcPts val="0"/>
              </a:spcBef>
              <a:spcAft>
                <a:spcPts val="0"/>
              </a:spcAft>
              <a:buClr>
                <a:schemeClr val="dk1"/>
              </a:buClr>
              <a:buSzPts val="1800"/>
              <a:buChar char="»"/>
              <a:defRPr/>
            </a:lvl5pPr>
            <a:lvl6pPr marL="2743200" lvl="5" indent="-342900" algn="l">
              <a:spcBef>
                <a:spcPts val="0"/>
              </a:spcBef>
              <a:spcAft>
                <a:spcPts val="0"/>
              </a:spcAft>
              <a:buClr>
                <a:schemeClr val="dk1"/>
              </a:buClr>
              <a:buSzPts val="1800"/>
              <a:buChar char="»"/>
              <a:defRPr/>
            </a:lvl6pPr>
            <a:lvl7pPr marL="3200400" lvl="6" indent="-342900" algn="l">
              <a:spcBef>
                <a:spcPts val="0"/>
              </a:spcBef>
              <a:spcAft>
                <a:spcPts val="0"/>
              </a:spcAft>
              <a:buClr>
                <a:schemeClr val="dk1"/>
              </a:buClr>
              <a:buSzPts val="1800"/>
              <a:buChar char="»"/>
              <a:defRPr/>
            </a:lvl7pPr>
            <a:lvl8pPr marL="3657600" lvl="7" indent="-342900" algn="l">
              <a:spcBef>
                <a:spcPts val="0"/>
              </a:spcBef>
              <a:spcAft>
                <a:spcPts val="0"/>
              </a:spcAft>
              <a:buClr>
                <a:schemeClr val="dk1"/>
              </a:buClr>
              <a:buSzPts val="1800"/>
              <a:buChar char="»"/>
              <a:defRPr/>
            </a:lvl8pPr>
            <a:lvl9pPr marL="4114800" lvl="8" indent="-342900" algn="l">
              <a:spcBef>
                <a:spcPts val="0"/>
              </a:spcBef>
              <a:spcAft>
                <a:spcPts val="0"/>
              </a:spcAft>
              <a:buClr>
                <a:schemeClr val="dk1"/>
              </a:buClr>
              <a:buSzPts val="1800"/>
              <a:buChar char="»"/>
              <a:defRPr/>
            </a:lvl9pPr>
          </a:lstStyle>
          <a:p>
            <a:endParaRPr/>
          </a:p>
        </p:txBody>
      </p:sp>
      <p:sp>
        <p:nvSpPr>
          <p:cNvPr id="85" name="Google Shape;85;p14"/>
          <p:cNvSpPr txBox="1">
            <a:spLocks noGrp="1"/>
          </p:cNvSpPr>
          <p:nvPr>
            <p:ph type="body" idx="3"/>
          </p:nvPr>
        </p:nvSpPr>
        <p:spPr>
          <a:xfrm>
            <a:off x="914400" y="3695700"/>
            <a:ext cx="5080000" cy="2400300"/>
          </a:xfrm>
          <a:prstGeom prst="rect">
            <a:avLst/>
          </a:prstGeom>
          <a:noFill/>
          <a:ln>
            <a:noFill/>
          </a:ln>
        </p:spPr>
        <p:txBody>
          <a:bodyPr spcFirstLastPara="1" wrap="square" lIns="91425" tIns="45700" rIns="91425" bIns="45700" anchor="t" anchorCtr="0">
            <a:noAutofit/>
          </a:bodyPr>
          <a:lstStyle>
            <a:lvl1pPr marL="457200" lvl="0" indent="-320040" algn="l">
              <a:spcBef>
                <a:spcPts val="360"/>
              </a:spcBef>
              <a:spcAft>
                <a:spcPts val="0"/>
              </a:spcAft>
              <a:buClr>
                <a:schemeClr val="dk1"/>
              </a:buClr>
              <a:buSzPts val="1440"/>
              <a:buChar char="•"/>
              <a:defRPr/>
            </a:lvl1pPr>
            <a:lvl2pPr marL="914400" lvl="1" indent="-342900" algn="l">
              <a:spcBef>
                <a:spcPts val="360"/>
              </a:spcBef>
              <a:spcAft>
                <a:spcPts val="0"/>
              </a:spcAft>
              <a:buClr>
                <a:schemeClr val="dk1"/>
              </a:buClr>
              <a:buSzPts val="1800"/>
              <a:buChar char="»"/>
              <a:defRPr/>
            </a:lvl2pPr>
            <a:lvl3pPr marL="1371600" lvl="2" indent="-342900" algn="l">
              <a:spcBef>
                <a:spcPts val="0"/>
              </a:spcBef>
              <a:spcAft>
                <a:spcPts val="0"/>
              </a:spcAft>
              <a:buClr>
                <a:schemeClr val="dk1"/>
              </a:buClr>
              <a:buSzPts val="1800"/>
              <a:buChar char="•"/>
              <a:defRPr/>
            </a:lvl3pPr>
            <a:lvl4pPr marL="1828800" lvl="3" indent="-342900" algn="l">
              <a:spcBef>
                <a:spcPts val="0"/>
              </a:spcBef>
              <a:spcAft>
                <a:spcPts val="0"/>
              </a:spcAft>
              <a:buClr>
                <a:schemeClr val="dk1"/>
              </a:buClr>
              <a:buSzPts val="1800"/>
              <a:buChar char="–"/>
              <a:defRPr/>
            </a:lvl4pPr>
            <a:lvl5pPr marL="2286000" lvl="4" indent="-342900" algn="l">
              <a:spcBef>
                <a:spcPts val="0"/>
              </a:spcBef>
              <a:spcAft>
                <a:spcPts val="0"/>
              </a:spcAft>
              <a:buClr>
                <a:schemeClr val="dk1"/>
              </a:buClr>
              <a:buSzPts val="1800"/>
              <a:buChar char="»"/>
              <a:defRPr/>
            </a:lvl5pPr>
            <a:lvl6pPr marL="2743200" lvl="5" indent="-342900" algn="l">
              <a:spcBef>
                <a:spcPts val="0"/>
              </a:spcBef>
              <a:spcAft>
                <a:spcPts val="0"/>
              </a:spcAft>
              <a:buClr>
                <a:schemeClr val="dk1"/>
              </a:buClr>
              <a:buSzPts val="1800"/>
              <a:buChar char="»"/>
              <a:defRPr/>
            </a:lvl6pPr>
            <a:lvl7pPr marL="3200400" lvl="6" indent="-342900" algn="l">
              <a:spcBef>
                <a:spcPts val="0"/>
              </a:spcBef>
              <a:spcAft>
                <a:spcPts val="0"/>
              </a:spcAft>
              <a:buClr>
                <a:schemeClr val="dk1"/>
              </a:buClr>
              <a:buSzPts val="1800"/>
              <a:buChar char="»"/>
              <a:defRPr/>
            </a:lvl7pPr>
            <a:lvl8pPr marL="3657600" lvl="7" indent="-342900" algn="l">
              <a:spcBef>
                <a:spcPts val="0"/>
              </a:spcBef>
              <a:spcAft>
                <a:spcPts val="0"/>
              </a:spcAft>
              <a:buClr>
                <a:schemeClr val="dk1"/>
              </a:buClr>
              <a:buSzPts val="1800"/>
              <a:buChar char="»"/>
              <a:defRPr/>
            </a:lvl8pPr>
            <a:lvl9pPr marL="4114800" lvl="8" indent="-342900" algn="l">
              <a:spcBef>
                <a:spcPts val="0"/>
              </a:spcBef>
              <a:spcAft>
                <a:spcPts val="0"/>
              </a:spcAft>
              <a:buClr>
                <a:schemeClr val="dk1"/>
              </a:buClr>
              <a:buSzPts val="1800"/>
              <a:buChar char="»"/>
              <a:defRPr/>
            </a:lvl9pPr>
          </a:lstStyle>
          <a:p>
            <a:endParaRPr/>
          </a:p>
        </p:txBody>
      </p:sp>
      <p:sp>
        <p:nvSpPr>
          <p:cNvPr id="86" name="Google Shape;86;p14"/>
          <p:cNvSpPr txBox="1">
            <a:spLocks noGrp="1"/>
          </p:cNvSpPr>
          <p:nvPr>
            <p:ph type="body" idx="4"/>
          </p:nvPr>
        </p:nvSpPr>
        <p:spPr>
          <a:xfrm>
            <a:off x="6197600" y="3695700"/>
            <a:ext cx="5080000" cy="2400300"/>
          </a:xfrm>
          <a:prstGeom prst="rect">
            <a:avLst/>
          </a:prstGeom>
          <a:noFill/>
          <a:ln>
            <a:noFill/>
          </a:ln>
        </p:spPr>
        <p:txBody>
          <a:bodyPr spcFirstLastPara="1" wrap="square" lIns="91425" tIns="45700" rIns="91425" bIns="45700" anchor="t" anchorCtr="0">
            <a:noAutofit/>
          </a:bodyPr>
          <a:lstStyle>
            <a:lvl1pPr marL="457200" lvl="0" indent="-320040" algn="l">
              <a:spcBef>
                <a:spcPts val="360"/>
              </a:spcBef>
              <a:spcAft>
                <a:spcPts val="0"/>
              </a:spcAft>
              <a:buClr>
                <a:schemeClr val="dk1"/>
              </a:buClr>
              <a:buSzPts val="1440"/>
              <a:buChar char="•"/>
              <a:defRPr/>
            </a:lvl1pPr>
            <a:lvl2pPr marL="914400" lvl="1" indent="-342900" algn="l">
              <a:spcBef>
                <a:spcPts val="360"/>
              </a:spcBef>
              <a:spcAft>
                <a:spcPts val="0"/>
              </a:spcAft>
              <a:buClr>
                <a:schemeClr val="dk1"/>
              </a:buClr>
              <a:buSzPts val="1800"/>
              <a:buChar char="»"/>
              <a:defRPr/>
            </a:lvl2pPr>
            <a:lvl3pPr marL="1371600" lvl="2" indent="-342900" algn="l">
              <a:spcBef>
                <a:spcPts val="0"/>
              </a:spcBef>
              <a:spcAft>
                <a:spcPts val="0"/>
              </a:spcAft>
              <a:buClr>
                <a:schemeClr val="dk1"/>
              </a:buClr>
              <a:buSzPts val="1800"/>
              <a:buChar char="•"/>
              <a:defRPr/>
            </a:lvl3pPr>
            <a:lvl4pPr marL="1828800" lvl="3" indent="-342900" algn="l">
              <a:spcBef>
                <a:spcPts val="0"/>
              </a:spcBef>
              <a:spcAft>
                <a:spcPts val="0"/>
              </a:spcAft>
              <a:buClr>
                <a:schemeClr val="dk1"/>
              </a:buClr>
              <a:buSzPts val="1800"/>
              <a:buChar char="–"/>
              <a:defRPr/>
            </a:lvl4pPr>
            <a:lvl5pPr marL="2286000" lvl="4" indent="-342900" algn="l">
              <a:spcBef>
                <a:spcPts val="0"/>
              </a:spcBef>
              <a:spcAft>
                <a:spcPts val="0"/>
              </a:spcAft>
              <a:buClr>
                <a:schemeClr val="dk1"/>
              </a:buClr>
              <a:buSzPts val="1800"/>
              <a:buChar char="»"/>
              <a:defRPr/>
            </a:lvl5pPr>
            <a:lvl6pPr marL="2743200" lvl="5" indent="-342900" algn="l">
              <a:spcBef>
                <a:spcPts val="0"/>
              </a:spcBef>
              <a:spcAft>
                <a:spcPts val="0"/>
              </a:spcAft>
              <a:buClr>
                <a:schemeClr val="dk1"/>
              </a:buClr>
              <a:buSzPts val="1800"/>
              <a:buChar char="»"/>
              <a:defRPr/>
            </a:lvl6pPr>
            <a:lvl7pPr marL="3200400" lvl="6" indent="-342900" algn="l">
              <a:spcBef>
                <a:spcPts val="0"/>
              </a:spcBef>
              <a:spcAft>
                <a:spcPts val="0"/>
              </a:spcAft>
              <a:buClr>
                <a:schemeClr val="dk1"/>
              </a:buClr>
              <a:buSzPts val="1800"/>
              <a:buChar char="»"/>
              <a:defRPr/>
            </a:lvl7pPr>
            <a:lvl8pPr marL="3657600" lvl="7" indent="-342900" algn="l">
              <a:spcBef>
                <a:spcPts val="0"/>
              </a:spcBef>
              <a:spcAft>
                <a:spcPts val="0"/>
              </a:spcAft>
              <a:buClr>
                <a:schemeClr val="dk1"/>
              </a:buClr>
              <a:buSzPts val="1800"/>
              <a:buChar char="»"/>
              <a:defRPr/>
            </a:lvl8pPr>
            <a:lvl9pPr marL="4114800" lvl="8" indent="-342900" algn="l">
              <a:spcBef>
                <a:spcPts val="0"/>
              </a:spcBef>
              <a:spcAft>
                <a:spcPts val="0"/>
              </a:spcAft>
              <a:buClr>
                <a:schemeClr val="dk1"/>
              </a:buClr>
              <a:buSzPts val="1800"/>
              <a:buChar char="»"/>
              <a:defRPr/>
            </a:lvl9pPr>
          </a:lstStyle>
          <a:p>
            <a:endParaRPr/>
          </a:p>
        </p:txBody>
      </p:sp>
      <p:sp>
        <p:nvSpPr>
          <p:cNvPr id="87" name="Google Shape;87;p14"/>
          <p:cNvSpPr txBox="1">
            <a:spLocks noGrp="1"/>
          </p:cNvSpPr>
          <p:nvPr>
            <p:ph type="dt" idx="10"/>
          </p:nvPr>
        </p:nvSpPr>
        <p:spPr>
          <a:xfrm>
            <a:off x="914400" y="6534150"/>
            <a:ext cx="2540000" cy="457200"/>
          </a:xfrm>
          <a:prstGeom prst="rect">
            <a:avLst/>
          </a:prstGeom>
          <a:noFill/>
          <a:ln>
            <a:noFill/>
          </a:ln>
        </p:spPr>
        <p:txBody>
          <a:bodyPr spcFirstLastPara="1" wrap="square" lIns="91425" tIns="45700" rIns="91425" bIns="45700" anchor="t" anchorCtr="0">
            <a:noAutofit/>
          </a:bodyPr>
          <a:lstStyle>
            <a:lvl1pPr marR="0" lvl="0" algn="ctr" rtl="0">
              <a:spcBef>
                <a:spcPts val="0"/>
              </a:spcBef>
              <a:spcAft>
                <a:spcPts val="0"/>
              </a:spcAft>
              <a:buSzPts val="1400"/>
              <a:buNone/>
              <a:defRPr sz="1800" i="1">
                <a:solidFill>
                  <a:schemeClr val="dk1"/>
                </a:solidFill>
                <a:latin typeface="Times New Roman"/>
                <a:ea typeface="Times New Roman"/>
                <a:cs typeface="Times New Roman"/>
                <a:sym typeface="Times New Roman"/>
              </a:defRPr>
            </a:lvl1pPr>
            <a:lvl2pPr marR="0" lvl="1" algn="ctr"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2pPr>
            <a:lvl3pPr marR="0" lvl="2" algn="ctr"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3pPr>
            <a:lvl4pPr marR="0" lvl="3" algn="ctr"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4pPr>
            <a:lvl5pPr marR="0" lvl="4" algn="ctr"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5pPr>
            <a:lvl6pPr marR="0" lvl="5" algn="l"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6pPr>
            <a:lvl7pPr marR="0" lvl="6" algn="l"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7pPr>
            <a:lvl8pPr marR="0" lvl="7" algn="l"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8pPr>
            <a:lvl9pPr marR="0" lvl="8" algn="l"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9pPr>
          </a:lstStyle>
          <a:p>
            <a:endParaRPr/>
          </a:p>
        </p:txBody>
      </p:sp>
      <p:sp>
        <p:nvSpPr>
          <p:cNvPr id="88" name="Google Shape;88;p14"/>
          <p:cNvSpPr txBox="1">
            <a:spLocks noGrp="1"/>
          </p:cNvSpPr>
          <p:nvPr>
            <p:ph type="ftr" idx="11"/>
          </p:nvPr>
        </p:nvSpPr>
        <p:spPr>
          <a:xfrm>
            <a:off x="4165600" y="6553200"/>
            <a:ext cx="3860800" cy="457200"/>
          </a:xfrm>
          <a:prstGeom prst="rect">
            <a:avLst/>
          </a:prstGeom>
          <a:noFill/>
          <a:ln>
            <a:noFill/>
          </a:ln>
        </p:spPr>
        <p:txBody>
          <a:bodyPr spcFirstLastPara="1" wrap="square" lIns="91425" tIns="45700" rIns="91425" bIns="45700" anchor="t" anchorCtr="0">
            <a:noAutofit/>
          </a:bodyPr>
          <a:lstStyle>
            <a:lvl1pPr marR="0" lvl="0" algn="ctr" rtl="0">
              <a:spcBef>
                <a:spcPts val="0"/>
              </a:spcBef>
              <a:spcAft>
                <a:spcPts val="0"/>
              </a:spcAft>
              <a:buSzPts val="1400"/>
              <a:buNone/>
              <a:defRPr sz="1800" i="1">
                <a:solidFill>
                  <a:schemeClr val="dk1"/>
                </a:solidFill>
                <a:latin typeface="Times New Roman"/>
                <a:ea typeface="Times New Roman"/>
                <a:cs typeface="Times New Roman"/>
                <a:sym typeface="Times New Roman"/>
              </a:defRPr>
            </a:lvl1pPr>
            <a:lvl2pPr marR="0" lvl="1" algn="ctr"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2pPr>
            <a:lvl3pPr marR="0" lvl="2" algn="ctr"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3pPr>
            <a:lvl4pPr marR="0" lvl="3" algn="ctr"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4pPr>
            <a:lvl5pPr marR="0" lvl="4" algn="ctr"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5pPr>
            <a:lvl6pPr marR="0" lvl="5" algn="l"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6pPr>
            <a:lvl7pPr marR="0" lvl="6" algn="l"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7pPr>
            <a:lvl8pPr marR="0" lvl="7" algn="l"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8pPr>
            <a:lvl9pPr marR="0" lvl="8" algn="l"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9pPr>
          </a:lstStyle>
          <a:p>
            <a:endParaRPr/>
          </a:p>
        </p:txBody>
      </p:sp>
      <p:sp>
        <p:nvSpPr>
          <p:cNvPr id="89" name="Google Shape;89;p14"/>
          <p:cNvSpPr txBox="1">
            <a:spLocks noGrp="1"/>
          </p:cNvSpPr>
          <p:nvPr>
            <p:ph type="sldNum" idx="12"/>
          </p:nvPr>
        </p:nvSpPr>
        <p:spPr>
          <a:xfrm>
            <a:off x="8737600" y="6534150"/>
            <a:ext cx="2540000" cy="457200"/>
          </a:xfrm>
          <a:prstGeom prst="rect">
            <a:avLst/>
          </a:prstGeom>
          <a:noFill/>
          <a:ln>
            <a:noFill/>
          </a:ln>
        </p:spPr>
        <p:txBody>
          <a:bodyPr spcFirstLastPara="1" wrap="square" lIns="91425" tIns="45700" rIns="91425" bIns="45700" anchor="t" anchorCtr="0">
            <a:noAutofit/>
          </a:bodyPr>
          <a:lstStyle>
            <a:lvl1pPr marL="0" marR="0" lvl="0" indent="0" algn="ctr" rtl="0">
              <a:spcBef>
                <a:spcPts val="0"/>
              </a:spcBef>
              <a:spcAft>
                <a:spcPts val="0"/>
              </a:spcAft>
              <a:buNone/>
              <a:defRPr sz="1800" i="1">
                <a:solidFill>
                  <a:schemeClr val="dk1"/>
                </a:solidFill>
                <a:latin typeface="Times New Roman"/>
                <a:ea typeface="Times New Roman"/>
                <a:cs typeface="Times New Roman"/>
                <a:sym typeface="Times New Roman"/>
              </a:defRPr>
            </a:lvl1pPr>
            <a:lvl2pPr marL="0" marR="0" lvl="1" indent="0" algn="ctr" rtl="0">
              <a:spcBef>
                <a:spcPts val="0"/>
              </a:spcBef>
              <a:spcAft>
                <a:spcPts val="0"/>
              </a:spcAft>
              <a:buNone/>
              <a:defRPr sz="1800" i="1">
                <a:solidFill>
                  <a:schemeClr val="dk1"/>
                </a:solidFill>
                <a:latin typeface="Times New Roman"/>
                <a:ea typeface="Times New Roman"/>
                <a:cs typeface="Times New Roman"/>
                <a:sym typeface="Times New Roman"/>
              </a:defRPr>
            </a:lvl2pPr>
            <a:lvl3pPr marL="0" marR="0" lvl="2" indent="0" algn="ctr" rtl="0">
              <a:spcBef>
                <a:spcPts val="0"/>
              </a:spcBef>
              <a:spcAft>
                <a:spcPts val="0"/>
              </a:spcAft>
              <a:buNone/>
              <a:defRPr sz="1800" i="1">
                <a:solidFill>
                  <a:schemeClr val="dk1"/>
                </a:solidFill>
                <a:latin typeface="Times New Roman"/>
                <a:ea typeface="Times New Roman"/>
                <a:cs typeface="Times New Roman"/>
                <a:sym typeface="Times New Roman"/>
              </a:defRPr>
            </a:lvl3pPr>
            <a:lvl4pPr marL="0" marR="0" lvl="3" indent="0" algn="ctr" rtl="0">
              <a:spcBef>
                <a:spcPts val="0"/>
              </a:spcBef>
              <a:spcAft>
                <a:spcPts val="0"/>
              </a:spcAft>
              <a:buNone/>
              <a:defRPr sz="1800" i="1">
                <a:solidFill>
                  <a:schemeClr val="dk1"/>
                </a:solidFill>
                <a:latin typeface="Times New Roman"/>
                <a:ea typeface="Times New Roman"/>
                <a:cs typeface="Times New Roman"/>
                <a:sym typeface="Times New Roman"/>
              </a:defRPr>
            </a:lvl4pPr>
            <a:lvl5pPr marL="0" marR="0" lvl="4" indent="0" algn="ctr" rtl="0">
              <a:spcBef>
                <a:spcPts val="0"/>
              </a:spcBef>
              <a:spcAft>
                <a:spcPts val="0"/>
              </a:spcAft>
              <a:buNone/>
              <a:defRPr sz="1800" i="1">
                <a:solidFill>
                  <a:schemeClr val="dk1"/>
                </a:solidFill>
                <a:latin typeface="Times New Roman"/>
                <a:ea typeface="Times New Roman"/>
                <a:cs typeface="Times New Roman"/>
                <a:sym typeface="Times New Roman"/>
              </a:defRPr>
            </a:lvl5pPr>
            <a:lvl6pPr marL="0" marR="0" lvl="5" indent="0" algn="ctr" rtl="0">
              <a:spcBef>
                <a:spcPts val="0"/>
              </a:spcBef>
              <a:spcAft>
                <a:spcPts val="0"/>
              </a:spcAft>
              <a:buNone/>
              <a:defRPr sz="1800" i="1">
                <a:solidFill>
                  <a:schemeClr val="dk1"/>
                </a:solidFill>
                <a:latin typeface="Times New Roman"/>
                <a:ea typeface="Times New Roman"/>
                <a:cs typeface="Times New Roman"/>
                <a:sym typeface="Times New Roman"/>
              </a:defRPr>
            </a:lvl6pPr>
            <a:lvl7pPr marL="0" marR="0" lvl="6" indent="0" algn="ctr" rtl="0">
              <a:spcBef>
                <a:spcPts val="0"/>
              </a:spcBef>
              <a:spcAft>
                <a:spcPts val="0"/>
              </a:spcAft>
              <a:buNone/>
              <a:defRPr sz="1800" i="1">
                <a:solidFill>
                  <a:schemeClr val="dk1"/>
                </a:solidFill>
                <a:latin typeface="Times New Roman"/>
                <a:ea typeface="Times New Roman"/>
                <a:cs typeface="Times New Roman"/>
                <a:sym typeface="Times New Roman"/>
              </a:defRPr>
            </a:lvl7pPr>
            <a:lvl8pPr marL="0" marR="0" lvl="7" indent="0" algn="ctr" rtl="0">
              <a:spcBef>
                <a:spcPts val="0"/>
              </a:spcBef>
              <a:spcAft>
                <a:spcPts val="0"/>
              </a:spcAft>
              <a:buNone/>
              <a:defRPr sz="1800" i="1">
                <a:solidFill>
                  <a:schemeClr val="dk1"/>
                </a:solidFill>
                <a:latin typeface="Times New Roman"/>
                <a:ea typeface="Times New Roman"/>
                <a:cs typeface="Times New Roman"/>
                <a:sym typeface="Times New Roman"/>
              </a:defRPr>
            </a:lvl8pPr>
            <a:lvl9pPr marL="0" marR="0" lvl="8" indent="0" algn="ctr" rtl="0">
              <a:spcBef>
                <a:spcPts val="0"/>
              </a:spcBef>
              <a:spcAft>
                <a:spcPts val="0"/>
              </a:spcAft>
              <a:buNone/>
              <a:defRPr sz="1800" i="1">
                <a:solidFill>
                  <a:schemeClr val="dk1"/>
                </a:solidFill>
                <a:latin typeface="Times New Roman"/>
                <a:ea typeface="Times New Roman"/>
                <a:cs typeface="Times New Roman"/>
                <a:sym typeface="Times New Roman"/>
              </a:defRPr>
            </a:lvl9pPr>
          </a:lstStyle>
          <a:p>
            <a:pPr marL="0" lvl="0" indent="0" algn="ctr" rtl="0">
              <a:spcBef>
                <a:spcPts val="0"/>
              </a:spcBef>
              <a:spcAft>
                <a:spcPts val="0"/>
              </a:spcAft>
              <a:buNone/>
            </a:pPr>
            <a:r>
              <a:rPr lang="en-US"/>
              <a:t>Slide </a:t>
            </a:r>
            <a:fld id="{00000000-1234-1234-1234-123412341234}" type="slidenum">
              <a:rPr lang="en-US"/>
              <a:t>‹#›</a:t>
            </a:fld>
            <a:endParaRPr/>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itle, Text, and 2 Content" type="txAndTwoObj">
  <p:cSld name="TEXT_AND_TWO_OBJECTS">
    <p:bg>
      <p:bgPr>
        <a:solidFill>
          <a:schemeClr val="bg1"/>
        </a:solidFill>
        <a:effectLst/>
      </p:bgPr>
    </p:bg>
    <p:spTree>
      <p:nvGrpSpPr>
        <p:cNvPr id="1" name="Shape 97"/>
        <p:cNvGrpSpPr/>
        <p:nvPr/>
      </p:nvGrpSpPr>
      <p:grpSpPr>
        <a:xfrm>
          <a:off x="0" y="0"/>
          <a:ext cx="0" cy="0"/>
          <a:chOff x="0" y="0"/>
          <a:chExt cx="0" cy="0"/>
        </a:xfrm>
      </p:grpSpPr>
      <p:sp>
        <p:nvSpPr>
          <p:cNvPr id="98" name="Google Shape;98;p16"/>
          <p:cNvSpPr txBox="1">
            <a:spLocks noGrp="1"/>
          </p:cNvSpPr>
          <p:nvPr>
            <p:ph type="title"/>
          </p:nvPr>
        </p:nvSpPr>
        <p:spPr>
          <a:xfrm>
            <a:off x="914400" y="304800"/>
            <a:ext cx="10363200" cy="609600"/>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99" name="Google Shape;99;p16"/>
          <p:cNvSpPr txBox="1">
            <a:spLocks noGrp="1"/>
          </p:cNvSpPr>
          <p:nvPr>
            <p:ph type="body" idx="1"/>
          </p:nvPr>
        </p:nvSpPr>
        <p:spPr>
          <a:xfrm>
            <a:off x="914400" y="1143000"/>
            <a:ext cx="5080000" cy="4953000"/>
          </a:xfrm>
          <a:prstGeom prst="rect">
            <a:avLst/>
          </a:prstGeom>
          <a:noFill/>
          <a:ln>
            <a:noFill/>
          </a:ln>
        </p:spPr>
        <p:txBody>
          <a:bodyPr spcFirstLastPara="1" wrap="square" lIns="91425" tIns="45700" rIns="91425" bIns="45700" anchor="t" anchorCtr="0">
            <a:noAutofit/>
          </a:bodyPr>
          <a:lstStyle>
            <a:lvl1pPr marL="457200" lvl="0" indent="-320040" algn="l">
              <a:spcBef>
                <a:spcPts val="360"/>
              </a:spcBef>
              <a:spcAft>
                <a:spcPts val="0"/>
              </a:spcAft>
              <a:buClr>
                <a:schemeClr val="dk1"/>
              </a:buClr>
              <a:buSzPts val="1440"/>
              <a:buChar char="•"/>
              <a:defRPr/>
            </a:lvl1pPr>
            <a:lvl2pPr marL="914400" lvl="1" indent="-342900" algn="l">
              <a:spcBef>
                <a:spcPts val="360"/>
              </a:spcBef>
              <a:spcAft>
                <a:spcPts val="0"/>
              </a:spcAft>
              <a:buClr>
                <a:schemeClr val="dk1"/>
              </a:buClr>
              <a:buSzPts val="1800"/>
              <a:buChar char="»"/>
              <a:defRPr/>
            </a:lvl2pPr>
            <a:lvl3pPr marL="1371600" lvl="2" indent="-342900" algn="l">
              <a:spcBef>
                <a:spcPts val="0"/>
              </a:spcBef>
              <a:spcAft>
                <a:spcPts val="0"/>
              </a:spcAft>
              <a:buClr>
                <a:schemeClr val="dk1"/>
              </a:buClr>
              <a:buSzPts val="1800"/>
              <a:buChar char="•"/>
              <a:defRPr/>
            </a:lvl3pPr>
            <a:lvl4pPr marL="1828800" lvl="3" indent="-342900" algn="l">
              <a:spcBef>
                <a:spcPts val="0"/>
              </a:spcBef>
              <a:spcAft>
                <a:spcPts val="0"/>
              </a:spcAft>
              <a:buClr>
                <a:schemeClr val="dk1"/>
              </a:buClr>
              <a:buSzPts val="1800"/>
              <a:buChar char="–"/>
              <a:defRPr/>
            </a:lvl4pPr>
            <a:lvl5pPr marL="2286000" lvl="4" indent="-342900" algn="l">
              <a:spcBef>
                <a:spcPts val="0"/>
              </a:spcBef>
              <a:spcAft>
                <a:spcPts val="0"/>
              </a:spcAft>
              <a:buClr>
                <a:schemeClr val="dk1"/>
              </a:buClr>
              <a:buSzPts val="1800"/>
              <a:buChar char="»"/>
              <a:defRPr/>
            </a:lvl5pPr>
            <a:lvl6pPr marL="2743200" lvl="5" indent="-342900" algn="l">
              <a:spcBef>
                <a:spcPts val="0"/>
              </a:spcBef>
              <a:spcAft>
                <a:spcPts val="0"/>
              </a:spcAft>
              <a:buClr>
                <a:schemeClr val="dk1"/>
              </a:buClr>
              <a:buSzPts val="1800"/>
              <a:buChar char="»"/>
              <a:defRPr/>
            </a:lvl6pPr>
            <a:lvl7pPr marL="3200400" lvl="6" indent="-342900" algn="l">
              <a:spcBef>
                <a:spcPts val="0"/>
              </a:spcBef>
              <a:spcAft>
                <a:spcPts val="0"/>
              </a:spcAft>
              <a:buClr>
                <a:schemeClr val="dk1"/>
              </a:buClr>
              <a:buSzPts val="1800"/>
              <a:buChar char="»"/>
              <a:defRPr/>
            </a:lvl7pPr>
            <a:lvl8pPr marL="3657600" lvl="7" indent="-342900" algn="l">
              <a:spcBef>
                <a:spcPts val="0"/>
              </a:spcBef>
              <a:spcAft>
                <a:spcPts val="0"/>
              </a:spcAft>
              <a:buClr>
                <a:schemeClr val="dk1"/>
              </a:buClr>
              <a:buSzPts val="1800"/>
              <a:buChar char="»"/>
              <a:defRPr/>
            </a:lvl8pPr>
            <a:lvl9pPr marL="4114800" lvl="8" indent="-342900" algn="l">
              <a:spcBef>
                <a:spcPts val="0"/>
              </a:spcBef>
              <a:spcAft>
                <a:spcPts val="0"/>
              </a:spcAft>
              <a:buClr>
                <a:schemeClr val="dk1"/>
              </a:buClr>
              <a:buSzPts val="1800"/>
              <a:buChar char="»"/>
              <a:defRPr/>
            </a:lvl9pPr>
          </a:lstStyle>
          <a:p>
            <a:endParaRPr/>
          </a:p>
        </p:txBody>
      </p:sp>
      <p:sp>
        <p:nvSpPr>
          <p:cNvPr id="100" name="Google Shape;100;p16"/>
          <p:cNvSpPr txBox="1">
            <a:spLocks noGrp="1"/>
          </p:cNvSpPr>
          <p:nvPr>
            <p:ph type="body" idx="2"/>
          </p:nvPr>
        </p:nvSpPr>
        <p:spPr>
          <a:xfrm>
            <a:off x="6197600" y="1143000"/>
            <a:ext cx="5080000" cy="2400300"/>
          </a:xfrm>
          <a:prstGeom prst="rect">
            <a:avLst/>
          </a:prstGeom>
          <a:noFill/>
          <a:ln>
            <a:noFill/>
          </a:ln>
        </p:spPr>
        <p:txBody>
          <a:bodyPr spcFirstLastPara="1" wrap="square" lIns="91425" tIns="45700" rIns="91425" bIns="45700" anchor="t" anchorCtr="0">
            <a:noAutofit/>
          </a:bodyPr>
          <a:lstStyle>
            <a:lvl1pPr marL="457200" lvl="0" indent="-320040" algn="l">
              <a:spcBef>
                <a:spcPts val="360"/>
              </a:spcBef>
              <a:spcAft>
                <a:spcPts val="0"/>
              </a:spcAft>
              <a:buClr>
                <a:schemeClr val="dk1"/>
              </a:buClr>
              <a:buSzPts val="1440"/>
              <a:buChar char="•"/>
              <a:defRPr/>
            </a:lvl1pPr>
            <a:lvl2pPr marL="914400" lvl="1" indent="-342900" algn="l">
              <a:spcBef>
                <a:spcPts val="360"/>
              </a:spcBef>
              <a:spcAft>
                <a:spcPts val="0"/>
              </a:spcAft>
              <a:buClr>
                <a:schemeClr val="dk1"/>
              </a:buClr>
              <a:buSzPts val="1800"/>
              <a:buChar char="»"/>
              <a:defRPr/>
            </a:lvl2pPr>
            <a:lvl3pPr marL="1371600" lvl="2" indent="-342900" algn="l">
              <a:spcBef>
                <a:spcPts val="0"/>
              </a:spcBef>
              <a:spcAft>
                <a:spcPts val="0"/>
              </a:spcAft>
              <a:buClr>
                <a:schemeClr val="dk1"/>
              </a:buClr>
              <a:buSzPts val="1800"/>
              <a:buChar char="•"/>
              <a:defRPr/>
            </a:lvl3pPr>
            <a:lvl4pPr marL="1828800" lvl="3" indent="-342900" algn="l">
              <a:spcBef>
                <a:spcPts val="0"/>
              </a:spcBef>
              <a:spcAft>
                <a:spcPts val="0"/>
              </a:spcAft>
              <a:buClr>
                <a:schemeClr val="dk1"/>
              </a:buClr>
              <a:buSzPts val="1800"/>
              <a:buChar char="–"/>
              <a:defRPr/>
            </a:lvl4pPr>
            <a:lvl5pPr marL="2286000" lvl="4" indent="-342900" algn="l">
              <a:spcBef>
                <a:spcPts val="0"/>
              </a:spcBef>
              <a:spcAft>
                <a:spcPts val="0"/>
              </a:spcAft>
              <a:buClr>
                <a:schemeClr val="dk1"/>
              </a:buClr>
              <a:buSzPts val="1800"/>
              <a:buChar char="»"/>
              <a:defRPr/>
            </a:lvl5pPr>
            <a:lvl6pPr marL="2743200" lvl="5" indent="-342900" algn="l">
              <a:spcBef>
                <a:spcPts val="0"/>
              </a:spcBef>
              <a:spcAft>
                <a:spcPts val="0"/>
              </a:spcAft>
              <a:buClr>
                <a:schemeClr val="dk1"/>
              </a:buClr>
              <a:buSzPts val="1800"/>
              <a:buChar char="»"/>
              <a:defRPr/>
            </a:lvl6pPr>
            <a:lvl7pPr marL="3200400" lvl="6" indent="-342900" algn="l">
              <a:spcBef>
                <a:spcPts val="0"/>
              </a:spcBef>
              <a:spcAft>
                <a:spcPts val="0"/>
              </a:spcAft>
              <a:buClr>
                <a:schemeClr val="dk1"/>
              </a:buClr>
              <a:buSzPts val="1800"/>
              <a:buChar char="»"/>
              <a:defRPr/>
            </a:lvl7pPr>
            <a:lvl8pPr marL="3657600" lvl="7" indent="-342900" algn="l">
              <a:spcBef>
                <a:spcPts val="0"/>
              </a:spcBef>
              <a:spcAft>
                <a:spcPts val="0"/>
              </a:spcAft>
              <a:buClr>
                <a:schemeClr val="dk1"/>
              </a:buClr>
              <a:buSzPts val="1800"/>
              <a:buChar char="»"/>
              <a:defRPr/>
            </a:lvl8pPr>
            <a:lvl9pPr marL="4114800" lvl="8" indent="-342900" algn="l">
              <a:spcBef>
                <a:spcPts val="0"/>
              </a:spcBef>
              <a:spcAft>
                <a:spcPts val="0"/>
              </a:spcAft>
              <a:buClr>
                <a:schemeClr val="dk1"/>
              </a:buClr>
              <a:buSzPts val="1800"/>
              <a:buChar char="»"/>
              <a:defRPr/>
            </a:lvl9pPr>
          </a:lstStyle>
          <a:p>
            <a:endParaRPr/>
          </a:p>
        </p:txBody>
      </p:sp>
      <p:sp>
        <p:nvSpPr>
          <p:cNvPr id="101" name="Google Shape;101;p16"/>
          <p:cNvSpPr txBox="1">
            <a:spLocks noGrp="1"/>
          </p:cNvSpPr>
          <p:nvPr>
            <p:ph type="body" idx="3"/>
          </p:nvPr>
        </p:nvSpPr>
        <p:spPr>
          <a:xfrm>
            <a:off x="6197600" y="3695700"/>
            <a:ext cx="5080000" cy="2400300"/>
          </a:xfrm>
          <a:prstGeom prst="rect">
            <a:avLst/>
          </a:prstGeom>
          <a:noFill/>
          <a:ln>
            <a:noFill/>
          </a:ln>
        </p:spPr>
        <p:txBody>
          <a:bodyPr spcFirstLastPara="1" wrap="square" lIns="91425" tIns="45700" rIns="91425" bIns="45700" anchor="t" anchorCtr="0">
            <a:noAutofit/>
          </a:bodyPr>
          <a:lstStyle>
            <a:lvl1pPr marL="457200" lvl="0" indent="-320040" algn="l">
              <a:spcBef>
                <a:spcPts val="360"/>
              </a:spcBef>
              <a:spcAft>
                <a:spcPts val="0"/>
              </a:spcAft>
              <a:buClr>
                <a:schemeClr val="dk1"/>
              </a:buClr>
              <a:buSzPts val="1440"/>
              <a:buChar char="•"/>
              <a:defRPr/>
            </a:lvl1pPr>
            <a:lvl2pPr marL="914400" lvl="1" indent="-342900" algn="l">
              <a:spcBef>
                <a:spcPts val="360"/>
              </a:spcBef>
              <a:spcAft>
                <a:spcPts val="0"/>
              </a:spcAft>
              <a:buClr>
                <a:schemeClr val="dk1"/>
              </a:buClr>
              <a:buSzPts val="1800"/>
              <a:buChar char="»"/>
              <a:defRPr/>
            </a:lvl2pPr>
            <a:lvl3pPr marL="1371600" lvl="2" indent="-342900" algn="l">
              <a:spcBef>
                <a:spcPts val="0"/>
              </a:spcBef>
              <a:spcAft>
                <a:spcPts val="0"/>
              </a:spcAft>
              <a:buClr>
                <a:schemeClr val="dk1"/>
              </a:buClr>
              <a:buSzPts val="1800"/>
              <a:buChar char="•"/>
              <a:defRPr/>
            </a:lvl3pPr>
            <a:lvl4pPr marL="1828800" lvl="3" indent="-342900" algn="l">
              <a:spcBef>
                <a:spcPts val="0"/>
              </a:spcBef>
              <a:spcAft>
                <a:spcPts val="0"/>
              </a:spcAft>
              <a:buClr>
                <a:schemeClr val="dk1"/>
              </a:buClr>
              <a:buSzPts val="1800"/>
              <a:buChar char="–"/>
              <a:defRPr/>
            </a:lvl4pPr>
            <a:lvl5pPr marL="2286000" lvl="4" indent="-342900" algn="l">
              <a:spcBef>
                <a:spcPts val="0"/>
              </a:spcBef>
              <a:spcAft>
                <a:spcPts val="0"/>
              </a:spcAft>
              <a:buClr>
                <a:schemeClr val="dk1"/>
              </a:buClr>
              <a:buSzPts val="1800"/>
              <a:buChar char="»"/>
              <a:defRPr/>
            </a:lvl5pPr>
            <a:lvl6pPr marL="2743200" lvl="5" indent="-342900" algn="l">
              <a:spcBef>
                <a:spcPts val="0"/>
              </a:spcBef>
              <a:spcAft>
                <a:spcPts val="0"/>
              </a:spcAft>
              <a:buClr>
                <a:schemeClr val="dk1"/>
              </a:buClr>
              <a:buSzPts val="1800"/>
              <a:buChar char="»"/>
              <a:defRPr/>
            </a:lvl6pPr>
            <a:lvl7pPr marL="3200400" lvl="6" indent="-342900" algn="l">
              <a:spcBef>
                <a:spcPts val="0"/>
              </a:spcBef>
              <a:spcAft>
                <a:spcPts val="0"/>
              </a:spcAft>
              <a:buClr>
                <a:schemeClr val="dk1"/>
              </a:buClr>
              <a:buSzPts val="1800"/>
              <a:buChar char="»"/>
              <a:defRPr/>
            </a:lvl7pPr>
            <a:lvl8pPr marL="3657600" lvl="7" indent="-342900" algn="l">
              <a:spcBef>
                <a:spcPts val="0"/>
              </a:spcBef>
              <a:spcAft>
                <a:spcPts val="0"/>
              </a:spcAft>
              <a:buClr>
                <a:schemeClr val="dk1"/>
              </a:buClr>
              <a:buSzPts val="1800"/>
              <a:buChar char="»"/>
              <a:defRPr/>
            </a:lvl8pPr>
            <a:lvl9pPr marL="4114800" lvl="8" indent="-342900" algn="l">
              <a:spcBef>
                <a:spcPts val="0"/>
              </a:spcBef>
              <a:spcAft>
                <a:spcPts val="0"/>
              </a:spcAft>
              <a:buClr>
                <a:schemeClr val="dk1"/>
              </a:buClr>
              <a:buSzPts val="1800"/>
              <a:buChar char="»"/>
              <a:defRPr/>
            </a:lvl9pPr>
          </a:lstStyle>
          <a:p>
            <a:endParaRPr/>
          </a:p>
        </p:txBody>
      </p:sp>
      <p:sp>
        <p:nvSpPr>
          <p:cNvPr id="102" name="Google Shape;102;p16"/>
          <p:cNvSpPr txBox="1">
            <a:spLocks noGrp="1"/>
          </p:cNvSpPr>
          <p:nvPr>
            <p:ph type="dt" idx="10"/>
          </p:nvPr>
        </p:nvSpPr>
        <p:spPr>
          <a:xfrm>
            <a:off x="914400" y="6534150"/>
            <a:ext cx="2540000" cy="457200"/>
          </a:xfrm>
          <a:prstGeom prst="rect">
            <a:avLst/>
          </a:prstGeom>
          <a:noFill/>
          <a:ln>
            <a:noFill/>
          </a:ln>
        </p:spPr>
        <p:txBody>
          <a:bodyPr spcFirstLastPara="1" wrap="square" lIns="91425" tIns="45700" rIns="91425" bIns="45700" anchor="t" anchorCtr="0">
            <a:noAutofit/>
          </a:bodyPr>
          <a:lstStyle>
            <a:lvl1pPr marR="0" lvl="0" algn="ctr" rtl="0">
              <a:spcBef>
                <a:spcPts val="0"/>
              </a:spcBef>
              <a:spcAft>
                <a:spcPts val="0"/>
              </a:spcAft>
              <a:buSzPts val="1400"/>
              <a:buNone/>
              <a:defRPr sz="1800" i="1">
                <a:solidFill>
                  <a:schemeClr val="dk1"/>
                </a:solidFill>
                <a:latin typeface="Times New Roman"/>
                <a:ea typeface="Times New Roman"/>
                <a:cs typeface="Times New Roman"/>
                <a:sym typeface="Times New Roman"/>
              </a:defRPr>
            </a:lvl1pPr>
            <a:lvl2pPr marR="0" lvl="1" algn="ctr"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2pPr>
            <a:lvl3pPr marR="0" lvl="2" algn="ctr"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3pPr>
            <a:lvl4pPr marR="0" lvl="3" algn="ctr"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4pPr>
            <a:lvl5pPr marR="0" lvl="4" algn="ctr"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5pPr>
            <a:lvl6pPr marR="0" lvl="5" algn="l"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6pPr>
            <a:lvl7pPr marR="0" lvl="6" algn="l"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7pPr>
            <a:lvl8pPr marR="0" lvl="7" algn="l"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8pPr>
            <a:lvl9pPr marR="0" lvl="8" algn="l"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9pPr>
          </a:lstStyle>
          <a:p>
            <a:endParaRPr/>
          </a:p>
        </p:txBody>
      </p:sp>
      <p:sp>
        <p:nvSpPr>
          <p:cNvPr id="103" name="Google Shape;103;p16"/>
          <p:cNvSpPr txBox="1">
            <a:spLocks noGrp="1"/>
          </p:cNvSpPr>
          <p:nvPr>
            <p:ph type="ftr" idx="11"/>
          </p:nvPr>
        </p:nvSpPr>
        <p:spPr>
          <a:xfrm>
            <a:off x="4165600" y="6553200"/>
            <a:ext cx="3860800" cy="457200"/>
          </a:xfrm>
          <a:prstGeom prst="rect">
            <a:avLst/>
          </a:prstGeom>
          <a:noFill/>
          <a:ln>
            <a:noFill/>
          </a:ln>
        </p:spPr>
        <p:txBody>
          <a:bodyPr spcFirstLastPara="1" wrap="square" lIns="91425" tIns="45700" rIns="91425" bIns="45700" anchor="t" anchorCtr="0">
            <a:noAutofit/>
          </a:bodyPr>
          <a:lstStyle>
            <a:lvl1pPr marR="0" lvl="0" algn="ctr" rtl="0">
              <a:spcBef>
                <a:spcPts val="0"/>
              </a:spcBef>
              <a:spcAft>
                <a:spcPts val="0"/>
              </a:spcAft>
              <a:buSzPts val="1400"/>
              <a:buNone/>
              <a:defRPr sz="1800" i="1">
                <a:solidFill>
                  <a:schemeClr val="dk1"/>
                </a:solidFill>
                <a:latin typeface="Times New Roman"/>
                <a:ea typeface="Times New Roman"/>
                <a:cs typeface="Times New Roman"/>
                <a:sym typeface="Times New Roman"/>
              </a:defRPr>
            </a:lvl1pPr>
            <a:lvl2pPr marR="0" lvl="1" algn="ctr"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2pPr>
            <a:lvl3pPr marR="0" lvl="2" algn="ctr"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3pPr>
            <a:lvl4pPr marR="0" lvl="3" algn="ctr"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4pPr>
            <a:lvl5pPr marR="0" lvl="4" algn="ctr"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5pPr>
            <a:lvl6pPr marR="0" lvl="5" algn="l"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6pPr>
            <a:lvl7pPr marR="0" lvl="6" algn="l"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7pPr>
            <a:lvl8pPr marR="0" lvl="7" algn="l"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8pPr>
            <a:lvl9pPr marR="0" lvl="8" algn="l"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9pPr>
          </a:lstStyle>
          <a:p>
            <a:endParaRPr/>
          </a:p>
        </p:txBody>
      </p:sp>
      <p:sp>
        <p:nvSpPr>
          <p:cNvPr id="104" name="Google Shape;104;p16"/>
          <p:cNvSpPr txBox="1">
            <a:spLocks noGrp="1"/>
          </p:cNvSpPr>
          <p:nvPr>
            <p:ph type="sldNum" idx="12"/>
          </p:nvPr>
        </p:nvSpPr>
        <p:spPr>
          <a:xfrm>
            <a:off x="8737600" y="6534150"/>
            <a:ext cx="2540000" cy="457200"/>
          </a:xfrm>
          <a:prstGeom prst="rect">
            <a:avLst/>
          </a:prstGeom>
          <a:noFill/>
          <a:ln>
            <a:noFill/>
          </a:ln>
        </p:spPr>
        <p:txBody>
          <a:bodyPr spcFirstLastPara="1" wrap="square" lIns="91425" tIns="45700" rIns="91425" bIns="45700" anchor="t" anchorCtr="0">
            <a:noAutofit/>
          </a:bodyPr>
          <a:lstStyle>
            <a:lvl1pPr marL="0" marR="0" lvl="0" indent="0" algn="ctr" rtl="0">
              <a:spcBef>
                <a:spcPts val="0"/>
              </a:spcBef>
              <a:spcAft>
                <a:spcPts val="0"/>
              </a:spcAft>
              <a:buNone/>
              <a:defRPr sz="1800" i="1">
                <a:solidFill>
                  <a:schemeClr val="dk1"/>
                </a:solidFill>
                <a:latin typeface="Times New Roman"/>
                <a:ea typeface="Times New Roman"/>
                <a:cs typeface="Times New Roman"/>
                <a:sym typeface="Times New Roman"/>
              </a:defRPr>
            </a:lvl1pPr>
            <a:lvl2pPr marL="0" marR="0" lvl="1" indent="0" algn="ctr" rtl="0">
              <a:spcBef>
                <a:spcPts val="0"/>
              </a:spcBef>
              <a:spcAft>
                <a:spcPts val="0"/>
              </a:spcAft>
              <a:buNone/>
              <a:defRPr sz="1800" i="1">
                <a:solidFill>
                  <a:schemeClr val="dk1"/>
                </a:solidFill>
                <a:latin typeface="Times New Roman"/>
                <a:ea typeface="Times New Roman"/>
                <a:cs typeface="Times New Roman"/>
                <a:sym typeface="Times New Roman"/>
              </a:defRPr>
            </a:lvl2pPr>
            <a:lvl3pPr marL="0" marR="0" lvl="2" indent="0" algn="ctr" rtl="0">
              <a:spcBef>
                <a:spcPts val="0"/>
              </a:spcBef>
              <a:spcAft>
                <a:spcPts val="0"/>
              </a:spcAft>
              <a:buNone/>
              <a:defRPr sz="1800" i="1">
                <a:solidFill>
                  <a:schemeClr val="dk1"/>
                </a:solidFill>
                <a:latin typeface="Times New Roman"/>
                <a:ea typeface="Times New Roman"/>
                <a:cs typeface="Times New Roman"/>
                <a:sym typeface="Times New Roman"/>
              </a:defRPr>
            </a:lvl3pPr>
            <a:lvl4pPr marL="0" marR="0" lvl="3" indent="0" algn="ctr" rtl="0">
              <a:spcBef>
                <a:spcPts val="0"/>
              </a:spcBef>
              <a:spcAft>
                <a:spcPts val="0"/>
              </a:spcAft>
              <a:buNone/>
              <a:defRPr sz="1800" i="1">
                <a:solidFill>
                  <a:schemeClr val="dk1"/>
                </a:solidFill>
                <a:latin typeface="Times New Roman"/>
                <a:ea typeface="Times New Roman"/>
                <a:cs typeface="Times New Roman"/>
                <a:sym typeface="Times New Roman"/>
              </a:defRPr>
            </a:lvl4pPr>
            <a:lvl5pPr marL="0" marR="0" lvl="4" indent="0" algn="ctr" rtl="0">
              <a:spcBef>
                <a:spcPts val="0"/>
              </a:spcBef>
              <a:spcAft>
                <a:spcPts val="0"/>
              </a:spcAft>
              <a:buNone/>
              <a:defRPr sz="1800" i="1">
                <a:solidFill>
                  <a:schemeClr val="dk1"/>
                </a:solidFill>
                <a:latin typeface="Times New Roman"/>
                <a:ea typeface="Times New Roman"/>
                <a:cs typeface="Times New Roman"/>
                <a:sym typeface="Times New Roman"/>
              </a:defRPr>
            </a:lvl5pPr>
            <a:lvl6pPr marL="0" marR="0" lvl="5" indent="0" algn="ctr" rtl="0">
              <a:spcBef>
                <a:spcPts val="0"/>
              </a:spcBef>
              <a:spcAft>
                <a:spcPts val="0"/>
              </a:spcAft>
              <a:buNone/>
              <a:defRPr sz="1800" i="1">
                <a:solidFill>
                  <a:schemeClr val="dk1"/>
                </a:solidFill>
                <a:latin typeface="Times New Roman"/>
                <a:ea typeface="Times New Roman"/>
                <a:cs typeface="Times New Roman"/>
                <a:sym typeface="Times New Roman"/>
              </a:defRPr>
            </a:lvl6pPr>
            <a:lvl7pPr marL="0" marR="0" lvl="6" indent="0" algn="ctr" rtl="0">
              <a:spcBef>
                <a:spcPts val="0"/>
              </a:spcBef>
              <a:spcAft>
                <a:spcPts val="0"/>
              </a:spcAft>
              <a:buNone/>
              <a:defRPr sz="1800" i="1">
                <a:solidFill>
                  <a:schemeClr val="dk1"/>
                </a:solidFill>
                <a:latin typeface="Times New Roman"/>
                <a:ea typeface="Times New Roman"/>
                <a:cs typeface="Times New Roman"/>
                <a:sym typeface="Times New Roman"/>
              </a:defRPr>
            </a:lvl7pPr>
            <a:lvl8pPr marL="0" marR="0" lvl="7" indent="0" algn="ctr" rtl="0">
              <a:spcBef>
                <a:spcPts val="0"/>
              </a:spcBef>
              <a:spcAft>
                <a:spcPts val="0"/>
              </a:spcAft>
              <a:buNone/>
              <a:defRPr sz="1800" i="1">
                <a:solidFill>
                  <a:schemeClr val="dk1"/>
                </a:solidFill>
                <a:latin typeface="Times New Roman"/>
                <a:ea typeface="Times New Roman"/>
                <a:cs typeface="Times New Roman"/>
                <a:sym typeface="Times New Roman"/>
              </a:defRPr>
            </a:lvl8pPr>
            <a:lvl9pPr marL="0" marR="0" lvl="8" indent="0" algn="ctr" rtl="0">
              <a:spcBef>
                <a:spcPts val="0"/>
              </a:spcBef>
              <a:spcAft>
                <a:spcPts val="0"/>
              </a:spcAft>
              <a:buNone/>
              <a:defRPr sz="1800" i="1">
                <a:solidFill>
                  <a:schemeClr val="dk1"/>
                </a:solidFill>
                <a:latin typeface="Times New Roman"/>
                <a:ea typeface="Times New Roman"/>
                <a:cs typeface="Times New Roman"/>
                <a:sym typeface="Times New Roman"/>
              </a:defRPr>
            </a:lvl9pPr>
          </a:lstStyle>
          <a:p>
            <a:pPr marL="0" lvl="0" indent="0" algn="ctr" rtl="0">
              <a:spcBef>
                <a:spcPts val="0"/>
              </a:spcBef>
              <a:spcAft>
                <a:spcPts val="0"/>
              </a:spcAft>
              <a:buNone/>
            </a:pPr>
            <a:r>
              <a:rPr lang="en-US"/>
              <a:t>Slide </a:t>
            </a:r>
            <a:fld id="{00000000-1234-1234-1234-123412341234}" type="slidenum">
              <a:rPr lang="en-US"/>
              <a:t>‹#›</a:t>
            </a:fld>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Content" type="objOnly">
  <p:cSld name="OBJECT_ONLY">
    <p:bg>
      <p:bgPr>
        <a:solidFill>
          <a:schemeClr val="bg1"/>
        </a:solidFill>
        <a:effectLst/>
      </p:bgPr>
    </p:bg>
    <p:spTree>
      <p:nvGrpSpPr>
        <p:cNvPr id="1" name="Shape 105"/>
        <p:cNvGrpSpPr/>
        <p:nvPr/>
      </p:nvGrpSpPr>
      <p:grpSpPr>
        <a:xfrm>
          <a:off x="0" y="0"/>
          <a:ext cx="0" cy="0"/>
          <a:chOff x="0" y="0"/>
          <a:chExt cx="0" cy="0"/>
        </a:xfrm>
      </p:grpSpPr>
      <p:sp>
        <p:nvSpPr>
          <p:cNvPr id="106" name="Google Shape;106;p17"/>
          <p:cNvSpPr txBox="1">
            <a:spLocks noGrp="1"/>
          </p:cNvSpPr>
          <p:nvPr>
            <p:ph type="body" idx="1"/>
          </p:nvPr>
        </p:nvSpPr>
        <p:spPr>
          <a:xfrm>
            <a:off x="914400" y="304800"/>
            <a:ext cx="10363200" cy="5791200"/>
          </a:xfrm>
          <a:prstGeom prst="rect">
            <a:avLst/>
          </a:prstGeom>
          <a:noFill/>
          <a:ln>
            <a:noFill/>
          </a:ln>
        </p:spPr>
        <p:txBody>
          <a:bodyPr spcFirstLastPara="1" wrap="square" lIns="91425" tIns="45700" rIns="91425" bIns="45700" anchor="t" anchorCtr="0">
            <a:noAutofit/>
          </a:bodyPr>
          <a:lstStyle>
            <a:lvl1pPr marL="457200" lvl="0" indent="-320040" algn="l">
              <a:spcBef>
                <a:spcPts val="360"/>
              </a:spcBef>
              <a:spcAft>
                <a:spcPts val="0"/>
              </a:spcAft>
              <a:buClr>
                <a:schemeClr val="dk1"/>
              </a:buClr>
              <a:buSzPts val="1440"/>
              <a:buChar char="•"/>
              <a:defRPr/>
            </a:lvl1pPr>
            <a:lvl2pPr marL="914400" lvl="1" indent="-342900" algn="l">
              <a:spcBef>
                <a:spcPts val="360"/>
              </a:spcBef>
              <a:spcAft>
                <a:spcPts val="0"/>
              </a:spcAft>
              <a:buClr>
                <a:schemeClr val="dk1"/>
              </a:buClr>
              <a:buSzPts val="1800"/>
              <a:buChar char="»"/>
              <a:defRPr/>
            </a:lvl2pPr>
            <a:lvl3pPr marL="1371600" lvl="2" indent="-342900" algn="l">
              <a:spcBef>
                <a:spcPts val="0"/>
              </a:spcBef>
              <a:spcAft>
                <a:spcPts val="0"/>
              </a:spcAft>
              <a:buClr>
                <a:schemeClr val="dk1"/>
              </a:buClr>
              <a:buSzPts val="1800"/>
              <a:buChar char="•"/>
              <a:defRPr/>
            </a:lvl3pPr>
            <a:lvl4pPr marL="1828800" lvl="3" indent="-342900" algn="l">
              <a:spcBef>
                <a:spcPts val="0"/>
              </a:spcBef>
              <a:spcAft>
                <a:spcPts val="0"/>
              </a:spcAft>
              <a:buClr>
                <a:schemeClr val="dk1"/>
              </a:buClr>
              <a:buSzPts val="1800"/>
              <a:buChar char="–"/>
              <a:defRPr/>
            </a:lvl4pPr>
            <a:lvl5pPr marL="2286000" lvl="4" indent="-342900" algn="l">
              <a:spcBef>
                <a:spcPts val="0"/>
              </a:spcBef>
              <a:spcAft>
                <a:spcPts val="0"/>
              </a:spcAft>
              <a:buClr>
                <a:schemeClr val="dk1"/>
              </a:buClr>
              <a:buSzPts val="1800"/>
              <a:buChar char="»"/>
              <a:defRPr/>
            </a:lvl5pPr>
            <a:lvl6pPr marL="2743200" lvl="5" indent="-342900" algn="l">
              <a:spcBef>
                <a:spcPts val="0"/>
              </a:spcBef>
              <a:spcAft>
                <a:spcPts val="0"/>
              </a:spcAft>
              <a:buClr>
                <a:schemeClr val="dk1"/>
              </a:buClr>
              <a:buSzPts val="1800"/>
              <a:buChar char="»"/>
              <a:defRPr/>
            </a:lvl6pPr>
            <a:lvl7pPr marL="3200400" lvl="6" indent="-342900" algn="l">
              <a:spcBef>
                <a:spcPts val="0"/>
              </a:spcBef>
              <a:spcAft>
                <a:spcPts val="0"/>
              </a:spcAft>
              <a:buClr>
                <a:schemeClr val="dk1"/>
              </a:buClr>
              <a:buSzPts val="1800"/>
              <a:buChar char="»"/>
              <a:defRPr/>
            </a:lvl7pPr>
            <a:lvl8pPr marL="3657600" lvl="7" indent="-342900" algn="l">
              <a:spcBef>
                <a:spcPts val="0"/>
              </a:spcBef>
              <a:spcAft>
                <a:spcPts val="0"/>
              </a:spcAft>
              <a:buClr>
                <a:schemeClr val="dk1"/>
              </a:buClr>
              <a:buSzPts val="1800"/>
              <a:buChar char="»"/>
              <a:defRPr/>
            </a:lvl8pPr>
            <a:lvl9pPr marL="4114800" lvl="8" indent="-342900" algn="l">
              <a:spcBef>
                <a:spcPts val="0"/>
              </a:spcBef>
              <a:spcAft>
                <a:spcPts val="0"/>
              </a:spcAft>
              <a:buClr>
                <a:schemeClr val="dk1"/>
              </a:buClr>
              <a:buSzPts val="1800"/>
              <a:buChar char="»"/>
              <a:defRPr/>
            </a:lvl9pPr>
          </a:lstStyle>
          <a:p>
            <a:endParaRPr/>
          </a:p>
        </p:txBody>
      </p:sp>
      <p:sp>
        <p:nvSpPr>
          <p:cNvPr id="107" name="Google Shape;107;p17"/>
          <p:cNvSpPr txBox="1">
            <a:spLocks noGrp="1"/>
          </p:cNvSpPr>
          <p:nvPr>
            <p:ph type="dt" idx="10"/>
          </p:nvPr>
        </p:nvSpPr>
        <p:spPr>
          <a:xfrm>
            <a:off x="914400" y="6534150"/>
            <a:ext cx="2540000" cy="457200"/>
          </a:xfrm>
          <a:prstGeom prst="rect">
            <a:avLst/>
          </a:prstGeom>
          <a:noFill/>
          <a:ln>
            <a:noFill/>
          </a:ln>
        </p:spPr>
        <p:txBody>
          <a:bodyPr spcFirstLastPara="1" wrap="square" lIns="91425" tIns="45700" rIns="91425" bIns="45700" anchor="t" anchorCtr="0">
            <a:noAutofit/>
          </a:bodyPr>
          <a:lstStyle>
            <a:lvl1pPr marR="0" lvl="0" algn="ctr" rtl="0">
              <a:spcBef>
                <a:spcPts val="0"/>
              </a:spcBef>
              <a:spcAft>
                <a:spcPts val="0"/>
              </a:spcAft>
              <a:buSzPts val="1400"/>
              <a:buNone/>
              <a:defRPr sz="1800" i="1">
                <a:solidFill>
                  <a:schemeClr val="dk1"/>
                </a:solidFill>
                <a:latin typeface="Times New Roman"/>
                <a:ea typeface="Times New Roman"/>
                <a:cs typeface="Times New Roman"/>
                <a:sym typeface="Times New Roman"/>
              </a:defRPr>
            </a:lvl1pPr>
            <a:lvl2pPr marR="0" lvl="1" algn="ctr"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2pPr>
            <a:lvl3pPr marR="0" lvl="2" algn="ctr"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3pPr>
            <a:lvl4pPr marR="0" lvl="3" algn="ctr"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4pPr>
            <a:lvl5pPr marR="0" lvl="4" algn="ctr"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5pPr>
            <a:lvl6pPr marR="0" lvl="5" algn="l"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6pPr>
            <a:lvl7pPr marR="0" lvl="6" algn="l"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7pPr>
            <a:lvl8pPr marR="0" lvl="7" algn="l"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8pPr>
            <a:lvl9pPr marR="0" lvl="8" algn="l"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9pPr>
          </a:lstStyle>
          <a:p>
            <a:endParaRPr/>
          </a:p>
        </p:txBody>
      </p:sp>
      <p:sp>
        <p:nvSpPr>
          <p:cNvPr id="108" name="Google Shape;108;p17"/>
          <p:cNvSpPr txBox="1">
            <a:spLocks noGrp="1"/>
          </p:cNvSpPr>
          <p:nvPr>
            <p:ph type="ftr" idx="11"/>
          </p:nvPr>
        </p:nvSpPr>
        <p:spPr>
          <a:xfrm>
            <a:off x="4165600" y="6553200"/>
            <a:ext cx="3860800" cy="457200"/>
          </a:xfrm>
          <a:prstGeom prst="rect">
            <a:avLst/>
          </a:prstGeom>
          <a:noFill/>
          <a:ln>
            <a:noFill/>
          </a:ln>
        </p:spPr>
        <p:txBody>
          <a:bodyPr spcFirstLastPara="1" wrap="square" lIns="91425" tIns="45700" rIns="91425" bIns="45700" anchor="t" anchorCtr="0">
            <a:noAutofit/>
          </a:bodyPr>
          <a:lstStyle>
            <a:lvl1pPr marR="0" lvl="0" algn="ctr" rtl="0">
              <a:spcBef>
                <a:spcPts val="0"/>
              </a:spcBef>
              <a:spcAft>
                <a:spcPts val="0"/>
              </a:spcAft>
              <a:buSzPts val="1400"/>
              <a:buNone/>
              <a:defRPr sz="1800" i="1">
                <a:solidFill>
                  <a:schemeClr val="dk1"/>
                </a:solidFill>
                <a:latin typeface="Times New Roman"/>
                <a:ea typeface="Times New Roman"/>
                <a:cs typeface="Times New Roman"/>
                <a:sym typeface="Times New Roman"/>
              </a:defRPr>
            </a:lvl1pPr>
            <a:lvl2pPr marR="0" lvl="1" algn="ctr"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2pPr>
            <a:lvl3pPr marR="0" lvl="2" algn="ctr"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3pPr>
            <a:lvl4pPr marR="0" lvl="3" algn="ctr"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4pPr>
            <a:lvl5pPr marR="0" lvl="4" algn="ctr"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5pPr>
            <a:lvl6pPr marR="0" lvl="5" algn="l"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6pPr>
            <a:lvl7pPr marR="0" lvl="6" algn="l"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7pPr>
            <a:lvl8pPr marR="0" lvl="7" algn="l"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8pPr>
            <a:lvl9pPr marR="0" lvl="8" algn="l" rtl="0">
              <a:spcBef>
                <a:spcPts val="0"/>
              </a:spcBef>
              <a:spcAft>
                <a:spcPts val="0"/>
              </a:spcAft>
              <a:buSzPts val="1400"/>
              <a:buNone/>
              <a:defRPr sz="1800" b="0" i="1" u="none" strike="noStrike" cap="none">
                <a:solidFill>
                  <a:schemeClr val="dk1"/>
                </a:solidFill>
                <a:latin typeface="Times New Roman"/>
                <a:ea typeface="Times New Roman"/>
                <a:cs typeface="Times New Roman"/>
                <a:sym typeface="Times New Roman"/>
              </a:defRPr>
            </a:lvl9pPr>
          </a:lstStyle>
          <a:p>
            <a:endParaRPr/>
          </a:p>
        </p:txBody>
      </p:sp>
      <p:sp>
        <p:nvSpPr>
          <p:cNvPr id="109" name="Google Shape;109;p17"/>
          <p:cNvSpPr txBox="1">
            <a:spLocks noGrp="1"/>
          </p:cNvSpPr>
          <p:nvPr>
            <p:ph type="sldNum" idx="12"/>
          </p:nvPr>
        </p:nvSpPr>
        <p:spPr>
          <a:xfrm>
            <a:off x="8737600" y="6534150"/>
            <a:ext cx="2540000" cy="457200"/>
          </a:xfrm>
          <a:prstGeom prst="rect">
            <a:avLst/>
          </a:prstGeom>
          <a:noFill/>
          <a:ln>
            <a:noFill/>
          </a:ln>
        </p:spPr>
        <p:txBody>
          <a:bodyPr spcFirstLastPara="1" wrap="square" lIns="91425" tIns="45700" rIns="91425" bIns="45700" anchor="t" anchorCtr="0">
            <a:noAutofit/>
          </a:bodyPr>
          <a:lstStyle>
            <a:lvl1pPr marL="0" marR="0" lvl="0" indent="0" algn="ctr" rtl="0">
              <a:spcBef>
                <a:spcPts val="0"/>
              </a:spcBef>
              <a:spcAft>
                <a:spcPts val="0"/>
              </a:spcAft>
              <a:buNone/>
              <a:defRPr sz="1800" i="1">
                <a:solidFill>
                  <a:schemeClr val="dk1"/>
                </a:solidFill>
                <a:latin typeface="Times New Roman"/>
                <a:ea typeface="Times New Roman"/>
                <a:cs typeface="Times New Roman"/>
                <a:sym typeface="Times New Roman"/>
              </a:defRPr>
            </a:lvl1pPr>
            <a:lvl2pPr marL="0" marR="0" lvl="1" indent="0" algn="ctr" rtl="0">
              <a:spcBef>
                <a:spcPts val="0"/>
              </a:spcBef>
              <a:spcAft>
                <a:spcPts val="0"/>
              </a:spcAft>
              <a:buNone/>
              <a:defRPr sz="1800" i="1">
                <a:solidFill>
                  <a:schemeClr val="dk1"/>
                </a:solidFill>
                <a:latin typeface="Times New Roman"/>
                <a:ea typeface="Times New Roman"/>
                <a:cs typeface="Times New Roman"/>
                <a:sym typeface="Times New Roman"/>
              </a:defRPr>
            </a:lvl2pPr>
            <a:lvl3pPr marL="0" marR="0" lvl="2" indent="0" algn="ctr" rtl="0">
              <a:spcBef>
                <a:spcPts val="0"/>
              </a:spcBef>
              <a:spcAft>
                <a:spcPts val="0"/>
              </a:spcAft>
              <a:buNone/>
              <a:defRPr sz="1800" i="1">
                <a:solidFill>
                  <a:schemeClr val="dk1"/>
                </a:solidFill>
                <a:latin typeface="Times New Roman"/>
                <a:ea typeface="Times New Roman"/>
                <a:cs typeface="Times New Roman"/>
                <a:sym typeface="Times New Roman"/>
              </a:defRPr>
            </a:lvl3pPr>
            <a:lvl4pPr marL="0" marR="0" lvl="3" indent="0" algn="ctr" rtl="0">
              <a:spcBef>
                <a:spcPts val="0"/>
              </a:spcBef>
              <a:spcAft>
                <a:spcPts val="0"/>
              </a:spcAft>
              <a:buNone/>
              <a:defRPr sz="1800" i="1">
                <a:solidFill>
                  <a:schemeClr val="dk1"/>
                </a:solidFill>
                <a:latin typeface="Times New Roman"/>
                <a:ea typeface="Times New Roman"/>
                <a:cs typeface="Times New Roman"/>
                <a:sym typeface="Times New Roman"/>
              </a:defRPr>
            </a:lvl4pPr>
            <a:lvl5pPr marL="0" marR="0" lvl="4" indent="0" algn="ctr" rtl="0">
              <a:spcBef>
                <a:spcPts val="0"/>
              </a:spcBef>
              <a:spcAft>
                <a:spcPts val="0"/>
              </a:spcAft>
              <a:buNone/>
              <a:defRPr sz="1800" i="1">
                <a:solidFill>
                  <a:schemeClr val="dk1"/>
                </a:solidFill>
                <a:latin typeface="Times New Roman"/>
                <a:ea typeface="Times New Roman"/>
                <a:cs typeface="Times New Roman"/>
                <a:sym typeface="Times New Roman"/>
              </a:defRPr>
            </a:lvl5pPr>
            <a:lvl6pPr marL="0" marR="0" lvl="5" indent="0" algn="ctr" rtl="0">
              <a:spcBef>
                <a:spcPts val="0"/>
              </a:spcBef>
              <a:spcAft>
                <a:spcPts val="0"/>
              </a:spcAft>
              <a:buNone/>
              <a:defRPr sz="1800" i="1">
                <a:solidFill>
                  <a:schemeClr val="dk1"/>
                </a:solidFill>
                <a:latin typeface="Times New Roman"/>
                <a:ea typeface="Times New Roman"/>
                <a:cs typeface="Times New Roman"/>
                <a:sym typeface="Times New Roman"/>
              </a:defRPr>
            </a:lvl6pPr>
            <a:lvl7pPr marL="0" marR="0" lvl="6" indent="0" algn="ctr" rtl="0">
              <a:spcBef>
                <a:spcPts val="0"/>
              </a:spcBef>
              <a:spcAft>
                <a:spcPts val="0"/>
              </a:spcAft>
              <a:buNone/>
              <a:defRPr sz="1800" i="1">
                <a:solidFill>
                  <a:schemeClr val="dk1"/>
                </a:solidFill>
                <a:latin typeface="Times New Roman"/>
                <a:ea typeface="Times New Roman"/>
                <a:cs typeface="Times New Roman"/>
                <a:sym typeface="Times New Roman"/>
              </a:defRPr>
            </a:lvl7pPr>
            <a:lvl8pPr marL="0" marR="0" lvl="7" indent="0" algn="ctr" rtl="0">
              <a:spcBef>
                <a:spcPts val="0"/>
              </a:spcBef>
              <a:spcAft>
                <a:spcPts val="0"/>
              </a:spcAft>
              <a:buNone/>
              <a:defRPr sz="1800" i="1">
                <a:solidFill>
                  <a:schemeClr val="dk1"/>
                </a:solidFill>
                <a:latin typeface="Times New Roman"/>
                <a:ea typeface="Times New Roman"/>
                <a:cs typeface="Times New Roman"/>
                <a:sym typeface="Times New Roman"/>
              </a:defRPr>
            </a:lvl8pPr>
            <a:lvl9pPr marL="0" marR="0" lvl="8" indent="0" algn="ctr" rtl="0">
              <a:spcBef>
                <a:spcPts val="0"/>
              </a:spcBef>
              <a:spcAft>
                <a:spcPts val="0"/>
              </a:spcAft>
              <a:buNone/>
              <a:defRPr sz="1800" i="1">
                <a:solidFill>
                  <a:schemeClr val="dk1"/>
                </a:solidFill>
                <a:latin typeface="Times New Roman"/>
                <a:ea typeface="Times New Roman"/>
                <a:cs typeface="Times New Roman"/>
                <a:sym typeface="Times New Roman"/>
              </a:defRPr>
            </a:lvl9pPr>
          </a:lstStyle>
          <a:p>
            <a:pPr marL="0" lvl="0" indent="0" algn="ctr" rtl="0">
              <a:spcBef>
                <a:spcPts val="0"/>
              </a:spcBef>
              <a:spcAft>
                <a:spcPts val="0"/>
              </a:spcAft>
              <a:buNone/>
            </a:pPr>
            <a:r>
              <a:rPr lang="en-US"/>
              <a:t>Slide </a:t>
            </a:r>
            <a:fld id="{00000000-1234-1234-1234-123412341234}" type="slidenum">
              <a:rPr lang="en-US"/>
              <a:t>‹#›</a:t>
            </a:fld>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objOnly">
  <p:cSld name="1_Content">
    <p:spTree>
      <p:nvGrpSpPr>
        <p:cNvPr id="1" name=""/>
        <p:cNvGrpSpPr/>
        <p:nvPr/>
      </p:nvGrpSpPr>
      <p:grpSpPr>
        <a:xfrm>
          <a:off x="0" y="0"/>
          <a:ext cx="0" cy="0"/>
          <a:chOff x="0" y="0"/>
          <a:chExt cx="0" cy="0"/>
        </a:xfrm>
      </p:grpSpPr>
      <p:sp>
        <p:nvSpPr>
          <p:cNvPr id="2" name="Content Placeholder 1"/>
          <p:cNvSpPr>
            <a:spLocks noGrp="1"/>
          </p:cNvSpPr>
          <p:nvPr>
            <p:ph/>
          </p:nvPr>
        </p:nvSpPr>
        <p:spPr>
          <a:xfrm>
            <a:off x="914400" y="304800"/>
            <a:ext cx="10363200" cy="5791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 name="Rectangle 4"/>
          <p:cNvSpPr>
            <a:spLocks noGrp="1" noChangeArrowheads="1"/>
          </p:cNvSpPr>
          <p:nvPr>
            <p:ph type="dt" sz="half" idx="10"/>
          </p:nvPr>
        </p:nvSpPr>
        <p:spPr>
          <a:xfrm>
            <a:off x="914400" y="6534150"/>
            <a:ext cx="2540000" cy="457200"/>
          </a:xfrm>
          <a:prstGeom prst="rect">
            <a:avLst/>
          </a:prstGeom>
          <a:ln/>
        </p:spPr>
        <p:txBody>
          <a:bodyPr/>
          <a:lstStyle>
            <a:lvl1pPr>
              <a:defRPr/>
            </a:lvl1pPr>
          </a:lstStyle>
          <a:p>
            <a:pPr>
              <a:defRPr/>
            </a:pPr>
            <a:endParaRPr lang="en-US"/>
          </a:p>
        </p:txBody>
      </p:sp>
      <p:sp>
        <p:nvSpPr>
          <p:cNvPr id="4" name="Rectangle 5"/>
          <p:cNvSpPr>
            <a:spLocks noGrp="1" noChangeArrowheads="1"/>
          </p:cNvSpPr>
          <p:nvPr>
            <p:ph type="ftr" sz="quarter" idx="11"/>
          </p:nvPr>
        </p:nvSpPr>
        <p:spPr>
          <a:xfrm>
            <a:off x="4165600" y="6553200"/>
            <a:ext cx="3860800" cy="457200"/>
          </a:xfrm>
          <a:prstGeom prst="rect">
            <a:avLst/>
          </a:prstGeom>
          <a:ln/>
        </p:spPr>
        <p:txBody>
          <a:bodyPr/>
          <a:lstStyle>
            <a:lvl1pPr>
              <a:defRPr/>
            </a:lvl1pPr>
          </a:lstStyle>
          <a:p>
            <a:pPr>
              <a:defRPr/>
            </a:pPr>
            <a:r>
              <a:rPr lang="en-US"/>
              <a:t>© 2019 W.B. Powell</a:t>
            </a:r>
          </a:p>
        </p:txBody>
      </p:sp>
      <p:sp>
        <p:nvSpPr>
          <p:cNvPr id="5" name="Rectangle 6"/>
          <p:cNvSpPr>
            <a:spLocks noGrp="1" noChangeArrowheads="1"/>
          </p:cNvSpPr>
          <p:nvPr>
            <p:ph type="sldNum" sz="quarter" idx="12"/>
          </p:nvPr>
        </p:nvSpPr>
        <p:spPr>
          <a:xfrm>
            <a:off x="8737600" y="6534150"/>
            <a:ext cx="2540000" cy="457200"/>
          </a:xfrm>
          <a:prstGeom prst="rect">
            <a:avLst/>
          </a:prstGeom>
          <a:ln/>
        </p:spPr>
        <p:txBody>
          <a:bodyPr/>
          <a:lstStyle>
            <a:lvl1pPr>
              <a:defRPr/>
            </a:lvl1pPr>
          </a:lstStyle>
          <a:p>
            <a:pPr>
              <a:defRPr/>
            </a:pPr>
            <a:r>
              <a:rPr lang="en-US"/>
              <a:t>Slide </a:t>
            </a:r>
            <a:fld id="{628028B9-87C7-4915-BF62-49E2F3848450}" type="slidenum">
              <a:rPr lang="en-US"/>
              <a:pPr>
                <a:defRPr/>
              </a:pPr>
              <a:t>‹#›</a:t>
            </a:fld>
            <a:endParaRPr lang="en-US"/>
          </a:p>
        </p:txBody>
      </p:sp>
    </p:spTree>
    <p:extLst>
      <p:ext uri="{BB962C8B-B14F-4D97-AF65-F5344CB8AC3E}">
        <p14:creationId xmlns:p14="http://schemas.microsoft.com/office/powerpoint/2010/main" val="2703164273"/>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microsoft.com/office/2007/relationships/hdphoto" Target="../media/hdphoto1.wdp"/><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image" Target="../media/image2.png"/><Relationship Id="rId2" Type="http://schemas.openxmlformats.org/officeDocument/2006/relationships/slideLayout" Target="../slideLayouts/slideLayout2.xml"/><Relationship Id="rId16" Type="http://schemas.openxmlformats.org/officeDocument/2006/relationships/image" Target="../media/image1.png"/><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theme" Target="../theme/theme1.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Shape 9"/>
        <p:cNvGrpSpPr/>
        <p:nvPr/>
      </p:nvGrpSpPr>
      <p:grpSpPr>
        <a:xfrm>
          <a:off x="0" y="0"/>
          <a:ext cx="0" cy="0"/>
          <a:chOff x="0" y="0"/>
          <a:chExt cx="0" cy="0"/>
        </a:xfrm>
      </p:grpSpPr>
      <p:sp>
        <p:nvSpPr>
          <p:cNvPr id="10" name="Google Shape;10;p1"/>
          <p:cNvSpPr txBox="1">
            <a:spLocks noGrp="1"/>
          </p:cNvSpPr>
          <p:nvPr>
            <p:ph type="title"/>
          </p:nvPr>
        </p:nvSpPr>
        <p:spPr>
          <a:xfrm>
            <a:off x="914400" y="304800"/>
            <a:ext cx="10363200" cy="609600"/>
          </a:xfrm>
          <a:prstGeom prst="rect">
            <a:avLst/>
          </a:prstGeom>
          <a:noFill/>
          <a:ln>
            <a:noFill/>
          </a:ln>
        </p:spPr>
        <p:txBody>
          <a:bodyPr spcFirstLastPara="1" wrap="square" lIns="91425" tIns="45700" rIns="91425" bIns="45700" anchor="ctr" anchorCtr="0">
            <a:noAutofit/>
          </a:bodyPr>
          <a:lstStyle>
            <a:lvl1pPr marR="0" lvl="0" algn="ctr" rtl="0">
              <a:spcBef>
                <a:spcPts val="0"/>
              </a:spcBef>
              <a:spcAft>
                <a:spcPts val="0"/>
              </a:spcAft>
              <a:buSzPts val="1400"/>
              <a:buNone/>
              <a:defRPr sz="3600" b="0" i="0" u="none" strike="noStrike" cap="none">
                <a:solidFill>
                  <a:schemeClr val="dk2"/>
                </a:solidFill>
                <a:latin typeface="Times New Roman"/>
                <a:ea typeface="Times New Roman"/>
                <a:cs typeface="Times New Roman"/>
                <a:sym typeface="Times New Roman"/>
              </a:defRPr>
            </a:lvl1pPr>
            <a:lvl2pPr marR="0" lvl="1" algn="l" rtl="0">
              <a:spcBef>
                <a:spcPts val="0"/>
              </a:spcBef>
              <a:spcAft>
                <a:spcPts val="0"/>
              </a:spcAft>
              <a:buSzPts val="1400"/>
              <a:buNone/>
              <a:defRPr sz="3600" b="0" i="0" u="none" strike="noStrike" cap="none">
                <a:solidFill>
                  <a:schemeClr val="dk2"/>
                </a:solidFill>
                <a:latin typeface="Times New Roman"/>
                <a:ea typeface="Times New Roman"/>
                <a:cs typeface="Times New Roman"/>
                <a:sym typeface="Times New Roman"/>
              </a:defRPr>
            </a:lvl2pPr>
            <a:lvl3pPr marR="0" lvl="2" algn="l" rtl="0">
              <a:spcBef>
                <a:spcPts val="0"/>
              </a:spcBef>
              <a:spcAft>
                <a:spcPts val="0"/>
              </a:spcAft>
              <a:buSzPts val="1400"/>
              <a:buNone/>
              <a:defRPr sz="3600" b="0" i="0" u="none" strike="noStrike" cap="none">
                <a:solidFill>
                  <a:schemeClr val="dk2"/>
                </a:solidFill>
                <a:latin typeface="Times New Roman"/>
                <a:ea typeface="Times New Roman"/>
                <a:cs typeface="Times New Roman"/>
                <a:sym typeface="Times New Roman"/>
              </a:defRPr>
            </a:lvl3pPr>
            <a:lvl4pPr marR="0" lvl="3" algn="l" rtl="0">
              <a:spcBef>
                <a:spcPts val="0"/>
              </a:spcBef>
              <a:spcAft>
                <a:spcPts val="0"/>
              </a:spcAft>
              <a:buSzPts val="1400"/>
              <a:buNone/>
              <a:defRPr sz="3600" b="0" i="0" u="none" strike="noStrike" cap="none">
                <a:solidFill>
                  <a:schemeClr val="dk2"/>
                </a:solidFill>
                <a:latin typeface="Times New Roman"/>
                <a:ea typeface="Times New Roman"/>
                <a:cs typeface="Times New Roman"/>
                <a:sym typeface="Times New Roman"/>
              </a:defRPr>
            </a:lvl4pPr>
            <a:lvl5pPr marR="0" lvl="4" algn="l" rtl="0">
              <a:spcBef>
                <a:spcPts val="0"/>
              </a:spcBef>
              <a:spcAft>
                <a:spcPts val="0"/>
              </a:spcAft>
              <a:buSzPts val="1400"/>
              <a:buNone/>
              <a:defRPr sz="3600" b="0" i="0" u="none" strike="noStrike" cap="none">
                <a:solidFill>
                  <a:schemeClr val="dk2"/>
                </a:solidFill>
                <a:latin typeface="Times New Roman"/>
                <a:ea typeface="Times New Roman"/>
                <a:cs typeface="Times New Roman"/>
                <a:sym typeface="Times New Roman"/>
              </a:defRPr>
            </a:lvl5pPr>
            <a:lvl6pPr marR="0" lvl="5" algn="l" rtl="0">
              <a:spcBef>
                <a:spcPts val="0"/>
              </a:spcBef>
              <a:spcAft>
                <a:spcPts val="0"/>
              </a:spcAft>
              <a:buSzPts val="1400"/>
              <a:buNone/>
              <a:defRPr sz="3600" b="0" i="0" u="none" strike="noStrike" cap="none">
                <a:solidFill>
                  <a:schemeClr val="dk2"/>
                </a:solidFill>
                <a:latin typeface="Times New Roman"/>
                <a:ea typeface="Times New Roman"/>
                <a:cs typeface="Times New Roman"/>
                <a:sym typeface="Times New Roman"/>
              </a:defRPr>
            </a:lvl6pPr>
            <a:lvl7pPr marR="0" lvl="6" algn="l" rtl="0">
              <a:spcBef>
                <a:spcPts val="0"/>
              </a:spcBef>
              <a:spcAft>
                <a:spcPts val="0"/>
              </a:spcAft>
              <a:buSzPts val="1400"/>
              <a:buNone/>
              <a:defRPr sz="3600" b="0" i="0" u="none" strike="noStrike" cap="none">
                <a:solidFill>
                  <a:schemeClr val="dk2"/>
                </a:solidFill>
                <a:latin typeface="Times New Roman"/>
                <a:ea typeface="Times New Roman"/>
                <a:cs typeface="Times New Roman"/>
                <a:sym typeface="Times New Roman"/>
              </a:defRPr>
            </a:lvl7pPr>
            <a:lvl8pPr marR="0" lvl="7" algn="l" rtl="0">
              <a:spcBef>
                <a:spcPts val="0"/>
              </a:spcBef>
              <a:spcAft>
                <a:spcPts val="0"/>
              </a:spcAft>
              <a:buSzPts val="1400"/>
              <a:buNone/>
              <a:defRPr sz="3600" b="0" i="0" u="none" strike="noStrike" cap="none">
                <a:solidFill>
                  <a:schemeClr val="dk2"/>
                </a:solidFill>
                <a:latin typeface="Times New Roman"/>
                <a:ea typeface="Times New Roman"/>
                <a:cs typeface="Times New Roman"/>
                <a:sym typeface="Times New Roman"/>
              </a:defRPr>
            </a:lvl8pPr>
            <a:lvl9pPr marR="0" lvl="8" algn="l" rtl="0">
              <a:spcBef>
                <a:spcPts val="0"/>
              </a:spcBef>
              <a:spcAft>
                <a:spcPts val="0"/>
              </a:spcAft>
              <a:buSzPts val="1400"/>
              <a:buNone/>
              <a:defRPr sz="3600" b="0" i="0" u="none" strike="noStrike" cap="none">
                <a:solidFill>
                  <a:schemeClr val="dk2"/>
                </a:solidFill>
                <a:latin typeface="Times New Roman"/>
                <a:ea typeface="Times New Roman"/>
                <a:cs typeface="Times New Roman"/>
                <a:sym typeface="Times New Roman"/>
              </a:defRPr>
            </a:lvl9pPr>
          </a:lstStyle>
          <a:p>
            <a:endParaRPr/>
          </a:p>
        </p:txBody>
      </p:sp>
      <p:sp>
        <p:nvSpPr>
          <p:cNvPr id="11" name="Google Shape;11;p1"/>
          <p:cNvSpPr txBox="1">
            <a:spLocks noGrp="1"/>
          </p:cNvSpPr>
          <p:nvPr>
            <p:ph type="body" idx="1"/>
          </p:nvPr>
        </p:nvSpPr>
        <p:spPr>
          <a:xfrm>
            <a:off x="914400" y="1143000"/>
            <a:ext cx="10363200" cy="4953000"/>
          </a:xfrm>
          <a:prstGeom prst="rect">
            <a:avLst/>
          </a:prstGeom>
          <a:noFill/>
          <a:ln>
            <a:noFill/>
          </a:ln>
        </p:spPr>
        <p:txBody>
          <a:bodyPr spcFirstLastPara="1" wrap="square" lIns="91425" tIns="45700" rIns="91425" bIns="45700" anchor="t" anchorCtr="0">
            <a:noAutofit/>
          </a:bodyPr>
          <a:lstStyle>
            <a:lvl1pPr marL="457200" marR="0" lvl="0" indent="-370840" algn="l" rtl="0">
              <a:spcBef>
                <a:spcPts val="560"/>
              </a:spcBef>
              <a:spcAft>
                <a:spcPts val="0"/>
              </a:spcAft>
              <a:buClr>
                <a:schemeClr val="dk1"/>
              </a:buClr>
              <a:buSzPts val="2240"/>
              <a:buFont typeface="Times New Roman"/>
              <a:buChar char="•"/>
              <a:defRPr sz="2800" b="0" i="0" u="none" strike="noStrike" cap="none">
                <a:solidFill>
                  <a:schemeClr val="dk1"/>
                </a:solidFill>
                <a:latin typeface="Times New Roman"/>
                <a:ea typeface="Times New Roman"/>
                <a:cs typeface="Times New Roman"/>
                <a:sym typeface="Times New Roman"/>
              </a:defRPr>
            </a:lvl1pPr>
            <a:lvl2pPr marL="914400" marR="0" lvl="1" indent="-381000" algn="l" rtl="0">
              <a:spcBef>
                <a:spcPts val="480"/>
              </a:spcBef>
              <a:spcAft>
                <a:spcPts val="0"/>
              </a:spcAft>
              <a:buClr>
                <a:schemeClr val="dk1"/>
              </a:buClr>
              <a:buSzPts val="2400"/>
              <a:buFont typeface="Times New Roman"/>
              <a:buChar char="»"/>
              <a:defRPr sz="2400" b="0" i="0" u="none" strike="noStrike" cap="none">
                <a:solidFill>
                  <a:schemeClr val="dk1"/>
                </a:solidFill>
                <a:latin typeface="Times New Roman"/>
                <a:ea typeface="Times New Roman"/>
                <a:cs typeface="Times New Roman"/>
                <a:sym typeface="Times New Roman"/>
              </a:defRPr>
            </a:lvl2pPr>
            <a:lvl3pPr marL="1371600" marR="0" lvl="2" indent="-355600" algn="l" rtl="0">
              <a:spcBef>
                <a:spcPts val="0"/>
              </a:spcBef>
              <a:spcAft>
                <a:spcPts val="0"/>
              </a:spcAft>
              <a:buClr>
                <a:schemeClr val="dk1"/>
              </a:buClr>
              <a:buSzPts val="2000"/>
              <a:buFont typeface="Times New Roman"/>
              <a:buChar char="•"/>
              <a:defRPr sz="2000" b="0" i="0" u="none" strike="noStrike" cap="none">
                <a:solidFill>
                  <a:schemeClr val="dk1"/>
                </a:solidFill>
                <a:latin typeface="Times New Roman"/>
                <a:ea typeface="Times New Roman"/>
                <a:cs typeface="Times New Roman"/>
                <a:sym typeface="Times New Roman"/>
              </a:defRPr>
            </a:lvl3pPr>
            <a:lvl4pPr marL="1828800" marR="0" lvl="3" indent="-355600" algn="l" rtl="0">
              <a:spcBef>
                <a:spcPts val="0"/>
              </a:spcBef>
              <a:spcAft>
                <a:spcPts val="0"/>
              </a:spcAft>
              <a:buClr>
                <a:schemeClr val="dk1"/>
              </a:buClr>
              <a:buSzPts val="2000"/>
              <a:buFont typeface="Times New Roman"/>
              <a:buChar char="–"/>
              <a:defRPr sz="2000" b="0" i="0" u="none" strike="noStrike" cap="none">
                <a:solidFill>
                  <a:schemeClr val="dk1"/>
                </a:solidFill>
                <a:latin typeface="Times New Roman"/>
                <a:ea typeface="Times New Roman"/>
                <a:cs typeface="Times New Roman"/>
                <a:sym typeface="Times New Roman"/>
              </a:defRPr>
            </a:lvl4pPr>
            <a:lvl5pPr marL="2286000" marR="0" lvl="4" indent="-355600" algn="l" rtl="0">
              <a:spcBef>
                <a:spcPts val="0"/>
              </a:spcBef>
              <a:spcAft>
                <a:spcPts val="0"/>
              </a:spcAft>
              <a:buClr>
                <a:schemeClr val="dk1"/>
              </a:buClr>
              <a:buSzPts val="2000"/>
              <a:buFont typeface="Times New Roman"/>
              <a:buChar char="»"/>
              <a:defRPr sz="2000" b="0" i="0" u="none" strike="noStrike" cap="none">
                <a:solidFill>
                  <a:schemeClr val="dk1"/>
                </a:solidFill>
                <a:latin typeface="Times New Roman"/>
                <a:ea typeface="Times New Roman"/>
                <a:cs typeface="Times New Roman"/>
                <a:sym typeface="Times New Roman"/>
              </a:defRPr>
            </a:lvl5pPr>
            <a:lvl6pPr marL="2743200" marR="0" lvl="5" indent="-355600" algn="l" rtl="0">
              <a:spcBef>
                <a:spcPts val="0"/>
              </a:spcBef>
              <a:spcAft>
                <a:spcPts val="0"/>
              </a:spcAft>
              <a:buClr>
                <a:schemeClr val="dk1"/>
              </a:buClr>
              <a:buSzPts val="2000"/>
              <a:buFont typeface="Times New Roman"/>
              <a:buChar char="»"/>
              <a:defRPr sz="2000" b="0" i="0" u="none" strike="noStrike" cap="none">
                <a:solidFill>
                  <a:schemeClr val="dk1"/>
                </a:solidFill>
                <a:latin typeface="Times New Roman"/>
                <a:ea typeface="Times New Roman"/>
                <a:cs typeface="Times New Roman"/>
                <a:sym typeface="Times New Roman"/>
              </a:defRPr>
            </a:lvl6pPr>
            <a:lvl7pPr marL="3200400" marR="0" lvl="6" indent="-355600" algn="l" rtl="0">
              <a:spcBef>
                <a:spcPts val="0"/>
              </a:spcBef>
              <a:spcAft>
                <a:spcPts val="0"/>
              </a:spcAft>
              <a:buClr>
                <a:schemeClr val="dk1"/>
              </a:buClr>
              <a:buSzPts val="2000"/>
              <a:buFont typeface="Times New Roman"/>
              <a:buChar char="»"/>
              <a:defRPr sz="2000" b="0" i="0" u="none" strike="noStrike" cap="none">
                <a:solidFill>
                  <a:schemeClr val="dk1"/>
                </a:solidFill>
                <a:latin typeface="Times New Roman"/>
                <a:ea typeface="Times New Roman"/>
                <a:cs typeface="Times New Roman"/>
                <a:sym typeface="Times New Roman"/>
              </a:defRPr>
            </a:lvl7pPr>
            <a:lvl8pPr marL="3657600" marR="0" lvl="7" indent="-355600" algn="l" rtl="0">
              <a:spcBef>
                <a:spcPts val="0"/>
              </a:spcBef>
              <a:spcAft>
                <a:spcPts val="0"/>
              </a:spcAft>
              <a:buClr>
                <a:schemeClr val="dk1"/>
              </a:buClr>
              <a:buSzPts val="2000"/>
              <a:buFont typeface="Times New Roman"/>
              <a:buChar char="»"/>
              <a:defRPr sz="2000" b="0" i="0" u="none" strike="noStrike" cap="none">
                <a:solidFill>
                  <a:schemeClr val="dk1"/>
                </a:solidFill>
                <a:latin typeface="Times New Roman"/>
                <a:ea typeface="Times New Roman"/>
                <a:cs typeface="Times New Roman"/>
                <a:sym typeface="Times New Roman"/>
              </a:defRPr>
            </a:lvl8pPr>
            <a:lvl9pPr marL="4114800" marR="0" lvl="8" indent="-355600" algn="l" rtl="0">
              <a:spcBef>
                <a:spcPts val="0"/>
              </a:spcBef>
              <a:spcAft>
                <a:spcPts val="0"/>
              </a:spcAft>
              <a:buClr>
                <a:schemeClr val="dk1"/>
              </a:buClr>
              <a:buSzPts val="2000"/>
              <a:buFont typeface="Times New Roman"/>
              <a:buChar char="»"/>
              <a:defRPr sz="2000" b="0" i="0" u="none" strike="noStrike" cap="none">
                <a:solidFill>
                  <a:schemeClr val="dk1"/>
                </a:solidFill>
                <a:latin typeface="Times New Roman"/>
                <a:ea typeface="Times New Roman"/>
                <a:cs typeface="Times New Roman"/>
                <a:sym typeface="Times New Roman"/>
              </a:defRPr>
            </a:lvl9pPr>
          </a:lstStyle>
          <a:p>
            <a:endParaRPr/>
          </a:p>
        </p:txBody>
      </p:sp>
      <p:sp>
        <p:nvSpPr>
          <p:cNvPr id="4" name="Google Shape;22;p3">
            <a:extLst>
              <a:ext uri="{FF2B5EF4-FFF2-40B4-BE49-F238E27FC236}">
                <a16:creationId xmlns:a16="http://schemas.microsoft.com/office/drawing/2014/main" id="{8DAADDE6-9D87-4A94-9A5F-2FE2DE75B0D7}"/>
              </a:ext>
            </a:extLst>
          </p:cNvPr>
          <p:cNvSpPr/>
          <p:nvPr userDrawn="1"/>
        </p:nvSpPr>
        <p:spPr>
          <a:xfrm>
            <a:off x="0" y="977750"/>
            <a:ext cx="3772862" cy="59595"/>
          </a:xfrm>
          <a:prstGeom prst="rect">
            <a:avLst/>
          </a:prstGeom>
          <a:solidFill>
            <a:schemeClr val="accent2">
              <a:lumMod val="75000"/>
            </a:schemeClr>
          </a:solidFill>
          <a:ln>
            <a:solidFill>
              <a:srgbClr val="006699"/>
            </a:solidFill>
          </a:ln>
        </p:spPr>
        <p:txBody>
          <a:bodyPr spcFirstLastPara="1" wrap="square" lIns="45700" tIns="45700" rIns="45700" bIns="45700" anchor="ctr" anchorCtr="0">
            <a:noAutofit/>
          </a:bodyPr>
          <a:lstStyle/>
          <a:p>
            <a:pPr marL="0" marR="0" lvl="0" indent="0" algn="ctr" rtl="0">
              <a:lnSpc>
                <a:spcPct val="100000"/>
              </a:lnSpc>
              <a:spcBef>
                <a:spcPts val="0"/>
              </a:spcBef>
              <a:spcAft>
                <a:spcPts val="0"/>
              </a:spcAft>
              <a:buClr>
                <a:srgbClr val="FFFFFF"/>
              </a:buClr>
              <a:buSzPts val="3600"/>
              <a:buFont typeface="Raleway"/>
              <a:buNone/>
            </a:pPr>
            <a:endParaRPr sz="3000" b="0" i="0" u="none" strike="noStrike" cap="none">
              <a:solidFill>
                <a:srgbClr val="FFFFFF"/>
              </a:solidFill>
              <a:latin typeface="Raleway"/>
              <a:ea typeface="Raleway"/>
              <a:cs typeface="Raleway"/>
              <a:sym typeface="Raleway"/>
            </a:endParaRPr>
          </a:p>
        </p:txBody>
      </p:sp>
      <p:pic>
        <p:nvPicPr>
          <p:cNvPr id="5" name="Google Shape;129;p18">
            <a:extLst>
              <a:ext uri="{FF2B5EF4-FFF2-40B4-BE49-F238E27FC236}">
                <a16:creationId xmlns:a16="http://schemas.microsoft.com/office/drawing/2014/main" id="{2199409B-45F8-4A01-AB9C-7EA2B2CCD078}"/>
              </a:ext>
            </a:extLst>
          </p:cNvPr>
          <p:cNvPicPr preferRelativeResize="0"/>
          <p:nvPr userDrawn="1"/>
        </p:nvPicPr>
        <p:blipFill>
          <a:blip r:embed="rId16">
            <a:alphaModFix/>
          </a:blip>
          <a:stretch>
            <a:fillRect/>
          </a:stretch>
        </p:blipFill>
        <p:spPr>
          <a:xfrm>
            <a:off x="156373" y="6533883"/>
            <a:ext cx="2041301" cy="204800"/>
          </a:xfrm>
          <a:prstGeom prst="rect">
            <a:avLst/>
          </a:prstGeom>
          <a:noFill/>
          <a:ln>
            <a:noFill/>
          </a:ln>
        </p:spPr>
      </p:pic>
      <p:sp>
        <p:nvSpPr>
          <p:cNvPr id="2" name="Google Shape;23;p3">
            <a:extLst>
              <a:ext uri="{FF2B5EF4-FFF2-40B4-BE49-F238E27FC236}">
                <a16:creationId xmlns:a16="http://schemas.microsoft.com/office/drawing/2014/main" id="{1D1BDBDF-7EA2-8C6E-6985-BFD39B103D2C}"/>
              </a:ext>
            </a:extLst>
          </p:cNvPr>
          <p:cNvSpPr/>
          <p:nvPr userDrawn="1"/>
        </p:nvSpPr>
        <p:spPr>
          <a:xfrm>
            <a:off x="4885608" y="6521551"/>
            <a:ext cx="1837408" cy="303183"/>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Clr>
                <a:srgbClr val="999999"/>
              </a:buClr>
              <a:buFont typeface="Playfair Display"/>
              <a:buNone/>
            </a:pPr>
            <a:r>
              <a:rPr lang="en-US" sz="900" b="0" dirty="0">
                <a:solidFill>
                  <a:schemeClr val="tx1"/>
                </a:solidFill>
                <a:latin typeface="Raleway" pitchFamily="2" charset="0"/>
                <a:ea typeface="Raleway Thin"/>
                <a:cs typeface="Raleway Thin"/>
                <a:sym typeface="Raleway Thin"/>
              </a:rPr>
              <a:t>© WARREN POWELL 2026</a:t>
            </a:r>
            <a:endParaRPr sz="900" b="0" dirty="0">
              <a:solidFill>
                <a:schemeClr val="tx1"/>
              </a:solidFill>
              <a:latin typeface="Raleway" pitchFamily="2" charset="0"/>
              <a:ea typeface="Raleway Thin"/>
              <a:cs typeface="Raleway Thin"/>
              <a:sym typeface="Raleway Thin"/>
            </a:endParaRPr>
          </a:p>
        </p:txBody>
      </p:sp>
      <p:pic>
        <p:nvPicPr>
          <p:cNvPr id="6" name="Picture 5" descr="A picture containing text, clipart&#10;&#10;Description automatically generated">
            <a:extLst>
              <a:ext uri="{FF2B5EF4-FFF2-40B4-BE49-F238E27FC236}">
                <a16:creationId xmlns:a16="http://schemas.microsoft.com/office/drawing/2014/main" id="{6ED04E7B-9405-B242-E92F-713BCFDEE4BD}"/>
              </a:ext>
            </a:extLst>
          </p:cNvPr>
          <p:cNvPicPr>
            <a:picLocks noChangeAspect="1"/>
          </p:cNvPicPr>
          <p:nvPr userDrawn="1"/>
        </p:nvPicPr>
        <p:blipFill>
          <a:blip r:embed="rId17">
            <a:extLst>
              <a:ext uri="{BEBA8EAE-BF5A-486C-A8C5-ECC9F3942E4B}">
                <a14:imgProps xmlns:a14="http://schemas.microsoft.com/office/drawing/2010/main">
                  <a14:imgLayer r:embed="rId18">
                    <a14:imgEffect>
                      <a14:backgroundRemoval t="5495" b="97253" l="4706" r="97059">
                        <a14:foregroundMark x1="45294" y1="24725" x2="45294" y2="24725"/>
                        <a14:foregroundMark x1="56471" y1="23626" x2="56471" y2="23626"/>
                        <a14:foregroundMark x1="41765" y1="20879" x2="41765" y2="20879"/>
                        <a14:foregroundMark x1="10000" y1="72527" x2="10000" y2="72527"/>
                        <a14:foregroundMark x1="10588" y1="79121" x2="10588" y2="79121"/>
                        <a14:foregroundMark x1="11765" y1="68681" x2="11765" y2="68681"/>
                        <a14:foregroundMark x1="6471" y1="68681" x2="6471" y2="68681"/>
                        <a14:foregroundMark x1="40000" y1="30220" x2="40000" y2="30220"/>
                        <a14:foregroundMark x1="54706" y1="20879" x2="54706" y2="20879"/>
                        <a14:foregroundMark x1="54706" y1="30220" x2="54706" y2="30220"/>
                        <a14:foregroundMark x1="54706" y1="30220" x2="54706" y2="30220"/>
                        <a14:foregroundMark x1="51765" y1="24176" x2="51765" y2="24176"/>
                        <a14:foregroundMark x1="53529" y1="30769" x2="53529" y2="30769"/>
                        <a14:foregroundMark x1="45882" y1="29670" x2="45882" y2="29670"/>
                        <a14:foregroundMark x1="8824" y1="87363" x2="8824" y2="87363"/>
                        <a14:foregroundMark x1="19412" y1="89011" x2="19412" y2="89011"/>
                        <a14:foregroundMark x1="31176" y1="93407" x2="31176" y2="93407"/>
                        <a14:foregroundMark x1="24118" y1="95604" x2="24118" y2="96154"/>
                        <a14:foregroundMark x1="24118" y1="87912" x2="24118" y2="95604"/>
                        <a14:foregroundMark x1="5882" y1="65385" x2="5882" y2="65385"/>
                        <a14:foregroundMark x1="9413" y1="62088" x2="8235" y2="61538"/>
                        <a14:foregroundMark x1="10588" y1="62637" x2="9413" y2="62088"/>
                        <a14:foregroundMark x1="16471" y1="65385" x2="10588" y2="62637"/>
                        <a14:foregroundMark x1="28235" y1="89560" x2="28235" y2="89560"/>
                        <a14:foregroundMark x1="31765" y1="96703" x2="31765" y2="96703"/>
                        <a14:foregroundMark x1="38235" y1="95604" x2="38235" y2="95604"/>
                        <a14:foregroundMark x1="35882" y1="92857" x2="35882" y2="92857"/>
                        <a14:foregroundMark x1="34118" y1="90110" x2="34118" y2="90110"/>
                        <a14:foregroundMark x1="41765" y1="90659" x2="41765" y2="90659"/>
                        <a14:foregroundMark x1="41765" y1="93956" x2="41765" y2="93956"/>
                        <a14:foregroundMark x1="45882" y1="97253" x2="45882" y2="97253"/>
                        <a14:foregroundMark x1="50000" y1="97802" x2="50000" y2="97802"/>
                        <a14:foregroundMark x1="52941" y1="97802" x2="52941" y2="97802"/>
                        <a14:foregroundMark x1="58235" y1="97253" x2="58235" y2="97253"/>
                        <a14:foregroundMark x1="61176" y1="97802" x2="61176" y2="97802"/>
                        <a14:foregroundMark x1="60000" y1="90110" x2="60000" y2="90110"/>
                        <a14:foregroundMark x1="64118" y1="90659" x2="64118" y2="90659"/>
                        <a14:foregroundMark x1="70000" y1="86813" x2="70000" y2="86813"/>
                        <a14:foregroundMark x1="74118" y1="85165" x2="74118" y2="85165"/>
                        <a14:foregroundMark x1="75882" y1="91758" x2="75882" y2="91758"/>
                        <a14:foregroundMark x1="87647" y1="75275" x2="87647" y2="75275"/>
                        <a14:foregroundMark x1="87647" y1="75275" x2="87647" y2="75275"/>
                        <a14:foregroundMark x1="87647" y1="72527" x2="87647" y2="72527"/>
                        <a14:foregroundMark x1="84706" y1="80769" x2="84706" y2="80769"/>
                        <a14:foregroundMark x1="92941" y1="82418" x2="92941" y2="82418"/>
                        <a14:foregroundMark x1="97059" y1="65934" x2="97059" y2="65934"/>
                        <a14:foregroundMark x1="88235" y1="65934" x2="88235" y2="65934"/>
                        <a14:foregroundMark x1="10000" y1="62088" x2="10000" y2="62088"/>
                        <a14:foregroundMark x1="10000" y1="62088" x2="10000" y2="62088"/>
                        <a14:foregroundMark x1="10000" y1="62088" x2="10000" y2="62088"/>
                        <a14:foregroundMark x1="10000" y1="62088" x2="10000" y2="62088"/>
                        <a14:foregroundMark x1="50000" y1="5495" x2="50000" y2="5495"/>
                        <a14:foregroundMark x1="9412" y1="62637" x2="9412" y2="62637"/>
                        <a14:foregroundMark x1="9412" y1="62088" x2="9412" y2="62088"/>
                        <a14:foregroundMark x1="9412" y1="62088" x2="9412" y2="62088"/>
                        <a14:foregroundMark x1="9412" y1="62088" x2="9412" y2="62088"/>
                        <a14:foregroundMark x1="9412" y1="62088" x2="9412" y2="62088"/>
                        <a14:backgroundMark x1="9412" y1="61538" x2="9412" y2="61538"/>
                        <a14:backgroundMark x1="8235" y1="60989" x2="8235" y2="60989"/>
                        <a14:backgroundMark x1="11765" y1="62637" x2="11765" y2="62637"/>
                        <a14:backgroundMark x1="10588" y1="62088" x2="10588" y2="62088"/>
                        <a14:backgroundMark x1="24706" y1="96154" x2="24706" y2="96154"/>
                        <a14:backgroundMark x1="24118" y1="95604" x2="24118" y2="95604"/>
                        <a14:backgroundMark x1="23529" y1="97253" x2="23529" y2="97253"/>
                        <a14:backgroundMark x1="24118" y1="97253" x2="24118" y2="97253"/>
                        <a14:backgroundMark x1="24118" y1="97253" x2="24118" y2="97253"/>
                        <a14:backgroundMark x1="23529" y1="97802" x2="23529" y2="97802"/>
                        <a14:backgroundMark x1="23529" y1="96703" x2="23529" y2="96703"/>
                        <a14:backgroundMark x1="23529" y1="96703" x2="23529" y2="96154"/>
                        <a14:backgroundMark x1="7647" y1="62088" x2="7647" y2="62088"/>
                        <a14:backgroundMark x1="8824" y1="62637" x2="8824" y2="62637"/>
                      </a14:backgroundRemoval>
                    </a14:imgEffect>
                  </a14:imgLayer>
                </a14:imgProps>
              </a:ext>
            </a:extLst>
          </a:blip>
          <a:stretch>
            <a:fillRect/>
          </a:stretch>
        </p:blipFill>
        <p:spPr>
          <a:xfrm>
            <a:off x="11649805" y="6324600"/>
            <a:ext cx="498231" cy="533400"/>
          </a:xfrm>
          <a:prstGeom prst="rect">
            <a:avLst/>
          </a:prstGeom>
        </p:spPr>
      </p:pic>
    </p:spTree>
  </p:cSld>
  <p:clrMap bg1="lt1" tx1="dk1" bg2="dk2" tx2="lt2" accent1="accent1" accent2="accent2" accent3="accent3" accent4="accent4" accent5="accent5" accent6="accent6" hlink="hlink" folHlink="folHlink"/>
  <p:sldLayoutIdLst>
    <p:sldLayoutId id="2147483648" r:id="rId1"/>
    <p:sldLayoutId id="2147483649" r:id="rId2"/>
    <p:sldLayoutId id="2147483650" r:id="rId3"/>
    <p:sldLayoutId id="2147483651" r:id="rId4"/>
    <p:sldLayoutId id="2147483653" r:id="rId5"/>
    <p:sldLayoutId id="2147483655" r:id="rId6"/>
    <p:sldLayoutId id="2147483656" r:id="rId7"/>
    <p:sldLayoutId id="2147483657" r:id="rId8"/>
    <p:sldLayoutId id="2147483658" r:id="rId9"/>
    <p:sldLayoutId id="2147483659" r:id="rId10"/>
    <p:sldLayoutId id="2147483660" r:id="rId11"/>
    <p:sldLayoutId id="2147483662" r:id="rId12"/>
    <p:sldLayoutId id="2147483663" r:id="rId13"/>
    <p:sldLayoutId id="2147483670" r:id="rId14"/>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54.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image" Target="../media/image3.png"/><Relationship Id="rId1" Type="http://schemas.openxmlformats.org/officeDocument/2006/relationships/slideLayout" Target="../slideLayouts/slideLayout1.xml"/></Relationships>
</file>

<file path=ppt/slides/_rels/slide155.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73.xml"/><Relationship Id="rId1" Type="http://schemas.openxmlformats.org/officeDocument/2006/relationships/slideLayout" Target="../slideLayouts/slideLayout2.xml"/></Relationships>
</file>

<file path=ppt/slides/_rels/slide156.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74.xml"/><Relationship Id="rId1" Type="http://schemas.openxmlformats.org/officeDocument/2006/relationships/slideLayout" Target="../slideLayouts/slideLayout2.xml"/></Relationships>
</file>

<file path=ppt/slides/_rels/slide157.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75.xml"/><Relationship Id="rId1" Type="http://schemas.openxmlformats.org/officeDocument/2006/relationships/slideLayout" Target="../slideLayouts/slideLayout2.xml"/></Relationships>
</file>

<file path=ppt/slides/_rels/slide158.xml.rels><?xml version="1.0" encoding="UTF-8" standalone="yes"?>
<Relationships xmlns="http://schemas.openxmlformats.org/package/2006/relationships"><Relationship Id="rId3" Type="http://schemas.openxmlformats.org/officeDocument/2006/relationships/image" Target="../media/image91.png"/><Relationship Id="rId2" Type="http://schemas.openxmlformats.org/officeDocument/2006/relationships/notesSlide" Target="../notesSlides/notesSlide76.xml"/><Relationship Id="rId1" Type="http://schemas.openxmlformats.org/officeDocument/2006/relationships/slideLayout" Target="../slideLayouts/slideLayout2.xml"/></Relationships>
</file>

<file path=ppt/slides/_rels/slide159.xml.rels><?xml version="1.0" encoding="UTF-8" standalone="yes"?>
<Relationships xmlns="http://schemas.openxmlformats.org/package/2006/relationships"><Relationship Id="rId3" Type="http://schemas.openxmlformats.org/officeDocument/2006/relationships/image" Target="../media/image92.png"/><Relationship Id="rId2" Type="http://schemas.openxmlformats.org/officeDocument/2006/relationships/notesSlide" Target="../notesSlides/notesSlide77.xml"/><Relationship Id="rId1" Type="http://schemas.openxmlformats.org/officeDocument/2006/relationships/slideLayout" Target="../slideLayouts/slideLayout2.xml"/><Relationship Id="rId5" Type="http://schemas.openxmlformats.org/officeDocument/2006/relationships/image" Target="../media/image94.png"/><Relationship Id="rId4" Type="http://schemas.openxmlformats.org/officeDocument/2006/relationships/image" Target="../media/image93.png"/></Relationships>
</file>

<file path=ppt/slides/_rels/slide160.xml.rels><?xml version="1.0" encoding="UTF-8" standalone="yes"?>
<Relationships xmlns="http://schemas.openxmlformats.org/package/2006/relationships"><Relationship Id="rId3" Type="http://schemas.openxmlformats.org/officeDocument/2006/relationships/oleObject" Target="../embeddings/oleObject39.bin"/><Relationship Id="rId2" Type="http://schemas.openxmlformats.org/officeDocument/2006/relationships/notesSlide" Target="../notesSlides/notesSlide78.xml"/><Relationship Id="rId1" Type="http://schemas.openxmlformats.org/officeDocument/2006/relationships/slideLayout" Target="../slideLayouts/slideLayout2.xml"/><Relationship Id="rId4" Type="http://schemas.openxmlformats.org/officeDocument/2006/relationships/image" Target="../media/image95.emf"/></Relationships>
</file>

<file path=ppt/slides/_rels/slide161.xml.rels><?xml version="1.0" encoding="UTF-8" standalone="yes"?>
<Relationships xmlns="http://schemas.openxmlformats.org/package/2006/relationships"><Relationship Id="rId2" Type="http://schemas.openxmlformats.org/officeDocument/2006/relationships/image" Target="../media/image96.png"/><Relationship Id="rId1" Type="http://schemas.openxmlformats.org/officeDocument/2006/relationships/slideLayout" Target="../slideLayouts/slideLayout2.xml"/></Relationships>
</file>

<file path=ppt/slides/_rels/slide162.xml.rels><?xml version="1.0" encoding="UTF-8" standalone="yes"?>
<Relationships xmlns="http://schemas.openxmlformats.org/package/2006/relationships"><Relationship Id="rId8" Type="http://schemas.openxmlformats.org/officeDocument/2006/relationships/image" Target="../media/image501.png"/><Relationship Id="rId13" Type="http://schemas.openxmlformats.org/officeDocument/2006/relationships/image" Target="../media/image724.png"/><Relationship Id="rId18" Type="http://schemas.openxmlformats.org/officeDocument/2006/relationships/image" Target="../media/image505.png"/><Relationship Id="rId3" Type="http://schemas.openxmlformats.org/officeDocument/2006/relationships/image" Target="../media/image497.png"/><Relationship Id="rId7" Type="http://schemas.openxmlformats.org/officeDocument/2006/relationships/image" Target="../media/image97.png"/><Relationship Id="rId12" Type="http://schemas.openxmlformats.org/officeDocument/2006/relationships/image" Target="../media/image723.png"/><Relationship Id="rId17" Type="http://schemas.openxmlformats.org/officeDocument/2006/relationships/image" Target="../media/image504.png"/><Relationship Id="rId2" Type="http://schemas.openxmlformats.org/officeDocument/2006/relationships/notesSlide" Target="../notesSlides/notesSlide79.xml"/><Relationship Id="rId16" Type="http://schemas.openxmlformats.org/officeDocument/2006/relationships/image" Target="../media/image503.png"/><Relationship Id="rId1" Type="http://schemas.openxmlformats.org/officeDocument/2006/relationships/slideLayout" Target="../slideLayouts/slideLayout3.xml"/><Relationship Id="rId6" Type="http://schemas.openxmlformats.org/officeDocument/2006/relationships/image" Target="../media/image499.png"/><Relationship Id="rId11" Type="http://schemas.openxmlformats.org/officeDocument/2006/relationships/image" Target="../media/image722.png"/><Relationship Id="rId5" Type="http://schemas.openxmlformats.org/officeDocument/2006/relationships/image" Target="../media/image4950.png"/><Relationship Id="rId15" Type="http://schemas.openxmlformats.org/officeDocument/2006/relationships/image" Target="../media/image4980.png"/><Relationship Id="rId10" Type="http://schemas.openxmlformats.org/officeDocument/2006/relationships/image" Target="../media/image4970.png"/><Relationship Id="rId19" Type="http://schemas.openxmlformats.org/officeDocument/2006/relationships/image" Target="../media/image506.png"/><Relationship Id="rId4" Type="http://schemas.openxmlformats.org/officeDocument/2006/relationships/image" Target="../media/image498.png"/><Relationship Id="rId9" Type="http://schemas.openxmlformats.org/officeDocument/2006/relationships/image" Target="../media/image720.png"/><Relationship Id="rId14" Type="http://schemas.openxmlformats.org/officeDocument/2006/relationships/image" Target="../media/image502.png"/></Relationships>
</file>

<file path=ppt/slides/_rels/slide163.xml.rels><?xml version="1.0" encoding="UTF-8" standalone="yes"?>
<Relationships xmlns="http://schemas.openxmlformats.org/package/2006/relationships"><Relationship Id="rId8" Type="http://schemas.openxmlformats.org/officeDocument/2006/relationships/image" Target="../media/image512.png"/><Relationship Id="rId13" Type="http://schemas.openxmlformats.org/officeDocument/2006/relationships/image" Target="../media/image517.png"/><Relationship Id="rId18" Type="http://schemas.openxmlformats.org/officeDocument/2006/relationships/image" Target="../media/image98.png"/><Relationship Id="rId3" Type="http://schemas.openxmlformats.org/officeDocument/2006/relationships/image" Target="../media/image507.png"/><Relationship Id="rId7" Type="http://schemas.openxmlformats.org/officeDocument/2006/relationships/image" Target="../media/image511.png"/><Relationship Id="rId12" Type="http://schemas.openxmlformats.org/officeDocument/2006/relationships/image" Target="../media/image516.png"/><Relationship Id="rId17" Type="http://schemas.openxmlformats.org/officeDocument/2006/relationships/image" Target="../media/image970.png"/><Relationship Id="rId2" Type="http://schemas.openxmlformats.org/officeDocument/2006/relationships/notesSlide" Target="../notesSlides/notesSlide80.xml"/><Relationship Id="rId16" Type="http://schemas.openxmlformats.org/officeDocument/2006/relationships/image" Target="../media/image520.png"/><Relationship Id="rId1" Type="http://schemas.openxmlformats.org/officeDocument/2006/relationships/slideLayout" Target="../slideLayouts/slideLayout3.xml"/><Relationship Id="rId6" Type="http://schemas.openxmlformats.org/officeDocument/2006/relationships/image" Target="../media/image510.png"/><Relationship Id="rId11" Type="http://schemas.openxmlformats.org/officeDocument/2006/relationships/image" Target="../media/image515.png"/><Relationship Id="rId5" Type="http://schemas.openxmlformats.org/officeDocument/2006/relationships/image" Target="../media/image509.png"/><Relationship Id="rId15" Type="http://schemas.openxmlformats.org/officeDocument/2006/relationships/image" Target="../media/image960.png"/><Relationship Id="rId10" Type="http://schemas.openxmlformats.org/officeDocument/2006/relationships/image" Target="../media/image514.png"/><Relationship Id="rId4" Type="http://schemas.openxmlformats.org/officeDocument/2006/relationships/image" Target="../media/image508.png"/><Relationship Id="rId9" Type="http://schemas.openxmlformats.org/officeDocument/2006/relationships/image" Target="../media/image513.png"/><Relationship Id="rId14" Type="http://schemas.openxmlformats.org/officeDocument/2006/relationships/image" Target="../media/image518.png"/></Relationships>
</file>

<file path=ppt/slides/_rels/slide164.xml.rels><?xml version="1.0" encoding="UTF-8" standalone="yes"?>
<Relationships xmlns="http://schemas.openxmlformats.org/package/2006/relationships"><Relationship Id="rId8" Type="http://schemas.openxmlformats.org/officeDocument/2006/relationships/image" Target="../media/image758.png"/><Relationship Id="rId13" Type="http://schemas.openxmlformats.org/officeDocument/2006/relationships/image" Target="../media/image764.png"/><Relationship Id="rId18" Type="http://schemas.openxmlformats.org/officeDocument/2006/relationships/image" Target="../media/image526.png"/><Relationship Id="rId21" Type="http://schemas.openxmlformats.org/officeDocument/2006/relationships/image" Target="../media/image99.png"/><Relationship Id="rId7" Type="http://schemas.openxmlformats.org/officeDocument/2006/relationships/image" Target="../media/image757.png"/><Relationship Id="rId12" Type="http://schemas.openxmlformats.org/officeDocument/2006/relationships/image" Target="../media/image763.png"/><Relationship Id="rId17" Type="http://schemas.openxmlformats.org/officeDocument/2006/relationships/image" Target="../media/image525.png"/><Relationship Id="rId2" Type="http://schemas.openxmlformats.org/officeDocument/2006/relationships/notesSlide" Target="../notesSlides/notesSlide81.xml"/><Relationship Id="rId16" Type="http://schemas.openxmlformats.org/officeDocument/2006/relationships/image" Target="../media/image524.png"/><Relationship Id="rId20" Type="http://schemas.openxmlformats.org/officeDocument/2006/relationships/image" Target="../media/image528.png"/><Relationship Id="rId1" Type="http://schemas.openxmlformats.org/officeDocument/2006/relationships/slideLayout" Target="../slideLayouts/slideLayout3.xml"/><Relationship Id="rId5" Type="http://schemas.openxmlformats.org/officeDocument/2006/relationships/image" Target="../media/image755.png"/><Relationship Id="rId15" Type="http://schemas.openxmlformats.org/officeDocument/2006/relationships/image" Target="../media/image523.png"/><Relationship Id="rId23" Type="http://schemas.openxmlformats.org/officeDocument/2006/relationships/image" Target="../media/image101.png"/><Relationship Id="rId10" Type="http://schemas.openxmlformats.org/officeDocument/2006/relationships/image" Target="../media/image761.png"/><Relationship Id="rId19" Type="http://schemas.openxmlformats.org/officeDocument/2006/relationships/image" Target="../media/image527.png"/><Relationship Id="rId4" Type="http://schemas.openxmlformats.org/officeDocument/2006/relationships/image" Target="../media/image754.png"/><Relationship Id="rId9" Type="http://schemas.openxmlformats.org/officeDocument/2006/relationships/image" Target="../media/image760.png"/><Relationship Id="rId14" Type="http://schemas.openxmlformats.org/officeDocument/2006/relationships/image" Target="../media/image765.png"/><Relationship Id="rId22" Type="http://schemas.openxmlformats.org/officeDocument/2006/relationships/image" Target="../media/image100.png"/></Relationships>
</file>

<file path=ppt/slides/_rels/slide165.xml.rels><?xml version="1.0" encoding="UTF-8" standalone="yes"?>
<Relationships xmlns="http://schemas.openxmlformats.org/package/2006/relationships"><Relationship Id="rId8" Type="http://schemas.openxmlformats.org/officeDocument/2006/relationships/image" Target="../media/image532.png"/><Relationship Id="rId13" Type="http://schemas.openxmlformats.org/officeDocument/2006/relationships/image" Target="../media/image537.png"/><Relationship Id="rId3" Type="http://schemas.openxmlformats.org/officeDocument/2006/relationships/image" Target="../media/image99.png"/><Relationship Id="rId7" Type="http://schemas.openxmlformats.org/officeDocument/2006/relationships/image" Target="../media/image531.png"/><Relationship Id="rId12" Type="http://schemas.openxmlformats.org/officeDocument/2006/relationships/image" Target="../media/image536.png"/><Relationship Id="rId2" Type="http://schemas.openxmlformats.org/officeDocument/2006/relationships/notesSlide" Target="../notesSlides/notesSlide82.xml"/><Relationship Id="rId1" Type="http://schemas.openxmlformats.org/officeDocument/2006/relationships/slideLayout" Target="../slideLayouts/slideLayout3.xml"/><Relationship Id="rId6" Type="http://schemas.openxmlformats.org/officeDocument/2006/relationships/image" Target="../media/image509.png"/><Relationship Id="rId11" Type="http://schemas.openxmlformats.org/officeDocument/2006/relationships/image" Target="../media/image535.png"/><Relationship Id="rId5" Type="http://schemas.openxmlformats.org/officeDocument/2006/relationships/image" Target="../media/image530.png"/><Relationship Id="rId10" Type="http://schemas.openxmlformats.org/officeDocument/2006/relationships/image" Target="../media/image534.png"/><Relationship Id="rId4" Type="http://schemas.openxmlformats.org/officeDocument/2006/relationships/image" Target="../media/image100.png"/><Relationship Id="rId9" Type="http://schemas.openxmlformats.org/officeDocument/2006/relationships/image" Target="../media/image533.png"/></Relationships>
</file>

<file path=ppt/slides/_rels/slide166.xml.rels><?xml version="1.0" encoding="UTF-8" standalone="yes"?>
<Relationships xmlns="http://schemas.openxmlformats.org/package/2006/relationships"><Relationship Id="rId8" Type="http://schemas.openxmlformats.org/officeDocument/2006/relationships/image" Target="../media/image531.png"/><Relationship Id="rId13" Type="http://schemas.openxmlformats.org/officeDocument/2006/relationships/image" Target="../media/image536.png"/><Relationship Id="rId3" Type="http://schemas.openxmlformats.org/officeDocument/2006/relationships/image" Target="../media/image779.png"/><Relationship Id="rId7" Type="http://schemas.openxmlformats.org/officeDocument/2006/relationships/image" Target="../media/image509.png"/><Relationship Id="rId12" Type="http://schemas.openxmlformats.org/officeDocument/2006/relationships/image" Target="../media/image535.png"/><Relationship Id="rId2" Type="http://schemas.openxmlformats.org/officeDocument/2006/relationships/notesSlide" Target="../notesSlides/notesSlide83.xml"/><Relationship Id="rId1" Type="http://schemas.openxmlformats.org/officeDocument/2006/relationships/slideLayout" Target="../slideLayouts/slideLayout3.xml"/><Relationship Id="rId6" Type="http://schemas.openxmlformats.org/officeDocument/2006/relationships/image" Target="../media/image530.png"/><Relationship Id="rId11" Type="http://schemas.openxmlformats.org/officeDocument/2006/relationships/image" Target="../media/image534.png"/><Relationship Id="rId5" Type="http://schemas.openxmlformats.org/officeDocument/2006/relationships/image" Target="../media/image100.png"/><Relationship Id="rId10" Type="http://schemas.openxmlformats.org/officeDocument/2006/relationships/image" Target="../media/image533.png"/><Relationship Id="rId4" Type="http://schemas.openxmlformats.org/officeDocument/2006/relationships/image" Target="../media/image99.png"/><Relationship Id="rId9" Type="http://schemas.openxmlformats.org/officeDocument/2006/relationships/image" Target="../media/image532.png"/><Relationship Id="rId14" Type="http://schemas.openxmlformats.org/officeDocument/2006/relationships/image" Target="../media/image537.png"/></Relationships>
</file>

<file path=ppt/slides/_rels/slide167.xml.rels><?xml version="1.0" encoding="UTF-8" standalone="yes"?>
<Relationships xmlns="http://schemas.openxmlformats.org/package/2006/relationships"><Relationship Id="rId8" Type="http://schemas.openxmlformats.org/officeDocument/2006/relationships/image" Target="../media/image531.png"/><Relationship Id="rId13" Type="http://schemas.openxmlformats.org/officeDocument/2006/relationships/image" Target="../media/image542.png"/><Relationship Id="rId3" Type="http://schemas.openxmlformats.org/officeDocument/2006/relationships/image" Target="../media/image779.png"/><Relationship Id="rId7" Type="http://schemas.openxmlformats.org/officeDocument/2006/relationships/image" Target="../media/image509.png"/><Relationship Id="rId12" Type="http://schemas.openxmlformats.org/officeDocument/2006/relationships/image" Target="../media/image541.png"/><Relationship Id="rId2" Type="http://schemas.openxmlformats.org/officeDocument/2006/relationships/notesSlide" Target="../notesSlides/notesSlide84.xml"/><Relationship Id="rId1" Type="http://schemas.openxmlformats.org/officeDocument/2006/relationships/slideLayout" Target="../slideLayouts/slideLayout3.xml"/><Relationship Id="rId6" Type="http://schemas.openxmlformats.org/officeDocument/2006/relationships/image" Target="../media/image530.png"/><Relationship Id="rId11" Type="http://schemas.openxmlformats.org/officeDocument/2006/relationships/image" Target="../media/image540.png"/><Relationship Id="rId5" Type="http://schemas.openxmlformats.org/officeDocument/2006/relationships/image" Target="../media/image100.png"/><Relationship Id="rId10" Type="http://schemas.openxmlformats.org/officeDocument/2006/relationships/image" Target="../media/image539.png"/><Relationship Id="rId4" Type="http://schemas.openxmlformats.org/officeDocument/2006/relationships/image" Target="../media/image99.png"/><Relationship Id="rId9" Type="http://schemas.openxmlformats.org/officeDocument/2006/relationships/image" Target="../media/image538.png"/><Relationship Id="rId14" Type="http://schemas.openxmlformats.org/officeDocument/2006/relationships/image" Target="../media/image543.png"/></Relationships>
</file>

<file path=ppt/slides/_rels/slide168.xml.rels><?xml version="1.0" encoding="UTF-8" standalone="yes"?>
<Relationships xmlns="http://schemas.openxmlformats.org/package/2006/relationships"><Relationship Id="rId3" Type="http://schemas.openxmlformats.org/officeDocument/2006/relationships/image" Target="../media/image544.png"/><Relationship Id="rId2" Type="http://schemas.openxmlformats.org/officeDocument/2006/relationships/notesSlide" Target="../notesSlides/notesSlide85.xml"/><Relationship Id="rId1" Type="http://schemas.openxmlformats.org/officeDocument/2006/relationships/slideLayout" Target="../slideLayouts/slideLayout2.xml"/><Relationship Id="rId6" Type="http://schemas.openxmlformats.org/officeDocument/2006/relationships/image" Target="../media/image546.png"/><Relationship Id="rId5" Type="http://schemas.openxmlformats.org/officeDocument/2006/relationships/image" Target="../media/image545.png"/><Relationship Id="rId4" Type="http://schemas.openxmlformats.org/officeDocument/2006/relationships/image" Target="../media/image787.png"/></Relationships>
</file>

<file path=ppt/slides/_rels/slide169.xml.rels><?xml version="1.0" encoding="UTF-8" standalone="yes"?>
<Relationships xmlns="http://schemas.openxmlformats.org/package/2006/relationships"><Relationship Id="rId8" Type="http://schemas.openxmlformats.org/officeDocument/2006/relationships/image" Target="../media/image544.png"/><Relationship Id="rId3" Type="http://schemas.openxmlformats.org/officeDocument/2006/relationships/image" Target="../media/image547.png"/><Relationship Id="rId7" Type="http://schemas.openxmlformats.org/officeDocument/2006/relationships/image" Target="../media/image546.png"/><Relationship Id="rId2" Type="http://schemas.openxmlformats.org/officeDocument/2006/relationships/notesSlide" Target="../notesSlides/notesSlide86.xml"/><Relationship Id="rId1" Type="http://schemas.openxmlformats.org/officeDocument/2006/relationships/slideLayout" Target="../slideLayouts/slideLayout2.xml"/><Relationship Id="rId6" Type="http://schemas.openxmlformats.org/officeDocument/2006/relationships/image" Target="../media/image787.png"/><Relationship Id="rId4" Type="http://schemas.openxmlformats.org/officeDocument/2006/relationships/image" Target="../media/image548.png"/></Relationships>
</file>

<file path=ppt/slides/_rels/slide170.xml.rels><?xml version="1.0" encoding="UTF-8" standalone="yes"?>
<Relationships xmlns="http://schemas.openxmlformats.org/package/2006/relationships"><Relationship Id="rId2" Type="http://schemas.openxmlformats.org/officeDocument/2006/relationships/notesSlide" Target="../notesSlides/notesSlide87.xml"/><Relationship Id="rId1" Type="http://schemas.openxmlformats.org/officeDocument/2006/relationships/slideLayout" Target="../slideLayouts/slideLayout2.xml"/><Relationship Id="rId6" Type="http://schemas.openxmlformats.org/officeDocument/2006/relationships/image" Target="../media/image548.png"/><Relationship Id="rId5" Type="http://schemas.openxmlformats.org/officeDocument/2006/relationships/image" Target="../media/image547.png"/><Relationship Id="rId4" Type="http://schemas.openxmlformats.org/officeDocument/2006/relationships/image" Target="../media/image793.png"/></Relationships>
</file>

<file path=ppt/slides/_rels/slide171.xml.rels><?xml version="1.0" encoding="UTF-8" standalone="yes"?>
<Relationships xmlns="http://schemas.openxmlformats.org/package/2006/relationships"><Relationship Id="rId3" Type="http://schemas.openxmlformats.org/officeDocument/2006/relationships/image" Target="../media/image547.png"/><Relationship Id="rId2" Type="http://schemas.openxmlformats.org/officeDocument/2006/relationships/notesSlide" Target="../notesSlides/notesSlide88.xml"/><Relationship Id="rId1" Type="http://schemas.openxmlformats.org/officeDocument/2006/relationships/slideLayout" Target="../slideLayouts/slideLayout2.xml"/><Relationship Id="rId5" Type="http://schemas.openxmlformats.org/officeDocument/2006/relationships/image" Target="../media/image549.png"/><Relationship Id="rId4" Type="http://schemas.openxmlformats.org/officeDocument/2006/relationships/image" Target="../media/image548.png"/></Relationships>
</file>

<file path=ppt/slides/_rels/slide172.xml.rels><?xml version="1.0" encoding="UTF-8" standalone="yes"?>
<Relationships xmlns="http://schemas.openxmlformats.org/package/2006/relationships"><Relationship Id="rId2" Type="http://schemas.openxmlformats.org/officeDocument/2006/relationships/notesSlide" Target="../notesSlides/notesSlide89.xml"/><Relationship Id="rId1" Type="http://schemas.openxmlformats.org/officeDocument/2006/relationships/slideLayout" Target="../slideLayouts/slideLayout2.xml"/></Relationships>
</file>

<file path=ppt/slides/_rels/slide173.xml.rels><?xml version="1.0" encoding="UTF-8" standalone="yes"?>
<Relationships xmlns="http://schemas.openxmlformats.org/package/2006/relationships"><Relationship Id="rId3" Type="http://schemas.openxmlformats.org/officeDocument/2006/relationships/image" Target="../media/image102.png"/><Relationship Id="rId2" Type="http://schemas.openxmlformats.org/officeDocument/2006/relationships/notesSlide" Target="../notesSlides/notesSlide90.xml"/><Relationship Id="rId1" Type="http://schemas.openxmlformats.org/officeDocument/2006/relationships/slideLayout" Target="../slideLayouts/slideLayout2.xml"/><Relationship Id="rId4" Type="http://schemas.openxmlformats.org/officeDocument/2006/relationships/image" Target="../media/image103.png"/></Relationships>
</file>

<file path=ppt/slides/_rels/slide174.xml.rels><?xml version="1.0" encoding="UTF-8" standalone="yes"?>
<Relationships xmlns="http://schemas.openxmlformats.org/package/2006/relationships"><Relationship Id="rId2" Type="http://schemas.openxmlformats.org/officeDocument/2006/relationships/notesSlide" Target="../notesSlides/notesSlide91.xml"/><Relationship Id="rId1" Type="http://schemas.openxmlformats.org/officeDocument/2006/relationships/slideLayout" Target="../slideLayouts/slideLayout2.xml"/></Relationships>
</file>

<file path=ppt/slides/_rels/slide175.xml.rels><?xml version="1.0" encoding="UTF-8" standalone="yes"?>
<Relationships xmlns="http://schemas.openxmlformats.org/package/2006/relationships"><Relationship Id="rId2" Type="http://schemas.openxmlformats.org/officeDocument/2006/relationships/notesSlide" Target="../notesSlides/notesSlide92.xml"/><Relationship Id="rId1" Type="http://schemas.openxmlformats.org/officeDocument/2006/relationships/slideLayout" Target="../slideLayouts/slideLayout2.xml"/></Relationships>
</file>

<file path=ppt/slides/_rels/slide176.xml.rels><?xml version="1.0" encoding="UTF-8" standalone="yes"?>
<Relationships xmlns="http://schemas.openxmlformats.org/package/2006/relationships"><Relationship Id="rId2" Type="http://schemas.openxmlformats.org/officeDocument/2006/relationships/notesSlide" Target="../notesSlides/notesSlide93.xml"/><Relationship Id="rId1" Type="http://schemas.openxmlformats.org/officeDocument/2006/relationships/slideLayout" Target="../slideLayouts/slideLayout2.xml"/></Relationships>
</file>

<file path=ppt/slides/_rels/slide177.xml.rels><?xml version="1.0" encoding="UTF-8" standalone="yes"?>
<Relationships xmlns="http://schemas.openxmlformats.org/package/2006/relationships"><Relationship Id="rId2" Type="http://schemas.openxmlformats.org/officeDocument/2006/relationships/notesSlide" Target="../notesSlides/notesSlide94.xml"/><Relationship Id="rId1" Type="http://schemas.openxmlformats.org/officeDocument/2006/relationships/slideLayout" Target="../slideLayouts/slideLayout2.xml"/></Relationships>
</file>

<file path=ppt/slides/_rels/slide178.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95.xml"/><Relationship Id="rId1" Type="http://schemas.openxmlformats.org/officeDocument/2006/relationships/slideLayout" Target="../slideLayouts/slideLayout2.xml"/></Relationships>
</file>

<file path=ppt/slides/_rels/slide179.xml.rels><?xml version="1.0" encoding="UTF-8" standalone="yes"?>
<Relationships xmlns="http://schemas.openxmlformats.org/package/2006/relationships"><Relationship Id="rId3" Type="http://schemas.openxmlformats.org/officeDocument/2006/relationships/image" Target="../media/image104.png"/><Relationship Id="rId2" Type="http://schemas.openxmlformats.org/officeDocument/2006/relationships/notesSlide" Target="../notesSlides/notesSlide96.xml"/><Relationship Id="rId1" Type="http://schemas.openxmlformats.org/officeDocument/2006/relationships/slideLayout" Target="../slideLayouts/slideLayout3.xml"/><Relationship Id="rId5" Type="http://schemas.openxmlformats.org/officeDocument/2006/relationships/image" Target="../media/image106.png"/><Relationship Id="rId4" Type="http://schemas.openxmlformats.org/officeDocument/2006/relationships/image" Target="../media/image105.jpeg"/></Relationships>
</file>

<file path=ppt/slides/_rels/slide180.xml.rels><?xml version="1.0" encoding="UTF-8" standalone="yes"?>
<Relationships xmlns="http://schemas.openxmlformats.org/package/2006/relationships"><Relationship Id="rId3" Type="http://schemas.openxmlformats.org/officeDocument/2006/relationships/image" Target="../media/image105.jpeg"/><Relationship Id="rId2" Type="http://schemas.openxmlformats.org/officeDocument/2006/relationships/notesSlide" Target="../notesSlides/notesSlide97.xml"/><Relationship Id="rId1" Type="http://schemas.openxmlformats.org/officeDocument/2006/relationships/slideLayout" Target="../slideLayouts/slideLayout3.xml"/><Relationship Id="rId4" Type="http://schemas.openxmlformats.org/officeDocument/2006/relationships/image" Target="../media/image106.png"/></Relationships>
</file>

<file path=ppt/slides/_rels/slide181.xml.rels><?xml version="1.0" encoding="UTF-8" standalone="yes"?>
<Relationships xmlns="http://schemas.openxmlformats.org/package/2006/relationships"><Relationship Id="rId3" Type="http://schemas.openxmlformats.org/officeDocument/2006/relationships/image" Target="../media/image104.png"/><Relationship Id="rId2" Type="http://schemas.openxmlformats.org/officeDocument/2006/relationships/notesSlide" Target="../notesSlides/notesSlide98.xml"/><Relationship Id="rId1" Type="http://schemas.openxmlformats.org/officeDocument/2006/relationships/slideLayout" Target="../slideLayouts/slideLayout3.xml"/></Relationships>
</file>

<file path=ppt/slides/_rels/slide182.xml.rels><?xml version="1.0" encoding="UTF-8" standalone="yes"?>
<Relationships xmlns="http://schemas.openxmlformats.org/package/2006/relationships"><Relationship Id="rId3" Type="http://schemas.openxmlformats.org/officeDocument/2006/relationships/image" Target="../media/image104.png"/><Relationship Id="rId2" Type="http://schemas.openxmlformats.org/officeDocument/2006/relationships/notesSlide" Target="../notesSlides/notesSlide99.xml"/><Relationship Id="rId1" Type="http://schemas.openxmlformats.org/officeDocument/2006/relationships/slideLayout" Target="../slideLayouts/slideLayout3.xml"/><Relationship Id="rId4" Type="http://schemas.openxmlformats.org/officeDocument/2006/relationships/image" Target="../media/image565.png"/></Relationships>
</file>

<file path=ppt/slides/_rels/slide183.xml.rels><?xml version="1.0" encoding="UTF-8" standalone="yes"?>
<Relationships xmlns="http://schemas.openxmlformats.org/package/2006/relationships"><Relationship Id="rId3" Type="http://schemas.openxmlformats.org/officeDocument/2006/relationships/image" Target="../media/image565.png"/><Relationship Id="rId2" Type="http://schemas.openxmlformats.org/officeDocument/2006/relationships/notesSlide" Target="../notesSlides/notesSlide100.xml"/><Relationship Id="rId1" Type="http://schemas.openxmlformats.org/officeDocument/2006/relationships/slideLayout" Target="../slideLayouts/slideLayout3.xml"/><Relationship Id="rId4" Type="http://schemas.openxmlformats.org/officeDocument/2006/relationships/image" Target="../media/image104.png"/></Relationships>
</file>

<file path=ppt/slides/_rels/slide184.xml.rels><?xml version="1.0" encoding="UTF-8" standalone="yes"?>
<Relationships xmlns="http://schemas.openxmlformats.org/package/2006/relationships"><Relationship Id="rId3" Type="http://schemas.openxmlformats.org/officeDocument/2006/relationships/image" Target="../media/image565.png"/><Relationship Id="rId2" Type="http://schemas.openxmlformats.org/officeDocument/2006/relationships/notesSlide" Target="../notesSlides/notesSlide101.xml"/><Relationship Id="rId1" Type="http://schemas.openxmlformats.org/officeDocument/2006/relationships/slideLayout" Target="../slideLayouts/slideLayout3.xml"/><Relationship Id="rId4" Type="http://schemas.openxmlformats.org/officeDocument/2006/relationships/image" Target="../media/image104.png"/></Relationships>
</file>

<file path=ppt/slides/_rels/slide185.xml.rels><?xml version="1.0" encoding="UTF-8" standalone="yes"?>
<Relationships xmlns="http://schemas.openxmlformats.org/package/2006/relationships"><Relationship Id="rId3" Type="http://schemas.openxmlformats.org/officeDocument/2006/relationships/image" Target="../media/image550.png"/><Relationship Id="rId2" Type="http://schemas.openxmlformats.org/officeDocument/2006/relationships/notesSlide" Target="../notesSlides/notesSlide102.xml"/><Relationship Id="rId1" Type="http://schemas.openxmlformats.org/officeDocument/2006/relationships/slideLayout" Target="../slideLayouts/slideLayout2.xml"/><Relationship Id="rId4" Type="http://schemas.openxmlformats.org/officeDocument/2006/relationships/image" Target="../media/image551.png"/></Relationships>
</file>

<file path=ppt/slides/_rels/slide186.xml.rels><?xml version="1.0" encoding="UTF-8" standalone="yes"?>
<Relationships xmlns="http://schemas.openxmlformats.org/package/2006/relationships"><Relationship Id="rId3" Type="http://schemas.openxmlformats.org/officeDocument/2006/relationships/oleObject" Target="../embeddings/oleObject40.bin"/><Relationship Id="rId2" Type="http://schemas.openxmlformats.org/officeDocument/2006/relationships/notesSlide" Target="../notesSlides/notesSlide103.xml"/><Relationship Id="rId1" Type="http://schemas.openxmlformats.org/officeDocument/2006/relationships/slideLayout" Target="../slideLayouts/slideLayout3.xml"/><Relationship Id="rId4" Type="http://schemas.openxmlformats.org/officeDocument/2006/relationships/image" Target="../media/image107.emf"/></Relationships>
</file>

<file path=ppt/slides/_rels/slide187.xml.rels><?xml version="1.0" encoding="UTF-8" standalone="yes"?>
<Relationships xmlns="http://schemas.openxmlformats.org/package/2006/relationships"><Relationship Id="rId2" Type="http://schemas.openxmlformats.org/officeDocument/2006/relationships/image" Target="../media/image108.png"/><Relationship Id="rId1" Type="http://schemas.openxmlformats.org/officeDocument/2006/relationships/slideLayout" Target="../slideLayouts/slideLayout2.xml"/></Relationships>
</file>

<file path=ppt/slides/_rels/slide188.xml.rels><?xml version="1.0" encoding="UTF-8" standalone="yes"?>
<Relationships xmlns="http://schemas.openxmlformats.org/package/2006/relationships"><Relationship Id="rId2" Type="http://schemas.openxmlformats.org/officeDocument/2006/relationships/image" Target="../media/image109.png"/><Relationship Id="rId1" Type="http://schemas.openxmlformats.org/officeDocument/2006/relationships/slideLayout" Target="../slideLayouts/slideLayout2.xml"/></Relationships>
</file>

<file path=ppt/slides/_rels/slide189.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104.xml"/><Relationship Id="rId1" Type="http://schemas.openxmlformats.org/officeDocument/2006/relationships/slideLayout" Target="../slideLayouts/slideLayout2.xml"/></Relationships>
</file>

<file path=ppt/slides/_rels/slide190.xml.rels><?xml version="1.0" encoding="UTF-8" standalone="yes"?>
<Relationships xmlns="http://schemas.openxmlformats.org/package/2006/relationships"><Relationship Id="rId8" Type="http://schemas.microsoft.com/office/2007/relationships/hdphoto" Target="../media/hdphoto1.wdp"/><Relationship Id="rId3" Type="http://schemas.openxmlformats.org/officeDocument/2006/relationships/image" Target="../media/image110.png"/><Relationship Id="rId7" Type="http://schemas.openxmlformats.org/officeDocument/2006/relationships/image" Target="../media/image2.png"/><Relationship Id="rId2" Type="http://schemas.openxmlformats.org/officeDocument/2006/relationships/notesSlide" Target="../notesSlides/notesSlide105.xml"/><Relationship Id="rId1" Type="http://schemas.openxmlformats.org/officeDocument/2006/relationships/slideLayout" Target="../slideLayouts/slideLayout2.xml"/><Relationship Id="rId6" Type="http://schemas.microsoft.com/office/2007/relationships/hdphoto" Target="../media/hdphoto6.wdp"/><Relationship Id="rId5" Type="http://schemas.openxmlformats.org/officeDocument/2006/relationships/image" Target="../media/image112.png"/><Relationship Id="rId4" Type="http://schemas.openxmlformats.org/officeDocument/2006/relationships/image" Target="../media/image111.png"/><Relationship Id="rId9" Type="http://schemas.openxmlformats.org/officeDocument/2006/relationships/image" Target="../media/image113.png"/></Relationships>
</file>

<file path=ppt/slides/_rels/slide191.xml.rels><?xml version="1.0" encoding="UTF-8" standalone="yes"?>
<Relationships xmlns="http://schemas.openxmlformats.org/package/2006/relationships"><Relationship Id="rId8" Type="http://schemas.microsoft.com/office/2007/relationships/hdphoto" Target="../media/hdphoto1.wdp"/><Relationship Id="rId3" Type="http://schemas.openxmlformats.org/officeDocument/2006/relationships/image" Target="../media/image110.png"/><Relationship Id="rId7" Type="http://schemas.openxmlformats.org/officeDocument/2006/relationships/image" Target="../media/image2.png"/><Relationship Id="rId2" Type="http://schemas.openxmlformats.org/officeDocument/2006/relationships/notesSlide" Target="../notesSlides/notesSlide106.xml"/><Relationship Id="rId1" Type="http://schemas.openxmlformats.org/officeDocument/2006/relationships/slideLayout" Target="../slideLayouts/slideLayout2.xml"/><Relationship Id="rId6" Type="http://schemas.microsoft.com/office/2007/relationships/hdphoto" Target="../media/hdphoto6.wdp"/><Relationship Id="rId5" Type="http://schemas.openxmlformats.org/officeDocument/2006/relationships/image" Target="../media/image112.png"/><Relationship Id="rId4" Type="http://schemas.openxmlformats.org/officeDocument/2006/relationships/image" Target="../media/image111.png"/><Relationship Id="rId9" Type="http://schemas.openxmlformats.org/officeDocument/2006/relationships/image" Target="../media/image113.png"/></Relationships>
</file>

<file path=ppt/slides/_rels/slide192.xml.rels><?xml version="1.0" encoding="UTF-8" standalone="yes"?>
<Relationships xmlns="http://schemas.openxmlformats.org/package/2006/relationships"><Relationship Id="rId8" Type="http://schemas.microsoft.com/office/2007/relationships/hdphoto" Target="../media/hdphoto1.wdp"/><Relationship Id="rId3" Type="http://schemas.openxmlformats.org/officeDocument/2006/relationships/image" Target="../media/image110.png"/><Relationship Id="rId7" Type="http://schemas.openxmlformats.org/officeDocument/2006/relationships/image" Target="../media/image2.png"/><Relationship Id="rId2" Type="http://schemas.openxmlformats.org/officeDocument/2006/relationships/notesSlide" Target="../notesSlides/notesSlide107.xml"/><Relationship Id="rId1" Type="http://schemas.openxmlformats.org/officeDocument/2006/relationships/slideLayout" Target="../slideLayouts/slideLayout2.xml"/><Relationship Id="rId6" Type="http://schemas.microsoft.com/office/2007/relationships/hdphoto" Target="../media/hdphoto6.wdp"/><Relationship Id="rId5" Type="http://schemas.openxmlformats.org/officeDocument/2006/relationships/image" Target="../media/image112.png"/><Relationship Id="rId4" Type="http://schemas.openxmlformats.org/officeDocument/2006/relationships/image" Target="../media/image111.png"/><Relationship Id="rId9" Type="http://schemas.openxmlformats.org/officeDocument/2006/relationships/image" Target="../media/image113.png"/></Relationships>
</file>

<file path=ppt/slides/_rels/slide193.xml.rels><?xml version="1.0" encoding="UTF-8" standalone="yes"?>
<Relationships xmlns="http://schemas.openxmlformats.org/package/2006/relationships"><Relationship Id="rId8" Type="http://schemas.microsoft.com/office/2007/relationships/hdphoto" Target="../media/hdphoto1.wdp"/><Relationship Id="rId3" Type="http://schemas.openxmlformats.org/officeDocument/2006/relationships/image" Target="../media/image110.png"/><Relationship Id="rId7" Type="http://schemas.openxmlformats.org/officeDocument/2006/relationships/image" Target="../media/image2.png"/><Relationship Id="rId2" Type="http://schemas.openxmlformats.org/officeDocument/2006/relationships/notesSlide" Target="../notesSlides/notesSlide108.xml"/><Relationship Id="rId1" Type="http://schemas.openxmlformats.org/officeDocument/2006/relationships/slideLayout" Target="../slideLayouts/slideLayout2.xml"/><Relationship Id="rId6" Type="http://schemas.microsoft.com/office/2007/relationships/hdphoto" Target="../media/hdphoto6.wdp"/><Relationship Id="rId5" Type="http://schemas.openxmlformats.org/officeDocument/2006/relationships/image" Target="../media/image112.png"/><Relationship Id="rId4" Type="http://schemas.openxmlformats.org/officeDocument/2006/relationships/image" Target="../media/image111.png"/><Relationship Id="rId9" Type="http://schemas.openxmlformats.org/officeDocument/2006/relationships/image" Target="../media/image113.png"/></Relationships>
</file>

<file path=ppt/slides/_rels/slide194.xml.rels><?xml version="1.0" encoding="UTF-8" standalone="yes"?>
<Relationships xmlns="http://schemas.openxmlformats.org/package/2006/relationships"><Relationship Id="rId3" Type="http://schemas.openxmlformats.org/officeDocument/2006/relationships/image" Target="../media/image110.png"/><Relationship Id="rId7" Type="http://schemas.openxmlformats.org/officeDocument/2006/relationships/image" Target="../media/image113.png"/><Relationship Id="rId2" Type="http://schemas.openxmlformats.org/officeDocument/2006/relationships/notesSlide" Target="../notesSlides/notesSlide109.xml"/><Relationship Id="rId1" Type="http://schemas.openxmlformats.org/officeDocument/2006/relationships/slideLayout" Target="../slideLayouts/slideLayout2.xml"/><Relationship Id="rId6" Type="http://schemas.microsoft.com/office/2007/relationships/hdphoto" Target="../media/hdphoto1.wdp"/><Relationship Id="rId5" Type="http://schemas.openxmlformats.org/officeDocument/2006/relationships/image" Target="../media/image2.png"/><Relationship Id="rId4" Type="http://schemas.openxmlformats.org/officeDocument/2006/relationships/image" Target="../media/image111.png"/></Relationships>
</file>

<file path=ppt/slides/_rels/slide195.xml.rels><?xml version="1.0" encoding="UTF-8" standalone="yes"?>
<Relationships xmlns="http://schemas.openxmlformats.org/package/2006/relationships"><Relationship Id="rId8" Type="http://schemas.microsoft.com/office/2007/relationships/hdphoto" Target="../media/hdphoto1.wdp"/><Relationship Id="rId3" Type="http://schemas.openxmlformats.org/officeDocument/2006/relationships/image" Target="../media/image110.png"/><Relationship Id="rId7" Type="http://schemas.openxmlformats.org/officeDocument/2006/relationships/image" Target="../media/image2.png"/><Relationship Id="rId2" Type="http://schemas.openxmlformats.org/officeDocument/2006/relationships/notesSlide" Target="../notesSlides/notesSlide110.xml"/><Relationship Id="rId1" Type="http://schemas.openxmlformats.org/officeDocument/2006/relationships/slideLayout" Target="../slideLayouts/slideLayout2.xml"/><Relationship Id="rId6" Type="http://schemas.microsoft.com/office/2007/relationships/hdphoto" Target="../media/hdphoto6.wdp"/><Relationship Id="rId5" Type="http://schemas.openxmlformats.org/officeDocument/2006/relationships/image" Target="../media/image112.png"/><Relationship Id="rId4" Type="http://schemas.openxmlformats.org/officeDocument/2006/relationships/image" Target="../media/image111.png"/><Relationship Id="rId9" Type="http://schemas.openxmlformats.org/officeDocument/2006/relationships/image" Target="../media/image113.png"/></Relationships>
</file>

<file path=ppt/slides/_rels/slide196.xml.rels><?xml version="1.0" encoding="UTF-8" standalone="yes"?>
<Relationships xmlns="http://schemas.openxmlformats.org/package/2006/relationships"><Relationship Id="rId8" Type="http://schemas.microsoft.com/office/2007/relationships/hdphoto" Target="../media/hdphoto1.wdp"/><Relationship Id="rId3" Type="http://schemas.openxmlformats.org/officeDocument/2006/relationships/image" Target="../media/image110.png"/><Relationship Id="rId7" Type="http://schemas.openxmlformats.org/officeDocument/2006/relationships/image" Target="../media/image2.png"/><Relationship Id="rId2" Type="http://schemas.openxmlformats.org/officeDocument/2006/relationships/notesSlide" Target="../notesSlides/notesSlide111.xml"/><Relationship Id="rId1" Type="http://schemas.openxmlformats.org/officeDocument/2006/relationships/slideLayout" Target="../slideLayouts/slideLayout2.xml"/><Relationship Id="rId6" Type="http://schemas.microsoft.com/office/2007/relationships/hdphoto" Target="../media/hdphoto6.wdp"/><Relationship Id="rId5" Type="http://schemas.openxmlformats.org/officeDocument/2006/relationships/image" Target="../media/image112.png"/><Relationship Id="rId4" Type="http://schemas.openxmlformats.org/officeDocument/2006/relationships/image" Target="../media/image111.png"/><Relationship Id="rId9" Type="http://schemas.openxmlformats.org/officeDocument/2006/relationships/image" Target="../media/image113.png"/></Relationships>
</file>

<file path=ppt/slides/_rels/slide197.xml.rels><?xml version="1.0" encoding="UTF-8" standalone="yes"?>
<Relationships xmlns="http://schemas.openxmlformats.org/package/2006/relationships"><Relationship Id="rId3" Type="http://schemas.openxmlformats.org/officeDocument/2006/relationships/image" Target="../media/image110.png"/><Relationship Id="rId7" Type="http://schemas.openxmlformats.org/officeDocument/2006/relationships/image" Target="../media/image113.png"/><Relationship Id="rId2" Type="http://schemas.openxmlformats.org/officeDocument/2006/relationships/notesSlide" Target="../notesSlides/notesSlide112.xml"/><Relationship Id="rId1" Type="http://schemas.openxmlformats.org/officeDocument/2006/relationships/slideLayout" Target="../slideLayouts/slideLayout2.xml"/><Relationship Id="rId6" Type="http://schemas.microsoft.com/office/2007/relationships/hdphoto" Target="../media/hdphoto1.wdp"/><Relationship Id="rId5" Type="http://schemas.openxmlformats.org/officeDocument/2006/relationships/image" Target="../media/image2.png"/><Relationship Id="rId4" Type="http://schemas.openxmlformats.org/officeDocument/2006/relationships/image" Target="../media/image111.png"/></Relationships>
</file>

<file path=ppt/slides/_rels/slide198.xml.rels><?xml version="1.0" encoding="UTF-8" standalone="yes"?>
<Relationships xmlns="http://schemas.openxmlformats.org/package/2006/relationships"><Relationship Id="rId3" Type="http://schemas.openxmlformats.org/officeDocument/2006/relationships/image" Target="../media/image110.png"/><Relationship Id="rId7" Type="http://schemas.openxmlformats.org/officeDocument/2006/relationships/image" Target="../media/image113.png"/><Relationship Id="rId2" Type="http://schemas.openxmlformats.org/officeDocument/2006/relationships/notesSlide" Target="../notesSlides/notesSlide113.xml"/><Relationship Id="rId1" Type="http://schemas.openxmlformats.org/officeDocument/2006/relationships/slideLayout" Target="../slideLayouts/slideLayout2.xml"/><Relationship Id="rId6" Type="http://schemas.microsoft.com/office/2007/relationships/hdphoto" Target="../media/hdphoto1.wdp"/><Relationship Id="rId5" Type="http://schemas.openxmlformats.org/officeDocument/2006/relationships/image" Target="../media/image2.png"/><Relationship Id="rId4" Type="http://schemas.openxmlformats.org/officeDocument/2006/relationships/image" Target="../media/image111.png"/></Relationships>
</file>

<file path=ppt/slides/_rels/slide199.xml.rels><?xml version="1.0" encoding="UTF-8" standalone="yes"?>
<Relationships xmlns="http://schemas.openxmlformats.org/package/2006/relationships"><Relationship Id="rId3" Type="http://schemas.openxmlformats.org/officeDocument/2006/relationships/image" Target="../media/image114.png"/><Relationship Id="rId2" Type="http://schemas.openxmlformats.org/officeDocument/2006/relationships/notesSlide" Target="../notesSlides/notesSlide114.xml"/><Relationship Id="rId1" Type="http://schemas.openxmlformats.org/officeDocument/2006/relationships/slideLayout" Target="../slideLayouts/slideLayout2.xml"/><Relationship Id="rId5" Type="http://schemas.openxmlformats.org/officeDocument/2006/relationships/image" Target="../media/image14601.png"/><Relationship Id="rId4" Type="http://schemas.openxmlformats.org/officeDocument/2006/relationships/image" Target="../media/image1791.png"/></Relationships>
</file>

<file path=ppt/slides/_rels/slide200.xml.rels><?xml version="1.0" encoding="UTF-8" standalone="yes"?>
<Relationships xmlns="http://schemas.openxmlformats.org/package/2006/relationships"><Relationship Id="rId8" Type="http://schemas.openxmlformats.org/officeDocument/2006/relationships/image" Target="../media/image113.png"/><Relationship Id="rId3" Type="http://schemas.openxmlformats.org/officeDocument/2006/relationships/slideLayout" Target="../slideLayouts/slideLayout3.xml"/><Relationship Id="rId7" Type="http://schemas.microsoft.com/office/2007/relationships/hdphoto" Target="../media/hdphoto1.wdp"/><Relationship Id="rId2" Type="http://schemas.microsoft.com/office/2007/relationships/media" Target="../media/media1.mp4"/><Relationship Id="rId1" Type="http://schemas.openxmlformats.org/officeDocument/2006/relationships/video" Target="NULL" TargetMode="External"/><Relationship Id="rId6" Type="http://schemas.openxmlformats.org/officeDocument/2006/relationships/image" Target="../media/image2.png"/><Relationship Id="rId5" Type="http://schemas.openxmlformats.org/officeDocument/2006/relationships/image" Target="../media/image115.png"/><Relationship Id="rId4" Type="http://schemas.openxmlformats.org/officeDocument/2006/relationships/notesSlide" Target="../notesSlides/notesSlide115.xml"/></Relationships>
</file>

<file path=ppt/slides/_rels/slide201.xml.rels><?xml version="1.0" encoding="UTF-8" standalone="yes"?>
<Relationships xmlns="http://schemas.openxmlformats.org/package/2006/relationships"><Relationship Id="rId3" Type="http://schemas.openxmlformats.org/officeDocument/2006/relationships/oleObject" Target="../embeddings/oleObject41.bin"/><Relationship Id="rId2" Type="http://schemas.openxmlformats.org/officeDocument/2006/relationships/notesSlide" Target="../notesSlides/notesSlide116.xml"/><Relationship Id="rId1" Type="http://schemas.openxmlformats.org/officeDocument/2006/relationships/slideLayout" Target="../slideLayouts/slideLayout3.xml"/><Relationship Id="rId6" Type="http://schemas.openxmlformats.org/officeDocument/2006/relationships/image" Target="../media/image117.emf"/><Relationship Id="rId5" Type="http://schemas.openxmlformats.org/officeDocument/2006/relationships/oleObject" Target="../embeddings/oleObject42.bin"/><Relationship Id="rId4" Type="http://schemas.openxmlformats.org/officeDocument/2006/relationships/image" Target="../media/image116.emf"/></Relationships>
</file>

<file path=ppt/slides/_rels/slide20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3.xml.rels><?xml version="1.0" encoding="UTF-8" standalone="yes"?>
<Relationships xmlns="http://schemas.openxmlformats.org/package/2006/relationships"><Relationship Id="rId3" Type="http://schemas.openxmlformats.org/officeDocument/2006/relationships/oleObject" Target="../embeddings/oleObject43.bin"/><Relationship Id="rId2" Type="http://schemas.openxmlformats.org/officeDocument/2006/relationships/notesSlide" Target="../notesSlides/notesSlide117.xml"/><Relationship Id="rId1" Type="http://schemas.openxmlformats.org/officeDocument/2006/relationships/slideLayout" Target="../slideLayouts/slideLayout2.xml"/><Relationship Id="rId4" Type="http://schemas.openxmlformats.org/officeDocument/2006/relationships/image" Target="../media/image118.emf"/></Relationships>
</file>

<file path=ppt/slides/_rels/slide204.xml.rels><?xml version="1.0" encoding="UTF-8" standalone="yes"?>
<Relationships xmlns="http://schemas.openxmlformats.org/package/2006/relationships"><Relationship Id="rId3" Type="http://schemas.openxmlformats.org/officeDocument/2006/relationships/oleObject" Target="../embeddings/oleObject44.bin"/><Relationship Id="rId2" Type="http://schemas.openxmlformats.org/officeDocument/2006/relationships/notesSlide" Target="../notesSlides/notesSlide118.xml"/><Relationship Id="rId1" Type="http://schemas.openxmlformats.org/officeDocument/2006/relationships/slideLayout" Target="../slideLayouts/slideLayout2.xml"/><Relationship Id="rId5" Type="http://schemas.openxmlformats.org/officeDocument/2006/relationships/image" Target="../media/image120.png"/><Relationship Id="rId4" Type="http://schemas.openxmlformats.org/officeDocument/2006/relationships/image" Target="../media/image119.emf"/></Relationships>
</file>

<file path=ppt/slides/_rels/slide205.xml.rels><?xml version="1.0" encoding="UTF-8" standalone="yes"?>
<Relationships xmlns="http://schemas.openxmlformats.org/package/2006/relationships"><Relationship Id="rId3" Type="http://schemas.openxmlformats.org/officeDocument/2006/relationships/oleObject" Target="../embeddings/oleObject45.bin"/><Relationship Id="rId2" Type="http://schemas.openxmlformats.org/officeDocument/2006/relationships/notesSlide" Target="../notesSlides/notesSlide119.xml"/><Relationship Id="rId1" Type="http://schemas.openxmlformats.org/officeDocument/2006/relationships/slideLayout" Target="../slideLayouts/slideLayout2.xml"/><Relationship Id="rId4" Type="http://schemas.openxmlformats.org/officeDocument/2006/relationships/image" Target="../media/image120.emf"/></Relationships>
</file>

<file path=ppt/slides/_rels/slide206.xml.rels><?xml version="1.0" encoding="UTF-8" standalone="yes"?>
<Relationships xmlns="http://schemas.openxmlformats.org/package/2006/relationships"><Relationship Id="rId3" Type="http://schemas.openxmlformats.org/officeDocument/2006/relationships/image" Target="../media/image121.png"/><Relationship Id="rId2" Type="http://schemas.openxmlformats.org/officeDocument/2006/relationships/notesSlide" Target="../notesSlides/notesSlide120.xml"/><Relationship Id="rId1" Type="http://schemas.openxmlformats.org/officeDocument/2006/relationships/slideLayout" Target="../slideLayouts/slideLayout2.xml"/></Relationships>
</file>

<file path=ppt/slides/_rels/slide207.xml.rels><?xml version="1.0" encoding="UTF-8" standalone="yes"?>
<Relationships xmlns="http://schemas.openxmlformats.org/package/2006/relationships"><Relationship Id="rId3" Type="http://schemas.openxmlformats.org/officeDocument/2006/relationships/image" Target="../media/image122.png"/><Relationship Id="rId2" Type="http://schemas.openxmlformats.org/officeDocument/2006/relationships/notesSlide" Target="../notesSlides/notesSlide121.xml"/><Relationship Id="rId1" Type="http://schemas.openxmlformats.org/officeDocument/2006/relationships/slideLayout" Target="../slideLayouts/slideLayout2.xml"/></Relationships>
</file>

<file path=ppt/slides/_rels/slide208.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122.xml"/><Relationship Id="rId1" Type="http://schemas.openxmlformats.org/officeDocument/2006/relationships/slideLayout" Target="../slideLayouts/slideLayout2.xml"/></Relationships>
</file>

<file path=ppt/slides/_rels/slide209.xml.rels><?xml version="1.0" encoding="UTF-8" standalone="yes"?>
<Relationships xmlns="http://schemas.openxmlformats.org/package/2006/relationships"><Relationship Id="rId3" Type="http://schemas.openxmlformats.org/officeDocument/2006/relationships/image" Target="../media/image123.jpeg"/><Relationship Id="rId7" Type="http://schemas.openxmlformats.org/officeDocument/2006/relationships/image" Target="../media/image127.png"/><Relationship Id="rId2" Type="http://schemas.openxmlformats.org/officeDocument/2006/relationships/notesSlide" Target="../notesSlides/notesSlide123.xml"/><Relationship Id="rId1" Type="http://schemas.openxmlformats.org/officeDocument/2006/relationships/slideLayout" Target="../slideLayouts/slideLayout2.xml"/><Relationship Id="rId6" Type="http://schemas.openxmlformats.org/officeDocument/2006/relationships/image" Target="../media/image126.png"/><Relationship Id="rId5" Type="http://schemas.openxmlformats.org/officeDocument/2006/relationships/image" Target="../media/image125.png"/><Relationship Id="rId4" Type="http://schemas.openxmlformats.org/officeDocument/2006/relationships/image" Target="../media/image124.png"/></Relationships>
</file>

<file path=ppt/slides/_rels/slide210.xml.rels><?xml version="1.0" encoding="UTF-8" standalone="yes"?>
<Relationships xmlns="http://schemas.openxmlformats.org/package/2006/relationships"><Relationship Id="rId3" Type="http://schemas.openxmlformats.org/officeDocument/2006/relationships/image" Target="../media/image128.jpeg"/><Relationship Id="rId2" Type="http://schemas.openxmlformats.org/officeDocument/2006/relationships/notesSlide" Target="../notesSlides/notesSlide124.xml"/><Relationship Id="rId1" Type="http://schemas.openxmlformats.org/officeDocument/2006/relationships/slideLayout" Target="../slideLayouts/slideLayout3.xml"/></Relationships>
</file>

<file path=ppt/slides/_rels/slide211.xml.rels><?xml version="1.0" encoding="UTF-8" standalone="yes"?>
<Relationships xmlns="http://schemas.openxmlformats.org/package/2006/relationships"><Relationship Id="rId3" Type="http://schemas.openxmlformats.org/officeDocument/2006/relationships/image" Target="../media/image128.jpeg"/><Relationship Id="rId2" Type="http://schemas.openxmlformats.org/officeDocument/2006/relationships/notesSlide" Target="../notesSlides/notesSlide125.xml"/><Relationship Id="rId1" Type="http://schemas.openxmlformats.org/officeDocument/2006/relationships/slideLayout" Target="../slideLayouts/slideLayout3.xml"/></Relationships>
</file>

<file path=ppt/slides/_rels/slide212.xml.rels><?xml version="1.0" encoding="UTF-8" standalone="yes"?>
<Relationships xmlns="http://schemas.openxmlformats.org/package/2006/relationships"><Relationship Id="rId3" Type="http://schemas.openxmlformats.org/officeDocument/2006/relationships/image" Target="../media/image128.jpeg"/><Relationship Id="rId2" Type="http://schemas.openxmlformats.org/officeDocument/2006/relationships/notesSlide" Target="../notesSlides/notesSlide126.xml"/><Relationship Id="rId1" Type="http://schemas.openxmlformats.org/officeDocument/2006/relationships/slideLayout" Target="../slideLayouts/slideLayout3.xml"/></Relationships>
</file>

<file path=ppt/slides/_rels/slide213.xml.rels><?xml version="1.0" encoding="UTF-8" standalone="yes"?>
<Relationships xmlns="http://schemas.openxmlformats.org/package/2006/relationships"><Relationship Id="rId3" Type="http://schemas.openxmlformats.org/officeDocument/2006/relationships/image" Target="../media/image128.jpeg"/><Relationship Id="rId2" Type="http://schemas.openxmlformats.org/officeDocument/2006/relationships/notesSlide" Target="../notesSlides/notesSlide127.xml"/><Relationship Id="rId1" Type="http://schemas.openxmlformats.org/officeDocument/2006/relationships/slideLayout" Target="../slideLayouts/slideLayout3.xml"/></Relationships>
</file>

<file path=ppt/slides/_rels/slide214.xml.rels><?xml version="1.0" encoding="UTF-8" standalone="yes"?>
<Relationships xmlns="http://schemas.openxmlformats.org/package/2006/relationships"><Relationship Id="rId2" Type="http://schemas.openxmlformats.org/officeDocument/2006/relationships/notesSlide" Target="../notesSlides/notesSlide128.xml"/><Relationship Id="rId1" Type="http://schemas.openxmlformats.org/officeDocument/2006/relationships/slideLayout" Target="../slideLayouts/slideLayout2.xml"/></Relationships>
</file>

<file path=ppt/slides/_rels/slide215.xml.rels><?xml version="1.0" encoding="UTF-8" standalone="yes"?>
<Relationships xmlns="http://schemas.openxmlformats.org/package/2006/relationships"><Relationship Id="rId2" Type="http://schemas.openxmlformats.org/officeDocument/2006/relationships/notesSlide" Target="../notesSlides/notesSlide129.xml"/><Relationship Id="rId1" Type="http://schemas.openxmlformats.org/officeDocument/2006/relationships/slideLayout" Target="../slideLayouts/slideLayout2.xml"/></Relationships>
</file>

<file path=ppt/slides/_rels/slide216.xml.rels><?xml version="1.0" encoding="UTF-8" standalone="yes"?>
<Relationships xmlns="http://schemas.openxmlformats.org/package/2006/relationships"><Relationship Id="rId2" Type="http://schemas.openxmlformats.org/officeDocument/2006/relationships/notesSlide" Target="../notesSlides/notesSlide130.xml"/><Relationship Id="rId1" Type="http://schemas.openxmlformats.org/officeDocument/2006/relationships/slideLayout" Target="../slideLayouts/slideLayout2.xml"/></Relationships>
</file>

<file path=ppt/slides/_rels/slide217.xml.rels><?xml version="1.0" encoding="UTF-8" standalone="yes"?>
<Relationships xmlns="http://schemas.openxmlformats.org/package/2006/relationships"><Relationship Id="rId2" Type="http://schemas.openxmlformats.org/officeDocument/2006/relationships/notesSlide" Target="../notesSlides/notesSlide131.xml"/><Relationship Id="rId1" Type="http://schemas.openxmlformats.org/officeDocument/2006/relationships/slideLayout" Target="../slideLayouts/slideLayout2.xml"/></Relationships>
</file>

<file path=ppt/slides/_rels/slide218.xml.rels><?xml version="1.0" encoding="UTF-8" standalone="yes"?>
<Relationships xmlns="http://schemas.openxmlformats.org/package/2006/relationships"><Relationship Id="rId2" Type="http://schemas.openxmlformats.org/officeDocument/2006/relationships/notesSlide" Target="../notesSlides/notesSlide132.xml"/><Relationship Id="rId1" Type="http://schemas.openxmlformats.org/officeDocument/2006/relationships/slideLayout" Target="../slideLayouts/slideLayout2.xml"/></Relationships>
</file>

<file path=ppt/slides/_rels/slide219.xml.rels><?xml version="1.0" encoding="UTF-8" standalone="yes"?>
<Relationships xmlns="http://schemas.openxmlformats.org/package/2006/relationships"><Relationship Id="rId2" Type="http://schemas.openxmlformats.org/officeDocument/2006/relationships/notesSlide" Target="../notesSlides/notesSlide133.xml"/><Relationship Id="rId1" Type="http://schemas.openxmlformats.org/officeDocument/2006/relationships/slideLayout" Target="../slideLayouts/slideLayout2.xml"/></Relationships>
</file>

<file path=ppt/slides/_rels/slide220.xml.rels><?xml version="1.0" encoding="UTF-8" standalone="yes"?>
<Relationships xmlns="http://schemas.openxmlformats.org/package/2006/relationships"><Relationship Id="rId2" Type="http://schemas.openxmlformats.org/officeDocument/2006/relationships/notesSlide" Target="../notesSlides/notesSlide134.xml"/><Relationship Id="rId1" Type="http://schemas.openxmlformats.org/officeDocument/2006/relationships/slideLayout" Target="../slideLayouts/slideLayout2.xml"/></Relationships>
</file>

<file path=ppt/slides/_rels/slide221.xml.rels><?xml version="1.0" encoding="UTF-8" standalone="yes"?>
<Relationships xmlns="http://schemas.openxmlformats.org/package/2006/relationships"><Relationship Id="rId2" Type="http://schemas.openxmlformats.org/officeDocument/2006/relationships/notesSlide" Target="../notesSlides/notesSlide135.xml"/><Relationship Id="rId1" Type="http://schemas.openxmlformats.org/officeDocument/2006/relationships/slideLayout" Target="../slideLayouts/slideLayout2.xml"/></Relationships>
</file>

<file path=ppt/slides/_rels/slide222.xml.rels><?xml version="1.0" encoding="UTF-8" standalone="yes"?>
<Relationships xmlns="http://schemas.openxmlformats.org/package/2006/relationships"><Relationship Id="rId2" Type="http://schemas.openxmlformats.org/officeDocument/2006/relationships/notesSlide" Target="../notesSlides/notesSlide136.xml"/><Relationship Id="rId1" Type="http://schemas.openxmlformats.org/officeDocument/2006/relationships/slideLayout" Target="../slideLayouts/slideLayout2.xml"/></Relationships>
</file>

<file path=ppt/slides/_rels/slide223.xml.rels><?xml version="1.0" encoding="UTF-8" standalone="yes"?>
<Relationships xmlns="http://schemas.openxmlformats.org/package/2006/relationships"><Relationship Id="rId3" Type="http://schemas.openxmlformats.org/officeDocument/2006/relationships/image" Target="../media/image129.wmf"/><Relationship Id="rId2" Type="http://schemas.openxmlformats.org/officeDocument/2006/relationships/notesSlide" Target="../notesSlides/notesSlide137.xml"/><Relationship Id="rId1" Type="http://schemas.openxmlformats.org/officeDocument/2006/relationships/slideLayout" Target="../slideLayouts/slideLayout2.xml"/></Relationships>
</file>

<file path=ppt/slides/_rels/slide224.xml.rels><?xml version="1.0" encoding="UTF-8" standalone="yes"?>
<Relationships xmlns="http://schemas.openxmlformats.org/package/2006/relationships"><Relationship Id="rId3" Type="http://schemas.openxmlformats.org/officeDocument/2006/relationships/image" Target="../media/image129.wmf"/><Relationship Id="rId2" Type="http://schemas.openxmlformats.org/officeDocument/2006/relationships/notesSlide" Target="../notesSlides/notesSlide138.xml"/><Relationship Id="rId1" Type="http://schemas.openxmlformats.org/officeDocument/2006/relationships/slideLayout" Target="../slideLayouts/slideLayout2.xml"/></Relationships>
</file>

<file path=ppt/slides/_rels/slide225.xml.rels><?xml version="1.0" encoding="UTF-8" standalone="yes"?>
<Relationships xmlns="http://schemas.openxmlformats.org/package/2006/relationships"><Relationship Id="rId3" Type="http://schemas.openxmlformats.org/officeDocument/2006/relationships/image" Target="../media/image129.wmf"/><Relationship Id="rId2" Type="http://schemas.openxmlformats.org/officeDocument/2006/relationships/notesSlide" Target="../notesSlides/notesSlide139.xml"/><Relationship Id="rId1" Type="http://schemas.openxmlformats.org/officeDocument/2006/relationships/slideLayout" Target="../slideLayouts/slideLayout2.xml"/></Relationships>
</file>

<file path=ppt/slides/_rels/slide226.xml.rels><?xml version="1.0" encoding="UTF-8" standalone="yes"?>
<Relationships xmlns="http://schemas.openxmlformats.org/package/2006/relationships"><Relationship Id="rId3" Type="http://schemas.openxmlformats.org/officeDocument/2006/relationships/image" Target="../media/image130.png"/><Relationship Id="rId2" Type="http://schemas.openxmlformats.org/officeDocument/2006/relationships/notesSlide" Target="../notesSlides/notesSlide140.xml"/><Relationship Id="rId1" Type="http://schemas.openxmlformats.org/officeDocument/2006/relationships/slideLayout" Target="../slideLayouts/slideLayout2.xml"/></Relationships>
</file>

<file path=ppt/slides/_rels/slide227.xml.rels><?xml version="1.0" encoding="UTF-8" standalone="yes"?>
<Relationships xmlns="http://schemas.openxmlformats.org/package/2006/relationships"><Relationship Id="rId2" Type="http://schemas.openxmlformats.org/officeDocument/2006/relationships/image" Target="../media/image131.jpeg"/><Relationship Id="rId1" Type="http://schemas.openxmlformats.org/officeDocument/2006/relationships/slideLayout" Target="../slideLayouts/slideLayout2.xml"/></Relationships>
</file>

<file path=ppt/slides/_rels/slide228.xml.rels><?xml version="1.0" encoding="UTF-8" standalone="yes"?>
<Relationships xmlns="http://schemas.openxmlformats.org/package/2006/relationships"><Relationship Id="rId3" Type="http://schemas.openxmlformats.org/officeDocument/2006/relationships/image" Target="../media/image132.png"/><Relationship Id="rId2" Type="http://schemas.openxmlformats.org/officeDocument/2006/relationships/notesSlide" Target="../notesSlides/notesSlide141.xml"/><Relationship Id="rId1" Type="http://schemas.openxmlformats.org/officeDocument/2006/relationships/slideLayout" Target="../slideLayouts/slideLayout2.xml"/></Relationships>
</file>

<file path=ppt/slides/_rels/slide229.xml.rels><?xml version="1.0" encoding="UTF-8" standalone="yes"?>
<Relationships xmlns="http://schemas.openxmlformats.org/package/2006/relationships"><Relationship Id="rId3" Type="http://schemas.openxmlformats.org/officeDocument/2006/relationships/image" Target="../media/image133.png"/><Relationship Id="rId2" Type="http://schemas.openxmlformats.org/officeDocument/2006/relationships/notesSlide" Target="../notesSlides/notesSlide142.xml"/><Relationship Id="rId1" Type="http://schemas.openxmlformats.org/officeDocument/2006/relationships/slideLayout" Target="../slideLayouts/slideLayout2.xml"/></Relationships>
</file>

<file path=ppt/slides/_rels/slide230.xml.rels><?xml version="1.0" encoding="UTF-8" standalone="yes"?>
<Relationships xmlns="http://schemas.openxmlformats.org/package/2006/relationships"><Relationship Id="rId3" Type="http://schemas.openxmlformats.org/officeDocument/2006/relationships/image" Target="../media/image125.png"/><Relationship Id="rId2" Type="http://schemas.openxmlformats.org/officeDocument/2006/relationships/image" Target="../media/image123.jpeg"/><Relationship Id="rId1" Type="http://schemas.openxmlformats.org/officeDocument/2006/relationships/slideLayout" Target="../slideLayouts/slideLayout2.xml"/><Relationship Id="rId5" Type="http://schemas.openxmlformats.org/officeDocument/2006/relationships/image" Target="../media/image127.png"/><Relationship Id="rId4" Type="http://schemas.openxmlformats.org/officeDocument/2006/relationships/image" Target="../media/image126.png"/></Relationships>
</file>

<file path=ppt/slides/_rels/slide231.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image" Target="../media/image17.png"/><Relationship Id="rId1" Type="http://schemas.openxmlformats.org/officeDocument/2006/relationships/slideLayout" Target="../slideLayouts/slideLayout2.xml"/><Relationship Id="rId6" Type="http://schemas.openxmlformats.org/officeDocument/2006/relationships/image" Target="../media/image21.png"/><Relationship Id="rId5" Type="http://schemas.openxmlformats.org/officeDocument/2006/relationships/image" Target="../media/image20.png"/><Relationship Id="rId4" Type="http://schemas.openxmlformats.org/officeDocument/2006/relationships/image" Target="../media/image19.png"/></Relationships>
</file>

<file path=ppt/slides/_rels/slide232.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143.xml"/><Relationship Id="rId1" Type="http://schemas.openxmlformats.org/officeDocument/2006/relationships/slideLayout" Target="../slideLayouts/slideLayout2.xml"/></Relationships>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339D78C-5160-E537-66CB-7A8F0B5BC774}"/>
            </a:ext>
          </a:extLst>
        </p:cNvPr>
        <p:cNvGrpSpPr/>
        <p:nvPr/>
      </p:nvGrpSpPr>
      <p:grpSpPr>
        <a:xfrm>
          <a:off x="0" y="0"/>
          <a:ext cx="0" cy="0"/>
          <a:chOff x="0" y="0"/>
          <a:chExt cx="0" cy="0"/>
        </a:xfrm>
      </p:grpSpPr>
      <p:pic>
        <p:nvPicPr>
          <p:cNvPr id="10" name="Picture 9">
            <a:extLst>
              <a:ext uri="{FF2B5EF4-FFF2-40B4-BE49-F238E27FC236}">
                <a16:creationId xmlns:a16="http://schemas.microsoft.com/office/drawing/2014/main" id="{DC6EC9B9-CCA6-1566-B2BB-89675260A4D5}"/>
              </a:ext>
            </a:extLst>
          </p:cNvPr>
          <p:cNvPicPr>
            <a:picLocks noChangeAspect="1"/>
          </p:cNvPicPr>
          <p:nvPr/>
        </p:nvPicPr>
        <p:blipFill>
          <a:blip r:embed="rId2"/>
          <a:stretch>
            <a:fillRect/>
          </a:stretch>
        </p:blipFill>
        <p:spPr>
          <a:xfrm>
            <a:off x="5988" y="0"/>
            <a:ext cx="12180024" cy="6858000"/>
          </a:xfrm>
          <a:prstGeom prst="rect">
            <a:avLst/>
          </a:prstGeom>
        </p:spPr>
      </p:pic>
      <p:sp>
        <p:nvSpPr>
          <p:cNvPr id="12" name="Title 1">
            <a:extLst>
              <a:ext uri="{FF2B5EF4-FFF2-40B4-BE49-F238E27FC236}">
                <a16:creationId xmlns:a16="http://schemas.microsoft.com/office/drawing/2014/main" id="{58DFA1CC-C56F-BC75-6868-99B31D886AEC}"/>
              </a:ext>
            </a:extLst>
          </p:cNvPr>
          <p:cNvSpPr txBox="1">
            <a:spLocks/>
          </p:cNvSpPr>
          <p:nvPr/>
        </p:nvSpPr>
        <p:spPr>
          <a:xfrm>
            <a:off x="0" y="129992"/>
            <a:ext cx="12192000" cy="845176"/>
          </a:xfrm>
          <a:prstGeom prst="rect">
            <a:avLst/>
          </a:prstGeom>
          <a:no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rgbClr val="000000"/>
              </a:buClr>
              <a:buSzPts val="1400"/>
              <a:buFont typeface="Arial"/>
              <a:buNone/>
              <a:defRPr sz="3600" b="0" i="0" u="none" strike="noStrike" cap="none">
                <a:solidFill>
                  <a:schemeClr val="dk2"/>
                </a:solidFill>
                <a:latin typeface="Times New Roman"/>
                <a:ea typeface="Times New Roman"/>
                <a:cs typeface="Times New Roman"/>
                <a:sym typeface="Times New Roman"/>
              </a:defRPr>
            </a:lvl1pPr>
            <a:lvl2pPr marR="0" lvl="1" algn="l" rtl="0">
              <a:lnSpc>
                <a:spcPct val="100000"/>
              </a:lnSpc>
              <a:spcBef>
                <a:spcPts val="0"/>
              </a:spcBef>
              <a:spcAft>
                <a:spcPts val="0"/>
              </a:spcAft>
              <a:buClr>
                <a:srgbClr val="000000"/>
              </a:buClr>
              <a:buSzPts val="1400"/>
              <a:buFont typeface="Arial"/>
              <a:buNone/>
              <a:defRPr sz="3600" b="0" i="0" u="none" strike="noStrike" cap="none">
                <a:solidFill>
                  <a:schemeClr val="dk2"/>
                </a:solidFill>
                <a:latin typeface="Times New Roman"/>
                <a:ea typeface="Times New Roman"/>
                <a:cs typeface="Times New Roman"/>
                <a:sym typeface="Times New Roman"/>
              </a:defRPr>
            </a:lvl2pPr>
            <a:lvl3pPr marR="0" lvl="2" algn="l" rtl="0">
              <a:lnSpc>
                <a:spcPct val="100000"/>
              </a:lnSpc>
              <a:spcBef>
                <a:spcPts val="0"/>
              </a:spcBef>
              <a:spcAft>
                <a:spcPts val="0"/>
              </a:spcAft>
              <a:buClr>
                <a:srgbClr val="000000"/>
              </a:buClr>
              <a:buSzPts val="1400"/>
              <a:buFont typeface="Arial"/>
              <a:buNone/>
              <a:defRPr sz="3600" b="0" i="0" u="none" strike="noStrike" cap="none">
                <a:solidFill>
                  <a:schemeClr val="dk2"/>
                </a:solidFill>
                <a:latin typeface="Times New Roman"/>
                <a:ea typeface="Times New Roman"/>
                <a:cs typeface="Times New Roman"/>
                <a:sym typeface="Times New Roman"/>
              </a:defRPr>
            </a:lvl3pPr>
            <a:lvl4pPr marR="0" lvl="3" algn="l" rtl="0">
              <a:lnSpc>
                <a:spcPct val="100000"/>
              </a:lnSpc>
              <a:spcBef>
                <a:spcPts val="0"/>
              </a:spcBef>
              <a:spcAft>
                <a:spcPts val="0"/>
              </a:spcAft>
              <a:buClr>
                <a:srgbClr val="000000"/>
              </a:buClr>
              <a:buSzPts val="1400"/>
              <a:buFont typeface="Arial"/>
              <a:buNone/>
              <a:defRPr sz="3600" b="0" i="0" u="none" strike="noStrike" cap="none">
                <a:solidFill>
                  <a:schemeClr val="dk2"/>
                </a:solidFill>
                <a:latin typeface="Times New Roman"/>
                <a:ea typeface="Times New Roman"/>
                <a:cs typeface="Times New Roman"/>
                <a:sym typeface="Times New Roman"/>
              </a:defRPr>
            </a:lvl4pPr>
            <a:lvl5pPr marR="0" lvl="4" algn="l" rtl="0">
              <a:lnSpc>
                <a:spcPct val="100000"/>
              </a:lnSpc>
              <a:spcBef>
                <a:spcPts val="0"/>
              </a:spcBef>
              <a:spcAft>
                <a:spcPts val="0"/>
              </a:spcAft>
              <a:buClr>
                <a:srgbClr val="000000"/>
              </a:buClr>
              <a:buSzPts val="1400"/>
              <a:buFont typeface="Arial"/>
              <a:buNone/>
              <a:defRPr sz="3600" b="0" i="0" u="none" strike="noStrike" cap="none">
                <a:solidFill>
                  <a:schemeClr val="dk2"/>
                </a:solidFill>
                <a:latin typeface="Times New Roman"/>
                <a:ea typeface="Times New Roman"/>
                <a:cs typeface="Times New Roman"/>
                <a:sym typeface="Times New Roman"/>
              </a:defRPr>
            </a:lvl5pPr>
            <a:lvl6pPr marR="0" lvl="5" algn="l" rtl="0">
              <a:lnSpc>
                <a:spcPct val="100000"/>
              </a:lnSpc>
              <a:spcBef>
                <a:spcPts val="0"/>
              </a:spcBef>
              <a:spcAft>
                <a:spcPts val="0"/>
              </a:spcAft>
              <a:buClr>
                <a:srgbClr val="000000"/>
              </a:buClr>
              <a:buSzPts val="1400"/>
              <a:buFont typeface="Arial"/>
              <a:buNone/>
              <a:defRPr sz="3600" b="0" i="0" u="none" strike="noStrike" cap="none">
                <a:solidFill>
                  <a:schemeClr val="dk2"/>
                </a:solidFill>
                <a:latin typeface="Times New Roman"/>
                <a:ea typeface="Times New Roman"/>
                <a:cs typeface="Times New Roman"/>
                <a:sym typeface="Times New Roman"/>
              </a:defRPr>
            </a:lvl6pPr>
            <a:lvl7pPr marR="0" lvl="6" algn="l" rtl="0">
              <a:lnSpc>
                <a:spcPct val="100000"/>
              </a:lnSpc>
              <a:spcBef>
                <a:spcPts val="0"/>
              </a:spcBef>
              <a:spcAft>
                <a:spcPts val="0"/>
              </a:spcAft>
              <a:buClr>
                <a:srgbClr val="000000"/>
              </a:buClr>
              <a:buSzPts val="1400"/>
              <a:buFont typeface="Arial"/>
              <a:buNone/>
              <a:defRPr sz="3600" b="0" i="0" u="none" strike="noStrike" cap="none">
                <a:solidFill>
                  <a:schemeClr val="dk2"/>
                </a:solidFill>
                <a:latin typeface="Times New Roman"/>
                <a:ea typeface="Times New Roman"/>
                <a:cs typeface="Times New Roman"/>
                <a:sym typeface="Times New Roman"/>
              </a:defRPr>
            </a:lvl7pPr>
            <a:lvl8pPr marR="0" lvl="7" algn="l" rtl="0">
              <a:lnSpc>
                <a:spcPct val="100000"/>
              </a:lnSpc>
              <a:spcBef>
                <a:spcPts val="0"/>
              </a:spcBef>
              <a:spcAft>
                <a:spcPts val="0"/>
              </a:spcAft>
              <a:buClr>
                <a:srgbClr val="000000"/>
              </a:buClr>
              <a:buSzPts val="1400"/>
              <a:buFont typeface="Arial"/>
              <a:buNone/>
              <a:defRPr sz="3600" b="0" i="0" u="none" strike="noStrike" cap="none">
                <a:solidFill>
                  <a:schemeClr val="dk2"/>
                </a:solidFill>
                <a:latin typeface="Times New Roman"/>
                <a:ea typeface="Times New Roman"/>
                <a:cs typeface="Times New Roman"/>
                <a:sym typeface="Times New Roman"/>
              </a:defRPr>
            </a:lvl8pPr>
            <a:lvl9pPr marR="0" lvl="8" algn="l" rtl="0">
              <a:lnSpc>
                <a:spcPct val="100000"/>
              </a:lnSpc>
              <a:spcBef>
                <a:spcPts val="0"/>
              </a:spcBef>
              <a:spcAft>
                <a:spcPts val="0"/>
              </a:spcAft>
              <a:buClr>
                <a:srgbClr val="000000"/>
              </a:buClr>
              <a:buSzPts val="1400"/>
              <a:buFont typeface="Arial"/>
              <a:buNone/>
              <a:defRPr sz="3600" b="0" i="0" u="none" strike="noStrike" cap="none">
                <a:solidFill>
                  <a:schemeClr val="dk2"/>
                </a:solidFill>
                <a:latin typeface="Times New Roman"/>
                <a:ea typeface="Times New Roman"/>
                <a:cs typeface="Times New Roman"/>
                <a:sym typeface="Times New Roman"/>
              </a:defRPr>
            </a:lvl9pPr>
          </a:lstStyle>
          <a:p>
            <a:r>
              <a:rPr lang="en-US" dirty="0">
                <a:solidFill>
                  <a:schemeClr val="bg1"/>
                </a:solidFill>
              </a:rPr>
              <a:t>Tutorial Series on Sequential Decision Analytics</a:t>
            </a:r>
          </a:p>
        </p:txBody>
      </p:sp>
      <p:sp>
        <p:nvSpPr>
          <p:cNvPr id="13" name="Subtitle 2">
            <a:extLst>
              <a:ext uri="{FF2B5EF4-FFF2-40B4-BE49-F238E27FC236}">
                <a16:creationId xmlns:a16="http://schemas.microsoft.com/office/drawing/2014/main" id="{353FD53A-BDBF-1CC0-A8DA-6BF75DBD2DD3}"/>
              </a:ext>
            </a:extLst>
          </p:cNvPr>
          <p:cNvSpPr txBox="1">
            <a:spLocks/>
          </p:cNvSpPr>
          <p:nvPr/>
        </p:nvSpPr>
        <p:spPr>
          <a:xfrm>
            <a:off x="0" y="927251"/>
            <a:ext cx="12192000" cy="1155438"/>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70840" algn="ctr" rtl="0">
              <a:lnSpc>
                <a:spcPct val="100000"/>
              </a:lnSpc>
              <a:spcBef>
                <a:spcPts val="560"/>
              </a:spcBef>
              <a:spcAft>
                <a:spcPts val="0"/>
              </a:spcAft>
              <a:buClr>
                <a:schemeClr val="dk1"/>
              </a:buClr>
              <a:buSzPts val="2240"/>
              <a:buFont typeface="Times New Roman"/>
              <a:buNone/>
              <a:defRPr sz="2800" b="0" i="0" u="none" strike="noStrike" cap="none">
                <a:solidFill>
                  <a:schemeClr val="dk1"/>
                </a:solidFill>
                <a:latin typeface="Times New Roman"/>
                <a:ea typeface="Times New Roman"/>
                <a:cs typeface="Times New Roman"/>
                <a:sym typeface="Times New Roman"/>
              </a:defRPr>
            </a:lvl1pPr>
            <a:lvl2pPr marL="914400" marR="0" lvl="1" indent="-381000" algn="ctr" rtl="0">
              <a:lnSpc>
                <a:spcPct val="100000"/>
              </a:lnSpc>
              <a:spcBef>
                <a:spcPts val="480"/>
              </a:spcBef>
              <a:spcAft>
                <a:spcPts val="0"/>
              </a:spcAft>
              <a:buClr>
                <a:schemeClr val="dk1"/>
              </a:buClr>
              <a:buSzPts val="2400"/>
              <a:buFont typeface="Times New Roman"/>
              <a:buNone/>
              <a:defRPr sz="2400" b="0" i="0" u="none" strike="noStrike" cap="none">
                <a:solidFill>
                  <a:schemeClr val="dk1"/>
                </a:solidFill>
                <a:latin typeface="Times New Roman"/>
                <a:ea typeface="Times New Roman"/>
                <a:cs typeface="Times New Roman"/>
                <a:sym typeface="Times New Roman"/>
              </a:defRPr>
            </a:lvl2pPr>
            <a:lvl3pPr marL="1371600" marR="0" lvl="2" indent="-355600" algn="ctr" rtl="0">
              <a:lnSpc>
                <a:spcPct val="100000"/>
              </a:lnSpc>
              <a:spcBef>
                <a:spcPts val="0"/>
              </a:spcBef>
              <a:spcAft>
                <a:spcPts val="0"/>
              </a:spcAft>
              <a:buClr>
                <a:schemeClr val="dk1"/>
              </a:buClr>
              <a:buSzPts val="2000"/>
              <a:buFont typeface="Times New Roman"/>
              <a:buNone/>
              <a:defRPr sz="2000" b="0" i="0" u="none" strike="noStrike" cap="none">
                <a:solidFill>
                  <a:schemeClr val="dk1"/>
                </a:solidFill>
                <a:latin typeface="Times New Roman"/>
                <a:ea typeface="Times New Roman"/>
                <a:cs typeface="Times New Roman"/>
                <a:sym typeface="Times New Roman"/>
              </a:defRPr>
            </a:lvl3pPr>
            <a:lvl4pPr marL="1828800" marR="0" lvl="3" indent="-355600" algn="ctr" rtl="0">
              <a:lnSpc>
                <a:spcPct val="100000"/>
              </a:lnSpc>
              <a:spcBef>
                <a:spcPts val="0"/>
              </a:spcBef>
              <a:spcAft>
                <a:spcPts val="0"/>
              </a:spcAft>
              <a:buClr>
                <a:schemeClr val="dk1"/>
              </a:buClr>
              <a:buSzPts val="2000"/>
              <a:buFont typeface="Times New Roman"/>
              <a:buNone/>
              <a:defRPr sz="2000" b="0" i="0" u="none" strike="noStrike" cap="none">
                <a:solidFill>
                  <a:schemeClr val="dk1"/>
                </a:solidFill>
                <a:latin typeface="Times New Roman"/>
                <a:ea typeface="Times New Roman"/>
                <a:cs typeface="Times New Roman"/>
                <a:sym typeface="Times New Roman"/>
              </a:defRPr>
            </a:lvl4pPr>
            <a:lvl5pPr marL="2286000" marR="0" lvl="4" indent="-355600" algn="ctr" rtl="0">
              <a:lnSpc>
                <a:spcPct val="100000"/>
              </a:lnSpc>
              <a:spcBef>
                <a:spcPts val="0"/>
              </a:spcBef>
              <a:spcAft>
                <a:spcPts val="0"/>
              </a:spcAft>
              <a:buClr>
                <a:schemeClr val="dk1"/>
              </a:buClr>
              <a:buSzPts val="2000"/>
              <a:buFont typeface="Times New Roman"/>
              <a:buNone/>
              <a:defRPr sz="2000" b="0" i="0" u="none" strike="noStrike" cap="none">
                <a:solidFill>
                  <a:schemeClr val="dk1"/>
                </a:solidFill>
                <a:latin typeface="Times New Roman"/>
                <a:ea typeface="Times New Roman"/>
                <a:cs typeface="Times New Roman"/>
                <a:sym typeface="Times New Roman"/>
              </a:defRPr>
            </a:lvl5pPr>
            <a:lvl6pPr marL="2743200" marR="0" lvl="5" indent="-355600" algn="ctr" rtl="0">
              <a:lnSpc>
                <a:spcPct val="100000"/>
              </a:lnSpc>
              <a:spcBef>
                <a:spcPts val="0"/>
              </a:spcBef>
              <a:spcAft>
                <a:spcPts val="0"/>
              </a:spcAft>
              <a:buClr>
                <a:schemeClr val="dk1"/>
              </a:buClr>
              <a:buSzPts val="2000"/>
              <a:buFont typeface="Times New Roman"/>
              <a:buNone/>
              <a:defRPr sz="2000" b="0" i="0" u="none" strike="noStrike" cap="none">
                <a:solidFill>
                  <a:schemeClr val="dk1"/>
                </a:solidFill>
                <a:latin typeface="Times New Roman"/>
                <a:ea typeface="Times New Roman"/>
                <a:cs typeface="Times New Roman"/>
                <a:sym typeface="Times New Roman"/>
              </a:defRPr>
            </a:lvl6pPr>
            <a:lvl7pPr marL="3200400" marR="0" lvl="6" indent="-355600" algn="ctr" rtl="0">
              <a:lnSpc>
                <a:spcPct val="100000"/>
              </a:lnSpc>
              <a:spcBef>
                <a:spcPts val="0"/>
              </a:spcBef>
              <a:spcAft>
                <a:spcPts val="0"/>
              </a:spcAft>
              <a:buClr>
                <a:schemeClr val="dk1"/>
              </a:buClr>
              <a:buSzPts val="2000"/>
              <a:buFont typeface="Times New Roman"/>
              <a:buNone/>
              <a:defRPr sz="2000" b="0" i="0" u="none" strike="noStrike" cap="none">
                <a:solidFill>
                  <a:schemeClr val="dk1"/>
                </a:solidFill>
                <a:latin typeface="Times New Roman"/>
                <a:ea typeface="Times New Roman"/>
                <a:cs typeface="Times New Roman"/>
                <a:sym typeface="Times New Roman"/>
              </a:defRPr>
            </a:lvl7pPr>
            <a:lvl8pPr marL="3657600" marR="0" lvl="7" indent="-355600" algn="ctr" rtl="0">
              <a:lnSpc>
                <a:spcPct val="100000"/>
              </a:lnSpc>
              <a:spcBef>
                <a:spcPts val="0"/>
              </a:spcBef>
              <a:spcAft>
                <a:spcPts val="0"/>
              </a:spcAft>
              <a:buClr>
                <a:schemeClr val="dk1"/>
              </a:buClr>
              <a:buSzPts val="2000"/>
              <a:buFont typeface="Times New Roman"/>
              <a:buNone/>
              <a:defRPr sz="2000" b="0" i="0" u="none" strike="noStrike" cap="none">
                <a:solidFill>
                  <a:schemeClr val="dk1"/>
                </a:solidFill>
                <a:latin typeface="Times New Roman"/>
                <a:ea typeface="Times New Roman"/>
                <a:cs typeface="Times New Roman"/>
                <a:sym typeface="Times New Roman"/>
              </a:defRPr>
            </a:lvl8pPr>
            <a:lvl9pPr marL="4114800" marR="0" lvl="8" indent="-355600" algn="ctr" rtl="0">
              <a:lnSpc>
                <a:spcPct val="100000"/>
              </a:lnSpc>
              <a:spcBef>
                <a:spcPts val="0"/>
              </a:spcBef>
              <a:spcAft>
                <a:spcPts val="0"/>
              </a:spcAft>
              <a:buClr>
                <a:schemeClr val="dk1"/>
              </a:buClr>
              <a:buSzPts val="2000"/>
              <a:buFont typeface="Times New Roman"/>
              <a:buNone/>
              <a:defRPr sz="2000" b="0" i="0" u="none" strike="noStrike" cap="none">
                <a:solidFill>
                  <a:schemeClr val="dk1"/>
                </a:solidFill>
                <a:latin typeface="Times New Roman"/>
                <a:ea typeface="Times New Roman"/>
                <a:cs typeface="Times New Roman"/>
                <a:sym typeface="Times New Roman"/>
              </a:defRPr>
            </a:lvl9pPr>
          </a:lstStyle>
          <a:p>
            <a:r>
              <a:rPr lang="en-US" dirty="0">
                <a:solidFill>
                  <a:schemeClr val="bg1"/>
                </a:solidFill>
              </a:rPr>
              <a:t>Warren B Powell</a:t>
            </a:r>
          </a:p>
          <a:p>
            <a:r>
              <a:rPr lang="en-US" sz="2000" dirty="0">
                <a:solidFill>
                  <a:schemeClr val="bg1"/>
                </a:solidFill>
              </a:rPr>
              <a:t>Professor Emeritus, Princeton University</a:t>
            </a:r>
          </a:p>
        </p:txBody>
      </p:sp>
      <p:sp>
        <p:nvSpPr>
          <p:cNvPr id="4" name="Title 1">
            <a:extLst>
              <a:ext uri="{FF2B5EF4-FFF2-40B4-BE49-F238E27FC236}">
                <a16:creationId xmlns:a16="http://schemas.microsoft.com/office/drawing/2014/main" id="{4B4B6654-E6D4-CAFE-CCFE-26F1CB885A80}"/>
              </a:ext>
            </a:extLst>
          </p:cNvPr>
          <p:cNvSpPr txBox="1">
            <a:spLocks/>
          </p:cNvSpPr>
          <p:nvPr/>
        </p:nvSpPr>
        <p:spPr>
          <a:xfrm>
            <a:off x="4224760" y="1866418"/>
            <a:ext cx="3715473" cy="578734"/>
          </a:xfrm>
          <a:prstGeom prst="rect">
            <a:avLst/>
          </a:prstGeom>
          <a:no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rgbClr val="000000"/>
              </a:buClr>
              <a:buSzPts val="1400"/>
              <a:buFont typeface="Arial"/>
              <a:buNone/>
              <a:defRPr sz="3600" b="0" i="0" u="none" strike="noStrike" cap="none">
                <a:solidFill>
                  <a:schemeClr val="dk2"/>
                </a:solidFill>
                <a:latin typeface="Times New Roman"/>
                <a:ea typeface="Times New Roman"/>
                <a:cs typeface="Times New Roman"/>
                <a:sym typeface="Times New Roman"/>
              </a:defRPr>
            </a:lvl1pPr>
            <a:lvl2pPr marR="0" lvl="1" algn="l" rtl="0">
              <a:lnSpc>
                <a:spcPct val="100000"/>
              </a:lnSpc>
              <a:spcBef>
                <a:spcPts val="0"/>
              </a:spcBef>
              <a:spcAft>
                <a:spcPts val="0"/>
              </a:spcAft>
              <a:buClr>
                <a:srgbClr val="000000"/>
              </a:buClr>
              <a:buSzPts val="1400"/>
              <a:buFont typeface="Arial"/>
              <a:buNone/>
              <a:defRPr sz="3600" b="0" i="0" u="none" strike="noStrike" cap="none">
                <a:solidFill>
                  <a:schemeClr val="dk2"/>
                </a:solidFill>
                <a:latin typeface="Times New Roman"/>
                <a:ea typeface="Times New Roman"/>
                <a:cs typeface="Times New Roman"/>
                <a:sym typeface="Times New Roman"/>
              </a:defRPr>
            </a:lvl2pPr>
            <a:lvl3pPr marR="0" lvl="2" algn="l" rtl="0">
              <a:lnSpc>
                <a:spcPct val="100000"/>
              </a:lnSpc>
              <a:spcBef>
                <a:spcPts val="0"/>
              </a:spcBef>
              <a:spcAft>
                <a:spcPts val="0"/>
              </a:spcAft>
              <a:buClr>
                <a:srgbClr val="000000"/>
              </a:buClr>
              <a:buSzPts val="1400"/>
              <a:buFont typeface="Arial"/>
              <a:buNone/>
              <a:defRPr sz="3600" b="0" i="0" u="none" strike="noStrike" cap="none">
                <a:solidFill>
                  <a:schemeClr val="dk2"/>
                </a:solidFill>
                <a:latin typeface="Times New Roman"/>
                <a:ea typeface="Times New Roman"/>
                <a:cs typeface="Times New Roman"/>
                <a:sym typeface="Times New Roman"/>
              </a:defRPr>
            </a:lvl3pPr>
            <a:lvl4pPr marR="0" lvl="3" algn="l" rtl="0">
              <a:lnSpc>
                <a:spcPct val="100000"/>
              </a:lnSpc>
              <a:spcBef>
                <a:spcPts val="0"/>
              </a:spcBef>
              <a:spcAft>
                <a:spcPts val="0"/>
              </a:spcAft>
              <a:buClr>
                <a:srgbClr val="000000"/>
              </a:buClr>
              <a:buSzPts val="1400"/>
              <a:buFont typeface="Arial"/>
              <a:buNone/>
              <a:defRPr sz="3600" b="0" i="0" u="none" strike="noStrike" cap="none">
                <a:solidFill>
                  <a:schemeClr val="dk2"/>
                </a:solidFill>
                <a:latin typeface="Times New Roman"/>
                <a:ea typeface="Times New Roman"/>
                <a:cs typeface="Times New Roman"/>
                <a:sym typeface="Times New Roman"/>
              </a:defRPr>
            </a:lvl4pPr>
            <a:lvl5pPr marR="0" lvl="4" algn="l" rtl="0">
              <a:lnSpc>
                <a:spcPct val="100000"/>
              </a:lnSpc>
              <a:spcBef>
                <a:spcPts val="0"/>
              </a:spcBef>
              <a:spcAft>
                <a:spcPts val="0"/>
              </a:spcAft>
              <a:buClr>
                <a:srgbClr val="000000"/>
              </a:buClr>
              <a:buSzPts val="1400"/>
              <a:buFont typeface="Arial"/>
              <a:buNone/>
              <a:defRPr sz="3600" b="0" i="0" u="none" strike="noStrike" cap="none">
                <a:solidFill>
                  <a:schemeClr val="dk2"/>
                </a:solidFill>
                <a:latin typeface="Times New Roman"/>
                <a:ea typeface="Times New Roman"/>
                <a:cs typeface="Times New Roman"/>
                <a:sym typeface="Times New Roman"/>
              </a:defRPr>
            </a:lvl5pPr>
            <a:lvl6pPr marR="0" lvl="5" algn="l" rtl="0">
              <a:lnSpc>
                <a:spcPct val="100000"/>
              </a:lnSpc>
              <a:spcBef>
                <a:spcPts val="0"/>
              </a:spcBef>
              <a:spcAft>
                <a:spcPts val="0"/>
              </a:spcAft>
              <a:buClr>
                <a:srgbClr val="000000"/>
              </a:buClr>
              <a:buSzPts val="1400"/>
              <a:buFont typeface="Arial"/>
              <a:buNone/>
              <a:defRPr sz="3600" b="0" i="0" u="none" strike="noStrike" cap="none">
                <a:solidFill>
                  <a:schemeClr val="dk2"/>
                </a:solidFill>
                <a:latin typeface="Times New Roman"/>
                <a:ea typeface="Times New Roman"/>
                <a:cs typeface="Times New Roman"/>
                <a:sym typeface="Times New Roman"/>
              </a:defRPr>
            </a:lvl6pPr>
            <a:lvl7pPr marR="0" lvl="6" algn="l" rtl="0">
              <a:lnSpc>
                <a:spcPct val="100000"/>
              </a:lnSpc>
              <a:spcBef>
                <a:spcPts val="0"/>
              </a:spcBef>
              <a:spcAft>
                <a:spcPts val="0"/>
              </a:spcAft>
              <a:buClr>
                <a:srgbClr val="000000"/>
              </a:buClr>
              <a:buSzPts val="1400"/>
              <a:buFont typeface="Arial"/>
              <a:buNone/>
              <a:defRPr sz="3600" b="0" i="0" u="none" strike="noStrike" cap="none">
                <a:solidFill>
                  <a:schemeClr val="dk2"/>
                </a:solidFill>
                <a:latin typeface="Times New Roman"/>
                <a:ea typeface="Times New Roman"/>
                <a:cs typeface="Times New Roman"/>
                <a:sym typeface="Times New Roman"/>
              </a:defRPr>
            </a:lvl7pPr>
            <a:lvl8pPr marR="0" lvl="7" algn="l" rtl="0">
              <a:lnSpc>
                <a:spcPct val="100000"/>
              </a:lnSpc>
              <a:spcBef>
                <a:spcPts val="0"/>
              </a:spcBef>
              <a:spcAft>
                <a:spcPts val="0"/>
              </a:spcAft>
              <a:buClr>
                <a:srgbClr val="000000"/>
              </a:buClr>
              <a:buSzPts val="1400"/>
              <a:buFont typeface="Arial"/>
              <a:buNone/>
              <a:defRPr sz="3600" b="0" i="0" u="none" strike="noStrike" cap="none">
                <a:solidFill>
                  <a:schemeClr val="dk2"/>
                </a:solidFill>
                <a:latin typeface="Times New Roman"/>
                <a:ea typeface="Times New Roman"/>
                <a:cs typeface="Times New Roman"/>
                <a:sym typeface="Times New Roman"/>
              </a:defRPr>
            </a:lvl8pPr>
            <a:lvl9pPr marR="0" lvl="8" algn="l" rtl="0">
              <a:lnSpc>
                <a:spcPct val="100000"/>
              </a:lnSpc>
              <a:spcBef>
                <a:spcPts val="0"/>
              </a:spcBef>
              <a:spcAft>
                <a:spcPts val="0"/>
              </a:spcAft>
              <a:buClr>
                <a:srgbClr val="000000"/>
              </a:buClr>
              <a:buSzPts val="1400"/>
              <a:buFont typeface="Arial"/>
              <a:buNone/>
              <a:defRPr sz="3600" b="0" i="0" u="none" strike="noStrike" cap="none">
                <a:solidFill>
                  <a:schemeClr val="dk2"/>
                </a:solidFill>
                <a:latin typeface="Times New Roman"/>
                <a:ea typeface="Times New Roman"/>
                <a:cs typeface="Times New Roman"/>
                <a:sym typeface="Times New Roman"/>
              </a:defRPr>
            </a:lvl9pPr>
          </a:lstStyle>
          <a:p>
            <a:r>
              <a:rPr lang="en-US" sz="1800" dirty="0">
                <a:solidFill>
                  <a:schemeClr val="bg1"/>
                </a:solidFill>
              </a:rPr>
              <a:t>Recorded: August 12, 2026</a:t>
            </a:r>
            <a:endParaRPr lang="en-US" sz="3200" dirty="0">
              <a:solidFill>
                <a:schemeClr val="bg1"/>
              </a:solidFill>
              <a:latin typeface="Times New Roman" panose="02020603050405020304" pitchFamily="18" charset="0"/>
              <a:cs typeface="Times New Roman" panose="02020603050405020304" pitchFamily="18" charset="0"/>
            </a:endParaRPr>
          </a:p>
        </p:txBody>
      </p:sp>
      <p:sp>
        <p:nvSpPr>
          <p:cNvPr id="5" name="Title 1">
            <a:extLst>
              <a:ext uri="{FF2B5EF4-FFF2-40B4-BE49-F238E27FC236}">
                <a16:creationId xmlns:a16="http://schemas.microsoft.com/office/drawing/2014/main" id="{4A885C76-4792-0735-6DB9-C2EE78DF5B6D}"/>
              </a:ext>
            </a:extLst>
          </p:cNvPr>
          <p:cNvSpPr txBox="1">
            <a:spLocks/>
          </p:cNvSpPr>
          <p:nvPr/>
        </p:nvSpPr>
        <p:spPr>
          <a:xfrm>
            <a:off x="1212347" y="3156758"/>
            <a:ext cx="10712559" cy="890700"/>
          </a:xfrm>
          <a:prstGeom prst="rect">
            <a:avLst/>
          </a:prstGeom>
          <a:no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rgbClr val="000000"/>
              </a:buClr>
              <a:buSzPts val="1400"/>
              <a:buFont typeface="Arial"/>
              <a:buNone/>
              <a:defRPr sz="3600" b="0" i="0" u="none" strike="noStrike" cap="none">
                <a:solidFill>
                  <a:schemeClr val="dk2"/>
                </a:solidFill>
                <a:latin typeface="Times New Roman"/>
                <a:ea typeface="Times New Roman"/>
                <a:cs typeface="Times New Roman"/>
                <a:sym typeface="Times New Roman"/>
              </a:defRPr>
            </a:lvl1pPr>
            <a:lvl2pPr marR="0" lvl="1" algn="l" rtl="0">
              <a:lnSpc>
                <a:spcPct val="100000"/>
              </a:lnSpc>
              <a:spcBef>
                <a:spcPts val="0"/>
              </a:spcBef>
              <a:spcAft>
                <a:spcPts val="0"/>
              </a:spcAft>
              <a:buClr>
                <a:srgbClr val="000000"/>
              </a:buClr>
              <a:buSzPts val="1400"/>
              <a:buFont typeface="Arial"/>
              <a:buNone/>
              <a:defRPr sz="3600" b="0" i="0" u="none" strike="noStrike" cap="none">
                <a:solidFill>
                  <a:schemeClr val="dk2"/>
                </a:solidFill>
                <a:latin typeface="Times New Roman"/>
                <a:ea typeface="Times New Roman"/>
                <a:cs typeface="Times New Roman"/>
                <a:sym typeface="Times New Roman"/>
              </a:defRPr>
            </a:lvl2pPr>
            <a:lvl3pPr marR="0" lvl="2" algn="l" rtl="0">
              <a:lnSpc>
                <a:spcPct val="100000"/>
              </a:lnSpc>
              <a:spcBef>
                <a:spcPts val="0"/>
              </a:spcBef>
              <a:spcAft>
                <a:spcPts val="0"/>
              </a:spcAft>
              <a:buClr>
                <a:srgbClr val="000000"/>
              </a:buClr>
              <a:buSzPts val="1400"/>
              <a:buFont typeface="Arial"/>
              <a:buNone/>
              <a:defRPr sz="3600" b="0" i="0" u="none" strike="noStrike" cap="none">
                <a:solidFill>
                  <a:schemeClr val="dk2"/>
                </a:solidFill>
                <a:latin typeface="Times New Roman"/>
                <a:ea typeface="Times New Roman"/>
                <a:cs typeface="Times New Roman"/>
                <a:sym typeface="Times New Roman"/>
              </a:defRPr>
            </a:lvl3pPr>
            <a:lvl4pPr marR="0" lvl="3" algn="l" rtl="0">
              <a:lnSpc>
                <a:spcPct val="100000"/>
              </a:lnSpc>
              <a:spcBef>
                <a:spcPts val="0"/>
              </a:spcBef>
              <a:spcAft>
                <a:spcPts val="0"/>
              </a:spcAft>
              <a:buClr>
                <a:srgbClr val="000000"/>
              </a:buClr>
              <a:buSzPts val="1400"/>
              <a:buFont typeface="Arial"/>
              <a:buNone/>
              <a:defRPr sz="3600" b="0" i="0" u="none" strike="noStrike" cap="none">
                <a:solidFill>
                  <a:schemeClr val="dk2"/>
                </a:solidFill>
                <a:latin typeface="Times New Roman"/>
                <a:ea typeface="Times New Roman"/>
                <a:cs typeface="Times New Roman"/>
                <a:sym typeface="Times New Roman"/>
              </a:defRPr>
            </a:lvl4pPr>
            <a:lvl5pPr marR="0" lvl="4" algn="l" rtl="0">
              <a:lnSpc>
                <a:spcPct val="100000"/>
              </a:lnSpc>
              <a:spcBef>
                <a:spcPts val="0"/>
              </a:spcBef>
              <a:spcAft>
                <a:spcPts val="0"/>
              </a:spcAft>
              <a:buClr>
                <a:srgbClr val="000000"/>
              </a:buClr>
              <a:buSzPts val="1400"/>
              <a:buFont typeface="Arial"/>
              <a:buNone/>
              <a:defRPr sz="3600" b="0" i="0" u="none" strike="noStrike" cap="none">
                <a:solidFill>
                  <a:schemeClr val="dk2"/>
                </a:solidFill>
                <a:latin typeface="Times New Roman"/>
                <a:ea typeface="Times New Roman"/>
                <a:cs typeface="Times New Roman"/>
                <a:sym typeface="Times New Roman"/>
              </a:defRPr>
            </a:lvl5pPr>
            <a:lvl6pPr marR="0" lvl="5" algn="l" rtl="0">
              <a:lnSpc>
                <a:spcPct val="100000"/>
              </a:lnSpc>
              <a:spcBef>
                <a:spcPts val="0"/>
              </a:spcBef>
              <a:spcAft>
                <a:spcPts val="0"/>
              </a:spcAft>
              <a:buClr>
                <a:srgbClr val="000000"/>
              </a:buClr>
              <a:buSzPts val="1400"/>
              <a:buFont typeface="Arial"/>
              <a:buNone/>
              <a:defRPr sz="3600" b="0" i="0" u="none" strike="noStrike" cap="none">
                <a:solidFill>
                  <a:schemeClr val="dk2"/>
                </a:solidFill>
                <a:latin typeface="Times New Roman"/>
                <a:ea typeface="Times New Roman"/>
                <a:cs typeface="Times New Roman"/>
                <a:sym typeface="Times New Roman"/>
              </a:defRPr>
            </a:lvl6pPr>
            <a:lvl7pPr marR="0" lvl="6" algn="l" rtl="0">
              <a:lnSpc>
                <a:spcPct val="100000"/>
              </a:lnSpc>
              <a:spcBef>
                <a:spcPts val="0"/>
              </a:spcBef>
              <a:spcAft>
                <a:spcPts val="0"/>
              </a:spcAft>
              <a:buClr>
                <a:srgbClr val="000000"/>
              </a:buClr>
              <a:buSzPts val="1400"/>
              <a:buFont typeface="Arial"/>
              <a:buNone/>
              <a:defRPr sz="3600" b="0" i="0" u="none" strike="noStrike" cap="none">
                <a:solidFill>
                  <a:schemeClr val="dk2"/>
                </a:solidFill>
                <a:latin typeface="Times New Roman"/>
                <a:ea typeface="Times New Roman"/>
                <a:cs typeface="Times New Roman"/>
                <a:sym typeface="Times New Roman"/>
              </a:defRPr>
            </a:lvl7pPr>
            <a:lvl8pPr marR="0" lvl="7" algn="l" rtl="0">
              <a:lnSpc>
                <a:spcPct val="100000"/>
              </a:lnSpc>
              <a:spcBef>
                <a:spcPts val="0"/>
              </a:spcBef>
              <a:spcAft>
                <a:spcPts val="0"/>
              </a:spcAft>
              <a:buClr>
                <a:srgbClr val="000000"/>
              </a:buClr>
              <a:buSzPts val="1400"/>
              <a:buFont typeface="Arial"/>
              <a:buNone/>
              <a:defRPr sz="3600" b="0" i="0" u="none" strike="noStrike" cap="none">
                <a:solidFill>
                  <a:schemeClr val="dk2"/>
                </a:solidFill>
                <a:latin typeface="Times New Roman"/>
                <a:ea typeface="Times New Roman"/>
                <a:cs typeface="Times New Roman"/>
                <a:sym typeface="Times New Roman"/>
              </a:defRPr>
            </a:lvl8pPr>
            <a:lvl9pPr marR="0" lvl="8" algn="l" rtl="0">
              <a:lnSpc>
                <a:spcPct val="100000"/>
              </a:lnSpc>
              <a:spcBef>
                <a:spcPts val="0"/>
              </a:spcBef>
              <a:spcAft>
                <a:spcPts val="0"/>
              </a:spcAft>
              <a:buClr>
                <a:srgbClr val="000000"/>
              </a:buClr>
              <a:buSzPts val="1400"/>
              <a:buFont typeface="Arial"/>
              <a:buNone/>
              <a:defRPr sz="3600" b="0" i="0" u="none" strike="noStrike" cap="none">
                <a:solidFill>
                  <a:schemeClr val="dk2"/>
                </a:solidFill>
                <a:latin typeface="Times New Roman"/>
                <a:ea typeface="Times New Roman"/>
                <a:cs typeface="Times New Roman"/>
                <a:sym typeface="Times New Roman"/>
              </a:defRPr>
            </a:lvl9pPr>
          </a:lstStyle>
          <a:p>
            <a:pPr marL="1203325" indent="-1203325" algn="l">
              <a:lnSpc>
                <a:spcPct val="107000"/>
              </a:lnSpc>
              <a:spcAft>
                <a:spcPts val="800"/>
              </a:spcAft>
            </a:pPr>
            <a:r>
              <a:rPr lang="en-US" sz="2400" dirty="0">
                <a:solidFill>
                  <a:schemeClr val="bg1"/>
                </a:solidFill>
                <a:effectLst/>
                <a:latin typeface="Times New Roman" panose="02020603050405020304" pitchFamily="18" charset="0"/>
                <a:ea typeface="Calibri" panose="020F0502020204030204" pitchFamily="34" charset="0"/>
                <a:cs typeface="Times New Roman" panose="02020603050405020304" pitchFamily="18" charset="0"/>
              </a:rPr>
              <a:t>Module:	Value function approximations V – Applications</a:t>
            </a:r>
          </a:p>
          <a:p>
            <a:pPr marL="914400" indent="-342900" algn="l">
              <a:lnSpc>
                <a:spcPct val="107000"/>
              </a:lnSpc>
              <a:spcAft>
                <a:spcPts val="800"/>
              </a:spcAft>
              <a:buClr>
                <a:schemeClr val="bg1"/>
              </a:buClr>
              <a:buFont typeface="Arial" panose="020B0604020202020204" pitchFamily="34" charset="0"/>
              <a:buChar char="•"/>
            </a:pPr>
            <a:endParaRPr lang="en-US" sz="2400" dirty="0">
              <a:solidFill>
                <a:schemeClr val="bg1"/>
              </a:solidFill>
              <a:effectLst/>
              <a:latin typeface="Times New Roman" panose="02020603050405020304" pitchFamily="18" charset="0"/>
              <a:ea typeface="Calibri" panose="020F0502020204030204" pitchFamily="34" charset="0"/>
              <a:cs typeface="Times New Roman" panose="02020603050405020304" pitchFamily="18" charset="0"/>
            </a:endParaRPr>
          </a:p>
        </p:txBody>
      </p:sp>
      <p:sp>
        <p:nvSpPr>
          <p:cNvPr id="6" name="Title 1">
            <a:extLst>
              <a:ext uri="{FF2B5EF4-FFF2-40B4-BE49-F238E27FC236}">
                <a16:creationId xmlns:a16="http://schemas.microsoft.com/office/drawing/2014/main" id="{4BF8D589-C0E6-88EB-C703-8F71E4E55CE8}"/>
              </a:ext>
            </a:extLst>
          </p:cNvPr>
          <p:cNvSpPr txBox="1">
            <a:spLocks/>
          </p:cNvSpPr>
          <p:nvPr/>
        </p:nvSpPr>
        <p:spPr>
          <a:xfrm>
            <a:off x="1214274" y="5547361"/>
            <a:ext cx="8881242" cy="890700"/>
          </a:xfrm>
          <a:prstGeom prst="rect">
            <a:avLst/>
          </a:prstGeom>
          <a:no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rgbClr val="000000"/>
              </a:buClr>
              <a:buSzPts val="1400"/>
              <a:buFont typeface="Arial"/>
              <a:buNone/>
              <a:defRPr sz="3600" b="0" i="0" u="none" strike="noStrike" cap="none">
                <a:solidFill>
                  <a:schemeClr val="dk2"/>
                </a:solidFill>
                <a:latin typeface="Times New Roman"/>
                <a:ea typeface="Times New Roman"/>
                <a:cs typeface="Times New Roman"/>
                <a:sym typeface="Times New Roman"/>
              </a:defRPr>
            </a:lvl1pPr>
            <a:lvl2pPr marR="0" lvl="1" algn="l" rtl="0">
              <a:lnSpc>
                <a:spcPct val="100000"/>
              </a:lnSpc>
              <a:spcBef>
                <a:spcPts val="0"/>
              </a:spcBef>
              <a:spcAft>
                <a:spcPts val="0"/>
              </a:spcAft>
              <a:buClr>
                <a:srgbClr val="000000"/>
              </a:buClr>
              <a:buSzPts val="1400"/>
              <a:buFont typeface="Arial"/>
              <a:buNone/>
              <a:defRPr sz="3600" b="0" i="0" u="none" strike="noStrike" cap="none">
                <a:solidFill>
                  <a:schemeClr val="dk2"/>
                </a:solidFill>
                <a:latin typeface="Times New Roman"/>
                <a:ea typeface="Times New Roman"/>
                <a:cs typeface="Times New Roman"/>
                <a:sym typeface="Times New Roman"/>
              </a:defRPr>
            </a:lvl2pPr>
            <a:lvl3pPr marR="0" lvl="2" algn="l" rtl="0">
              <a:lnSpc>
                <a:spcPct val="100000"/>
              </a:lnSpc>
              <a:spcBef>
                <a:spcPts val="0"/>
              </a:spcBef>
              <a:spcAft>
                <a:spcPts val="0"/>
              </a:spcAft>
              <a:buClr>
                <a:srgbClr val="000000"/>
              </a:buClr>
              <a:buSzPts val="1400"/>
              <a:buFont typeface="Arial"/>
              <a:buNone/>
              <a:defRPr sz="3600" b="0" i="0" u="none" strike="noStrike" cap="none">
                <a:solidFill>
                  <a:schemeClr val="dk2"/>
                </a:solidFill>
                <a:latin typeface="Times New Roman"/>
                <a:ea typeface="Times New Roman"/>
                <a:cs typeface="Times New Roman"/>
                <a:sym typeface="Times New Roman"/>
              </a:defRPr>
            </a:lvl3pPr>
            <a:lvl4pPr marR="0" lvl="3" algn="l" rtl="0">
              <a:lnSpc>
                <a:spcPct val="100000"/>
              </a:lnSpc>
              <a:spcBef>
                <a:spcPts val="0"/>
              </a:spcBef>
              <a:spcAft>
                <a:spcPts val="0"/>
              </a:spcAft>
              <a:buClr>
                <a:srgbClr val="000000"/>
              </a:buClr>
              <a:buSzPts val="1400"/>
              <a:buFont typeface="Arial"/>
              <a:buNone/>
              <a:defRPr sz="3600" b="0" i="0" u="none" strike="noStrike" cap="none">
                <a:solidFill>
                  <a:schemeClr val="dk2"/>
                </a:solidFill>
                <a:latin typeface="Times New Roman"/>
                <a:ea typeface="Times New Roman"/>
                <a:cs typeface="Times New Roman"/>
                <a:sym typeface="Times New Roman"/>
              </a:defRPr>
            </a:lvl4pPr>
            <a:lvl5pPr marR="0" lvl="4" algn="l" rtl="0">
              <a:lnSpc>
                <a:spcPct val="100000"/>
              </a:lnSpc>
              <a:spcBef>
                <a:spcPts val="0"/>
              </a:spcBef>
              <a:spcAft>
                <a:spcPts val="0"/>
              </a:spcAft>
              <a:buClr>
                <a:srgbClr val="000000"/>
              </a:buClr>
              <a:buSzPts val="1400"/>
              <a:buFont typeface="Arial"/>
              <a:buNone/>
              <a:defRPr sz="3600" b="0" i="0" u="none" strike="noStrike" cap="none">
                <a:solidFill>
                  <a:schemeClr val="dk2"/>
                </a:solidFill>
                <a:latin typeface="Times New Roman"/>
                <a:ea typeface="Times New Roman"/>
                <a:cs typeface="Times New Roman"/>
                <a:sym typeface="Times New Roman"/>
              </a:defRPr>
            </a:lvl5pPr>
            <a:lvl6pPr marR="0" lvl="5" algn="l" rtl="0">
              <a:lnSpc>
                <a:spcPct val="100000"/>
              </a:lnSpc>
              <a:spcBef>
                <a:spcPts val="0"/>
              </a:spcBef>
              <a:spcAft>
                <a:spcPts val="0"/>
              </a:spcAft>
              <a:buClr>
                <a:srgbClr val="000000"/>
              </a:buClr>
              <a:buSzPts val="1400"/>
              <a:buFont typeface="Arial"/>
              <a:buNone/>
              <a:defRPr sz="3600" b="0" i="0" u="none" strike="noStrike" cap="none">
                <a:solidFill>
                  <a:schemeClr val="dk2"/>
                </a:solidFill>
                <a:latin typeface="Times New Roman"/>
                <a:ea typeface="Times New Roman"/>
                <a:cs typeface="Times New Roman"/>
                <a:sym typeface="Times New Roman"/>
              </a:defRPr>
            </a:lvl6pPr>
            <a:lvl7pPr marR="0" lvl="6" algn="l" rtl="0">
              <a:lnSpc>
                <a:spcPct val="100000"/>
              </a:lnSpc>
              <a:spcBef>
                <a:spcPts val="0"/>
              </a:spcBef>
              <a:spcAft>
                <a:spcPts val="0"/>
              </a:spcAft>
              <a:buClr>
                <a:srgbClr val="000000"/>
              </a:buClr>
              <a:buSzPts val="1400"/>
              <a:buFont typeface="Arial"/>
              <a:buNone/>
              <a:defRPr sz="3600" b="0" i="0" u="none" strike="noStrike" cap="none">
                <a:solidFill>
                  <a:schemeClr val="dk2"/>
                </a:solidFill>
                <a:latin typeface="Times New Roman"/>
                <a:ea typeface="Times New Roman"/>
                <a:cs typeface="Times New Roman"/>
                <a:sym typeface="Times New Roman"/>
              </a:defRPr>
            </a:lvl7pPr>
            <a:lvl8pPr marR="0" lvl="7" algn="l" rtl="0">
              <a:lnSpc>
                <a:spcPct val="100000"/>
              </a:lnSpc>
              <a:spcBef>
                <a:spcPts val="0"/>
              </a:spcBef>
              <a:spcAft>
                <a:spcPts val="0"/>
              </a:spcAft>
              <a:buClr>
                <a:srgbClr val="000000"/>
              </a:buClr>
              <a:buSzPts val="1400"/>
              <a:buFont typeface="Arial"/>
              <a:buNone/>
              <a:defRPr sz="3600" b="0" i="0" u="none" strike="noStrike" cap="none">
                <a:solidFill>
                  <a:schemeClr val="dk2"/>
                </a:solidFill>
                <a:latin typeface="Times New Roman"/>
                <a:ea typeface="Times New Roman"/>
                <a:cs typeface="Times New Roman"/>
                <a:sym typeface="Times New Roman"/>
              </a:defRPr>
            </a:lvl8pPr>
            <a:lvl9pPr marR="0" lvl="8" algn="l" rtl="0">
              <a:lnSpc>
                <a:spcPct val="100000"/>
              </a:lnSpc>
              <a:spcBef>
                <a:spcPts val="0"/>
              </a:spcBef>
              <a:spcAft>
                <a:spcPts val="0"/>
              </a:spcAft>
              <a:buClr>
                <a:srgbClr val="000000"/>
              </a:buClr>
              <a:buSzPts val="1400"/>
              <a:buFont typeface="Arial"/>
              <a:buNone/>
              <a:defRPr sz="3600" b="0" i="0" u="none" strike="noStrike" cap="none">
                <a:solidFill>
                  <a:schemeClr val="dk2"/>
                </a:solidFill>
                <a:latin typeface="Times New Roman"/>
                <a:ea typeface="Times New Roman"/>
                <a:cs typeface="Times New Roman"/>
                <a:sym typeface="Times New Roman"/>
              </a:defRPr>
            </a:lvl9pPr>
          </a:lstStyle>
          <a:p>
            <a:pPr algn="l">
              <a:lnSpc>
                <a:spcPct val="107000"/>
              </a:lnSpc>
              <a:spcAft>
                <a:spcPts val="800"/>
              </a:spcAft>
            </a:pPr>
            <a:r>
              <a:rPr lang="en-US" sz="2400" dirty="0">
                <a:solidFill>
                  <a:schemeClr val="bg1"/>
                </a:solidFill>
                <a:effectLst/>
                <a:latin typeface="Times New Roman" panose="02020603050405020304" pitchFamily="18" charset="0"/>
                <a:ea typeface="Calibri" panose="020F0502020204030204" pitchFamily="34" charset="0"/>
                <a:cs typeface="Times New Roman" panose="02020603050405020304" pitchFamily="18" charset="0"/>
              </a:rPr>
              <a:t>Technical level: Low</a:t>
            </a:r>
          </a:p>
        </p:txBody>
      </p:sp>
      <p:sp>
        <p:nvSpPr>
          <p:cNvPr id="8" name="Title 1">
            <a:extLst>
              <a:ext uri="{FF2B5EF4-FFF2-40B4-BE49-F238E27FC236}">
                <a16:creationId xmlns:a16="http://schemas.microsoft.com/office/drawing/2014/main" id="{6EA5A040-5E2D-C39D-479F-C829FBBFE541}"/>
              </a:ext>
            </a:extLst>
          </p:cNvPr>
          <p:cNvSpPr txBox="1">
            <a:spLocks/>
          </p:cNvSpPr>
          <p:nvPr/>
        </p:nvSpPr>
        <p:spPr>
          <a:xfrm>
            <a:off x="1214274" y="4368419"/>
            <a:ext cx="8881242" cy="890700"/>
          </a:xfrm>
          <a:prstGeom prst="rect">
            <a:avLst/>
          </a:prstGeom>
          <a:no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rgbClr val="000000"/>
              </a:buClr>
              <a:buSzPts val="1400"/>
              <a:buFont typeface="Arial"/>
              <a:buNone/>
              <a:defRPr sz="3600" b="0" i="0" u="none" strike="noStrike" cap="none">
                <a:solidFill>
                  <a:schemeClr val="dk2"/>
                </a:solidFill>
                <a:latin typeface="Times New Roman"/>
                <a:ea typeface="Times New Roman"/>
                <a:cs typeface="Times New Roman"/>
                <a:sym typeface="Times New Roman"/>
              </a:defRPr>
            </a:lvl1pPr>
            <a:lvl2pPr marR="0" lvl="1" algn="l" rtl="0">
              <a:lnSpc>
                <a:spcPct val="100000"/>
              </a:lnSpc>
              <a:spcBef>
                <a:spcPts val="0"/>
              </a:spcBef>
              <a:spcAft>
                <a:spcPts val="0"/>
              </a:spcAft>
              <a:buClr>
                <a:srgbClr val="000000"/>
              </a:buClr>
              <a:buSzPts val="1400"/>
              <a:buFont typeface="Arial"/>
              <a:buNone/>
              <a:defRPr sz="3600" b="0" i="0" u="none" strike="noStrike" cap="none">
                <a:solidFill>
                  <a:schemeClr val="dk2"/>
                </a:solidFill>
                <a:latin typeface="Times New Roman"/>
                <a:ea typeface="Times New Roman"/>
                <a:cs typeface="Times New Roman"/>
                <a:sym typeface="Times New Roman"/>
              </a:defRPr>
            </a:lvl2pPr>
            <a:lvl3pPr marR="0" lvl="2" algn="l" rtl="0">
              <a:lnSpc>
                <a:spcPct val="100000"/>
              </a:lnSpc>
              <a:spcBef>
                <a:spcPts val="0"/>
              </a:spcBef>
              <a:spcAft>
                <a:spcPts val="0"/>
              </a:spcAft>
              <a:buClr>
                <a:srgbClr val="000000"/>
              </a:buClr>
              <a:buSzPts val="1400"/>
              <a:buFont typeface="Arial"/>
              <a:buNone/>
              <a:defRPr sz="3600" b="0" i="0" u="none" strike="noStrike" cap="none">
                <a:solidFill>
                  <a:schemeClr val="dk2"/>
                </a:solidFill>
                <a:latin typeface="Times New Roman"/>
                <a:ea typeface="Times New Roman"/>
                <a:cs typeface="Times New Roman"/>
                <a:sym typeface="Times New Roman"/>
              </a:defRPr>
            </a:lvl3pPr>
            <a:lvl4pPr marR="0" lvl="3" algn="l" rtl="0">
              <a:lnSpc>
                <a:spcPct val="100000"/>
              </a:lnSpc>
              <a:spcBef>
                <a:spcPts val="0"/>
              </a:spcBef>
              <a:spcAft>
                <a:spcPts val="0"/>
              </a:spcAft>
              <a:buClr>
                <a:srgbClr val="000000"/>
              </a:buClr>
              <a:buSzPts val="1400"/>
              <a:buFont typeface="Arial"/>
              <a:buNone/>
              <a:defRPr sz="3600" b="0" i="0" u="none" strike="noStrike" cap="none">
                <a:solidFill>
                  <a:schemeClr val="dk2"/>
                </a:solidFill>
                <a:latin typeface="Times New Roman"/>
                <a:ea typeface="Times New Roman"/>
                <a:cs typeface="Times New Roman"/>
                <a:sym typeface="Times New Roman"/>
              </a:defRPr>
            </a:lvl4pPr>
            <a:lvl5pPr marR="0" lvl="4" algn="l" rtl="0">
              <a:lnSpc>
                <a:spcPct val="100000"/>
              </a:lnSpc>
              <a:spcBef>
                <a:spcPts val="0"/>
              </a:spcBef>
              <a:spcAft>
                <a:spcPts val="0"/>
              </a:spcAft>
              <a:buClr>
                <a:srgbClr val="000000"/>
              </a:buClr>
              <a:buSzPts val="1400"/>
              <a:buFont typeface="Arial"/>
              <a:buNone/>
              <a:defRPr sz="3600" b="0" i="0" u="none" strike="noStrike" cap="none">
                <a:solidFill>
                  <a:schemeClr val="dk2"/>
                </a:solidFill>
                <a:latin typeface="Times New Roman"/>
                <a:ea typeface="Times New Roman"/>
                <a:cs typeface="Times New Roman"/>
                <a:sym typeface="Times New Roman"/>
              </a:defRPr>
            </a:lvl5pPr>
            <a:lvl6pPr marR="0" lvl="5" algn="l" rtl="0">
              <a:lnSpc>
                <a:spcPct val="100000"/>
              </a:lnSpc>
              <a:spcBef>
                <a:spcPts val="0"/>
              </a:spcBef>
              <a:spcAft>
                <a:spcPts val="0"/>
              </a:spcAft>
              <a:buClr>
                <a:srgbClr val="000000"/>
              </a:buClr>
              <a:buSzPts val="1400"/>
              <a:buFont typeface="Arial"/>
              <a:buNone/>
              <a:defRPr sz="3600" b="0" i="0" u="none" strike="noStrike" cap="none">
                <a:solidFill>
                  <a:schemeClr val="dk2"/>
                </a:solidFill>
                <a:latin typeface="Times New Roman"/>
                <a:ea typeface="Times New Roman"/>
                <a:cs typeface="Times New Roman"/>
                <a:sym typeface="Times New Roman"/>
              </a:defRPr>
            </a:lvl6pPr>
            <a:lvl7pPr marR="0" lvl="6" algn="l" rtl="0">
              <a:lnSpc>
                <a:spcPct val="100000"/>
              </a:lnSpc>
              <a:spcBef>
                <a:spcPts val="0"/>
              </a:spcBef>
              <a:spcAft>
                <a:spcPts val="0"/>
              </a:spcAft>
              <a:buClr>
                <a:srgbClr val="000000"/>
              </a:buClr>
              <a:buSzPts val="1400"/>
              <a:buFont typeface="Arial"/>
              <a:buNone/>
              <a:defRPr sz="3600" b="0" i="0" u="none" strike="noStrike" cap="none">
                <a:solidFill>
                  <a:schemeClr val="dk2"/>
                </a:solidFill>
                <a:latin typeface="Times New Roman"/>
                <a:ea typeface="Times New Roman"/>
                <a:cs typeface="Times New Roman"/>
                <a:sym typeface="Times New Roman"/>
              </a:defRPr>
            </a:lvl7pPr>
            <a:lvl8pPr marR="0" lvl="7" algn="l" rtl="0">
              <a:lnSpc>
                <a:spcPct val="100000"/>
              </a:lnSpc>
              <a:spcBef>
                <a:spcPts val="0"/>
              </a:spcBef>
              <a:spcAft>
                <a:spcPts val="0"/>
              </a:spcAft>
              <a:buClr>
                <a:srgbClr val="000000"/>
              </a:buClr>
              <a:buSzPts val="1400"/>
              <a:buFont typeface="Arial"/>
              <a:buNone/>
              <a:defRPr sz="3600" b="0" i="0" u="none" strike="noStrike" cap="none">
                <a:solidFill>
                  <a:schemeClr val="dk2"/>
                </a:solidFill>
                <a:latin typeface="Times New Roman"/>
                <a:ea typeface="Times New Roman"/>
                <a:cs typeface="Times New Roman"/>
                <a:sym typeface="Times New Roman"/>
              </a:defRPr>
            </a:lvl8pPr>
            <a:lvl9pPr marR="0" lvl="8" algn="l" rtl="0">
              <a:lnSpc>
                <a:spcPct val="100000"/>
              </a:lnSpc>
              <a:spcBef>
                <a:spcPts val="0"/>
              </a:spcBef>
              <a:spcAft>
                <a:spcPts val="0"/>
              </a:spcAft>
              <a:buClr>
                <a:srgbClr val="000000"/>
              </a:buClr>
              <a:buSzPts val="1400"/>
              <a:buFont typeface="Arial"/>
              <a:buNone/>
              <a:defRPr sz="3600" b="0" i="0" u="none" strike="noStrike" cap="none">
                <a:solidFill>
                  <a:schemeClr val="dk2"/>
                </a:solidFill>
                <a:latin typeface="Times New Roman"/>
                <a:ea typeface="Times New Roman"/>
                <a:cs typeface="Times New Roman"/>
                <a:sym typeface="Times New Roman"/>
              </a:defRPr>
            </a:lvl9pPr>
          </a:lstStyle>
          <a:p>
            <a:pPr marL="1203325" indent="-1203325" algn="l"/>
            <a:r>
              <a:rPr lang="en-US" sz="2400" dirty="0">
                <a:solidFill>
                  <a:schemeClr val="bg1"/>
                </a:solidFill>
                <a:effectLst/>
                <a:latin typeface="Times New Roman" panose="02020603050405020304" pitchFamily="18" charset="0"/>
                <a:ea typeface="Calibri" panose="020F0502020204030204" pitchFamily="34" charset="0"/>
                <a:cs typeface="Times New Roman" panose="02020603050405020304" pitchFamily="18" charset="0"/>
              </a:rPr>
              <a:t>Predecessor module(s):</a:t>
            </a:r>
            <a:r>
              <a:rPr lang="en-US" sz="2400" dirty="0">
                <a:solidFill>
                  <a:schemeClr val="bg1"/>
                </a:solidFill>
              </a:rPr>
              <a:t> </a:t>
            </a:r>
          </a:p>
          <a:p>
            <a:pPr marL="342900" indent="-342900" algn="l">
              <a:buClr>
                <a:schemeClr val="bg1"/>
              </a:buClr>
              <a:buFont typeface="Arial" panose="020B0604020202020204" pitchFamily="34" charset="0"/>
              <a:buChar char="•"/>
            </a:pPr>
            <a:r>
              <a:rPr lang="en-US" sz="2000" dirty="0">
                <a:solidFill>
                  <a:schemeClr val="bg1"/>
                </a:solidFill>
                <a:latin typeface="Times New Roman" panose="02020603050405020304" pitchFamily="18" charset="0"/>
                <a:ea typeface="Calibri" panose="020F0502020204030204" pitchFamily="34" charset="0"/>
                <a:cs typeface="Times New Roman" panose="02020603050405020304" pitchFamily="18" charset="0"/>
              </a:rPr>
              <a:t>Universal modeling framework (detailed)</a:t>
            </a:r>
          </a:p>
        </p:txBody>
      </p:sp>
      <p:pic>
        <p:nvPicPr>
          <p:cNvPr id="2" name="Picture 1">
            <a:extLst>
              <a:ext uri="{FF2B5EF4-FFF2-40B4-BE49-F238E27FC236}">
                <a16:creationId xmlns:a16="http://schemas.microsoft.com/office/drawing/2014/main" id="{081F35AE-63CC-02D2-4E39-84C15C3EA481}"/>
              </a:ext>
            </a:extLst>
          </p:cNvPr>
          <p:cNvPicPr>
            <a:picLocks noChangeAspect="1"/>
          </p:cNvPicPr>
          <p:nvPr/>
        </p:nvPicPr>
        <p:blipFill>
          <a:blip r:embed="rId3"/>
          <a:stretch>
            <a:fillRect/>
          </a:stretch>
        </p:blipFill>
        <p:spPr>
          <a:xfrm>
            <a:off x="9728461" y="1084325"/>
            <a:ext cx="2014549" cy="2014549"/>
          </a:xfrm>
          <a:prstGeom prst="rect">
            <a:avLst/>
          </a:prstGeom>
        </p:spPr>
      </p:pic>
    </p:spTree>
    <p:extLst>
      <p:ext uri="{BB962C8B-B14F-4D97-AF65-F5344CB8AC3E}">
        <p14:creationId xmlns:p14="http://schemas.microsoft.com/office/powerpoint/2010/main" val="628282375"/>
      </p:ext>
    </p:extLst>
  </p:cSld>
  <p:clrMapOvr>
    <a:masterClrMapping/>
  </p:clrMapOvr>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Shape 245">
          <a:extLst>
            <a:ext uri="{FF2B5EF4-FFF2-40B4-BE49-F238E27FC236}">
              <a16:creationId xmlns:a16="http://schemas.microsoft.com/office/drawing/2014/main" id="{C20C333F-F209-B1F5-A7F1-83B614E1D2B1}"/>
            </a:ext>
          </a:extLst>
        </p:cNvPr>
        <p:cNvGrpSpPr/>
        <p:nvPr/>
      </p:nvGrpSpPr>
      <p:grpSpPr>
        <a:xfrm>
          <a:off x="0" y="0"/>
          <a:ext cx="0" cy="0"/>
          <a:chOff x="0" y="0"/>
          <a:chExt cx="0" cy="0"/>
        </a:xfrm>
      </p:grpSpPr>
      <p:pic>
        <p:nvPicPr>
          <p:cNvPr id="4" name="Picture 3">
            <a:extLst>
              <a:ext uri="{FF2B5EF4-FFF2-40B4-BE49-F238E27FC236}">
                <a16:creationId xmlns:a16="http://schemas.microsoft.com/office/drawing/2014/main" id="{ECA1BF73-4C28-7F9F-45F0-2D9C67D9FF11}"/>
              </a:ext>
            </a:extLst>
          </p:cNvPr>
          <p:cNvPicPr>
            <a:picLocks noChangeAspect="1"/>
          </p:cNvPicPr>
          <p:nvPr/>
        </p:nvPicPr>
        <p:blipFill>
          <a:blip r:embed="rId3"/>
          <a:stretch>
            <a:fillRect/>
          </a:stretch>
        </p:blipFill>
        <p:spPr>
          <a:xfrm>
            <a:off x="-57956" y="-51516"/>
            <a:ext cx="12292833" cy="6909515"/>
          </a:xfrm>
          <a:prstGeom prst="rect">
            <a:avLst/>
          </a:prstGeom>
        </p:spPr>
      </p:pic>
      <p:sp>
        <p:nvSpPr>
          <p:cNvPr id="246" name="Google Shape;246;p26">
            <a:extLst>
              <a:ext uri="{FF2B5EF4-FFF2-40B4-BE49-F238E27FC236}">
                <a16:creationId xmlns:a16="http://schemas.microsoft.com/office/drawing/2014/main" id="{D07FF182-8C76-C84F-384B-5D13A1CF92EA}"/>
              </a:ext>
            </a:extLst>
          </p:cNvPr>
          <p:cNvSpPr txBox="1">
            <a:spLocks noGrp="1"/>
          </p:cNvSpPr>
          <p:nvPr>
            <p:ph type="title"/>
          </p:nvPr>
        </p:nvSpPr>
        <p:spPr>
          <a:xfrm>
            <a:off x="2021700" y="353850"/>
            <a:ext cx="8283900" cy="550500"/>
          </a:xfrm>
          <a:prstGeom prst="rect">
            <a:avLst/>
          </a:prstGeom>
          <a:noFill/>
          <a:ln>
            <a:noFill/>
          </a:ln>
        </p:spPr>
        <p:txBody>
          <a:bodyPr spcFirstLastPara="1" wrap="square" lIns="91425" tIns="45700" rIns="91425" bIns="45700" anchor="ctr" anchorCtr="0">
            <a:noAutofit/>
          </a:bodyPr>
          <a:lstStyle/>
          <a:p>
            <a:pPr marL="0" lvl="0" indent="0" algn="ctr" rtl="0">
              <a:spcBef>
                <a:spcPts val="0"/>
              </a:spcBef>
              <a:spcAft>
                <a:spcPts val="0"/>
              </a:spcAft>
              <a:buNone/>
            </a:pPr>
            <a:r>
              <a:rPr lang="en-US">
                <a:solidFill>
                  <a:schemeClr val="lt1"/>
                </a:solidFill>
              </a:rPr>
              <a:t>OUTLINE</a:t>
            </a:r>
            <a:endParaRPr/>
          </a:p>
        </p:txBody>
      </p:sp>
      <p:sp>
        <p:nvSpPr>
          <p:cNvPr id="5" name="Google Shape;247;p26">
            <a:extLst>
              <a:ext uri="{FF2B5EF4-FFF2-40B4-BE49-F238E27FC236}">
                <a16:creationId xmlns:a16="http://schemas.microsoft.com/office/drawing/2014/main" id="{E3E6AD92-91E1-DD0E-EDAE-7DA01FF9070B}"/>
              </a:ext>
            </a:extLst>
          </p:cNvPr>
          <p:cNvSpPr txBox="1">
            <a:spLocks noGrp="1"/>
          </p:cNvSpPr>
          <p:nvPr>
            <p:ph type="body" idx="1"/>
          </p:nvPr>
        </p:nvSpPr>
        <p:spPr>
          <a:xfrm>
            <a:off x="1039756" y="725240"/>
            <a:ext cx="10856871" cy="5361061"/>
          </a:xfrm>
          <a:prstGeom prst="rect">
            <a:avLst/>
          </a:prstGeom>
          <a:noFill/>
          <a:ln>
            <a:noFill/>
          </a:ln>
        </p:spPr>
        <p:txBody>
          <a:bodyPr spcFirstLastPara="1" wrap="square" lIns="91425" tIns="45700" rIns="91425" bIns="45700" anchor="t" anchorCtr="0">
            <a:noAutofit/>
          </a:bodyPr>
          <a:lstStyle/>
          <a:p>
            <a:pPr marL="0" lvl="0" indent="0">
              <a:buClr>
                <a:schemeClr val="lt1"/>
              </a:buClr>
              <a:buNone/>
            </a:pPr>
            <a:r>
              <a:rPr lang="en-US" sz="2400" dirty="0">
                <a:solidFill>
                  <a:schemeClr val="bg1"/>
                </a:solidFill>
              </a:rPr>
              <a:t>Value function approximations:</a:t>
            </a:r>
          </a:p>
          <a:p>
            <a:pPr marL="0" lvl="0" indent="0">
              <a:buClr>
                <a:schemeClr val="lt1"/>
              </a:buClr>
              <a:buNone/>
            </a:pPr>
            <a:endParaRPr lang="en-US" sz="2400" dirty="0">
              <a:solidFill>
                <a:schemeClr val="bg1"/>
              </a:solidFill>
            </a:endParaRPr>
          </a:p>
          <a:p>
            <a:pPr marL="342900">
              <a:buClr>
                <a:schemeClr val="lt1"/>
              </a:buClr>
              <a:buFont typeface="Times New Roman"/>
              <a:buChar char="➜"/>
            </a:pPr>
            <a:r>
              <a:rPr lang="en-US" sz="2400" dirty="0">
                <a:solidFill>
                  <a:schemeClr val="accent2">
                    <a:lumMod val="40000"/>
                    <a:lumOff val="60000"/>
                  </a:schemeClr>
                </a:solidFill>
              </a:rPr>
              <a:t>VFA I – Introduction to Dynamic Programming</a:t>
            </a:r>
          </a:p>
          <a:p>
            <a:pPr marL="342900">
              <a:buClr>
                <a:schemeClr val="lt1"/>
              </a:buClr>
              <a:buFont typeface="Times New Roman"/>
              <a:buChar char="➜"/>
            </a:pPr>
            <a:endParaRPr lang="en-US" sz="2400" dirty="0">
              <a:solidFill>
                <a:schemeClr val="accent2">
                  <a:lumMod val="40000"/>
                  <a:lumOff val="60000"/>
                </a:schemeClr>
              </a:solidFill>
            </a:endParaRPr>
          </a:p>
          <a:p>
            <a:pPr marL="342900">
              <a:buClr>
                <a:schemeClr val="lt1"/>
              </a:buClr>
              <a:buFont typeface="Times New Roman"/>
              <a:buChar char="➜"/>
            </a:pPr>
            <a:r>
              <a:rPr lang="en-US" sz="2400" dirty="0">
                <a:solidFill>
                  <a:schemeClr val="accent2">
                    <a:lumMod val="40000"/>
                    <a:lumOff val="60000"/>
                  </a:schemeClr>
                </a:solidFill>
              </a:rPr>
              <a:t>VFA II – VFA-based policies</a:t>
            </a:r>
          </a:p>
          <a:p>
            <a:pPr marL="342900">
              <a:buClr>
                <a:schemeClr val="lt1"/>
              </a:buClr>
              <a:buFont typeface="Times New Roman"/>
              <a:buChar char="➜"/>
            </a:pPr>
            <a:endParaRPr lang="en-US" sz="2400" dirty="0">
              <a:solidFill>
                <a:schemeClr val="accent2">
                  <a:lumMod val="40000"/>
                  <a:lumOff val="60000"/>
                </a:schemeClr>
              </a:solidFill>
            </a:endParaRPr>
          </a:p>
          <a:p>
            <a:pPr marL="342900">
              <a:buClr>
                <a:schemeClr val="lt1"/>
              </a:buClr>
              <a:buFont typeface="Times New Roman"/>
              <a:buChar char="➜"/>
            </a:pPr>
            <a:r>
              <a:rPr lang="en-US" sz="2400" dirty="0">
                <a:solidFill>
                  <a:schemeClr val="accent2">
                    <a:lumMod val="40000"/>
                    <a:lumOff val="60000"/>
                  </a:schemeClr>
                </a:solidFill>
              </a:rPr>
              <a:t>VFA III - “Reinforcement learning” in the style of computer science</a:t>
            </a:r>
          </a:p>
          <a:p>
            <a:pPr marL="342900">
              <a:buClr>
                <a:schemeClr val="lt1"/>
              </a:buClr>
              <a:buFont typeface="Times New Roman"/>
              <a:buChar char="➜"/>
            </a:pPr>
            <a:endParaRPr lang="en-US" sz="2400" dirty="0">
              <a:solidFill>
                <a:schemeClr val="accent2">
                  <a:lumMod val="40000"/>
                  <a:lumOff val="60000"/>
                </a:schemeClr>
              </a:solidFill>
            </a:endParaRPr>
          </a:p>
          <a:p>
            <a:pPr marL="342900">
              <a:buClr>
                <a:schemeClr val="lt1"/>
              </a:buClr>
              <a:buFont typeface="Times New Roman"/>
              <a:buChar char="➜"/>
            </a:pPr>
            <a:r>
              <a:rPr lang="en-US" sz="2200" dirty="0">
                <a:solidFill>
                  <a:schemeClr val="accent2">
                    <a:lumMod val="40000"/>
                    <a:lumOff val="60000"/>
                  </a:schemeClr>
                </a:solidFill>
              </a:rPr>
              <a:t>VFA IV - Forward ADP and linear VFAs</a:t>
            </a:r>
          </a:p>
          <a:p>
            <a:pPr marL="342900">
              <a:buClr>
                <a:schemeClr val="lt1"/>
              </a:buClr>
              <a:buFont typeface="Times New Roman"/>
              <a:buChar char="➜"/>
            </a:pPr>
            <a:endParaRPr lang="en-US" sz="2200" dirty="0">
              <a:solidFill>
                <a:schemeClr val="accent2">
                  <a:lumMod val="40000"/>
                  <a:lumOff val="60000"/>
                </a:schemeClr>
              </a:solidFill>
            </a:endParaRPr>
          </a:p>
          <a:p>
            <a:pPr marL="342900">
              <a:buClr>
                <a:schemeClr val="lt1"/>
              </a:buClr>
              <a:buFont typeface="Times New Roman"/>
              <a:buChar char="➜"/>
            </a:pPr>
            <a:r>
              <a:rPr lang="en-US" sz="2400" dirty="0">
                <a:solidFill>
                  <a:schemeClr val="bg1"/>
                </a:solidFill>
              </a:rPr>
              <a:t>VFA V - Applications of ADP</a:t>
            </a:r>
          </a:p>
        </p:txBody>
      </p:sp>
      <p:sp>
        <p:nvSpPr>
          <p:cNvPr id="2" name="TextBox 1">
            <a:extLst>
              <a:ext uri="{FF2B5EF4-FFF2-40B4-BE49-F238E27FC236}">
                <a16:creationId xmlns:a16="http://schemas.microsoft.com/office/drawing/2014/main" id="{60D691F2-A58E-9963-F823-E6B72A3C8B67}"/>
              </a:ext>
            </a:extLst>
          </p:cNvPr>
          <p:cNvSpPr txBox="1"/>
          <p:nvPr/>
        </p:nvSpPr>
        <p:spPr>
          <a:xfrm>
            <a:off x="11439525" y="6280363"/>
            <a:ext cx="527709" cy="461665"/>
          </a:xfrm>
          <a:prstGeom prst="rect">
            <a:avLst/>
          </a:prstGeom>
          <a:noFill/>
        </p:spPr>
        <p:txBody>
          <a:bodyPr wrap="none" rtlCol="0">
            <a:spAutoFit/>
          </a:bodyPr>
          <a:lstStyle/>
          <a:p>
            <a:r>
              <a:rPr lang="en-US" sz="2400" dirty="0">
                <a:solidFill>
                  <a:schemeClr val="accent2">
                    <a:lumMod val="60000"/>
                    <a:lumOff val="40000"/>
                  </a:schemeClr>
                </a:solidFill>
              </a:rPr>
              <a:t>15</a:t>
            </a:r>
          </a:p>
        </p:txBody>
      </p:sp>
    </p:spTree>
    <p:extLst>
      <p:ext uri="{BB962C8B-B14F-4D97-AF65-F5344CB8AC3E}">
        <p14:creationId xmlns:p14="http://schemas.microsoft.com/office/powerpoint/2010/main" val="1082891104"/>
      </p:ext>
    </p:extLst>
  </p:cSld>
  <p:clrMapOvr>
    <a:masterClrMapping/>
  </p:clrMapOvr>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Shape 245">
          <a:extLst>
            <a:ext uri="{FF2B5EF4-FFF2-40B4-BE49-F238E27FC236}">
              <a16:creationId xmlns:a16="http://schemas.microsoft.com/office/drawing/2014/main" id="{375BCAFC-21DC-CB9B-BE8C-E26828B3C9A8}"/>
            </a:ext>
          </a:extLst>
        </p:cNvPr>
        <p:cNvGrpSpPr/>
        <p:nvPr/>
      </p:nvGrpSpPr>
      <p:grpSpPr>
        <a:xfrm>
          <a:off x="0" y="0"/>
          <a:ext cx="0" cy="0"/>
          <a:chOff x="0" y="0"/>
          <a:chExt cx="0" cy="0"/>
        </a:xfrm>
      </p:grpSpPr>
      <p:pic>
        <p:nvPicPr>
          <p:cNvPr id="3" name="Picture 2">
            <a:extLst>
              <a:ext uri="{FF2B5EF4-FFF2-40B4-BE49-F238E27FC236}">
                <a16:creationId xmlns:a16="http://schemas.microsoft.com/office/drawing/2014/main" id="{6EA4D893-3723-AB29-DCB7-A820584955FC}"/>
              </a:ext>
            </a:extLst>
          </p:cNvPr>
          <p:cNvPicPr>
            <a:picLocks noChangeAspect="1"/>
          </p:cNvPicPr>
          <p:nvPr/>
        </p:nvPicPr>
        <p:blipFill>
          <a:blip r:embed="rId3"/>
          <a:stretch>
            <a:fillRect/>
          </a:stretch>
        </p:blipFill>
        <p:spPr>
          <a:xfrm>
            <a:off x="-57956" y="-51516"/>
            <a:ext cx="12292833" cy="6909515"/>
          </a:xfrm>
          <a:prstGeom prst="rect">
            <a:avLst/>
          </a:prstGeom>
        </p:spPr>
      </p:pic>
      <p:sp>
        <p:nvSpPr>
          <p:cNvPr id="246" name="Google Shape;246;p26">
            <a:extLst>
              <a:ext uri="{FF2B5EF4-FFF2-40B4-BE49-F238E27FC236}">
                <a16:creationId xmlns:a16="http://schemas.microsoft.com/office/drawing/2014/main" id="{470781C8-A4BE-176C-B51C-FBDFE2CE65DB}"/>
              </a:ext>
            </a:extLst>
          </p:cNvPr>
          <p:cNvSpPr txBox="1">
            <a:spLocks noGrp="1"/>
          </p:cNvSpPr>
          <p:nvPr>
            <p:ph type="title"/>
          </p:nvPr>
        </p:nvSpPr>
        <p:spPr>
          <a:xfrm>
            <a:off x="2021700" y="353850"/>
            <a:ext cx="8283900" cy="550500"/>
          </a:xfrm>
          <a:prstGeom prst="rect">
            <a:avLst/>
          </a:prstGeom>
          <a:noFill/>
          <a:ln>
            <a:noFill/>
          </a:ln>
        </p:spPr>
        <p:txBody>
          <a:bodyPr spcFirstLastPara="1" wrap="square" lIns="91425" tIns="45700" rIns="91425" bIns="45700" anchor="ctr" anchorCtr="0">
            <a:noAutofit/>
          </a:bodyPr>
          <a:lstStyle/>
          <a:p>
            <a:pPr marL="0" lvl="0" indent="0" algn="ctr" rtl="0">
              <a:spcBef>
                <a:spcPts val="0"/>
              </a:spcBef>
              <a:spcAft>
                <a:spcPts val="0"/>
              </a:spcAft>
              <a:buNone/>
            </a:pPr>
            <a:r>
              <a:rPr lang="en-US">
                <a:solidFill>
                  <a:schemeClr val="lt1"/>
                </a:solidFill>
              </a:rPr>
              <a:t>OUTLINE</a:t>
            </a:r>
            <a:endParaRPr/>
          </a:p>
        </p:txBody>
      </p:sp>
      <p:sp>
        <p:nvSpPr>
          <p:cNvPr id="5" name="Google Shape;247;p26">
            <a:extLst>
              <a:ext uri="{FF2B5EF4-FFF2-40B4-BE49-F238E27FC236}">
                <a16:creationId xmlns:a16="http://schemas.microsoft.com/office/drawing/2014/main" id="{8C0552B6-D114-D751-1124-EB7DDA1F6A68}"/>
              </a:ext>
            </a:extLst>
          </p:cNvPr>
          <p:cNvSpPr txBox="1">
            <a:spLocks noGrp="1"/>
          </p:cNvSpPr>
          <p:nvPr>
            <p:ph type="body" idx="1"/>
          </p:nvPr>
        </p:nvSpPr>
        <p:spPr>
          <a:xfrm>
            <a:off x="1039756" y="1799894"/>
            <a:ext cx="10856871" cy="3479115"/>
          </a:xfrm>
          <a:prstGeom prst="rect">
            <a:avLst/>
          </a:prstGeom>
          <a:noFill/>
          <a:ln>
            <a:noFill/>
          </a:ln>
        </p:spPr>
        <p:txBody>
          <a:bodyPr spcFirstLastPara="1" wrap="square" lIns="91425" tIns="45700" rIns="91425" bIns="45700" anchor="t" anchorCtr="0">
            <a:noAutofit/>
          </a:bodyPr>
          <a:lstStyle/>
          <a:p>
            <a:pPr marL="342900">
              <a:buClr>
                <a:schemeClr val="lt1"/>
              </a:buClr>
              <a:buFont typeface="Times New Roman"/>
              <a:buChar char="➜"/>
            </a:pPr>
            <a:r>
              <a:rPr lang="en-US" sz="2400" dirty="0">
                <a:solidFill>
                  <a:schemeClr val="bg1"/>
                </a:solidFill>
              </a:rPr>
              <a:t>VFA V - Applications of ADP</a:t>
            </a:r>
          </a:p>
          <a:p>
            <a:pPr marL="800100" lvl="1">
              <a:buClr>
                <a:schemeClr val="lt1"/>
              </a:buClr>
              <a:buFont typeface="Times New Roman"/>
              <a:buChar char="➜"/>
            </a:pPr>
            <a:endParaRPr lang="en-US" sz="2000" dirty="0">
              <a:solidFill>
                <a:schemeClr val="bg1"/>
              </a:solidFill>
            </a:endParaRPr>
          </a:p>
          <a:p>
            <a:pPr marL="800100" lvl="1">
              <a:spcBef>
                <a:spcPts val="0"/>
              </a:spcBef>
              <a:buClr>
                <a:schemeClr val="lt1"/>
              </a:buClr>
              <a:buFont typeface="Times New Roman"/>
              <a:buChar char="➜"/>
            </a:pPr>
            <a:r>
              <a:rPr lang="en-US" sz="2000" dirty="0">
                <a:solidFill>
                  <a:schemeClr val="bg1"/>
                </a:solidFill>
              </a:rPr>
              <a:t>Blood management</a:t>
            </a:r>
          </a:p>
          <a:p>
            <a:pPr marL="800100" lvl="1">
              <a:spcBef>
                <a:spcPts val="0"/>
              </a:spcBef>
              <a:buClr>
                <a:schemeClr val="lt1"/>
              </a:buClr>
              <a:buFont typeface="Times New Roman"/>
              <a:buChar char="➜"/>
            </a:pPr>
            <a:endParaRPr lang="en-US" sz="2000" dirty="0">
              <a:solidFill>
                <a:schemeClr val="bg1"/>
              </a:solidFill>
            </a:endParaRPr>
          </a:p>
          <a:p>
            <a:pPr marL="800100" lvl="1">
              <a:spcBef>
                <a:spcPts val="0"/>
              </a:spcBef>
              <a:buClr>
                <a:schemeClr val="lt1"/>
              </a:buClr>
              <a:buFont typeface="Times New Roman"/>
              <a:buChar char="➜"/>
            </a:pPr>
            <a:r>
              <a:rPr lang="en-US" sz="2000" dirty="0">
                <a:solidFill>
                  <a:schemeClr val="bg1"/>
                </a:solidFill>
              </a:rPr>
              <a:t>Grid-level energy storage</a:t>
            </a:r>
          </a:p>
          <a:p>
            <a:pPr marL="800100" lvl="1">
              <a:spcBef>
                <a:spcPts val="0"/>
              </a:spcBef>
              <a:buClr>
                <a:schemeClr val="lt1"/>
              </a:buClr>
              <a:buFont typeface="Times New Roman"/>
              <a:buChar char="➜"/>
            </a:pPr>
            <a:endParaRPr lang="en-US" sz="2000" dirty="0">
              <a:solidFill>
                <a:schemeClr val="accent2">
                  <a:lumMod val="40000"/>
                  <a:lumOff val="60000"/>
                </a:schemeClr>
              </a:solidFill>
            </a:endParaRPr>
          </a:p>
          <a:p>
            <a:pPr marL="800100" lvl="1">
              <a:spcBef>
                <a:spcPts val="0"/>
              </a:spcBef>
              <a:buClr>
                <a:schemeClr val="lt1"/>
              </a:buClr>
              <a:buFont typeface="Times New Roman"/>
              <a:buChar char="➜"/>
            </a:pPr>
            <a:r>
              <a:rPr lang="en-US" sz="2000" dirty="0">
                <a:solidFill>
                  <a:schemeClr val="bg1"/>
                </a:solidFill>
              </a:rPr>
              <a:t>Truckload fleet planning at Schneider National</a:t>
            </a:r>
          </a:p>
          <a:p>
            <a:pPr marL="800100" lvl="1">
              <a:spcBef>
                <a:spcPts val="0"/>
              </a:spcBef>
              <a:buClr>
                <a:schemeClr val="lt1"/>
              </a:buClr>
              <a:buFont typeface="Times New Roman"/>
              <a:buChar char="➜"/>
            </a:pPr>
            <a:endParaRPr lang="en-US" sz="2000" dirty="0">
              <a:solidFill>
                <a:schemeClr val="bg1"/>
              </a:solidFill>
            </a:endParaRPr>
          </a:p>
          <a:p>
            <a:pPr marL="800100" lvl="1">
              <a:spcBef>
                <a:spcPts val="0"/>
              </a:spcBef>
              <a:buClr>
                <a:schemeClr val="lt1"/>
              </a:buClr>
              <a:buFont typeface="Times New Roman"/>
              <a:buChar char="➜"/>
            </a:pPr>
            <a:r>
              <a:rPr lang="en-US" sz="2000" dirty="0">
                <a:solidFill>
                  <a:schemeClr val="bg1"/>
                </a:solidFill>
              </a:rPr>
              <a:t>Locomotive planning at Norfolk Southern</a:t>
            </a:r>
          </a:p>
          <a:p>
            <a:pPr marL="800100" lvl="1">
              <a:spcBef>
                <a:spcPts val="0"/>
              </a:spcBef>
              <a:buClr>
                <a:schemeClr val="lt1"/>
              </a:buClr>
              <a:buFont typeface="Times New Roman"/>
              <a:buChar char="➜"/>
            </a:pPr>
            <a:endParaRPr lang="en-US" sz="2000" dirty="0">
              <a:solidFill>
                <a:schemeClr val="bg1"/>
              </a:solidFill>
            </a:endParaRPr>
          </a:p>
          <a:p>
            <a:pPr marL="800100" lvl="1">
              <a:buClr>
                <a:schemeClr val="lt1"/>
              </a:buClr>
              <a:buFont typeface="Arial" panose="020B0604020202020204" pitchFamily="34" charset="0"/>
              <a:buChar char="•"/>
            </a:pPr>
            <a:endParaRPr lang="en-US" sz="2000" dirty="0">
              <a:solidFill>
                <a:schemeClr val="bg1"/>
              </a:solidFill>
            </a:endParaRPr>
          </a:p>
        </p:txBody>
      </p:sp>
      <p:sp>
        <p:nvSpPr>
          <p:cNvPr id="2" name="TextBox 1">
            <a:extLst>
              <a:ext uri="{FF2B5EF4-FFF2-40B4-BE49-F238E27FC236}">
                <a16:creationId xmlns:a16="http://schemas.microsoft.com/office/drawing/2014/main" id="{5AE36002-FD7E-5586-D7D8-724DDE7106C1}"/>
              </a:ext>
            </a:extLst>
          </p:cNvPr>
          <p:cNvSpPr txBox="1"/>
          <p:nvPr/>
        </p:nvSpPr>
        <p:spPr>
          <a:xfrm>
            <a:off x="11439525" y="6280363"/>
            <a:ext cx="527709" cy="461665"/>
          </a:xfrm>
          <a:prstGeom prst="rect">
            <a:avLst/>
          </a:prstGeom>
          <a:noFill/>
        </p:spPr>
        <p:txBody>
          <a:bodyPr wrap="none" rtlCol="0">
            <a:spAutoFit/>
          </a:bodyPr>
          <a:lstStyle/>
          <a:p>
            <a:r>
              <a:rPr lang="en-US" sz="2400" dirty="0">
                <a:solidFill>
                  <a:schemeClr val="accent2">
                    <a:lumMod val="60000"/>
                    <a:lumOff val="40000"/>
                  </a:schemeClr>
                </a:solidFill>
              </a:rPr>
              <a:t>15</a:t>
            </a:r>
          </a:p>
        </p:txBody>
      </p:sp>
    </p:spTree>
    <p:extLst>
      <p:ext uri="{BB962C8B-B14F-4D97-AF65-F5344CB8AC3E}">
        <p14:creationId xmlns:p14="http://schemas.microsoft.com/office/powerpoint/2010/main" val="3318275472"/>
      </p:ext>
    </p:extLst>
  </p:cSld>
  <p:clrMapOvr>
    <a:masterClrMapping/>
  </p:clrMapOvr>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Shape 245">
          <a:extLst>
            <a:ext uri="{FF2B5EF4-FFF2-40B4-BE49-F238E27FC236}">
              <a16:creationId xmlns:a16="http://schemas.microsoft.com/office/drawing/2014/main" id="{A7558C61-6FB1-8B40-499D-B6311928688F}"/>
            </a:ext>
          </a:extLst>
        </p:cNvPr>
        <p:cNvGrpSpPr/>
        <p:nvPr/>
      </p:nvGrpSpPr>
      <p:grpSpPr>
        <a:xfrm>
          <a:off x="0" y="0"/>
          <a:ext cx="0" cy="0"/>
          <a:chOff x="0" y="0"/>
          <a:chExt cx="0" cy="0"/>
        </a:xfrm>
      </p:grpSpPr>
      <p:pic>
        <p:nvPicPr>
          <p:cNvPr id="3" name="Picture 2">
            <a:extLst>
              <a:ext uri="{FF2B5EF4-FFF2-40B4-BE49-F238E27FC236}">
                <a16:creationId xmlns:a16="http://schemas.microsoft.com/office/drawing/2014/main" id="{7E132A72-CDD2-6CE4-93E1-7B9F05444562}"/>
              </a:ext>
            </a:extLst>
          </p:cNvPr>
          <p:cNvPicPr>
            <a:picLocks noChangeAspect="1"/>
          </p:cNvPicPr>
          <p:nvPr/>
        </p:nvPicPr>
        <p:blipFill>
          <a:blip r:embed="rId3"/>
          <a:stretch>
            <a:fillRect/>
          </a:stretch>
        </p:blipFill>
        <p:spPr>
          <a:xfrm>
            <a:off x="-57956" y="-51516"/>
            <a:ext cx="12292833" cy="6909515"/>
          </a:xfrm>
          <a:prstGeom prst="rect">
            <a:avLst/>
          </a:prstGeom>
        </p:spPr>
      </p:pic>
      <p:sp>
        <p:nvSpPr>
          <p:cNvPr id="246" name="Google Shape;246;p26">
            <a:extLst>
              <a:ext uri="{FF2B5EF4-FFF2-40B4-BE49-F238E27FC236}">
                <a16:creationId xmlns:a16="http://schemas.microsoft.com/office/drawing/2014/main" id="{9F722929-CBF5-3815-DF3C-132DDDB54167}"/>
              </a:ext>
            </a:extLst>
          </p:cNvPr>
          <p:cNvSpPr txBox="1">
            <a:spLocks noGrp="1"/>
          </p:cNvSpPr>
          <p:nvPr>
            <p:ph type="title"/>
          </p:nvPr>
        </p:nvSpPr>
        <p:spPr>
          <a:xfrm>
            <a:off x="2021700" y="353850"/>
            <a:ext cx="8283900" cy="550500"/>
          </a:xfrm>
          <a:prstGeom prst="rect">
            <a:avLst/>
          </a:prstGeom>
          <a:noFill/>
          <a:ln>
            <a:noFill/>
          </a:ln>
        </p:spPr>
        <p:txBody>
          <a:bodyPr spcFirstLastPara="1" wrap="square" lIns="91425" tIns="45700" rIns="91425" bIns="45700" anchor="ctr" anchorCtr="0">
            <a:noAutofit/>
          </a:bodyPr>
          <a:lstStyle/>
          <a:p>
            <a:pPr marL="0" lvl="0" indent="0" algn="ctr" rtl="0">
              <a:spcBef>
                <a:spcPts val="0"/>
              </a:spcBef>
              <a:spcAft>
                <a:spcPts val="0"/>
              </a:spcAft>
              <a:buNone/>
            </a:pPr>
            <a:r>
              <a:rPr lang="en-US">
                <a:solidFill>
                  <a:schemeClr val="lt1"/>
                </a:solidFill>
              </a:rPr>
              <a:t>OUTLINE</a:t>
            </a:r>
            <a:endParaRPr/>
          </a:p>
        </p:txBody>
      </p:sp>
      <p:sp>
        <p:nvSpPr>
          <p:cNvPr id="5" name="Google Shape;247;p26">
            <a:extLst>
              <a:ext uri="{FF2B5EF4-FFF2-40B4-BE49-F238E27FC236}">
                <a16:creationId xmlns:a16="http://schemas.microsoft.com/office/drawing/2014/main" id="{CB5B76D1-897C-8405-2A90-CD6E2AB19F40}"/>
              </a:ext>
            </a:extLst>
          </p:cNvPr>
          <p:cNvSpPr txBox="1">
            <a:spLocks noGrp="1"/>
          </p:cNvSpPr>
          <p:nvPr>
            <p:ph type="body" idx="1"/>
          </p:nvPr>
        </p:nvSpPr>
        <p:spPr>
          <a:xfrm>
            <a:off x="1039756" y="1799894"/>
            <a:ext cx="10856871" cy="3479115"/>
          </a:xfrm>
          <a:prstGeom prst="rect">
            <a:avLst/>
          </a:prstGeom>
          <a:noFill/>
          <a:ln>
            <a:noFill/>
          </a:ln>
        </p:spPr>
        <p:txBody>
          <a:bodyPr spcFirstLastPara="1" wrap="square" lIns="91425" tIns="45700" rIns="91425" bIns="45700" anchor="t" anchorCtr="0">
            <a:noAutofit/>
          </a:bodyPr>
          <a:lstStyle/>
          <a:p>
            <a:pPr marL="342900">
              <a:buClr>
                <a:schemeClr val="lt1"/>
              </a:buClr>
              <a:buFont typeface="Times New Roman"/>
              <a:buChar char="➜"/>
            </a:pPr>
            <a:r>
              <a:rPr lang="en-US" sz="2400" dirty="0">
                <a:solidFill>
                  <a:schemeClr val="bg1"/>
                </a:solidFill>
              </a:rPr>
              <a:t>VFA V - Applications of ADP</a:t>
            </a:r>
          </a:p>
          <a:p>
            <a:pPr marL="800100" lvl="1">
              <a:buClr>
                <a:schemeClr val="lt1"/>
              </a:buClr>
              <a:buFont typeface="Times New Roman"/>
              <a:buChar char="➜"/>
            </a:pPr>
            <a:endParaRPr lang="en-US" sz="2000" dirty="0">
              <a:solidFill>
                <a:schemeClr val="bg1"/>
              </a:solidFill>
            </a:endParaRPr>
          </a:p>
          <a:p>
            <a:pPr marL="800100" lvl="1">
              <a:spcBef>
                <a:spcPts val="0"/>
              </a:spcBef>
              <a:buClr>
                <a:schemeClr val="lt1"/>
              </a:buClr>
              <a:buFont typeface="Times New Roman"/>
              <a:buChar char="➜"/>
            </a:pPr>
            <a:r>
              <a:rPr lang="en-US" sz="2000" dirty="0">
                <a:solidFill>
                  <a:schemeClr val="bg1"/>
                </a:solidFill>
              </a:rPr>
              <a:t>Blood management</a:t>
            </a:r>
          </a:p>
          <a:p>
            <a:pPr marL="800100" lvl="1">
              <a:spcBef>
                <a:spcPts val="0"/>
              </a:spcBef>
              <a:buClr>
                <a:schemeClr val="lt1"/>
              </a:buClr>
              <a:buFont typeface="Times New Roman"/>
              <a:buChar char="➜"/>
            </a:pPr>
            <a:endParaRPr lang="en-US" sz="2000" dirty="0">
              <a:solidFill>
                <a:schemeClr val="accent2">
                  <a:lumMod val="40000"/>
                  <a:lumOff val="60000"/>
                </a:schemeClr>
              </a:solidFill>
            </a:endParaRPr>
          </a:p>
          <a:p>
            <a:pPr marL="800100" lvl="1">
              <a:spcBef>
                <a:spcPts val="0"/>
              </a:spcBef>
              <a:buClr>
                <a:schemeClr val="lt1"/>
              </a:buClr>
              <a:buFont typeface="Times New Roman"/>
              <a:buChar char="➜"/>
            </a:pPr>
            <a:r>
              <a:rPr lang="en-US" sz="2000" dirty="0">
                <a:solidFill>
                  <a:schemeClr val="accent2">
                    <a:lumMod val="40000"/>
                    <a:lumOff val="60000"/>
                  </a:schemeClr>
                </a:solidFill>
              </a:rPr>
              <a:t>Grid-level energy storage</a:t>
            </a:r>
          </a:p>
          <a:p>
            <a:pPr marL="800100" lvl="1">
              <a:spcBef>
                <a:spcPts val="0"/>
              </a:spcBef>
              <a:buClr>
                <a:schemeClr val="lt1"/>
              </a:buClr>
              <a:buFont typeface="Times New Roman"/>
              <a:buChar char="➜"/>
            </a:pPr>
            <a:endParaRPr lang="en-US" sz="2000" dirty="0">
              <a:solidFill>
                <a:schemeClr val="accent2">
                  <a:lumMod val="40000"/>
                  <a:lumOff val="60000"/>
                </a:schemeClr>
              </a:solidFill>
            </a:endParaRPr>
          </a:p>
          <a:p>
            <a:pPr marL="800100" lvl="1">
              <a:spcBef>
                <a:spcPts val="0"/>
              </a:spcBef>
              <a:buClr>
                <a:schemeClr val="lt1"/>
              </a:buClr>
              <a:buFont typeface="Times New Roman"/>
              <a:buChar char="➜"/>
            </a:pPr>
            <a:r>
              <a:rPr lang="en-US" sz="2000" dirty="0">
                <a:solidFill>
                  <a:schemeClr val="accent2">
                    <a:lumMod val="40000"/>
                    <a:lumOff val="60000"/>
                  </a:schemeClr>
                </a:solidFill>
              </a:rPr>
              <a:t>Truckload fleet planning at Schneider National</a:t>
            </a:r>
          </a:p>
          <a:p>
            <a:pPr marL="800100" lvl="1">
              <a:spcBef>
                <a:spcPts val="0"/>
              </a:spcBef>
              <a:buClr>
                <a:schemeClr val="lt1"/>
              </a:buClr>
              <a:buFont typeface="Times New Roman"/>
              <a:buChar char="➜"/>
            </a:pPr>
            <a:endParaRPr lang="en-US" sz="2000" dirty="0">
              <a:solidFill>
                <a:schemeClr val="accent2">
                  <a:lumMod val="40000"/>
                  <a:lumOff val="60000"/>
                </a:schemeClr>
              </a:solidFill>
            </a:endParaRPr>
          </a:p>
          <a:p>
            <a:pPr marL="800100" lvl="1">
              <a:spcBef>
                <a:spcPts val="0"/>
              </a:spcBef>
              <a:buClr>
                <a:schemeClr val="lt1"/>
              </a:buClr>
              <a:buFont typeface="Times New Roman"/>
              <a:buChar char="➜"/>
            </a:pPr>
            <a:r>
              <a:rPr lang="en-US" sz="2000" dirty="0">
                <a:solidFill>
                  <a:schemeClr val="accent2">
                    <a:lumMod val="40000"/>
                    <a:lumOff val="60000"/>
                  </a:schemeClr>
                </a:solidFill>
              </a:rPr>
              <a:t>Locomotive planning at Norfolk Southern</a:t>
            </a:r>
          </a:p>
          <a:p>
            <a:pPr marL="800100" lvl="1">
              <a:spcBef>
                <a:spcPts val="0"/>
              </a:spcBef>
              <a:buClr>
                <a:schemeClr val="lt1"/>
              </a:buClr>
              <a:buFont typeface="Times New Roman"/>
              <a:buChar char="➜"/>
            </a:pPr>
            <a:endParaRPr lang="en-US" sz="2000" dirty="0">
              <a:solidFill>
                <a:schemeClr val="bg1"/>
              </a:solidFill>
            </a:endParaRPr>
          </a:p>
          <a:p>
            <a:pPr marL="800100" lvl="1">
              <a:buClr>
                <a:schemeClr val="lt1"/>
              </a:buClr>
              <a:buFont typeface="Arial" panose="020B0604020202020204" pitchFamily="34" charset="0"/>
              <a:buChar char="•"/>
            </a:pPr>
            <a:endParaRPr lang="en-US" sz="2000" dirty="0">
              <a:solidFill>
                <a:schemeClr val="bg1"/>
              </a:solidFill>
            </a:endParaRPr>
          </a:p>
        </p:txBody>
      </p:sp>
      <p:sp>
        <p:nvSpPr>
          <p:cNvPr id="2" name="TextBox 1">
            <a:extLst>
              <a:ext uri="{FF2B5EF4-FFF2-40B4-BE49-F238E27FC236}">
                <a16:creationId xmlns:a16="http://schemas.microsoft.com/office/drawing/2014/main" id="{33CFE48F-7EE0-2F26-51C8-F154B8F79DEA}"/>
              </a:ext>
            </a:extLst>
          </p:cNvPr>
          <p:cNvSpPr txBox="1"/>
          <p:nvPr/>
        </p:nvSpPr>
        <p:spPr>
          <a:xfrm>
            <a:off x="11439525" y="6280363"/>
            <a:ext cx="527709" cy="461665"/>
          </a:xfrm>
          <a:prstGeom prst="rect">
            <a:avLst/>
          </a:prstGeom>
          <a:noFill/>
        </p:spPr>
        <p:txBody>
          <a:bodyPr wrap="none" rtlCol="0">
            <a:spAutoFit/>
          </a:bodyPr>
          <a:lstStyle/>
          <a:p>
            <a:r>
              <a:rPr lang="en-US" sz="2400" dirty="0">
                <a:solidFill>
                  <a:schemeClr val="accent2">
                    <a:lumMod val="60000"/>
                    <a:lumOff val="40000"/>
                  </a:schemeClr>
                </a:solidFill>
              </a:rPr>
              <a:t>15</a:t>
            </a:r>
          </a:p>
        </p:txBody>
      </p:sp>
    </p:spTree>
    <p:extLst>
      <p:ext uri="{BB962C8B-B14F-4D97-AF65-F5344CB8AC3E}">
        <p14:creationId xmlns:p14="http://schemas.microsoft.com/office/powerpoint/2010/main" val="2736301645"/>
      </p:ext>
    </p:extLst>
  </p:cSld>
  <p:clrMapOvr>
    <a:masterClrMapping/>
  </p:clrMapOvr>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156" name="Rectangle 2"/>
          <p:cNvSpPr>
            <a:spLocks noGrp="1" noChangeArrowheads="1"/>
          </p:cNvSpPr>
          <p:nvPr>
            <p:ph type="title"/>
          </p:nvPr>
        </p:nvSpPr>
        <p:spPr/>
        <p:txBody>
          <a:bodyPr/>
          <a:lstStyle/>
          <a:p>
            <a:r>
              <a:rPr lang="en-US" sz="3200"/>
              <a:t>Blood management</a:t>
            </a:r>
          </a:p>
        </p:txBody>
      </p:sp>
      <p:sp>
        <p:nvSpPr>
          <p:cNvPr id="49157" name="Rectangle 3"/>
          <p:cNvSpPr>
            <a:spLocks noGrp="1" noChangeArrowheads="1"/>
          </p:cNvSpPr>
          <p:nvPr>
            <p:ph type="body" idx="1"/>
          </p:nvPr>
        </p:nvSpPr>
        <p:spPr>
          <a:xfrm>
            <a:off x="630092" y="1279489"/>
            <a:ext cx="4672748" cy="4401600"/>
          </a:xfrm>
        </p:spPr>
        <p:txBody>
          <a:bodyPr/>
          <a:lstStyle/>
          <a:p>
            <a:pPr marL="86360" indent="0">
              <a:buNone/>
            </a:pPr>
            <a:r>
              <a:rPr lang="en-US" dirty="0"/>
              <a:t>Blood types:</a:t>
            </a:r>
          </a:p>
          <a:p>
            <a:pPr lvl="1"/>
            <a:endParaRPr lang="en-US" dirty="0"/>
          </a:p>
          <a:p>
            <a:pPr lvl="1"/>
            <a:r>
              <a:rPr lang="en-US" dirty="0"/>
              <a:t>A and B antigens</a:t>
            </a:r>
          </a:p>
          <a:p>
            <a:pPr lvl="2"/>
            <a:r>
              <a:rPr lang="en-US" dirty="0"/>
              <a:t>Produces A, B, AB and O</a:t>
            </a:r>
          </a:p>
          <a:p>
            <a:pPr lvl="1"/>
            <a:endParaRPr lang="en-US" dirty="0"/>
          </a:p>
          <a:p>
            <a:pPr lvl="1"/>
            <a:r>
              <a:rPr lang="en-US" dirty="0"/>
              <a:t>The Rh antigen</a:t>
            </a:r>
          </a:p>
          <a:p>
            <a:pPr lvl="2"/>
            <a:r>
              <a:rPr lang="en-US" dirty="0"/>
              <a:t>Present (+)</a:t>
            </a:r>
          </a:p>
          <a:p>
            <a:pPr lvl="2"/>
            <a:r>
              <a:rPr lang="en-US" dirty="0"/>
              <a:t>Not present (-)</a:t>
            </a:r>
          </a:p>
        </p:txBody>
      </p:sp>
      <p:pic>
        <p:nvPicPr>
          <p:cNvPr id="49158"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302840" y="1946764"/>
            <a:ext cx="5262563" cy="3067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4086565957"/>
      </p:ext>
    </p:extLst>
  </p:cSld>
  <p:clrMapOvr>
    <a:masterClrMapping/>
  </p:clrMapOvr>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180" name="Rectangle 2"/>
          <p:cNvSpPr>
            <a:spLocks noGrp="1" noChangeArrowheads="1"/>
          </p:cNvSpPr>
          <p:nvPr>
            <p:ph type="title"/>
          </p:nvPr>
        </p:nvSpPr>
        <p:spPr/>
        <p:txBody>
          <a:bodyPr/>
          <a:lstStyle/>
          <a:p>
            <a:r>
              <a:rPr lang="en-US" sz="3200" dirty="0"/>
              <a:t>Blood management</a:t>
            </a:r>
          </a:p>
        </p:txBody>
      </p:sp>
      <p:grpSp>
        <p:nvGrpSpPr>
          <p:cNvPr id="50181" name="Group 8"/>
          <p:cNvGrpSpPr>
            <a:grpSpLocks/>
          </p:cNvGrpSpPr>
          <p:nvPr/>
        </p:nvGrpSpPr>
        <p:grpSpPr bwMode="auto">
          <a:xfrm>
            <a:off x="2025650" y="1885952"/>
            <a:ext cx="8115300" cy="3751263"/>
            <a:chOff x="324" y="1156"/>
            <a:chExt cx="5112" cy="2363"/>
          </a:xfrm>
        </p:grpSpPr>
        <p:pic>
          <p:nvPicPr>
            <p:cNvPr id="50182" name="Picture 4"/>
            <p:cNvPicPr>
              <a:picLocks noChangeAspect="1" noChangeArrowheads="1"/>
            </p:cNvPicPr>
            <p:nvPr/>
          </p:nvPicPr>
          <p:blipFill rotWithShape="1">
            <a:blip r:embed="rId3">
              <a:extLst>
                <a:ext uri="{28A0092B-C50C-407E-A947-70E740481C1C}">
                  <a14:useLocalDpi xmlns:a14="http://schemas.microsoft.com/office/drawing/2010/main" val="0"/>
                </a:ext>
              </a:extLst>
            </a:blip>
            <a:srcRect t="13048"/>
            <a:stretch>
              <a:fillRect/>
            </a:stretch>
          </p:blipFill>
          <p:spPr bwMode="auto">
            <a:xfrm>
              <a:off x="324" y="1156"/>
              <a:ext cx="5112" cy="23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0183" name="Picture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994" y="1289"/>
              <a:ext cx="546"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0184" name="Picture 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991" y="1298"/>
              <a:ext cx="549" cy="2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 name="TextBox 1">
            <a:extLst>
              <a:ext uri="{FF2B5EF4-FFF2-40B4-BE49-F238E27FC236}">
                <a16:creationId xmlns:a16="http://schemas.microsoft.com/office/drawing/2014/main" id="{2FD9B460-F11F-585C-63EA-31E92D7FEB8D}"/>
              </a:ext>
            </a:extLst>
          </p:cNvPr>
          <p:cNvSpPr txBox="1"/>
          <p:nvPr/>
        </p:nvSpPr>
        <p:spPr>
          <a:xfrm>
            <a:off x="4167551" y="1358670"/>
            <a:ext cx="3831498" cy="461665"/>
          </a:xfrm>
          <a:prstGeom prst="rect">
            <a:avLst/>
          </a:prstGeom>
          <a:noFill/>
        </p:spPr>
        <p:txBody>
          <a:bodyPr wrap="none" rtlCol="0">
            <a:spAutoFit/>
          </a:bodyPr>
          <a:lstStyle/>
          <a:p>
            <a:r>
              <a:rPr lang="en-US" sz="2400" dirty="0"/>
              <a:t>Blood type by ethnic group</a:t>
            </a:r>
          </a:p>
        </p:txBody>
      </p:sp>
    </p:spTree>
    <p:extLst>
      <p:ext uri="{BB962C8B-B14F-4D97-AF65-F5344CB8AC3E}">
        <p14:creationId xmlns:p14="http://schemas.microsoft.com/office/powerpoint/2010/main" val="4049482376"/>
      </p:ext>
    </p:extLst>
  </p:cSld>
  <p:clrMapOvr>
    <a:masterClrMapping/>
  </p:clrMapOvr>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276" name="Rectangle 2"/>
          <p:cNvSpPr>
            <a:spLocks noGrp="1" noChangeArrowheads="1"/>
          </p:cNvSpPr>
          <p:nvPr>
            <p:ph type="title"/>
          </p:nvPr>
        </p:nvSpPr>
        <p:spPr/>
        <p:txBody>
          <a:bodyPr/>
          <a:lstStyle/>
          <a:p>
            <a:r>
              <a:rPr lang="en-US" sz="3200" dirty="0"/>
              <a:t>Blood management</a:t>
            </a:r>
          </a:p>
        </p:txBody>
      </p:sp>
      <p:sp>
        <p:nvSpPr>
          <p:cNvPr id="54277" name="Rectangle 3"/>
          <p:cNvSpPr>
            <a:spLocks noGrp="1" noChangeArrowheads="1"/>
          </p:cNvSpPr>
          <p:nvPr>
            <p:ph type="body" idx="1"/>
          </p:nvPr>
        </p:nvSpPr>
        <p:spPr>
          <a:xfrm>
            <a:off x="460410" y="1136125"/>
            <a:ext cx="10363200" cy="4401600"/>
          </a:xfrm>
        </p:spPr>
        <p:txBody>
          <a:bodyPr/>
          <a:lstStyle/>
          <a:p>
            <a:pPr marL="86360" indent="0">
              <a:buNone/>
            </a:pPr>
            <a:r>
              <a:rPr lang="en-US" dirty="0"/>
              <a:t>Supply and demand distributions</a:t>
            </a:r>
          </a:p>
          <a:p>
            <a:pPr lvl="1"/>
            <a:r>
              <a:rPr lang="en-US" dirty="0"/>
              <a:t>Donation depend on age, race, income and geography</a:t>
            </a:r>
          </a:p>
        </p:txBody>
      </p:sp>
      <p:graphicFrame>
        <p:nvGraphicFramePr>
          <p:cNvPr id="54278" name="Object 10"/>
          <p:cNvGraphicFramePr>
            <a:graphicFrameLocks noChangeAspect="1"/>
          </p:cNvGraphicFramePr>
          <p:nvPr>
            <p:extLst>
              <p:ext uri="{D42A27DB-BD31-4B8C-83A1-F6EECF244321}">
                <p14:modId xmlns:p14="http://schemas.microsoft.com/office/powerpoint/2010/main" val="3395309608"/>
              </p:ext>
            </p:extLst>
          </p:nvPr>
        </p:nvGraphicFramePr>
        <p:xfrm>
          <a:off x="2392789" y="2341889"/>
          <a:ext cx="6673850" cy="3841750"/>
        </p:xfrm>
        <a:graphic>
          <a:graphicData uri="http://schemas.openxmlformats.org/presentationml/2006/ole">
            <mc:AlternateContent xmlns:mc="http://schemas.openxmlformats.org/markup-compatibility/2006">
              <mc:Choice xmlns:v="urn:schemas-microsoft-com:vml" Requires="v">
                <p:oleObj name="Chart" r:id="rId3" imgW="5724525" imgH="3295650" progId="Excel.Chart.8">
                  <p:embed/>
                </p:oleObj>
              </mc:Choice>
              <mc:Fallback>
                <p:oleObj name="Chart" r:id="rId3" imgW="5724525" imgH="3295650" progId="Excel.Chart.8">
                  <p:embed/>
                  <p:pic>
                    <p:nvPicPr>
                      <p:cNvPr id="54278" name="Object 1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392789" y="2341889"/>
                        <a:ext cx="6673850" cy="38417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med" len="lg"/>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Tree>
    <p:extLst>
      <p:ext uri="{BB962C8B-B14F-4D97-AF65-F5344CB8AC3E}">
        <p14:creationId xmlns:p14="http://schemas.microsoft.com/office/powerpoint/2010/main" val="3518049237"/>
      </p:ext>
    </p:extLst>
  </p:cSld>
  <p:clrMapOvr>
    <a:masterClrMapping/>
  </p:clrMapOvr>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DE7D0AA-5B28-B944-D133-E0016A59A787}"/>
              </a:ext>
            </a:extLst>
          </p:cNvPr>
          <p:cNvSpPr>
            <a:spLocks noGrp="1"/>
          </p:cNvSpPr>
          <p:nvPr>
            <p:ph type="title"/>
          </p:nvPr>
        </p:nvSpPr>
        <p:spPr/>
        <p:txBody>
          <a:bodyPr/>
          <a:lstStyle/>
          <a:p>
            <a:r>
              <a:rPr lang="en-US" sz="3200" dirty="0"/>
              <a:t>Blood management</a:t>
            </a:r>
          </a:p>
        </p:txBody>
      </p:sp>
      <p:sp>
        <p:nvSpPr>
          <p:cNvPr id="3" name="Text Placeholder 2">
            <a:extLst>
              <a:ext uri="{FF2B5EF4-FFF2-40B4-BE49-F238E27FC236}">
                <a16:creationId xmlns:a16="http://schemas.microsoft.com/office/drawing/2014/main" id="{AE8A38CA-EBB2-67DA-0427-3B52717B7E81}"/>
              </a:ext>
            </a:extLst>
          </p:cNvPr>
          <p:cNvSpPr>
            <a:spLocks noGrp="1"/>
          </p:cNvSpPr>
          <p:nvPr>
            <p:ph type="body" idx="1"/>
          </p:nvPr>
        </p:nvSpPr>
        <p:spPr/>
        <p:txBody>
          <a:bodyPr/>
          <a:lstStyle/>
          <a:p>
            <a:pPr marL="86360" indent="0">
              <a:buNone/>
            </a:pPr>
            <a:r>
              <a:rPr lang="en-US" dirty="0"/>
              <a:t>Blood substitution by type:</a:t>
            </a:r>
          </a:p>
        </p:txBody>
      </p:sp>
      <p:pic>
        <p:nvPicPr>
          <p:cNvPr id="5" name="Picture 4">
            <a:extLst>
              <a:ext uri="{FF2B5EF4-FFF2-40B4-BE49-F238E27FC236}">
                <a16:creationId xmlns:a16="http://schemas.microsoft.com/office/drawing/2014/main" id="{339F60A9-84D4-477E-574D-C90EC00DD3C2}"/>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950589" y="2145432"/>
            <a:ext cx="5568952" cy="4176714"/>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6" name="TextBox 5">
            <a:extLst>
              <a:ext uri="{FF2B5EF4-FFF2-40B4-BE49-F238E27FC236}">
                <a16:creationId xmlns:a16="http://schemas.microsoft.com/office/drawing/2014/main" id="{5D00F39D-7CD4-C79F-3823-B9CB726C41F5}"/>
              </a:ext>
            </a:extLst>
          </p:cNvPr>
          <p:cNvSpPr txBox="1"/>
          <p:nvPr/>
        </p:nvSpPr>
        <p:spPr>
          <a:xfrm>
            <a:off x="1008680" y="5816951"/>
            <a:ext cx="1864613" cy="369332"/>
          </a:xfrm>
          <a:prstGeom prst="rect">
            <a:avLst/>
          </a:prstGeom>
          <a:noFill/>
        </p:spPr>
        <p:txBody>
          <a:bodyPr wrap="none" rtlCol="0">
            <a:spAutoFit/>
          </a:bodyPr>
          <a:lstStyle/>
          <a:p>
            <a:r>
              <a:rPr lang="en-US" sz="1800" dirty="0"/>
              <a:t>Universal donor</a:t>
            </a:r>
          </a:p>
        </p:txBody>
      </p:sp>
      <p:sp>
        <p:nvSpPr>
          <p:cNvPr id="8" name="TextBox 7">
            <a:extLst>
              <a:ext uri="{FF2B5EF4-FFF2-40B4-BE49-F238E27FC236}">
                <a16:creationId xmlns:a16="http://schemas.microsoft.com/office/drawing/2014/main" id="{5054EA75-416E-B554-5128-83EC48B1B781}"/>
              </a:ext>
            </a:extLst>
          </p:cNvPr>
          <p:cNvSpPr txBox="1"/>
          <p:nvPr/>
        </p:nvSpPr>
        <p:spPr>
          <a:xfrm>
            <a:off x="8596837" y="2830225"/>
            <a:ext cx="2146742" cy="369332"/>
          </a:xfrm>
          <a:prstGeom prst="rect">
            <a:avLst/>
          </a:prstGeom>
          <a:noFill/>
        </p:spPr>
        <p:txBody>
          <a:bodyPr wrap="none" rtlCol="0">
            <a:spAutoFit/>
          </a:bodyPr>
          <a:lstStyle/>
          <a:p>
            <a:r>
              <a:rPr lang="en-US" sz="1800" dirty="0"/>
              <a:t>Universal recipient</a:t>
            </a:r>
          </a:p>
        </p:txBody>
      </p:sp>
    </p:spTree>
    <p:extLst>
      <p:ext uri="{BB962C8B-B14F-4D97-AF65-F5344CB8AC3E}">
        <p14:creationId xmlns:p14="http://schemas.microsoft.com/office/powerpoint/2010/main" val="3801553415"/>
      </p:ext>
    </p:extLst>
  </p:cSld>
  <p:clrMapOvr>
    <a:masterClrMapping/>
  </p:clrMapOvr>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346" name="Slide Number Placeholder 5"/>
          <p:cNvSpPr txBox="1">
            <a:spLocks noGrp="1"/>
          </p:cNvSpPr>
          <p:nvPr/>
        </p:nvSpPr>
        <p:spPr bwMode="auto">
          <a:xfrm>
            <a:off x="8077200" y="6534150"/>
            <a:ext cx="19050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pPr algn="r"/>
            <a:r>
              <a:rPr lang="en-US" altLang="en-US" i="0"/>
              <a:t>Slide </a:t>
            </a:r>
            <a:fld id="{F208268B-B778-4970-80A4-1E83A01FA044}" type="slidenum">
              <a:rPr lang="en-US" altLang="en-US" i="0"/>
              <a:pPr algn="r"/>
              <a:t>162</a:t>
            </a:fld>
            <a:endParaRPr lang="en-US" altLang="en-US" i="0"/>
          </a:p>
        </p:txBody>
      </p:sp>
      <p:sp>
        <p:nvSpPr>
          <p:cNvPr id="57347" name="Rectangle 2"/>
          <p:cNvSpPr>
            <a:spLocks noGrp="1" noChangeArrowheads="1"/>
          </p:cNvSpPr>
          <p:nvPr>
            <p:ph type="title" idx="4294967295"/>
          </p:nvPr>
        </p:nvSpPr>
        <p:spPr/>
        <p:txBody>
          <a:bodyPr/>
          <a:lstStyle/>
          <a:p>
            <a:r>
              <a:rPr lang="en-US" sz="3200" dirty="0">
                <a:latin typeface="Oswald" panose="00000500000000000000" pitchFamily="2" charset="0"/>
              </a:rPr>
              <a:t>Blood management</a:t>
            </a:r>
            <a:endParaRPr lang="en-US" altLang="en-US" sz="3200" dirty="0">
              <a:latin typeface="Oswald" panose="00000500000000000000" pitchFamily="2" charset="0"/>
            </a:endParaRPr>
          </a:p>
        </p:txBody>
      </p:sp>
      <p:sp>
        <p:nvSpPr>
          <p:cNvPr id="57348" name="Rectangle 3"/>
          <p:cNvSpPr>
            <a:spLocks noGrp="1" noChangeArrowheads="1"/>
          </p:cNvSpPr>
          <p:nvPr>
            <p:ph type="body" idx="4294967295"/>
          </p:nvPr>
        </p:nvSpPr>
        <p:spPr>
          <a:xfrm>
            <a:off x="762000" y="1095377"/>
            <a:ext cx="7772400" cy="596900"/>
          </a:xfrm>
        </p:spPr>
        <p:txBody>
          <a:bodyPr/>
          <a:lstStyle/>
          <a:p>
            <a:pPr marL="86360" indent="0">
              <a:buNone/>
            </a:pPr>
            <a:r>
              <a:rPr lang="en-US" altLang="en-US" dirty="0"/>
              <a:t>Managing blood inventories over time</a:t>
            </a:r>
          </a:p>
        </p:txBody>
      </p:sp>
      <p:sp>
        <p:nvSpPr>
          <p:cNvPr id="57349" name="Line 4"/>
          <p:cNvSpPr>
            <a:spLocks noChangeShapeType="1"/>
          </p:cNvSpPr>
          <p:nvPr/>
        </p:nvSpPr>
        <p:spPr bwMode="auto">
          <a:xfrm>
            <a:off x="2184400" y="5511800"/>
            <a:ext cx="8407400" cy="0"/>
          </a:xfrm>
          <a:prstGeom prst="line">
            <a:avLst/>
          </a:prstGeom>
          <a:noFill/>
          <a:ln w="38100">
            <a:solidFill>
              <a:srgbClr val="FF0000"/>
            </a:solidFill>
            <a:round/>
            <a:headEnd/>
            <a:tailEnd type="stealth" w="lg" len="lg"/>
          </a:ln>
          <a:extLst>
            <a:ext uri="{909E8E84-426E-40DD-AFC4-6F175D3DCCD1}">
              <a14:hiddenFill xmlns:a14="http://schemas.microsoft.com/office/drawing/2010/main">
                <a:noFill/>
              </a14:hiddenFill>
            </a:ext>
          </a:extLst>
        </p:spPr>
        <p:txBody>
          <a:bodyPr wrap="none" anchor="ctr"/>
          <a:lstStyle/>
          <a:p>
            <a:endParaRPr lang="en-US"/>
          </a:p>
        </p:txBody>
      </p:sp>
      <p:sp>
        <p:nvSpPr>
          <p:cNvPr id="57350" name="Line 5"/>
          <p:cNvSpPr>
            <a:spLocks noChangeShapeType="1"/>
          </p:cNvSpPr>
          <p:nvPr/>
        </p:nvSpPr>
        <p:spPr bwMode="auto">
          <a:xfrm>
            <a:off x="2654300" y="5372100"/>
            <a:ext cx="0" cy="26670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57351" name="Line 6"/>
          <p:cNvSpPr>
            <a:spLocks noChangeShapeType="1"/>
          </p:cNvSpPr>
          <p:nvPr/>
        </p:nvSpPr>
        <p:spPr bwMode="auto">
          <a:xfrm>
            <a:off x="4954588" y="5386388"/>
            <a:ext cx="0" cy="26670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57352" name="Text Box 7"/>
          <p:cNvSpPr txBox="1">
            <a:spLocks noChangeArrowheads="1"/>
          </p:cNvSpPr>
          <p:nvPr/>
        </p:nvSpPr>
        <p:spPr bwMode="auto">
          <a:xfrm>
            <a:off x="2347914" y="5718175"/>
            <a:ext cx="592137"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lgn="ctr">
                <a:solidFill>
                  <a:srgbClr val="000000"/>
                </a:solidFill>
                <a:miter lim="800000"/>
                <a:headEnd/>
                <a:tailEnd/>
              </a14:hiddenLine>
            </a:ext>
          </a:extLst>
        </p:spPr>
        <p:txBody>
          <a:bodyPr wrap="none">
            <a:spAutoFit/>
          </a:bodyP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r>
              <a:rPr lang="en-US" altLang="en-US" sz="2400" i="0">
                <a:solidFill>
                  <a:srgbClr val="FF0000"/>
                </a:solidFill>
              </a:rPr>
              <a:t>t=0</a:t>
            </a:r>
          </a:p>
        </p:txBody>
      </p:sp>
      <p:grpSp>
        <p:nvGrpSpPr>
          <p:cNvPr id="2" name="Group 8"/>
          <p:cNvGrpSpPr>
            <a:grpSpLocks/>
          </p:cNvGrpSpPr>
          <p:nvPr/>
        </p:nvGrpSpPr>
        <p:grpSpPr bwMode="auto">
          <a:xfrm>
            <a:off x="2255839" y="4295776"/>
            <a:ext cx="371475" cy="1001713"/>
            <a:chOff x="789" y="2162"/>
            <a:chExt cx="234" cy="631"/>
          </a:xfrm>
        </p:grpSpPr>
        <mc:AlternateContent xmlns:mc="http://schemas.openxmlformats.org/markup-compatibility/2006" xmlns:a14="http://schemas.microsoft.com/office/drawing/2010/main">
          <mc:Choice Requires="a14">
            <p:sp>
              <p:nvSpPr>
                <p:cNvPr id="57415" name="Object 9"/>
                <p:cNvSpPr txBox="1"/>
                <p:nvPr/>
              </p:nvSpPr>
              <p:spPr bwMode="auto">
                <a:xfrm>
                  <a:off x="789" y="2162"/>
                  <a:ext cx="234" cy="301"/>
                </a:xfrm>
                <a:prstGeom prst="rect">
                  <a:avLst/>
                </a:prstGeom>
                <a:noFill/>
                <a:ln>
                  <a:noFill/>
                </a:ln>
                <a:effectLst/>
              </p:spPr>
              <p:txBody>
                <a:bodyPr>
                  <a:normAutofit/>
                </a:bodyPr>
                <a:lstStyle/>
                <a:p>
                  <a:pPr/>
                  <a14:m>
                    <m:oMathPara xmlns:m="http://schemas.openxmlformats.org/officeDocument/2006/math">
                      <m:oMathParaPr>
                        <m:jc m:val="left"/>
                      </m:oMathParaPr>
                      <m:oMath>
                        <m:sSub>
                          <m:sSubPr>
                            <m:ctrlPr>
                              <a:rPr lang="en-US" sz="1600" i="1">
                                <a:solidFill>
                                  <a:srgbClr val="0000FF"/>
                                </a:solidFill>
                                <a:latin typeface="Cambria Math" panose="02040503050406030204" pitchFamily="18" charset="0"/>
                              </a:rPr>
                            </m:ctrlPr>
                          </m:sSubPr>
                          <m:e>
                            <m:r>
                              <a:rPr lang="en-US" sz="1600" i="1">
                                <a:solidFill>
                                  <a:srgbClr val="0000FF"/>
                                </a:solidFill>
                                <a:latin typeface="Cambria Math" panose="02040503050406030204" pitchFamily="18" charset="0"/>
                              </a:rPr>
                              <m:t>𝑆</m:t>
                            </m:r>
                          </m:e>
                          <m:sub>
                            <m:r>
                              <a:rPr lang="en-US" sz="1600" i="1">
                                <a:solidFill>
                                  <a:srgbClr val="0000FF"/>
                                </a:solidFill>
                                <a:latin typeface="Cambria Math" panose="02040503050406030204" pitchFamily="18" charset="0"/>
                              </a:rPr>
                              <m:t>0</m:t>
                            </m:r>
                          </m:sub>
                        </m:sSub>
                      </m:oMath>
                    </m:oMathPara>
                  </a14:m>
                  <a:endParaRPr lang="en-US" sz="1600" dirty="0"/>
                </a:p>
              </p:txBody>
            </p:sp>
          </mc:Choice>
          <mc:Fallback xmlns="">
            <p:sp>
              <p:nvSpPr>
                <p:cNvPr id="57415" name="Object 9"/>
                <p:cNvSpPr txBox="1">
                  <a:spLocks noRot="1" noChangeAspect="1" noMove="1" noResize="1" noEditPoints="1" noAdjustHandles="1" noChangeArrowheads="1" noChangeShapeType="1" noTextEdit="1"/>
                </p:cNvSpPr>
                <p:nvPr/>
              </p:nvSpPr>
              <p:spPr bwMode="auto">
                <a:xfrm>
                  <a:off x="789" y="2162"/>
                  <a:ext cx="234" cy="301"/>
                </a:xfrm>
                <a:prstGeom prst="rect">
                  <a:avLst/>
                </a:prstGeom>
                <a:blipFill>
                  <a:blip r:embed="rId3"/>
                  <a:stretch>
                    <a:fillRect/>
                  </a:stretch>
                </a:blipFill>
                <a:ln>
                  <a:noFill/>
                </a:ln>
                <a:effectLst/>
              </p:spPr>
              <p:txBody>
                <a:bodyPr/>
                <a:lstStyle/>
                <a:p>
                  <a:r>
                    <a:rPr lang="en-US">
                      <a:noFill/>
                    </a:rPr>
                    <a:t> </a:t>
                  </a:r>
                </a:p>
              </p:txBody>
            </p:sp>
          </mc:Fallback>
        </mc:AlternateContent>
        <p:sp>
          <p:nvSpPr>
            <p:cNvPr id="57416" name="Line 10"/>
            <p:cNvSpPr>
              <a:spLocks noChangeShapeType="1"/>
            </p:cNvSpPr>
            <p:nvPr/>
          </p:nvSpPr>
          <p:spPr bwMode="auto">
            <a:xfrm rot="10800000" flipV="1">
              <a:off x="905" y="2473"/>
              <a:ext cx="0" cy="320"/>
            </a:xfrm>
            <a:prstGeom prst="line">
              <a:avLst/>
            </a:prstGeom>
            <a:noFill/>
            <a:ln w="19050">
              <a:solidFill>
                <a:srgbClr val="0000CC"/>
              </a:solidFill>
              <a:round/>
              <a:headEnd type="none" w="lg" len="lg"/>
              <a:tailEnd type="stealth" w="lg" len="lg"/>
            </a:ln>
            <a:extLst>
              <a:ext uri="{909E8E84-426E-40DD-AFC4-6F175D3DCCD1}">
                <a14:hiddenFill xmlns:a14="http://schemas.microsoft.com/office/drawing/2010/main">
                  <a:noFill/>
                </a14:hiddenFill>
              </a:ext>
            </a:extLst>
          </p:spPr>
          <p:txBody>
            <a:bodyPr>
              <a:spAutoFit/>
            </a:bodyPr>
            <a:lstStyle/>
            <a:p>
              <a:endParaRPr lang="en-US"/>
            </a:p>
          </p:txBody>
        </p:sp>
      </p:grpSp>
      <p:grpSp>
        <p:nvGrpSpPr>
          <p:cNvPr id="3" name="Group 11"/>
          <p:cNvGrpSpPr>
            <a:grpSpLocks/>
          </p:cNvGrpSpPr>
          <p:nvPr/>
        </p:nvGrpSpPr>
        <p:grpSpPr bwMode="auto">
          <a:xfrm>
            <a:off x="2838450" y="4595813"/>
            <a:ext cx="1752600" cy="1123950"/>
            <a:chOff x="884" y="2895"/>
            <a:chExt cx="1104" cy="708"/>
          </a:xfrm>
        </p:grpSpPr>
        <mc:AlternateContent xmlns:mc="http://schemas.openxmlformats.org/markup-compatibility/2006" xmlns:a14="http://schemas.microsoft.com/office/drawing/2010/main">
          <mc:Choice Requires="a14">
            <p:sp>
              <p:nvSpPr>
                <p:cNvPr id="57413" name="Object 12"/>
                <p:cNvSpPr txBox="1"/>
                <p:nvPr/>
              </p:nvSpPr>
              <p:spPr bwMode="auto">
                <a:xfrm>
                  <a:off x="1182" y="2895"/>
                  <a:ext cx="529" cy="352"/>
                </a:xfrm>
                <a:prstGeom prst="rect">
                  <a:avLst/>
                </a:prstGeom>
                <a:noFill/>
                <a:ln>
                  <a:noFill/>
                </a:ln>
                <a:effectLst/>
              </p:spPr>
              <p:txBody>
                <a:bodyPr>
                  <a:normAutofit/>
                </a:bodyPr>
                <a:lstStyle/>
                <a:p>
                  <a:pPr/>
                  <a14:m>
                    <m:oMathPara xmlns:m="http://schemas.openxmlformats.org/officeDocument/2006/math">
                      <m:oMathParaPr>
                        <m:jc m:val="left"/>
                      </m:oMathParaPr>
                      <m:oMath>
                        <m:sSub>
                          <m:sSubPr>
                            <m:ctrlPr>
                              <a:rPr lang="en-US" sz="1800" i="1">
                                <a:solidFill>
                                  <a:srgbClr val="0000FF"/>
                                </a:solidFill>
                                <a:latin typeface="Cambria Math" panose="02040503050406030204" pitchFamily="18" charset="0"/>
                              </a:rPr>
                            </m:ctrlPr>
                          </m:sSubPr>
                          <m:e>
                            <m:acc>
                              <m:accPr>
                                <m:chr m:val="̂"/>
                                <m:ctrlPr>
                                  <a:rPr lang="en-US" sz="1800" i="1">
                                    <a:solidFill>
                                      <a:srgbClr val="0000FF"/>
                                    </a:solidFill>
                                    <a:latin typeface="Cambria Math" panose="02040503050406030204" pitchFamily="18" charset="0"/>
                                  </a:rPr>
                                </m:ctrlPr>
                              </m:accPr>
                              <m:e>
                                <m:r>
                                  <a:rPr lang="en-US" sz="1800" i="1">
                                    <a:solidFill>
                                      <a:srgbClr val="0000FF"/>
                                    </a:solidFill>
                                    <a:latin typeface="Cambria Math" panose="02040503050406030204" pitchFamily="18" charset="0"/>
                                  </a:rPr>
                                  <m:t>𝑅</m:t>
                                </m:r>
                              </m:e>
                            </m:acc>
                          </m:e>
                          <m:sub>
                            <m:r>
                              <a:rPr lang="en-US" sz="1800" i="1">
                                <a:solidFill>
                                  <a:srgbClr val="0000FF"/>
                                </a:solidFill>
                                <a:latin typeface="Cambria Math" panose="02040503050406030204" pitchFamily="18" charset="0"/>
                              </a:rPr>
                              <m:t>1</m:t>
                            </m:r>
                          </m:sub>
                        </m:sSub>
                        <m:r>
                          <a:rPr lang="en-US" sz="1800" i="1">
                            <a:solidFill>
                              <a:srgbClr val="0000FF"/>
                            </a:solidFill>
                            <a:latin typeface="Cambria Math" panose="02040503050406030204" pitchFamily="18" charset="0"/>
                          </a:rPr>
                          <m:t>,</m:t>
                        </m:r>
                        <m:sSub>
                          <m:sSubPr>
                            <m:ctrlPr>
                              <a:rPr lang="en-US" sz="1800" i="1">
                                <a:solidFill>
                                  <a:srgbClr val="0000FF"/>
                                </a:solidFill>
                                <a:latin typeface="Cambria Math" panose="02040503050406030204" pitchFamily="18" charset="0"/>
                              </a:rPr>
                            </m:ctrlPr>
                          </m:sSubPr>
                          <m:e>
                            <m:acc>
                              <m:accPr>
                                <m:chr m:val="̂"/>
                                <m:ctrlPr>
                                  <a:rPr lang="en-US" sz="1800" i="1">
                                    <a:solidFill>
                                      <a:srgbClr val="0000FF"/>
                                    </a:solidFill>
                                    <a:latin typeface="Cambria Math" panose="02040503050406030204" pitchFamily="18" charset="0"/>
                                  </a:rPr>
                                </m:ctrlPr>
                              </m:accPr>
                              <m:e>
                                <m:r>
                                  <a:rPr lang="en-US" sz="1800" i="1">
                                    <a:solidFill>
                                      <a:srgbClr val="0000FF"/>
                                    </a:solidFill>
                                    <a:latin typeface="Cambria Math" panose="02040503050406030204" pitchFamily="18" charset="0"/>
                                  </a:rPr>
                                  <m:t>𝐷</m:t>
                                </m:r>
                              </m:e>
                            </m:acc>
                          </m:e>
                          <m:sub>
                            <m:r>
                              <a:rPr lang="en-US" sz="1800" i="1">
                                <a:solidFill>
                                  <a:srgbClr val="0000FF"/>
                                </a:solidFill>
                                <a:latin typeface="Cambria Math" panose="02040503050406030204" pitchFamily="18" charset="0"/>
                              </a:rPr>
                              <m:t>1</m:t>
                            </m:r>
                          </m:sub>
                        </m:sSub>
                      </m:oMath>
                    </m:oMathPara>
                  </a14:m>
                  <a:endParaRPr lang="en-US" sz="1800" dirty="0"/>
                </a:p>
              </p:txBody>
            </p:sp>
          </mc:Choice>
          <mc:Fallback xmlns="">
            <p:sp>
              <p:nvSpPr>
                <p:cNvPr id="57413" name="Object 12"/>
                <p:cNvSpPr txBox="1">
                  <a:spLocks noRot="1" noChangeAspect="1" noMove="1" noResize="1" noEditPoints="1" noAdjustHandles="1" noChangeArrowheads="1" noChangeShapeType="1" noTextEdit="1"/>
                </p:cNvSpPr>
                <p:nvPr/>
              </p:nvSpPr>
              <p:spPr bwMode="auto">
                <a:xfrm>
                  <a:off x="1182" y="2895"/>
                  <a:ext cx="529" cy="352"/>
                </a:xfrm>
                <a:prstGeom prst="rect">
                  <a:avLst/>
                </a:prstGeom>
                <a:blipFill>
                  <a:blip r:embed="rId4"/>
                  <a:stretch>
                    <a:fillRect r="-21739"/>
                  </a:stretch>
                </a:blipFill>
                <a:ln>
                  <a:noFill/>
                </a:ln>
                <a:effectLst/>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57414" name="Object 13"/>
                <p:cNvSpPr txBox="1"/>
                <p:nvPr/>
              </p:nvSpPr>
              <p:spPr bwMode="auto">
                <a:xfrm>
                  <a:off x="884" y="3061"/>
                  <a:ext cx="1104" cy="542"/>
                </a:xfrm>
                <a:prstGeom prst="rect">
                  <a:avLst/>
                </a:prstGeom>
                <a:noFill/>
                <a:ln>
                  <a:noFill/>
                </a:ln>
                <a:effectLst/>
              </p:spPr>
              <p:txBody>
                <a:bodyPr>
                  <a:normAutofit/>
                </a:bodyPr>
                <a:lstStyle/>
                <a:p>
                  <a:pPr/>
                  <a14:m>
                    <m:oMathPara xmlns:m="http://schemas.openxmlformats.org/officeDocument/2006/math">
                      <m:oMathParaPr>
                        <m:jc m:val="left"/>
                      </m:oMathParaPr>
                      <m:oMath>
                        <m:limUpp>
                          <m:limUppPr>
                            <m:ctrlPr>
                              <a:rPr lang="en-US" sz="2800" i="1">
                                <a:solidFill>
                                  <a:srgbClr val="0000FF"/>
                                </a:solidFill>
                                <a:latin typeface="Cambria Math" panose="02040503050406030204" pitchFamily="18" charset="0"/>
                              </a:rPr>
                            </m:ctrlPr>
                          </m:limUppPr>
                          <m:e>
                            <m:groupChr>
                              <m:groupChrPr>
                                <m:chr m:val="⏞"/>
                                <m:pos m:val="top"/>
                                <m:vertJc m:val="bot"/>
                                <m:ctrlPr>
                                  <a:rPr lang="en-US" sz="2800" i="1">
                                    <a:solidFill>
                                      <a:srgbClr val="0000FF"/>
                                    </a:solidFill>
                                    <a:latin typeface="Cambria Math" panose="02040503050406030204" pitchFamily="18" charset="0"/>
                                  </a:rPr>
                                </m:ctrlPr>
                              </m:groupChrPr>
                              <m:e>
                                <m:m>
                                  <m:mPr>
                                    <m:plcHide m:val="on"/>
                                    <m:mcs>
                                      <m:mc>
                                        <m:mcPr>
                                          <m:count m:val="4"/>
                                          <m:mcJc m:val="center"/>
                                        </m:mcPr>
                                      </m:mc>
                                    </m:mcs>
                                    <m:ctrlPr>
                                      <a:rPr lang="en-US" sz="2800" i="1">
                                        <a:solidFill>
                                          <a:srgbClr val="0000FF"/>
                                        </a:solidFill>
                                        <a:latin typeface="Cambria Math" panose="02040503050406030204" pitchFamily="18" charset="0"/>
                                      </a:rPr>
                                    </m:ctrlPr>
                                  </m:mPr>
                                  <m:mr>
                                    <m:e/>
                                    <m:e/>
                                    <m:e/>
                                    <m:e/>
                                  </m:mr>
                                </m:m>
                              </m:e>
                            </m:groupChr>
                          </m:e>
                          <m:lim/>
                        </m:limUpp>
                      </m:oMath>
                    </m:oMathPara>
                  </a14:m>
                  <a:endParaRPr lang="en-US" sz="2800" dirty="0"/>
                </a:p>
              </p:txBody>
            </p:sp>
          </mc:Choice>
          <mc:Fallback xmlns="">
            <p:sp>
              <p:nvSpPr>
                <p:cNvPr id="57414" name="Object 13"/>
                <p:cNvSpPr txBox="1">
                  <a:spLocks noRot="1" noChangeAspect="1" noMove="1" noResize="1" noEditPoints="1" noAdjustHandles="1" noChangeArrowheads="1" noChangeShapeType="1" noTextEdit="1"/>
                </p:cNvSpPr>
                <p:nvPr/>
              </p:nvSpPr>
              <p:spPr bwMode="auto">
                <a:xfrm>
                  <a:off x="884" y="3061"/>
                  <a:ext cx="1104" cy="542"/>
                </a:xfrm>
                <a:prstGeom prst="rect">
                  <a:avLst/>
                </a:prstGeom>
                <a:blipFill>
                  <a:blip r:embed="rId5"/>
                  <a:stretch>
                    <a:fillRect/>
                  </a:stretch>
                </a:blipFill>
                <a:ln>
                  <a:noFill/>
                </a:ln>
                <a:effectLst/>
              </p:spPr>
              <p:txBody>
                <a:bodyPr/>
                <a:lstStyle/>
                <a:p>
                  <a:r>
                    <a:rPr lang="en-US">
                      <a:noFill/>
                    </a:rPr>
                    <a:t> </a:t>
                  </a:r>
                </a:p>
              </p:txBody>
            </p:sp>
          </mc:Fallback>
        </mc:AlternateContent>
      </p:grpSp>
      <p:grpSp>
        <p:nvGrpSpPr>
          <p:cNvPr id="4" name="Group 14"/>
          <p:cNvGrpSpPr>
            <a:grpSpLocks/>
          </p:cNvGrpSpPr>
          <p:nvPr/>
        </p:nvGrpSpPr>
        <p:grpSpPr bwMode="auto">
          <a:xfrm>
            <a:off x="4479926" y="4297363"/>
            <a:ext cx="346075" cy="1001712"/>
            <a:chOff x="1806" y="2163"/>
            <a:chExt cx="218" cy="631"/>
          </a:xfrm>
        </p:grpSpPr>
        <mc:AlternateContent xmlns:mc="http://schemas.openxmlformats.org/markup-compatibility/2006" xmlns:a14="http://schemas.microsoft.com/office/drawing/2010/main">
          <mc:Choice Requires="a14">
            <p:sp>
              <p:nvSpPr>
                <p:cNvPr id="57411" name="Object 15"/>
                <p:cNvSpPr txBox="1"/>
                <p:nvPr/>
              </p:nvSpPr>
              <p:spPr bwMode="auto">
                <a:xfrm>
                  <a:off x="1806" y="2163"/>
                  <a:ext cx="218" cy="301"/>
                </a:xfrm>
                <a:prstGeom prst="rect">
                  <a:avLst/>
                </a:prstGeom>
                <a:noFill/>
                <a:ln>
                  <a:noFill/>
                </a:ln>
                <a:effectLst/>
              </p:spPr>
              <p:txBody>
                <a:bodyPr>
                  <a:normAutofit/>
                </a:bodyPr>
                <a:lstStyle/>
                <a:p>
                  <a:pPr/>
                  <a14:m>
                    <m:oMathPara xmlns:m="http://schemas.openxmlformats.org/officeDocument/2006/math">
                      <m:oMathParaPr>
                        <m:jc m:val="left"/>
                      </m:oMathParaPr>
                      <m:oMath>
                        <m:sSub>
                          <m:sSubPr>
                            <m:ctrlPr>
                              <a:rPr lang="en-US" sz="1800" i="1">
                                <a:solidFill>
                                  <a:srgbClr val="0000FF"/>
                                </a:solidFill>
                                <a:latin typeface="Cambria Math" panose="02040503050406030204" pitchFamily="18" charset="0"/>
                              </a:rPr>
                            </m:ctrlPr>
                          </m:sSubPr>
                          <m:e>
                            <m:r>
                              <a:rPr lang="en-US" sz="1800" i="1">
                                <a:solidFill>
                                  <a:srgbClr val="0000FF"/>
                                </a:solidFill>
                                <a:latin typeface="Cambria Math" panose="02040503050406030204" pitchFamily="18" charset="0"/>
                              </a:rPr>
                              <m:t>𝑆</m:t>
                            </m:r>
                          </m:e>
                          <m:sub>
                            <m:r>
                              <a:rPr lang="en-US" sz="1800" i="1">
                                <a:solidFill>
                                  <a:srgbClr val="0000FF"/>
                                </a:solidFill>
                                <a:latin typeface="Cambria Math" panose="02040503050406030204" pitchFamily="18" charset="0"/>
                              </a:rPr>
                              <m:t>1</m:t>
                            </m:r>
                          </m:sub>
                        </m:sSub>
                      </m:oMath>
                    </m:oMathPara>
                  </a14:m>
                  <a:endParaRPr lang="en-US" sz="1800" dirty="0"/>
                </a:p>
              </p:txBody>
            </p:sp>
          </mc:Choice>
          <mc:Fallback xmlns="">
            <p:sp>
              <p:nvSpPr>
                <p:cNvPr id="57411" name="Object 15"/>
                <p:cNvSpPr txBox="1">
                  <a:spLocks noRot="1" noChangeAspect="1" noMove="1" noResize="1" noEditPoints="1" noAdjustHandles="1" noChangeArrowheads="1" noChangeShapeType="1" noTextEdit="1"/>
                </p:cNvSpPr>
                <p:nvPr/>
              </p:nvSpPr>
              <p:spPr bwMode="auto">
                <a:xfrm>
                  <a:off x="1806" y="2163"/>
                  <a:ext cx="218" cy="301"/>
                </a:xfrm>
                <a:prstGeom prst="rect">
                  <a:avLst/>
                </a:prstGeom>
                <a:blipFill>
                  <a:blip r:embed="rId6"/>
                  <a:stretch>
                    <a:fillRect/>
                  </a:stretch>
                </a:blipFill>
                <a:ln>
                  <a:noFill/>
                </a:ln>
                <a:effectLst/>
              </p:spPr>
              <p:txBody>
                <a:bodyPr/>
                <a:lstStyle/>
                <a:p>
                  <a:r>
                    <a:rPr lang="en-US">
                      <a:noFill/>
                    </a:rPr>
                    <a:t> </a:t>
                  </a:r>
                </a:p>
              </p:txBody>
            </p:sp>
          </mc:Fallback>
        </mc:AlternateContent>
        <p:sp>
          <p:nvSpPr>
            <p:cNvPr id="57412" name="Line 16"/>
            <p:cNvSpPr>
              <a:spLocks noChangeShapeType="1"/>
            </p:cNvSpPr>
            <p:nvPr/>
          </p:nvSpPr>
          <p:spPr bwMode="auto">
            <a:xfrm rot="10800000" flipV="1">
              <a:off x="1914" y="2474"/>
              <a:ext cx="0" cy="320"/>
            </a:xfrm>
            <a:prstGeom prst="line">
              <a:avLst/>
            </a:prstGeom>
            <a:noFill/>
            <a:ln w="19050">
              <a:solidFill>
                <a:srgbClr val="0000CC"/>
              </a:solidFill>
              <a:round/>
              <a:headEnd type="none" w="lg" len="lg"/>
              <a:tailEnd type="stealth" w="lg" len="lg"/>
            </a:ln>
            <a:extLst>
              <a:ext uri="{909E8E84-426E-40DD-AFC4-6F175D3DCCD1}">
                <a14:hiddenFill xmlns:a14="http://schemas.microsoft.com/office/drawing/2010/main">
                  <a:noFill/>
                </a14:hiddenFill>
              </a:ext>
            </a:extLst>
          </p:spPr>
          <p:txBody>
            <a:bodyPr>
              <a:spAutoFit/>
            </a:bodyPr>
            <a:lstStyle/>
            <a:p>
              <a:endParaRPr lang="en-US"/>
            </a:p>
          </p:txBody>
        </p:sp>
      </p:grpSp>
      <p:grpSp>
        <p:nvGrpSpPr>
          <p:cNvPr id="5" name="Group 17"/>
          <p:cNvGrpSpPr>
            <a:grpSpLocks/>
          </p:cNvGrpSpPr>
          <p:nvPr/>
        </p:nvGrpSpPr>
        <p:grpSpPr bwMode="auto">
          <a:xfrm>
            <a:off x="4038600" y="1912939"/>
            <a:ext cx="1854200" cy="3387725"/>
            <a:chOff x="1464" y="1205"/>
            <a:chExt cx="1168" cy="2134"/>
          </a:xfrm>
        </p:grpSpPr>
        <p:grpSp>
          <p:nvGrpSpPr>
            <p:cNvPr id="57405" name="Group 18"/>
            <p:cNvGrpSpPr>
              <a:grpSpLocks/>
            </p:cNvGrpSpPr>
            <p:nvPr/>
          </p:nvGrpSpPr>
          <p:grpSpPr bwMode="auto">
            <a:xfrm>
              <a:off x="1464" y="1205"/>
              <a:ext cx="1168" cy="1245"/>
              <a:chOff x="2192" y="1637"/>
              <a:chExt cx="1168" cy="1245"/>
            </a:xfrm>
          </p:grpSpPr>
          <p:pic>
            <p:nvPicPr>
              <p:cNvPr id="57409" name="Picture 19"/>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192" y="2006"/>
                <a:ext cx="1168" cy="87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pic>
          <p:sp>
            <p:nvSpPr>
              <p:cNvPr id="57410" name="Text Box 20"/>
              <p:cNvSpPr txBox="1">
                <a:spLocks noChangeArrowheads="1"/>
              </p:cNvSpPr>
              <p:nvPr/>
            </p:nvSpPr>
            <p:spPr bwMode="auto">
              <a:xfrm>
                <a:off x="2406" y="1637"/>
                <a:ext cx="707"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type="none" w="lg" len="lg"/>
                  </a14:hiddenLine>
                </a:ext>
              </a:extLst>
            </p:spPr>
            <p:txBody>
              <a:bodyPr wrap="none">
                <a:spAutoFit/>
              </a:bodyP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r>
                  <a:rPr lang="en-US" altLang="en-US" sz="2400" i="0"/>
                  <a:t>Week 1</a:t>
                </a:r>
              </a:p>
            </p:txBody>
          </p:sp>
        </p:grpSp>
        <p:grpSp>
          <p:nvGrpSpPr>
            <p:cNvPr id="57406" name="Group 21"/>
            <p:cNvGrpSpPr>
              <a:grpSpLocks/>
            </p:cNvGrpSpPr>
            <p:nvPr/>
          </p:nvGrpSpPr>
          <p:grpSpPr bwMode="auto">
            <a:xfrm>
              <a:off x="1943" y="2468"/>
              <a:ext cx="201" cy="871"/>
              <a:chOff x="1935" y="1932"/>
              <a:chExt cx="201" cy="871"/>
            </a:xfrm>
          </p:grpSpPr>
          <p:sp>
            <p:nvSpPr>
              <p:cNvPr id="57407" name="Line 22"/>
              <p:cNvSpPr>
                <a:spLocks noChangeShapeType="1"/>
              </p:cNvSpPr>
              <p:nvPr/>
            </p:nvSpPr>
            <p:spPr bwMode="auto">
              <a:xfrm rot="10800000" flipV="1">
                <a:off x="2035" y="2203"/>
                <a:ext cx="0" cy="600"/>
              </a:xfrm>
              <a:prstGeom prst="line">
                <a:avLst/>
              </a:prstGeom>
              <a:noFill/>
              <a:ln w="19050">
                <a:solidFill>
                  <a:srgbClr val="0000CC"/>
                </a:solidFill>
                <a:round/>
                <a:headEnd type="none" w="lg" len="lg"/>
                <a:tailEnd type="stealth" w="lg" len="lg"/>
              </a:ln>
              <a:extLst>
                <a:ext uri="{909E8E84-426E-40DD-AFC4-6F175D3DCCD1}">
                  <a14:hiddenFill xmlns:a14="http://schemas.microsoft.com/office/drawing/2010/main">
                    <a:noFill/>
                  </a14:hiddenFill>
                </a:ext>
              </a:extLst>
            </p:spPr>
            <p:txBody>
              <a:bodyPr>
                <a:spAutoFit/>
              </a:bodyPr>
              <a:lstStyle/>
              <a:p>
                <a:endParaRPr lang="en-US"/>
              </a:p>
            </p:txBody>
          </p:sp>
          <mc:AlternateContent xmlns:mc="http://schemas.openxmlformats.org/markup-compatibility/2006" xmlns:a14="http://schemas.microsoft.com/office/drawing/2010/main">
            <mc:Choice Requires="a14">
              <p:sp>
                <p:nvSpPr>
                  <p:cNvPr id="57408" name="Object 23"/>
                  <p:cNvSpPr txBox="1"/>
                  <p:nvPr/>
                </p:nvSpPr>
                <p:spPr bwMode="auto">
                  <a:xfrm>
                    <a:off x="1935" y="1932"/>
                    <a:ext cx="201" cy="301"/>
                  </a:xfrm>
                  <a:prstGeom prst="rect">
                    <a:avLst/>
                  </a:prstGeom>
                  <a:noFill/>
                  <a:ln>
                    <a:noFill/>
                  </a:ln>
                  <a:effectLst/>
                </p:spPr>
                <p:txBody>
                  <a:bodyPr>
                    <a:normAutofit/>
                  </a:bodyPr>
                  <a:lstStyle/>
                  <a:p>
                    <a:pPr/>
                    <a14:m>
                      <m:oMathPara xmlns:m="http://schemas.openxmlformats.org/officeDocument/2006/math">
                        <m:oMathParaPr>
                          <m:jc m:val="left"/>
                        </m:oMathParaPr>
                        <m:oMath>
                          <m:sSub>
                            <m:sSubPr>
                              <m:ctrlPr>
                                <a:rPr lang="en-US" sz="1800" i="1">
                                  <a:solidFill>
                                    <a:srgbClr val="0000FF"/>
                                  </a:solidFill>
                                  <a:latin typeface="Cambria Math" panose="02040503050406030204" pitchFamily="18" charset="0"/>
                                </a:rPr>
                              </m:ctrlPr>
                            </m:sSubPr>
                            <m:e>
                              <m:r>
                                <a:rPr lang="en-US" sz="1800" i="1">
                                  <a:solidFill>
                                    <a:srgbClr val="0000FF"/>
                                  </a:solidFill>
                                  <a:latin typeface="Cambria Math" panose="02040503050406030204" pitchFamily="18" charset="0"/>
                                </a:rPr>
                                <m:t>𝑥</m:t>
                              </m:r>
                            </m:e>
                            <m:sub>
                              <m:r>
                                <a:rPr lang="en-US" sz="1800" i="1">
                                  <a:solidFill>
                                    <a:srgbClr val="0000FF"/>
                                  </a:solidFill>
                                  <a:latin typeface="Cambria Math" panose="02040503050406030204" pitchFamily="18" charset="0"/>
                                </a:rPr>
                                <m:t>1</m:t>
                              </m:r>
                            </m:sub>
                          </m:sSub>
                        </m:oMath>
                      </m:oMathPara>
                    </a14:m>
                    <a:endParaRPr lang="en-US" sz="1800" dirty="0"/>
                  </a:p>
                </p:txBody>
              </p:sp>
            </mc:Choice>
            <mc:Fallback xmlns="">
              <p:sp>
                <p:nvSpPr>
                  <p:cNvPr id="57408" name="Object 23"/>
                  <p:cNvSpPr txBox="1">
                    <a:spLocks noRot="1" noChangeAspect="1" noMove="1" noResize="1" noEditPoints="1" noAdjustHandles="1" noChangeArrowheads="1" noChangeShapeType="1" noTextEdit="1"/>
                  </p:cNvSpPr>
                  <p:nvPr/>
                </p:nvSpPr>
                <p:spPr bwMode="auto">
                  <a:xfrm>
                    <a:off x="1935" y="1932"/>
                    <a:ext cx="201" cy="301"/>
                  </a:xfrm>
                  <a:prstGeom prst="rect">
                    <a:avLst/>
                  </a:prstGeom>
                  <a:blipFill>
                    <a:blip r:embed="rId8"/>
                    <a:stretch>
                      <a:fillRect r="-11321"/>
                    </a:stretch>
                  </a:blipFill>
                  <a:ln>
                    <a:noFill/>
                  </a:ln>
                  <a:effectLst/>
                </p:spPr>
                <p:txBody>
                  <a:bodyPr/>
                  <a:lstStyle/>
                  <a:p>
                    <a:r>
                      <a:rPr lang="en-US">
                        <a:noFill/>
                      </a:rPr>
                      <a:t> </a:t>
                    </a:r>
                  </a:p>
                </p:txBody>
              </p:sp>
            </mc:Fallback>
          </mc:AlternateContent>
        </p:grpSp>
      </p:grpSp>
      <p:sp>
        <p:nvSpPr>
          <p:cNvPr id="57357" name="Line 24"/>
          <p:cNvSpPr>
            <a:spLocks noChangeShapeType="1"/>
          </p:cNvSpPr>
          <p:nvPr/>
        </p:nvSpPr>
        <p:spPr bwMode="auto">
          <a:xfrm>
            <a:off x="7280275" y="5375275"/>
            <a:ext cx="0" cy="26670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57358" name="Line 25"/>
          <p:cNvSpPr>
            <a:spLocks noChangeShapeType="1"/>
          </p:cNvSpPr>
          <p:nvPr/>
        </p:nvSpPr>
        <p:spPr bwMode="auto">
          <a:xfrm>
            <a:off x="9593263" y="5376863"/>
            <a:ext cx="0" cy="26670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grpSp>
        <p:nvGrpSpPr>
          <p:cNvPr id="8" name="Group 29"/>
          <p:cNvGrpSpPr>
            <a:grpSpLocks/>
          </p:cNvGrpSpPr>
          <p:nvPr/>
        </p:nvGrpSpPr>
        <p:grpSpPr bwMode="auto">
          <a:xfrm>
            <a:off x="5164138" y="1922464"/>
            <a:ext cx="3071812" cy="3798887"/>
            <a:chOff x="2141" y="1211"/>
            <a:chExt cx="1935" cy="2393"/>
          </a:xfrm>
        </p:grpSpPr>
        <p:grpSp>
          <p:nvGrpSpPr>
            <p:cNvPr id="57388" name="Group 30"/>
            <p:cNvGrpSpPr>
              <a:grpSpLocks/>
            </p:cNvGrpSpPr>
            <p:nvPr/>
          </p:nvGrpSpPr>
          <p:grpSpPr bwMode="auto">
            <a:xfrm>
              <a:off x="2141" y="1211"/>
              <a:ext cx="1935" cy="2393"/>
              <a:chOff x="2141" y="1211"/>
              <a:chExt cx="1935" cy="2393"/>
            </a:xfrm>
          </p:grpSpPr>
          <p:grpSp>
            <p:nvGrpSpPr>
              <p:cNvPr id="57392" name="Group 31"/>
              <p:cNvGrpSpPr>
                <a:grpSpLocks/>
              </p:cNvGrpSpPr>
              <p:nvPr/>
            </p:nvGrpSpPr>
            <p:grpSpPr bwMode="auto">
              <a:xfrm>
                <a:off x="2141" y="2896"/>
                <a:ext cx="1104" cy="708"/>
                <a:chOff x="884" y="2895"/>
                <a:chExt cx="1104" cy="708"/>
              </a:xfrm>
            </p:grpSpPr>
            <mc:AlternateContent xmlns:mc="http://schemas.openxmlformats.org/markup-compatibility/2006" xmlns:a14="http://schemas.microsoft.com/office/drawing/2010/main">
              <mc:Choice Requires="a14">
                <p:sp>
                  <p:nvSpPr>
                    <p:cNvPr id="57403" name="Object 32"/>
                    <p:cNvSpPr txBox="1"/>
                    <p:nvPr/>
                  </p:nvSpPr>
                  <p:spPr bwMode="auto">
                    <a:xfrm>
                      <a:off x="1164" y="2895"/>
                      <a:ext cx="565" cy="352"/>
                    </a:xfrm>
                    <a:prstGeom prst="rect">
                      <a:avLst/>
                    </a:prstGeom>
                    <a:noFill/>
                    <a:ln>
                      <a:noFill/>
                    </a:ln>
                    <a:effectLst/>
                  </p:spPr>
                  <p:txBody>
                    <a:bodyPr>
                      <a:normAutofit/>
                    </a:bodyPr>
                    <a:lstStyle/>
                    <a:p>
                      <a:pPr/>
                      <a14:m>
                        <m:oMathPara xmlns:m="http://schemas.openxmlformats.org/officeDocument/2006/math">
                          <m:oMathParaPr>
                            <m:jc m:val="left"/>
                          </m:oMathParaPr>
                          <m:oMath>
                            <m:sSub>
                              <m:sSubPr>
                                <m:ctrlPr>
                                  <a:rPr lang="en-US" sz="1800" i="1">
                                    <a:solidFill>
                                      <a:srgbClr val="0000FF"/>
                                    </a:solidFill>
                                    <a:latin typeface="Cambria Math" panose="02040503050406030204" pitchFamily="18" charset="0"/>
                                  </a:rPr>
                                </m:ctrlPr>
                              </m:sSubPr>
                              <m:e>
                                <m:acc>
                                  <m:accPr>
                                    <m:chr m:val="̂"/>
                                    <m:ctrlPr>
                                      <a:rPr lang="en-US" sz="1800" i="1">
                                        <a:solidFill>
                                          <a:srgbClr val="0000FF"/>
                                        </a:solidFill>
                                        <a:latin typeface="Cambria Math" panose="02040503050406030204" pitchFamily="18" charset="0"/>
                                      </a:rPr>
                                    </m:ctrlPr>
                                  </m:accPr>
                                  <m:e>
                                    <m:r>
                                      <a:rPr lang="en-US" sz="1800" i="1">
                                        <a:solidFill>
                                          <a:srgbClr val="0000FF"/>
                                        </a:solidFill>
                                        <a:latin typeface="Cambria Math" panose="02040503050406030204" pitchFamily="18" charset="0"/>
                                      </a:rPr>
                                      <m:t>𝑅</m:t>
                                    </m:r>
                                  </m:e>
                                </m:acc>
                              </m:e>
                              <m:sub>
                                <m:r>
                                  <a:rPr lang="en-US" sz="1800" i="1">
                                    <a:solidFill>
                                      <a:srgbClr val="0000FF"/>
                                    </a:solidFill>
                                    <a:latin typeface="Cambria Math" panose="02040503050406030204" pitchFamily="18" charset="0"/>
                                  </a:rPr>
                                  <m:t>2</m:t>
                                </m:r>
                              </m:sub>
                            </m:sSub>
                            <m:r>
                              <a:rPr lang="en-US" sz="1800" i="1">
                                <a:solidFill>
                                  <a:srgbClr val="0000FF"/>
                                </a:solidFill>
                                <a:latin typeface="Cambria Math" panose="02040503050406030204" pitchFamily="18" charset="0"/>
                              </a:rPr>
                              <m:t>,</m:t>
                            </m:r>
                            <m:sSub>
                              <m:sSubPr>
                                <m:ctrlPr>
                                  <a:rPr lang="en-US" sz="1800" i="1">
                                    <a:solidFill>
                                      <a:srgbClr val="0000FF"/>
                                    </a:solidFill>
                                    <a:latin typeface="Cambria Math" panose="02040503050406030204" pitchFamily="18" charset="0"/>
                                  </a:rPr>
                                </m:ctrlPr>
                              </m:sSubPr>
                              <m:e>
                                <m:acc>
                                  <m:accPr>
                                    <m:chr m:val="̂"/>
                                    <m:ctrlPr>
                                      <a:rPr lang="en-US" sz="1800" i="1">
                                        <a:solidFill>
                                          <a:srgbClr val="0000FF"/>
                                        </a:solidFill>
                                        <a:latin typeface="Cambria Math" panose="02040503050406030204" pitchFamily="18" charset="0"/>
                                      </a:rPr>
                                    </m:ctrlPr>
                                  </m:accPr>
                                  <m:e>
                                    <m:r>
                                      <a:rPr lang="en-US" sz="1800" i="1">
                                        <a:solidFill>
                                          <a:srgbClr val="0000FF"/>
                                        </a:solidFill>
                                        <a:latin typeface="Cambria Math" panose="02040503050406030204" pitchFamily="18" charset="0"/>
                                      </a:rPr>
                                      <m:t>𝐷</m:t>
                                    </m:r>
                                  </m:e>
                                </m:acc>
                              </m:e>
                              <m:sub>
                                <m:r>
                                  <a:rPr lang="en-US" sz="1800" i="1">
                                    <a:solidFill>
                                      <a:srgbClr val="0000FF"/>
                                    </a:solidFill>
                                    <a:latin typeface="Cambria Math" panose="02040503050406030204" pitchFamily="18" charset="0"/>
                                  </a:rPr>
                                  <m:t>2</m:t>
                                </m:r>
                              </m:sub>
                            </m:sSub>
                          </m:oMath>
                        </m:oMathPara>
                      </a14:m>
                      <a:endParaRPr lang="en-US" sz="1800" dirty="0"/>
                    </a:p>
                  </p:txBody>
                </p:sp>
              </mc:Choice>
              <mc:Fallback xmlns="">
                <p:sp>
                  <p:nvSpPr>
                    <p:cNvPr id="57403" name="Object 32"/>
                    <p:cNvSpPr txBox="1">
                      <a:spLocks noRot="1" noChangeAspect="1" noMove="1" noResize="1" noEditPoints="1" noAdjustHandles="1" noChangeArrowheads="1" noChangeShapeType="1" noTextEdit="1"/>
                    </p:cNvSpPr>
                    <p:nvPr/>
                  </p:nvSpPr>
                  <p:spPr bwMode="auto">
                    <a:xfrm>
                      <a:off x="1164" y="2895"/>
                      <a:ext cx="565" cy="352"/>
                    </a:xfrm>
                    <a:prstGeom prst="rect">
                      <a:avLst/>
                    </a:prstGeom>
                    <a:blipFill>
                      <a:blip r:embed="rId9"/>
                      <a:stretch>
                        <a:fillRect r="-14966"/>
                      </a:stretch>
                    </a:blipFill>
                    <a:ln>
                      <a:noFill/>
                    </a:ln>
                    <a:effectLst/>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57404" name="Object 33"/>
                    <p:cNvSpPr txBox="1"/>
                    <p:nvPr/>
                  </p:nvSpPr>
                  <p:spPr bwMode="auto">
                    <a:xfrm>
                      <a:off x="884" y="3061"/>
                      <a:ext cx="1104" cy="542"/>
                    </a:xfrm>
                    <a:prstGeom prst="rect">
                      <a:avLst/>
                    </a:prstGeom>
                    <a:noFill/>
                    <a:ln>
                      <a:noFill/>
                    </a:ln>
                    <a:effectLst/>
                  </p:spPr>
                  <p:txBody>
                    <a:bodyPr>
                      <a:normAutofit/>
                    </a:bodyPr>
                    <a:lstStyle/>
                    <a:p>
                      <a:pPr/>
                      <a14:m>
                        <m:oMathPara xmlns:m="http://schemas.openxmlformats.org/officeDocument/2006/math">
                          <m:oMathParaPr>
                            <m:jc m:val="left"/>
                          </m:oMathParaPr>
                          <m:oMath>
                            <m:limUpp>
                              <m:limUppPr>
                                <m:ctrlPr>
                                  <a:rPr lang="en-US" sz="2800" i="1">
                                    <a:solidFill>
                                      <a:srgbClr val="0000FF"/>
                                    </a:solidFill>
                                    <a:latin typeface="Cambria Math" panose="02040503050406030204" pitchFamily="18" charset="0"/>
                                  </a:rPr>
                                </m:ctrlPr>
                              </m:limUppPr>
                              <m:e>
                                <m:groupChr>
                                  <m:groupChrPr>
                                    <m:chr m:val="⏞"/>
                                    <m:pos m:val="top"/>
                                    <m:vertJc m:val="bot"/>
                                    <m:ctrlPr>
                                      <a:rPr lang="en-US" sz="2800" i="1">
                                        <a:solidFill>
                                          <a:srgbClr val="0000FF"/>
                                        </a:solidFill>
                                        <a:latin typeface="Cambria Math" panose="02040503050406030204" pitchFamily="18" charset="0"/>
                                      </a:rPr>
                                    </m:ctrlPr>
                                  </m:groupChrPr>
                                  <m:e>
                                    <m:m>
                                      <m:mPr>
                                        <m:plcHide m:val="on"/>
                                        <m:mcs>
                                          <m:mc>
                                            <m:mcPr>
                                              <m:count m:val="4"/>
                                              <m:mcJc m:val="center"/>
                                            </m:mcPr>
                                          </m:mc>
                                        </m:mcs>
                                        <m:ctrlPr>
                                          <a:rPr lang="en-US" sz="2800" i="1">
                                            <a:solidFill>
                                              <a:srgbClr val="0000FF"/>
                                            </a:solidFill>
                                            <a:latin typeface="Cambria Math" panose="02040503050406030204" pitchFamily="18" charset="0"/>
                                          </a:rPr>
                                        </m:ctrlPr>
                                      </m:mPr>
                                      <m:mr>
                                        <m:e/>
                                        <m:e/>
                                        <m:e/>
                                        <m:e/>
                                      </m:mr>
                                    </m:m>
                                  </m:e>
                                </m:groupChr>
                              </m:e>
                              <m:lim/>
                            </m:limUpp>
                          </m:oMath>
                        </m:oMathPara>
                      </a14:m>
                      <a:endParaRPr lang="en-US" sz="2800" dirty="0"/>
                    </a:p>
                  </p:txBody>
                </p:sp>
              </mc:Choice>
              <mc:Fallback xmlns="">
                <p:sp>
                  <p:nvSpPr>
                    <p:cNvPr id="57404" name="Object 33"/>
                    <p:cNvSpPr txBox="1">
                      <a:spLocks noRot="1" noChangeAspect="1" noMove="1" noResize="1" noEditPoints="1" noAdjustHandles="1" noChangeArrowheads="1" noChangeShapeType="1" noTextEdit="1"/>
                    </p:cNvSpPr>
                    <p:nvPr/>
                  </p:nvSpPr>
                  <p:spPr bwMode="auto">
                    <a:xfrm>
                      <a:off x="884" y="3061"/>
                      <a:ext cx="1104" cy="542"/>
                    </a:xfrm>
                    <a:prstGeom prst="rect">
                      <a:avLst/>
                    </a:prstGeom>
                    <a:blipFill>
                      <a:blip r:embed="rId10"/>
                      <a:stretch>
                        <a:fillRect/>
                      </a:stretch>
                    </a:blipFill>
                    <a:ln>
                      <a:noFill/>
                    </a:ln>
                    <a:effectLst/>
                  </p:spPr>
                  <p:txBody>
                    <a:bodyPr/>
                    <a:lstStyle/>
                    <a:p>
                      <a:r>
                        <a:rPr lang="en-US">
                          <a:noFill/>
                        </a:rPr>
                        <a:t> </a:t>
                      </a:r>
                    </a:p>
                  </p:txBody>
                </p:sp>
              </mc:Fallback>
            </mc:AlternateContent>
          </p:grpSp>
          <p:grpSp>
            <p:nvGrpSpPr>
              <p:cNvPr id="57393" name="Group 34"/>
              <p:cNvGrpSpPr>
                <a:grpSpLocks/>
              </p:cNvGrpSpPr>
              <p:nvPr/>
            </p:nvGrpSpPr>
            <p:grpSpPr bwMode="auto">
              <a:xfrm>
                <a:off x="3167" y="2708"/>
                <a:ext cx="235" cy="631"/>
                <a:chOff x="1798" y="2163"/>
                <a:chExt cx="235" cy="631"/>
              </a:xfrm>
            </p:grpSpPr>
            <mc:AlternateContent xmlns:mc="http://schemas.openxmlformats.org/markup-compatibility/2006" xmlns:a14="http://schemas.microsoft.com/office/drawing/2010/main">
              <mc:Choice Requires="a14">
                <p:sp>
                  <p:nvSpPr>
                    <p:cNvPr id="57401" name="Object 35"/>
                    <p:cNvSpPr txBox="1"/>
                    <p:nvPr/>
                  </p:nvSpPr>
                  <p:spPr bwMode="auto">
                    <a:xfrm>
                      <a:off x="1798" y="2163"/>
                      <a:ext cx="235" cy="301"/>
                    </a:xfrm>
                    <a:prstGeom prst="rect">
                      <a:avLst/>
                    </a:prstGeom>
                    <a:noFill/>
                    <a:ln>
                      <a:noFill/>
                    </a:ln>
                    <a:effectLst/>
                  </p:spPr>
                  <p:txBody>
                    <a:bodyPr>
                      <a:normAutofit/>
                    </a:bodyPr>
                    <a:lstStyle/>
                    <a:p>
                      <a:pPr/>
                      <a14:m>
                        <m:oMathPara xmlns:m="http://schemas.openxmlformats.org/officeDocument/2006/math">
                          <m:oMathParaPr>
                            <m:jc m:val="left"/>
                          </m:oMathParaPr>
                          <m:oMath>
                            <m:sSub>
                              <m:sSubPr>
                                <m:ctrlPr>
                                  <a:rPr lang="en-US" sz="1800" i="1">
                                    <a:solidFill>
                                      <a:srgbClr val="0000FF"/>
                                    </a:solidFill>
                                    <a:latin typeface="Cambria Math" panose="02040503050406030204" pitchFamily="18" charset="0"/>
                                  </a:rPr>
                                </m:ctrlPr>
                              </m:sSubPr>
                              <m:e>
                                <m:r>
                                  <a:rPr lang="en-US" sz="1800" i="1">
                                    <a:solidFill>
                                      <a:srgbClr val="0000FF"/>
                                    </a:solidFill>
                                    <a:latin typeface="Cambria Math" panose="02040503050406030204" pitchFamily="18" charset="0"/>
                                  </a:rPr>
                                  <m:t>𝑆</m:t>
                                </m:r>
                              </m:e>
                              <m:sub>
                                <m:r>
                                  <a:rPr lang="en-US" sz="1800" i="1">
                                    <a:solidFill>
                                      <a:srgbClr val="0000FF"/>
                                    </a:solidFill>
                                    <a:latin typeface="Cambria Math" panose="02040503050406030204" pitchFamily="18" charset="0"/>
                                  </a:rPr>
                                  <m:t>2</m:t>
                                </m:r>
                              </m:sub>
                            </m:sSub>
                          </m:oMath>
                        </m:oMathPara>
                      </a14:m>
                      <a:endParaRPr lang="en-US" sz="1800"/>
                    </a:p>
                  </p:txBody>
                </p:sp>
              </mc:Choice>
              <mc:Fallback xmlns="">
                <p:sp>
                  <p:nvSpPr>
                    <p:cNvPr id="57401" name="Object 35"/>
                    <p:cNvSpPr txBox="1">
                      <a:spLocks noRot="1" noChangeAspect="1" noMove="1" noResize="1" noEditPoints="1" noAdjustHandles="1" noChangeArrowheads="1" noChangeShapeType="1" noTextEdit="1"/>
                    </p:cNvSpPr>
                    <p:nvPr/>
                  </p:nvSpPr>
                  <p:spPr bwMode="auto">
                    <a:xfrm>
                      <a:off x="1798" y="2163"/>
                      <a:ext cx="235" cy="301"/>
                    </a:xfrm>
                    <a:prstGeom prst="rect">
                      <a:avLst/>
                    </a:prstGeom>
                    <a:blipFill>
                      <a:blip r:embed="rId11"/>
                      <a:stretch>
                        <a:fillRect/>
                      </a:stretch>
                    </a:blipFill>
                    <a:ln>
                      <a:noFill/>
                    </a:ln>
                    <a:effectLst/>
                  </p:spPr>
                  <p:txBody>
                    <a:bodyPr/>
                    <a:lstStyle/>
                    <a:p>
                      <a:r>
                        <a:rPr lang="en-US">
                          <a:noFill/>
                        </a:rPr>
                        <a:t> </a:t>
                      </a:r>
                    </a:p>
                  </p:txBody>
                </p:sp>
              </mc:Fallback>
            </mc:AlternateContent>
            <p:sp>
              <p:nvSpPr>
                <p:cNvPr id="57402" name="Line 36"/>
                <p:cNvSpPr>
                  <a:spLocks noChangeShapeType="1"/>
                </p:cNvSpPr>
                <p:nvPr/>
              </p:nvSpPr>
              <p:spPr bwMode="auto">
                <a:xfrm rot="10800000" flipV="1">
                  <a:off x="1914" y="2474"/>
                  <a:ext cx="0" cy="320"/>
                </a:xfrm>
                <a:prstGeom prst="line">
                  <a:avLst/>
                </a:prstGeom>
                <a:noFill/>
                <a:ln w="19050">
                  <a:solidFill>
                    <a:srgbClr val="0000CC"/>
                  </a:solidFill>
                  <a:round/>
                  <a:headEnd type="none" w="lg" len="lg"/>
                  <a:tailEnd type="stealth" w="lg" len="lg"/>
                </a:ln>
                <a:extLst>
                  <a:ext uri="{909E8E84-426E-40DD-AFC4-6F175D3DCCD1}">
                    <a14:hiddenFill xmlns:a14="http://schemas.microsoft.com/office/drawing/2010/main">
                      <a:noFill/>
                    </a14:hiddenFill>
                  </a:ext>
                </a:extLst>
              </p:spPr>
              <p:txBody>
                <a:bodyPr>
                  <a:spAutoFit/>
                </a:bodyPr>
                <a:lstStyle/>
                <a:p>
                  <a:endParaRPr lang="en-US" sz="1800"/>
                </a:p>
              </p:txBody>
            </p:sp>
          </p:grpSp>
          <p:grpSp>
            <p:nvGrpSpPr>
              <p:cNvPr id="57394" name="Group 37"/>
              <p:cNvGrpSpPr>
                <a:grpSpLocks/>
              </p:cNvGrpSpPr>
              <p:nvPr/>
            </p:nvGrpSpPr>
            <p:grpSpPr bwMode="auto">
              <a:xfrm>
                <a:off x="2876" y="1211"/>
                <a:ext cx="1200" cy="2129"/>
                <a:chOff x="2876" y="1211"/>
                <a:chExt cx="1200" cy="2129"/>
              </a:xfrm>
            </p:grpSpPr>
            <p:grpSp>
              <p:nvGrpSpPr>
                <p:cNvPr id="57395" name="Group 38"/>
                <p:cNvGrpSpPr>
                  <a:grpSpLocks/>
                </p:cNvGrpSpPr>
                <p:nvPr/>
              </p:nvGrpSpPr>
              <p:grpSpPr bwMode="auto">
                <a:xfrm>
                  <a:off x="2876" y="1211"/>
                  <a:ext cx="1200" cy="1245"/>
                  <a:chOff x="3764" y="1643"/>
                  <a:chExt cx="1200" cy="1245"/>
                </a:xfrm>
              </p:grpSpPr>
              <p:pic>
                <p:nvPicPr>
                  <p:cNvPr id="57399" name="Picture 39"/>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764" y="2012"/>
                    <a:ext cx="1168" cy="87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pic>
              <p:sp>
                <p:nvSpPr>
                  <p:cNvPr id="57400" name="Text Box 40"/>
                  <p:cNvSpPr txBox="1">
                    <a:spLocks noChangeArrowheads="1"/>
                  </p:cNvSpPr>
                  <p:nvPr/>
                </p:nvSpPr>
                <p:spPr bwMode="auto">
                  <a:xfrm>
                    <a:off x="4050" y="1643"/>
                    <a:ext cx="914" cy="3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type="none" w="lg" len="lg"/>
                      </a14:hiddenLine>
                    </a:ext>
                  </a:extLst>
                </p:spPr>
                <p:txBody>
                  <a:bodyPr wrap="none">
                    <a:spAutoFit/>
                  </a:bodyP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r>
                      <a:rPr lang="en-US" altLang="en-US" sz="3200" i="0"/>
                      <a:t>Week 2</a:t>
                    </a:r>
                  </a:p>
                </p:txBody>
              </p:sp>
            </p:grpSp>
            <p:grpSp>
              <p:nvGrpSpPr>
                <p:cNvPr id="57396" name="Group 41"/>
                <p:cNvGrpSpPr>
                  <a:grpSpLocks/>
                </p:cNvGrpSpPr>
                <p:nvPr/>
              </p:nvGrpSpPr>
              <p:grpSpPr bwMode="auto">
                <a:xfrm>
                  <a:off x="3368" y="2469"/>
                  <a:ext cx="218" cy="871"/>
                  <a:chOff x="1927" y="1932"/>
                  <a:chExt cx="218" cy="871"/>
                </a:xfrm>
              </p:grpSpPr>
              <p:sp>
                <p:nvSpPr>
                  <p:cNvPr id="57397" name="Line 42"/>
                  <p:cNvSpPr>
                    <a:spLocks noChangeShapeType="1"/>
                  </p:cNvSpPr>
                  <p:nvPr/>
                </p:nvSpPr>
                <p:spPr bwMode="auto">
                  <a:xfrm rot="10800000" flipV="1">
                    <a:off x="2035" y="2203"/>
                    <a:ext cx="0" cy="600"/>
                  </a:xfrm>
                  <a:prstGeom prst="line">
                    <a:avLst/>
                  </a:prstGeom>
                  <a:noFill/>
                  <a:ln w="19050">
                    <a:solidFill>
                      <a:srgbClr val="0000CC"/>
                    </a:solidFill>
                    <a:round/>
                    <a:headEnd type="none" w="lg" len="lg"/>
                    <a:tailEnd type="stealth" w="lg" len="lg"/>
                  </a:ln>
                  <a:extLst>
                    <a:ext uri="{909E8E84-426E-40DD-AFC4-6F175D3DCCD1}">
                      <a14:hiddenFill xmlns:a14="http://schemas.microsoft.com/office/drawing/2010/main">
                        <a:noFill/>
                      </a14:hiddenFill>
                    </a:ext>
                  </a:extLst>
                </p:spPr>
                <p:txBody>
                  <a:bodyPr>
                    <a:spAutoFit/>
                  </a:bodyPr>
                  <a:lstStyle/>
                  <a:p>
                    <a:endParaRPr lang="en-US" sz="1800"/>
                  </a:p>
                </p:txBody>
              </p:sp>
              <mc:AlternateContent xmlns:mc="http://schemas.openxmlformats.org/markup-compatibility/2006" xmlns:a14="http://schemas.microsoft.com/office/drawing/2010/main">
                <mc:Choice Requires="a14">
                  <p:sp>
                    <p:nvSpPr>
                      <p:cNvPr id="57398" name="Object 43"/>
                      <p:cNvSpPr txBox="1"/>
                      <p:nvPr/>
                    </p:nvSpPr>
                    <p:spPr bwMode="auto">
                      <a:xfrm>
                        <a:off x="1927" y="1932"/>
                        <a:ext cx="218" cy="301"/>
                      </a:xfrm>
                      <a:prstGeom prst="rect">
                        <a:avLst/>
                      </a:prstGeom>
                      <a:noFill/>
                      <a:ln>
                        <a:noFill/>
                      </a:ln>
                      <a:effectLst/>
                    </p:spPr>
                    <p:txBody>
                      <a:bodyPr>
                        <a:normAutofit/>
                      </a:bodyPr>
                      <a:lstStyle/>
                      <a:p>
                        <a:pPr/>
                        <a14:m>
                          <m:oMathPara xmlns:m="http://schemas.openxmlformats.org/officeDocument/2006/math">
                            <m:oMathParaPr>
                              <m:jc m:val="left"/>
                            </m:oMathParaPr>
                            <m:oMath>
                              <m:sSub>
                                <m:sSubPr>
                                  <m:ctrlPr>
                                    <a:rPr lang="en-US" sz="1800" i="1">
                                      <a:solidFill>
                                        <a:srgbClr val="0000FF"/>
                                      </a:solidFill>
                                      <a:latin typeface="Cambria Math" panose="02040503050406030204" pitchFamily="18" charset="0"/>
                                    </a:rPr>
                                  </m:ctrlPr>
                                </m:sSubPr>
                                <m:e>
                                  <m:r>
                                    <a:rPr lang="en-US" sz="1800" i="1">
                                      <a:solidFill>
                                        <a:srgbClr val="0000FF"/>
                                      </a:solidFill>
                                      <a:latin typeface="Cambria Math" panose="02040503050406030204" pitchFamily="18" charset="0"/>
                                    </a:rPr>
                                    <m:t>𝑥</m:t>
                                  </m:r>
                                </m:e>
                                <m:sub>
                                  <m:r>
                                    <a:rPr lang="en-US" sz="1800" i="1">
                                      <a:solidFill>
                                        <a:srgbClr val="0000FF"/>
                                      </a:solidFill>
                                      <a:latin typeface="Cambria Math" panose="02040503050406030204" pitchFamily="18" charset="0"/>
                                    </a:rPr>
                                    <m:t>2</m:t>
                                  </m:r>
                                </m:sub>
                              </m:sSub>
                            </m:oMath>
                          </m:oMathPara>
                        </a14:m>
                        <a:endParaRPr lang="en-US" sz="1800" dirty="0"/>
                      </a:p>
                    </p:txBody>
                  </p:sp>
                </mc:Choice>
                <mc:Fallback xmlns="">
                  <p:sp>
                    <p:nvSpPr>
                      <p:cNvPr id="57398" name="Object 43"/>
                      <p:cNvSpPr txBox="1">
                        <a:spLocks noRot="1" noChangeAspect="1" noMove="1" noResize="1" noEditPoints="1" noAdjustHandles="1" noChangeArrowheads="1" noChangeShapeType="1" noTextEdit="1"/>
                      </p:cNvSpPr>
                      <p:nvPr/>
                    </p:nvSpPr>
                    <p:spPr bwMode="auto">
                      <a:xfrm>
                        <a:off x="1927" y="1932"/>
                        <a:ext cx="218" cy="301"/>
                      </a:xfrm>
                      <a:prstGeom prst="rect">
                        <a:avLst/>
                      </a:prstGeom>
                      <a:blipFill>
                        <a:blip r:embed="rId12"/>
                        <a:stretch>
                          <a:fillRect r="-7143"/>
                        </a:stretch>
                      </a:blipFill>
                      <a:ln>
                        <a:noFill/>
                      </a:ln>
                      <a:effectLst/>
                    </p:spPr>
                    <p:txBody>
                      <a:bodyPr/>
                      <a:lstStyle/>
                      <a:p>
                        <a:r>
                          <a:rPr lang="en-US">
                            <a:noFill/>
                          </a:rPr>
                          <a:t> </a:t>
                        </a:r>
                      </a:p>
                    </p:txBody>
                  </p:sp>
                </mc:Fallback>
              </mc:AlternateContent>
            </p:grpSp>
          </p:grpSp>
        </p:grpSp>
        <p:grpSp>
          <p:nvGrpSpPr>
            <p:cNvPr id="57389" name="Group 44"/>
            <p:cNvGrpSpPr>
              <a:grpSpLocks/>
            </p:cNvGrpSpPr>
            <p:nvPr/>
          </p:nvGrpSpPr>
          <p:grpSpPr bwMode="auto">
            <a:xfrm>
              <a:off x="3464" y="2701"/>
              <a:ext cx="251" cy="639"/>
              <a:chOff x="1790" y="2155"/>
              <a:chExt cx="251" cy="639"/>
            </a:xfrm>
          </p:grpSpPr>
          <mc:AlternateContent xmlns:mc="http://schemas.openxmlformats.org/markup-compatibility/2006" xmlns:a14="http://schemas.microsoft.com/office/drawing/2010/main">
            <mc:Choice Requires="a14">
              <p:sp>
                <p:nvSpPr>
                  <p:cNvPr id="57390" name="Object 45"/>
                  <p:cNvSpPr txBox="1"/>
                  <p:nvPr/>
                </p:nvSpPr>
                <p:spPr bwMode="auto">
                  <a:xfrm>
                    <a:off x="1790" y="2155"/>
                    <a:ext cx="251" cy="317"/>
                  </a:xfrm>
                  <a:prstGeom prst="rect">
                    <a:avLst/>
                  </a:prstGeom>
                  <a:noFill/>
                  <a:ln>
                    <a:noFill/>
                  </a:ln>
                  <a:effectLst/>
                </p:spPr>
                <p:txBody>
                  <a:bodyPr>
                    <a:normAutofit/>
                  </a:bodyPr>
                  <a:lstStyle/>
                  <a:p>
                    <a:pPr/>
                    <a14:m>
                      <m:oMathPara xmlns:m="http://schemas.openxmlformats.org/officeDocument/2006/math">
                        <m:oMathParaPr>
                          <m:jc m:val="left"/>
                        </m:oMathParaPr>
                        <m:oMath>
                          <m:sSubSup>
                            <m:sSubSupPr>
                              <m:ctrlPr>
                                <a:rPr lang="en-US" sz="1800" i="1">
                                  <a:solidFill>
                                    <a:srgbClr val="0000FF"/>
                                  </a:solidFill>
                                  <a:latin typeface="Cambria Math" panose="02040503050406030204" pitchFamily="18" charset="0"/>
                                </a:rPr>
                              </m:ctrlPr>
                            </m:sSubSupPr>
                            <m:e>
                              <m:r>
                                <a:rPr lang="en-US" sz="1800" i="1">
                                  <a:solidFill>
                                    <a:srgbClr val="0000FF"/>
                                  </a:solidFill>
                                  <a:latin typeface="Cambria Math" panose="02040503050406030204" pitchFamily="18" charset="0"/>
                                </a:rPr>
                                <m:t>𝑆</m:t>
                              </m:r>
                            </m:e>
                            <m:sub>
                              <m:r>
                                <a:rPr lang="en-US" sz="1800" i="1">
                                  <a:solidFill>
                                    <a:srgbClr val="0000FF"/>
                                  </a:solidFill>
                                  <a:latin typeface="Cambria Math" panose="02040503050406030204" pitchFamily="18" charset="0"/>
                                </a:rPr>
                                <m:t>2</m:t>
                              </m:r>
                            </m:sub>
                            <m:sup>
                              <m:r>
                                <a:rPr lang="en-US" sz="1800" i="1">
                                  <a:solidFill>
                                    <a:srgbClr val="0000FF"/>
                                  </a:solidFill>
                                  <a:latin typeface="Cambria Math" panose="02040503050406030204" pitchFamily="18" charset="0"/>
                                </a:rPr>
                                <m:t>𝑥</m:t>
                              </m:r>
                            </m:sup>
                          </m:sSubSup>
                        </m:oMath>
                      </m:oMathPara>
                    </a14:m>
                    <a:endParaRPr lang="en-US" sz="1800"/>
                  </a:p>
                </p:txBody>
              </p:sp>
            </mc:Choice>
            <mc:Fallback xmlns="">
              <p:sp>
                <p:nvSpPr>
                  <p:cNvPr id="57390" name="Object 45"/>
                  <p:cNvSpPr txBox="1">
                    <a:spLocks noRot="1" noChangeAspect="1" noMove="1" noResize="1" noEditPoints="1" noAdjustHandles="1" noChangeArrowheads="1" noChangeShapeType="1" noTextEdit="1"/>
                  </p:cNvSpPr>
                  <p:nvPr/>
                </p:nvSpPr>
                <p:spPr bwMode="auto">
                  <a:xfrm>
                    <a:off x="1790" y="2155"/>
                    <a:ext cx="251" cy="317"/>
                  </a:xfrm>
                  <a:prstGeom prst="rect">
                    <a:avLst/>
                  </a:prstGeom>
                  <a:blipFill>
                    <a:blip r:embed="rId13"/>
                    <a:stretch>
                      <a:fillRect/>
                    </a:stretch>
                  </a:blipFill>
                  <a:ln>
                    <a:noFill/>
                  </a:ln>
                  <a:effectLst/>
                </p:spPr>
                <p:txBody>
                  <a:bodyPr/>
                  <a:lstStyle/>
                  <a:p>
                    <a:r>
                      <a:rPr lang="en-US">
                        <a:noFill/>
                      </a:rPr>
                      <a:t> </a:t>
                    </a:r>
                  </a:p>
                </p:txBody>
              </p:sp>
            </mc:Fallback>
          </mc:AlternateContent>
          <p:sp>
            <p:nvSpPr>
              <p:cNvPr id="57391" name="Line 46"/>
              <p:cNvSpPr>
                <a:spLocks noChangeShapeType="1"/>
              </p:cNvSpPr>
              <p:nvPr/>
            </p:nvSpPr>
            <p:spPr bwMode="auto">
              <a:xfrm rot="10800000" flipV="1">
                <a:off x="1914" y="2474"/>
                <a:ext cx="0" cy="320"/>
              </a:xfrm>
              <a:prstGeom prst="line">
                <a:avLst/>
              </a:prstGeom>
              <a:noFill/>
              <a:ln w="19050">
                <a:solidFill>
                  <a:srgbClr val="0000CC"/>
                </a:solidFill>
                <a:round/>
                <a:headEnd type="none" w="lg" len="lg"/>
                <a:tailEnd type="stealth" w="lg" len="lg"/>
              </a:ln>
              <a:extLst>
                <a:ext uri="{909E8E84-426E-40DD-AFC4-6F175D3DCCD1}">
                  <a14:hiddenFill xmlns:a14="http://schemas.microsoft.com/office/drawing/2010/main">
                    <a:noFill/>
                  </a14:hiddenFill>
                </a:ext>
              </a:extLst>
            </p:spPr>
            <p:txBody>
              <a:bodyPr>
                <a:spAutoFit/>
              </a:bodyPr>
              <a:lstStyle/>
              <a:p>
                <a:endParaRPr lang="en-US" sz="1800"/>
              </a:p>
            </p:txBody>
          </p:sp>
        </p:grpSp>
      </p:grpSp>
      <p:grpSp>
        <p:nvGrpSpPr>
          <p:cNvPr id="16" name="Group 47"/>
          <p:cNvGrpSpPr>
            <a:grpSpLocks/>
          </p:cNvGrpSpPr>
          <p:nvPr/>
        </p:nvGrpSpPr>
        <p:grpSpPr bwMode="auto">
          <a:xfrm>
            <a:off x="7477126" y="1924050"/>
            <a:ext cx="2982913" cy="3798888"/>
            <a:chOff x="3622" y="1212"/>
            <a:chExt cx="1879" cy="2393"/>
          </a:xfrm>
        </p:grpSpPr>
        <p:grpSp>
          <p:nvGrpSpPr>
            <p:cNvPr id="57371" name="Group 48"/>
            <p:cNvGrpSpPr>
              <a:grpSpLocks/>
            </p:cNvGrpSpPr>
            <p:nvPr/>
          </p:nvGrpSpPr>
          <p:grpSpPr bwMode="auto">
            <a:xfrm>
              <a:off x="3622" y="1212"/>
              <a:ext cx="1879" cy="2393"/>
              <a:chOff x="3622" y="1212"/>
              <a:chExt cx="1879" cy="2393"/>
            </a:xfrm>
          </p:grpSpPr>
          <p:grpSp>
            <p:nvGrpSpPr>
              <p:cNvPr id="57375" name="Group 49"/>
              <p:cNvGrpSpPr>
                <a:grpSpLocks/>
              </p:cNvGrpSpPr>
              <p:nvPr/>
            </p:nvGrpSpPr>
            <p:grpSpPr bwMode="auto">
              <a:xfrm>
                <a:off x="3622" y="2897"/>
                <a:ext cx="1104" cy="708"/>
                <a:chOff x="884" y="2895"/>
                <a:chExt cx="1104" cy="708"/>
              </a:xfrm>
            </p:grpSpPr>
            <mc:AlternateContent xmlns:mc="http://schemas.openxmlformats.org/markup-compatibility/2006" xmlns:a14="http://schemas.microsoft.com/office/drawing/2010/main">
              <mc:Choice Requires="a14">
                <p:sp>
                  <p:nvSpPr>
                    <p:cNvPr id="57386" name="Object 50"/>
                    <p:cNvSpPr txBox="1"/>
                    <p:nvPr/>
                  </p:nvSpPr>
                  <p:spPr bwMode="auto">
                    <a:xfrm>
                      <a:off x="1164" y="2895"/>
                      <a:ext cx="565" cy="352"/>
                    </a:xfrm>
                    <a:prstGeom prst="rect">
                      <a:avLst/>
                    </a:prstGeom>
                    <a:noFill/>
                    <a:ln>
                      <a:noFill/>
                    </a:ln>
                    <a:effectLst/>
                  </p:spPr>
                  <p:txBody>
                    <a:bodyPr>
                      <a:normAutofit/>
                    </a:bodyPr>
                    <a:lstStyle/>
                    <a:p>
                      <a:pPr/>
                      <a14:m>
                        <m:oMathPara xmlns:m="http://schemas.openxmlformats.org/officeDocument/2006/math">
                          <m:oMathParaPr>
                            <m:jc m:val="left"/>
                          </m:oMathParaPr>
                          <m:oMath>
                            <m:sSub>
                              <m:sSubPr>
                                <m:ctrlPr>
                                  <a:rPr lang="en-US" sz="1800" i="1">
                                    <a:solidFill>
                                      <a:srgbClr val="0000FF"/>
                                    </a:solidFill>
                                    <a:latin typeface="Cambria Math" panose="02040503050406030204" pitchFamily="18" charset="0"/>
                                  </a:rPr>
                                </m:ctrlPr>
                              </m:sSubPr>
                              <m:e>
                                <m:acc>
                                  <m:accPr>
                                    <m:chr m:val="̂"/>
                                    <m:ctrlPr>
                                      <a:rPr lang="en-US" sz="1800" i="1">
                                        <a:solidFill>
                                          <a:srgbClr val="0000FF"/>
                                        </a:solidFill>
                                        <a:latin typeface="Cambria Math" panose="02040503050406030204" pitchFamily="18" charset="0"/>
                                      </a:rPr>
                                    </m:ctrlPr>
                                  </m:accPr>
                                  <m:e>
                                    <m:r>
                                      <a:rPr lang="en-US" sz="1800" i="1">
                                        <a:solidFill>
                                          <a:srgbClr val="0000FF"/>
                                        </a:solidFill>
                                        <a:latin typeface="Cambria Math" panose="02040503050406030204" pitchFamily="18" charset="0"/>
                                      </a:rPr>
                                      <m:t>𝑅</m:t>
                                    </m:r>
                                  </m:e>
                                </m:acc>
                              </m:e>
                              <m:sub>
                                <m:r>
                                  <a:rPr lang="en-US" sz="1800" i="1">
                                    <a:solidFill>
                                      <a:srgbClr val="0000FF"/>
                                    </a:solidFill>
                                    <a:latin typeface="Cambria Math" panose="02040503050406030204" pitchFamily="18" charset="0"/>
                                  </a:rPr>
                                  <m:t>3</m:t>
                                </m:r>
                              </m:sub>
                            </m:sSub>
                            <m:r>
                              <a:rPr lang="en-US" sz="1800" i="1">
                                <a:solidFill>
                                  <a:srgbClr val="0000FF"/>
                                </a:solidFill>
                                <a:latin typeface="Cambria Math" panose="02040503050406030204" pitchFamily="18" charset="0"/>
                              </a:rPr>
                              <m:t>,</m:t>
                            </m:r>
                            <m:sSub>
                              <m:sSubPr>
                                <m:ctrlPr>
                                  <a:rPr lang="en-US" sz="1800" i="1">
                                    <a:solidFill>
                                      <a:srgbClr val="0000FF"/>
                                    </a:solidFill>
                                    <a:latin typeface="Cambria Math" panose="02040503050406030204" pitchFamily="18" charset="0"/>
                                  </a:rPr>
                                </m:ctrlPr>
                              </m:sSubPr>
                              <m:e>
                                <m:acc>
                                  <m:accPr>
                                    <m:chr m:val="̂"/>
                                    <m:ctrlPr>
                                      <a:rPr lang="en-US" sz="1800" i="1">
                                        <a:solidFill>
                                          <a:srgbClr val="0000FF"/>
                                        </a:solidFill>
                                        <a:latin typeface="Cambria Math" panose="02040503050406030204" pitchFamily="18" charset="0"/>
                                      </a:rPr>
                                    </m:ctrlPr>
                                  </m:accPr>
                                  <m:e>
                                    <m:r>
                                      <a:rPr lang="en-US" sz="1800" i="1">
                                        <a:solidFill>
                                          <a:srgbClr val="0000FF"/>
                                        </a:solidFill>
                                        <a:latin typeface="Cambria Math" panose="02040503050406030204" pitchFamily="18" charset="0"/>
                                      </a:rPr>
                                      <m:t>𝐷</m:t>
                                    </m:r>
                                  </m:e>
                                </m:acc>
                              </m:e>
                              <m:sub>
                                <m:r>
                                  <a:rPr lang="en-US" sz="1800" i="1">
                                    <a:solidFill>
                                      <a:srgbClr val="0000FF"/>
                                    </a:solidFill>
                                    <a:latin typeface="Cambria Math" panose="02040503050406030204" pitchFamily="18" charset="0"/>
                                  </a:rPr>
                                  <m:t>3</m:t>
                                </m:r>
                              </m:sub>
                            </m:sSub>
                          </m:oMath>
                        </m:oMathPara>
                      </a14:m>
                      <a:endParaRPr lang="en-US" sz="1800" dirty="0"/>
                    </a:p>
                  </p:txBody>
                </p:sp>
              </mc:Choice>
              <mc:Fallback xmlns="">
                <p:sp>
                  <p:nvSpPr>
                    <p:cNvPr id="57386" name="Object 50"/>
                    <p:cNvSpPr txBox="1">
                      <a:spLocks noRot="1" noChangeAspect="1" noMove="1" noResize="1" noEditPoints="1" noAdjustHandles="1" noChangeArrowheads="1" noChangeShapeType="1" noTextEdit="1"/>
                    </p:cNvSpPr>
                    <p:nvPr/>
                  </p:nvSpPr>
                  <p:spPr bwMode="auto">
                    <a:xfrm>
                      <a:off x="1164" y="2895"/>
                      <a:ext cx="565" cy="352"/>
                    </a:xfrm>
                    <a:prstGeom prst="rect">
                      <a:avLst/>
                    </a:prstGeom>
                    <a:blipFill>
                      <a:blip r:embed="rId14"/>
                      <a:stretch>
                        <a:fillRect r="-14189"/>
                      </a:stretch>
                    </a:blipFill>
                    <a:ln>
                      <a:noFill/>
                    </a:ln>
                    <a:effectLst/>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57387" name="Object 51"/>
                    <p:cNvSpPr txBox="1"/>
                    <p:nvPr/>
                  </p:nvSpPr>
                  <p:spPr bwMode="auto">
                    <a:xfrm>
                      <a:off x="884" y="3061"/>
                      <a:ext cx="1104" cy="542"/>
                    </a:xfrm>
                    <a:prstGeom prst="rect">
                      <a:avLst/>
                    </a:prstGeom>
                    <a:noFill/>
                    <a:ln>
                      <a:noFill/>
                    </a:ln>
                    <a:effectLst/>
                  </p:spPr>
                  <p:txBody>
                    <a:bodyPr>
                      <a:normAutofit/>
                    </a:bodyPr>
                    <a:lstStyle/>
                    <a:p>
                      <a:pPr/>
                      <a14:m>
                        <m:oMathPara xmlns:m="http://schemas.openxmlformats.org/officeDocument/2006/math">
                          <m:oMathParaPr>
                            <m:jc m:val="left"/>
                          </m:oMathParaPr>
                          <m:oMath>
                            <m:limUpp>
                              <m:limUppPr>
                                <m:ctrlPr>
                                  <a:rPr lang="en-US" sz="2800" i="1">
                                    <a:solidFill>
                                      <a:srgbClr val="0000FF"/>
                                    </a:solidFill>
                                    <a:latin typeface="Cambria Math" panose="02040503050406030204" pitchFamily="18" charset="0"/>
                                  </a:rPr>
                                </m:ctrlPr>
                              </m:limUppPr>
                              <m:e>
                                <m:groupChr>
                                  <m:groupChrPr>
                                    <m:chr m:val="⏞"/>
                                    <m:pos m:val="top"/>
                                    <m:vertJc m:val="bot"/>
                                    <m:ctrlPr>
                                      <a:rPr lang="en-US" sz="2800" i="1">
                                        <a:solidFill>
                                          <a:srgbClr val="0000FF"/>
                                        </a:solidFill>
                                        <a:latin typeface="Cambria Math" panose="02040503050406030204" pitchFamily="18" charset="0"/>
                                      </a:rPr>
                                    </m:ctrlPr>
                                  </m:groupChrPr>
                                  <m:e>
                                    <m:m>
                                      <m:mPr>
                                        <m:plcHide m:val="on"/>
                                        <m:mcs>
                                          <m:mc>
                                            <m:mcPr>
                                              <m:count m:val="4"/>
                                              <m:mcJc m:val="center"/>
                                            </m:mcPr>
                                          </m:mc>
                                        </m:mcs>
                                        <m:ctrlPr>
                                          <a:rPr lang="en-US" sz="2800" i="1">
                                            <a:solidFill>
                                              <a:srgbClr val="0000FF"/>
                                            </a:solidFill>
                                            <a:latin typeface="Cambria Math" panose="02040503050406030204" pitchFamily="18" charset="0"/>
                                          </a:rPr>
                                        </m:ctrlPr>
                                      </m:mPr>
                                      <m:mr>
                                        <m:e/>
                                        <m:e/>
                                        <m:e/>
                                        <m:e/>
                                      </m:mr>
                                    </m:m>
                                  </m:e>
                                </m:groupChr>
                              </m:e>
                              <m:lim/>
                            </m:limUpp>
                          </m:oMath>
                        </m:oMathPara>
                      </a14:m>
                      <a:endParaRPr lang="en-US" sz="2800" dirty="0"/>
                    </a:p>
                  </p:txBody>
                </p:sp>
              </mc:Choice>
              <mc:Fallback xmlns="">
                <p:sp>
                  <p:nvSpPr>
                    <p:cNvPr id="57387" name="Object 51"/>
                    <p:cNvSpPr txBox="1">
                      <a:spLocks noRot="1" noChangeAspect="1" noMove="1" noResize="1" noEditPoints="1" noAdjustHandles="1" noChangeArrowheads="1" noChangeShapeType="1" noTextEdit="1"/>
                    </p:cNvSpPr>
                    <p:nvPr/>
                  </p:nvSpPr>
                  <p:spPr bwMode="auto">
                    <a:xfrm>
                      <a:off x="884" y="3061"/>
                      <a:ext cx="1104" cy="542"/>
                    </a:xfrm>
                    <a:prstGeom prst="rect">
                      <a:avLst/>
                    </a:prstGeom>
                    <a:blipFill>
                      <a:blip r:embed="rId15"/>
                      <a:stretch>
                        <a:fillRect/>
                      </a:stretch>
                    </a:blipFill>
                    <a:ln>
                      <a:noFill/>
                    </a:ln>
                    <a:effectLst/>
                  </p:spPr>
                  <p:txBody>
                    <a:bodyPr/>
                    <a:lstStyle/>
                    <a:p>
                      <a:r>
                        <a:rPr lang="en-US">
                          <a:noFill/>
                        </a:rPr>
                        <a:t> </a:t>
                      </a:r>
                    </a:p>
                  </p:txBody>
                </p:sp>
              </mc:Fallback>
            </mc:AlternateContent>
          </p:grpSp>
          <p:grpSp>
            <p:nvGrpSpPr>
              <p:cNvPr id="57376" name="Group 52"/>
              <p:cNvGrpSpPr>
                <a:grpSpLocks/>
              </p:cNvGrpSpPr>
              <p:nvPr/>
            </p:nvGrpSpPr>
            <p:grpSpPr bwMode="auto">
              <a:xfrm>
                <a:off x="4648" y="2709"/>
                <a:ext cx="234" cy="631"/>
                <a:chOff x="1798" y="2163"/>
                <a:chExt cx="234" cy="631"/>
              </a:xfrm>
            </p:grpSpPr>
            <mc:AlternateContent xmlns:mc="http://schemas.openxmlformats.org/markup-compatibility/2006" xmlns:a14="http://schemas.microsoft.com/office/drawing/2010/main">
              <mc:Choice Requires="a14">
                <p:sp>
                  <p:nvSpPr>
                    <p:cNvPr id="57384" name="Object 53"/>
                    <p:cNvSpPr txBox="1"/>
                    <p:nvPr/>
                  </p:nvSpPr>
                  <p:spPr bwMode="auto">
                    <a:xfrm>
                      <a:off x="1798" y="2163"/>
                      <a:ext cx="234" cy="301"/>
                    </a:xfrm>
                    <a:prstGeom prst="rect">
                      <a:avLst/>
                    </a:prstGeom>
                    <a:noFill/>
                    <a:ln>
                      <a:noFill/>
                    </a:ln>
                    <a:effectLst/>
                  </p:spPr>
                  <p:txBody>
                    <a:bodyPr>
                      <a:normAutofit/>
                    </a:bodyPr>
                    <a:lstStyle/>
                    <a:p>
                      <a:pPr/>
                      <a14:m>
                        <m:oMathPara xmlns:m="http://schemas.openxmlformats.org/officeDocument/2006/math">
                          <m:oMathParaPr>
                            <m:jc m:val="left"/>
                          </m:oMathParaPr>
                          <m:oMath>
                            <m:sSub>
                              <m:sSubPr>
                                <m:ctrlPr>
                                  <a:rPr lang="en-US" sz="1800" i="1">
                                    <a:solidFill>
                                      <a:srgbClr val="0000FF"/>
                                    </a:solidFill>
                                    <a:latin typeface="Cambria Math" panose="02040503050406030204" pitchFamily="18" charset="0"/>
                                  </a:rPr>
                                </m:ctrlPr>
                              </m:sSubPr>
                              <m:e>
                                <m:r>
                                  <a:rPr lang="en-US" sz="1800" i="1">
                                    <a:solidFill>
                                      <a:srgbClr val="0000FF"/>
                                    </a:solidFill>
                                    <a:latin typeface="Cambria Math" panose="02040503050406030204" pitchFamily="18" charset="0"/>
                                  </a:rPr>
                                  <m:t>𝑆</m:t>
                                </m:r>
                              </m:e>
                              <m:sub>
                                <m:r>
                                  <a:rPr lang="en-US" sz="1800" i="1">
                                    <a:solidFill>
                                      <a:srgbClr val="0000FF"/>
                                    </a:solidFill>
                                    <a:latin typeface="Cambria Math" panose="02040503050406030204" pitchFamily="18" charset="0"/>
                                  </a:rPr>
                                  <m:t>3</m:t>
                                </m:r>
                              </m:sub>
                            </m:sSub>
                          </m:oMath>
                        </m:oMathPara>
                      </a14:m>
                      <a:endParaRPr lang="en-US" sz="1800" dirty="0"/>
                    </a:p>
                  </p:txBody>
                </p:sp>
              </mc:Choice>
              <mc:Fallback xmlns="">
                <p:sp>
                  <p:nvSpPr>
                    <p:cNvPr id="57384" name="Object 53"/>
                    <p:cNvSpPr txBox="1">
                      <a:spLocks noRot="1" noChangeAspect="1" noMove="1" noResize="1" noEditPoints="1" noAdjustHandles="1" noChangeArrowheads="1" noChangeShapeType="1" noTextEdit="1"/>
                    </p:cNvSpPr>
                    <p:nvPr/>
                  </p:nvSpPr>
                  <p:spPr bwMode="auto">
                    <a:xfrm>
                      <a:off x="1798" y="2163"/>
                      <a:ext cx="234" cy="301"/>
                    </a:xfrm>
                    <a:prstGeom prst="rect">
                      <a:avLst/>
                    </a:prstGeom>
                    <a:blipFill>
                      <a:blip r:embed="rId16"/>
                      <a:stretch>
                        <a:fillRect/>
                      </a:stretch>
                    </a:blipFill>
                    <a:ln>
                      <a:noFill/>
                    </a:ln>
                    <a:effectLst/>
                  </p:spPr>
                  <p:txBody>
                    <a:bodyPr/>
                    <a:lstStyle/>
                    <a:p>
                      <a:r>
                        <a:rPr lang="en-US">
                          <a:noFill/>
                        </a:rPr>
                        <a:t> </a:t>
                      </a:r>
                    </a:p>
                  </p:txBody>
                </p:sp>
              </mc:Fallback>
            </mc:AlternateContent>
            <p:sp>
              <p:nvSpPr>
                <p:cNvPr id="57385" name="Line 54"/>
                <p:cNvSpPr>
                  <a:spLocks noChangeShapeType="1"/>
                </p:cNvSpPr>
                <p:nvPr/>
              </p:nvSpPr>
              <p:spPr bwMode="auto">
                <a:xfrm rot="10800000" flipV="1">
                  <a:off x="1914" y="2474"/>
                  <a:ext cx="0" cy="320"/>
                </a:xfrm>
                <a:prstGeom prst="line">
                  <a:avLst/>
                </a:prstGeom>
                <a:noFill/>
                <a:ln w="19050">
                  <a:solidFill>
                    <a:srgbClr val="0000CC"/>
                  </a:solidFill>
                  <a:round/>
                  <a:headEnd type="none" w="lg" len="lg"/>
                  <a:tailEnd type="stealth" w="lg" len="lg"/>
                </a:ln>
                <a:extLst>
                  <a:ext uri="{909E8E84-426E-40DD-AFC4-6F175D3DCCD1}">
                    <a14:hiddenFill xmlns:a14="http://schemas.microsoft.com/office/drawing/2010/main">
                      <a:noFill/>
                    </a14:hiddenFill>
                  </a:ext>
                </a:extLst>
              </p:spPr>
              <p:txBody>
                <a:bodyPr>
                  <a:spAutoFit/>
                </a:bodyPr>
                <a:lstStyle/>
                <a:p>
                  <a:endParaRPr lang="en-US"/>
                </a:p>
              </p:txBody>
            </p:sp>
          </p:grpSp>
          <p:grpSp>
            <p:nvGrpSpPr>
              <p:cNvPr id="57377" name="Group 55"/>
              <p:cNvGrpSpPr>
                <a:grpSpLocks/>
              </p:cNvGrpSpPr>
              <p:nvPr/>
            </p:nvGrpSpPr>
            <p:grpSpPr bwMode="auto">
              <a:xfrm>
                <a:off x="4333" y="1212"/>
                <a:ext cx="1168" cy="2129"/>
                <a:chOff x="4333" y="1212"/>
                <a:chExt cx="1168" cy="2129"/>
              </a:xfrm>
            </p:grpSpPr>
            <p:grpSp>
              <p:nvGrpSpPr>
                <p:cNvPr id="57378" name="Group 56"/>
                <p:cNvGrpSpPr>
                  <a:grpSpLocks/>
                </p:cNvGrpSpPr>
                <p:nvPr/>
              </p:nvGrpSpPr>
              <p:grpSpPr bwMode="auto">
                <a:xfrm>
                  <a:off x="4849" y="2470"/>
                  <a:ext cx="218" cy="871"/>
                  <a:chOff x="1927" y="1932"/>
                  <a:chExt cx="218" cy="871"/>
                </a:xfrm>
              </p:grpSpPr>
              <p:sp>
                <p:nvSpPr>
                  <p:cNvPr id="57382" name="Line 57"/>
                  <p:cNvSpPr>
                    <a:spLocks noChangeShapeType="1"/>
                  </p:cNvSpPr>
                  <p:nvPr/>
                </p:nvSpPr>
                <p:spPr bwMode="auto">
                  <a:xfrm rot="10800000" flipV="1">
                    <a:off x="2035" y="2203"/>
                    <a:ext cx="0" cy="600"/>
                  </a:xfrm>
                  <a:prstGeom prst="line">
                    <a:avLst/>
                  </a:prstGeom>
                  <a:noFill/>
                  <a:ln w="19050">
                    <a:solidFill>
                      <a:srgbClr val="0000CC"/>
                    </a:solidFill>
                    <a:round/>
                    <a:headEnd type="none" w="lg" len="lg"/>
                    <a:tailEnd type="stealth" w="lg" len="lg"/>
                  </a:ln>
                  <a:extLst>
                    <a:ext uri="{909E8E84-426E-40DD-AFC4-6F175D3DCCD1}">
                      <a14:hiddenFill xmlns:a14="http://schemas.microsoft.com/office/drawing/2010/main">
                        <a:noFill/>
                      </a14:hiddenFill>
                    </a:ext>
                  </a:extLst>
                </p:spPr>
                <p:txBody>
                  <a:bodyPr>
                    <a:spAutoFit/>
                  </a:bodyPr>
                  <a:lstStyle/>
                  <a:p>
                    <a:endParaRPr lang="en-US"/>
                  </a:p>
                </p:txBody>
              </p:sp>
              <mc:AlternateContent xmlns:mc="http://schemas.openxmlformats.org/markup-compatibility/2006" xmlns:a14="http://schemas.microsoft.com/office/drawing/2010/main">
                <mc:Choice Requires="a14">
                  <p:sp>
                    <p:nvSpPr>
                      <p:cNvPr id="57383" name="Object 58"/>
                      <p:cNvSpPr txBox="1"/>
                      <p:nvPr/>
                    </p:nvSpPr>
                    <p:spPr bwMode="auto">
                      <a:xfrm>
                        <a:off x="1927" y="1932"/>
                        <a:ext cx="218" cy="301"/>
                      </a:xfrm>
                      <a:prstGeom prst="rect">
                        <a:avLst/>
                      </a:prstGeom>
                      <a:noFill/>
                      <a:ln>
                        <a:noFill/>
                      </a:ln>
                      <a:effectLst/>
                    </p:spPr>
                    <p:txBody>
                      <a:bodyPr>
                        <a:normAutofit/>
                      </a:bodyPr>
                      <a:lstStyle/>
                      <a:p>
                        <a:pPr/>
                        <a14:m>
                          <m:oMathPara xmlns:m="http://schemas.openxmlformats.org/officeDocument/2006/math">
                            <m:oMathParaPr>
                              <m:jc m:val="left"/>
                            </m:oMathParaPr>
                            <m:oMath>
                              <m:sSub>
                                <m:sSubPr>
                                  <m:ctrlPr>
                                    <a:rPr lang="en-US" sz="1800" i="1">
                                      <a:solidFill>
                                        <a:srgbClr val="0000FF"/>
                                      </a:solidFill>
                                      <a:latin typeface="Cambria Math" panose="02040503050406030204" pitchFamily="18" charset="0"/>
                                    </a:rPr>
                                  </m:ctrlPr>
                                </m:sSubPr>
                                <m:e>
                                  <m:r>
                                    <a:rPr lang="en-US" sz="1800" i="1">
                                      <a:solidFill>
                                        <a:srgbClr val="0000FF"/>
                                      </a:solidFill>
                                      <a:latin typeface="Cambria Math" panose="02040503050406030204" pitchFamily="18" charset="0"/>
                                    </a:rPr>
                                    <m:t>𝑥</m:t>
                                  </m:r>
                                </m:e>
                                <m:sub>
                                  <m:r>
                                    <a:rPr lang="en-US" sz="1800" i="1">
                                      <a:solidFill>
                                        <a:srgbClr val="0000FF"/>
                                      </a:solidFill>
                                      <a:latin typeface="Cambria Math" panose="02040503050406030204" pitchFamily="18" charset="0"/>
                                    </a:rPr>
                                    <m:t>3</m:t>
                                  </m:r>
                                </m:sub>
                              </m:sSub>
                            </m:oMath>
                          </m:oMathPara>
                        </a14:m>
                        <a:endParaRPr lang="en-US" sz="1800" dirty="0"/>
                      </a:p>
                    </p:txBody>
                  </p:sp>
                </mc:Choice>
                <mc:Fallback xmlns="">
                  <p:sp>
                    <p:nvSpPr>
                      <p:cNvPr id="57383" name="Object 58"/>
                      <p:cNvSpPr txBox="1">
                        <a:spLocks noRot="1" noChangeAspect="1" noMove="1" noResize="1" noEditPoints="1" noAdjustHandles="1" noChangeArrowheads="1" noChangeShapeType="1" noTextEdit="1"/>
                      </p:cNvSpPr>
                      <p:nvPr/>
                    </p:nvSpPr>
                    <p:spPr bwMode="auto">
                      <a:xfrm>
                        <a:off x="1927" y="1932"/>
                        <a:ext cx="218" cy="301"/>
                      </a:xfrm>
                      <a:prstGeom prst="rect">
                        <a:avLst/>
                      </a:prstGeom>
                      <a:blipFill>
                        <a:blip r:embed="rId17"/>
                        <a:stretch>
                          <a:fillRect r="-5263"/>
                        </a:stretch>
                      </a:blipFill>
                      <a:ln>
                        <a:noFill/>
                      </a:ln>
                      <a:effectLst/>
                    </p:spPr>
                    <p:txBody>
                      <a:bodyPr/>
                      <a:lstStyle/>
                      <a:p>
                        <a:r>
                          <a:rPr lang="en-US">
                            <a:noFill/>
                          </a:rPr>
                          <a:t> </a:t>
                        </a:r>
                      </a:p>
                    </p:txBody>
                  </p:sp>
                </mc:Fallback>
              </mc:AlternateContent>
            </p:grpSp>
            <p:grpSp>
              <p:nvGrpSpPr>
                <p:cNvPr id="57379" name="Group 59"/>
                <p:cNvGrpSpPr>
                  <a:grpSpLocks/>
                </p:cNvGrpSpPr>
                <p:nvPr/>
              </p:nvGrpSpPr>
              <p:grpSpPr bwMode="auto">
                <a:xfrm>
                  <a:off x="4333" y="1212"/>
                  <a:ext cx="1168" cy="1245"/>
                  <a:chOff x="3764" y="1643"/>
                  <a:chExt cx="1168" cy="1245"/>
                </a:xfrm>
              </p:grpSpPr>
              <p:pic>
                <p:nvPicPr>
                  <p:cNvPr id="57380" name="Picture 6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764" y="2012"/>
                    <a:ext cx="1168" cy="87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pic>
              <p:sp>
                <p:nvSpPr>
                  <p:cNvPr id="57381" name="Text Box 61"/>
                  <p:cNvSpPr txBox="1">
                    <a:spLocks noChangeArrowheads="1"/>
                  </p:cNvSpPr>
                  <p:nvPr/>
                </p:nvSpPr>
                <p:spPr bwMode="auto">
                  <a:xfrm>
                    <a:off x="4050" y="1643"/>
                    <a:ext cx="707"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type="none" w="lg" len="lg"/>
                      </a14:hiddenLine>
                    </a:ext>
                  </a:extLst>
                </p:spPr>
                <p:txBody>
                  <a:bodyPr wrap="none">
                    <a:spAutoFit/>
                  </a:bodyP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r>
                      <a:rPr lang="en-US" altLang="en-US" sz="2400" i="0"/>
                      <a:t>Week 3</a:t>
                    </a:r>
                  </a:p>
                </p:txBody>
              </p:sp>
            </p:grpSp>
          </p:grpSp>
        </p:grpSp>
        <p:grpSp>
          <p:nvGrpSpPr>
            <p:cNvPr id="57372" name="Group 62"/>
            <p:cNvGrpSpPr>
              <a:grpSpLocks/>
            </p:cNvGrpSpPr>
            <p:nvPr/>
          </p:nvGrpSpPr>
          <p:grpSpPr bwMode="auto">
            <a:xfrm>
              <a:off x="4953" y="2702"/>
              <a:ext cx="250" cy="639"/>
              <a:chOff x="1790" y="2155"/>
              <a:chExt cx="250" cy="639"/>
            </a:xfrm>
          </p:grpSpPr>
          <mc:AlternateContent xmlns:mc="http://schemas.openxmlformats.org/markup-compatibility/2006" xmlns:a14="http://schemas.microsoft.com/office/drawing/2010/main">
            <mc:Choice Requires="a14">
              <p:sp>
                <p:nvSpPr>
                  <p:cNvPr id="57373" name="Object 63"/>
                  <p:cNvSpPr txBox="1"/>
                  <p:nvPr/>
                </p:nvSpPr>
                <p:spPr bwMode="auto">
                  <a:xfrm>
                    <a:off x="1790" y="2155"/>
                    <a:ext cx="250" cy="317"/>
                  </a:xfrm>
                  <a:prstGeom prst="rect">
                    <a:avLst/>
                  </a:prstGeom>
                  <a:noFill/>
                  <a:ln>
                    <a:noFill/>
                  </a:ln>
                  <a:effectLst/>
                </p:spPr>
                <p:txBody>
                  <a:bodyPr>
                    <a:normAutofit/>
                  </a:bodyPr>
                  <a:lstStyle/>
                  <a:p>
                    <a:pPr/>
                    <a14:m>
                      <m:oMathPara xmlns:m="http://schemas.openxmlformats.org/officeDocument/2006/math">
                        <m:oMathParaPr>
                          <m:jc m:val="left"/>
                        </m:oMathParaPr>
                        <m:oMath>
                          <m:sSubSup>
                            <m:sSubSupPr>
                              <m:ctrlPr>
                                <a:rPr lang="en-US" sz="1800" i="1">
                                  <a:solidFill>
                                    <a:srgbClr val="0000FF"/>
                                  </a:solidFill>
                                  <a:latin typeface="Cambria Math" panose="02040503050406030204" pitchFamily="18" charset="0"/>
                                </a:rPr>
                              </m:ctrlPr>
                            </m:sSubSupPr>
                            <m:e>
                              <m:r>
                                <a:rPr lang="en-US" sz="1800" i="1">
                                  <a:solidFill>
                                    <a:srgbClr val="0000FF"/>
                                  </a:solidFill>
                                  <a:latin typeface="Cambria Math" panose="02040503050406030204" pitchFamily="18" charset="0"/>
                                </a:rPr>
                                <m:t>𝑆</m:t>
                              </m:r>
                            </m:e>
                            <m:sub>
                              <m:r>
                                <a:rPr lang="en-US" sz="1800" i="1">
                                  <a:solidFill>
                                    <a:srgbClr val="0000FF"/>
                                  </a:solidFill>
                                  <a:latin typeface="Cambria Math" panose="02040503050406030204" pitchFamily="18" charset="0"/>
                                </a:rPr>
                                <m:t>3</m:t>
                              </m:r>
                            </m:sub>
                            <m:sup>
                              <m:r>
                                <a:rPr lang="en-US" sz="1800" i="1">
                                  <a:solidFill>
                                    <a:srgbClr val="0000FF"/>
                                  </a:solidFill>
                                  <a:latin typeface="Cambria Math" panose="02040503050406030204" pitchFamily="18" charset="0"/>
                                </a:rPr>
                                <m:t>𝑥</m:t>
                              </m:r>
                            </m:sup>
                          </m:sSubSup>
                        </m:oMath>
                      </m:oMathPara>
                    </a14:m>
                    <a:endParaRPr lang="en-US" sz="1800" dirty="0"/>
                  </a:p>
                </p:txBody>
              </p:sp>
            </mc:Choice>
            <mc:Fallback xmlns="">
              <p:sp>
                <p:nvSpPr>
                  <p:cNvPr id="57373" name="Object 63"/>
                  <p:cNvSpPr txBox="1">
                    <a:spLocks noRot="1" noChangeAspect="1" noMove="1" noResize="1" noEditPoints="1" noAdjustHandles="1" noChangeArrowheads="1" noChangeShapeType="1" noTextEdit="1"/>
                  </p:cNvSpPr>
                  <p:nvPr/>
                </p:nvSpPr>
                <p:spPr bwMode="auto">
                  <a:xfrm>
                    <a:off x="1790" y="2155"/>
                    <a:ext cx="250" cy="317"/>
                  </a:xfrm>
                  <a:prstGeom prst="rect">
                    <a:avLst/>
                  </a:prstGeom>
                  <a:blipFill>
                    <a:blip r:embed="rId18"/>
                    <a:stretch>
                      <a:fillRect/>
                    </a:stretch>
                  </a:blipFill>
                  <a:ln>
                    <a:noFill/>
                  </a:ln>
                  <a:effectLst/>
                </p:spPr>
                <p:txBody>
                  <a:bodyPr/>
                  <a:lstStyle/>
                  <a:p>
                    <a:r>
                      <a:rPr lang="en-US">
                        <a:noFill/>
                      </a:rPr>
                      <a:t> </a:t>
                    </a:r>
                  </a:p>
                </p:txBody>
              </p:sp>
            </mc:Fallback>
          </mc:AlternateContent>
          <p:sp>
            <p:nvSpPr>
              <p:cNvPr id="57374" name="Line 64"/>
              <p:cNvSpPr>
                <a:spLocks noChangeShapeType="1"/>
              </p:cNvSpPr>
              <p:nvPr/>
            </p:nvSpPr>
            <p:spPr bwMode="auto">
              <a:xfrm rot="10800000" flipV="1">
                <a:off x="1914" y="2474"/>
                <a:ext cx="0" cy="320"/>
              </a:xfrm>
              <a:prstGeom prst="line">
                <a:avLst/>
              </a:prstGeom>
              <a:noFill/>
              <a:ln w="19050">
                <a:solidFill>
                  <a:srgbClr val="0000CC"/>
                </a:solidFill>
                <a:round/>
                <a:headEnd type="none" w="lg" len="lg"/>
                <a:tailEnd type="stealth" w="lg" len="lg"/>
              </a:ln>
              <a:extLst>
                <a:ext uri="{909E8E84-426E-40DD-AFC4-6F175D3DCCD1}">
                  <a14:hiddenFill xmlns:a14="http://schemas.microsoft.com/office/drawing/2010/main">
                    <a:noFill/>
                  </a14:hiddenFill>
                </a:ext>
              </a:extLst>
            </p:spPr>
            <p:txBody>
              <a:bodyPr>
                <a:spAutoFit/>
              </a:bodyPr>
              <a:lstStyle/>
              <a:p>
                <a:endParaRPr lang="en-US"/>
              </a:p>
            </p:txBody>
          </p:sp>
        </p:grpSp>
      </p:grpSp>
      <p:sp>
        <p:nvSpPr>
          <p:cNvPr id="57361" name="Text Box 65"/>
          <p:cNvSpPr txBox="1">
            <a:spLocks noChangeArrowheads="1"/>
          </p:cNvSpPr>
          <p:nvPr/>
        </p:nvSpPr>
        <p:spPr bwMode="auto">
          <a:xfrm>
            <a:off x="4648200" y="5719763"/>
            <a:ext cx="59213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lgn="ctr">
                <a:solidFill>
                  <a:srgbClr val="000000"/>
                </a:solidFill>
                <a:miter lim="800000"/>
                <a:headEnd/>
                <a:tailEnd/>
              </a14:hiddenLine>
            </a:ext>
          </a:extLst>
        </p:spPr>
        <p:txBody>
          <a:bodyPr wrap="none">
            <a:spAutoFit/>
          </a:bodyP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r>
              <a:rPr lang="en-US" altLang="en-US" sz="2400" i="0">
                <a:solidFill>
                  <a:srgbClr val="FF0000"/>
                </a:solidFill>
              </a:rPr>
              <a:t>t=1</a:t>
            </a:r>
          </a:p>
        </p:txBody>
      </p:sp>
      <p:sp>
        <p:nvSpPr>
          <p:cNvPr id="57362" name="Text Box 66"/>
          <p:cNvSpPr txBox="1">
            <a:spLocks noChangeArrowheads="1"/>
          </p:cNvSpPr>
          <p:nvPr/>
        </p:nvSpPr>
        <p:spPr bwMode="auto">
          <a:xfrm>
            <a:off x="6986589" y="5721350"/>
            <a:ext cx="592137"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lgn="ctr">
                <a:solidFill>
                  <a:srgbClr val="000000"/>
                </a:solidFill>
                <a:miter lim="800000"/>
                <a:headEnd/>
                <a:tailEnd/>
              </a14:hiddenLine>
            </a:ext>
          </a:extLst>
        </p:spPr>
        <p:txBody>
          <a:bodyPr wrap="none">
            <a:spAutoFit/>
          </a:bodyP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r>
              <a:rPr lang="en-US" altLang="en-US" sz="2400" i="0">
                <a:solidFill>
                  <a:srgbClr val="FF0000"/>
                </a:solidFill>
              </a:rPr>
              <a:t>t=2</a:t>
            </a:r>
          </a:p>
        </p:txBody>
      </p:sp>
      <p:sp>
        <p:nvSpPr>
          <p:cNvPr id="57363" name="Text Box 67"/>
          <p:cNvSpPr txBox="1">
            <a:spLocks noChangeArrowheads="1"/>
          </p:cNvSpPr>
          <p:nvPr/>
        </p:nvSpPr>
        <p:spPr bwMode="auto">
          <a:xfrm>
            <a:off x="9286875" y="5722938"/>
            <a:ext cx="59213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lgn="ctr">
                <a:solidFill>
                  <a:srgbClr val="000000"/>
                </a:solidFill>
                <a:miter lim="800000"/>
                <a:headEnd/>
                <a:tailEnd/>
              </a14:hiddenLine>
            </a:ext>
          </a:extLst>
        </p:spPr>
        <p:txBody>
          <a:bodyPr wrap="none">
            <a:spAutoFit/>
          </a:bodyP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r>
              <a:rPr lang="en-US" altLang="en-US" sz="2400" i="0">
                <a:solidFill>
                  <a:srgbClr val="FF0000"/>
                </a:solidFill>
              </a:rPr>
              <a:t>t=3</a:t>
            </a:r>
          </a:p>
        </p:txBody>
      </p:sp>
      <p:grpSp>
        <p:nvGrpSpPr>
          <p:cNvPr id="24" name="Group 68"/>
          <p:cNvGrpSpPr>
            <a:grpSpLocks/>
          </p:cNvGrpSpPr>
          <p:nvPr/>
        </p:nvGrpSpPr>
        <p:grpSpPr bwMode="auto">
          <a:xfrm>
            <a:off x="1741488" y="1914526"/>
            <a:ext cx="1854200" cy="3387725"/>
            <a:chOff x="1464" y="1205"/>
            <a:chExt cx="1168" cy="2134"/>
          </a:xfrm>
        </p:grpSpPr>
        <p:grpSp>
          <p:nvGrpSpPr>
            <p:cNvPr id="57365" name="Group 69"/>
            <p:cNvGrpSpPr>
              <a:grpSpLocks/>
            </p:cNvGrpSpPr>
            <p:nvPr/>
          </p:nvGrpSpPr>
          <p:grpSpPr bwMode="auto">
            <a:xfrm>
              <a:off x="1464" y="1205"/>
              <a:ext cx="1168" cy="1245"/>
              <a:chOff x="2192" y="1637"/>
              <a:chExt cx="1168" cy="1245"/>
            </a:xfrm>
          </p:grpSpPr>
          <p:pic>
            <p:nvPicPr>
              <p:cNvPr id="57369" name="Picture 7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192" y="2006"/>
                <a:ext cx="1168" cy="87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pic>
          <p:sp>
            <p:nvSpPr>
              <p:cNvPr id="57370" name="Text Box 71"/>
              <p:cNvSpPr txBox="1">
                <a:spLocks noChangeArrowheads="1"/>
              </p:cNvSpPr>
              <p:nvPr/>
            </p:nvSpPr>
            <p:spPr bwMode="auto">
              <a:xfrm>
                <a:off x="2406" y="1637"/>
                <a:ext cx="707"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type="none" w="lg" len="lg"/>
                  </a14:hiddenLine>
                </a:ext>
              </a:extLst>
            </p:spPr>
            <p:txBody>
              <a:bodyPr wrap="none">
                <a:spAutoFit/>
              </a:bodyP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r>
                  <a:rPr lang="en-US" altLang="en-US" sz="2400" i="0"/>
                  <a:t>Week 0</a:t>
                </a:r>
              </a:p>
            </p:txBody>
          </p:sp>
        </p:grpSp>
        <p:grpSp>
          <p:nvGrpSpPr>
            <p:cNvPr id="57366" name="Group 72"/>
            <p:cNvGrpSpPr>
              <a:grpSpLocks/>
            </p:cNvGrpSpPr>
            <p:nvPr/>
          </p:nvGrpSpPr>
          <p:grpSpPr bwMode="auto">
            <a:xfrm>
              <a:off x="1935" y="2468"/>
              <a:ext cx="218" cy="871"/>
              <a:chOff x="1927" y="1932"/>
              <a:chExt cx="218" cy="871"/>
            </a:xfrm>
          </p:grpSpPr>
          <p:sp>
            <p:nvSpPr>
              <p:cNvPr id="57367" name="Line 73"/>
              <p:cNvSpPr>
                <a:spLocks noChangeShapeType="1"/>
              </p:cNvSpPr>
              <p:nvPr/>
            </p:nvSpPr>
            <p:spPr bwMode="auto">
              <a:xfrm rot="10800000" flipV="1">
                <a:off x="2035" y="2203"/>
                <a:ext cx="0" cy="600"/>
              </a:xfrm>
              <a:prstGeom prst="line">
                <a:avLst/>
              </a:prstGeom>
              <a:noFill/>
              <a:ln w="19050">
                <a:solidFill>
                  <a:srgbClr val="0000CC"/>
                </a:solidFill>
                <a:round/>
                <a:headEnd type="none" w="lg" len="lg"/>
                <a:tailEnd type="stealth" w="lg" len="lg"/>
              </a:ln>
              <a:extLst>
                <a:ext uri="{909E8E84-426E-40DD-AFC4-6F175D3DCCD1}">
                  <a14:hiddenFill xmlns:a14="http://schemas.microsoft.com/office/drawing/2010/main">
                    <a:noFill/>
                  </a14:hiddenFill>
                </a:ext>
              </a:extLst>
            </p:spPr>
            <p:txBody>
              <a:bodyPr>
                <a:spAutoFit/>
              </a:bodyPr>
              <a:lstStyle/>
              <a:p>
                <a:endParaRPr lang="en-US"/>
              </a:p>
            </p:txBody>
          </p:sp>
          <mc:AlternateContent xmlns:mc="http://schemas.openxmlformats.org/markup-compatibility/2006" xmlns:a14="http://schemas.microsoft.com/office/drawing/2010/main">
            <mc:Choice Requires="a14">
              <p:sp>
                <p:nvSpPr>
                  <p:cNvPr id="57368" name="Object 74"/>
                  <p:cNvSpPr txBox="1"/>
                  <p:nvPr/>
                </p:nvSpPr>
                <p:spPr bwMode="auto">
                  <a:xfrm>
                    <a:off x="1927" y="1932"/>
                    <a:ext cx="218" cy="301"/>
                  </a:xfrm>
                  <a:prstGeom prst="rect">
                    <a:avLst/>
                  </a:prstGeom>
                  <a:noFill/>
                  <a:ln>
                    <a:noFill/>
                  </a:ln>
                  <a:effectLst/>
                </p:spPr>
                <p:txBody>
                  <a:bodyPr>
                    <a:normAutofit/>
                  </a:bodyPr>
                  <a:lstStyle/>
                  <a:p>
                    <a:pPr/>
                    <a14:m>
                      <m:oMathPara xmlns:m="http://schemas.openxmlformats.org/officeDocument/2006/math">
                        <m:oMathParaPr>
                          <m:jc m:val="left"/>
                        </m:oMathParaPr>
                        <m:oMath>
                          <m:sSub>
                            <m:sSubPr>
                              <m:ctrlPr>
                                <a:rPr lang="en-US" sz="1800" i="1">
                                  <a:solidFill>
                                    <a:srgbClr val="0000FF"/>
                                  </a:solidFill>
                                  <a:latin typeface="Cambria Math" panose="02040503050406030204" pitchFamily="18" charset="0"/>
                                </a:rPr>
                              </m:ctrlPr>
                            </m:sSubPr>
                            <m:e>
                              <m:r>
                                <a:rPr lang="en-US" sz="1800" i="1">
                                  <a:solidFill>
                                    <a:srgbClr val="0000FF"/>
                                  </a:solidFill>
                                  <a:latin typeface="Cambria Math" panose="02040503050406030204" pitchFamily="18" charset="0"/>
                                </a:rPr>
                                <m:t>𝑥</m:t>
                              </m:r>
                            </m:e>
                            <m:sub>
                              <m:r>
                                <a:rPr lang="en-US" sz="1800" i="1">
                                  <a:solidFill>
                                    <a:srgbClr val="0000FF"/>
                                  </a:solidFill>
                                  <a:latin typeface="Cambria Math" panose="02040503050406030204" pitchFamily="18" charset="0"/>
                                </a:rPr>
                                <m:t>0</m:t>
                              </m:r>
                            </m:sub>
                          </m:sSub>
                        </m:oMath>
                      </m:oMathPara>
                    </a14:m>
                    <a:endParaRPr lang="en-US" sz="1800" dirty="0"/>
                  </a:p>
                </p:txBody>
              </p:sp>
            </mc:Choice>
            <mc:Fallback xmlns="">
              <p:sp>
                <p:nvSpPr>
                  <p:cNvPr id="57368" name="Object 74"/>
                  <p:cNvSpPr txBox="1">
                    <a:spLocks noRot="1" noChangeAspect="1" noMove="1" noResize="1" noEditPoints="1" noAdjustHandles="1" noChangeArrowheads="1" noChangeShapeType="1" noTextEdit="1"/>
                  </p:cNvSpPr>
                  <p:nvPr/>
                </p:nvSpPr>
                <p:spPr bwMode="auto">
                  <a:xfrm>
                    <a:off x="1927" y="1932"/>
                    <a:ext cx="218" cy="301"/>
                  </a:xfrm>
                  <a:prstGeom prst="rect">
                    <a:avLst/>
                  </a:prstGeom>
                  <a:blipFill>
                    <a:blip r:embed="rId19"/>
                    <a:stretch>
                      <a:fillRect r="-5263"/>
                    </a:stretch>
                  </a:blipFill>
                  <a:ln>
                    <a:noFill/>
                  </a:ln>
                  <a:effectLst/>
                </p:spPr>
                <p:txBody>
                  <a:bodyPr/>
                  <a:lstStyle/>
                  <a:p>
                    <a:r>
                      <a:rPr lang="en-US">
                        <a:noFill/>
                      </a:rPr>
                      <a:t> </a:t>
                    </a:r>
                  </a:p>
                </p:txBody>
              </p:sp>
            </mc:Fallback>
          </mc:AlternateContent>
        </p:grpSp>
      </p:grpSp>
    </p:spTree>
    <p:extLst>
      <p:ext uri="{BB962C8B-B14F-4D97-AF65-F5344CB8AC3E}">
        <p14:creationId xmlns:p14="http://schemas.microsoft.com/office/powerpoint/2010/main" val="39417541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up)">
                                      <p:cBhvr>
                                        <p:cTn id="7" dur="500"/>
                                        <p:tgtEl>
                                          <p:spTgt spid="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1" fill="hold" nodeType="clickEffect">
                                  <p:stCondLst>
                                    <p:cond delay="0"/>
                                  </p:stCondLst>
                                  <p:childTnLst>
                                    <p:set>
                                      <p:cBhvr>
                                        <p:cTn id="11" dur="1" fill="hold">
                                          <p:stCondLst>
                                            <p:cond delay="0"/>
                                          </p:stCondLst>
                                        </p:cTn>
                                        <p:tgtEl>
                                          <p:spTgt spid="24"/>
                                        </p:tgtEl>
                                        <p:attrNameLst>
                                          <p:attrName>style.visibility</p:attrName>
                                        </p:attrNameLst>
                                      </p:cBhvr>
                                      <p:to>
                                        <p:strVal val="visible"/>
                                      </p:to>
                                    </p:set>
                                    <p:animEffect transition="in" filter="wipe(up)">
                                      <p:cBhvr>
                                        <p:cTn id="12" dur="500"/>
                                        <p:tgtEl>
                                          <p:spTgt spid="24"/>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1" fill="hold" nodeType="clickEffect">
                                  <p:stCondLst>
                                    <p:cond delay="0"/>
                                  </p:stCondLst>
                                  <p:childTnLst>
                                    <p:set>
                                      <p:cBhvr>
                                        <p:cTn id="16" dur="1" fill="hold">
                                          <p:stCondLst>
                                            <p:cond delay="0"/>
                                          </p:stCondLst>
                                        </p:cTn>
                                        <p:tgtEl>
                                          <p:spTgt spid="3"/>
                                        </p:tgtEl>
                                        <p:attrNameLst>
                                          <p:attrName>style.visibility</p:attrName>
                                        </p:attrNameLst>
                                      </p:cBhvr>
                                      <p:to>
                                        <p:strVal val="visible"/>
                                      </p:to>
                                    </p:set>
                                    <p:animEffect transition="in" filter="wipe(up)">
                                      <p:cBhvr>
                                        <p:cTn id="17" dur="500"/>
                                        <p:tgtEl>
                                          <p:spTgt spid="3"/>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1" fill="hold" nodeType="clickEffect">
                                  <p:stCondLst>
                                    <p:cond delay="0"/>
                                  </p:stCondLst>
                                  <p:childTnLst>
                                    <p:set>
                                      <p:cBhvr>
                                        <p:cTn id="21" dur="1" fill="hold">
                                          <p:stCondLst>
                                            <p:cond delay="0"/>
                                          </p:stCondLst>
                                        </p:cTn>
                                        <p:tgtEl>
                                          <p:spTgt spid="4"/>
                                        </p:tgtEl>
                                        <p:attrNameLst>
                                          <p:attrName>style.visibility</p:attrName>
                                        </p:attrNameLst>
                                      </p:cBhvr>
                                      <p:to>
                                        <p:strVal val="visible"/>
                                      </p:to>
                                    </p:set>
                                    <p:animEffect transition="in" filter="wipe(up)">
                                      <p:cBhvr>
                                        <p:cTn id="22" dur="500"/>
                                        <p:tgtEl>
                                          <p:spTgt spid="4"/>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1" fill="hold" nodeType="clickEffect">
                                  <p:stCondLst>
                                    <p:cond delay="0"/>
                                  </p:stCondLst>
                                  <p:childTnLst>
                                    <p:set>
                                      <p:cBhvr>
                                        <p:cTn id="26" dur="1" fill="hold">
                                          <p:stCondLst>
                                            <p:cond delay="0"/>
                                          </p:stCondLst>
                                        </p:cTn>
                                        <p:tgtEl>
                                          <p:spTgt spid="5"/>
                                        </p:tgtEl>
                                        <p:attrNameLst>
                                          <p:attrName>style.visibility</p:attrName>
                                        </p:attrNameLst>
                                      </p:cBhvr>
                                      <p:to>
                                        <p:strVal val="visible"/>
                                      </p:to>
                                    </p:set>
                                    <p:animEffect transition="in" filter="wipe(up)">
                                      <p:cBhvr>
                                        <p:cTn id="27" dur="500"/>
                                        <p:tgtEl>
                                          <p:spTgt spid="5"/>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2" presetClass="entr" presetSubtype="1" fill="hold" nodeType="clickEffect">
                                  <p:stCondLst>
                                    <p:cond delay="0"/>
                                  </p:stCondLst>
                                  <p:childTnLst>
                                    <p:set>
                                      <p:cBhvr>
                                        <p:cTn id="31" dur="1" fill="hold">
                                          <p:stCondLst>
                                            <p:cond delay="0"/>
                                          </p:stCondLst>
                                        </p:cTn>
                                        <p:tgtEl>
                                          <p:spTgt spid="8"/>
                                        </p:tgtEl>
                                        <p:attrNameLst>
                                          <p:attrName>style.visibility</p:attrName>
                                        </p:attrNameLst>
                                      </p:cBhvr>
                                      <p:to>
                                        <p:strVal val="visible"/>
                                      </p:to>
                                    </p:set>
                                    <p:animEffect transition="in" filter="wipe(up)">
                                      <p:cBhvr>
                                        <p:cTn id="32" dur="500"/>
                                        <p:tgtEl>
                                          <p:spTgt spid="8"/>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2" presetClass="entr" presetSubtype="1" fill="hold" nodeType="clickEffect">
                                  <p:stCondLst>
                                    <p:cond delay="0"/>
                                  </p:stCondLst>
                                  <p:childTnLst>
                                    <p:set>
                                      <p:cBhvr>
                                        <p:cTn id="36" dur="1" fill="hold">
                                          <p:stCondLst>
                                            <p:cond delay="0"/>
                                          </p:stCondLst>
                                        </p:cTn>
                                        <p:tgtEl>
                                          <p:spTgt spid="16"/>
                                        </p:tgtEl>
                                        <p:attrNameLst>
                                          <p:attrName>style.visibility</p:attrName>
                                        </p:attrNameLst>
                                      </p:cBhvr>
                                      <p:to>
                                        <p:strVal val="visible"/>
                                      </p:to>
                                    </p:set>
                                    <p:animEffect transition="in" filter="wipe(up)">
                                      <p:cBhvr>
                                        <p:cTn id="37"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cxnSp>
        <p:nvCxnSpPr>
          <p:cNvPr id="58370" name="AutoShape 2"/>
          <p:cNvCxnSpPr>
            <a:cxnSpLocks noChangeShapeType="1"/>
            <a:stCxn id="58412" idx="3"/>
            <a:endCxn id="58456" idx="1"/>
          </p:cNvCxnSpPr>
          <p:nvPr/>
        </p:nvCxnSpPr>
        <p:spPr bwMode="auto">
          <a:xfrm>
            <a:off x="3908425" y="3536950"/>
            <a:ext cx="5378450" cy="19050"/>
          </a:xfrm>
          <a:prstGeom prst="straightConnector1">
            <a:avLst/>
          </a:prstGeom>
          <a:noFill/>
          <a:ln w="28575">
            <a:solidFill>
              <a:schemeClr val="tx1"/>
            </a:solidFill>
            <a:prstDash val="sysDot"/>
            <a:round/>
            <a:headEnd/>
            <a:tailEnd type="stealth" w="med" len="lg"/>
          </a:ln>
          <a:extLst>
            <a:ext uri="{909E8E84-426E-40DD-AFC4-6F175D3DCCD1}">
              <a14:hiddenFill xmlns:a14="http://schemas.microsoft.com/office/drawing/2010/main">
                <a:noFill/>
              </a14:hiddenFill>
            </a:ext>
          </a:extLst>
        </p:spPr>
      </p:cxnSp>
      <p:cxnSp>
        <p:nvCxnSpPr>
          <p:cNvPr id="58371" name="AutoShape 3"/>
          <p:cNvCxnSpPr>
            <a:cxnSpLocks noChangeShapeType="1"/>
            <a:stCxn id="58494" idx="3"/>
            <a:endCxn id="58378" idx="1"/>
          </p:cNvCxnSpPr>
          <p:nvPr/>
        </p:nvCxnSpPr>
        <p:spPr bwMode="auto">
          <a:xfrm>
            <a:off x="3784601" y="1919289"/>
            <a:ext cx="5508625" cy="18951"/>
          </a:xfrm>
          <a:prstGeom prst="straightConnector1">
            <a:avLst/>
          </a:prstGeom>
          <a:noFill/>
          <a:ln w="28575">
            <a:solidFill>
              <a:schemeClr val="tx1"/>
            </a:solidFill>
            <a:prstDash val="sysDot"/>
            <a:round/>
            <a:headEnd/>
            <a:tailEnd type="stealth" w="med" len="lg"/>
          </a:ln>
          <a:extLst>
            <a:ext uri="{909E8E84-426E-40DD-AFC4-6F175D3DCCD1}">
              <a14:hiddenFill xmlns:a14="http://schemas.microsoft.com/office/drawing/2010/main">
                <a:noFill/>
              </a14:hiddenFill>
            </a:ext>
          </a:extLst>
        </p:spPr>
      </p:cxnSp>
      <p:cxnSp>
        <p:nvCxnSpPr>
          <p:cNvPr id="58372" name="AutoShape 4"/>
          <p:cNvCxnSpPr>
            <a:cxnSpLocks noChangeShapeType="1"/>
            <a:stCxn id="58496" idx="3"/>
            <a:endCxn id="58379" idx="1"/>
          </p:cNvCxnSpPr>
          <p:nvPr/>
        </p:nvCxnSpPr>
        <p:spPr bwMode="auto">
          <a:xfrm>
            <a:off x="3778251" y="2452689"/>
            <a:ext cx="5508625" cy="6251"/>
          </a:xfrm>
          <a:prstGeom prst="straightConnector1">
            <a:avLst/>
          </a:prstGeom>
          <a:noFill/>
          <a:ln w="28575">
            <a:solidFill>
              <a:schemeClr val="tx1"/>
            </a:solidFill>
            <a:prstDash val="sysDot"/>
            <a:round/>
            <a:headEnd/>
            <a:tailEnd type="stealth" w="med" len="lg"/>
          </a:ln>
          <a:extLst>
            <a:ext uri="{909E8E84-426E-40DD-AFC4-6F175D3DCCD1}">
              <a14:hiddenFill xmlns:a14="http://schemas.microsoft.com/office/drawing/2010/main">
                <a:noFill/>
              </a14:hiddenFill>
            </a:ext>
          </a:extLst>
        </p:spPr>
      </p:cxnSp>
      <p:cxnSp>
        <p:nvCxnSpPr>
          <p:cNvPr id="58373" name="AutoShape 5"/>
          <p:cNvCxnSpPr>
            <a:cxnSpLocks noChangeShapeType="1"/>
            <a:stCxn id="58414" idx="3"/>
            <a:endCxn id="58457" idx="1"/>
          </p:cNvCxnSpPr>
          <p:nvPr/>
        </p:nvCxnSpPr>
        <p:spPr bwMode="auto">
          <a:xfrm>
            <a:off x="3902075" y="4057650"/>
            <a:ext cx="5384800" cy="19050"/>
          </a:xfrm>
          <a:prstGeom prst="straightConnector1">
            <a:avLst/>
          </a:prstGeom>
          <a:noFill/>
          <a:ln w="28575">
            <a:solidFill>
              <a:schemeClr val="tx1"/>
            </a:solidFill>
            <a:prstDash val="sysDot"/>
            <a:round/>
            <a:headEnd/>
            <a:tailEnd type="stealth" w="med" len="lg"/>
          </a:ln>
          <a:extLst>
            <a:ext uri="{909E8E84-426E-40DD-AFC4-6F175D3DCCD1}">
              <a14:hiddenFill xmlns:a14="http://schemas.microsoft.com/office/drawing/2010/main">
                <a:noFill/>
              </a14:hiddenFill>
            </a:ext>
          </a:extLst>
        </p:spPr>
      </p:cxnSp>
      <p:cxnSp>
        <p:nvCxnSpPr>
          <p:cNvPr id="58374" name="AutoShape 6"/>
          <p:cNvCxnSpPr>
            <a:cxnSpLocks noChangeShapeType="1"/>
            <a:stCxn id="58416" idx="3"/>
            <a:endCxn id="58458" idx="1"/>
          </p:cNvCxnSpPr>
          <p:nvPr/>
        </p:nvCxnSpPr>
        <p:spPr bwMode="auto">
          <a:xfrm>
            <a:off x="3908425" y="4591050"/>
            <a:ext cx="5378450" cy="19050"/>
          </a:xfrm>
          <a:prstGeom prst="straightConnector1">
            <a:avLst/>
          </a:prstGeom>
          <a:noFill/>
          <a:ln w="28575">
            <a:solidFill>
              <a:schemeClr val="tx1"/>
            </a:solidFill>
            <a:prstDash val="sysDot"/>
            <a:round/>
            <a:headEnd/>
            <a:tailEnd type="stealth" w="med" len="lg"/>
          </a:ln>
          <a:extLst>
            <a:ext uri="{909E8E84-426E-40DD-AFC4-6F175D3DCCD1}">
              <a14:hiddenFill xmlns:a14="http://schemas.microsoft.com/office/drawing/2010/main">
                <a:noFill/>
              </a14:hiddenFill>
            </a:ext>
          </a:extLst>
        </p:spPr>
      </p:cxnSp>
      <p:sp>
        <p:nvSpPr>
          <p:cNvPr id="58375" name="Text Box 7"/>
          <p:cNvSpPr txBox="1">
            <a:spLocks noChangeArrowheads="1"/>
          </p:cNvSpPr>
          <p:nvPr/>
        </p:nvSpPr>
        <p:spPr bwMode="auto">
          <a:xfrm>
            <a:off x="9385301" y="3898901"/>
            <a:ext cx="50847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type="none" w="med" len="lg"/>
              </a14:hiddenLine>
            </a:ext>
          </a:extLst>
        </p:spPr>
        <p:txBody>
          <a:bodyPr wrap="none">
            <a:spAutoFit/>
          </a:bodyP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pPr algn="l" eaLnBrk="1" hangingPunct="1"/>
            <a:r>
              <a:rPr lang="en-US" altLang="en-US" i="0">
                <a:cs typeface="Arial" panose="020B0604020202020204" pitchFamily="34" charset="0"/>
              </a:rPr>
              <a:t>O-,1</a:t>
            </a:r>
          </a:p>
        </p:txBody>
      </p:sp>
      <p:sp>
        <p:nvSpPr>
          <p:cNvPr id="58376" name="Text Box 8"/>
          <p:cNvSpPr txBox="1">
            <a:spLocks noChangeArrowheads="1"/>
          </p:cNvSpPr>
          <p:nvPr/>
        </p:nvSpPr>
        <p:spPr bwMode="auto">
          <a:xfrm>
            <a:off x="9378951" y="4432301"/>
            <a:ext cx="50847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type="none" w="med" len="lg"/>
              </a14:hiddenLine>
            </a:ext>
          </a:extLst>
        </p:spPr>
        <p:txBody>
          <a:bodyPr wrap="none">
            <a:spAutoFit/>
          </a:bodyP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pPr algn="l" eaLnBrk="1" hangingPunct="1"/>
            <a:r>
              <a:rPr lang="en-US" altLang="en-US" i="0">
                <a:cs typeface="Arial" panose="020B0604020202020204" pitchFamily="34" charset="0"/>
              </a:rPr>
              <a:t>O-,2</a:t>
            </a:r>
          </a:p>
        </p:txBody>
      </p:sp>
      <p:sp>
        <p:nvSpPr>
          <p:cNvPr id="58377" name="Text Box 9"/>
          <p:cNvSpPr txBox="1">
            <a:spLocks noChangeArrowheads="1"/>
          </p:cNvSpPr>
          <p:nvPr/>
        </p:nvSpPr>
        <p:spPr bwMode="auto">
          <a:xfrm>
            <a:off x="9372601" y="4953001"/>
            <a:ext cx="50847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type="none" w="med" len="lg"/>
              </a14:hiddenLine>
            </a:ext>
          </a:extLst>
        </p:spPr>
        <p:txBody>
          <a:bodyPr wrap="none">
            <a:spAutoFit/>
          </a:bodyP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pPr algn="l" eaLnBrk="1" hangingPunct="1"/>
            <a:r>
              <a:rPr lang="en-US" altLang="en-US" i="0">
                <a:cs typeface="Arial" panose="020B0604020202020204" pitchFamily="34" charset="0"/>
              </a:rPr>
              <a:t>O-,3</a:t>
            </a:r>
          </a:p>
        </p:txBody>
      </p:sp>
      <p:sp>
        <p:nvSpPr>
          <p:cNvPr id="58378" name="Text Box 10"/>
          <p:cNvSpPr txBox="1">
            <a:spLocks noChangeArrowheads="1"/>
          </p:cNvSpPr>
          <p:nvPr/>
        </p:nvSpPr>
        <p:spPr bwMode="auto">
          <a:xfrm>
            <a:off x="9293225" y="1784351"/>
            <a:ext cx="67037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type="none" w="med" len="lg"/>
              </a14:hiddenLine>
            </a:ext>
          </a:extLst>
        </p:spPr>
        <p:txBody>
          <a:bodyPr wrap="none">
            <a:spAutoFit/>
          </a:bodyP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pPr algn="l" eaLnBrk="1" hangingPunct="1"/>
            <a:r>
              <a:rPr lang="en-US" altLang="en-US" i="0">
                <a:cs typeface="Arial" panose="020B0604020202020204" pitchFamily="34" charset="0"/>
              </a:rPr>
              <a:t>AB+,2</a:t>
            </a:r>
          </a:p>
        </p:txBody>
      </p:sp>
      <p:sp>
        <p:nvSpPr>
          <p:cNvPr id="58379" name="Text Box 11"/>
          <p:cNvSpPr txBox="1">
            <a:spLocks noChangeArrowheads="1"/>
          </p:cNvSpPr>
          <p:nvPr/>
        </p:nvSpPr>
        <p:spPr bwMode="auto">
          <a:xfrm>
            <a:off x="9286875" y="2305051"/>
            <a:ext cx="67037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type="none" w="med" len="lg"/>
              </a14:hiddenLine>
            </a:ext>
          </a:extLst>
        </p:spPr>
        <p:txBody>
          <a:bodyPr wrap="none">
            <a:spAutoFit/>
          </a:bodyP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pPr algn="l" eaLnBrk="1" hangingPunct="1"/>
            <a:r>
              <a:rPr lang="en-US" altLang="en-US" i="0">
                <a:cs typeface="Arial" panose="020B0604020202020204" pitchFamily="34" charset="0"/>
              </a:rPr>
              <a:t>AB+,3</a:t>
            </a:r>
          </a:p>
        </p:txBody>
      </p:sp>
      <p:sp>
        <p:nvSpPr>
          <p:cNvPr id="58380" name="Text Box 12"/>
          <p:cNvSpPr txBox="1">
            <a:spLocks noChangeArrowheads="1"/>
          </p:cNvSpPr>
          <p:nvPr/>
        </p:nvSpPr>
        <p:spPr bwMode="auto">
          <a:xfrm>
            <a:off x="9378951" y="3378201"/>
            <a:ext cx="50847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type="none" w="med" len="lg"/>
              </a14:hiddenLine>
            </a:ext>
          </a:extLst>
        </p:spPr>
        <p:txBody>
          <a:bodyPr wrap="none">
            <a:spAutoFit/>
          </a:bodyP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pPr algn="l" eaLnBrk="1" hangingPunct="1"/>
            <a:r>
              <a:rPr lang="en-US" altLang="en-US" i="0">
                <a:cs typeface="Arial" panose="020B0604020202020204" pitchFamily="34" charset="0"/>
              </a:rPr>
              <a:t>O-,0</a:t>
            </a:r>
          </a:p>
        </p:txBody>
      </p:sp>
      <p:cxnSp>
        <p:nvCxnSpPr>
          <p:cNvPr id="58381" name="AutoShape 13"/>
          <p:cNvCxnSpPr>
            <a:cxnSpLocks noChangeShapeType="1"/>
            <a:stCxn id="58492" idx="3"/>
          </p:cNvCxnSpPr>
          <p:nvPr/>
        </p:nvCxnSpPr>
        <p:spPr bwMode="auto">
          <a:xfrm>
            <a:off x="3778251" y="1398588"/>
            <a:ext cx="5521325" cy="36512"/>
          </a:xfrm>
          <a:prstGeom prst="straightConnector1">
            <a:avLst/>
          </a:prstGeom>
          <a:noFill/>
          <a:ln w="28575">
            <a:solidFill>
              <a:schemeClr val="tx1"/>
            </a:solidFill>
            <a:prstDash val="sysDot"/>
            <a:round/>
            <a:headEnd/>
            <a:tailEnd type="stealth" w="med" len="lg"/>
          </a:ln>
          <a:extLst>
            <a:ext uri="{909E8E84-426E-40DD-AFC4-6F175D3DCCD1}">
              <a14:hiddenFill xmlns:a14="http://schemas.microsoft.com/office/drawing/2010/main">
                <a:noFill/>
              </a14:hiddenFill>
            </a:ext>
          </a:extLst>
        </p:spPr>
      </p:cxnSp>
      <p:cxnSp>
        <p:nvCxnSpPr>
          <p:cNvPr id="58382" name="AutoShape 14"/>
          <p:cNvCxnSpPr>
            <a:cxnSpLocks noChangeShapeType="1"/>
            <a:stCxn id="58414" idx="3"/>
            <a:endCxn id="58438" idx="1"/>
          </p:cNvCxnSpPr>
          <p:nvPr/>
        </p:nvCxnSpPr>
        <p:spPr bwMode="auto">
          <a:xfrm>
            <a:off x="3902075" y="4057650"/>
            <a:ext cx="1549400" cy="1016000"/>
          </a:xfrm>
          <a:prstGeom prst="straightConnector1">
            <a:avLst/>
          </a:prstGeom>
          <a:noFill/>
          <a:ln w="19050">
            <a:solidFill>
              <a:schemeClr val="tx1"/>
            </a:solidFill>
            <a:round/>
            <a:headEnd/>
            <a:tailEnd type="stealth" w="med" len="lg"/>
          </a:ln>
          <a:extLst>
            <a:ext uri="{909E8E84-426E-40DD-AFC4-6F175D3DCCD1}">
              <a14:hiddenFill xmlns:a14="http://schemas.microsoft.com/office/drawing/2010/main">
                <a:noFill/>
              </a14:hiddenFill>
            </a:ext>
          </a:extLst>
        </p:spPr>
      </p:cxnSp>
      <p:cxnSp>
        <p:nvCxnSpPr>
          <p:cNvPr id="58383" name="AutoShape 15"/>
          <p:cNvCxnSpPr>
            <a:cxnSpLocks noChangeShapeType="1"/>
            <a:stCxn id="58416" idx="3"/>
            <a:endCxn id="58440" idx="1"/>
          </p:cNvCxnSpPr>
          <p:nvPr/>
        </p:nvCxnSpPr>
        <p:spPr bwMode="auto">
          <a:xfrm>
            <a:off x="3908425" y="4591050"/>
            <a:ext cx="1536700" cy="1193800"/>
          </a:xfrm>
          <a:prstGeom prst="straightConnector1">
            <a:avLst/>
          </a:prstGeom>
          <a:noFill/>
          <a:ln w="19050">
            <a:solidFill>
              <a:schemeClr val="tx1"/>
            </a:solidFill>
            <a:round/>
            <a:headEnd/>
            <a:tailEnd type="stealth" w="med" len="lg"/>
          </a:ln>
          <a:extLst>
            <a:ext uri="{909E8E84-426E-40DD-AFC4-6F175D3DCCD1}">
              <a14:hiddenFill xmlns:a14="http://schemas.microsoft.com/office/drawing/2010/main">
                <a:noFill/>
              </a14:hiddenFill>
            </a:ext>
          </a:extLst>
        </p:spPr>
      </p:cxnSp>
      <mc:AlternateContent xmlns:mc="http://schemas.openxmlformats.org/markup-compatibility/2006" xmlns:a14="http://schemas.microsoft.com/office/drawing/2010/main">
        <mc:Choice Requires="a14">
          <p:sp>
            <p:nvSpPr>
              <p:cNvPr id="58384" name="Object 16"/>
              <p:cNvSpPr txBox="1"/>
              <p:nvPr/>
            </p:nvSpPr>
            <p:spPr bwMode="auto">
              <a:xfrm>
                <a:off x="6394450" y="550863"/>
                <a:ext cx="787400" cy="533400"/>
              </a:xfrm>
              <a:prstGeom prst="rect">
                <a:avLst/>
              </a:prstGeom>
              <a:solidFill>
                <a:schemeClr val="bg1"/>
              </a:solidFill>
              <a:ln>
                <a:noFill/>
              </a:ln>
              <a:effectLst/>
            </p:spPr>
            <p:txBody>
              <a:bodyPr>
                <a:normAutofit/>
              </a:bodyPr>
              <a:lstStyle/>
              <a:p>
                <a:pPr/>
                <a14:m>
                  <m:oMathPara xmlns:m="http://schemas.openxmlformats.org/officeDocument/2006/math">
                    <m:oMathParaPr>
                      <m:jc m:val="left"/>
                    </m:oMathParaPr>
                    <m:oMath>
                      <m:sSub>
                        <m:sSubPr>
                          <m:ctrlPr>
                            <a:rPr lang="en-US" i="1">
                              <a:latin typeface="Cambria Math" panose="02040503050406030204" pitchFamily="18" charset="0"/>
                            </a:rPr>
                          </m:ctrlPr>
                        </m:sSubPr>
                        <m:e>
                          <m:acc>
                            <m:accPr>
                              <m:chr m:val="̂"/>
                              <m:ctrlPr>
                                <a:rPr lang="en-US" i="1">
                                  <a:latin typeface="Cambria Math" panose="02040503050406030204" pitchFamily="18" charset="0"/>
                                </a:rPr>
                              </m:ctrlPr>
                            </m:accPr>
                            <m:e>
                              <m:r>
                                <a:rPr lang="en-US" i="1">
                                  <a:latin typeface="Cambria Math" panose="02040503050406030204" pitchFamily="18" charset="0"/>
                                </a:rPr>
                                <m:t>𝐷</m:t>
                              </m:r>
                            </m:e>
                          </m:acc>
                        </m:e>
                        <m:sub>
                          <m:r>
                            <a:rPr lang="en-US" i="1">
                              <a:latin typeface="Cambria Math" panose="02040503050406030204" pitchFamily="18" charset="0"/>
                            </a:rPr>
                            <m:t>𝑡</m:t>
                          </m:r>
                          <m:r>
                            <a:rPr lang="en-US" i="1">
                              <a:latin typeface="Cambria Math" panose="02040503050406030204" pitchFamily="18" charset="0"/>
                            </a:rPr>
                            <m:t>,</m:t>
                          </m:r>
                          <m:r>
                            <a:rPr lang="en-US" i="1">
                              <a:latin typeface="Cambria Math" panose="02040503050406030204" pitchFamily="18" charset="0"/>
                            </a:rPr>
                            <m:t>𝐴𝐵</m:t>
                          </m:r>
                          <m:r>
                            <a:rPr lang="en-US" i="1">
                              <a:latin typeface="Cambria Math" panose="02040503050406030204" pitchFamily="18" charset="0"/>
                            </a:rPr>
                            <m:t>+</m:t>
                          </m:r>
                        </m:sub>
                      </m:sSub>
                    </m:oMath>
                  </m:oMathPara>
                </a14:m>
                <a:endParaRPr lang="en-US"/>
              </a:p>
            </p:txBody>
          </p:sp>
        </mc:Choice>
        <mc:Fallback xmlns="">
          <p:sp>
            <p:nvSpPr>
              <p:cNvPr id="58384" name="Object 16"/>
              <p:cNvSpPr txBox="1">
                <a:spLocks noRot="1" noChangeAspect="1" noMove="1" noResize="1" noEditPoints="1" noAdjustHandles="1" noChangeArrowheads="1" noChangeShapeType="1" noTextEdit="1"/>
              </p:cNvSpPr>
              <p:nvPr/>
            </p:nvSpPr>
            <p:spPr bwMode="auto">
              <a:xfrm>
                <a:off x="6394450" y="550863"/>
                <a:ext cx="787400" cy="533400"/>
              </a:xfrm>
              <a:prstGeom prst="rect">
                <a:avLst/>
              </a:prstGeom>
              <a:blipFill>
                <a:blip r:embed="rId3"/>
                <a:stretch>
                  <a:fillRect t="-1136"/>
                </a:stretch>
              </a:blipFill>
              <a:ln>
                <a:noFill/>
              </a:ln>
              <a:effectLst/>
            </p:spPr>
            <p:txBody>
              <a:bodyPr/>
              <a:lstStyle/>
              <a:p>
                <a:r>
                  <a:rPr lang="en-US">
                    <a:noFill/>
                  </a:rPr>
                  <a:t> </a:t>
                </a:r>
              </a:p>
            </p:txBody>
          </p:sp>
        </mc:Fallback>
      </mc:AlternateContent>
      <p:cxnSp>
        <p:nvCxnSpPr>
          <p:cNvPr id="58385" name="AutoShape 17"/>
          <p:cNvCxnSpPr>
            <a:cxnSpLocks noChangeShapeType="1"/>
            <a:stCxn id="58492" idx="3"/>
            <a:endCxn id="58427" idx="1"/>
          </p:cNvCxnSpPr>
          <p:nvPr/>
        </p:nvCxnSpPr>
        <p:spPr bwMode="auto">
          <a:xfrm flipV="1">
            <a:off x="3778250" y="793750"/>
            <a:ext cx="1708150" cy="604838"/>
          </a:xfrm>
          <a:prstGeom prst="straightConnector1">
            <a:avLst/>
          </a:prstGeom>
          <a:noFill/>
          <a:ln w="19050">
            <a:solidFill>
              <a:schemeClr val="tx1"/>
            </a:solidFill>
            <a:round/>
            <a:headEnd/>
            <a:tailEnd type="stealth" w="med" len="lg"/>
          </a:ln>
          <a:extLst>
            <a:ext uri="{909E8E84-426E-40DD-AFC4-6F175D3DCCD1}">
              <a14:hiddenFill xmlns:a14="http://schemas.microsoft.com/office/drawing/2010/main">
                <a:noFill/>
              </a14:hiddenFill>
            </a:ext>
          </a:extLst>
        </p:spPr>
      </p:cxnSp>
      <p:cxnSp>
        <p:nvCxnSpPr>
          <p:cNvPr id="58386" name="AutoShape 18"/>
          <p:cNvCxnSpPr>
            <a:cxnSpLocks noChangeShapeType="1"/>
            <a:stCxn id="58494" idx="3"/>
            <a:endCxn id="58427" idx="1"/>
          </p:cNvCxnSpPr>
          <p:nvPr/>
        </p:nvCxnSpPr>
        <p:spPr bwMode="auto">
          <a:xfrm flipV="1">
            <a:off x="3784600" y="793750"/>
            <a:ext cx="1701800" cy="1125538"/>
          </a:xfrm>
          <a:prstGeom prst="straightConnector1">
            <a:avLst/>
          </a:prstGeom>
          <a:noFill/>
          <a:ln w="19050">
            <a:solidFill>
              <a:schemeClr val="tx1"/>
            </a:solidFill>
            <a:round/>
            <a:headEnd/>
            <a:tailEnd type="stealth" w="med" len="lg"/>
          </a:ln>
          <a:extLst>
            <a:ext uri="{909E8E84-426E-40DD-AFC4-6F175D3DCCD1}">
              <a14:hiddenFill xmlns:a14="http://schemas.microsoft.com/office/drawing/2010/main">
                <a:noFill/>
              </a14:hiddenFill>
            </a:ext>
          </a:extLst>
        </p:spPr>
      </p:cxnSp>
      <p:cxnSp>
        <p:nvCxnSpPr>
          <p:cNvPr id="58387" name="AutoShape 19"/>
          <p:cNvCxnSpPr>
            <a:cxnSpLocks noChangeShapeType="1"/>
            <a:stCxn id="58496" idx="3"/>
            <a:endCxn id="58427" idx="1"/>
          </p:cNvCxnSpPr>
          <p:nvPr/>
        </p:nvCxnSpPr>
        <p:spPr bwMode="auto">
          <a:xfrm flipV="1">
            <a:off x="3778250" y="793750"/>
            <a:ext cx="1708150" cy="1658938"/>
          </a:xfrm>
          <a:prstGeom prst="straightConnector1">
            <a:avLst/>
          </a:prstGeom>
          <a:noFill/>
          <a:ln w="19050">
            <a:solidFill>
              <a:schemeClr val="tx1"/>
            </a:solidFill>
            <a:round/>
            <a:headEnd/>
            <a:tailEnd type="stealth" w="med" len="lg"/>
          </a:ln>
          <a:extLst>
            <a:ext uri="{909E8E84-426E-40DD-AFC4-6F175D3DCCD1}">
              <a14:hiddenFill xmlns:a14="http://schemas.microsoft.com/office/drawing/2010/main">
                <a:noFill/>
              </a14:hiddenFill>
            </a:ext>
          </a:extLst>
        </p:spPr>
      </p:cxnSp>
      <p:cxnSp>
        <p:nvCxnSpPr>
          <p:cNvPr id="58388" name="AutoShape 20"/>
          <p:cNvCxnSpPr>
            <a:cxnSpLocks noChangeShapeType="1"/>
            <a:stCxn id="58412" idx="3"/>
            <a:endCxn id="58436" idx="1"/>
          </p:cNvCxnSpPr>
          <p:nvPr/>
        </p:nvCxnSpPr>
        <p:spPr bwMode="auto">
          <a:xfrm>
            <a:off x="3908425" y="3536950"/>
            <a:ext cx="1549400" cy="838200"/>
          </a:xfrm>
          <a:prstGeom prst="straightConnector1">
            <a:avLst/>
          </a:prstGeom>
          <a:noFill/>
          <a:ln w="19050">
            <a:solidFill>
              <a:schemeClr val="tx1"/>
            </a:solidFill>
            <a:round/>
            <a:headEnd/>
            <a:tailEnd type="stealth" w="med" len="lg"/>
          </a:ln>
          <a:extLst>
            <a:ext uri="{909E8E84-426E-40DD-AFC4-6F175D3DCCD1}">
              <a14:hiddenFill xmlns:a14="http://schemas.microsoft.com/office/drawing/2010/main">
                <a:noFill/>
              </a14:hiddenFill>
            </a:ext>
          </a:extLst>
        </p:spPr>
      </p:cxnSp>
      <p:cxnSp>
        <p:nvCxnSpPr>
          <p:cNvPr id="58389" name="AutoShape 21"/>
          <p:cNvCxnSpPr>
            <a:cxnSpLocks noChangeShapeType="1"/>
            <a:stCxn id="58412" idx="3"/>
            <a:endCxn id="58429" idx="1"/>
          </p:cNvCxnSpPr>
          <p:nvPr/>
        </p:nvCxnSpPr>
        <p:spPr bwMode="auto">
          <a:xfrm flipV="1">
            <a:off x="3908425" y="1517650"/>
            <a:ext cx="1568450" cy="2019300"/>
          </a:xfrm>
          <a:prstGeom prst="straightConnector1">
            <a:avLst/>
          </a:prstGeom>
          <a:noFill/>
          <a:ln w="19050">
            <a:solidFill>
              <a:schemeClr val="tx1"/>
            </a:solidFill>
            <a:round/>
            <a:headEnd/>
            <a:tailEnd type="stealth" w="med" len="lg"/>
          </a:ln>
          <a:extLst>
            <a:ext uri="{909E8E84-426E-40DD-AFC4-6F175D3DCCD1}">
              <a14:hiddenFill xmlns:a14="http://schemas.microsoft.com/office/drawing/2010/main">
                <a:noFill/>
              </a14:hiddenFill>
            </a:ext>
          </a:extLst>
        </p:spPr>
      </p:cxnSp>
      <p:cxnSp>
        <p:nvCxnSpPr>
          <p:cNvPr id="58390" name="AutoShape 22"/>
          <p:cNvCxnSpPr>
            <a:cxnSpLocks noChangeShapeType="1"/>
            <a:stCxn id="58412" idx="3"/>
            <a:endCxn id="58431" idx="1"/>
          </p:cNvCxnSpPr>
          <p:nvPr/>
        </p:nvCxnSpPr>
        <p:spPr bwMode="auto">
          <a:xfrm flipV="1">
            <a:off x="3908425" y="2228850"/>
            <a:ext cx="1568450" cy="1308100"/>
          </a:xfrm>
          <a:prstGeom prst="straightConnector1">
            <a:avLst/>
          </a:prstGeom>
          <a:noFill/>
          <a:ln w="19050">
            <a:solidFill>
              <a:schemeClr val="tx1"/>
            </a:solidFill>
            <a:round/>
            <a:headEnd/>
            <a:tailEnd type="stealth" w="med" len="lg"/>
          </a:ln>
          <a:extLst>
            <a:ext uri="{909E8E84-426E-40DD-AFC4-6F175D3DCCD1}">
              <a14:hiddenFill xmlns:a14="http://schemas.microsoft.com/office/drawing/2010/main">
                <a:noFill/>
              </a14:hiddenFill>
            </a:ext>
          </a:extLst>
        </p:spPr>
      </p:cxnSp>
      <p:cxnSp>
        <p:nvCxnSpPr>
          <p:cNvPr id="58391" name="AutoShape 23"/>
          <p:cNvCxnSpPr>
            <a:cxnSpLocks noChangeShapeType="1"/>
            <a:stCxn id="58412" idx="3"/>
            <a:endCxn id="58433" idx="1"/>
          </p:cNvCxnSpPr>
          <p:nvPr/>
        </p:nvCxnSpPr>
        <p:spPr bwMode="auto">
          <a:xfrm flipV="1">
            <a:off x="3908425" y="2940050"/>
            <a:ext cx="1562100" cy="596900"/>
          </a:xfrm>
          <a:prstGeom prst="straightConnector1">
            <a:avLst/>
          </a:prstGeom>
          <a:noFill/>
          <a:ln w="19050">
            <a:solidFill>
              <a:schemeClr val="tx1"/>
            </a:solidFill>
            <a:round/>
            <a:headEnd/>
            <a:tailEnd type="stealth" w="med" len="lg"/>
          </a:ln>
          <a:extLst>
            <a:ext uri="{909E8E84-426E-40DD-AFC4-6F175D3DCCD1}">
              <a14:hiddenFill xmlns:a14="http://schemas.microsoft.com/office/drawing/2010/main">
                <a:noFill/>
              </a14:hiddenFill>
            </a:ext>
          </a:extLst>
        </p:spPr>
      </p:cxnSp>
      <p:cxnSp>
        <p:nvCxnSpPr>
          <p:cNvPr id="58392" name="AutoShape 24"/>
          <p:cNvCxnSpPr>
            <a:cxnSpLocks noChangeShapeType="1"/>
            <a:stCxn id="58412" idx="3"/>
            <a:endCxn id="58471" idx="1"/>
          </p:cNvCxnSpPr>
          <p:nvPr/>
        </p:nvCxnSpPr>
        <p:spPr bwMode="auto">
          <a:xfrm>
            <a:off x="3908425" y="3536950"/>
            <a:ext cx="1555750" cy="127000"/>
          </a:xfrm>
          <a:prstGeom prst="straightConnector1">
            <a:avLst/>
          </a:prstGeom>
          <a:noFill/>
          <a:ln w="19050">
            <a:solidFill>
              <a:schemeClr val="tx1"/>
            </a:solidFill>
            <a:round/>
            <a:headEnd/>
            <a:tailEnd type="stealth" w="med" len="lg"/>
          </a:ln>
          <a:extLst>
            <a:ext uri="{909E8E84-426E-40DD-AFC4-6F175D3DCCD1}">
              <a14:hiddenFill xmlns:a14="http://schemas.microsoft.com/office/drawing/2010/main">
                <a:noFill/>
              </a14:hiddenFill>
            </a:ext>
          </a:extLst>
        </p:spPr>
      </p:cxnSp>
      <p:cxnSp>
        <p:nvCxnSpPr>
          <p:cNvPr id="58393" name="AutoShape 25"/>
          <p:cNvCxnSpPr>
            <a:cxnSpLocks noChangeShapeType="1"/>
            <a:stCxn id="58412" idx="3"/>
            <a:endCxn id="58438" idx="1"/>
          </p:cNvCxnSpPr>
          <p:nvPr/>
        </p:nvCxnSpPr>
        <p:spPr bwMode="auto">
          <a:xfrm>
            <a:off x="3908425" y="3536950"/>
            <a:ext cx="1543050" cy="1536700"/>
          </a:xfrm>
          <a:prstGeom prst="straightConnector1">
            <a:avLst/>
          </a:prstGeom>
          <a:noFill/>
          <a:ln w="19050">
            <a:solidFill>
              <a:schemeClr val="tx1"/>
            </a:solidFill>
            <a:round/>
            <a:headEnd/>
            <a:tailEnd type="stealth" w="med" len="lg"/>
          </a:ln>
          <a:extLst>
            <a:ext uri="{909E8E84-426E-40DD-AFC4-6F175D3DCCD1}">
              <a14:hiddenFill xmlns:a14="http://schemas.microsoft.com/office/drawing/2010/main">
                <a:noFill/>
              </a14:hiddenFill>
            </a:ext>
          </a:extLst>
        </p:spPr>
      </p:cxnSp>
      <p:cxnSp>
        <p:nvCxnSpPr>
          <p:cNvPr id="58394" name="AutoShape 26"/>
          <p:cNvCxnSpPr>
            <a:cxnSpLocks noChangeShapeType="1"/>
            <a:stCxn id="58414" idx="3"/>
            <a:endCxn id="58427" idx="1"/>
          </p:cNvCxnSpPr>
          <p:nvPr/>
        </p:nvCxnSpPr>
        <p:spPr bwMode="auto">
          <a:xfrm flipV="1">
            <a:off x="3902075" y="793750"/>
            <a:ext cx="1574800" cy="3263900"/>
          </a:xfrm>
          <a:prstGeom prst="straightConnector1">
            <a:avLst/>
          </a:prstGeom>
          <a:noFill/>
          <a:ln w="19050">
            <a:solidFill>
              <a:schemeClr val="tx1"/>
            </a:solidFill>
            <a:round/>
            <a:headEnd/>
            <a:tailEnd type="stealth" w="med" len="lg"/>
          </a:ln>
          <a:extLst>
            <a:ext uri="{909E8E84-426E-40DD-AFC4-6F175D3DCCD1}">
              <a14:hiddenFill xmlns:a14="http://schemas.microsoft.com/office/drawing/2010/main">
                <a:noFill/>
              </a14:hiddenFill>
            </a:ext>
          </a:extLst>
        </p:spPr>
      </p:cxnSp>
      <p:cxnSp>
        <p:nvCxnSpPr>
          <p:cNvPr id="58395" name="AutoShape 27"/>
          <p:cNvCxnSpPr>
            <a:cxnSpLocks noChangeShapeType="1"/>
            <a:stCxn id="58414" idx="3"/>
            <a:endCxn id="58429" idx="1"/>
          </p:cNvCxnSpPr>
          <p:nvPr/>
        </p:nvCxnSpPr>
        <p:spPr bwMode="auto">
          <a:xfrm flipV="1">
            <a:off x="3902075" y="1517650"/>
            <a:ext cx="1574800" cy="2540000"/>
          </a:xfrm>
          <a:prstGeom prst="straightConnector1">
            <a:avLst/>
          </a:prstGeom>
          <a:noFill/>
          <a:ln w="19050">
            <a:solidFill>
              <a:schemeClr val="tx1"/>
            </a:solidFill>
            <a:round/>
            <a:headEnd/>
            <a:tailEnd type="stealth" w="med" len="lg"/>
          </a:ln>
          <a:extLst>
            <a:ext uri="{909E8E84-426E-40DD-AFC4-6F175D3DCCD1}">
              <a14:hiddenFill xmlns:a14="http://schemas.microsoft.com/office/drawing/2010/main">
                <a:noFill/>
              </a14:hiddenFill>
            </a:ext>
          </a:extLst>
        </p:spPr>
      </p:cxnSp>
      <p:cxnSp>
        <p:nvCxnSpPr>
          <p:cNvPr id="58396" name="AutoShape 28"/>
          <p:cNvCxnSpPr>
            <a:cxnSpLocks noChangeShapeType="1"/>
            <a:stCxn id="58414" idx="3"/>
            <a:endCxn id="58431" idx="1"/>
          </p:cNvCxnSpPr>
          <p:nvPr/>
        </p:nvCxnSpPr>
        <p:spPr bwMode="auto">
          <a:xfrm flipV="1">
            <a:off x="3902075" y="2228850"/>
            <a:ext cx="1574800" cy="1828800"/>
          </a:xfrm>
          <a:prstGeom prst="straightConnector1">
            <a:avLst/>
          </a:prstGeom>
          <a:noFill/>
          <a:ln w="19050">
            <a:solidFill>
              <a:schemeClr val="tx1"/>
            </a:solidFill>
            <a:round/>
            <a:headEnd/>
            <a:tailEnd type="stealth" w="med" len="lg"/>
          </a:ln>
          <a:extLst>
            <a:ext uri="{909E8E84-426E-40DD-AFC4-6F175D3DCCD1}">
              <a14:hiddenFill xmlns:a14="http://schemas.microsoft.com/office/drawing/2010/main">
                <a:noFill/>
              </a14:hiddenFill>
            </a:ext>
          </a:extLst>
        </p:spPr>
      </p:cxnSp>
      <p:cxnSp>
        <p:nvCxnSpPr>
          <p:cNvPr id="58397" name="AutoShape 29"/>
          <p:cNvCxnSpPr>
            <a:cxnSpLocks noChangeShapeType="1"/>
            <a:stCxn id="58414" idx="3"/>
            <a:endCxn id="58433" idx="1"/>
          </p:cNvCxnSpPr>
          <p:nvPr/>
        </p:nvCxnSpPr>
        <p:spPr bwMode="auto">
          <a:xfrm flipV="1">
            <a:off x="3902075" y="2940050"/>
            <a:ext cx="1568450" cy="1117600"/>
          </a:xfrm>
          <a:prstGeom prst="straightConnector1">
            <a:avLst/>
          </a:prstGeom>
          <a:noFill/>
          <a:ln w="19050">
            <a:solidFill>
              <a:schemeClr val="tx1"/>
            </a:solidFill>
            <a:round/>
            <a:headEnd/>
            <a:tailEnd type="stealth" w="med" len="lg"/>
          </a:ln>
          <a:extLst>
            <a:ext uri="{909E8E84-426E-40DD-AFC4-6F175D3DCCD1}">
              <a14:hiddenFill xmlns:a14="http://schemas.microsoft.com/office/drawing/2010/main">
                <a:noFill/>
              </a14:hiddenFill>
            </a:ext>
          </a:extLst>
        </p:spPr>
      </p:cxnSp>
      <p:cxnSp>
        <p:nvCxnSpPr>
          <p:cNvPr id="58398" name="AutoShape 30"/>
          <p:cNvCxnSpPr>
            <a:cxnSpLocks noChangeShapeType="1"/>
            <a:stCxn id="58414" idx="3"/>
            <a:endCxn id="58471" idx="1"/>
          </p:cNvCxnSpPr>
          <p:nvPr/>
        </p:nvCxnSpPr>
        <p:spPr bwMode="auto">
          <a:xfrm flipV="1">
            <a:off x="3902075" y="3663950"/>
            <a:ext cx="1562100" cy="393700"/>
          </a:xfrm>
          <a:prstGeom prst="straightConnector1">
            <a:avLst/>
          </a:prstGeom>
          <a:noFill/>
          <a:ln w="19050">
            <a:solidFill>
              <a:schemeClr val="tx1"/>
            </a:solidFill>
            <a:round/>
            <a:headEnd/>
            <a:tailEnd type="stealth" w="med" len="lg"/>
          </a:ln>
          <a:extLst>
            <a:ext uri="{909E8E84-426E-40DD-AFC4-6F175D3DCCD1}">
              <a14:hiddenFill xmlns:a14="http://schemas.microsoft.com/office/drawing/2010/main">
                <a:noFill/>
              </a14:hiddenFill>
            </a:ext>
          </a:extLst>
        </p:spPr>
      </p:cxnSp>
      <p:cxnSp>
        <p:nvCxnSpPr>
          <p:cNvPr id="58399" name="AutoShape 31"/>
          <p:cNvCxnSpPr>
            <a:cxnSpLocks noChangeShapeType="1"/>
            <a:stCxn id="58414" idx="3"/>
            <a:endCxn id="58436" idx="1"/>
          </p:cNvCxnSpPr>
          <p:nvPr/>
        </p:nvCxnSpPr>
        <p:spPr bwMode="auto">
          <a:xfrm>
            <a:off x="3902075" y="4057650"/>
            <a:ext cx="1555750" cy="317500"/>
          </a:xfrm>
          <a:prstGeom prst="straightConnector1">
            <a:avLst/>
          </a:prstGeom>
          <a:noFill/>
          <a:ln w="19050">
            <a:solidFill>
              <a:schemeClr val="tx1"/>
            </a:solidFill>
            <a:round/>
            <a:headEnd/>
            <a:tailEnd type="stealth" w="med" len="lg"/>
          </a:ln>
          <a:extLst>
            <a:ext uri="{909E8E84-426E-40DD-AFC4-6F175D3DCCD1}">
              <a14:hiddenFill xmlns:a14="http://schemas.microsoft.com/office/drawing/2010/main">
                <a:noFill/>
              </a14:hiddenFill>
            </a:ext>
          </a:extLst>
        </p:spPr>
      </p:cxnSp>
      <p:cxnSp>
        <p:nvCxnSpPr>
          <p:cNvPr id="58400" name="AutoShape 32"/>
          <p:cNvCxnSpPr>
            <a:cxnSpLocks noChangeShapeType="1"/>
            <a:stCxn id="58416" idx="3"/>
            <a:endCxn id="58427" idx="1"/>
          </p:cNvCxnSpPr>
          <p:nvPr/>
        </p:nvCxnSpPr>
        <p:spPr bwMode="auto">
          <a:xfrm flipV="1">
            <a:off x="3908425" y="793750"/>
            <a:ext cx="1568450" cy="3797300"/>
          </a:xfrm>
          <a:prstGeom prst="straightConnector1">
            <a:avLst/>
          </a:prstGeom>
          <a:noFill/>
          <a:ln w="19050">
            <a:solidFill>
              <a:schemeClr val="tx1"/>
            </a:solidFill>
            <a:round/>
            <a:headEnd/>
            <a:tailEnd type="stealth" w="med" len="lg"/>
          </a:ln>
          <a:extLst>
            <a:ext uri="{909E8E84-426E-40DD-AFC4-6F175D3DCCD1}">
              <a14:hiddenFill xmlns:a14="http://schemas.microsoft.com/office/drawing/2010/main">
                <a:noFill/>
              </a14:hiddenFill>
            </a:ext>
          </a:extLst>
        </p:spPr>
      </p:cxnSp>
      <p:cxnSp>
        <p:nvCxnSpPr>
          <p:cNvPr id="58401" name="AutoShape 33"/>
          <p:cNvCxnSpPr>
            <a:cxnSpLocks noChangeShapeType="1"/>
            <a:stCxn id="58416" idx="3"/>
            <a:endCxn id="58429" idx="1"/>
          </p:cNvCxnSpPr>
          <p:nvPr/>
        </p:nvCxnSpPr>
        <p:spPr bwMode="auto">
          <a:xfrm flipV="1">
            <a:off x="3908425" y="1517650"/>
            <a:ext cx="1568450" cy="3073400"/>
          </a:xfrm>
          <a:prstGeom prst="straightConnector1">
            <a:avLst/>
          </a:prstGeom>
          <a:noFill/>
          <a:ln w="19050">
            <a:solidFill>
              <a:schemeClr val="tx1"/>
            </a:solidFill>
            <a:round/>
            <a:headEnd/>
            <a:tailEnd type="stealth" w="med" len="lg"/>
          </a:ln>
          <a:extLst>
            <a:ext uri="{909E8E84-426E-40DD-AFC4-6F175D3DCCD1}">
              <a14:hiddenFill xmlns:a14="http://schemas.microsoft.com/office/drawing/2010/main">
                <a:noFill/>
              </a14:hiddenFill>
            </a:ext>
          </a:extLst>
        </p:spPr>
      </p:cxnSp>
      <p:cxnSp>
        <p:nvCxnSpPr>
          <p:cNvPr id="58402" name="AutoShape 34"/>
          <p:cNvCxnSpPr>
            <a:cxnSpLocks noChangeShapeType="1"/>
            <a:stCxn id="58416" idx="3"/>
            <a:endCxn id="58431" idx="1"/>
          </p:cNvCxnSpPr>
          <p:nvPr/>
        </p:nvCxnSpPr>
        <p:spPr bwMode="auto">
          <a:xfrm flipV="1">
            <a:off x="3908425" y="2228850"/>
            <a:ext cx="1568450" cy="2362200"/>
          </a:xfrm>
          <a:prstGeom prst="straightConnector1">
            <a:avLst/>
          </a:prstGeom>
          <a:noFill/>
          <a:ln w="19050">
            <a:solidFill>
              <a:schemeClr val="tx1"/>
            </a:solidFill>
            <a:round/>
            <a:headEnd/>
            <a:tailEnd type="stealth" w="med" len="lg"/>
          </a:ln>
          <a:extLst>
            <a:ext uri="{909E8E84-426E-40DD-AFC4-6F175D3DCCD1}">
              <a14:hiddenFill xmlns:a14="http://schemas.microsoft.com/office/drawing/2010/main">
                <a:noFill/>
              </a14:hiddenFill>
            </a:ext>
          </a:extLst>
        </p:spPr>
      </p:cxnSp>
      <p:cxnSp>
        <p:nvCxnSpPr>
          <p:cNvPr id="58403" name="AutoShape 35"/>
          <p:cNvCxnSpPr>
            <a:cxnSpLocks noChangeShapeType="1"/>
            <a:stCxn id="58416" idx="3"/>
            <a:endCxn id="58433" idx="1"/>
          </p:cNvCxnSpPr>
          <p:nvPr/>
        </p:nvCxnSpPr>
        <p:spPr bwMode="auto">
          <a:xfrm flipV="1">
            <a:off x="3908425" y="2940050"/>
            <a:ext cx="1562100" cy="1651000"/>
          </a:xfrm>
          <a:prstGeom prst="straightConnector1">
            <a:avLst/>
          </a:prstGeom>
          <a:noFill/>
          <a:ln w="19050">
            <a:solidFill>
              <a:schemeClr val="tx1"/>
            </a:solidFill>
            <a:round/>
            <a:headEnd/>
            <a:tailEnd type="stealth" w="med" len="lg"/>
          </a:ln>
          <a:extLst>
            <a:ext uri="{909E8E84-426E-40DD-AFC4-6F175D3DCCD1}">
              <a14:hiddenFill xmlns:a14="http://schemas.microsoft.com/office/drawing/2010/main">
                <a:noFill/>
              </a14:hiddenFill>
            </a:ext>
          </a:extLst>
        </p:spPr>
      </p:cxnSp>
      <p:cxnSp>
        <p:nvCxnSpPr>
          <p:cNvPr id="58404" name="AutoShape 36"/>
          <p:cNvCxnSpPr>
            <a:cxnSpLocks noChangeShapeType="1"/>
            <a:stCxn id="58416" idx="3"/>
            <a:endCxn id="58471" idx="1"/>
          </p:cNvCxnSpPr>
          <p:nvPr/>
        </p:nvCxnSpPr>
        <p:spPr bwMode="auto">
          <a:xfrm flipV="1">
            <a:off x="3908425" y="3663950"/>
            <a:ext cx="1555750" cy="927100"/>
          </a:xfrm>
          <a:prstGeom prst="straightConnector1">
            <a:avLst/>
          </a:prstGeom>
          <a:noFill/>
          <a:ln w="19050">
            <a:solidFill>
              <a:schemeClr val="tx1"/>
            </a:solidFill>
            <a:round/>
            <a:headEnd/>
            <a:tailEnd type="stealth" w="med" len="lg"/>
          </a:ln>
          <a:extLst>
            <a:ext uri="{909E8E84-426E-40DD-AFC4-6F175D3DCCD1}">
              <a14:hiddenFill xmlns:a14="http://schemas.microsoft.com/office/drawing/2010/main">
                <a:noFill/>
              </a14:hiddenFill>
            </a:ext>
          </a:extLst>
        </p:spPr>
      </p:cxnSp>
      <p:cxnSp>
        <p:nvCxnSpPr>
          <p:cNvPr id="58405" name="AutoShape 37"/>
          <p:cNvCxnSpPr>
            <a:cxnSpLocks noChangeShapeType="1"/>
            <a:stCxn id="58416" idx="3"/>
            <a:endCxn id="58436" idx="1"/>
          </p:cNvCxnSpPr>
          <p:nvPr/>
        </p:nvCxnSpPr>
        <p:spPr bwMode="auto">
          <a:xfrm flipV="1">
            <a:off x="3908425" y="4375150"/>
            <a:ext cx="1549400" cy="215900"/>
          </a:xfrm>
          <a:prstGeom prst="straightConnector1">
            <a:avLst/>
          </a:prstGeom>
          <a:noFill/>
          <a:ln w="19050">
            <a:solidFill>
              <a:schemeClr val="tx1"/>
            </a:solidFill>
            <a:round/>
            <a:headEnd/>
            <a:tailEnd type="stealth" w="med" len="lg"/>
          </a:ln>
          <a:extLst>
            <a:ext uri="{909E8E84-426E-40DD-AFC4-6F175D3DCCD1}">
              <a14:hiddenFill xmlns:a14="http://schemas.microsoft.com/office/drawing/2010/main">
                <a:noFill/>
              </a14:hiddenFill>
            </a:ext>
          </a:extLst>
        </p:spPr>
      </p:cxnSp>
      <p:cxnSp>
        <p:nvCxnSpPr>
          <p:cNvPr id="58406" name="AutoShape 38"/>
          <p:cNvCxnSpPr>
            <a:cxnSpLocks noChangeShapeType="1"/>
            <a:stCxn id="58416" idx="3"/>
            <a:endCxn id="58438" idx="1"/>
          </p:cNvCxnSpPr>
          <p:nvPr/>
        </p:nvCxnSpPr>
        <p:spPr bwMode="auto">
          <a:xfrm>
            <a:off x="3908425" y="4591050"/>
            <a:ext cx="1543050" cy="482600"/>
          </a:xfrm>
          <a:prstGeom prst="straightConnector1">
            <a:avLst/>
          </a:prstGeom>
          <a:noFill/>
          <a:ln w="19050">
            <a:solidFill>
              <a:schemeClr val="tx1"/>
            </a:solidFill>
            <a:round/>
            <a:headEnd/>
            <a:tailEnd type="stealth" w="med" len="lg"/>
          </a:ln>
          <a:extLst>
            <a:ext uri="{909E8E84-426E-40DD-AFC4-6F175D3DCCD1}">
              <a14:hiddenFill xmlns:a14="http://schemas.microsoft.com/office/drawing/2010/main">
                <a:noFill/>
              </a14:hiddenFill>
            </a:ext>
          </a:extLst>
        </p:spPr>
      </p:cxnSp>
      <p:sp>
        <p:nvSpPr>
          <p:cNvPr id="58407" name="Oval 39"/>
          <p:cNvSpPr>
            <a:spLocks noChangeArrowheads="1"/>
          </p:cNvSpPr>
          <p:nvPr/>
        </p:nvSpPr>
        <p:spPr bwMode="auto">
          <a:xfrm>
            <a:off x="8902700" y="2895600"/>
            <a:ext cx="190500" cy="190500"/>
          </a:xfrm>
          <a:prstGeom prst="ellipse">
            <a:avLst/>
          </a:prstGeom>
          <a:solidFill>
            <a:srgbClr val="000000"/>
          </a:solidFill>
          <a:ln w="38100">
            <a:solidFill>
              <a:schemeClr val="tx1"/>
            </a:solidFill>
            <a:round/>
            <a:headEnd/>
            <a:tailEnd type="none" w="med" len="lg"/>
          </a:ln>
        </p:spPr>
        <p:txBody>
          <a:bodyPr wrap="none" anchor="ct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endParaRPr lang="en-US" altLang="en-US"/>
          </a:p>
        </p:txBody>
      </p:sp>
      <p:cxnSp>
        <p:nvCxnSpPr>
          <p:cNvPr id="58408" name="AutoShape 40"/>
          <p:cNvCxnSpPr>
            <a:cxnSpLocks noChangeShapeType="1"/>
            <a:stCxn id="58414" idx="3"/>
            <a:endCxn id="58440" idx="1"/>
          </p:cNvCxnSpPr>
          <p:nvPr/>
        </p:nvCxnSpPr>
        <p:spPr bwMode="auto">
          <a:xfrm>
            <a:off x="3902075" y="4057650"/>
            <a:ext cx="1543050" cy="1727200"/>
          </a:xfrm>
          <a:prstGeom prst="straightConnector1">
            <a:avLst/>
          </a:prstGeom>
          <a:noFill/>
          <a:ln w="19050">
            <a:solidFill>
              <a:schemeClr val="tx1"/>
            </a:solidFill>
            <a:round/>
            <a:headEnd/>
            <a:tailEnd type="stealth" w="med" len="lg"/>
          </a:ln>
          <a:extLst>
            <a:ext uri="{909E8E84-426E-40DD-AFC4-6F175D3DCCD1}">
              <a14:hiddenFill xmlns:a14="http://schemas.microsoft.com/office/drawing/2010/main">
                <a:noFill/>
              </a14:hiddenFill>
            </a:ext>
          </a:extLst>
        </p:spPr>
      </p:cxnSp>
      <p:cxnSp>
        <p:nvCxnSpPr>
          <p:cNvPr id="58409" name="AutoShape 41"/>
          <p:cNvCxnSpPr>
            <a:cxnSpLocks noChangeShapeType="1"/>
            <a:stCxn id="58412" idx="3"/>
            <a:endCxn id="58440" idx="1"/>
          </p:cNvCxnSpPr>
          <p:nvPr/>
        </p:nvCxnSpPr>
        <p:spPr bwMode="auto">
          <a:xfrm>
            <a:off x="3908425" y="3536950"/>
            <a:ext cx="1536700" cy="2247900"/>
          </a:xfrm>
          <a:prstGeom prst="straightConnector1">
            <a:avLst/>
          </a:prstGeom>
          <a:noFill/>
          <a:ln w="19050">
            <a:solidFill>
              <a:schemeClr val="tx1"/>
            </a:solidFill>
            <a:round/>
            <a:headEnd/>
            <a:tailEnd type="stealth" w="med" len="lg"/>
          </a:ln>
          <a:extLst>
            <a:ext uri="{909E8E84-426E-40DD-AFC4-6F175D3DCCD1}">
              <a14:hiddenFill xmlns:a14="http://schemas.microsoft.com/office/drawing/2010/main">
                <a:noFill/>
              </a14:hiddenFill>
            </a:ext>
          </a:extLst>
        </p:spPr>
      </p:cxnSp>
      <p:grpSp>
        <p:nvGrpSpPr>
          <p:cNvPr id="58410" name="Group 42"/>
          <p:cNvGrpSpPr>
            <a:grpSpLocks/>
          </p:cNvGrpSpPr>
          <p:nvPr/>
        </p:nvGrpSpPr>
        <p:grpSpPr bwMode="auto">
          <a:xfrm>
            <a:off x="3108326" y="1244600"/>
            <a:ext cx="790575" cy="1409700"/>
            <a:chOff x="430" y="656"/>
            <a:chExt cx="498" cy="888"/>
          </a:xfrm>
        </p:grpSpPr>
        <p:sp>
          <p:nvSpPr>
            <p:cNvPr id="58491" name="Rectangle 43"/>
            <p:cNvSpPr>
              <a:spLocks noChangeArrowheads="1"/>
            </p:cNvSpPr>
            <p:nvPr/>
          </p:nvSpPr>
          <p:spPr bwMode="auto">
            <a:xfrm>
              <a:off x="432" y="656"/>
              <a:ext cx="496" cy="224"/>
            </a:xfrm>
            <a:prstGeom prst="rect">
              <a:avLst/>
            </a:prstGeom>
            <a:noFill/>
            <a:ln w="19050">
              <a:solidFill>
                <a:schemeClr val="tx1"/>
              </a:solidFill>
              <a:miter lim="800000"/>
              <a:headEnd/>
              <a:tailEnd type="none" w="med" len="lg"/>
            </a:ln>
            <a:extLst>
              <a:ext uri="{909E8E84-426E-40DD-AFC4-6F175D3DCCD1}">
                <a14:hiddenFill xmlns:a14="http://schemas.microsoft.com/office/drawing/2010/main">
                  <a:solidFill>
                    <a:srgbClr val="FFFFFF"/>
                  </a:solidFill>
                </a14:hiddenFill>
              </a:ext>
            </a:extLst>
          </p:spPr>
          <p:txBody>
            <a:bodyPr wrap="none" anchor="ct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endParaRPr lang="en-US" altLang="en-US"/>
            </a:p>
          </p:txBody>
        </p:sp>
        <p:sp>
          <p:nvSpPr>
            <p:cNvPr id="58492" name="Text Box 44"/>
            <p:cNvSpPr txBox="1">
              <a:spLocks noChangeArrowheads="1"/>
            </p:cNvSpPr>
            <p:nvPr/>
          </p:nvSpPr>
          <p:spPr bwMode="auto">
            <a:xfrm>
              <a:off x="430" y="656"/>
              <a:ext cx="422"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type="none" w="med" len="lg"/>
                </a14:hiddenLine>
              </a:ext>
            </a:extLst>
          </p:spPr>
          <p:txBody>
            <a:bodyPr wrap="none">
              <a:spAutoFit/>
            </a:bodyP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pPr algn="l" eaLnBrk="1" hangingPunct="1"/>
              <a:r>
                <a:rPr lang="en-US" altLang="en-US" i="0">
                  <a:cs typeface="Arial" panose="020B0604020202020204" pitchFamily="34" charset="0"/>
                </a:rPr>
                <a:t>AB+,0</a:t>
              </a:r>
            </a:p>
          </p:txBody>
        </p:sp>
        <p:sp>
          <p:nvSpPr>
            <p:cNvPr id="58493" name="Rectangle 45"/>
            <p:cNvSpPr>
              <a:spLocks noChangeArrowheads="1"/>
            </p:cNvSpPr>
            <p:nvPr/>
          </p:nvSpPr>
          <p:spPr bwMode="auto">
            <a:xfrm>
              <a:off x="432" y="984"/>
              <a:ext cx="496" cy="224"/>
            </a:xfrm>
            <a:prstGeom prst="rect">
              <a:avLst/>
            </a:prstGeom>
            <a:noFill/>
            <a:ln w="19050">
              <a:solidFill>
                <a:schemeClr val="tx1"/>
              </a:solidFill>
              <a:miter lim="800000"/>
              <a:headEnd/>
              <a:tailEnd type="none" w="med" len="lg"/>
            </a:ln>
            <a:extLst>
              <a:ext uri="{909E8E84-426E-40DD-AFC4-6F175D3DCCD1}">
                <a14:hiddenFill xmlns:a14="http://schemas.microsoft.com/office/drawing/2010/main">
                  <a:solidFill>
                    <a:srgbClr val="FFFFFF"/>
                  </a:solidFill>
                </a14:hiddenFill>
              </a:ext>
            </a:extLst>
          </p:spPr>
          <p:txBody>
            <a:bodyPr wrap="none" anchor="ct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endParaRPr lang="en-US" altLang="en-US"/>
            </a:p>
          </p:txBody>
        </p:sp>
        <p:sp>
          <p:nvSpPr>
            <p:cNvPr id="58494" name="Text Box 46"/>
            <p:cNvSpPr txBox="1">
              <a:spLocks noChangeArrowheads="1"/>
            </p:cNvSpPr>
            <p:nvPr/>
          </p:nvSpPr>
          <p:spPr bwMode="auto">
            <a:xfrm>
              <a:off x="434" y="984"/>
              <a:ext cx="422"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type="none" w="med" len="lg"/>
                </a14:hiddenLine>
              </a:ext>
            </a:extLst>
          </p:spPr>
          <p:txBody>
            <a:bodyPr wrap="none">
              <a:spAutoFit/>
            </a:bodyP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pPr algn="l" eaLnBrk="1" hangingPunct="1"/>
              <a:r>
                <a:rPr lang="en-US" altLang="en-US" i="0">
                  <a:cs typeface="Arial" panose="020B0604020202020204" pitchFamily="34" charset="0"/>
                </a:rPr>
                <a:t>AB+,1</a:t>
              </a:r>
            </a:p>
          </p:txBody>
        </p:sp>
        <p:sp>
          <p:nvSpPr>
            <p:cNvPr id="58495" name="Rectangle 47"/>
            <p:cNvSpPr>
              <a:spLocks noChangeArrowheads="1"/>
            </p:cNvSpPr>
            <p:nvPr/>
          </p:nvSpPr>
          <p:spPr bwMode="auto">
            <a:xfrm>
              <a:off x="432" y="1320"/>
              <a:ext cx="496" cy="224"/>
            </a:xfrm>
            <a:prstGeom prst="rect">
              <a:avLst/>
            </a:prstGeom>
            <a:noFill/>
            <a:ln w="19050">
              <a:solidFill>
                <a:schemeClr val="tx1"/>
              </a:solidFill>
              <a:miter lim="800000"/>
              <a:headEnd/>
              <a:tailEnd type="none" w="med" len="lg"/>
            </a:ln>
            <a:extLst>
              <a:ext uri="{909E8E84-426E-40DD-AFC4-6F175D3DCCD1}">
                <a14:hiddenFill xmlns:a14="http://schemas.microsoft.com/office/drawing/2010/main">
                  <a:solidFill>
                    <a:srgbClr val="FFFFFF"/>
                  </a:solidFill>
                </a14:hiddenFill>
              </a:ext>
            </a:extLst>
          </p:spPr>
          <p:txBody>
            <a:bodyPr wrap="none" anchor="ct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endParaRPr lang="en-US" altLang="en-US"/>
            </a:p>
          </p:txBody>
        </p:sp>
        <p:sp>
          <p:nvSpPr>
            <p:cNvPr id="58496" name="Text Box 48"/>
            <p:cNvSpPr txBox="1">
              <a:spLocks noChangeArrowheads="1"/>
            </p:cNvSpPr>
            <p:nvPr/>
          </p:nvSpPr>
          <p:spPr bwMode="auto">
            <a:xfrm>
              <a:off x="430" y="1320"/>
              <a:ext cx="422"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type="none" w="med" len="lg"/>
                </a14:hiddenLine>
              </a:ext>
            </a:extLst>
          </p:spPr>
          <p:txBody>
            <a:bodyPr wrap="none">
              <a:spAutoFit/>
            </a:bodyP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pPr algn="l" eaLnBrk="1" hangingPunct="1"/>
              <a:r>
                <a:rPr lang="en-US" altLang="en-US" i="0">
                  <a:cs typeface="Arial" panose="020B0604020202020204" pitchFamily="34" charset="0"/>
                </a:rPr>
                <a:t>AB+,2</a:t>
              </a:r>
            </a:p>
          </p:txBody>
        </p:sp>
      </p:grpSp>
      <mc:AlternateContent xmlns:mc="http://schemas.openxmlformats.org/markup-compatibility/2006" xmlns:a14="http://schemas.microsoft.com/office/drawing/2010/main">
        <mc:Choice Requires="a14">
          <p:sp>
            <p:nvSpPr>
              <p:cNvPr id="58411" name="Object 49"/>
              <p:cNvSpPr txBox="1"/>
              <p:nvPr/>
            </p:nvSpPr>
            <p:spPr bwMode="auto">
              <a:xfrm>
                <a:off x="3390901" y="2714625"/>
                <a:ext cx="239713" cy="558800"/>
              </a:xfrm>
              <a:prstGeom prst="rect">
                <a:avLst/>
              </a:prstGeom>
              <a:noFill/>
              <a:ln>
                <a:noFill/>
              </a:ln>
              <a:effectLst/>
            </p:spPr>
            <p:txBody>
              <a:bodyPr>
                <a:normAutofit/>
              </a:bodyPr>
              <a:lstStyle/>
              <a:p>
                <a:pPr/>
                <a14:m>
                  <m:oMathPara xmlns:m="http://schemas.openxmlformats.org/officeDocument/2006/math">
                    <m:oMathParaPr>
                      <m:jc m:val="left"/>
                    </m:oMathParaPr>
                    <m:oMath>
                      <m:r>
                        <a:rPr lang="en-US" i="1">
                          <a:latin typeface="Cambria Math" panose="02040503050406030204" pitchFamily="18" charset="0"/>
                        </a:rPr>
                        <m:t>⋮</m:t>
                      </m:r>
                    </m:oMath>
                  </m:oMathPara>
                </a14:m>
                <a:endParaRPr lang="en-US"/>
              </a:p>
            </p:txBody>
          </p:sp>
        </mc:Choice>
        <mc:Fallback xmlns="">
          <p:sp>
            <p:nvSpPr>
              <p:cNvPr id="58411" name="Object 49"/>
              <p:cNvSpPr txBox="1">
                <a:spLocks noRot="1" noChangeAspect="1" noMove="1" noResize="1" noEditPoints="1" noAdjustHandles="1" noChangeArrowheads="1" noChangeShapeType="1" noTextEdit="1"/>
              </p:cNvSpPr>
              <p:nvPr/>
            </p:nvSpPr>
            <p:spPr bwMode="auto">
              <a:xfrm>
                <a:off x="3390901" y="2714625"/>
                <a:ext cx="239713" cy="558800"/>
              </a:xfrm>
              <a:prstGeom prst="rect">
                <a:avLst/>
              </a:prstGeom>
              <a:blipFill>
                <a:blip r:embed="rId4"/>
                <a:stretch>
                  <a:fillRect/>
                </a:stretch>
              </a:blipFill>
              <a:ln>
                <a:noFill/>
              </a:ln>
              <a:effectLst/>
            </p:spPr>
            <p:txBody>
              <a:bodyPr/>
              <a:lstStyle/>
              <a:p>
                <a:r>
                  <a:rPr lang="en-US">
                    <a:noFill/>
                  </a:rPr>
                  <a:t> </a:t>
                </a:r>
              </a:p>
            </p:txBody>
          </p:sp>
        </mc:Fallback>
      </mc:AlternateContent>
      <p:sp>
        <p:nvSpPr>
          <p:cNvPr id="58412" name="Rectangle 50"/>
          <p:cNvSpPr>
            <a:spLocks noChangeArrowheads="1"/>
          </p:cNvSpPr>
          <p:nvPr/>
        </p:nvSpPr>
        <p:spPr bwMode="auto">
          <a:xfrm>
            <a:off x="3111500" y="3359150"/>
            <a:ext cx="787400" cy="355600"/>
          </a:xfrm>
          <a:prstGeom prst="rect">
            <a:avLst/>
          </a:prstGeom>
          <a:noFill/>
          <a:ln w="19050">
            <a:solidFill>
              <a:schemeClr val="tx1"/>
            </a:solidFill>
            <a:miter lim="800000"/>
            <a:headEnd/>
            <a:tailEnd type="none" w="med" len="lg"/>
          </a:ln>
          <a:extLst>
            <a:ext uri="{909E8E84-426E-40DD-AFC4-6F175D3DCCD1}">
              <a14:hiddenFill xmlns:a14="http://schemas.microsoft.com/office/drawing/2010/main">
                <a:solidFill>
                  <a:srgbClr val="FFFFFF"/>
                </a:solidFill>
              </a14:hiddenFill>
            </a:ext>
          </a:extLst>
        </p:spPr>
        <p:txBody>
          <a:bodyPr wrap="none" anchor="ct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endParaRPr lang="en-US" altLang="en-US"/>
          </a:p>
        </p:txBody>
      </p:sp>
      <p:sp>
        <p:nvSpPr>
          <p:cNvPr id="58413" name="Text Box 51"/>
          <p:cNvSpPr txBox="1">
            <a:spLocks noChangeArrowheads="1"/>
          </p:cNvSpPr>
          <p:nvPr/>
        </p:nvSpPr>
        <p:spPr bwMode="auto">
          <a:xfrm>
            <a:off x="3108326" y="3359151"/>
            <a:ext cx="50847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type="none" w="med" len="lg"/>
              </a14:hiddenLine>
            </a:ext>
          </a:extLst>
        </p:spPr>
        <p:txBody>
          <a:bodyPr wrap="none">
            <a:spAutoFit/>
          </a:bodyP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pPr algn="l" eaLnBrk="1" hangingPunct="1"/>
            <a:r>
              <a:rPr lang="en-US" altLang="en-US" i="0">
                <a:cs typeface="Arial" panose="020B0604020202020204" pitchFamily="34" charset="0"/>
              </a:rPr>
              <a:t>O-,0</a:t>
            </a:r>
          </a:p>
        </p:txBody>
      </p:sp>
      <p:sp>
        <p:nvSpPr>
          <p:cNvPr id="58414" name="Rectangle 52"/>
          <p:cNvSpPr>
            <a:spLocks noChangeArrowheads="1"/>
          </p:cNvSpPr>
          <p:nvPr/>
        </p:nvSpPr>
        <p:spPr bwMode="auto">
          <a:xfrm>
            <a:off x="3105150" y="3879850"/>
            <a:ext cx="787400" cy="355600"/>
          </a:xfrm>
          <a:prstGeom prst="rect">
            <a:avLst/>
          </a:prstGeom>
          <a:noFill/>
          <a:ln w="19050">
            <a:solidFill>
              <a:schemeClr val="tx1"/>
            </a:solidFill>
            <a:miter lim="800000"/>
            <a:headEnd/>
            <a:tailEnd type="none" w="med" len="lg"/>
          </a:ln>
          <a:extLst>
            <a:ext uri="{909E8E84-426E-40DD-AFC4-6F175D3DCCD1}">
              <a14:hiddenFill xmlns:a14="http://schemas.microsoft.com/office/drawing/2010/main">
                <a:solidFill>
                  <a:srgbClr val="FFFFFF"/>
                </a:solidFill>
              </a14:hiddenFill>
            </a:ext>
          </a:extLst>
        </p:spPr>
        <p:txBody>
          <a:bodyPr wrap="none" anchor="ct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endParaRPr lang="en-US" altLang="en-US"/>
          </a:p>
        </p:txBody>
      </p:sp>
      <p:sp>
        <p:nvSpPr>
          <p:cNvPr id="58415" name="Text Box 53"/>
          <p:cNvSpPr txBox="1">
            <a:spLocks noChangeArrowheads="1"/>
          </p:cNvSpPr>
          <p:nvPr/>
        </p:nvSpPr>
        <p:spPr bwMode="auto">
          <a:xfrm>
            <a:off x="3108326" y="3879851"/>
            <a:ext cx="50847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type="none" w="med" len="lg"/>
              </a14:hiddenLine>
            </a:ext>
          </a:extLst>
        </p:spPr>
        <p:txBody>
          <a:bodyPr wrap="none">
            <a:spAutoFit/>
          </a:bodyP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pPr algn="l" eaLnBrk="1" hangingPunct="1"/>
            <a:r>
              <a:rPr lang="en-US" altLang="en-US" i="0">
                <a:cs typeface="Arial" panose="020B0604020202020204" pitchFamily="34" charset="0"/>
              </a:rPr>
              <a:t>O-,1</a:t>
            </a:r>
          </a:p>
        </p:txBody>
      </p:sp>
      <p:sp>
        <p:nvSpPr>
          <p:cNvPr id="58416" name="Rectangle 54"/>
          <p:cNvSpPr>
            <a:spLocks noChangeArrowheads="1"/>
          </p:cNvSpPr>
          <p:nvPr/>
        </p:nvSpPr>
        <p:spPr bwMode="auto">
          <a:xfrm>
            <a:off x="3111500" y="4413250"/>
            <a:ext cx="787400" cy="355600"/>
          </a:xfrm>
          <a:prstGeom prst="rect">
            <a:avLst/>
          </a:prstGeom>
          <a:noFill/>
          <a:ln w="19050">
            <a:solidFill>
              <a:schemeClr val="tx1"/>
            </a:solidFill>
            <a:miter lim="800000"/>
            <a:headEnd/>
            <a:tailEnd type="none" w="med" len="lg"/>
          </a:ln>
          <a:extLst>
            <a:ext uri="{909E8E84-426E-40DD-AFC4-6F175D3DCCD1}">
              <a14:hiddenFill xmlns:a14="http://schemas.microsoft.com/office/drawing/2010/main">
                <a:solidFill>
                  <a:srgbClr val="FFFFFF"/>
                </a:solidFill>
              </a14:hiddenFill>
            </a:ext>
          </a:extLst>
        </p:spPr>
        <p:txBody>
          <a:bodyPr wrap="none" anchor="ct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endParaRPr lang="en-US" altLang="en-US"/>
          </a:p>
        </p:txBody>
      </p:sp>
      <p:sp>
        <p:nvSpPr>
          <p:cNvPr id="58417" name="Text Box 55"/>
          <p:cNvSpPr txBox="1">
            <a:spLocks noChangeArrowheads="1"/>
          </p:cNvSpPr>
          <p:nvPr/>
        </p:nvSpPr>
        <p:spPr bwMode="auto">
          <a:xfrm>
            <a:off x="3108326" y="4413251"/>
            <a:ext cx="50847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type="none" w="med" len="lg"/>
              </a14:hiddenLine>
            </a:ext>
          </a:extLst>
        </p:spPr>
        <p:txBody>
          <a:bodyPr wrap="none">
            <a:spAutoFit/>
          </a:bodyP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pPr algn="l" eaLnBrk="1" hangingPunct="1"/>
            <a:r>
              <a:rPr lang="en-US" altLang="en-US" i="0">
                <a:cs typeface="Arial" panose="020B0604020202020204" pitchFamily="34" charset="0"/>
              </a:rPr>
              <a:t>O-,2</a:t>
            </a:r>
          </a:p>
        </p:txBody>
      </p:sp>
      <mc:AlternateContent xmlns:mc="http://schemas.openxmlformats.org/markup-compatibility/2006" xmlns:a14="http://schemas.microsoft.com/office/drawing/2010/main">
        <mc:Choice Requires="a14">
          <p:sp>
            <p:nvSpPr>
              <p:cNvPr id="58418" name="Object 56"/>
              <p:cNvSpPr txBox="1"/>
              <p:nvPr/>
            </p:nvSpPr>
            <p:spPr bwMode="auto">
              <a:xfrm>
                <a:off x="3390901" y="4822825"/>
                <a:ext cx="239713" cy="558800"/>
              </a:xfrm>
              <a:prstGeom prst="rect">
                <a:avLst/>
              </a:prstGeom>
              <a:noFill/>
              <a:ln>
                <a:noFill/>
              </a:ln>
              <a:effectLst/>
            </p:spPr>
            <p:txBody>
              <a:bodyPr>
                <a:normAutofit/>
              </a:bodyPr>
              <a:lstStyle/>
              <a:p>
                <a:pPr/>
                <a14:m>
                  <m:oMathPara xmlns:m="http://schemas.openxmlformats.org/officeDocument/2006/math">
                    <m:oMathParaPr>
                      <m:jc m:val="left"/>
                    </m:oMathParaPr>
                    <m:oMath>
                      <m:r>
                        <a:rPr lang="en-US" i="1">
                          <a:latin typeface="Cambria Math" panose="02040503050406030204" pitchFamily="18" charset="0"/>
                        </a:rPr>
                        <m:t>⋮</m:t>
                      </m:r>
                    </m:oMath>
                  </m:oMathPara>
                </a14:m>
                <a:endParaRPr lang="en-US"/>
              </a:p>
            </p:txBody>
          </p:sp>
        </mc:Choice>
        <mc:Fallback xmlns="">
          <p:sp>
            <p:nvSpPr>
              <p:cNvPr id="58418" name="Object 56"/>
              <p:cNvSpPr txBox="1">
                <a:spLocks noRot="1" noChangeAspect="1" noMove="1" noResize="1" noEditPoints="1" noAdjustHandles="1" noChangeArrowheads="1" noChangeShapeType="1" noTextEdit="1"/>
              </p:cNvSpPr>
              <p:nvPr/>
            </p:nvSpPr>
            <p:spPr bwMode="auto">
              <a:xfrm>
                <a:off x="3390901" y="4822825"/>
                <a:ext cx="239713" cy="558800"/>
              </a:xfrm>
              <a:prstGeom prst="rect">
                <a:avLst/>
              </a:prstGeom>
              <a:blipFill>
                <a:blip r:embed="rId4"/>
                <a:stretch>
                  <a:fillRect/>
                </a:stretch>
              </a:blipFill>
              <a:ln>
                <a:noFill/>
              </a:ln>
              <a:effectLst/>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58419" name="Object 57"/>
              <p:cNvSpPr txBox="1"/>
              <p:nvPr/>
            </p:nvSpPr>
            <p:spPr bwMode="auto">
              <a:xfrm>
                <a:off x="3911601" y="2701925"/>
                <a:ext cx="239713" cy="558800"/>
              </a:xfrm>
              <a:prstGeom prst="rect">
                <a:avLst/>
              </a:prstGeom>
              <a:noFill/>
              <a:ln>
                <a:noFill/>
              </a:ln>
              <a:effectLst/>
            </p:spPr>
            <p:txBody>
              <a:bodyPr>
                <a:normAutofit/>
              </a:bodyPr>
              <a:lstStyle/>
              <a:p>
                <a:pPr/>
                <a14:m>
                  <m:oMathPara xmlns:m="http://schemas.openxmlformats.org/officeDocument/2006/math">
                    <m:oMathParaPr>
                      <m:jc m:val="left"/>
                    </m:oMathParaPr>
                    <m:oMath>
                      <m:r>
                        <a:rPr lang="en-US" i="1">
                          <a:latin typeface="Cambria Math" panose="02040503050406030204" pitchFamily="18" charset="0"/>
                        </a:rPr>
                        <m:t>⋮</m:t>
                      </m:r>
                    </m:oMath>
                  </m:oMathPara>
                </a14:m>
                <a:endParaRPr lang="en-US"/>
              </a:p>
            </p:txBody>
          </p:sp>
        </mc:Choice>
        <mc:Fallback xmlns="">
          <p:sp>
            <p:nvSpPr>
              <p:cNvPr id="58419" name="Object 57"/>
              <p:cNvSpPr txBox="1">
                <a:spLocks noRot="1" noChangeAspect="1" noMove="1" noResize="1" noEditPoints="1" noAdjustHandles="1" noChangeArrowheads="1" noChangeShapeType="1" noTextEdit="1"/>
              </p:cNvSpPr>
              <p:nvPr/>
            </p:nvSpPr>
            <p:spPr bwMode="auto">
              <a:xfrm>
                <a:off x="3911601" y="2701925"/>
                <a:ext cx="239713" cy="558800"/>
              </a:xfrm>
              <a:prstGeom prst="rect">
                <a:avLst/>
              </a:prstGeom>
              <a:blipFill>
                <a:blip r:embed="rId5"/>
                <a:stretch>
                  <a:fillRect/>
                </a:stretch>
              </a:blipFill>
              <a:ln>
                <a:noFill/>
              </a:ln>
              <a:effectLst/>
            </p:spPr>
            <p:txBody>
              <a:bodyPr/>
              <a:lstStyle/>
              <a:p>
                <a:r>
                  <a:rPr lang="en-US">
                    <a:noFill/>
                  </a:rPr>
                  <a:t> </a:t>
                </a:r>
              </a:p>
            </p:txBody>
          </p:sp>
        </mc:Fallback>
      </mc:AlternateContent>
      <p:grpSp>
        <p:nvGrpSpPr>
          <p:cNvPr id="58420" name="Group 58"/>
          <p:cNvGrpSpPr>
            <a:grpSpLocks/>
          </p:cNvGrpSpPr>
          <p:nvPr/>
        </p:nvGrpSpPr>
        <p:grpSpPr bwMode="auto">
          <a:xfrm>
            <a:off x="1657350" y="1160463"/>
            <a:ext cx="1466850" cy="3695700"/>
            <a:chOff x="84" y="915"/>
            <a:chExt cx="924" cy="2328"/>
          </a:xfrm>
        </p:grpSpPr>
        <p:grpSp>
          <p:nvGrpSpPr>
            <p:cNvPr id="58473" name="Group 59"/>
            <p:cNvGrpSpPr>
              <a:grpSpLocks/>
            </p:cNvGrpSpPr>
            <p:nvPr/>
          </p:nvGrpSpPr>
          <p:grpSpPr bwMode="auto">
            <a:xfrm>
              <a:off x="84" y="915"/>
              <a:ext cx="916" cy="320"/>
              <a:chOff x="84" y="683"/>
              <a:chExt cx="916" cy="320"/>
            </a:xfrm>
          </p:grpSpPr>
          <mc:AlternateContent xmlns:mc="http://schemas.openxmlformats.org/markup-compatibility/2006" xmlns:a14="http://schemas.microsoft.com/office/drawing/2010/main">
            <mc:Choice Requires="a14">
              <p:sp>
                <p:nvSpPr>
                  <p:cNvPr id="58489" name="Object 60"/>
                  <p:cNvSpPr txBox="1"/>
                  <p:nvPr/>
                </p:nvSpPr>
                <p:spPr bwMode="auto">
                  <a:xfrm>
                    <a:off x="84" y="683"/>
                    <a:ext cx="656" cy="320"/>
                  </a:xfrm>
                  <a:prstGeom prst="rect">
                    <a:avLst/>
                  </a:prstGeom>
                  <a:noFill/>
                  <a:ln>
                    <a:noFill/>
                  </a:ln>
                  <a:effectLst/>
                </p:spPr>
                <p:txBody>
                  <a:bodyPr>
                    <a:normAutofit/>
                  </a:bodyPr>
                  <a:lstStyle/>
                  <a:p>
                    <a:pPr/>
                    <a14:m>
                      <m:oMathPara xmlns:m="http://schemas.openxmlformats.org/officeDocument/2006/math">
                        <m:oMathParaPr>
                          <m:jc m:val="left"/>
                        </m:oMathParaPr>
                        <m:oMath>
                          <m:sSub>
                            <m:sSubPr>
                              <m:ctrlPr>
                                <a:rPr lang="en-US" sz="1800" i="1">
                                  <a:latin typeface="Cambria Math" panose="02040503050406030204" pitchFamily="18" charset="0"/>
                                </a:rPr>
                              </m:ctrlPr>
                            </m:sSubPr>
                            <m:e>
                              <m:r>
                                <a:rPr lang="en-US" sz="1800" i="1">
                                  <a:latin typeface="Cambria Math" panose="02040503050406030204" pitchFamily="18" charset="0"/>
                                </a:rPr>
                                <m:t>𝑅</m:t>
                              </m:r>
                            </m:e>
                            <m:sub>
                              <m:r>
                                <a:rPr lang="en-US" sz="1800" i="1">
                                  <a:latin typeface="Cambria Math" panose="02040503050406030204" pitchFamily="18" charset="0"/>
                                </a:rPr>
                                <m:t>𝑡</m:t>
                              </m:r>
                              <m:r>
                                <a:rPr lang="en-US" sz="1800" i="1">
                                  <a:latin typeface="Cambria Math" panose="02040503050406030204" pitchFamily="18" charset="0"/>
                                </a:rPr>
                                <m:t>,(</m:t>
                              </m:r>
                              <m:r>
                                <a:rPr lang="en-US" sz="1800" i="1">
                                  <a:latin typeface="Cambria Math" panose="02040503050406030204" pitchFamily="18" charset="0"/>
                                </a:rPr>
                                <m:t>𝐴𝐵</m:t>
                              </m:r>
                              <m:r>
                                <a:rPr lang="en-US" sz="1800" i="1">
                                  <a:latin typeface="Cambria Math" panose="02040503050406030204" pitchFamily="18" charset="0"/>
                                </a:rPr>
                                <m:t>+,0)</m:t>
                              </m:r>
                            </m:sub>
                          </m:sSub>
                        </m:oMath>
                      </m:oMathPara>
                    </a14:m>
                    <a:endParaRPr lang="en-US" sz="1800" dirty="0"/>
                  </a:p>
                </p:txBody>
              </p:sp>
            </mc:Choice>
            <mc:Fallback xmlns="">
              <p:sp>
                <p:nvSpPr>
                  <p:cNvPr id="58489" name="Object 60"/>
                  <p:cNvSpPr txBox="1">
                    <a:spLocks noRot="1" noChangeAspect="1" noMove="1" noResize="1" noEditPoints="1" noAdjustHandles="1" noChangeArrowheads="1" noChangeShapeType="1" noTextEdit="1"/>
                  </p:cNvSpPr>
                  <p:nvPr/>
                </p:nvSpPr>
                <p:spPr bwMode="auto">
                  <a:xfrm>
                    <a:off x="84" y="683"/>
                    <a:ext cx="656" cy="320"/>
                  </a:xfrm>
                  <a:prstGeom prst="rect">
                    <a:avLst/>
                  </a:prstGeom>
                  <a:blipFill>
                    <a:blip r:embed="rId6"/>
                    <a:stretch>
                      <a:fillRect r="-585"/>
                    </a:stretch>
                  </a:blipFill>
                  <a:ln>
                    <a:noFill/>
                  </a:ln>
                  <a:effectLst/>
                </p:spPr>
                <p:txBody>
                  <a:bodyPr/>
                  <a:lstStyle/>
                  <a:p>
                    <a:r>
                      <a:rPr lang="en-US">
                        <a:noFill/>
                      </a:rPr>
                      <a:t> </a:t>
                    </a:r>
                  </a:p>
                </p:txBody>
              </p:sp>
            </mc:Fallback>
          </mc:AlternateContent>
          <p:sp>
            <p:nvSpPr>
              <p:cNvPr id="58490" name="Line 61"/>
              <p:cNvSpPr>
                <a:spLocks noChangeShapeType="1"/>
              </p:cNvSpPr>
              <p:nvPr/>
            </p:nvSpPr>
            <p:spPr bwMode="auto">
              <a:xfrm>
                <a:off x="712" y="840"/>
                <a:ext cx="288" cy="0"/>
              </a:xfrm>
              <a:prstGeom prst="line">
                <a:avLst/>
              </a:prstGeom>
              <a:noFill/>
              <a:ln w="38100">
                <a:solidFill>
                  <a:schemeClr val="tx1"/>
                </a:solidFill>
                <a:round/>
                <a:headEnd/>
                <a:tailEnd type="stealth" w="med" len="lg"/>
              </a:ln>
              <a:extLst>
                <a:ext uri="{909E8E84-426E-40DD-AFC4-6F175D3DCCD1}">
                  <a14:hiddenFill xmlns:a14="http://schemas.microsoft.com/office/drawing/2010/main">
                    <a:noFill/>
                  </a14:hiddenFill>
                </a:ext>
              </a:extLst>
            </p:spPr>
            <p:txBody>
              <a:bodyPr/>
              <a:lstStyle/>
              <a:p>
                <a:endParaRPr lang="en-US" sz="1800"/>
              </a:p>
            </p:txBody>
          </p:sp>
        </p:grpSp>
        <p:grpSp>
          <p:nvGrpSpPr>
            <p:cNvPr id="58474" name="Group 62"/>
            <p:cNvGrpSpPr>
              <a:grpSpLocks/>
            </p:cNvGrpSpPr>
            <p:nvPr/>
          </p:nvGrpSpPr>
          <p:grpSpPr bwMode="auto">
            <a:xfrm>
              <a:off x="92" y="1251"/>
              <a:ext cx="908" cy="320"/>
              <a:chOff x="92" y="683"/>
              <a:chExt cx="908" cy="320"/>
            </a:xfrm>
          </p:grpSpPr>
          <mc:AlternateContent xmlns:mc="http://schemas.openxmlformats.org/markup-compatibility/2006" xmlns:a14="http://schemas.microsoft.com/office/drawing/2010/main">
            <mc:Choice Requires="a14">
              <p:sp>
                <p:nvSpPr>
                  <p:cNvPr id="58487" name="Object 63"/>
                  <p:cNvSpPr txBox="1"/>
                  <p:nvPr/>
                </p:nvSpPr>
                <p:spPr bwMode="auto">
                  <a:xfrm>
                    <a:off x="92" y="683"/>
                    <a:ext cx="640" cy="320"/>
                  </a:xfrm>
                  <a:prstGeom prst="rect">
                    <a:avLst/>
                  </a:prstGeom>
                  <a:noFill/>
                  <a:ln>
                    <a:noFill/>
                  </a:ln>
                  <a:effectLst/>
                </p:spPr>
                <p:txBody>
                  <a:bodyPr>
                    <a:normAutofit/>
                  </a:bodyPr>
                  <a:lstStyle/>
                  <a:p>
                    <a:pPr/>
                    <a14:m>
                      <m:oMathPara xmlns:m="http://schemas.openxmlformats.org/officeDocument/2006/math">
                        <m:oMathParaPr>
                          <m:jc m:val="left"/>
                        </m:oMathParaPr>
                        <m:oMath>
                          <m:sSub>
                            <m:sSubPr>
                              <m:ctrlPr>
                                <a:rPr lang="en-US" sz="1800" i="1">
                                  <a:latin typeface="Cambria Math" panose="02040503050406030204" pitchFamily="18" charset="0"/>
                                </a:rPr>
                              </m:ctrlPr>
                            </m:sSubPr>
                            <m:e>
                              <m:r>
                                <a:rPr lang="en-US" sz="1800" i="1">
                                  <a:latin typeface="Cambria Math" panose="02040503050406030204" pitchFamily="18" charset="0"/>
                                </a:rPr>
                                <m:t>𝑅</m:t>
                              </m:r>
                            </m:e>
                            <m:sub>
                              <m:r>
                                <a:rPr lang="en-US" sz="1800" i="1">
                                  <a:latin typeface="Cambria Math" panose="02040503050406030204" pitchFamily="18" charset="0"/>
                                </a:rPr>
                                <m:t>𝑡</m:t>
                              </m:r>
                              <m:r>
                                <a:rPr lang="en-US" sz="1800" i="1">
                                  <a:latin typeface="Cambria Math" panose="02040503050406030204" pitchFamily="18" charset="0"/>
                                </a:rPr>
                                <m:t>,(</m:t>
                              </m:r>
                              <m:r>
                                <a:rPr lang="en-US" sz="1800" i="1">
                                  <a:latin typeface="Cambria Math" panose="02040503050406030204" pitchFamily="18" charset="0"/>
                                </a:rPr>
                                <m:t>𝐴𝐵</m:t>
                              </m:r>
                              <m:r>
                                <a:rPr lang="en-US" sz="1800" i="1">
                                  <a:latin typeface="Cambria Math" panose="02040503050406030204" pitchFamily="18" charset="0"/>
                                </a:rPr>
                                <m:t>+,1)</m:t>
                              </m:r>
                            </m:sub>
                          </m:sSub>
                        </m:oMath>
                      </m:oMathPara>
                    </a14:m>
                    <a:endParaRPr lang="en-US" sz="1800"/>
                  </a:p>
                </p:txBody>
              </p:sp>
            </mc:Choice>
            <mc:Fallback xmlns="">
              <p:sp>
                <p:nvSpPr>
                  <p:cNvPr id="58487" name="Object 63"/>
                  <p:cNvSpPr txBox="1">
                    <a:spLocks noRot="1" noChangeAspect="1" noMove="1" noResize="1" noEditPoints="1" noAdjustHandles="1" noChangeArrowheads="1" noChangeShapeType="1" noTextEdit="1"/>
                  </p:cNvSpPr>
                  <p:nvPr/>
                </p:nvSpPr>
                <p:spPr bwMode="auto">
                  <a:xfrm>
                    <a:off x="92" y="683"/>
                    <a:ext cx="640" cy="320"/>
                  </a:xfrm>
                  <a:prstGeom prst="rect">
                    <a:avLst/>
                  </a:prstGeom>
                  <a:blipFill>
                    <a:blip r:embed="rId7"/>
                    <a:stretch>
                      <a:fillRect r="-2994"/>
                    </a:stretch>
                  </a:blipFill>
                  <a:ln>
                    <a:noFill/>
                  </a:ln>
                  <a:effectLst/>
                </p:spPr>
                <p:txBody>
                  <a:bodyPr/>
                  <a:lstStyle/>
                  <a:p>
                    <a:r>
                      <a:rPr lang="en-US">
                        <a:noFill/>
                      </a:rPr>
                      <a:t> </a:t>
                    </a:r>
                  </a:p>
                </p:txBody>
              </p:sp>
            </mc:Fallback>
          </mc:AlternateContent>
          <p:sp>
            <p:nvSpPr>
              <p:cNvPr id="58488" name="Line 64"/>
              <p:cNvSpPr>
                <a:spLocks noChangeShapeType="1"/>
              </p:cNvSpPr>
              <p:nvPr/>
            </p:nvSpPr>
            <p:spPr bwMode="auto">
              <a:xfrm>
                <a:off x="712" y="840"/>
                <a:ext cx="288" cy="0"/>
              </a:xfrm>
              <a:prstGeom prst="line">
                <a:avLst/>
              </a:prstGeom>
              <a:noFill/>
              <a:ln w="38100">
                <a:solidFill>
                  <a:schemeClr val="tx1"/>
                </a:solidFill>
                <a:round/>
                <a:headEnd/>
                <a:tailEnd type="stealth" w="med" len="lg"/>
              </a:ln>
              <a:extLst>
                <a:ext uri="{909E8E84-426E-40DD-AFC4-6F175D3DCCD1}">
                  <a14:hiddenFill xmlns:a14="http://schemas.microsoft.com/office/drawing/2010/main">
                    <a:noFill/>
                  </a14:hiddenFill>
                </a:ext>
              </a:extLst>
            </p:spPr>
            <p:txBody>
              <a:bodyPr/>
              <a:lstStyle/>
              <a:p>
                <a:endParaRPr lang="en-US" sz="1800"/>
              </a:p>
            </p:txBody>
          </p:sp>
        </p:grpSp>
        <p:grpSp>
          <p:nvGrpSpPr>
            <p:cNvPr id="58475" name="Group 65"/>
            <p:cNvGrpSpPr>
              <a:grpSpLocks/>
            </p:cNvGrpSpPr>
            <p:nvPr/>
          </p:nvGrpSpPr>
          <p:grpSpPr bwMode="auto">
            <a:xfrm>
              <a:off x="84" y="1595"/>
              <a:ext cx="916" cy="320"/>
              <a:chOff x="84" y="683"/>
              <a:chExt cx="916" cy="320"/>
            </a:xfrm>
          </p:grpSpPr>
          <mc:AlternateContent xmlns:mc="http://schemas.openxmlformats.org/markup-compatibility/2006" xmlns:a14="http://schemas.microsoft.com/office/drawing/2010/main">
            <mc:Choice Requires="a14">
              <p:sp>
                <p:nvSpPr>
                  <p:cNvPr id="58485" name="Object 66"/>
                  <p:cNvSpPr txBox="1"/>
                  <p:nvPr/>
                </p:nvSpPr>
                <p:spPr bwMode="auto">
                  <a:xfrm>
                    <a:off x="84" y="683"/>
                    <a:ext cx="656" cy="320"/>
                  </a:xfrm>
                  <a:prstGeom prst="rect">
                    <a:avLst/>
                  </a:prstGeom>
                  <a:noFill/>
                  <a:ln>
                    <a:noFill/>
                  </a:ln>
                  <a:effectLst/>
                </p:spPr>
                <p:txBody>
                  <a:bodyPr>
                    <a:normAutofit/>
                  </a:bodyPr>
                  <a:lstStyle/>
                  <a:p>
                    <a:pPr/>
                    <a14:m>
                      <m:oMathPara xmlns:m="http://schemas.openxmlformats.org/officeDocument/2006/math">
                        <m:oMathParaPr>
                          <m:jc m:val="left"/>
                        </m:oMathParaPr>
                        <m:oMath>
                          <m:sSub>
                            <m:sSubPr>
                              <m:ctrlPr>
                                <a:rPr lang="en-US" sz="1800" i="1">
                                  <a:latin typeface="Cambria Math" panose="02040503050406030204" pitchFamily="18" charset="0"/>
                                </a:rPr>
                              </m:ctrlPr>
                            </m:sSubPr>
                            <m:e>
                              <m:r>
                                <a:rPr lang="en-US" sz="1800" i="1">
                                  <a:latin typeface="Cambria Math" panose="02040503050406030204" pitchFamily="18" charset="0"/>
                                </a:rPr>
                                <m:t>𝑅</m:t>
                              </m:r>
                            </m:e>
                            <m:sub>
                              <m:r>
                                <a:rPr lang="en-US" sz="1800" i="1">
                                  <a:latin typeface="Cambria Math" panose="02040503050406030204" pitchFamily="18" charset="0"/>
                                </a:rPr>
                                <m:t>𝑡</m:t>
                              </m:r>
                              <m:r>
                                <a:rPr lang="en-US" sz="1800" i="1">
                                  <a:latin typeface="Cambria Math" panose="02040503050406030204" pitchFamily="18" charset="0"/>
                                </a:rPr>
                                <m:t>,(</m:t>
                              </m:r>
                              <m:r>
                                <a:rPr lang="en-US" sz="1800" i="1">
                                  <a:latin typeface="Cambria Math" panose="02040503050406030204" pitchFamily="18" charset="0"/>
                                </a:rPr>
                                <m:t>𝐴𝐵</m:t>
                              </m:r>
                              <m:r>
                                <a:rPr lang="en-US" sz="1800" i="1">
                                  <a:latin typeface="Cambria Math" panose="02040503050406030204" pitchFamily="18" charset="0"/>
                                </a:rPr>
                                <m:t>+,2)</m:t>
                              </m:r>
                            </m:sub>
                          </m:sSub>
                        </m:oMath>
                      </m:oMathPara>
                    </a14:m>
                    <a:endParaRPr lang="en-US" sz="1800"/>
                  </a:p>
                </p:txBody>
              </p:sp>
            </mc:Choice>
            <mc:Fallback xmlns="">
              <p:sp>
                <p:nvSpPr>
                  <p:cNvPr id="58485" name="Object 66"/>
                  <p:cNvSpPr txBox="1">
                    <a:spLocks noRot="1" noChangeAspect="1" noMove="1" noResize="1" noEditPoints="1" noAdjustHandles="1" noChangeArrowheads="1" noChangeShapeType="1" noTextEdit="1"/>
                  </p:cNvSpPr>
                  <p:nvPr/>
                </p:nvSpPr>
                <p:spPr bwMode="auto">
                  <a:xfrm>
                    <a:off x="84" y="683"/>
                    <a:ext cx="656" cy="320"/>
                  </a:xfrm>
                  <a:prstGeom prst="rect">
                    <a:avLst/>
                  </a:prstGeom>
                  <a:blipFill>
                    <a:blip r:embed="rId8"/>
                    <a:stretch>
                      <a:fillRect r="-585"/>
                    </a:stretch>
                  </a:blipFill>
                  <a:ln>
                    <a:noFill/>
                  </a:ln>
                  <a:effectLst/>
                </p:spPr>
                <p:txBody>
                  <a:bodyPr/>
                  <a:lstStyle/>
                  <a:p>
                    <a:r>
                      <a:rPr lang="en-US">
                        <a:noFill/>
                      </a:rPr>
                      <a:t> </a:t>
                    </a:r>
                  </a:p>
                </p:txBody>
              </p:sp>
            </mc:Fallback>
          </mc:AlternateContent>
          <p:sp>
            <p:nvSpPr>
              <p:cNvPr id="58486" name="Line 67"/>
              <p:cNvSpPr>
                <a:spLocks noChangeShapeType="1"/>
              </p:cNvSpPr>
              <p:nvPr/>
            </p:nvSpPr>
            <p:spPr bwMode="auto">
              <a:xfrm>
                <a:off x="712" y="840"/>
                <a:ext cx="288" cy="0"/>
              </a:xfrm>
              <a:prstGeom prst="line">
                <a:avLst/>
              </a:prstGeom>
              <a:noFill/>
              <a:ln w="38100">
                <a:solidFill>
                  <a:schemeClr val="tx1"/>
                </a:solidFill>
                <a:round/>
                <a:headEnd/>
                <a:tailEnd type="stealth" w="med" len="lg"/>
              </a:ln>
              <a:extLst>
                <a:ext uri="{909E8E84-426E-40DD-AFC4-6F175D3DCCD1}">
                  <a14:hiddenFill xmlns:a14="http://schemas.microsoft.com/office/drawing/2010/main">
                    <a:noFill/>
                  </a14:hiddenFill>
                </a:ext>
              </a:extLst>
            </p:spPr>
            <p:txBody>
              <a:bodyPr/>
              <a:lstStyle/>
              <a:p>
                <a:endParaRPr lang="en-US" sz="1800"/>
              </a:p>
            </p:txBody>
          </p:sp>
        </p:grpSp>
        <p:grpSp>
          <p:nvGrpSpPr>
            <p:cNvPr id="58476" name="Group 68"/>
            <p:cNvGrpSpPr>
              <a:grpSpLocks/>
            </p:cNvGrpSpPr>
            <p:nvPr/>
          </p:nvGrpSpPr>
          <p:grpSpPr bwMode="auto">
            <a:xfrm>
              <a:off x="124" y="2259"/>
              <a:ext cx="876" cy="320"/>
              <a:chOff x="124" y="683"/>
              <a:chExt cx="876" cy="320"/>
            </a:xfrm>
          </p:grpSpPr>
          <mc:AlternateContent xmlns:mc="http://schemas.openxmlformats.org/markup-compatibility/2006" xmlns:a14="http://schemas.microsoft.com/office/drawing/2010/main">
            <mc:Choice Requires="a14">
              <p:sp>
                <p:nvSpPr>
                  <p:cNvPr id="58483" name="Object 69"/>
                  <p:cNvSpPr txBox="1"/>
                  <p:nvPr/>
                </p:nvSpPr>
                <p:spPr bwMode="auto">
                  <a:xfrm>
                    <a:off x="124" y="683"/>
                    <a:ext cx="576" cy="320"/>
                  </a:xfrm>
                  <a:prstGeom prst="rect">
                    <a:avLst/>
                  </a:prstGeom>
                  <a:noFill/>
                  <a:ln>
                    <a:noFill/>
                  </a:ln>
                  <a:effectLst/>
                </p:spPr>
                <p:txBody>
                  <a:bodyPr>
                    <a:normAutofit/>
                  </a:bodyPr>
                  <a:lstStyle/>
                  <a:p>
                    <a:pPr/>
                    <a14:m>
                      <m:oMathPara xmlns:m="http://schemas.openxmlformats.org/officeDocument/2006/math">
                        <m:oMathParaPr>
                          <m:jc m:val="left"/>
                        </m:oMathParaPr>
                        <m:oMath>
                          <m:sSub>
                            <m:sSubPr>
                              <m:ctrlPr>
                                <a:rPr lang="en-US" sz="1800" i="1">
                                  <a:latin typeface="Cambria Math" panose="02040503050406030204" pitchFamily="18" charset="0"/>
                                </a:rPr>
                              </m:ctrlPr>
                            </m:sSubPr>
                            <m:e>
                              <m:r>
                                <a:rPr lang="en-US" sz="1800" i="1">
                                  <a:latin typeface="Cambria Math" panose="02040503050406030204" pitchFamily="18" charset="0"/>
                                </a:rPr>
                                <m:t>𝑅</m:t>
                              </m:r>
                            </m:e>
                            <m:sub>
                              <m:r>
                                <a:rPr lang="en-US" sz="1800" i="1">
                                  <a:latin typeface="Cambria Math" panose="02040503050406030204" pitchFamily="18" charset="0"/>
                                </a:rPr>
                                <m:t>𝑡</m:t>
                              </m:r>
                              <m:r>
                                <a:rPr lang="en-US" sz="1800" i="1">
                                  <a:latin typeface="Cambria Math" panose="02040503050406030204" pitchFamily="18" charset="0"/>
                                </a:rPr>
                                <m:t>,(</m:t>
                              </m:r>
                              <m:r>
                                <a:rPr lang="en-US" sz="1800" i="1">
                                  <a:latin typeface="Cambria Math" panose="02040503050406030204" pitchFamily="18" charset="0"/>
                                </a:rPr>
                                <m:t>𝑂</m:t>
                              </m:r>
                              <m:r>
                                <a:rPr lang="en-US" sz="1800" i="1">
                                  <a:latin typeface="Cambria Math" panose="02040503050406030204" pitchFamily="18" charset="0"/>
                                </a:rPr>
                                <m:t>−,0)</m:t>
                              </m:r>
                            </m:sub>
                          </m:sSub>
                        </m:oMath>
                      </m:oMathPara>
                    </a14:m>
                    <a:endParaRPr lang="en-US" sz="1800"/>
                  </a:p>
                </p:txBody>
              </p:sp>
            </mc:Choice>
            <mc:Fallback xmlns="">
              <p:sp>
                <p:nvSpPr>
                  <p:cNvPr id="58483" name="Object 69"/>
                  <p:cNvSpPr txBox="1">
                    <a:spLocks noRot="1" noChangeAspect="1" noMove="1" noResize="1" noEditPoints="1" noAdjustHandles="1" noChangeArrowheads="1" noChangeShapeType="1" noTextEdit="1"/>
                  </p:cNvSpPr>
                  <p:nvPr/>
                </p:nvSpPr>
                <p:spPr bwMode="auto">
                  <a:xfrm>
                    <a:off x="124" y="683"/>
                    <a:ext cx="576" cy="320"/>
                  </a:xfrm>
                  <a:prstGeom prst="rect">
                    <a:avLst/>
                  </a:prstGeom>
                  <a:blipFill>
                    <a:blip r:embed="rId9"/>
                    <a:stretch>
                      <a:fillRect r="-2667"/>
                    </a:stretch>
                  </a:blipFill>
                  <a:ln>
                    <a:noFill/>
                  </a:ln>
                  <a:effectLst/>
                </p:spPr>
                <p:txBody>
                  <a:bodyPr/>
                  <a:lstStyle/>
                  <a:p>
                    <a:r>
                      <a:rPr lang="en-US">
                        <a:noFill/>
                      </a:rPr>
                      <a:t> </a:t>
                    </a:r>
                  </a:p>
                </p:txBody>
              </p:sp>
            </mc:Fallback>
          </mc:AlternateContent>
          <p:sp>
            <p:nvSpPr>
              <p:cNvPr id="58484" name="Line 70"/>
              <p:cNvSpPr>
                <a:spLocks noChangeShapeType="1"/>
              </p:cNvSpPr>
              <p:nvPr/>
            </p:nvSpPr>
            <p:spPr bwMode="auto">
              <a:xfrm>
                <a:off x="712" y="840"/>
                <a:ext cx="288" cy="0"/>
              </a:xfrm>
              <a:prstGeom prst="line">
                <a:avLst/>
              </a:prstGeom>
              <a:noFill/>
              <a:ln w="38100">
                <a:solidFill>
                  <a:schemeClr val="tx1"/>
                </a:solidFill>
                <a:round/>
                <a:headEnd/>
                <a:tailEnd type="stealth" w="med" len="lg"/>
              </a:ln>
              <a:extLst>
                <a:ext uri="{909E8E84-426E-40DD-AFC4-6F175D3DCCD1}">
                  <a14:hiddenFill xmlns:a14="http://schemas.microsoft.com/office/drawing/2010/main">
                    <a:noFill/>
                  </a14:hiddenFill>
                </a:ext>
              </a:extLst>
            </p:spPr>
            <p:txBody>
              <a:bodyPr/>
              <a:lstStyle/>
              <a:p>
                <a:endParaRPr lang="en-US" sz="1800"/>
              </a:p>
            </p:txBody>
          </p:sp>
        </p:grpSp>
        <p:grpSp>
          <p:nvGrpSpPr>
            <p:cNvPr id="58477" name="Group 71"/>
            <p:cNvGrpSpPr>
              <a:grpSpLocks/>
            </p:cNvGrpSpPr>
            <p:nvPr/>
          </p:nvGrpSpPr>
          <p:grpSpPr bwMode="auto">
            <a:xfrm>
              <a:off x="140" y="2587"/>
              <a:ext cx="868" cy="320"/>
              <a:chOff x="132" y="683"/>
              <a:chExt cx="868" cy="320"/>
            </a:xfrm>
          </p:grpSpPr>
          <mc:AlternateContent xmlns:mc="http://schemas.openxmlformats.org/markup-compatibility/2006" xmlns:a14="http://schemas.microsoft.com/office/drawing/2010/main">
            <mc:Choice Requires="a14">
              <p:sp>
                <p:nvSpPr>
                  <p:cNvPr id="58481" name="Object 72"/>
                  <p:cNvSpPr txBox="1"/>
                  <p:nvPr/>
                </p:nvSpPr>
                <p:spPr bwMode="auto">
                  <a:xfrm>
                    <a:off x="132" y="683"/>
                    <a:ext cx="560" cy="320"/>
                  </a:xfrm>
                  <a:prstGeom prst="rect">
                    <a:avLst/>
                  </a:prstGeom>
                  <a:noFill/>
                  <a:ln>
                    <a:noFill/>
                  </a:ln>
                  <a:effectLst/>
                </p:spPr>
                <p:txBody>
                  <a:bodyPr>
                    <a:normAutofit/>
                  </a:bodyPr>
                  <a:lstStyle/>
                  <a:p>
                    <a:pPr/>
                    <a14:m>
                      <m:oMathPara xmlns:m="http://schemas.openxmlformats.org/officeDocument/2006/math">
                        <m:oMathParaPr>
                          <m:jc m:val="left"/>
                        </m:oMathParaPr>
                        <m:oMath>
                          <m:sSub>
                            <m:sSubPr>
                              <m:ctrlPr>
                                <a:rPr lang="en-US" sz="1800" i="1">
                                  <a:latin typeface="Cambria Math" panose="02040503050406030204" pitchFamily="18" charset="0"/>
                                </a:rPr>
                              </m:ctrlPr>
                            </m:sSubPr>
                            <m:e>
                              <m:r>
                                <a:rPr lang="en-US" sz="1800" i="1">
                                  <a:latin typeface="Cambria Math" panose="02040503050406030204" pitchFamily="18" charset="0"/>
                                </a:rPr>
                                <m:t>𝑅</m:t>
                              </m:r>
                            </m:e>
                            <m:sub>
                              <m:r>
                                <a:rPr lang="en-US" sz="1800" i="1">
                                  <a:latin typeface="Cambria Math" panose="02040503050406030204" pitchFamily="18" charset="0"/>
                                </a:rPr>
                                <m:t>𝑡</m:t>
                              </m:r>
                              <m:r>
                                <a:rPr lang="en-US" sz="1800" i="1">
                                  <a:latin typeface="Cambria Math" panose="02040503050406030204" pitchFamily="18" charset="0"/>
                                </a:rPr>
                                <m:t>,(</m:t>
                              </m:r>
                              <m:r>
                                <a:rPr lang="en-US" sz="1800" i="1">
                                  <a:latin typeface="Cambria Math" panose="02040503050406030204" pitchFamily="18" charset="0"/>
                                </a:rPr>
                                <m:t>𝑂</m:t>
                              </m:r>
                              <m:r>
                                <a:rPr lang="en-US" sz="1800" i="1">
                                  <a:latin typeface="Cambria Math" panose="02040503050406030204" pitchFamily="18" charset="0"/>
                                </a:rPr>
                                <m:t>−,1)</m:t>
                              </m:r>
                            </m:sub>
                          </m:sSub>
                        </m:oMath>
                      </m:oMathPara>
                    </a14:m>
                    <a:endParaRPr lang="en-US" sz="1800"/>
                  </a:p>
                </p:txBody>
              </p:sp>
            </mc:Choice>
            <mc:Fallback xmlns="">
              <p:sp>
                <p:nvSpPr>
                  <p:cNvPr id="58481" name="Object 72"/>
                  <p:cNvSpPr txBox="1">
                    <a:spLocks noRot="1" noChangeAspect="1" noMove="1" noResize="1" noEditPoints="1" noAdjustHandles="1" noChangeArrowheads="1" noChangeShapeType="1" noTextEdit="1"/>
                  </p:cNvSpPr>
                  <p:nvPr/>
                </p:nvSpPr>
                <p:spPr bwMode="auto">
                  <a:xfrm>
                    <a:off x="132" y="683"/>
                    <a:ext cx="560" cy="320"/>
                  </a:xfrm>
                  <a:prstGeom prst="rect">
                    <a:avLst/>
                  </a:prstGeom>
                  <a:blipFill>
                    <a:blip r:embed="rId10"/>
                    <a:stretch>
                      <a:fillRect r="-5479"/>
                    </a:stretch>
                  </a:blipFill>
                  <a:ln>
                    <a:noFill/>
                  </a:ln>
                  <a:effectLst/>
                </p:spPr>
                <p:txBody>
                  <a:bodyPr/>
                  <a:lstStyle/>
                  <a:p>
                    <a:r>
                      <a:rPr lang="en-US">
                        <a:noFill/>
                      </a:rPr>
                      <a:t> </a:t>
                    </a:r>
                  </a:p>
                </p:txBody>
              </p:sp>
            </mc:Fallback>
          </mc:AlternateContent>
          <p:sp>
            <p:nvSpPr>
              <p:cNvPr id="58482" name="Line 73"/>
              <p:cNvSpPr>
                <a:spLocks noChangeShapeType="1"/>
              </p:cNvSpPr>
              <p:nvPr/>
            </p:nvSpPr>
            <p:spPr bwMode="auto">
              <a:xfrm>
                <a:off x="712" y="840"/>
                <a:ext cx="288" cy="0"/>
              </a:xfrm>
              <a:prstGeom prst="line">
                <a:avLst/>
              </a:prstGeom>
              <a:noFill/>
              <a:ln w="38100">
                <a:solidFill>
                  <a:schemeClr val="tx1"/>
                </a:solidFill>
                <a:round/>
                <a:headEnd/>
                <a:tailEnd type="stealth" w="med" len="lg"/>
              </a:ln>
              <a:extLst>
                <a:ext uri="{909E8E84-426E-40DD-AFC4-6F175D3DCCD1}">
                  <a14:hiddenFill xmlns:a14="http://schemas.microsoft.com/office/drawing/2010/main">
                    <a:noFill/>
                  </a14:hiddenFill>
                </a:ext>
              </a:extLst>
            </p:spPr>
            <p:txBody>
              <a:bodyPr/>
              <a:lstStyle/>
              <a:p>
                <a:endParaRPr lang="en-US" sz="1800"/>
              </a:p>
            </p:txBody>
          </p:sp>
        </p:grpSp>
        <p:grpSp>
          <p:nvGrpSpPr>
            <p:cNvPr id="58478" name="Group 74"/>
            <p:cNvGrpSpPr>
              <a:grpSpLocks/>
            </p:cNvGrpSpPr>
            <p:nvPr/>
          </p:nvGrpSpPr>
          <p:grpSpPr bwMode="auto">
            <a:xfrm>
              <a:off x="124" y="2923"/>
              <a:ext cx="884" cy="320"/>
              <a:chOff x="116" y="683"/>
              <a:chExt cx="884" cy="320"/>
            </a:xfrm>
          </p:grpSpPr>
          <mc:AlternateContent xmlns:mc="http://schemas.openxmlformats.org/markup-compatibility/2006" xmlns:a14="http://schemas.microsoft.com/office/drawing/2010/main">
            <mc:Choice Requires="a14">
              <p:sp>
                <p:nvSpPr>
                  <p:cNvPr id="58479" name="Object 75"/>
                  <p:cNvSpPr txBox="1"/>
                  <p:nvPr/>
                </p:nvSpPr>
                <p:spPr bwMode="auto">
                  <a:xfrm>
                    <a:off x="116" y="683"/>
                    <a:ext cx="592" cy="320"/>
                  </a:xfrm>
                  <a:prstGeom prst="rect">
                    <a:avLst/>
                  </a:prstGeom>
                  <a:noFill/>
                  <a:ln>
                    <a:noFill/>
                  </a:ln>
                  <a:effectLst/>
                </p:spPr>
                <p:txBody>
                  <a:bodyPr>
                    <a:normAutofit/>
                  </a:bodyPr>
                  <a:lstStyle/>
                  <a:p>
                    <a:pPr/>
                    <a14:m>
                      <m:oMathPara xmlns:m="http://schemas.openxmlformats.org/officeDocument/2006/math">
                        <m:oMathParaPr>
                          <m:jc m:val="left"/>
                        </m:oMathParaPr>
                        <m:oMath>
                          <m:sSub>
                            <m:sSubPr>
                              <m:ctrlPr>
                                <a:rPr lang="en-US" sz="1800" i="1">
                                  <a:latin typeface="Cambria Math" panose="02040503050406030204" pitchFamily="18" charset="0"/>
                                </a:rPr>
                              </m:ctrlPr>
                            </m:sSubPr>
                            <m:e>
                              <m:r>
                                <a:rPr lang="en-US" sz="1800" i="1">
                                  <a:latin typeface="Cambria Math" panose="02040503050406030204" pitchFamily="18" charset="0"/>
                                </a:rPr>
                                <m:t>𝑅</m:t>
                              </m:r>
                            </m:e>
                            <m:sub>
                              <m:r>
                                <a:rPr lang="en-US" sz="1800" i="1">
                                  <a:latin typeface="Cambria Math" panose="02040503050406030204" pitchFamily="18" charset="0"/>
                                </a:rPr>
                                <m:t>𝑡</m:t>
                              </m:r>
                              <m:r>
                                <a:rPr lang="en-US" sz="1800" i="1">
                                  <a:latin typeface="Cambria Math" panose="02040503050406030204" pitchFamily="18" charset="0"/>
                                </a:rPr>
                                <m:t>,(</m:t>
                              </m:r>
                              <m:r>
                                <a:rPr lang="en-US" sz="1800" i="1">
                                  <a:latin typeface="Cambria Math" panose="02040503050406030204" pitchFamily="18" charset="0"/>
                                </a:rPr>
                                <m:t>𝑂</m:t>
                              </m:r>
                              <m:r>
                                <a:rPr lang="en-US" sz="1800" i="1">
                                  <a:latin typeface="Cambria Math" panose="02040503050406030204" pitchFamily="18" charset="0"/>
                                </a:rPr>
                                <m:t>−,2)</m:t>
                              </m:r>
                            </m:sub>
                          </m:sSub>
                        </m:oMath>
                      </m:oMathPara>
                    </a14:m>
                    <a:endParaRPr lang="en-US" sz="1800"/>
                  </a:p>
                </p:txBody>
              </p:sp>
            </mc:Choice>
            <mc:Fallback xmlns="">
              <p:sp>
                <p:nvSpPr>
                  <p:cNvPr id="58479" name="Object 75"/>
                  <p:cNvSpPr txBox="1">
                    <a:spLocks noRot="1" noChangeAspect="1" noMove="1" noResize="1" noEditPoints="1" noAdjustHandles="1" noChangeArrowheads="1" noChangeShapeType="1" noTextEdit="1"/>
                  </p:cNvSpPr>
                  <p:nvPr/>
                </p:nvSpPr>
                <p:spPr bwMode="auto">
                  <a:xfrm>
                    <a:off x="116" y="683"/>
                    <a:ext cx="592" cy="320"/>
                  </a:xfrm>
                  <a:prstGeom prst="rect">
                    <a:avLst/>
                  </a:prstGeom>
                  <a:blipFill>
                    <a:blip r:embed="rId11"/>
                    <a:stretch>
                      <a:fillRect/>
                    </a:stretch>
                  </a:blipFill>
                  <a:ln>
                    <a:noFill/>
                  </a:ln>
                  <a:effectLst/>
                </p:spPr>
                <p:txBody>
                  <a:bodyPr/>
                  <a:lstStyle/>
                  <a:p>
                    <a:r>
                      <a:rPr lang="en-US">
                        <a:noFill/>
                      </a:rPr>
                      <a:t> </a:t>
                    </a:r>
                  </a:p>
                </p:txBody>
              </p:sp>
            </mc:Fallback>
          </mc:AlternateContent>
          <p:sp>
            <p:nvSpPr>
              <p:cNvPr id="58480" name="Line 76"/>
              <p:cNvSpPr>
                <a:spLocks noChangeShapeType="1"/>
              </p:cNvSpPr>
              <p:nvPr/>
            </p:nvSpPr>
            <p:spPr bwMode="auto">
              <a:xfrm>
                <a:off x="712" y="840"/>
                <a:ext cx="288" cy="0"/>
              </a:xfrm>
              <a:prstGeom prst="line">
                <a:avLst/>
              </a:prstGeom>
              <a:noFill/>
              <a:ln w="38100">
                <a:solidFill>
                  <a:schemeClr val="tx1"/>
                </a:solidFill>
                <a:round/>
                <a:headEnd/>
                <a:tailEnd type="stealth" w="med" len="lg"/>
              </a:ln>
              <a:extLst>
                <a:ext uri="{909E8E84-426E-40DD-AFC4-6F175D3DCCD1}">
                  <a14:hiddenFill xmlns:a14="http://schemas.microsoft.com/office/drawing/2010/main">
                    <a:noFill/>
                  </a14:hiddenFill>
                </a:ext>
              </a:extLst>
            </p:spPr>
            <p:txBody>
              <a:bodyPr/>
              <a:lstStyle/>
              <a:p>
                <a:endParaRPr lang="en-US" sz="1800"/>
              </a:p>
            </p:txBody>
          </p:sp>
        </p:grpSp>
      </p:grpSp>
      <mc:AlternateContent xmlns:mc="http://schemas.openxmlformats.org/markup-compatibility/2006" xmlns:a14="http://schemas.microsoft.com/office/drawing/2010/main">
        <mc:Choice Requires="a14">
          <p:sp>
            <p:nvSpPr>
              <p:cNvPr id="58421" name="Object 77"/>
              <p:cNvSpPr txBox="1"/>
              <p:nvPr/>
            </p:nvSpPr>
            <p:spPr bwMode="auto">
              <a:xfrm>
                <a:off x="6369050" y="1198563"/>
                <a:ext cx="762000" cy="533400"/>
              </a:xfrm>
              <a:prstGeom prst="rect">
                <a:avLst/>
              </a:prstGeom>
              <a:solidFill>
                <a:schemeClr val="bg1"/>
              </a:solidFill>
              <a:ln>
                <a:noFill/>
              </a:ln>
              <a:effectLst/>
            </p:spPr>
            <p:txBody>
              <a:bodyPr>
                <a:normAutofit/>
              </a:bodyPr>
              <a:lstStyle/>
              <a:p>
                <a:pPr/>
                <a14:m>
                  <m:oMathPara xmlns:m="http://schemas.openxmlformats.org/officeDocument/2006/math">
                    <m:oMathParaPr>
                      <m:jc m:val="left"/>
                    </m:oMathParaPr>
                    <m:oMath>
                      <m:sSub>
                        <m:sSubPr>
                          <m:ctrlPr>
                            <a:rPr lang="en-US" i="1">
                              <a:latin typeface="Cambria Math" panose="02040503050406030204" pitchFamily="18" charset="0"/>
                            </a:rPr>
                          </m:ctrlPr>
                        </m:sSubPr>
                        <m:e>
                          <m:acc>
                            <m:accPr>
                              <m:chr m:val="̂"/>
                              <m:ctrlPr>
                                <a:rPr lang="en-US" i="1">
                                  <a:latin typeface="Cambria Math" panose="02040503050406030204" pitchFamily="18" charset="0"/>
                                </a:rPr>
                              </m:ctrlPr>
                            </m:accPr>
                            <m:e>
                              <m:r>
                                <a:rPr lang="en-US" i="1">
                                  <a:latin typeface="Cambria Math" panose="02040503050406030204" pitchFamily="18" charset="0"/>
                                </a:rPr>
                                <m:t>𝐷</m:t>
                              </m:r>
                            </m:e>
                          </m:acc>
                        </m:e>
                        <m:sub>
                          <m:r>
                            <a:rPr lang="en-US" i="1">
                              <a:latin typeface="Cambria Math" panose="02040503050406030204" pitchFamily="18" charset="0"/>
                            </a:rPr>
                            <m:t>𝑡</m:t>
                          </m:r>
                          <m:r>
                            <a:rPr lang="en-US" i="1">
                              <a:latin typeface="Cambria Math" panose="02040503050406030204" pitchFamily="18" charset="0"/>
                            </a:rPr>
                            <m:t>,</m:t>
                          </m:r>
                          <m:r>
                            <a:rPr lang="en-US" i="1">
                              <a:latin typeface="Cambria Math" panose="02040503050406030204" pitchFamily="18" charset="0"/>
                            </a:rPr>
                            <m:t>𝐴𝐵</m:t>
                          </m:r>
                          <m:r>
                            <a:rPr lang="en-US" i="1">
                              <a:latin typeface="Cambria Math" panose="02040503050406030204" pitchFamily="18" charset="0"/>
                            </a:rPr>
                            <m:t>−</m:t>
                          </m:r>
                        </m:sub>
                      </m:sSub>
                    </m:oMath>
                  </m:oMathPara>
                </a14:m>
                <a:endParaRPr lang="en-US"/>
              </a:p>
            </p:txBody>
          </p:sp>
        </mc:Choice>
        <mc:Fallback xmlns="">
          <p:sp>
            <p:nvSpPr>
              <p:cNvPr id="58421" name="Object 77"/>
              <p:cNvSpPr txBox="1">
                <a:spLocks noRot="1" noChangeAspect="1" noMove="1" noResize="1" noEditPoints="1" noAdjustHandles="1" noChangeArrowheads="1" noChangeShapeType="1" noTextEdit="1"/>
              </p:cNvSpPr>
              <p:nvPr/>
            </p:nvSpPr>
            <p:spPr bwMode="auto">
              <a:xfrm>
                <a:off x="6369050" y="1198563"/>
                <a:ext cx="762000" cy="533400"/>
              </a:xfrm>
              <a:prstGeom prst="rect">
                <a:avLst/>
              </a:prstGeom>
              <a:blipFill>
                <a:blip r:embed="rId12"/>
                <a:stretch>
                  <a:fillRect t="-1149"/>
                </a:stretch>
              </a:blipFill>
              <a:ln>
                <a:noFill/>
              </a:ln>
              <a:effectLst/>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58422" name="Object 78"/>
              <p:cNvSpPr txBox="1"/>
              <p:nvPr/>
            </p:nvSpPr>
            <p:spPr bwMode="auto">
              <a:xfrm>
                <a:off x="6407150" y="1897063"/>
                <a:ext cx="660400" cy="533400"/>
              </a:xfrm>
              <a:prstGeom prst="rect">
                <a:avLst/>
              </a:prstGeom>
              <a:solidFill>
                <a:schemeClr val="bg1"/>
              </a:solidFill>
              <a:ln>
                <a:noFill/>
              </a:ln>
              <a:effectLst/>
            </p:spPr>
            <p:txBody>
              <a:bodyPr>
                <a:normAutofit/>
              </a:bodyPr>
              <a:lstStyle/>
              <a:p>
                <a:pPr/>
                <a14:m>
                  <m:oMathPara xmlns:m="http://schemas.openxmlformats.org/officeDocument/2006/math">
                    <m:oMathParaPr>
                      <m:jc m:val="left"/>
                    </m:oMathParaPr>
                    <m:oMath>
                      <m:sSub>
                        <m:sSubPr>
                          <m:ctrlPr>
                            <a:rPr lang="en-US" i="1">
                              <a:latin typeface="Cambria Math" panose="02040503050406030204" pitchFamily="18" charset="0"/>
                            </a:rPr>
                          </m:ctrlPr>
                        </m:sSubPr>
                        <m:e>
                          <m:acc>
                            <m:accPr>
                              <m:chr m:val="̂"/>
                              <m:ctrlPr>
                                <a:rPr lang="en-US" i="1">
                                  <a:latin typeface="Cambria Math" panose="02040503050406030204" pitchFamily="18" charset="0"/>
                                </a:rPr>
                              </m:ctrlPr>
                            </m:accPr>
                            <m:e>
                              <m:r>
                                <a:rPr lang="en-US" i="1">
                                  <a:latin typeface="Cambria Math" panose="02040503050406030204" pitchFamily="18" charset="0"/>
                                </a:rPr>
                                <m:t>𝐷</m:t>
                              </m:r>
                            </m:e>
                          </m:acc>
                        </m:e>
                        <m:sub>
                          <m:r>
                            <a:rPr lang="en-US" i="1">
                              <a:latin typeface="Cambria Math" panose="02040503050406030204" pitchFamily="18" charset="0"/>
                            </a:rPr>
                            <m:t>𝑡</m:t>
                          </m:r>
                          <m:r>
                            <a:rPr lang="en-US" i="1">
                              <a:latin typeface="Cambria Math" panose="02040503050406030204" pitchFamily="18" charset="0"/>
                            </a:rPr>
                            <m:t>,</m:t>
                          </m:r>
                          <m:r>
                            <a:rPr lang="en-US" i="1">
                              <a:latin typeface="Cambria Math" panose="02040503050406030204" pitchFamily="18" charset="0"/>
                            </a:rPr>
                            <m:t>𝐴</m:t>
                          </m:r>
                          <m:r>
                            <a:rPr lang="en-US" i="1">
                              <a:latin typeface="Cambria Math" panose="02040503050406030204" pitchFamily="18" charset="0"/>
                            </a:rPr>
                            <m:t>+</m:t>
                          </m:r>
                        </m:sub>
                      </m:sSub>
                    </m:oMath>
                  </m:oMathPara>
                </a14:m>
                <a:endParaRPr lang="en-US"/>
              </a:p>
            </p:txBody>
          </p:sp>
        </mc:Choice>
        <mc:Fallback xmlns="">
          <p:sp>
            <p:nvSpPr>
              <p:cNvPr id="58422" name="Object 78"/>
              <p:cNvSpPr txBox="1">
                <a:spLocks noRot="1" noChangeAspect="1" noMove="1" noResize="1" noEditPoints="1" noAdjustHandles="1" noChangeArrowheads="1" noChangeShapeType="1" noTextEdit="1"/>
              </p:cNvSpPr>
              <p:nvPr/>
            </p:nvSpPr>
            <p:spPr bwMode="auto">
              <a:xfrm>
                <a:off x="6407150" y="1897063"/>
                <a:ext cx="660400" cy="533400"/>
              </a:xfrm>
              <a:prstGeom prst="rect">
                <a:avLst/>
              </a:prstGeom>
              <a:blipFill>
                <a:blip r:embed="rId13"/>
                <a:stretch>
                  <a:fillRect t="-1136"/>
                </a:stretch>
              </a:blipFill>
              <a:ln>
                <a:noFill/>
              </a:ln>
              <a:effectLst/>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58423" name="Object 79"/>
              <p:cNvSpPr txBox="1"/>
              <p:nvPr/>
            </p:nvSpPr>
            <p:spPr bwMode="auto">
              <a:xfrm>
                <a:off x="6407150" y="3040063"/>
                <a:ext cx="787400" cy="533400"/>
              </a:xfrm>
              <a:prstGeom prst="rect">
                <a:avLst/>
              </a:prstGeom>
              <a:solidFill>
                <a:schemeClr val="bg1"/>
              </a:solidFill>
              <a:ln>
                <a:noFill/>
              </a:ln>
              <a:effectLst/>
            </p:spPr>
            <p:txBody>
              <a:bodyPr>
                <a:normAutofit/>
              </a:bodyPr>
              <a:lstStyle/>
              <a:p>
                <a:pPr/>
                <a14:m>
                  <m:oMathPara xmlns:m="http://schemas.openxmlformats.org/officeDocument/2006/math">
                    <m:oMathParaPr>
                      <m:jc m:val="left"/>
                    </m:oMathParaPr>
                    <m:oMath>
                      <m:sSub>
                        <m:sSubPr>
                          <m:ctrlPr>
                            <a:rPr lang="en-US" i="1">
                              <a:latin typeface="Cambria Math" panose="02040503050406030204" pitchFamily="18" charset="0"/>
                            </a:rPr>
                          </m:ctrlPr>
                        </m:sSubPr>
                        <m:e>
                          <m:acc>
                            <m:accPr>
                              <m:chr m:val="̂"/>
                              <m:ctrlPr>
                                <a:rPr lang="en-US" i="1">
                                  <a:latin typeface="Cambria Math" panose="02040503050406030204" pitchFamily="18" charset="0"/>
                                </a:rPr>
                              </m:ctrlPr>
                            </m:accPr>
                            <m:e>
                              <m:r>
                                <a:rPr lang="en-US" i="1">
                                  <a:latin typeface="Cambria Math" panose="02040503050406030204" pitchFamily="18" charset="0"/>
                                </a:rPr>
                                <m:t>𝐷</m:t>
                              </m:r>
                            </m:e>
                          </m:acc>
                        </m:e>
                        <m:sub>
                          <m:r>
                            <a:rPr lang="en-US" i="1">
                              <a:latin typeface="Cambria Math" panose="02040503050406030204" pitchFamily="18" charset="0"/>
                            </a:rPr>
                            <m:t>𝑡</m:t>
                          </m:r>
                          <m:r>
                            <a:rPr lang="en-US" i="1">
                              <a:latin typeface="Cambria Math" panose="02040503050406030204" pitchFamily="18" charset="0"/>
                            </a:rPr>
                            <m:t>,</m:t>
                          </m:r>
                          <m:r>
                            <a:rPr lang="en-US" i="1">
                              <a:latin typeface="Cambria Math" panose="02040503050406030204" pitchFamily="18" charset="0"/>
                            </a:rPr>
                            <m:t>𝐴𝐵</m:t>
                          </m:r>
                          <m:r>
                            <a:rPr lang="en-US" i="1">
                              <a:latin typeface="Cambria Math" panose="02040503050406030204" pitchFamily="18" charset="0"/>
                            </a:rPr>
                            <m:t>+</m:t>
                          </m:r>
                        </m:sub>
                      </m:sSub>
                    </m:oMath>
                  </m:oMathPara>
                </a14:m>
                <a:endParaRPr lang="en-US"/>
              </a:p>
            </p:txBody>
          </p:sp>
        </mc:Choice>
        <mc:Fallback xmlns="">
          <p:sp>
            <p:nvSpPr>
              <p:cNvPr id="58423" name="Object 79"/>
              <p:cNvSpPr txBox="1">
                <a:spLocks noRot="1" noChangeAspect="1" noMove="1" noResize="1" noEditPoints="1" noAdjustHandles="1" noChangeArrowheads="1" noChangeShapeType="1" noTextEdit="1"/>
              </p:cNvSpPr>
              <p:nvPr/>
            </p:nvSpPr>
            <p:spPr bwMode="auto">
              <a:xfrm>
                <a:off x="6407150" y="3040063"/>
                <a:ext cx="787400" cy="533400"/>
              </a:xfrm>
              <a:prstGeom prst="rect">
                <a:avLst/>
              </a:prstGeom>
              <a:blipFill>
                <a:blip r:embed="rId14"/>
                <a:stretch>
                  <a:fillRect t="-1149"/>
                </a:stretch>
              </a:blipFill>
              <a:ln>
                <a:noFill/>
              </a:ln>
              <a:effectLst/>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58424" name="Object 80"/>
              <p:cNvSpPr txBox="1"/>
              <p:nvPr/>
            </p:nvSpPr>
            <p:spPr bwMode="auto">
              <a:xfrm>
                <a:off x="6369050" y="3649663"/>
                <a:ext cx="787400" cy="533400"/>
              </a:xfrm>
              <a:prstGeom prst="rect">
                <a:avLst/>
              </a:prstGeom>
              <a:solidFill>
                <a:schemeClr val="bg1"/>
              </a:solidFill>
              <a:ln>
                <a:noFill/>
              </a:ln>
              <a:effectLst/>
            </p:spPr>
            <p:txBody>
              <a:bodyPr>
                <a:normAutofit/>
              </a:bodyPr>
              <a:lstStyle/>
              <a:p>
                <a:pPr/>
                <a14:m>
                  <m:oMathPara xmlns:m="http://schemas.openxmlformats.org/officeDocument/2006/math">
                    <m:oMathParaPr>
                      <m:jc m:val="left"/>
                    </m:oMathParaPr>
                    <m:oMath>
                      <m:sSub>
                        <m:sSubPr>
                          <m:ctrlPr>
                            <a:rPr lang="en-US" i="1">
                              <a:latin typeface="Cambria Math" panose="02040503050406030204" pitchFamily="18" charset="0"/>
                            </a:rPr>
                          </m:ctrlPr>
                        </m:sSubPr>
                        <m:e>
                          <m:acc>
                            <m:accPr>
                              <m:chr m:val="̂"/>
                              <m:ctrlPr>
                                <a:rPr lang="en-US" i="1">
                                  <a:latin typeface="Cambria Math" panose="02040503050406030204" pitchFamily="18" charset="0"/>
                                </a:rPr>
                              </m:ctrlPr>
                            </m:accPr>
                            <m:e>
                              <m:r>
                                <a:rPr lang="en-US" i="1">
                                  <a:latin typeface="Cambria Math" panose="02040503050406030204" pitchFamily="18" charset="0"/>
                                </a:rPr>
                                <m:t>𝐷</m:t>
                              </m:r>
                            </m:e>
                          </m:acc>
                        </m:e>
                        <m:sub>
                          <m:r>
                            <a:rPr lang="en-US" i="1">
                              <a:latin typeface="Cambria Math" panose="02040503050406030204" pitchFamily="18" charset="0"/>
                            </a:rPr>
                            <m:t>𝑡</m:t>
                          </m:r>
                          <m:r>
                            <a:rPr lang="en-US" i="1">
                              <a:latin typeface="Cambria Math" panose="02040503050406030204" pitchFamily="18" charset="0"/>
                            </a:rPr>
                            <m:t>,</m:t>
                          </m:r>
                          <m:r>
                            <a:rPr lang="en-US" i="1">
                              <a:latin typeface="Cambria Math" panose="02040503050406030204" pitchFamily="18" charset="0"/>
                            </a:rPr>
                            <m:t>𝐴𝐵</m:t>
                          </m:r>
                          <m:r>
                            <a:rPr lang="en-US" i="1">
                              <a:latin typeface="Cambria Math" panose="02040503050406030204" pitchFamily="18" charset="0"/>
                            </a:rPr>
                            <m:t>+</m:t>
                          </m:r>
                        </m:sub>
                      </m:sSub>
                    </m:oMath>
                  </m:oMathPara>
                </a14:m>
                <a:endParaRPr lang="en-US"/>
              </a:p>
            </p:txBody>
          </p:sp>
        </mc:Choice>
        <mc:Fallback xmlns="">
          <p:sp>
            <p:nvSpPr>
              <p:cNvPr id="58424" name="Object 80"/>
              <p:cNvSpPr txBox="1">
                <a:spLocks noRot="1" noChangeAspect="1" noMove="1" noResize="1" noEditPoints="1" noAdjustHandles="1" noChangeArrowheads="1" noChangeShapeType="1" noTextEdit="1"/>
              </p:cNvSpPr>
              <p:nvPr/>
            </p:nvSpPr>
            <p:spPr bwMode="auto">
              <a:xfrm>
                <a:off x="6369050" y="3649663"/>
                <a:ext cx="787400" cy="533400"/>
              </a:xfrm>
              <a:prstGeom prst="rect">
                <a:avLst/>
              </a:prstGeom>
              <a:blipFill>
                <a:blip r:embed="rId14"/>
                <a:stretch>
                  <a:fillRect t="-1149"/>
                </a:stretch>
              </a:blipFill>
              <a:ln>
                <a:noFill/>
              </a:ln>
              <a:effectLst/>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58425" name="Object 81"/>
              <p:cNvSpPr txBox="1"/>
              <p:nvPr/>
            </p:nvSpPr>
            <p:spPr bwMode="auto">
              <a:xfrm>
                <a:off x="6369050" y="4348163"/>
                <a:ext cx="787400" cy="533400"/>
              </a:xfrm>
              <a:prstGeom prst="rect">
                <a:avLst/>
              </a:prstGeom>
              <a:solidFill>
                <a:schemeClr val="bg1"/>
              </a:solidFill>
              <a:ln>
                <a:noFill/>
              </a:ln>
              <a:effectLst/>
            </p:spPr>
            <p:txBody>
              <a:bodyPr>
                <a:normAutofit/>
              </a:bodyPr>
              <a:lstStyle/>
              <a:p>
                <a:pPr/>
                <a14:m>
                  <m:oMathPara xmlns:m="http://schemas.openxmlformats.org/officeDocument/2006/math">
                    <m:oMathParaPr>
                      <m:jc m:val="left"/>
                    </m:oMathParaPr>
                    <m:oMath>
                      <m:sSub>
                        <m:sSubPr>
                          <m:ctrlPr>
                            <a:rPr lang="en-US" i="1">
                              <a:latin typeface="Cambria Math" panose="02040503050406030204" pitchFamily="18" charset="0"/>
                            </a:rPr>
                          </m:ctrlPr>
                        </m:sSubPr>
                        <m:e>
                          <m:acc>
                            <m:accPr>
                              <m:chr m:val="̂"/>
                              <m:ctrlPr>
                                <a:rPr lang="en-US" i="1">
                                  <a:latin typeface="Cambria Math" panose="02040503050406030204" pitchFamily="18" charset="0"/>
                                </a:rPr>
                              </m:ctrlPr>
                            </m:accPr>
                            <m:e>
                              <m:r>
                                <a:rPr lang="en-US" i="1">
                                  <a:latin typeface="Cambria Math" panose="02040503050406030204" pitchFamily="18" charset="0"/>
                                </a:rPr>
                                <m:t>𝐷</m:t>
                              </m:r>
                            </m:e>
                          </m:acc>
                        </m:e>
                        <m:sub>
                          <m:r>
                            <a:rPr lang="en-US" i="1">
                              <a:latin typeface="Cambria Math" panose="02040503050406030204" pitchFamily="18" charset="0"/>
                            </a:rPr>
                            <m:t>𝑡</m:t>
                          </m:r>
                          <m:r>
                            <a:rPr lang="en-US" i="1">
                              <a:latin typeface="Cambria Math" panose="02040503050406030204" pitchFamily="18" charset="0"/>
                            </a:rPr>
                            <m:t>,</m:t>
                          </m:r>
                          <m:r>
                            <a:rPr lang="en-US" i="1">
                              <a:latin typeface="Cambria Math" panose="02040503050406030204" pitchFamily="18" charset="0"/>
                            </a:rPr>
                            <m:t>𝐴𝐵</m:t>
                          </m:r>
                          <m:r>
                            <a:rPr lang="en-US" i="1">
                              <a:latin typeface="Cambria Math" panose="02040503050406030204" pitchFamily="18" charset="0"/>
                            </a:rPr>
                            <m:t>+</m:t>
                          </m:r>
                        </m:sub>
                      </m:sSub>
                    </m:oMath>
                  </m:oMathPara>
                </a14:m>
                <a:endParaRPr lang="en-US"/>
              </a:p>
            </p:txBody>
          </p:sp>
        </mc:Choice>
        <mc:Fallback xmlns="">
          <p:sp>
            <p:nvSpPr>
              <p:cNvPr id="58425" name="Object 81"/>
              <p:cNvSpPr txBox="1">
                <a:spLocks noRot="1" noChangeAspect="1" noMove="1" noResize="1" noEditPoints="1" noAdjustHandles="1" noChangeArrowheads="1" noChangeShapeType="1" noTextEdit="1"/>
              </p:cNvSpPr>
              <p:nvPr/>
            </p:nvSpPr>
            <p:spPr bwMode="auto">
              <a:xfrm>
                <a:off x="6369050" y="4348163"/>
                <a:ext cx="787400" cy="533400"/>
              </a:xfrm>
              <a:prstGeom prst="rect">
                <a:avLst/>
              </a:prstGeom>
              <a:blipFill>
                <a:blip r:embed="rId3"/>
                <a:stretch>
                  <a:fillRect t="-1136"/>
                </a:stretch>
              </a:blipFill>
              <a:ln>
                <a:noFill/>
              </a:ln>
              <a:effectLst/>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58426" name="Object 82"/>
              <p:cNvSpPr txBox="1"/>
              <p:nvPr/>
            </p:nvSpPr>
            <p:spPr bwMode="auto">
              <a:xfrm>
                <a:off x="6432550" y="5453063"/>
                <a:ext cx="787400" cy="533400"/>
              </a:xfrm>
              <a:prstGeom prst="rect">
                <a:avLst/>
              </a:prstGeom>
              <a:solidFill>
                <a:schemeClr val="bg1"/>
              </a:solidFill>
              <a:ln>
                <a:noFill/>
              </a:ln>
              <a:effectLst/>
            </p:spPr>
            <p:txBody>
              <a:bodyPr>
                <a:normAutofit/>
              </a:bodyPr>
              <a:lstStyle/>
              <a:p>
                <a:pPr/>
                <a14:m>
                  <m:oMathPara xmlns:m="http://schemas.openxmlformats.org/officeDocument/2006/math">
                    <m:oMathParaPr>
                      <m:jc m:val="left"/>
                    </m:oMathParaPr>
                    <m:oMath>
                      <m:sSub>
                        <m:sSubPr>
                          <m:ctrlPr>
                            <a:rPr lang="en-US" i="1">
                              <a:latin typeface="Cambria Math" panose="02040503050406030204" pitchFamily="18" charset="0"/>
                            </a:rPr>
                          </m:ctrlPr>
                        </m:sSubPr>
                        <m:e>
                          <m:acc>
                            <m:accPr>
                              <m:chr m:val="̂"/>
                              <m:ctrlPr>
                                <a:rPr lang="en-US" i="1">
                                  <a:latin typeface="Cambria Math" panose="02040503050406030204" pitchFamily="18" charset="0"/>
                                </a:rPr>
                              </m:ctrlPr>
                            </m:accPr>
                            <m:e>
                              <m:r>
                                <a:rPr lang="en-US" i="1">
                                  <a:latin typeface="Cambria Math" panose="02040503050406030204" pitchFamily="18" charset="0"/>
                                </a:rPr>
                                <m:t>𝐷</m:t>
                              </m:r>
                            </m:e>
                          </m:acc>
                        </m:e>
                        <m:sub>
                          <m:r>
                            <a:rPr lang="en-US" i="1">
                              <a:latin typeface="Cambria Math" panose="02040503050406030204" pitchFamily="18" charset="0"/>
                            </a:rPr>
                            <m:t>𝑡</m:t>
                          </m:r>
                          <m:r>
                            <a:rPr lang="en-US" i="1">
                              <a:latin typeface="Cambria Math" panose="02040503050406030204" pitchFamily="18" charset="0"/>
                            </a:rPr>
                            <m:t>,</m:t>
                          </m:r>
                          <m:r>
                            <a:rPr lang="en-US" i="1">
                              <a:latin typeface="Cambria Math" panose="02040503050406030204" pitchFamily="18" charset="0"/>
                            </a:rPr>
                            <m:t>𝐴𝐵</m:t>
                          </m:r>
                          <m:r>
                            <a:rPr lang="en-US" i="1">
                              <a:latin typeface="Cambria Math" panose="02040503050406030204" pitchFamily="18" charset="0"/>
                            </a:rPr>
                            <m:t>+</m:t>
                          </m:r>
                        </m:sub>
                      </m:sSub>
                    </m:oMath>
                  </m:oMathPara>
                </a14:m>
                <a:endParaRPr lang="en-US"/>
              </a:p>
            </p:txBody>
          </p:sp>
        </mc:Choice>
        <mc:Fallback xmlns="">
          <p:sp>
            <p:nvSpPr>
              <p:cNvPr id="58426" name="Object 82"/>
              <p:cNvSpPr txBox="1">
                <a:spLocks noRot="1" noChangeAspect="1" noMove="1" noResize="1" noEditPoints="1" noAdjustHandles="1" noChangeArrowheads="1" noChangeShapeType="1" noTextEdit="1"/>
              </p:cNvSpPr>
              <p:nvPr/>
            </p:nvSpPr>
            <p:spPr bwMode="auto">
              <a:xfrm>
                <a:off x="6432550" y="5453063"/>
                <a:ext cx="787400" cy="533400"/>
              </a:xfrm>
              <a:prstGeom prst="rect">
                <a:avLst/>
              </a:prstGeom>
              <a:blipFill>
                <a:blip r:embed="rId14"/>
                <a:stretch>
                  <a:fillRect t="-1149"/>
                </a:stretch>
              </a:blipFill>
              <a:ln>
                <a:noFill/>
              </a:ln>
              <a:effectLst/>
            </p:spPr>
            <p:txBody>
              <a:bodyPr/>
              <a:lstStyle/>
              <a:p>
                <a:r>
                  <a:rPr lang="en-US">
                    <a:noFill/>
                  </a:rPr>
                  <a:t> </a:t>
                </a:r>
              </a:p>
            </p:txBody>
          </p:sp>
        </mc:Fallback>
      </mc:AlternateContent>
      <p:sp>
        <p:nvSpPr>
          <p:cNvPr id="58427" name="Rectangle 83"/>
          <p:cNvSpPr>
            <a:spLocks noChangeArrowheads="1"/>
          </p:cNvSpPr>
          <p:nvPr/>
        </p:nvSpPr>
        <p:spPr bwMode="auto">
          <a:xfrm>
            <a:off x="5486400" y="615950"/>
            <a:ext cx="787400" cy="355600"/>
          </a:xfrm>
          <a:prstGeom prst="rect">
            <a:avLst/>
          </a:prstGeom>
          <a:solidFill>
            <a:schemeClr val="bg1"/>
          </a:solidFill>
          <a:ln w="19050">
            <a:solidFill>
              <a:schemeClr val="tx1"/>
            </a:solidFill>
            <a:miter lim="800000"/>
            <a:headEnd/>
            <a:tailEnd type="none" w="med" len="lg"/>
          </a:ln>
        </p:spPr>
        <p:txBody>
          <a:bodyPr wrap="none" anchor="ct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endParaRPr lang="en-US" altLang="en-US"/>
          </a:p>
        </p:txBody>
      </p:sp>
      <p:sp>
        <p:nvSpPr>
          <p:cNvPr id="58428" name="Text Box 84"/>
          <p:cNvSpPr txBox="1">
            <a:spLocks noChangeArrowheads="1"/>
          </p:cNvSpPr>
          <p:nvPr/>
        </p:nvSpPr>
        <p:spPr bwMode="auto">
          <a:xfrm>
            <a:off x="5572125" y="615951"/>
            <a:ext cx="53572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type="none" w="med" len="lg"/>
              </a14:hiddenLine>
            </a:ext>
          </a:extLst>
        </p:spPr>
        <p:txBody>
          <a:bodyPr wrap="none">
            <a:spAutoFit/>
          </a:bodyP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pPr algn="l" eaLnBrk="1" hangingPunct="1"/>
            <a:r>
              <a:rPr lang="en-US" altLang="en-US" i="0">
                <a:cs typeface="Arial" panose="020B0604020202020204" pitchFamily="34" charset="0"/>
              </a:rPr>
              <a:t>AB+</a:t>
            </a:r>
          </a:p>
        </p:txBody>
      </p:sp>
      <p:sp>
        <p:nvSpPr>
          <p:cNvPr id="58429" name="Rectangle 85"/>
          <p:cNvSpPr>
            <a:spLocks noChangeArrowheads="1"/>
          </p:cNvSpPr>
          <p:nvPr/>
        </p:nvSpPr>
        <p:spPr bwMode="auto">
          <a:xfrm>
            <a:off x="5486400" y="1339850"/>
            <a:ext cx="787400" cy="355600"/>
          </a:xfrm>
          <a:prstGeom prst="rect">
            <a:avLst/>
          </a:prstGeom>
          <a:solidFill>
            <a:schemeClr val="bg1"/>
          </a:solidFill>
          <a:ln w="19050">
            <a:solidFill>
              <a:schemeClr val="tx1"/>
            </a:solidFill>
            <a:miter lim="800000"/>
            <a:headEnd/>
            <a:tailEnd type="none" w="med" len="lg"/>
          </a:ln>
        </p:spPr>
        <p:txBody>
          <a:bodyPr wrap="none" anchor="ct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endParaRPr lang="en-US" altLang="en-US"/>
          </a:p>
        </p:txBody>
      </p:sp>
      <p:sp>
        <p:nvSpPr>
          <p:cNvPr id="58430" name="Text Box 86"/>
          <p:cNvSpPr txBox="1">
            <a:spLocks noChangeArrowheads="1"/>
          </p:cNvSpPr>
          <p:nvPr/>
        </p:nvSpPr>
        <p:spPr bwMode="auto">
          <a:xfrm>
            <a:off x="5578475" y="1339851"/>
            <a:ext cx="49404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type="none" w="med" len="lg"/>
              </a14:hiddenLine>
            </a:ext>
          </a:extLst>
        </p:spPr>
        <p:txBody>
          <a:bodyPr wrap="none">
            <a:spAutoFit/>
          </a:bodyP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pPr algn="l" eaLnBrk="1" hangingPunct="1"/>
            <a:r>
              <a:rPr lang="en-US" altLang="en-US" i="0">
                <a:cs typeface="Arial" panose="020B0604020202020204" pitchFamily="34" charset="0"/>
              </a:rPr>
              <a:t>AB-</a:t>
            </a:r>
          </a:p>
        </p:txBody>
      </p:sp>
      <p:sp>
        <p:nvSpPr>
          <p:cNvPr id="58431" name="Rectangle 87"/>
          <p:cNvSpPr>
            <a:spLocks noChangeArrowheads="1"/>
          </p:cNvSpPr>
          <p:nvPr/>
        </p:nvSpPr>
        <p:spPr bwMode="auto">
          <a:xfrm>
            <a:off x="5486400" y="2051050"/>
            <a:ext cx="787400" cy="355600"/>
          </a:xfrm>
          <a:prstGeom prst="rect">
            <a:avLst/>
          </a:prstGeom>
          <a:solidFill>
            <a:schemeClr val="bg1"/>
          </a:solidFill>
          <a:ln w="19050">
            <a:solidFill>
              <a:schemeClr val="tx1"/>
            </a:solidFill>
            <a:miter lim="800000"/>
            <a:headEnd/>
            <a:tailEnd type="none" w="med" len="lg"/>
          </a:ln>
        </p:spPr>
        <p:txBody>
          <a:bodyPr wrap="none" anchor="ct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endParaRPr lang="en-US" altLang="en-US"/>
          </a:p>
        </p:txBody>
      </p:sp>
      <p:sp>
        <p:nvSpPr>
          <p:cNvPr id="58432" name="Text Box 88"/>
          <p:cNvSpPr txBox="1">
            <a:spLocks noChangeArrowheads="1"/>
          </p:cNvSpPr>
          <p:nvPr/>
        </p:nvSpPr>
        <p:spPr bwMode="auto">
          <a:xfrm>
            <a:off x="5610225" y="2051051"/>
            <a:ext cx="4154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type="none" w="med" len="lg"/>
              </a14:hiddenLine>
            </a:ext>
          </a:extLst>
        </p:spPr>
        <p:txBody>
          <a:bodyPr wrap="none">
            <a:spAutoFit/>
          </a:bodyP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pPr algn="l" eaLnBrk="1" hangingPunct="1"/>
            <a:r>
              <a:rPr lang="en-US" altLang="en-US" i="0">
                <a:cs typeface="Arial" panose="020B0604020202020204" pitchFamily="34" charset="0"/>
              </a:rPr>
              <a:t>A+</a:t>
            </a:r>
          </a:p>
        </p:txBody>
      </p:sp>
      <p:sp>
        <p:nvSpPr>
          <p:cNvPr id="58433" name="Rectangle 89"/>
          <p:cNvSpPr>
            <a:spLocks noChangeArrowheads="1"/>
          </p:cNvSpPr>
          <p:nvPr/>
        </p:nvSpPr>
        <p:spPr bwMode="auto">
          <a:xfrm>
            <a:off x="5480050" y="2762250"/>
            <a:ext cx="787400" cy="355600"/>
          </a:xfrm>
          <a:prstGeom prst="rect">
            <a:avLst/>
          </a:prstGeom>
          <a:solidFill>
            <a:schemeClr val="bg1"/>
          </a:solidFill>
          <a:ln w="19050">
            <a:solidFill>
              <a:schemeClr val="tx1"/>
            </a:solidFill>
            <a:miter lim="800000"/>
            <a:headEnd/>
            <a:tailEnd type="none" w="med" len="lg"/>
          </a:ln>
        </p:spPr>
        <p:txBody>
          <a:bodyPr wrap="none" anchor="ct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endParaRPr lang="en-US" altLang="en-US"/>
          </a:p>
        </p:txBody>
      </p:sp>
      <p:sp>
        <p:nvSpPr>
          <p:cNvPr id="58434" name="Text Box 90"/>
          <p:cNvSpPr txBox="1">
            <a:spLocks noChangeArrowheads="1"/>
          </p:cNvSpPr>
          <p:nvPr/>
        </p:nvSpPr>
        <p:spPr bwMode="auto">
          <a:xfrm>
            <a:off x="5603875" y="2762251"/>
            <a:ext cx="37382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type="none" w="med" len="lg"/>
              </a14:hiddenLine>
            </a:ext>
          </a:extLst>
        </p:spPr>
        <p:txBody>
          <a:bodyPr wrap="none">
            <a:spAutoFit/>
          </a:bodyP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pPr algn="l" eaLnBrk="1" hangingPunct="1"/>
            <a:r>
              <a:rPr lang="en-US" altLang="en-US" i="0">
                <a:cs typeface="Arial" panose="020B0604020202020204" pitchFamily="34" charset="0"/>
              </a:rPr>
              <a:t>A-</a:t>
            </a:r>
          </a:p>
        </p:txBody>
      </p:sp>
      <p:grpSp>
        <p:nvGrpSpPr>
          <p:cNvPr id="58435" name="Group 91"/>
          <p:cNvGrpSpPr>
            <a:grpSpLocks/>
          </p:cNvGrpSpPr>
          <p:nvPr/>
        </p:nvGrpSpPr>
        <p:grpSpPr bwMode="auto">
          <a:xfrm>
            <a:off x="5473700" y="3486145"/>
            <a:ext cx="787400" cy="355600"/>
            <a:chOff x="2488" y="2196"/>
            <a:chExt cx="496" cy="224"/>
          </a:xfrm>
        </p:grpSpPr>
        <p:sp>
          <p:nvSpPr>
            <p:cNvPr id="58471" name="Rectangle 92"/>
            <p:cNvSpPr>
              <a:spLocks noChangeArrowheads="1"/>
            </p:cNvSpPr>
            <p:nvPr/>
          </p:nvSpPr>
          <p:spPr bwMode="auto">
            <a:xfrm>
              <a:off x="2488" y="2196"/>
              <a:ext cx="496" cy="224"/>
            </a:xfrm>
            <a:prstGeom prst="rect">
              <a:avLst/>
            </a:prstGeom>
            <a:solidFill>
              <a:schemeClr val="bg1"/>
            </a:solidFill>
            <a:ln w="19050">
              <a:solidFill>
                <a:schemeClr val="tx1"/>
              </a:solidFill>
              <a:miter lim="800000"/>
              <a:headEnd/>
              <a:tailEnd type="none" w="med" len="lg"/>
            </a:ln>
          </p:spPr>
          <p:txBody>
            <a:bodyPr wrap="none" anchor="ct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endParaRPr lang="en-US" altLang="en-US"/>
            </a:p>
          </p:txBody>
        </p:sp>
        <p:sp>
          <p:nvSpPr>
            <p:cNvPr id="58472" name="Text Box 93"/>
            <p:cNvSpPr txBox="1">
              <a:spLocks noChangeArrowheads="1"/>
            </p:cNvSpPr>
            <p:nvPr/>
          </p:nvSpPr>
          <p:spPr bwMode="auto">
            <a:xfrm>
              <a:off x="2566" y="2196"/>
              <a:ext cx="256"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type="none" w="med" len="lg"/>
                </a14:hiddenLine>
              </a:ext>
            </a:extLst>
          </p:spPr>
          <p:txBody>
            <a:bodyPr wrap="none">
              <a:spAutoFit/>
            </a:bodyP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pPr algn="l" eaLnBrk="1" hangingPunct="1"/>
              <a:r>
                <a:rPr lang="en-US" altLang="en-US" i="0">
                  <a:cs typeface="Arial" panose="020B0604020202020204" pitchFamily="34" charset="0"/>
                </a:rPr>
                <a:t>B+</a:t>
              </a:r>
            </a:p>
          </p:txBody>
        </p:sp>
      </p:grpSp>
      <p:sp>
        <p:nvSpPr>
          <p:cNvPr id="58436" name="Rectangle 94"/>
          <p:cNvSpPr>
            <a:spLocks noChangeArrowheads="1"/>
          </p:cNvSpPr>
          <p:nvPr/>
        </p:nvSpPr>
        <p:spPr bwMode="auto">
          <a:xfrm>
            <a:off x="5467350" y="4197350"/>
            <a:ext cx="787400" cy="355600"/>
          </a:xfrm>
          <a:prstGeom prst="rect">
            <a:avLst/>
          </a:prstGeom>
          <a:solidFill>
            <a:schemeClr val="bg1"/>
          </a:solidFill>
          <a:ln w="19050">
            <a:solidFill>
              <a:schemeClr val="tx1"/>
            </a:solidFill>
            <a:miter lim="800000"/>
            <a:headEnd/>
            <a:tailEnd type="none" w="med" len="lg"/>
          </a:ln>
        </p:spPr>
        <p:txBody>
          <a:bodyPr wrap="none" anchor="ct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endParaRPr lang="en-US" altLang="en-US"/>
          </a:p>
        </p:txBody>
      </p:sp>
      <p:sp>
        <p:nvSpPr>
          <p:cNvPr id="58437" name="Text Box 95"/>
          <p:cNvSpPr txBox="1">
            <a:spLocks noChangeArrowheads="1"/>
          </p:cNvSpPr>
          <p:nvPr/>
        </p:nvSpPr>
        <p:spPr bwMode="auto">
          <a:xfrm>
            <a:off x="5591175" y="4197351"/>
            <a:ext cx="3642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type="none" w="med" len="lg"/>
              </a14:hiddenLine>
            </a:ext>
          </a:extLst>
        </p:spPr>
        <p:txBody>
          <a:bodyPr wrap="none">
            <a:spAutoFit/>
          </a:bodyP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pPr algn="l" eaLnBrk="1" hangingPunct="1"/>
            <a:r>
              <a:rPr lang="en-US" altLang="en-US" i="0">
                <a:cs typeface="Arial" panose="020B0604020202020204" pitchFamily="34" charset="0"/>
              </a:rPr>
              <a:t>B-</a:t>
            </a:r>
          </a:p>
        </p:txBody>
      </p:sp>
      <p:sp>
        <p:nvSpPr>
          <p:cNvPr id="58438" name="Rectangle 96"/>
          <p:cNvSpPr>
            <a:spLocks noChangeArrowheads="1"/>
          </p:cNvSpPr>
          <p:nvPr/>
        </p:nvSpPr>
        <p:spPr bwMode="auto">
          <a:xfrm>
            <a:off x="5461000" y="4895850"/>
            <a:ext cx="787400" cy="355600"/>
          </a:xfrm>
          <a:prstGeom prst="rect">
            <a:avLst/>
          </a:prstGeom>
          <a:solidFill>
            <a:schemeClr val="bg1"/>
          </a:solidFill>
          <a:ln w="19050">
            <a:solidFill>
              <a:schemeClr val="tx1"/>
            </a:solidFill>
            <a:miter lim="800000"/>
            <a:headEnd/>
            <a:tailEnd type="none" w="med" len="lg"/>
          </a:ln>
        </p:spPr>
        <p:txBody>
          <a:bodyPr wrap="none" anchor="ct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endParaRPr lang="en-US" altLang="en-US"/>
          </a:p>
        </p:txBody>
      </p:sp>
      <p:sp>
        <p:nvSpPr>
          <p:cNvPr id="58439" name="Text Box 97"/>
          <p:cNvSpPr txBox="1">
            <a:spLocks noChangeArrowheads="1"/>
          </p:cNvSpPr>
          <p:nvPr/>
        </p:nvSpPr>
        <p:spPr bwMode="auto">
          <a:xfrm>
            <a:off x="5584825" y="4895851"/>
            <a:ext cx="4154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type="none" w="med" len="lg"/>
              </a14:hiddenLine>
            </a:ext>
          </a:extLst>
        </p:spPr>
        <p:txBody>
          <a:bodyPr wrap="none">
            <a:spAutoFit/>
          </a:bodyP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pPr algn="l" eaLnBrk="1" hangingPunct="1"/>
            <a:r>
              <a:rPr lang="en-US" altLang="en-US" i="0">
                <a:cs typeface="Arial" panose="020B0604020202020204" pitchFamily="34" charset="0"/>
              </a:rPr>
              <a:t>O+</a:t>
            </a:r>
          </a:p>
        </p:txBody>
      </p:sp>
      <p:sp>
        <p:nvSpPr>
          <p:cNvPr id="58440" name="Rectangle 98"/>
          <p:cNvSpPr>
            <a:spLocks noChangeArrowheads="1"/>
          </p:cNvSpPr>
          <p:nvPr/>
        </p:nvSpPr>
        <p:spPr bwMode="auto">
          <a:xfrm>
            <a:off x="5454650" y="5607050"/>
            <a:ext cx="787400" cy="355600"/>
          </a:xfrm>
          <a:prstGeom prst="rect">
            <a:avLst/>
          </a:prstGeom>
          <a:noFill/>
          <a:ln w="19050">
            <a:solidFill>
              <a:schemeClr val="tx1"/>
            </a:solidFill>
            <a:miter lim="800000"/>
            <a:headEnd/>
            <a:tailEnd type="none" w="med" len="lg"/>
          </a:ln>
          <a:extLst>
            <a:ext uri="{909E8E84-426E-40DD-AFC4-6F175D3DCCD1}">
              <a14:hiddenFill xmlns:a14="http://schemas.microsoft.com/office/drawing/2010/main">
                <a:solidFill>
                  <a:srgbClr val="FFFFFF"/>
                </a:solidFill>
              </a14:hiddenFill>
            </a:ext>
          </a:extLst>
        </p:spPr>
        <p:txBody>
          <a:bodyPr wrap="none" anchor="ct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endParaRPr lang="en-US" altLang="en-US"/>
          </a:p>
        </p:txBody>
      </p:sp>
      <p:sp>
        <p:nvSpPr>
          <p:cNvPr id="58441" name="Text Box 99"/>
          <p:cNvSpPr txBox="1">
            <a:spLocks noChangeArrowheads="1"/>
          </p:cNvSpPr>
          <p:nvPr/>
        </p:nvSpPr>
        <p:spPr bwMode="auto">
          <a:xfrm>
            <a:off x="5578475" y="5607051"/>
            <a:ext cx="37382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type="none" w="med" len="lg"/>
              </a14:hiddenLine>
            </a:ext>
          </a:extLst>
        </p:spPr>
        <p:txBody>
          <a:bodyPr wrap="none">
            <a:spAutoFit/>
          </a:bodyP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pPr algn="l" eaLnBrk="1" hangingPunct="1"/>
            <a:r>
              <a:rPr lang="en-US" altLang="en-US" i="0">
                <a:cs typeface="Arial" panose="020B0604020202020204" pitchFamily="34" charset="0"/>
              </a:rPr>
              <a:t>O-</a:t>
            </a:r>
          </a:p>
        </p:txBody>
      </p:sp>
      <p:cxnSp>
        <p:nvCxnSpPr>
          <p:cNvPr id="58442" name="AutoShape 100"/>
          <p:cNvCxnSpPr>
            <a:cxnSpLocks noChangeShapeType="1"/>
            <a:stCxn id="58427" idx="3"/>
            <a:endCxn id="58407" idx="2"/>
          </p:cNvCxnSpPr>
          <p:nvPr/>
        </p:nvCxnSpPr>
        <p:spPr bwMode="auto">
          <a:xfrm>
            <a:off x="6283326" y="793750"/>
            <a:ext cx="2600325" cy="2197100"/>
          </a:xfrm>
          <a:prstGeom prst="straightConnector1">
            <a:avLst/>
          </a:prstGeom>
          <a:noFill/>
          <a:ln w="19050">
            <a:solidFill>
              <a:schemeClr val="tx1"/>
            </a:solidFill>
            <a:round/>
            <a:headEnd/>
            <a:tailEnd type="stealth" w="med" len="lg"/>
          </a:ln>
          <a:extLst>
            <a:ext uri="{909E8E84-426E-40DD-AFC4-6F175D3DCCD1}">
              <a14:hiddenFill xmlns:a14="http://schemas.microsoft.com/office/drawing/2010/main">
                <a:noFill/>
              </a14:hiddenFill>
            </a:ext>
          </a:extLst>
        </p:spPr>
      </p:cxnSp>
      <p:cxnSp>
        <p:nvCxnSpPr>
          <p:cNvPr id="58443" name="AutoShape 101"/>
          <p:cNvCxnSpPr>
            <a:cxnSpLocks noChangeShapeType="1"/>
            <a:stCxn id="58429" idx="3"/>
            <a:endCxn id="58407" idx="2"/>
          </p:cNvCxnSpPr>
          <p:nvPr/>
        </p:nvCxnSpPr>
        <p:spPr bwMode="auto">
          <a:xfrm>
            <a:off x="6283326" y="1517650"/>
            <a:ext cx="2600325" cy="1473200"/>
          </a:xfrm>
          <a:prstGeom prst="straightConnector1">
            <a:avLst/>
          </a:prstGeom>
          <a:noFill/>
          <a:ln w="19050">
            <a:solidFill>
              <a:schemeClr val="tx1"/>
            </a:solidFill>
            <a:round/>
            <a:headEnd/>
            <a:tailEnd type="stealth" w="med" len="lg"/>
          </a:ln>
          <a:extLst>
            <a:ext uri="{909E8E84-426E-40DD-AFC4-6F175D3DCCD1}">
              <a14:hiddenFill xmlns:a14="http://schemas.microsoft.com/office/drawing/2010/main">
                <a:noFill/>
              </a14:hiddenFill>
            </a:ext>
          </a:extLst>
        </p:spPr>
      </p:cxnSp>
      <p:cxnSp>
        <p:nvCxnSpPr>
          <p:cNvPr id="58444" name="AutoShape 102"/>
          <p:cNvCxnSpPr>
            <a:cxnSpLocks noChangeShapeType="1"/>
            <a:stCxn id="58431" idx="3"/>
            <a:endCxn id="58407" idx="2"/>
          </p:cNvCxnSpPr>
          <p:nvPr/>
        </p:nvCxnSpPr>
        <p:spPr bwMode="auto">
          <a:xfrm>
            <a:off x="6283326" y="2228850"/>
            <a:ext cx="2600325" cy="762000"/>
          </a:xfrm>
          <a:prstGeom prst="straightConnector1">
            <a:avLst/>
          </a:prstGeom>
          <a:noFill/>
          <a:ln w="19050">
            <a:solidFill>
              <a:schemeClr val="tx1"/>
            </a:solidFill>
            <a:round/>
            <a:headEnd/>
            <a:tailEnd type="stealth" w="med" len="lg"/>
          </a:ln>
          <a:extLst>
            <a:ext uri="{909E8E84-426E-40DD-AFC4-6F175D3DCCD1}">
              <a14:hiddenFill xmlns:a14="http://schemas.microsoft.com/office/drawing/2010/main">
                <a:noFill/>
              </a14:hiddenFill>
            </a:ext>
          </a:extLst>
        </p:spPr>
      </p:cxnSp>
      <p:cxnSp>
        <p:nvCxnSpPr>
          <p:cNvPr id="58445" name="AutoShape 103"/>
          <p:cNvCxnSpPr>
            <a:cxnSpLocks noChangeShapeType="1"/>
            <a:stCxn id="58433" idx="3"/>
            <a:endCxn id="58407" idx="2"/>
          </p:cNvCxnSpPr>
          <p:nvPr/>
        </p:nvCxnSpPr>
        <p:spPr bwMode="auto">
          <a:xfrm>
            <a:off x="6276976" y="2940050"/>
            <a:ext cx="2606675" cy="50800"/>
          </a:xfrm>
          <a:prstGeom prst="straightConnector1">
            <a:avLst/>
          </a:prstGeom>
          <a:noFill/>
          <a:ln w="19050">
            <a:solidFill>
              <a:schemeClr val="tx1"/>
            </a:solidFill>
            <a:round/>
            <a:headEnd/>
            <a:tailEnd type="stealth" w="med" len="lg"/>
          </a:ln>
          <a:extLst>
            <a:ext uri="{909E8E84-426E-40DD-AFC4-6F175D3DCCD1}">
              <a14:hiddenFill xmlns:a14="http://schemas.microsoft.com/office/drawing/2010/main">
                <a:noFill/>
              </a14:hiddenFill>
            </a:ext>
          </a:extLst>
        </p:spPr>
      </p:cxnSp>
      <p:cxnSp>
        <p:nvCxnSpPr>
          <p:cNvPr id="58446" name="AutoShape 104"/>
          <p:cNvCxnSpPr>
            <a:cxnSpLocks noChangeShapeType="1"/>
            <a:stCxn id="58471" idx="3"/>
            <a:endCxn id="58407" idx="2"/>
          </p:cNvCxnSpPr>
          <p:nvPr/>
        </p:nvCxnSpPr>
        <p:spPr bwMode="auto">
          <a:xfrm flipV="1">
            <a:off x="6270626" y="2990850"/>
            <a:ext cx="2613025" cy="673100"/>
          </a:xfrm>
          <a:prstGeom prst="straightConnector1">
            <a:avLst/>
          </a:prstGeom>
          <a:noFill/>
          <a:ln w="19050">
            <a:solidFill>
              <a:schemeClr val="tx1"/>
            </a:solidFill>
            <a:round/>
            <a:headEnd/>
            <a:tailEnd type="stealth" w="med" len="lg"/>
          </a:ln>
          <a:extLst>
            <a:ext uri="{909E8E84-426E-40DD-AFC4-6F175D3DCCD1}">
              <a14:hiddenFill xmlns:a14="http://schemas.microsoft.com/office/drawing/2010/main">
                <a:noFill/>
              </a14:hiddenFill>
            </a:ext>
          </a:extLst>
        </p:spPr>
      </p:cxnSp>
      <p:cxnSp>
        <p:nvCxnSpPr>
          <p:cNvPr id="58447" name="AutoShape 105"/>
          <p:cNvCxnSpPr>
            <a:cxnSpLocks noChangeShapeType="1"/>
            <a:stCxn id="58436" idx="3"/>
            <a:endCxn id="58407" idx="2"/>
          </p:cNvCxnSpPr>
          <p:nvPr/>
        </p:nvCxnSpPr>
        <p:spPr bwMode="auto">
          <a:xfrm flipV="1">
            <a:off x="6264276" y="2990850"/>
            <a:ext cx="2619375" cy="1384300"/>
          </a:xfrm>
          <a:prstGeom prst="straightConnector1">
            <a:avLst/>
          </a:prstGeom>
          <a:noFill/>
          <a:ln w="19050">
            <a:solidFill>
              <a:schemeClr val="tx1"/>
            </a:solidFill>
            <a:round/>
            <a:headEnd/>
            <a:tailEnd type="stealth" w="med" len="lg"/>
          </a:ln>
          <a:extLst>
            <a:ext uri="{909E8E84-426E-40DD-AFC4-6F175D3DCCD1}">
              <a14:hiddenFill xmlns:a14="http://schemas.microsoft.com/office/drawing/2010/main">
                <a:noFill/>
              </a14:hiddenFill>
            </a:ext>
          </a:extLst>
        </p:spPr>
      </p:cxnSp>
      <p:cxnSp>
        <p:nvCxnSpPr>
          <p:cNvPr id="58448" name="AutoShape 106"/>
          <p:cNvCxnSpPr>
            <a:cxnSpLocks noChangeShapeType="1"/>
            <a:stCxn id="58438" idx="3"/>
            <a:endCxn id="58407" idx="2"/>
          </p:cNvCxnSpPr>
          <p:nvPr/>
        </p:nvCxnSpPr>
        <p:spPr bwMode="auto">
          <a:xfrm flipV="1">
            <a:off x="6257926" y="2990850"/>
            <a:ext cx="2625725" cy="2082800"/>
          </a:xfrm>
          <a:prstGeom prst="straightConnector1">
            <a:avLst/>
          </a:prstGeom>
          <a:noFill/>
          <a:ln w="19050">
            <a:solidFill>
              <a:schemeClr val="tx1"/>
            </a:solidFill>
            <a:round/>
            <a:headEnd/>
            <a:tailEnd type="stealth" w="med" len="lg"/>
          </a:ln>
          <a:extLst>
            <a:ext uri="{909E8E84-426E-40DD-AFC4-6F175D3DCCD1}">
              <a14:hiddenFill xmlns:a14="http://schemas.microsoft.com/office/drawing/2010/main">
                <a:noFill/>
              </a14:hiddenFill>
            </a:ext>
          </a:extLst>
        </p:spPr>
      </p:cxnSp>
      <p:cxnSp>
        <p:nvCxnSpPr>
          <p:cNvPr id="58449" name="AutoShape 107"/>
          <p:cNvCxnSpPr>
            <a:cxnSpLocks noChangeShapeType="1"/>
            <a:stCxn id="58440" idx="3"/>
            <a:endCxn id="58407" idx="2"/>
          </p:cNvCxnSpPr>
          <p:nvPr/>
        </p:nvCxnSpPr>
        <p:spPr bwMode="auto">
          <a:xfrm flipV="1">
            <a:off x="6251576" y="2990850"/>
            <a:ext cx="2632075" cy="2794000"/>
          </a:xfrm>
          <a:prstGeom prst="straightConnector1">
            <a:avLst/>
          </a:prstGeom>
          <a:noFill/>
          <a:ln w="19050">
            <a:solidFill>
              <a:schemeClr val="tx1"/>
            </a:solidFill>
            <a:round/>
            <a:headEnd/>
            <a:tailEnd type="stealth" w="med" len="lg"/>
          </a:ln>
          <a:extLst>
            <a:ext uri="{909E8E84-426E-40DD-AFC4-6F175D3DCCD1}">
              <a14:hiddenFill xmlns:a14="http://schemas.microsoft.com/office/drawing/2010/main">
                <a:noFill/>
              </a14:hiddenFill>
            </a:ext>
          </a:extLst>
        </p:spPr>
      </p:cxnSp>
      <mc:AlternateContent xmlns:mc="http://schemas.openxmlformats.org/markup-compatibility/2006" xmlns:a14="http://schemas.microsoft.com/office/drawing/2010/main">
        <mc:Choice Requires="a14">
          <p:sp>
            <p:nvSpPr>
              <p:cNvPr id="58450" name="Object 108"/>
              <p:cNvSpPr txBox="1"/>
              <p:nvPr/>
            </p:nvSpPr>
            <p:spPr bwMode="auto">
              <a:xfrm>
                <a:off x="9428439" y="68263"/>
                <a:ext cx="406400" cy="482600"/>
              </a:xfrm>
              <a:prstGeom prst="rect">
                <a:avLst/>
              </a:prstGeom>
              <a:noFill/>
              <a:ln>
                <a:noFill/>
              </a:ln>
              <a:effectLst/>
            </p:spPr>
            <p:txBody>
              <a:bodyPr>
                <a:noAutofit/>
              </a:bodyPr>
              <a:lstStyle/>
              <a:p>
                <a:pPr/>
                <a14:m>
                  <m:oMathPara xmlns:m="http://schemas.openxmlformats.org/officeDocument/2006/math">
                    <m:oMathParaPr>
                      <m:jc m:val="left"/>
                    </m:oMathParaPr>
                    <m:oMath>
                      <m:sSubSup>
                        <m:sSubSupPr>
                          <m:ctrlPr>
                            <a:rPr lang="en-US" sz="2000" i="1">
                              <a:latin typeface="Cambria Math" panose="02040503050406030204" pitchFamily="18" charset="0"/>
                            </a:rPr>
                          </m:ctrlPr>
                        </m:sSubSupPr>
                        <m:e>
                          <m:r>
                            <a:rPr lang="en-US" sz="2000" i="1">
                              <a:latin typeface="Cambria Math" panose="02040503050406030204" pitchFamily="18" charset="0"/>
                            </a:rPr>
                            <m:t>𝑅</m:t>
                          </m:r>
                        </m:e>
                        <m:sub>
                          <m:r>
                            <a:rPr lang="en-US" sz="2000" i="1">
                              <a:latin typeface="Cambria Math" panose="02040503050406030204" pitchFamily="18" charset="0"/>
                            </a:rPr>
                            <m:t>𝑡</m:t>
                          </m:r>
                        </m:sub>
                        <m:sup>
                          <m:r>
                            <a:rPr lang="en-US" sz="2000" i="1">
                              <a:latin typeface="Cambria Math" panose="02040503050406030204" pitchFamily="18" charset="0"/>
                            </a:rPr>
                            <m:t>𝑥</m:t>
                          </m:r>
                        </m:sup>
                      </m:sSubSup>
                    </m:oMath>
                  </m:oMathPara>
                </a14:m>
                <a:endParaRPr lang="en-US" sz="2000" dirty="0"/>
              </a:p>
            </p:txBody>
          </p:sp>
        </mc:Choice>
        <mc:Fallback xmlns="">
          <p:sp>
            <p:nvSpPr>
              <p:cNvPr id="58450" name="Object 108"/>
              <p:cNvSpPr txBox="1">
                <a:spLocks noRot="1" noChangeAspect="1" noMove="1" noResize="1" noEditPoints="1" noAdjustHandles="1" noChangeArrowheads="1" noChangeShapeType="1" noTextEdit="1"/>
              </p:cNvSpPr>
              <p:nvPr/>
            </p:nvSpPr>
            <p:spPr bwMode="auto">
              <a:xfrm>
                <a:off x="9428439" y="68263"/>
                <a:ext cx="406400" cy="482600"/>
              </a:xfrm>
              <a:prstGeom prst="rect">
                <a:avLst/>
              </a:prstGeom>
              <a:blipFill>
                <a:blip r:embed="rId15"/>
                <a:stretch>
                  <a:fillRect r="-6061"/>
                </a:stretch>
              </a:blipFill>
              <a:ln>
                <a:noFill/>
              </a:ln>
              <a:effectLst/>
            </p:spPr>
            <p:txBody>
              <a:bodyPr/>
              <a:lstStyle/>
              <a:p>
                <a:r>
                  <a:rPr lang="en-US">
                    <a:noFill/>
                  </a:rPr>
                  <a:t> </a:t>
                </a:r>
              </a:p>
            </p:txBody>
          </p:sp>
        </mc:Fallback>
      </mc:AlternateContent>
      <p:sp>
        <p:nvSpPr>
          <p:cNvPr id="58451" name="Rectangle 109"/>
          <p:cNvSpPr>
            <a:spLocks noChangeArrowheads="1"/>
          </p:cNvSpPr>
          <p:nvPr/>
        </p:nvSpPr>
        <p:spPr bwMode="auto">
          <a:xfrm>
            <a:off x="9296400" y="730250"/>
            <a:ext cx="787400" cy="355600"/>
          </a:xfrm>
          <a:prstGeom prst="rect">
            <a:avLst/>
          </a:prstGeom>
          <a:noFill/>
          <a:ln w="19050">
            <a:solidFill>
              <a:schemeClr val="tx1"/>
            </a:solidFill>
            <a:prstDash val="sysDot"/>
            <a:miter lim="800000"/>
            <a:headEnd/>
            <a:tailEnd type="none" w="med" len="lg"/>
          </a:ln>
          <a:extLst>
            <a:ext uri="{909E8E84-426E-40DD-AFC4-6F175D3DCCD1}">
              <a14:hiddenFill xmlns:a14="http://schemas.microsoft.com/office/drawing/2010/main">
                <a:solidFill>
                  <a:srgbClr val="FFFFFF"/>
                </a:solidFill>
              </a14:hiddenFill>
            </a:ext>
          </a:extLst>
        </p:spPr>
        <p:txBody>
          <a:bodyPr wrap="none" anchor="ct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endParaRPr lang="en-US" altLang="en-US"/>
          </a:p>
        </p:txBody>
      </p:sp>
      <p:sp>
        <p:nvSpPr>
          <p:cNvPr id="58452" name="Rectangle 110"/>
          <p:cNvSpPr>
            <a:spLocks noChangeArrowheads="1"/>
          </p:cNvSpPr>
          <p:nvPr/>
        </p:nvSpPr>
        <p:spPr bwMode="auto">
          <a:xfrm>
            <a:off x="9296400" y="1250950"/>
            <a:ext cx="787400" cy="355600"/>
          </a:xfrm>
          <a:prstGeom prst="rect">
            <a:avLst/>
          </a:prstGeom>
          <a:noFill/>
          <a:ln w="19050">
            <a:solidFill>
              <a:schemeClr val="tx1"/>
            </a:solidFill>
            <a:prstDash val="sysDot"/>
            <a:miter lim="800000"/>
            <a:headEnd/>
            <a:tailEnd type="none" w="med" len="lg"/>
          </a:ln>
          <a:extLst>
            <a:ext uri="{909E8E84-426E-40DD-AFC4-6F175D3DCCD1}">
              <a14:hiddenFill xmlns:a14="http://schemas.microsoft.com/office/drawing/2010/main">
                <a:solidFill>
                  <a:srgbClr val="FFFFFF"/>
                </a:solidFill>
              </a14:hiddenFill>
            </a:ext>
          </a:extLst>
        </p:spPr>
        <p:txBody>
          <a:bodyPr wrap="none" anchor="ct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endParaRPr lang="en-US" altLang="en-US"/>
          </a:p>
        </p:txBody>
      </p:sp>
      <p:sp>
        <p:nvSpPr>
          <p:cNvPr id="58453" name="Rectangle 111"/>
          <p:cNvSpPr>
            <a:spLocks noChangeArrowheads="1"/>
          </p:cNvSpPr>
          <p:nvPr/>
        </p:nvSpPr>
        <p:spPr bwMode="auto">
          <a:xfrm>
            <a:off x="9296400" y="1784350"/>
            <a:ext cx="787400" cy="355600"/>
          </a:xfrm>
          <a:prstGeom prst="rect">
            <a:avLst/>
          </a:prstGeom>
          <a:noFill/>
          <a:ln w="19050">
            <a:solidFill>
              <a:schemeClr val="tx1"/>
            </a:solidFill>
            <a:prstDash val="sysDot"/>
            <a:miter lim="800000"/>
            <a:headEnd/>
            <a:tailEnd type="none" w="med" len="lg"/>
          </a:ln>
          <a:extLst>
            <a:ext uri="{909E8E84-426E-40DD-AFC4-6F175D3DCCD1}">
              <a14:hiddenFill xmlns:a14="http://schemas.microsoft.com/office/drawing/2010/main">
                <a:solidFill>
                  <a:srgbClr val="FFFFFF"/>
                </a:solidFill>
              </a14:hiddenFill>
            </a:ext>
          </a:extLst>
        </p:spPr>
        <p:txBody>
          <a:bodyPr wrap="none" anchor="ct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endParaRPr lang="en-US" altLang="en-US"/>
          </a:p>
        </p:txBody>
      </p:sp>
      <p:sp>
        <p:nvSpPr>
          <p:cNvPr id="58454" name="Rectangle 112"/>
          <p:cNvSpPr>
            <a:spLocks noChangeArrowheads="1"/>
          </p:cNvSpPr>
          <p:nvPr/>
        </p:nvSpPr>
        <p:spPr bwMode="auto">
          <a:xfrm>
            <a:off x="9290050" y="2305050"/>
            <a:ext cx="787400" cy="355600"/>
          </a:xfrm>
          <a:prstGeom prst="rect">
            <a:avLst/>
          </a:prstGeom>
          <a:noFill/>
          <a:ln w="19050">
            <a:solidFill>
              <a:schemeClr val="tx1"/>
            </a:solidFill>
            <a:prstDash val="sysDot"/>
            <a:miter lim="800000"/>
            <a:headEnd/>
            <a:tailEnd type="none" w="med" len="lg"/>
          </a:ln>
          <a:extLst>
            <a:ext uri="{909E8E84-426E-40DD-AFC4-6F175D3DCCD1}">
              <a14:hiddenFill xmlns:a14="http://schemas.microsoft.com/office/drawing/2010/main">
                <a:solidFill>
                  <a:srgbClr val="FFFFFF"/>
                </a:solidFill>
              </a14:hiddenFill>
            </a:ext>
          </a:extLst>
        </p:spPr>
        <p:txBody>
          <a:bodyPr wrap="none" anchor="ct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endParaRPr lang="en-US" altLang="en-US"/>
          </a:p>
        </p:txBody>
      </p:sp>
      <mc:AlternateContent xmlns:mc="http://schemas.openxmlformats.org/markup-compatibility/2006" xmlns:a14="http://schemas.microsoft.com/office/drawing/2010/main">
        <mc:Choice Requires="a14">
          <p:sp>
            <p:nvSpPr>
              <p:cNvPr id="58455" name="Object 113"/>
              <p:cNvSpPr txBox="1"/>
              <p:nvPr/>
            </p:nvSpPr>
            <p:spPr bwMode="auto">
              <a:xfrm>
                <a:off x="9559926" y="2727325"/>
                <a:ext cx="239713" cy="558800"/>
              </a:xfrm>
              <a:prstGeom prst="rect">
                <a:avLst/>
              </a:prstGeom>
              <a:noFill/>
              <a:ln>
                <a:noFill/>
              </a:ln>
              <a:effectLst/>
            </p:spPr>
            <p:txBody>
              <a:bodyPr>
                <a:normAutofit/>
              </a:bodyPr>
              <a:lstStyle/>
              <a:p>
                <a:pPr/>
                <a14:m>
                  <m:oMathPara xmlns:m="http://schemas.openxmlformats.org/officeDocument/2006/math">
                    <m:oMathParaPr>
                      <m:jc m:val="left"/>
                    </m:oMathParaPr>
                    <m:oMath>
                      <m:r>
                        <a:rPr lang="en-US" i="1">
                          <a:latin typeface="Cambria Math" panose="02040503050406030204" pitchFamily="18" charset="0"/>
                        </a:rPr>
                        <m:t>⋮</m:t>
                      </m:r>
                    </m:oMath>
                  </m:oMathPara>
                </a14:m>
                <a:endParaRPr lang="en-US"/>
              </a:p>
            </p:txBody>
          </p:sp>
        </mc:Choice>
        <mc:Fallback xmlns="">
          <p:sp>
            <p:nvSpPr>
              <p:cNvPr id="58455" name="Object 113"/>
              <p:cNvSpPr txBox="1">
                <a:spLocks noRot="1" noChangeAspect="1" noMove="1" noResize="1" noEditPoints="1" noAdjustHandles="1" noChangeArrowheads="1" noChangeShapeType="1" noTextEdit="1"/>
              </p:cNvSpPr>
              <p:nvPr/>
            </p:nvSpPr>
            <p:spPr bwMode="auto">
              <a:xfrm>
                <a:off x="9559926" y="2727325"/>
                <a:ext cx="239713" cy="558800"/>
              </a:xfrm>
              <a:prstGeom prst="rect">
                <a:avLst/>
              </a:prstGeom>
              <a:blipFill>
                <a:blip r:embed="rId4"/>
                <a:stretch>
                  <a:fillRect/>
                </a:stretch>
              </a:blipFill>
              <a:ln>
                <a:noFill/>
              </a:ln>
              <a:effectLst/>
            </p:spPr>
            <p:txBody>
              <a:bodyPr/>
              <a:lstStyle/>
              <a:p>
                <a:r>
                  <a:rPr lang="en-US">
                    <a:noFill/>
                  </a:rPr>
                  <a:t> </a:t>
                </a:r>
              </a:p>
            </p:txBody>
          </p:sp>
        </mc:Fallback>
      </mc:AlternateContent>
      <p:sp>
        <p:nvSpPr>
          <p:cNvPr id="58456" name="Rectangle 114"/>
          <p:cNvSpPr>
            <a:spLocks noChangeArrowheads="1"/>
          </p:cNvSpPr>
          <p:nvPr/>
        </p:nvSpPr>
        <p:spPr bwMode="auto">
          <a:xfrm>
            <a:off x="9296400" y="3378200"/>
            <a:ext cx="787400" cy="355600"/>
          </a:xfrm>
          <a:prstGeom prst="rect">
            <a:avLst/>
          </a:prstGeom>
          <a:noFill/>
          <a:ln w="19050">
            <a:solidFill>
              <a:schemeClr val="tx1"/>
            </a:solidFill>
            <a:prstDash val="sysDot"/>
            <a:miter lim="800000"/>
            <a:headEnd/>
            <a:tailEnd type="none" w="med" len="lg"/>
          </a:ln>
          <a:extLst>
            <a:ext uri="{909E8E84-426E-40DD-AFC4-6F175D3DCCD1}">
              <a14:hiddenFill xmlns:a14="http://schemas.microsoft.com/office/drawing/2010/main">
                <a:solidFill>
                  <a:srgbClr val="FFFFFF"/>
                </a:solidFill>
              </a14:hiddenFill>
            </a:ext>
          </a:extLst>
        </p:spPr>
        <p:txBody>
          <a:bodyPr wrap="none" anchor="ct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endParaRPr lang="en-US" altLang="en-US"/>
          </a:p>
        </p:txBody>
      </p:sp>
      <p:sp>
        <p:nvSpPr>
          <p:cNvPr id="58457" name="Rectangle 115"/>
          <p:cNvSpPr>
            <a:spLocks noChangeArrowheads="1"/>
          </p:cNvSpPr>
          <p:nvPr/>
        </p:nvSpPr>
        <p:spPr bwMode="auto">
          <a:xfrm>
            <a:off x="9296400" y="3898900"/>
            <a:ext cx="787400" cy="355600"/>
          </a:xfrm>
          <a:prstGeom prst="rect">
            <a:avLst/>
          </a:prstGeom>
          <a:noFill/>
          <a:ln w="19050">
            <a:solidFill>
              <a:schemeClr val="tx1"/>
            </a:solidFill>
            <a:prstDash val="sysDot"/>
            <a:miter lim="800000"/>
            <a:headEnd/>
            <a:tailEnd type="none" w="med" len="lg"/>
          </a:ln>
          <a:extLst>
            <a:ext uri="{909E8E84-426E-40DD-AFC4-6F175D3DCCD1}">
              <a14:hiddenFill xmlns:a14="http://schemas.microsoft.com/office/drawing/2010/main">
                <a:solidFill>
                  <a:srgbClr val="FFFFFF"/>
                </a:solidFill>
              </a14:hiddenFill>
            </a:ext>
          </a:extLst>
        </p:spPr>
        <p:txBody>
          <a:bodyPr wrap="none" anchor="ct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endParaRPr lang="en-US" altLang="en-US"/>
          </a:p>
        </p:txBody>
      </p:sp>
      <p:sp>
        <p:nvSpPr>
          <p:cNvPr id="58458" name="Rectangle 116"/>
          <p:cNvSpPr>
            <a:spLocks noChangeArrowheads="1"/>
          </p:cNvSpPr>
          <p:nvPr/>
        </p:nvSpPr>
        <p:spPr bwMode="auto">
          <a:xfrm>
            <a:off x="9296400" y="4432300"/>
            <a:ext cx="787400" cy="355600"/>
          </a:xfrm>
          <a:prstGeom prst="rect">
            <a:avLst/>
          </a:prstGeom>
          <a:noFill/>
          <a:ln w="19050">
            <a:solidFill>
              <a:schemeClr val="tx1"/>
            </a:solidFill>
            <a:prstDash val="sysDot"/>
            <a:miter lim="800000"/>
            <a:headEnd/>
            <a:tailEnd type="none" w="med" len="lg"/>
          </a:ln>
          <a:extLst>
            <a:ext uri="{909E8E84-426E-40DD-AFC4-6F175D3DCCD1}">
              <a14:hiddenFill xmlns:a14="http://schemas.microsoft.com/office/drawing/2010/main">
                <a:solidFill>
                  <a:srgbClr val="FFFFFF"/>
                </a:solidFill>
              </a14:hiddenFill>
            </a:ext>
          </a:extLst>
        </p:spPr>
        <p:txBody>
          <a:bodyPr wrap="none" anchor="ct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endParaRPr lang="en-US" altLang="en-US"/>
          </a:p>
        </p:txBody>
      </p:sp>
      <p:sp>
        <p:nvSpPr>
          <p:cNvPr id="58459" name="Rectangle 117"/>
          <p:cNvSpPr>
            <a:spLocks noChangeArrowheads="1"/>
          </p:cNvSpPr>
          <p:nvPr/>
        </p:nvSpPr>
        <p:spPr bwMode="auto">
          <a:xfrm>
            <a:off x="9290050" y="4953000"/>
            <a:ext cx="787400" cy="355600"/>
          </a:xfrm>
          <a:prstGeom prst="rect">
            <a:avLst/>
          </a:prstGeom>
          <a:noFill/>
          <a:ln w="19050">
            <a:solidFill>
              <a:schemeClr val="tx1"/>
            </a:solidFill>
            <a:prstDash val="sysDot"/>
            <a:miter lim="800000"/>
            <a:headEnd/>
            <a:tailEnd type="none" w="med" len="lg"/>
          </a:ln>
          <a:extLst>
            <a:ext uri="{909E8E84-426E-40DD-AFC4-6F175D3DCCD1}">
              <a14:hiddenFill xmlns:a14="http://schemas.microsoft.com/office/drawing/2010/main">
                <a:solidFill>
                  <a:srgbClr val="FFFFFF"/>
                </a:solidFill>
              </a14:hiddenFill>
            </a:ext>
          </a:extLst>
        </p:spPr>
        <p:txBody>
          <a:bodyPr wrap="none" anchor="ct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endParaRPr lang="en-US" altLang="en-US"/>
          </a:p>
        </p:txBody>
      </p:sp>
      <mc:AlternateContent xmlns:mc="http://schemas.openxmlformats.org/markup-compatibility/2006" xmlns:a14="http://schemas.microsoft.com/office/drawing/2010/main">
        <mc:Choice Requires="a14">
          <p:sp>
            <p:nvSpPr>
              <p:cNvPr id="58460" name="Object 118"/>
              <p:cNvSpPr txBox="1"/>
              <p:nvPr/>
            </p:nvSpPr>
            <p:spPr bwMode="auto">
              <a:xfrm>
                <a:off x="9559926" y="5292725"/>
                <a:ext cx="239713" cy="558800"/>
              </a:xfrm>
              <a:prstGeom prst="rect">
                <a:avLst/>
              </a:prstGeom>
              <a:noFill/>
              <a:ln>
                <a:noFill/>
              </a:ln>
              <a:effectLst/>
            </p:spPr>
            <p:txBody>
              <a:bodyPr>
                <a:normAutofit/>
              </a:bodyPr>
              <a:lstStyle/>
              <a:p>
                <a:pPr/>
                <a14:m>
                  <m:oMathPara xmlns:m="http://schemas.openxmlformats.org/officeDocument/2006/math">
                    <m:oMathParaPr>
                      <m:jc m:val="left"/>
                    </m:oMathParaPr>
                    <m:oMath>
                      <m:r>
                        <a:rPr lang="en-US" i="1">
                          <a:latin typeface="Cambria Math" panose="02040503050406030204" pitchFamily="18" charset="0"/>
                        </a:rPr>
                        <m:t>⋮</m:t>
                      </m:r>
                    </m:oMath>
                  </m:oMathPara>
                </a14:m>
                <a:endParaRPr lang="en-US"/>
              </a:p>
            </p:txBody>
          </p:sp>
        </mc:Choice>
        <mc:Fallback xmlns="">
          <p:sp>
            <p:nvSpPr>
              <p:cNvPr id="58460" name="Object 118"/>
              <p:cNvSpPr txBox="1">
                <a:spLocks noRot="1" noChangeAspect="1" noMove="1" noResize="1" noEditPoints="1" noAdjustHandles="1" noChangeArrowheads="1" noChangeShapeType="1" noTextEdit="1"/>
              </p:cNvSpPr>
              <p:nvPr/>
            </p:nvSpPr>
            <p:spPr bwMode="auto">
              <a:xfrm>
                <a:off x="9559926" y="5292725"/>
                <a:ext cx="239713" cy="558800"/>
              </a:xfrm>
              <a:prstGeom prst="rect">
                <a:avLst/>
              </a:prstGeom>
              <a:blipFill>
                <a:blip r:embed="rId4"/>
                <a:stretch>
                  <a:fillRect/>
                </a:stretch>
              </a:blipFill>
              <a:ln>
                <a:noFill/>
              </a:ln>
              <a:effectLst/>
            </p:spPr>
            <p:txBody>
              <a:bodyPr/>
              <a:lstStyle/>
              <a:p>
                <a:r>
                  <a:rPr lang="en-US">
                    <a:noFill/>
                  </a:rPr>
                  <a:t> </a:t>
                </a:r>
              </a:p>
            </p:txBody>
          </p:sp>
        </mc:Fallback>
      </mc:AlternateContent>
      <p:sp>
        <p:nvSpPr>
          <p:cNvPr id="58461" name="Text Box 119"/>
          <p:cNvSpPr txBox="1">
            <a:spLocks noChangeArrowheads="1"/>
          </p:cNvSpPr>
          <p:nvPr/>
        </p:nvSpPr>
        <p:spPr bwMode="auto">
          <a:xfrm>
            <a:off x="9293225" y="730251"/>
            <a:ext cx="67037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type="none" w="med" len="lg"/>
              </a14:hiddenLine>
            </a:ext>
          </a:extLst>
        </p:spPr>
        <p:txBody>
          <a:bodyPr wrap="none">
            <a:spAutoFit/>
          </a:bodyP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pPr algn="l" eaLnBrk="1" hangingPunct="1"/>
            <a:r>
              <a:rPr lang="en-US" altLang="en-US" i="0">
                <a:cs typeface="Arial" panose="020B0604020202020204" pitchFamily="34" charset="0"/>
              </a:rPr>
              <a:t>AB+,0</a:t>
            </a:r>
          </a:p>
        </p:txBody>
      </p:sp>
      <p:sp>
        <p:nvSpPr>
          <p:cNvPr id="58462" name="Text Box 120"/>
          <p:cNvSpPr txBox="1">
            <a:spLocks noChangeArrowheads="1"/>
          </p:cNvSpPr>
          <p:nvPr/>
        </p:nvSpPr>
        <p:spPr bwMode="auto">
          <a:xfrm>
            <a:off x="9299575" y="1250951"/>
            <a:ext cx="67037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type="none" w="med" len="lg"/>
              </a14:hiddenLine>
            </a:ext>
          </a:extLst>
        </p:spPr>
        <p:txBody>
          <a:bodyPr wrap="none">
            <a:spAutoFit/>
          </a:bodyP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pPr algn="l" eaLnBrk="1" hangingPunct="1"/>
            <a:r>
              <a:rPr lang="en-US" altLang="en-US" i="0">
                <a:cs typeface="Arial" panose="020B0604020202020204" pitchFamily="34" charset="0"/>
              </a:rPr>
              <a:t>AB+,1</a:t>
            </a:r>
          </a:p>
        </p:txBody>
      </p:sp>
      <mc:AlternateContent xmlns:mc="http://schemas.openxmlformats.org/markup-compatibility/2006" xmlns:a14="http://schemas.microsoft.com/office/drawing/2010/main">
        <mc:Choice Requires="a14">
          <p:sp>
            <p:nvSpPr>
              <p:cNvPr id="58463" name="Object 121"/>
              <p:cNvSpPr txBox="1"/>
              <p:nvPr/>
            </p:nvSpPr>
            <p:spPr bwMode="auto">
              <a:xfrm>
                <a:off x="6381750" y="2468563"/>
                <a:ext cx="787400" cy="533400"/>
              </a:xfrm>
              <a:prstGeom prst="rect">
                <a:avLst/>
              </a:prstGeom>
              <a:noFill/>
              <a:ln>
                <a:noFill/>
              </a:ln>
              <a:effectLst/>
            </p:spPr>
            <p:txBody>
              <a:bodyPr>
                <a:normAutofit/>
              </a:bodyPr>
              <a:lstStyle/>
              <a:p>
                <a:pPr/>
                <a14:m>
                  <m:oMathPara xmlns:m="http://schemas.openxmlformats.org/officeDocument/2006/math">
                    <m:oMathParaPr>
                      <m:jc m:val="left"/>
                    </m:oMathParaPr>
                    <m:oMath>
                      <m:sSub>
                        <m:sSubPr>
                          <m:ctrlPr>
                            <a:rPr lang="en-US" i="1">
                              <a:latin typeface="Cambria Math" panose="02040503050406030204" pitchFamily="18" charset="0"/>
                            </a:rPr>
                          </m:ctrlPr>
                        </m:sSubPr>
                        <m:e>
                          <m:acc>
                            <m:accPr>
                              <m:chr m:val="̂"/>
                              <m:ctrlPr>
                                <a:rPr lang="en-US" i="1">
                                  <a:latin typeface="Cambria Math" panose="02040503050406030204" pitchFamily="18" charset="0"/>
                                </a:rPr>
                              </m:ctrlPr>
                            </m:accPr>
                            <m:e>
                              <m:r>
                                <a:rPr lang="en-US" i="1">
                                  <a:latin typeface="Cambria Math" panose="02040503050406030204" pitchFamily="18" charset="0"/>
                                </a:rPr>
                                <m:t>𝐷</m:t>
                              </m:r>
                            </m:e>
                          </m:acc>
                        </m:e>
                        <m:sub>
                          <m:r>
                            <a:rPr lang="en-US" i="1">
                              <a:latin typeface="Cambria Math" panose="02040503050406030204" pitchFamily="18" charset="0"/>
                            </a:rPr>
                            <m:t>𝑡</m:t>
                          </m:r>
                          <m:r>
                            <a:rPr lang="en-US" i="1">
                              <a:latin typeface="Cambria Math" panose="02040503050406030204" pitchFamily="18" charset="0"/>
                            </a:rPr>
                            <m:t>,</m:t>
                          </m:r>
                          <m:r>
                            <a:rPr lang="en-US" i="1">
                              <a:latin typeface="Cambria Math" panose="02040503050406030204" pitchFamily="18" charset="0"/>
                            </a:rPr>
                            <m:t>𝐴𝐵</m:t>
                          </m:r>
                          <m:r>
                            <a:rPr lang="en-US" i="1">
                              <a:latin typeface="Cambria Math" panose="02040503050406030204" pitchFamily="18" charset="0"/>
                            </a:rPr>
                            <m:t>+</m:t>
                          </m:r>
                        </m:sub>
                      </m:sSub>
                    </m:oMath>
                  </m:oMathPara>
                </a14:m>
                <a:endParaRPr lang="en-US"/>
              </a:p>
            </p:txBody>
          </p:sp>
        </mc:Choice>
        <mc:Fallback xmlns="">
          <p:sp>
            <p:nvSpPr>
              <p:cNvPr id="58463" name="Object 121"/>
              <p:cNvSpPr txBox="1">
                <a:spLocks noRot="1" noChangeAspect="1" noMove="1" noResize="1" noEditPoints="1" noAdjustHandles="1" noChangeArrowheads="1" noChangeShapeType="1" noTextEdit="1"/>
              </p:cNvSpPr>
              <p:nvPr/>
            </p:nvSpPr>
            <p:spPr bwMode="auto">
              <a:xfrm>
                <a:off x="6381750" y="2468563"/>
                <a:ext cx="787400" cy="533400"/>
              </a:xfrm>
              <a:prstGeom prst="rect">
                <a:avLst/>
              </a:prstGeom>
              <a:blipFill>
                <a:blip r:embed="rId16"/>
                <a:stretch>
                  <a:fillRect t="-1149"/>
                </a:stretch>
              </a:blipFill>
              <a:ln>
                <a:noFill/>
              </a:ln>
              <a:effectLst/>
            </p:spPr>
            <p:txBody>
              <a:bodyPr/>
              <a:lstStyle/>
              <a:p>
                <a:r>
                  <a:rPr lang="en-US">
                    <a:noFill/>
                  </a:rPr>
                  <a:t> </a:t>
                </a:r>
              </a:p>
            </p:txBody>
          </p:sp>
        </mc:Fallback>
      </mc:AlternateContent>
      <p:cxnSp>
        <p:nvCxnSpPr>
          <p:cNvPr id="58464" name="AutoShape 122"/>
          <p:cNvCxnSpPr>
            <a:cxnSpLocks noChangeShapeType="1"/>
          </p:cNvCxnSpPr>
          <p:nvPr/>
        </p:nvCxnSpPr>
        <p:spPr bwMode="auto">
          <a:xfrm>
            <a:off x="4086225" y="6457950"/>
            <a:ext cx="1333500" cy="14288"/>
          </a:xfrm>
          <a:prstGeom prst="straightConnector1">
            <a:avLst/>
          </a:prstGeom>
          <a:noFill/>
          <a:ln w="19050">
            <a:solidFill>
              <a:schemeClr val="tx1"/>
            </a:solidFill>
            <a:round/>
            <a:headEnd/>
            <a:tailEnd type="stealth" w="med" len="lg"/>
          </a:ln>
          <a:extLst>
            <a:ext uri="{909E8E84-426E-40DD-AFC4-6F175D3DCCD1}">
              <a14:hiddenFill xmlns:a14="http://schemas.microsoft.com/office/drawing/2010/main">
                <a:noFill/>
              </a14:hiddenFill>
            </a:ext>
          </a:extLst>
        </p:spPr>
      </p:cxnSp>
      <p:sp>
        <p:nvSpPr>
          <p:cNvPr id="58465" name="Text Box 123"/>
          <p:cNvSpPr txBox="1">
            <a:spLocks noChangeArrowheads="1"/>
          </p:cNvSpPr>
          <p:nvPr/>
        </p:nvSpPr>
        <p:spPr bwMode="auto">
          <a:xfrm>
            <a:off x="5432425" y="6261101"/>
            <a:ext cx="1422184" cy="307777"/>
          </a:xfrm>
          <a:prstGeom prst="rect">
            <a:avLst/>
          </a:prstGeom>
          <a:noFill/>
          <a:ln w="19050">
            <a:solidFill>
              <a:schemeClr val="tx1"/>
            </a:solidFill>
            <a:miter lim="800000"/>
            <a:headEnd/>
            <a:tailEnd type="none" w="med" len="lg"/>
          </a:ln>
          <a:extLst>
            <a:ext uri="{909E8E84-426E-40DD-AFC4-6F175D3DCCD1}">
              <a14:hiddenFill xmlns:a14="http://schemas.microsoft.com/office/drawing/2010/main">
                <a:solidFill>
                  <a:srgbClr val="FFFFFF"/>
                </a:solidFill>
              </a14:hiddenFill>
            </a:ext>
          </a:extLst>
        </p:spPr>
        <p:txBody>
          <a:bodyPr wrap="none">
            <a:spAutoFit/>
          </a:bodyP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pPr algn="l" eaLnBrk="1" hangingPunct="1"/>
            <a:r>
              <a:rPr lang="en-US" altLang="en-US" i="0">
                <a:cs typeface="Arial" panose="020B0604020202020204" pitchFamily="34" charset="0"/>
              </a:rPr>
              <a:t>Satisfy a demand</a:t>
            </a:r>
          </a:p>
        </p:txBody>
      </p:sp>
      <p:cxnSp>
        <p:nvCxnSpPr>
          <p:cNvPr id="58466" name="AutoShape 124"/>
          <p:cNvCxnSpPr>
            <a:cxnSpLocks noChangeShapeType="1"/>
          </p:cNvCxnSpPr>
          <p:nvPr/>
        </p:nvCxnSpPr>
        <p:spPr bwMode="auto">
          <a:xfrm>
            <a:off x="7959725" y="6457950"/>
            <a:ext cx="1333500" cy="14288"/>
          </a:xfrm>
          <a:prstGeom prst="straightConnector1">
            <a:avLst/>
          </a:prstGeom>
          <a:noFill/>
          <a:ln w="19050">
            <a:solidFill>
              <a:schemeClr val="tx1"/>
            </a:solidFill>
            <a:prstDash val="sysDot"/>
            <a:round/>
            <a:headEnd/>
            <a:tailEnd type="stealth" w="med" len="lg"/>
          </a:ln>
          <a:extLst>
            <a:ext uri="{909E8E84-426E-40DD-AFC4-6F175D3DCCD1}">
              <a14:hiddenFill xmlns:a14="http://schemas.microsoft.com/office/drawing/2010/main">
                <a:noFill/>
              </a14:hiddenFill>
            </a:ext>
          </a:extLst>
        </p:spPr>
      </p:cxnSp>
      <p:sp>
        <p:nvSpPr>
          <p:cNvPr id="58467" name="Text Box 125"/>
          <p:cNvSpPr txBox="1">
            <a:spLocks noChangeArrowheads="1"/>
          </p:cNvSpPr>
          <p:nvPr/>
        </p:nvSpPr>
        <p:spPr bwMode="auto">
          <a:xfrm>
            <a:off x="9293226" y="6261101"/>
            <a:ext cx="588623" cy="307777"/>
          </a:xfrm>
          <a:prstGeom prst="rect">
            <a:avLst/>
          </a:prstGeom>
          <a:noFill/>
          <a:ln w="19050">
            <a:solidFill>
              <a:schemeClr val="tx1"/>
            </a:solidFill>
            <a:prstDash val="sysDot"/>
            <a:miter lim="800000"/>
            <a:headEnd/>
            <a:tailEnd type="none" w="med" len="lg"/>
          </a:ln>
          <a:extLst>
            <a:ext uri="{909E8E84-426E-40DD-AFC4-6F175D3DCCD1}">
              <a14:hiddenFill xmlns:a14="http://schemas.microsoft.com/office/drawing/2010/main">
                <a:solidFill>
                  <a:srgbClr val="FFFFFF"/>
                </a:solidFill>
              </a14:hiddenFill>
            </a:ext>
          </a:extLst>
        </p:spPr>
        <p:txBody>
          <a:bodyPr wrap="none">
            <a:spAutoFit/>
          </a:bodyP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pPr algn="l" eaLnBrk="1" hangingPunct="1"/>
            <a:r>
              <a:rPr lang="en-US" altLang="en-US" i="0">
                <a:cs typeface="Arial" panose="020B0604020202020204" pitchFamily="34" charset="0"/>
              </a:rPr>
              <a:t>Hold </a:t>
            </a:r>
          </a:p>
        </p:txBody>
      </p:sp>
      <p:cxnSp>
        <p:nvCxnSpPr>
          <p:cNvPr id="58468" name="AutoShape 126"/>
          <p:cNvCxnSpPr>
            <a:cxnSpLocks noChangeShapeType="1"/>
            <a:stCxn id="58412" idx="3"/>
            <a:endCxn id="58427" idx="1"/>
          </p:cNvCxnSpPr>
          <p:nvPr/>
        </p:nvCxnSpPr>
        <p:spPr bwMode="auto">
          <a:xfrm flipV="1">
            <a:off x="3908425" y="793750"/>
            <a:ext cx="1568450" cy="2743200"/>
          </a:xfrm>
          <a:prstGeom prst="straightConnector1">
            <a:avLst/>
          </a:prstGeom>
          <a:noFill/>
          <a:ln w="19050">
            <a:solidFill>
              <a:schemeClr val="tx1"/>
            </a:solidFill>
            <a:round/>
            <a:headEnd/>
            <a:tailEnd type="stealth" w="med" len="lg"/>
          </a:ln>
          <a:extLst>
            <a:ext uri="{909E8E84-426E-40DD-AFC4-6F175D3DCCD1}">
              <a14:hiddenFill xmlns:a14="http://schemas.microsoft.com/office/drawing/2010/main">
                <a:noFill/>
              </a14:hiddenFill>
            </a:ext>
          </a:extLst>
        </p:spPr>
      </p:cxnSp>
      <mc:AlternateContent xmlns:mc="http://schemas.openxmlformats.org/markup-compatibility/2006" xmlns:a14="http://schemas.microsoft.com/office/drawing/2010/main">
        <mc:Choice Requires="a14">
          <p:sp>
            <p:nvSpPr>
              <p:cNvPr id="58469" name="Object 127"/>
              <p:cNvSpPr txBox="1"/>
              <p:nvPr/>
            </p:nvSpPr>
            <p:spPr bwMode="auto">
              <a:xfrm>
                <a:off x="1831976" y="42864"/>
                <a:ext cx="741363" cy="579437"/>
              </a:xfrm>
              <a:prstGeom prst="rect">
                <a:avLst/>
              </a:prstGeom>
              <a:noFill/>
              <a:ln>
                <a:noFill/>
              </a:ln>
              <a:effectLst/>
            </p:spPr>
            <p:txBody>
              <a:bodyPr>
                <a:normAutofit/>
              </a:bodyPr>
              <a:lstStyle/>
              <a:p>
                <a:pPr/>
                <a14:m>
                  <m:oMathPara xmlns:m="http://schemas.openxmlformats.org/officeDocument/2006/math">
                    <m:oMathParaPr>
                      <m:jc m:val="left"/>
                    </m:oMathParaPr>
                    <m:oMath>
                      <m:sSub>
                        <m:sSubPr>
                          <m:ctrlPr>
                            <a:rPr lang="en-US" sz="2000" i="1">
                              <a:latin typeface="Cambria Math" panose="02040503050406030204" pitchFamily="18" charset="0"/>
                            </a:rPr>
                          </m:ctrlPr>
                        </m:sSubPr>
                        <m:e>
                          <m:r>
                            <a:rPr lang="en-US" sz="2000" i="1">
                              <a:latin typeface="Cambria Math" panose="02040503050406030204" pitchFamily="18" charset="0"/>
                            </a:rPr>
                            <m:t>𝑆</m:t>
                          </m:r>
                        </m:e>
                        <m:sub>
                          <m:r>
                            <a:rPr lang="en-US" sz="2000" i="1">
                              <a:latin typeface="Cambria Math" panose="02040503050406030204" pitchFamily="18" charset="0"/>
                            </a:rPr>
                            <m:t>𝑡</m:t>
                          </m:r>
                        </m:sub>
                      </m:sSub>
                      <m:r>
                        <a:rPr lang="en-US" sz="2000" i="1">
                          <a:latin typeface="Cambria Math" panose="02040503050406030204" pitchFamily="18" charset="0"/>
                        </a:rPr>
                        <m:t>=</m:t>
                      </m:r>
                    </m:oMath>
                  </m:oMathPara>
                </a14:m>
                <a:endParaRPr lang="en-US" sz="2000" dirty="0"/>
              </a:p>
            </p:txBody>
          </p:sp>
        </mc:Choice>
        <mc:Fallback xmlns="">
          <p:sp>
            <p:nvSpPr>
              <p:cNvPr id="58469" name="Object 127"/>
              <p:cNvSpPr txBox="1">
                <a:spLocks noRot="1" noChangeAspect="1" noMove="1" noResize="1" noEditPoints="1" noAdjustHandles="1" noChangeArrowheads="1" noChangeShapeType="1" noTextEdit="1"/>
              </p:cNvSpPr>
              <p:nvPr/>
            </p:nvSpPr>
            <p:spPr bwMode="auto">
              <a:xfrm>
                <a:off x="1831976" y="42864"/>
                <a:ext cx="741363" cy="579437"/>
              </a:xfrm>
              <a:prstGeom prst="rect">
                <a:avLst/>
              </a:prstGeom>
              <a:blipFill>
                <a:blip r:embed="rId17"/>
                <a:stretch>
                  <a:fillRect/>
                </a:stretch>
              </a:blipFill>
              <a:ln>
                <a:noFill/>
              </a:ln>
              <a:effectLst/>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58470" name="Object 128"/>
              <p:cNvSpPr txBox="1"/>
              <p:nvPr/>
            </p:nvSpPr>
            <p:spPr bwMode="auto">
              <a:xfrm>
                <a:off x="3087688" y="-12700"/>
                <a:ext cx="3384550" cy="773113"/>
              </a:xfrm>
              <a:prstGeom prst="rect">
                <a:avLst/>
              </a:prstGeom>
              <a:noFill/>
              <a:ln>
                <a:noFill/>
              </a:ln>
              <a:effectLst/>
            </p:spPr>
            <p:txBody>
              <a:bodyPr>
                <a:normAutofit/>
              </a:bodyPr>
              <a:lstStyle/>
              <a:p>
                <a:pPr/>
                <a14:m>
                  <m:oMathPara xmlns:m="http://schemas.openxmlformats.org/officeDocument/2006/math">
                    <m:oMathParaPr>
                      <m:jc m:val="left"/>
                    </m:oMathParaPr>
                    <m:oMath>
                      <m:d>
                        <m:dPr>
                          <m:ctrlPr>
                            <a:rPr lang="en-US" sz="2000" i="1">
                              <a:latin typeface="Cambria Math" panose="02040503050406030204" pitchFamily="18" charset="0"/>
                            </a:rPr>
                          </m:ctrlPr>
                        </m:dPr>
                        <m:e>
                          <m:sSub>
                            <m:sSubPr>
                              <m:ctrlPr>
                                <a:rPr lang="en-US" sz="2000" i="1">
                                  <a:latin typeface="Cambria Math" panose="02040503050406030204" pitchFamily="18" charset="0"/>
                                </a:rPr>
                              </m:ctrlPr>
                            </m:sSubPr>
                            <m:e>
                              <m:r>
                                <a:rPr lang="en-US" sz="2000" i="1">
                                  <a:latin typeface="Cambria Math" panose="02040503050406030204" pitchFamily="18" charset="0"/>
                                </a:rPr>
                                <m:t>𝑅</m:t>
                              </m:r>
                            </m:e>
                            <m:sub>
                              <m:r>
                                <a:rPr lang="en-US" sz="2000" i="1">
                                  <a:latin typeface="Cambria Math" panose="02040503050406030204" pitchFamily="18" charset="0"/>
                                </a:rPr>
                                <m:t>𝑡</m:t>
                              </m:r>
                            </m:sub>
                          </m:sSub>
                          <m:r>
                            <m:rPr>
                              <m:nor/>
                            </m:rPr>
                            <a:rPr lang="en-US" sz="2000" i="0">
                              <a:latin typeface="Cambria Math" panose="02040503050406030204" pitchFamily="18" charset="0"/>
                            </a:rPr>
                            <m:t>    </m:t>
                          </m:r>
                          <m:r>
                            <m:rPr>
                              <m:nor/>
                            </m:rPr>
                            <a:rPr lang="en-US" sz="2000" b="0" i="0" smtClean="0">
                              <a:latin typeface="Cambria Math" panose="02040503050406030204" pitchFamily="18" charset="0"/>
                            </a:rPr>
                            <m:t>       </m:t>
                          </m:r>
                          <m:r>
                            <m:rPr>
                              <m:nor/>
                            </m:rPr>
                            <a:rPr lang="en-US" sz="2000" i="0">
                              <a:latin typeface="Cambria Math" panose="02040503050406030204" pitchFamily="18" charset="0"/>
                            </a:rPr>
                            <m:t>     ,         </m:t>
                          </m:r>
                          <m:r>
                            <m:rPr>
                              <m:nor/>
                            </m:rPr>
                            <a:rPr lang="en-US" sz="2000" b="0" i="0" smtClean="0">
                              <a:latin typeface="Cambria Math" panose="02040503050406030204" pitchFamily="18" charset="0"/>
                            </a:rPr>
                            <m:t>       </m:t>
                          </m:r>
                          <m:r>
                            <m:rPr>
                              <m:nor/>
                            </m:rPr>
                            <a:rPr lang="en-US" sz="2000" i="0">
                              <a:latin typeface="Cambria Math" panose="02040503050406030204" pitchFamily="18" charset="0"/>
                            </a:rPr>
                            <m:t>    </m:t>
                          </m:r>
                          <m:sSub>
                            <m:sSubPr>
                              <m:ctrlPr>
                                <a:rPr lang="en-US" sz="2000" i="1">
                                  <a:latin typeface="Cambria Math" panose="02040503050406030204" pitchFamily="18" charset="0"/>
                                </a:rPr>
                              </m:ctrlPr>
                            </m:sSubPr>
                            <m:e>
                              <m:acc>
                                <m:accPr>
                                  <m:chr m:val="̂"/>
                                  <m:ctrlPr>
                                    <a:rPr lang="en-US" sz="2000" i="1">
                                      <a:latin typeface="Cambria Math" panose="02040503050406030204" pitchFamily="18" charset="0"/>
                                    </a:rPr>
                                  </m:ctrlPr>
                                </m:accPr>
                                <m:e>
                                  <m:r>
                                    <a:rPr lang="en-US" sz="2000" i="1">
                                      <a:latin typeface="Cambria Math" panose="02040503050406030204" pitchFamily="18" charset="0"/>
                                    </a:rPr>
                                    <m:t>𝐷</m:t>
                                  </m:r>
                                </m:e>
                              </m:acc>
                            </m:e>
                            <m:sub>
                              <m:r>
                                <a:rPr lang="en-US" sz="2000" i="1">
                                  <a:latin typeface="Cambria Math" panose="02040503050406030204" pitchFamily="18" charset="0"/>
                                </a:rPr>
                                <m:t>𝑡</m:t>
                              </m:r>
                            </m:sub>
                          </m:sSub>
                        </m:e>
                      </m:d>
                    </m:oMath>
                  </m:oMathPara>
                </a14:m>
                <a:endParaRPr lang="en-US" sz="2000" dirty="0"/>
              </a:p>
            </p:txBody>
          </p:sp>
        </mc:Choice>
        <mc:Fallback xmlns="">
          <p:sp>
            <p:nvSpPr>
              <p:cNvPr id="58470" name="Object 128"/>
              <p:cNvSpPr txBox="1">
                <a:spLocks noRot="1" noChangeAspect="1" noMove="1" noResize="1" noEditPoints="1" noAdjustHandles="1" noChangeArrowheads="1" noChangeShapeType="1" noTextEdit="1"/>
              </p:cNvSpPr>
              <p:nvPr/>
            </p:nvSpPr>
            <p:spPr bwMode="auto">
              <a:xfrm>
                <a:off x="3087688" y="-12700"/>
                <a:ext cx="3384550" cy="773113"/>
              </a:xfrm>
              <a:prstGeom prst="rect">
                <a:avLst/>
              </a:prstGeom>
              <a:blipFill>
                <a:blip r:embed="rId18"/>
                <a:stretch>
                  <a:fillRect t="-3150"/>
                </a:stretch>
              </a:blipFill>
              <a:ln>
                <a:noFill/>
              </a:ln>
              <a:effectLst/>
            </p:spPr>
            <p:txBody>
              <a:bodyPr/>
              <a:lstStyle/>
              <a:p>
                <a:r>
                  <a:rPr lang="en-US">
                    <a:noFill/>
                  </a:rPr>
                  <a:t> </a:t>
                </a:r>
              </a:p>
            </p:txBody>
          </p:sp>
        </mc:Fallback>
      </mc:AlternateContent>
    </p:spTree>
    <p:extLst>
      <p:ext uri="{BB962C8B-B14F-4D97-AF65-F5344CB8AC3E}">
        <p14:creationId xmlns:p14="http://schemas.microsoft.com/office/powerpoint/2010/main" val="3768126011"/>
      </p:ext>
    </p:extLst>
  </p:cSld>
  <p:clrMapOvr>
    <a:masterClrMapping/>
  </p:clrMapOvr>
</p:sld>
</file>

<file path=ppt/slides/slide16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59394" name="Group 110"/>
          <p:cNvGrpSpPr>
            <a:grpSpLocks/>
          </p:cNvGrpSpPr>
          <p:nvPr/>
        </p:nvGrpSpPr>
        <p:grpSpPr bwMode="auto">
          <a:xfrm>
            <a:off x="1631950" y="766763"/>
            <a:ext cx="6978650" cy="5757862"/>
            <a:chOff x="84" y="507"/>
            <a:chExt cx="4396" cy="3627"/>
          </a:xfrm>
        </p:grpSpPr>
        <p:grpSp>
          <p:nvGrpSpPr>
            <p:cNvPr id="59395" name="Group 111"/>
            <p:cNvGrpSpPr>
              <a:grpSpLocks/>
            </p:cNvGrpSpPr>
            <p:nvPr/>
          </p:nvGrpSpPr>
          <p:grpSpPr bwMode="auto">
            <a:xfrm>
              <a:off x="998" y="568"/>
              <a:ext cx="498" cy="888"/>
              <a:chOff x="430" y="656"/>
              <a:chExt cx="498" cy="888"/>
            </a:xfrm>
          </p:grpSpPr>
          <p:sp>
            <p:nvSpPr>
              <p:cNvPr id="59496" name="Rectangle 112"/>
              <p:cNvSpPr>
                <a:spLocks noChangeArrowheads="1"/>
              </p:cNvSpPr>
              <p:nvPr/>
            </p:nvSpPr>
            <p:spPr bwMode="auto">
              <a:xfrm>
                <a:off x="432" y="656"/>
                <a:ext cx="496" cy="224"/>
              </a:xfrm>
              <a:prstGeom prst="rect">
                <a:avLst/>
              </a:prstGeom>
              <a:noFill/>
              <a:ln w="19050">
                <a:solidFill>
                  <a:schemeClr val="tx1"/>
                </a:solidFill>
                <a:miter lim="800000"/>
                <a:headEnd/>
                <a:tailEnd type="none" w="med" len="lg"/>
              </a:ln>
              <a:extLst>
                <a:ext uri="{909E8E84-426E-40DD-AFC4-6F175D3DCCD1}">
                  <a14:hiddenFill xmlns:a14="http://schemas.microsoft.com/office/drawing/2010/main">
                    <a:solidFill>
                      <a:srgbClr val="FFFFFF"/>
                    </a:solidFill>
                  </a14:hiddenFill>
                </a:ext>
              </a:extLst>
            </p:spPr>
            <p:txBody>
              <a:bodyPr wrap="none" anchor="ct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endParaRPr lang="en-US" altLang="en-US"/>
              </a:p>
            </p:txBody>
          </p:sp>
          <p:sp>
            <p:nvSpPr>
              <p:cNvPr id="59497" name="Text Box 113"/>
              <p:cNvSpPr txBox="1">
                <a:spLocks noChangeArrowheads="1"/>
              </p:cNvSpPr>
              <p:nvPr/>
            </p:nvSpPr>
            <p:spPr bwMode="auto">
              <a:xfrm>
                <a:off x="430" y="656"/>
                <a:ext cx="422"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type="none" w="med" len="lg"/>
                  </a14:hiddenLine>
                </a:ext>
              </a:extLst>
            </p:spPr>
            <p:txBody>
              <a:bodyPr wrap="none">
                <a:spAutoFit/>
              </a:bodyP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pPr algn="l" eaLnBrk="1" hangingPunct="1"/>
                <a:r>
                  <a:rPr lang="en-US" altLang="en-US" i="0">
                    <a:cs typeface="Arial" panose="020B0604020202020204" pitchFamily="34" charset="0"/>
                  </a:rPr>
                  <a:t>AB+,0</a:t>
                </a:r>
              </a:p>
            </p:txBody>
          </p:sp>
          <p:sp>
            <p:nvSpPr>
              <p:cNvPr id="59498" name="Rectangle 114"/>
              <p:cNvSpPr>
                <a:spLocks noChangeArrowheads="1"/>
              </p:cNvSpPr>
              <p:nvPr/>
            </p:nvSpPr>
            <p:spPr bwMode="auto">
              <a:xfrm>
                <a:off x="432" y="984"/>
                <a:ext cx="496" cy="224"/>
              </a:xfrm>
              <a:prstGeom prst="rect">
                <a:avLst/>
              </a:prstGeom>
              <a:noFill/>
              <a:ln w="19050">
                <a:solidFill>
                  <a:schemeClr val="tx1"/>
                </a:solidFill>
                <a:miter lim="800000"/>
                <a:headEnd/>
                <a:tailEnd type="none" w="med" len="lg"/>
              </a:ln>
              <a:extLst>
                <a:ext uri="{909E8E84-426E-40DD-AFC4-6F175D3DCCD1}">
                  <a14:hiddenFill xmlns:a14="http://schemas.microsoft.com/office/drawing/2010/main">
                    <a:solidFill>
                      <a:srgbClr val="FFFFFF"/>
                    </a:solidFill>
                  </a14:hiddenFill>
                </a:ext>
              </a:extLst>
            </p:spPr>
            <p:txBody>
              <a:bodyPr wrap="none" anchor="ct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endParaRPr lang="en-US" altLang="en-US"/>
              </a:p>
            </p:txBody>
          </p:sp>
          <p:sp>
            <p:nvSpPr>
              <p:cNvPr id="59499" name="Text Box 115"/>
              <p:cNvSpPr txBox="1">
                <a:spLocks noChangeArrowheads="1"/>
              </p:cNvSpPr>
              <p:nvPr/>
            </p:nvSpPr>
            <p:spPr bwMode="auto">
              <a:xfrm>
                <a:off x="434" y="984"/>
                <a:ext cx="422"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type="none" w="med" len="lg"/>
                  </a14:hiddenLine>
                </a:ext>
              </a:extLst>
            </p:spPr>
            <p:txBody>
              <a:bodyPr wrap="none">
                <a:spAutoFit/>
              </a:bodyP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pPr algn="l" eaLnBrk="1" hangingPunct="1"/>
                <a:r>
                  <a:rPr lang="en-US" altLang="en-US" i="0">
                    <a:cs typeface="Arial" panose="020B0604020202020204" pitchFamily="34" charset="0"/>
                  </a:rPr>
                  <a:t>AB+,1</a:t>
                </a:r>
              </a:p>
            </p:txBody>
          </p:sp>
          <p:sp>
            <p:nvSpPr>
              <p:cNvPr id="59500" name="Rectangle 116"/>
              <p:cNvSpPr>
                <a:spLocks noChangeArrowheads="1"/>
              </p:cNvSpPr>
              <p:nvPr/>
            </p:nvSpPr>
            <p:spPr bwMode="auto">
              <a:xfrm>
                <a:off x="432" y="1320"/>
                <a:ext cx="496" cy="224"/>
              </a:xfrm>
              <a:prstGeom prst="rect">
                <a:avLst/>
              </a:prstGeom>
              <a:noFill/>
              <a:ln w="19050">
                <a:solidFill>
                  <a:schemeClr val="tx1"/>
                </a:solidFill>
                <a:miter lim="800000"/>
                <a:headEnd/>
                <a:tailEnd type="none" w="med" len="lg"/>
              </a:ln>
              <a:extLst>
                <a:ext uri="{909E8E84-426E-40DD-AFC4-6F175D3DCCD1}">
                  <a14:hiddenFill xmlns:a14="http://schemas.microsoft.com/office/drawing/2010/main">
                    <a:solidFill>
                      <a:srgbClr val="FFFFFF"/>
                    </a:solidFill>
                  </a14:hiddenFill>
                </a:ext>
              </a:extLst>
            </p:spPr>
            <p:txBody>
              <a:bodyPr wrap="none" anchor="ct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endParaRPr lang="en-US" altLang="en-US"/>
              </a:p>
            </p:txBody>
          </p:sp>
          <p:sp>
            <p:nvSpPr>
              <p:cNvPr id="59501" name="Text Box 117"/>
              <p:cNvSpPr txBox="1">
                <a:spLocks noChangeArrowheads="1"/>
              </p:cNvSpPr>
              <p:nvPr/>
            </p:nvSpPr>
            <p:spPr bwMode="auto">
              <a:xfrm>
                <a:off x="430" y="1320"/>
                <a:ext cx="422"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type="none" w="med" len="lg"/>
                  </a14:hiddenLine>
                </a:ext>
              </a:extLst>
            </p:spPr>
            <p:txBody>
              <a:bodyPr wrap="none">
                <a:spAutoFit/>
              </a:bodyP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pPr algn="l" eaLnBrk="1" hangingPunct="1"/>
                <a:r>
                  <a:rPr lang="en-US" altLang="en-US" i="0">
                    <a:cs typeface="Arial" panose="020B0604020202020204" pitchFamily="34" charset="0"/>
                  </a:rPr>
                  <a:t>AB+,2</a:t>
                </a:r>
              </a:p>
            </p:txBody>
          </p:sp>
        </p:grpSp>
        <p:cxnSp>
          <p:nvCxnSpPr>
            <p:cNvPr id="59396" name="AutoShape 118"/>
            <p:cNvCxnSpPr>
              <a:cxnSpLocks noChangeShapeType="1"/>
              <a:stCxn id="59496" idx="3"/>
              <a:endCxn id="59490" idx="1"/>
            </p:cNvCxnSpPr>
            <p:nvPr/>
          </p:nvCxnSpPr>
          <p:spPr bwMode="auto">
            <a:xfrm>
              <a:off x="1496" y="680"/>
              <a:ext cx="1002" cy="309"/>
            </a:xfrm>
            <a:prstGeom prst="straightConnector1">
              <a:avLst/>
            </a:prstGeom>
            <a:noFill/>
            <a:ln w="19050">
              <a:solidFill>
                <a:schemeClr val="tx1"/>
              </a:solidFill>
              <a:prstDash val="sysDot"/>
              <a:round/>
              <a:headEnd/>
              <a:tailEnd type="stealth" w="med" len="lg"/>
            </a:ln>
            <a:extLst>
              <a:ext uri="{909E8E84-426E-40DD-AFC4-6F175D3DCCD1}">
                <a14:hiddenFill xmlns:a14="http://schemas.microsoft.com/office/drawing/2010/main">
                  <a:noFill/>
                </a14:hiddenFill>
              </a:ext>
            </a:extLst>
          </p:spPr>
        </p:cxnSp>
        <p:cxnSp>
          <p:nvCxnSpPr>
            <p:cNvPr id="59397" name="AutoShape 119"/>
            <p:cNvCxnSpPr>
              <a:cxnSpLocks noChangeShapeType="1"/>
              <a:stCxn id="59498" idx="3"/>
              <a:endCxn id="59492" idx="1"/>
            </p:cNvCxnSpPr>
            <p:nvPr/>
          </p:nvCxnSpPr>
          <p:spPr bwMode="auto">
            <a:xfrm>
              <a:off x="1496" y="1008"/>
              <a:ext cx="998" cy="317"/>
            </a:xfrm>
            <a:prstGeom prst="straightConnector1">
              <a:avLst/>
            </a:prstGeom>
            <a:noFill/>
            <a:ln w="19050">
              <a:solidFill>
                <a:schemeClr val="tx1"/>
              </a:solidFill>
              <a:prstDash val="sysDot"/>
              <a:round/>
              <a:headEnd/>
              <a:tailEnd type="stealth" w="med" len="lg"/>
            </a:ln>
            <a:extLst>
              <a:ext uri="{909E8E84-426E-40DD-AFC4-6F175D3DCCD1}">
                <a14:hiddenFill xmlns:a14="http://schemas.microsoft.com/office/drawing/2010/main">
                  <a:noFill/>
                </a14:hiddenFill>
              </a:ext>
            </a:extLst>
          </p:spPr>
        </p:cxnSp>
        <p:cxnSp>
          <p:nvCxnSpPr>
            <p:cNvPr id="59398" name="AutoShape 120"/>
            <p:cNvCxnSpPr>
              <a:cxnSpLocks noChangeShapeType="1"/>
              <a:stCxn id="59500" idx="3"/>
              <a:endCxn id="59495" idx="1"/>
            </p:cNvCxnSpPr>
            <p:nvPr/>
          </p:nvCxnSpPr>
          <p:spPr bwMode="auto">
            <a:xfrm>
              <a:off x="1496" y="1344"/>
              <a:ext cx="994" cy="309"/>
            </a:xfrm>
            <a:prstGeom prst="straightConnector1">
              <a:avLst/>
            </a:prstGeom>
            <a:noFill/>
            <a:ln w="19050">
              <a:solidFill>
                <a:schemeClr val="tx1"/>
              </a:solidFill>
              <a:prstDash val="sysDot"/>
              <a:round/>
              <a:headEnd/>
              <a:tailEnd type="stealth" w="med" len="lg"/>
            </a:ln>
            <a:extLst>
              <a:ext uri="{909E8E84-426E-40DD-AFC4-6F175D3DCCD1}">
                <a14:hiddenFill xmlns:a14="http://schemas.microsoft.com/office/drawing/2010/main">
                  <a:noFill/>
                </a14:hiddenFill>
              </a:ext>
            </a:extLst>
          </p:spPr>
        </p:cxnSp>
        <p:cxnSp>
          <p:nvCxnSpPr>
            <p:cNvPr id="59399" name="AutoShape 121"/>
            <p:cNvCxnSpPr>
              <a:cxnSpLocks noChangeShapeType="1"/>
              <a:endCxn id="59481" idx="1"/>
            </p:cNvCxnSpPr>
            <p:nvPr/>
          </p:nvCxnSpPr>
          <p:spPr bwMode="auto">
            <a:xfrm>
              <a:off x="1502" y="2016"/>
              <a:ext cx="996" cy="641"/>
            </a:xfrm>
            <a:prstGeom prst="straightConnector1">
              <a:avLst/>
            </a:prstGeom>
            <a:noFill/>
            <a:ln w="19050">
              <a:solidFill>
                <a:schemeClr val="tx1"/>
              </a:solidFill>
              <a:prstDash val="sysDot"/>
              <a:round/>
              <a:headEnd/>
              <a:tailEnd type="stealth" w="med" len="lg"/>
            </a:ln>
            <a:extLst>
              <a:ext uri="{909E8E84-426E-40DD-AFC4-6F175D3DCCD1}">
                <a14:hiddenFill xmlns:a14="http://schemas.microsoft.com/office/drawing/2010/main">
                  <a:noFill/>
                </a14:hiddenFill>
              </a:ext>
            </a:extLst>
          </p:spPr>
        </p:cxnSp>
        <p:cxnSp>
          <p:nvCxnSpPr>
            <p:cNvPr id="59400" name="AutoShape 122"/>
            <p:cNvCxnSpPr>
              <a:cxnSpLocks noChangeShapeType="1"/>
              <a:endCxn id="59483" idx="1"/>
            </p:cNvCxnSpPr>
            <p:nvPr/>
          </p:nvCxnSpPr>
          <p:spPr bwMode="auto">
            <a:xfrm>
              <a:off x="1502" y="2344"/>
              <a:ext cx="992" cy="649"/>
            </a:xfrm>
            <a:prstGeom prst="straightConnector1">
              <a:avLst/>
            </a:prstGeom>
            <a:noFill/>
            <a:ln w="19050">
              <a:solidFill>
                <a:schemeClr val="tx1"/>
              </a:solidFill>
              <a:prstDash val="sysDot"/>
              <a:round/>
              <a:headEnd/>
              <a:tailEnd type="stealth" w="med" len="lg"/>
            </a:ln>
            <a:extLst>
              <a:ext uri="{909E8E84-426E-40DD-AFC4-6F175D3DCCD1}">
                <a14:hiddenFill xmlns:a14="http://schemas.microsoft.com/office/drawing/2010/main">
                  <a:noFill/>
                </a14:hiddenFill>
              </a:ext>
            </a:extLst>
          </p:spPr>
        </p:cxnSp>
        <p:cxnSp>
          <p:nvCxnSpPr>
            <p:cNvPr id="59401" name="AutoShape 123"/>
            <p:cNvCxnSpPr>
              <a:cxnSpLocks noChangeShapeType="1"/>
              <a:endCxn id="59486" idx="1"/>
            </p:cNvCxnSpPr>
            <p:nvPr/>
          </p:nvCxnSpPr>
          <p:spPr bwMode="auto">
            <a:xfrm>
              <a:off x="1502" y="2688"/>
              <a:ext cx="988" cy="633"/>
            </a:xfrm>
            <a:prstGeom prst="straightConnector1">
              <a:avLst/>
            </a:prstGeom>
            <a:noFill/>
            <a:ln w="19050">
              <a:solidFill>
                <a:schemeClr val="tx1"/>
              </a:solidFill>
              <a:prstDash val="sysDot"/>
              <a:round/>
              <a:headEnd/>
              <a:tailEnd type="stealth" w="med" len="lg"/>
            </a:ln>
            <a:extLst>
              <a:ext uri="{909E8E84-426E-40DD-AFC4-6F175D3DCCD1}">
                <a14:hiddenFill xmlns:a14="http://schemas.microsoft.com/office/drawing/2010/main">
                  <a:noFill/>
                </a14:hiddenFill>
              </a:ext>
            </a:extLst>
          </p:spPr>
        </p:cxnSp>
        <p:cxnSp>
          <p:nvCxnSpPr>
            <p:cNvPr id="59402" name="AutoShape 124"/>
            <p:cNvCxnSpPr>
              <a:cxnSpLocks noChangeShapeType="1"/>
              <a:stCxn id="59496" idx="3"/>
              <a:endCxn id="59453" idx="1"/>
            </p:cNvCxnSpPr>
            <p:nvPr/>
          </p:nvCxnSpPr>
          <p:spPr bwMode="auto">
            <a:xfrm>
              <a:off x="1502" y="680"/>
              <a:ext cx="996" cy="3298"/>
            </a:xfrm>
            <a:prstGeom prst="straightConnector1">
              <a:avLst/>
            </a:prstGeom>
            <a:noFill/>
            <a:ln w="19050">
              <a:solidFill>
                <a:schemeClr val="tx1"/>
              </a:solidFill>
              <a:round/>
              <a:headEnd/>
              <a:tailEnd type="stealth" w="med" len="lg"/>
            </a:ln>
            <a:extLst>
              <a:ext uri="{909E8E84-426E-40DD-AFC4-6F175D3DCCD1}">
                <a14:hiddenFill xmlns:a14="http://schemas.microsoft.com/office/drawing/2010/main">
                  <a:noFill/>
                </a14:hiddenFill>
              </a:ext>
            </a:extLst>
          </p:spPr>
        </p:cxnSp>
        <p:cxnSp>
          <p:nvCxnSpPr>
            <p:cNvPr id="59403" name="AutoShape 125"/>
            <p:cNvCxnSpPr>
              <a:cxnSpLocks noChangeShapeType="1"/>
              <a:stCxn id="59498" idx="3"/>
              <a:endCxn id="59453" idx="1"/>
            </p:cNvCxnSpPr>
            <p:nvPr/>
          </p:nvCxnSpPr>
          <p:spPr bwMode="auto">
            <a:xfrm>
              <a:off x="1502" y="1008"/>
              <a:ext cx="996" cy="2970"/>
            </a:xfrm>
            <a:prstGeom prst="straightConnector1">
              <a:avLst/>
            </a:prstGeom>
            <a:noFill/>
            <a:ln w="19050">
              <a:solidFill>
                <a:schemeClr val="tx1"/>
              </a:solidFill>
              <a:round/>
              <a:headEnd/>
              <a:tailEnd type="stealth" w="med" len="lg"/>
            </a:ln>
            <a:extLst>
              <a:ext uri="{909E8E84-426E-40DD-AFC4-6F175D3DCCD1}">
                <a14:hiddenFill xmlns:a14="http://schemas.microsoft.com/office/drawing/2010/main">
                  <a:noFill/>
                </a14:hiddenFill>
              </a:ext>
            </a:extLst>
          </p:spPr>
        </p:cxnSp>
        <p:cxnSp>
          <p:nvCxnSpPr>
            <p:cNvPr id="59404" name="AutoShape 126"/>
            <p:cNvCxnSpPr>
              <a:cxnSpLocks noChangeShapeType="1"/>
              <a:stCxn id="59500" idx="3"/>
              <a:endCxn id="59453" idx="1"/>
            </p:cNvCxnSpPr>
            <p:nvPr/>
          </p:nvCxnSpPr>
          <p:spPr bwMode="auto">
            <a:xfrm>
              <a:off x="1502" y="1344"/>
              <a:ext cx="996" cy="2634"/>
            </a:xfrm>
            <a:prstGeom prst="straightConnector1">
              <a:avLst/>
            </a:prstGeom>
            <a:noFill/>
            <a:ln w="19050">
              <a:solidFill>
                <a:schemeClr val="tx1"/>
              </a:solidFill>
              <a:round/>
              <a:headEnd/>
              <a:tailEnd type="stealth" w="med" len="lg"/>
            </a:ln>
            <a:extLst>
              <a:ext uri="{909E8E84-426E-40DD-AFC4-6F175D3DCCD1}">
                <a14:hiddenFill xmlns:a14="http://schemas.microsoft.com/office/drawing/2010/main">
                  <a:noFill/>
                </a14:hiddenFill>
              </a:ext>
            </a:extLst>
          </p:spPr>
        </p:cxnSp>
        <p:cxnSp>
          <p:nvCxnSpPr>
            <p:cNvPr id="59405" name="AutoShape 127"/>
            <p:cNvCxnSpPr>
              <a:cxnSpLocks noChangeShapeType="1"/>
              <a:stCxn id="59409" idx="3"/>
              <a:endCxn id="59453" idx="1"/>
            </p:cNvCxnSpPr>
            <p:nvPr/>
          </p:nvCxnSpPr>
          <p:spPr bwMode="auto">
            <a:xfrm>
              <a:off x="1502" y="2012"/>
              <a:ext cx="996" cy="1966"/>
            </a:xfrm>
            <a:prstGeom prst="straightConnector1">
              <a:avLst/>
            </a:prstGeom>
            <a:noFill/>
            <a:ln w="19050">
              <a:solidFill>
                <a:schemeClr val="tx1"/>
              </a:solidFill>
              <a:round/>
              <a:headEnd/>
              <a:tailEnd type="stealth" w="med" len="lg"/>
            </a:ln>
            <a:extLst>
              <a:ext uri="{909E8E84-426E-40DD-AFC4-6F175D3DCCD1}">
                <a14:hiddenFill xmlns:a14="http://schemas.microsoft.com/office/drawing/2010/main">
                  <a:noFill/>
                </a14:hiddenFill>
              </a:ext>
            </a:extLst>
          </p:spPr>
        </p:cxnSp>
        <p:cxnSp>
          <p:nvCxnSpPr>
            <p:cNvPr id="59406" name="AutoShape 128"/>
            <p:cNvCxnSpPr>
              <a:cxnSpLocks noChangeShapeType="1"/>
              <a:stCxn id="59411" idx="3"/>
              <a:endCxn id="59453" idx="1"/>
            </p:cNvCxnSpPr>
            <p:nvPr/>
          </p:nvCxnSpPr>
          <p:spPr bwMode="auto">
            <a:xfrm>
              <a:off x="1502" y="2340"/>
              <a:ext cx="996" cy="1638"/>
            </a:xfrm>
            <a:prstGeom prst="straightConnector1">
              <a:avLst/>
            </a:prstGeom>
            <a:noFill/>
            <a:ln w="19050">
              <a:solidFill>
                <a:schemeClr val="tx1"/>
              </a:solidFill>
              <a:round/>
              <a:headEnd/>
              <a:tailEnd type="stealth" w="med" len="lg"/>
            </a:ln>
            <a:extLst>
              <a:ext uri="{909E8E84-426E-40DD-AFC4-6F175D3DCCD1}">
                <a14:hiddenFill xmlns:a14="http://schemas.microsoft.com/office/drawing/2010/main">
                  <a:noFill/>
                </a14:hiddenFill>
              </a:ext>
            </a:extLst>
          </p:spPr>
        </p:cxnSp>
        <mc:AlternateContent xmlns:mc="http://schemas.openxmlformats.org/markup-compatibility/2006" xmlns:a14="http://schemas.microsoft.com/office/drawing/2010/main">
          <mc:Choice Requires="a14">
            <p:sp>
              <p:nvSpPr>
                <p:cNvPr id="59408" name="Object 130"/>
                <p:cNvSpPr txBox="1"/>
                <p:nvPr/>
              </p:nvSpPr>
              <p:spPr bwMode="auto">
                <a:xfrm>
                  <a:off x="1176" y="1494"/>
                  <a:ext cx="151" cy="352"/>
                </a:xfrm>
                <a:prstGeom prst="rect">
                  <a:avLst/>
                </a:prstGeom>
                <a:noFill/>
                <a:ln>
                  <a:noFill/>
                </a:ln>
                <a:effectLst/>
              </p:spPr>
              <p:txBody>
                <a:bodyPr>
                  <a:normAutofit/>
                </a:bodyPr>
                <a:lstStyle/>
                <a:p>
                  <a:pPr/>
                  <a14:m>
                    <m:oMathPara xmlns:m="http://schemas.openxmlformats.org/officeDocument/2006/math">
                      <m:oMathParaPr>
                        <m:jc m:val="left"/>
                      </m:oMathParaPr>
                      <m:oMath>
                        <m:r>
                          <a:rPr lang="en-US" i="1">
                            <a:latin typeface="Cambria Math" panose="02040503050406030204" pitchFamily="18" charset="0"/>
                          </a:rPr>
                          <m:t>⋮</m:t>
                        </m:r>
                      </m:oMath>
                    </m:oMathPara>
                  </a14:m>
                  <a:endParaRPr lang="en-US"/>
                </a:p>
              </p:txBody>
            </p:sp>
          </mc:Choice>
          <mc:Fallback xmlns="">
            <p:sp>
              <p:nvSpPr>
                <p:cNvPr id="59408" name="Object 130"/>
                <p:cNvSpPr txBox="1">
                  <a:spLocks noRot="1" noChangeAspect="1" noMove="1" noResize="1" noEditPoints="1" noAdjustHandles="1" noChangeArrowheads="1" noChangeShapeType="1" noTextEdit="1"/>
                </p:cNvSpPr>
                <p:nvPr/>
              </p:nvSpPr>
              <p:spPr bwMode="auto">
                <a:xfrm>
                  <a:off x="1176" y="1494"/>
                  <a:ext cx="151" cy="352"/>
                </a:xfrm>
                <a:prstGeom prst="rect">
                  <a:avLst/>
                </a:prstGeom>
                <a:blipFill>
                  <a:blip r:embed="rId4"/>
                  <a:stretch>
                    <a:fillRect r="-2564"/>
                  </a:stretch>
                </a:blipFill>
                <a:ln>
                  <a:noFill/>
                </a:ln>
                <a:effectLst/>
              </p:spPr>
              <p:txBody>
                <a:bodyPr/>
                <a:lstStyle/>
                <a:p>
                  <a:r>
                    <a:rPr lang="en-US">
                      <a:noFill/>
                    </a:rPr>
                    <a:t> </a:t>
                  </a:r>
                </a:p>
              </p:txBody>
            </p:sp>
          </mc:Fallback>
        </mc:AlternateContent>
        <p:sp>
          <p:nvSpPr>
            <p:cNvPr id="59409" name="Rectangle 131"/>
            <p:cNvSpPr>
              <a:spLocks noChangeArrowheads="1"/>
            </p:cNvSpPr>
            <p:nvPr/>
          </p:nvSpPr>
          <p:spPr bwMode="auto">
            <a:xfrm>
              <a:off x="1000" y="1900"/>
              <a:ext cx="496" cy="224"/>
            </a:xfrm>
            <a:prstGeom prst="rect">
              <a:avLst/>
            </a:prstGeom>
            <a:noFill/>
            <a:ln w="19050">
              <a:solidFill>
                <a:schemeClr val="tx1"/>
              </a:solidFill>
              <a:miter lim="800000"/>
              <a:headEnd/>
              <a:tailEnd type="none" w="med" len="lg"/>
            </a:ln>
            <a:extLst>
              <a:ext uri="{909E8E84-426E-40DD-AFC4-6F175D3DCCD1}">
                <a14:hiddenFill xmlns:a14="http://schemas.microsoft.com/office/drawing/2010/main">
                  <a:solidFill>
                    <a:srgbClr val="FFFFFF"/>
                  </a:solidFill>
                </a14:hiddenFill>
              </a:ext>
            </a:extLst>
          </p:spPr>
          <p:txBody>
            <a:bodyPr wrap="none" anchor="ct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endParaRPr lang="en-US" altLang="en-US"/>
            </a:p>
          </p:txBody>
        </p:sp>
        <p:sp>
          <p:nvSpPr>
            <p:cNvPr id="59410" name="Text Box 132"/>
            <p:cNvSpPr txBox="1">
              <a:spLocks noChangeArrowheads="1"/>
            </p:cNvSpPr>
            <p:nvPr/>
          </p:nvSpPr>
          <p:spPr bwMode="auto">
            <a:xfrm>
              <a:off x="998" y="1900"/>
              <a:ext cx="320"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type="none" w="med" len="lg"/>
                </a14:hiddenLine>
              </a:ext>
            </a:extLst>
          </p:spPr>
          <p:txBody>
            <a:bodyPr wrap="none">
              <a:spAutoFit/>
            </a:bodyP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pPr algn="l" eaLnBrk="1" hangingPunct="1"/>
              <a:r>
                <a:rPr lang="en-US" altLang="en-US" i="0">
                  <a:cs typeface="Arial" panose="020B0604020202020204" pitchFamily="34" charset="0"/>
                </a:rPr>
                <a:t>O-,0</a:t>
              </a:r>
            </a:p>
          </p:txBody>
        </p:sp>
        <p:sp>
          <p:nvSpPr>
            <p:cNvPr id="59411" name="Rectangle 133"/>
            <p:cNvSpPr>
              <a:spLocks noChangeArrowheads="1"/>
            </p:cNvSpPr>
            <p:nvPr/>
          </p:nvSpPr>
          <p:spPr bwMode="auto">
            <a:xfrm>
              <a:off x="1000" y="2228"/>
              <a:ext cx="496" cy="224"/>
            </a:xfrm>
            <a:prstGeom prst="rect">
              <a:avLst/>
            </a:prstGeom>
            <a:noFill/>
            <a:ln w="19050">
              <a:solidFill>
                <a:schemeClr val="tx1"/>
              </a:solidFill>
              <a:miter lim="800000"/>
              <a:headEnd/>
              <a:tailEnd type="none" w="med" len="lg"/>
            </a:ln>
            <a:extLst>
              <a:ext uri="{909E8E84-426E-40DD-AFC4-6F175D3DCCD1}">
                <a14:hiddenFill xmlns:a14="http://schemas.microsoft.com/office/drawing/2010/main">
                  <a:solidFill>
                    <a:srgbClr val="FFFFFF"/>
                  </a:solidFill>
                </a14:hiddenFill>
              </a:ext>
            </a:extLst>
          </p:spPr>
          <p:txBody>
            <a:bodyPr wrap="none" anchor="ct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endParaRPr lang="en-US" altLang="en-US"/>
            </a:p>
          </p:txBody>
        </p:sp>
        <p:sp>
          <p:nvSpPr>
            <p:cNvPr id="59412" name="Text Box 134"/>
            <p:cNvSpPr txBox="1">
              <a:spLocks noChangeArrowheads="1"/>
            </p:cNvSpPr>
            <p:nvPr/>
          </p:nvSpPr>
          <p:spPr bwMode="auto">
            <a:xfrm>
              <a:off x="1002" y="2228"/>
              <a:ext cx="320"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type="none" w="med" len="lg"/>
                </a14:hiddenLine>
              </a:ext>
            </a:extLst>
          </p:spPr>
          <p:txBody>
            <a:bodyPr wrap="none">
              <a:spAutoFit/>
            </a:bodyP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pPr algn="l" eaLnBrk="1" hangingPunct="1"/>
              <a:r>
                <a:rPr lang="en-US" altLang="en-US" i="0">
                  <a:cs typeface="Arial" panose="020B0604020202020204" pitchFamily="34" charset="0"/>
                </a:rPr>
                <a:t>O-,1</a:t>
              </a:r>
            </a:p>
          </p:txBody>
        </p:sp>
        <p:sp>
          <p:nvSpPr>
            <p:cNvPr id="59413" name="Rectangle 135"/>
            <p:cNvSpPr>
              <a:spLocks noChangeArrowheads="1"/>
            </p:cNvSpPr>
            <p:nvPr/>
          </p:nvSpPr>
          <p:spPr bwMode="auto">
            <a:xfrm>
              <a:off x="1000" y="2564"/>
              <a:ext cx="496" cy="224"/>
            </a:xfrm>
            <a:prstGeom prst="rect">
              <a:avLst/>
            </a:prstGeom>
            <a:noFill/>
            <a:ln w="19050">
              <a:solidFill>
                <a:schemeClr val="tx1"/>
              </a:solidFill>
              <a:miter lim="800000"/>
              <a:headEnd/>
              <a:tailEnd type="none" w="med" len="lg"/>
            </a:ln>
            <a:extLst>
              <a:ext uri="{909E8E84-426E-40DD-AFC4-6F175D3DCCD1}">
                <a14:hiddenFill xmlns:a14="http://schemas.microsoft.com/office/drawing/2010/main">
                  <a:solidFill>
                    <a:srgbClr val="FFFFFF"/>
                  </a:solidFill>
                </a14:hiddenFill>
              </a:ext>
            </a:extLst>
          </p:spPr>
          <p:txBody>
            <a:bodyPr wrap="none" anchor="ct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endParaRPr lang="en-US" altLang="en-US"/>
            </a:p>
          </p:txBody>
        </p:sp>
        <p:sp>
          <p:nvSpPr>
            <p:cNvPr id="59414" name="Text Box 136"/>
            <p:cNvSpPr txBox="1">
              <a:spLocks noChangeArrowheads="1"/>
            </p:cNvSpPr>
            <p:nvPr/>
          </p:nvSpPr>
          <p:spPr bwMode="auto">
            <a:xfrm>
              <a:off x="998" y="2564"/>
              <a:ext cx="320"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type="none" w="med" len="lg"/>
                </a14:hiddenLine>
              </a:ext>
            </a:extLst>
          </p:spPr>
          <p:txBody>
            <a:bodyPr wrap="none">
              <a:spAutoFit/>
            </a:bodyP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pPr algn="l" eaLnBrk="1" hangingPunct="1"/>
              <a:r>
                <a:rPr lang="en-US" altLang="en-US" i="0">
                  <a:cs typeface="Arial" panose="020B0604020202020204" pitchFamily="34" charset="0"/>
                </a:rPr>
                <a:t>O-,2</a:t>
              </a:r>
            </a:p>
          </p:txBody>
        </p:sp>
        <p:cxnSp>
          <p:nvCxnSpPr>
            <p:cNvPr id="59415" name="AutoShape 137"/>
            <p:cNvCxnSpPr>
              <a:cxnSpLocks noChangeShapeType="1"/>
              <a:stCxn id="59413" idx="3"/>
              <a:endCxn id="59453" idx="1"/>
            </p:cNvCxnSpPr>
            <p:nvPr/>
          </p:nvCxnSpPr>
          <p:spPr bwMode="auto">
            <a:xfrm>
              <a:off x="1502" y="2676"/>
              <a:ext cx="996" cy="1302"/>
            </a:xfrm>
            <a:prstGeom prst="straightConnector1">
              <a:avLst/>
            </a:prstGeom>
            <a:noFill/>
            <a:ln w="19050">
              <a:solidFill>
                <a:schemeClr val="tx1"/>
              </a:solidFill>
              <a:round/>
              <a:headEnd/>
              <a:tailEnd type="stealth" w="med" len="lg"/>
            </a:ln>
            <a:extLst>
              <a:ext uri="{909E8E84-426E-40DD-AFC4-6F175D3DCCD1}">
                <a14:hiddenFill xmlns:a14="http://schemas.microsoft.com/office/drawing/2010/main">
                  <a:noFill/>
                </a14:hiddenFill>
              </a:ext>
            </a:extLst>
          </p:spPr>
        </p:cxnSp>
        <mc:AlternateContent xmlns:mc="http://schemas.openxmlformats.org/markup-compatibility/2006" xmlns:a14="http://schemas.microsoft.com/office/drawing/2010/main">
          <mc:Choice Requires="a14">
            <p:sp>
              <p:nvSpPr>
                <p:cNvPr id="59416" name="Object 138"/>
                <p:cNvSpPr txBox="1"/>
                <p:nvPr/>
              </p:nvSpPr>
              <p:spPr bwMode="auto">
                <a:xfrm>
                  <a:off x="1176" y="2822"/>
                  <a:ext cx="151" cy="352"/>
                </a:xfrm>
                <a:prstGeom prst="rect">
                  <a:avLst/>
                </a:prstGeom>
                <a:noFill/>
                <a:ln>
                  <a:noFill/>
                </a:ln>
                <a:effectLst/>
              </p:spPr>
              <p:txBody>
                <a:bodyPr>
                  <a:normAutofit/>
                </a:bodyPr>
                <a:lstStyle/>
                <a:p>
                  <a:pPr/>
                  <a14:m>
                    <m:oMathPara xmlns:m="http://schemas.openxmlformats.org/officeDocument/2006/math">
                      <m:oMathParaPr>
                        <m:jc m:val="left"/>
                      </m:oMathParaPr>
                      <m:oMath>
                        <m:r>
                          <a:rPr lang="en-US" i="1">
                            <a:latin typeface="Cambria Math" panose="02040503050406030204" pitchFamily="18" charset="0"/>
                          </a:rPr>
                          <m:t>⋮</m:t>
                        </m:r>
                      </m:oMath>
                    </m:oMathPara>
                  </a14:m>
                  <a:endParaRPr lang="en-US"/>
                </a:p>
              </p:txBody>
            </p:sp>
          </mc:Choice>
          <mc:Fallback xmlns="">
            <p:sp>
              <p:nvSpPr>
                <p:cNvPr id="59416" name="Object 138"/>
                <p:cNvSpPr txBox="1">
                  <a:spLocks noRot="1" noChangeAspect="1" noMove="1" noResize="1" noEditPoints="1" noAdjustHandles="1" noChangeArrowheads="1" noChangeShapeType="1" noTextEdit="1"/>
                </p:cNvSpPr>
                <p:nvPr/>
              </p:nvSpPr>
              <p:spPr bwMode="auto">
                <a:xfrm>
                  <a:off x="1176" y="2822"/>
                  <a:ext cx="151" cy="352"/>
                </a:xfrm>
                <a:prstGeom prst="rect">
                  <a:avLst/>
                </a:prstGeom>
                <a:blipFill>
                  <a:blip r:embed="rId5"/>
                  <a:stretch>
                    <a:fillRect r="-2564"/>
                  </a:stretch>
                </a:blipFill>
                <a:ln>
                  <a:noFill/>
                </a:ln>
                <a:effectLst/>
              </p:spPr>
              <p:txBody>
                <a:bodyPr/>
                <a:lstStyle/>
                <a:p>
                  <a:r>
                    <a:rPr lang="en-US">
                      <a:noFill/>
                    </a:rPr>
                    <a:t> </a:t>
                  </a:r>
                </a:p>
              </p:txBody>
            </p:sp>
          </mc:Fallback>
        </mc:AlternateContent>
        <p:grpSp>
          <p:nvGrpSpPr>
            <p:cNvPr id="59417" name="Group 139"/>
            <p:cNvGrpSpPr>
              <a:grpSpLocks/>
            </p:cNvGrpSpPr>
            <p:nvPr/>
          </p:nvGrpSpPr>
          <p:grpSpPr bwMode="auto">
            <a:xfrm>
              <a:off x="2490" y="564"/>
              <a:ext cx="502" cy="3226"/>
              <a:chOff x="1650" y="532"/>
              <a:chExt cx="502" cy="3226"/>
            </a:xfrm>
          </p:grpSpPr>
          <p:grpSp>
            <p:nvGrpSpPr>
              <p:cNvPr id="59474" name="Group 141"/>
              <p:cNvGrpSpPr>
                <a:grpSpLocks/>
              </p:cNvGrpSpPr>
              <p:nvPr/>
            </p:nvGrpSpPr>
            <p:grpSpPr bwMode="auto">
              <a:xfrm>
                <a:off x="1650" y="532"/>
                <a:ext cx="502" cy="1216"/>
                <a:chOff x="1922" y="652"/>
                <a:chExt cx="502" cy="1216"/>
              </a:xfrm>
            </p:grpSpPr>
            <p:sp>
              <p:nvSpPr>
                <p:cNvPr id="59487" name="Rectangle 142"/>
                <p:cNvSpPr>
                  <a:spLocks noChangeArrowheads="1"/>
                </p:cNvSpPr>
                <p:nvPr/>
              </p:nvSpPr>
              <p:spPr bwMode="auto">
                <a:xfrm>
                  <a:off x="1928" y="652"/>
                  <a:ext cx="496" cy="224"/>
                </a:xfrm>
                <a:prstGeom prst="rect">
                  <a:avLst/>
                </a:prstGeom>
                <a:noFill/>
                <a:ln w="19050">
                  <a:solidFill>
                    <a:schemeClr val="tx1"/>
                  </a:solidFill>
                  <a:miter lim="800000"/>
                  <a:headEnd/>
                  <a:tailEnd type="none" w="med" len="lg"/>
                </a:ln>
                <a:extLst>
                  <a:ext uri="{909E8E84-426E-40DD-AFC4-6F175D3DCCD1}">
                    <a14:hiddenFill xmlns:a14="http://schemas.microsoft.com/office/drawing/2010/main">
                      <a:solidFill>
                        <a:srgbClr val="FFFFFF"/>
                      </a:solidFill>
                    </a14:hiddenFill>
                  </a:ext>
                </a:extLst>
              </p:spPr>
              <p:txBody>
                <a:bodyPr wrap="none" anchor="ct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endParaRPr lang="en-US" altLang="en-US"/>
                </a:p>
              </p:txBody>
            </p:sp>
            <p:sp>
              <p:nvSpPr>
                <p:cNvPr id="59488" name="Text Box 143"/>
                <p:cNvSpPr txBox="1">
                  <a:spLocks noChangeArrowheads="1"/>
                </p:cNvSpPr>
                <p:nvPr/>
              </p:nvSpPr>
              <p:spPr bwMode="auto">
                <a:xfrm>
                  <a:off x="1926" y="652"/>
                  <a:ext cx="422"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type="none" w="med" len="lg"/>
                    </a14:hiddenLine>
                  </a:ext>
                </a:extLst>
              </p:spPr>
              <p:txBody>
                <a:bodyPr wrap="none">
                  <a:spAutoFit/>
                </a:bodyP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pPr algn="l" eaLnBrk="1" hangingPunct="1"/>
                  <a:r>
                    <a:rPr lang="en-US" altLang="en-US" i="0">
                      <a:cs typeface="Arial" panose="020B0604020202020204" pitchFamily="34" charset="0"/>
                    </a:rPr>
                    <a:t>AB+,0</a:t>
                  </a:r>
                </a:p>
              </p:txBody>
            </p:sp>
            <p:sp>
              <p:nvSpPr>
                <p:cNvPr id="59489" name="Rectangle 144"/>
                <p:cNvSpPr>
                  <a:spLocks noChangeArrowheads="1"/>
                </p:cNvSpPr>
                <p:nvPr/>
              </p:nvSpPr>
              <p:spPr bwMode="auto">
                <a:xfrm>
                  <a:off x="1928" y="980"/>
                  <a:ext cx="496" cy="224"/>
                </a:xfrm>
                <a:prstGeom prst="rect">
                  <a:avLst/>
                </a:prstGeom>
                <a:noFill/>
                <a:ln w="19050">
                  <a:solidFill>
                    <a:schemeClr val="tx1"/>
                  </a:solidFill>
                  <a:miter lim="800000"/>
                  <a:headEnd/>
                  <a:tailEnd type="none" w="med" len="lg"/>
                </a:ln>
                <a:extLst>
                  <a:ext uri="{909E8E84-426E-40DD-AFC4-6F175D3DCCD1}">
                    <a14:hiddenFill xmlns:a14="http://schemas.microsoft.com/office/drawing/2010/main">
                      <a:solidFill>
                        <a:srgbClr val="FFFFFF"/>
                      </a:solidFill>
                    </a14:hiddenFill>
                  </a:ext>
                </a:extLst>
              </p:spPr>
              <p:txBody>
                <a:bodyPr wrap="none" anchor="ct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endParaRPr lang="en-US" altLang="en-US"/>
                </a:p>
              </p:txBody>
            </p:sp>
            <p:sp>
              <p:nvSpPr>
                <p:cNvPr id="59490" name="Text Box 145"/>
                <p:cNvSpPr txBox="1">
                  <a:spLocks noChangeArrowheads="1"/>
                </p:cNvSpPr>
                <p:nvPr/>
              </p:nvSpPr>
              <p:spPr bwMode="auto">
                <a:xfrm>
                  <a:off x="1930" y="980"/>
                  <a:ext cx="422"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type="none" w="med" len="lg"/>
                    </a14:hiddenLine>
                  </a:ext>
                </a:extLst>
              </p:spPr>
              <p:txBody>
                <a:bodyPr wrap="none">
                  <a:spAutoFit/>
                </a:bodyP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pPr algn="l" eaLnBrk="1" hangingPunct="1"/>
                  <a:r>
                    <a:rPr lang="en-US" altLang="en-US" i="0">
                      <a:cs typeface="Arial" panose="020B0604020202020204" pitchFamily="34" charset="0"/>
                    </a:rPr>
                    <a:t>AB+,1</a:t>
                  </a:r>
                </a:p>
              </p:txBody>
            </p:sp>
            <p:sp>
              <p:nvSpPr>
                <p:cNvPr id="59491" name="Rectangle 146"/>
                <p:cNvSpPr>
                  <a:spLocks noChangeArrowheads="1"/>
                </p:cNvSpPr>
                <p:nvPr/>
              </p:nvSpPr>
              <p:spPr bwMode="auto">
                <a:xfrm>
                  <a:off x="1928" y="1316"/>
                  <a:ext cx="496" cy="224"/>
                </a:xfrm>
                <a:prstGeom prst="rect">
                  <a:avLst/>
                </a:prstGeom>
                <a:noFill/>
                <a:ln w="19050">
                  <a:solidFill>
                    <a:schemeClr val="tx1"/>
                  </a:solidFill>
                  <a:miter lim="800000"/>
                  <a:headEnd/>
                  <a:tailEnd type="none" w="med" len="lg"/>
                </a:ln>
                <a:extLst>
                  <a:ext uri="{909E8E84-426E-40DD-AFC4-6F175D3DCCD1}">
                    <a14:hiddenFill xmlns:a14="http://schemas.microsoft.com/office/drawing/2010/main">
                      <a:solidFill>
                        <a:srgbClr val="FFFFFF"/>
                      </a:solidFill>
                    </a14:hiddenFill>
                  </a:ext>
                </a:extLst>
              </p:spPr>
              <p:txBody>
                <a:bodyPr wrap="none" anchor="ct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endParaRPr lang="en-US" altLang="en-US"/>
                </a:p>
              </p:txBody>
            </p:sp>
            <p:sp>
              <p:nvSpPr>
                <p:cNvPr id="59492" name="Text Box 147"/>
                <p:cNvSpPr txBox="1">
                  <a:spLocks noChangeArrowheads="1"/>
                </p:cNvSpPr>
                <p:nvPr/>
              </p:nvSpPr>
              <p:spPr bwMode="auto">
                <a:xfrm>
                  <a:off x="1926" y="1316"/>
                  <a:ext cx="422"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type="none" w="med" len="lg"/>
                    </a14:hiddenLine>
                  </a:ext>
                </a:extLst>
              </p:spPr>
              <p:txBody>
                <a:bodyPr wrap="none">
                  <a:spAutoFit/>
                </a:bodyP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pPr algn="l" eaLnBrk="1" hangingPunct="1"/>
                  <a:r>
                    <a:rPr lang="en-US" altLang="en-US" i="0">
                      <a:cs typeface="Arial" panose="020B0604020202020204" pitchFamily="34" charset="0"/>
                    </a:rPr>
                    <a:t>AB+,2</a:t>
                  </a:r>
                </a:p>
              </p:txBody>
            </p:sp>
            <p:grpSp>
              <p:nvGrpSpPr>
                <p:cNvPr id="59493" name="Group 148"/>
                <p:cNvGrpSpPr>
                  <a:grpSpLocks/>
                </p:cNvGrpSpPr>
                <p:nvPr/>
              </p:nvGrpSpPr>
              <p:grpSpPr bwMode="auto">
                <a:xfrm>
                  <a:off x="1922" y="1644"/>
                  <a:ext cx="498" cy="224"/>
                  <a:chOff x="1934" y="1660"/>
                  <a:chExt cx="498" cy="224"/>
                </a:xfrm>
              </p:grpSpPr>
              <p:sp>
                <p:nvSpPr>
                  <p:cNvPr id="59494" name="Rectangle 149"/>
                  <p:cNvSpPr>
                    <a:spLocks noChangeArrowheads="1"/>
                  </p:cNvSpPr>
                  <p:nvPr/>
                </p:nvSpPr>
                <p:spPr bwMode="auto">
                  <a:xfrm>
                    <a:off x="1936" y="1660"/>
                    <a:ext cx="496" cy="224"/>
                  </a:xfrm>
                  <a:prstGeom prst="rect">
                    <a:avLst/>
                  </a:prstGeom>
                  <a:noFill/>
                  <a:ln w="19050">
                    <a:solidFill>
                      <a:schemeClr val="tx1"/>
                    </a:solidFill>
                    <a:miter lim="800000"/>
                    <a:headEnd/>
                    <a:tailEnd type="none" w="med" len="lg"/>
                  </a:ln>
                  <a:extLst>
                    <a:ext uri="{909E8E84-426E-40DD-AFC4-6F175D3DCCD1}">
                      <a14:hiddenFill xmlns:a14="http://schemas.microsoft.com/office/drawing/2010/main">
                        <a:solidFill>
                          <a:srgbClr val="FFFFFF"/>
                        </a:solidFill>
                      </a14:hiddenFill>
                    </a:ext>
                  </a:extLst>
                </p:spPr>
                <p:txBody>
                  <a:bodyPr wrap="none" anchor="ct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endParaRPr lang="en-US" altLang="en-US"/>
                  </a:p>
                </p:txBody>
              </p:sp>
              <p:sp>
                <p:nvSpPr>
                  <p:cNvPr id="59495" name="Text Box 150"/>
                  <p:cNvSpPr txBox="1">
                    <a:spLocks noChangeArrowheads="1"/>
                  </p:cNvSpPr>
                  <p:nvPr/>
                </p:nvSpPr>
                <p:spPr bwMode="auto">
                  <a:xfrm>
                    <a:off x="1934" y="1660"/>
                    <a:ext cx="422"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type="none" w="med" len="lg"/>
                      </a14:hiddenLine>
                    </a:ext>
                  </a:extLst>
                </p:spPr>
                <p:txBody>
                  <a:bodyPr wrap="none">
                    <a:spAutoFit/>
                  </a:bodyP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pPr algn="l" eaLnBrk="1" hangingPunct="1"/>
                    <a:r>
                      <a:rPr lang="en-US" altLang="en-US" i="0">
                        <a:cs typeface="Arial" panose="020B0604020202020204" pitchFamily="34" charset="0"/>
                      </a:rPr>
                      <a:t>AB+,3</a:t>
                    </a:r>
                  </a:p>
                </p:txBody>
              </p:sp>
            </p:grpSp>
          </p:grpSp>
          <mc:AlternateContent xmlns:mc="http://schemas.openxmlformats.org/markup-compatibility/2006" xmlns:a14="http://schemas.microsoft.com/office/drawing/2010/main">
            <mc:Choice Requires="a14">
              <p:sp>
                <p:nvSpPr>
                  <p:cNvPr id="59475" name="Object 151"/>
                  <p:cNvSpPr txBox="1"/>
                  <p:nvPr/>
                </p:nvSpPr>
                <p:spPr bwMode="auto">
                  <a:xfrm>
                    <a:off x="1822" y="1790"/>
                    <a:ext cx="151" cy="352"/>
                  </a:xfrm>
                  <a:prstGeom prst="rect">
                    <a:avLst/>
                  </a:prstGeom>
                  <a:noFill/>
                  <a:ln>
                    <a:noFill/>
                  </a:ln>
                  <a:effectLst/>
                </p:spPr>
                <p:txBody>
                  <a:bodyPr>
                    <a:normAutofit/>
                  </a:bodyPr>
                  <a:lstStyle/>
                  <a:p>
                    <a:pPr/>
                    <a14:m>
                      <m:oMathPara xmlns:m="http://schemas.openxmlformats.org/officeDocument/2006/math">
                        <m:oMathParaPr>
                          <m:jc m:val="left"/>
                        </m:oMathParaPr>
                        <m:oMath>
                          <m:r>
                            <a:rPr lang="en-US" i="1">
                              <a:latin typeface="Cambria Math" panose="02040503050406030204" pitchFamily="18" charset="0"/>
                            </a:rPr>
                            <m:t>⋮</m:t>
                          </m:r>
                        </m:oMath>
                      </m:oMathPara>
                    </a14:m>
                    <a:endParaRPr lang="en-US"/>
                  </a:p>
                </p:txBody>
              </p:sp>
            </mc:Choice>
            <mc:Fallback xmlns="">
              <p:sp>
                <p:nvSpPr>
                  <p:cNvPr id="59475" name="Object 151"/>
                  <p:cNvSpPr txBox="1">
                    <a:spLocks noRot="1" noChangeAspect="1" noMove="1" noResize="1" noEditPoints="1" noAdjustHandles="1" noChangeArrowheads="1" noChangeShapeType="1" noTextEdit="1"/>
                  </p:cNvSpPr>
                  <p:nvPr/>
                </p:nvSpPr>
                <p:spPr bwMode="auto">
                  <a:xfrm>
                    <a:off x="1822" y="1790"/>
                    <a:ext cx="151" cy="352"/>
                  </a:xfrm>
                  <a:prstGeom prst="rect">
                    <a:avLst/>
                  </a:prstGeom>
                  <a:blipFill>
                    <a:blip r:embed="rId7"/>
                    <a:stretch>
                      <a:fillRect r="-2564"/>
                    </a:stretch>
                  </a:blipFill>
                  <a:ln>
                    <a:noFill/>
                  </a:ln>
                  <a:effectLst/>
                </p:spPr>
                <p:txBody>
                  <a:bodyPr/>
                  <a:lstStyle/>
                  <a:p>
                    <a:r>
                      <a:rPr lang="en-US">
                        <a:noFill/>
                      </a:rPr>
                      <a:t> </a:t>
                    </a:r>
                  </a:p>
                </p:txBody>
              </p:sp>
            </mc:Fallback>
          </mc:AlternateContent>
          <p:grpSp>
            <p:nvGrpSpPr>
              <p:cNvPr id="59476" name="Group 152"/>
              <p:cNvGrpSpPr>
                <a:grpSpLocks/>
              </p:cNvGrpSpPr>
              <p:nvPr/>
            </p:nvGrpSpPr>
            <p:grpSpPr bwMode="auto">
              <a:xfrm>
                <a:off x="1650" y="2200"/>
                <a:ext cx="502" cy="1216"/>
                <a:chOff x="1922" y="652"/>
                <a:chExt cx="502" cy="1216"/>
              </a:xfrm>
            </p:grpSpPr>
            <p:sp>
              <p:nvSpPr>
                <p:cNvPr id="59478" name="Rectangle 153"/>
                <p:cNvSpPr>
                  <a:spLocks noChangeArrowheads="1"/>
                </p:cNvSpPr>
                <p:nvPr/>
              </p:nvSpPr>
              <p:spPr bwMode="auto">
                <a:xfrm>
                  <a:off x="1928" y="652"/>
                  <a:ext cx="496" cy="224"/>
                </a:xfrm>
                <a:prstGeom prst="rect">
                  <a:avLst/>
                </a:prstGeom>
                <a:noFill/>
                <a:ln w="19050">
                  <a:solidFill>
                    <a:schemeClr val="tx1"/>
                  </a:solidFill>
                  <a:miter lim="800000"/>
                  <a:headEnd/>
                  <a:tailEnd type="none" w="med" len="lg"/>
                </a:ln>
                <a:extLst>
                  <a:ext uri="{909E8E84-426E-40DD-AFC4-6F175D3DCCD1}">
                    <a14:hiddenFill xmlns:a14="http://schemas.microsoft.com/office/drawing/2010/main">
                      <a:solidFill>
                        <a:srgbClr val="FFFFFF"/>
                      </a:solidFill>
                    </a14:hiddenFill>
                  </a:ext>
                </a:extLst>
              </p:spPr>
              <p:txBody>
                <a:bodyPr wrap="none" anchor="ct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endParaRPr lang="en-US" altLang="en-US"/>
                </a:p>
              </p:txBody>
            </p:sp>
            <p:sp>
              <p:nvSpPr>
                <p:cNvPr id="59479" name="Text Box 154"/>
                <p:cNvSpPr txBox="1">
                  <a:spLocks noChangeArrowheads="1"/>
                </p:cNvSpPr>
                <p:nvPr/>
              </p:nvSpPr>
              <p:spPr bwMode="auto">
                <a:xfrm>
                  <a:off x="1926" y="652"/>
                  <a:ext cx="320"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type="none" w="med" len="lg"/>
                    </a14:hiddenLine>
                  </a:ext>
                </a:extLst>
              </p:spPr>
              <p:txBody>
                <a:bodyPr wrap="none">
                  <a:spAutoFit/>
                </a:bodyP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pPr algn="l" eaLnBrk="1" hangingPunct="1"/>
                  <a:r>
                    <a:rPr lang="en-US" altLang="en-US" i="0">
                      <a:cs typeface="Arial" panose="020B0604020202020204" pitchFamily="34" charset="0"/>
                    </a:rPr>
                    <a:t>O-,0</a:t>
                  </a:r>
                </a:p>
              </p:txBody>
            </p:sp>
            <p:sp>
              <p:nvSpPr>
                <p:cNvPr id="59480" name="Rectangle 155"/>
                <p:cNvSpPr>
                  <a:spLocks noChangeArrowheads="1"/>
                </p:cNvSpPr>
                <p:nvPr/>
              </p:nvSpPr>
              <p:spPr bwMode="auto">
                <a:xfrm>
                  <a:off x="1928" y="980"/>
                  <a:ext cx="496" cy="224"/>
                </a:xfrm>
                <a:prstGeom prst="rect">
                  <a:avLst/>
                </a:prstGeom>
                <a:noFill/>
                <a:ln w="19050">
                  <a:solidFill>
                    <a:schemeClr val="tx1"/>
                  </a:solidFill>
                  <a:miter lim="800000"/>
                  <a:headEnd/>
                  <a:tailEnd type="none" w="med" len="lg"/>
                </a:ln>
                <a:extLst>
                  <a:ext uri="{909E8E84-426E-40DD-AFC4-6F175D3DCCD1}">
                    <a14:hiddenFill xmlns:a14="http://schemas.microsoft.com/office/drawing/2010/main">
                      <a:solidFill>
                        <a:srgbClr val="FFFFFF"/>
                      </a:solidFill>
                    </a14:hiddenFill>
                  </a:ext>
                </a:extLst>
              </p:spPr>
              <p:txBody>
                <a:bodyPr wrap="none" anchor="ct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endParaRPr lang="en-US" altLang="en-US"/>
                </a:p>
              </p:txBody>
            </p:sp>
            <p:sp>
              <p:nvSpPr>
                <p:cNvPr id="59481" name="Text Box 156"/>
                <p:cNvSpPr txBox="1">
                  <a:spLocks noChangeArrowheads="1"/>
                </p:cNvSpPr>
                <p:nvPr/>
              </p:nvSpPr>
              <p:spPr bwMode="auto">
                <a:xfrm>
                  <a:off x="1930" y="980"/>
                  <a:ext cx="320"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type="none" w="med" len="lg"/>
                    </a14:hiddenLine>
                  </a:ext>
                </a:extLst>
              </p:spPr>
              <p:txBody>
                <a:bodyPr wrap="none">
                  <a:spAutoFit/>
                </a:bodyP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pPr algn="l" eaLnBrk="1" hangingPunct="1"/>
                  <a:r>
                    <a:rPr lang="en-US" altLang="en-US" i="0">
                      <a:cs typeface="Arial" panose="020B0604020202020204" pitchFamily="34" charset="0"/>
                    </a:rPr>
                    <a:t>O-,1</a:t>
                  </a:r>
                </a:p>
              </p:txBody>
            </p:sp>
            <p:sp>
              <p:nvSpPr>
                <p:cNvPr id="59482" name="Rectangle 157"/>
                <p:cNvSpPr>
                  <a:spLocks noChangeArrowheads="1"/>
                </p:cNvSpPr>
                <p:nvPr/>
              </p:nvSpPr>
              <p:spPr bwMode="auto">
                <a:xfrm>
                  <a:off x="1928" y="1316"/>
                  <a:ext cx="496" cy="224"/>
                </a:xfrm>
                <a:prstGeom prst="rect">
                  <a:avLst/>
                </a:prstGeom>
                <a:noFill/>
                <a:ln w="19050">
                  <a:solidFill>
                    <a:schemeClr val="tx1"/>
                  </a:solidFill>
                  <a:miter lim="800000"/>
                  <a:headEnd/>
                  <a:tailEnd type="none" w="med" len="lg"/>
                </a:ln>
                <a:extLst>
                  <a:ext uri="{909E8E84-426E-40DD-AFC4-6F175D3DCCD1}">
                    <a14:hiddenFill xmlns:a14="http://schemas.microsoft.com/office/drawing/2010/main">
                      <a:solidFill>
                        <a:srgbClr val="FFFFFF"/>
                      </a:solidFill>
                    </a14:hiddenFill>
                  </a:ext>
                </a:extLst>
              </p:spPr>
              <p:txBody>
                <a:bodyPr wrap="none" anchor="ct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endParaRPr lang="en-US" altLang="en-US"/>
                </a:p>
              </p:txBody>
            </p:sp>
            <p:sp>
              <p:nvSpPr>
                <p:cNvPr id="59483" name="Text Box 158"/>
                <p:cNvSpPr txBox="1">
                  <a:spLocks noChangeArrowheads="1"/>
                </p:cNvSpPr>
                <p:nvPr/>
              </p:nvSpPr>
              <p:spPr bwMode="auto">
                <a:xfrm>
                  <a:off x="1926" y="1316"/>
                  <a:ext cx="320"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type="none" w="med" len="lg"/>
                    </a14:hiddenLine>
                  </a:ext>
                </a:extLst>
              </p:spPr>
              <p:txBody>
                <a:bodyPr wrap="none">
                  <a:spAutoFit/>
                </a:bodyP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pPr algn="l" eaLnBrk="1" hangingPunct="1"/>
                  <a:r>
                    <a:rPr lang="en-US" altLang="en-US" i="0">
                      <a:cs typeface="Arial" panose="020B0604020202020204" pitchFamily="34" charset="0"/>
                    </a:rPr>
                    <a:t>O-,2</a:t>
                  </a:r>
                </a:p>
              </p:txBody>
            </p:sp>
            <p:grpSp>
              <p:nvGrpSpPr>
                <p:cNvPr id="59484" name="Group 159"/>
                <p:cNvGrpSpPr>
                  <a:grpSpLocks/>
                </p:cNvGrpSpPr>
                <p:nvPr/>
              </p:nvGrpSpPr>
              <p:grpSpPr bwMode="auto">
                <a:xfrm>
                  <a:off x="1922" y="1644"/>
                  <a:ext cx="498" cy="224"/>
                  <a:chOff x="1934" y="1660"/>
                  <a:chExt cx="498" cy="224"/>
                </a:xfrm>
              </p:grpSpPr>
              <p:sp>
                <p:nvSpPr>
                  <p:cNvPr id="59485" name="Rectangle 160"/>
                  <p:cNvSpPr>
                    <a:spLocks noChangeArrowheads="1"/>
                  </p:cNvSpPr>
                  <p:nvPr/>
                </p:nvSpPr>
                <p:spPr bwMode="auto">
                  <a:xfrm>
                    <a:off x="1936" y="1660"/>
                    <a:ext cx="496" cy="224"/>
                  </a:xfrm>
                  <a:prstGeom prst="rect">
                    <a:avLst/>
                  </a:prstGeom>
                  <a:noFill/>
                  <a:ln w="19050">
                    <a:solidFill>
                      <a:schemeClr val="tx1"/>
                    </a:solidFill>
                    <a:miter lim="800000"/>
                    <a:headEnd/>
                    <a:tailEnd type="none" w="med" len="lg"/>
                  </a:ln>
                  <a:extLst>
                    <a:ext uri="{909E8E84-426E-40DD-AFC4-6F175D3DCCD1}">
                      <a14:hiddenFill xmlns:a14="http://schemas.microsoft.com/office/drawing/2010/main">
                        <a:solidFill>
                          <a:srgbClr val="FFFFFF"/>
                        </a:solidFill>
                      </a14:hiddenFill>
                    </a:ext>
                  </a:extLst>
                </p:spPr>
                <p:txBody>
                  <a:bodyPr wrap="none" anchor="ct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endParaRPr lang="en-US" altLang="en-US"/>
                  </a:p>
                </p:txBody>
              </p:sp>
              <p:sp>
                <p:nvSpPr>
                  <p:cNvPr id="59486" name="Text Box 161"/>
                  <p:cNvSpPr txBox="1">
                    <a:spLocks noChangeArrowheads="1"/>
                  </p:cNvSpPr>
                  <p:nvPr/>
                </p:nvSpPr>
                <p:spPr bwMode="auto">
                  <a:xfrm>
                    <a:off x="1934" y="1660"/>
                    <a:ext cx="320"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type="none" w="med" len="lg"/>
                      </a14:hiddenLine>
                    </a:ext>
                  </a:extLst>
                </p:spPr>
                <p:txBody>
                  <a:bodyPr wrap="none">
                    <a:spAutoFit/>
                  </a:bodyP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pPr algn="l" eaLnBrk="1" hangingPunct="1"/>
                    <a:r>
                      <a:rPr lang="en-US" altLang="en-US" i="0">
                        <a:cs typeface="Arial" panose="020B0604020202020204" pitchFamily="34" charset="0"/>
                      </a:rPr>
                      <a:t>O-,3</a:t>
                    </a:r>
                  </a:p>
                </p:txBody>
              </p:sp>
            </p:grpSp>
          </p:grpSp>
          <mc:AlternateContent xmlns:mc="http://schemas.openxmlformats.org/markup-compatibility/2006" xmlns:a14="http://schemas.microsoft.com/office/drawing/2010/main">
            <mc:Choice Requires="a14">
              <p:sp>
                <p:nvSpPr>
                  <p:cNvPr id="59477" name="Object 162"/>
                  <p:cNvSpPr txBox="1"/>
                  <p:nvPr/>
                </p:nvSpPr>
                <p:spPr bwMode="auto">
                  <a:xfrm>
                    <a:off x="1822" y="3406"/>
                    <a:ext cx="151" cy="352"/>
                  </a:xfrm>
                  <a:prstGeom prst="rect">
                    <a:avLst/>
                  </a:prstGeom>
                  <a:noFill/>
                  <a:ln>
                    <a:noFill/>
                  </a:ln>
                  <a:effectLst/>
                </p:spPr>
                <p:txBody>
                  <a:bodyPr>
                    <a:normAutofit/>
                  </a:bodyPr>
                  <a:lstStyle/>
                  <a:p>
                    <a:pPr/>
                    <a14:m>
                      <m:oMathPara xmlns:m="http://schemas.openxmlformats.org/officeDocument/2006/math">
                        <m:oMathParaPr>
                          <m:jc m:val="left"/>
                        </m:oMathParaPr>
                        <m:oMath>
                          <m:r>
                            <a:rPr lang="en-US" i="1">
                              <a:latin typeface="Cambria Math" panose="02040503050406030204" pitchFamily="18" charset="0"/>
                            </a:rPr>
                            <m:t>⋮</m:t>
                          </m:r>
                        </m:oMath>
                      </m:oMathPara>
                    </a14:m>
                    <a:endParaRPr lang="en-US"/>
                  </a:p>
                </p:txBody>
              </p:sp>
            </mc:Choice>
            <mc:Fallback xmlns="">
              <p:sp>
                <p:nvSpPr>
                  <p:cNvPr id="59477" name="Object 162"/>
                  <p:cNvSpPr txBox="1">
                    <a:spLocks noRot="1" noChangeAspect="1" noMove="1" noResize="1" noEditPoints="1" noAdjustHandles="1" noChangeArrowheads="1" noChangeShapeType="1" noTextEdit="1"/>
                  </p:cNvSpPr>
                  <p:nvPr/>
                </p:nvSpPr>
                <p:spPr bwMode="auto">
                  <a:xfrm>
                    <a:off x="1822" y="3406"/>
                    <a:ext cx="151" cy="352"/>
                  </a:xfrm>
                  <a:prstGeom prst="rect">
                    <a:avLst/>
                  </a:prstGeom>
                  <a:blipFill>
                    <a:blip r:embed="rId8"/>
                    <a:stretch>
                      <a:fillRect r="-2564"/>
                    </a:stretch>
                  </a:blipFill>
                  <a:ln>
                    <a:noFill/>
                  </a:ln>
                  <a:effectLst/>
                </p:spPr>
                <p:txBody>
                  <a:bodyPr/>
                  <a:lstStyle/>
                  <a:p>
                    <a:r>
                      <a:rPr lang="en-US">
                        <a:noFill/>
                      </a:rPr>
                      <a:t> </a:t>
                    </a:r>
                  </a:p>
                </p:txBody>
              </p:sp>
            </mc:Fallback>
          </mc:AlternateContent>
        </p:grpSp>
        <p:cxnSp>
          <p:nvCxnSpPr>
            <p:cNvPr id="59418" name="AutoShape 163"/>
            <p:cNvCxnSpPr>
              <a:cxnSpLocks noChangeShapeType="1"/>
              <a:endCxn id="59465" idx="1"/>
            </p:cNvCxnSpPr>
            <p:nvPr/>
          </p:nvCxnSpPr>
          <p:spPr bwMode="auto">
            <a:xfrm flipV="1">
              <a:off x="3708" y="661"/>
              <a:ext cx="274" cy="14"/>
            </a:xfrm>
            <a:prstGeom prst="straightConnector1">
              <a:avLst/>
            </a:prstGeom>
            <a:noFill/>
            <a:ln w="19050">
              <a:solidFill>
                <a:schemeClr val="tx1"/>
              </a:solidFill>
              <a:prstDash val="sysDot"/>
              <a:round/>
              <a:headEnd/>
              <a:tailEnd type="stealth" w="med" len="lg"/>
            </a:ln>
            <a:extLst>
              <a:ext uri="{909E8E84-426E-40DD-AFC4-6F175D3DCCD1}">
                <a14:hiddenFill xmlns:a14="http://schemas.microsoft.com/office/drawing/2010/main">
                  <a:noFill/>
                </a14:hiddenFill>
              </a:ext>
            </a:extLst>
          </p:spPr>
        </p:cxnSp>
        <p:grpSp>
          <p:nvGrpSpPr>
            <p:cNvPr id="59419" name="Group 164"/>
            <p:cNvGrpSpPr>
              <a:grpSpLocks/>
            </p:cNvGrpSpPr>
            <p:nvPr/>
          </p:nvGrpSpPr>
          <p:grpSpPr bwMode="auto">
            <a:xfrm>
              <a:off x="3978" y="564"/>
              <a:ext cx="502" cy="1216"/>
              <a:chOff x="1922" y="652"/>
              <a:chExt cx="502" cy="1216"/>
            </a:xfrm>
          </p:grpSpPr>
          <p:sp>
            <p:nvSpPr>
              <p:cNvPr id="59464" name="Rectangle 165"/>
              <p:cNvSpPr>
                <a:spLocks noChangeArrowheads="1"/>
              </p:cNvSpPr>
              <p:nvPr/>
            </p:nvSpPr>
            <p:spPr bwMode="auto">
              <a:xfrm>
                <a:off x="1928" y="652"/>
                <a:ext cx="496" cy="224"/>
              </a:xfrm>
              <a:prstGeom prst="rect">
                <a:avLst/>
              </a:prstGeom>
              <a:noFill/>
              <a:ln w="19050">
                <a:solidFill>
                  <a:schemeClr val="tx1"/>
                </a:solidFill>
                <a:miter lim="800000"/>
                <a:headEnd/>
                <a:tailEnd type="none" w="med" len="lg"/>
              </a:ln>
              <a:extLst>
                <a:ext uri="{909E8E84-426E-40DD-AFC4-6F175D3DCCD1}">
                  <a14:hiddenFill xmlns:a14="http://schemas.microsoft.com/office/drawing/2010/main">
                    <a:solidFill>
                      <a:srgbClr val="FFFFFF"/>
                    </a:solidFill>
                  </a14:hiddenFill>
                </a:ext>
              </a:extLst>
            </p:spPr>
            <p:txBody>
              <a:bodyPr wrap="none" anchor="ct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endParaRPr lang="en-US" altLang="en-US"/>
              </a:p>
            </p:txBody>
          </p:sp>
          <p:sp>
            <p:nvSpPr>
              <p:cNvPr id="59465" name="Text Box 166"/>
              <p:cNvSpPr txBox="1">
                <a:spLocks noChangeArrowheads="1"/>
              </p:cNvSpPr>
              <p:nvPr/>
            </p:nvSpPr>
            <p:spPr bwMode="auto">
              <a:xfrm>
                <a:off x="1926" y="652"/>
                <a:ext cx="422"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type="none" w="med" len="lg"/>
                  </a14:hiddenLine>
                </a:ext>
              </a:extLst>
            </p:spPr>
            <p:txBody>
              <a:bodyPr wrap="none">
                <a:spAutoFit/>
              </a:bodyP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pPr algn="l" eaLnBrk="1" hangingPunct="1"/>
                <a:r>
                  <a:rPr lang="en-US" altLang="en-US" i="0">
                    <a:cs typeface="Arial" panose="020B0604020202020204" pitchFamily="34" charset="0"/>
                  </a:rPr>
                  <a:t>AB+,0</a:t>
                </a:r>
              </a:p>
            </p:txBody>
          </p:sp>
          <p:sp>
            <p:nvSpPr>
              <p:cNvPr id="59466" name="Rectangle 167"/>
              <p:cNvSpPr>
                <a:spLocks noChangeArrowheads="1"/>
              </p:cNvSpPr>
              <p:nvPr/>
            </p:nvSpPr>
            <p:spPr bwMode="auto">
              <a:xfrm>
                <a:off x="1928" y="980"/>
                <a:ext cx="496" cy="224"/>
              </a:xfrm>
              <a:prstGeom prst="rect">
                <a:avLst/>
              </a:prstGeom>
              <a:noFill/>
              <a:ln w="19050">
                <a:solidFill>
                  <a:schemeClr val="tx1"/>
                </a:solidFill>
                <a:miter lim="800000"/>
                <a:headEnd/>
                <a:tailEnd type="none" w="med" len="lg"/>
              </a:ln>
              <a:extLst>
                <a:ext uri="{909E8E84-426E-40DD-AFC4-6F175D3DCCD1}">
                  <a14:hiddenFill xmlns:a14="http://schemas.microsoft.com/office/drawing/2010/main">
                    <a:solidFill>
                      <a:srgbClr val="FFFFFF"/>
                    </a:solidFill>
                  </a14:hiddenFill>
                </a:ext>
              </a:extLst>
            </p:spPr>
            <p:txBody>
              <a:bodyPr wrap="none" anchor="ct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endParaRPr lang="en-US" altLang="en-US"/>
              </a:p>
            </p:txBody>
          </p:sp>
          <p:sp>
            <p:nvSpPr>
              <p:cNvPr id="59467" name="Text Box 168"/>
              <p:cNvSpPr txBox="1">
                <a:spLocks noChangeArrowheads="1"/>
              </p:cNvSpPr>
              <p:nvPr/>
            </p:nvSpPr>
            <p:spPr bwMode="auto">
              <a:xfrm>
                <a:off x="1930" y="980"/>
                <a:ext cx="422"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type="none" w="med" len="lg"/>
                  </a14:hiddenLine>
                </a:ext>
              </a:extLst>
            </p:spPr>
            <p:txBody>
              <a:bodyPr wrap="none">
                <a:spAutoFit/>
              </a:bodyP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pPr algn="l" eaLnBrk="1" hangingPunct="1"/>
                <a:r>
                  <a:rPr lang="en-US" altLang="en-US" i="0">
                    <a:cs typeface="Arial" panose="020B0604020202020204" pitchFamily="34" charset="0"/>
                  </a:rPr>
                  <a:t>AB+,1</a:t>
                </a:r>
              </a:p>
            </p:txBody>
          </p:sp>
          <p:sp>
            <p:nvSpPr>
              <p:cNvPr id="59468" name="Rectangle 169"/>
              <p:cNvSpPr>
                <a:spLocks noChangeArrowheads="1"/>
              </p:cNvSpPr>
              <p:nvPr/>
            </p:nvSpPr>
            <p:spPr bwMode="auto">
              <a:xfrm>
                <a:off x="1928" y="1316"/>
                <a:ext cx="496" cy="224"/>
              </a:xfrm>
              <a:prstGeom prst="rect">
                <a:avLst/>
              </a:prstGeom>
              <a:noFill/>
              <a:ln w="19050">
                <a:solidFill>
                  <a:schemeClr val="tx1"/>
                </a:solidFill>
                <a:miter lim="800000"/>
                <a:headEnd/>
                <a:tailEnd type="none" w="med" len="lg"/>
              </a:ln>
              <a:extLst>
                <a:ext uri="{909E8E84-426E-40DD-AFC4-6F175D3DCCD1}">
                  <a14:hiddenFill xmlns:a14="http://schemas.microsoft.com/office/drawing/2010/main">
                    <a:solidFill>
                      <a:srgbClr val="FFFFFF"/>
                    </a:solidFill>
                  </a14:hiddenFill>
                </a:ext>
              </a:extLst>
            </p:spPr>
            <p:txBody>
              <a:bodyPr wrap="none" anchor="ct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endParaRPr lang="en-US" altLang="en-US"/>
              </a:p>
            </p:txBody>
          </p:sp>
          <p:sp>
            <p:nvSpPr>
              <p:cNvPr id="59469" name="Text Box 170"/>
              <p:cNvSpPr txBox="1">
                <a:spLocks noChangeArrowheads="1"/>
              </p:cNvSpPr>
              <p:nvPr/>
            </p:nvSpPr>
            <p:spPr bwMode="auto">
              <a:xfrm>
                <a:off x="1926" y="1316"/>
                <a:ext cx="422"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type="none" w="med" len="lg"/>
                  </a14:hiddenLine>
                </a:ext>
              </a:extLst>
            </p:spPr>
            <p:txBody>
              <a:bodyPr wrap="none">
                <a:spAutoFit/>
              </a:bodyP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pPr algn="l" eaLnBrk="1" hangingPunct="1"/>
                <a:r>
                  <a:rPr lang="en-US" altLang="en-US" i="0">
                    <a:cs typeface="Arial" panose="020B0604020202020204" pitchFamily="34" charset="0"/>
                  </a:rPr>
                  <a:t>AB+,2</a:t>
                </a:r>
              </a:p>
            </p:txBody>
          </p:sp>
          <p:grpSp>
            <p:nvGrpSpPr>
              <p:cNvPr id="59470" name="Group 171"/>
              <p:cNvGrpSpPr>
                <a:grpSpLocks/>
              </p:cNvGrpSpPr>
              <p:nvPr/>
            </p:nvGrpSpPr>
            <p:grpSpPr bwMode="auto">
              <a:xfrm>
                <a:off x="1922" y="1644"/>
                <a:ext cx="498" cy="224"/>
                <a:chOff x="1934" y="1660"/>
                <a:chExt cx="498" cy="224"/>
              </a:xfrm>
            </p:grpSpPr>
            <p:sp>
              <p:nvSpPr>
                <p:cNvPr id="59471" name="Rectangle 172"/>
                <p:cNvSpPr>
                  <a:spLocks noChangeArrowheads="1"/>
                </p:cNvSpPr>
                <p:nvPr/>
              </p:nvSpPr>
              <p:spPr bwMode="auto">
                <a:xfrm>
                  <a:off x="1936" y="1660"/>
                  <a:ext cx="496" cy="224"/>
                </a:xfrm>
                <a:prstGeom prst="rect">
                  <a:avLst/>
                </a:prstGeom>
                <a:noFill/>
                <a:ln w="19050">
                  <a:solidFill>
                    <a:schemeClr val="tx1"/>
                  </a:solidFill>
                  <a:miter lim="800000"/>
                  <a:headEnd/>
                  <a:tailEnd type="none" w="med" len="lg"/>
                </a:ln>
                <a:extLst>
                  <a:ext uri="{909E8E84-426E-40DD-AFC4-6F175D3DCCD1}">
                    <a14:hiddenFill xmlns:a14="http://schemas.microsoft.com/office/drawing/2010/main">
                      <a:solidFill>
                        <a:srgbClr val="FFFFFF"/>
                      </a:solidFill>
                    </a14:hiddenFill>
                  </a:ext>
                </a:extLst>
              </p:spPr>
              <p:txBody>
                <a:bodyPr wrap="none" anchor="ct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endParaRPr lang="en-US" altLang="en-US"/>
                </a:p>
              </p:txBody>
            </p:sp>
            <p:sp>
              <p:nvSpPr>
                <p:cNvPr id="59472" name="Text Box 173"/>
                <p:cNvSpPr txBox="1">
                  <a:spLocks noChangeArrowheads="1"/>
                </p:cNvSpPr>
                <p:nvPr/>
              </p:nvSpPr>
              <p:spPr bwMode="auto">
                <a:xfrm>
                  <a:off x="1934" y="1660"/>
                  <a:ext cx="422"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type="none" w="med" len="lg"/>
                    </a14:hiddenLine>
                  </a:ext>
                </a:extLst>
              </p:spPr>
              <p:txBody>
                <a:bodyPr wrap="none">
                  <a:spAutoFit/>
                </a:bodyP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pPr algn="l" eaLnBrk="1" hangingPunct="1"/>
                  <a:r>
                    <a:rPr lang="en-US" altLang="en-US" i="0">
                      <a:cs typeface="Arial" panose="020B0604020202020204" pitchFamily="34" charset="0"/>
                    </a:rPr>
                    <a:t>AB+,3</a:t>
                  </a:r>
                </a:p>
              </p:txBody>
            </p:sp>
          </p:grpSp>
        </p:grpSp>
        <mc:AlternateContent xmlns:mc="http://schemas.openxmlformats.org/markup-compatibility/2006" xmlns:a14="http://schemas.microsoft.com/office/drawing/2010/main">
          <mc:Choice Requires="a14">
            <p:sp>
              <p:nvSpPr>
                <p:cNvPr id="59420" name="Object 174"/>
                <p:cNvSpPr txBox="1"/>
                <p:nvPr/>
              </p:nvSpPr>
              <p:spPr bwMode="auto">
                <a:xfrm>
                  <a:off x="4150" y="1822"/>
                  <a:ext cx="151" cy="352"/>
                </a:xfrm>
                <a:prstGeom prst="rect">
                  <a:avLst/>
                </a:prstGeom>
                <a:noFill/>
                <a:ln>
                  <a:noFill/>
                </a:ln>
                <a:effectLst/>
              </p:spPr>
              <p:txBody>
                <a:bodyPr>
                  <a:normAutofit/>
                </a:bodyPr>
                <a:lstStyle/>
                <a:p>
                  <a:pPr/>
                  <a14:m>
                    <m:oMathPara xmlns:m="http://schemas.openxmlformats.org/officeDocument/2006/math">
                      <m:oMathParaPr>
                        <m:jc m:val="left"/>
                      </m:oMathParaPr>
                      <m:oMath>
                        <m:r>
                          <a:rPr lang="en-US" i="1">
                            <a:latin typeface="Cambria Math" panose="02040503050406030204" pitchFamily="18" charset="0"/>
                          </a:rPr>
                          <m:t>⋮</m:t>
                        </m:r>
                      </m:oMath>
                    </m:oMathPara>
                  </a14:m>
                  <a:endParaRPr lang="en-US"/>
                </a:p>
              </p:txBody>
            </p:sp>
          </mc:Choice>
          <mc:Fallback xmlns="">
            <p:sp>
              <p:nvSpPr>
                <p:cNvPr id="59420" name="Object 174"/>
                <p:cNvSpPr txBox="1">
                  <a:spLocks noRot="1" noChangeAspect="1" noMove="1" noResize="1" noEditPoints="1" noAdjustHandles="1" noChangeArrowheads="1" noChangeShapeType="1" noTextEdit="1"/>
                </p:cNvSpPr>
                <p:nvPr/>
              </p:nvSpPr>
              <p:spPr bwMode="auto">
                <a:xfrm>
                  <a:off x="4150" y="1822"/>
                  <a:ext cx="151" cy="352"/>
                </a:xfrm>
                <a:prstGeom prst="rect">
                  <a:avLst/>
                </a:prstGeom>
                <a:blipFill>
                  <a:blip r:embed="rId9"/>
                  <a:stretch>
                    <a:fillRect r="-2564"/>
                  </a:stretch>
                </a:blipFill>
                <a:ln>
                  <a:noFill/>
                </a:ln>
                <a:effectLst/>
              </p:spPr>
              <p:txBody>
                <a:bodyPr/>
                <a:lstStyle/>
                <a:p>
                  <a:r>
                    <a:rPr lang="en-US">
                      <a:noFill/>
                    </a:rPr>
                    <a:t> </a:t>
                  </a:r>
                </a:p>
              </p:txBody>
            </p:sp>
          </mc:Fallback>
        </mc:AlternateContent>
        <p:grpSp>
          <p:nvGrpSpPr>
            <p:cNvPr id="59421" name="Group 175"/>
            <p:cNvGrpSpPr>
              <a:grpSpLocks/>
            </p:cNvGrpSpPr>
            <p:nvPr/>
          </p:nvGrpSpPr>
          <p:grpSpPr bwMode="auto">
            <a:xfrm>
              <a:off x="3978" y="2232"/>
              <a:ext cx="502" cy="1216"/>
              <a:chOff x="1922" y="652"/>
              <a:chExt cx="502" cy="1216"/>
            </a:xfrm>
          </p:grpSpPr>
          <p:sp>
            <p:nvSpPr>
              <p:cNvPr id="59455" name="Rectangle 176"/>
              <p:cNvSpPr>
                <a:spLocks noChangeArrowheads="1"/>
              </p:cNvSpPr>
              <p:nvPr/>
            </p:nvSpPr>
            <p:spPr bwMode="auto">
              <a:xfrm>
                <a:off x="1928" y="652"/>
                <a:ext cx="496" cy="224"/>
              </a:xfrm>
              <a:prstGeom prst="rect">
                <a:avLst/>
              </a:prstGeom>
              <a:noFill/>
              <a:ln w="19050">
                <a:solidFill>
                  <a:schemeClr val="tx1"/>
                </a:solidFill>
                <a:miter lim="800000"/>
                <a:headEnd/>
                <a:tailEnd type="none" w="med" len="lg"/>
              </a:ln>
              <a:extLst>
                <a:ext uri="{909E8E84-426E-40DD-AFC4-6F175D3DCCD1}">
                  <a14:hiddenFill xmlns:a14="http://schemas.microsoft.com/office/drawing/2010/main">
                    <a:solidFill>
                      <a:srgbClr val="FFFFFF"/>
                    </a:solidFill>
                  </a14:hiddenFill>
                </a:ext>
              </a:extLst>
            </p:spPr>
            <p:txBody>
              <a:bodyPr wrap="none" anchor="ct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endParaRPr lang="en-US" altLang="en-US"/>
              </a:p>
            </p:txBody>
          </p:sp>
          <p:sp>
            <p:nvSpPr>
              <p:cNvPr id="59456" name="Text Box 177"/>
              <p:cNvSpPr txBox="1">
                <a:spLocks noChangeArrowheads="1"/>
              </p:cNvSpPr>
              <p:nvPr/>
            </p:nvSpPr>
            <p:spPr bwMode="auto">
              <a:xfrm>
                <a:off x="1926" y="652"/>
                <a:ext cx="320"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type="none" w="med" len="lg"/>
                  </a14:hiddenLine>
                </a:ext>
              </a:extLst>
            </p:spPr>
            <p:txBody>
              <a:bodyPr wrap="none">
                <a:spAutoFit/>
              </a:bodyP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pPr algn="l" eaLnBrk="1" hangingPunct="1"/>
                <a:r>
                  <a:rPr lang="en-US" altLang="en-US" i="0">
                    <a:cs typeface="Arial" panose="020B0604020202020204" pitchFamily="34" charset="0"/>
                  </a:rPr>
                  <a:t>O-,0</a:t>
                </a:r>
              </a:p>
            </p:txBody>
          </p:sp>
          <p:sp>
            <p:nvSpPr>
              <p:cNvPr id="59457" name="Rectangle 178"/>
              <p:cNvSpPr>
                <a:spLocks noChangeArrowheads="1"/>
              </p:cNvSpPr>
              <p:nvPr/>
            </p:nvSpPr>
            <p:spPr bwMode="auto">
              <a:xfrm>
                <a:off x="1928" y="980"/>
                <a:ext cx="496" cy="224"/>
              </a:xfrm>
              <a:prstGeom prst="rect">
                <a:avLst/>
              </a:prstGeom>
              <a:noFill/>
              <a:ln w="19050">
                <a:solidFill>
                  <a:schemeClr val="tx1"/>
                </a:solidFill>
                <a:miter lim="800000"/>
                <a:headEnd/>
                <a:tailEnd type="none" w="med" len="lg"/>
              </a:ln>
              <a:extLst>
                <a:ext uri="{909E8E84-426E-40DD-AFC4-6F175D3DCCD1}">
                  <a14:hiddenFill xmlns:a14="http://schemas.microsoft.com/office/drawing/2010/main">
                    <a:solidFill>
                      <a:srgbClr val="FFFFFF"/>
                    </a:solidFill>
                  </a14:hiddenFill>
                </a:ext>
              </a:extLst>
            </p:spPr>
            <p:txBody>
              <a:bodyPr wrap="none" anchor="ct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endParaRPr lang="en-US" altLang="en-US"/>
              </a:p>
            </p:txBody>
          </p:sp>
          <p:sp>
            <p:nvSpPr>
              <p:cNvPr id="59458" name="Text Box 179"/>
              <p:cNvSpPr txBox="1">
                <a:spLocks noChangeArrowheads="1"/>
              </p:cNvSpPr>
              <p:nvPr/>
            </p:nvSpPr>
            <p:spPr bwMode="auto">
              <a:xfrm>
                <a:off x="1930" y="980"/>
                <a:ext cx="320"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type="none" w="med" len="lg"/>
                  </a14:hiddenLine>
                </a:ext>
              </a:extLst>
            </p:spPr>
            <p:txBody>
              <a:bodyPr wrap="none">
                <a:spAutoFit/>
              </a:bodyP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pPr algn="l" eaLnBrk="1" hangingPunct="1"/>
                <a:r>
                  <a:rPr lang="en-US" altLang="en-US" i="0">
                    <a:cs typeface="Arial" panose="020B0604020202020204" pitchFamily="34" charset="0"/>
                  </a:rPr>
                  <a:t>O-,1</a:t>
                </a:r>
              </a:p>
            </p:txBody>
          </p:sp>
          <p:sp>
            <p:nvSpPr>
              <p:cNvPr id="59459" name="Rectangle 180"/>
              <p:cNvSpPr>
                <a:spLocks noChangeArrowheads="1"/>
              </p:cNvSpPr>
              <p:nvPr/>
            </p:nvSpPr>
            <p:spPr bwMode="auto">
              <a:xfrm>
                <a:off x="1928" y="1316"/>
                <a:ext cx="496" cy="224"/>
              </a:xfrm>
              <a:prstGeom prst="rect">
                <a:avLst/>
              </a:prstGeom>
              <a:noFill/>
              <a:ln w="19050">
                <a:solidFill>
                  <a:schemeClr val="tx1"/>
                </a:solidFill>
                <a:miter lim="800000"/>
                <a:headEnd/>
                <a:tailEnd type="none" w="med" len="lg"/>
              </a:ln>
              <a:extLst>
                <a:ext uri="{909E8E84-426E-40DD-AFC4-6F175D3DCCD1}">
                  <a14:hiddenFill xmlns:a14="http://schemas.microsoft.com/office/drawing/2010/main">
                    <a:solidFill>
                      <a:srgbClr val="FFFFFF"/>
                    </a:solidFill>
                  </a14:hiddenFill>
                </a:ext>
              </a:extLst>
            </p:spPr>
            <p:txBody>
              <a:bodyPr wrap="none" anchor="ct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endParaRPr lang="en-US" altLang="en-US"/>
              </a:p>
            </p:txBody>
          </p:sp>
          <p:sp>
            <p:nvSpPr>
              <p:cNvPr id="59460" name="Text Box 181"/>
              <p:cNvSpPr txBox="1">
                <a:spLocks noChangeArrowheads="1"/>
              </p:cNvSpPr>
              <p:nvPr/>
            </p:nvSpPr>
            <p:spPr bwMode="auto">
              <a:xfrm>
                <a:off x="1926" y="1316"/>
                <a:ext cx="320"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type="none" w="med" len="lg"/>
                  </a14:hiddenLine>
                </a:ext>
              </a:extLst>
            </p:spPr>
            <p:txBody>
              <a:bodyPr wrap="none">
                <a:spAutoFit/>
              </a:bodyP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pPr algn="l" eaLnBrk="1" hangingPunct="1"/>
                <a:r>
                  <a:rPr lang="en-US" altLang="en-US" i="0">
                    <a:cs typeface="Arial" panose="020B0604020202020204" pitchFamily="34" charset="0"/>
                  </a:rPr>
                  <a:t>O-,2</a:t>
                </a:r>
              </a:p>
            </p:txBody>
          </p:sp>
          <p:grpSp>
            <p:nvGrpSpPr>
              <p:cNvPr id="59461" name="Group 182"/>
              <p:cNvGrpSpPr>
                <a:grpSpLocks/>
              </p:cNvGrpSpPr>
              <p:nvPr/>
            </p:nvGrpSpPr>
            <p:grpSpPr bwMode="auto">
              <a:xfrm>
                <a:off x="1922" y="1644"/>
                <a:ext cx="498" cy="224"/>
                <a:chOff x="1934" y="1660"/>
                <a:chExt cx="498" cy="224"/>
              </a:xfrm>
            </p:grpSpPr>
            <p:sp>
              <p:nvSpPr>
                <p:cNvPr id="59462" name="Rectangle 183"/>
                <p:cNvSpPr>
                  <a:spLocks noChangeArrowheads="1"/>
                </p:cNvSpPr>
                <p:nvPr/>
              </p:nvSpPr>
              <p:spPr bwMode="auto">
                <a:xfrm>
                  <a:off x="1936" y="1660"/>
                  <a:ext cx="496" cy="224"/>
                </a:xfrm>
                <a:prstGeom prst="rect">
                  <a:avLst/>
                </a:prstGeom>
                <a:noFill/>
                <a:ln w="19050">
                  <a:solidFill>
                    <a:schemeClr val="tx1"/>
                  </a:solidFill>
                  <a:miter lim="800000"/>
                  <a:headEnd/>
                  <a:tailEnd type="none" w="med" len="lg"/>
                </a:ln>
                <a:extLst>
                  <a:ext uri="{909E8E84-426E-40DD-AFC4-6F175D3DCCD1}">
                    <a14:hiddenFill xmlns:a14="http://schemas.microsoft.com/office/drawing/2010/main">
                      <a:solidFill>
                        <a:srgbClr val="FFFFFF"/>
                      </a:solidFill>
                    </a14:hiddenFill>
                  </a:ext>
                </a:extLst>
              </p:spPr>
              <p:txBody>
                <a:bodyPr wrap="none" anchor="ct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endParaRPr lang="en-US" altLang="en-US"/>
                </a:p>
              </p:txBody>
            </p:sp>
            <p:sp>
              <p:nvSpPr>
                <p:cNvPr id="59463" name="Text Box 184"/>
                <p:cNvSpPr txBox="1">
                  <a:spLocks noChangeArrowheads="1"/>
                </p:cNvSpPr>
                <p:nvPr/>
              </p:nvSpPr>
              <p:spPr bwMode="auto">
                <a:xfrm>
                  <a:off x="1934" y="1660"/>
                  <a:ext cx="320"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type="none" w="med" len="lg"/>
                    </a14:hiddenLine>
                  </a:ext>
                </a:extLst>
              </p:spPr>
              <p:txBody>
                <a:bodyPr wrap="none">
                  <a:spAutoFit/>
                </a:bodyP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pPr algn="l" eaLnBrk="1" hangingPunct="1"/>
                  <a:r>
                    <a:rPr lang="en-US" altLang="en-US" i="0">
                      <a:cs typeface="Arial" panose="020B0604020202020204" pitchFamily="34" charset="0"/>
                    </a:rPr>
                    <a:t>O-,3</a:t>
                  </a:r>
                </a:p>
              </p:txBody>
            </p:sp>
          </p:grpSp>
        </p:grpSp>
        <p:cxnSp>
          <p:nvCxnSpPr>
            <p:cNvPr id="59422" name="AutoShape 185"/>
            <p:cNvCxnSpPr>
              <a:cxnSpLocks noChangeShapeType="1"/>
              <a:stCxn id="59490" idx="3"/>
              <a:endCxn id="59467" idx="1"/>
            </p:cNvCxnSpPr>
            <p:nvPr/>
          </p:nvCxnSpPr>
          <p:spPr bwMode="auto">
            <a:xfrm>
              <a:off x="2920" y="989"/>
              <a:ext cx="1066" cy="0"/>
            </a:xfrm>
            <a:prstGeom prst="straightConnector1">
              <a:avLst/>
            </a:prstGeom>
            <a:noFill/>
            <a:ln w="19050">
              <a:solidFill>
                <a:schemeClr val="tx1"/>
              </a:solidFill>
              <a:prstDash val="sysDot"/>
              <a:round/>
              <a:headEnd/>
              <a:tailEnd type="stealth" w="med" len="lg"/>
            </a:ln>
            <a:extLst>
              <a:ext uri="{909E8E84-426E-40DD-AFC4-6F175D3DCCD1}">
                <a14:hiddenFill xmlns:a14="http://schemas.microsoft.com/office/drawing/2010/main">
                  <a:noFill/>
                </a14:hiddenFill>
              </a:ext>
            </a:extLst>
          </p:spPr>
        </p:cxnSp>
        <p:cxnSp>
          <p:nvCxnSpPr>
            <p:cNvPr id="59423" name="AutoShape 186"/>
            <p:cNvCxnSpPr>
              <a:cxnSpLocks noChangeShapeType="1"/>
              <a:stCxn id="59492" idx="3"/>
              <a:endCxn id="59469" idx="1"/>
            </p:cNvCxnSpPr>
            <p:nvPr/>
          </p:nvCxnSpPr>
          <p:spPr bwMode="auto">
            <a:xfrm>
              <a:off x="2916" y="1325"/>
              <a:ext cx="1066" cy="0"/>
            </a:xfrm>
            <a:prstGeom prst="straightConnector1">
              <a:avLst/>
            </a:prstGeom>
            <a:noFill/>
            <a:ln w="19050">
              <a:solidFill>
                <a:schemeClr val="tx1"/>
              </a:solidFill>
              <a:prstDash val="sysDot"/>
              <a:round/>
              <a:headEnd/>
              <a:tailEnd type="stealth" w="med" len="lg"/>
            </a:ln>
            <a:extLst>
              <a:ext uri="{909E8E84-426E-40DD-AFC4-6F175D3DCCD1}">
                <a14:hiddenFill xmlns:a14="http://schemas.microsoft.com/office/drawing/2010/main">
                  <a:noFill/>
                </a14:hiddenFill>
              </a:ext>
            </a:extLst>
          </p:spPr>
        </p:cxnSp>
        <p:cxnSp>
          <p:nvCxnSpPr>
            <p:cNvPr id="59424" name="AutoShape 187"/>
            <p:cNvCxnSpPr>
              <a:cxnSpLocks noChangeShapeType="1"/>
              <a:stCxn id="59495" idx="3"/>
              <a:endCxn id="59472" idx="1"/>
            </p:cNvCxnSpPr>
            <p:nvPr/>
          </p:nvCxnSpPr>
          <p:spPr bwMode="auto">
            <a:xfrm>
              <a:off x="2912" y="1653"/>
              <a:ext cx="1066" cy="0"/>
            </a:xfrm>
            <a:prstGeom prst="straightConnector1">
              <a:avLst/>
            </a:prstGeom>
            <a:noFill/>
            <a:ln w="19050">
              <a:solidFill>
                <a:schemeClr val="tx1"/>
              </a:solidFill>
              <a:prstDash val="sysDot"/>
              <a:round/>
              <a:headEnd/>
              <a:tailEnd type="stealth" w="med" len="lg"/>
            </a:ln>
            <a:extLst>
              <a:ext uri="{909E8E84-426E-40DD-AFC4-6F175D3DCCD1}">
                <a14:hiddenFill xmlns:a14="http://schemas.microsoft.com/office/drawing/2010/main">
                  <a:noFill/>
                </a14:hiddenFill>
              </a:ext>
            </a:extLst>
          </p:spPr>
        </p:cxnSp>
        <p:cxnSp>
          <p:nvCxnSpPr>
            <p:cNvPr id="59425" name="AutoShape 188"/>
            <p:cNvCxnSpPr>
              <a:cxnSpLocks noChangeShapeType="1"/>
              <a:stCxn id="59480" idx="3"/>
              <a:endCxn id="59458" idx="1"/>
            </p:cNvCxnSpPr>
            <p:nvPr/>
          </p:nvCxnSpPr>
          <p:spPr bwMode="auto">
            <a:xfrm flipV="1">
              <a:off x="2992" y="2657"/>
              <a:ext cx="994" cy="15"/>
            </a:xfrm>
            <a:prstGeom prst="straightConnector1">
              <a:avLst/>
            </a:prstGeom>
            <a:noFill/>
            <a:ln w="19050">
              <a:solidFill>
                <a:schemeClr val="tx1"/>
              </a:solidFill>
              <a:prstDash val="sysDot"/>
              <a:round/>
              <a:headEnd/>
              <a:tailEnd type="stealth" w="med" len="lg"/>
            </a:ln>
            <a:extLst>
              <a:ext uri="{909E8E84-426E-40DD-AFC4-6F175D3DCCD1}">
                <a14:hiddenFill xmlns:a14="http://schemas.microsoft.com/office/drawing/2010/main">
                  <a:noFill/>
                </a14:hiddenFill>
              </a:ext>
            </a:extLst>
          </p:spPr>
        </p:cxnSp>
        <p:cxnSp>
          <p:nvCxnSpPr>
            <p:cNvPr id="59426" name="AutoShape 189"/>
            <p:cNvCxnSpPr>
              <a:cxnSpLocks noChangeShapeType="1"/>
              <a:endCxn id="59456" idx="1"/>
            </p:cNvCxnSpPr>
            <p:nvPr/>
          </p:nvCxnSpPr>
          <p:spPr bwMode="auto">
            <a:xfrm flipV="1">
              <a:off x="3636" y="2329"/>
              <a:ext cx="346" cy="18"/>
            </a:xfrm>
            <a:prstGeom prst="straightConnector1">
              <a:avLst/>
            </a:prstGeom>
            <a:noFill/>
            <a:ln w="19050">
              <a:solidFill>
                <a:schemeClr val="tx1"/>
              </a:solidFill>
              <a:prstDash val="sysDot"/>
              <a:round/>
              <a:headEnd/>
              <a:tailEnd type="stealth" w="med" len="lg"/>
            </a:ln>
            <a:extLst>
              <a:ext uri="{909E8E84-426E-40DD-AFC4-6F175D3DCCD1}">
                <a14:hiddenFill xmlns:a14="http://schemas.microsoft.com/office/drawing/2010/main">
                  <a:noFill/>
                </a14:hiddenFill>
              </a:ext>
            </a:extLst>
          </p:spPr>
        </p:cxnSp>
        <p:cxnSp>
          <p:nvCxnSpPr>
            <p:cNvPr id="59427" name="AutoShape 190"/>
            <p:cNvCxnSpPr>
              <a:cxnSpLocks noChangeShapeType="1"/>
              <a:stCxn id="59482" idx="3"/>
              <a:endCxn id="59460" idx="1"/>
            </p:cNvCxnSpPr>
            <p:nvPr/>
          </p:nvCxnSpPr>
          <p:spPr bwMode="auto">
            <a:xfrm flipV="1">
              <a:off x="2992" y="2993"/>
              <a:ext cx="990" cy="15"/>
            </a:xfrm>
            <a:prstGeom prst="straightConnector1">
              <a:avLst/>
            </a:prstGeom>
            <a:noFill/>
            <a:ln w="19050">
              <a:solidFill>
                <a:schemeClr val="tx1"/>
              </a:solidFill>
              <a:prstDash val="sysDot"/>
              <a:round/>
              <a:headEnd/>
              <a:tailEnd type="stealth" w="med" len="lg"/>
            </a:ln>
            <a:extLst>
              <a:ext uri="{909E8E84-426E-40DD-AFC4-6F175D3DCCD1}">
                <a14:hiddenFill xmlns:a14="http://schemas.microsoft.com/office/drawing/2010/main">
                  <a:noFill/>
                </a14:hiddenFill>
              </a:ext>
            </a:extLst>
          </p:spPr>
        </p:cxnSp>
        <p:cxnSp>
          <p:nvCxnSpPr>
            <p:cNvPr id="59428" name="AutoShape 191"/>
            <p:cNvCxnSpPr>
              <a:cxnSpLocks noChangeShapeType="1"/>
              <a:stCxn id="59485" idx="3"/>
              <a:endCxn id="59463" idx="1"/>
            </p:cNvCxnSpPr>
            <p:nvPr/>
          </p:nvCxnSpPr>
          <p:spPr bwMode="auto">
            <a:xfrm flipV="1">
              <a:off x="2988" y="3321"/>
              <a:ext cx="990" cy="15"/>
            </a:xfrm>
            <a:prstGeom prst="straightConnector1">
              <a:avLst/>
            </a:prstGeom>
            <a:noFill/>
            <a:ln w="19050">
              <a:solidFill>
                <a:schemeClr val="tx1"/>
              </a:solidFill>
              <a:prstDash val="sysDot"/>
              <a:round/>
              <a:headEnd/>
              <a:tailEnd type="stealth" w="med" len="lg"/>
            </a:ln>
            <a:extLst>
              <a:ext uri="{909E8E84-426E-40DD-AFC4-6F175D3DCCD1}">
                <a14:hiddenFill xmlns:a14="http://schemas.microsoft.com/office/drawing/2010/main">
                  <a:noFill/>
                </a14:hiddenFill>
              </a:ext>
            </a:extLst>
          </p:spPr>
        </p:cxnSp>
        <mc:AlternateContent xmlns:mc="http://schemas.openxmlformats.org/markup-compatibility/2006" xmlns:a14="http://schemas.microsoft.com/office/drawing/2010/main">
          <mc:Choice Requires="a14">
            <p:sp>
              <p:nvSpPr>
                <p:cNvPr id="59429" name="Object 192"/>
                <p:cNvSpPr txBox="1"/>
                <p:nvPr/>
              </p:nvSpPr>
              <p:spPr bwMode="auto">
                <a:xfrm>
                  <a:off x="3132" y="507"/>
                  <a:ext cx="576" cy="336"/>
                </a:xfrm>
                <a:prstGeom prst="rect">
                  <a:avLst/>
                </a:prstGeom>
                <a:noFill/>
                <a:ln>
                  <a:noFill/>
                </a:ln>
                <a:effectLst/>
              </p:spPr>
              <p:txBody>
                <a:bodyPr>
                  <a:normAutofit/>
                </a:bodyPr>
                <a:lstStyle/>
                <a:p>
                  <a:pPr/>
                  <a14:m>
                    <m:oMathPara xmlns:m="http://schemas.openxmlformats.org/officeDocument/2006/math">
                      <m:oMathParaPr>
                        <m:jc m:val="left"/>
                      </m:oMathParaPr>
                      <m:oMath>
                        <m:sSub>
                          <m:sSubPr>
                            <m:ctrlPr>
                              <a:rPr lang="en-US" i="1">
                                <a:latin typeface="Cambria Math" panose="02040503050406030204" pitchFamily="18" charset="0"/>
                              </a:rPr>
                            </m:ctrlPr>
                          </m:sSubPr>
                          <m:e>
                            <m:acc>
                              <m:accPr>
                                <m:chr m:val="̂"/>
                                <m:ctrlPr>
                                  <a:rPr lang="en-US" i="1">
                                    <a:latin typeface="Cambria Math" panose="02040503050406030204" pitchFamily="18" charset="0"/>
                                  </a:rPr>
                                </m:ctrlPr>
                              </m:accPr>
                              <m:e>
                                <m:r>
                                  <a:rPr lang="en-US" i="1">
                                    <a:latin typeface="Cambria Math" panose="02040503050406030204" pitchFamily="18" charset="0"/>
                                  </a:rPr>
                                  <m:t>𝑅</m:t>
                                </m:r>
                              </m:e>
                            </m:acc>
                          </m:e>
                          <m:sub>
                            <m:r>
                              <a:rPr lang="en-US" i="1">
                                <a:latin typeface="Cambria Math" panose="02040503050406030204" pitchFamily="18" charset="0"/>
                              </a:rPr>
                              <m:t>𝑡</m:t>
                            </m:r>
                            <m:r>
                              <a:rPr lang="en-US" i="1">
                                <a:latin typeface="Cambria Math" panose="02040503050406030204" pitchFamily="18" charset="0"/>
                              </a:rPr>
                              <m:t>+1,</m:t>
                            </m:r>
                            <m:r>
                              <a:rPr lang="en-US" i="1">
                                <a:latin typeface="Cambria Math" panose="02040503050406030204" pitchFamily="18" charset="0"/>
                              </a:rPr>
                              <m:t>𝐴𝐵</m:t>
                            </m:r>
                            <m:r>
                              <a:rPr lang="en-US" i="1">
                                <a:latin typeface="Cambria Math" panose="02040503050406030204" pitchFamily="18" charset="0"/>
                              </a:rPr>
                              <m:t>+</m:t>
                            </m:r>
                          </m:sub>
                        </m:sSub>
                      </m:oMath>
                    </m:oMathPara>
                  </a14:m>
                  <a:endParaRPr lang="en-US"/>
                </a:p>
              </p:txBody>
            </p:sp>
          </mc:Choice>
          <mc:Fallback xmlns="">
            <p:sp>
              <p:nvSpPr>
                <p:cNvPr id="59429" name="Object 192"/>
                <p:cNvSpPr txBox="1">
                  <a:spLocks noRot="1" noChangeAspect="1" noMove="1" noResize="1" noEditPoints="1" noAdjustHandles="1" noChangeArrowheads="1" noChangeShapeType="1" noTextEdit="1"/>
                </p:cNvSpPr>
                <p:nvPr/>
              </p:nvSpPr>
              <p:spPr bwMode="auto">
                <a:xfrm>
                  <a:off x="3132" y="507"/>
                  <a:ext cx="576" cy="336"/>
                </a:xfrm>
                <a:prstGeom prst="rect">
                  <a:avLst/>
                </a:prstGeom>
                <a:blipFill>
                  <a:blip r:embed="rId10"/>
                  <a:stretch>
                    <a:fillRect r="-6000"/>
                  </a:stretch>
                </a:blipFill>
                <a:ln>
                  <a:noFill/>
                </a:ln>
                <a:effectLst/>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59431" name="Object 194"/>
                <p:cNvSpPr txBox="1"/>
                <p:nvPr/>
              </p:nvSpPr>
              <p:spPr bwMode="auto">
                <a:xfrm>
                  <a:off x="3132" y="2179"/>
                  <a:ext cx="512" cy="336"/>
                </a:xfrm>
                <a:prstGeom prst="rect">
                  <a:avLst/>
                </a:prstGeom>
                <a:noFill/>
                <a:ln>
                  <a:noFill/>
                </a:ln>
                <a:effectLst/>
              </p:spPr>
              <p:txBody>
                <a:bodyPr>
                  <a:normAutofit/>
                </a:bodyPr>
                <a:lstStyle/>
                <a:p>
                  <a:pPr/>
                  <a14:m>
                    <m:oMathPara xmlns:m="http://schemas.openxmlformats.org/officeDocument/2006/math">
                      <m:oMathParaPr>
                        <m:jc m:val="left"/>
                      </m:oMathParaPr>
                      <m:oMath>
                        <m:sSub>
                          <m:sSubPr>
                            <m:ctrlPr>
                              <a:rPr lang="en-US" i="1">
                                <a:latin typeface="Cambria Math" panose="02040503050406030204" pitchFamily="18" charset="0"/>
                              </a:rPr>
                            </m:ctrlPr>
                          </m:sSubPr>
                          <m:e>
                            <m:acc>
                              <m:accPr>
                                <m:chr m:val="̂"/>
                                <m:ctrlPr>
                                  <a:rPr lang="en-US" i="1">
                                    <a:latin typeface="Cambria Math" panose="02040503050406030204" pitchFamily="18" charset="0"/>
                                  </a:rPr>
                                </m:ctrlPr>
                              </m:accPr>
                              <m:e>
                                <m:r>
                                  <a:rPr lang="en-US" i="1">
                                    <a:latin typeface="Cambria Math" panose="02040503050406030204" pitchFamily="18" charset="0"/>
                                  </a:rPr>
                                  <m:t>𝑅</m:t>
                                </m:r>
                              </m:e>
                            </m:acc>
                          </m:e>
                          <m:sub>
                            <m:r>
                              <a:rPr lang="en-US" i="1">
                                <a:latin typeface="Cambria Math" panose="02040503050406030204" pitchFamily="18" charset="0"/>
                              </a:rPr>
                              <m:t>𝑡</m:t>
                            </m:r>
                            <m:r>
                              <a:rPr lang="en-US" i="1">
                                <a:latin typeface="Cambria Math" panose="02040503050406030204" pitchFamily="18" charset="0"/>
                              </a:rPr>
                              <m:t>+1,</m:t>
                            </m:r>
                            <m:r>
                              <a:rPr lang="en-US" i="1">
                                <a:latin typeface="Cambria Math" panose="02040503050406030204" pitchFamily="18" charset="0"/>
                              </a:rPr>
                              <m:t>𝑂</m:t>
                            </m:r>
                            <m:r>
                              <a:rPr lang="en-US" i="1">
                                <a:latin typeface="Cambria Math" panose="02040503050406030204" pitchFamily="18" charset="0"/>
                              </a:rPr>
                              <m:t>−</m:t>
                            </m:r>
                          </m:sub>
                        </m:sSub>
                      </m:oMath>
                    </m:oMathPara>
                  </a14:m>
                  <a:endParaRPr lang="en-US"/>
                </a:p>
              </p:txBody>
            </p:sp>
          </mc:Choice>
          <mc:Fallback xmlns="">
            <p:sp>
              <p:nvSpPr>
                <p:cNvPr id="59431" name="Object 194"/>
                <p:cNvSpPr txBox="1">
                  <a:spLocks noRot="1" noChangeAspect="1" noMove="1" noResize="1" noEditPoints="1" noAdjustHandles="1" noChangeArrowheads="1" noChangeShapeType="1" noTextEdit="1"/>
                </p:cNvSpPr>
                <p:nvPr/>
              </p:nvSpPr>
              <p:spPr bwMode="auto">
                <a:xfrm>
                  <a:off x="3132" y="2179"/>
                  <a:ext cx="512" cy="336"/>
                </a:xfrm>
                <a:prstGeom prst="rect">
                  <a:avLst/>
                </a:prstGeom>
                <a:blipFill>
                  <a:blip r:embed="rId12"/>
                  <a:stretch>
                    <a:fillRect r="-2239"/>
                  </a:stretch>
                </a:blipFill>
                <a:ln>
                  <a:noFill/>
                </a:ln>
                <a:effectLst/>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59432" name="Object 195"/>
                <p:cNvSpPr txBox="1"/>
                <p:nvPr/>
              </p:nvSpPr>
              <p:spPr bwMode="auto">
                <a:xfrm>
                  <a:off x="4150" y="3470"/>
                  <a:ext cx="151" cy="352"/>
                </a:xfrm>
                <a:prstGeom prst="rect">
                  <a:avLst/>
                </a:prstGeom>
                <a:noFill/>
                <a:ln>
                  <a:noFill/>
                </a:ln>
                <a:effectLst/>
              </p:spPr>
              <p:txBody>
                <a:bodyPr>
                  <a:normAutofit/>
                </a:bodyPr>
                <a:lstStyle/>
                <a:p>
                  <a:pPr/>
                  <a14:m>
                    <m:oMathPara xmlns:m="http://schemas.openxmlformats.org/officeDocument/2006/math">
                      <m:oMathParaPr>
                        <m:jc m:val="left"/>
                      </m:oMathParaPr>
                      <m:oMath>
                        <m:r>
                          <a:rPr lang="en-US" i="1">
                            <a:latin typeface="Cambria Math" panose="02040503050406030204" pitchFamily="18" charset="0"/>
                          </a:rPr>
                          <m:t>⋮</m:t>
                        </m:r>
                      </m:oMath>
                    </m:oMathPara>
                  </a14:m>
                  <a:endParaRPr lang="en-US"/>
                </a:p>
              </p:txBody>
            </p:sp>
          </mc:Choice>
          <mc:Fallback xmlns="">
            <p:sp>
              <p:nvSpPr>
                <p:cNvPr id="59432" name="Object 195"/>
                <p:cNvSpPr txBox="1">
                  <a:spLocks noRot="1" noChangeAspect="1" noMove="1" noResize="1" noEditPoints="1" noAdjustHandles="1" noChangeArrowheads="1" noChangeShapeType="1" noTextEdit="1"/>
                </p:cNvSpPr>
                <p:nvPr/>
              </p:nvSpPr>
              <p:spPr bwMode="auto">
                <a:xfrm>
                  <a:off x="4150" y="3470"/>
                  <a:ext cx="151" cy="352"/>
                </a:xfrm>
                <a:prstGeom prst="rect">
                  <a:avLst/>
                </a:prstGeom>
                <a:blipFill>
                  <a:blip r:embed="rId13"/>
                  <a:stretch>
                    <a:fillRect r="-2564"/>
                  </a:stretch>
                </a:blipFill>
                <a:ln>
                  <a:noFill/>
                </a:ln>
                <a:effectLst/>
              </p:spPr>
              <p:txBody>
                <a:bodyPr/>
                <a:lstStyle/>
                <a:p>
                  <a:r>
                    <a:rPr lang="en-US">
                      <a:noFill/>
                    </a:rPr>
                    <a:t> </a:t>
                  </a:r>
                </a:p>
              </p:txBody>
            </p:sp>
          </mc:Fallback>
        </mc:AlternateContent>
        <p:grpSp>
          <p:nvGrpSpPr>
            <p:cNvPr id="59433" name="Group 196"/>
            <p:cNvGrpSpPr>
              <a:grpSpLocks/>
            </p:cNvGrpSpPr>
            <p:nvPr/>
          </p:nvGrpSpPr>
          <p:grpSpPr bwMode="auto">
            <a:xfrm>
              <a:off x="2516" y="3822"/>
              <a:ext cx="368" cy="312"/>
              <a:chOff x="2492" y="3806"/>
              <a:chExt cx="368" cy="312"/>
            </a:xfrm>
          </p:grpSpPr>
          <p:sp>
            <p:nvSpPr>
              <p:cNvPr id="59453" name="Rectangle 197"/>
              <p:cNvSpPr>
                <a:spLocks noChangeArrowheads="1"/>
              </p:cNvSpPr>
              <p:nvPr/>
            </p:nvSpPr>
            <p:spPr bwMode="auto">
              <a:xfrm>
                <a:off x="2492" y="3806"/>
                <a:ext cx="368" cy="312"/>
              </a:xfrm>
              <a:prstGeom prst="rect">
                <a:avLst/>
              </a:prstGeom>
              <a:noFill/>
              <a:ln w="57150" cmpd="thinThick">
                <a:solidFill>
                  <a:schemeClr val="tx1"/>
                </a:solidFill>
                <a:miter lim="800000"/>
                <a:headEnd/>
                <a:tailEnd type="none" w="med" len="lg"/>
              </a:ln>
              <a:extLst>
                <a:ext uri="{909E8E84-426E-40DD-AFC4-6F175D3DCCD1}">
                  <a14:hiddenFill xmlns:a14="http://schemas.microsoft.com/office/drawing/2010/main">
                    <a:solidFill>
                      <a:srgbClr val="FFFFFF"/>
                    </a:solidFill>
                  </a14:hiddenFill>
                </a:ext>
              </a:extLst>
            </p:spPr>
            <p:txBody>
              <a:bodyPr wrap="none" anchor="ct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endParaRPr lang="en-US" altLang="en-US"/>
              </a:p>
            </p:txBody>
          </p:sp>
          <mc:AlternateContent xmlns:mc="http://schemas.openxmlformats.org/markup-compatibility/2006" xmlns:a14="http://schemas.microsoft.com/office/drawing/2010/main">
            <mc:Choice Requires="a14">
              <p:sp>
                <p:nvSpPr>
                  <p:cNvPr id="59454" name="Object 198"/>
                  <p:cNvSpPr txBox="1"/>
                  <p:nvPr/>
                </p:nvSpPr>
                <p:spPr bwMode="auto">
                  <a:xfrm>
                    <a:off x="2582" y="3833"/>
                    <a:ext cx="197" cy="262"/>
                  </a:xfrm>
                  <a:prstGeom prst="rect">
                    <a:avLst/>
                  </a:prstGeom>
                  <a:noFill/>
                  <a:ln>
                    <a:noFill/>
                  </a:ln>
                  <a:effectLst/>
                </p:spPr>
                <p:txBody>
                  <a:bodyPr>
                    <a:normAutofit/>
                  </a:bodyPr>
                  <a:lstStyle/>
                  <a:p>
                    <a:pPr/>
                    <a14:m>
                      <m:oMathPara xmlns:m="http://schemas.openxmlformats.org/officeDocument/2006/math">
                        <m:oMathParaPr>
                          <m:jc m:val="left"/>
                        </m:oMathParaPr>
                        <m:oMath>
                          <m:sSub>
                            <m:sSubPr>
                              <m:ctrlPr>
                                <a:rPr lang="en-US" i="1">
                                  <a:latin typeface="Cambria Math" panose="02040503050406030204" pitchFamily="18" charset="0"/>
                                </a:rPr>
                              </m:ctrlPr>
                            </m:sSubPr>
                            <m:e>
                              <m:acc>
                                <m:accPr>
                                  <m:chr m:val="̂"/>
                                  <m:ctrlPr>
                                    <a:rPr lang="en-US" i="1">
                                      <a:latin typeface="Cambria Math" panose="02040503050406030204" pitchFamily="18" charset="0"/>
                                    </a:rPr>
                                  </m:ctrlPr>
                                </m:accPr>
                                <m:e>
                                  <m:r>
                                    <a:rPr lang="en-US" i="1">
                                      <a:latin typeface="Cambria Math" panose="02040503050406030204" pitchFamily="18" charset="0"/>
                                    </a:rPr>
                                    <m:t>𝐷</m:t>
                                  </m:r>
                                </m:e>
                              </m:acc>
                            </m:e>
                            <m:sub>
                              <m:r>
                                <a:rPr lang="en-US" i="1">
                                  <a:latin typeface="Cambria Math" panose="02040503050406030204" pitchFamily="18" charset="0"/>
                                </a:rPr>
                                <m:t>𝑡</m:t>
                              </m:r>
                            </m:sub>
                          </m:sSub>
                        </m:oMath>
                      </m:oMathPara>
                    </a14:m>
                    <a:endParaRPr lang="en-US"/>
                  </a:p>
                </p:txBody>
              </p:sp>
            </mc:Choice>
            <mc:Fallback xmlns="">
              <p:sp>
                <p:nvSpPr>
                  <p:cNvPr id="59454" name="Object 198"/>
                  <p:cNvSpPr txBox="1">
                    <a:spLocks noRot="1" noChangeAspect="1" noMove="1" noResize="1" noEditPoints="1" noAdjustHandles="1" noChangeArrowheads="1" noChangeShapeType="1" noTextEdit="1"/>
                  </p:cNvSpPr>
                  <p:nvPr/>
                </p:nvSpPr>
                <p:spPr bwMode="auto">
                  <a:xfrm>
                    <a:off x="2582" y="3833"/>
                    <a:ext cx="197" cy="262"/>
                  </a:xfrm>
                  <a:prstGeom prst="rect">
                    <a:avLst/>
                  </a:prstGeom>
                  <a:blipFill>
                    <a:blip r:embed="rId14"/>
                    <a:stretch>
                      <a:fillRect r="-15385"/>
                    </a:stretch>
                  </a:blipFill>
                  <a:ln>
                    <a:noFill/>
                  </a:ln>
                  <a:effectLst/>
                </p:spPr>
                <p:txBody>
                  <a:bodyPr/>
                  <a:lstStyle/>
                  <a:p>
                    <a:r>
                      <a:rPr lang="en-US">
                        <a:noFill/>
                      </a:rPr>
                      <a:t> </a:t>
                    </a:r>
                  </a:p>
                </p:txBody>
              </p:sp>
            </mc:Fallback>
          </mc:AlternateContent>
        </p:grpSp>
        <p:grpSp>
          <p:nvGrpSpPr>
            <p:cNvPr id="59434" name="Group 199"/>
            <p:cNvGrpSpPr>
              <a:grpSpLocks/>
            </p:cNvGrpSpPr>
            <p:nvPr/>
          </p:nvGrpSpPr>
          <p:grpSpPr bwMode="auto">
            <a:xfrm>
              <a:off x="84" y="523"/>
              <a:ext cx="924" cy="2328"/>
              <a:chOff x="84" y="915"/>
              <a:chExt cx="924" cy="2328"/>
            </a:xfrm>
          </p:grpSpPr>
          <p:grpSp>
            <p:nvGrpSpPr>
              <p:cNvPr id="59435" name="Group 200"/>
              <p:cNvGrpSpPr>
                <a:grpSpLocks/>
              </p:cNvGrpSpPr>
              <p:nvPr/>
            </p:nvGrpSpPr>
            <p:grpSpPr bwMode="auto">
              <a:xfrm>
                <a:off x="84" y="915"/>
                <a:ext cx="916" cy="320"/>
                <a:chOff x="84" y="683"/>
                <a:chExt cx="916" cy="320"/>
              </a:xfrm>
            </p:grpSpPr>
            <mc:AlternateContent xmlns:mc="http://schemas.openxmlformats.org/markup-compatibility/2006" xmlns:a14="http://schemas.microsoft.com/office/drawing/2010/main">
              <mc:Choice Requires="a14">
                <p:sp>
                  <p:nvSpPr>
                    <p:cNvPr id="59451" name="Object 201"/>
                    <p:cNvSpPr txBox="1"/>
                    <p:nvPr/>
                  </p:nvSpPr>
                  <p:spPr bwMode="auto">
                    <a:xfrm>
                      <a:off x="84" y="683"/>
                      <a:ext cx="656" cy="320"/>
                    </a:xfrm>
                    <a:prstGeom prst="rect">
                      <a:avLst/>
                    </a:prstGeom>
                    <a:noFill/>
                    <a:ln>
                      <a:noFill/>
                    </a:ln>
                    <a:effectLst/>
                  </p:spPr>
                  <p:txBody>
                    <a:bodyPr>
                      <a:normAutofit/>
                    </a:bodyPr>
                    <a:lstStyle/>
                    <a:p>
                      <a:pPr/>
                      <a14:m>
                        <m:oMathPara xmlns:m="http://schemas.openxmlformats.org/officeDocument/2006/math">
                          <m:oMathParaPr>
                            <m:jc m:val="left"/>
                          </m:oMathParaPr>
                          <m:oMath>
                            <m:sSub>
                              <m:sSubPr>
                                <m:ctrlPr>
                                  <a:rPr lang="en-US" sz="1800" i="1">
                                    <a:latin typeface="Cambria Math" panose="02040503050406030204" pitchFamily="18" charset="0"/>
                                  </a:rPr>
                                </m:ctrlPr>
                              </m:sSubPr>
                              <m:e>
                                <m:r>
                                  <a:rPr lang="en-US" sz="1800" i="1">
                                    <a:latin typeface="Cambria Math" panose="02040503050406030204" pitchFamily="18" charset="0"/>
                                  </a:rPr>
                                  <m:t>𝑅</m:t>
                                </m:r>
                              </m:e>
                              <m:sub>
                                <m:r>
                                  <a:rPr lang="en-US" sz="1800" i="1">
                                    <a:latin typeface="Cambria Math" panose="02040503050406030204" pitchFamily="18" charset="0"/>
                                  </a:rPr>
                                  <m:t>𝑡</m:t>
                                </m:r>
                                <m:r>
                                  <a:rPr lang="en-US" sz="1800" i="1">
                                    <a:latin typeface="Cambria Math" panose="02040503050406030204" pitchFamily="18" charset="0"/>
                                  </a:rPr>
                                  <m:t>,(</m:t>
                                </m:r>
                                <m:r>
                                  <a:rPr lang="en-US" sz="1800" i="1">
                                    <a:latin typeface="Cambria Math" panose="02040503050406030204" pitchFamily="18" charset="0"/>
                                  </a:rPr>
                                  <m:t>𝐴𝐵</m:t>
                                </m:r>
                                <m:r>
                                  <a:rPr lang="en-US" sz="1800" i="1">
                                    <a:latin typeface="Cambria Math" panose="02040503050406030204" pitchFamily="18" charset="0"/>
                                  </a:rPr>
                                  <m:t>+,0)</m:t>
                                </m:r>
                              </m:sub>
                            </m:sSub>
                          </m:oMath>
                        </m:oMathPara>
                      </a14:m>
                      <a:endParaRPr lang="en-US" sz="1800" dirty="0"/>
                    </a:p>
                  </p:txBody>
                </p:sp>
              </mc:Choice>
              <mc:Fallback xmlns="">
                <p:sp>
                  <p:nvSpPr>
                    <p:cNvPr id="59451" name="Object 201"/>
                    <p:cNvSpPr txBox="1">
                      <a:spLocks noRot="1" noChangeAspect="1" noMove="1" noResize="1" noEditPoints="1" noAdjustHandles="1" noChangeArrowheads="1" noChangeShapeType="1" noTextEdit="1"/>
                    </p:cNvSpPr>
                    <p:nvPr/>
                  </p:nvSpPr>
                  <p:spPr bwMode="auto">
                    <a:xfrm>
                      <a:off x="84" y="683"/>
                      <a:ext cx="656" cy="320"/>
                    </a:xfrm>
                    <a:prstGeom prst="rect">
                      <a:avLst/>
                    </a:prstGeom>
                    <a:blipFill>
                      <a:blip r:embed="rId15"/>
                      <a:stretch>
                        <a:fillRect r="-585"/>
                      </a:stretch>
                    </a:blipFill>
                    <a:ln>
                      <a:noFill/>
                    </a:ln>
                    <a:effectLst/>
                  </p:spPr>
                  <p:txBody>
                    <a:bodyPr/>
                    <a:lstStyle/>
                    <a:p>
                      <a:r>
                        <a:rPr lang="en-US">
                          <a:noFill/>
                        </a:rPr>
                        <a:t> </a:t>
                      </a:r>
                    </a:p>
                  </p:txBody>
                </p:sp>
              </mc:Fallback>
            </mc:AlternateContent>
            <p:sp>
              <p:nvSpPr>
                <p:cNvPr id="59452" name="Line 202"/>
                <p:cNvSpPr>
                  <a:spLocks noChangeShapeType="1"/>
                </p:cNvSpPr>
                <p:nvPr/>
              </p:nvSpPr>
              <p:spPr bwMode="auto">
                <a:xfrm>
                  <a:off x="712" y="840"/>
                  <a:ext cx="288" cy="0"/>
                </a:xfrm>
                <a:prstGeom prst="line">
                  <a:avLst/>
                </a:prstGeom>
                <a:noFill/>
                <a:ln w="38100">
                  <a:solidFill>
                    <a:schemeClr val="tx1"/>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grpSp>
          <p:grpSp>
            <p:nvGrpSpPr>
              <p:cNvPr id="59436" name="Group 203"/>
              <p:cNvGrpSpPr>
                <a:grpSpLocks/>
              </p:cNvGrpSpPr>
              <p:nvPr/>
            </p:nvGrpSpPr>
            <p:grpSpPr bwMode="auto">
              <a:xfrm>
                <a:off x="92" y="1251"/>
                <a:ext cx="908" cy="320"/>
                <a:chOff x="92" y="683"/>
                <a:chExt cx="908" cy="320"/>
              </a:xfrm>
            </p:grpSpPr>
            <mc:AlternateContent xmlns:mc="http://schemas.openxmlformats.org/markup-compatibility/2006" xmlns:a14="http://schemas.microsoft.com/office/drawing/2010/main">
              <mc:Choice Requires="a14">
                <p:sp>
                  <p:nvSpPr>
                    <p:cNvPr id="59449" name="Object 204"/>
                    <p:cNvSpPr txBox="1"/>
                    <p:nvPr/>
                  </p:nvSpPr>
                  <p:spPr bwMode="auto">
                    <a:xfrm>
                      <a:off x="92" y="683"/>
                      <a:ext cx="640" cy="320"/>
                    </a:xfrm>
                    <a:prstGeom prst="rect">
                      <a:avLst/>
                    </a:prstGeom>
                    <a:noFill/>
                    <a:ln>
                      <a:noFill/>
                    </a:ln>
                    <a:effectLst/>
                  </p:spPr>
                  <p:txBody>
                    <a:bodyPr>
                      <a:normAutofit/>
                    </a:bodyPr>
                    <a:lstStyle/>
                    <a:p>
                      <a:pPr/>
                      <a14:m>
                        <m:oMathPara xmlns:m="http://schemas.openxmlformats.org/officeDocument/2006/math">
                          <m:oMathParaPr>
                            <m:jc m:val="left"/>
                          </m:oMathParaPr>
                          <m:oMath>
                            <m:sSub>
                              <m:sSubPr>
                                <m:ctrlPr>
                                  <a:rPr lang="en-US" sz="1800" i="1">
                                    <a:latin typeface="Cambria Math" panose="02040503050406030204" pitchFamily="18" charset="0"/>
                                  </a:rPr>
                                </m:ctrlPr>
                              </m:sSubPr>
                              <m:e>
                                <m:r>
                                  <a:rPr lang="en-US" sz="1800" i="1">
                                    <a:latin typeface="Cambria Math" panose="02040503050406030204" pitchFamily="18" charset="0"/>
                                  </a:rPr>
                                  <m:t>𝑅</m:t>
                                </m:r>
                              </m:e>
                              <m:sub>
                                <m:r>
                                  <a:rPr lang="en-US" sz="1800" i="1">
                                    <a:latin typeface="Cambria Math" panose="02040503050406030204" pitchFamily="18" charset="0"/>
                                  </a:rPr>
                                  <m:t>𝑡</m:t>
                                </m:r>
                                <m:r>
                                  <a:rPr lang="en-US" sz="1800" i="1">
                                    <a:latin typeface="Cambria Math" panose="02040503050406030204" pitchFamily="18" charset="0"/>
                                  </a:rPr>
                                  <m:t>,(</m:t>
                                </m:r>
                                <m:r>
                                  <a:rPr lang="en-US" sz="1800" i="1">
                                    <a:latin typeface="Cambria Math" panose="02040503050406030204" pitchFamily="18" charset="0"/>
                                  </a:rPr>
                                  <m:t>𝐴𝐵</m:t>
                                </m:r>
                                <m:r>
                                  <a:rPr lang="en-US" sz="1800" i="1">
                                    <a:latin typeface="Cambria Math" panose="02040503050406030204" pitchFamily="18" charset="0"/>
                                  </a:rPr>
                                  <m:t>+,1)</m:t>
                                </m:r>
                              </m:sub>
                            </m:sSub>
                          </m:oMath>
                        </m:oMathPara>
                      </a14:m>
                      <a:endParaRPr lang="en-US" sz="1800"/>
                    </a:p>
                  </p:txBody>
                </p:sp>
              </mc:Choice>
              <mc:Fallback xmlns="">
                <p:sp>
                  <p:nvSpPr>
                    <p:cNvPr id="59449" name="Object 204"/>
                    <p:cNvSpPr txBox="1">
                      <a:spLocks noRot="1" noChangeAspect="1" noMove="1" noResize="1" noEditPoints="1" noAdjustHandles="1" noChangeArrowheads="1" noChangeShapeType="1" noTextEdit="1"/>
                    </p:cNvSpPr>
                    <p:nvPr/>
                  </p:nvSpPr>
                  <p:spPr bwMode="auto">
                    <a:xfrm>
                      <a:off x="92" y="683"/>
                      <a:ext cx="640" cy="320"/>
                    </a:xfrm>
                    <a:prstGeom prst="rect">
                      <a:avLst/>
                    </a:prstGeom>
                    <a:blipFill>
                      <a:blip r:embed="rId16"/>
                      <a:stretch>
                        <a:fillRect r="-3614"/>
                      </a:stretch>
                    </a:blipFill>
                    <a:ln>
                      <a:noFill/>
                    </a:ln>
                    <a:effectLst/>
                  </p:spPr>
                  <p:txBody>
                    <a:bodyPr/>
                    <a:lstStyle/>
                    <a:p>
                      <a:r>
                        <a:rPr lang="en-US">
                          <a:noFill/>
                        </a:rPr>
                        <a:t> </a:t>
                      </a:r>
                    </a:p>
                  </p:txBody>
                </p:sp>
              </mc:Fallback>
            </mc:AlternateContent>
            <p:sp>
              <p:nvSpPr>
                <p:cNvPr id="59450" name="Line 205"/>
                <p:cNvSpPr>
                  <a:spLocks noChangeShapeType="1"/>
                </p:cNvSpPr>
                <p:nvPr/>
              </p:nvSpPr>
              <p:spPr bwMode="auto">
                <a:xfrm>
                  <a:off x="712" y="840"/>
                  <a:ext cx="288" cy="0"/>
                </a:xfrm>
                <a:prstGeom prst="line">
                  <a:avLst/>
                </a:prstGeom>
                <a:noFill/>
                <a:ln w="38100">
                  <a:solidFill>
                    <a:schemeClr val="tx1"/>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grpSp>
          <p:grpSp>
            <p:nvGrpSpPr>
              <p:cNvPr id="59437" name="Group 206"/>
              <p:cNvGrpSpPr>
                <a:grpSpLocks/>
              </p:cNvGrpSpPr>
              <p:nvPr/>
            </p:nvGrpSpPr>
            <p:grpSpPr bwMode="auto">
              <a:xfrm>
                <a:off x="84" y="1595"/>
                <a:ext cx="916" cy="320"/>
                <a:chOff x="84" y="683"/>
                <a:chExt cx="916" cy="320"/>
              </a:xfrm>
            </p:grpSpPr>
            <mc:AlternateContent xmlns:mc="http://schemas.openxmlformats.org/markup-compatibility/2006" xmlns:a14="http://schemas.microsoft.com/office/drawing/2010/main">
              <mc:Choice Requires="a14">
                <p:sp>
                  <p:nvSpPr>
                    <p:cNvPr id="59447" name="Object 207"/>
                    <p:cNvSpPr txBox="1"/>
                    <p:nvPr/>
                  </p:nvSpPr>
                  <p:spPr bwMode="auto">
                    <a:xfrm>
                      <a:off x="84" y="683"/>
                      <a:ext cx="656" cy="320"/>
                    </a:xfrm>
                    <a:prstGeom prst="rect">
                      <a:avLst/>
                    </a:prstGeom>
                    <a:noFill/>
                    <a:ln>
                      <a:noFill/>
                    </a:ln>
                    <a:effectLst/>
                  </p:spPr>
                  <p:txBody>
                    <a:bodyPr>
                      <a:normAutofit/>
                    </a:bodyPr>
                    <a:lstStyle/>
                    <a:p>
                      <a:pPr/>
                      <a14:m>
                        <m:oMathPara xmlns:m="http://schemas.openxmlformats.org/officeDocument/2006/math">
                          <m:oMathParaPr>
                            <m:jc m:val="left"/>
                          </m:oMathParaPr>
                          <m:oMath>
                            <m:sSub>
                              <m:sSubPr>
                                <m:ctrlPr>
                                  <a:rPr lang="en-US" sz="1800" i="1">
                                    <a:latin typeface="Cambria Math" panose="02040503050406030204" pitchFamily="18" charset="0"/>
                                  </a:rPr>
                                </m:ctrlPr>
                              </m:sSubPr>
                              <m:e>
                                <m:r>
                                  <a:rPr lang="en-US" sz="1800" i="1">
                                    <a:latin typeface="Cambria Math" panose="02040503050406030204" pitchFamily="18" charset="0"/>
                                  </a:rPr>
                                  <m:t>𝑅</m:t>
                                </m:r>
                              </m:e>
                              <m:sub>
                                <m:r>
                                  <a:rPr lang="en-US" sz="1800" i="1">
                                    <a:latin typeface="Cambria Math" panose="02040503050406030204" pitchFamily="18" charset="0"/>
                                  </a:rPr>
                                  <m:t>𝑡</m:t>
                                </m:r>
                                <m:r>
                                  <a:rPr lang="en-US" sz="1800" i="1">
                                    <a:latin typeface="Cambria Math" panose="02040503050406030204" pitchFamily="18" charset="0"/>
                                  </a:rPr>
                                  <m:t>,(</m:t>
                                </m:r>
                                <m:r>
                                  <a:rPr lang="en-US" sz="1800" i="1">
                                    <a:latin typeface="Cambria Math" panose="02040503050406030204" pitchFamily="18" charset="0"/>
                                  </a:rPr>
                                  <m:t>𝐴𝐵</m:t>
                                </m:r>
                                <m:r>
                                  <a:rPr lang="en-US" sz="1800" i="1">
                                    <a:latin typeface="Cambria Math" panose="02040503050406030204" pitchFamily="18" charset="0"/>
                                  </a:rPr>
                                  <m:t>+,2)</m:t>
                                </m:r>
                              </m:sub>
                            </m:sSub>
                          </m:oMath>
                        </m:oMathPara>
                      </a14:m>
                      <a:endParaRPr lang="en-US" sz="1800"/>
                    </a:p>
                  </p:txBody>
                </p:sp>
              </mc:Choice>
              <mc:Fallback xmlns="">
                <p:sp>
                  <p:nvSpPr>
                    <p:cNvPr id="59447" name="Object 207"/>
                    <p:cNvSpPr txBox="1">
                      <a:spLocks noRot="1" noChangeAspect="1" noMove="1" noResize="1" noEditPoints="1" noAdjustHandles="1" noChangeArrowheads="1" noChangeShapeType="1" noTextEdit="1"/>
                    </p:cNvSpPr>
                    <p:nvPr/>
                  </p:nvSpPr>
                  <p:spPr bwMode="auto">
                    <a:xfrm>
                      <a:off x="84" y="683"/>
                      <a:ext cx="656" cy="320"/>
                    </a:xfrm>
                    <a:prstGeom prst="rect">
                      <a:avLst/>
                    </a:prstGeom>
                    <a:blipFill>
                      <a:blip r:embed="rId17"/>
                      <a:stretch>
                        <a:fillRect r="-585"/>
                      </a:stretch>
                    </a:blipFill>
                    <a:ln>
                      <a:noFill/>
                    </a:ln>
                    <a:effectLst/>
                  </p:spPr>
                  <p:txBody>
                    <a:bodyPr/>
                    <a:lstStyle/>
                    <a:p>
                      <a:r>
                        <a:rPr lang="en-US">
                          <a:noFill/>
                        </a:rPr>
                        <a:t> </a:t>
                      </a:r>
                    </a:p>
                  </p:txBody>
                </p:sp>
              </mc:Fallback>
            </mc:AlternateContent>
            <p:sp>
              <p:nvSpPr>
                <p:cNvPr id="59448" name="Line 208"/>
                <p:cNvSpPr>
                  <a:spLocks noChangeShapeType="1"/>
                </p:cNvSpPr>
                <p:nvPr/>
              </p:nvSpPr>
              <p:spPr bwMode="auto">
                <a:xfrm>
                  <a:off x="712" y="840"/>
                  <a:ext cx="288" cy="0"/>
                </a:xfrm>
                <a:prstGeom prst="line">
                  <a:avLst/>
                </a:prstGeom>
                <a:noFill/>
                <a:ln w="38100">
                  <a:solidFill>
                    <a:schemeClr val="tx1"/>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grpSp>
          <p:grpSp>
            <p:nvGrpSpPr>
              <p:cNvPr id="59438" name="Group 209"/>
              <p:cNvGrpSpPr>
                <a:grpSpLocks/>
              </p:cNvGrpSpPr>
              <p:nvPr/>
            </p:nvGrpSpPr>
            <p:grpSpPr bwMode="auto">
              <a:xfrm>
                <a:off x="124" y="2259"/>
                <a:ext cx="876" cy="320"/>
                <a:chOff x="124" y="683"/>
                <a:chExt cx="876" cy="320"/>
              </a:xfrm>
            </p:grpSpPr>
            <mc:AlternateContent xmlns:mc="http://schemas.openxmlformats.org/markup-compatibility/2006" xmlns:a14="http://schemas.microsoft.com/office/drawing/2010/main">
              <mc:Choice Requires="a14">
                <p:sp>
                  <p:nvSpPr>
                    <p:cNvPr id="59445" name="Object 210"/>
                    <p:cNvSpPr txBox="1"/>
                    <p:nvPr/>
                  </p:nvSpPr>
                  <p:spPr bwMode="auto">
                    <a:xfrm>
                      <a:off x="124" y="683"/>
                      <a:ext cx="576" cy="320"/>
                    </a:xfrm>
                    <a:prstGeom prst="rect">
                      <a:avLst/>
                    </a:prstGeom>
                    <a:noFill/>
                    <a:ln>
                      <a:noFill/>
                    </a:ln>
                    <a:effectLst/>
                  </p:spPr>
                  <p:txBody>
                    <a:bodyPr>
                      <a:normAutofit/>
                    </a:bodyPr>
                    <a:lstStyle/>
                    <a:p>
                      <a:pPr/>
                      <a14:m>
                        <m:oMathPara xmlns:m="http://schemas.openxmlformats.org/officeDocument/2006/math">
                          <m:oMathParaPr>
                            <m:jc m:val="left"/>
                          </m:oMathParaPr>
                          <m:oMath>
                            <m:sSub>
                              <m:sSubPr>
                                <m:ctrlPr>
                                  <a:rPr lang="en-US" sz="1800" i="1">
                                    <a:latin typeface="Cambria Math" panose="02040503050406030204" pitchFamily="18" charset="0"/>
                                  </a:rPr>
                                </m:ctrlPr>
                              </m:sSubPr>
                              <m:e>
                                <m:r>
                                  <a:rPr lang="en-US" sz="1800" i="1">
                                    <a:latin typeface="Cambria Math" panose="02040503050406030204" pitchFamily="18" charset="0"/>
                                  </a:rPr>
                                  <m:t>𝑅</m:t>
                                </m:r>
                              </m:e>
                              <m:sub>
                                <m:r>
                                  <a:rPr lang="en-US" sz="1800" i="1">
                                    <a:latin typeface="Cambria Math" panose="02040503050406030204" pitchFamily="18" charset="0"/>
                                  </a:rPr>
                                  <m:t>𝑡</m:t>
                                </m:r>
                                <m:r>
                                  <a:rPr lang="en-US" sz="1800" i="1">
                                    <a:latin typeface="Cambria Math" panose="02040503050406030204" pitchFamily="18" charset="0"/>
                                  </a:rPr>
                                  <m:t>,(</m:t>
                                </m:r>
                                <m:r>
                                  <a:rPr lang="en-US" sz="1800" i="1">
                                    <a:latin typeface="Cambria Math" panose="02040503050406030204" pitchFamily="18" charset="0"/>
                                  </a:rPr>
                                  <m:t>𝑂</m:t>
                                </m:r>
                                <m:r>
                                  <a:rPr lang="en-US" sz="1800" i="1">
                                    <a:latin typeface="Cambria Math" panose="02040503050406030204" pitchFamily="18" charset="0"/>
                                  </a:rPr>
                                  <m:t>−,0)</m:t>
                                </m:r>
                              </m:sub>
                            </m:sSub>
                          </m:oMath>
                        </m:oMathPara>
                      </a14:m>
                      <a:endParaRPr lang="en-US" sz="1800"/>
                    </a:p>
                  </p:txBody>
                </p:sp>
              </mc:Choice>
              <mc:Fallback xmlns="">
                <p:sp>
                  <p:nvSpPr>
                    <p:cNvPr id="59445" name="Object 210"/>
                    <p:cNvSpPr txBox="1">
                      <a:spLocks noRot="1" noChangeAspect="1" noMove="1" noResize="1" noEditPoints="1" noAdjustHandles="1" noChangeArrowheads="1" noChangeShapeType="1" noTextEdit="1"/>
                    </p:cNvSpPr>
                    <p:nvPr/>
                  </p:nvSpPr>
                  <p:spPr bwMode="auto">
                    <a:xfrm>
                      <a:off x="124" y="683"/>
                      <a:ext cx="576" cy="320"/>
                    </a:xfrm>
                    <a:prstGeom prst="rect">
                      <a:avLst/>
                    </a:prstGeom>
                    <a:blipFill>
                      <a:blip r:embed="rId18"/>
                      <a:stretch>
                        <a:fillRect r="-2667"/>
                      </a:stretch>
                    </a:blipFill>
                    <a:ln>
                      <a:noFill/>
                    </a:ln>
                    <a:effectLst/>
                  </p:spPr>
                  <p:txBody>
                    <a:bodyPr/>
                    <a:lstStyle/>
                    <a:p>
                      <a:r>
                        <a:rPr lang="en-US">
                          <a:noFill/>
                        </a:rPr>
                        <a:t> </a:t>
                      </a:r>
                    </a:p>
                  </p:txBody>
                </p:sp>
              </mc:Fallback>
            </mc:AlternateContent>
            <p:sp>
              <p:nvSpPr>
                <p:cNvPr id="59446" name="Line 211"/>
                <p:cNvSpPr>
                  <a:spLocks noChangeShapeType="1"/>
                </p:cNvSpPr>
                <p:nvPr/>
              </p:nvSpPr>
              <p:spPr bwMode="auto">
                <a:xfrm>
                  <a:off x="712" y="840"/>
                  <a:ext cx="288" cy="0"/>
                </a:xfrm>
                <a:prstGeom prst="line">
                  <a:avLst/>
                </a:prstGeom>
                <a:noFill/>
                <a:ln w="38100">
                  <a:solidFill>
                    <a:schemeClr val="tx1"/>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grpSp>
          <p:grpSp>
            <p:nvGrpSpPr>
              <p:cNvPr id="59439" name="Group 212"/>
              <p:cNvGrpSpPr>
                <a:grpSpLocks/>
              </p:cNvGrpSpPr>
              <p:nvPr/>
            </p:nvGrpSpPr>
            <p:grpSpPr bwMode="auto">
              <a:xfrm>
                <a:off x="140" y="2587"/>
                <a:ext cx="868" cy="320"/>
                <a:chOff x="132" y="683"/>
                <a:chExt cx="868" cy="320"/>
              </a:xfrm>
            </p:grpSpPr>
            <mc:AlternateContent xmlns:mc="http://schemas.openxmlformats.org/markup-compatibility/2006" xmlns:a14="http://schemas.microsoft.com/office/drawing/2010/main">
              <mc:Choice Requires="a14">
                <p:sp>
                  <p:nvSpPr>
                    <p:cNvPr id="59443" name="Object 213"/>
                    <p:cNvSpPr txBox="1"/>
                    <p:nvPr/>
                  </p:nvSpPr>
                  <p:spPr bwMode="auto">
                    <a:xfrm>
                      <a:off x="132" y="683"/>
                      <a:ext cx="560" cy="320"/>
                    </a:xfrm>
                    <a:prstGeom prst="rect">
                      <a:avLst/>
                    </a:prstGeom>
                    <a:noFill/>
                    <a:ln>
                      <a:noFill/>
                    </a:ln>
                    <a:effectLst/>
                  </p:spPr>
                  <p:txBody>
                    <a:bodyPr>
                      <a:normAutofit/>
                    </a:bodyPr>
                    <a:lstStyle/>
                    <a:p>
                      <a:pPr/>
                      <a14:m>
                        <m:oMathPara xmlns:m="http://schemas.openxmlformats.org/officeDocument/2006/math">
                          <m:oMathParaPr>
                            <m:jc m:val="left"/>
                          </m:oMathParaPr>
                          <m:oMath>
                            <m:sSub>
                              <m:sSubPr>
                                <m:ctrlPr>
                                  <a:rPr lang="en-US" sz="1800" i="1">
                                    <a:latin typeface="Cambria Math" panose="02040503050406030204" pitchFamily="18" charset="0"/>
                                  </a:rPr>
                                </m:ctrlPr>
                              </m:sSubPr>
                              <m:e>
                                <m:r>
                                  <a:rPr lang="en-US" sz="1800" i="1">
                                    <a:latin typeface="Cambria Math" panose="02040503050406030204" pitchFamily="18" charset="0"/>
                                  </a:rPr>
                                  <m:t>𝑅</m:t>
                                </m:r>
                              </m:e>
                              <m:sub>
                                <m:r>
                                  <a:rPr lang="en-US" sz="1800" i="1">
                                    <a:latin typeface="Cambria Math" panose="02040503050406030204" pitchFamily="18" charset="0"/>
                                  </a:rPr>
                                  <m:t>𝑡</m:t>
                                </m:r>
                                <m:r>
                                  <a:rPr lang="en-US" sz="1800" i="1">
                                    <a:latin typeface="Cambria Math" panose="02040503050406030204" pitchFamily="18" charset="0"/>
                                  </a:rPr>
                                  <m:t>,(</m:t>
                                </m:r>
                                <m:r>
                                  <a:rPr lang="en-US" sz="1800" i="1">
                                    <a:latin typeface="Cambria Math" panose="02040503050406030204" pitchFamily="18" charset="0"/>
                                  </a:rPr>
                                  <m:t>𝑂</m:t>
                                </m:r>
                                <m:r>
                                  <a:rPr lang="en-US" sz="1800" i="1">
                                    <a:latin typeface="Cambria Math" panose="02040503050406030204" pitchFamily="18" charset="0"/>
                                  </a:rPr>
                                  <m:t>−,1)</m:t>
                                </m:r>
                              </m:sub>
                            </m:sSub>
                          </m:oMath>
                        </m:oMathPara>
                      </a14:m>
                      <a:endParaRPr lang="en-US" sz="1800"/>
                    </a:p>
                  </p:txBody>
                </p:sp>
              </mc:Choice>
              <mc:Fallback xmlns="">
                <p:sp>
                  <p:nvSpPr>
                    <p:cNvPr id="59443" name="Object 213"/>
                    <p:cNvSpPr txBox="1">
                      <a:spLocks noRot="1" noChangeAspect="1" noMove="1" noResize="1" noEditPoints="1" noAdjustHandles="1" noChangeArrowheads="1" noChangeShapeType="1" noTextEdit="1"/>
                    </p:cNvSpPr>
                    <p:nvPr/>
                  </p:nvSpPr>
                  <p:spPr bwMode="auto">
                    <a:xfrm>
                      <a:off x="132" y="683"/>
                      <a:ext cx="560" cy="320"/>
                    </a:xfrm>
                    <a:prstGeom prst="rect">
                      <a:avLst/>
                    </a:prstGeom>
                    <a:blipFill>
                      <a:blip r:embed="rId19"/>
                      <a:stretch>
                        <a:fillRect r="-5479"/>
                      </a:stretch>
                    </a:blipFill>
                    <a:ln>
                      <a:noFill/>
                    </a:ln>
                    <a:effectLst/>
                  </p:spPr>
                  <p:txBody>
                    <a:bodyPr/>
                    <a:lstStyle/>
                    <a:p>
                      <a:r>
                        <a:rPr lang="en-US">
                          <a:noFill/>
                        </a:rPr>
                        <a:t> </a:t>
                      </a:r>
                    </a:p>
                  </p:txBody>
                </p:sp>
              </mc:Fallback>
            </mc:AlternateContent>
            <p:sp>
              <p:nvSpPr>
                <p:cNvPr id="59444" name="Line 214"/>
                <p:cNvSpPr>
                  <a:spLocks noChangeShapeType="1"/>
                </p:cNvSpPr>
                <p:nvPr/>
              </p:nvSpPr>
              <p:spPr bwMode="auto">
                <a:xfrm>
                  <a:off x="712" y="840"/>
                  <a:ext cx="288" cy="0"/>
                </a:xfrm>
                <a:prstGeom prst="line">
                  <a:avLst/>
                </a:prstGeom>
                <a:noFill/>
                <a:ln w="38100">
                  <a:solidFill>
                    <a:schemeClr val="tx1"/>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grpSp>
          <p:grpSp>
            <p:nvGrpSpPr>
              <p:cNvPr id="59440" name="Group 215"/>
              <p:cNvGrpSpPr>
                <a:grpSpLocks/>
              </p:cNvGrpSpPr>
              <p:nvPr/>
            </p:nvGrpSpPr>
            <p:grpSpPr bwMode="auto">
              <a:xfrm>
                <a:off x="124" y="2923"/>
                <a:ext cx="884" cy="320"/>
                <a:chOff x="116" y="683"/>
                <a:chExt cx="884" cy="320"/>
              </a:xfrm>
            </p:grpSpPr>
            <mc:AlternateContent xmlns:mc="http://schemas.openxmlformats.org/markup-compatibility/2006" xmlns:a14="http://schemas.microsoft.com/office/drawing/2010/main">
              <mc:Choice Requires="a14">
                <p:sp>
                  <p:nvSpPr>
                    <p:cNvPr id="59441" name="Object 216"/>
                    <p:cNvSpPr txBox="1"/>
                    <p:nvPr/>
                  </p:nvSpPr>
                  <p:spPr bwMode="auto">
                    <a:xfrm>
                      <a:off x="116" y="683"/>
                      <a:ext cx="592" cy="320"/>
                    </a:xfrm>
                    <a:prstGeom prst="rect">
                      <a:avLst/>
                    </a:prstGeom>
                    <a:noFill/>
                    <a:ln>
                      <a:noFill/>
                    </a:ln>
                    <a:effectLst/>
                  </p:spPr>
                  <p:txBody>
                    <a:bodyPr>
                      <a:normAutofit/>
                    </a:bodyPr>
                    <a:lstStyle/>
                    <a:p>
                      <a:pPr/>
                      <a14:m>
                        <m:oMathPara xmlns:m="http://schemas.openxmlformats.org/officeDocument/2006/math">
                          <m:oMathParaPr>
                            <m:jc m:val="left"/>
                          </m:oMathParaPr>
                          <m:oMath>
                            <m:sSub>
                              <m:sSubPr>
                                <m:ctrlPr>
                                  <a:rPr lang="en-US" sz="1800" i="1">
                                    <a:latin typeface="Cambria Math" panose="02040503050406030204" pitchFamily="18" charset="0"/>
                                  </a:rPr>
                                </m:ctrlPr>
                              </m:sSubPr>
                              <m:e>
                                <m:r>
                                  <a:rPr lang="en-US" sz="1800" i="1">
                                    <a:latin typeface="Cambria Math" panose="02040503050406030204" pitchFamily="18" charset="0"/>
                                  </a:rPr>
                                  <m:t>𝑅</m:t>
                                </m:r>
                              </m:e>
                              <m:sub>
                                <m:r>
                                  <a:rPr lang="en-US" sz="1800" i="1">
                                    <a:latin typeface="Cambria Math" panose="02040503050406030204" pitchFamily="18" charset="0"/>
                                  </a:rPr>
                                  <m:t>𝑡</m:t>
                                </m:r>
                                <m:r>
                                  <a:rPr lang="en-US" sz="1800" i="1">
                                    <a:latin typeface="Cambria Math" panose="02040503050406030204" pitchFamily="18" charset="0"/>
                                  </a:rPr>
                                  <m:t>,(</m:t>
                                </m:r>
                                <m:r>
                                  <a:rPr lang="en-US" sz="1800" i="1">
                                    <a:latin typeface="Cambria Math" panose="02040503050406030204" pitchFamily="18" charset="0"/>
                                  </a:rPr>
                                  <m:t>𝑂</m:t>
                                </m:r>
                                <m:r>
                                  <a:rPr lang="en-US" sz="1800" i="1">
                                    <a:latin typeface="Cambria Math" panose="02040503050406030204" pitchFamily="18" charset="0"/>
                                  </a:rPr>
                                  <m:t>−,2)</m:t>
                                </m:r>
                              </m:sub>
                            </m:sSub>
                          </m:oMath>
                        </m:oMathPara>
                      </a14:m>
                      <a:endParaRPr lang="en-US" sz="1800"/>
                    </a:p>
                  </p:txBody>
                </p:sp>
              </mc:Choice>
              <mc:Fallback xmlns="">
                <p:sp>
                  <p:nvSpPr>
                    <p:cNvPr id="59441" name="Object 216"/>
                    <p:cNvSpPr txBox="1">
                      <a:spLocks noRot="1" noChangeAspect="1" noMove="1" noResize="1" noEditPoints="1" noAdjustHandles="1" noChangeArrowheads="1" noChangeShapeType="1" noTextEdit="1"/>
                    </p:cNvSpPr>
                    <p:nvPr/>
                  </p:nvSpPr>
                  <p:spPr bwMode="auto">
                    <a:xfrm>
                      <a:off x="116" y="683"/>
                      <a:ext cx="592" cy="320"/>
                    </a:xfrm>
                    <a:prstGeom prst="rect">
                      <a:avLst/>
                    </a:prstGeom>
                    <a:blipFill>
                      <a:blip r:embed="rId20"/>
                      <a:stretch>
                        <a:fillRect/>
                      </a:stretch>
                    </a:blipFill>
                    <a:ln>
                      <a:noFill/>
                    </a:ln>
                    <a:effectLst/>
                  </p:spPr>
                  <p:txBody>
                    <a:bodyPr/>
                    <a:lstStyle/>
                    <a:p>
                      <a:r>
                        <a:rPr lang="en-US">
                          <a:noFill/>
                        </a:rPr>
                        <a:t> </a:t>
                      </a:r>
                    </a:p>
                  </p:txBody>
                </p:sp>
              </mc:Fallback>
            </mc:AlternateContent>
            <p:sp>
              <p:nvSpPr>
                <p:cNvPr id="59442" name="Line 217"/>
                <p:cNvSpPr>
                  <a:spLocks noChangeShapeType="1"/>
                </p:cNvSpPr>
                <p:nvPr/>
              </p:nvSpPr>
              <p:spPr bwMode="auto">
                <a:xfrm>
                  <a:off x="712" y="840"/>
                  <a:ext cx="288" cy="0"/>
                </a:xfrm>
                <a:prstGeom prst="line">
                  <a:avLst/>
                </a:prstGeom>
                <a:noFill/>
                <a:ln w="38100">
                  <a:solidFill>
                    <a:schemeClr val="tx1"/>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grpSp>
        </p:grpSp>
      </p:grpSp>
      <mc:AlternateContent xmlns:mc="http://schemas.openxmlformats.org/markup-compatibility/2006" xmlns:a14="http://schemas.microsoft.com/office/drawing/2010/main">
        <mc:Choice Requires="a14">
          <p:sp>
            <p:nvSpPr>
              <p:cNvPr id="3" name="Object 129">
                <a:extLst>
                  <a:ext uri="{FF2B5EF4-FFF2-40B4-BE49-F238E27FC236}">
                    <a16:creationId xmlns:a16="http://schemas.microsoft.com/office/drawing/2014/main" id="{B662C28F-516F-A4C3-5CB7-67E8166A8FA6}"/>
                  </a:ext>
                </a:extLst>
              </p:cNvPr>
              <p:cNvSpPr txBox="1"/>
              <p:nvPr/>
            </p:nvSpPr>
            <p:spPr bwMode="auto">
              <a:xfrm>
                <a:off x="3409950" y="195263"/>
                <a:ext cx="381000" cy="482600"/>
              </a:xfrm>
              <a:prstGeom prst="rect">
                <a:avLst/>
              </a:prstGeom>
              <a:noFill/>
              <a:ln>
                <a:noFill/>
              </a:ln>
              <a:effectLst/>
            </p:spPr>
            <p:txBody>
              <a:bodyPr>
                <a:normAutofit/>
              </a:bodyPr>
              <a:lstStyle/>
              <a:p>
                <a:pPr/>
                <a14:m>
                  <m:oMathPara xmlns:m="http://schemas.openxmlformats.org/officeDocument/2006/math">
                    <m:oMathParaPr>
                      <m:jc m:val="left"/>
                    </m:oMathParaPr>
                    <m:oMath>
                      <m:sSub>
                        <m:sSubPr>
                          <m:ctrlPr>
                            <a:rPr lang="en-US" sz="2000" i="1">
                              <a:latin typeface="Cambria Math" panose="02040503050406030204" pitchFamily="18" charset="0"/>
                            </a:rPr>
                          </m:ctrlPr>
                        </m:sSubPr>
                        <m:e>
                          <m:r>
                            <a:rPr lang="en-US" sz="2000" i="1">
                              <a:latin typeface="Cambria Math" panose="02040503050406030204" pitchFamily="18" charset="0"/>
                            </a:rPr>
                            <m:t>𝑅</m:t>
                          </m:r>
                        </m:e>
                        <m:sub>
                          <m:r>
                            <a:rPr lang="en-US" sz="2000" i="1">
                              <a:latin typeface="Cambria Math" panose="02040503050406030204" pitchFamily="18" charset="0"/>
                            </a:rPr>
                            <m:t>𝑡</m:t>
                          </m:r>
                        </m:sub>
                      </m:sSub>
                    </m:oMath>
                  </m:oMathPara>
                </a14:m>
                <a:endParaRPr lang="en-US" sz="2000" dirty="0"/>
              </a:p>
            </p:txBody>
          </p:sp>
        </mc:Choice>
        <mc:Fallback xmlns="">
          <p:sp>
            <p:nvSpPr>
              <p:cNvPr id="3" name="Object 129">
                <a:extLst>
                  <a:ext uri="{FF2B5EF4-FFF2-40B4-BE49-F238E27FC236}">
                    <a16:creationId xmlns:a16="http://schemas.microsoft.com/office/drawing/2014/main" id="{B662C28F-516F-A4C3-5CB7-67E8166A8FA6}"/>
                  </a:ext>
                </a:extLst>
              </p:cNvPr>
              <p:cNvSpPr txBox="1">
                <a:spLocks noRot="1" noChangeAspect="1" noMove="1" noResize="1" noEditPoints="1" noAdjustHandles="1" noChangeArrowheads="1" noChangeShapeType="1" noTextEdit="1"/>
              </p:cNvSpPr>
              <p:nvPr/>
            </p:nvSpPr>
            <p:spPr bwMode="auto">
              <a:xfrm>
                <a:off x="3409950" y="195263"/>
                <a:ext cx="381000" cy="482600"/>
              </a:xfrm>
              <a:prstGeom prst="rect">
                <a:avLst/>
              </a:prstGeom>
              <a:blipFill>
                <a:blip r:embed="rId21"/>
                <a:stretch>
                  <a:fillRect r="-1587"/>
                </a:stretch>
              </a:blipFill>
              <a:ln>
                <a:noFill/>
              </a:ln>
              <a:effectLst/>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5" name="Object 140">
                <a:extLst>
                  <a:ext uri="{FF2B5EF4-FFF2-40B4-BE49-F238E27FC236}">
                    <a16:creationId xmlns:a16="http://schemas.microsoft.com/office/drawing/2014/main" id="{26A2D2C9-07F4-8D37-5CC0-04EC9E967ADF}"/>
                  </a:ext>
                </a:extLst>
              </p:cNvPr>
              <p:cNvSpPr txBox="1"/>
              <p:nvPr/>
            </p:nvSpPr>
            <p:spPr bwMode="auto">
              <a:xfrm>
                <a:off x="5772150" y="195263"/>
                <a:ext cx="406400" cy="482600"/>
              </a:xfrm>
              <a:prstGeom prst="rect">
                <a:avLst/>
              </a:prstGeom>
              <a:noFill/>
              <a:ln>
                <a:noFill/>
              </a:ln>
              <a:effectLst/>
            </p:spPr>
            <p:txBody>
              <a:bodyPr>
                <a:normAutofit/>
              </a:bodyPr>
              <a:lstStyle/>
              <a:p>
                <a:pPr/>
                <a14:m>
                  <m:oMathPara xmlns:m="http://schemas.openxmlformats.org/officeDocument/2006/math">
                    <m:oMathParaPr>
                      <m:jc m:val="left"/>
                    </m:oMathParaPr>
                    <m:oMath>
                      <m:sSubSup>
                        <m:sSubSupPr>
                          <m:ctrlPr>
                            <a:rPr lang="en-US" sz="2000" i="1">
                              <a:latin typeface="Cambria Math" panose="02040503050406030204" pitchFamily="18" charset="0"/>
                            </a:rPr>
                          </m:ctrlPr>
                        </m:sSubSupPr>
                        <m:e>
                          <m:r>
                            <a:rPr lang="en-US" sz="2000" i="1">
                              <a:latin typeface="Cambria Math" panose="02040503050406030204" pitchFamily="18" charset="0"/>
                            </a:rPr>
                            <m:t>𝑅</m:t>
                          </m:r>
                        </m:e>
                        <m:sub>
                          <m:r>
                            <a:rPr lang="en-US" sz="2000" i="1">
                              <a:latin typeface="Cambria Math" panose="02040503050406030204" pitchFamily="18" charset="0"/>
                            </a:rPr>
                            <m:t>𝑡</m:t>
                          </m:r>
                        </m:sub>
                        <m:sup>
                          <m:r>
                            <a:rPr lang="en-US" sz="2000" i="1">
                              <a:latin typeface="Cambria Math" panose="02040503050406030204" pitchFamily="18" charset="0"/>
                            </a:rPr>
                            <m:t>𝑥</m:t>
                          </m:r>
                        </m:sup>
                      </m:sSubSup>
                    </m:oMath>
                  </m:oMathPara>
                </a14:m>
                <a:endParaRPr lang="en-US" sz="2000"/>
              </a:p>
            </p:txBody>
          </p:sp>
        </mc:Choice>
        <mc:Fallback xmlns="">
          <p:sp>
            <p:nvSpPr>
              <p:cNvPr id="5" name="Object 140">
                <a:extLst>
                  <a:ext uri="{FF2B5EF4-FFF2-40B4-BE49-F238E27FC236}">
                    <a16:creationId xmlns:a16="http://schemas.microsoft.com/office/drawing/2014/main" id="{26A2D2C9-07F4-8D37-5CC0-04EC9E967ADF}"/>
                  </a:ext>
                </a:extLst>
              </p:cNvPr>
              <p:cNvSpPr txBox="1">
                <a:spLocks noRot="1" noChangeAspect="1" noMove="1" noResize="1" noEditPoints="1" noAdjustHandles="1" noChangeArrowheads="1" noChangeShapeType="1" noTextEdit="1"/>
              </p:cNvSpPr>
              <p:nvPr/>
            </p:nvSpPr>
            <p:spPr bwMode="auto">
              <a:xfrm>
                <a:off x="5772150" y="195263"/>
                <a:ext cx="406400" cy="482600"/>
              </a:xfrm>
              <a:prstGeom prst="rect">
                <a:avLst/>
              </a:prstGeom>
              <a:blipFill>
                <a:blip r:embed="rId22"/>
                <a:stretch>
                  <a:fillRect r="-4478"/>
                </a:stretch>
              </a:blipFill>
              <a:ln>
                <a:noFill/>
              </a:ln>
              <a:effectLst/>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7" name="Object 193">
                <a:extLst>
                  <a:ext uri="{FF2B5EF4-FFF2-40B4-BE49-F238E27FC236}">
                    <a16:creationId xmlns:a16="http://schemas.microsoft.com/office/drawing/2014/main" id="{20CBF68C-5FAA-04D7-EAC8-8B4A2253E6C0}"/>
                  </a:ext>
                </a:extLst>
              </p:cNvPr>
              <p:cNvSpPr txBox="1"/>
              <p:nvPr/>
            </p:nvSpPr>
            <p:spPr bwMode="auto">
              <a:xfrm>
                <a:off x="7956550" y="195263"/>
                <a:ext cx="508000" cy="482600"/>
              </a:xfrm>
              <a:prstGeom prst="rect">
                <a:avLst/>
              </a:prstGeom>
              <a:noFill/>
              <a:ln>
                <a:noFill/>
              </a:ln>
              <a:effectLst/>
            </p:spPr>
            <p:txBody>
              <a:bodyPr>
                <a:noAutofit/>
              </a:bodyPr>
              <a:lstStyle/>
              <a:p>
                <a:pPr/>
                <a14:m>
                  <m:oMathPara xmlns:m="http://schemas.openxmlformats.org/officeDocument/2006/math">
                    <m:oMathParaPr>
                      <m:jc m:val="left"/>
                    </m:oMathParaPr>
                    <m:oMath>
                      <m:sSub>
                        <m:sSubPr>
                          <m:ctrlPr>
                            <a:rPr lang="en-US" sz="2000" i="1">
                              <a:latin typeface="Cambria Math" panose="02040503050406030204" pitchFamily="18" charset="0"/>
                            </a:rPr>
                          </m:ctrlPr>
                        </m:sSubPr>
                        <m:e>
                          <m:r>
                            <a:rPr lang="en-US" sz="2000" i="1">
                              <a:latin typeface="Cambria Math" panose="02040503050406030204" pitchFamily="18" charset="0"/>
                            </a:rPr>
                            <m:t>𝑅</m:t>
                          </m:r>
                        </m:e>
                        <m:sub>
                          <m:r>
                            <a:rPr lang="en-US" sz="2000" i="1">
                              <a:latin typeface="Cambria Math" panose="02040503050406030204" pitchFamily="18" charset="0"/>
                            </a:rPr>
                            <m:t>𝑡</m:t>
                          </m:r>
                          <m:r>
                            <a:rPr lang="en-US" sz="2000" i="1">
                              <a:latin typeface="Cambria Math" panose="02040503050406030204" pitchFamily="18" charset="0"/>
                            </a:rPr>
                            <m:t>+1</m:t>
                          </m:r>
                        </m:sub>
                      </m:sSub>
                    </m:oMath>
                  </m:oMathPara>
                </a14:m>
                <a:endParaRPr lang="en-US" sz="2000"/>
              </a:p>
            </p:txBody>
          </p:sp>
        </mc:Choice>
        <mc:Fallback xmlns="">
          <p:sp>
            <p:nvSpPr>
              <p:cNvPr id="7" name="Object 193">
                <a:extLst>
                  <a:ext uri="{FF2B5EF4-FFF2-40B4-BE49-F238E27FC236}">
                    <a16:creationId xmlns:a16="http://schemas.microsoft.com/office/drawing/2014/main" id="{20CBF68C-5FAA-04D7-EAC8-8B4A2253E6C0}"/>
                  </a:ext>
                </a:extLst>
              </p:cNvPr>
              <p:cNvSpPr txBox="1">
                <a:spLocks noRot="1" noChangeAspect="1" noMove="1" noResize="1" noEditPoints="1" noAdjustHandles="1" noChangeArrowheads="1" noChangeShapeType="1" noTextEdit="1"/>
              </p:cNvSpPr>
              <p:nvPr/>
            </p:nvSpPr>
            <p:spPr bwMode="auto">
              <a:xfrm>
                <a:off x="7956550" y="195263"/>
                <a:ext cx="508000" cy="482600"/>
              </a:xfrm>
              <a:prstGeom prst="rect">
                <a:avLst/>
              </a:prstGeom>
              <a:blipFill>
                <a:blip r:embed="rId23"/>
                <a:stretch>
                  <a:fillRect r="-23810"/>
                </a:stretch>
              </a:blipFill>
              <a:ln>
                <a:noFill/>
              </a:ln>
              <a:effectLst/>
            </p:spPr>
            <p:txBody>
              <a:bodyPr/>
              <a:lstStyle/>
              <a:p>
                <a:r>
                  <a:rPr lang="en-US">
                    <a:noFill/>
                  </a:rPr>
                  <a:t> </a:t>
                </a:r>
              </a:p>
            </p:txBody>
          </p:sp>
        </mc:Fallback>
      </mc:AlternateContent>
    </p:spTree>
    <p:extLst>
      <p:ext uri="{BB962C8B-B14F-4D97-AF65-F5344CB8AC3E}">
        <p14:creationId xmlns:p14="http://schemas.microsoft.com/office/powerpoint/2010/main" val="1217016772"/>
      </p:ext>
    </p:extLst>
  </p:cSld>
  <p:clrMapOvr>
    <a:masterClrMapping/>
  </p:clrMapOvr>
</p:sld>
</file>

<file path=ppt/slides/slide16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60418" name="Group 2"/>
          <p:cNvGrpSpPr>
            <a:grpSpLocks/>
          </p:cNvGrpSpPr>
          <p:nvPr/>
        </p:nvGrpSpPr>
        <p:grpSpPr bwMode="auto">
          <a:xfrm>
            <a:off x="3082926" y="863600"/>
            <a:ext cx="790575" cy="1409700"/>
            <a:chOff x="430" y="656"/>
            <a:chExt cx="498" cy="888"/>
          </a:xfrm>
        </p:grpSpPr>
        <p:sp>
          <p:nvSpPr>
            <p:cNvPr id="60512" name="Rectangle 3"/>
            <p:cNvSpPr>
              <a:spLocks noChangeArrowheads="1"/>
            </p:cNvSpPr>
            <p:nvPr/>
          </p:nvSpPr>
          <p:spPr bwMode="auto">
            <a:xfrm>
              <a:off x="432" y="656"/>
              <a:ext cx="496" cy="224"/>
            </a:xfrm>
            <a:prstGeom prst="rect">
              <a:avLst/>
            </a:prstGeom>
            <a:noFill/>
            <a:ln w="19050">
              <a:solidFill>
                <a:schemeClr val="tx1"/>
              </a:solidFill>
              <a:miter lim="800000"/>
              <a:headEnd/>
              <a:tailEnd type="none" w="med" len="lg"/>
            </a:ln>
            <a:extLst>
              <a:ext uri="{909E8E84-426E-40DD-AFC4-6F175D3DCCD1}">
                <a14:hiddenFill xmlns:a14="http://schemas.microsoft.com/office/drawing/2010/main">
                  <a:solidFill>
                    <a:srgbClr val="FFFFFF"/>
                  </a:solidFill>
                </a14:hiddenFill>
              </a:ext>
            </a:extLst>
          </p:spPr>
          <p:txBody>
            <a:bodyPr wrap="none" anchor="ct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endParaRPr lang="en-US" altLang="en-US"/>
            </a:p>
          </p:txBody>
        </p:sp>
        <p:sp>
          <p:nvSpPr>
            <p:cNvPr id="60513" name="Text Box 4"/>
            <p:cNvSpPr txBox="1">
              <a:spLocks noChangeArrowheads="1"/>
            </p:cNvSpPr>
            <p:nvPr/>
          </p:nvSpPr>
          <p:spPr bwMode="auto">
            <a:xfrm>
              <a:off x="430" y="656"/>
              <a:ext cx="422"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type="none" w="med" len="lg"/>
                </a14:hiddenLine>
              </a:ext>
            </a:extLst>
          </p:spPr>
          <p:txBody>
            <a:bodyPr wrap="none">
              <a:spAutoFit/>
            </a:bodyP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pPr algn="l" eaLnBrk="1" hangingPunct="1"/>
              <a:r>
                <a:rPr lang="en-US" altLang="en-US" i="0">
                  <a:cs typeface="Arial" panose="020B0604020202020204" pitchFamily="34" charset="0"/>
                </a:rPr>
                <a:t>AB+,0</a:t>
              </a:r>
            </a:p>
          </p:txBody>
        </p:sp>
        <p:sp>
          <p:nvSpPr>
            <p:cNvPr id="60514" name="Rectangle 5"/>
            <p:cNvSpPr>
              <a:spLocks noChangeArrowheads="1"/>
            </p:cNvSpPr>
            <p:nvPr/>
          </p:nvSpPr>
          <p:spPr bwMode="auto">
            <a:xfrm>
              <a:off x="432" y="984"/>
              <a:ext cx="496" cy="224"/>
            </a:xfrm>
            <a:prstGeom prst="rect">
              <a:avLst/>
            </a:prstGeom>
            <a:noFill/>
            <a:ln w="19050">
              <a:solidFill>
                <a:schemeClr val="tx1"/>
              </a:solidFill>
              <a:miter lim="800000"/>
              <a:headEnd/>
              <a:tailEnd type="none" w="med" len="lg"/>
            </a:ln>
            <a:extLst>
              <a:ext uri="{909E8E84-426E-40DD-AFC4-6F175D3DCCD1}">
                <a14:hiddenFill xmlns:a14="http://schemas.microsoft.com/office/drawing/2010/main">
                  <a:solidFill>
                    <a:srgbClr val="FFFFFF"/>
                  </a:solidFill>
                </a14:hiddenFill>
              </a:ext>
            </a:extLst>
          </p:spPr>
          <p:txBody>
            <a:bodyPr wrap="none" anchor="ct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endParaRPr lang="en-US" altLang="en-US"/>
            </a:p>
          </p:txBody>
        </p:sp>
        <p:sp>
          <p:nvSpPr>
            <p:cNvPr id="60515" name="Text Box 6"/>
            <p:cNvSpPr txBox="1">
              <a:spLocks noChangeArrowheads="1"/>
            </p:cNvSpPr>
            <p:nvPr/>
          </p:nvSpPr>
          <p:spPr bwMode="auto">
            <a:xfrm>
              <a:off x="434" y="984"/>
              <a:ext cx="422"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type="none" w="med" len="lg"/>
                </a14:hiddenLine>
              </a:ext>
            </a:extLst>
          </p:spPr>
          <p:txBody>
            <a:bodyPr wrap="none">
              <a:spAutoFit/>
            </a:bodyP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pPr algn="l" eaLnBrk="1" hangingPunct="1"/>
              <a:r>
                <a:rPr lang="en-US" altLang="en-US" i="0">
                  <a:cs typeface="Arial" panose="020B0604020202020204" pitchFamily="34" charset="0"/>
                </a:rPr>
                <a:t>AB+,1</a:t>
              </a:r>
            </a:p>
          </p:txBody>
        </p:sp>
        <p:sp>
          <p:nvSpPr>
            <p:cNvPr id="60516" name="Rectangle 7"/>
            <p:cNvSpPr>
              <a:spLocks noChangeArrowheads="1"/>
            </p:cNvSpPr>
            <p:nvPr/>
          </p:nvSpPr>
          <p:spPr bwMode="auto">
            <a:xfrm>
              <a:off x="432" y="1320"/>
              <a:ext cx="496" cy="224"/>
            </a:xfrm>
            <a:prstGeom prst="rect">
              <a:avLst/>
            </a:prstGeom>
            <a:noFill/>
            <a:ln w="19050">
              <a:solidFill>
                <a:schemeClr val="tx1"/>
              </a:solidFill>
              <a:miter lim="800000"/>
              <a:headEnd/>
              <a:tailEnd type="none" w="med" len="lg"/>
            </a:ln>
            <a:extLst>
              <a:ext uri="{909E8E84-426E-40DD-AFC4-6F175D3DCCD1}">
                <a14:hiddenFill xmlns:a14="http://schemas.microsoft.com/office/drawing/2010/main">
                  <a:solidFill>
                    <a:srgbClr val="FFFFFF"/>
                  </a:solidFill>
                </a14:hiddenFill>
              </a:ext>
            </a:extLst>
          </p:spPr>
          <p:txBody>
            <a:bodyPr wrap="none" anchor="ct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endParaRPr lang="en-US" altLang="en-US"/>
            </a:p>
          </p:txBody>
        </p:sp>
        <p:sp>
          <p:nvSpPr>
            <p:cNvPr id="60517" name="Text Box 8"/>
            <p:cNvSpPr txBox="1">
              <a:spLocks noChangeArrowheads="1"/>
            </p:cNvSpPr>
            <p:nvPr/>
          </p:nvSpPr>
          <p:spPr bwMode="auto">
            <a:xfrm>
              <a:off x="430" y="1320"/>
              <a:ext cx="422"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type="none" w="med" len="lg"/>
                </a14:hiddenLine>
              </a:ext>
            </a:extLst>
          </p:spPr>
          <p:txBody>
            <a:bodyPr wrap="none">
              <a:spAutoFit/>
            </a:bodyP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pPr algn="l" eaLnBrk="1" hangingPunct="1"/>
              <a:r>
                <a:rPr lang="en-US" altLang="en-US" i="0">
                  <a:cs typeface="Arial" panose="020B0604020202020204" pitchFamily="34" charset="0"/>
                </a:rPr>
                <a:t>AB+,2</a:t>
              </a:r>
            </a:p>
          </p:txBody>
        </p:sp>
      </p:grpSp>
      <p:sp>
        <p:nvSpPr>
          <p:cNvPr id="60419" name="Rectangle 9"/>
          <p:cNvSpPr>
            <a:spLocks noChangeArrowheads="1"/>
          </p:cNvSpPr>
          <p:nvPr/>
        </p:nvSpPr>
        <p:spPr bwMode="auto">
          <a:xfrm>
            <a:off x="5454650" y="6003925"/>
            <a:ext cx="584200" cy="508000"/>
          </a:xfrm>
          <a:prstGeom prst="rect">
            <a:avLst/>
          </a:prstGeom>
          <a:noFill/>
          <a:ln w="57150" cmpd="thinThick">
            <a:solidFill>
              <a:schemeClr val="tx1"/>
            </a:solidFill>
            <a:miter lim="800000"/>
            <a:headEnd/>
            <a:tailEnd type="none" w="med" len="lg"/>
          </a:ln>
          <a:extLst>
            <a:ext uri="{909E8E84-426E-40DD-AFC4-6F175D3DCCD1}">
              <a14:hiddenFill xmlns:a14="http://schemas.microsoft.com/office/drawing/2010/main">
                <a:solidFill>
                  <a:srgbClr val="FFFFFF"/>
                </a:solidFill>
              </a14:hiddenFill>
            </a:ext>
          </a:extLst>
        </p:spPr>
        <p:txBody>
          <a:bodyPr wrap="none" anchor="ct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endParaRPr lang="en-US" altLang="en-US"/>
          </a:p>
        </p:txBody>
      </p:sp>
      <p:cxnSp>
        <p:nvCxnSpPr>
          <p:cNvPr id="60420" name="AutoShape 10"/>
          <p:cNvCxnSpPr>
            <a:cxnSpLocks noChangeShapeType="1"/>
            <a:stCxn id="60512" idx="3"/>
            <a:endCxn id="60506" idx="1"/>
          </p:cNvCxnSpPr>
          <p:nvPr/>
        </p:nvCxnSpPr>
        <p:spPr bwMode="auto">
          <a:xfrm>
            <a:off x="3873501" y="1041400"/>
            <a:ext cx="1590675" cy="490538"/>
          </a:xfrm>
          <a:prstGeom prst="straightConnector1">
            <a:avLst/>
          </a:prstGeom>
          <a:noFill/>
          <a:ln w="19050">
            <a:solidFill>
              <a:schemeClr val="tx1"/>
            </a:solidFill>
            <a:prstDash val="sysDot"/>
            <a:round/>
            <a:headEnd/>
            <a:tailEnd type="stealth" w="med" len="lg"/>
          </a:ln>
          <a:extLst>
            <a:ext uri="{909E8E84-426E-40DD-AFC4-6F175D3DCCD1}">
              <a14:hiddenFill xmlns:a14="http://schemas.microsoft.com/office/drawing/2010/main">
                <a:noFill/>
              </a14:hiddenFill>
            </a:ext>
          </a:extLst>
        </p:spPr>
      </p:cxnSp>
      <p:cxnSp>
        <p:nvCxnSpPr>
          <p:cNvPr id="60421" name="AutoShape 11"/>
          <p:cNvCxnSpPr>
            <a:cxnSpLocks noChangeShapeType="1"/>
            <a:stCxn id="60514" idx="3"/>
            <a:endCxn id="60508" idx="1"/>
          </p:cNvCxnSpPr>
          <p:nvPr/>
        </p:nvCxnSpPr>
        <p:spPr bwMode="auto">
          <a:xfrm>
            <a:off x="3873501" y="1562100"/>
            <a:ext cx="1584325" cy="503238"/>
          </a:xfrm>
          <a:prstGeom prst="straightConnector1">
            <a:avLst/>
          </a:prstGeom>
          <a:noFill/>
          <a:ln w="19050">
            <a:solidFill>
              <a:schemeClr val="tx1"/>
            </a:solidFill>
            <a:prstDash val="sysDot"/>
            <a:round/>
            <a:headEnd/>
            <a:tailEnd type="stealth" w="med" len="lg"/>
          </a:ln>
          <a:extLst>
            <a:ext uri="{909E8E84-426E-40DD-AFC4-6F175D3DCCD1}">
              <a14:hiddenFill xmlns:a14="http://schemas.microsoft.com/office/drawing/2010/main">
                <a:noFill/>
              </a14:hiddenFill>
            </a:ext>
          </a:extLst>
        </p:spPr>
      </p:cxnSp>
      <p:cxnSp>
        <p:nvCxnSpPr>
          <p:cNvPr id="60422" name="AutoShape 12"/>
          <p:cNvCxnSpPr>
            <a:cxnSpLocks noChangeShapeType="1"/>
            <a:stCxn id="60516" idx="3"/>
            <a:endCxn id="60511" idx="1"/>
          </p:cNvCxnSpPr>
          <p:nvPr/>
        </p:nvCxnSpPr>
        <p:spPr bwMode="auto">
          <a:xfrm>
            <a:off x="3873501" y="2095500"/>
            <a:ext cx="1577973" cy="490538"/>
          </a:xfrm>
          <a:prstGeom prst="straightConnector1">
            <a:avLst/>
          </a:prstGeom>
          <a:noFill/>
          <a:ln w="19050">
            <a:solidFill>
              <a:schemeClr val="tx1"/>
            </a:solidFill>
            <a:prstDash val="sysDot"/>
            <a:round/>
            <a:headEnd/>
            <a:tailEnd type="stealth" w="med" len="lg"/>
          </a:ln>
          <a:extLst>
            <a:ext uri="{909E8E84-426E-40DD-AFC4-6F175D3DCCD1}">
              <a14:hiddenFill xmlns:a14="http://schemas.microsoft.com/office/drawing/2010/main">
                <a:noFill/>
              </a14:hiddenFill>
            </a:ext>
          </a:extLst>
        </p:spPr>
      </p:cxnSp>
      <p:cxnSp>
        <p:nvCxnSpPr>
          <p:cNvPr id="60423" name="AutoShape 13"/>
          <p:cNvCxnSpPr>
            <a:cxnSpLocks noChangeShapeType="1"/>
            <a:endCxn id="60497" idx="1"/>
          </p:cNvCxnSpPr>
          <p:nvPr/>
        </p:nvCxnSpPr>
        <p:spPr bwMode="auto">
          <a:xfrm>
            <a:off x="3883025" y="3162300"/>
            <a:ext cx="1581150" cy="1017588"/>
          </a:xfrm>
          <a:prstGeom prst="straightConnector1">
            <a:avLst/>
          </a:prstGeom>
          <a:noFill/>
          <a:ln w="19050">
            <a:solidFill>
              <a:schemeClr val="tx1"/>
            </a:solidFill>
            <a:prstDash val="sysDot"/>
            <a:round/>
            <a:headEnd/>
            <a:tailEnd type="stealth" w="med" len="lg"/>
          </a:ln>
          <a:extLst>
            <a:ext uri="{909E8E84-426E-40DD-AFC4-6F175D3DCCD1}">
              <a14:hiddenFill xmlns:a14="http://schemas.microsoft.com/office/drawing/2010/main">
                <a:noFill/>
              </a14:hiddenFill>
            </a:ext>
          </a:extLst>
        </p:spPr>
      </p:cxnSp>
      <p:cxnSp>
        <p:nvCxnSpPr>
          <p:cNvPr id="60424" name="AutoShape 14"/>
          <p:cNvCxnSpPr>
            <a:cxnSpLocks noChangeShapeType="1"/>
            <a:endCxn id="60499" idx="1"/>
          </p:cNvCxnSpPr>
          <p:nvPr/>
        </p:nvCxnSpPr>
        <p:spPr bwMode="auto">
          <a:xfrm>
            <a:off x="3883025" y="3683000"/>
            <a:ext cx="1574800" cy="1030288"/>
          </a:xfrm>
          <a:prstGeom prst="straightConnector1">
            <a:avLst/>
          </a:prstGeom>
          <a:noFill/>
          <a:ln w="19050">
            <a:solidFill>
              <a:schemeClr val="tx1"/>
            </a:solidFill>
            <a:prstDash val="sysDot"/>
            <a:round/>
            <a:headEnd/>
            <a:tailEnd type="stealth" w="med" len="lg"/>
          </a:ln>
          <a:extLst>
            <a:ext uri="{909E8E84-426E-40DD-AFC4-6F175D3DCCD1}">
              <a14:hiddenFill xmlns:a14="http://schemas.microsoft.com/office/drawing/2010/main">
                <a:noFill/>
              </a14:hiddenFill>
            </a:ext>
          </a:extLst>
        </p:spPr>
      </p:cxnSp>
      <p:cxnSp>
        <p:nvCxnSpPr>
          <p:cNvPr id="60425" name="AutoShape 15"/>
          <p:cNvCxnSpPr>
            <a:cxnSpLocks noChangeShapeType="1"/>
            <a:endCxn id="60502" idx="1"/>
          </p:cNvCxnSpPr>
          <p:nvPr/>
        </p:nvCxnSpPr>
        <p:spPr bwMode="auto">
          <a:xfrm>
            <a:off x="3883025" y="4229100"/>
            <a:ext cx="1568450" cy="1004888"/>
          </a:xfrm>
          <a:prstGeom prst="straightConnector1">
            <a:avLst/>
          </a:prstGeom>
          <a:noFill/>
          <a:ln w="19050">
            <a:solidFill>
              <a:schemeClr val="tx1"/>
            </a:solidFill>
            <a:prstDash val="sysDot"/>
            <a:round/>
            <a:headEnd/>
            <a:tailEnd type="stealth" w="med" len="lg"/>
          </a:ln>
          <a:extLst>
            <a:ext uri="{909E8E84-426E-40DD-AFC4-6F175D3DCCD1}">
              <a14:hiddenFill xmlns:a14="http://schemas.microsoft.com/office/drawing/2010/main">
                <a:noFill/>
              </a14:hiddenFill>
            </a:ext>
          </a:extLst>
        </p:spPr>
      </p:cxnSp>
      <p:cxnSp>
        <p:nvCxnSpPr>
          <p:cNvPr id="60426" name="AutoShape 16"/>
          <p:cNvCxnSpPr>
            <a:cxnSpLocks noChangeShapeType="1"/>
            <a:stCxn id="60512" idx="3"/>
            <a:endCxn id="60419" idx="1"/>
          </p:cNvCxnSpPr>
          <p:nvPr/>
        </p:nvCxnSpPr>
        <p:spPr bwMode="auto">
          <a:xfrm>
            <a:off x="3883025" y="1041401"/>
            <a:ext cx="1543050" cy="5216525"/>
          </a:xfrm>
          <a:prstGeom prst="straightConnector1">
            <a:avLst/>
          </a:prstGeom>
          <a:noFill/>
          <a:ln w="19050">
            <a:solidFill>
              <a:schemeClr val="tx1"/>
            </a:solidFill>
            <a:round/>
            <a:headEnd/>
            <a:tailEnd type="stealth" w="med" len="lg"/>
          </a:ln>
          <a:extLst>
            <a:ext uri="{909E8E84-426E-40DD-AFC4-6F175D3DCCD1}">
              <a14:hiddenFill xmlns:a14="http://schemas.microsoft.com/office/drawing/2010/main">
                <a:noFill/>
              </a14:hiddenFill>
            </a:ext>
          </a:extLst>
        </p:spPr>
      </p:cxnSp>
      <p:cxnSp>
        <p:nvCxnSpPr>
          <p:cNvPr id="60427" name="AutoShape 17"/>
          <p:cNvCxnSpPr>
            <a:cxnSpLocks noChangeShapeType="1"/>
            <a:stCxn id="60514" idx="3"/>
            <a:endCxn id="60419" idx="1"/>
          </p:cNvCxnSpPr>
          <p:nvPr/>
        </p:nvCxnSpPr>
        <p:spPr bwMode="auto">
          <a:xfrm>
            <a:off x="3883025" y="1562101"/>
            <a:ext cx="1543050" cy="4695825"/>
          </a:xfrm>
          <a:prstGeom prst="straightConnector1">
            <a:avLst/>
          </a:prstGeom>
          <a:noFill/>
          <a:ln w="19050">
            <a:solidFill>
              <a:schemeClr val="tx1"/>
            </a:solidFill>
            <a:round/>
            <a:headEnd/>
            <a:tailEnd type="stealth" w="med" len="lg"/>
          </a:ln>
          <a:extLst>
            <a:ext uri="{909E8E84-426E-40DD-AFC4-6F175D3DCCD1}">
              <a14:hiddenFill xmlns:a14="http://schemas.microsoft.com/office/drawing/2010/main">
                <a:noFill/>
              </a14:hiddenFill>
            </a:ext>
          </a:extLst>
        </p:spPr>
      </p:cxnSp>
      <p:cxnSp>
        <p:nvCxnSpPr>
          <p:cNvPr id="60428" name="AutoShape 18"/>
          <p:cNvCxnSpPr>
            <a:cxnSpLocks noChangeShapeType="1"/>
            <a:stCxn id="60516" idx="3"/>
            <a:endCxn id="60419" idx="1"/>
          </p:cNvCxnSpPr>
          <p:nvPr/>
        </p:nvCxnSpPr>
        <p:spPr bwMode="auto">
          <a:xfrm>
            <a:off x="3883025" y="2095501"/>
            <a:ext cx="1543050" cy="4162425"/>
          </a:xfrm>
          <a:prstGeom prst="straightConnector1">
            <a:avLst/>
          </a:prstGeom>
          <a:noFill/>
          <a:ln w="19050">
            <a:solidFill>
              <a:schemeClr val="tx1"/>
            </a:solidFill>
            <a:round/>
            <a:headEnd/>
            <a:tailEnd type="stealth" w="med" len="lg"/>
          </a:ln>
          <a:extLst>
            <a:ext uri="{909E8E84-426E-40DD-AFC4-6F175D3DCCD1}">
              <a14:hiddenFill xmlns:a14="http://schemas.microsoft.com/office/drawing/2010/main">
                <a:noFill/>
              </a14:hiddenFill>
            </a:ext>
          </a:extLst>
        </p:spPr>
      </p:cxnSp>
      <p:cxnSp>
        <p:nvCxnSpPr>
          <p:cNvPr id="60429" name="AutoShape 19"/>
          <p:cNvCxnSpPr>
            <a:cxnSpLocks noChangeShapeType="1"/>
            <a:stCxn id="60434" idx="3"/>
            <a:endCxn id="60419" idx="1"/>
          </p:cNvCxnSpPr>
          <p:nvPr/>
        </p:nvCxnSpPr>
        <p:spPr bwMode="auto">
          <a:xfrm>
            <a:off x="3883025" y="3155951"/>
            <a:ext cx="1543050" cy="3101975"/>
          </a:xfrm>
          <a:prstGeom prst="straightConnector1">
            <a:avLst/>
          </a:prstGeom>
          <a:noFill/>
          <a:ln w="19050">
            <a:solidFill>
              <a:schemeClr val="tx1"/>
            </a:solidFill>
            <a:round/>
            <a:headEnd/>
            <a:tailEnd type="stealth" w="med" len="lg"/>
          </a:ln>
          <a:extLst>
            <a:ext uri="{909E8E84-426E-40DD-AFC4-6F175D3DCCD1}">
              <a14:hiddenFill xmlns:a14="http://schemas.microsoft.com/office/drawing/2010/main">
                <a:noFill/>
              </a14:hiddenFill>
            </a:ext>
          </a:extLst>
        </p:spPr>
      </p:cxnSp>
      <p:cxnSp>
        <p:nvCxnSpPr>
          <p:cNvPr id="60430" name="AutoShape 20"/>
          <p:cNvCxnSpPr>
            <a:cxnSpLocks noChangeShapeType="1"/>
            <a:stCxn id="60436" idx="3"/>
            <a:endCxn id="60419" idx="1"/>
          </p:cNvCxnSpPr>
          <p:nvPr/>
        </p:nvCxnSpPr>
        <p:spPr bwMode="auto">
          <a:xfrm>
            <a:off x="3883025" y="3676651"/>
            <a:ext cx="1543050" cy="2581275"/>
          </a:xfrm>
          <a:prstGeom prst="straightConnector1">
            <a:avLst/>
          </a:prstGeom>
          <a:noFill/>
          <a:ln w="19050">
            <a:solidFill>
              <a:schemeClr val="tx1"/>
            </a:solidFill>
            <a:round/>
            <a:headEnd/>
            <a:tailEnd type="stealth" w="med" len="lg"/>
          </a:ln>
          <a:extLst>
            <a:ext uri="{909E8E84-426E-40DD-AFC4-6F175D3DCCD1}">
              <a14:hiddenFill xmlns:a14="http://schemas.microsoft.com/office/drawing/2010/main">
                <a:noFill/>
              </a14:hiddenFill>
            </a:ext>
          </a:extLst>
        </p:spPr>
      </p:cxnSp>
      <mc:AlternateContent xmlns:mc="http://schemas.openxmlformats.org/markup-compatibility/2006" xmlns:a14="http://schemas.microsoft.com/office/drawing/2010/main">
        <mc:Choice Requires="a14">
          <p:sp>
            <p:nvSpPr>
              <p:cNvPr id="60431" name="Object 21"/>
              <p:cNvSpPr txBox="1"/>
              <p:nvPr/>
            </p:nvSpPr>
            <p:spPr bwMode="auto">
              <a:xfrm>
                <a:off x="3409950" y="195263"/>
                <a:ext cx="381000" cy="482600"/>
              </a:xfrm>
              <a:prstGeom prst="rect">
                <a:avLst/>
              </a:prstGeom>
              <a:noFill/>
              <a:ln>
                <a:noFill/>
              </a:ln>
              <a:effectLst/>
            </p:spPr>
            <p:txBody>
              <a:bodyPr>
                <a:normAutofit/>
              </a:bodyPr>
              <a:lstStyle/>
              <a:p>
                <a:pPr/>
                <a14:m>
                  <m:oMathPara xmlns:m="http://schemas.openxmlformats.org/officeDocument/2006/math">
                    <m:oMathParaPr>
                      <m:jc m:val="left"/>
                    </m:oMathParaPr>
                    <m:oMath>
                      <m:sSub>
                        <m:sSubPr>
                          <m:ctrlPr>
                            <a:rPr lang="en-US" sz="2000" i="1">
                              <a:latin typeface="Cambria Math" panose="02040503050406030204" pitchFamily="18" charset="0"/>
                            </a:rPr>
                          </m:ctrlPr>
                        </m:sSubPr>
                        <m:e>
                          <m:r>
                            <a:rPr lang="en-US" sz="2000" i="1">
                              <a:latin typeface="Cambria Math" panose="02040503050406030204" pitchFamily="18" charset="0"/>
                            </a:rPr>
                            <m:t>𝑅</m:t>
                          </m:r>
                        </m:e>
                        <m:sub>
                          <m:r>
                            <a:rPr lang="en-US" sz="2000" i="1">
                              <a:latin typeface="Cambria Math" panose="02040503050406030204" pitchFamily="18" charset="0"/>
                            </a:rPr>
                            <m:t>𝑡</m:t>
                          </m:r>
                        </m:sub>
                      </m:sSub>
                    </m:oMath>
                  </m:oMathPara>
                </a14:m>
                <a:endParaRPr lang="en-US" sz="2000"/>
              </a:p>
            </p:txBody>
          </p:sp>
        </mc:Choice>
        <mc:Fallback xmlns="">
          <p:sp>
            <p:nvSpPr>
              <p:cNvPr id="60431" name="Object 21"/>
              <p:cNvSpPr txBox="1">
                <a:spLocks noRot="1" noChangeAspect="1" noMove="1" noResize="1" noEditPoints="1" noAdjustHandles="1" noChangeArrowheads="1" noChangeShapeType="1" noTextEdit="1"/>
              </p:cNvSpPr>
              <p:nvPr/>
            </p:nvSpPr>
            <p:spPr bwMode="auto">
              <a:xfrm>
                <a:off x="3409950" y="195263"/>
                <a:ext cx="381000" cy="482600"/>
              </a:xfrm>
              <a:prstGeom prst="rect">
                <a:avLst/>
              </a:prstGeom>
              <a:blipFill>
                <a:blip r:embed="rId3"/>
                <a:stretch>
                  <a:fillRect r="-1587"/>
                </a:stretch>
              </a:blipFill>
              <a:ln>
                <a:noFill/>
              </a:ln>
              <a:effectLst/>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60432" name="Object 22"/>
              <p:cNvSpPr txBox="1"/>
              <p:nvPr/>
            </p:nvSpPr>
            <p:spPr bwMode="auto">
              <a:xfrm>
                <a:off x="5772150" y="195263"/>
                <a:ext cx="406400" cy="482600"/>
              </a:xfrm>
              <a:prstGeom prst="rect">
                <a:avLst/>
              </a:prstGeom>
              <a:noFill/>
              <a:ln>
                <a:noFill/>
              </a:ln>
              <a:effectLst/>
            </p:spPr>
            <p:txBody>
              <a:bodyPr>
                <a:normAutofit/>
              </a:bodyPr>
              <a:lstStyle/>
              <a:p>
                <a:pPr/>
                <a14:m>
                  <m:oMathPara xmlns:m="http://schemas.openxmlformats.org/officeDocument/2006/math">
                    <m:oMathParaPr>
                      <m:jc m:val="left"/>
                    </m:oMathParaPr>
                    <m:oMath>
                      <m:sSubSup>
                        <m:sSubSupPr>
                          <m:ctrlPr>
                            <a:rPr lang="en-US" sz="2000" i="1">
                              <a:latin typeface="Cambria Math" panose="02040503050406030204" pitchFamily="18" charset="0"/>
                            </a:rPr>
                          </m:ctrlPr>
                        </m:sSubSupPr>
                        <m:e>
                          <m:r>
                            <a:rPr lang="en-US" sz="2000" i="1">
                              <a:latin typeface="Cambria Math" panose="02040503050406030204" pitchFamily="18" charset="0"/>
                            </a:rPr>
                            <m:t>𝑅</m:t>
                          </m:r>
                        </m:e>
                        <m:sub>
                          <m:r>
                            <a:rPr lang="en-US" sz="2000" i="1">
                              <a:latin typeface="Cambria Math" panose="02040503050406030204" pitchFamily="18" charset="0"/>
                            </a:rPr>
                            <m:t>𝑡</m:t>
                          </m:r>
                        </m:sub>
                        <m:sup>
                          <m:r>
                            <a:rPr lang="en-US" sz="2000" i="1">
                              <a:latin typeface="Cambria Math" panose="02040503050406030204" pitchFamily="18" charset="0"/>
                            </a:rPr>
                            <m:t>𝑥</m:t>
                          </m:r>
                        </m:sup>
                      </m:sSubSup>
                    </m:oMath>
                  </m:oMathPara>
                </a14:m>
                <a:endParaRPr lang="en-US" sz="2000" dirty="0"/>
              </a:p>
            </p:txBody>
          </p:sp>
        </mc:Choice>
        <mc:Fallback xmlns="">
          <p:sp>
            <p:nvSpPr>
              <p:cNvPr id="60432" name="Object 22"/>
              <p:cNvSpPr txBox="1">
                <a:spLocks noRot="1" noChangeAspect="1" noMove="1" noResize="1" noEditPoints="1" noAdjustHandles="1" noChangeArrowheads="1" noChangeShapeType="1" noTextEdit="1"/>
              </p:cNvSpPr>
              <p:nvPr/>
            </p:nvSpPr>
            <p:spPr bwMode="auto">
              <a:xfrm>
                <a:off x="5772150" y="195263"/>
                <a:ext cx="406400" cy="482600"/>
              </a:xfrm>
              <a:prstGeom prst="rect">
                <a:avLst/>
              </a:prstGeom>
              <a:blipFill>
                <a:blip r:embed="rId4"/>
                <a:stretch>
                  <a:fillRect r="-4478"/>
                </a:stretch>
              </a:blipFill>
              <a:ln>
                <a:noFill/>
              </a:ln>
              <a:effectLst/>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60433" name="Object 23"/>
              <p:cNvSpPr txBox="1"/>
              <p:nvPr/>
            </p:nvSpPr>
            <p:spPr bwMode="auto">
              <a:xfrm>
                <a:off x="3365501" y="2333625"/>
                <a:ext cx="239713" cy="558800"/>
              </a:xfrm>
              <a:prstGeom prst="rect">
                <a:avLst/>
              </a:prstGeom>
              <a:noFill/>
              <a:ln>
                <a:noFill/>
              </a:ln>
              <a:effectLst/>
            </p:spPr>
            <p:txBody>
              <a:bodyPr>
                <a:normAutofit/>
              </a:bodyPr>
              <a:lstStyle/>
              <a:p>
                <a:pPr/>
                <a14:m>
                  <m:oMathPara xmlns:m="http://schemas.openxmlformats.org/officeDocument/2006/math">
                    <m:oMathParaPr>
                      <m:jc m:val="left"/>
                    </m:oMathParaPr>
                    <m:oMath>
                      <m:r>
                        <a:rPr lang="en-US" i="1">
                          <a:latin typeface="Cambria Math" panose="02040503050406030204" pitchFamily="18" charset="0"/>
                        </a:rPr>
                        <m:t>⋮</m:t>
                      </m:r>
                    </m:oMath>
                  </m:oMathPara>
                </a14:m>
                <a:endParaRPr lang="en-US"/>
              </a:p>
            </p:txBody>
          </p:sp>
        </mc:Choice>
        <mc:Fallback xmlns="">
          <p:sp>
            <p:nvSpPr>
              <p:cNvPr id="60433" name="Object 23"/>
              <p:cNvSpPr txBox="1">
                <a:spLocks noRot="1" noChangeAspect="1" noMove="1" noResize="1" noEditPoints="1" noAdjustHandles="1" noChangeArrowheads="1" noChangeShapeType="1" noTextEdit="1"/>
              </p:cNvSpPr>
              <p:nvPr/>
            </p:nvSpPr>
            <p:spPr bwMode="auto">
              <a:xfrm>
                <a:off x="3365501" y="2333625"/>
                <a:ext cx="239713" cy="558800"/>
              </a:xfrm>
              <a:prstGeom prst="rect">
                <a:avLst/>
              </a:prstGeom>
              <a:blipFill>
                <a:blip r:embed="rId5"/>
                <a:stretch>
                  <a:fillRect/>
                </a:stretch>
              </a:blipFill>
              <a:ln>
                <a:noFill/>
              </a:ln>
              <a:effectLst/>
            </p:spPr>
            <p:txBody>
              <a:bodyPr/>
              <a:lstStyle/>
              <a:p>
                <a:r>
                  <a:rPr lang="en-US">
                    <a:noFill/>
                  </a:rPr>
                  <a:t> </a:t>
                </a:r>
              </a:p>
            </p:txBody>
          </p:sp>
        </mc:Fallback>
      </mc:AlternateContent>
      <p:sp>
        <p:nvSpPr>
          <p:cNvPr id="60434" name="Rectangle 24"/>
          <p:cNvSpPr>
            <a:spLocks noChangeArrowheads="1"/>
          </p:cNvSpPr>
          <p:nvPr/>
        </p:nvSpPr>
        <p:spPr bwMode="auto">
          <a:xfrm>
            <a:off x="3086100" y="2978150"/>
            <a:ext cx="787400" cy="355600"/>
          </a:xfrm>
          <a:prstGeom prst="rect">
            <a:avLst/>
          </a:prstGeom>
          <a:noFill/>
          <a:ln w="19050">
            <a:solidFill>
              <a:schemeClr val="tx1"/>
            </a:solidFill>
            <a:miter lim="800000"/>
            <a:headEnd/>
            <a:tailEnd type="none" w="med" len="lg"/>
          </a:ln>
          <a:extLst>
            <a:ext uri="{909E8E84-426E-40DD-AFC4-6F175D3DCCD1}">
              <a14:hiddenFill xmlns:a14="http://schemas.microsoft.com/office/drawing/2010/main">
                <a:solidFill>
                  <a:srgbClr val="FFFFFF"/>
                </a:solidFill>
              </a14:hiddenFill>
            </a:ext>
          </a:extLst>
        </p:spPr>
        <p:txBody>
          <a:bodyPr wrap="none" anchor="ct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endParaRPr lang="en-US" altLang="en-US"/>
          </a:p>
        </p:txBody>
      </p:sp>
      <p:sp>
        <p:nvSpPr>
          <p:cNvPr id="60435" name="Text Box 25"/>
          <p:cNvSpPr txBox="1">
            <a:spLocks noChangeArrowheads="1"/>
          </p:cNvSpPr>
          <p:nvPr/>
        </p:nvSpPr>
        <p:spPr bwMode="auto">
          <a:xfrm>
            <a:off x="3082926" y="2978151"/>
            <a:ext cx="50847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type="none" w="med" len="lg"/>
              </a14:hiddenLine>
            </a:ext>
          </a:extLst>
        </p:spPr>
        <p:txBody>
          <a:bodyPr wrap="none">
            <a:spAutoFit/>
          </a:bodyP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pPr algn="l" eaLnBrk="1" hangingPunct="1"/>
            <a:r>
              <a:rPr lang="en-US" altLang="en-US" i="0">
                <a:cs typeface="Arial" panose="020B0604020202020204" pitchFamily="34" charset="0"/>
              </a:rPr>
              <a:t>O-,0</a:t>
            </a:r>
          </a:p>
        </p:txBody>
      </p:sp>
      <p:sp>
        <p:nvSpPr>
          <p:cNvPr id="60436" name="Rectangle 26"/>
          <p:cNvSpPr>
            <a:spLocks noChangeArrowheads="1"/>
          </p:cNvSpPr>
          <p:nvPr/>
        </p:nvSpPr>
        <p:spPr bwMode="auto">
          <a:xfrm>
            <a:off x="3086100" y="3498850"/>
            <a:ext cx="787400" cy="355600"/>
          </a:xfrm>
          <a:prstGeom prst="rect">
            <a:avLst/>
          </a:prstGeom>
          <a:noFill/>
          <a:ln w="19050">
            <a:solidFill>
              <a:schemeClr val="tx1"/>
            </a:solidFill>
            <a:miter lim="800000"/>
            <a:headEnd/>
            <a:tailEnd type="none" w="med" len="lg"/>
          </a:ln>
          <a:extLst>
            <a:ext uri="{909E8E84-426E-40DD-AFC4-6F175D3DCCD1}">
              <a14:hiddenFill xmlns:a14="http://schemas.microsoft.com/office/drawing/2010/main">
                <a:solidFill>
                  <a:srgbClr val="FFFFFF"/>
                </a:solidFill>
              </a14:hiddenFill>
            </a:ext>
          </a:extLst>
        </p:spPr>
        <p:txBody>
          <a:bodyPr wrap="none" anchor="ct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endParaRPr lang="en-US" altLang="en-US"/>
          </a:p>
        </p:txBody>
      </p:sp>
      <p:sp>
        <p:nvSpPr>
          <p:cNvPr id="60437" name="Text Box 27"/>
          <p:cNvSpPr txBox="1">
            <a:spLocks noChangeArrowheads="1"/>
          </p:cNvSpPr>
          <p:nvPr/>
        </p:nvSpPr>
        <p:spPr bwMode="auto">
          <a:xfrm>
            <a:off x="3089276" y="3498851"/>
            <a:ext cx="50847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type="none" w="med" len="lg"/>
              </a14:hiddenLine>
            </a:ext>
          </a:extLst>
        </p:spPr>
        <p:txBody>
          <a:bodyPr wrap="none">
            <a:spAutoFit/>
          </a:bodyP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pPr algn="l" eaLnBrk="1" hangingPunct="1"/>
            <a:r>
              <a:rPr lang="en-US" altLang="en-US" i="0">
                <a:cs typeface="Arial" panose="020B0604020202020204" pitchFamily="34" charset="0"/>
              </a:rPr>
              <a:t>O-,1</a:t>
            </a:r>
          </a:p>
        </p:txBody>
      </p:sp>
      <p:sp>
        <p:nvSpPr>
          <p:cNvPr id="60438" name="Rectangle 28"/>
          <p:cNvSpPr>
            <a:spLocks noChangeArrowheads="1"/>
          </p:cNvSpPr>
          <p:nvPr/>
        </p:nvSpPr>
        <p:spPr bwMode="auto">
          <a:xfrm>
            <a:off x="3086100" y="4032250"/>
            <a:ext cx="787400" cy="355600"/>
          </a:xfrm>
          <a:prstGeom prst="rect">
            <a:avLst/>
          </a:prstGeom>
          <a:noFill/>
          <a:ln w="19050">
            <a:solidFill>
              <a:schemeClr val="tx1"/>
            </a:solidFill>
            <a:miter lim="800000"/>
            <a:headEnd/>
            <a:tailEnd type="none" w="med" len="lg"/>
          </a:ln>
          <a:extLst>
            <a:ext uri="{909E8E84-426E-40DD-AFC4-6F175D3DCCD1}">
              <a14:hiddenFill xmlns:a14="http://schemas.microsoft.com/office/drawing/2010/main">
                <a:solidFill>
                  <a:srgbClr val="FFFFFF"/>
                </a:solidFill>
              </a14:hiddenFill>
            </a:ext>
          </a:extLst>
        </p:spPr>
        <p:txBody>
          <a:bodyPr wrap="none" anchor="ct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endParaRPr lang="en-US" altLang="en-US"/>
          </a:p>
        </p:txBody>
      </p:sp>
      <p:sp>
        <p:nvSpPr>
          <p:cNvPr id="60439" name="Text Box 29"/>
          <p:cNvSpPr txBox="1">
            <a:spLocks noChangeArrowheads="1"/>
          </p:cNvSpPr>
          <p:nvPr/>
        </p:nvSpPr>
        <p:spPr bwMode="auto">
          <a:xfrm>
            <a:off x="3082926" y="4032251"/>
            <a:ext cx="50847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type="none" w="med" len="lg"/>
              </a14:hiddenLine>
            </a:ext>
          </a:extLst>
        </p:spPr>
        <p:txBody>
          <a:bodyPr wrap="none">
            <a:spAutoFit/>
          </a:bodyP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pPr algn="l" eaLnBrk="1" hangingPunct="1"/>
            <a:r>
              <a:rPr lang="en-US" altLang="en-US" i="0">
                <a:cs typeface="Arial" panose="020B0604020202020204" pitchFamily="34" charset="0"/>
              </a:rPr>
              <a:t>O-,2</a:t>
            </a:r>
          </a:p>
        </p:txBody>
      </p:sp>
      <p:grpSp>
        <p:nvGrpSpPr>
          <p:cNvPr id="60440" name="Group 30"/>
          <p:cNvGrpSpPr>
            <a:grpSpLocks/>
          </p:cNvGrpSpPr>
          <p:nvPr/>
        </p:nvGrpSpPr>
        <p:grpSpPr bwMode="auto">
          <a:xfrm>
            <a:off x="5451474" y="857250"/>
            <a:ext cx="796925" cy="1930400"/>
            <a:chOff x="1922" y="652"/>
            <a:chExt cx="502" cy="1216"/>
          </a:xfrm>
        </p:grpSpPr>
        <p:sp>
          <p:nvSpPr>
            <p:cNvPr id="60503" name="Rectangle 31"/>
            <p:cNvSpPr>
              <a:spLocks noChangeArrowheads="1"/>
            </p:cNvSpPr>
            <p:nvPr/>
          </p:nvSpPr>
          <p:spPr bwMode="auto">
            <a:xfrm>
              <a:off x="1928" y="652"/>
              <a:ext cx="496" cy="224"/>
            </a:xfrm>
            <a:prstGeom prst="rect">
              <a:avLst/>
            </a:prstGeom>
            <a:noFill/>
            <a:ln w="19050">
              <a:solidFill>
                <a:schemeClr val="tx1"/>
              </a:solidFill>
              <a:miter lim="800000"/>
              <a:headEnd/>
              <a:tailEnd type="none" w="med" len="lg"/>
            </a:ln>
            <a:extLst>
              <a:ext uri="{909E8E84-426E-40DD-AFC4-6F175D3DCCD1}">
                <a14:hiddenFill xmlns:a14="http://schemas.microsoft.com/office/drawing/2010/main">
                  <a:solidFill>
                    <a:srgbClr val="FFFFFF"/>
                  </a:solidFill>
                </a14:hiddenFill>
              </a:ext>
            </a:extLst>
          </p:spPr>
          <p:txBody>
            <a:bodyPr wrap="none" anchor="ct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endParaRPr lang="en-US" altLang="en-US"/>
            </a:p>
          </p:txBody>
        </p:sp>
        <p:sp>
          <p:nvSpPr>
            <p:cNvPr id="60504" name="Text Box 32"/>
            <p:cNvSpPr txBox="1">
              <a:spLocks noChangeArrowheads="1"/>
            </p:cNvSpPr>
            <p:nvPr/>
          </p:nvSpPr>
          <p:spPr bwMode="auto">
            <a:xfrm>
              <a:off x="1926" y="652"/>
              <a:ext cx="422"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type="none" w="med" len="lg"/>
                </a14:hiddenLine>
              </a:ext>
            </a:extLst>
          </p:spPr>
          <p:txBody>
            <a:bodyPr wrap="none">
              <a:spAutoFit/>
            </a:bodyP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pPr algn="l" eaLnBrk="1" hangingPunct="1"/>
              <a:r>
                <a:rPr lang="en-US" altLang="en-US" i="0">
                  <a:cs typeface="Arial" panose="020B0604020202020204" pitchFamily="34" charset="0"/>
                </a:rPr>
                <a:t>AB+,0</a:t>
              </a:r>
            </a:p>
          </p:txBody>
        </p:sp>
        <p:sp>
          <p:nvSpPr>
            <p:cNvPr id="60505" name="Rectangle 33"/>
            <p:cNvSpPr>
              <a:spLocks noChangeArrowheads="1"/>
            </p:cNvSpPr>
            <p:nvPr/>
          </p:nvSpPr>
          <p:spPr bwMode="auto">
            <a:xfrm>
              <a:off x="1928" y="980"/>
              <a:ext cx="496" cy="224"/>
            </a:xfrm>
            <a:prstGeom prst="rect">
              <a:avLst/>
            </a:prstGeom>
            <a:noFill/>
            <a:ln w="19050">
              <a:solidFill>
                <a:schemeClr val="tx1"/>
              </a:solidFill>
              <a:miter lim="800000"/>
              <a:headEnd/>
              <a:tailEnd type="none" w="med" len="lg"/>
            </a:ln>
            <a:extLst>
              <a:ext uri="{909E8E84-426E-40DD-AFC4-6F175D3DCCD1}">
                <a14:hiddenFill xmlns:a14="http://schemas.microsoft.com/office/drawing/2010/main">
                  <a:solidFill>
                    <a:srgbClr val="FFFFFF"/>
                  </a:solidFill>
                </a14:hiddenFill>
              </a:ext>
            </a:extLst>
          </p:spPr>
          <p:txBody>
            <a:bodyPr wrap="none" anchor="ct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endParaRPr lang="en-US" altLang="en-US"/>
            </a:p>
          </p:txBody>
        </p:sp>
        <p:sp>
          <p:nvSpPr>
            <p:cNvPr id="60506" name="Text Box 34"/>
            <p:cNvSpPr txBox="1">
              <a:spLocks noChangeArrowheads="1"/>
            </p:cNvSpPr>
            <p:nvPr/>
          </p:nvSpPr>
          <p:spPr bwMode="auto">
            <a:xfrm>
              <a:off x="1930" y="980"/>
              <a:ext cx="422"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type="none" w="med" len="lg"/>
                </a14:hiddenLine>
              </a:ext>
            </a:extLst>
          </p:spPr>
          <p:txBody>
            <a:bodyPr wrap="none">
              <a:spAutoFit/>
            </a:bodyP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pPr algn="l" eaLnBrk="1" hangingPunct="1"/>
              <a:r>
                <a:rPr lang="en-US" altLang="en-US" i="0">
                  <a:cs typeface="Arial" panose="020B0604020202020204" pitchFamily="34" charset="0"/>
                </a:rPr>
                <a:t>AB+,1</a:t>
              </a:r>
            </a:p>
          </p:txBody>
        </p:sp>
        <p:sp>
          <p:nvSpPr>
            <p:cNvPr id="60507" name="Rectangle 35"/>
            <p:cNvSpPr>
              <a:spLocks noChangeArrowheads="1"/>
            </p:cNvSpPr>
            <p:nvPr/>
          </p:nvSpPr>
          <p:spPr bwMode="auto">
            <a:xfrm>
              <a:off x="1928" y="1316"/>
              <a:ext cx="496" cy="224"/>
            </a:xfrm>
            <a:prstGeom prst="rect">
              <a:avLst/>
            </a:prstGeom>
            <a:noFill/>
            <a:ln w="19050">
              <a:solidFill>
                <a:schemeClr val="tx1"/>
              </a:solidFill>
              <a:miter lim="800000"/>
              <a:headEnd/>
              <a:tailEnd type="none" w="med" len="lg"/>
            </a:ln>
            <a:extLst>
              <a:ext uri="{909E8E84-426E-40DD-AFC4-6F175D3DCCD1}">
                <a14:hiddenFill xmlns:a14="http://schemas.microsoft.com/office/drawing/2010/main">
                  <a:solidFill>
                    <a:srgbClr val="FFFFFF"/>
                  </a:solidFill>
                </a14:hiddenFill>
              </a:ext>
            </a:extLst>
          </p:spPr>
          <p:txBody>
            <a:bodyPr wrap="none" anchor="ct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endParaRPr lang="en-US" altLang="en-US"/>
            </a:p>
          </p:txBody>
        </p:sp>
        <p:sp>
          <p:nvSpPr>
            <p:cNvPr id="60508" name="Text Box 36"/>
            <p:cNvSpPr txBox="1">
              <a:spLocks noChangeArrowheads="1"/>
            </p:cNvSpPr>
            <p:nvPr/>
          </p:nvSpPr>
          <p:spPr bwMode="auto">
            <a:xfrm>
              <a:off x="1926" y="1316"/>
              <a:ext cx="422"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type="none" w="med" len="lg"/>
                </a14:hiddenLine>
              </a:ext>
            </a:extLst>
          </p:spPr>
          <p:txBody>
            <a:bodyPr wrap="none">
              <a:spAutoFit/>
            </a:bodyP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pPr algn="l" eaLnBrk="1" hangingPunct="1"/>
              <a:r>
                <a:rPr lang="en-US" altLang="en-US" i="0">
                  <a:cs typeface="Arial" panose="020B0604020202020204" pitchFamily="34" charset="0"/>
                </a:rPr>
                <a:t>AB+,2</a:t>
              </a:r>
            </a:p>
          </p:txBody>
        </p:sp>
        <p:grpSp>
          <p:nvGrpSpPr>
            <p:cNvPr id="60509" name="Group 37"/>
            <p:cNvGrpSpPr>
              <a:grpSpLocks/>
            </p:cNvGrpSpPr>
            <p:nvPr/>
          </p:nvGrpSpPr>
          <p:grpSpPr bwMode="auto">
            <a:xfrm>
              <a:off x="1922" y="1644"/>
              <a:ext cx="498" cy="224"/>
              <a:chOff x="1934" y="1660"/>
              <a:chExt cx="498" cy="224"/>
            </a:xfrm>
          </p:grpSpPr>
          <p:sp>
            <p:nvSpPr>
              <p:cNvPr id="60510" name="Rectangle 38"/>
              <p:cNvSpPr>
                <a:spLocks noChangeArrowheads="1"/>
              </p:cNvSpPr>
              <p:nvPr/>
            </p:nvSpPr>
            <p:spPr bwMode="auto">
              <a:xfrm>
                <a:off x="1936" y="1660"/>
                <a:ext cx="496" cy="224"/>
              </a:xfrm>
              <a:prstGeom prst="rect">
                <a:avLst/>
              </a:prstGeom>
              <a:noFill/>
              <a:ln w="19050">
                <a:solidFill>
                  <a:schemeClr val="tx1"/>
                </a:solidFill>
                <a:miter lim="800000"/>
                <a:headEnd/>
                <a:tailEnd type="none" w="med" len="lg"/>
              </a:ln>
              <a:extLst>
                <a:ext uri="{909E8E84-426E-40DD-AFC4-6F175D3DCCD1}">
                  <a14:hiddenFill xmlns:a14="http://schemas.microsoft.com/office/drawing/2010/main">
                    <a:solidFill>
                      <a:srgbClr val="FFFFFF"/>
                    </a:solidFill>
                  </a14:hiddenFill>
                </a:ext>
              </a:extLst>
            </p:spPr>
            <p:txBody>
              <a:bodyPr wrap="none" anchor="ct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endParaRPr lang="en-US" altLang="en-US"/>
              </a:p>
            </p:txBody>
          </p:sp>
          <p:sp>
            <p:nvSpPr>
              <p:cNvPr id="60511" name="Text Box 39"/>
              <p:cNvSpPr txBox="1">
                <a:spLocks noChangeArrowheads="1"/>
              </p:cNvSpPr>
              <p:nvPr/>
            </p:nvSpPr>
            <p:spPr bwMode="auto">
              <a:xfrm>
                <a:off x="1934" y="1660"/>
                <a:ext cx="422"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type="none" w="med" len="lg"/>
                  </a14:hiddenLine>
                </a:ext>
              </a:extLst>
            </p:spPr>
            <p:txBody>
              <a:bodyPr wrap="none">
                <a:spAutoFit/>
              </a:bodyP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pPr algn="l" eaLnBrk="1" hangingPunct="1"/>
                <a:r>
                  <a:rPr lang="en-US" altLang="en-US" i="0">
                    <a:cs typeface="Arial" panose="020B0604020202020204" pitchFamily="34" charset="0"/>
                  </a:rPr>
                  <a:t>AB+,3</a:t>
                </a:r>
              </a:p>
            </p:txBody>
          </p:sp>
        </p:grpSp>
      </p:grpSp>
      <mc:AlternateContent xmlns:mc="http://schemas.openxmlformats.org/markup-compatibility/2006" xmlns:a14="http://schemas.microsoft.com/office/drawing/2010/main">
        <mc:Choice Requires="a14">
          <p:sp>
            <p:nvSpPr>
              <p:cNvPr id="60441" name="Object 40"/>
              <p:cNvSpPr txBox="1"/>
              <p:nvPr/>
            </p:nvSpPr>
            <p:spPr bwMode="auto">
              <a:xfrm>
                <a:off x="5724526" y="2854325"/>
                <a:ext cx="239713" cy="558800"/>
              </a:xfrm>
              <a:prstGeom prst="rect">
                <a:avLst/>
              </a:prstGeom>
              <a:noFill/>
              <a:ln>
                <a:noFill/>
              </a:ln>
              <a:effectLst/>
            </p:spPr>
            <p:txBody>
              <a:bodyPr>
                <a:normAutofit/>
              </a:bodyPr>
              <a:lstStyle/>
              <a:p>
                <a:pPr/>
                <a14:m>
                  <m:oMathPara xmlns:m="http://schemas.openxmlformats.org/officeDocument/2006/math">
                    <m:oMathParaPr>
                      <m:jc m:val="left"/>
                    </m:oMathParaPr>
                    <m:oMath>
                      <m:r>
                        <a:rPr lang="en-US" i="1">
                          <a:latin typeface="Cambria Math" panose="02040503050406030204" pitchFamily="18" charset="0"/>
                        </a:rPr>
                        <m:t>⋮</m:t>
                      </m:r>
                    </m:oMath>
                  </m:oMathPara>
                </a14:m>
                <a:endParaRPr lang="en-US"/>
              </a:p>
            </p:txBody>
          </p:sp>
        </mc:Choice>
        <mc:Fallback xmlns="">
          <p:sp>
            <p:nvSpPr>
              <p:cNvPr id="60441" name="Object 40"/>
              <p:cNvSpPr txBox="1">
                <a:spLocks noRot="1" noChangeAspect="1" noMove="1" noResize="1" noEditPoints="1" noAdjustHandles="1" noChangeArrowheads="1" noChangeShapeType="1" noTextEdit="1"/>
              </p:cNvSpPr>
              <p:nvPr/>
            </p:nvSpPr>
            <p:spPr bwMode="auto">
              <a:xfrm>
                <a:off x="5724526" y="2854325"/>
                <a:ext cx="239713" cy="558800"/>
              </a:xfrm>
              <a:prstGeom prst="rect">
                <a:avLst/>
              </a:prstGeom>
              <a:blipFill>
                <a:blip r:embed="rId6"/>
                <a:stretch>
                  <a:fillRect/>
                </a:stretch>
              </a:blipFill>
              <a:ln>
                <a:noFill/>
              </a:ln>
              <a:effectLst/>
            </p:spPr>
            <p:txBody>
              <a:bodyPr/>
              <a:lstStyle/>
              <a:p>
                <a:r>
                  <a:rPr lang="en-US">
                    <a:noFill/>
                  </a:rPr>
                  <a:t> </a:t>
                </a:r>
              </a:p>
            </p:txBody>
          </p:sp>
        </mc:Fallback>
      </mc:AlternateContent>
      <p:grpSp>
        <p:nvGrpSpPr>
          <p:cNvPr id="60442" name="Group 41"/>
          <p:cNvGrpSpPr>
            <a:grpSpLocks/>
          </p:cNvGrpSpPr>
          <p:nvPr/>
        </p:nvGrpSpPr>
        <p:grpSpPr bwMode="auto">
          <a:xfrm>
            <a:off x="5451476" y="3505200"/>
            <a:ext cx="796925" cy="1930400"/>
            <a:chOff x="1922" y="652"/>
            <a:chExt cx="502" cy="1216"/>
          </a:xfrm>
        </p:grpSpPr>
        <p:sp>
          <p:nvSpPr>
            <p:cNvPr id="60494" name="Rectangle 42"/>
            <p:cNvSpPr>
              <a:spLocks noChangeArrowheads="1"/>
            </p:cNvSpPr>
            <p:nvPr/>
          </p:nvSpPr>
          <p:spPr bwMode="auto">
            <a:xfrm>
              <a:off x="1928" y="652"/>
              <a:ext cx="496" cy="224"/>
            </a:xfrm>
            <a:prstGeom prst="rect">
              <a:avLst/>
            </a:prstGeom>
            <a:noFill/>
            <a:ln w="19050">
              <a:solidFill>
                <a:schemeClr val="tx1"/>
              </a:solidFill>
              <a:miter lim="800000"/>
              <a:headEnd/>
              <a:tailEnd type="none" w="med" len="lg"/>
            </a:ln>
            <a:extLst>
              <a:ext uri="{909E8E84-426E-40DD-AFC4-6F175D3DCCD1}">
                <a14:hiddenFill xmlns:a14="http://schemas.microsoft.com/office/drawing/2010/main">
                  <a:solidFill>
                    <a:srgbClr val="FFFFFF"/>
                  </a:solidFill>
                </a14:hiddenFill>
              </a:ext>
            </a:extLst>
          </p:spPr>
          <p:txBody>
            <a:bodyPr wrap="none" anchor="ct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endParaRPr lang="en-US" altLang="en-US"/>
            </a:p>
          </p:txBody>
        </p:sp>
        <p:sp>
          <p:nvSpPr>
            <p:cNvPr id="60495" name="Text Box 43"/>
            <p:cNvSpPr txBox="1">
              <a:spLocks noChangeArrowheads="1"/>
            </p:cNvSpPr>
            <p:nvPr/>
          </p:nvSpPr>
          <p:spPr bwMode="auto">
            <a:xfrm>
              <a:off x="1926" y="652"/>
              <a:ext cx="320"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type="none" w="med" len="lg"/>
                </a14:hiddenLine>
              </a:ext>
            </a:extLst>
          </p:spPr>
          <p:txBody>
            <a:bodyPr wrap="none">
              <a:spAutoFit/>
            </a:bodyP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pPr algn="l" eaLnBrk="1" hangingPunct="1"/>
              <a:r>
                <a:rPr lang="en-US" altLang="en-US" i="0">
                  <a:cs typeface="Arial" panose="020B0604020202020204" pitchFamily="34" charset="0"/>
                </a:rPr>
                <a:t>O-,0</a:t>
              </a:r>
            </a:p>
          </p:txBody>
        </p:sp>
        <p:sp>
          <p:nvSpPr>
            <p:cNvPr id="60496" name="Rectangle 44"/>
            <p:cNvSpPr>
              <a:spLocks noChangeArrowheads="1"/>
            </p:cNvSpPr>
            <p:nvPr/>
          </p:nvSpPr>
          <p:spPr bwMode="auto">
            <a:xfrm>
              <a:off x="1928" y="980"/>
              <a:ext cx="496" cy="224"/>
            </a:xfrm>
            <a:prstGeom prst="rect">
              <a:avLst/>
            </a:prstGeom>
            <a:noFill/>
            <a:ln w="19050">
              <a:solidFill>
                <a:schemeClr val="tx1"/>
              </a:solidFill>
              <a:miter lim="800000"/>
              <a:headEnd/>
              <a:tailEnd type="none" w="med" len="lg"/>
            </a:ln>
            <a:extLst>
              <a:ext uri="{909E8E84-426E-40DD-AFC4-6F175D3DCCD1}">
                <a14:hiddenFill xmlns:a14="http://schemas.microsoft.com/office/drawing/2010/main">
                  <a:solidFill>
                    <a:srgbClr val="FFFFFF"/>
                  </a:solidFill>
                </a14:hiddenFill>
              </a:ext>
            </a:extLst>
          </p:spPr>
          <p:txBody>
            <a:bodyPr wrap="none" anchor="ct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endParaRPr lang="en-US" altLang="en-US"/>
            </a:p>
          </p:txBody>
        </p:sp>
        <p:sp>
          <p:nvSpPr>
            <p:cNvPr id="60497" name="Text Box 45"/>
            <p:cNvSpPr txBox="1">
              <a:spLocks noChangeArrowheads="1"/>
            </p:cNvSpPr>
            <p:nvPr/>
          </p:nvSpPr>
          <p:spPr bwMode="auto">
            <a:xfrm>
              <a:off x="1930" y="980"/>
              <a:ext cx="320"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type="none" w="med" len="lg"/>
                </a14:hiddenLine>
              </a:ext>
            </a:extLst>
          </p:spPr>
          <p:txBody>
            <a:bodyPr wrap="none">
              <a:spAutoFit/>
            </a:bodyP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pPr algn="l" eaLnBrk="1" hangingPunct="1"/>
              <a:r>
                <a:rPr lang="en-US" altLang="en-US" i="0">
                  <a:cs typeface="Arial" panose="020B0604020202020204" pitchFamily="34" charset="0"/>
                </a:rPr>
                <a:t>O-,1</a:t>
              </a:r>
            </a:p>
          </p:txBody>
        </p:sp>
        <p:sp>
          <p:nvSpPr>
            <p:cNvPr id="60498" name="Rectangle 46"/>
            <p:cNvSpPr>
              <a:spLocks noChangeArrowheads="1"/>
            </p:cNvSpPr>
            <p:nvPr/>
          </p:nvSpPr>
          <p:spPr bwMode="auto">
            <a:xfrm>
              <a:off x="1928" y="1316"/>
              <a:ext cx="496" cy="224"/>
            </a:xfrm>
            <a:prstGeom prst="rect">
              <a:avLst/>
            </a:prstGeom>
            <a:noFill/>
            <a:ln w="19050">
              <a:solidFill>
                <a:schemeClr val="tx1"/>
              </a:solidFill>
              <a:miter lim="800000"/>
              <a:headEnd/>
              <a:tailEnd type="none" w="med" len="lg"/>
            </a:ln>
            <a:extLst>
              <a:ext uri="{909E8E84-426E-40DD-AFC4-6F175D3DCCD1}">
                <a14:hiddenFill xmlns:a14="http://schemas.microsoft.com/office/drawing/2010/main">
                  <a:solidFill>
                    <a:srgbClr val="FFFFFF"/>
                  </a:solidFill>
                </a14:hiddenFill>
              </a:ext>
            </a:extLst>
          </p:spPr>
          <p:txBody>
            <a:bodyPr wrap="none" anchor="ct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endParaRPr lang="en-US" altLang="en-US"/>
            </a:p>
          </p:txBody>
        </p:sp>
        <p:sp>
          <p:nvSpPr>
            <p:cNvPr id="60499" name="Text Box 47"/>
            <p:cNvSpPr txBox="1">
              <a:spLocks noChangeArrowheads="1"/>
            </p:cNvSpPr>
            <p:nvPr/>
          </p:nvSpPr>
          <p:spPr bwMode="auto">
            <a:xfrm>
              <a:off x="1926" y="1316"/>
              <a:ext cx="320"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type="none" w="med" len="lg"/>
                </a14:hiddenLine>
              </a:ext>
            </a:extLst>
          </p:spPr>
          <p:txBody>
            <a:bodyPr wrap="none">
              <a:spAutoFit/>
            </a:bodyP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pPr algn="l" eaLnBrk="1" hangingPunct="1"/>
              <a:r>
                <a:rPr lang="en-US" altLang="en-US" i="0">
                  <a:cs typeface="Arial" panose="020B0604020202020204" pitchFamily="34" charset="0"/>
                </a:rPr>
                <a:t>O-,2</a:t>
              </a:r>
            </a:p>
          </p:txBody>
        </p:sp>
        <p:grpSp>
          <p:nvGrpSpPr>
            <p:cNvPr id="60500" name="Group 48"/>
            <p:cNvGrpSpPr>
              <a:grpSpLocks/>
            </p:cNvGrpSpPr>
            <p:nvPr/>
          </p:nvGrpSpPr>
          <p:grpSpPr bwMode="auto">
            <a:xfrm>
              <a:off x="1922" y="1644"/>
              <a:ext cx="498" cy="224"/>
              <a:chOff x="1934" y="1660"/>
              <a:chExt cx="498" cy="224"/>
            </a:xfrm>
          </p:grpSpPr>
          <p:sp>
            <p:nvSpPr>
              <p:cNvPr id="60501" name="Rectangle 49"/>
              <p:cNvSpPr>
                <a:spLocks noChangeArrowheads="1"/>
              </p:cNvSpPr>
              <p:nvPr/>
            </p:nvSpPr>
            <p:spPr bwMode="auto">
              <a:xfrm>
                <a:off x="1936" y="1660"/>
                <a:ext cx="496" cy="224"/>
              </a:xfrm>
              <a:prstGeom prst="rect">
                <a:avLst/>
              </a:prstGeom>
              <a:noFill/>
              <a:ln w="19050">
                <a:solidFill>
                  <a:schemeClr val="tx1"/>
                </a:solidFill>
                <a:miter lim="800000"/>
                <a:headEnd/>
                <a:tailEnd type="none" w="med" len="lg"/>
              </a:ln>
              <a:extLst>
                <a:ext uri="{909E8E84-426E-40DD-AFC4-6F175D3DCCD1}">
                  <a14:hiddenFill xmlns:a14="http://schemas.microsoft.com/office/drawing/2010/main">
                    <a:solidFill>
                      <a:srgbClr val="FFFFFF"/>
                    </a:solidFill>
                  </a14:hiddenFill>
                </a:ext>
              </a:extLst>
            </p:spPr>
            <p:txBody>
              <a:bodyPr wrap="none" anchor="ct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endParaRPr lang="en-US" altLang="en-US"/>
              </a:p>
            </p:txBody>
          </p:sp>
          <p:sp>
            <p:nvSpPr>
              <p:cNvPr id="60502" name="Text Box 50"/>
              <p:cNvSpPr txBox="1">
                <a:spLocks noChangeArrowheads="1"/>
              </p:cNvSpPr>
              <p:nvPr/>
            </p:nvSpPr>
            <p:spPr bwMode="auto">
              <a:xfrm>
                <a:off x="1934" y="1660"/>
                <a:ext cx="320"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type="none" w="med" len="lg"/>
                  </a14:hiddenLine>
                </a:ext>
              </a:extLst>
            </p:spPr>
            <p:txBody>
              <a:bodyPr wrap="none">
                <a:spAutoFit/>
              </a:bodyP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pPr algn="l" eaLnBrk="1" hangingPunct="1"/>
                <a:r>
                  <a:rPr lang="en-US" altLang="en-US" i="0">
                    <a:cs typeface="Arial" panose="020B0604020202020204" pitchFamily="34" charset="0"/>
                  </a:rPr>
                  <a:t>O-,3</a:t>
                </a:r>
              </a:p>
            </p:txBody>
          </p:sp>
        </p:grpSp>
      </p:grpSp>
      <p:cxnSp>
        <p:nvCxnSpPr>
          <p:cNvPr id="60443" name="AutoShape 51"/>
          <p:cNvCxnSpPr>
            <a:cxnSpLocks noChangeShapeType="1"/>
            <a:stCxn id="60438" idx="3"/>
            <a:endCxn id="60419" idx="1"/>
          </p:cNvCxnSpPr>
          <p:nvPr/>
        </p:nvCxnSpPr>
        <p:spPr bwMode="auto">
          <a:xfrm>
            <a:off x="3883025" y="4210051"/>
            <a:ext cx="1543050" cy="2047875"/>
          </a:xfrm>
          <a:prstGeom prst="straightConnector1">
            <a:avLst/>
          </a:prstGeom>
          <a:noFill/>
          <a:ln w="19050">
            <a:solidFill>
              <a:schemeClr val="tx1"/>
            </a:solidFill>
            <a:round/>
            <a:headEnd/>
            <a:tailEnd type="stealth" w="med" len="lg"/>
          </a:ln>
          <a:extLst>
            <a:ext uri="{909E8E84-426E-40DD-AFC4-6F175D3DCCD1}">
              <a14:hiddenFill xmlns:a14="http://schemas.microsoft.com/office/drawing/2010/main">
                <a:noFill/>
              </a14:hiddenFill>
            </a:ext>
          </a:extLst>
        </p:spPr>
      </p:cxnSp>
      <mc:AlternateContent xmlns:mc="http://schemas.openxmlformats.org/markup-compatibility/2006" xmlns:a14="http://schemas.microsoft.com/office/drawing/2010/main">
        <mc:Choice Requires="a14">
          <p:sp>
            <p:nvSpPr>
              <p:cNvPr id="60444" name="Object 52"/>
              <p:cNvSpPr txBox="1"/>
              <p:nvPr/>
            </p:nvSpPr>
            <p:spPr bwMode="auto">
              <a:xfrm>
                <a:off x="3365501" y="4441825"/>
                <a:ext cx="239713" cy="558800"/>
              </a:xfrm>
              <a:prstGeom prst="rect">
                <a:avLst/>
              </a:prstGeom>
              <a:noFill/>
              <a:ln>
                <a:noFill/>
              </a:ln>
              <a:effectLst/>
            </p:spPr>
            <p:txBody>
              <a:bodyPr>
                <a:normAutofit/>
              </a:bodyPr>
              <a:lstStyle/>
              <a:p>
                <a:pPr/>
                <a14:m>
                  <m:oMathPara xmlns:m="http://schemas.openxmlformats.org/officeDocument/2006/math">
                    <m:oMathParaPr>
                      <m:jc m:val="left"/>
                    </m:oMathParaPr>
                    <m:oMath>
                      <m:r>
                        <a:rPr lang="en-US" i="1">
                          <a:latin typeface="Cambria Math" panose="02040503050406030204" pitchFamily="18" charset="0"/>
                        </a:rPr>
                        <m:t>⋮</m:t>
                      </m:r>
                    </m:oMath>
                  </m:oMathPara>
                </a14:m>
                <a:endParaRPr lang="en-US"/>
              </a:p>
            </p:txBody>
          </p:sp>
        </mc:Choice>
        <mc:Fallback xmlns="">
          <p:sp>
            <p:nvSpPr>
              <p:cNvPr id="60444" name="Object 52"/>
              <p:cNvSpPr txBox="1">
                <a:spLocks noRot="1" noChangeAspect="1" noMove="1" noResize="1" noEditPoints="1" noAdjustHandles="1" noChangeArrowheads="1" noChangeShapeType="1" noTextEdit="1"/>
              </p:cNvSpPr>
              <p:nvPr/>
            </p:nvSpPr>
            <p:spPr bwMode="auto">
              <a:xfrm>
                <a:off x="3365501" y="4441825"/>
                <a:ext cx="239713" cy="558800"/>
              </a:xfrm>
              <a:prstGeom prst="rect">
                <a:avLst/>
              </a:prstGeom>
              <a:blipFill>
                <a:blip r:embed="rId5"/>
                <a:stretch>
                  <a:fillRect/>
                </a:stretch>
              </a:blipFill>
              <a:ln>
                <a:noFill/>
              </a:ln>
              <a:effectLst/>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60445" name="Object 53"/>
              <p:cNvSpPr txBox="1"/>
              <p:nvPr/>
            </p:nvSpPr>
            <p:spPr bwMode="auto">
              <a:xfrm>
                <a:off x="5724526" y="5419725"/>
                <a:ext cx="239713" cy="558800"/>
              </a:xfrm>
              <a:prstGeom prst="rect">
                <a:avLst/>
              </a:prstGeom>
              <a:noFill/>
              <a:ln>
                <a:noFill/>
              </a:ln>
              <a:effectLst/>
            </p:spPr>
            <p:txBody>
              <a:bodyPr>
                <a:normAutofit/>
              </a:bodyPr>
              <a:lstStyle/>
              <a:p>
                <a:pPr/>
                <a14:m>
                  <m:oMathPara xmlns:m="http://schemas.openxmlformats.org/officeDocument/2006/math">
                    <m:oMathParaPr>
                      <m:jc m:val="left"/>
                    </m:oMathParaPr>
                    <m:oMath>
                      <m:r>
                        <a:rPr lang="en-US" i="1">
                          <a:latin typeface="Cambria Math" panose="02040503050406030204" pitchFamily="18" charset="0"/>
                        </a:rPr>
                        <m:t>⋮</m:t>
                      </m:r>
                    </m:oMath>
                  </m:oMathPara>
                </a14:m>
                <a:endParaRPr lang="en-US"/>
              </a:p>
            </p:txBody>
          </p:sp>
        </mc:Choice>
        <mc:Fallback xmlns="">
          <p:sp>
            <p:nvSpPr>
              <p:cNvPr id="60445" name="Object 53"/>
              <p:cNvSpPr txBox="1">
                <a:spLocks noRot="1" noChangeAspect="1" noMove="1" noResize="1" noEditPoints="1" noAdjustHandles="1" noChangeArrowheads="1" noChangeShapeType="1" noTextEdit="1"/>
              </p:cNvSpPr>
              <p:nvPr/>
            </p:nvSpPr>
            <p:spPr bwMode="auto">
              <a:xfrm>
                <a:off x="5724526" y="5419725"/>
                <a:ext cx="239713" cy="558800"/>
              </a:xfrm>
              <a:prstGeom prst="rect">
                <a:avLst/>
              </a:prstGeom>
              <a:blipFill>
                <a:blip r:embed="rId6"/>
                <a:stretch>
                  <a:fillRect/>
                </a:stretch>
              </a:blipFill>
              <a:ln>
                <a:noFill/>
              </a:ln>
              <a:effectLst/>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60446" name="Object 54"/>
              <p:cNvSpPr txBox="1"/>
              <p:nvPr/>
            </p:nvSpPr>
            <p:spPr bwMode="auto">
              <a:xfrm>
                <a:off x="5572125" y="6046789"/>
                <a:ext cx="312738" cy="415925"/>
              </a:xfrm>
              <a:prstGeom prst="rect">
                <a:avLst/>
              </a:prstGeom>
              <a:noFill/>
              <a:ln>
                <a:noFill/>
              </a:ln>
              <a:effectLst/>
            </p:spPr>
            <p:txBody>
              <a:bodyPr>
                <a:normAutofit/>
              </a:bodyPr>
              <a:lstStyle/>
              <a:p>
                <a:pPr/>
                <a14:m>
                  <m:oMathPara xmlns:m="http://schemas.openxmlformats.org/officeDocument/2006/math">
                    <m:oMathParaPr>
                      <m:jc m:val="left"/>
                    </m:oMathParaPr>
                    <m:oMath>
                      <m:sSub>
                        <m:sSubPr>
                          <m:ctrlPr>
                            <a:rPr lang="en-US" i="1">
                              <a:latin typeface="Cambria Math" panose="02040503050406030204" pitchFamily="18" charset="0"/>
                            </a:rPr>
                          </m:ctrlPr>
                        </m:sSubPr>
                        <m:e>
                          <m:acc>
                            <m:accPr>
                              <m:chr m:val="̂"/>
                              <m:ctrlPr>
                                <a:rPr lang="en-US" i="1">
                                  <a:latin typeface="Cambria Math" panose="02040503050406030204" pitchFamily="18" charset="0"/>
                                </a:rPr>
                              </m:ctrlPr>
                            </m:accPr>
                            <m:e>
                              <m:r>
                                <a:rPr lang="en-US" i="1">
                                  <a:latin typeface="Cambria Math" panose="02040503050406030204" pitchFamily="18" charset="0"/>
                                </a:rPr>
                                <m:t>𝐷</m:t>
                              </m:r>
                            </m:e>
                          </m:acc>
                        </m:e>
                        <m:sub>
                          <m:r>
                            <a:rPr lang="en-US" i="1">
                              <a:latin typeface="Cambria Math" panose="02040503050406030204" pitchFamily="18" charset="0"/>
                            </a:rPr>
                            <m:t>𝑡</m:t>
                          </m:r>
                        </m:sub>
                      </m:sSub>
                    </m:oMath>
                  </m:oMathPara>
                </a14:m>
                <a:endParaRPr lang="en-US"/>
              </a:p>
            </p:txBody>
          </p:sp>
        </mc:Choice>
        <mc:Fallback xmlns="">
          <p:sp>
            <p:nvSpPr>
              <p:cNvPr id="60446" name="Object 54"/>
              <p:cNvSpPr txBox="1">
                <a:spLocks noRot="1" noChangeAspect="1" noMove="1" noResize="1" noEditPoints="1" noAdjustHandles="1" noChangeArrowheads="1" noChangeShapeType="1" noTextEdit="1"/>
              </p:cNvSpPr>
              <p:nvPr/>
            </p:nvSpPr>
            <p:spPr bwMode="auto">
              <a:xfrm>
                <a:off x="5572125" y="6046789"/>
                <a:ext cx="312738" cy="415925"/>
              </a:xfrm>
              <a:prstGeom prst="rect">
                <a:avLst/>
              </a:prstGeom>
              <a:blipFill>
                <a:blip r:embed="rId7"/>
                <a:stretch>
                  <a:fillRect t="-1471"/>
                </a:stretch>
              </a:blipFill>
              <a:ln>
                <a:noFill/>
              </a:ln>
              <a:effectLst/>
            </p:spPr>
            <p:txBody>
              <a:bodyPr/>
              <a:lstStyle/>
              <a:p>
                <a:r>
                  <a:rPr lang="en-US">
                    <a:noFill/>
                  </a:rPr>
                  <a:t> </a:t>
                </a:r>
              </a:p>
            </p:txBody>
          </p:sp>
        </mc:Fallback>
      </mc:AlternateContent>
      <p:grpSp>
        <p:nvGrpSpPr>
          <p:cNvPr id="60447" name="Group 55"/>
          <p:cNvGrpSpPr>
            <a:grpSpLocks/>
          </p:cNvGrpSpPr>
          <p:nvPr/>
        </p:nvGrpSpPr>
        <p:grpSpPr bwMode="auto">
          <a:xfrm>
            <a:off x="1628775" y="788988"/>
            <a:ext cx="1466850" cy="3695700"/>
            <a:chOff x="84" y="915"/>
            <a:chExt cx="924" cy="2328"/>
          </a:xfrm>
        </p:grpSpPr>
        <p:grpSp>
          <p:nvGrpSpPr>
            <p:cNvPr id="60476" name="Group 56"/>
            <p:cNvGrpSpPr>
              <a:grpSpLocks/>
            </p:cNvGrpSpPr>
            <p:nvPr/>
          </p:nvGrpSpPr>
          <p:grpSpPr bwMode="auto">
            <a:xfrm>
              <a:off x="84" y="915"/>
              <a:ext cx="916" cy="320"/>
              <a:chOff x="84" y="683"/>
              <a:chExt cx="916" cy="320"/>
            </a:xfrm>
          </p:grpSpPr>
          <mc:AlternateContent xmlns:mc="http://schemas.openxmlformats.org/markup-compatibility/2006" xmlns:a14="http://schemas.microsoft.com/office/drawing/2010/main">
            <mc:Choice Requires="a14">
              <p:sp>
                <p:nvSpPr>
                  <p:cNvPr id="60492" name="Object 57"/>
                  <p:cNvSpPr txBox="1"/>
                  <p:nvPr/>
                </p:nvSpPr>
                <p:spPr bwMode="auto">
                  <a:xfrm>
                    <a:off x="84" y="683"/>
                    <a:ext cx="656" cy="320"/>
                  </a:xfrm>
                  <a:prstGeom prst="rect">
                    <a:avLst/>
                  </a:prstGeom>
                  <a:noFill/>
                  <a:ln>
                    <a:noFill/>
                  </a:ln>
                  <a:effectLst/>
                </p:spPr>
                <p:txBody>
                  <a:bodyPr>
                    <a:normAutofit/>
                  </a:bodyPr>
                  <a:lstStyle/>
                  <a:p>
                    <a:pPr/>
                    <a14:m>
                      <m:oMathPara xmlns:m="http://schemas.openxmlformats.org/officeDocument/2006/math">
                        <m:oMathParaPr>
                          <m:jc m:val="left"/>
                        </m:oMathParaPr>
                        <m:oMath>
                          <m:sSub>
                            <m:sSubPr>
                              <m:ctrlPr>
                                <a:rPr lang="en-US" sz="1800" i="1">
                                  <a:latin typeface="Cambria Math" panose="02040503050406030204" pitchFamily="18" charset="0"/>
                                </a:rPr>
                              </m:ctrlPr>
                            </m:sSubPr>
                            <m:e>
                              <m:r>
                                <a:rPr lang="en-US" sz="1800" i="1">
                                  <a:latin typeface="Cambria Math" panose="02040503050406030204" pitchFamily="18" charset="0"/>
                                </a:rPr>
                                <m:t>𝑅</m:t>
                              </m:r>
                            </m:e>
                            <m:sub>
                              <m:r>
                                <a:rPr lang="en-US" sz="1800" i="1">
                                  <a:latin typeface="Cambria Math" panose="02040503050406030204" pitchFamily="18" charset="0"/>
                                </a:rPr>
                                <m:t>𝑡</m:t>
                              </m:r>
                              <m:r>
                                <a:rPr lang="en-US" sz="1800" i="1">
                                  <a:latin typeface="Cambria Math" panose="02040503050406030204" pitchFamily="18" charset="0"/>
                                </a:rPr>
                                <m:t>,(</m:t>
                              </m:r>
                              <m:r>
                                <a:rPr lang="en-US" sz="1800" i="1">
                                  <a:latin typeface="Cambria Math" panose="02040503050406030204" pitchFamily="18" charset="0"/>
                                </a:rPr>
                                <m:t>𝐴𝐵</m:t>
                              </m:r>
                              <m:r>
                                <a:rPr lang="en-US" sz="1800" i="1">
                                  <a:latin typeface="Cambria Math" panose="02040503050406030204" pitchFamily="18" charset="0"/>
                                </a:rPr>
                                <m:t>+,0)</m:t>
                              </m:r>
                            </m:sub>
                          </m:sSub>
                        </m:oMath>
                      </m:oMathPara>
                    </a14:m>
                    <a:endParaRPr lang="en-US" sz="1800" dirty="0"/>
                  </a:p>
                </p:txBody>
              </p:sp>
            </mc:Choice>
            <mc:Fallback xmlns="">
              <p:sp>
                <p:nvSpPr>
                  <p:cNvPr id="60492" name="Object 57"/>
                  <p:cNvSpPr txBox="1">
                    <a:spLocks noRot="1" noChangeAspect="1" noMove="1" noResize="1" noEditPoints="1" noAdjustHandles="1" noChangeArrowheads="1" noChangeShapeType="1" noTextEdit="1"/>
                  </p:cNvSpPr>
                  <p:nvPr/>
                </p:nvSpPr>
                <p:spPr bwMode="auto">
                  <a:xfrm>
                    <a:off x="84" y="683"/>
                    <a:ext cx="656" cy="320"/>
                  </a:xfrm>
                  <a:prstGeom prst="rect">
                    <a:avLst/>
                  </a:prstGeom>
                  <a:blipFill>
                    <a:blip r:embed="rId8"/>
                    <a:stretch>
                      <a:fillRect r="-585"/>
                    </a:stretch>
                  </a:blipFill>
                  <a:ln>
                    <a:noFill/>
                  </a:ln>
                  <a:effectLst/>
                </p:spPr>
                <p:txBody>
                  <a:bodyPr/>
                  <a:lstStyle/>
                  <a:p>
                    <a:r>
                      <a:rPr lang="en-US">
                        <a:noFill/>
                      </a:rPr>
                      <a:t> </a:t>
                    </a:r>
                  </a:p>
                </p:txBody>
              </p:sp>
            </mc:Fallback>
          </mc:AlternateContent>
          <p:sp>
            <p:nvSpPr>
              <p:cNvPr id="60493" name="Line 58"/>
              <p:cNvSpPr>
                <a:spLocks noChangeShapeType="1"/>
              </p:cNvSpPr>
              <p:nvPr/>
            </p:nvSpPr>
            <p:spPr bwMode="auto">
              <a:xfrm>
                <a:off x="712" y="840"/>
                <a:ext cx="288" cy="0"/>
              </a:xfrm>
              <a:prstGeom prst="line">
                <a:avLst/>
              </a:prstGeom>
              <a:noFill/>
              <a:ln w="38100">
                <a:solidFill>
                  <a:schemeClr val="tx1"/>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grpSp>
        <p:grpSp>
          <p:nvGrpSpPr>
            <p:cNvPr id="60477" name="Group 59"/>
            <p:cNvGrpSpPr>
              <a:grpSpLocks/>
            </p:cNvGrpSpPr>
            <p:nvPr/>
          </p:nvGrpSpPr>
          <p:grpSpPr bwMode="auto">
            <a:xfrm>
              <a:off x="92" y="1251"/>
              <a:ext cx="908" cy="320"/>
              <a:chOff x="92" y="683"/>
              <a:chExt cx="908" cy="320"/>
            </a:xfrm>
          </p:grpSpPr>
          <mc:AlternateContent xmlns:mc="http://schemas.openxmlformats.org/markup-compatibility/2006" xmlns:a14="http://schemas.microsoft.com/office/drawing/2010/main">
            <mc:Choice Requires="a14">
              <p:sp>
                <p:nvSpPr>
                  <p:cNvPr id="60490" name="Object 60"/>
                  <p:cNvSpPr txBox="1"/>
                  <p:nvPr/>
                </p:nvSpPr>
                <p:spPr bwMode="auto">
                  <a:xfrm>
                    <a:off x="92" y="683"/>
                    <a:ext cx="640" cy="320"/>
                  </a:xfrm>
                  <a:prstGeom prst="rect">
                    <a:avLst/>
                  </a:prstGeom>
                  <a:noFill/>
                  <a:ln>
                    <a:noFill/>
                  </a:ln>
                  <a:effectLst/>
                </p:spPr>
                <p:txBody>
                  <a:bodyPr>
                    <a:normAutofit/>
                  </a:bodyPr>
                  <a:lstStyle/>
                  <a:p>
                    <a:pPr/>
                    <a14:m>
                      <m:oMathPara xmlns:m="http://schemas.openxmlformats.org/officeDocument/2006/math">
                        <m:oMathParaPr>
                          <m:jc m:val="left"/>
                        </m:oMathParaPr>
                        <m:oMath>
                          <m:sSub>
                            <m:sSubPr>
                              <m:ctrlPr>
                                <a:rPr lang="en-US" sz="1800" i="1">
                                  <a:latin typeface="Cambria Math" panose="02040503050406030204" pitchFamily="18" charset="0"/>
                                </a:rPr>
                              </m:ctrlPr>
                            </m:sSubPr>
                            <m:e>
                              <m:r>
                                <a:rPr lang="en-US" sz="1800" i="1">
                                  <a:latin typeface="Cambria Math" panose="02040503050406030204" pitchFamily="18" charset="0"/>
                                </a:rPr>
                                <m:t>𝑅</m:t>
                              </m:r>
                            </m:e>
                            <m:sub>
                              <m:r>
                                <a:rPr lang="en-US" sz="1800" i="1">
                                  <a:latin typeface="Cambria Math" panose="02040503050406030204" pitchFamily="18" charset="0"/>
                                </a:rPr>
                                <m:t>𝑡</m:t>
                              </m:r>
                              <m:r>
                                <a:rPr lang="en-US" sz="1800" i="1">
                                  <a:latin typeface="Cambria Math" panose="02040503050406030204" pitchFamily="18" charset="0"/>
                                </a:rPr>
                                <m:t>,(</m:t>
                              </m:r>
                              <m:r>
                                <a:rPr lang="en-US" sz="1800" i="1">
                                  <a:latin typeface="Cambria Math" panose="02040503050406030204" pitchFamily="18" charset="0"/>
                                </a:rPr>
                                <m:t>𝐴𝐵</m:t>
                              </m:r>
                              <m:r>
                                <a:rPr lang="en-US" sz="1800" i="1">
                                  <a:latin typeface="Cambria Math" panose="02040503050406030204" pitchFamily="18" charset="0"/>
                                </a:rPr>
                                <m:t>+,1)</m:t>
                              </m:r>
                            </m:sub>
                          </m:sSub>
                        </m:oMath>
                      </m:oMathPara>
                    </a14:m>
                    <a:endParaRPr lang="en-US" sz="1800"/>
                  </a:p>
                </p:txBody>
              </p:sp>
            </mc:Choice>
            <mc:Fallback xmlns="">
              <p:sp>
                <p:nvSpPr>
                  <p:cNvPr id="60490" name="Object 60"/>
                  <p:cNvSpPr txBox="1">
                    <a:spLocks noRot="1" noChangeAspect="1" noMove="1" noResize="1" noEditPoints="1" noAdjustHandles="1" noChangeArrowheads="1" noChangeShapeType="1" noTextEdit="1"/>
                  </p:cNvSpPr>
                  <p:nvPr/>
                </p:nvSpPr>
                <p:spPr bwMode="auto">
                  <a:xfrm>
                    <a:off x="92" y="683"/>
                    <a:ext cx="640" cy="320"/>
                  </a:xfrm>
                  <a:prstGeom prst="rect">
                    <a:avLst/>
                  </a:prstGeom>
                  <a:blipFill>
                    <a:blip r:embed="rId9"/>
                    <a:stretch>
                      <a:fillRect r="-2994"/>
                    </a:stretch>
                  </a:blipFill>
                  <a:ln>
                    <a:noFill/>
                  </a:ln>
                  <a:effectLst/>
                </p:spPr>
                <p:txBody>
                  <a:bodyPr/>
                  <a:lstStyle/>
                  <a:p>
                    <a:r>
                      <a:rPr lang="en-US">
                        <a:noFill/>
                      </a:rPr>
                      <a:t> </a:t>
                    </a:r>
                  </a:p>
                </p:txBody>
              </p:sp>
            </mc:Fallback>
          </mc:AlternateContent>
          <p:sp>
            <p:nvSpPr>
              <p:cNvPr id="60491" name="Line 61"/>
              <p:cNvSpPr>
                <a:spLocks noChangeShapeType="1"/>
              </p:cNvSpPr>
              <p:nvPr/>
            </p:nvSpPr>
            <p:spPr bwMode="auto">
              <a:xfrm>
                <a:off x="712" y="840"/>
                <a:ext cx="288" cy="0"/>
              </a:xfrm>
              <a:prstGeom prst="line">
                <a:avLst/>
              </a:prstGeom>
              <a:noFill/>
              <a:ln w="38100">
                <a:solidFill>
                  <a:schemeClr val="tx1"/>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grpSp>
        <p:grpSp>
          <p:nvGrpSpPr>
            <p:cNvPr id="60478" name="Group 62"/>
            <p:cNvGrpSpPr>
              <a:grpSpLocks/>
            </p:cNvGrpSpPr>
            <p:nvPr/>
          </p:nvGrpSpPr>
          <p:grpSpPr bwMode="auto">
            <a:xfrm>
              <a:off x="84" y="1595"/>
              <a:ext cx="916" cy="320"/>
              <a:chOff x="84" y="683"/>
              <a:chExt cx="916" cy="320"/>
            </a:xfrm>
          </p:grpSpPr>
          <mc:AlternateContent xmlns:mc="http://schemas.openxmlformats.org/markup-compatibility/2006" xmlns:a14="http://schemas.microsoft.com/office/drawing/2010/main">
            <mc:Choice Requires="a14">
              <p:sp>
                <p:nvSpPr>
                  <p:cNvPr id="60488" name="Object 63"/>
                  <p:cNvSpPr txBox="1"/>
                  <p:nvPr/>
                </p:nvSpPr>
                <p:spPr bwMode="auto">
                  <a:xfrm>
                    <a:off x="84" y="683"/>
                    <a:ext cx="656" cy="320"/>
                  </a:xfrm>
                  <a:prstGeom prst="rect">
                    <a:avLst/>
                  </a:prstGeom>
                  <a:noFill/>
                  <a:ln>
                    <a:noFill/>
                  </a:ln>
                  <a:effectLst/>
                </p:spPr>
                <p:txBody>
                  <a:bodyPr>
                    <a:normAutofit/>
                  </a:bodyPr>
                  <a:lstStyle/>
                  <a:p>
                    <a:pPr/>
                    <a14:m>
                      <m:oMathPara xmlns:m="http://schemas.openxmlformats.org/officeDocument/2006/math">
                        <m:oMathParaPr>
                          <m:jc m:val="left"/>
                        </m:oMathParaPr>
                        <m:oMath>
                          <m:sSub>
                            <m:sSubPr>
                              <m:ctrlPr>
                                <a:rPr lang="en-US" sz="1800" i="1">
                                  <a:latin typeface="Cambria Math" panose="02040503050406030204" pitchFamily="18" charset="0"/>
                                </a:rPr>
                              </m:ctrlPr>
                            </m:sSubPr>
                            <m:e>
                              <m:r>
                                <a:rPr lang="en-US" sz="1800" i="1">
                                  <a:latin typeface="Cambria Math" panose="02040503050406030204" pitchFamily="18" charset="0"/>
                                </a:rPr>
                                <m:t>𝑅</m:t>
                              </m:r>
                            </m:e>
                            <m:sub>
                              <m:r>
                                <a:rPr lang="en-US" sz="1800" i="1">
                                  <a:latin typeface="Cambria Math" panose="02040503050406030204" pitchFamily="18" charset="0"/>
                                </a:rPr>
                                <m:t>𝑡</m:t>
                              </m:r>
                              <m:r>
                                <a:rPr lang="en-US" sz="1800" i="1">
                                  <a:latin typeface="Cambria Math" panose="02040503050406030204" pitchFamily="18" charset="0"/>
                                </a:rPr>
                                <m:t>,(</m:t>
                              </m:r>
                              <m:r>
                                <a:rPr lang="en-US" sz="1800" i="1">
                                  <a:latin typeface="Cambria Math" panose="02040503050406030204" pitchFamily="18" charset="0"/>
                                </a:rPr>
                                <m:t>𝐴𝐵</m:t>
                              </m:r>
                              <m:r>
                                <a:rPr lang="en-US" sz="1800" i="1">
                                  <a:latin typeface="Cambria Math" panose="02040503050406030204" pitchFamily="18" charset="0"/>
                                </a:rPr>
                                <m:t>+,2)</m:t>
                              </m:r>
                            </m:sub>
                          </m:sSub>
                        </m:oMath>
                      </m:oMathPara>
                    </a14:m>
                    <a:endParaRPr lang="en-US" sz="1800"/>
                  </a:p>
                </p:txBody>
              </p:sp>
            </mc:Choice>
            <mc:Fallback xmlns="">
              <p:sp>
                <p:nvSpPr>
                  <p:cNvPr id="60488" name="Object 63"/>
                  <p:cNvSpPr txBox="1">
                    <a:spLocks noRot="1" noChangeAspect="1" noMove="1" noResize="1" noEditPoints="1" noAdjustHandles="1" noChangeArrowheads="1" noChangeShapeType="1" noTextEdit="1"/>
                  </p:cNvSpPr>
                  <p:nvPr/>
                </p:nvSpPr>
                <p:spPr bwMode="auto">
                  <a:xfrm>
                    <a:off x="84" y="683"/>
                    <a:ext cx="656" cy="320"/>
                  </a:xfrm>
                  <a:prstGeom prst="rect">
                    <a:avLst/>
                  </a:prstGeom>
                  <a:blipFill>
                    <a:blip r:embed="rId10"/>
                    <a:stretch>
                      <a:fillRect r="-585"/>
                    </a:stretch>
                  </a:blipFill>
                  <a:ln>
                    <a:noFill/>
                  </a:ln>
                  <a:effectLst/>
                </p:spPr>
                <p:txBody>
                  <a:bodyPr/>
                  <a:lstStyle/>
                  <a:p>
                    <a:r>
                      <a:rPr lang="en-US">
                        <a:noFill/>
                      </a:rPr>
                      <a:t> </a:t>
                    </a:r>
                  </a:p>
                </p:txBody>
              </p:sp>
            </mc:Fallback>
          </mc:AlternateContent>
          <p:sp>
            <p:nvSpPr>
              <p:cNvPr id="60489" name="Line 64"/>
              <p:cNvSpPr>
                <a:spLocks noChangeShapeType="1"/>
              </p:cNvSpPr>
              <p:nvPr/>
            </p:nvSpPr>
            <p:spPr bwMode="auto">
              <a:xfrm>
                <a:off x="712" y="840"/>
                <a:ext cx="288" cy="0"/>
              </a:xfrm>
              <a:prstGeom prst="line">
                <a:avLst/>
              </a:prstGeom>
              <a:noFill/>
              <a:ln w="38100">
                <a:solidFill>
                  <a:schemeClr val="tx1"/>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grpSp>
        <p:grpSp>
          <p:nvGrpSpPr>
            <p:cNvPr id="60479" name="Group 65"/>
            <p:cNvGrpSpPr>
              <a:grpSpLocks/>
            </p:cNvGrpSpPr>
            <p:nvPr/>
          </p:nvGrpSpPr>
          <p:grpSpPr bwMode="auto">
            <a:xfrm>
              <a:off x="124" y="2259"/>
              <a:ext cx="876" cy="320"/>
              <a:chOff x="124" y="683"/>
              <a:chExt cx="876" cy="320"/>
            </a:xfrm>
          </p:grpSpPr>
          <mc:AlternateContent xmlns:mc="http://schemas.openxmlformats.org/markup-compatibility/2006" xmlns:a14="http://schemas.microsoft.com/office/drawing/2010/main">
            <mc:Choice Requires="a14">
              <p:sp>
                <p:nvSpPr>
                  <p:cNvPr id="60486" name="Object 66"/>
                  <p:cNvSpPr txBox="1"/>
                  <p:nvPr/>
                </p:nvSpPr>
                <p:spPr bwMode="auto">
                  <a:xfrm>
                    <a:off x="124" y="683"/>
                    <a:ext cx="576" cy="320"/>
                  </a:xfrm>
                  <a:prstGeom prst="rect">
                    <a:avLst/>
                  </a:prstGeom>
                  <a:noFill/>
                  <a:ln>
                    <a:noFill/>
                  </a:ln>
                  <a:effectLst/>
                </p:spPr>
                <p:txBody>
                  <a:bodyPr>
                    <a:normAutofit/>
                  </a:bodyPr>
                  <a:lstStyle/>
                  <a:p>
                    <a:pPr/>
                    <a14:m>
                      <m:oMathPara xmlns:m="http://schemas.openxmlformats.org/officeDocument/2006/math">
                        <m:oMathParaPr>
                          <m:jc m:val="left"/>
                        </m:oMathParaPr>
                        <m:oMath>
                          <m:sSub>
                            <m:sSubPr>
                              <m:ctrlPr>
                                <a:rPr lang="en-US" sz="1800" i="1">
                                  <a:latin typeface="Cambria Math" panose="02040503050406030204" pitchFamily="18" charset="0"/>
                                </a:rPr>
                              </m:ctrlPr>
                            </m:sSubPr>
                            <m:e>
                              <m:r>
                                <a:rPr lang="en-US" sz="1800" i="1">
                                  <a:latin typeface="Cambria Math" panose="02040503050406030204" pitchFamily="18" charset="0"/>
                                </a:rPr>
                                <m:t>𝑅</m:t>
                              </m:r>
                            </m:e>
                            <m:sub>
                              <m:r>
                                <a:rPr lang="en-US" sz="1800" i="1">
                                  <a:latin typeface="Cambria Math" panose="02040503050406030204" pitchFamily="18" charset="0"/>
                                </a:rPr>
                                <m:t>𝑡</m:t>
                              </m:r>
                              <m:r>
                                <a:rPr lang="en-US" sz="1800" i="1">
                                  <a:latin typeface="Cambria Math" panose="02040503050406030204" pitchFamily="18" charset="0"/>
                                </a:rPr>
                                <m:t>,(</m:t>
                              </m:r>
                              <m:r>
                                <a:rPr lang="en-US" sz="1800" i="1">
                                  <a:latin typeface="Cambria Math" panose="02040503050406030204" pitchFamily="18" charset="0"/>
                                </a:rPr>
                                <m:t>𝑂</m:t>
                              </m:r>
                              <m:r>
                                <a:rPr lang="en-US" sz="1800" i="1">
                                  <a:latin typeface="Cambria Math" panose="02040503050406030204" pitchFamily="18" charset="0"/>
                                </a:rPr>
                                <m:t>−,0)</m:t>
                              </m:r>
                            </m:sub>
                          </m:sSub>
                        </m:oMath>
                      </m:oMathPara>
                    </a14:m>
                    <a:endParaRPr lang="en-US" sz="1800"/>
                  </a:p>
                </p:txBody>
              </p:sp>
            </mc:Choice>
            <mc:Fallback xmlns="">
              <p:sp>
                <p:nvSpPr>
                  <p:cNvPr id="60486" name="Object 66"/>
                  <p:cNvSpPr txBox="1">
                    <a:spLocks noRot="1" noChangeAspect="1" noMove="1" noResize="1" noEditPoints="1" noAdjustHandles="1" noChangeArrowheads="1" noChangeShapeType="1" noTextEdit="1"/>
                  </p:cNvSpPr>
                  <p:nvPr/>
                </p:nvSpPr>
                <p:spPr bwMode="auto">
                  <a:xfrm>
                    <a:off x="124" y="683"/>
                    <a:ext cx="576" cy="320"/>
                  </a:xfrm>
                  <a:prstGeom prst="rect">
                    <a:avLst/>
                  </a:prstGeom>
                  <a:blipFill>
                    <a:blip r:embed="rId11"/>
                    <a:stretch>
                      <a:fillRect r="-2667"/>
                    </a:stretch>
                  </a:blipFill>
                  <a:ln>
                    <a:noFill/>
                  </a:ln>
                  <a:effectLst/>
                </p:spPr>
                <p:txBody>
                  <a:bodyPr/>
                  <a:lstStyle/>
                  <a:p>
                    <a:r>
                      <a:rPr lang="en-US">
                        <a:noFill/>
                      </a:rPr>
                      <a:t> </a:t>
                    </a:r>
                  </a:p>
                </p:txBody>
              </p:sp>
            </mc:Fallback>
          </mc:AlternateContent>
          <p:sp>
            <p:nvSpPr>
              <p:cNvPr id="60487" name="Line 67"/>
              <p:cNvSpPr>
                <a:spLocks noChangeShapeType="1"/>
              </p:cNvSpPr>
              <p:nvPr/>
            </p:nvSpPr>
            <p:spPr bwMode="auto">
              <a:xfrm>
                <a:off x="712" y="840"/>
                <a:ext cx="288" cy="0"/>
              </a:xfrm>
              <a:prstGeom prst="line">
                <a:avLst/>
              </a:prstGeom>
              <a:noFill/>
              <a:ln w="38100">
                <a:solidFill>
                  <a:schemeClr val="tx1"/>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grpSp>
        <p:grpSp>
          <p:nvGrpSpPr>
            <p:cNvPr id="60480" name="Group 68"/>
            <p:cNvGrpSpPr>
              <a:grpSpLocks/>
            </p:cNvGrpSpPr>
            <p:nvPr/>
          </p:nvGrpSpPr>
          <p:grpSpPr bwMode="auto">
            <a:xfrm>
              <a:off x="140" y="2587"/>
              <a:ext cx="868" cy="320"/>
              <a:chOff x="132" y="683"/>
              <a:chExt cx="868" cy="320"/>
            </a:xfrm>
          </p:grpSpPr>
          <mc:AlternateContent xmlns:mc="http://schemas.openxmlformats.org/markup-compatibility/2006" xmlns:a14="http://schemas.microsoft.com/office/drawing/2010/main">
            <mc:Choice Requires="a14">
              <p:sp>
                <p:nvSpPr>
                  <p:cNvPr id="60484" name="Object 69"/>
                  <p:cNvSpPr txBox="1"/>
                  <p:nvPr/>
                </p:nvSpPr>
                <p:spPr bwMode="auto">
                  <a:xfrm>
                    <a:off x="132" y="683"/>
                    <a:ext cx="560" cy="320"/>
                  </a:xfrm>
                  <a:prstGeom prst="rect">
                    <a:avLst/>
                  </a:prstGeom>
                  <a:noFill/>
                  <a:ln>
                    <a:noFill/>
                  </a:ln>
                  <a:effectLst/>
                </p:spPr>
                <p:txBody>
                  <a:bodyPr>
                    <a:normAutofit/>
                  </a:bodyPr>
                  <a:lstStyle/>
                  <a:p>
                    <a:pPr/>
                    <a14:m>
                      <m:oMathPara xmlns:m="http://schemas.openxmlformats.org/officeDocument/2006/math">
                        <m:oMathParaPr>
                          <m:jc m:val="left"/>
                        </m:oMathParaPr>
                        <m:oMath>
                          <m:sSub>
                            <m:sSubPr>
                              <m:ctrlPr>
                                <a:rPr lang="en-US" sz="1800" i="1">
                                  <a:latin typeface="Cambria Math" panose="02040503050406030204" pitchFamily="18" charset="0"/>
                                </a:rPr>
                              </m:ctrlPr>
                            </m:sSubPr>
                            <m:e>
                              <m:r>
                                <a:rPr lang="en-US" sz="1800" i="1">
                                  <a:latin typeface="Cambria Math" panose="02040503050406030204" pitchFamily="18" charset="0"/>
                                </a:rPr>
                                <m:t>𝑅</m:t>
                              </m:r>
                            </m:e>
                            <m:sub>
                              <m:r>
                                <a:rPr lang="en-US" sz="1800" i="1">
                                  <a:latin typeface="Cambria Math" panose="02040503050406030204" pitchFamily="18" charset="0"/>
                                </a:rPr>
                                <m:t>𝑡</m:t>
                              </m:r>
                              <m:r>
                                <a:rPr lang="en-US" sz="1800" i="1">
                                  <a:latin typeface="Cambria Math" panose="02040503050406030204" pitchFamily="18" charset="0"/>
                                </a:rPr>
                                <m:t>,(</m:t>
                              </m:r>
                              <m:r>
                                <a:rPr lang="en-US" sz="1800" i="1">
                                  <a:latin typeface="Cambria Math" panose="02040503050406030204" pitchFamily="18" charset="0"/>
                                </a:rPr>
                                <m:t>𝑂</m:t>
                              </m:r>
                              <m:r>
                                <a:rPr lang="en-US" sz="1800" i="1">
                                  <a:latin typeface="Cambria Math" panose="02040503050406030204" pitchFamily="18" charset="0"/>
                                </a:rPr>
                                <m:t>−,1)</m:t>
                              </m:r>
                            </m:sub>
                          </m:sSub>
                        </m:oMath>
                      </m:oMathPara>
                    </a14:m>
                    <a:endParaRPr lang="en-US" sz="1800"/>
                  </a:p>
                </p:txBody>
              </p:sp>
            </mc:Choice>
            <mc:Fallback xmlns="">
              <p:sp>
                <p:nvSpPr>
                  <p:cNvPr id="60484" name="Object 69"/>
                  <p:cNvSpPr txBox="1">
                    <a:spLocks noRot="1" noChangeAspect="1" noMove="1" noResize="1" noEditPoints="1" noAdjustHandles="1" noChangeArrowheads="1" noChangeShapeType="1" noTextEdit="1"/>
                  </p:cNvSpPr>
                  <p:nvPr/>
                </p:nvSpPr>
                <p:spPr bwMode="auto">
                  <a:xfrm>
                    <a:off x="132" y="683"/>
                    <a:ext cx="560" cy="320"/>
                  </a:xfrm>
                  <a:prstGeom prst="rect">
                    <a:avLst/>
                  </a:prstGeom>
                  <a:blipFill>
                    <a:blip r:embed="rId12"/>
                    <a:stretch>
                      <a:fillRect r="-5479"/>
                    </a:stretch>
                  </a:blipFill>
                  <a:ln>
                    <a:noFill/>
                  </a:ln>
                  <a:effectLst/>
                </p:spPr>
                <p:txBody>
                  <a:bodyPr/>
                  <a:lstStyle/>
                  <a:p>
                    <a:r>
                      <a:rPr lang="en-US">
                        <a:noFill/>
                      </a:rPr>
                      <a:t> </a:t>
                    </a:r>
                  </a:p>
                </p:txBody>
              </p:sp>
            </mc:Fallback>
          </mc:AlternateContent>
          <p:sp>
            <p:nvSpPr>
              <p:cNvPr id="60485" name="Line 70"/>
              <p:cNvSpPr>
                <a:spLocks noChangeShapeType="1"/>
              </p:cNvSpPr>
              <p:nvPr/>
            </p:nvSpPr>
            <p:spPr bwMode="auto">
              <a:xfrm>
                <a:off x="712" y="840"/>
                <a:ext cx="288" cy="0"/>
              </a:xfrm>
              <a:prstGeom prst="line">
                <a:avLst/>
              </a:prstGeom>
              <a:noFill/>
              <a:ln w="38100">
                <a:solidFill>
                  <a:schemeClr val="tx1"/>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grpSp>
        <p:grpSp>
          <p:nvGrpSpPr>
            <p:cNvPr id="60481" name="Group 71"/>
            <p:cNvGrpSpPr>
              <a:grpSpLocks/>
            </p:cNvGrpSpPr>
            <p:nvPr/>
          </p:nvGrpSpPr>
          <p:grpSpPr bwMode="auto">
            <a:xfrm>
              <a:off x="124" y="2923"/>
              <a:ext cx="884" cy="320"/>
              <a:chOff x="116" y="683"/>
              <a:chExt cx="884" cy="320"/>
            </a:xfrm>
          </p:grpSpPr>
          <mc:AlternateContent xmlns:mc="http://schemas.openxmlformats.org/markup-compatibility/2006" xmlns:a14="http://schemas.microsoft.com/office/drawing/2010/main">
            <mc:Choice Requires="a14">
              <p:sp>
                <p:nvSpPr>
                  <p:cNvPr id="60482" name="Object 72"/>
                  <p:cNvSpPr txBox="1"/>
                  <p:nvPr/>
                </p:nvSpPr>
                <p:spPr bwMode="auto">
                  <a:xfrm>
                    <a:off x="116" y="683"/>
                    <a:ext cx="592" cy="320"/>
                  </a:xfrm>
                  <a:prstGeom prst="rect">
                    <a:avLst/>
                  </a:prstGeom>
                  <a:noFill/>
                  <a:ln>
                    <a:noFill/>
                  </a:ln>
                  <a:effectLst/>
                </p:spPr>
                <p:txBody>
                  <a:bodyPr>
                    <a:normAutofit/>
                  </a:bodyPr>
                  <a:lstStyle/>
                  <a:p>
                    <a:pPr/>
                    <a14:m>
                      <m:oMathPara xmlns:m="http://schemas.openxmlformats.org/officeDocument/2006/math">
                        <m:oMathParaPr>
                          <m:jc m:val="left"/>
                        </m:oMathParaPr>
                        <m:oMath>
                          <m:sSub>
                            <m:sSubPr>
                              <m:ctrlPr>
                                <a:rPr lang="en-US" sz="1800" i="1">
                                  <a:latin typeface="Cambria Math" panose="02040503050406030204" pitchFamily="18" charset="0"/>
                                </a:rPr>
                              </m:ctrlPr>
                            </m:sSubPr>
                            <m:e>
                              <m:r>
                                <a:rPr lang="en-US" sz="1800" i="1">
                                  <a:latin typeface="Cambria Math" panose="02040503050406030204" pitchFamily="18" charset="0"/>
                                </a:rPr>
                                <m:t>𝑅</m:t>
                              </m:r>
                            </m:e>
                            <m:sub>
                              <m:r>
                                <a:rPr lang="en-US" sz="1800" i="1">
                                  <a:latin typeface="Cambria Math" panose="02040503050406030204" pitchFamily="18" charset="0"/>
                                </a:rPr>
                                <m:t>𝑡</m:t>
                              </m:r>
                              <m:r>
                                <a:rPr lang="en-US" sz="1800" i="1">
                                  <a:latin typeface="Cambria Math" panose="02040503050406030204" pitchFamily="18" charset="0"/>
                                </a:rPr>
                                <m:t>,(</m:t>
                              </m:r>
                              <m:r>
                                <a:rPr lang="en-US" sz="1800" i="1">
                                  <a:latin typeface="Cambria Math" panose="02040503050406030204" pitchFamily="18" charset="0"/>
                                </a:rPr>
                                <m:t>𝑂</m:t>
                              </m:r>
                              <m:r>
                                <a:rPr lang="en-US" sz="1800" i="1">
                                  <a:latin typeface="Cambria Math" panose="02040503050406030204" pitchFamily="18" charset="0"/>
                                </a:rPr>
                                <m:t>−,2)</m:t>
                              </m:r>
                            </m:sub>
                          </m:sSub>
                        </m:oMath>
                      </m:oMathPara>
                    </a14:m>
                    <a:endParaRPr lang="en-US" sz="1800" dirty="0"/>
                  </a:p>
                </p:txBody>
              </p:sp>
            </mc:Choice>
            <mc:Fallback xmlns="">
              <p:sp>
                <p:nvSpPr>
                  <p:cNvPr id="60482" name="Object 72"/>
                  <p:cNvSpPr txBox="1">
                    <a:spLocks noRot="1" noChangeAspect="1" noMove="1" noResize="1" noEditPoints="1" noAdjustHandles="1" noChangeArrowheads="1" noChangeShapeType="1" noTextEdit="1"/>
                  </p:cNvSpPr>
                  <p:nvPr/>
                </p:nvSpPr>
                <p:spPr bwMode="auto">
                  <a:xfrm>
                    <a:off x="116" y="683"/>
                    <a:ext cx="592" cy="320"/>
                  </a:xfrm>
                  <a:prstGeom prst="rect">
                    <a:avLst/>
                  </a:prstGeom>
                  <a:blipFill>
                    <a:blip r:embed="rId13"/>
                    <a:stretch>
                      <a:fillRect/>
                    </a:stretch>
                  </a:blipFill>
                  <a:ln>
                    <a:noFill/>
                  </a:ln>
                  <a:effectLst/>
                </p:spPr>
                <p:txBody>
                  <a:bodyPr/>
                  <a:lstStyle/>
                  <a:p>
                    <a:r>
                      <a:rPr lang="en-US">
                        <a:noFill/>
                      </a:rPr>
                      <a:t> </a:t>
                    </a:r>
                  </a:p>
                </p:txBody>
              </p:sp>
            </mc:Fallback>
          </mc:AlternateContent>
          <p:sp>
            <p:nvSpPr>
              <p:cNvPr id="60483" name="Line 73"/>
              <p:cNvSpPr>
                <a:spLocks noChangeShapeType="1"/>
              </p:cNvSpPr>
              <p:nvPr/>
            </p:nvSpPr>
            <p:spPr bwMode="auto">
              <a:xfrm>
                <a:off x="712" y="840"/>
                <a:ext cx="288" cy="0"/>
              </a:xfrm>
              <a:prstGeom prst="line">
                <a:avLst/>
              </a:prstGeom>
              <a:noFill/>
              <a:ln w="38100">
                <a:solidFill>
                  <a:schemeClr val="tx1"/>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grpSp>
      </p:grpSp>
      <p:grpSp>
        <p:nvGrpSpPr>
          <p:cNvPr id="60448" name="Group 74"/>
          <p:cNvGrpSpPr>
            <a:grpSpLocks/>
          </p:cNvGrpSpPr>
          <p:nvPr/>
        </p:nvGrpSpPr>
        <p:grpSpPr bwMode="auto">
          <a:xfrm>
            <a:off x="6565900" y="1301750"/>
            <a:ext cx="819150" cy="463550"/>
            <a:chOff x="3256" y="800"/>
            <a:chExt cx="704" cy="384"/>
          </a:xfrm>
        </p:grpSpPr>
        <p:sp>
          <p:nvSpPr>
            <p:cNvPr id="60473" name="Line 75"/>
            <p:cNvSpPr>
              <a:spLocks noChangeShapeType="1"/>
            </p:cNvSpPr>
            <p:nvPr/>
          </p:nvSpPr>
          <p:spPr bwMode="auto">
            <a:xfrm flipV="1">
              <a:off x="3256" y="800"/>
              <a:ext cx="0" cy="376"/>
            </a:xfrm>
            <a:prstGeom prst="line">
              <a:avLst/>
            </a:prstGeom>
            <a:noFill/>
            <a:ln w="28575">
              <a:solidFill>
                <a:schemeClr val="tx1"/>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60474" name="Line 76"/>
            <p:cNvSpPr>
              <a:spLocks noChangeShapeType="1"/>
            </p:cNvSpPr>
            <p:nvPr/>
          </p:nvSpPr>
          <p:spPr bwMode="auto">
            <a:xfrm>
              <a:off x="3256" y="1184"/>
              <a:ext cx="704" cy="0"/>
            </a:xfrm>
            <a:prstGeom prst="line">
              <a:avLst/>
            </a:prstGeom>
            <a:noFill/>
            <a:ln w="28575">
              <a:solidFill>
                <a:schemeClr val="tx1"/>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60475" name="Freeform 77"/>
            <p:cNvSpPr>
              <a:spLocks/>
            </p:cNvSpPr>
            <p:nvPr/>
          </p:nvSpPr>
          <p:spPr bwMode="auto">
            <a:xfrm>
              <a:off x="3256" y="840"/>
              <a:ext cx="640" cy="344"/>
            </a:xfrm>
            <a:custGeom>
              <a:avLst/>
              <a:gdLst>
                <a:gd name="T0" fmla="*/ 0 w 640"/>
                <a:gd name="T1" fmla="*/ 344 h 344"/>
                <a:gd name="T2" fmla="*/ 56 w 640"/>
                <a:gd name="T3" fmla="*/ 136 h 344"/>
                <a:gd name="T4" fmla="*/ 208 w 640"/>
                <a:gd name="T5" fmla="*/ 8 h 344"/>
                <a:gd name="T6" fmla="*/ 408 w 640"/>
                <a:gd name="T7" fmla="*/ 0 h 344"/>
                <a:gd name="T8" fmla="*/ 640 w 640"/>
                <a:gd name="T9" fmla="*/ 120 h 344"/>
                <a:gd name="T10" fmla="*/ 0 60000 65536"/>
                <a:gd name="T11" fmla="*/ 0 60000 65536"/>
                <a:gd name="T12" fmla="*/ 0 60000 65536"/>
                <a:gd name="T13" fmla="*/ 0 60000 65536"/>
                <a:gd name="T14" fmla="*/ 0 60000 65536"/>
                <a:gd name="T15" fmla="*/ 0 w 640"/>
                <a:gd name="T16" fmla="*/ 0 h 344"/>
                <a:gd name="T17" fmla="*/ 640 w 640"/>
                <a:gd name="T18" fmla="*/ 344 h 344"/>
              </a:gdLst>
              <a:ahLst/>
              <a:cxnLst>
                <a:cxn ang="T10">
                  <a:pos x="T0" y="T1"/>
                </a:cxn>
                <a:cxn ang="T11">
                  <a:pos x="T2" y="T3"/>
                </a:cxn>
                <a:cxn ang="T12">
                  <a:pos x="T4" y="T5"/>
                </a:cxn>
                <a:cxn ang="T13">
                  <a:pos x="T6" y="T7"/>
                </a:cxn>
                <a:cxn ang="T14">
                  <a:pos x="T8" y="T9"/>
                </a:cxn>
              </a:cxnLst>
              <a:rect l="T15" t="T16" r="T17" b="T18"/>
              <a:pathLst>
                <a:path w="640" h="344">
                  <a:moveTo>
                    <a:pt x="0" y="344"/>
                  </a:moveTo>
                  <a:lnTo>
                    <a:pt x="56" y="136"/>
                  </a:lnTo>
                  <a:lnTo>
                    <a:pt x="208" y="8"/>
                  </a:lnTo>
                  <a:lnTo>
                    <a:pt x="408" y="0"/>
                  </a:lnTo>
                  <a:lnTo>
                    <a:pt x="640" y="120"/>
                  </a:lnTo>
                </a:path>
              </a:pathLst>
            </a:custGeom>
            <a:noFill/>
            <a:ln w="19050">
              <a:solidFill>
                <a:schemeClr val="tx1"/>
              </a:solidFill>
              <a:round/>
              <a:headEnd/>
              <a:tailEnd type="none" w="med" len="lg"/>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60449" name="Group 78"/>
          <p:cNvGrpSpPr>
            <a:grpSpLocks/>
          </p:cNvGrpSpPr>
          <p:nvPr/>
        </p:nvGrpSpPr>
        <p:grpSpPr bwMode="auto">
          <a:xfrm>
            <a:off x="6572250" y="1847850"/>
            <a:ext cx="819150" cy="463550"/>
            <a:chOff x="3256" y="800"/>
            <a:chExt cx="704" cy="384"/>
          </a:xfrm>
        </p:grpSpPr>
        <p:sp>
          <p:nvSpPr>
            <p:cNvPr id="60470" name="Line 79"/>
            <p:cNvSpPr>
              <a:spLocks noChangeShapeType="1"/>
            </p:cNvSpPr>
            <p:nvPr/>
          </p:nvSpPr>
          <p:spPr bwMode="auto">
            <a:xfrm flipV="1">
              <a:off x="3256" y="800"/>
              <a:ext cx="0" cy="376"/>
            </a:xfrm>
            <a:prstGeom prst="line">
              <a:avLst/>
            </a:prstGeom>
            <a:noFill/>
            <a:ln w="28575">
              <a:solidFill>
                <a:schemeClr val="tx1"/>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60471" name="Line 80"/>
            <p:cNvSpPr>
              <a:spLocks noChangeShapeType="1"/>
            </p:cNvSpPr>
            <p:nvPr/>
          </p:nvSpPr>
          <p:spPr bwMode="auto">
            <a:xfrm>
              <a:off x="3256" y="1184"/>
              <a:ext cx="704" cy="0"/>
            </a:xfrm>
            <a:prstGeom prst="line">
              <a:avLst/>
            </a:prstGeom>
            <a:noFill/>
            <a:ln w="28575">
              <a:solidFill>
                <a:schemeClr val="tx1"/>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60472" name="Freeform 81"/>
            <p:cNvSpPr>
              <a:spLocks/>
            </p:cNvSpPr>
            <p:nvPr/>
          </p:nvSpPr>
          <p:spPr bwMode="auto">
            <a:xfrm>
              <a:off x="3256" y="840"/>
              <a:ext cx="640" cy="344"/>
            </a:xfrm>
            <a:custGeom>
              <a:avLst/>
              <a:gdLst>
                <a:gd name="T0" fmla="*/ 0 w 640"/>
                <a:gd name="T1" fmla="*/ 344 h 344"/>
                <a:gd name="T2" fmla="*/ 56 w 640"/>
                <a:gd name="T3" fmla="*/ 136 h 344"/>
                <a:gd name="T4" fmla="*/ 208 w 640"/>
                <a:gd name="T5" fmla="*/ 8 h 344"/>
                <a:gd name="T6" fmla="*/ 408 w 640"/>
                <a:gd name="T7" fmla="*/ 0 h 344"/>
                <a:gd name="T8" fmla="*/ 640 w 640"/>
                <a:gd name="T9" fmla="*/ 120 h 344"/>
                <a:gd name="T10" fmla="*/ 0 60000 65536"/>
                <a:gd name="T11" fmla="*/ 0 60000 65536"/>
                <a:gd name="T12" fmla="*/ 0 60000 65536"/>
                <a:gd name="T13" fmla="*/ 0 60000 65536"/>
                <a:gd name="T14" fmla="*/ 0 60000 65536"/>
                <a:gd name="T15" fmla="*/ 0 w 640"/>
                <a:gd name="T16" fmla="*/ 0 h 344"/>
                <a:gd name="T17" fmla="*/ 640 w 640"/>
                <a:gd name="T18" fmla="*/ 344 h 344"/>
              </a:gdLst>
              <a:ahLst/>
              <a:cxnLst>
                <a:cxn ang="T10">
                  <a:pos x="T0" y="T1"/>
                </a:cxn>
                <a:cxn ang="T11">
                  <a:pos x="T2" y="T3"/>
                </a:cxn>
                <a:cxn ang="T12">
                  <a:pos x="T4" y="T5"/>
                </a:cxn>
                <a:cxn ang="T13">
                  <a:pos x="T6" y="T7"/>
                </a:cxn>
                <a:cxn ang="T14">
                  <a:pos x="T8" y="T9"/>
                </a:cxn>
              </a:cxnLst>
              <a:rect l="T15" t="T16" r="T17" b="T18"/>
              <a:pathLst>
                <a:path w="640" h="344">
                  <a:moveTo>
                    <a:pt x="0" y="344"/>
                  </a:moveTo>
                  <a:lnTo>
                    <a:pt x="56" y="136"/>
                  </a:lnTo>
                  <a:lnTo>
                    <a:pt x="208" y="8"/>
                  </a:lnTo>
                  <a:lnTo>
                    <a:pt x="408" y="0"/>
                  </a:lnTo>
                  <a:lnTo>
                    <a:pt x="640" y="120"/>
                  </a:lnTo>
                </a:path>
              </a:pathLst>
            </a:custGeom>
            <a:noFill/>
            <a:ln w="19050">
              <a:solidFill>
                <a:schemeClr val="tx1"/>
              </a:solidFill>
              <a:round/>
              <a:headEnd/>
              <a:tailEnd type="none" w="med" len="lg"/>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60450" name="Group 82"/>
          <p:cNvGrpSpPr>
            <a:grpSpLocks/>
          </p:cNvGrpSpPr>
          <p:nvPr/>
        </p:nvGrpSpPr>
        <p:grpSpPr bwMode="auto">
          <a:xfrm>
            <a:off x="6572250" y="2362200"/>
            <a:ext cx="819150" cy="463550"/>
            <a:chOff x="3256" y="800"/>
            <a:chExt cx="704" cy="384"/>
          </a:xfrm>
        </p:grpSpPr>
        <p:sp>
          <p:nvSpPr>
            <p:cNvPr id="60467" name="Line 83"/>
            <p:cNvSpPr>
              <a:spLocks noChangeShapeType="1"/>
            </p:cNvSpPr>
            <p:nvPr/>
          </p:nvSpPr>
          <p:spPr bwMode="auto">
            <a:xfrm flipV="1">
              <a:off x="3256" y="800"/>
              <a:ext cx="0" cy="376"/>
            </a:xfrm>
            <a:prstGeom prst="line">
              <a:avLst/>
            </a:prstGeom>
            <a:noFill/>
            <a:ln w="28575">
              <a:solidFill>
                <a:schemeClr val="tx1"/>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60468" name="Line 84"/>
            <p:cNvSpPr>
              <a:spLocks noChangeShapeType="1"/>
            </p:cNvSpPr>
            <p:nvPr/>
          </p:nvSpPr>
          <p:spPr bwMode="auto">
            <a:xfrm>
              <a:off x="3256" y="1184"/>
              <a:ext cx="704" cy="0"/>
            </a:xfrm>
            <a:prstGeom prst="line">
              <a:avLst/>
            </a:prstGeom>
            <a:noFill/>
            <a:ln w="28575">
              <a:solidFill>
                <a:schemeClr val="tx1"/>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60469" name="Freeform 85"/>
            <p:cNvSpPr>
              <a:spLocks/>
            </p:cNvSpPr>
            <p:nvPr/>
          </p:nvSpPr>
          <p:spPr bwMode="auto">
            <a:xfrm>
              <a:off x="3256" y="840"/>
              <a:ext cx="640" cy="344"/>
            </a:xfrm>
            <a:custGeom>
              <a:avLst/>
              <a:gdLst>
                <a:gd name="T0" fmla="*/ 0 w 640"/>
                <a:gd name="T1" fmla="*/ 344 h 344"/>
                <a:gd name="T2" fmla="*/ 56 w 640"/>
                <a:gd name="T3" fmla="*/ 136 h 344"/>
                <a:gd name="T4" fmla="*/ 208 w 640"/>
                <a:gd name="T5" fmla="*/ 8 h 344"/>
                <a:gd name="T6" fmla="*/ 408 w 640"/>
                <a:gd name="T7" fmla="*/ 0 h 344"/>
                <a:gd name="T8" fmla="*/ 640 w 640"/>
                <a:gd name="T9" fmla="*/ 120 h 344"/>
                <a:gd name="T10" fmla="*/ 0 60000 65536"/>
                <a:gd name="T11" fmla="*/ 0 60000 65536"/>
                <a:gd name="T12" fmla="*/ 0 60000 65536"/>
                <a:gd name="T13" fmla="*/ 0 60000 65536"/>
                <a:gd name="T14" fmla="*/ 0 60000 65536"/>
                <a:gd name="T15" fmla="*/ 0 w 640"/>
                <a:gd name="T16" fmla="*/ 0 h 344"/>
                <a:gd name="T17" fmla="*/ 640 w 640"/>
                <a:gd name="T18" fmla="*/ 344 h 344"/>
              </a:gdLst>
              <a:ahLst/>
              <a:cxnLst>
                <a:cxn ang="T10">
                  <a:pos x="T0" y="T1"/>
                </a:cxn>
                <a:cxn ang="T11">
                  <a:pos x="T2" y="T3"/>
                </a:cxn>
                <a:cxn ang="T12">
                  <a:pos x="T4" y="T5"/>
                </a:cxn>
                <a:cxn ang="T13">
                  <a:pos x="T6" y="T7"/>
                </a:cxn>
                <a:cxn ang="T14">
                  <a:pos x="T8" y="T9"/>
                </a:cxn>
              </a:cxnLst>
              <a:rect l="T15" t="T16" r="T17" b="T18"/>
              <a:pathLst>
                <a:path w="640" h="344">
                  <a:moveTo>
                    <a:pt x="0" y="344"/>
                  </a:moveTo>
                  <a:lnTo>
                    <a:pt x="56" y="136"/>
                  </a:lnTo>
                  <a:lnTo>
                    <a:pt x="208" y="8"/>
                  </a:lnTo>
                  <a:lnTo>
                    <a:pt x="408" y="0"/>
                  </a:lnTo>
                  <a:lnTo>
                    <a:pt x="640" y="120"/>
                  </a:lnTo>
                </a:path>
              </a:pathLst>
            </a:custGeom>
            <a:noFill/>
            <a:ln w="19050">
              <a:solidFill>
                <a:schemeClr val="tx1"/>
              </a:solidFill>
              <a:round/>
              <a:headEnd/>
              <a:tailEnd type="none" w="med" len="lg"/>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60451" name="Group 86"/>
          <p:cNvGrpSpPr>
            <a:grpSpLocks/>
          </p:cNvGrpSpPr>
          <p:nvPr/>
        </p:nvGrpSpPr>
        <p:grpSpPr bwMode="auto">
          <a:xfrm>
            <a:off x="6572250" y="3409950"/>
            <a:ext cx="819150" cy="463550"/>
            <a:chOff x="3256" y="800"/>
            <a:chExt cx="704" cy="384"/>
          </a:xfrm>
        </p:grpSpPr>
        <p:sp>
          <p:nvSpPr>
            <p:cNvPr id="60464" name="Line 87"/>
            <p:cNvSpPr>
              <a:spLocks noChangeShapeType="1"/>
            </p:cNvSpPr>
            <p:nvPr/>
          </p:nvSpPr>
          <p:spPr bwMode="auto">
            <a:xfrm flipV="1">
              <a:off x="3256" y="800"/>
              <a:ext cx="0" cy="376"/>
            </a:xfrm>
            <a:prstGeom prst="line">
              <a:avLst/>
            </a:prstGeom>
            <a:noFill/>
            <a:ln w="28575">
              <a:solidFill>
                <a:schemeClr val="tx1"/>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60465" name="Line 88"/>
            <p:cNvSpPr>
              <a:spLocks noChangeShapeType="1"/>
            </p:cNvSpPr>
            <p:nvPr/>
          </p:nvSpPr>
          <p:spPr bwMode="auto">
            <a:xfrm>
              <a:off x="3256" y="1184"/>
              <a:ext cx="704" cy="0"/>
            </a:xfrm>
            <a:prstGeom prst="line">
              <a:avLst/>
            </a:prstGeom>
            <a:noFill/>
            <a:ln w="28575">
              <a:solidFill>
                <a:schemeClr val="tx1"/>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60466" name="Freeform 89"/>
            <p:cNvSpPr>
              <a:spLocks/>
            </p:cNvSpPr>
            <p:nvPr/>
          </p:nvSpPr>
          <p:spPr bwMode="auto">
            <a:xfrm>
              <a:off x="3256" y="840"/>
              <a:ext cx="640" cy="344"/>
            </a:xfrm>
            <a:custGeom>
              <a:avLst/>
              <a:gdLst>
                <a:gd name="T0" fmla="*/ 0 w 640"/>
                <a:gd name="T1" fmla="*/ 344 h 344"/>
                <a:gd name="T2" fmla="*/ 56 w 640"/>
                <a:gd name="T3" fmla="*/ 136 h 344"/>
                <a:gd name="T4" fmla="*/ 208 w 640"/>
                <a:gd name="T5" fmla="*/ 8 h 344"/>
                <a:gd name="T6" fmla="*/ 408 w 640"/>
                <a:gd name="T7" fmla="*/ 0 h 344"/>
                <a:gd name="T8" fmla="*/ 640 w 640"/>
                <a:gd name="T9" fmla="*/ 120 h 344"/>
                <a:gd name="T10" fmla="*/ 0 60000 65536"/>
                <a:gd name="T11" fmla="*/ 0 60000 65536"/>
                <a:gd name="T12" fmla="*/ 0 60000 65536"/>
                <a:gd name="T13" fmla="*/ 0 60000 65536"/>
                <a:gd name="T14" fmla="*/ 0 60000 65536"/>
                <a:gd name="T15" fmla="*/ 0 w 640"/>
                <a:gd name="T16" fmla="*/ 0 h 344"/>
                <a:gd name="T17" fmla="*/ 640 w 640"/>
                <a:gd name="T18" fmla="*/ 344 h 344"/>
              </a:gdLst>
              <a:ahLst/>
              <a:cxnLst>
                <a:cxn ang="T10">
                  <a:pos x="T0" y="T1"/>
                </a:cxn>
                <a:cxn ang="T11">
                  <a:pos x="T2" y="T3"/>
                </a:cxn>
                <a:cxn ang="T12">
                  <a:pos x="T4" y="T5"/>
                </a:cxn>
                <a:cxn ang="T13">
                  <a:pos x="T6" y="T7"/>
                </a:cxn>
                <a:cxn ang="T14">
                  <a:pos x="T8" y="T9"/>
                </a:cxn>
              </a:cxnLst>
              <a:rect l="T15" t="T16" r="T17" b="T18"/>
              <a:pathLst>
                <a:path w="640" h="344">
                  <a:moveTo>
                    <a:pt x="0" y="344"/>
                  </a:moveTo>
                  <a:lnTo>
                    <a:pt x="56" y="136"/>
                  </a:lnTo>
                  <a:lnTo>
                    <a:pt x="208" y="8"/>
                  </a:lnTo>
                  <a:lnTo>
                    <a:pt x="408" y="0"/>
                  </a:lnTo>
                  <a:lnTo>
                    <a:pt x="640" y="120"/>
                  </a:lnTo>
                </a:path>
              </a:pathLst>
            </a:custGeom>
            <a:noFill/>
            <a:ln w="19050">
              <a:solidFill>
                <a:schemeClr val="tx1"/>
              </a:solidFill>
              <a:round/>
              <a:headEnd/>
              <a:tailEnd type="none" w="med" len="lg"/>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60452" name="Group 90"/>
          <p:cNvGrpSpPr>
            <a:grpSpLocks/>
          </p:cNvGrpSpPr>
          <p:nvPr/>
        </p:nvGrpSpPr>
        <p:grpSpPr bwMode="auto">
          <a:xfrm>
            <a:off x="6572250" y="3956050"/>
            <a:ext cx="819150" cy="463550"/>
            <a:chOff x="3256" y="800"/>
            <a:chExt cx="704" cy="384"/>
          </a:xfrm>
        </p:grpSpPr>
        <p:sp>
          <p:nvSpPr>
            <p:cNvPr id="60461" name="Line 91"/>
            <p:cNvSpPr>
              <a:spLocks noChangeShapeType="1"/>
            </p:cNvSpPr>
            <p:nvPr/>
          </p:nvSpPr>
          <p:spPr bwMode="auto">
            <a:xfrm flipV="1">
              <a:off x="3256" y="800"/>
              <a:ext cx="0" cy="376"/>
            </a:xfrm>
            <a:prstGeom prst="line">
              <a:avLst/>
            </a:prstGeom>
            <a:noFill/>
            <a:ln w="28575">
              <a:solidFill>
                <a:schemeClr val="tx1"/>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60462" name="Line 92"/>
            <p:cNvSpPr>
              <a:spLocks noChangeShapeType="1"/>
            </p:cNvSpPr>
            <p:nvPr/>
          </p:nvSpPr>
          <p:spPr bwMode="auto">
            <a:xfrm>
              <a:off x="3256" y="1184"/>
              <a:ext cx="704" cy="0"/>
            </a:xfrm>
            <a:prstGeom prst="line">
              <a:avLst/>
            </a:prstGeom>
            <a:noFill/>
            <a:ln w="28575">
              <a:solidFill>
                <a:schemeClr val="tx1"/>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60463" name="Freeform 93"/>
            <p:cNvSpPr>
              <a:spLocks/>
            </p:cNvSpPr>
            <p:nvPr/>
          </p:nvSpPr>
          <p:spPr bwMode="auto">
            <a:xfrm>
              <a:off x="3256" y="840"/>
              <a:ext cx="640" cy="344"/>
            </a:xfrm>
            <a:custGeom>
              <a:avLst/>
              <a:gdLst>
                <a:gd name="T0" fmla="*/ 0 w 640"/>
                <a:gd name="T1" fmla="*/ 344 h 344"/>
                <a:gd name="T2" fmla="*/ 56 w 640"/>
                <a:gd name="T3" fmla="*/ 136 h 344"/>
                <a:gd name="T4" fmla="*/ 208 w 640"/>
                <a:gd name="T5" fmla="*/ 8 h 344"/>
                <a:gd name="T6" fmla="*/ 408 w 640"/>
                <a:gd name="T7" fmla="*/ 0 h 344"/>
                <a:gd name="T8" fmla="*/ 640 w 640"/>
                <a:gd name="T9" fmla="*/ 120 h 344"/>
                <a:gd name="T10" fmla="*/ 0 60000 65536"/>
                <a:gd name="T11" fmla="*/ 0 60000 65536"/>
                <a:gd name="T12" fmla="*/ 0 60000 65536"/>
                <a:gd name="T13" fmla="*/ 0 60000 65536"/>
                <a:gd name="T14" fmla="*/ 0 60000 65536"/>
                <a:gd name="T15" fmla="*/ 0 w 640"/>
                <a:gd name="T16" fmla="*/ 0 h 344"/>
                <a:gd name="T17" fmla="*/ 640 w 640"/>
                <a:gd name="T18" fmla="*/ 344 h 344"/>
              </a:gdLst>
              <a:ahLst/>
              <a:cxnLst>
                <a:cxn ang="T10">
                  <a:pos x="T0" y="T1"/>
                </a:cxn>
                <a:cxn ang="T11">
                  <a:pos x="T2" y="T3"/>
                </a:cxn>
                <a:cxn ang="T12">
                  <a:pos x="T4" y="T5"/>
                </a:cxn>
                <a:cxn ang="T13">
                  <a:pos x="T6" y="T7"/>
                </a:cxn>
                <a:cxn ang="T14">
                  <a:pos x="T8" y="T9"/>
                </a:cxn>
              </a:cxnLst>
              <a:rect l="T15" t="T16" r="T17" b="T18"/>
              <a:pathLst>
                <a:path w="640" h="344">
                  <a:moveTo>
                    <a:pt x="0" y="344"/>
                  </a:moveTo>
                  <a:lnTo>
                    <a:pt x="56" y="136"/>
                  </a:lnTo>
                  <a:lnTo>
                    <a:pt x="208" y="8"/>
                  </a:lnTo>
                  <a:lnTo>
                    <a:pt x="408" y="0"/>
                  </a:lnTo>
                  <a:lnTo>
                    <a:pt x="640" y="120"/>
                  </a:lnTo>
                </a:path>
              </a:pathLst>
            </a:custGeom>
            <a:noFill/>
            <a:ln w="19050">
              <a:solidFill>
                <a:schemeClr val="tx1"/>
              </a:solidFill>
              <a:round/>
              <a:headEnd/>
              <a:tailEnd type="none" w="med" len="lg"/>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60453" name="Group 94"/>
          <p:cNvGrpSpPr>
            <a:grpSpLocks/>
          </p:cNvGrpSpPr>
          <p:nvPr/>
        </p:nvGrpSpPr>
        <p:grpSpPr bwMode="auto">
          <a:xfrm>
            <a:off x="6572250" y="4483100"/>
            <a:ext cx="819150" cy="463550"/>
            <a:chOff x="3256" y="800"/>
            <a:chExt cx="704" cy="384"/>
          </a:xfrm>
        </p:grpSpPr>
        <p:sp>
          <p:nvSpPr>
            <p:cNvPr id="60458" name="Line 95"/>
            <p:cNvSpPr>
              <a:spLocks noChangeShapeType="1"/>
            </p:cNvSpPr>
            <p:nvPr/>
          </p:nvSpPr>
          <p:spPr bwMode="auto">
            <a:xfrm flipV="1">
              <a:off x="3256" y="800"/>
              <a:ext cx="0" cy="376"/>
            </a:xfrm>
            <a:prstGeom prst="line">
              <a:avLst/>
            </a:prstGeom>
            <a:noFill/>
            <a:ln w="28575">
              <a:solidFill>
                <a:schemeClr val="tx1"/>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60459" name="Line 96"/>
            <p:cNvSpPr>
              <a:spLocks noChangeShapeType="1"/>
            </p:cNvSpPr>
            <p:nvPr/>
          </p:nvSpPr>
          <p:spPr bwMode="auto">
            <a:xfrm>
              <a:off x="3256" y="1184"/>
              <a:ext cx="704" cy="0"/>
            </a:xfrm>
            <a:prstGeom prst="line">
              <a:avLst/>
            </a:prstGeom>
            <a:noFill/>
            <a:ln w="28575">
              <a:solidFill>
                <a:schemeClr val="tx1"/>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60460" name="Freeform 97"/>
            <p:cNvSpPr>
              <a:spLocks/>
            </p:cNvSpPr>
            <p:nvPr/>
          </p:nvSpPr>
          <p:spPr bwMode="auto">
            <a:xfrm>
              <a:off x="3256" y="840"/>
              <a:ext cx="640" cy="344"/>
            </a:xfrm>
            <a:custGeom>
              <a:avLst/>
              <a:gdLst>
                <a:gd name="T0" fmla="*/ 0 w 640"/>
                <a:gd name="T1" fmla="*/ 344 h 344"/>
                <a:gd name="T2" fmla="*/ 56 w 640"/>
                <a:gd name="T3" fmla="*/ 136 h 344"/>
                <a:gd name="T4" fmla="*/ 208 w 640"/>
                <a:gd name="T5" fmla="*/ 8 h 344"/>
                <a:gd name="T6" fmla="*/ 408 w 640"/>
                <a:gd name="T7" fmla="*/ 0 h 344"/>
                <a:gd name="T8" fmla="*/ 640 w 640"/>
                <a:gd name="T9" fmla="*/ 120 h 344"/>
                <a:gd name="T10" fmla="*/ 0 60000 65536"/>
                <a:gd name="T11" fmla="*/ 0 60000 65536"/>
                <a:gd name="T12" fmla="*/ 0 60000 65536"/>
                <a:gd name="T13" fmla="*/ 0 60000 65536"/>
                <a:gd name="T14" fmla="*/ 0 60000 65536"/>
                <a:gd name="T15" fmla="*/ 0 w 640"/>
                <a:gd name="T16" fmla="*/ 0 h 344"/>
                <a:gd name="T17" fmla="*/ 640 w 640"/>
                <a:gd name="T18" fmla="*/ 344 h 344"/>
              </a:gdLst>
              <a:ahLst/>
              <a:cxnLst>
                <a:cxn ang="T10">
                  <a:pos x="T0" y="T1"/>
                </a:cxn>
                <a:cxn ang="T11">
                  <a:pos x="T2" y="T3"/>
                </a:cxn>
                <a:cxn ang="T12">
                  <a:pos x="T4" y="T5"/>
                </a:cxn>
                <a:cxn ang="T13">
                  <a:pos x="T6" y="T7"/>
                </a:cxn>
                <a:cxn ang="T14">
                  <a:pos x="T8" y="T9"/>
                </a:cxn>
              </a:cxnLst>
              <a:rect l="T15" t="T16" r="T17" b="T18"/>
              <a:pathLst>
                <a:path w="640" h="344">
                  <a:moveTo>
                    <a:pt x="0" y="344"/>
                  </a:moveTo>
                  <a:lnTo>
                    <a:pt x="56" y="136"/>
                  </a:lnTo>
                  <a:lnTo>
                    <a:pt x="208" y="8"/>
                  </a:lnTo>
                  <a:lnTo>
                    <a:pt x="408" y="0"/>
                  </a:lnTo>
                  <a:lnTo>
                    <a:pt x="640" y="120"/>
                  </a:lnTo>
                </a:path>
              </a:pathLst>
            </a:custGeom>
            <a:noFill/>
            <a:ln w="19050">
              <a:solidFill>
                <a:schemeClr val="tx1"/>
              </a:solidFill>
              <a:round/>
              <a:headEnd/>
              <a:tailEnd type="none" w="med" len="lg"/>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60454" name="Group 98"/>
          <p:cNvGrpSpPr>
            <a:grpSpLocks/>
          </p:cNvGrpSpPr>
          <p:nvPr/>
        </p:nvGrpSpPr>
        <p:grpSpPr bwMode="auto">
          <a:xfrm>
            <a:off x="6572250" y="4997450"/>
            <a:ext cx="819150" cy="463550"/>
            <a:chOff x="3256" y="800"/>
            <a:chExt cx="704" cy="384"/>
          </a:xfrm>
        </p:grpSpPr>
        <p:sp>
          <p:nvSpPr>
            <p:cNvPr id="60455" name="Line 99"/>
            <p:cNvSpPr>
              <a:spLocks noChangeShapeType="1"/>
            </p:cNvSpPr>
            <p:nvPr/>
          </p:nvSpPr>
          <p:spPr bwMode="auto">
            <a:xfrm flipV="1">
              <a:off x="3256" y="800"/>
              <a:ext cx="0" cy="376"/>
            </a:xfrm>
            <a:prstGeom prst="line">
              <a:avLst/>
            </a:prstGeom>
            <a:noFill/>
            <a:ln w="28575">
              <a:solidFill>
                <a:schemeClr val="tx1"/>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60456" name="Line 100"/>
            <p:cNvSpPr>
              <a:spLocks noChangeShapeType="1"/>
            </p:cNvSpPr>
            <p:nvPr/>
          </p:nvSpPr>
          <p:spPr bwMode="auto">
            <a:xfrm>
              <a:off x="3256" y="1184"/>
              <a:ext cx="704" cy="0"/>
            </a:xfrm>
            <a:prstGeom prst="line">
              <a:avLst/>
            </a:prstGeom>
            <a:noFill/>
            <a:ln w="28575">
              <a:solidFill>
                <a:schemeClr val="tx1"/>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60457" name="Freeform 101"/>
            <p:cNvSpPr>
              <a:spLocks/>
            </p:cNvSpPr>
            <p:nvPr/>
          </p:nvSpPr>
          <p:spPr bwMode="auto">
            <a:xfrm>
              <a:off x="3256" y="840"/>
              <a:ext cx="640" cy="344"/>
            </a:xfrm>
            <a:custGeom>
              <a:avLst/>
              <a:gdLst>
                <a:gd name="T0" fmla="*/ 0 w 640"/>
                <a:gd name="T1" fmla="*/ 344 h 344"/>
                <a:gd name="T2" fmla="*/ 56 w 640"/>
                <a:gd name="T3" fmla="*/ 136 h 344"/>
                <a:gd name="T4" fmla="*/ 208 w 640"/>
                <a:gd name="T5" fmla="*/ 8 h 344"/>
                <a:gd name="T6" fmla="*/ 408 w 640"/>
                <a:gd name="T7" fmla="*/ 0 h 344"/>
                <a:gd name="T8" fmla="*/ 640 w 640"/>
                <a:gd name="T9" fmla="*/ 120 h 344"/>
                <a:gd name="T10" fmla="*/ 0 60000 65536"/>
                <a:gd name="T11" fmla="*/ 0 60000 65536"/>
                <a:gd name="T12" fmla="*/ 0 60000 65536"/>
                <a:gd name="T13" fmla="*/ 0 60000 65536"/>
                <a:gd name="T14" fmla="*/ 0 60000 65536"/>
                <a:gd name="T15" fmla="*/ 0 w 640"/>
                <a:gd name="T16" fmla="*/ 0 h 344"/>
                <a:gd name="T17" fmla="*/ 640 w 640"/>
                <a:gd name="T18" fmla="*/ 344 h 344"/>
              </a:gdLst>
              <a:ahLst/>
              <a:cxnLst>
                <a:cxn ang="T10">
                  <a:pos x="T0" y="T1"/>
                </a:cxn>
                <a:cxn ang="T11">
                  <a:pos x="T2" y="T3"/>
                </a:cxn>
                <a:cxn ang="T12">
                  <a:pos x="T4" y="T5"/>
                </a:cxn>
                <a:cxn ang="T13">
                  <a:pos x="T6" y="T7"/>
                </a:cxn>
                <a:cxn ang="T14">
                  <a:pos x="T8" y="T9"/>
                </a:cxn>
              </a:cxnLst>
              <a:rect l="T15" t="T16" r="T17" b="T18"/>
              <a:pathLst>
                <a:path w="640" h="344">
                  <a:moveTo>
                    <a:pt x="0" y="344"/>
                  </a:moveTo>
                  <a:lnTo>
                    <a:pt x="56" y="136"/>
                  </a:lnTo>
                  <a:lnTo>
                    <a:pt x="208" y="8"/>
                  </a:lnTo>
                  <a:lnTo>
                    <a:pt x="408" y="0"/>
                  </a:lnTo>
                  <a:lnTo>
                    <a:pt x="640" y="120"/>
                  </a:lnTo>
                </a:path>
              </a:pathLst>
            </a:custGeom>
            <a:noFill/>
            <a:ln w="19050">
              <a:solidFill>
                <a:schemeClr val="tx1"/>
              </a:solidFill>
              <a:round/>
              <a:headEnd/>
              <a:tailEnd type="none" w="med" len="lg"/>
            </a:ln>
            <a:extLst>
              <a:ext uri="{909E8E84-426E-40DD-AFC4-6F175D3DCCD1}">
                <a14:hiddenFill xmlns:a14="http://schemas.microsoft.com/office/drawing/2010/main">
                  <a:solidFill>
                    <a:srgbClr val="FFFFFF"/>
                  </a:solidFill>
                </a14:hiddenFill>
              </a:ext>
            </a:extLst>
          </p:spPr>
          <p:txBody>
            <a:bodyPr/>
            <a:lstStyle/>
            <a:p>
              <a:endParaRPr lang="en-US"/>
            </a:p>
          </p:txBody>
        </p:sp>
      </p:grpSp>
    </p:spTree>
    <p:extLst>
      <p:ext uri="{BB962C8B-B14F-4D97-AF65-F5344CB8AC3E}">
        <p14:creationId xmlns:p14="http://schemas.microsoft.com/office/powerpoint/2010/main" val="2037736147"/>
      </p:ext>
    </p:extLst>
  </p:cSld>
  <p:clrMapOvr>
    <a:masterClrMapping/>
  </p:clrMapOvr>
</p:sld>
</file>

<file path=ppt/slides/slide16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2" name="Group 2"/>
          <p:cNvGrpSpPr>
            <a:grpSpLocks/>
          </p:cNvGrpSpPr>
          <p:nvPr/>
        </p:nvGrpSpPr>
        <p:grpSpPr bwMode="auto">
          <a:xfrm>
            <a:off x="1587500" y="203200"/>
            <a:ext cx="7226300" cy="6464300"/>
            <a:chOff x="40" y="128"/>
            <a:chExt cx="4552" cy="4072"/>
          </a:xfrm>
        </p:grpSpPr>
        <p:sp>
          <p:nvSpPr>
            <p:cNvPr id="61572" name="Rectangle 3"/>
            <p:cNvSpPr>
              <a:spLocks noChangeArrowheads="1"/>
            </p:cNvSpPr>
            <p:nvPr/>
          </p:nvSpPr>
          <p:spPr bwMode="auto">
            <a:xfrm>
              <a:off x="40" y="128"/>
              <a:ext cx="4552" cy="4072"/>
            </a:xfrm>
            <a:prstGeom prst="rect">
              <a:avLst/>
            </a:prstGeom>
            <a:solidFill>
              <a:srgbClr val="CDE1FF"/>
            </a:solidFill>
            <a:ln>
              <a:noFill/>
            </a:ln>
            <a:extLst>
              <a:ext uri="{91240B29-F687-4F45-9708-019B960494DF}">
                <a14:hiddenLine xmlns:a14="http://schemas.microsoft.com/office/drawing/2010/main" w="38100" algn="ctr">
                  <a:solidFill>
                    <a:srgbClr val="000000"/>
                  </a:solidFill>
                  <a:miter lim="800000"/>
                  <a:headEnd/>
                  <a:tailEnd/>
                </a14:hiddenLine>
              </a:ext>
            </a:extLst>
          </p:spPr>
          <p:txBody>
            <a:bodyPr wrap="none" anchor="ct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endParaRPr lang="en-US" altLang="en-US" sz="1600"/>
            </a:p>
          </p:txBody>
        </p:sp>
        <mc:AlternateContent xmlns:mc="http://schemas.openxmlformats.org/markup-compatibility/2006" xmlns:a14="http://schemas.microsoft.com/office/drawing/2010/main">
          <mc:Choice Requires="a14">
            <p:sp>
              <p:nvSpPr>
                <p:cNvPr id="61573" name="Object 4"/>
                <p:cNvSpPr txBox="1"/>
                <p:nvPr/>
              </p:nvSpPr>
              <p:spPr bwMode="auto">
                <a:xfrm>
                  <a:off x="4052" y="211"/>
                  <a:ext cx="459" cy="258"/>
                </a:xfrm>
                <a:prstGeom prst="rect">
                  <a:avLst/>
                </a:prstGeom>
                <a:solidFill>
                  <a:schemeClr val="bg1"/>
                </a:solidFill>
                <a:ln>
                  <a:noFill/>
                </a:ln>
                <a:effectLst/>
              </p:spPr>
              <p:txBody>
                <a:bodyPr>
                  <a:normAutofit/>
                </a:bodyPr>
                <a:lstStyle/>
                <a:p>
                  <a:pPr/>
                  <a14:m>
                    <m:oMathPara xmlns:m="http://schemas.openxmlformats.org/officeDocument/2006/math">
                      <m:oMathParaPr>
                        <m:jc m:val="left"/>
                      </m:oMathParaPr>
                      <m:oMath>
                        <m:r>
                          <a:rPr lang="en-US" sz="1600" i="1">
                            <a:latin typeface="Cambria Math" panose="02040503050406030204" pitchFamily="18" charset="0"/>
                          </a:rPr>
                          <m:t>𝐹</m:t>
                        </m:r>
                        <m:r>
                          <a:rPr lang="en-US" sz="1600" i="1">
                            <a:latin typeface="Cambria Math" panose="02040503050406030204" pitchFamily="18" charset="0"/>
                          </a:rPr>
                          <m:t>(</m:t>
                        </m:r>
                        <m:sSub>
                          <m:sSubPr>
                            <m:ctrlPr>
                              <a:rPr lang="en-US" sz="1600" i="1">
                                <a:latin typeface="Cambria Math" panose="02040503050406030204" pitchFamily="18" charset="0"/>
                              </a:rPr>
                            </m:ctrlPr>
                          </m:sSubPr>
                          <m:e>
                            <m:r>
                              <a:rPr lang="en-US" sz="1600" i="1">
                                <a:latin typeface="Cambria Math" panose="02040503050406030204" pitchFamily="18" charset="0"/>
                              </a:rPr>
                              <m:t>𝑅</m:t>
                            </m:r>
                          </m:e>
                          <m:sub>
                            <m:r>
                              <a:rPr lang="en-US" sz="1600" i="1">
                                <a:latin typeface="Cambria Math" panose="02040503050406030204" pitchFamily="18" charset="0"/>
                              </a:rPr>
                              <m:t>𝑡</m:t>
                            </m:r>
                          </m:sub>
                        </m:sSub>
                        <m:r>
                          <a:rPr lang="en-US" sz="1600" i="1">
                            <a:latin typeface="Cambria Math" panose="02040503050406030204" pitchFamily="18" charset="0"/>
                          </a:rPr>
                          <m:t>)</m:t>
                        </m:r>
                      </m:oMath>
                    </m:oMathPara>
                  </a14:m>
                  <a:endParaRPr lang="en-US" sz="1600"/>
                </a:p>
              </p:txBody>
            </p:sp>
          </mc:Choice>
          <mc:Fallback xmlns="">
            <p:sp>
              <p:nvSpPr>
                <p:cNvPr id="61573" name="Object 4"/>
                <p:cNvSpPr txBox="1">
                  <a:spLocks noRot="1" noChangeAspect="1" noMove="1" noResize="1" noEditPoints="1" noAdjustHandles="1" noChangeArrowheads="1" noChangeShapeType="1" noTextEdit="1"/>
                </p:cNvSpPr>
                <p:nvPr/>
              </p:nvSpPr>
              <p:spPr bwMode="auto">
                <a:xfrm>
                  <a:off x="4052" y="211"/>
                  <a:ext cx="459" cy="258"/>
                </a:xfrm>
                <a:prstGeom prst="rect">
                  <a:avLst/>
                </a:prstGeom>
                <a:blipFill>
                  <a:blip r:embed="rId3"/>
                  <a:stretch>
                    <a:fillRect r="-5833" b="-2985"/>
                  </a:stretch>
                </a:blipFill>
                <a:ln>
                  <a:noFill/>
                </a:ln>
                <a:effectLst/>
              </p:spPr>
              <p:txBody>
                <a:bodyPr/>
                <a:lstStyle/>
                <a:p>
                  <a:r>
                    <a:rPr lang="en-US">
                      <a:noFill/>
                    </a:rPr>
                    <a:t> </a:t>
                  </a:r>
                </a:p>
              </p:txBody>
            </p:sp>
          </mc:Fallback>
        </mc:AlternateContent>
      </p:grpSp>
      <p:grpSp>
        <p:nvGrpSpPr>
          <p:cNvPr id="61443" name="Group 5"/>
          <p:cNvGrpSpPr>
            <a:grpSpLocks/>
          </p:cNvGrpSpPr>
          <p:nvPr/>
        </p:nvGrpSpPr>
        <p:grpSpPr bwMode="auto">
          <a:xfrm>
            <a:off x="3082926" y="863600"/>
            <a:ext cx="790575" cy="1409700"/>
            <a:chOff x="430" y="656"/>
            <a:chExt cx="498" cy="888"/>
          </a:xfrm>
        </p:grpSpPr>
        <p:sp>
          <p:nvSpPr>
            <p:cNvPr id="61566" name="Rectangle 6"/>
            <p:cNvSpPr>
              <a:spLocks noChangeArrowheads="1"/>
            </p:cNvSpPr>
            <p:nvPr/>
          </p:nvSpPr>
          <p:spPr bwMode="auto">
            <a:xfrm>
              <a:off x="432" y="656"/>
              <a:ext cx="496" cy="224"/>
            </a:xfrm>
            <a:prstGeom prst="rect">
              <a:avLst/>
            </a:prstGeom>
            <a:noFill/>
            <a:ln w="19050">
              <a:solidFill>
                <a:schemeClr val="tx1"/>
              </a:solidFill>
              <a:miter lim="800000"/>
              <a:headEnd/>
              <a:tailEnd type="none" w="med" len="lg"/>
            </a:ln>
            <a:extLst>
              <a:ext uri="{909E8E84-426E-40DD-AFC4-6F175D3DCCD1}">
                <a14:hiddenFill xmlns:a14="http://schemas.microsoft.com/office/drawing/2010/main">
                  <a:solidFill>
                    <a:srgbClr val="FFFFFF"/>
                  </a:solidFill>
                </a14:hiddenFill>
              </a:ext>
            </a:extLst>
          </p:spPr>
          <p:txBody>
            <a:bodyPr wrap="none" anchor="ct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endParaRPr lang="en-US" altLang="en-US"/>
            </a:p>
          </p:txBody>
        </p:sp>
        <p:sp>
          <p:nvSpPr>
            <p:cNvPr id="61567" name="Text Box 7"/>
            <p:cNvSpPr txBox="1">
              <a:spLocks noChangeArrowheads="1"/>
            </p:cNvSpPr>
            <p:nvPr/>
          </p:nvSpPr>
          <p:spPr bwMode="auto">
            <a:xfrm>
              <a:off x="430" y="656"/>
              <a:ext cx="422"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type="none" w="med" len="lg"/>
                </a14:hiddenLine>
              </a:ext>
            </a:extLst>
          </p:spPr>
          <p:txBody>
            <a:bodyPr wrap="none">
              <a:spAutoFit/>
            </a:bodyP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pPr algn="l" eaLnBrk="1" hangingPunct="1"/>
              <a:r>
                <a:rPr lang="en-US" altLang="en-US" i="0">
                  <a:cs typeface="Arial" panose="020B0604020202020204" pitchFamily="34" charset="0"/>
                </a:rPr>
                <a:t>AB+,0</a:t>
              </a:r>
            </a:p>
          </p:txBody>
        </p:sp>
        <p:sp>
          <p:nvSpPr>
            <p:cNvPr id="61568" name="Rectangle 8"/>
            <p:cNvSpPr>
              <a:spLocks noChangeArrowheads="1"/>
            </p:cNvSpPr>
            <p:nvPr/>
          </p:nvSpPr>
          <p:spPr bwMode="auto">
            <a:xfrm>
              <a:off x="432" y="984"/>
              <a:ext cx="496" cy="224"/>
            </a:xfrm>
            <a:prstGeom prst="rect">
              <a:avLst/>
            </a:prstGeom>
            <a:noFill/>
            <a:ln w="19050">
              <a:solidFill>
                <a:schemeClr val="tx1"/>
              </a:solidFill>
              <a:miter lim="800000"/>
              <a:headEnd/>
              <a:tailEnd type="none" w="med" len="lg"/>
            </a:ln>
            <a:extLst>
              <a:ext uri="{909E8E84-426E-40DD-AFC4-6F175D3DCCD1}">
                <a14:hiddenFill xmlns:a14="http://schemas.microsoft.com/office/drawing/2010/main">
                  <a:solidFill>
                    <a:srgbClr val="FFFFFF"/>
                  </a:solidFill>
                </a14:hiddenFill>
              </a:ext>
            </a:extLst>
          </p:spPr>
          <p:txBody>
            <a:bodyPr wrap="none" anchor="ct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endParaRPr lang="en-US" altLang="en-US"/>
            </a:p>
          </p:txBody>
        </p:sp>
        <p:sp>
          <p:nvSpPr>
            <p:cNvPr id="61569" name="Text Box 9"/>
            <p:cNvSpPr txBox="1">
              <a:spLocks noChangeArrowheads="1"/>
            </p:cNvSpPr>
            <p:nvPr/>
          </p:nvSpPr>
          <p:spPr bwMode="auto">
            <a:xfrm>
              <a:off x="434" y="984"/>
              <a:ext cx="422"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type="none" w="med" len="lg"/>
                </a14:hiddenLine>
              </a:ext>
            </a:extLst>
          </p:spPr>
          <p:txBody>
            <a:bodyPr wrap="none">
              <a:spAutoFit/>
            </a:bodyP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pPr algn="l" eaLnBrk="1" hangingPunct="1"/>
              <a:r>
                <a:rPr lang="en-US" altLang="en-US" i="0">
                  <a:cs typeface="Arial" panose="020B0604020202020204" pitchFamily="34" charset="0"/>
                </a:rPr>
                <a:t>AB+,1</a:t>
              </a:r>
            </a:p>
          </p:txBody>
        </p:sp>
        <p:sp>
          <p:nvSpPr>
            <p:cNvPr id="61570" name="Rectangle 10"/>
            <p:cNvSpPr>
              <a:spLocks noChangeArrowheads="1"/>
            </p:cNvSpPr>
            <p:nvPr/>
          </p:nvSpPr>
          <p:spPr bwMode="auto">
            <a:xfrm>
              <a:off x="432" y="1320"/>
              <a:ext cx="496" cy="224"/>
            </a:xfrm>
            <a:prstGeom prst="rect">
              <a:avLst/>
            </a:prstGeom>
            <a:noFill/>
            <a:ln w="19050">
              <a:solidFill>
                <a:schemeClr val="tx1"/>
              </a:solidFill>
              <a:miter lim="800000"/>
              <a:headEnd/>
              <a:tailEnd type="none" w="med" len="lg"/>
            </a:ln>
            <a:extLst>
              <a:ext uri="{909E8E84-426E-40DD-AFC4-6F175D3DCCD1}">
                <a14:hiddenFill xmlns:a14="http://schemas.microsoft.com/office/drawing/2010/main">
                  <a:solidFill>
                    <a:srgbClr val="FFFFFF"/>
                  </a:solidFill>
                </a14:hiddenFill>
              </a:ext>
            </a:extLst>
          </p:spPr>
          <p:txBody>
            <a:bodyPr wrap="none" anchor="ct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endParaRPr lang="en-US" altLang="en-US"/>
            </a:p>
          </p:txBody>
        </p:sp>
        <p:sp>
          <p:nvSpPr>
            <p:cNvPr id="61571" name="Text Box 11"/>
            <p:cNvSpPr txBox="1">
              <a:spLocks noChangeArrowheads="1"/>
            </p:cNvSpPr>
            <p:nvPr/>
          </p:nvSpPr>
          <p:spPr bwMode="auto">
            <a:xfrm>
              <a:off x="430" y="1320"/>
              <a:ext cx="422"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type="none" w="med" len="lg"/>
                </a14:hiddenLine>
              </a:ext>
            </a:extLst>
          </p:spPr>
          <p:txBody>
            <a:bodyPr wrap="none">
              <a:spAutoFit/>
            </a:bodyP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pPr algn="l" eaLnBrk="1" hangingPunct="1"/>
              <a:r>
                <a:rPr lang="en-US" altLang="en-US" i="0">
                  <a:cs typeface="Arial" panose="020B0604020202020204" pitchFamily="34" charset="0"/>
                </a:rPr>
                <a:t>AB+,2</a:t>
              </a:r>
            </a:p>
          </p:txBody>
        </p:sp>
      </p:grpSp>
      <p:sp>
        <p:nvSpPr>
          <p:cNvPr id="61444" name="Rectangle 12"/>
          <p:cNvSpPr>
            <a:spLocks noChangeArrowheads="1"/>
          </p:cNvSpPr>
          <p:nvPr/>
        </p:nvSpPr>
        <p:spPr bwMode="auto">
          <a:xfrm>
            <a:off x="5454650" y="6003925"/>
            <a:ext cx="584200" cy="508000"/>
          </a:xfrm>
          <a:prstGeom prst="rect">
            <a:avLst/>
          </a:prstGeom>
          <a:noFill/>
          <a:ln w="57150" cmpd="thinThick">
            <a:solidFill>
              <a:schemeClr val="tx1"/>
            </a:solidFill>
            <a:miter lim="800000"/>
            <a:headEnd/>
            <a:tailEnd type="none" w="med" len="lg"/>
          </a:ln>
          <a:extLst>
            <a:ext uri="{909E8E84-426E-40DD-AFC4-6F175D3DCCD1}">
              <a14:hiddenFill xmlns:a14="http://schemas.microsoft.com/office/drawing/2010/main">
                <a:solidFill>
                  <a:srgbClr val="FFFFFF"/>
                </a:solidFill>
              </a14:hiddenFill>
            </a:ext>
          </a:extLst>
        </p:spPr>
        <p:txBody>
          <a:bodyPr wrap="none" anchor="ct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endParaRPr lang="en-US" altLang="en-US"/>
          </a:p>
        </p:txBody>
      </p:sp>
      <p:cxnSp>
        <p:nvCxnSpPr>
          <p:cNvPr id="61445" name="AutoShape 13"/>
          <p:cNvCxnSpPr>
            <a:cxnSpLocks noChangeShapeType="1"/>
            <a:stCxn id="61566" idx="3"/>
            <a:endCxn id="61518" idx="1"/>
          </p:cNvCxnSpPr>
          <p:nvPr/>
        </p:nvCxnSpPr>
        <p:spPr bwMode="auto">
          <a:xfrm>
            <a:off x="3873501" y="1041400"/>
            <a:ext cx="1590675" cy="490538"/>
          </a:xfrm>
          <a:prstGeom prst="straightConnector1">
            <a:avLst/>
          </a:prstGeom>
          <a:noFill/>
          <a:ln w="19050">
            <a:solidFill>
              <a:schemeClr val="tx1"/>
            </a:solidFill>
            <a:prstDash val="sysDot"/>
            <a:round/>
            <a:headEnd/>
            <a:tailEnd type="stealth" w="med" len="lg"/>
          </a:ln>
          <a:extLst>
            <a:ext uri="{909E8E84-426E-40DD-AFC4-6F175D3DCCD1}">
              <a14:hiddenFill xmlns:a14="http://schemas.microsoft.com/office/drawing/2010/main">
                <a:noFill/>
              </a14:hiddenFill>
            </a:ext>
          </a:extLst>
        </p:spPr>
      </p:cxnSp>
      <p:cxnSp>
        <p:nvCxnSpPr>
          <p:cNvPr id="61446" name="AutoShape 14"/>
          <p:cNvCxnSpPr>
            <a:cxnSpLocks noChangeShapeType="1"/>
            <a:stCxn id="61568" idx="3"/>
            <a:endCxn id="61520" idx="1"/>
          </p:cNvCxnSpPr>
          <p:nvPr/>
        </p:nvCxnSpPr>
        <p:spPr bwMode="auto">
          <a:xfrm>
            <a:off x="3873501" y="1562100"/>
            <a:ext cx="1584325" cy="503238"/>
          </a:xfrm>
          <a:prstGeom prst="straightConnector1">
            <a:avLst/>
          </a:prstGeom>
          <a:noFill/>
          <a:ln w="19050">
            <a:solidFill>
              <a:schemeClr val="tx1"/>
            </a:solidFill>
            <a:prstDash val="sysDot"/>
            <a:round/>
            <a:headEnd/>
            <a:tailEnd type="stealth" w="med" len="lg"/>
          </a:ln>
          <a:extLst>
            <a:ext uri="{909E8E84-426E-40DD-AFC4-6F175D3DCCD1}">
              <a14:hiddenFill xmlns:a14="http://schemas.microsoft.com/office/drawing/2010/main">
                <a:noFill/>
              </a14:hiddenFill>
            </a:ext>
          </a:extLst>
        </p:spPr>
      </p:cxnSp>
      <p:cxnSp>
        <p:nvCxnSpPr>
          <p:cNvPr id="61447" name="AutoShape 15"/>
          <p:cNvCxnSpPr>
            <a:cxnSpLocks noChangeShapeType="1"/>
            <a:stCxn id="61570" idx="3"/>
            <a:endCxn id="61523" idx="1"/>
          </p:cNvCxnSpPr>
          <p:nvPr/>
        </p:nvCxnSpPr>
        <p:spPr bwMode="auto">
          <a:xfrm>
            <a:off x="3873501" y="2095500"/>
            <a:ext cx="1577973" cy="490538"/>
          </a:xfrm>
          <a:prstGeom prst="straightConnector1">
            <a:avLst/>
          </a:prstGeom>
          <a:noFill/>
          <a:ln w="19050">
            <a:solidFill>
              <a:schemeClr val="tx1"/>
            </a:solidFill>
            <a:prstDash val="sysDot"/>
            <a:round/>
            <a:headEnd/>
            <a:tailEnd type="stealth" w="med" len="lg"/>
          </a:ln>
          <a:extLst>
            <a:ext uri="{909E8E84-426E-40DD-AFC4-6F175D3DCCD1}">
              <a14:hiddenFill xmlns:a14="http://schemas.microsoft.com/office/drawing/2010/main">
                <a:noFill/>
              </a14:hiddenFill>
            </a:ext>
          </a:extLst>
        </p:spPr>
      </p:cxnSp>
      <p:cxnSp>
        <p:nvCxnSpPr>
          <p:cNvPr id="61448" name="AutoShape 16"/>
          <p:cNvCxnSpPr>
            <a:cxnSpLocks noChangeShapeType="1"/>
            <a:endCxn id="61509" idx="1"/>
          </p:cNvCxnSpPr>
          <p:nvPr/>
        </p:nvCxnSpPr>
        <p:spPr bwMode="auto">
          <a:xfrm>
            <a:off x="3883025" y="3162300"/>
            <a:ext cx="1581150" cy="1017588"/>
          </a:xfrm>
          <a:prstGeom prst="straightConnector1">
            <a:avLst/>
          </a:prstGeom>
          <a:noFill/>
          <a:ln w="19050">
            <a:solidFill>
              <a:schemeClr val="tx1"/>
            </a:solidFill>
            <a:prstDash val="sysDot"/>
            <a:round/>
            <a:headEnd/>
            <a:tailEnd type="stealth" w="med" len="lg"/>
          </a:ln>
          <a:extLst>
            <a:ext uri="{909E8E84-426E-40DD-AFC4-6F175D3DCCD1}">
              <a14:hiddenFill xmlns:a14="http://schemas.microsoft.com/office/drawing/2010/main">
                <a:noFill/>
              </a14:hiddenFill>
            </a:ext>
          </a:extLst>
        </p:spPr>
      </p:cxnSp>
      <p:cxnSp>
        <p:nvCxnSpPr>
          <p:cNvPr id="61449" name="AutoShape 17"/>
          <p:cNvCxnSpPr>
            <a:cxnSpLocks noChangeShapeType="1"/>
            <a:endCxn id="61511" idx="1"/>
          </p:cNvCxnSpPr>
          <p:nvPr/>
        </p:nvCxnSpPr>
        <p:spPr bwMode="auto">
          <a:xfrm>
            <a:off x="3883025" y="3683000"/>
            <a:ext cx="1574800" cy="1030288"/>
          </a:xfrm>
          <a:prstGeom prst="straightConnector1">
            <a:avLst/>
          </a:prstGeom>
          <a:noFill/>
          <a:ln w="19050">
            <a:solidFill>
              <a:schemeClr val="tx1"/>
            </a:solidFill>
            <a:prstDash val="sysDot"/>
            <a:round/>
            <a:headEnd/>
            <a:tailEnd type="stealth" w="med" len="lg"/>
          </a:ln>
          <a:extLst>
            <a:ext uri="{909E8E84-426E-40DD-AFC4-6F175D3DCCD1}">
              <a14:hiddenFill xmlns:a14="http://schemas.microsoft.com/office/drawing/2010/main">
                <a:noFill/>
              </a14:hiddenFill>
            </a:ext>
          </a:extLst>
        </p:spPr>
      </p:cxnSp>
      <p:cxnSp>
        <p:nvCxnSpPr>
          <p:cNvPr id="61450" name="AutoShape 18"/>
          <p:cNvCxnSpPr>
            <a:cxnSpLocks noChangeShapeType="1"/>
            <a:endCxn id="61514" idx="1"/>
          </p:cNvCxnSpPr>
          <p:nvPr/>
        </p:nvCxnSpPr>
        <p:spPr bwMode="auto">
          <a:xfrm>
            <a:off x="3883025" y="4229100"/>
            <a:ext cx="1568450" cy="1004888"/>
          </a:xfrm>
          <a:prstGeom prst="straightConnector1">
            <a:avLst/>
          </a:prstGeom>
          <a:noFill/>
          <a:ln w="19050">
            <a:solidFill>
              <a:schemeClr val="tx1"/>
            </a:solidFill>
            <a:prstDash val="sysDot"/>
            <a:round/>
            <a:headEnd/>
            <a:tailEnd type="stealth" w="med" len="lg"/>
          </a:ln>
          <a:extLst>
            <a:ext uri="{909E8E84-426E-40DD-AFC4-6F175D3DCCD1}">
              <a14:hiddenFill xmlns:a14="http://schemas.microsoft.com/office/drawing/2010/main">
                <a:noFill/>
              </a14:hiddenFill>
            </a:ext>
          </a:extLst>
        </p:spPr>
      </p:cxnSp>
      <p:cxnSp>
        <p:nvCxnSpPr>
          <p:cNvPr id="61451" name="AutoShape 19"/>
          <p:cNvCxnSpPr>
            <a:cxnSpLocks noChangeShapeType="1"/>
            <a:stCxn id="61566" idx="3"/>
            <a:endCxn id="61444" idx="1"/>
          </p:cNvCxnSpPr>
          <p:nvPr/>
        </p:nvCxnSpPr>
        <p:spPr bwMode="auto">
          <a:xfrm>
            <a:off x="3883025" y="1041401"/>
            <a:ext cx="1543050" cy="5216525"/>
          </a:xfrm>
          <a:prstGeom prst="straightConnector1">
            <a:avLst/>
          </a:prstGeom>
          <a:noFill/>
          <a:ln w="19050">
            <a:solidFill>
              <a:schemeClr val="tx1"/>
            </a:solidFill>
            <a:round/>
            <a:headEnd/>
            <a:tailEnd type="stealth" w="med" len="lg"/>
          </a:ln>
          <a:extLst>
            <a:ext uri="{909E8E84-426E-40DD-AFC4-6F175D3DCCD1}">
              <a14:hiddenFill xmlns:a14="http://schemas.microsoft.com/office/drawing/2010/main">
                <a:noFill/>
              </a14:hiddenFill>
            </a:ext>
          </a:extLst>
        </p:spPr>
      </p:cxnSp>
      <p:cxnSp>
        <p:nvCxnSpPr>
          <p:cNvPr id="61452" name="AutoShape 20"/>
          <p:cNvCxnSpPr>
            <a:cxnSpLocks noChangeShapeType="1"/>
            <a:stCxn id="61568" idx="3"/>
            <a:endCxn id="61444" idx="1"/>
          </p:cNvCxnSpPr>
          <p:nvPr/>
        </p:nvCxnSpPr>
        <p:spPr bwMode="auto">
          <a:xfrm>
            <a:off x="3883025" y="1562101"/>
            <a:ext cx="1543050" cy="4695825"/>
          </a:xfrm>
          <a:prstGeom prst="straightConnector1">
            <a:avLst/>
          </a:prstGeom>
          <a:noFill/>
          <a:ln w="19050">
            <a:solidFill>
              <a:schemeClr val="tx1"/>
            </a:solidFill>
            <a:round/>
            <a:headEnd/>
            <a:tailEnd type="stealth" w="med" len="lg"/>
          </a:ln>
          <a:extLst>
            <a:ext uri="{909E8E84-426E-40DD-AFC4-6F175D3DCCD1}">
              <a14:hiddenFill xmlns:a14="http://schemas.microsoft.com/office/drawing/2010/main">
                <a:noFill/>
              </a14:hiddenFill>
            </a:ext>
          </a:extLst>
        </p:spPr>
      </p:cxnSp>
      <p:cxnSp>
        <p:nvCxnSpPr>
          <p:cNvPr id="61453" name="AutoShape 21"/>
          <p:cNvCxnSpPr>
            <a:cxnSpLocks noChangeShapeType="1"/>
            <a:stCxn id="61570" idx="3"/>
            <a:endCxn id="61444" idx="1"/>
          </p:cNvCxnSpPr>
          <p:nvPr/>
        </p:nvCxnSpPr>
        <p:spPr bwMode="auto">
          <a:xfrm>
            <a:off x="3883025" y="2095501"/>
            <a:ext cx="1543050" cy="4162425"/>
          </a:xfrm>
          <a:prstGeom prst="straightConnector1">
            <a:avLst/>
          </a:prstGeom>
          <a:noFill/>
          <a:ln w="19050">
            <a:solidFill>
              <a:schemeClr val="tx1"/>
            </a:solidFill>
            <a:round/>
            <a:headEnd/>
            <a:tailEnd type="stealth" w="med" len="lg"/>
          </a:ln>
          <a:extLst>
            <a:ext uri="{909E8E84-426E-40DD-AFC4-6F175D3DCCD1}">
              <a14:hiddenFill xmlns:a14="http://schemas.microsoft.com/office/drawing/2010/main">
                <a:noFill/>
              </a14:hiddenFill>
            </a:ext>
          </a:extLst>
        </p:spPr>
      </p:cxnSp>
      <p:cxnSp>
        <p:nvCxnSpPr>
          <p:cNvPr id="61454" name="AutoShape 22"/>
          <p:cNvCxnSpPr>
            <a:cxnSpLocks noChangeShapeType="1"/>
            <a:stCxn id="61466" idx="3"/>
            <a:endCxn id="61444" idx="1"/>
          </p:cNvCxnSpPr>
          <p:nvPr/>
        </p:nvCxnSpPr>
        <p:spPr bwMode="auto">
          <a:xfrm>
            <a:off x="3883025" y="3155951"/>
            <a:ext cx="1543050" cy="3101975"/>
          </a:xfrm>
          <a:prstGeom prst="straightConnector1">
            <a:avLst/>
          </a:prstGeom>
          <a:noFill/>
          <a:ln w="19050">
            <a:solidFill>
              <a:schemeClr val="tx1"/>
            </a:solidFill>
            <a:round/>
            <a:headEnd/>
            <a:tailEnd type="stealth" w="med" len="lg"/>
          </a:ln>
          <a:extLst>
            <a:ext uri="{909E8E84-426E-40DD-AFC4-6F175D3DCCD1}">
              <a14:hiddenFill xmlns:a14="http://schemas.microsoft.com/office/drawing/2010/main">
                <a:noFill/>
              </a14:hiddenFill>
            </a:ext>
          </a:extLst>
        </p:spPr>
      </p:cxnSp>
      <p:cxnSp>
        <p:nvCxnSpPr>
          <p:cNvPr id="61455" name="AutoShape 23"/>
          <p:cNvCxnSpPr>
            <a:cxnSpLocks noChangeShapeType="1"/>
            <a:stCxn id="61468" idx="3"/>
            <a:endCxn id="61444" idx="1"/>
          </p:cNvCxnSpPr>
          <p:nvPr/>
        </p:nvCxnSpPr>
        <p:spPr bwMode="auto">
          <a:xfrm>
            <a:off x="3883025" y="3676651"/>
            <a:ext cx="1543050" cy="2581275"/>
          </a:xfrm>
          <a:prstGeom prst="straightConnector1">
            <a:avLst/>
          </a:prstGeom>
          <a:noFill/>
          <a:ln w="19050">
            <a:solidFill>
              <a:schemeClr val="tx1"/>
            </a:solidFill>
            <a:round/>
            <a:headEnd/>
            <a:tailEnd type="stealth" w="med" len="lg"/>
          </a:ln>
          <a:extLst>
            <a:ext uri="{909E8E84-426E-40DD-AFC4-6F175D3DCCD1}">
              <a14:hiddenFill xmlns:a14="http://schemas.microsoft.com/office/drawing/2010/main">
                <a:noFill/>
              </a14:hiddenFill>
            </a:ext>
          </a:extLst>
        </p:spPr>
      </p:cxnSp>
      <mc:AlternateContent xmlns:mc="http://schemas.openxmlformats.org/markup-compatibility/2006" xmlns:a14="http://schemas.microsoft.com/office/drawing/2010/main">
        <mc:Choice Requires="a14">
          <p:sp>
            <p:nvSpPr>
              <p:cNvPr id="61456" name="Object 24"/>
              <p:cNvSpPr txBox="1"/>
              <p:nvPr/>
            </p:nvSpPr>
            <p:spPr bwMode="auto">
              <a:xfrm>
                <a:off x="3409950" y="195263"/>
                <a:ext cx="381000" cy="482600"/>
              </a:xfrm>
              <a:prstGeom prst="rect">
                <a:avLst/>
              </a:prstGeom>
              <a:noFill/>
              <a:ln>
                <a:noFill/>
              </a:ln>
              <a:effectLst/>
            </p:spPr>
            <p:txBody>
              <a:bodyPr>
                <a:normAutofit/>
              </a:bodyPr>
              <a:lstStyle/>
              <a:p>
                <a:pPr/>
                <a14:m>
                  <m:oMathPara xmlns:m="http://schemas.openxmlformats.org/officeDocument/2006/math">
                    <m:oMathParaPr>
                      <m:jc m:val="left"/>
                    </m:oMathParaPr>
                    <m:oMath>
                      <m:sSub>
                        <m:sSubPr>
                          <m:ctrlPr>
                            <a:rPr lang="en-US" sz="2000" i="1">
                              <a:latin typeface="Cambria Math" panose="02040503050406030204" pitchFamily="18" charset="0"/>
                            </a:rPr>
                          </m:ctrlPr>
                        </m:sSubPr>
                        <m:e>
                          <m:r>
                            <a:rPr lang="en-US" sz="2000" i="1">
                              <a:latin typeface="Cambria Math" panose="02040503050406030204" pitchFamily="18" charset="0"/>
                            </a:rPr>
                            <m:t>𝑅</m:t>
                          </m:r>
                        </m:e>
                        <m:sub>
                          <m:r>
                            <a:rPr lang="en-US" sz="2000" i="1">
                              <a:latin typeface="Cambria Math" panose="02040503050406030204" pitchFamily="18" charset="0"/>
                            </a:rPr>
                            <m:t>𝑡</m:t>
                          </m:r>
                        </m:sub>
                      </m:sSub>
                    </m:oMath>
                  </m:oMathPara>
                </a14:m>
                <a:endParaRPr lang="en-US" sz="2000" dirty="0"/>
              </a:p>
            </p:txBody>
          </p:sp>
        </mc:Choice>
        <mc:Fallback xmlns="">
          <p:sp>
            <p:nvSpPr>
              <p:cNvPr id="61456" name="Object 24"/>
              <p:cNvSpPr txBox="1">
                <a:spLocks noRot="1" noChangeAspect="1" noMove="1" noResize="1" noEditPoints="1" noAdjustHandles="1" noChangeArrowheads="1" noChangeShapeType="1" noTextEdit="1"/>
              </p:cNvSpPr>
              <p:nvPr/>
            </p:nvSpPr>
            <p:spPr bwMode="auto">
              <a:xfrm>
                <a:off x="3409950" y="195263"/>
                <a:ext cx="381000" cy="482600"/>
              </a:xfrm>
              <a:prstGeom prst="rect">
                <a:avLst/>
              </a:prstGeom>
              <a:blipFill>
                <a:blip r:embed="rId4"/>
                <a:stretch>
                  <a:fillRect r="-1587"/>
                </a:stretch>
              </a:blipFill>
              <a:ln>
                <a:noFill/>
              </a:ln>
              <a:effectLst/>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61457" name="Object 25"/>
              <p:cNvSpPr txBox="1"/>
              <p:nvPr/>
            </p:nvSpPr>
            <p:spPr bwMode="auto">
              <a:xfrm>
                <a:off x="5772150" y="195263"/>
                <a:ext cx="406400" cy="482600"/>
              </a:xfrm>
              <a:prstGeom prst="rect">
                <a:avLst/>
              </a:prstGeom>
              <a:noFill/>
              <a:ln>
                <a:noFill/>
              </a:ln>
              <a:effectLst/>
            </p:spPr>
            <p:txBody>
              <a:bodyPr>
                <a:normAutofit/>
              </a:bodyPr>
              <a:lstStyle/>
              <a:p>
                <a:pPr/>
                <a14:m>
                  <m:oMathPara xmlns:m="http://schemas.openxmlformats.org/officeDocument/2006/math">
                    <m:oMathParaPr>
                      <m:jc m:val="left"/>
                    </m:oMathParaPr>
                    <m:oMath>
                      <m:sSubSup>
                        <m:sSubSupPr>
                          <m:ctrlPr>
                            <a:rPr lang="en-US" sz="2000" i="1">
                              <a:latin typeface="Cambria Math" panose="02040503050406030204" pitchFamily="18" charset="0"/>
                            </a:rPr>
                          </m:ctrlPr>
                        </m:sSubSupPr>
                        <m:e>
                          <m:r>
                            <a:rPr lang="en-US" sz="2000" i="1">
                              <a:latin typeface="Cambria Math" panose="02040503050406030204" pitchFamily="18" charset="0"/>
                            </a:rPr>
                            <m:t>𝑅</m:t>
                          </m:r>
                        </m:e>
                        <m:sub>
                          <m:r>
                            <a:rPr lang="en-US" sz="2000" i="1">
                              <a:latin typeface="Cambria Math" panose="02040503050406030204" pitchFamily="18" charset="0"/>
                            </a:rPr>
                            <m:t>𝑡</m:t>
                          </m:r>
                        </m:sub>
                        <m:sup>
                          <m:r>
                            <a:rPr lang="en-US" sz="2000" i="1">
                              <a:latin typeface="Cambria Math" panose="02040503050406030204" pitchFamily="18" charset="0"/>
                            </a:rPr>
                            <m:t>𝑥</m:t>
                          </m:r>
                        </m:sup>
                      </m:sSubSup>
                    </m:oMath>
                  </m:oMathPara>
                </a14:m>
                <a:endParaRPr lang="en-US" sz="2000"/>
              </a:p>
            </p:txBody>
          </p:sp>
        </mc:Choice>
        <mc:Fallback xmlns="">
          <p:sp>
            <p:nvSpPr>
              <p:cNvPr id="61457" name="Object 25"/>
              <p:cNvSpPr txBox="1">
                <a:spLocks noRot="1" noChangeAspect="1" noMove="1" noResize="1" noEditPoints="1" noAdjustHandles="1" noChangeArrowheads="1" noChangeShapeType="1" noTextEdit="1"/>
              </p:cNvSpPr>
              <p:nvPr/>
            </p:nvSpPr>
            <p:spPr bwMode="auto">
              <a:xfrm>
                <a:off x="5772150" y="195263"/>
                <a:ext cx="406400" cy="482600"/>
              </a:xfrm>
              <a:prstGeom prst="rect">
                <a:avLst/>
              </a:prstGeom>
              <a:blipFill>
                <a:blip r:embed="rId5"/>
                <a:stretch>
                  <a:fillRect r="-4478"/>
                </a:stretch>
              </a:blipFill>
              <a:ln>
                <a:noFill/>
              </a:ln>
              <a:effectLst/>
            </p:spPr>
            <p:txBody>
              <a:bodyPr/>
              <a:lstStyle/>
              <a:p>
                <a:r>
                  <a:rPr lang="en-US">
                    <a:noFill/>
                  </a:rPr>
                  <a:t> </a:t>
                </a:r>
              </a:p>
            </p:txBody>
          </p:sp>
        </mc:Fallback>
      </mc:AlternateContent>
      <p:grpSp>
        <p:nvGrpSpPr>
          <p:cNvPr id="61458" name="Group 26"/>
          <p:cNvGrpSpPr>
            <a:grpSpLocks/>
          </p:cNvGrpSpPr>
          <p:nvPr/>
        </p:nvGrpSpPr>
        <p:grpSpPr bwMode="auto">
          <a:xfrm>
            <a:off x="6248400" y="839788"/>
            <a:ext cx="1543050" cy="392112"/>
            <a:chOff x="2424" y="641"/>
            <a:chExt cx="972" cy="247"/>
          </a:xfrm>
        </p:grpSpPr>
        <p:sp>
          <p:nvSpPr>
            <p:cNvPr id="61560" name="Oval 27"/>
            <p:cNvSpPr>
              <a:spLocks noChangeArrowheads="1"/>
            </p:cNvSpPr>
            <p:nvPr/>
          </p:nvSpPr>
          <p:spPr bwMode="auto">
            <a:xfrm>
              <a:off x="3324" y="728"/>
              <a:ext cx="72" cy="72"/>
            </a:xfrm>
            <a:prstGeom prst="ellipse">
              <a:avLst/>
            </a:prstGeom>
            <a:solidFill>
              <a:schemeClr val="tx1"/>
            </a:solidFill>
            <a:ln w="38100">
              <a:solidFill>
                <a:schemeClr val="tx1"/>
              </a:solidFill>
              <a:round/>
              <a:headEnd/>
              <a:tailEnd type="none" w="med" len="lg"/>
            </a:ln>
          </p:spPr>
          <p:txBody>
            <a:bodyPr wrap="none" anchor="ct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endParaRPr lang="en-US" altLang="en-US"/>
            </a:p>
          </p:txBody>
        </p:sp>
        <p:grpSp>
          <p:nvGrpSpPr>
            <p:cNvPr id="61561" name="Group 28"/>
            <p:cNvGrpSpPr>
              <a:grpSpLocks/>
            </p:cNvGrpSpPr>
            <p:nvPr/>
          </p:nvGrpSpPr>
          <p:grpSpPr bwMode="auto">
            <a:xfrm>
              <a:off x="2424" y="641"/>
              <a:ext cx="912" cy="247"/>
              <a:chOff x="2424" y="501"/>
              <a:chExt cx="912" cy="499"/>
            </a:xfrm>
          </p:grpSpPr>
          <p:sp>
            <p:nvSpPr>
              <p:cNvPr id="61562" name="Freeform 29"/>
              <p:cNvSpPr>
                <a:spLocks/>
              </p:cNvSpPr>
              <p:nvPr/>
            </p:nvSpPr>
            <p:spPr bwMode="auto">
              <a:xfrm>
                <a:off x="2424" y="645"/>
                <a:ext cx="896" cy="107"/>
              </a:xfrm>
              <a:custGeom>
                <a:avLst/>
                <a:gdLst>
                  <a:gd name="T0" fmla="*/ 0 w 1032"/>
                  <a:gd name="T1" fmla="*/ 61 h 187"/>
                  <a:gd name="T2" fmla="*/ 266 w 1032"/>
                  <a:gd name="T3" fmla="*/ 9 h 187"/>
                  <a:gd name="T4" fmla="*/ 603 w 1032"/>
                  <a:gd name="T5" fmla="*/ 9 h 187"/>
                  <a:gd name="T6" fmla="*/ 778 w 1032"/>
                  <a:gd name="T7" fmla="*/ 56 h 187"/>
                  <a:gd name="T8" fmla="*/ 0 60000 65536"/>
                  <a:gd name="T9" fmla="*/ 0 60000 65536"/>
                  <a:gd name="T10" fmla="*/ 0 60000 65536"/>
                  <a:gd name="T11" fmla="*/ 0 60000 65536"/>
                  <a:gd name="T12" fmla="*/ 0 w 1032"/>
                  <a:gd name="T13" fmla="*/ 0 h 187"/>
                  <a:gd name="T14" fmla="*/ 1032 w 1032"/>
                  <a:gd name="T15" fmla="*/ 187 h 187"/>
                </a:gdLst>
                <a:ahLst/>
                <a:cxnLst>
                  <a:cxn ang="T8">
                    <a:pos x="T0" y="T1"/>
                  </a:cxn>
                  <a:cxn ang="T9">
                    <a:pos x="T2" y="T3"/>
                  </a:cxn>
                  <a:cxn ang="T10">
                    <a:pos x="T4" y="T5"/>
                  </a:cxn>
                  <a:cxn ang="T11">
                    <a:pos x="T6" y="T7"/>
                  </a:cxn>
                </a:cxnLst>
                <a:rect l="T12" t="T13" r="T14" b="T15"/>
                <a:pathLst>
                  <a:path w="1032" h="187">
                    <a:moveTo>
                      <a:pt x="0" y="187"/>
                    </a:moveTo>
                    <a:cubicBezTo>
                      <a:pt x="110" y="121"/>
                      <a:pt x="219" y="54"/>
                      <a:pt x="352" y="27"/>
                    </a:cubicBezTo>
                    <a:cubicBezTo>
                      <a:pt x="485" y="0"/>
                      <a:pt x="687" y="3"/>
                      <a:pt x="800" y="27"/>
                    </a:cubicBezTo>
                    <a:cubicBezTo>
                      <a:pt x="913" y="51"/>
                      <a:pt x="984" y="141"/>
                      <a:pt x="1032" y="171"/>
                    </a:cubicBezTo>
                  </a:path>
                </a:pathLst>
              </a:custGeom>
              <a:noFill/>
              <a:ln w="19050">
                <a:solidFill>
                  <a:schemeClr val="tx1"/>
                </a:solidFill>
                <a:round/>
                <a:headEnd/>
                <a:tailEnd type="stealth" w="med" len="lg"/>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1563" name="Freeform 30"/>
              <p:cNvSpPr>
                <a:spLocks/>
              </p:cNvSpPr>
              <p:nvPr/>
            </p:nvSpPr>
            <p:spPr bwMode="auto">
              <a:xfrm>
                <a:off x="2440" y="501"/>
                <a:ext cx="896" cy="243"/>
              </a:xfrm>
              <a:custGeom>
                <a:avLst/>
                <a:gdLst>
                  <a:gd name="T0" fmla="*/ 0 w 1032"/>
                  <a:gd name="T1" fmla="*/ 316 h 187"/>
                  <a:gd name="T2" fmla="*/ 266 w 1032"/>
                  <a:gd name="T3" fmla="*/ 45 h 187"/>
                  <a:gd name="T4" fmla="*/ 603 w 1032"/>
                  <a:gd name="T5" fmla="*/ 45 h 187"/>
                  <a:gd name="T6" fmla="*/ 778 w 1032"/>
                  <a:gd name="T7" fmla="*/ 288 h 187"/>
                  <a:gd name="T8" fmla="*/ 0 60000 65536"/>
                  <a:gd name="T9" fmla="*/ 0 60000 65536"/>
                  <a:gd name="T10" fmla="*/ 0 60000 65536"/>
                  <a:gd name="T11" fmla="*/ 0 60000 65536"/>
                  <a:gd name="T12" fmla="*/ 0 w 1032"/>
                  <a:gd name="T13" fmla="*/ 0 h 187"/>
                  <a:gd name="T14" fmla="*/ 1032 w 1032"/>
                  <a:gd name="T15" fmla="*/ 187 h 187"/>
                </a:gdLst>
                <a:ahLst/>
                <a:cxnLst>
                  <a:cxn ang="T8">
                    <a:pos x="T0" y="T1"/>
                  </a:cxn>
                  <a:cxn ang="T9">
                    <a:pos x="T2" y="T3"/>
                  </a:cxn>
                  <a:cxn ang="T10">
                    <a:pos x="T4" y="T5"/>
                  </a:cxn>
                  <a:cxn ang="T11">
                    <a:pos x="T6" y="T7"/>
                  </a:cxn>
                </a:cxnLst>
                <a:rect l="T12" t="T13" r="T14" b="T15"/>
                <a:pathLst>
                  <a:path w="1032" h="187">
                    <a:moveTo>
                      <a:pt x="0" y="187"/>
                    </a:moveTo>
                    <a:cubicBezTo>
                      <a:pt x="110" y="121"/>
                      <a:pt x="219" y="54"/>
                      <a:pt x="352" y="27"/>
                    </a:cubicBezTo>
                    <a:cubicBezTo>
                      <a:pt x="485" y="0"/>
                      <a:pt x="687" y="3"/>
                      <a:pt x="800" y="27"/>
                    </a:cubicBezTo>
                    <a:cubicBezTo>
                      <a:pt x="913" y="51"/>
                      <a:pt x="984" y="141"/>
                      <a:pt x="1032" y="171"/>
                    </a:cubicBezTo>
                  </a:path>
                </a:pathLst>
              </a:custGeom>
              <a:noFill/>
              <a:ln w="19050">
                <a:solidFill>
                  <a:schemeClr val="tx1"/>
                </a:solidFill>
                <a:round/>
                <a:headEnd/>
                <a:tailEnd type="stealth" w="med" len="lg"/>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1564" name="Freeform 31"/>
              <p:cNvSpPr>
                <a:spLocks/>
              </p:cNvSpPr>
              <p:nvPr/>
            </p:nvSpPr>
            <p:spPr bwMode="auto">
              <a:xfrm flipV="1">
                <a:off x="2424" y="757"/>
                <a:ext cx="896" cy="75"/>
              </a:xfrm>
              <a:custGeom>
                <a:avLst/>
                <a:gdLst>
                  <a:gd name="T0" fmla="*/ 0 w 1032"/>
                  <a:gd name="T1" fmla="*/ 30 h 187"/>
                  <a:gd name="T2" fmla="*/ 266 w 1032"/>
                  <a:gd name="T3" fmla="*/ 4 h 187"/>
                  <a:gd name="T4" fmla="*/ 603 w 1032"/>
                  <a:gd name="T5" fmla="*/ 4 h 187"/>
                  <a:gd name="T6" fmla="*/ 778 w 1032"/>
                  <a:gd name="T7" fmla="*/ 28 h 187"/>
                  <a:gd name="T8" fmla="*/ 0 60000 65536"/>
                  <a:gd name="T9" fmla="*/ 0 60000 65536"/>
                  <a:gd name="T10" fmla="*/ 0 60000 65536"/>
                  <a:gd name="T11" fmla="*/ 0 60000 65536"/>
                  <a:gd name="T12" fmla="*/ 0 w 1032"/>
                  <a:gd name="T13" fmla="*/ 0 h 187"/>
                  <a:gd name="T14" fmla="*/ 1032 w 1032"/>
                  <a:gd name="T15" fmla="*/ 187 h 187"/>
                </a:gdLst>
                <a:ahLst/>
                <a:cxnLst>
                  <a:cxn ang="T8">
                    <a:pos x="T0" y="T1"/>
                  </a:cxn>
                  <a:cxn ang="T9">
                    <a:pos x="T2" y="T3"/>
                  </a:cxn>
                  <a:cxn ang="T10">
                    <a:pos x="T4" y="T5"/>
                  </a:cxn>
                  <a:cxn ang="T11">
                    <a:pos x="T6" y="T7"/>
                  </a:cxn>
                </a:cxnLst>
                <a:rect l="T12" t="T13" r="T14" b="T15"/>
                <a:pathLst>
                  <a:path w="1032" h="187">
                    <a:moveTo>
                      <a:pt x="0" y="187"/>
                    </a:moveTo>
                    <a:cubicBezTo>
                      <a:pt x="110" y="121"/>
                      <a:pt x="219" y="54"/>
                      <a:pt x="352" y="27"/>
                    </a:cubicBezTo>
                    <a:cubicBezTo>
                      <a:pt x="485" y="0"/>
                      <a:pt x="687" y="3"/>
                      <a:pt x="800" y="27"/>
                    </a:cubicBezTo>
                    <a:cubicBezTo>
                      <a:pt x="913" y="51"/>
                      <a:pt x="984" y="141"/>
                      <a:pt x="1032" y="171"/>
                    </a:cubicBezTo>
                  </a:path>
                </a:pathLst>
              </a:custGeom>
              <a:noFill/>
              <a:ln w="19050">
                <a:solidFill>
                  <a:schemeClr val="tx1"/>
                </a:solidFill>
                <a:round/>
                <a:headEnd/>
                <a:tailEnd type="stealth" w="med" len="lg"/>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1565" name="Freeform 32"/>
              <p:cNvSpPr>
                <a:spLocks/>
              </p:cNvSpPr>
              <p:nvPr/>
            </p:nvSpPr>
            <p:spPr bwMode="auto">
              <a:xfrm flipV="1">
                <a:off x="2424" y="757"/>
                <a:ext cx="896" cy="243"/>
              </a:xfrm>
              <a:custGeom>
                <a:avLst/>
                <a:gdLst>
                  <a:gd name="T0" fmla="*/ 0 w 1032"/>
                  <a:gd name="T1" fmla="*/ 316 h 187"/>
                  <a:gd name="T2" fmla="*/ 266 w 1032"/>
                  <a:gd name="T3" fmla="*/ 45 h 187"/>
                  <a:gd name="T4" fmla="*/ 603 w 1032"/>
                  <a:gd name="T5" fmla="*/ 45 h 187"/>
                  <a:gd name="T6" fmla="*/ 778 w 1032"/>
                  <a:gd name="T7" fmla="*/ 288 h 187"/>
                  <a:gd name="T8" fmla="*/ 0 60000 65536"/>
                  <a:gd name="T9" fmla="*/ 0 60000 65536"/>
                  <a:gd name="T10" fmla="*/ 0 60000 65536"/>
                  <a:gd name="T11" fmla="*/ 0 60000 65536"/>
                  <a:gd name="T12" fmla="*/ 0 w 1032"/>
                  <a:gd name="T13" fmla="*/ 0 h 187"/>
                  <a:gd name="T14" fmla="*/ 1032 w 1032"/>
                  <a:gd name="T15" fmla="*/ 187 h 187"/>
                </a:gdLst>
                <a:ahLst/>
                <a:cxnLst>
                  <a:cxn ang="T8">
                    <a:pos x="T0" y="T1"/>
                  </a:cxn>
                  <a:cxn ang="T9">
                    <a:pos x="T2" y="T3"/>
                  </a:cxn>
                  <a:cxn ang="T10">
                    <a:pos x="T4" y="T5"/>
                  </a:cxn>
                  <a:cxn ang="T11">
                    <a:pos x="T6" y="T7"/>
                  </a:cxn>
                </a:cxnLst>
                <a:rect l="T12" t="T13" r="T14" b="T15"/>
                <a:pathLst>
                  <a:path w="1032" h="187">
                    <a:moveTo>
                      <a:pt x="0" y="187"/>
                    </a:moveTo>
                    <a:cubicBezTo>
                      <a:pt x="110" y="121"/>
                      <a:pt x="219" y="54"/>
                      <a:pt x="352" y="27"/>
                    </a:cubicBezTo>
                    <a:cubicBezTo>
                      <a:pt x="485" y="0"/>
                      <a:pt x="687" y="3"/>
                      <a:pt x="800" y="27"/>
                    </a:cubicBezTo>
                    <a:cubicBezTo>
                      <a:pt x="913" y="51"/>
                      <a:pt x="984" y="141"/>
                      <a:pt x="1032" y="171"/>
                    </a:cubicBezTo>
                  </a:path>
                </a:pathLst>
              </a:custGeom>
              <a:noFill/>
              <a:ln w="19050">
                <a:solidFill>
                  <a:schemeClr val="tx1"/>
                </a:solidFill>
                <a:round/>
                <a:headEnd/>
                <a:tailEnd type="stealth" w="med" len="lg"/>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nvGrpSpPr>
          <p:cNvPr id="61459" name="Group 33"/>
          <p:cNvGrpSpPr>
            <a:grpSpLocks/>
          </p:cNvGrpSpPr>
          <p:nvPr/>
        </p:nvGrpSpPr>
        <p:grpSpPr bwMode="auto">
          <a:xfrm>
            <a:off x="6248400" y="1354138"/>
            <a:ext cx="1543050" cy="392112"/>
            <a:chOff x="2424" y="641"/>
            <a:chExt cx="972" cy="247"/>
          </a:xfrm>
        </p:grpSpPr>
        <p:sp>
          <p:nvSpPr>
            <p:cNvPr id="61554" name="Oval 34"/>
            <p:cNvSpPr>
              <a:spLocks noChangeArrowheads="1"/>
            </p:cNvSpPr>
            <p:nvPr/>
          </p:nvSpPr>
          <p:spPr bwMode="auto">
            <a:xfrm>
              <a:off x="3324" y="728"/>
              <a:ext cx="72" cy="72"/>
            </a:xfrm>
            <a:prstGeom prst="ellipse">
              <a:avLst/>
            </a:prstGeom>
            <a:solidFill>
              <a:schemeClr val="tx1"/>
            </a:solidFill>
            <a:ln w="38100">
              <a:solidFill>
                <a:schemeClr val="tx1"/>
              </a:solidFill>
              <a:round/>
              <a:headEnd/>
              <a:tailEnd type="none" w="med" len="lg"/>
            </a:ln>
          </p:spPr>
          <p:txBody>
            <a:bodyPr wrap="none" anchor="ct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endParaRPr lang="en-US" altLang="en-US"/>
            </a:p>
          </p:txBody>
        </p:sp>
        <p:grpSp>
          <p:nvGrpSpPr>
            <p:cNvPr id="61555" name="Group 35"/>
            <p:cNvGrpSpPr>
              <a:grpSpLocks/>
            </p:cNvGrpSpPr>
            <p:nvPr/>
          </p:nvGrpSpPr>
          <p:grpSpPr bwMode="auto">
            <a:xfrm>
              <a:off x="2424" y="641"/>
              <a:ext cx="912" cy="247"/>
              <a:chOff x="2424" y="501"/>
              <a:chExt cx="912" cy="499"/>
            </a:xfrm>
          </p:grpSpPr>
          <p:sp>
            <p:nvSpPr>
              <p:cNvPr id="61556" name="Freeform 36"/>
              <p:cNvSpPr>
                <a:spLocks/>
              </p:cNvSpPr>
              <p:nvPr/>
            </p:nvSpPr>
            <p:spPr bwMode="auto">
              <a:xfrm>
                <a:off x="2424" y="645"/>
                <a:ext cx="896" cy="107"/>
              </a:xfrm>
              <a:custGeom>
                <a:avLst/>
                <a:gdLst>
                  <a:gd name="T0" fmla="*/ 0 w 1032"/>
                  <a:gd name="T1" fmla="*/ 61 h 187"/>
                  <a:gd name="T2" fmla="*/ 266 w 1032"/>
                  <a:gd name="T3" fmla="*/ 9 h 187"/>
                  <a:gd name="T4" fmla="*/ 603 w 1032"/>
                  <a:gd name="T5" fmla="*/ 9 h 187"/>
                  <a:gd name="T6" fmla="*/ 778 w 1032"/>
                  <a:gd name="T7" fmla="*/ 56 h 187"/>
                  <a:gd name="T8" fmla="*/ 0 60000 65536"/>
                  <a:gd name="T9" fmla="*/ 0 60000 65536"/>
                  <a:gd name="T10" fmla="*/ 0 60000 65536"/>
                  <a:gd name="T11" fmla="*/ 0 60000 65536"/>
                  <a:gd name="T12" fmla="*/ 0 w 1032"/>
                  <a:gd name="T13" fmla="*/ 0 h 187"/>
                  <a:gd name="T14" fmla="*/ 1032 w 1032"/>
                  <a:gd name="T15" fmla="*/ 187 h 187"/>
                </a:gdLst>
                <a:ahLst/>
                <a:cxnLst>
                  <a:cxn ang="T8">
                    <a:pos x="T0" y="T1"/>
                  </a:cxn>
                  <a:cxn ang="T9">
                    <a:pos x="T2" y="T3"/>
                  </a:cxn>
                  <a:cxn ang="T10">
                    <a:pos x="T4" y="T5"/>
                  </a:cxn>
                  <a:cxn ang="T11">
                    <a:pos x="T6" y="T7"/>
                  </a:cxn>
                </a:cxnLst>
                <a:rect l="T12" t="T13" r="T14" b="T15"/>
                <a:pathLst>
                  <a:path w="1032" h="187">
                    <a:moveTo>
                      <a:pt x="0" y="187"/>
                    </a:moveTo>
                    <a:cubicBezTo>
                      <a:pt x="110" y="121"/>
                      <a:pt x="219" y="54"/>
                      <a:pt x="352" y="27"/>
                    </a:cubicBezTo>
                    <a:cubicBezTo>
                      <a:pt x="485" y="0"/>
                      <a:pt x="687" y="3"/>
                      <a:pt x="800" y="27"/>
                    </a:cubicBezTo>
                    <a:cubicBezTo>
                      <a:pt x="913" y="51"/>
                      <a:pt x="984" y="141"/>
                      <a:pt x="1032" y="171"/>
                    </a:cubicBezTo>
                  </a:path>
                </a:pathLst>
              </a:custGeom>
              <a:noFill/>
              <a:ln w="19050">
                <a:solidFill>
                  <a:schemeClr val="tx1"/>
                </a:solidFill>
                <a:round/>
                <a:headEnd/>
                <a:tailEnd type="stealth" w="med" len="lg"/>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1557" name="Freeform 37"/>
              <p:cNvSpPr>
                <a:spLocks/>
              </p:cNvSpPr>
              <p:nvPr/>
            </p:nvSpPr>
            <p:spPr bwMode="auto">
              <a:xfrm>
                <a:off x="2440" y="501"/>
                <a:ext cx="896" cy="243"/>
              </a:xfrm>
              <a:custGeom>
                <a:avLst/>
                <a:gdLst>
                  <a:gd name="T0" fmla="*/ 0 w 1032"/>
                  <a:gd name="T1" fmla="*/ 316 h 187"/>
                  <a:gd name="T2" fmla="*/ 266 w 1032"/>
                  <a:gd name="T3" fmla="*/ 45 h 187"/>
                  <a:gd name="T4" fmla="*/ 603 w 1032"/>
                  <a:gd name="T5" fmla="*/ 45 h 187"/>
                  <a:gd name="T6" fmla="*/ 778 w 1032"/>
                  <a:gd name="T7" fmla="*/ 288 h 187"/>
                  <a:gd name="T8" fmla="*/ 0 60000 65536"/>
                  <a:gd name="T9" fmla="*/ 0 60000 65536"/>
                  <a:gd name="T10" fmla="*/ 0 60000 65536"/>
                  <a:gd name="T11" fmla="*/ 0 60000 65536"/>
                  <a:gd name="T12" fmla="*/ 0 w 1032"/>
                  <a:gd name="T13" fmla="*/ 0 h 187"/>
                  <a:gd name="T14" fmla="*/ 1032 w 1032"/>
                  <a:gd name="T15" fmla="*/ 187 h 187"/>
                </a:gdLst>
                <a:ahLst/>
                <a:cxnLst>
                  <a:cxn ang="T8">
                    <a:pos x="T0" y="T1"/>
                  </a:cxn>
                  <a:cxn ang="T9">
                    <a:pos x="T2" y="T3"/>
                  </a:cxn>
                  <a:cxn ang="T10">
                    <a:pos x="T4" y="T5"/>
                  </a:cxn>
                  <a:cxn ang="T11">
                    <a:pos x="T6" y="T7"/>
                  </a:cxn>
                </a:cxnLst>
                <a:rect l="T12" t="T13" r="T14" b="T15"/>
                <a:pathLst>
                  <a:path w="1032" h="187">
                    <a:moveTo>
                      <a:pt x="0" y="187"/>
                    </a:moveTo>
                    <a:cubicBezTo>
                      <a:pt x="110" y="121"/>
                      <a:pt x="219" y="54"/>
                      <a:pt x="352" y="27"/>
                    </a:cubicBezTo>
                    <a:cubicBezTo>
                      <a:pt x="485" y="0"/>
                      <a:pt x="687" y="3"/>
                      <a:pt x="800" y="27"/>
                    </a:cubicBezTo>
                    <a:cubicBezTo>
                      <a:pt x="913" y="51"/>
                      <a:pt x="984" y="141"/>
                      <a:pt x="1032" y="171"/>
                    </a:cubicBezTo>
                  </a:path>
                </a:pathLst>
              </a:custGeom>
              <a:noFill/>
              <a:ln w="19050">
                <a:solidFill>
                  <a:schemeClr val="tx1"/>
                </a:solidFill>
                <a:round/>
                <a:headEnd/>
                <a:tailEnd type="stealth" w="med" len="lg"/>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1558" name="Freeform 38"/>
              <p:cNvSpPr>
                <a:spLocks/>
              </p:cNvSpPr>
              <p:nvPr/>
            </p:nvSpPr>
            <p:spPr bwMode="auto">
              <a:xfrm flipV="1">
                <a:off x="2424" y="757"/>
                <a:ext cx="896" cy="75"/>
              </a:xfrm>
              <a:custGeom>
                <a:avLst/>
                <a:gdLst>
                  <a:gd name="T0" fmla="*/ 0 w 1032"/>
                  <a:gd name="T1" fmla="*/ 30 h 187"/>
                  <a:gd name="T2" fmla="*/ 266 w 1032"/>
                  <a:gd name="T3" fmla="*/ 4 h 187"/>
                  <a:gd name="T4" fmla="*/ 603 w 1032"/>
                  <a:gd name="T5" fmla="*/ 4 h 187"/>
                  <a:gd name="T6" fmla="*/ 778 w 1032"/>
                  <a:gd name="T7" fmla="*/ 28 h 187"/>
                  <a:gd name="T8" fmla="*/ 0 60000 65536"/>
                  <a:gd name="T9" fmla="*/ 0 60000 65536"/>
                  <a:gd name="T10" fmla="*/ 0 60000 65536"/>
                  <a:gd name="T11" fmla="*/ 0 60000 65536"/>
                  <a:gd name="T12" fmla="*/ 0 w 1032"/>
                  <a:gd name="T13" fmla="*/ 0 h 187"/>
                  <a:gd name="T14" fmla="*/ 1032 w 1032"/>
                  <a:gd name="T15" fmla="*/ 187 h 187"/>
                </a:gdLst>
                <a:ahLst/>
                <a:cxnLst>
                  <a:cxn ang="T8">
                    <a:pos x="T0" y="T1"/>
                  </a:cxn>
                  <a:cxn ang="T9">
                    <a:pos x="T2" y="T3"/>
                  </a:cxn>
                  <a:cxn ang="T10">
                    <a:pos x="T4" y="T5"/>
                  </a:cxn>
                  <a:cxn ang="T11">
                    <a:pos x="T6" y="T7"/>
                  </a:cxn>
                </a:cxnLst>
                <a:rect l="T12" t="T13" r="T14" b="T15"/>
                <a:pathLst>
                  <a:path w="1032" h="187">
                    <a:moveTo>
                      <a:pt x="0" y="187"/>
                    </a:moveTo>
                    <a:cubicBezTo>
                      <a:pt x="110" y="121"/>
                      <a:pt x="219" y="54"/>
                      <a:pt x="352" y="27"/>
                    </a:cubicBezTo>
                    <a:cubicBezTo>
                      <a:pt x="485" y="0"/>
                      <a:pt x="687" y="3"/>
                      <a:pt x="800" y="27"/>
                    </a:cubicBezTo>
                    <a:cubicBezTo>
                      <a:pt x="913" y="51"/>
                      <a:pt x="984" y="141"/>
                      <a:pt x="1032" y="171"/>
                    </a:cubicBezTo>
                  </a:path>
                </a:pathLst>
              </a:custGeom>
              <a:noFill/>
              <a:ln w="19050">
                <a:solidFill>
                  <a:schemeClr val="tx1"/>
                </a:solidFill>
                <a:round/>
                <a:headEnd/>
                <a:tailEnd type="stealth" w="med" len="lg"/>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1559" name="Freeform 39"/>
              <p:cNvSpPr>
                <a:spLocks/>
              </p:cNvSpPr>
              <p:nvPr/>
            </p:nvSpPr>
            <p:spPr bwMode="auto">
              <a:xfrm flipV="1">
                <a:off x="2424" y="757"/>
                <a:ext cx="896" cy="243"/>
              </a:xfrm>
              <a:custGeom>
                <a:avLst/>
                <a:gdLst>
                  <a:gd name="T0" fmla="*/ 0 w 1032"/>
                  <a:gd name="T1" fmla="*/ 316 h 187"/>
                  <a:gd name="T2" fmla="*/ 266 w 1032"/>
                  <a:gd name="T3" fmla="*/ 45 h 187"/>
                  <a:gd name="T4" fmla="*/ 603 w 1032"/>
                  <a:gd name="T5" fmla="*/ 45 h 187"/>
                  <a:gd name="T6" fmla="*/ 778 w 1032"/>
                  <a:gd name="T7" fmla="*/ 288 h 187"/>
                  <a:gd name="T8" fmla="*/ 0 60000 65536"/>
                  <a:gd name="T9" fmla="*/ 0 60000 65536"/>
                  <a:gd name="T10" fmla="*/ 0 60000 65536"/>
                  <a:gd name="T11" fmla="*/ 0 60000 65536"/>
                  <a:gd name="T12" fmla="*/ 0 w 1032"/>
                  <a:gd name="T13" fmla="*/ 0 h 187"/>
                  <a:gd name="T14" fmla="*/ 1032 w 1032"/>
                  <a:gd name="T15" fmla="*/ 187 h 187"/>
                </a:gdLst>
                <a:ahLst/>
                <a:cxnLst>
                  <a:cxn ang="T8">
                    <a:pos x="T0" y="T1"/>
                  </a:cxn>
                  <a:cxn ang="T9">
                    <a:pos x="T2" y="T3"/>
                  </a:cxn>
                  <a:cxn ang="T10">
                    <a:pos x="T4" y="T5"/>
                  </a:cxn>
                  <a:cxn ang="T11">
                    <a:pos x="T6" y="T7"/>
                  </a:cxn>
                </a:cxnLst>
                <a:rect l="T12" t="T13" r="T14" b="T15"/>
                <a:pathLst>
                  <a:path w="1032" h="187">
                    <a:moveTo>
                      <a:pt x="0" y="187"/>
                    </a:moveTo>
                    <a:cubicBezTo>
                      <a:pt x="110" y="121"/>
                      <a:pt x="219" y="54"/>
                      <a:pt x="352" y="27"/>
                    </a:cubicBezTo>
                    <a:cubicBezTo>
                      <a:pt x="485" y="0"/>
                      <a:pt x="687" y="3"/>
                      <a:pt x="800" y="27"/>
                    </a:cubicBezTo>
                    <a:cubicBezTo>
                      <a:pt x="913" y="51"/>
                      <a:pt x="984" y="141"/>
                      <a:pt x="1032" y="171"/>
                    </a:cubicBezTo>
                  </a:path>
                </a:pathLst>
              </a:custGeom>
              <a:noFill/>
              <a:ln w="19050">
                <a:solidFill>
                  <a:schemeClr val="tx1"/>
                </a:solidFill>
                <a:round/>
                <a:headEnd/>
                <a:tailEnd type="stealth" w="med" len="lg"/>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nvGrpSpPr>
          <p:cNvPr id="61460" name="Group 40"/>
          <p:cNvGrpSpPr>
            <a:grpSpLocks/>
          </p:cNvGrpSpPr>
          <p:nvPr/>
        </p:nvGrpSpPr>
        <p:grpSpPr bwMode="auto">
          <a:xfrm>
            <a:off x="6254750" y="1893888"/>
            <a:ext cx="1543050" cy="392112"/>
            <a:chOff x="2424" y="641"/>
            <a:chExt cx="972" cy="247"/>
          </a:xfrm>
        </p:grpSpPr>
        <p:sp>
          <p:nvSpPr>
            <p:cNvPr id="61548" name="Oval 41"/>
            <p:cNvSpPr>
              <a:spLocks noChangeArrowheads="1"/>
            </p:cNvSpPr>
            <p:nvPr/>
          </p:nvSpPr>
          <p:spPr bwMode="auto">
            <a:xfrm>
              <a:off x="3324" y="728"/>
              <a:ext cx="72" cy="72"/>
            </a:xfrm>
            <a:prstGeom prst="ellipse">
              <a:avLst/>
            </a:prstGeom>
            <a:solidFill>
              <a:schemeClr val="tx1"/>
            </a:solidFill>
            <a:ln w="38100">
              <a:solidFill>
                <a:schemeClr val="tx1"/>
              </a:solidFill>
              <a:round/>
              <a:headEnd/>
              <a:tailEnd type="none" w="med" len="lg"/>
            </a:ln>
          </p:spPr>
          <p:txBody>
            <a:bodyPr wrap="none" anchor="ct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endParaRPr lang="en-US" altLang="en-US"/>
            </a:p>
          </p:txBody>
        </p:sp>
        <p:grpSp>
          <p:nvGrpSpPr>
            <p:cNvPr id="61549" name="Group 42"/>
            <p:cNvGrpSpPr>
              <a:grpSpLocks/>
            </p:cNvGrpSpPr>
            <p:nvPr/>
          </p:nvGrpSpPr>
          <p:grpSpPr bwMode="auto">
            <a:xfrm>
              <a:off x="2424" y="641"/>
              <a:ext cx="912" cy="247"/>
              <a:chOff x="2424" y="501"/>
              <a:chExt cx="912" cy="499"/>
            </a:xfrm>
          </p:grpSpPr>
          <p:sp>
            <p:nvSpPr>
              <p:cNvPr id="61550" name="Freeform 43"/>
              <p:cNvSpPr>
                <a:spLocks/>
              </p:cNvSpPr>
              <p:nvPr/>
            </p:nvSpPr>
            <p:spPr bwMode="auto">
              <a:xfrm>
                <a:off x="2424" y="645"/>
                <a:ext cx="896" cy="107"/>
              </a:xfrm>
              <a:custGeom>
                <a:avLst/>
                <a:gdLst>
                  <a:gd name="T0" fmla="*/ 0 w 1032"/>
                  <a:gd name="T1" fmla="*/ 61 h 187"/>
                  <a:gd name="T2" fmla="*/ 266 w 1032"/>
                  <a:gd name="T3" fmla="*/ 9 h 187"/>
                  <a:gd name="T4" fmla="*/ 603 w 1032"/>
                  <a:gd name="T5" fmla="*/ 9 h 187"/>
                  <a:gd name="T6" fmla="*/ 778 w 1032"/>
                  <a:gd name="T7" fmla="*/ 56 h 187"/>
                  <a:gd name="T8" fmla="*/ 0 60000 65536"/>
                  <a:gd name="T9" fmla="*/ 0 60000 65536"/>
                  <a:gd name="T10" fmla="*/ 0 60000 65536"/>
                  <a:gd name="T11" fmla="*/ 0 60000 65536"/>
                  <a:gd name="T12" fmla="*/ 0 w 1032"/>
                  <a:gd name="T13" fmla="*/ 0 h 187"/>
                  <a:gd name="T14" fmla="*/ 1032 w 1032"/>
                  <a:gd name="T15" fmla="*/ 187 h 187"/>
                </a:gdLst>
                <a:ahLst/>
                <a:cxnLst>
                  <a:cxn ang="T8">
                    <a:pos x="T0" y="T1"/>
                  </a:cxn>
                  <a:cxn ang="T9">
                    <a:pos x="T2" y="T3"/>
                  </a:cxn>
                  <a:cxn ang="T10">
                    <a:pos x="T4" y="T5"/>
                  </a:cxn>
                  <a:cxn ang="T11">
                    <a:pos x="T6" y="T7"/>
                  </a:cxn>
                </a:cxnLst>
                <a:rect l="T12" t="T13" r="T14" b="T15"/>
                <a:pathLst>
                  <a:path w="1032" h="187">
                    <a:moveTo>
                      <a:pt x="0" y="187"/>
                    </a:moveTo>
                    <a:cubicBezTo>
                      <a:pt x="110" y="121"/>
                      <a:pt x="219" y="54"/>
                      <a:pt x="352" y="27"/>
                    </a:cubicBezTo>
                    <a:cubicBezTo>
                      <a:pt x="485" y="0"/>
                      <a:pt x="687" y="3"/>
                      <a:pt x="800" y="27"/>
                    </a:cubicBezTo>
                    <a:cubicBezTo>
                      <a:pt x="913" y="51"/>
                      <a:pt x="984" y="141"/>
                      <a:pt x="1032" y="171"/>
                    </a:cubicBezTo>
                  </a:path>
                </a:pathLst>
              </a:custGeom>
              <a:noFill/>
              <a:ln w="19050">
                <a:solidFill>
                  <a:schemeClr val="tx1"/>
                </a:solidFill>
                <a:round/>
                <a:headEnd/>
                <a:tailEnd type="stealth" w="med" len="lg"/>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1551" name="Freeform 44"/>
              <p:cNvSpPr>
                <a:spLocks/>
              </p:cNvSpPr>
              <p:nvPr/>
            </p:nvSpPr>
            <p:spPr bwMode="auto">
              <a:xfrm>
                <a:off x="2440" y="501"/>
                <a:ext cx="896" cy="243"/>
              </a:xfrm>
              <a:custGeom>
                <a:avLst/>
                <a:gdLst>
                  <a:gd name="T0" fmla="*/ 0 w 1032"/>
                  <a:gd name="T1" fmla="*/ 316 h 187"/>
                  <a:gd name="T2" fmla="*/ 266 w 1032"/>
                  <a:gd name="T3" fmla="*/ 45 h 187"/>
                  <a:gd name="T4" fmla="*/ 603 w 1032"/>
                  <a:gd name="T5" fmla="*/ 45 h 187"/>
                  <a:gd name="T6" fmla="*/ 778 w 1032"/>
                  <a:gd name="T7" fmla="*/ 288 h 187"/>
                  <a:gd name="T8" fmla="*/ 0 60000 65536"/>
                  <a:gd name="T9" fmla="*/ 0 60000 65536"/>
                  <a:gd name="T10" fmla="*/ 0 60000 65536"/>
                  <a:gd name="T11" fmla="*/ 0 60000 65536"/>
                  <a:gd name="T12" fmla="*/ 0 w 1032"/>
                  <a:gd name="T13" fmla="*/ 0 h 187"/>
                  <a:gd name="T14" fmla="*/ 1032 w 1032"/>
                  <a:gd name="T15" fmla="*/ 187 h 187"/>
                </a:gdLst>
                <a:ahLst/>
                <a:cxnLst>
                  <a:cxn ang="T8">
                    <a:pos x="T0" y="T1"/>
                  </a:cxn>
                  <a:cxn ang="T9">
                    <a:pos x="T2" y="T3"/>
                  </a:cxn>
                  <a:cxn ang="T10">
                    <a:pos x="T4" y="T5"/>
                  </a:cxn>
                  <a:cxn ang="T11">
                    <a:pos x="T6" y="T7"/>
                  </a:cxn>
                </a:cxnLst>
                <a:rect l="T12" t="T13" r="T14" b="T15"/>
                <a:pathLst>
                  <a:path w="1032" h="187">
                    <a:moveTo>
                      <a:pt x="0" y="187"/>
                    </a:moveTo>
                    <a:cubicBezTo>
                      <a:pt x="110" y="121"/>
                      <a:pt x="219" y="54"/>
                      <a:pt x="352" y="27"/>
                    </a:cubicBezTo>
                    <a:cubicBezTo>
                      <a:pt x="485" y="0"/>
                      <a:pt x="687" y="3"/>
                      <a:pt x="800" y="27"/>
                    </a:cubicBezTo>
                    <a:cubicBezTo>
                      <a:pt x="913" y="51"/>
                      <a:pt x="984" y="141"/>
                      <a:pt x="1032" y="171"/>
                    </a:cubicBezTo>
                  </a:path>
                </a:pathLst>
              </a:custGeom>
              <a:noFill/>
              <a:ln w="19050">
                <a:solidFill>
                  <a:schemeClr val="tx1"/>
                </a:solidFill>
                <a:round/>
                <a:headEnd/>
                <a:tailEnd type="stealth" w="med" len="lg"/>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1552" name="Freeform 45"/>
              <p:cNvSpPr>
                <a:spLocks/>
              </p:cNvSpPr>
              <p:nvPr/>
            </p:nvSpPr>
            <p:spPr bwMode="auto">
              <a:xfrm flipV="1">
                <a:off x="2424" y="757"/>
                <a:ext cx="896" cy="75"/>
              </a:xfrm>
              <a:custGeom>
                <a:avLst/>
                <a:gdLst>
                  <a:gd name="T0" fmla="*/ 0 w 1032"/>
                  <a:gd name="T1" fmla="*/ 30 h 187"/>
                  <a:gd name="T2" fmla="*/ 266 w 1032"/>
                  <a:gd name="T3" fmla="*/ 4 h 187"/>
                  <a:gd name="T4" fmla="*/ 603 w 1032"/>
                  <a:gd name="T5" fmla="*/ 4 h 187"/>
                  <a:gd name="T6" fmla="*/ 778 w 1032"/>
                  <a:gd name="T7" fmla="*/ 28 h 187"/>
                  <a:gd name="T8" fmla="*/ 0 60000 65536"/>
                  <a:gd name="T9" fmla="*/ 0 60000 65536"/>
                  <a:gd name="T10" fmla="*/ 0 60000 65536"/>
                  <a:gd name="T11" fmla="*/ 0 60000 65536"/>
                  <a:gd name="T12" fmla="*/ 0 w 1032"/>
                  <a:gd name="T13" fmla="*/ 0 h 187"/>
                  <a:gd name="T14" fmla="*/ 1032 w 1032"/>
                  <a:gd name="T15" fmla="*/ 187 h 187"/>
                </a:gdLst>
                <a:ahLst/>
                <a:cxnLst>
                  <a:cxn ang="T8">
                    <a:pos x="T0" y="T1"/>
                  </a:cxn>
                  <a:cxn ang="T9">
                    <a:pos x="T2" y="T3"/>
                  </a:cxn>
                  <a:cxn ang="T10">
                    <a:pos x="T4" y="T5"/>
                  </a:cxn>
                  <a:cxn ang="T11">
                    <a:pos x="T6" y="T7"/>
                  </a:cxn>
                </a:cxnLst>
                <a:rect l="T12" t="T13" r="T14" b="T15"/>
                <a:pathLst>
                  <a:path w="1032" h="187">
                    <a:moveTo>
                      <a:pt x="0" y="187"/>
                    </a:moveTo>
                    <a:cubicBezTo>
                      <a:pt x="110" y="121"/>
                      <a:pt x="219" y="54"/>
                      <a:pt x="352" y="27"/>
                    </a:cubicBezTo>
                    <a:cubicBezTo>
                      <a:pt x="485" y="0"/>
                      <a:pt x="687" y="3"/>
                      <a:pt x="800" y="27"/>
                    </a:cubicBezTo>
                    <a:cubicBezTo>
                      <a:pt x="913" y="51"/>
                      <a:pt x="984" y="141"/>
                      <a:pt x="1032" y="171"/>
                    </a:cubicBezTo>
                  </a:path>
                </a:pathLst>
              </a:custGeom>
              <a:noFill/>
              <a:ln w="19050">
                <a:solidFill>
                  <a:schemeClr val="tx1"/>
                </a:solidFill>
                <a:round/>
                <a:headEnd/>
                <a:tailEnd type="stealth" w="med" len="lg"/>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1553" name="Freeform 46"/>
              <p:cNvSpPr>
                <a:spLocks/>
              </p:cNvSpPr>
              <p:nvPr/>
            </p:nvSpPr>
            <p:spPr bwMode="auto">
              <a:xfrm flipV="1">
                <a:off x="2424" y="757"/>
                <a:ext cx="896" cy="243"/>
              </a:xfrm>
              <a:custGeom>
                <a:avLst/>
                <a:gdLst>
                  <a:gd name="T0" fmla="*/ 0 w 1032"/>
                  <a:gd name="T1" fmla="*/ 316 h 187"/>
                  <a:gd name="T2" fmla="*/ 266 w 1032"/>
                  <a:gd name="T3" fmla="*/ 45 h 187"/>
                  <a:gd name="T4" fmla="*/ 603 w 1032"/>
                  <a:gd name="T5" fmla="*/ 45 h 187"/>
                  <a:gd name="T6" fmla="*/ 778 w 1032"/>
                  <a:gd name="T7" fmla="*/ 288 h 187"/>
                  <a:gd name="T8" fmla="*/ 0 60000 65536"/>
                  <a:gd name="T9" fmla="*/ 0 60000 65536"/>
                  <a:gd name="T10" fmla="*/ 0 60000 65536"/>
                  <a:gd name="T11" fmla="*/ 0 60000 65536"/>
                  <a:gd name="T12" fmla="*/ 0 w 1032"/>
                  <a:gd name="T13" fmla="*/ 0 h 187"/>
                  <a:gd name="T14" fmla="*/ 1032 w 1032"/>
                  <a:gd name="T15" fmla="*/ 187 h 187"/>
                </a:gdLst>
                <a:ahLst/>
                <a:cxnLst>
                  <a:cxn ang="T8">
                    <a:pos x="T0" y="T1"/>
                  </a:cxn>
                  <a:cxn ang="T9">
                    <a:pos x="T2" y="T3"/>
                  </a:cxn>
                  <a:cxn ang="T10">
                    <a:pos x="T4" y="T5"/>
                  </a:cxn>
                  <a:cxn ang="T11">
                    <a:pos x="T6" y="T7"/>
                  </a:cxn>
                </a:cxnLst>
                <a:rect l="T12" t="T13" r="T14" b="T15"/>
                <a:pathLst>
                  <a:path w="1032" h="187">
                    <a:moveTo>
                      <a:pt x="0" y="187"/>
                    </a:moveTo>
                    <a:cubicBezTo>
                      <a:pt x="110" y="121"/>
                      <a:pt x="219" y="54"/>
                      <a:pt x="352" y="27"/>
                    </a:cubicBezTo>
                    <a:cubicBezTo>
                      <a:pt x="485" y="0"/>
                      <a:pt x="687" y="3"/>
                      <a:pt x="800" y="27"/>
                    </a:cubicBezTo>
                    <a:cubicBezTo>
                      <a:pt x="913" y="51"/>
                      <a:pt x="984" y="141"/>
                      <a:pt x="1032" y="171"/>
                    </a:cubicBezTo>
                  </a:path>
                </a:pathLst>
              </a:custGeom>
              <a:noFill/>
              <a:ln w="19050">
                <a:solidFill>
                  <a:schemeClr val="tx1"/>
                </a:solidFill>
                <a:round/>
                <a:headEnd/>
                <a:tailEnd type="stealth" w="med" len="lg"/>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nvGrpSpPr>
          <p:cNvPr id="61461" name="Group 47"/>
          <p:cNvGrpSpPr>
            <a:grpSpLocks/>
          </p:cNvGrpSpPr>
          <p:nvPr/>
        </p:nvGrpSpPr>
        <p:grpSpPr bwMode="auto">
          <a:xfrm>
            <a:off x="6254750" y="2395538"/>
            <a:ext cx="1543050" cy="392112"/>
            <a:chOff x="2424" y="641"/>
            <a:chExt cx="972" cy="247"/>
          </a:xfrm>
        </p:grpSpPr>
        <p:sp>
          <p:nvSpPr>
            <p:cNvPr id="61542" name="Oval 48"/>
            <p:cNvSpPr>
              <a:spLocks noChangeArrowheads="1"/>
            </p:cNvSpPr>
            <p:nvPr/>
          </p:nvSpPr>
          <p:spPr bwMode="auto">
            <a:xfrm>
              <a:off x="3324" y="728"/>
              <a:ext cx="72" cy="72"/>
            </a:xfrm>
            <a:prstGeom prst="ellipse">
              <a:avLst/>
            </a:prstGeom>
            <a:solidFill>
              <a:schemeClr val="tx1"/>
            </a:solidFill>
            <a:ln w="38100">
              <a:solidFill>
                <a:schemeClr val="tx1"/>
              </a:solidFill>
              <a:round/>
              <a:headEnd/>
              <a:tailEnd type="none" w="med" len="lg"/>
            </a:ln>
          </p:spPr>
          <p:txBody>
            <a:bodyPr wrap="none" anchor="ct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endParaRPr lang="en-US" altLang="en-US"/>
            </a:p>
          </p:txBody>
        </p:sp>
        <p:grpSp>
          <p:nvGrpSpPr>
            <p:cNvPr id="61543" name="Group 49"/>
            <p:cNvGrpSpPr>
              <a:grpSpLocks/>
            </p:cNvGrpSpPr>
            <p:nvPr/>
          </p:nvGrpSpPr>
          <p:grpSpPr bwMode="auto">
            <a:xfrm>
              <a:off x="2424" y="641"/>
              <a:ext cx="912" cy="247"/>
              <a:chOff x="2424" y="501"/>
              <a:chExt cx="912" cy="499"/>
            </a:xfrm>
          </p:grpSpPr>
          <p:sp>
            <p:nvSpPr>
              <p:cNvPr id="61544" name="Freeform 50"/>
              <p:cNvSpPr>
                <a:spLocks/>
              </p:cNvSpPr>
              <p:nvPr/>
            </p:nvSpPr>
            <p:spPr bwMode="auto">
              <a:xfrm>
                <a:off x="2424" y="645"/>
                <a:ext cx="896" cy="107"/>
              </a:xfrm>
              <a:custGeom>
                <a:avLst/>
                <a:gdLst>
                  <a:gd name="T0" fmla="*/ 0 w 1032"/>
                  <a:gd name="T1" fmla="*/ 61 h 187"/>
                  <a:gd name="T2" fmla="*/ 266 w 1032"/>
                  <a:gd name="T3" fmla="*/ 9 h 187"/>
                  <a:gd name="T4" fmla="*/ 603 w 1032"/>
                  <a:gd name="T5" fmla="*/ 9 h 187"/>
                  <a:gd name="T6" fmla="*/ 778 w 1032"/>
                  <a:gd name="T7" fmla="*/ 56 h 187"/>
                  <a:gd name="T8" fmla="*/ 0 60000 65536"/>
                  <a:gd name="T9" fmla="*/ 0 60000 65536"/>
                  <a:gd name="T10" fmla="*/ 0 60000 65536"/>
                  <a:gd name="T11" fmla="*/ 0 60000 65536"/>
                  <a:gd name="T12" fmla="*/ 0 w 1032"/>
                  <a:gd name="T13" fmla="*/ 0 h 187"/>
                  <a:gd name="T14" fmla="*/ 1032 w 1032"/>
                  <a:gd name="T15" fmla="*/ 187 h 187"/>
                </a:gdLst>
                <a:ahLst/>
                <a:cxnLst>
                  <a:cxn ang="T8">
                    <a:pos x="T0" y="T1"/>
                  </a:cxn>
                  <a:cxn ang="T9">
                    <a:pos x="T2" y="T3"/>
                  </a:cxn>
                  <a:cxn ang="T10">
                    <a:pos x="T4" y="T5"/>
                  </a:cxn>
                  <a:cxn ang="T11">
                    <a:pos x="T6" y="T7"/>
                  </a:cxn>
                </a:cxnLst>
                <a:rect l="T12" t="T13" r="T14" b="T15"/>
                <a:pathLst>
                  <a:path w="1032" h="187">
                    <a:moveTo>
                      <a:pt x="0" y="187"/>
                    </a:moveTo>
                    <a:cubicBezTo>
                      <a:pt x="110" y="121"/>
                      <a:pt x="219" y="54"/>
                      <a:pt x="352" y="27"/>
                    </a:cubicBezTo>
                    <a:cubicBezTo>
                      <a:pt x="485" y="0"/>
                      <a:pt x="687" y="3"/>
                      <a:pt x="800" y="27"/>
                    </a:cubicBezTo>
                    <a:cubicBezTo>
                      <a:pt x="913" y="51"/>
                      <a:pt x="984" y="141"/>
                      <a:pt x="1032" y="171"/>
                    </a:cubicBezTo>
                  </a:path>
                </a:pathLst>
              </a:custGeom>
              <a:noFill/>
              <a:ln w="19050">
                <a:solidFill>
                  <a:schemeClr val="tx1"/>
                </a:solidFill>
                <a:round/>
                <a:headEnd/>
                <a:tailEnd type="stealth" w="med" len="lg"/>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1545" name="Freeform 51"/>
              <p:cNvSpPr>
                <a:spLocks/>
              </p:cNvSpPr>
              <p:nvPr/>
            </p:nvSpPr>
            <p:spPr bwMode="auto">
              <a:xfrm>
                <a:off x="2440" y="501"/>
                <a:ext cx="896" cy="243"/>
              </a:xfrm>
              <a:custGeom>
                <a:avLst/>
                <a:gdLst>
                  <a:gd name="T0" fmla="*/ 0 w 1032"/>
                  <a:gd name="T1" fmla="*/ 316 h 187"/>
                  <a:gd name="T2" fmla="*/ 266 w 1032"/>
                  <a:gd name="T3" fmla="*/ 45 h 187"/>
                  <a:gd name="T4" fmla="*/ 603 w 1032"/>
                  <a:gd name="T5" fmla="*/ 45 h 187"/>
                  <a:gd name="T6" fmla="*/ 778 w 1032"/>
                  <a:gd name="T7" fmla="*/ 288 h 187"/>
                  <a:gd name="T8" fmla="*/ 0 60000 65536"/>
                  <a:gd name="T9" fmla="*/ 0 60000 65536"/>
                  <a:gd name="T10" fmla="*/ 0 60000 65536"/>
                  <a:gd name="T11" fmla="*/ 0 60000 65536"/>
                  <a:gd name="T12" fmla="*/ 0 w 1032"/>
                  <a:gd name="T13" fmla="*/ 0 h 187"/>
                  <a:gd name="T14" fmla="*/ 1032 w 1032"/>
                  <a:gd name="T15" fmla="*/ 187 h 187"/>
                </a:gdLst>
                <a:ahLst/>
                <a:cxnLst>
                  <a:cxn ang="T8">
                    <a:pos x="T0" y="T1"/>
                  </a:cxn>
                  <a:cxn ang="T9">
                    <a:pos x="T2" y="T3"/>
                  </a:cxn>
                  <a:cxn ang="T10">
                    <a:pos x="T4" y="T5"/>
                  </a:cxn>
                  <a:cxn ang="T11">
                    <a:pos x="T6" y="T7"/>
                  </a:cxn>
                </a:cxnLst>
                <a:rect l="T12" t="T13" r="T14" b="T15"/>
                <a:pathLst>
                  <a:path w="1032" h="187">
                    <a:moveTo>
                      <a:pt x="0" y="187"/>
                    </a:moveTo>
                    <a:cubicBezTo>
                      <a:pt x="110" y="121"/>
                      <a:pt x="219" y="54"/>
                      <a:pt x="352" y="27"/>
                    </a:cubicBezTo>
                    <a:cubicBezTo>
                      <a:pt x="485" y="0"/>
                      <a:pt x="687" y="3"/>
                      <a:pt x="800" y="27"/>
                    </a:cubicBezTo>
                    <a:cubicBezTo>
                      <a:pt x="913" y="51"/>
                      <a:pt x="984" y="141"/>
                      <a:pt x="1032" y="171"/>
                    </a:cubicBezTo>
                  </a:path>
                </a:pathLst>
              </a:custGeom>
              <a:noFill/>
              <a:ln w="19050">
                <a:solidFill>
                  <a:schemeClr val="tx1"/>
                </a:solidFill>
                <a:round/>
                <a:headEnd/>
                <a:tailEnd type="stealth" w="med" len="lg"/>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1546" name="Freeform 52"/>
              <p:cNvSpPr>
                <a:spLocks/>
              </p:cNvSpPr>
              <p:nvPr/>
            </p:nvSpPr>
            <p:spPr bwMode="auto">
              <a:xfrm flipV="1">
                <a:off x="2424" y="757"/>
                <a:ext cx="896" cy="75"/>
              </a:xfrm>
              <a:custGeom>
                <a:avLst/>
                <a:gdLst>
                  <a:gd name="T0" fmla="*/ 0 w 1032"/>
                  <a:gd name="T1" fmla="*/ 30 h 187"/>
                  <a:gd name="T2" fmla="*/ 266 w 1032"/>
                  <a:gd name="T3" fmla="*/ 4 h 187"/>
                  <a:gd name="T4" fmla="*/ 603 w 1032"/>
                  <a:gd name="T5" fmla="*/ 4 h 187"/>
                  <a:gd name="T6" fmla="*/ 778 w 1032"/>
                  <a:gd name="T7" fmla="*/ 28 h 187"/>
                  <a:gd name="T8" fmla="*/ 0 60000 65536"/>
                  <a:gd name="T9" fmla="*/ 0 60000 65536"/>
                  <a:gd name="T10" fmla="*/ 0 60000 65536"/>
                  <a:gd name="T11" fmla="*/ 0 60000 65536"/>
                  <a:gd name="T12" fmla="*/ 0 w 1032"/>
                  <a:gd name="T13" fmla="*/ 0 h 187"/>
                  <a:gd name="T14" fmla="*/ 1032 w 1032"/>
                  <a:gd name="T15" fmla="*/ 187 h 187"/>
                </a:gdLst>
                <a:ahLst/>
                <a:cxnLst>
                  <a:cxn ang="T8">
                    <a:pos x="T0" y="T1"/>
                  </a:cxn>
                  <a:cxn ang="T9">
                    <a:pos x="T2" y="T3"/>
                  </a:cxn>
                  <a:cxn ang="T10">
                    <a:pos x="T4" y="T5"/>
                  </a:cxn>
                  <a:cxn ang="T11">
                    <a:pos x="T6" y="T7"/>
                  </a:cxn>
                </a:cxnLst>
                <a:rect l="T12" t="T13" r="T14" b="T15"/>
                <a:pathLst>
                  <a:path w="1032" h="187">
                    <a:moveTo>
                      <a:pt x="0" y="187"/>
                    </a:moveTo>
                    <a:cubicBezTo>
                      <a:pt x="110" y="121"/>
                      <a:pt x="219" y="54"/>
                      <a:pt x="352" y="27"/>
                    </a:cubicBezTo>
                    <a:cubicBezTo>
                      <a:pt x="485" y="0"/>
                      <a:pt x="687" y="3"/>
                      <a:pt x="800" y="27"/>
                    </a:cubicBezTo>
                    <a:cubicBezTo>
                      <a:pt x="913" y="51"/>
                      <a:pt x="984" y="141"/>
                      <a:pt x="1032" y="171"/>
                    </a:cubicBezTo>
                  </a:path>
                </a:pathLst>
              </a:custGeom>
              <a:noFill/>
              <a:ln w="19050">
                <a:solidFill>
                  <a:schemeClr val="tx1"/>
                </a:solidFill>
                <a:round/>
                <a:headEnd/>
                <a:tailEnd type="stealth" w="med" len="lg"/>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1547" name="Freeform 53"/>
              <p:cNvSpPr>
                <a:spLocks/>
              </p:cNvSpPr>
              <p:nvPr/>
            </p:nvSpPr>
            <p:spPr bwMode="auto">
              <a:xfrm flipV="1">
                <a:off x="2424" y="757"/>
                <a:ext cx="896" cy="243"/>
              </a:xfrm>
              <a:custGeom>
                <a:avLst/>
                <a:gdLst>
                  <a:gd name="T0" fmla="*/ 0 w 1032"/>
                  <a:gd name="T1" fmla="*/ 316 h 187"/>
                  <a:gd name="T2" fmla="*/ 266 w 1032"/>
                  <a:gd name="T3" fmla="*/ 45 h 187"/>
                  <a:gd name="T4" fmla="*/ 603 w 1032"/>
                  <a:gd name="T5" fmla="*/ 45 h 187"/>
                  <a:gd name="T6" fmla="*/ 778 w 1032"/>
                  <a:gd name="T7" fmla="*/ 288 h 187"/>
                  <a:gd name="T8" fmla="*/ 0 60000 65536"/>
                  <a:gd name="T9" fmla="*/ 0 60000 65536"/>
                  <a:gd name="T10" fmla="*/ 0 60000 65536"/>
                  <a:gd name="T11" fmla="*/ 0 60000 65536"/>
                  <a:gd name="T12" fmla="*/ 0 w 1032"/>
                  <a:gd name="T13" fmla="*/ 0 h 187"/>
                  <a:gd name="T14" fmla="*/ 1032 w 1032"/>
                  <a:gd name="T15" fmla="*/ 187 h 187"/>
                </a:gdLst>
                <a:ahLst/>
                <a:cxnLst>
                  <a:cxn ang="T8">
                    <a:pos x="T0" y="T1"/>
                  </a:cxn>
                  <a:cxn ang="T9">
                    <a:pos x="T2" y="T3"/>
                  </a:cxn>
                  <a:cxn ang="T10">
                    <a:pos x="T4" y="T5"/>
                  </a:cxn>
                  <a:cxn ang="T11">
                    <a:pos x="T6" y="T7"/>
                  </a:cxn>
                </a:cxnLst>
                <a:rect l="T12" t="T13" r="T14" b="T15"/>
                <a:pathLst>
                  <a:path w="1032" h="187">
                    <a:moveTo>
                      <a:pt x="0" y="187"/>
                    </a:moveTo>
                    <a:cubicBezTo>
                      <a:pt x="110" y="121"/>
                      <a:pt x="219" y="54"/>
                      <a:pt x="352" y="27"/>
                    </a:cubicBezTo>
                    <a:cubicBezTo>
                      <a:pt x="485" y="0"/>
                      <a:pt x="687" y="3"/>
                      <a:pt x="800" y="27"/>
                    </a:cubicBezTo>
                    <a:cubicBezTo>
                      <a:pt x="913" y="51"/>
                      <a:pt x="984" y="141"/>
                      <a:pt x="1032" y="171"/>
                    </a:cubicBezTo>
                  </a:path>
                </a:pathLst>
              </a:custGeom>
              <a:noFill/>
              <a:ln w="19050">
                <a:solidFill>
                  <a:schemeClr val="tx1"/>
                </a:solidFill>
                <a:round/>
                <a:headEnd/>
                <a:tailEnd type="stealth" w="med" len="lg"/>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nvGrpSpPr>
          <p:cNvPr id="61462" name="Group 61"/>
          <p:cNvGrpSpPr>
            <a:grpSpLocks/>
          </p:cNvGrpSpPr>
          <p:nvPr/>
        </p:nvGrpSpPr>
        <p:grpSpPr bwMode="auto">
          <a:xfrm>
            <a:off x="6248400" y="3475038"/>
            <a:ext cx="1543050" cy="392112"/>
            <a:chOff x="2424" y="641"/>
            <a:chExt cx="972" cy="247"/>
          </a:xfrm>
        </p:grpSpPr>
        <p:sp>
          <p:nvSpPr>
            <p:cNvPr id="61536" name="Oval 62"/>
            <p:cNvSpPr>
              <a:spLocks noChangeArrowheads="1"/>
            </p:cNvSpPr>
            <p:nvPr/>
          </p:nvSpPr>
          <p:spPr bwMode="auto">
            <a:xfrm>
              <a:off x="3324" y="728"/>
              <a:ext cx="72" cy="72"/>
            </a:xfrm>
            <a:prstGeom prst="ellipse">
              <a:avLst/>
            </a:prstGeom>
            <a:solidFill>
              <a:schemeClr val="tx1"/>
            </a:solidFill>
            <a:ln w="38100">
              <a:solidFill>
                <a:schemeClr val="tx1"/>
              </a:solidFill>
              <a:round/>
              <a:headEnd/>
              <a:tailEnd type="none" w="med" len="lg"/>
            </a:ln>
          </p:spPr>
          <p:txBody>
            <a:bodyPr wrap="none" anchor="ct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endParaRPr lang="en-US" altLang="en-US"/>
            </a:p>
          </p:txBody>
        </p:sp>
        <p:grpSp>
          <p:nvGrpSpPr>
            <p:cNvPr id="61537" name="Group 63"/>
            <p:cNvGrpSpPr>
              <a:grpSpLocks/>
            </p:cNvGrpSpPr>
            <p:nvPr/>
          </p:nvGrpSpPr>
          <p:grpSpPr bwMode="auto">
            <a:xfrm>
              <a:off x="2424" y="641"/>
              <a:ext cx="912" cy="247"/>
              <a:chOff x="2424" y="501"/>
              <a:chExt cx="912" cy="499"/>
            </a:xfrm>
          </p:grpSpPr>
          <p:sp>
            <p:nvSpPr>
              <p:cNvPr id="61538" name="Freeform 64"/>
              <p:cNvSpPr>
                <a:spLocks/>
              </p:cNvSpPr>
              <p:nvPr/>
            </p:nvSpPr>
            <p:spPr bwMode="auto">
              <a:xfrm>
                <a:off x="2424" y="645"/>
                <a:ext cx="896" cy="107"/>
              </a:xfrm>
              <a:custGeom>
                <a:avLst/>
                <a:gdLst>
                  <a:gd name="T0" fmla="*/ 0 w 1032"/>
                  <a:gd name="T1" fmla="*/ 61 h 187"/>
                  <a:gd name="T2" fmla="*/ 266 w 1032"/>
                  <a:gd name="T3" fmla="*/ 9 h 187"/>
                  <a:gd name="T4" fmla="*/ 603 w 1032"/>
                  <a:gd name="T5" fmla="*/ 9 h 187"/>
                  <a:gd name="T6" fmla="*/ 778 w 1032"/>
                  <a:gd name="T7" fmla="*/ 56 h 187"/>
                  <a:gd name="T8" fmla="*/ 0 60000 65536"/>
                  <a:gd name="T9" fmla="*/ 0 60000 65536"/>
                  <a:gd name="T10" fmla="*/ 0 60000 65536"/>
                  <a:gd name="T11" fmla="*/ 0 60000 65536"/>
                  <a:gd name="T12" fmla="*/ 0 w 1032"/>
                  <a:gd name="T13" fmla="*/ 0 h 187"/>
                  <a:gd name="T14" fmla="*/ 1032 w 1032"/>
                  <a:gd name="T15" fmla="*/ 187 h 187"/>
                </a:gdLst>
                <a:ahLst/>
                <a:cxnLst>
                  <a:cxn ang="T8">
                    <a:pos x="T0" y="T1"/>
                  </a:cxn>
                  <a:cxn ang="T9">
                    <a:pos x="T2" y="T3"/>
                  </a:cxn>
                  <a:cxn ang="T10">
                    <a:pos x="T4" y="T5"/>
                  </a:cxn>
                  <a:cxn ang="T11">
                    <a:pos x="T6" y="T7"/>
                  </a:cxn>
                </a:cxnLst>
                <a:rect l="T12" t="T13" r="T14" b="T15"/>
                <a:pathLst>
                  <a:path w="1032" h="187">
                    <a:moveTo>
                      <a:pt x="0" y="187"/>
                    </a:moveTo>
                    <a:cubicBezTo>
                      <a:pt x="110" y="121"/>
                      <a:pt x="219" y="54"/>
                      <a:pt x="352" y="27"/>
                    </a:cubicBezTo>
                    <a:cubicBezTo>
                      <a:pt x="485" y="0"/>
                      <a:pt x="687" y="3"/>
                      <a:pt x="800" y="27"/>
                    </a:cubicBezTo>
                    <a:cubicBezTo>
                      <a:pt x="913" y="51"/>
                      <a:pt x="984" y="141"/>
                      <a:pt x="1032" y="171"/>
                    </a:cubicBezTo>
                  </a:path>
                </a:pathLst>
              </a:custGeom>
              <a:noFill/>
              <a:ln w="19050">
                <a:solidFill>
                  <a:schemeClr val="tx1"/>
                </a:solidFill>
                <a:round/>
                <a:headEnd/>
                <a:tailEnd type="stealth" w="med" len="lg"/>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1539" name="Freeform 65"/>
              <p:cNvSpPr>
                <a:spLocks/>
              </p:cNvSpPr>
              <p:nvPr/>
            </p:nvSpPr>
            <p:spPr bwMode="auto">
              <a:xfrm>
                <a:off x="2440" y="501"/>
                <a:ext cx="896" cy="243"/>
              </a:xfrm>
              <a:custGeom>
                <a:avLst/>
                <a:gdLst>
                  <a:gd name="T0" fmla="*/ 0 w 1032"/>
                  <a:gd name="T1" fmla="*/ 316 h 187"/>
                  <a:gd name="T2" fmla="*/ 266 w 1032"/>
                  <a:gd name="T3" fmla="*/ 45 h 187"/>
                  <a:gd name="T4" fmla="*/ 603 w 1032"/>
                  <a:gd name="T5" fmla="*/ 45 h 187"/>
                  <a:gd name="T6" fmla="*/ 778 w 1032"/>
                  <a:gd name="T7" fmla="*/ 288 h 187"/>
                  <a:gd name="T8" fmla="*/ 0 60000 65536"/>
                  <a:gd name="T9" fmla="*/ 0 60000 65536"/>
                  <a:gd name="T10" fmla="*/ 0 60000 65536"/>
                  <a:gd name="T11" fmla="*/ 0 60000 65536"/>
                  <a:gd name="T12" fmla="*/ 0 w 1032"/>
                  <a:gd name="T13" fmla="*/ 0 h 187"/>
                  <a:gd name="T14" fmla="*/ 1032 w 1032"/>
                  <a:gd name="T15" fmla="*/ 187 h 187"/>
                </a:gdLst>
                <a:ahLst/>
                <a:cxnLst>
                  <a:cxn ang="T8">
                    <a:pos x="T0" y="T1"/>
                  </a:cxn>
                  <a:cxn ang="T9">
                    <a:pos x="T2" y="T3"/>
                  </a:cxn>
                  <a:cxn ang="T10">
                    <a:pos x="T4" y="T5"/>
                  </a:cxn>
                  <a:cxn ang="T11">
                    <a:pos x="T6" y="T7"/>
                  </a:cxn>
                </a:cxnLst>
                <a:rect l="T12" t="T13" r="T14" b="T15"/>
                <a:pathLst>
                  <a:path w="1032" h="187">
                    <a:moveTo>
                      <a:pt x="0" y="187"/>
                    </a:moveTo>
                    <a:cubicBezTo>
                      <a:pt x="110" y="121"/>
                      <a:pt x="219" y="54"/>
                      <a:pt x="352" y="27"/>
                    </a:cubicBezTo>
                    <a:cubicBezTo>
                      <a:pt x="485" y="0"/>
                      <a:pt x="687" y="3"/>
                      <a:pt x="800" y="27"/>
                    </a:cubicBezTo>
                    <a:cubicBezTo>
                      <a:pt x="913" y="51"/>
                      <a:pt x="984" y="141"/>
                      <a:pt x="1032" y="171"/>
                    </a:cubicBezTo>
                  </a:path>
                </a:pathLst>
              </a:custGeom>
              <a:noFill/>
              <a:ln w="19050">
                <a:solidFill>
                  <a:schemeClr val="tx1"/>
                </a:solidFill>
                <a:round/>
                <a:headEnd/>
                <a:tailEnd type="stealth" w="med" len="lg"/>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1540" name="Freeform 66"/>
              <p:cNvSpPr>
                <a:spLocks/>
              </p:cNvSpPr>
              <p:nvPr/>
            </p:nvSpPr>
            <p:spPr bwMode="auto">
              <a:xfrm flipV="1">
                <a:off x="2424" y="757"/>
                <a:ext cx="896" cy="75"/>
              </a:xfrm>
              <a:custGeom>
                <a:avLst/>
                <a:gdLst>
                  <a:gd name="T0" fmla="*/ 0 w 1032"/>
                  <a:gd name="T1" fmla="*/ 30 h 187"/>
                  <a:gd name="T2" fmla="*/ 266 w 1032"/>
                  <a:gd name="T3" fmla="*/ 4 h 187"/>
                  <a:gd name="T4" fmla="*/ 603 w 1032"/>
                  <a:gd name="T5" fmla="*/ 4 h 187"/>
                  <a:gd name="T6" fmla="*/ 778 w 1032"/>
                  <a:gd name="T7" fmla="*/ 28 h 187"/>
                  <a:gd name="T8" fmla="*/ 0 60000 65536"/>
                  <a:gd name="T9" fmla="*/ 0 60000 65536"/>
                  <a:gd name="T10" fmla="*/ 0 60000 65536"/>
                  <a:gd name="T11" fmla="*/ 0 60000 65536"/>
                  <a:gd name="T12" fmla="*/ 0 w 1032"/>
                  <a:gd name="T13" fmla="*/ 0 h 187"/>
                  <a:gd name="T14" fmla="*/ 1032 w 1032"/>
                  <a:gd name="T15" fmla="*/ 187 h 187"/>
                </a:gdLst>
                <a:ahLst/>
                <a:cxnLst>
                  <a:cxn ang="T8">
                    <a:pos x="T0" y="T1"/>
                  </a:cxn>
                  <a:cxn ang="T9">
                    <a:pos x="T2" y="T3"/>
                  </a:cxn>
                  <a:cxn ang="T10">
                    <a:pos x="T4" y="T5"/>
                  </a:cxn>
                  <a:cxn ang="T11">
                    <a:pos x="T6" y="T7"/>
                  </a:cxn>
                </a:cxnLst>
                <a:rect l="T12" t="T13" r="T14" b="T15"/>
                <a:pathLst>
                  <a:path w="1032" h="187">
                    <a:moveTo>
                      <a:pt x="0" y="187"/>
                    </a:moveTo>
                    <a:cubicBezTo>
                      <a:pt x="110" y="121"/>
                      <a:pt x="219" y="54"/>
                      <a:pt x="352" y="27"/>
                    </a:cubicBezTo>
                    <a:cubicBezTo>
                      <a:pt x="485" y="0"/>
                      <a:pt x="687" y="3"/>
                      <a:pt x="800" y="27"/>
                    </a:cubicBezTo>
                    <a:cubicBezTo>
                      <a:pt x="913" y="51"/>
                      <a:pt x="984" y="141"/>
                      <a:pt x="1032" y="171"/>
                    </a:cubicBezTo>
                  </a:path>
                </a:pathLst>
              </a:custGeom>
              <a:noFill/>
              <a:ln w="19050">
                <a:solidFill>
                  <a:schemeClr val="tx1"/>
                </a:solidFill>
                <a:round/>
                <a:headEnd/>
                <a:tailEnd type="stealth" w="med" len="lg"/>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1541" name="Freeform 67"/>
              <p:cNvSpPr>
                <a:spLocks/>
              </p:cNvSpPr>
              <p:nvPr/>
            </p:nvSpPr>
            <p:spPr bwMode="auto">
              <a:xfrm flipV="1">
                <a:off x="2424" y="757"/>
                <a:ext cx="896" cy="243"/>
              </a:xfrm>
              <a:custGeom>
                <a:avLst/>
                <a:gdLst>
                  <a:gd name="T0" fmla="*/ 0 w 1032"/>
                  <a:gd name="T1" fmla="*/ 316 h 187"/>
                  <a:gd name="T2" fmla="*/ 266 w 1032"/>
                  <a:gd name="T3" fmla="*/ 45 h 187"/>
                  <a:gd name="T4" fmla="*/ 603 w 1032"/>
                  <a:gd name="T5" fmla="*/ 45 h 187"/>
                  <a:gd name="T6" fmla="*/ 778 w 1032"/>
                  <a:gd name="T7" fmla="*/ 288 h 187"/>
                  <a:gd name="T8" fmla="*/ 0 60000 65536"/>
                  <a:gd name="T9" fmla="*/ 0 60000 65536"/>
                  <a:gd name="T10" fmla="*/ 0 60000 65536"/>
                  <a:gd name="T11" fmla="*/ 0 60000 65536"/>
                  <a:gd name="T12" fmla="*/ 0 w 1032"/>
                  <a:gd name="T13" fmla="*/ 0 h 187"/>
                  <a:gd name="T14" fmla="*/ 1032 w 1032"/>
                  <a:gd name="T15" fmla="*/ 187 h 187"/>
                </a:gdLst>
                <a:ahLst/>
                <a:cxnLst>
                  <a:cxn ang="T8">
                    <a:pos x="T0" y="T1"/>
                  </a:cxn>
                  <a:cxn ang="T9">
                    <a:pos x="T2" y="T3"/>
                  </a:cxn>
                  <a:cxn ang="T10">
                    <a:pos x="T4" y="T5"/>
                  </a:cxn>
                  <a:cxn ang="T11">
                    <a:pos x="T6" y="T7"/>
                  </a:cxn>
                </a:cxnLst>
                <a:rect l="T12" t="T13" r="T14" b="T15"/>
                <a:pathLst>
                  <a:path w="1032" h="187">
                    <a:moveTo>
                      <a:pt x="0" y="187"/>
                    </a:moveTo>
                    <a:cubicBezTo>
                      <a:pt x="110" y="121"/>
                      <a:pt x="219" y="54"/>
                      <a:pt x="352" y="27"/>
                    </a:cubicBezTo>
                    <a:cubicBezTo>
                      <a:pt x="485" y="0"/>
                      <a:pt x="687" y="3"/>
                      <a:pt x="800" y="27"/>
                    </a:cubicBezTo>
                    <a:cubicBezTo>
                      <a:pt x="913" y="51"/>
                      <a:pt x="984" y="141"/>
                      <a:pt x="1032" y="171"/>
                    </a:cubicBezTo>
                  </a:path>
                </a:pathLst>
              </a:custGeom>
              <a:noFill/>
              <a:ln w="19050">
                <a:solidFill>
                  <a:schemeClr val="tx1"/>
                </a:solidFill>
                <a:round/>
                <a:headEnd/>
                <a:tailEnd type="stealth" w="med" len="lg"/>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nvGrpSpPr>
          <p:cNvPr id="61463" name="Group 68"/>
          <p:cNvGrpSpPr>
            <a:grpSpLocks/>
          </p:cNvGrpSpPr>
          <p:nvPr/>
        </p:nvGrpSpPr>
        <p:grpSpPr bwMode="auto">
          <a:xfrm>
            <a:off x="6248400" y="4021138"/>
            <a:ext cx="1543050" cy="392112"/>
            <a:chOff x="2424" y="641"/>
            <a:chExt cx="972" cy="247"/>
          </a:xfrm>
        </p:grpSpPr>
        <p:sp>
          <p:nvSpPr>
            <p:cNvPr id="61530" name="Oval 69"/>
            <p:cNvSpPr>
              <a:spLocks noChangeArrowheads="1"/>
            </p:cNvSpPr>
            <p:nvPr/>
          </p:nvSpPr>
          <p:spPr bwMode="auto">
            <a:xfrm>
              <a:off x="3324" y="728"/>
              <a:ext cx="72" cy="72"/>
            </a:xfrm>
            <a:prstGeom prst="ellipse">
              <a:avLst/>
            </a:prstGeom>
            <a:solidFill>
              <a:schemeClr val="tx1"/>
            </a:solidFill>
            <a:ln w="38100">
              <a:solidFill>
                <a:schemeClr val="tx1"/>
              </a:solidFill>
              <a:round/>
              <a:headEnd/>
              <a:tailEnd type="none" w="med" len="lg"/>
            </a:ln>
          </p:spPr>
          <p:txBody>
            <a:bodyPr wrap="none" anchor="ct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endParaRPr lang="en-US" altLang="en-US"/>
            </a:p>
          </p:txBody>
        </p:sp>
        <p:grpSp>
          <p:nvGrpSpPr>
            <p:cNvPr id="61531" name="Group 70"/>
            <p:cNvGrpSpPr>
              <a:grpSpLocks/>
            </p:cNvGrpSpPr>
            <p:nvPr/>
          </p:nvGrpSpPr>
          <p:grpSpPr bwMode="auto">
            <a:xfrm>
              <a:off x="2424" y="641"/>
              <a:ext cx="912" cy="247"/>
              <a:chOff x="2424" y="501"/>
              <a:chExt cx="912" cy="499"/>
            </a:xfrm>
          </p:grpSpPr>
          <p:sp>
            <p:nvSpPr>
              <p:cNvPr id="61532" name="Freeform 71"/>
              <p:cNvSpPr>
                <a:spLocks/>
              </p:cNvSpPr>
              <p:nvPr/>
            </p:nvSpPr>
            <p:spPr bwMode="auto">
              <a:xfrm>
                <a:off x="2424" y="645"/>
                <a:ext cx="896" cy="107"/>
              </a:xfrm>
              <a:custGeom>
                <a:avLst/>
                <a:gdLst>
                  <a:gd name="T0" fmla="*/ 0 w 1032"/>
                  <a:gd name="T1" fmla="*/ 61 h 187"/>
                  <a:gd name="T2" fmla="*/ 266 w 1032"/>
                  <a:gd name="T3" fmla="*/ 9 h 187"/>
                  <a:gd name="T4" fmla="*/ 603 w 1032"/>
                  <a:gd name="T5" fmla="*/ 9 h 187"/>
                  <a:gd name="T6" fmla="*/ 778 w 1032"/>
                  <a:gd name="T7" fmla="*/ 56 h 187"/>
                  <a:gd name="T8" fmla="*/ 0 60000 65536"/>
                  <a:gd name="T9" fmla="*/ 0 60000 65536"/>
                  <a:gd name="T10" fmla="*/ 0 60000 65536"/>
                  <a:gd name="T11" fmla="*/ 0 60000 65536"/>
                  <a:gd name="T12" fmla="*/ 0 w 1032"/>
                  <a:gd name="T13" fmla="*/ 0 h 187"/>
                  <a:gd name="T14" fmla="*/ 1032 w 1032"/>
                  <a:gd name="T15" fmla="*/ 187 h 187"/>
                </a:gdLst>
                <a:ahLst/>
                <a:cxnLst>
                  <a:cxn ang="T8">
                    <a:pos x="T0" y="T1"/>
                  </a:cxn>
                  <a:cxn ang="T9">
                    <a:pos x="T2" y="T3"/>
                  </a:cxn>
                  <a:cxn ang="T10">
                    <a:pos x="T4" y="T5"/>
                  </a:cxn>
                  <a:cxn ang="T11">
                    <a:pos x="T6" y="T7"/>
                  </a:cxn>
                </a:cxnLst>
                <a:rect l="T12" t="T13" r="T14" b="T15"/>
                <a:pathLst>
                  <a:path w="1032" h="187">
                    <a:moveTo>
                      <a:pt x="0" y="187"/>
                    </a:moveTo>
                    <a:cubicBezTo>
                      <a:pt x="110" y="121"/>
                      <a:pt x="219" y="54"/>
                      <a:pt x="352" y="27"/>
                    </a:cubicBezTo>
                    <a:cubicBezTo>
                      <a:pt x="485" y="0"/>
                      <a:pt x="687" y="3"/>
                      <a:pt x="800" y="27"/>
                    </a:cubicBezTo>
                    <a:cubicBezTo>
                      <a:pt x="913" y="51"/>
                      <a:pt x="984" y="141"/>
                      <a:pt x="1032" y="171"/>
                    </a:cubicBezTo>
                  </a:path>
                </a:pathLst>
              </a:custGeom>
              <a:noFill/>
              <a:ln w="19050">
                <a:solidFill>
                  <a:schemeClr val="tx1"/>
                </a:solidFill>
                <a:round/>
                <a:headEnd/>
                <a:tailEnd type="stealth" w="med" len="lg"/>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1533" name="Freeform 72"/>
              <p:cNvSpPr>
                <a:spLocks/>
              </p:cNvSpPr>
              <p:nvPr/>
            </p:nvSpPr>
            <p:spPr bwMode="auto">
              <a:xfrm>
                <a:off x="2440" y="501"/>
                <a:ext cx="896" cy="243"/>
              </a:xfrm>
              <a:custGeom>
                <a:avLst/>
                <a:gdLst>
                  <a:gd name="T0" fmla="*/ 0 w 1032"/>
                  <a:gd name="T1" fmla="*/ 316 h 187"/>
                  <a:gd name="T2" fmla="*/ 266 w 1032"/>
                  <a:gd name="T3" fmla="*/ 45 h 187"/>
                  <a:gd name="T4" fmla="*/ 603 w 1032"/>
                  <a:gd name="T5" fmla="*/ 45 h 187"/>
                  <a:gd name="T6" fmla="*/ 778 w 1032"/>
                  <a:gd name="T7" fmla="*/ 288 h 187"/>
                  <a:gd name="T8" fmla="*/ 0 60000 65536"/>
                  <a:gd name="T9" fmla="*/ 0 60000 65536"/>
                  <a:gd name="T10" fmla="*/ 0 60000 65536"/>
                  <a:gd name="T11" fmla="*/ 0 60000 65536"/>
                  <a:gd name="T12" fmla="*/ 0 w 1032"/>
                  <a:gd name="T13" fmla="*/ 0 h 187"/>
                  <a:gd name="T14" fmla="*/ 1032 w 1032"/>
                  <a:gd name="T15" fmla="*/ 187 h 187"/>
                </a:gdLst>
                <a:ahLst/>
                <a:cxnLst>
                  <a:cxn ang="T8">
                    <a:pos x="T0" y="T1"/>
                  </a:cxn>
                  <a:cxn ang="T9">
                    <a:pos x="T2" y="T3"/>
                  </a:cxn>
                  <a:cxn ang="T10">
                    <a:pos x="T4" y="T5"/>
                  </a:cxn>
                  <a:cxn ang="T11">
                    <a:pos x="T6" y="T7"/>
                  </a:cxn>
                </a:cxnLst>
                <a:rect l="T12" t="T13" r="T14" b="T15"/>
                <a:pathLst>
                  <a:path w="1032" h="187">
                    <a:moveTo>
                      <a:pt x="0" y="187"/>
                    </a:moveTo>
                    <a:cubicBezTo>
                      <a:pt x="110" y="121"/>
                      <a:pt x="219" y="54"/>
                      <a:pt x="352" y="27"/>
                    </a:cubicBezTo>
                    <a:cubicBezTo>
                      <a:pt x="485" y="0"/>
                      <a:pt x="687" y="3"/>
                      <a:pt x="800" y="27"/>
                    </a:cubicBezTo>
                    <a:cubicBezTo>
                      <a:pt x="913" y="51"/>
                      <a:pt x="984" y="141"/>
                      <a:pt x="1032" y="171"/>
                    </a:cubicBezTo>
                  </a:path>
                </a:pathLst>
              </a:custGeom>
              <a:noFill/>
              <a:ln w="19050">
                <a:solidFill>
                  <a:schemeClr val="tx1"/>
                </a:solidFill>
                <a:round/>
                <a:headEnd/>
                <a:tailEnd type="stealth" w="med" len="lg"/>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1534" name="Freeform 73"/>
              <p:cNvSpPr>
                <a:spLocks/>
              </p:cNvSpPr>
              <p:nvPr/>
            </p:nvSpPr>
            <p:spPr bwMode="auto">
              <a:xfrm flipV="1">
                <a:off x="2424" y="757"/>
                <a:ext cx="896" cy="75"/>
              </a:xfrm>
              <a:custGeom>
                <a:avLst/>
                <a:gdLst>
                  <a:gd name="T0" fmla="*/ 0 w 1032"/>
                  <a:gd name="T1" fmla="*/ 30 h 187"/>
                  <a:gd name="T2" fmla="*/ 266 w 1032"/>
                  <a:gd name="T3" fmla="*/ 4 h 187"/>
                  <a:gd name="T4" fmla="*/ 603 w 1032"/>
                  <a:gd name="T5" fmla="*/ 4 h 187"/>
                  <a:gd name="T6" fmla="*/ 778 w 1032"/>
                  <a:gd name="T7" fmla="*/ 28 h 187"/>
                  <a:gd name="T8" fmla="*/ 0 60000 65536"/>
                  <a:gd name="T9" fmla="*/ 0 60000 65536"/>
                  <a:gd name="T10" fmla="*/ 0 60000 65536"/>
                  <a:gd name="T11" fmla="*/ 0 60000 65536"/>
                  <a:gd name="T12" fmla="*/ 0 w 1032"/>
                  <a:gd name="T13" fmla="*/ 0 h 187"/>
                  <a:gd name="T14" fmla="*/ 1032 w 1032"/>
                  <a:gd name="T15" fmla="*/ 187 h 187"/>
                </a:gdLst>
                <a:ahLst/>
                <a:cxnLst>
                  <a:cxn ang="T8">
                    <a:pos x="T0" y="T1"/>
                  </a:cxn>
                  <a:cxn ang="T9">
                    <a:pos x="T2" y="T3"/>
                  </a:cxn>
                  <a:cxn ang="T10">
                    <a:pos x="T4" y="T5"/>
                  </a:cxn>
                  <a:cxn ang="T11">
                    <a:pos x="T6" y="T7"/>
                  </a:cxn>
                </a:cxnLst>
                <a:rect l="T12" t="T13" r="T14" b="T15"/>
                <a:pathLst>
                  <a:path w="1032" h="187">
                    <a:moveTo>
                      <a:pt x="0" y="187"/>
                    </a:moveTo>
                    <a:cubicBezTo>
                      <a:pt x="110" y="121"/>
                      <a:pt x="219" y="54"/>
                      <a:pt x="352" y="27"/>
                    </a:cubicBezTo>
                    <a:cubicBezTo>
                      <a:pt x="485" y="0"/>
                      <a:pt x="687" y="3"/>
                      <a:pt x="800" y="27"/>
                    </a:cubicBezTo>
                    <a:cubicBezTo>
                      <a:pt x="913" y="51"/>
                      <a:pt x="984" y="141"/>
                      <a:pt x="1032" y="171"/>
                    </a:cubicBezTo>
                  </a:path>
                </a:pathLst>
              </a:custGeom>
              <a:noFill/>
              <a:ln w="19050">
                <a:solidFill>
                  <a:schemeClr val="tx1"/>
                </a:solidFill>
                <a:round/>
                <a:headEnd/>
                <a:tailEnd type="stealth" w="med" len="lg"/>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1535" name="Freeform 74"/>
              <p:cNvSpPr>
                <a:spLocks/>
              </p:cNvSpPr>
              <p:nvPr/>
            </p:nvSpPr>
            <p:spPr bwMode="auto">
              <a:xfrm flipV="1">
                <a:off x="2424" y="757"/>
                <a:ext cx="896" cy="243"/>
              </a:xfrm>
              <a:custGeom>
                <a:avLst/>
                <a:gdLst>
                  <a:gd name="T0" fmla="*/ 0 w 1032"/>
                  <a:gd name="T1" fmla="*/ 316 h 187"/>
                  <a:gd name="T2" fmla="*/ 266 w 1032"/>
                  <a:gd name="T3" fmla="*/ 45 h 187"/>
                  <a:gd name="T4" fmla="*/ 603 w 1032"/>
                  <a:gd name="T5" fmla="*/ 45 h 187"/>
                  <a:gd name="T6" fmla="*/ 778 w 1032"/>
                  <a:gd name="T7" fmla="*/ 288 h 187"/>
                  <a:gd name="T8" fmla="*/ 0 60000 65536"/>
                  <a:gd name="T9" fmla="*/ 0 60000 65536"/>
                  <a:gd name="T10" fmla="*/ 0 60000 65536"/>
                  <a:gd name="T11" fmla="*/ 0 60000 65536"/>
                  <a:gd name="T12" fmla="*/ 0 w 1032"/>
                  <a:gd name="T13" fmla="*/ 0 h 187"/>
                  <a:gd name="T14" fmla="*/ 1032 w 1032"/>
                  <a:gd name="T15" fmla="*/ 187 h 187"/>
                </a:gdLst>
                <a:ahLst/>
                <a:cxnLst>
                  <a:cxn ang="T8">
                    <a:pos x="T0" y="T1"/>
                  </a:cxn>
                  <a:cxn ang="T9">
                    <a:pos x="T2" y="T3"/>
                  </a:cxn>
                  <a:cxn ang="T10">
                    <a:pos x="T4" y="T5"/>
                  </a:cxn>
                  <a:cxn ang="T11">
                    <a:pos x="T6" y="T7"/>
                  </a:cxn>
                </a:cxnLst>
                <a:rect l="T12" t="T13" r="T14" b="T15"/>
                <a:pathLst>
                  <a:path w="1032" h="187">
                    <a:moveTo>
                      <a:pt x="0" y="187"/>
                    </a:moveTo>
                    <a:cubicBezTo>
                      <a:pt x="110" y="121"/>
                      <a:pt x="219" y="54"/>
                      <a:pt x="352" y="27"/>
                    </a:cubicBezTo>
                    <a:cubicBezTo>
                      <a:pt x="485" y="0"/>
                      <a:pt x="687" y="3"/>
                      <a:pt x="800" y="27"/>
                    </a:cubicBezTo>
                    <a:cubicBezTo>
                      <a:pt x="913" y="51"/>
                      <a:pt x="984" y="141"/>
                      <a:pt x="1032" y="171"/>
                    </a:cubicBezTo>
                  </a:path>
                </a:pathLst>
              </a:custGeom>
              <a:noFill/>
              <a:ln w="19050">
                <a:solidFill>
                  <a:schemeClr val="tx1"/>
                </a:solidFill>
                <a:round/>
                <a:headEnd/>
                <a:tailEnd type="stealth" w="med" len="lg"/>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nvGrpSpPr>
          <p:cNvPr id="61464" name="Group 75"/>
          <p:cNvGrpSpPr>
            <a:grpSpLocks/>
          </p:cNvGrpSpPr>
          <p:nvPr/>
        </p:nvGrpSpPr>
        <p:grpSpPr bwMode="auto">
          <a:xfrm>
            <a:off x="6248400" y="4535488"/>
            <a:ext cx="1543050" cy="392112"/>
            <a:chOff x="2424" y="641"/>
            <a:chExt cx="972" cy="247"/>
          </a:xfrm>
        </p:grpSpPr>
        <p:sp>
          <p:nvSpPr>
            <p:cNvPr id="61524" name="Oval 76"/>
            <p:cNvSpPr>
              <a:spLocks noChangeArrowheads="1"/>
            </p:cNvSpPr>
            <p:nvPr/>
          </p:nvSpPr>
          <p:spPr bwMode="auto">
            <a:xfrm>
              <a:off x="3324" y="728"/>
              <a:ext cx="72" cy="72"/>
            </a:xfrm>
            <a:prstGeom prst="ellipse">
              <a:avLst/>
            </a:prstGeom>
            <a:solidFill>
              <a:schemeClr val="tx1"/>
            </a:solidFill>
            <a:ln w="38100">
              <a:solidFill>
                <a:schemeClr val="tx1"/>
              </a:solidFill>
              <a:round/>
              <a:headEnd/>
              <a:tailEnd type="none" w="med" len="lg"/>
            </a:ln>
          </p:spPr>
          <p:txBody>
            <a:bodyPr wrap="none" anchor="ct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endParaRPr lang="en-US" altLang="en-US"/>
            </a:p>
          </p:txBody>
        </p:sp>
        <p:grpSp>
          <p:nvGrpSpPr>
            <p:cNvPr id="61525" name="Group 77"/>
            <p:cNvGrpSpPr>
              <a:grpSpLocks/>
            </p:cNvGrpSpPr>
            <p:nvPr/>
          </p:nvGrpSpPr>
          <p:grpSpPr bwMode="auto">
            <a:xfrm>
              <a:off x="2424" y="641"/>
              <a:ext cx="912" cy="247"/>
              <a:chOff x="2424" y="501"/>
              <a:chExt cx="912" cy="499"/>
            </a:xfrm>
          </p:grpSpPr>
          <p:sp>
            <p:nvSpPr>
              <p:cNvPr id="61526" name="Freeform 78"/>
              <p:cNvSpPr>
                <a:spLocks/>
              </p:cNvSpPr>
              <p:nvPr/>
            </p:nvSpPr>
            <p:spPr bwMode="auto">
              <a:xfrm>
                <a:off x="2424" y="645"/>
                <a:ext cx="896" cy="107"/>
              </a:xfrm>
              <a:custGeom>
                <a:avLst/>
                <a:gdLst>
                  <a:gd name="T0" fmla="*/ 0 w 1032"/>
                  <a:gd name="T1" fmla="*/ 61 h 187"/>
                  <a:gd name="T2" fmla="*/ 266 w 1032"/>
                  <a:gd name="T3" fmla="*/ 9 h 187"/>
                  <a:gd name="T4" fmla="*/ 603 w 1032"/>
                  <a:gd name="T5" fmla="*/ 9 h 187"/>
                  <a:gd name="T6" fmla="*/ 778 w 1032"/>
                  <a:gd name="T7" fmla="*/ 56 h 187"/>
                  <a:gd name="T8" fmla="*/ 0 60000 65536"/>
                  <a:gd name="T9" fmla="*/ 0 60000 65536"/>
                  <a:gd name="T10" fmla="*/ 0 60000 65536"/>
                  <a:gd name="T11" fmla="*/ 0 60000 65536"/>
                  <a:gd name="T12" fmla="*/ 0 w 1032"/>
                  <a:gd name="T13" fmla="*/ 0 h 187"/>
                  <a:gd name="T14" fmla="*/ 1032 w 1032"/>
                  <a:gd name="T15" fmla="*/ 187 h 187"/>
                </a:gdLst>
                <a:ahLst/>
                <a:cxnLst>
                  <a:cxn ang="T8">
                    <a:pos x="T0" y="T1"/>
                  </a:cxn>
                  <a:cxn ang="T9">
                    <a:pos x="T2" y="T3"/>
                  </a:cxn>
                  <a:cxn ang="T10">
                    <a:pos x="T4" y="T5"/>
                  </a:cxn>
                  <a:cxn ang="T11">
                    <a:pos x="T6" y="T7"/>
                  </a:cxn>
                </a:cxnLst>
                <a:rect l="T12" t="T13" r="T14" b="T15"/>
                <a:pathLst>
                  <a:path w="1032" h="187">
                    <a:moveTo>
                      <a:pt x="0" y="187"/>
                    </a:moveTo>
                    <a:cubicBezTo>
                      <a:pt x="110" y="121"/>
                      <a:pt x="219" y="54"/>
                      <a:pt x="352" y="27"/>
                    </a:cubicBezTo>
                    <a:cubicBezTo>
                      <a:pt x="485" y="0"/>
                      <a:pt x="687" y="3"/>
                      <a:pt x="800" y="27"/>
                    </a:cubicBezTo>
                    <a:cubicBezTo>
                      <a:pt x="913" y="51"/>
                      <a:pt x="984" y="141"/>
                      <a:pt x="1032" y="171"/>
                    </a:cubicBezTo>
                  </a:path>
                </a:pathLst>
              </a:custGeom>
              <a:noFill/>
              <a:ln w="19050">
                <a:solidFill>
                  <a:schemeClr val="tx1"/>
                </a:solidFill>
                <a:round/>
                <a:headEnd/>
                <a:tailEnd type="stealth" w="med" len="lg"/>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1527" name="Freeform 79"/>
              <p:cNvSpPr>
                <a:spLocks/>
              </p:cNvSpPr>
              <p:nvPr/>
            </p:nvSpPr>
            <p:spPr bwMode="auto">
              <a:xfrm>
                <a:off x="2440" y="501"/>
                <a:ext cx="896" cy="243"/>
              </a:xfrm>
              <a:custGeom>
                <a:avLst/>
                <a:gdLst>
                  <a:gd name="T0" fmla="*/ 0 w 1032"/>
                  <a:gd name="T1" fmla="*/ 316 h 187"/>
                  <a:gd name="T2" fmla="*/ 266 w 1032"/>
                  <a:gd name="T3" fmla="*/ 45 h 187"/>
                  <a:gd name="T4" fmla="*/ 603 w 1032"/>
                  <a:gd name="T5" fmla="*/ 45 h 187"/>
                  <a:gd name="T6" fmla="*/ 778 w 1032"/>
                  <a:gd name="T7" fmla="*/ 288 h 187"/>
                  <a:gd name="T8" fmla="*/ 0 60000 65536"/>
                  <a:gd name="T9" fmla="*/ 0 60000 65536"/>
                  <a:gd name="T10" fmla="*/ 0 60000 65536"/>
                  <a:gd name="T11" fmla="*/ 0 60000 65536"/>
                  <a:gd name="T12" fmla="*/ 0 w 1032"/>
                  <a:gd name="T13" fmla="*/ 0 h 187"/>
                  <a:gd name="T14" fmla="*/ 1032 w 1032"/>
                  <a:gd name="T15" fmla="*/ 187 h 187"/>
                </a:gdLst>
                <a:ahLst/>
                <a:cxnLst>
                  <a:cxn ang="T8">
                    <a:pos x="T0" y="T1"/>
                  </a:cxn>
                  <a:cxn ang="T9">
                    <a:pos x="T2" y="T3"/>
                  </a:cxn>
                  <a:cxn ang="T10">
                    <a:pos x="T4" y="T5"/>
                  </a:cxn>
                  <a:cxn ang="T11">
                    <a:pos x="T6" y="T7"/>
                  </a:cxn>
                </a:cxnLst>
                <a:rect l="T12" t="T13" r="T14" b="T15"/>
                <a:pathLst>
                  <a:path w="1032" h="187">
                    <a:moveTo>
                      <a:pt x="0" y="187"/>
                    </a:moveTo>
                    <a:cubicBezTo>
                      <a:pt x="110" y="121"/>
                      <a:pt x="219" y="54"/>
                      <a:pt x="352" y="27"/>
                    </a:cubicBezTo>
                    <a:cubicBezTo>
                      <a:pt x="485" y="0"/>
                      <a:pt x="687" y="3"/>
                      <a:pt x="800" y="27"/>
                    </a:cubicBezTo>
                    <a:cubicBezTo>
                      <a:pt x="913" y="51"/>
                      <a:pt x="984" y="141"/>
                      <a:pt x="1032" y="171"/>
                    </a:cubicBezTo>
                  </a:path>
                </a:pathLst>
              </a:custGeom>
              <a:noFill/>
              <a:ln w="19050">
                <a:solidFill>
                  <a:schemeClr val="tx1"/>
                </a:solidFill>
                <a:round/>
                <a:headEnd/>
                <a:tailEnd type="stealth" w="med" len="lg"/>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1528" name="Freeform 80"/>
              <p:cNvSpPr>
                <a:spLocks/>
              </p:cNvSpPr>
              <p:nvPr/>
            </p:nvSpPr>
            <p:spPr bwMode="auto">
              <a:xfrm flipV="1">
                <a:off x="2424" y="757"/>
                <a:ext cx="896" cy="75"/>
              </a:xfrm>
              <a:custGeom>
                <a:avLst/>
                <a:gdLst>
                  <a:gd name="T0" fmla="*/ 0 w 1032"/>
                  <a:gd name="T1" fmla="*/ 30 h 187"/>
                  <a:gd name="T2" fmla="*/ 266 w 1032"/>
                  <a:gd name="T3" fmla="*/ 4 h 187"/>
                  <a:gd name="T4" fmla="*/ 603 w 1032"/>
                  <a:gd name="T5" fmla="*/ 4 h 187"/>
                  <a:gd name="T6" fmla="*/ 778 w 1032"/>
                  <a:gd name="T7" fmla="*/ 28 h 187"/>
                  <a:gd name="T8" fmla="*/ 0 60000 65536"/>
                  <a:gd name="T9" fmla="*/ 0 60000 65536"/>
                  <a:gd name="T10" fmla="*/ 0 60000 65536"/>
                  <a:gd name="T11" fmla="*/ 0 60000 65536"/>
                  <a:gd name="T12" fmla="*/ 0 w 1032"/>
                  <a:gd name="T13" fmla="*/ 0 h 187"/>
                  <a:gd name="T14" fmla="*/ 1032 w 1032"/>
                  <a:gd name="T15" fmla="*/ 187 h 187"/>
                </a:gdLst>
                <a:ahLst/>
                <a:cxnLst>
                  <a:cxn ang="T8">
                    <a:pos x="T0" y="T1"/>
                  </a:cxn>
                  <a:cxn ang="T9">
                    <a:pos x="T2" y="T3"/>
                  </a:cxn>
                  <a:cxn ang="T10">
                    <a:pos x="T4" y="T5"/>
                  </a:cxn>
                  <a:cxn ang="T11">
                    <a:pos x="T6" y="T7"/>
                  </a:cxn>
                </a:cxnLst>
                <a:rect l="T12" t="T13" r="T14" b="T15"/>
                <a:pathLst>
                  <a:path w="1032" h="187">
                    <a:moveTo>
                      <a:pt x="0" y="187"/>
                    </a:moveTo>
                    <a:cubicBezTo>
                      <a:pt x="110" y="121"/>
                      <a:pt x="219" y="54"/>
                      <a:pt x="352" y="27"/>
                    </a:cubicBezTo>
                    <a:cubicBezTo>
                      <a:pt x="485" y="0"/>
                      <a:pt x="687" y="3"/>
                      <a:pt x="800" y="27"/>
                    </a:cubicBezTo>
                    <a:cubicBezTo>
                      <a:pt x="913" y="51"/>
                      <a:pt x="984" y="141"/>
                      <a:pt x="1032" y="171"/>
                    </a:cubicBezTo>
                  </a:path>
                </a:pathLst>
              </a:custGeom>
              <a:noFill/>
              <a:ln w="19050">
                <a:solidFill>
                  <a:schemeClr val="tx1"/>
                </a:solidFill>
                <a:round/>
                <a:headEnd/>
                <a:tailEnd type="stealth" w="med" len="lg"/>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1529" name="Freeform 81"/>
              <p:cNvSpPr>
                <a:spLocks/>
              </p:cNvSpPr>
              <p:nvPr/>
            </p:nvSpPr>
            <p:spPr bwMode="auto">
              <a:xfrm flipV="1">
                <a:off x="2424" y="757"/>
                <a:ext cx="896" cy="243"/>
              </a:xfrm>
              <a:custGeom>
                <a:avLst/>
                <a:gdLst>
                  <a:gd name="T0" fmla="*/ 0 w 1032"/>
                  <a:gd name="T1" fmla="*/ 316 h 187"/>
                  <a:gd name="T2" fmla="*/ 266 w 1032"/>
                  <a:gd name="T3" fmla="*/ 45 h 187"/>
                  <a:gd name="T4" fmla="*/ 603 w 1032"/>
                  <a:gd name="T5" fmla="*/ 45 h 187"/>
                  <a:gd name="T6" fmla="*/ 778 w 1032"/>
                  <a:gd name="T7" fmla="*/ 288 h 187"/>
                  <a:gd name="T8" fmla="*/ 0 60000 65536"/>
                  <a:gd name="T9" fmla="*/ 0 60000 65536"/>
                  <a:gd name="T10" fmla="*/ 0 60000 65536"/>
                  <a:gd name="T11" fmla="*/ 0 60000 65536"/>
                  <a:gd name="T12" fmla="*/ 0 w 1032"/>
                  <a:gd name="T13" fmla="*/ 0 h 187"/>
                  <a:gd name="T14" fmla="*/ 1032 w 1032"/>
                  <a:gd name="T15" fmla="*/ 187 h 187"/>
                </a:gdLst>
                <a:ahLst/>
                <a:cxnLst>
                  <a:cxn ang="T8">
                    <a:pos x="T0" y="T1"/>
                  </a:cxn>
                  <a:cxn ang="T9">
                    <a:pos x="T2" y="T3"/>
                  </a:cxn>
                  <a:cxn ang="T10">
                    <a:pos x="T4" y="T5"/>
                  </a:cxn>
                  <a:cxn ang="T11">
                    <a:pos x="T6" y="T7"/>
                  </a:cxn>
                </a:cxnLst>
                <a:rect l="T12" t="T13" r="T14" b="T15"/>
                <a:pathLst>
                  <a:path w="1032" h="187">
                    <a:moveTo>
                      <a:pt x="0" y="187"/>
                    </a:moveTo>
                    <a:cubicBezTo>
                      <a:pt x="110" y="121"/>
                      <a:pt x="219" y="54"/>
                      <a:pt x="352" y="27"/>
                    </a:cubicBezTo>
                    <a:cubicBezTo>
                      <a:pt x="485" y="0"/>
                      <a:pt x="687" y="3"/>
                      <a:pt x="800" y="27"/>
                    </a:cubicBezTo>
                    <a:cubicBezTo>
                      <a:pt x="913" y="51"/>
                      <a:pt x="984" y="141"/>
                      <a:pt x="1032" y="171"/>
                    </a:cubicBezTo>
                  </a:path>
                </a:pathLst>
              </a:custGeom>
              <a:noFill/>
              <a:ln w="19050">
                <a:solidFill>
                  <a:schemeClr val="tx1"/>
                </a:solidFill>
                <a:round/>
                <a:headEnd/>
                <a:tailEnd type="stealth" w="med" len="lg"/>
              </a:ln>
              <a:extLst>
                <a:ext uri="{909E8E84-426E-40DD-AFC4-6F175D3DCCD1}">
                  <a14:hiddenFill xmlns:a14="http://schemas.microsoft.com/office/drawing/2010/main">
                    <a:solidFill>
                      <a:srgbClr val="FFFFFF"/>
                    </a:solidFill>
                  </a14:hiddenFill>
                </a:ext>
              </a:extLst>
            </p:spPr>
            <p:txBody>
              <a:bodyPr/>
              <a:lstStyle/>
              <a:p>
                <a:endParaRPr lang="en-US"/>
              </a:p>
            </p:txBody>
          </p:sp>
        </p:grpSp>
      </p:grpSp>
      <mc:AlternateContent xmlns:mc="http://schemas.openxmlformats.org/markup-compatibility/2006" xmlns:a14="http://schemas.microsoft.com/office/drawing/2010/main">
        <mc:Choice Requires="a14">
          <p:sp>
            <p:nvSpPr>
              <p:cNvPr id="61465" name="Object 82"/>
              <p:cNvSpPr txBox="1"/>
              <p:nvPr/>
            </p:nvSpPr>
            <p:spPr bwMode="auto">
              <a:xfrm>
                <a:off x="3365501" y="2333625"/>
                <a:ext cx="239713" cy="558800"/>
              </a:xfrm>
              <a:prstGeom prst="rect">
                <a:avLst/>
              </a:prstGeom>
              <a:noFill/>
              <a:ln>
                <a:noFill/>
              </a:ln>
              <a:effectLst/>
            </p:spPr>
            <p:txBody>
              <a:bodyPr>
                <a:normAutofit/>
              </a:bodyPr>
              <a:lstStyle/>
              <a:p>
                <a:pPr/>
                <a14:m>
                  <m:oMathPara xmlns:m="http://schemas.openxmlformats.org/officeDocument/2006/math">
                    <m:oMathParaPr>
                      <m:jc m:val="left"/>
                    </m:oMathParaPr>
                    <m:oMath>
                      <m:r>
                        <a:rPr lang="en-US" i="1">
                          <a:latin typeface="Cambria Math" panose="02040503050406030204" pitchFamily="18" charset="0"/>
                        </a:rPr>
                        <m:t>⋮</m:t>
                      </m:r>
                    </m:oMath>
                  </m:oMathPara>
                </a14:m>
                <a:endParaRPr lang="en-US"/>
              </a:p>
            </p:txBody>
          </p:sp>
        </mc:Choice>
        <mc:Fallback xmlns="">
          <p:sp>
            <p:nvSpPr>
              <p:cNvPr id="61465" name="Object 82"/>
              <p:cNvSpPr txBox="1">
                <a:spLocks noRot="1" noChangeAspect="1" noMove="1" noResize="1" noEditPoints="1" noAdjustHandles="1" noChangeArrowheads="1" noChangeShapeType="1" noTextEdit="1"/>
              </p:cNvSpPr>
              <p:nvPr/>
            </p:nvSpPr>
            <p:spPr bwMode="auto">
              <a:xfrm>
                <a:off x="3365501" y="2333625"/>
                <a:ext cx="239713" cy="558800"/>
              </a:xfrm>
              <a:prstGeom prst="rect">
                <a:avLst/>
              </a:prstGeom>
              <a:blipFill>
                <a:blip r:embed="rId6"/>
                <a:stretch>
                  <a:fillRect/>
                </a:stretch>
              </a:blipFill>
              <a:ln>
                <a:noFill/>
              </a:ln>
              <a:effectLst/>
            </p:spPr>
            <p:txBody>
              <a:bodyPr/>
              <a:lstStyle/>
              <a:p>
                <a:r>
                  <a:rPr lang="en-US">
                    <a:noFill/>
                  </a:rPr>
                  <a:t> </a:t>
                </a:r>
              </a:p>
            </p:txBody>
          </p:sp>
        </mc:Fallback>
      </mc:AlternateContent>
      <p:sp>
        <p:nvSpPr>
          <p:cNvPr id="61466" name="Rectangle 83"/>
          <p:cNvSpPr>
            <a:spLocks noChangeArrowheads="1"/>
          </p:cNvSpPr>
          <p:nvPr/>
        </p:nvSpPr>
        <p:spPr bwMode="auto">
          <a:xfrm>
            <a:off x="3086100" y="2978150"/>
            <a:ext cx="787400" cy="355600"/>
          </a:xfrm>
          <a:prstGeom prst="rect">
            <a:avLst/>
          </a:prstGeom>
          <a:noFill/>
          <a:ln w="19050">
            <a:solidFill>
              <a:schemeClr val="tx1"/>
            </a:solidFill>
            <a:miter lim="800000"/>
            <a:headEnd/>
            <a:tailEnd type="none" w="med" len="lg"/>
          </a:ln>
          <a:extLst>
            <a:ext uri="{909E8E84-426E-40DD-AFC4-6F175D3DCCD1}">
              <a14:hiddenFill xmlns:a14="http://schemas.microsoft.com/office/drawing/2010/main">
                <a:solidFill>
                  <a:srgbClr val="FFFFFF"/>
                </a:solidFill>
              </a14:hiddenFill>
            </a:ext>
          </a:extLst>
        </p:spPr>
        <p:txBody>
          <a:bodyPr wrap="none" anchor="ct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endParaRPr lang="en-US" altLang="en-US"/>
          </a:p>
        </p:txBody>
      </p:sp>
      <p:sp>
        <p:nvSpPr>
          <p:cNvPr id="61467" name="Text Box 84"/>
          <p:cNvSpPr txBox="1">
            <a:spLocks noChangeArrowheads="1"/>
          </p:cNvSpPr>
          <p:nvPr/>
        </p:nvSpPr>
        <p:spPr bwMode="auto">
          <a:xfrm>
            <a:off x="3082926" y="2978151"/>
            <a:ext cx="50847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type="none" w="med" len="lg"/>
              </a14:hiddenLine>
            </a:ext>
          </a:extLst>
        </p:spPr>
        <p:txBody>
          <a:bodyPr wrap="none">
            <a:spAutoFit/>
          </a:bodyP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pPr algn="l" eaLnBrk="1" hangingPunct="1"/>
            <a:r>
              <a:rPr lang="en-US" altLang="en-US" i="0">
                <a:cs typeface="Arial" panose="020B0604020202020204" pitchFamily="34" charset="0"/>
              </a:rPr>
              <a:t>O-,0</a:t>
            </a:r>
          </a:p>
        </p:txBody>
      </p:sp>
      <p:sp>
        <p:nvSpPr>
          <p:cNvPr id="61468" name="Rectangle 85"/>
          <p:cNvSpPr>
            <a:spLocks noChangeArrowheads="1"/>
          </p:cNvSpPr>
          <p:nvPr/>
        </p:nvSpPr>
        <p:spPr bwMode="auto">
          <a:xfrm>
            <a:off x="3086100" y="3498850"/>
            <a:ext cx="787400" cy="355600"/>
          </a:xfrm>
          <a:prstGeom prst="rect">
            <a:avLst/>
          </a:prstGeom>
          <a:noFill/>
          <a:ln w="19050">
            <a:solidFill>
              <a:schemeClr val="tx1"/>
            </a:solidFill>
            <a:miter lim="800000"/>
            <a:headEnd/>
            <a:tailEnd type="none" w="med" len="lg"/>
          </a:ln>
          <a:extLst>
            <a:ext uri="{909E8E84-426E-40DD-AFC4-6F175D3DCCD1}">
              <a14:hiddenFill xmlns:a14="http://schemas.microsoft.com/office/drawing/2010/main">
                <a:solidFill>
                  <a:srgbClr val="FFFFFF"/>
                </a:solidFill>
              </a14:hiddenFill>
            </a:ext>
          </a:extLst>
        </p:spPr>
        <p:txBody>
          <a:bodyPr wrap="none" anchor="ct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endParaRPr lang="en-US" altLang="en-US"/>
          </a:p>
        </p:txBody>
      </p:sp>
      <p:sp>
        <p:nvSpPr>
          <p:cNvPr id="61469" name="Text Box 86"/>
          <p:cNvSpPr txBox="1">
            <a:spLocks noChangeArrowheads="1"/>
          </p:cNvSpPr>
          <p:nvPr/>
        </p:nvSpPr>
        <p:spPr bwMode="auto">
          <a:xfrm>
            <a:off x="3089276" y="3498851"/>
            <a:ext cx="50847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type="none" w="med" len="lg"/>
              </a14:hiddenLine>
            </a:ext>
          </a:extLst>
        </p:spPr>
        <p:txBody>
          <a:bodyPr wrap="none">
            <a:spAutoFit/>
          </a:bodyP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pPr algn="l" eaLnBrk="1" hangingPunct="1"/>
            <a:r>
              <a:rPr lang="en-US" altLang="en-US" i="0">
                <a:cs typeface="Arial" panose="020B0604020202020204" pitchFamily="34" charset="0"/>
              </a:rPr>
              <a:t>O-,1</a:t>
            </a:r>
          </a:p>
        </p:txBody>
      </p:sp>
      <p:sp>
        <p:nvSpPr>
          <p:cNvPr id="61470" name="Rectangle 87"/>
          <p:cNvSpPr>
            <a:spLocks noChangeArrowheads="1"/>
          </p:cNvSpPr>
          <p:nvPr/>
        </p:nvSpPr>
        <p:spPr bwMode="auto">
          <a:xfrm>
            <a:off x="3086100" y="4032250"/>
            <a:ext cx="787400" cy="355600"/>
          </a:xfrm>
          <a:prstGeom prst="rect">
            <a:avLst/>
          </a:prstGeom>
          <a:noFill/>
          <a:ln w="19050">
            <a:solidFill>
              <a:schemeClr val="tx1"/>
            </a:solidFill>
            <a:miter lim="800000"/>
            <a:headEnd/>
            <a:tailEnd type="none" w="med" len="lg"/>
          </a:ln>
          <a:extLst>
            <a:ext uri="{909E8E84-426E-40DD-AFC4-6F175D3DCCD1}">
              <a14:hiddenFill xmlns:a14="http://schemas.microsoft.com/office/drawing/2010/main">
                <a:solidFill>
                  <a:srgbClr val="FFFFFF"/>
                </a:solidFill>
              </a14:hiddenFill>
            </a:ext>
          </a:extLst>
        </p:spPr>
        <p:txBody>
          <a:bodyPr wrap="none" anchor="ct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endParaRPr lang="en-US" altLang="en-US"/>
          </a:p>
        </p:txBody>
      </p:sp>
      <p:sp>
        <p:nvSpPr>
          <p:cNvPr id="61471" name="Text Box 88"/>
          <p:cNvSpPr txBox="1">
            <a:spLocks noChangeArrowheads="1"/>
          </p:cNvSpPr>
          <p:nvPr/>
        </p:nvSpPr>
        <p:spPr bwMode="auto">
          <a:xfrm>
            <a:off x="3082926" y="4032251"/>
            <a:ext cx="50847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type="none" w="med" len="lg"/>
              </a14:hiddenLine>
            </a:ext>
          </a:extLst>
        </p:spPr>
        <p:txBody>
          <a:bodyPr wrap="none">
            <a:spAutoFit/>
          </a:bodyP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pPr algn="l" eaLnBrk="1" hangingPunct="1"/>
            <a:r>
              <a:rPr lang="en-US" altLang="en-US" i="0">
                <a:cs typeface="Arial" panose="020B0604020202020204" pitchFamily="34" charset="0"/>
              </a:rPr>
              <a:t>O-,2</a:t>
            </a:r>
          </a:p>
        </p:txBody>
      </p:sp>
      <p:grpSp>
        <p:nvGrpSpPr>
          <p:cNvPr id="61472" name="Group 89"/>
          <p:cNvGrpSpPr>
            <a:grpSpLocks/>
          </p:cNvGrpSpPr>
          <p:nvPr/>
        </p:nvGrpSpPr>
        <p:grpSpPr bwMode="auto">
          <a:xfrm>
            <a:off x="5451474" y="857250"/>
            <a:ext cx="796925" cy="1930400"/>
            <a:chOff x="1922" y="652"/>
            <a:chExt cx="502" cy="1216"/>
          </a:xfrm>
        </p:grpSpPr>
        <p:sp>
          <p:nvSpPr>
            <p:cNvPr id="61515" name="Rectangle 90"/>
            <p:cNvSpPr>
              <a:spLocks noChangeArrowheads="1"/>
            </p:cNvSpPr>
            <p:nvPr/>
          </p:nvSpPr>
          <p:spPr bwMode="auto">
            <a:xfrm>
              <a:off x="1928" y="652"/>
              <a:ext cx="496" cy="224"/>
            </a:xfrm>
            <a:prstGeom prst="rect">
              <a:avLst/>
            </a:prstGeom>
            <a:noFill/>
            <a:ln w="19050">
              <a:solidFill>
                <a:schemeClr val="tx1"/>
              </a:solidFill>
              <a:miter lim="800000"/>
              <a:headEnd/>
              <a:tailEnd type="none" w="med" len="lg"/>
            </a:ln>
            <a:extLst>
              <a:ext uri="{909E8E84-426E-40DD-AFC4-6F175D3DCCD1}">
                <a14:hiddenFill xmlns:a14="http://schemas.microsoft.com/office/drawing/2010/main">
                  <a:solidFill>
                    <a:srgbClr val="FFFFFF"/>
                  </a:solidFill>
                </a14:hiddenFill>
              </a:ext>
            </a:extLst>
          </p:spPr>
          <p:txBody>
            <a:bodyPr wrap="none" anchor="ct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endParaRPr lang="en-US" altLang="en-US"/>
            </a:p>
          </p:txBody>
        </p:sp>
        <p:sp>
          <p:nvSpPr>
            <p:cNvPr id="61516" name="Text Box 91"/>
            <p:cNvSpPr txBox="1">
              <a:spLocks noChangeArrowheads="1"/>
            </p:cNvSpPr>
            <p:nvPr/>
          </p:nvSpPr>
          <p:spPr bwMode="auto">
            <a:xfrm>
              <a:off x="1926" y="652"/>
              <a:ext cx="422"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type="none" w="med" len="lg"/>
                </a14:hiddenLine>
              </a:ext>
            </a:extLst>
          </p:spPr>
          <p:txBody>
            <a:bodyPr wrap="none">
              <a:spAutoFit/>
            </a:bodyP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pPr algn="l" eaLnBrk="1" hangingPunct="1"/>
              <a:r>
                <a:rPr lang="en-US" altLang="en-US" i="0">
                  <a:cs typeface="Arial" panose="020B0604020202020204" pitchFamily="34" charset="0"/>
                </a:rPr>
                <a:t>AB+,0</a:t>
              </a:r>
            </a:p>
          </p:txBody>
        </p:sp>
        <p:sp>
          <p:nvSpPr>
            <p:cNvPr id="61517" name="Rectangle 92"/>
            <p:cNvSpPr>
              <a:spLocks noChangeArrowheads="1"/>
            </p:cNvSpPr>
            <p:nvPr/>
          </p:nvSpPr>
          <p:spPr bwMode="auto">
            <a:xfrm>
              <a:off x="1928" y="980"/>
              <a:ext cx="496" cy="224"/>
            </a:xfrm>
            <a:prstGeom prst="rect">
              <a:avLst/>
            </a:prstGeom>
            <a:noFill/>
            <a:ln w="19050">
              <a:solidFill>
                <a:schemeClr val="tx1"/>
              </a:solidFill>
              <a:miter lim="800000"/>
              <a:headEnd/>
              <a:tailEnd type="none" w="med" len="lg"/>
            </a:ln>
            <a:extLst>
              <a:ext uri="{909E8E84-426E-40DD-AFC4-6F175D3DCCD1}">
                <a14:hiddenFill xmlns:a14="http://schemas.microsoft.com/office/drawing/2010/main">
                  <a:solidFill>
                    <a:srgbClr val="FFFFFF"/>
                  </a:solidFill>
                </a14:hiddenFill>
              </a:ext>
            </a:extLst>
          </p:spPr>
          <p:txBody>
            <a:bodyPr wrap="none" anchor="ct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endParaRPr lang="en-US" altLang="en-US"/>
            </a:p>
          </p:txBody>
        </p:sp>
        <p:sp>
          <p:nvSpPr>
            <p:cNvPr id="61518" name="Text Box 93"/>
            <p:cNvSpPr txBox="1">
              <a:spLocks noChangeArrowheads="1"/>
            </p:cNvSpPr>
            <p:nvPr/>
          </p:nvSpPr>
          <p:spPr bwMode="auto">
            <a:xfrm>
              <a:off x="1930" y="980"/>
              <a:ext cx="422"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type="none" w="med" len="lg"/>
                </a14:hiddenLine>
              </a:ext>
            </a:extLst>
          </p:spPr>
          <p:txBody>
            <a:bodyPr wrap="none">
              <a:spAutoFit/>
            </a:bodyP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pPr algn="l" eaLnBrk="1" hangingPunct="1"/>
              <a:r>
                <a:rPr lang="en-US" altLang="en-US" i="0">
                  <a:cs typeface="Arial" panose="020B0604020202020204" pitchFamily="34" charset="0"/>
                </a:rPr>
                <a:t>AB+,1</a:t>
              </a:r>
            </a:p>
          </p:txBody>
        </p:sp>
        <p:sp>
          <p:nvSpPr>
            <p:cNvPr id="61519" name="Rectangle 94"/>
            <p:cNvSpPr>
              <a:spLocks noChangeArrowheads="1"/>
            </p:cNvSpPr>
            <p:nvPr/>
          </p:nvSpPr>
          <p:spPr bwMode="auto">
            <a:xfrm>
              <a:off x="1928" y="1316"/>
              <a:ext cx="496" cy="224"/>
            </a:xfrm>
            <a:prstGeom prst="rect">
              <a:avLst/>
            </a:prstGeom>
            <a:noFill/>
            <a:ln w="19050">
              <a:solidFill>
                <a:schemeClr val="tx1"/>
              </a:solidFill>
              <a:miter lim="800000"/>
              <a:headEnd/>
              <a:tailEnd type="none" w="med" len="lg"/>
            </a:ln>
            <a:extLst>
              <a:ext uri="{909E8E84-426E-40DD-AFC4-6F175D3DCCD1}">
                <a14:hiddenFill xmlns:a14="http://schemas.microsoft.com/office/drawing/2010/main">
                  <a:solidFill>
                    <a:srgbClr val="FFFFFF"/>
                  </a:solidFill>
                </a14:hiddenFill>
              </a:ext>
            </a:extLst>
          </p:spPr>
          <p:txBody>
            <a:bodyPr wrap="none" anchor="ct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endParaRPr lang="en-US" altLang="en-US"/>
            </a:p>
          </p:txBody>
        </p:sp>
        <p:sp>
          <p:nvSpPr>
            <p:cNvPr id="61520" name="Text Box 95"/>
            <p:cNvSpPr txBox="1">
              <a:spLocks noChangeArrowheads="1"/>
            </p:cNvSpPr>
            <p:nvPr/>
          </p:nvSpPr>
          <p:spPr bwMode="auto">
            <a:xfrm>
              <a:off x="1926" y="1316"/>
              <a:ext cx="422"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type="none" w="med" len="lg"/>
                </a14:hiddenLine>
              </a:ext>
            </a:extLst>
          </p:spPr>
          <p:txBody>
            <a:bodyPr wrap="none">
              <a:spAutoFit/>
            </a:bodyP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pPr algn="l" eaLnBrk="1" hangingPunct="1"/>
              <a:r>
                <a:rPr lang="en-US" altLang="en-US" i="0">
                  <a:cs typeface="Arial" panose="020B0604020202020204" pitchFamily="34" charset="0"/>
                </a:rPr>
                <a:t>AB+,2</a:t>
              </a:r>
            </a:p>
          </p:txBody>
        </p:sp>
        <p:grpSp>
          <p:nvGrpSpPr>
            <p:cNvPr id="61521" name="Group 96"/>
            <p:cNvGrpSpPr>
              <a:grpSpLocks/>
            </p:cNvGrpSpPr>
            <p:nvPr/>
          </p:nvGrpSpPr>
          <p:grpSpPr bwMode="auto">
            <a:xfrm>
              <a:off x="1922" y="1644"/>
              <a:ext cx="498" cy="224"/>
              <a:chOff x="1934" y="1660"/>
              <a:chExt cx="498" cy="224"/>
            </a:xfrm>
          </p:grpSpPr>
          <p:sp>
            <p:nvSpPr>
              <p:cNvPr id="61522" name="Rectangle 97"/>
              <p:cNvSpPr>
                <a:spLocks noChangeArrowheads="1"/>
              </p:cNvSpPr>
              <p:nvPr/>
            </p:nvSpPr>
            <p:spPr bwMode="auto">
              <a:xfrm>
                <a:off x="1936" y="1660"/>
                <a:ext cx="496" cy="224"/>
              </a:xfrm>
              <a:prstGeom prst="rect">
                <a:avLst/>
              </a:prstGeom>
              <a:noFill/>
              <a:ln w="19050">
                <a:solidFill>
                  <a:schemeClr val="tx1"/>
                </a:solidFill>
                <a:miter lim="800000"/>
                <a:headEnd/>
                <a:tailEnd type="none" w="med" len="lg"/>
              </a:ln>
              <a:extLst>
                <a:ext uri="{909E8E84-426E-40DD-AFC4-6F175D3DCCD1}">
                  <a14:hiddenFill xmlns:a14="http://schemas.microsoft.com/office/drawing/2010/main">
                    <a:solidFill>
                      <a:srgbClr val="FFFFFF"/>
                    </a:solidFill>
                  </a14:hiddenFill>
                </a:ext>
              </a:extLst>
            </p:spPr>
            <p:txBody>
              <a:bodyPr wrap="none" anchor="ct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endParaRPr lang="en-US" altLang="en-US"/>
              </a:p>
            </p:txBody>
          </p:sp>
          <p:sp>
            <p:nvSpPr>
              <p:cNvPr id="61523" name="Text Box 98"/>
              <p:cNvSpPr txBox="1">
                <a:spLocks noChangeArrowheads="1"/>
              </p:cNvSpPr>
              <p:nvPr/>
            </p:nvSpPr>
            <p:spPr bwMode="auto">
              <a:xfrm>
                <a:off x="1934" y="1660"/>
                <a:ext cx="422"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type="none" w="med" len="lg"/>
                  </a14:hiddenLine>
                </a:ext>
              </a:extLst>
            </p:spPr>
            <p:txBody>
              <a:bodyPr wrap="none">
                <a:spAutoFit/>
              </a:bodyP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pPr algn="l" eaLnBrk="1" hangingPunct="1"/>
                <a:r>
                  <a:rPr lang="en-US" altLang="en-US" i="0">
                    <a:cs typeface="Arial" panose="020B0604020202020204" pitchFamily="34" charset="0"/>
                  </a:rPr>
                  <a:t>AB+,3</a:t>
                </a:r>
              </a:p>
            </p:txBody>
          </p:sp>
        </p:grpSp>
      </p:grpSp>
      <mc:AlternateContent xmlns:mc="http://schemas.openxmlformats.org/markup-compatibility/2006" xmlns:a14="http://schemas.microsoft.com/office/drawing/2010/main">
        <mc:Choice Requires="a14">
          <p:sp>
            <p:nvSpPr>
              <p:cNvPr id="61473" name="Object 99"/>
              <p:cNvSpPr txBox="1"/>
              <p:nvPr/>
            </p:nvSpPr>
            <p:spPr bwMode="auto">
              <a:xfrm>
                <a:off x="5724526" y="2854325"/>
                <a:ext cx="239713" cy="558800"/>
              </a:xfrm>
              <a:prstGeom prst="rect">
                <a:avLst/>
              </a:prstGeom>
              <a:noFill/>
              <a:ln>
                <a:noFill/>
              </a:ln>
              <a:effectLst/>
            </p:spPr>
            <p:txBody>
              <a:bodyPr>
                <a:normAutofit/>
              </a:bodyPr>
              <a:lstStyle/>
              <a:p>
                <a:pPr/>
                <a14:m>
                  <m:oMathPara xmlns:m="http://schemas.openxmlformats.org/officeDocument/2006/math">
                    <m:oMathParaPr>
                      <m:jc m:val="left"/>
                    </m:oMathParaPr>
                    <m:oMath>
                      <m:r>
                        <a:rPr lang="en-US" i="1">
                          <a:latin typeface="Cambria Math" panose="02040503050406030204" pitchFamily="18" charset="0"/>
                        </a:rPr>
                        <m:t>⋮</m:t>
                      </m:r>
                    </m:oMath>
                  </m:oMathPara>
                </a14:m>
                <a:endParaRPr lang="en-US"/>
              </a:p>
            </p:txBody>
          </p:sp>
        </mc:Choice>
        <mc:Fallback xmlns="">
          <p:sp>
            <p:nvSpPr>
              <p:cNvPr id="61473" name="Object 99"/>
              <p:cNvSpPr txBox="1">
                <a:spLocks noRot="1" noChangeAspect="1" noMove="1" noResize="1" noEditPoints="1" noAdjustHandles="1" noChangeArrowheads="1" noChangeShapeType="1" noTextEdit="1"/>
              </p:cNvSpPr>
              <p:nvPr/>
            </p:nvSpPr>
            <p:spPr bwMode="auto">
              <a:xfrm>
                <a:off x="5724526" y="2854325"/>
                <a:ext cx="239713" cy="558800"/>
              </a:xfrm>
              <a:prstGeom prst="rect">
                <a:avLst/>
              </a:prstGeom>
              <a:blipFill>
                <a:blip r:embed="rId7"/>
                <a:stretch>
                  <a:fillRect/>
                </a:stretch>
              </a:blipFill>
              <a:ln>
                <a:noFill/>
              </a:ln>
              <a:effectLst/>
            </p:spPr>
            <p:txBody>
              <a:bodyPr/>
              <a:lstStyle/>
              <a:p>
                <a:r>
                  <a:rPr lang="en-US">
                    <a:noFill/>
                  </a:rPr>
                  <a:t> </a:t>
                </a:r>
              </a:p>
            </p:txBody>
          </p:sp>
        </mc:Fallback>
      </mc:AlternateContent>
      <p:grpSp>
        <p:nvGrpSpPr>
          <p:cNvPr id="61474" name="Group 100"/>
          <p:cNvGrpSpPr>
            <a:grpSpLocks/>
          </p:cNvGrpSpPr>
          <p:nvPr/>
        </p:nvGrpSpPr>
        <p:grpSpPr bwMode="auto">
          <a:xfrm>
            <a:off x="5451476" y="3505200"/>
            <a:ext cx="796925" cy="1930400"/>
            <a:chOff x="1922" y="652"/>
            <a:chExt cx="502" cy="1216"/>
          </a:xfrm>
        </p:grpSpPr>
        <p:sp>
          <p:nvSpPr>
            <p:cNvPr id="61506" name="Rectangle 101"/>
            <p:cNvSpPr>
              <a:spLocks noChangeArrowheads="1"/>
            </p:cNvSpPr>
            <p:nvPr/>
          </p:nvSpPr>
          <p:spPr bwMode="auto">
            <a:xfrm>
              <a:off x="1928" y="652"/>
              <a:ext cx="496" cy="224"/>
            </a:xfrm>
            <a:prstGeom prst="rect">
              <a:avLst/>
            </a:prstGeom>
            <a:noFill/>
            <a:ln w="19050">
              <a:solidFill>
                <a:schemeClr val="tx1"/>
              </a:solidFill>
              <a:miter lim="800000"/>
              <a:headEnd/>
              <a:tailEnd type="none" w="med" len="lg"/>
            </a:ln>
            <a:extLst>
              <a:ext uri="{909E8E84-426E-40DD-AFC4-6F175D3DCCD1}">
                <a14:hiddenFill xmlns:a14="http://schemas.microsoft.com/office/drawing/2010/main">
                  <a:solidFill>
                    <a:srgbClr val="FFFFFF"/>
                  </a:solidFill>
                </a14:hiddenFill>
              </a:ext>
            </a:extLst>
          </p:spPr>
          <p:txBody>
            <a:bodyPr wrap="none" anchor="ct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endParaRPr lang="en-US" altLang="en-US"/>
            </a:p>
          </p:txBody>
        </p:sp>
        <p:sp>
          <p:nvSpPr>
            <p:cNvPr id="61507" name="Text Box 102"/>
            <p:cNvSpPr txBox="1">
              <a:spLocks noChangeArrowheads="1"/>
            </p:cNvSpPr>
            <p:nvPr/>
          </p:nvSpPr>
          <p:spPr bwMode="auto">
            <a:xfrm>
              <a:off x="1926" y="652"/>
              <a:ext cx="320"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type="none" w="med" len="lg"/>
                </a14:hiddenLine>
              </a:ext>
            </a:extLst>
          </p:spPr>
          <p:txBody>
            <a:bodyPr wrap="none">
              <a:spAutoFit/>
            </a:bodyP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pPr algn="l" eaLnBrk="1" hangingPunct="1"/>
              <a:r>
                <a:rPr lang="en-US" altLang="en-US" i="0">
                  <a:cs typeface="Arial" panose="020B0604020202020204" pitchFamily="34" charset="0"/>
                </a:rPr>
                <a:t>O-,0</a:t>
              </a:r>
            </a:p>
          </p:txBody>
        </p:sp>
        <p:sp>
          <p:nvSpPr>
            <p:cNvPr id="61508" name="Rectangle 103"/>
            <p:cNvSpPr>
              <a:spLocks noChangeArrowheads="1"/>
            </p:cNvSpPr>
            <p:nvPr/>
          </p:nvSpPr>
          <p:spPr bwMode="auto">
            <a:xfrm>
              <a:off x="1928" y="980"/>
              <a:ext cx="496" cy="224"/>
            </a:xfrm>
            <a:prstGeom prst="rect">
              <a:avLst/>
            </a:prstGeom>
            <a:noFill/>
            <a:ln w="19050">
              <a:solidFill>
                <a:schemeClr val="tx1"/>
              </a:solidFill>
              <a:miter lim="800000"/>
              <a:headEnd/>
              <a:tailEnd type="none" w="med" len="lg"/>
            </a:ln>
            <a:extLst>
              <a:ext uri="{909E8E84-426E-40DD-AFC4-6F175D3DCCD1}">
                <a14:hiddenFill xmlns:a14="http://schemas.microsoft.com/office/drawing/2010/main">
                  <a:solidFill>
                    <a:srgbClr val="FFFFFF"/>
                  </a:solidFill>
                </a14:hiddenFill>
              </a:ext>
            </a:extLst>
          </p:spPr>
          <p:txBody>
            <a:bodyPr wrap="none" anchor="ct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endParaRPr lang="en-US" altLang="en-US"/>
            </a:p>
          </p:txBody>
        </p:sp>
        <p:sp>
          <p:nvSpPr>
            <p:cNvPr id="61509" name="Text Box 104"/>
            <p:cNvSpPr txBox="1">
              <a:spLocks noChangeArrowheads="1"/>
            </p:cNvSpPr>
            <p:nvPr/>
          </p:nvSpPr>
          <p:spPr bwMode="auto">
            <a:xfrm>
              <a:off x="1930" y="980"/>
              <a:ext cx="320"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type="none" w="med" len="lg"/>
                </a14:hiddenLine>
              </a:ext>
            </a:extLst>
          </p:spPr>
          <p:txBody>
            <a:bodyPr wrap="none">
              <a:spAutoFit/>
            </a:bodyP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pPr algn="l" eaLnBrk="1" hangingPunct="1"/>
              <a:r>
                <a:rPr lang="en-US" altLang="en-US" i="0">
                  <a:cs typeface="Arial" panose="020B0604020202020204" pitchFamily="34" charset="0"/>
                </a:rPr>
                <a:t>O-,1</a:t>
              </a:r>
            </a:p>
          </p:txBody>
        </p:sp>
        <p:sp>
          <p:nvSpPr>
            <p:cNvPr id="61510" name="Rectangle 105"/>
            <p:cNvSpPr>
              <a:spLocks noChangeArrowheads="1"/>
            </p:cNvSpPr>
            <p:nvPr/>
          </p:nvSpPr>
          <p:spPr bwMode="auto">
            <a:xfrm>
              <a:off x="1928" y="1316"/>
              <a:ext cx="496" cy="224"/>
            </a:xfrm>
            <a:prstGeom prst="rect">
              <a:avLst/>
            </a:prstGeom>
            <a:noFill/>
            <a:ln w="19050">
              <a:solidFill>
                <a:schemeClr val="tx1"/>
              </a:solidFill>
              <a:miter lim="800000"/>
              <a:headEnd/>
              <a:tailEnd type="none" w="med" len="lg"/>
            </a:ln>
            <a:extLst>
              <a:ext uri="{909E8E84-426E-40DD-AFC4-6F175D3DCCD1}">
                <a14:hiddenFill xmlns:a14="http://schemas.microsoft.com/office/drawing/2010/main">
                  <a:solidFill>
                    <a:srgbClr val="FFFFFF"/>
                  </a:solidFill>
                </a14:hiddenFill>
              </a:ext>
            </a:extLst>
          </p:spPr>
          <p:txBody>
            <a:bodyPr wrap="none" anchor="ct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endParaRPr lang="en-US" altLang="en-US"/>
            </a:p>
          </p:txBody>
        </p:sp>
        <p:sp>
          <p:nvSpPr>
            <p:cNvPr id="61511" name="Text Box 106"/>
            <p:cNvSpPr txBox="1">
              <a:spLocks noChangeArrowheads="1"/>
            </p:cNvSpPr>
            <p:nvPr/>
          </p:nvSpPr>
          <p:spPr bwMode="auto">
            <a:xfrm>
              <a:off x="1926" y="1316"/>
              <a:ext cx="320"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type="none" w="med" len="lg"/>
                </a14:hiddenLine>
              </a:ext>
            </a:extLst>
          </p:spPr>
          <p:txBody>
            <a:bodyPr wrap="none">
              <a:spAutoFit/>
            </a:bodyP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pPr algn="l" eaLnBrk="1" hangingPunct="1"/>
              <a:r>
                <a:rPr lang="en-US" altLang="en-US" i="0">
                  <a:cs typeface="Arial" panose="020B0604020202020204" pitchFamily="34" charset="0"/>
                </a:rPr>
                <a:t>O-,2</a:t>
              </a:r>
            </a:p>
          </p:txBody>
        </p:sp>
        <p:grpSp>
          <p:nvGrpSpPr>
            <p:cNvPr id="61512" name="Group 107"/>
            <p:cNvGrpSpPr>
              <a:grpSpLocks/>
            </p:cNvGrpSpPr>
            <p:nvPr/>
          </p:nvGrpSpPr>
          <p:grpSpPr bwMode="auto">
            <a:xfrm>
              <a:off x="1922" y="1644"/>
              <a:ext cx="498" cy="224"/>
              <a:chOff x="1934" y="1660"/>
              <a:chExt cx="498" cy="224"/>
            </a:xfrm>
          </p:grpSpPr>
          <p:sp>
            <p:nvSpPr>
              <p:cNvPr id="61513" name="Rectangle 108"/>
              <p:cNvSpPr>
                <a:spLocks noChangeArrowheads="1"/>
              </p:cNvSpPr>
              <p:nvPr/>
            </p:nvSpPr>
            <p:spPr bwMode="auto">
              <a:xfrm>
                <a:off x="1936" y="1660"/>
                <a:ext cx="496" cy="224"/>
              </a:xfrm>
              <a:prstGeom prst="rect">
                <a:avLst/>
              </a:prstGeom>
              <a:noFill/>
              <a:ln w="19050">
                <a:solidFill>
                  <a:schemeClr val="tx1"/>
                </a:solidFill>
                <a:miter lim="800000"/>
                <a:headEnd/>
                <a:tailEnd type="none" w="med" len="lg"/>
              </a:ln>
              <a:extLst>
                <a:ext uri="{909E8E84-426E-40DD-AFC4-6F175D3DCCD1}">
                  <a14:hiddenFill xmlns:a14="http://schemas.microsoft.com/office/drawing/2010/main">
                    <a:solidFill>
                      <a:srgbClr val="FFFFFF"/>
                    </a:solidFill>
                  </a14:hiddenFill>
                </a:ext>
              </a:extLst>
            </p:spPr>
            <p:txBody>
              <a:bodyPr wrap="none" anchor="ct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endParaRPr lang="en-US" altLang="en-US"/>
              </a:p>
            </p:txBody>
          </p:sp>
          <p:sp>
            <p:nvSpPr>
              <p:cNvPr id="61514" name="Text Box 109"/>
              <p:cNvSpPr txBox="1">
                <a:spLocks noChangeArrowheads="1"/>
              </p:cNvSpPr>
              <p:nvPr/>
            </p:nvSpPr>
            <p:spPr bwMode="auto">
              <a:xfrm>
                <a:off x="1934" y="1660"/>
                <a:ext cx="320"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type="none" w="med" len="lg"/>
                  </a14:hiddenLine>
                </a:ext>
              </a:extLst>
            </p:spPr>
            <p:txBody>
              <a:bodyPr wrap="none">
                <a:spAutoFit/>
              </a:bodyP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pPr algn="l" eaLnBrk="1" hangingPunct="1"/>
                <a:r>
                  <a:rPr lang="en-US" altLang="en-US" i="0">
                    <a:cs typeface="Arial" panose="020B0604020202020204" pitchFamily="34" charset="0"/>
                  </a:rPr>
                  <a:t>O-,3</a:t>
                </a:r>
              </a:p>
            </p:txBody>
          </p:sp>
        </p:grpSp>
      </p:grpSp>
      <p:cxnSp>
        <p:nvCxnSpPr>
          <p:cNvPr id="61475" name="AutoShape 110"/>
          <p:cNvCxnSpPr>
            <a:cxnSpLocks noChangeShapeType="1"/>
            <a:stCxn id="61470" idx="3"/>
            <a:endCxn id="61444" idx="1"/>
          </p:cNvCxnSpPr>
          <p:nvPr/>
        </p:nvCxnSpPr>
        <p:spPr bwMode="auto">
          <a:xfrm>
            <a:off x="3883025" y="4210051"/>
            <a:ext cx="1543050" cy="2047875"/>
          </a:xfrm>
          <a:prstGeom prst="straightConnector1">
            <a:avLst/>
          </a:prstGeom>
          <a:noFill/>
          <a:ln w="19050">
            <a:solidFill>
              <a:schemeClr val="tx1"/>
            </a:solidFill>
            <a:round/>
            <a:headEnd/>
            <a:tailEnd type="stealth" w="med" len="lg"/>
          </a:ln>
          <a:extLst>
            <a:ext uri="{909E8E84-426E-40DD-AFC4-6F175D3DCCD1}">
              <a14:hiddenFill xmlns:a14="http://schemas.microsoft.com/office/drawing/2010/main">
                <a:noFill/>
              </a14:hiddenFill>
            </a:ext>
          </a:extLst>
        </p:spPr>
      </p:cxnSp>
      <mc:AlternateContent xmlns:mc="http://schemas.openxmlformats.org/markup-compatibility/2006" xmlns:a14="http://schemas.microsoft.com/office/drawing/2010/main">
        <mc:Choice Requires="a14">
          <p:sp>
            <p:nvSpPr>
              <p:cNvPr id="61476" name="Object 111"/>
              <p:cNvSpPr txBox="1"/>
              <p:nvPr/>
            </p:nvSpPr>
            <p:spPr bwMode="auto">
              <a:xfrm>
                <a:off x="3365501" y="4441825"/>
                <a:ext cx="239713" cy="558800"/>
              </a:xfrm>
              <a:prstGeom prst="rect">
                <a:avLst/>
              </a:prstGeom>
              <a:noFill/>
              <a:ln>
                <a:noFill/>
              </a:ln>
              <a:effectLst/>
            </p:spPr>
            <p:txBody>
              <a:bodyPr>
                <a:normAutofit/>
              </a:bodyPr>
              <a:lstStyle/>
              <a:p>
                <a:pPr/>
                <a14:m>
                  <m:oMathPara xmlns:m="http://schemas.openxmlformats.org/officeDocument/2006/math">
                    <m:oMathParaPr>
                      <m:jc m:val="left"/>
                    </m:oMathParaPr>
                    <m:oMath>
                      <m:r>
                        <a:rPr lang="en-US" i="1">
                          <a:latin typeface="Cambria Math" panose="02040503050406030204" pitchFamily="18" charset="0"/>
                        </a:rPr>
                        <m:t>⋮</m:t>
                      </m:r>
                    </m:oMath>
                  </m:oMathPara>
                </a14:m>
                <a:endParaRPr lang="en-US"/>
              </a:p>
            </p:txBody>
          </p:sp>
        </mc:Choice>
        <mc:Fallback xmlns="">
          <p:sp>
            <p:nvSpPr>
              <p:cNvPr id="61476" name="Object 111"/>
              <p:cNvSpPr txBox="1">
                <a:spLocks noRot="1" noChangeAspect="1" noMove="1" noResize="1" noEditPoints="1" noAdjustHandles="1" noChangeArrowheads="1" noChangeShapeType="1" noTextEdit="1"/>
              </p:cNvSpPr>
              <p:nvPr/>
            </p:nvSpPr>
            <p:spPr bwMode="auto">
              <a:xfrm>
                <a:off x="3365501" y="4441825"/>
                <a:ext cx="239713" cy="558800"/>
              </a:xfrm>
              <a:prstGeom prst="rect">
                <a:avLst/>
              </a:prstGeom>
              <a:blipFill>
                <a:blip r:embed="rId6"/>
                <a:stretch>
                  <a:fillRect/>
                </a:stretch>
              </a:blipFill>
              <a:ln>
                <a:noFill/>
              </a:ln>
              <a:effectLst/>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61477" name="Object 112"/>
              <p:cNvSpPr txBox="1"/>
              <p:nvPr/>
            </p:nvSpPr>
            <p:spPr bwMode="auto">
              <a:xfrm>
                <a:off x="5724526" y="5419725"/>
                <a:ext cx="239713" cy="558800"/>
              </a:xfrm>
              <a:prstGeom prst="rect">
                <a:avLst/>
              </a:prstGeom>
              <a:noFill/>
              <a:ln>
                <a:noFill/>
              </a:ln>
              <a:effectLst/>
            </p:spPr>
            <p:txBody>
              <a:bodyPr>
                <a:normAutofit/>
              </a:bodyPr>
              <a:lstStyle/>
              <a:p>
                <a:pPr/>
                <a14:m>
                  <m:oMathPara xmlns:m="http://schemas.openxmlformats.org/officeDocument/2006/math">
                    <m:oMathParaPr>
                      <m:jc m:val="left"/>
                    </m:oMathParaPr>
                    <m:oMath>
                      <m:r>
                        <a:rPr lang="en-US" i="1">
                          <a:latin typeface="Cambria Math" panose="02040503050406030204" pitchFamily="18" charset="0"/>
                        </a:rPr>
                        <m:t>⋮</m:t>
                      </m:r>
                    </m:oMath>
                  </m:oMathPara>
                </a14:m>
                <a:endParaRPr lang="en-US"/>
              </a:p>
            </p:txBody>
          </p:sp>
        </mc:Choice>
        <mc:Fallback xmlns="">
          <p:sp>
            <p:nvSpPr>
              <p:cNvPr id="61477" name="Object 112"/>
              <p:cNvSpPr txBox="1">
                <a:spLocks noRot="1" noChangeAspect="1" noMove="1" noResize="1" noEditPoints="1" noAdjustHandles="1" noChangeArrowheads="1" noChangeShapeType="1" noTextEdit="1"/>
              </p:cNvSpPr>
              <p:nvPr/>
            </p:nvSpPr>
            <p:spPr bwMode="auto">
              <a:xfrm>
                <a:off x="5724526" y="5419725"/>
                <a:ext cx="239713" cy="558800"/>
              </a:xfrm>
              <a:prstGeom prst="rect">
                <a:avLst/>
              </a:prstGeom>
              <a:blipFill>
                <a:blip r:embed="rId7"/>
                <a:stretch>
                  <a:fillRect/>
                </a:stretch>
              </a:blipFill>
              <a:ln>
                <a:noFill/>
              </a:ln>
              <a:effectLst/>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61478" name="Object 113"/>
              <p:cNvSpPr txBox="1"/>
              <p:nvPr/>
            </p:nvSpPr>
            <p:spPr bwMode="auto">
              <a:xfrm>
                <a:off x="5572125" y="6046789"/>
                <a:ext cx="312738" cy="415925"/>
              </a:xfrm>
              <a:prstGeom prst="rect">
                <a:avLst/>
              </a:prstGeom>
              <a:noFill/>
              <a:ln>
                <a:noFill/>
              </a:ln>
              <a:effectLst/>
            </p:spPr>
            <p:txBody>
              <a:bodyPr>
                <a:normAutofit/>
              </a:bodyPr>
              <a:lstStyle/>
              <a:p>
                <a:pPr/>
                <a14:m>
                  <m:oMathPara xmlns:m="http://schemas.openxmlformats.org/officeDocument/2006/math">
                    <m:oMathParaPr>
                      <m:jc m:val="left"/>
                    </m:oMathParaPr>
                    <m:oMath>
                      <m:sSub>
                        <m:sSubPr>
                          <m:ctrlPr>
                            <a:rPr lang="en-US" i="1">
                              <a:latin typeface="Cambria Math" panose="02040503050406030204" pitchFamily="18" charset="0"/>
                            </a:rPr>
                          </m:ctrlPr>
                        </m:sSubPr>
                        <m:e>
                          <m:acc>
                            <m:accPr>
                              <m:chr m:val="̂"/>
                              <m:ctrlPr>
                                <a:rPr lang="en-US" i="1">
                                  <a:latin typeface="Cambria Math" panose="02040503050406030204" pitchFamily="18" charset="0"/>
                                </a:rPr>
                              </m:ctrlPr>
                            </m:accPr>
                            <m:e>
                              <m:r>
                                <a:rPr lang="en-US" i="1">
                                  <a:latin typeface="Cambria Math" panose="02040503050406030204" pitchFamily="18" charset="0"/>
                                </a:rPr>
                                <m:t>𝐷</m:t>
                              </m:r>
                            </m:e>
                          </m:acc>
                        </m:e>
                        <m:sub>
                          <m:r>
                            <a:rPr lang="en-US" i="1">
                              <a:latin typeface="Cambria Math" panose="02040503050406030204" pitchFamily="18" charset="0"/>
                            </a:rPr>
                            <m:t>𝑡</m:t>
                          </m:r>
                        </m:sub>
                      </m:sSub>
                    </m:oMath>
                  </m:oMathPara>
                </a14:m>
                <a:endParaRPr lang="en-US"/>
              </a:p>
            </p:txBody>
          </p:sp>
        </mc:Choice>
        <mc:Fallback xmlns="">
          <p:sp>
            <p:nvSpPr>
              <p:cNvPr id="61478" name="Object 113"/>
              <p:cNvSpPr txBox="1">
                <a:spLocks noRot="1" noChangeAspect="1" noMove="1" noResize="1" noEditPoints="1" noAdjustHandles="1" noChangeArrowheads="1" noChangeShapeType="1" noTextEdit="1"/>
              </p:cNvSpPr>
              <p:nvPr/>
            </p:nvSpPr>
            <p:spPr bwMode="auto">
              <a:xfrm>
                <a:off x="5572125" y="6046789"/>
                <a:ext cx="312738" cy="415925"/>
              </a:xfrm>
              <a:prstGeom prst="rect">
                <a:avLst/>
              </a:prstGeom>
              <a:blipFill>
                <a:blip r:embed="rId8"/>
                <a:stretch>
                  <a:fillRect t="-1471"/>
                </a:stretch>
              </a:blipFill>
              <a:ln>
                <a:noFill/>
              </a:ln>
              <a:effectLst/>
            </p:spPr>
            <p:txBody>
              <a:bodyPr/>
              <a:lstStyle/>
              <a:p>
                <a:r>
                  <a:rPr lang="en-US">
                    <a:noFill/>
                  </a:rPr>
                  <a:t> </a:t>
                </a:r>
              </a:p>
            </p:txBody>
          </p:sp>
        </mc:Fallback>
      </mc:AlternateContent>
      <p:grpSp>
        <p:nvGrpSpPr>
          <p:cNvPr id="61479" name="Group 114"/>
          <p:cNvGrpSpPr>
            <a:grpSpLocks/>
          </p:cNvGrpSpPr>
          <p:nvPr/>
        </p:nvGrpSpPr>
        <p:grpSpPr bwMode="auto">
          <a:xfrm>
            <a:off x="1628775" y="788988"/>
            <a:ext cx="1466850" cy="3695700"/>
            <a:chOff x="84" y="915"/>
            <a:chExt cx="924" cy="2328"/>
          </a:xfrm>
        </p:grpSpPr>
        <p:grpSp>
          <p:nvGrpSpPr>
            <p:cNvPr id="61488" name="Group 115"/>
            <p:cNvGrpSpPr>
              <a:grpSpLocks/>
            </p:cNvGrpSpPr>
            <p:nvPr/>
          </p:nvGrpSpPr>
          <p:grpSpPr bwMode="auto">
            <a:xfrm>
              <a:off x="84" y="915"/>
              <a:ext cx="916" cy="320"/>
              <a:chOff x="84" y="683"/>
              <a:chExt cx="916" cy="320"/>
            </a:xfrm>
          </p:grpSpPr>
          <mc:AlternateContent xmlns:mc="http://schemas.openxmlformats.org/markup-compatibility/2006" xmlns:a14="http://schemas.microsoft.com/office/drawing/2010/main">
            <mc:Choice Requires="a14">
              <p:sp>
                <p:nvSpPr>
                  <p:cNvPr id="61504" name="Object 116"/>
                  <p:cNvSpPr txBox="1"/>
                  <p:nvPr/>
                </p:nvSpPr>
                <p:spPr bwMode="auto">
                  <a:xfrm>
                    <a:off x="84" y="683"/>
                    <a:ext cx="656" cy="320"/>
                  </a:xfrm>
                  <a:prstGeom prst="rect">
                    <a:avLst/>
                  </a:prstGeom>
                  <a:noFill/>
                  <a:ln>
                    <a:noFill/>
                  </a:ln>
                  <a:effectLst/>
                </p:spPr>
                <p:txBody>
                  <a:bodyPr>
                    <a:normAutofit/>
                  </a:bodyPr>
                  <a:lstStyle/>
                  <a:p>
                    <a:pPr/>
                    <a14:m>
                      <m:oMathPara xmlns:m="http://schemas.openxmlformats.org/officeDocument/2006/math">
                        <m:oMathParaPr>
                          <m:jc m:val="left"/>
                        </m:oMathParaPr>
                        <m:oMath>
                          <m:sSub>
                            <m:sSubPr>
                              <m:ctrlPr>
                                <a:rPr lang="en-US" sz="1800" i="1">
                                  <a:latin typeface="Cambria Math" panose="02040503050406030204" pitchFamily="18" charset="0"/>
                                </a:rPr>
                              </m:ctrlPr>
                            </m:sSubPr>
                            <m:e>
                              <m:r>
                                <a:rPr lang="en-US" sz="1800" i="1">
                                  <a:latin typeface="Cambria Math" panose="02040503050406030204" pitchFamily="18" charset="0"/>
                                </a:rPr>
                                <m:t>𝑅</m:t>
                              </m:r>
                            </m:e>
                            <m:sub>
                              <m:r>
                                <a:rPr lang="en-US" sz="1800" i="1">
                                  <a:latin typeface="Cambria Math" panose="02040503050406030204" pitchFamily="18" charset="0"/>
                                </a:rPr>
                                <m:t>𝑡</m:t>
                              </m:r>
                              <m:r>
                                <a:rPr lang="en-US" sz="1800" i="1">
                                  <a:latin typeface="Cambria Math" panose="02040503050406030204" pitchFamily="18" charset="0"/>
                                </a:rPr>
                                <m:t>,(</m:t>
                              </m:r>
                              <m:r>
                                <a:rPr lang="en-US" sz="1800" i="1">
                                  <a:latin typeface="Cambria Math" panose="02040503050406030204" pitchFamily="18" charset="0"/>
                                </a:rPr>
                                <m:t>𝐴𝐵</m:t>
                              </m:r>
                              <m:r>
                                <a:rPr lang="en-US" sz="1800" i="1">
                                  <a:latin typeface="Cambria Math" panose="02040503050406030204" pitchFamily="18" charset="0"/>
                                </a:rPr>
                                <m:t>+,0)</m:t>
                              </m:r>
                            </m:sub>
                          </m:sSub>
                        </m:oMath>
                      </m:oMathPara>
                    </a14:m>
                    <a:endParaRPr lang="en-US" sz="1800" dirty="0"/>
                  </a:p>
                </p:txBody>
              </p:sp>
            </mc:Choice>
            <mc:Fallback xmlns="">
              <p:sp>
                <p:nvSpPr>
                  <p:cNvPr id="61504" name="Object 116"/>
                  <p:cNvSpPr txBox="1">
                    <a:spLocks noRot="1" noChangeAspect="1" noMove="1" noResize="1" noEditPoints="1" noAdjustHandles="1" noChangeArrowheads="1" noChangeShapeType="1" noTextEdit="1"/>
                  </p:cNvSpPr>
                  <p:nvPr/>
                </p:nvSpPr>
                <p:spPr bwMode="auto">
                  <a:xfrm>
                    <a:off x="84" y="683"/>
                    <a:ext cx="656" cy="320"/>
                  </a:xfrm>
                  <a:prstGeom prst="rect">
                    <a:avLst/>
                  </a:prstGeom>
                  <a:blipFill>
                    <a:blip r:embed="rId9"/>
                    <a:stretch>
                      <a:fillRect r="-585"/>
                    </a:stretch>
                  </a:blipFill>
                  <a:ln>
                    <a:noFill/>
                  </a:ln>
                  <a:effectLst/>
                </p:spPr>
                <p:txBody>
                  <a:bodyPr/>
                  <a:lstStyle/>
                  <a:p>
                    <a:r>
                      <a:rPr lang="en-US">
                        <a:noFill/>
                      </a:rPr>
                      <a:t> </a:t>
                    </a:r>
                  </a:p>
                </p:txBody>
              </p:sp>
            </mc:Fallback>
          </mc:AlternateContent>
          <p:sp>
            <p:nvSpPr>
              <p:cNvPr id="61505" name="Line 117"/>
              <p:cNvSpPr>
                <a:spLocks noChangeShapeType="1"/>
              </p:cNvSpPr>
              <p:nvPr/>
            </p:nvSpPr>
            <p:spPr bwMode="auto">
              <a:xfrm>
                <a:off x="712" y="840"/>
                <a:ext cx="288" cy="0"/>
              </a:xfrm>
              <a:prstGeom prst="line">
                <a:avLst/>
              </a:prstGeom>
              <a:noFill/>
              <a:ln w="38100">
                <a:solidFill>
                  <a:schemeClr val="tx1"/>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grpSp>
        <p:grpSp>
          <p:nvGrpSpPr>
            <p:cNvPr id="61489" name="Group 118"/>
            <p:cNvGrpSpPr>
              <a:grpSpLocks/>
            </p:cNvGrpSpPr>
            <p:nvPr/>
          </p:nvGrpSpPr>
          <p:grpSpPr bwMode="auto">
            <a:xfrm>
              <a:off x="92" y="1251"/>
              <a:ext cx="908" cy="320"/>
              <a:chOff x="92" y="683"/>
              <a:chExt cx="908" cy="320"/>
            </a:xfrm>
          </p:grpSpPr>
          <mc:AlternateContent xmlns:mc="http://schemas.openxmlformats.org/markup-compatibility/2006" xmlns:a14="http://schemas.microsoft.com/office/drawing/2010/main">
            <mc:Choice Requires="a14">
              <p:sp>
                <p:nvSpPr>
                  <p:cNvPr id="61502" name="Object 119"/>
                  <p:cNvSpPr txBox="1"/>
                  <p:nvPr/>
                </p:nvSpPr>
                <p:spPr bwMode="auto">
                  <a:xfrm>
                    <a:off x="92" y="683"/>
                    <a:ext cx="640" cy="320"/>
                  </a:xfrm>
                  <a:prstGeom prst="rect">
                    <a:avLst/>
                  </a:prstGeom>
                  <a:noFill/>
                  <a:ln>
                    <a:noFill/>
                  </a:ln>
                  <a:effectLst/>
                </p:spPr>
                <p:txBody>
                  <a:bodyPr>
                    <a:normAutofit/>
                  </a:bodyPr>
                  <a:lstStyle/>
                  <a:p>
                    <a:pPr/>
                    <a14:m>
                      <m:oMathPara xmlns:m="http://schemas.openxmlformats.org/officeDocument/2006/math">
                        <m:oMathParaPr>
                          <m:jc m:val="left"/>
                        </m:oMathParaPr>
                        <m:oMath>
                          <m:sSub>
                            <m:sSubPr>
                              <m:ctrlPr>
                                <a:rPr lang="en-US" sz="1800" i="1">
                                  <a:latin typeface="Cambria Math" panose="02040503050406030204" pitchFamily="18" charset="0"/>
                                </a:rPr>
                              </m:ctrlPr>
                            </m:sSubPr>
                            <m:e>
                              <m:r>
                                <a:rPr lang="en-US" sz="1800" i="1">
                                  <a:latin typeface="Cambria Math" panose="02040503050406030204" pitchFamily="18" charset="0"/>
                                </a:rPr>
                                <m:t>𝑅</m:t>
                              </m:r>
                            </m:e>
                            <m:sub>
                              <m:r>
                                <a:rPr lang="en-US" sz="1800" i="1">
                                  <a:latin typeface="Cambria Math" panose="02040503050406030204" pitchFamily="18" charset="0"/>
                                </a:rPr>
                                <m:t>𝑡</m:t>
                              </m:r>
                              <m:r>
                                <a:rPr lang="en-US" sz="1800" i="1">
                                  <a:latin typeface="Cambria Math" panose="02040503050406030204" pitchFamily="18" charset="0"/>
                                </a:rPr>
                                <m:t>,(</m:t>
                              </m:r>
                              <m:r>
                                <a:rPr lang="en-US" sz="1800" i="1">
                                  <a:latin typeface="Cambria Math" panose="02040503050406030204" pitchFamily="18" charset="0"/>
                                </a:rPr>
                                <m:t>𝐴𝐵</m:t>
                              </m:r>
                              <m:r>
                                <a:rPr lang="en-US" sz="1800" i="1">
                                  <a:latin typeface="Cambria Math" panose="02040503050406030204" pitchFamily="18" charset="0"/>
                                </a:rPr>
                                <m:t>+,1)</m:t>
                              </m:r>
                            </m:sub>
                          </m:sSub>
                        </m:oMath>
                      </m:oMathPara>
                    </a14:m>
                    <a:endParaRPr lang="en-US" sz="1800"/>
                  </a:p>
                </p:txBody>
              </p:sp>
            </mc:Choice>
            <mc:Fallback xmlns="">
              <p:sp>
                <p:nvSpPr>
                  <p:cNvPr id="61502" name="Object 119"/>
                  <p:cNvSpPr txBox="1">
                    <a:spLocks noRot="1" noChangeAspect="1" noMove="1" noResize="1" noEditPoints="1" noAdjustHandles="1" noChangeArrowheads="1" noChangeShapeType="1" noTextEdit="1"/>
                  </p:cNvSpPr>
                  <p:nvPr/>
                </p:nvSpPr>
                <p:spPr bwMode="auto">
                  <a:xfrm>
                    <a:off x="92" y="683"/>
                    <a:ext cx="640" cy="320"/>
                  </a:xfrm>
                  <a:prstGeom prst="rect">
                    <a:avLst/>
                  </a:prstGeom>
                  <a:blipFill>
                    <a:blip r:embed="rId10"/>
                    <a:stretch>
                      <a:fillRect r="-2994"/>
                    </a:stretch>
                  </a:blipFill>
                  <a:ln>
                    <a:noFill/>
                  </a:ln>
                  <a:effectLst/>
                </p:spPr>
                <p:txBody>
                  <a:bodyPr/>
                  <a:lstStyle/>
                  <a:p>
                    <a:r>
                      <a:rPr lang="en-US">
                        <a:noFill/>
                      </a:rPr>
                      <a:t> </a:t>
                    </a:r>
                  </a:p>
                </p:txBody>
              </p:sp>
            </mc:Fallback>
          </mc:AlternateContent>
          <p:sp>
            <p:nvSpPr>
              <p:cNvPr id="61503" name="Line 120"/>
              <p:cNvSpPr>
                <a:spLocks noChangeShapeType="1"/>
              </p:cNvSpPr>
              <p:nvPr/>
            </p:nvSpPr>
            <p:spPr bwMode="auto">
              <a:xfrm>
                <a:off x="712" y="840"/>
                <a:ext cx="288" cy="0"/>
              </a:xfrm>
              <a:prstGeom prst="line">
                <a:avLst/>
              </a:prstGeom>
              <a:noFill/>
              <a:ln w="38100">
                <a:solidFill>
                  <a:schemeClr val="tx1"/>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grpSp>
        <p:grpSp>
          <p:nvGrpSpPr>
            <p:cNvPr id="61490" name="Group 121"/>
            <p:cNvGrpSpPr>
              <a:grpSpLocks/>
            </p:cNvGrpSpPr>
            <p:nvPr/>
          </p:nvGrpSpPr>
          <p:grpSpPr bwMode="auto">
            <a:xfrm>
              <a:off x="84" y="1595"/>
              <a:ext cx="916" cy="320"/>
              <a:chOff x="84" y="683"/>
              <a:chExt cx="916" cy="320"/>
            </a:xfrm>
          </p:grpSpPr>
          <mc:AlternateContent xmlns:mc="http://schemas.openxmlformats.org/markup-compatibility/2006" xmlns:a14="http://schemas.microsoft.com/office/drawing/2010/main">
            <mc:Choice Requires="a14">
              <p:sp>
                <p:nvSpPr>
                  <p:cNvPr id="61500" name="Object 122"/>
                  <p:cNvSpPr txBox="1"/>
                  <p:nvPr/>
                </p:nvSpPr>
                <p:spPr bwMode="auto">
                  <a:xfrm>
                    <a:off x="84" y="683"/>
                    <a:ext cx="656" cy="320"/>
                  </a:xfrm>
                  <a:prstGeom prst="rect">
                    <a:avLst/>
                  </a:prstGeom>
                  <a:noFill/>
                  <a:ln>
                    <a:noFill/>
                  </a:ln>
                  <a:effectLst/>
                </p:spPr>
                <p:txBody>
                  <a:bodyPr>
                    <a:normAutofit/>
                  </a:bodyPr>
                  <a:lstStyle/>
                  <a:p>
                    <a:pPr/>
                    <a14:m>
                      <m:oMathPara xmlns:m="http://schemas.openxmlformats.org/officeDocument/2006/math">
                        <m:oMathParaPr>
                          <m:jc m:val="left"/>
                        </m:oMathParaPr>
                        <m:oMath>
                          <m:sSub>
                            <m:sSubPr>
                              <m:ctrlPr>
                                <a:rPr lang="en-US" sz="1800" i="1">
                                  <a:latin typeface="Cambria Math" panose="02040503050406030204" pitchFamily="18" charset="0"/>
                                </a:rPr>
                              </m:ctrlPr>
                            </m:sSubPr>
                            <m:e>
                              <m:r>
                                <a:rPr lang="en-US" sz="1800" i="1">
                                  <a:latin typeface="Cambria Math" panose="02040503050406030204" pitchFamily="18" charset="0"/>
                                </a:rPr>
                                <m:t>𝑅</m:t>
                              </m:r>
                            </m:e>
                            <m:sub>
                              <m:r>
                                <a:rPr lang="en-US" sz="1800" i="1">
                                  <a:latin typeface="Cambria Math" panose="02040503050406030204" pitchFamily="18" charset="0"/>
                                </a:rPr>
                                <m:t>𝑡</m:t>
                              </m:r>
                              <m:r>
                                <a:rPr lang="en-US" sz="1800" i="1">
                                  <a:latin typeface="Cambria Math" panose="02040503050406030204" pitchFamily="18" charset="0"/>
                                </a:rPr>
                                <m:t>,(</m:t>
                              </m:r>
                              <m:r>
                                <a:rPr lang="en-US" sz="1800" i="1">
                                  <a:latin typeface="Cambria Math" panose="02040503050406030204" pitchFamily="18" charset="0"/>
                                </a:rPr>
                                <m:t>𝐴𝐵</m:t>
                              </m:r>
                              <m:r>
                                <a:rPr lang="en-US" sz="1800" i="1">
                                  <a:latin typeface="Cambria Math" panose="02040503050406030204" pitchFamily="18" charset="0"/>
                                </a:rPr>
                                <m:t>+,2)</m:t>
                              </m:r>
                            </m:sub>
                          </m:sSub>
                        </m:oMath>
                      </m:oMathPara>
                    </a14:m>
                    <a:endParaRPr lang="en-US" sz="1800" dirty="0"/>
                  </a:p>
                </p:txBody>
              </p:sp>
            </mc:Choice>
            <mc:Fallback xmlns="">
              <p:sp>
                <p:nvSpPr>
                  <p:cNvPr id="61500" name="Object 122"/>
                  <p:cNvSpPr txBox="1">
                    <a:spLocks noRot="1" noChangeAspect="1" noMove="1" noResize="1" noEditPoints="1" noAdjustHandles="1" noChangeArrowheads="1" noChangeShapeType="1" noTextEdit="1"/>
                  </p:cNvSpPr>
                  <p:nvPr/>
                </p:nvSpPr>
                <p:spPr bwMode="auto">
                  <a:xfrm>
                    <a:off x="84" y="683"/>
                    <a:ext cx="656" cy="320"/>
                  </a:xfrm>
                  <a:prstGeom prst="rect">
                    <a:avLst/>
                  </a:prstGeom>
                  <a:blipFill>
                    <a:blip r:embed="rId11"/>
                    <a:stretch>
                      <a:fillRect r="-585"/>
                    </a:stretch>
                  </a:blipFill>
                  <a:ln>
                    <a:noFill/>
                  </a:ln>
                  <a:effectLst/>
                </p:spPr>
                <p:txBody>
                  <a:bodyPr/>
                  <a:lstStyle/>
                  <a:p>
                    <a:r>
                      <a:rPr lang="en-US">
                        <a:noFill/>
                      </a:rPr>
                      <a:t> </a:t>
                    </a:r>
                  </a:p>
                </p:txBody>
              </p:sp>
            </mc:Fallback>
          </mc:AlternateContent>
          <p:sp>
            <p:nvSpPr>
              <p:cNvPr id="61501" name="Line 123"/>
              <p:cNvSpPr>
                <a:spLocks noChangeShapeType="1"/>
              </p:cNvSpPr>
              <p:nvPr/>
            </p:nvSpPr>
            <p:spPr bwMode="auto">
              <a:xfrm>
                <a:off x="712" y="840"/>
                <a:ext cx="288" cy="0"/>
              </a:xfrm>
              <a:prstGeom prst="line">
                <a:avLst/>
              </a:prstGeom>
              <a:noFill/>
              <a:ln w="38100">
                <a:solidFill>
                  <a:schemeClr val="tx1"/>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grpSp>
        <p:grpSp>
          <p:nvGrpSpPr>
            <p:cNvPr id="61491" name="Group 124"/>
            <p:cNvGrpSpPr>
              <a:grpSpLocks/>
            </p:cNvGrpSpPr>
            <p:nvPr/>
          </p:nvGrpSpPr>
          <p:grpSpPr bwMode="auto">
            <a:xfrm>
              <a:off x="124" y="2259"/>
              <a:ext cx="876" cy="320"/>
              <a:chOff x="124" y="683"/>
              <a:chExt cx="876" cy="320"/>
            </a:xfrm>
          </p:grpSpPr>
          <mc:AlternateContent xmlns:mc="http://schemas.openxmlformats.org/markup-compatibility/2006" xmlns:a14="http://schemas.microsoft.com/office/drawing/2010/main">
            <mc:Choice Requires="a14">
              <p:sp>
                <p:nvSpPr>
                  <p:cNvPr id="61498" name="Object 125"/>
                  <p:cNvSpPr txBox="1"/>
                  <p:nvPr/>
                </p:nvSpPr>
                <p:spPr bwMode="auto">
                  <a:xfrm>
                    <a:off x="124" y="683"/>
                    <a:ext cx="576" cy="320"/>
                  </a:xfrm>
                  <a:prstGeom prst="rect">
                    <a:avLst/>
                  </a:prstGeom>
                  <a:noFill/>
                  <a:ln>
                    <a:noFill/>
                  </a:ln>
                  <a:effectLst/>
                </p:spPr>
                <p:txBody>
                  <a:bodyPr>
                    <a:normAutofit/>
                  </a:bodyPr>
                  <a:lstStyle/>
                  <a:p>
                    <a:pPr/>
                    <a14:m>
                      <m:oMathPara xmlns:m="http://schemas.openxmlformats.org/officeDocument/2006/math">
                        <m:oMathParaPr>
                          <m:jc m:val="left"/>
                        </m:oMathParaPr>
                        <m:oMath>
                          <m:sSub>
                            <m:sSubPr>
                              <m:ctrlPr>
                                <a:rPr lang="en-US" sz="1800" i="1">
                                  <a:latin typeface="Cambria Math" panose="02040503050406030204" pitchFamily="18" charset="0"/>
                                </a:rPr>
                              </m:ctrlPr>
                            </m:sSubPr>
                            <m:e>
                              <m:r>
                                <a:rPr lang="en-US" sz="1800" i="1">
                                  <a:latin typeface="Cambria Math" panose="02040503050406030204" pitchFamily="18" charset="0"/>
                                </a:rPr>
                                <m:t>𝑅</m:t>
                              </m:r>
                            </m:e>
                            <m:sub>
                              <m:r>
                                <a:rPr lang="en-US" sz="1800" i="1">
                                  <a:latin typeface="Cambria Math" panose="02040503050406030204" pitchFamily="18" charset="0"/>
                                </a:rPr>
                                <m:t>𝑡</m:t>
                              </m:r>
                              <m:r>
                                <a:rPr lang="en-US" sz="1800" i="1">
                                  <a:latin typeface="Cambria Math" panose="02040503050406030204" pitchFamily="18" charset="0"/>
                                </a:rPr>
                                <m:t>,(</m:t>
                              </m:r>
                              <m:r>
                                <a:rPr lang="en-US" sz="1800" i="1">
                                  <a:latin typeface="Cambria Math" panose="02040503050406030204" pitchFamily="18" charset="0"/>
                                </a:rPr>
                                <m:t>𝑂</m:t>
                              </m:r>
                              <m:r>
                                <a:rPr lang="en-US" sz="1800" i="1">
                                  <a:latin typeface="Cambria Math" panose="02040503050406030204" pitchFamily="18" charset="0"/>
                                </a:rPr>
                                <m:t>−,0)</m:t>
                              </m:r>
                            </m:sub>
                          </m:sSub>
                        </m:oMath>
                      </m:oMathPara>
                    </a14:m>
                    <a:endParaRPr lang="en-US" sz="1800"/>
                  </a:p>
                </p:txBody>
              </p:sp>
            </mc:Choice>
            <mc:Fallback xmlns="">
              <p:sp>
                <p:nvSpPr>
                  <p:cNvPr id="61498" name="Object 125"/>
                  <p:cNvSpPr txBox="1">
                    <a:spLocks noRot="1" noChangeAspect="1" noMove="1" noResize="1" noEditPoints="1" noAdjustHandles="1" noChangeArrowheads="1" noChangeShapeType="1" noTextEdit="1"/>
                  </p:cNvSpPr>
                  <p:nvPr/>
                </p:nvSpPr>
                <p:spPr bwMode="auto">
                  <a:xfrm>
                    <a:off x="124" y="683"/>
                    <a:ext cx="576" cy="320"/>
                  </a:xfrm>
                  <a:prstGeom prst="rect">
                    <a:avLst/>
                  </a:prstGeom>
                  <a:blipFill>
                    <a:blip r:embed="rId12"/>
                    <a:stretch>
                      <a:fillRect r="-2667"/>
                    </a:stretch>
                  </a:blipFill>
                  <a:ln>
                    <a:noFill/>
                  </a:ln>
                  <a:effectLst/>
                </p:spPr>
                <p:txBody>
                  <a:bodyPr/>
                  <a:lstStyle/>
                  <a:p>
                    <a:r>
                      <a:rPr lang="en-US">
                        <a:noFill/>
                      </a:rPr>
                      <a:t> </a:t>
                    </a:r>
                  </a:p>
                </p:txBody>
              </p:sp>
            </mc:Fallback>
          </mc:AlternateContent>
          <p:sp>
            <p:nvSpPr>
              <p:cNvPr id="61499" name="Line 126"/>
              <p:cNvSpPr>
                <a:spLocks noChangeShapeType="1"/>
              </p:cNvSpPr>
              <p:nvPr/>
            </p:nvSpPr>
            <p:spPr bwMode="auto">
              <a:xfrm>
                <a:off x="712" y="840"/>
                <a:ext cx="288" cy="0"/>
              </a:xfrm>
              <a:prstGeom prst="line">
                <a:avLst/>
              </a:prstGeom>
              <a:noFill/>
              <a:ln w="38100">
                <a:solidFill>
                  <a:schemeClr val="tx1"/>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grpSp>
        <p:grpSp>
          <p:nvGrpSpPr>
            <p:cNvPr id="61492" name="Group 127"/>
            <p:cNvGrpSpPr>
              <a:grpSpLocks/>
            </p:cNvGrpSpPr>
            <p:nvPr/>
          </p:nvGrpSpPr>
          <p:grpSpPr bwMode="auto">
            <a:xfrm>
              <a:off x="140" y="2587"/>
              <a:ext cx="868" cy="320"/>
              <a:chOff x="132" y="683"/>
              <a:chExt cx="868" cy="320"/>
            </a:xfrm>
          </p:grpSpPr>
          <mc:AlternateContent xmlns:mc="http://schemas.openxmlformats.org/markup-compatibility/2006" xmlns:a14="http://schemas.microsoft.com/office/drawing/2010/main">
            <mc:Choice Requires="a14">
              <p:sp>
                <p:nvSpPr>
                  <p:cNvPr id="61496" name="Object 128"/>
                  <p:cNvSpPr txBox="1"/>
                  <p:nvPr/>
                </p:nvSpPr>
                <p:spPr bwMode="auto">
                  <a:xfrm>
                    <a:off x="132" y="683"/>
                    <a:ext cx="560" cy="320"/>
                  </a:xfrm>
                  <a:prstGeom prst="rect">
                    <a:avLst/>
                  </a:prstGeom>
                  <a:noFill/>
                  <a:ln>
                    <a:noFill/>
                  </a:ln>
                  <a:effectLst/>
                </p:spPr>
                <p:txBody>
                  <a:bodyPr>
                    <a:normAutofit/>
                  </a:bodyPr>
                  <a:lstStyle/>
                  <a:p>
                    <a:pPr/>
                    <a14:m>
                      <m:oMathPara xmlns:m="http://schemas.openxmlformats.org/officeDocument/2006/math">
                        <m:oMathParaPr>
                          <m:jc m:val="left"/>
                        </m:oMathParaPr>
                        <m:oMath>
                          <m:sSub>
                            <m:sSubPr>
                              <m:ctrlPr>
                                <a:rPr lang="en-US" sz="1800" i="1">
                                  <a:latin typeface="Cambria Math" panose="02040503050406030204" pitchFamily="18" charset="0"/>
                                </a:rPr>
                              </m:ctrlPr>
                            </m:sSubPr>
                            <m:e>
                              <m:r>
                                <a:rPr lang="en-US" sz="1800" i="1">
                                  <a:latin typeface="Cambria Math" panose="02040503050406030204" pitchFamily="18" charset="0"/>
                                </a:rPr>
                                <m:t>𝑅</m:t>
                              </m:r>
                            </m:e>
                            <m:sub>
                              <m:r>
                                <a:rPr lang="en-US" sz="1800" i="1">
                                  <a:latin typeface="Cambria Math" panose="02040503050406030204" pitchFamily="18" charset="0"/>
                                </a:rPr>
                                <m:t>𝑡</m:t>
                              </m:r>
                              <m:r>
                                <a:rPr lang="en-US" sz="1800" i="1">
                                  <a:latin typeface="Cambria Math" panose="02040503050406030204" pitchFamily="18" charset="0"/>
                                </a:rPr>
                                <m:t>,(</m:t>
                              </m:r>
                              <m:r>
                                <a:rPr lang="en-US" sz="1800" i="1">
                                  <a:latin typeface="Cambria Math" panose="02040503050406030204" pitchFamily="18" charset="0"/>
                                </a:rPr>
                                <m:t>𝑂</m:t>
                              </m:r>
                              <m:r>
                                <a:rPr lang="en-US" sz="1800" i="1">
                                  <a:latin typeface="Cambria Math" panose="02040503050406030204" pitchFamily="18" charset="0"/>
                                </a:rPr>
                                <m:t>−,1)</m:t>
                              </m:r>
                            </m:sub>
                          </m:sSub>
                        </m:oMath>
                      </m:oMathPara>
                    </a14:m>
                    <a:endParaRPr lang="en-US" sz="1800"/>
                  </a:p>
                </p:txBody>
              </p:sp>
            </mc:Choice>
            <mc:Fallback xmlns="">
              <p:sp>
                <p:nvSpPr>
                  <p:cNvPr id="61496" name="Object 128"/>
                  <p:cNvSpPr txBox="1">
                    <a:spLocks noRot="1" noChangeAspect="1" noMove="1" noResize="1" noEditPoints="1" noAdjustHandles="1" noChangeArrowheads="1" noChangeShapeType="1" noTextEdit="1"/>
                  </p:cNvSpPr>
                  <p:nvPr/>
                </p:nvSpPr>
                <p:spPr bwMode="auto">
                  <a:xfrm>
                    <a:off x="132" y="683"/>
                    <a:ext cx="560" cy="320"/>
                  </a:xfrm>
                  <a:prstGeom prst="rect">
                    <a:avLst/>
                  </a:prstGeom>
                  <a:blipFill>
                    <a:blip r:embed="rId13"/>
                    <a:stretch>
                      <a:fillRect r="-5479"/>
                    </a:stretch>
                  </a:blipFill>
                  <a:ln>
                    <a:noFill/>
                  </a:ln>
                  <a:effectLst/>
                </p:spPr>
                <p:txBody>
                  <a:bodyPr/>
                  <a:lstStyle/>
                  <a:p>
                    <a:r>
                      <a:rPr lang="en-US">
                        <a:noFill/>
                      </a:rPr>
                      <a:t> </a:t>
                    </a:r>
                  </a:p>
                </p:txBody>
              </p:sp>
            </mc:Fallback>
          </mc:AlternateContent>
          <p:sp>
            <p:nvSpPr>
              <p:cNvPr id="61497" name="Line 129"/>
              <p:cNvSpPr>
                <a:spLocks noChangeShapeType="1"/>
              </p:cNvSpPr>
              <p:nvPr/>
            </p:nvSpPr>
            <p:spPr bwMode="auto">
              <a:xfrm>
                <a:off x="712" y="840"/>
                <a:ext cx="288" cy="0"/>
              </a:xfrm>
              <a:prstGeom prst="line">
                <a:avLst/>
              </a:prstGeom>
              <a:noFill/>
              <a:ln w="38100">
                <a:solidFill>
                  <a:schemeClr val="tx1"/>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grpSp>
        <p:grpSp>
          <p:nvGrpSpPr>
            <p:cNvPr id="61493" name="Group 130"/>
            <p:cNvGrpSpPr>
              <a:grpSpLocks/>
            </p:cNvGrpSpPr>
            <p:nvPr/>
          </p:nvGrpSpPr>
          <p:grpSpPr bwMode="auto">
            <a:xfrm>
              <a:off x="124" y="2923"/>
              <a:ext cx="884" cy="320"/>
              <a:chOff x="116" y="683"/>
              <a:chExt cx="884" cy="320"/>
            </a:xfrm>
          </p:grpSpPr>
          <mc:AlternateContent xmlns:mc="http://schemas.openxmlformats.org/markup-compatibility/2006" xmlns:a14="http://schemas.microsoft.com/office/drawing/2010/main">
            <mc:Choice Requires="a14">
              <p:sp>
                <p:nvSpPr>
                  <p:cNvPr id="61494" name="Object 131"/>
                  <p:cNvSpPr txBox="1"/>
                  <p:nvPr/>
                </p:nvSpPr>
                <p:spPr bwMode="auto">
                  <a:xfrm>
                    <a:off x="116" y="683"/>
                    <a:ext cx="592" cy="320"/>
                  </a:xfrm>
                  <a:prstGeom prst="rect">
                    <a:avLst/>
                  </a:prstGeom>
                  <a:noFill/>
                  <a:ln>
                    <a:noFill/>
                  </a:ln>
                  <a:effectLst/>
                </p:spPr>
                <p:txBody>
                  <a:bodyPr>
                    <a:normAutofit/>
                  </a:bodyPr>
                  <a:lstStyle/>
                  <a:p>
                    <a:pPr/>
                    <a14:m>
                      <m:oMathPara xmlns:m="http://schemas.openxmlformats.org/officeDocument/2006/math">
                        <m:oMathParaPr>
                          <m:jc m:val="left"/>
                        </m:oMathParaPr>
                        <m:oMath>
                          <m:sSub>
                            <m:sSubPr>
                              <m:ctrlPr>
                                <a:rPr lang="en-US" sz="1800" i="1">
                                  <a:latin typeface="Cambria Math" panose="02040503050406030204" pitchFamily="18" charset="0"/>
                                </a:rPr>
                              </m:ctrlPr>
                            </m:sSubPr>
                            <m:e>
                              <m:r>
                                <a:rPr lang="en-US" sz="1800" i="1">
                                  <a:latin typeface="Cambria Math" panose="02040503050406030204" pitchFamily="18" charset="0"/>
                                </a:rPr>
                                <m:t>𝑅</m:t>
                              </m:r>
                            </m:e>
                            <m:sub>
                              <m:r>
                                <a:rPr lang="en-US" sz="1800" i="1">
                                  <a:latin typeface="Cambria Math" panose="02040503050406030204" pitchFamily="18" charset="0"/>
                                </a:rPr>
                                <m:t>𝑡</m:t>
                              </m:r>
                              <m:r>
                                <a:rPr lang="en-US" sz="1800" i="1">
                                  <a:latin typeface="Cambria Math" panose="02040503050406030204" pitchFamily="18" charset="0"/>
                                </a:rPr>
                                <m:t>,(</m:t>
                              </m:r>
                              <m:r>
                                <a:rPr lang="en-US" sz="1800" i="1">
                                  <a:latin typeface="Cambria Math" panose="02040503050406030204" pitchFamily="18" charset="0"/>
                                </a:rPr>
                                <m:t>𝑂</m:t>
                              </m:r>
                              <m:r>
                                <a:rPr lang="en-US" sz="1800" i="1">
                                  <a:latin typeface="Cambria Math" panose="02040503050406030204" pitchFamily="18" charset="0"/>
                                </a:rPr>
                                <m:t>−,2)</m:t>
                              </m:r>
                            </m:sub>
                          </m:sSub>
                        </m:oMath>
                      </m:oMathPara>
                    </a14:m>
                    <a:endParaRPr lang="en-US" sz="1800"/>
                  </a:p>
                </p:txBody>
              </p:sp>
            </mc:Choice>
            <mc:Fallback xmlns="">
              <p:sp>
                <p:nvSpPr>
                  <p:cNvPr id="61494" name="Object 131"/>
                  <p:cNvSpPr txBox="1">
                    <a:spLocks noRot="1" noChangeAspect="1" noMove="1" noResize="1" noEditPoints="1" noAdjustHandles="1" noChangeArrowheads="1" noChangeShapeType="1" noTextEdit="1"/>
                  </p:cNvSpPr>
                  <p:nvPr/>
                </p:nvSpPr>
                <p:spPr bwMode="auto">
                  <a:xfrm>
                    <a:off x="116" y="683"/>
                    <a:ext cx="592" cy="320"/>
                  </a:xfrm>
                  <a:prstGeom prst="rect">
                    <a:avLst/>
                  </a:prstGeom>
                  <a:blipFill>
                    <a:blip r:embed="rId14"/>
                    <a:stretch>
                      <a:fillRect/>
                    </a:stretch>
                  </a:blipFill>
                  <a:ln>
                    <a:noFill/>
                  </a:ln>
                  <a:effectLst/>
                </p:spPr>
                <p:txBody>
                  <a:bodyPr/>
                  <a:lstStyle/>
                  <a:p>
                    <a:r>
                      <a:rPr lang="en-US">
                        <a:noFill/>
                      </a:rPr>
                      <a:t> </a:t>
                    </a:r>
                  </a:p>
                </p:txBody>
              </p:sp>
            </mc:Fallback>
          </mc:AlternateContent>
          <p:sp>
            <p:nvSpPr>
              <p:cNvPr id="61495" name="Line 132"/>
              <p:cNvSpPr>
                <a:spLocks noChangeShapeType="1"/>
              </p:cNvSpPr>
              <p:nvPr/>
            </p:nvSpPr>
            <p:spPr bwMode="auto">
              <a:xfrm>
                <a:off x="712" y="840"/>
                <a:ext cx="288" cy="0"/>
              </a:xfrm>
              <a:prstGeom prst="line">
                <a:avLst/>
              </a:prstGeom>
              <a:noFill/>
              <a:ln w="38100">
                <a:solidFill>
                  <a:schemeClr val="tx1"/>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grpSp>
      </p:grpSp>
      <p:sp>
        <p:nvSpPr>
          <p:cNvPr id="61480" name="Text Box 133"/>
          <p:cNvSpPr txBox="1">
            <a:spLocks noChangeArrowheads="1"/>
          </p:cNvSpPr>
          <p:nvPr/>
        </p:nvSpPr>
        <p:spPr bwMode="auto">
          <a:xfrm>
            <a:off x="2012951" y="5489576"/>
            <a:ext cx="2181225"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type="none" w="med" len="lg"/>
              </a14:hiddenLine>
            </a:ext>
          </a:extLst>
        </p:spPr>
        <p:txBody>
          <a:bodyPr>
            <a:spAutoFit/>
          </a:bodyP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pPr algn="l"/>
            <a:r>
              <a:rPr lang="en-US" altLang="en-US" sz="2400"/>
              <a:t>Solve this as a linear program.</a:t>
            </a:r>
          </a:p>
        </p:txBody>
      </p:sp>
      <p:grpSp>
        <p:nvGrpSpPr>
          <p:cNvPr id="61481" name="Group 54"/>
          <p:cNvGrpSpPr>
            <a:grpSpLocks/>
          </p:cNvGrpSpPr>
          <p:nvPr/>
        </p:nvGrpSpPr>
        <p:grpSpPr bwMode="auto">
          <a:xfrm>
            <a:off x="6248400" y="5056188"/>
            <a:ext cx="1543050" cy="392112"/>
            <a:chOff x="2424" y="641"/>
            <a:chExt cx="972" cy="247"/>
          </a:xfrm>
        </p:grpSpPr>
        <p:sp>
          <p:nvSpPr>
            <p:cNvPr id="61482" name="Oval 55"/>
            <p:cNvSpPr>
              <a:spLocks noChangeArrowheads="1"/>
            </p:cNvSpPr>
            <p:nvPr/>
          </p:nvSpPr>
          <p:spPr bwMode="auto">
            <a:xfrm>
              <a:off x="3324" y="728"/>
              <a:ext cx="72" cy="72"/>
            </a:xfrm>
            <a:prstGeom prst="ellipse">
              <a:avLst/>
            </a:prstGeom>
            <a:solidFill>
              <a:schemeClr val="tx1"/>
            </a:solidFill>
            <a:ln w="38100">
              <a:solidFill>
                <a:schemeClr val="tx1"/>
              </a:solidFill>
              <a:round/>
              <a:headEnd/>
              <a:tailEnd type="none" w="med" len="lg"/>
            </a:ln>
          </p:spPr>
          <p:txBody>
            <a:bodyPr wrap="none" anchor="ct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endParaRPr lang="en-US" altLang="en-US"/>
            </a:p>
          </p:txBody>
        </p:sp>
        <p:grpSp>
          <p:nvGrpSpPr>
            <p:cNvPr id="61483" name="Group 56"/>
            <p:cNvGrpSpPr>
              <a:grpSpLocks/>
            </p:cNvGrpSpPr>
            <p:nvPr/>
          </p:nvGrpSpPr>
          <p:grpSpPr bwMode="auto">
            <a:xfrm>
              <a:off x="2424" y="641"/>
              <a:ext cx="912" cy="247"/>
              <a:chOff x="2424" y="501"/>
              <a:chExt cx="912" cy="499"/>
            </a:xfrm>
          </p:grpSpPr>
          <p:sp>
            <p:nvSpPr>
              <p:cNvPr id="61484" name="Freeform 57"/>
              <p:cNvSpPr>
                <a:spLocks/>
              </p:cNvSpPr>
              <p:nvPr/>
            </p:nvSpPr>
            <p:spPr bwMode="auto">
              <a:xfrm>
                <a:off x="2424" y="645"/>
                <a:ext cx="896" cy="107"/>
              </a:xfrm>
              <a:custGeom>
                <a:avLst/>
                <a:gdLst>
                  <a:gd name="T0" fmla="*/ 0 w 1032"/>
                  <a:gd name="T1" fmla="*/ 61 h 187"/>
                  <a:gd name="T2" fmla="*/ 266 w 1032"/>
                  <a:gd name="T3" fmla="*/ 9 h 187"/>
                  <a:gd name="T4" fmla="*/ 603 w 1032"/>
                  <a:gd name="T5" fmla="*/ 9 h 187"/>
                  <a:gd name="T6" fmla="*/ 778 w 1032"/>
                  <a:gd name="T7" fmla="*/ 56 h 187"/>
                  <a:gd name="T8" fmla="*/ 0 60000 65536"/>
                  <a:gd name="T9" fmla="*/ 0 60000 65536"/>
                  <a:gd name="T10" fmla="*/ 0 60000 65536"/>
                  <a:gd name="T11" fmla="*/ 0 60000 65536"/>
                  <a:gd name="T12" fmla="*/ 0 w 1032"/>
                  <a:gd name="T13" fmla="*/ 0 h 187"/>
                  <a:gd name="T14" fmla="*/ 1032 w 1032"/>
                  <a:gd name="T15" fmla="*/ 187 h 187"/>
                </a:gdLst>
                <a:ahLst/>
                <a:cxnLst>
                  <a:cxn ang="T8">
                    <a:pos x="T0" y="T1"/>
                  </a:cxn>
                  <a:cxn ang="T9">
                    <a:pos x="T2" y="T3"/>
                  </a:cxn>
                  <a:cxn ang="T10">
                    <a:pos x="T4" y="T5"/>
                  </a:cxn>
                  <a:cxn ang="T11">
                    <a:pos x="T6" y="T7"/>
                  </a:cxn>
                </a:cxnLst>
                <a:rect l="T12" t="T13" r="T14" b="T15"/>
                <a:pathLst>
                  <a:path w="1032" h="187">
                    <a:moveTo>
                      <a:pt x="0" y="187"/>
                    </a:moveTo>
                    <a:cubicBezTo>
                      <a:pt x="110" y="121"/>
                      <a:pt x="219" y="54"/>
                      <a:pt x="352" y="27"/>
                    </a:cubicBezTo>
                    <a:cubicBezTo>
                      <a:pt x="485" y="0"/>
                      <a:pt x="687" y="3"/>
                      <a:pt x="800" y="27"/>
                    </a:cubicBezTo>
                    <a:cubicBezTo>
                      <a:pt x="913" y="51"/>
                      <a:pt x="984" y="141"/>
                      <a:pt x="1032" y="171"/>
                    </a:cubicBezTo>
                  </a:path>
                </a:pathLst>
              </a:custGeom>
              <a:noFill/>
              <a:ln w="19050">
                <a:solidFill>
                  <a:schemeClr val="tx1"/>
                </a:solidFill>
                <a:round/>
                <a:headEnd/>
                <a:tailEnd type="stealth" w="med" len="lg"/>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1485" name="Freeform 58"/>
              <p:cNvSpPr>
                <a:spLocks/>
              </p:cNvSpPr>
              <p:nvPr/>
            </p:nvSpPr>
            <p:spPr bwMode="auto">
              <a:xfrm>
                <a:off x="2440" y="501"/>
                <a:ext cx="896" cy="243"/>
              </a:xfrm>
              <a:custGeom>
                <a:avLst/>
                <a:gdLst>
                  <a:gd name="T0" fmla="*/ 0 w 1032"/>
                  <a:gd name="T1" fmla="*/ 316 h 187"/>
                  <a:gd name="T2" fmla="*/ 266 w 1032"/>
                  <a:gd name="T3" fmla="*/ 45 h 187"/>
                  <a:gd name="T4" fmla="*/ 603 w 1032"/>
                  <a:gd name="T5" fmla="*/ 45 h 187"/>
                  <a:gd name="T6" fmla="*/ 778 w 1032"/>
                  <a:gd name="T7" fmla="*/ 288 h 187"/>
                  <a:gd name="T8" fmla="*/ 0 60000 65536"/>
                  <a:gd name="T9" fmla="*/ 0 60000 65536"/>
                  <a:gd name="T10" fmla="*/ 0 60000 65536"/>
                  <a:gd name="T11" fmla="*/ 0 60000 65536"/>
                  <a:gd name="T12" fmla="*/ 0 w 1032"/>
                  <a:gd name="T13" fmla="*/ 0 h 187"/>
                  <a:gd name="T14" fmla="*/ 1032 w 1032"/>
                  <a:gd name="T15" fmla="*/ 187 h 187"/>
                </a:gdLst>
                <a:ahLst/>
                <a:cxnLst>
                  <a:cxn ang="T8">
                    <a:pos x="T0" y="T1"/>
                  </a:cxn>
                  <a:cxn ang="T9">
                    <a:pos x="T2" y="T3"/>
                  </a:cxn>
                  <a:cxn ang="T10">
                    <a:pos x="T4" y="T5"/>
                  </a:cxn>
                  <a:cxn ang="T11">
                    <a:pos x="T6" y="T7"/>
                  </a:cxn>
                </a:cxnLst>
                <a:rect l="T12" t="T13" r="T14" b="T15"/>
                <a:pathLst>
                  <a:path w="1032" h="187">
                    <a:moveTo>
                      <a:pt x="0" y="187"/>
                    </a:moveTo>
                    <a:cubicBezTo>
                      <a:pt x="110" y="121"/>
                      <a:pt x="219" y="54"/>
                      <a:pt x="352" y="27"/>
                    </a:cubicBezTo>
                    <a:cubicBezTo>
                      <a:pt x="485" y="0"/>
                      <a:pt x="687" y="3"/>
                      <a:pt x="800" y="27"/>
                    </a:cubicBezTo>
                    <a:cubicBezTo>
                      <a:pt x="913" y="51"/>
                      <a:pt x="984" y="141"/>
                      <a:pt x="1032" y="171"/>
                    </a:cubicBezTo>
                  </a:path>
                </a:pathLst>
              </a:custGeom>
              <a:noFill/>
              <a:ln w="19050">
                <a:solidFill>
                  <a:schemeClr val="tx1"/>
                </a:solidFill>
                <a:round/>
                <a:headEnd/>
                <a:tailEnd type="stealth" w="med" len="lg"/>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1486" name="Freeform 59"/>
              <p:cNvSpPr>
                <a:spLocks/>
              </p:cNvSpPr>
              <p:nvPr/>
            </p:nvSpPr>
            <p:spPr bwMode="auto">
              <a:xfrm flipV="1">
                <a:off x="2424" y="757"/>
                <a:ext cx="896" cy="75"/>
              </a:xfrm>
              <a:custGeom>
                <a:avLst/>
                <a:gdLst>
                  <a:gd name="T0" fmla="*/ 0 w 1032"/>
                  <a:gd name="T1" fmla="*/ 30 h 187"/>
                  <a:gd name="T2" fmla="*/ 266 w 1032"/>
                  <a:gd name="T3" fmla="*/ 4 h 187"/>
                  <a:gd name="T4" fmla="*/ 603 w 1032"/>
                  <a:gd name="T5" fmla="*/ 4 h 187"/>
                  <a:gd name="T6" fmla="*/ 778 w 1032"/>
                  <a:gd name="T7" fmla="*/ 28 h 187"/>
                  <a:gd name="T8" fmla="*/ 0 60000 65536"/>
                  <a:gd name="T9" fmla="*/ 0 60000 65536"/>
                  <a:gd name="T10" fmla="*/ 0 60000 65536"/>
                  <a:gd name="T11" fmla="*/ 0 60000 65536"/>
                  <a:gd name="T12" fmla="*/ 0 w 1032"/>
                  <a:gd name="T13" fmla="*/ 0 h 187"/>
                  <a:gd name="T14" fmla="*/ 1032 w 1032"/>
                  <a:gd name="T15" fmla="*/ 187 h 187"/>
                </a:gdLst>
                <a:ahLst/>
                <a:cxnLst>
                  <a:cxn ang="T8">
                    <a:pos x="T0" y="T1"/>
                  </a:cxn>
                  <a:cxn ang="T9">
                    <a:pos x="T2" y="T3"/>
                  </a:cxn>
                  <a:cxn ang="T10">
                    <a:pos x="T4" y="T5"/>
                  </a:cxn>
                  <a:cxn ang="T11">
                    <a:pos x="T6" y="T7"/>
                  </a:cxn>
                </a:cxnLst>
                <a:rect l="T12" t="T13" r="T14" b="T15"/>
                <a:pathLst>
                  <a:path w="1032" h="187">
                    <a:moveTo>
                      <a:pt x="0" y="187"/>
                    </a:moveTo>
                    <a:cubicBezTo>
                      <a:pt x="110" y="121"/>
                      <a:pt x="219" y="54"/>
                      <a:pt x="352" y="27"/>
                    </a:cubicBezTo>
                    <a:cubicBezTo>
                      <a:pt x="485" y="0"/>
                      <a:pt x="687" y="3"/>
                      <a:pt x="800" y="27"/>
                    </a:cubicBezTo>
                    <a:cubicBezTo>
                      <a:pt x="913" y="51"/>
                      <a:pt x="984" y="141"/>
                      <a:pt x="1032" y="171"/>
                    </a:cubicBezTo>
                  </a:path>
                </a:pathLst>
              </a:custGeom>
              <a:noFill/>
              <a:ln w="19050">
                <a:solidFill>
                  <a:schemeClr val="tx1"/>
                </a:solidFill>
                <a:round/>
                <a:headEnd/>
                <a:tailEnd type="stealth" w="med" len="lg"/>
              </a:ln>
              <a:extLst>
                <a:ext uri="{909E8E84-426E-40DD-AFC4-6F175D3DCCD1}">
                  <a14:hiddenFill xmlns:a14="http://schemas.microsoft.com/office/drawing/2010/main">
                    <a:solidFill>
                      <a:srgbClr val="FFFFFF"/>
                    </a:solidFill>
                  </a14:hiddenFill>
                </a:ext>
              </a:extLst>
            </p:spPr>
            <p:txBody>
              <a:bodyPr rot="10800000"/>
              <a:lstStyle/>
              <a:p>
                <a:endParaRPr lang="en-US"/>
              </a:p>
            </p:txBody>
          </p:sp>
          <p:sp>
            <p:nvSpPr>
              <p:cNvPr id="61487" name="Freeform 60"/>
              <p:cNvSpPr>
                <a:spLocks/>
              </p:cNvSpPr>
              <p:nvPr/>
            </p:nvSpPr>
            <p:spPr bwMode="auto">
              <a:xfrm flipV="1">
                <a:off x="2424" y="757"/>
                <a:ext cx="896" cy="243"/>
              </a:xfrm>
              <a:custGeom>
                <a:avLst/>
                <a:gdLst>
                  <a:gd name="T0" fmla="*/ 0 w 1032"/>
                  <a:gd name="T1" fmla="*/ 316 h 187"/>
                  <a:gd name="T2" fmla="*/ 266 w 1032"/>
                  <a:gd name="T3" fmla="*/ 45 h 187"/>
                  <a:gd name="T4" fmla="*/ 603 w 1032"/>
                  <a:gd name="T5" fmla="*/ 45 h 187"/>
                  <a:gd name="T6" fmla="*/ 778 w 1032"/>
                  <a:gd name="T7" fmla="*/ 288 h 187"/>
                  <a:gd name="T8" fmla="*/ 0 60000 65536"/>
                  <a:gd name="T9" fmla="*/ 0 60000 65536"/>
                  <a:gd name="T10" fmla="*/ 0 60000 65536"/>
                  <a:gd name="T11" fmla="*/ 0 60000 65536"/>
                  <a:gd name="T12" fmla="*/ 0 w 1032"/>
                  <a:gd name="T13" fmla="*/ 0 h 187"/>
                  <a:gd name="T14" fmla="*/ 1032 w 1032"/>
                  <a:gd name="T15" fmla="*/ 187 h 187"/>
                </a:gdLst>
                <a:ahLst/>
                <a:cxnLst>
                  <a:cxn ang="T8">
                    <a:pos x="T0" y="T1"/>
                  </a:cxn>
                  <a:cxn ang="T9">
                    <a:pos x="T2" y="T3"/>
                  </a:cxn>
                  <a:cxn ang="T10">
                    <a:pos x="T4" y="T5"/>
                  </a:cxn>
                  <a:cxn ang="T11">
                    <a:pos x="T6" y="T7"/>
                  </a:cxn>
                </a:cxnLst>
                <a:rect l="T12" t="T13" r="T14" b="T15"/>
                <a:pathLst>
                  <a:path w="1032" h="187">
                    <a:moveTo>
                      <a:pt x="0" y="187"/>
                    </a:moveTo>
                    <a:cubicBezTo>
                      <a:pt x="110" y="121"/>
                      <a:pt x="219" y="54"/>
                      <a:pt x="352" y="27"/>
                    </a:cubicBezTo>
                    <a:cubicBezTo>
                      <a:pt x="485" y="0"/>
                      <a:pt x="687" y="3"/>
                      <a:pt x="800" y="27"/>
                    </a:cubicBezTo>
                    <a:cubicBezTo>
                      <a:pt x="913" y="51"/>
                      <a:pt x="984" y="141"/>
                      <a:pt x="1032" y="171"/>
                    </a:cubicBezTo>
                  </a:path>
                </a:pathLst>
              </a:custGeom>
              <a:noFill/>
              <a:ln w="19050">
                <a:solidFill>
                  <a:schemeClr val="tx1"/>
                </a:solidFill>
                <a:round/>
                <a:headEnd/>
                <a:tailEnd type="stealth" w="med" len="lg"/>
              </a:ln>
              <a:extLst>
                <a:ext uri="{909E8E84-426E-40DD-AFC4-6F175D3DCCD1}">
                  <a14:hiddenFill xmlns:a14="http://schemas.microsoft.com/office/drawing/2010/main">
                    <a:solidFill>
                      <a:srgbClr val="FFFFFF"/>
                    </a:solidFill>
                  </a14:hiddenFill>
                </a:ext>
              </a:extLst>
            </p:spPr>
            <p:txBody>
              <a:bodyPr rot="10800000"/>
              <a:lstStyle/>
              <a:p>
                <a:endParaRPr lang="en-US"/>
              </a:p>
            </p:txBody>
          </p:sp>
        </p:grpSp>
      </p:grpSp>
    </p:spTree>
    <p:extLst>
      <p:ext uri="{BB962C8B-B14F-4D97-AF65-F5344CB8AC3E}">
        <p14:creationId xmlns:p14="http://schemas.microsoft.com/office/powerpoint/2010/main" val="230348436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9"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62466" name="Group 2"/>
          <p:cNvGrpSpPr>
            <a:grpSpLocks/>
          </p:cNvGrpSpPr>
          <p:nvPr/>
        </p:nvGrpSpPr>
        <p:grpSpPr bwMode="auto">
          <a:xfrm>
            <a:off x="1587500" y="203200"/>
            <a:ext cx="7226300" cy="6464300"/>
            <a:chOff x="40" y="128"/>
            <a:chExt cx="4552" cy="4072"/>
          </a:xfrm>
        </p:grpSpPr>
        <p:sp>
          <p:nvSpPr>
            <p:cNvPr id="62592" name="Rectangle 3"/>
            <p:cNvSpPr>
              <a:spLocks noChangeArrowheads="1"/>
            </p:cNvSpPr>
            <p:nvPr/>
          </p:nvSpPr>
          <p:spPr bwMode="auto">
            <a:xfrm>
              <a:off x="40" y="128"/>
              <a:ext cx="4552" cy="4072"/>
            </a:xfrm>
            <a:prstGeom prst="rect">
              <a:avLst/>
            </a:prstGeom>
            <a:solidFill>
              <a:srgbClr val="CDE1FF"/>
            </a:solidFill>
            <a:ln>
              <a:noFill/>
            </a:ln>
            <a:extLst>
              <a:ext uri="{91240B29-F687-4F45-9708-019B960494DF}">
                <a14:hiddenLine xmlns:a14="http://schemas.microsoft.com/office/drawing/2010/main" w="38100" algn="ctr">
                  <a:solidFill>
                    <a:srgbClr val="000000"/>
                  </a:solidFill>
                  <a:miter lim="800000"/>
                  <a:headEnd/>
                  <a:tailEnd/>
                </a14:hiddenLine>
              </a:ext>
            </a:extLst>
          </p:spPr>
          <p:txBody>
            <a:bodyPr wrap="none" anchor="ct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endParaRPr lang="en-US" altLang="en-US"/>
            </a:p>
          </p:txBody>
        </p:sp>
        <mc:AlternateContent xmlns:mc="http://schemas.openxmlformats.org/markup-compatibility/2006" xmlns:a14="http://schemas.microsoft.com/office/drawing/2010/main">
          <mc:Choice Requires="a14">
            <p:sp>
              <p:nvSpPr>
                <p:cNvPr id="62593" name="Object 4"/>
                <p:cNvSpPr txBox="1"/>
                <p:nvPr/>
              </p:nvSpPr>
              <p:spPr bwMode="auto">
                <a:xfrm>
                  <a:off x="4052" y="211"/>
                  <a:ext cx="459" cy="258"/>
                </a:xfrm>
                <a:prstGeom prst="rect">
                  <a:avLst/>
                </a:prstGeom>
                <a:solidFill>
                  <a:schemeClr val="bg1"/>
                </a:solidFill>
                <a:ln>
                  <a:noFill/>
                </a:ln>
                <a:effectLst/>
              </p:spPr>
              <p:txBody>
                <a:bodyPr>
                  <a:normAutofit/>
                </a:bodyPr>
                <a:lstStyle/>
                <a:p>
                  <a:pPr/>
                  <a14:m>
                    <m:oMathPara xmlns:m="http://schemas.openxmlformats.org/officeDocument/2006/math">
                      <m:oMathParaPr>
                        <m:jc m:val="left"/>
                      </m:oMathParaPr>
                      <m:oMath>
                        <m:r>
                          <a:rPr lang="en-US" i="1">
                            <a:latin typeface="Cambria Math" panose="02040503050406030204" pitchFamily="18" charset="0"/>
                          </a:rPr>
                          <m:t>𝐹</m:t>
                        </m:r>
                        <m:r>
                          <a:rPr lang="en-US" i="1">
                            <a:latin typeface="Cambria Math" panose="02040503050406030204" pitchFamily="18" charset="0"/>
                          </a:rPr>
                          <m:t>(</m:t>
                        </m:r>
                        <m:sSub>
                          <m:sSubPr>
                            <m:ctrlPr>
                              <a:rPr lang="en-US" i="1">
                                <a:latin typeface="Cambria Math" panose="02040503050406030204" pitchFamily="18" charset="0"/>
                              </a:rPr>
                            </m:ctrlPr>
                          </m:sSubPr>
                          <m:e>
                            <m:r>
                              <a:rPr lang="en-US" i="1">
                                <a:latin typeface="Cambria Math" panose="02040503050406030204" pitchFamily="18" charset="0"/>
                              </a:rPr>
                              <m:t>𝑅</m:t>
                            </m:r>
                          </m:e>
                          <m:sub>
                            <m:r>
                              <a:rPr lang="en-US" i="1">
                                <a:latin typeface="Cambria Math" panose="02040503050406030204" pitchFamily="18" charset="0"/>
                              </a:rPr>
                              <m:t>𝑡</m:t>
                            </m:r>
                          </m:sub>
                        </m:sSub>
                        <m:r>
                          <a:rPr lang="en-US" i="1">
                            <a:latin typeface="Cambria Math" panose="02040503050406030204" pitchFamily="18" charset="0"/>
                          </a:rPr>
                          <m:t>)</m:t>
                        </m:r>
                      </m:oMath>
                    </m:oMathPara>
                  </a14:m>
                  <a:endParaRPr lang="en-US"/>
                </a:p>
              </p:txBody>
            </p:sp>
          </mc:Choice>
          <mc:Fallback xmlns="">
            <p:sp>
              <p:nvSpPr>
                <p:cNvPr id="62593" name="Object 4"/>
                <p:cNvSpPr txBox="1">
                  <a:spLocks noRot="1" noChangeAspect="1" noMove="1" noResize="1" noEditPoints="1" noAdjustHandles="1" noChangeArrowheads="1" noChangeShapeType="1" noTextEdit="1"/>
                </p:cNvSpPr>
                <p:nvPr/>
              </p:nvSpPr>
              <p:spPr bwMode="auto">
                <a:xfrm>
                  <a:off x="4052" y="211"/>
                  <a:ext cx="459" cy="258"/>
                </a:xfrm>
                <a:prstGeom prst="rect">
                  <a:avLst/>
                </a:prstGeom>
                <a:blipFill>
                  <a:blip r:embed="rId3"/>
                  <a:stretch>
                    <a:fillRect r="-5833" b="-2985"/>
                  </a:stretch>
                </a:blipFill>
                <a:ln>
                  <a:noFill/>
                </a:ln>
                <a:effectLst/>
              </p:spPr>
              <p:txBody>
                <a:bodyPr/>
                <a:lstStyle/>
                <a:p>
                  <a:r>
                    <a:rPr lang="en-US">
                      <a:noFill/>
                    </a:rPr>
                    <a:t> </a:t>
                  </a:r>
                </a:p>
              </p:txBody>
            </p:sp>
          </mc:Fallback>
        </mc:AlternateContent>
      </p:grpSp>
      <p:grpSp>
        <p:nvGrpSpPr>
          <p:cNvPr id="62467" name="Group 5"/>
          <p:cNvGrpSpPr>
            <a:grpSpLocks/>
          </p:cNvGrpSpPr>
          <p:nvPr/>
        </p:nvGrpSpPr>
        <p:grpSpPr bwMode="auto">
          <a:xfrm>
            <a:off x="3082926" y="863600"/>
            <a:ext cx="790575" cy="1409700"/>
            <a:chOff x="430" y="656"/>
            <a:chExt cx="498" cy="888"/>
          </a:xfrm>
        </p:grpSpPr>
        <p:sp>
          <p:nvSpPr>
            <p:cNvPr id="62586" name="Rectangle 6"/>
            <p:cNvSpPr>
              <a:spLocks noChangeArrowheads="1"/>
            </p:cNvSpPr>
            <p:nvPr/>
          </p:nvSpPr>
          <p:spPr bwMode="auto">
            <a:xfrm>
              <a:off x="432" y="656"/>
              <a:ext cx="496" cy="224"/>
            </a:xfrm>
            <a:prstGeom prst="rect">
              <a:avLst/>
            </a:prstGeom>
            <a:noFill/>
            <a:ln w="19050">
              <a:solidFill>
                <a:schemeClr val="tx1"/>
              </a:solidFill>
              <a:miter lim="800000"/>
              <a:headEnd/>
              <a:tailEnd type="none" w="med" len="lg"/>
            </a:ln>
            <a:extLst>
              <a:ext uri="{909E8E84-426E-40DD-AFC4-6F175D3DCCD1}">
                <a14:hiddenFill xmlns:a14="http://schemas.microsoft.com/office/drawing/2010/main">
                  <a:solidFill>
                    <a:srgbClr val="FFFFFF"/>
                  </a:solidFill>
                </a14:hiddenFill>
              </a:ext>
            </a:extLst>
          </p:spPr>
          <p:txBody>
            <a:bodyPr wrap="none" anchor="ct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endParaRPr lang="en-US" altLang="en-US"/>
            </a:p>
          </p:txBody>
        </p:sp>
        <p:sp>
          <p:nvSpPr>
            <p:cNvPr id="62587" name="Text Box 7"/>
            <p:cNvSpPr txBox="1">
              <a:spLocks noChangeArrowheads="1"/>
            </p:cNvSpPr>
            <p:nvPr/>
          </p:nvSpPr>
          <p:spPr bwMode="auto">
            <a:xfrm>
              <a:off x="430" y="656"/>
              <a:ext cx="422"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type="none" w="med" len="lg"/>
                </a14:hiddenLine>
              </a:ext>
            </a:extLst>
          </p:spPr>
          <p:txBody>
            <a:bodyPr wrap="none">
              <a:spAutoFit/>
            </a:bodyP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pPr algn="l" eaLnBrk="1" hangingPunct="1"/>
              <a:r>
                <a:rPr lang="en-US" altLang="en-US" i="0">
                  <a:cs typeface="Arial" panose="020B0604020202020204" pitchFamily="34" charset="0"/>
                </a:rPr>
                <a:t>AB+,0</a:t>
              </a:r>
            </a:p>
          </p:txBody>
        </p:sp>
        <p:sp>
          <p:nvSpPr>
            <p:cNvPr id="62588" name="Rectangle 8"/>
            <p:cNvSpPr>
              <a:spLocks noChangeArrowheads="1"/>
            </p:cNvSpPr>
            <p:nvPr/>
          </p:nvSpPr>
          <p:spPr bwMode="auto">
            <a:xfrm>
              <a:off x="432" y="984"/>
              <a:ext cx="496" cy="224"/>
            </a:xfrm>
            <a:prstGeom prst="rect">
              <a:avLst/>
            </a:prstGeom>
            <a:noFill/>
            <a:ln w="19050">
              <a:solidFill>
                <a:schemeClr val="tx1"/>
              </a:solidFill>
              <a:miter lim="800000"/>
              <a:headEnd/>
              <a:tailEnd type="none" w="med" len="lg"/>
            </a:ln>
            <a:extLst>
              <a:ext uri="{909E8E84-426E-40DD-AFC4-6F175D3DCCD1}">
                <a14:hiddenFill xmlns:a14="http://schemas.microsoft.com/office/drawing/2010/main">
                  <a:solidFill>
                    <a:srgbClr val="FFFFFF"/>
                  </a:solidFill>
                </a14:hiddenFill>
              </a:ext>
            </a:extLst>
          </p:spPr>
          <p:txBody>
            <a:bodyPr wrap="none" anchor="ct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endParaRPr lang="en-US" altLang="en-US"/>
            </a:p>
          </p:txBody>
        </p:sp>
        <p:sp>
          <p:nvSpPr>
            <p:cNvPr id="62589" name="Text Box 9"/>
            <p:cNvSpPr txBox="1">
              <a:spLocks noChangeArrowheads="1"/>
            </p:cNvSpPr>
            <p:nvPr/>
          </p:nvSpPr>
          <p:spPr bwMode="auto">
            <a:xfrm>
              <a:off x="434" y="984"/>
              <a:ext cx="422"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type="none" w="med" len="lg"/>
                </a14:hiddenLine>
              </a:ext>
            </a:extLst>
          </p:spPr>
          <p:txBody>
            <a:bodyPr wrap="none">
              <a:spAutoFit/>
            </a:bodyP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pPr algn="l" eaLnBrk="1" hangingPunct="1"/>
              <a:r>
                <a:rPr lang="en-US" altLang="en-US" i="0">
                  <a:cs typeface="Arial" panose="020B0604020202020204" pitchFamily="34" charset="0"/>
                </a:rPr>
                <a:t>AB+,1</a:t>
              </a:r>
            </a:p>
          </p:txBody>
        </p:sp>
        <p:sp>
          <p:nvSpPr>
            <p:cNvPr id="62590" name="Rectangle 10"/>
            <p:cNvSpPr>
              <a:spLocks noChangeArrowheads="1"/>
            </p:cNvSpPr>
            <p:nvPr/>
          </p:nvSpPr>
          <p:spPr bwMode="auto">
            <a:xfrm>
              <a:off x="432" y="1320"/>
              <a:ext cx="496" cy="224"/>
            </a:xfrm>
            <a:prstGeom prst="rect">
              <a:avLst/>
            </a:prstGeom>
            <a:noFill/>
            <a:ln w="19050">
              <a:solidFill>
                <a:schemeClr val="tx1"/>
              </a:solidFill>
              <a:miter lim="800000"/>
              <a:headEnd/>
              <a:tailEnd type="none" w="med" len="lg"/>
            </a:ln>
            <a:extLst>
              <a:ext uri="{909E8E84-426E-40DD-AFC4-6F175D3DCCD1}">
                <a14:hiddenFill xmlns:a14="http://schemas.microsoft.com/office/drawing/2010/main">
                  <a:solidFill>
                    <a:srgbClr val="FFFFFF"/>
                  </a:solidFill>
                </a14:hiddenFill>
              </a:ext>
            </a:extLst>
          </p:spPr>
          <p:txBody>
            <a:bodyPr wrap="none" anchor="ct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endParaRPr lang="en-US" altLang="en-US"/>
            </a:p>
          </p:txBody>
        </p:sp>
        <p:sp>
          <p:nvSpPr>
            <p:cNvPr id="62591" name="Text Box 11"/>
            <p:cNvSpPr txBox="1">
              <a:spLocks noChangeArrowheads="1"/>
            </p:cNvSpPr>
            <p:nvPr/>
          </p:nvSpPr>
          <p:spPr bwMode="auto">
            <a:xfrm>
              <a:off x="430" y="1320"/>
              <a:ext cx="422"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type="none" w="med" len="lg"/>
                </a14:hiddenLine>
              </a:ext>
            </a:extLst>
          </p:spPr>
          <p:txBody>
            <a:bodyPr wrap="none">
              <a:spAutoFit/>
            </a:bodyP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pPr algn="l" eaLnBrk="1" hangingPunct="1"/>
              <a:r>
                <a:rPr lang="en-US" altLang="en-US" i="0">
                  <a:cs typeface="Arial" panose="020B0604020202020204" pitchFamily="34" charset="0"/>
                </a:rPr>
                <a:t>AB+,2</a:t>
              </a:r>
            </a:p>
          </p:txBody>
        </p:sp>
      </p:grpSp>
      <p:sp>
        <p:nvSpPr>
          <p:cNvPr id="62468" name="Rectangle 12"/>
          <p:cNvSpPr>
            <a:spLocks noChangeArrowheads="1"/>
          </p:cNvSpPr>
          <p:nvPr/>
        </p:nvSpPr>
        <p:spPr bwMode="auto">
          <a:xfrm>
            <a:off x="5454650" y="6003925"/>
            <a:ext cx="584200" cy="508000"/>
          </a:xfrm>
          <a:prstGeom prst="rect">
            <a:avLst/>
          </a:prstGeom>
          <a:noFill/>
          <a:ln w="57150" cmpd="thinThick">
            <a:solidFill>
              <a:schemeClr val="tx1"/>
            </a:solidFill>
            <a:miter lim="800000"/>
            <a:headEnd/>
            <a:tailEnd type="none" w="med" len="lg"/>
          </a:ln>
          <a:extLst>
            <a:ext uri="{909E8E84-426E-40DD-AFC4-6F175D3DCCD1}">
              <a14:hiddenFill xmlns:a14="http://schemas.microsoft.com/office/drawing/2010/main">
                <a:solidFill>
                  <a:srgbClr val="FFFFFF"/>
                </a:solidFill>
              </a14:hiddenFill>
            </a:ext>
          </a:extLst>
        </p:spPr>
        <p:txBody>
          <a:bodyPr wrap="none" anchor="ct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endParaRPr lang="en-US" altLang="en-US"/>
          </a:p>
        </p:txBody>
      </p:sp>
      <p:cxnSp>
        <p:nvCxnSpPr>
          <p:cNvPr id="62469" name="AutoShape 13"/>
          <p:cNvCxnSpPr>
            <a:cxnSpLocks noChangeShapeType="1"/>
            <a:stCxn id="62586" idx="3"/>
            <a:endCxn id="62532" idx="1"/>
          </p:cNvCxnSpPr>
          <p:nvPr/>
        </p:nvCxnSpPr>
        <p:spPr bwMode="auto">
          <a:xfrm>
            <a:off x="3873501" y="1041400"/>
            <a:ext cx="1590675" cy="490538"/>
          </a:xfrm>
          <a:prstGeom prst="straightConnector1">
            <a:avLst/>
          </a:prstGeom>
          <a:noFill/>
          <a:ln w="19050">
            <a:solidFill>
              <a:schemeClr val="tx1"/>
            </a:solidFill>
            <a:prstDash val="sysDot"/>
            <a:round/>
            <a:headEnd/>
            <a:tailEnd type="stealth" w="med" len="lg"/>
          </a:ln>
          <a:extLst>
            <a:ext uri="{909E8E84-426E-40DD-AFC4-6F175D3DCCD1}">
              <a14:hiddenFill xmlns:a14="http://schemas.microsoft.com/office/drawing/2010/main">
                <a:noFill/>
              </a14:hiddenFill>
            </a:ext>
          </a:extLst>
        </p:spPr>
      </p:cxnSp>
      <p:cxnSp>
        <p:nvCxnSpPr>
          <p:cNvPr id="62470" name="AutoShape 14"/>
          <p:cNvCxnSpPr>
            <a:cxnSpLocks noChangeShapeType="1"/>
            <a:stCxn id="62588" idx="3"/>
            <a:endCxn id="62534" idx="1"/>
          </p:cNvCxnSpPr>
          <p:nvPr/>
        </p:nvCxnSpPr>
        <p:spPr bwMode="auto">
          <a:xfrm>
            <a:off x="3873501" y="1562100"/>
            <a:ext cx="1584325" cy="503238"/>
          </a:xfrm>
          <a:prstGeom prst="straightConnector1">
            <a:avLst/>
          </a:prstGeom>
          <a:noFill/>
          <a:ln w="19050">
            <a:solidFill>
              <a:schemeClr val="tx1"/>
            </a:solidFill>
            <a:prstDash val="sysDot"/>
            <a:round/>
            <a:headEnd/>
            <a:tailEnd type="stealth" w="med" len="lg"/>
          </a:ln>
          <a:extLst>
            <a:ext uri="{909E8E84-426E-40DD-AFC4-6F175D3DCCD1}">
              <a14:hiddenFill xmlns:a14="http://schemas.microsoft.com/office/drawing/2010/main">
                <a:noFill/>
              </a14:hiddenFill>
            </a:ext>
          </a:extLst>
        </p:spPr>
      </p:cxnSp>
      <p:cxnSp>
        <p:nvCxnSpPr>
          <p:cNvPr id="62471" name="AutoShape 15"/>
          <p:cNvCxnSpPr>
            <a:cxnSpLocks noChangeShapeType="1"/>
            <a:stCxn id="62590" idx="3"/>
            <a:endCxn id="62537" idx="1"/>
          </p:cNvCxnSpPr>
          <p:nvPr/>
        </p:nvCxnSpPr>
        <p:spPr bwMode="auto">
          <a:xfrm>
            <a:off x="3873501" y="2095500"/>
            <a:ext cx="1577973" cy="490538"/>
          </a:xfrm>
          <a:prstGeom prst="straightConnector1">
            <a:avLst/>
          </a:prstGeom>
          <a:noFill/>
          <a:ln w="19050">
            <a:solidFill>
              <a:schemeClr val="tx1"/>
            </a:solidFill>
            <a:prstDash val="sysDot"/>
            <a:round/>
            <a:headEnd/>
            <a:tailEnd type="stealth" w="med" len="lg"/>
          </a:ln>
          <a:extLst>
            <a:ext uri="{909E8E84-426E-40DD-AFC4-6F175D3DCCD1}">
              <a14:hiddenFill xmlns:a14="http://schemas.microsoft.com/office/drawing/2010/main">
                <a:noFill/>
              </a14:hiddenFill>
            </a:ext>
          </a:extLst>
        </p:spPr>
      </p:cxnSp>
      <p:cxnSp>
        <p:nvCxnSpPr>
          <p:cNvPr id="62472" name="AutoShape 16"/>
          <p:cNvCxnSpPr>
            <a:cxnSpLocks noChangeShapeType="1"/>
            <a:endCxn id="62523" idx="1"/>
          </p:cNvCxnSpPr>
          <p:nvPr/>
        </p:nvCxnSpPr>
        <p:spPr bwMode="auto">
          <a:xfrm>
            <a:off x="3883025" y="3162300"/>
            <a:ext cx="1581150" cy="1017588"/>
          </a:xfrm>
          <a:prstGeom prst="straightConnector1">
            <a:avLst/>
          </a:prstGeom>
          <a:noFill/>
          <a:ln w="19050">
            <a:solidFill>
              <a:schemeClr val="tx1"/>
            </a:solidFill>
            <a:prstDash val="sysDot"/>
            <a:round/>
            <a:headEnd/>
            <a:tailEnd type="stealth" w="med" len="lg"/>
          </a:ln>
          <a:extLst>
            <a:ext uri="{909E8E84-426E-40DD-AFC4-6F175D3DCCD1}">
              <a14:hiddenFill xmlns:a14="http://schemas.microsoft.com/office/drawing/2010/main">
                <a:noFill/>
              </a14:hiddenFill>
            </a:ext>
          </a:extLst>
        </p:spPr>
      </p:cxnSp>
      <p:cxnSp>
        <p:nvCxnSpPr>
          <p:cNvPr id="62473" name="AutoShape 17"/>
          <p:cNvCxnSpPr>
            <a:cxnSpLocks noChangeShapeType="1"/>
            <a:endCxn id="62525" idx="1"/>
          </p:cNvCxnSpPr>
          <p:nvPr/>
        </p:nvCxnSpPr>
        <p:spPr bwMode="auto">
          <a:xfrm>
            <a:off x="3883025" y="3683000"/>
            <a:ext cx="1574800" cy="1030288"/>
          </a:xfrm>
          <a:prstGeom prst="straightConnector1">
            <a:avLst/>
          </a:prstGeom>
          <a:noFill/>
          <a:ln w="19050">
            <a:solidFill>
              <a:schemeClr val="tx1"/>
            </a:solidFill>
            <a:prstDash val="sysDot"/>
            <a:round/>
            <a:headEnd/>
            <a:tailEnd type="stealth" w="med" len="lg"/>
          </a:ln>
          <a:extLst>
            <a:ext uri="{909E8E84-426E-40DD-AFC4-6F175D3DCCD1}">
              <a14:hiddenFill xmlns:a14="http://schemas.microsoft.com/office/drawing/2010/main">
                <a:noFill/>
              </a14:hiddenFill>
            </a:ext>
          </a:extLst>
        </p:spPr>
      </p:cxnSp>
      <p:cxnSp>
        <p:nvCxnSpPr>
          <p:cNvPr id="62474" name="AutoShape 18"/>
          <p:cNvCxnSpPr>
            <a:cxnSpLocks noChangeShapeType="1"/>
            <a:endCxn id="62528" idx="1"/>
          </p:cNvCxnSpPr>
          <p:nvPr/>
        </p:nvCxnSpPr>
        <p:spPr bwMode="auto">
          <a:xfrm>
            <a:off x="3883025" y="4229100"/>
            <a:ext cx="1568450" cy="1004888"/>
          </a:xfrm>
          <a:prstGeom prst="straightConnector1">
            <a:avLst/>
          </a:prstGeom>
          <a:noFill/>
          <a:ln w="19050">
            <a:solidFill>
              <a:schemeClr val="tx1"/>
            </a:solidFill>
            <a:prstDash val="sysDot"/>
            <a:round/>
            <a:headEnd/>
            <a:tailEnd type="stealth" w="med" len="lg"/>
          </a:ln>
          <a:extLst>
            <a:ext uri="{909E8E84-426E-40DD-AFC4-6F175D3DCCD1}">
              <a14:hiddenFill xmlns:a14="http://schemas.microsoft.com/office/drawing/2010/main">
                <a:noFill/>
              </a14:hiddenFill>
            </a:ext>
          </a:extLst>
        </p:spPr>
      </p:cxnSp>
      <p:cxnSp>
        <p:nvCxnSpPr>
          <p:cNvPr id="62475" name="AutoShape 19"/>
          <p:cNvCxnSpPr>
            <a:cxnSpLocks noChangeShapeType="1"/>
            <a:stCxn id="62586" idx="3"/>
            <a:endCxn id="62468" idx="1"/>
          </p:cNvCxnSpPr>
          <p:nvPr/>
        </p:nvCxnSpPr>
        <p:spPr bwMode="auto">
          <a:xfrm>
            <a:off x="3883025" y="1041401"/>
            <a:ext cx="1543050" cy="5216525"/>
          </a:xfrm>
          <a:prstGeom prst="straightConnector1">
            <a:avLst/>
          </a:prstGeom>
          <a:noFill/>
          <a:ln w="19050">
            <a:solidFill>
              <a:schemeClr val="tx1"/>
            </a:solidFill>
            <a:round/>
            <a:headEnd/>
            <a:tailEnd type="stealth" w="med" len="lg"/>
          </a:ln>
          <a:extLst>
            <a:ext uri="{909E8E84-426E-40DD-AFC4-6F175D3DCCD1}">
              <a14:hiddenFill xmlns:a14="http://schemas.microsoft.com/office/drawing/2010/main">
                <a:noFill/>
              </a14:hiddenFill>
            </a:ext>
          </a:extLst>
        </p:spPr>
      </p:cxnSp>
      <p:cxnSp>
        <p:nvCxnSpPr>
          <p:cNvPr id="62476" name="AutoShape 20"/>
          <p:cNvCxnSpPr>
            <a:cxnSpLocks noChangeShapeType="1"/>
            <a:stCxn id="62588" idx="3"/>
            <a:endCxn id="62468" idx="1"/>
          </p:cNvCxnSpPr>
          <p:nvPr/>
        </p:nvCxnSpPr>
        <p:spPr bwMode="auto">
          <a:xfrm>
            <a:off x="3883025" y="1562101"/>
            <a:ext cx="1543050" cy="4695825"/>
          </a:xfrm>
          <a:prstGeom prst="straightConnector1">
            <a:avLst/>
          </a:prstGeom>
          <a:noFill/>
          <a:ln w="19050">
            <a:solidFill>
              <a:schemeClr val="tx1"/>
            </a:solidFill>
            <a:round/>
            <a:headEnd/>
            <a:tailEnd type="stealth" w="med" len="lg"/>
          </a:ln>
          <a:extLst>
            <a:ext uri="{909E8E84-426E-40DD-AFC4-6F175D3DCCD1}">
              <a14:hiddenFill xmlns:a14="http://schemas.microsoft.com/office/drawing/2010/main">
                <a:noFill/>
              </a14:hiddenFill>
            </a:ext>
          </a:extLst>
        </p:spPr>
      </p:cxnSp>
      <p:cxnSp>
        <p:nvCxnSpPr>
          <p:cNvPr id="62477" name="AutoShape 21"/>
          <p:cNvCxnSpPr>
            <a:cxnSpLocks noChangeShapeType="1"/>
            <a:stCxn id="62590" idx="3"/>
            <a:endCxn id="62468" idx="1"/>
          </p:cNvCxnSpPr>
          <p:nvPr/>
        </p:nvCxnSpPr>
        <p:spPr bwMode="auto">
          <a:xfrm>
            <a:off x="3883025" y="2095501"/>
            <a:ext cx="1543050" cy="4162425"/>
          </a:xfrm>
          <a:prstGeom prst="straightConnector1">
            <a:avLst/>
          </a:prstGeom>
          <a:noFill/>
          <a:ln w="19050">
            <a:solidFill>
              <a:schemeClr val="tx1"/>
            </a:solidFill>
            <a:round/>
            <a:headEnd/>
            <a:tailEnd type="stealth" w="med" len="lg"/>
          </a:ln>
          <a:extLst>
            <a:ext uri="{909E8E84-426E-40DD-AFC4-6F175D3DCCD1}">
              <a14:hiddenFill xmlns:a14="http://schemas.microsoft.com/office/drawing/2010/main">
                <a:noFill/>
              </a14:hiddenFill>
            </a:ext>
          </a:extLst>
        </p:spPr>
      </p:cxnSp>
      <p:cxnSp>
        <p:nvCxnSpPr>
          <p:cNvPr id="62478" name="AutoShape 22"/>
          <p:cNvCxnSpPr>
            <a:cxnSpLocks noChangeShapeType="1"/>
            <a:stCxn id="62491" idx="3"/>
            <a:endCxn id="62468" idx="1"/>
          </p:cNvCxnSpPr>
          <p:nvPr/>
        </p:nvCxnSpPr>
        <p:spPr bwMode="auto">
          <a:xfrm>
            <a:off x="3883025" y="3155951"/>
            <a:ext cx="1543050" cy="3101975"/>
          </a:xfrm>
          <a:prstGeom prst="straightConnector1">
            <a:avLst/>
          </a:prstGeom>
          <a:noFill/>
          <a:ln w="19050">
            <a:solidFill>
              <a:schemeClr val="tx1"/>
            </a:solidFill>
            <a:round/>
            <a:headEnd/>
            <a:tailEnd type="stealth" w="med" len="lg"/>
          </a:ln>
          <a:extLst>
            <a:ext uri="{909E8E84-426E-40DD-AFC4-6F175D3DCCD1}">
              <a14:hiddenFill xmlns:a14="http://schemas.microsoft.com/office/drawing/2010/main">
                <a:noFill/>
              </a14:hiddenFill>
            </a:ext>
          </a:extLst>
        </p:spPr>
      </p:cxnSp>
      <p:cxnSp>
        <p:nvCxnSpPr>
          <p:cNvPr id="62479" name="AutoShape 23"/>
          <p:cNvCxnSpPr>
            <a:cxnSpLocks noChangeShapeType="1"/>
            <a:stCxn id="62493" idx="3"/>
            <a:endCxn id="62468" idx="1"/>
          </p:cNvCxnSpPr>
          <p:nvPr/>
        </p:nvCxnSpPr>
        <p:spPr bwMode="auto">
          <a:xfrm>
            <a:off x="3883025" y="3676651"/>
            <a:ext cx="1543050" cy="2581275"/>
          </a:xfrm>
          <a:prstGeom prst="straightConnector1">
            <a:avLst/>
          </a:prstGeom>
          <a:noFill/>
          <a:ln w="19050">
            <a:solidFill>
              <a:schemeClr val="tx1"/>
            </a:solidFill>
            <a:round/>
            <a:headEnd/>
            <a:tailEnd type="stealth" w="med" len="lg"/>
          </a:ln>
          <a:extLst>
            <a:ext uri="{909E8E84-426E-40DD-AFC4-6F175D3DCCD1}">
              <a14:hiddenFill xmlns:a14="http://schemas.microsoft.com/office/drawing/2010/main">
                <a:noFill/>
              </a14:hiddenFill>
            </a:ext>
          </a:extLst>
        </p:spPr>
      </p:cxnSp>
      <mc:AlternateContent xmlns:mc="http://schemas.openxmlformats.org/markup-compatibility/2006" xmlns:a14="http://schemas.microsoft.com/office/drawing/2010/main">
        <mc:Choice Requires="a14">
          <p:sp>
            <p:nvSpPr>
              <p:cNvPr id="62480" name="Object 24"/>
              <p:cNvSpPr txBox="1"/>
              <p:nvPr/>
            </p:nvSpPr>
            <p:spPr bwMode="auto">
              <a:xfrm>
                <a:off x="3409950" y="195263"/>
                <a:ext cx="381000" cy="482600"/>
              </a:xfrm>
              <a:prstGeom prst="rect">
                <a:avLst/>
              </a:prstGeom>
              <a:noFill/>
              <a:ln>
                <a:noFill/>
              </a:ln>
              <a:effectLst/>
            </p:spPr>
            <p:txBody>
              <a:bodyPr>
                <a:normAutofit/>
              </a:bodyPr>
              <a:lstStyle/>
              <a:p>
                <a:pPr/>
                <a14:m>
                  <m:oMathPara xmlns:m="http://schemas.openxmlformats.org/officeDocument/2006/math">
                    <m:oMathParaPr>
                      <m:jc m:val="left"/>
                    </m:oMathParaPr>
                    <m:oMath>
                      <m:sSub>
                        <m:sSubPr>
                          <m:ctrlPr>
                            <a:rPr lang="en-US" sz="2000" i="1">
                              <a:latin typeface="Cambria Math" panose="02040503050406030204" pitchFamily="18" charset="0"/>
                            </a:rPr>
                          </m:ctrlPr>
                        </m:sSubPr>
                        <m:e>
                          <m:r>
                            <a:rPr lang="en-US" sz="2000" i="1">
                              <a:latin typeface="Cambria Math" panose="02040503050406030204" pitchFamily="18" charset="0"/>
                            </a:rPr>
                            <m:t>𝑅</m:t>
                          </m:r>
                        </m:e>
                        <m:sub>
                          <m:r>
                            <a:rPr lang="en-US" sz="2000" i="1">
                              <a:latin typeface="Cambria Math" panose="02040503050406030204" pitchFamily="18" charset="0"/>
                            </a:rPr>
                            <m:t>𝑡</m:t>
                          </m:r>
                        </m:sub>
                      </m:sSub>
                    </m:oMath>
                  </m:oMathPara>
                </a14:m>
                <a:endParaRPr lang="en-US" sz="2000" dirty="0"/>
              </a:p>
            </p:txBody>
          </p:sp>
        </mc:Choice>
        <mc:Fallback xmlns="">
          <p:sp>
            <p:nvSpPr>
              <p:cNvPr id="62480" name="Object 24"/>
              <p:cNvSpPr txBox="1">
                <a:spLocks noRot="1" noChangeAspect="1" noMove="1" noResize="1" noEditPoints="1" noAdjustHandles="1" noChangeArrowheads="1" noChangeShapeType="1" noTextEdit="1"/>
              </p:cNvSpPr>
              <p:nvPr/>
            </p:nvSpPr>
            <p:spPr bwMode="auto">
              <a:xfrm>
                <a:off x="3409950" y="195263"/>
                <a:ext cx="381000" cy="482600"/>
              </a:xfrm>
              <a:prstGeom prst="rect">
                <a:avLst/>
              </a:prstGeom>
              <a:blipFill>
                <a:blip r:embed="rId4"/>
                <a:stretch>
                  <a:fillRect r="-1587"/>
                </a:stretch>
              </a:blipFill>
              <a:ln>
                <a:noFill/>
              </a:ln>
              <a:effectLst/>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62481" name="Object 25"/>
              <p:cNvSpPr txBox="1"/>
              <p:nvPr/>
            </p:nvSpPr>
            <p:spPr bwMode="auto">
              <a:xfrm>
                <a:off x="5772150" y="195263"/>
                <a:ext cx="406400" cy="482600"/>
              </a:xfrm>
              <a:prstGeom prst="rect">
                <a:avLst/>
              </a:prstGeom>
              <a:noFill/>
              <a:ln>
                <a:noFill/>
              </a:ln>
              <a:effectLst/>
            </p:spPr>
            <p:txBody>
              <a:bodyPr>
                <a:normAutofit/>
              </a:bodyPr>
              <a:lstStyle/>
              <a:p>
                <a:pPr/>
                <a14:m>
                  <m:oMathPara xmlns:m="http://schemas.openxmlformats.org/officeDocument/2006/math">
                    <m:oMathParaPr>
                      <m:jc m:val="left"/>
                    </m:oMathParaPr>
                    <m:oMath>
                      <m:sSubSup>
                        <m:sSubSupPr>
                          <m:ctrlPr>
                            <a:rPr lang="en-US" sz="2000" i="1">
                              <a:latin typeface="Cambria Math" panose="02040503050406030204" pitchFamily="18" charset="0"/>
                            </a:rPr>
                          </m:ctrlPr>
                        </m:sSubSupPr>
                        <m:e>
                          <m:r>
                            <a:rPr lang="en-US" sz="2000" i="1">
                              <a:latin typeface="Cambria Math" panose="02040503050406030204" pitchFamily="18" charset="0"/>
                            </a:rPr>
                            <m:t>𝑅</m:t>
                          </m:r>
                        </m:e>
                        <m:sub>
                          <m:r>
                            <a:rPr lang="en-US" sz="2000" i="1">
                              <a:latin typeface="Cambria Math" panose="02040503050406030204" pitchFamily="18" charset="0"/>
                            </a:rPr>
                            <m:t>𝑡</m:t>
                          </m:r>
                        </m:sub>
                        <m:sup>
                          <m:r>
                            <a:rPr lang="en-US" sz="2000" i="1">
                              <a:latin typeface="Cambria Math" panose="02040503050406030204" pitchFamily="18" charset="0"/>
                            </a:rPr>
                            <m:t>𝑥</m:t>
                          </m:r>
                        </m:sup>
                      </m:sSubSup>
                    </m:oMath>
                  </m:oMathPara>
                </a14:m>
                <a:endParaRPr lang="en-US" sz="2000"/>
              </a:p>
            </p:txBody>
          </p:sp>
        </mc:Choice>
        <mc:Fallback xmlns="">
          <p:sp>
            <p:nvSpPr>
              <p:cNvPr id="62481" name="Object 25"/>
              <p:cNvSpPr txBox="1">
                <a:spLocks noRot="1" noChangeAspect="1" noMove="1" noResize="1" noEditPoints="1" noAdjustHandles="1" noChangeArrowheads="1" noChangeShapeType="1" noTextEdit="1"/>
              </p:cNvSpPr>
              <p:nvPr/>
            </p:nvSpPr>
            <p:spPr bwMode="auto">
              <a:xfrm>
                <a:off x="5772150" y="195263"/>
                <a:ext cx="406400" cy="482600"/>
              </a:xfrm>
              <a:prstGeom prst="rect">
                <a:avLst/>
              </a:prstGeom>
              <a:blipFill>
                <a:blip r:embed="rId5"/>
                <a:stretch>
                  <a:fillRect r="-4478"/>
                </a:stretch>
              </a:blipFill>
              <a:ln>
                <a:noFill/>
              </a:ln>
              <a:effectLst/>
            </p:spPr>
            <p:txBody>
              <a:bodyPr/>
              <a:lstStyle/>
              <a:p>
                <a:r>
                  <a:rPr lang="en-US">
                    <a:noFill/>
                  </a:rPr>
                  <a:t> </a:t>
                </a:r>
              </a:p>
            </p:txBody>
          </p:sp>
        </mc:Fallback>
      </mc:AlternateContent>
      <p:grpSp>
        <p:nvGrpSpPr>
          <p:cNvPr id="62482" name="Group 26"/>
          <p:cNvGrpSpPr>
            <a:grpSpLocks/>
          </p:cNvGrpSpPr>
          <p:nvPr/>
        </p:nvGrpSpPr>
        <p:grpSpPr bwMode="auto">
          <a:xfrm>
            <a:off x="6248400" y="839788"/>
            <a:ext cx="1543050" cy="392112"/>
            <a:chOff x="2424" y="641"/>
            <a:chExt cx="972" cy="247"/>
          </a:xfrm>
        </p:grpSpPr>
        <p:sp>
          <p:nvSpPr>
            <p:cNvPr id="62580" name="Oval 27"/>
            <p:cNvSpPr>
              <a:spLocks noChangeArrowheads="1"/>
            </p:cNvSpPr>
            <p:nvPr/>
          </p:nvSpPr>
          <p:spPr bwMode="auto">
            <a:xfrm>
              <a:off x="3324" y="728"/>
              <a:ext cx="72" cy="72"/>
            </a:xfrm>
            <a:prstGeom prst="ellipse">
              <a:avLst/>
            </a:prstGeom>
            <a:solidFill>
              <a:schemeClr val="tx1"/>
            </a:solidFill>
            <a:ln w="38100">
              <a:solidFill>
                <a:schemeClr val="tx1"/>
              </a:solidFill>
              <a:round/>
              <a:headEnd/>
              <a:tailEnd type="none" w="med" len="lg"/>
            </a:ln>
          </p:spPr>
          <p:txBody>
            <a:bodyPr wrap="none" anchor="ct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endParaRPr lang="en-US" altLang="en-US"/>
            </a:p>
          </p:txBody>
        </p:sp>
        <p:grpSp>
          <p:nvGrpSpPr>
            <p:cNvPr id="62581" name="Group 28"/>
            <p:cNvGrpSpPr>
              <a:grpSpLocks/>
            </p:cNvGrpSpPr>
            <p:nvPr/>
          </p:nvGrpSpPr>
          <p:grpSpPr bwMode="auto">
            <a:xfrm>
              <a:off x="2424" y="641"/>
              <a:ext cx="912" cy="247"/>
              <a:chOff x="2424" y="501"/>
              <a:chExt cx="912" cy="499"/>
            </a:xfrm>
          </p:grpSpPr>
          <p:sp>
            <p:nvSpPr>
              <p:cNvPr id="62582" name="Freeform 29"/>
              <p:cNvSpPr>
                <a:spLocks/>
              </p:cNvSpPr>
              <p:nvPr/>
            </p:nvSpPr>
            <p:spPr bwMode="auto">
              <a:xfrm>
                <a:off x="2424" y="645"/>
                <a:ext cx="896" cy="107"/>
              </a:xfrm>
              <a:custGeom>
                <a:avLst/>
                <a:gdLst>
                  <a:gd name="T0" fmla="*/ 0 w 1032"/>
                  <a:gd name="T1" fmla="*/ 61 h 187"/>
                  <a:gd name="T2" fmla="*/ 266 w 1032"/>
                  <a:gd name="T3" fmla="*/ 9 h 187"/>
                  <a:gd name="T4" fmla="*/ 603 w 1032"/>
                  <a:gd name="T5" fmla="*/ 9 h 187"/>
                  <a:gd name="T6" fmla="*/ 778 w 1032"/>
                  <a:gd name="T7" fmla="*/ 56 h 187"/>
                  <a:gd name="T8" fmla="*/ 0 60000 65536"/>
                  <a:gd name="T9" fmla="*/ 0 60000 65536"/>
                  <a:gd name="T10" fmla="*/ 0 60000 65536"/>
                  <a:gd name="T11" fmla="*/ 0 60000 65536"/>
                  <a:gd name="T12" fmla="*/ 0 w 1032"/>
                  <a:gd name="T13" fmla="*/ 0 h 187"/>
                  <a:gd name="T14" fmla="*/ 1032 w 1032"/>
                  <a:gd name="T15" fmla="*/ 187 h 187"/>
                </a:gdLst>
                <a:ahLst/>
                <a:cxnLst>
                  <a:cxn ang="T8">
                    <a:pos x="T0" y="T1"/>
                  </a:cxn>
                  <a:cxn ang="T9">
                    <a:pos x="T2" y="T3"/>
                  </a:cxn>
                  <a:cxn ang="T10">
                    <a:pos x="T4" y="T5"/>
                  </a:cxn>
                  <a:cxn ang="T11">
                    <a:pos x="T6" y="T7"/>
                  </a:cxn>
                </a:cxnLst>
                <a:rect l="T12" t="T13" r="T14" b="T15"/>
                <a:pathLst>
                  <a:path w="1032" h="187">
                    <a:moveTo>
                      <a:pt x="0" y="187"/>
                    </a:moveTo>
                    <a:cubicBezTo>
                      <a:pt x="110" y="121"/>
                      <a:pt x="219" y="54"/>
                      <a:pt x="352" y="27"/>
                    </a:cubicBezTo>
                    <a:cubicBezTo>
                      <a:pt x="485" y="0"/>
                      <a:pt x="687" y="3"/>
                      <a:pt x="800" y="27"/>
                    </a:cubicBezTo>
                    <a:cubicBezTo>
                      <a:pt x="913" y="51"/>
                      <a:pt x="984" y="141"/>
                      <a:pt x="1032" y="171"/>
                    </a:cubicBezTo>
                  </a:path>
                </a:pathLst>
              </a:custGeom>
              <a:noFill/>
              <a:ln w="19050">
                <a:solidFill>
                  <a:schemeClr val="tx1"/>
                </a:solidFill>
                <a:round/>
                <a:headEnd/>
                <a:tailEnd type="stealth" w="med" len="lg"/>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2583" name="Freeform 30"/>
              <p:cNvSpPr>
                <a:spLocks/>
              </p:cNvSpPr>
              <p:nvPr/>
            </p:nvSpPr>
            <p:spPr bwMode="auto">
              <a:xfrm>
                <a:off x="2440" y="501"/>
                <a:ext cx="896" cy="243"/>
              </a:xfrm>
              <a:custGeom>
                <a:avLst/>
                <a:gdLst>
                  <a:gd name="T0" fmla="*/ 0 w 1032"/>
                  <a:gd name="T1" fmla="*/ 316 h 187"/>
                  <a:gd name="T2" fmla="*/ 266 w 1032"/>
                  <a:gd name="T3" fmla="*/ 45 h 187"/>
                  <a:gd name="T4" fmla="*/ 603 w 1032"/>
                  <a:gd name="T5" fmla="*/ 45 h 187"/>
                  <a:gd name="T6" fmla="*/ 778 w 1032"/>
                  <a:gd name="T7" fmla="*/ 288 h 187"/>
                  <a:gd name="T8" fmla="*/ 0 60000 65536"/>
                  <a:gd name="T9" fmla="*/ 0 60000 65536"/>
                  <a:gd name="T10" fmla="*/ 0 60000 65536"/>
                  <a:gd name="T11" fmla="*/ 0 60000 65536"/>
                  <a:gd name="T12" fmla="*/ 0 w 1032"/>
                  <a:gd name="T13" fmla="*/ 0 h 187"/>
                  <a:gd name="T14" fmla="*/ 1032 w 1032"/>
                  <a:gd name="T15" fmla="*/ 187 h 187"/>
                </a:gdLst>
                <a:ahLst/>
                <a:cxnLst>
                  <a:cxn ang="T8">
                    <a:pos x="T0" y="T1"/>
                  </a:cxn>
                  <a:cxn ang="T9">
                    <a:pos x="T2" y="T3"/>
                  </a:cxn>
                  <a:cxn ang="T10">
                    <a:pos x="T4" y="T5"/>
                  </a:cxn>
                  <a:cxn ang="T11">
                    <a:pos x="T6" y="T7"/>
                  </a:cxn>
                </a:cxnLst>
                <a:rect l="T12" t="T13" r="T14" b="T15"/>
                <a:pathLst>
                  <a:path w="1032" h="187">
                    <a:moveTo>
                      <a:pt x="0" y="187"/>
                    </a:moveTo>
                    <a:cubicBezTo>
                      <a:pt x="110" y="121"/>
                      <a:pt x="219" y="54"/>
                      <a:pt x="352" y="27"/>
                    </a:cubicBezTo>
                    <a:cubicBezTo>
                      <a:pt x="485" y="0"/>
                      <a:pt x="687" y="3"/>
                      <a:pt x="800" y="27"/>
                    </a:cubicBezTo>
                    <a:cubicBezTo>
                      <a:pt x="913" y="51"/>
                      <a:pt x="984" y="141"/>
                      <a:pt x="1032" y="171"/>
                    </a:cubicBezTo>
                  </a:path>
                </a:pathLst>
              </a:custGeom>
              <a:noFill/>
              <a:ln w="19050">
                <a:solidFill>
                  <a:schemeClr val="tx1"/>
                </a:solidFill>
                <a:round/>
                <a:headEnd/>
                <a:tailEnd type="stealth" w="med" len="lg"/>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2584" name="Freeform 31"/>
              <p:cNvSpPr>
                <a:spLocks/>
              </p:cNvSpPr>
              <p:nvPr/>
            </p:nvSpPr>
            <p:spPr bwMode="auto">
              <a:xfrm flipV="1">
                <a:off x="2424" y="757"/>
                <a:ext cx="896" cy="75"/>
              </a:xfrm>
              <a:custGeom>
                <a:avLst/>
                <a:gdLst>
                  <a:gd name="T0" fmla="*/ 0 w 1032"/>
                  <a:gd name="T1" fmla="*/ 30 h 187"/>
                  <a:gd name="T2" fmla="*/ 266 w 1032"/>
                  <a:gd name="T3" fmla="*/ 4 h 187"/>
                  <a:gd name="T4" fmla="*/ 603 w 1032"/>
                  <a:gd name="T5" fmla="*/ 4 h 187"/>
                  <a:gd name="T6" fmla="*/ 778 w 1032"/>
                  <a:gd name="T7" fmla="*/ 28 h 187"/>
                  <a:gd name="T8" fmla="*/ 0 60000 65536"/>
                  <a:gd name="T9" fmla="*/ 0 60000 65536"/>
                  <a:gd name="T10" fmla="*/ 0 60000 65536"/>
                  <a:gd name="T11" fmla="*/ 0 60000 65536"/>
                  <a:gd name="T12" fmla="*/ 0 w 1032"/>
                  <a:gd name="T13" fmla="*/ 0 h 187"/>
                  <a:gd name="T14" fmla="*/ 1032 w 1032"/>
                  <a:gd name="T15" fmla="*/ 187 h 187"/>
                </a:gdLst>
                <a:ahLst/>
                <a:cxnLst>
                  <a:cxn ang="T8">
                    <a:pos x="T0" y="T1"/>
                  </a:cxn>
                  <a:cxn ang="T9">
                    <a:pos x="T2" y="T3"/>
                  </a:cxn>
                  <a:cxn ang="T10">
                    <a:pos x="T4" y="T5"/>
                  </a:cxn>
                  <a:cxn ang="T11">
                    <a:pos x="T6" y="T7"/>
                  </a:cxn>
                </a:cxnLst>
                <a:rect l="T12" t="T13" r="T14" b="T15"/>
                <a:pathLst>
                  <a:path w="1032" h="187">
                    <a:moveTo>
                      <a:pt x="0" y="187"/>
                    </a:moveTo>
                    <a:cubicBezTo>
                      <a:pt x="110" y="121"/>
                      <a:pt x="219" y="54"/>
                      <a:pt x="352" y="27"/>
                    </a:cubicBezTo>
                    <a:cubicBezTo>
                      <a:pt x="485" y="0"/>
                      <a:pt x="687" y="3"/>
                      <a:pt x="800" y="27"/>
                    </a:cubicBezTo>
                    <a:cubicBezTo>
                      <a:pt x="913" y="51"/>
                      <a:pt x="984" y="141"/>
                      <a:pt x="1032" y="171"/>
                    </a:cubicBezTo>
                  </a:path>
                </a:pathLst>
              </a:custGeom>
              <a:noFill/>
              <a:ln w="19050">
                <a:solidFill>
                  <a:schemeClr val="tx1"/>
                </a:solidFill>
                <a:round/>
                <a:headEnd/>
                <a:tailEnd type="stealth" w="med" len="lg"/>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2585" name="Freeform 32"/>
              <p:cNvSpPr>
                <a:spLocks/>
              </p:cNvSpPr>
              <p:nvPr/>
            </p:nvSpPr>
            <p:spPr bwMode="auto">
              <a:xfrm flipV="1">
                <a:off x="2424" y="757"/>
                <a:ext cx="896" cy="243"/>
              </a:xfrm>
              <a:custGeom>
                <a:avLst/>
                <a:gdLst>
                  <a:gd name="T0" fmla="*/ 0 w 1032"/>
                  <a:gd name="T1" fmla="*/ 316 h 187"/>
                  <a:gd name="T2" fmla="*/ 266 w 1032"/>
                  <a:gd name="T3" fmla="*/ 45 h 187"/>
                  <a:gd name="T4" fmla="*/ 603 w 1032"/>
                  <a:gd name="T5" fmla="*/ 45 h 187"/>
                  <a:gd name="T6" fmla="*/ 778 w 1032"/>
                  <a:gd name="T7" fmla="*/ 288 h 187"/>
                  <a:gd name="T8" fmla="*/ 0 60000 65536"/>
                  <a:gd name="T9" fmla="*/ 0 60000 65536"/>
                  <a:gd name="T10" fmla="*/ 0 60000 65536"/>
                  <a:gd name="T11" fmla="*/ 0 60000 65536"/>
                  <a:gd name="T12" fmla="*/ 0 w 1032"/>
                  <a:gd name="T13" fmla="*/ 0 h 187"/>
                  <a:gd name="T14" fmla="*/ 1032 w 1032"/>
                  <a:gd name="T15" fmla="*/ 187 h 187"/>
                </a:gdLst>
                <a:ahLst/>
                <a:cxnLst>
                  <a:cxn ang="T8">
                    <a:pos x="T0" y="T1"/>
                  </a:cxn>
                  <a:cxn ang="T9">
                    <a:pos x="T2" y="T3"/>
                  </a:cxn>
                  <a:cxn ang="T10">
                    <a:pos x="T4" y="T5"/>
                  </a:cxn>
                  <a:cxn ang="T11">
                    <a:pos x="T6" y="T7"/>
                  </a:cxn>
                </a:cxnLst>
                <a:rect l="T12" t="T13" r="T14" b="T15"/>
                <a:pathLst>
                  <a:path w="1032" h="187">
                    <a:moveTo>
                      <a:pt x="0" y="187"/>
                    </a:moveTo>
                    <a:cubicBezTo>
                      <a:pt x="110" y="121"/>
                      <a:pt x="219" y="54"/>
                      <a:pt x="352" y="27"/>
                    </a:cubicBezTo>
                    <a:cubicBezTo>
                      <a:pt x="485" y="0"/>
                      <a:pt x="687" y="3"/>
                      <a:pt x="800" y="27"/>
                    </a:cubicBezTo>
                    <a:cubicBezTo>
                      <a:pt x="913" y="51"/>
                      <a:pt x="984" y="141"/>
                      <a:pt x="1032" y="171"/>
                    </a:cubicBezTo>
                  </a:path>
                </a:pathLst>
              </a:custGeom>
              <a:noFill/>
              <a:ln w="19050">
                <a:solidFill>
                  <a:schemeClr val="tx1"/>
                </a:solidFill>
                <a:round/>
                <a:headEnd/>
                <a:tailEnd type="stealth" w="med" len="lg"/>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nvGrpSpPr>
          <p:cNvPr id="62483" name="Group 33"/>
          <p:cNvGrpSpPr>
            <a:grpSpLocks/>
          </p:cNvGrpSpPr>
          <p:nvPr/>
        </p:nvGrpSpPr>
        <p:grpSpPr bwMode="auto">
          <a:xfrm>
            <a:off x="6248400" y="1354138"/>
            <a:ext cx="1543050" cy="392112"/>
            <a:chOff x="2424" y="641"/>
            <a:chExt cx="972" cy="247"/>
          </a:xfrm>
        </p:grpSpPr>
        <p:sp>
          <p:nvSpPr>
            <p:cNvPr id="62574" name="Oval 34"/>
            <p:cNvSpPr>
              <a:spLocks noChangeArrowheads="1"/>
            </p:cNvSpPr>
            <p:nvPr/>
          </p:nvSpPr>
          <p:spPr bwMode="auto">
            <a:xfrm>
              <a:off x="3324" y="728"/>
              <a:ext cx="72" cy="72"/>
            </a:xfrm>
            <a:prstGeom prst="ellipse">
              <a:avLst/>
            </a:prstGeom>
            <a:solidFill>
              <a:schemeClr val="tx1"/>
            </a:solidFill>
            <a:ln w="38100">
              <a:solidFill>
                <a:schemeClr val="tx1"/>
              </a:solidFill>
              <a:round/>
              <a:headEnd/>
              <a:tailEnd type="none" w="med" len="lg"/>
            </a:ln>
          </p:spPr>
          <p:txBody>
            <a:bodyPr wrap="none" anchor="ct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endParaRPr lang="en-US" altLang="en-US"/>
            </a:p>
          </p:txBody>
        </p:sp>
        <p:grpSp>
          <p:nvGrpSpPr>
            <p:cNvPr id="62575" name="Group 35"/>
            <p:cNvGrpSpPr>
              <a:grpSpLocks/>
            </p:cNvGrpSpPr>
            <p:nvPr/>
          </p:nvGrpSpPr>
          <p:grpSpPr bwMode="auto">
            <a:xfrm>
              <a:off x="2424" y="641"/>
              <a:ext cx="912" cy="247"/>
              <a:chOff x="2424" y="501"/>
              <a:chExt cx="912" cy="499"/>
            </a:xfrm>
          </p:grpSpPr>
          <p:sp>
            <p:nvSpPr>
              <p:cNvPr id="62576" name="Freeform 36"/>
              <p:cNvSpPr>
                <a:spLocks/>
              </p:cNvSpPr>
              <p:nvPr/>
            </p:nvSpPr>
            <p:spPr bwMode="auto">
              <a:xfrm>
                <a:off x="2424" y="645"/>
                <a:ext cx="896" cy="107"/>
              </a:xfrm>
              <a:custGeom>
                <a:avLst/>
                <a:gdLst>
                  <a:gd name="T0" fmla="*/ 0 w 1032"/>
                  <a:gd name="T1" fmla="*/ 61 h 187"/>
                  <a:gd name="T2" fmla="*/ 266 w 1032"/>
                  <a:gd name="T3" fmla="*/ 9 h 187"/>
                  <a:gd name="T4" fmla="*/ 603 w 1032"/>
                  <a:gd name="T5" fmla="*/ 9 h 187"/>
                  <a:gd name="T6" fmla="*/ 778 w 1032"/>
                  <a:gd name="T7" fmla="*/ 56 h 187"/>
                  <a:gd name="T8" fmla="*/ 0 60000 65536"/>
                  <a:gd name="T9" fmla="*/ 0 60000 65536"/>
                  <a:gd name="T10" fmla="*/ 0 60000 65536"/>
                  <a:gd name="T11" fmla="*/ 0 60000 65536"/>
                  <a:gd name="T12" fmla="*/ 0 w 1032"/>
                  <a:gd name="T13" fmla="*/ 0 h 187"/>
                  <a:gd name="T14" fmla="*/ 1032 w 1032"/>
                  <a:gd name="T15" fmla="*/ 187 h 187"/>
                </a:gdLst>
                <a:ahLst/>
                <a:cxnLst>
                  <a:cxn ang="T8">
                    <a:pos x="T0" y="T1"/>
                  </a:cxn>
                  <a:cxn ang="T9">
                    <a:pos x="T2" y="T3"/>
                  </a:cxn>
                  <a:cxn ang="T10">
                    <a:pos x="T4" y="T5"/>
                  </a:cxn>
                  <a:cxn ang="T11">
                    <a:pos x="T6" y="T7"/>
                  </a:cxn>
                </a:cxnLst>
                <a:rect l="T12" t="T13" r="T14" b="T15"/>
                <a:pathLst>
                  <a:path w="1032" h="187">
                    <a:moveTo>
                      <a:pt x="0" y="187"/>
                    </a:moveTo>
                    <a:cubicBezTo>
                      <a:pt x="110" y="121"/>
                      <a:pt x="219" y="54"/>
                      <a:pt x="352" y="27"/>
                    </a:cubicBezTo>
                    <a:cubicBezTo>
                      <a:pt x="485" y="0"/>
                      <a:pt x="687" y="3"/>
                      <a:pt x="800" y="27"/>
                    </a:cubicBezTo>
                    <a:cubicBezTo>
                      <a:pt x="913" y="51"/>
                      <a:pt x="984" y="141"/>
                      <a:pt x="1032" y="171"/>
                    </a:cubicBezTo>
                  </a:path>
                </a:pathLst>
              </a:custGeom>
              <a:noFill/>
              <a:ln w="19050">
                <a:solidFill>
                  <a:schemeClr val="tx1"/>
                </a:solidFill>
                <a:round/>
                <a:headEnd/>
                <a:tailEnd type="stealth" w="med" len="lg"/>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2577" name="Freeform 37"/>
              <p:cNvSpPr>
                <a:spLocks/>
              </p:cNvSpPr>
              <p:nvPr/>
            </p:nvSpPr>
            <p:spPr bwMode="auto">
              <a:xfrm>
                <a:off x="2440" y="501"/>
                <a:ext cx="896" cy="243"/>
              </a:xfrm>
              <a:custGeom>
                <a:avLst/>
                <a:gdLst>
                  <a:gd name="T0" fmla="*/ 0 w 1032"/>
                  <a:gd name="T1" fmla="*/ 316 h 187"/>
                  <a:gd name="T2" fmla="*/ 266 w 1032"/>
                  <a:gd name="T3" fmla="*/ 45 h 187"/>
                  <a:gd name="T4" fmla="*/ 603 w 1032"/>
                  <a:gd name="T5" fmla="*/ 45 h 187"/>
                  <a:gd name="T6" fmla="*/ 778 w 1032"/>
                  <a:gd name="T7" fmla="*/ 288 h 187"/>
                  <a:gd name="T8" fmla="*/ 0 60000 65536"/>
                  <a:gd name="T9" fmla="*/ 0 60000 65536"/>
                  <a:gd name="T10" fmla="*/ 0 60000 65536"/>
                  <a:gd name="T11" fmla="*/ 0 60000 65536"/>
                  <a:gd name="T12" fmla="*/ 0 w 1032"/>
                  <a:gd name="T13" fmla="*/ 0 h 187"/>
                  <a:gd name="T14" fmla="*/ 1032 w 1032"/>
                  <a:gd name="T15" fmla="*/ 187 h 187"/>
                </a:gdLst>
                <a:ahLst/>
                <a:cxnLst>
                  <a:cxn ang="T8">
                    <a:pos x="T0" y="T1"/>
                  </a:cxn>
                  <a:cxn ang="T9">
                    <a:pos x="T2" y="T3"/>
                  </a:cxn>
                  <a:cxn ang="T10">
                    <a:pos x="T4" y="T5"/>
                  </a:cxn>
                  <a:cxn ang="T11">
                    <a:pos x="T6" y="T7"/>
                  </a:cxn>
                </a:cxnLst>
                <a:rect l="T12" t="T13" r="T14" b="T15"/>
                <a:pathLst>
                  <a:path w="1032" h="187">
                    <a:moveTo>
                      <a:pt x="0" y="187"/>
                    </a:moveTo>
                    <a:cubicBezTo>
                      <a:pt x="110" y="121"/>
                      <a:pt x="219" y="54"/>
                      <a:pt x="352" y="27"/>
                    </a:cubicBezTo>
                    <a:cubicBezTo>
                      <a:pt x="485" y="0"/>
                      <a:pt x="687" y="3"/>
                      <a:pt x="800" y="27"/>
                    </a:cubicBezTo>
                    <a:cubicBezTo>
                      <a:pt x="913" y="51"/>
                      <a:pt x="984" y="141"/>
                      <a:pt x="1032" y="171"/>
                    </a:cubicBezTo>
                  </a:path>
                </a:pathLst>
              </a:custGeom>
              <a:noFill/>
              <a:ln w="19050">
                <a:solidFill>
                  <a:schemeClr val="tx1"/>
                </a:solidFill>
                <a:round/>
                <a:headEnd/>
                <a:tailEnd type="stealth" w="med" len="lg"/>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2578" name="Freeform 38"/>
              <p:cNvSpPr>
                <a:spLocks/>
              </p:cNvSpPr>
              <p:nvPr/>
            </p:nvSpPr>
            <p:spPr bwMode="auto">
              <a:xfrm flipV="1">
                <a:off x="2424" y="757"/>
                <a:ext cx="896" cy="75"/>
              </a:xfrm>
              <a:custGeom>
                <a:avLst/>
                <a:gdLst>
                  <a:gd name="T0" fmla="*/ 0 w 1032"/>
                  <a:gd name="T1" fmla="*/ 30 h 187"/>
                  <a:gd name="T2" fmla="*/ 266 w 1032"/>
                  <a:gd name="T3" fmla="*/ 4 h 187"/>
                  <a:gd name="T4" fmla="*/ 603 w 1032"/>
                  <a:gd name="T5" fmla="*/ 4 h 187"/>
                  <a:gd name="T6" fmla="*/ 778 w 1032"/>
                  <a:gd name="T7" fmla="*/ 28 h 187"/>
                  <a:gd name="T8" fmla="*/ 0 60000 65536"/>
                  <a:gd name="T9" fmla="*/ 0 60000 65536"/>
                  <a:gd name="T10" fmla="*/ 0 60000 65536"/>
                  <a:gd name="T11" fmla="*/ 0 60000 65536"/>
                  <a:gd name="T12" fmla="*/ 0 w 1032"/>
                  <a:gd name="T13" fmla="*/ 0 h 187"/>
                  <a:gd name="T14" fmla="*/ 1032 w 1032"/>
                  <a:gd name="T15" fmla="*/ 187 h 187"/>
                </a:gdLst>
                <a:ahLst/>
                <a:cxnLst>
                  <a:cxn ang="T8">
                    <a:pos x="T0" y="T1"/>
                  </a:cxn>
                  <a:cxn ang="T9">
                    <a:pos x="T2" y="T3"/>
                  </a:cxn>
                  <a:cxn ang="T10">
                    <a:pos x="T4" y="T5"/>
                  </a:cxn>
                  <a:cxn ang="T11">
                    <a:pos x="T6" y="T7"/>
                  </a:cxn>
                </a:cxnLst>
                <a:rect l="T12" t="T13" r="T14" b="T15"/>
                <a:pathLst>
                  <a:path w="1032" h="187">
                    <a:moveTo>
                      <a:pt x="0" y="187"/>
                    </a:moveTo>
                    <a:cubicBezTo>
                      <a:pt x="110" y="121"/>
                      <a:pt x="219" y="54"/>
                      <a:pt x="352" y="27"/>
                    </a:cubicBezTo>
                    <a:cubicBezTo>
                      <a:pt x="485" y="0"/>
                      <a:pt x="687" y="3"/>
                      <a:pt x="800" y="27"/>
                    </a:cubicBezTo>
                    <a:cubicBezTo>
                      <a:pt x="913" y="51"/>
                      <a:pt x="984" y="141"/>
                      <a:pt x="1032" y="171"/>
                    </a:cubicBezTo>
                  </a:path>
                </a:pathLst>
              </a:custGeom>
              <a:noFill/>
              <a:ln w="19050">
                <a:solidFill>
                  <a:schemeClr val="tx1"/>
                </a:solidFill>
                <a:round/>
                <a:headEnd/>
                <a:tailEnd type="stealth" w="med" len="lg"/>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2579" name="Freeform 39"/>
              <p:cNvSpPr>
                <a:spLocks/>
              </p:cNvSpPr>
              <p:nvPr/>
            </p:nvSpPr>
            <p:spPr bwMode="auto">
              <a:xfrm flipV="1">
                <a:off x="2424" y="757"/>
                <a:ext cx="896" cy="243"/>
              </a:xfrm>
              <a:custGeom>
                <a:avLst/>
                <a:gdLst>
                  <a:gd name="T0" fmla="*/ 0 w 1032"/>
                  <a:gd name="T1" fmla="*/ 316 h 187"/>
                  <a:gd name="T2" fmla="*/ 266 w 1032"/>
                  <a:gd name="T3" fmla="*/ 45 h 187"/>
                  <a:gd name="T4" fmla="*/ 603 w 1032"/>
                  <a:gd name="T5" fmla="*/ 45 h 187"/>
                  <a:gd name="T6" fmla="*/ 778 w 1032"/>
                  <a:gd name="T7" fmla="*/ 288 h 187"/>
                  <a:gd name="T8" fmla="*/ 0 60000 65536"/>
                  <a:gd name="T9" fmla="*/ 0 60000 65536"/>
                  <a:gd name="T10" fmla="*/ 0 60000 65536"/>
                  <a:gd name="T11" fmla="*/ 0 60000 65536"/>
                  <a:gd name="T12" fmla="*/ 0 w 1032"/>
                  <a:gd name="T13" fmla="*/ 0 h 187"/>
                  <a:gd name="T14" fmla="*/ 1032 w 1032"/>
                  <a:gd name="T15" fmla="*/ 187 h 187"/>
                </a:gdLst>
                <a:ahLst/>
                <a:cxnLst>
                  <a:cxn ang="T8">
                    <a:pos x="T0" y="T1"/>
                  </a:cxn>
                  <a:cxn ang="T9">
                    <a:pos x="T2" y="T3"/>
                  </a:cxn>
                  <a:cxn ang="T10">
                    <a:pos x="T4" y="T5"/>
                  </a:cxn>
                  <a:cxn ang="T11">
                    <a:pos x="T6" y="T7"/>
                  </a:cxn>
                </a:cxnLst>
                <a:rect l="T12" t="T13" r="T14" b="T15"/>
                <a:pathLst>
                  <a:path w="1032" h="187">
                    <a:moveTo>
                      <a:pt x="0" y="187"/>
                    </a:moveTo>
                    <a:cubicBezTo>
                      <a:pt x="110" y="121"/>
                      <a:pt x="219" y="54"/>
                      <a:pt x="352" y="27"/>
                    </a:cubicBezTo>
                    <a:cubicBezTo>
                      <a:pt x="485" y="0"/>
                      <a:pt x="687" y="3"/>
                      <a:pt x="800" y="27"/>
                    </a:cubicBezTo>
                    <a:cubicBezTo>
                      <a:pt x="913" y="51"/>
                      <a:pt x="984" y="141"/>
                      <a:pt x="1032" y="171"/>
                    </a:cubicBezTo>
                  </a:path>
                </a:pathLst>
              </a:custGeom>
              <a:noFill/>
              <a:ln w="19050">
                <a:solidFill>
                  <a:schemeClr val="tx1"/>
                </a:solidFill>
                <a:round/>
                <a:headEnd/>
                <a:tailEnd type="stealth" w="med" len="lg"/>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nvGrpSpPr>
          <p:cNvPr id="62484" name="Group 40"/>
          <p:cNvGrpSpPr>
            <a:grpSpLocks/>
          </p:cNvGrpSpPr>
          <p:nvPr/>
        </p:nvGrpSpPr>
        <p:grpSpPr bwMode="auto">
          <a:xfrm>
            <a:off x="6254750" y="1893888"/>
            <a:ext cx="1543050" cy="392112"/>
            <a:chOff x="2424" y="641"/>
            <a:chExt cx="972" cy="247"/>
          </a:xfrm>
        </p:grpSpPr>
        <p:sp>
          <p:nvSpPr>
            <p:cNvPr id="62568" name="Oval 41"/>
            <p:cNvSpPr>
              <a:spLocks noChangeArrowheads="1"/>
            </p:cNvSpPr>
            <p:nvPr/>
          </p:nvSpPr>
          <p:spPr bwMode="auto">
            <a:xfrm>
              <a:off x="3324" y="728"/>
              <a:ext cx="72" cy="72"/>
            </a:xfrm>
            <a:prstGeom prst="ellipse">
              <a:avLst/>
            </a:prstGeom>
            <a:solidFill>
              <a:schemeClr val="tx1"/>
            </a:solidFill>
            <a:ln w="38100">
              <a:solidFill>
                <a:schemeClr val="tx1"/>
              </a:solidFill>
              <a:round/>
              <a:headEnd/>
              <a:tailEnd type="none" w="med" len="lg"/>
            </a:ln>
          </p:spPr>
          <p:txBody>
            <a:bodyPr wrap="none" anchor="ct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endParaRPr lang="en-US" altLang="en-US"/>
            </a:p>
          </p:txBody>
        </p:sp>
        <p:grpSp>
          <p:nvGrpSpPr>
            <p:cNvPr id="62569" name="Group 42"/>
            <p:cNvGrpSpPr>
              <a:grpSpLocks/>
            </p:cNvGrpSpPr>
            <p:nvPr/>
          </p:nvGrpSpPr>
          <p:grpSpPr bwMode="auto">
            <a:xfrm>
              <a:off x="2424" y="641"/>
              <a:ext cx="912" cy="247"/>
              <a:chOff x="2424" y="501"/>
              <a:chExt cx="912" cy="499"/>
            </a:xfrm>
          </p:grpSpPr>
          <p:sp>
            <p:nvSpPr>
              <p:cNvPr id="62570" name="Freeform 43"/>
              <p:cNvSpPr>
                <a:spLocks/>
              </p:cNvSpPr>
              <p:nvPr/>
            </p:nvSpPr>
            <p:spPr bwMode="auto">
              <a:xfrm>
                <a:off x="2424" y="645"/>
                <a:ext cx="896" cy="107"/>
              </a:xfrm>
              <a:custGeom>
                <a:avLst/>
                <a:gdLst>
                  <a:gd name="T0" fmla="*/ 0 w 1032"/>
                  <a:gd name="T1" fmla="*/ 61 h 187"/>
                  <a:gd name="T2" fmla="*/ 266 w 1032"/>
                  <a:gd name="T3" fmla="*/ 9 h 187"/>
                  <a:gd name="T4" fmla="*/ 603 w 1032"/>
                  <a:gd name="T5" fmla="*/ 9 h 187"/>
                  <a:gd name="T6" fmla="*/ 778 w 1032"/>
                  <a:gd name="T7" fmla="*/ 56 h 187"/>
                  <a:gd name="T8" fmla="*/ 0 60000 65536"/>
                  <a:gd name="T9" fmla="*/ 0 60000 65536"/>
                  <a:gd name="T10" fmla="*/ 0 60000 65536"/>
                  <a:gd name="T11" fmla="*/ 0 60000 65536"/>
                  <a:gd name="T12" fmla="*/ 0 w 1032"/>
                  <a:gd name="T13" fmla="*/ 0 h 187"/>
                  <a:gd name="T14" fmla="*/ 1032 w 1032"/>
                  <a:gd name="T15" fmla="*/ 187 h 187"/>
                </a:gdLst>
                <a:ahLst/>
                <a:cxnLst>
                  <a:cxn ang="T8">
                    <a:pos x="T0" y="T1"/>
                  </a:cxn>
                  <a:cxn ang="T9">
                    <a:pos x="T2" y="T3"/>
                  </a:cxn>
                  <a:cxn ang="T10">
                    <a:pos x="T4" y="T5"/>
                  </a:cxn>
                  <a:cxn ang="T11">
                    <a:pos x="T6" y="T7"/>
                  </a:cxn>
                </a:cxnLst>
                <a:rect l="T12" t="T13" r="T14" b="T15"/>
                <a:pathLst>
                  <a:path w="1032" h="187">
                    <a:moveTo>
                      <a:pt x="0" y="187"/>
                    </a:moveTo>
                    <a:cubicBezTo>
                      <a:pt x="110" y="121"/>
                      <a:pt x="219" y="54"/>
                      <a:pt x="352" y="27"/>
                    </a:cubicBezTo>
                    <a:cubicBezTo>
                      <a:pt x="485" y="0"/>
                      <a:pt x="687" y="3"/>
                      <a:pt x="800" y="27"/>
                    </a:cubicBezTo>
                    <a:cubicBezTo>
                      <a:pt x="913" y="51"/>
                      <a:pt x="984" y="141"/>
                      <a:pt x="1032" y="171"/>
                    </a:cubicBezTo>
                  </a:path>
                </a:pathLst>
              </a:custGeom>
              <a:noFill/>
              <a:ln w="19050">
                <a:solidFill>
                  <a:schemeClr val="tx1"/>
                </a:solidFill>
                <a:round/>
                <a:headEnd/>
                <a:tailEnd type="stealth" w="med" len="lg"/>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2571" name="Freeform 44"/>
              <p:cNvSpPr>
                <a:spLocks/>
              </p:cNvSpPr>
              <p:nvPr/>
            </p:nvSpPr>
            <p:spPr bwMode="auto">
              <a:xfrm>
                <a:off x="2440" y="501"/>
                <a:ext cx="896" cy="243"/>
              </a:xfrm>
              <a:custGeom>
                <a:avLst/>
                <a:gdLst>
                  <a:gd name="T0" fmla="*/ 0 w 1032"/>
                  <a:gd name="T1" fmla="*/ 316 h 187"/>
                  <a:gd name="T2" fmla="*/ 266 w 1032"/>
                  <a:gd name="T3" fmla="*/ 45 h 187"/>
                  <a:gd name="T4" fmla="*/ 603 w 1032"/>
                  <a:gd name="T5" fmla="*/ 45 h 187"/>
                  <a:gd name="T6" fmla="*/ 778 w 1032"/>
                  <a:gd name="T7" fmla="*/ 288 h 187"/>
                  <a:gd name="T8" fmla="*/ 0 60000 65536"/>
                  <a:gd name="T9" fmla="*/ 0 60000 65536"/>
                  <a:gd name="T10" fmla="*/ 0 60000 65536"/>
                  <a:gd name="T11" fmla="*/ 0 60000 65536"/>
                  <a:gd name="T12" fmla="*/ 0 w 1032"/>
                  <a:gd name="T13" fmla="*/ 0 h 187"/>
                  <a:gd name="T14" fmla="*/ 1032 w 1032"/>
                  <a:gd name="T15" fmla="*/ 187 h 187"/>
                </a:gdLst>
                <a:ahLst/>
                <a:cxnLst>
                  <a:cxn ang="T8">
                    <a:pos x="T0" y="T1"/>
                  </a:cxn>
                  <a:cxn ang="T9">
                    <a:pos x="T2" y="T3"/>
                  </a:cxn>
                  <a:cxn ang="T10">
                    <a:pos x="T4" y="T5"/>
                  </a:cxn>
                  <a:cxn ang="T11">
                    <a:pos x="T6" y="T7"/>
                  </a:cxn>
                </a:cxnLst>
                <a:rect l="T12" t="T13" r="T14" b="T15"/>
                <a:pathLst>
                  <a:path w="1032" h="187">
                    <a:moveTo>
                      <a:pt x="0" y="187"/>
                    </a:moveTo>
                    <a:cubicBezTo>
                      <a:pt x="110" y="121"/>
                      <a:pt x="219" y="54"/>
                      <a:pt x="352" y="27"/>
                    </a:cubicBezTo>
                    <a:cubicBezTo>
                      <a:pt x="485" y="0"/>
                      <a:pt x="687" y="3"/>
                      <a:pt x="800" y="27"/>
                    </a:cubicBezTo>
                    <a:cubicBezTo>
                      <a:pt x="913" y="51"/>
                      <a:pt x="984" y="141"/>
                      <a:pt x="1032" y="171"/>
                    </a:cubicBezTo>
                  </a:path>
                </a:pathLst>
              </a:custGeom>
              <a:noFill/>
              <a:ln w="19050">
                <a:solidFill>
                  <a:schemeClr val="tx1"/>
                </a:solidFill>
                <a:round/>
                <a:headEnd/>
                <a:tailEnd type="stealth" w="med" len="lg"/>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2572" name="Freeform 45"/>
              <p:cNvSpPr>
                <a:spLocks/>
              </p:cNvSpPr>
              <p:nvPr/>
            </p:nvSpPr>
            <p:spPr bwMode="auto">
              <a:xfrm flipV="1">
                <a:off x="2424" y="757"/>
                <a:ext cx="896" cy="75"/>
              </a:xfrm>
              <a:custGeom>
                <a:avLst/>
                <a:gdLst>
                  <a:gd name="T0" fmla="*/ 0 w 1032"/>
                  <a:gd name="T1" fmla="*/ 30 h 187"/>
                  <a:gd name="T2" fmla="*/ 266 w 1032"/>
                  <a:gd name="T3" fmla="*/ 4 h 187"/>
                  <a:gd name="T4" fmla="*/ 603 w 1032"/>
                  <a:gd name="T5" fmla="*/ 4 h 187"/>
                  <a:gd name="T6" fmla="*/ 778 w 1032"/>
                  <a:gd name="T7" fmla="*/ 28 h 187"/>
                  <a:gd name="T8" fmla="*/ 0 60000 65536"/>
                  <a:gd name="T9" fmla="*/ 0 60000 65536"/>
                  <a:gd name="T10" fmla="*/ 0 60000 65536"/>
                  <a:gd name="T11" fmla="*/ 0 60000 65536"/>
                  <a:gd name="T12" fmla="*/ 0 w 1032"/>
                  <a:gd name="T13" fmla="*/ 0 h 187"/>
                  <a:gd name="T14" fmla="*/ 1032 w 1032"/>
                  <a:gd name="T15" fmla="*/ 187 h 187"/>
                </a:gdLst>
                <a:ahLst/>
                <a:cxnLst>
                  <a:cxn ang="T8">
                    <a:pos x="T0" y="T1"/>
                  </a:cxn>
                  <a:cxn ang="T9">
                    <a:pos x="T2" y="T3"/>
                  </a:cxn>
                  <a:cxn ang="T10">
                    <a:pos x="T4" y="T5"/>
                  </a:cxn>
                  <a:cxn ang="T11">
                    <a:pos x="T6" y="T7"/>
                  </a:cxn>
                </a:cxnLst>
                <a:rect l="T12" t="T13" r="T14" b="T15"/>
                <a:pathLst>
                  <a:path w="1032" h="187">
                    <a:moveTo>
                      <a:pt x="0" y="187"/>
                    </a:moveTo>
                    <a:cubicBezTo>
                      <a:pt x="110" y="121"/>
                      <a:pt x="219" y="54"/>
                      <a:pt x="352" y="27"/>
                    </a:cubicBezTo>
                    <a:cubicBezTo>
                      <a:pt x="485" y="0"/>
                      <a:pt x="687" y="3"/>
                      <a:pt x="800" y="27"/>
                    </a:cubicBezTo>
                    <a:cubicBezTo>
                      <a:pt x="913" y="51"/>
                      <a:pt x="984" y="141"/>
                      <a:pt x="1032" y="171"/>
                    </a:cubicBezTo>
                  </a:path>
                </a:pathLst>
              </a:custGeom>
              <a:noFill/>
              <a:ln w="19050">
                <a:solidFill>
                  <a:schemeClr val="tx1"/>
                </a:solidFill>
                <a:round/>
                <a:headEnd/>
                <a:tailEnd type="stealth" w="med" len="lg"/>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2573" name="Freeform 46"/>
              <p:cNvSpPr>
                <a:spLocks/>
              </p:cNvSpPr>
              <p:nvPr/>
            </p:nvSpPr>
            <p:spPr bwMode="auto">
              <a:xfrm flipV="1">
                <a:off x="2424" y="757"/>
                <a:ext cx="896" cy="243"/>
              </a:xfrm>
              <a:custGeom>
                <a:avLst/>
                <a:gdLst>
                  <a:gd name="T0" fmla="*/ 0 w 1032"/>
                  <a:gd name="T1" fmla="*/ 316 h 187"/>
                  <a:gd name="T2" fmla="*/ 266 w 1032"/>
                  <a:gd name="T3" fmla="*/ 45 h 187"/>
                  <a:gd name="T4" fmla="*/ 603 w 1032"/>
                  <a:gd name="T5" fmla="*/ 45 h 187"/>
                  <a:gd name="T6" fmla="*/ 778 w 1032"/>
                  <a:gd name="T7" fmla="*/ 288 h 187"/>
                  <a:gd name="T8" fmla="*/ 0 60000 65536"/>
                  <a:gd name="T9" fmla="*/ 0 60000 65536"/>
                  <a:gd name="T10" fmla="*/ 0 60000 65536"/>
                  <a:gd name="T11" fmla="*/ 0 60000 65536"/>
                  <a:gd name="T12" fmla="*/ 0 w 1032"/>
                  <a:gd name="T13" fmla="*/ 0 h 187"/>
                  <a:gd name="T14" fmla="*/ 1032 w 1032"/>
                  <a:gd name="T15" fmla="*/ 187 h 187"/>
                </a:gdLst>
                <a:ahLst/>
                <a:cxnLst>
                  <a:cxn ang="T8">
                    <a:pos x="T0" y="T1"/>
                  </a:cxn>
                  <a:cxn ang="T9">
                    <a:pos x="T2" y="T3"/>
                  </a:cxn>
                  <a:cxn ang="T10">
                    <a:pos x="T4" y="T5"/>
                  </a:cxn>
                  <a:cxn ang="T11">
                    <a:pos x="T6" y="T7"/>
                  </a:cxn>
                </a:cxnLst>
                <a:rect l="T12" t="T13" r="T14" b="T15"/>
                <a:pathLst>
                  <a:path w="1032" h="187">
                    <a:moveTo>
                      <a:pt x="0" y="187"/>
                    </a:moveTo>
                    <a:cubicBezTo>
                      <a:pt x="110" y="121"/>
                      <a:pt x="219" y="54"/>
                      <a:pt x="352" y="27"/>
                    </a:cubicBezTo>
                    <a:cubicBezTo>
                      <a:pt x="485" y="0"/>
                      <a:pt x="687" y="3"/>
                      <a:pt x="800" y="27"/>
                    </a:cubicBezTo>
                    <a:cubicBezTo>
                      <a:pt x="913" y="51"/>
                      <a:pt x="984" y="141"/>
                      <a:pt x="1032" y="171"/>
                    </a:cubicBezTo>
                  </a:path>
                </a:pathLst>
              </a:custGeom>
              <a:noFill/>
              <a:ln w="19050">
                <a:solidFill>
                  <a:schemeClr val="tx1"/>
                </a:solidFill>
                <a:round/>
                <a:headEnd/>
                <a:tailEnd type="stealth" w="med" len="lg"/>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nvGrpSpPr>
          <p:cNvPr id="62485" name="Group 47"/>
          <p:cNvGrpSpPr>
            <a:grpSpLocks/>
          </p:cNvGrpSpPr>
          <p:nvPr/>
        </p:nvGrpSpPr>
        <p:grpSpPr bwMode="auto">
          <a:xfrm>
            <a:off x="6254750" y="2395538"/>
            <a:ext cx="1543050" cy="392112"/>
            <a:chOff x="2424" y="641"/>
            <a:chExt cx="972" cy="247"/>
          </a:xfrm>
        </p:grpSpPr>
        <p:sp>
          <p:nvSpPr>
            <p:cNvPr id="62562" name="Oval 48"/>
            <p:cNvSpPr>
              <a:spLocks noChangeArrowheads="1"/>
            </p:cNvSpPr>
            <p:nvPr/>
          </p:nvSpPr>
          <p:spPr bwMode="auto">
            <a:xfrm>
              <a:off x="3324" y="728"/>
              <a:ext cx="72" cy="72"/>
            </a:xfrm>
            <a:prstGeom prst="ellipse">
              <a:avLst/>
            </a:prstGeom>
            <a:solidFill>
              <a:schemeClr val="tx1"/>
            </a:solidFill>
            <a:ln w="38100">
              <a:solidFill>
                <a:schemeClr val="tx1"/>
              </a:solidFill>
              <a:round/>
              <a:headEnd/>
              <a:tailEnd type="none" w="med" len="lg"/>
            </a:ln>
          </p:spPr>
          <p:txBody>
            <a:bodyPr wrap="none" anchor="ct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endParaRPr lang="en-US" altLang="en-US"/>
            </a:p>
          </p:txBody>
        </p:sp>
        <p:grpSp>
          <p:nvGrpSpPr>
            <p:cNvPr id="62563" name="Group 49"/>
            <p:cNvGrpSpPr>
              <a:grpSpLocks/>
            </p:cNvGrpSpPr>
            <p:nvPr/>
          </p:nvGrpSpPr>
          <p:grpSpPr bwMode="auto">
            <a:xfrm>
              <a:off x="2424" y="641"/>
              <a:ext cx="912" cy="247"/>
              <a:chOff x="2424" y="501"/>
              <a:chExt cx="912" cy="499"/>
            </a:xfrm>
          </p:grpSpPr>
          <p:sp>
            <p:nvSpPr>
              <p:cNvPr id="62564" name="Freeform 50"/>
              <p:cNvSpPr>
                <a:spLocks/>
              </p:cNvSpPr>
              <p:nvPr/>
            </p:nvSpPr>
            <p:spPr bwMode="auto">
              <a:xfrm>
                <a:off x="2424" y="645"/>
                <a:ext cx="896" cy="107"/>
              </a:xfrm>
              <a:custGeom>
                <a:avLst/>
                <a:gdLst>
                  <a:gd name="T0" fmla="*/ 0 w 1032"/>
                  <a:gd name="T1" fmla="*/ 61 h 187"/>
                  <a:gd name="T2" fmla="*/ 266 w 1032"/>
                  <a:gd name="T3" fmla="*/ 9 h 187"/>
                  <a:gd name="T4" fmla="*/ 603 w 1032"/>
                  <a:gd name="T5" fmla="*/ 9 h 187"/>
                  <a:gd name="T6" fmla="*/ 778 w 1032"/>
                  <a:gd name="T7" fmla="*/ 56 h 187"/>
                  <a:gd name="T8" fmla="*/ 0 60000 65536"/>
                  <a:gd name="T9" fmla="*/ 0 60000 65536"/>
                  <a:gd name="T10" fmla="*/ 0 60000 65536"/>
                  <a:gd name="T11" fmla="*/ 0 60000 65536"/>
                  <a:gd name="T12" fmla="*/ 0 w 1032"/>
                  <a:gd name="T13" fmla="*/ 0 h 187"/>
                  <a:gd name="T14" fmla="*/ 1032 w 1032"/>
                  <a:gd name="T15" fmla="*/ 187 h 187"/>
                </a:gdLst>
                <a:ahLst/>
                <a:cxnLst>
                  <a:cxn ang="T8">
                    <a:pos x="T0" y="T1"/>
                  </a:cxn>
                  <a:cxn ang="T9">
                    <a:pos x="T2" y="T3"/>
                  </a:cxn>
                  <a:cxn ang="T10">
                    <a:pos x="T4" y="T5"/>
                  </a:cxn>
                  <a:cxn ang="T11">
                    <a:pos x="T6" y="T7"/>
                  </a:cxn>
                </a:cxnLst>
                <a:rect l="T12" t="T13" r="T14" b="T15"/>
                <a:pathLst>
                  <a:path w="1032" h="187">
                    <a:moveTo>
                      <a:pt x="0" y="187"/>
                    </a:moveTo>
                    <a:cubicBezTo>
                      <a:pt x="110" y="121"/>
                      <a:pt x="219" y="54"/>
                      <a:pt x="352" y="27"/>
                    </a:cubicBezTo>
                    <a:cubicBezTo>
                      <a:pt x="485" y="0"/>
                      <a:pt x="687" y="3"/>
                      <a:pt x="800" y="27"/>
                    </a:cubicBezTo>
                    <a:cubicBezTo>
                      <a:pt x="913" y="51"/>
                      <a:pt x="984" y="141"/>
                      <a:pt x="1032" y="171"/>
                    </a:cubicBezTo>
                  </a:path>
                </a:pathLst>
              </a:custGeom>
              <a:noFill/>
              <a:ln w="19050">
                <a:solidFill>
                  <a:schemeClr val="tx1"/>
                </a:solidFill>
                <a:round/>
                <a:headEnd/>
                <a:tailEnd type="stealth" w="med" len="lg"/>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2565" name="Freeform 51"/>
              <p:cNvSpPr>
                <a:spLocks/>
              </p:cNvSpPr>
              <p:nvPr/>
            </p:nvSpPr>
            <p:spPr bwMode="auto">
              <a:xfrm>
                <a:off x="2440" y="501"/>
                <a:ext cx="896" cy="243"/>
              </a:xfrm>
              <a:custGeom>
                <a:avLst/>
                <a:gdLst>
                  <a:gd name="T0" fmla="*/ 0 w 1032"/>
                  <a:gd name="T1" fmla="*/ 316 h 187"/>
                  <a:gd name="T2" fmla="*/ 266 w 1032"/>
                  <a:gd name="T3" fmla="*/ 45 h 187"/>
                  <a:gd name="T4" fmla="*/ 603 w 1032"/>
                  <a:gd name="T5" fmla="*/ 45 h 187"/>
                  <a:gd name="T6" fmla="*/ 778 w 1032"/>
                  <a:gd name="T7" fmla="*/ 288 h 187"/>
                  <a:gd name="T8" fmla="*/ 0 60000 65536"/>
                  <a:gd name="T9" fmla="*/ 0 60000 65536"/>
                  <a:gd name="T10" fmla="*/ 0 60000 65536"/>
                  <a:gd name="T11" fmla="*/ 0 60000 65536"/>
                  <a:gd name="T12" fmla="*/ 0 w 1032"/>
                  <a:gd name="T13" fmla="*/ 0 h 187"/>
                  <a:gd name="T14" fmla="*/ 1032 w 1032"/>
                  <a:gd name="T15" fmla="*/ 187 h 187"/>
                </a:gdLst>
                <a:ahLst/>
                <a:cxnLst>
                  <a:cxn ang="T8">
                    <a:pos x="T0" y="T1"/>
                  </a:cxn>
                  <a:cxn ang="T9">
                    <a:pos x="T2" y="T3"/>
                  </a:cxn>
                  <a:cxn ang="T10">
                    <a:pos x="T4" y="T5"/>
                  </a:cxn>
                  <a:cxn ang="T11">
                    <a:pos x="T6" y="T7"/>
                  </a:cxn>
                </a:cxnLst>
                <a:rect l="T12" t="T13" r="T14" b="T15"/>
                <a:pathLst>
                  <a:path w="1032" h="187">
                    <a:moveTo>
                      <a:pt x="0" y="187"/>
                    </a:moveTo>
                    <a:cubicBezTo>
                      <a:pt x="110" y="121"/>
                      <a:pt x="219" y="54"/>
                      <a:pt x="352" y="27"/>
                    </a:cubicBezTo>
                    <a:cubicBezTo>
                      <a:pt x="485" y="0"/>
                      <a:pt x="687" y="3"/>
                      <a:pt x="800" y="27"/>
                    </a:cubicBezTo>
                    <a:cubicBezTo>
                      <a:pt x="913" y="51"/>
                      <a:pt x="984" y="141"/>
                      <a:pt x="1032" y="171"/>
                    </a:cubicBezTo>
                  </a:path>
                </a:pathLst>
              </a:custGeom>
              <a:noFill/>
              <a:ln w="19050">
                <a:solidFill>
                  <a:schemeClr val="tx1"/>
                </a:solidFill>
                <a:round/>
                <a:headEnd/>
                <a:tailEnd type="stealth" w="med" len="lg"/>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2566" name="Freeform 52"/>
              <p:cNvSpPr>
                <a:spLocks/>
              </p:cNvSpPr>
              <p:nvPr/>
            </p:nvSpPr>
            <p:spPr bwMode="auto">
              <a:xfrm flipV="1">
                <a:off x="2424" y="757"/>
                <a:ext cx="896" cy="75"/>
              </a:xfrm>
              <a:custGeom>
                <a:avLst/>
                <a:gdLst>
                  <a:gd name="T0" fmla="*/ 0 w 1032"/>
                  <a:gd name="T1" fmla="*/ 30 h 187"/>
                  <a:gd name="T2" fmla="*/ 266 w 1032"/>
                  <a:gd name="T3" fmla="*/ 4 h 187"/>
                  <a:gd name="T4" fmla="*/ 603 w 1032"/>
                  <a:gd name="T5" fmla="*/ 4 h 187"/>
                  <a:gd name="T6" fmla="*/ 778 w 1032"/>
                  <a:gd name="T7" fmla="*/ 28 h 187"/>
                  <a:gd name="T8" fmla="*/ 0 60000 65536"/>
                  <a:gd name="T9" fmla="*/ 0 60000 65536"/>
                  <a:gd name="T10" fmla="*/ 0 60000 65536"/>
                  <a:gd name="T11" fmla="*/ 0 60000 65536"/>
                  <a:gd name="T12" fmla="*/ 0 w 1032"/>
                  <a:gd name="T13" fmla="*/ 0 h 187"/>
                  <a:gd name="T14" fmla="*/ 1032 w 1032"/>
                  <a:gd name="T15" fmla="*/ 187 h 187"/>
                </a:gdLst>
                <a:ahLst/>
                <a:cxnLst>
                  <a:cxn ang="T8">
                    <a:pos x="T0" y="T1"/>
                  </a:cxn>
                  <a:cxn ang="T9">
                    <a:pos x="T2" y="T3"/>
                  </a:cxn>
                  <a:cxn ang="T10">
                    <a:pos x="T4" y="T5"/>
                  </a:cxn>
                  <a:cxn ang="T11">
                    <a:pos x="T6" y="T7"/>
                  </a:cxn>
                </a:cxnLst>
                <a:rect l="T12" t="T13" r="T14" b="T15"/>
                <a:pathLst>
                  <a:path w="1032" h="187">
                    <a:moveTo>
                      <a:pt x="0" y="187"/>
                    </a:moveTo>
                    <a:cubicBezTo>
                      <a:pt x="110" y="121"/>
                      <a:pt x="219" y="54"/>
                      <a:pt x="352" y="27"/>
                    </a:cubicBezTo>
                    <a:cubicBezTo>
                      <a:pt x="485" y="0"/>
                      <a:pt x="687" y="3"/>
                      <a:pt x="800" y="27"/>
                    </a:cubicBezTo>
                    <a:cubicBezTo>
                      <a:pt x="913" y="51"/>
                      <a:pt x="984" y="141"/>
                      <a:pt x="1032" y="171"/>
                    </a:cubicBezTo>
                  </a:path>
                </a:pathLst>
              </a:custGeom>
              <a:noFill/>
              <a:ln w="19050">
                <a:solidFill>
                  <a:schemeClr val="tx1"/>
                </a:solidFill>
                <a:round/>
                <a:headEnd/>
                <a:tailEnd type="stealth" w="med" len="lg"/>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2567" name="Freeform 53"/>
              <p:cNvSpPr>
                <a:spLocks/>
              </p:cNvSpPr>
              <p:nvPr/>
            </p:nvSpPr>
            <p:spPr bwMode="auto">
              <a:xfrm flipV="1">
                <a:off x="2424" y="757"/>
                <a:ext cx="896" cy="243"/>
              </a:xfrm>
              <a:custGeom>
                <a:avLst/>
                <a:gdLst>
                  <a:gd name="T0" fmla="*/ 0 w 1032"/>
                  <a:gd name="T1" fmla="*/ 316 h 187"/>
                  <a:gd name="T2" fmla="*/ 266 w 1032"/>
                  <a:gd name="T3" fmla="*/ 45 h 187"/>
                  <a:gd name="T4" fmla="*/ 603 w 1032"/>
                  <a:gd name="T5" fmla="*/ 45 h 187"/>
                  <a:gd name="T6" fmla="*/ 778 w 1032"/>
                  <a:gd name="T7" fmla="*/ 288 h 187"/>
                  <a:gd name="T8" fmla="*/ 0 60000 65536"/>
                  <a:gd name="T9" fmla="*/ 0 60000 65536"/>
                  <a:gd name="T10" fmla="*/ 0 60000 65536"/>
                  <a:gd name="T11" fmla="*/ 0 60000 65536"/>
                  <a:gd name="T12" fmla="*/ 0 w 1032"/>
                  <a:gd name="T13" fmla="*/ 0 h 187"/>
                  <a:gd name="T14" fmla="*/ 1032 w 1032"/>
                  <a:gd name="T15" fmla="*/ 187 h 187"/>
                </a:gdLst>
                <a:ahLst/>
                <a:cxnLst>
                  <a:cxn ang="T8">
                    <a:pos x="T0" y="T1"/>
                  </a:cxn>
                  <a:cxn ang="T9">
                    <a:pos x="T2" y="T3"/>
                  </a:cxn>
                  <a:cxn ang="T10">
                    <a:pos x="T4" y="T5"/>
                  </a:cxn>
                  <a:cxn ang="T11">
                    <a:pos x="T6" y="T7"/>
                  </a:cxn>
                </a:cxnLst>
                <a:rect l="T12" t="T13" r="T14" b="T15"/>
                <a:pathLst>
                  <a:path w="1032" h="187">
                    <a:moveTo>
                      <a:pt x="0" y="187"/>
                    </a:moveTo>
                    <a:cubicBezTo>
                      <a:pt x="110" y="121"/>
                      <a:pt x="219" y="54"/>
                      <a:pt x="352" y="27"/>
                    </a:cubicBezTo>
                    <a:cubicBezTo>
                      <a:pt x="485" y="0"/>
                      <a:pt x="687" y="3"/>
                      <a:pt x="800" y="27"/>
                    </a:cubicBezTo>
                    <a:cubicBezTo>
                      <a:pt x="913" y="51"/>
                      <a:pt x="984" y="141"/>
                      <a:pt x="1032" y="171"/>
                    </a:cubicBezTo>
                  </a:path>
                </a:pathLst>
              </a:custGeom>
              <a:noFill/>
              <a:ln w="19050">
                <a:solidFill>
                  <a:schemeClr val="tx1"/>
                </a:solidFill>
                <a:round/>
                <a:headEnd/>
                <a:tailEnd type="stealth" w="med" len="lg"/>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nvGrpSpPr>
          <p:cNvPr id="62486" name="Group 54"/>
          <p:cNvGrpSpPr>
            <a:grpSpLocks/>
          </p:cNvGrpSpPr>
          <p:nvPr/>
        </p:nvGrpSpPr>
        <p:grpSpPr bwMode="auto">
          <a:xfrm>
            <a:off x="6248400" y="5056188"/>
            <a:ext cx="1543050" cy="392112"/>
            <a:chOff x="2424" y="641"/>
            <a:chExt cx="972" cy="247"/>
          </a:xfrm>
        </p:grpSpPr>
        <p:sp>
          <p:nvSpPr>
            <p:cNvPr id="62556" name="Oval 55"/>
            <p:cNvSpPr>
              <a:spLocks noChangeArrowheads="1"/>
            </p:cNvSpPr>
            <p:nvPr/>
          </p:nvSpPr>
          <p:spPr bwMode="auto">
            <a:xfrm>
              <a:off x="3324" y="728"/>
              <a:ext cx="72" cy="72"/>
            </a:xfrm>
            <a:prstGeom prst="ellipse">
              <a:avLst/>
            </a:prstGeom>
            <a:solidFill>
              <a:schemeClr val="tx1"/>
            </a:solidFill>
            <a:ln w="38100">
              <a:solidFill>
                <a:schemeClr val="tx1"/>
              </a:solidFill>
              <a:round/>
              <a:headEnd/>
              <a:tailEnd type="none" w="med" len="lg"/>
            </a:ln>
          </p:spPr>
          <p:txBody>
            <a:bodyPr wrap="none" anchor="ct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endParaRPr lang="en-US" altLang="en-US"/>
            </a:p>
          </p:txBody>
        </p:sp>
        <p:grpSp>
          <p:nvGrpSpPr>
            <p:cNvPr id="62557" name="Group 56"/>
            <p:cNvGrpSpPr>
              <a:grpSpLocks/>
            </p:cNvGrpSpPr>
            <p:nvPr/>
          </p:nvGrpSpPr>
          <p:grpSpPr bwMode="auto">
            <a:xfrm>
              <a:off x="2424" y="641"/>
              <a:ext cx="912" cy="247"/>
              <a:chOff x="2424" y="501"/>
              <a:chExt cx="912" cy="499"/>
            </a:xfrm>
          </p:grpSpPr>
          <p:sp>
            <p:nvSpPr>
              <p:cNvPr id="62558" name="Freeform 57"/>
              <p:cNvSpPr>
                <a:spLocks/>
              </p:cNvSpPr>
              <p:nvPr/>
            </p:nvSpPr>
            <p:spPr bwMode="auto">
              <a:xfrm>
                <a:off x="2424" y="645"/>
                <a:ext cx="896" cy="107"/>
              </a:xfrm>
              <a:custGeom>
                <a:avLst/>
                <a:gdLst>
                  <a:gd name="T0" fmla="*/ 0 w 1032"/>
                  <a:gd name="T1" fmla="*/ 61 h 187"/>
                  <a:gd name="T2" fmla="*/ 266 w 1032"/>
                  <a:gd name="T3" fmla="*/ 9 h 187"/>
                  <a:gd name="T4" fmla="*/ 603 w 1032"/>
                  <a:gd name="T5" fmla="*/ 9 h 187"/>
                  <a:gd name="T6" fmla="*/ 778 w 1032"/>
                  <a:gd name="T7" fmla="*/ 56 h 187"/>
                  <a:gd name="T8" fmla="*/ 0 60000 65536"/>
                  <a:gd name="T9" fmla="*/ 0 60000 65536"/>
                  <a:gd name="T10" fmla="*/ 0 60000 65536"/>
                  <a:gd name="T11" fmla="*/ 0 60000 65536"/>
                  <a:gd name="T12" fmla="*/ 0 w 1032"/>
                  <a:gd name="T13" fmla="*/ 0 h 187"/>
                  <a:gd name="T14" fmla="*/ 1032 w 1032"/>
                  <a:gd name="T15" fmla="*/ 187 h 187"/>
                </a:gdLst>
                <a:ahLst/>
                <a:cxnLst>
                  <a:cxn ang="T8">
                    <a:pos x="T0" y="T1"/>
                  </a:cxn>
                  <a:cxn ang="T9">
                    <a:pos x="T2" y="T3"/>
                  </a:cxn>
                  <a:cxn ang="T10">
                    <a:pos x="T4" y="T5"/>
                  </a:cxn>
                  <a:cxn ang="T11">
                    <a:pos x="T6" y="T7"/>
                  </a:cxn>
                </a:cxnLst>
                <a:rect l="T12" t="T13" r="T14" b="T15"/>
                <a:pathLst>
                  <a:path w="1032" h="187">
                    <a:moveTo>
                      <a:pt x="0" y="187"/>
                    </a:moveTo>
                    <a:cubicBezTo>
                      <a:pt x="110" y="121"/>
                      <a:pt x="219" y="54"/>
                      <a:pt x="352" y="27"/>
                    </a:cubicBezTo>
                    <a:cubicBezTo>
                      <a:pt x="485" y="0"/>
                      <a:pt x="687" y="3"/>
                      <a:pt x="800" y="27"/>
                    </a:cubicBezTo>
                    <a:cubicBezTo>
                      <a:pt x="913" y="51"/>
                      <a:pt x="984" y="141"/>
                      <a:pt x="1032" y="171"/>
                    </a:cubicBezTo>
                  </a:path>
                </a:pathLst>
              </a:custGeom>
              <a:noFill/>
              <a:ln w="19050">
                <a:solidFill>
                  <a:schemeClr val="tx1"/>
                </a:solidFill>
                <a:round/>
                <a:headEnd/>
                <a:tailEnd type="stealth" w="med" len="lg"/>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2559" name="Freeform 58"/>
              <p:cNvSpPr>
                <a:spLocks/>
              </p:cNvSpPr>
              <p:nvPr/>
            </p:nvSpPr>
            <p:spPr bwMode="auto">
              <a:xfrm>
                <a:off x="2440" y="501"/>
                <a:ext cx="896" cy="243"/>
              </a:xfrm>
              <a:custGeom>
                <a:avLst/>
                <a:gdLst>
                  <a:gd name="T0" fmla="*/ 0 w 1032"/>
                  <a:gd name="T1" fmla="*/ 316 h 187"/>
                  <a:gd name="T2" fmla="*/ 266 w 1032"/>
                  <a:gd name="T3" fmla="*/ 45 h 187"/>
                  <a:gd name="T4" fmla="*/ 603 w 1032"/>
                  <a:gd name="T5" fmla="*/ 45 h 187"/>
                  <a:gd name="T6" fmla="*/ 778 w 1032"/>
                  <a:gd name="T7" fmla="*/ 288 h 187"/>
                  <a:gd name="T8" fmla="*/ 0 60000 65536"/>
                  <a:gd name="T9" fmla="*/ 0 60000 65536"/>
                  <a:gd name="T10" fmla="*/ 0 60000 65536"/>
                  <a:gd name="T11" fmla="*/ 0 60000 65536"/>
                  <a:gd name="T12" fmla="*/ 0 w 1032"/>
                  <a:gd name="T13" fmla="*/ 0 h 187"/>
                  <a:gd name="T14" fmla="*/ 1032 w 1032"/>
                  <a:gd name="T15" fmla="*/ 187 h 187"/>
                </a:gdLst>
                <a:ahLst/>
                <a:cxnLst>
                  <a:cxn ang="T8">
                    <a:pos x="T0" y="T1"/>
                  </a:cxn>
                  <a:cxn ang="T9">
                    <a:pos x="T2" y="T3"/>
                  </a:cxn>
                  <a:cxn ang="T10">
                    <a:pos x="T4" y="T5"/>
                  </a:cxn>
                  <a:cxn ang="T11">
                    <a:pos x="T6" y="T7"/>
                  </a:cxn>
                </a:cxnLst>
                <a:rect l="T12" t="T13" r="T14" b="T15"/>
                <a:pathLst>
                  <a:path w="1032" h="187">
                    <a:moveTo>
                      <a:pt x="0" y="187"/>
                    </a:moveTo>
                    <a:cubicBezTo>
                      <a:pt x="110" y="121"/>
                      <a:pt x="219" y="54"/>
                      <a:pt x="352" y="27"/>
                    </a:cubicBezTo>
                    <a:cubicBezTo>
                      <a:pt x="485" y="0"/>
                      <a:pt x="687" y="3"/>
                      <a:pt x="800" y="27"/>
                    </a:cubicBezTo>
                    <a:cubicBezTo>
                      <a:pt x="913" y="51"/>
                      <a:pt x="984" y="141"/>
                      <a:pt x="1032" y="171"/>
                    </a:cubicBezTo>
                  </a:path>
                </a:pathLst>
              </a:custGeom>
              <a:noFill/>
              <a:ln w="19050">
                <a:solidFill>
                  <a:schemeClr val="tx1"/>
                </a:solidFill>
                <a:round/>
                <a:headEnd/>
                <a:tailEnd type="stealth" w="med" len="lg"/>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2560" name="Freeform 59"/>
              <p:cNvSpPr>
                <a:spLocks/>
              </p:cNvSpPr>
              <p:nvPr/>
            </p:nvSpPr>
            <p:spPr bwMode="auto">
              <a:xfrm flipV="1">
                <a:off x="2424" y="757"/>
                <a:ext cx="896" cy="75"/>
              </a:xfrm>
              <a:custGeom>
                <a:avLst/>
                <a:gdLst>
                  <a:gd name="T0" fmla="*/ 0 w 1032"/>
                  <a:gd name="T1" fmla="*/ 30 h 187"/>
                  <a:gd name="T2" fmla="*/ 266 w 1032"/>
                  <a:gd name="T3" fmla="*/ 4 h 187"/>
                  <a:gd name="T4" fmla="*/ 603 w 1032"/>
                  <a:gd name="T5" fmla="*/ 4 h 187"/>
                  <a:gd name="T6" fmla="*/ 778 w 1032"/>
                  <a:gd name="T7" fmla="*/ 28 h 187"/>
                  <a:gd name="T8" fmla="*/ 0 60000 65536"/>
                  <a:gd name="T9" fmla="*/ 0 60000 65536"/>
                  <a:gd name="T10" fmla="*/ 0 60000 65536"/>
                  <a:gd name="T11" fmla="*/ 0 60000 65536"/>
                  <a:gd name="T12" fmla="*/ 0 w 1032"/>
                  <a:gd name="T13" fmla="*/ 0 h 187"/>
                  <a:gd name="T14" fmla="*/ 1032 w 1032"/>
                  <a:gd name="T15" fmla="*/ 187 h 187"/>
                </a:gdLst>
                <a:ahLst/>
                <a:cxnLst>
                  <a:cxn ang="T8">
                    <a:pos x="T0" y="T1"/>
                  </a:cxn>
                  <a:cxn ang="T9">
                    <a:pos x="T2" y="T3"/>
                  </a:cxn>
                  <a:cxn ang="T10">
                    <a:pos x="T4" y="T5"/>
                  </a:cxn>
                  <a:cxn ang="T11">
                    <a:pos x="T6" y="T7"/>
                  </a:cxn>
                </a:cxnLst>
                <a:rect l="T12" t="T13" r="T14" b="T15"/>
                <a:pathLst>
                  <a:path w="1032" h="187">
                    <a:moveTo>
                      <a:pt x="0" y="187"/>
                    </a:moveTo>
                    <a:cubicBezTo>
                      <a:pt x="110" y="121"/>
                      <a:pt x="219" y="54"/>
                      <a:pt x="352" y="27"/>
                    </a:cubicBezTo>
                    <a:cubicBezTo>
                      <a:pt x="485" y="0"/>
                      <a:pt x="687" y="3"/>
                      <a:pt x="800" y="27"/>
                    </a:cubicBezTo>
                    <a:cubicBezTo>
                      <a:pt x="913" y="51"/>
                      <a:pt x="984" y="141"/>
                      <a:pt x="1032" y="171"/>
                    </a:cubicBezTo>
                  </a:path>
                </a:pathLst>
              </a:custGeom>
              <a:noFill/>
              <a:ln w="19050">
                <a:solidFill>
                  <a:schemeClr val="tx1"/>
                </a:solidFill>
                <a:round/>
                <a:headEnd/>
                <a:tailEnd type="stealth" w="med" len="lg"/>
              </a:ln>
              <a:extLst>
                <a:ext uri="{909E8E84-426E-40DD-AFC4-6F175D3DCCD1}">
                  <a14:hiddenFill xmlns:a14="http://schemas.microsoft.com/office/drawing/2010/main">
                    <a:solidFill>
                      <a:srgbClr val="FFFFFF"/>
                    </a:solidFill>
                  </a14:hiddenFill>
                </a:ext>
              </a:extLst>
            </p:spPr>
            <p:txBody>
              <a:bodyPr rot="10800000"/>
              <a:lstStyle/>
              <a:p>
                <a:endParaRPr lang="en-US"/>
              </a:p>
            </p:txBody>
          </p:sp>
          <p:sp>
            <p:nvSpPr>
              <p:cNvPr id="62561" name="Freeform 60"/>
              <p:cNvSpPr>
                <a:spLocks/>
              </p:cNvSpPr>
              <p:nvPr/>
            </p:nvSpPr>
            <p:spPr bwMode="auto">
              <a:xfrm flipV="1">
                <a:off x="2424" y="757"/>
                <a:ext cx="896" cy="243"/>
              </a:xfrm>
              <a:custGeom>
                <a:avLst/>
                <a:gdLst>
                  <a:gd name="T0" fmla="*/ 0 w 1032"/>
                  <a:gd name="T1" fmla="*/ 316 h 187"/>
                  <a:gd name="T2" fmla="*/ 266 w 1032"/>
                  <a:gd name="T3" fmla="*/ 45 h 187"/>
                  <a:gd name="T4" fmla="*/ 603 w 1032"/>
                  <a:gd name="T5" fmla="*/ 45 h 187"/>
                  <a:gd name="T6" fmla="*/ 778 w 1032"/>
                  <a:gd name="T7" fmla="*/ 288 h 187"/>
                  <a:gd name="T8" fmla="*/ 0 60000 65536"/>
                  <a:gd name="T9" fmla="*/ 0 60000 65536"/>
                  <a:gd name="T10" fmla="*/ 0 60000 65536"/>
                  <a:gd name="T11" fmla="*/ 0 60000 65536"/>
                  <a:gd name="T12" fmla="*/ 0 w 1032"/>
                  <a:gd name="T13" fmla="*/ 0 h 187"/>
                  <a:gd name="T14" fmla="*/ 1032 w 1032"/>
                  <a:gd name="T15" fmla="*/ 187 h 187"/>
                </a:gdLst>
                <a:ahLst/>
                <a:cxnLst>
                  <a:cxn ang="T8">
                    <a:pos x="T0" y="T1"/>
                  </a:cxn>
                  <a:cxn ang="T9">
                    <a:pos x="T2" y="T3"/>
                  </a:cxn>
                  <a:cxn ang="T10">
                    <a:pos x="T4" y="T5"/>
                  </a:cxn>
                  <a:cxn ang="T11">
                    <a:pos x="T6" y="T7"/>
                  </a:cxn>
                </a:cxnLst>
                <a:rect l="T12" t="T13" r="T14" b="T15"/>
                <a:pathLst>
                  <a:path w="1032" h="187">
                    <a:moveTo>
                      <a:pt x="0" y="187"/>
                    </a:moveTo>
                    <a:cubicBezTo>
                      <a:pt x="110" y="121"/>
                      <a:pt x="219" y="54"/>
                      <a:pt x="352" y="27"/>
                    </a:cubicBezTo>
                    <a:cubicBezTo>
                      <a:pt x="485" y="0"/>
                      <a:pt x="687" y="3"/>
                      <a:pt x="800" y="27"/>
                    </a:cubicBezTo>
                    <a:cubicBezTo>
                      <a:pt x="913" y="51"/>
                      <a:pt x="984" y="141"/>
                      <a:pt x="1032" y="171"/>
                    </a:cubicBezTo>
                  </a:path>
                </a:pathLst>
              </a:custGeom>
              <a:noFill/>
              <a:ln w="19050">
                <a:solidFill>
                  <a:schemeClr val="tx1"/>
                </a:solidFill>
                <a:round/>
                <a:headEnd/>
                <a:tailEnd type="stealth" w="med" len="lg"/>
              </a:ln>
              <a:extLst>
                <a:ext uri="{909E8E84-426E-40DD-AFC4-6F175D3DCCD1}">
                  <a14:hiddenFill xmlns:a14="http://schemas.microsoft.com/office/drawing/2010/main">
                    <a:solidFill>
                      <a:srgbClr val="FFFFFF"/>
                    </a:solidFill>
                  </a14:hiddenFill>
                </a:ext>
              </a:extLst>
            </p:spPr>
            <p:txBody>
              <a:bodyPr rot="10800000"/>
              <a:lstStyle/>
              <a:p>
                <a:endParaRPr lang="en-US"/>
              </a:p>
            </p:txBody>
          </p:sp>
        </p:grpSp>
      </p:grpSp>
      <p:grpSp>
        <p:nvGrpSpPr>
          <p:cNvPr id="62487" name="Group 61"/>
          <p:cNvGrpSpPr>
            <a:grpSpLocks/>
          </p:cNvGrpSpPr>
          <p:nvPr/>
        </p:nvGrpSpPr>
        <p:grpSpPr bwMode="auto">
          <a:xfrm>
            <a:off x="6248400" y="3475038"/>
            <a:ext cx="1543050" cy="392112"/>
            <a:chOff x="2424" y="641"/>
            <a:chExt cx="972" cy="247"/>
          </a:xfrm>
        </p:grpSpPr>
        <p:sp>
          <p:nvSpPr>
            <p:cNvPr id="62550" name="Oval 62"/>
            <p:cNvSpPr>
              <a:spLocks noChangeArrowheads="1"/>
            </p:cNvSpPr>
            <p:nvPr/>
          </p:nvSpPr>
          <p:spPr bwMode="auto">
            <a:xfrm>
              <a:off x="3324" y="728"/>
              <a:ext cx="72" cy="72"/>
            </a:xfrm>
            <a:prstGeom prst="ellipse">
              <a:avLst/>
            </a:prstGeom>
            <a:solidFill>
              <a:schemeClr val="tx1"/>
            </a:solidFill>
            <a:ln w="38100">
              <a:solidFill>
                <a:schemeClr val="tx1"/>
              </a:solidFill>
              <a:round/>
              <a:headEnd/>
              <a:tailEnd type="none" w="med" len="lg"/>
            </a:ln>
          </p:spPr>
          <p:txBody>
            <a:bodyPr wrap="none" anchor="ct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endParaRPr lang="en-US" altLang="en-US"/>
            </a:p>
          </p:txBody>
        </p:sp>
        <p:grpSp>
          <p:nvGrpSpPr>
            <p:cNvPr id="62551" name="Group 63"/>
            <p:cNvGrpSpPr>
              <a:grpSpLocks/>
            </p:cNvGrpSpPr>
            <p:nvPr/>
          </p:nvGrpSpPr>
          <p:grpSpPr bwMode="auto">
            <a:xfrm>
              <a:off x="2424" y="641"/>
              <a:ext cx="912" cy="247"/>
              <a:chOff x="2424" y="501"/>
              <a:chExt cx="912" cy="499"/>
            </a:xfrm>
          </p:grpSpPr>
          <p:sp>
            <p:nvSpPr>
              <p:cNvPr id="62552" name="Freeform 64"/>
              <p:cNvSpPr>
                <a:spLocks/>
              </p:cNvSpPr>
              <p:nvPr/>
            </p:nvSpPr>
            <p:spPr bwMode="auto">
              <a:xfrm>
                <a:off x="2424" y="645"/>
                <a:ext cx="896" cy="107"/>
              </a:xfrm>
              <a:custGeom>
                <a:avLst/>
                <a:gdLst>
                  <a:gd name="T0" fmla="*/ 0 w 1032"/>
                  <a:gd name="T1" fmla="*/ 61 h 187"/>
                  <a:gd name="T2" fmla="*/ 266 w 1032"/>
                  <a:gd name="T3" fmla="*/ 9 h 187"/>
                  <a:gd name="T4" fmla="*/ 603 w 1032"/>
                  <a:gd name="T5" fmla="*/ 9 h 187"/>
                  <a:gd name="T6" fmla="*/ 778 w 1032"/>
                  <a:gd name="T7" fmla="*/ 56 h 187"/>
                  <a:gd name="T8" fmla="*/ 0 60000 65536"/>
                  <a:gd name="T9" fmla="*/ 0 60000 65536"/>
                  <a:gd name="T10" fmla="*/ 0 60000 65536"/>
                  <a:gd name="T11" fmla="*/ 0 60000 65536"/>
                  <a:gd name="T12" fmla="*/ 0 w 1032"/>
                  <a:gd name="T13" fmla="*/ 0 h 187"/>
                  <a:gd name="T14" fmla="*/ 1032 w 1032"/>
                  <a:gd name="T15" fmla="*/ 187 h 187"/>
                </a:gdLst>
                <a:ahLst/>
                <a:cxnLst>
                  <a:cxn ang="T8">
                    <a:pos x="T0" y="T1"/>
                  </a:cxn>
                  <a:cxn ang="T9">
                    <a:pos x="T2" y="T3"/>
                  </a:cxn>
                  <a:cxn ang="T10">
                    <a:pos x="T4" y="T5"/>
                  </a:cxn>
                  <a:cxn ang="T11">
                    <a:pos x="T6" y="T7"/>
                  </a:cxn>
                </a:cxnLst>
                <a:rect l="T12" t="T13" r="T14" b="T15"/>
                <a:pathLst>
                  <a:path w="1032" h="187">
                    <a:moveTo>
                      <a:pt x="0" y="187"/>
                    </a:moveTo>
                    <a:cubicBezTo>
                      <a:pt x="110" y="121"/>
                      <a:pt x="219" y="54"/>
                      <a:pt x="352" y="27"/>
                    </a:cubicBezTo>
                    <a:cubicBezTo>
                      <a:pt x="485" y="0"/>
                      <a:pt x="687" y="3"/>
                      <a:pt x="800" y="27"/>
                    </a:cubicBezTo>
                    <a:cubicBezTo>
                      <a:pt x="913" y="51"/>
                      <a:pt x="984" y="141"/>
                      <a:pt x="1032" y="171"/>
                    </a:cubicBezTo>
                  </a:path>
                </a:pathLst>
              </a:custGeom>
              <a:noFill/>
              <a:ln w="19050">
                <a:solidFill>
                  <a:schemeClr val="tx1"/>
                </a:solidFill>
                <a:round/>
                <a:headEnd/>
                <a:tailEnd type="stealth" w="med" len="lg"/>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2553" name="Freeform 65"/>
              <p:cNvSpPr>
                <a:spLocks/>
              </p:cNvSpPr>
              <p:nvPr/>
            </p:nvSpPr>
            <p:spPr bwMode="auto">
              <a:xfrm>
                <a:off x="2440" y="501"/>
                <a:ext cx="896" cy="243"/>
              </a:xfrm>
              <a:custGeom>
                <a:avLst/>
                <a:gdLst>
                  <a:gd name="T0" fmla="*/ 0 w 1032"/>
                  <a:gd name="T1" fmla="*/ 316 h 187"/>
                  <a:gd name="T2" fmla="*/ 266 w 1032"/>
                  <a:gd name="T3" fmla="*/ 45 h 187"/>
                  <a:gd name="T4" fmla="*/ 603 w 1032"/>
                  <a:gd name="T5" fmla="*/ 45 h 187"/>
                  <a:gd name="T6" fmla="*/ 778 w 1032"/>
                  <a:gd name="T7" fmla="*/ 288 h 187"/>
                  <a:gd name="T8" fmla="*/ 0 60000 65536"/>
                  <a:gd name="T9" fmla="*/ 0 60000 65536"/>
                  <a:gd name="T10" fmla="*/ 0 60000 65536"/>
                  <a:gd name="T11" fmla="*/ 0 60000 65536"/>
                  <a:gd name="T12" fmla="*/ 0 w 1032"/>
                  <a:gd name="T13" fmla="*/ 0 h 187"/>
                  <a:gd name="T14" fmla="*/ 1032 w 1032"/>
                  <a:gd name="T15" fmla="*/ 187 h 187"/>
                </a:gdLst>
                <a:ahLst/>
                <a:cxnLst>
                  <a:cxn ang="T8">
                    <a:pos x="T0" y="T1"/>
                  </a:cxn>
                  <a:cxn ang="T9">
                    <a:pos x="T2" y="T3"/>
                  </a:cxn>
                  <a:cxn ang="T10">
                    <a:pos x="T4" y="T5"/>
                  </a:cxn>
                  <a:cxn ang="T11">
                    <a:pos x="T6" y="T7"/>
                  </a:cxn>
                </a:cxnLst>
                <a:rect l="T12" t="T13" r="T14" b="T15"/>
                <a:pathLst>
                  <a:path w="1032" h="187">
                    <a:moveTo>
                      <a:pt x="0" y="187"/>
                    </a:moveTo>
                    <a:cubicBezTo>
                      <a:pt x="110" y="121"/>
                      <a:pt x="219" y="54"/>
                      <a:pt x="352" y="27"/>
                    </a:cubicBezTo>
                    <a:cubicBezTo>
                      <a:pt x="485" y="0"/>
                      <a:pt x="687" y="3"/>
                      <a:pt x="800" y="27"/>
                    </a:cubicBezTo>
                    <a:cubicBezTo>
                      <a:pt x="913" y="51"/>
                      <a:pt x="984" y="141"/>
                      <a:pt x="1032" y="171"/>
                    </a:cubicBezTo>
                  </a:path>
                </a:pathLst>
              </a:custGeom>
              <a:noFill/>
              <a:ln w="19050">
                <a:solidFill>
                  <a:schemeClr val="tx1"/>
                </a:solidFill>
                <a:round/>
                <a:headEnd/>
                <a:tailEnd type="stealth" w="med" len="lg"/>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2554" name="Freeform 66"/>
              <p:cNvSpPr>
                <a:spLocks/>
              </p:cNvSpPr>
              <p:nvPr/>
            </p:nvSpPr>
            <p:spPr bwMode="auto">
              <a:xfrm flipV="1">
                <a:off x="2424" y="757"/>
                <a:ext cx="896" cy="75"/>
              </a:xfrm>
              <a:custGeom>
                <a:avLst/>
                <a:gdLst>
                  <a:gd name="T0" fmla="*/ 0 w 1032"/>
                  <a:gd name="T1" fmla="*/ 30 h 187"/>
                  <a:gd name="T2" fmla="*/ 266 w 1032"/>
                  <a:gd name="T3" fmla="*/ 4 h 187"/>
                  <a:gd name="T4" fmla="*/ 603 w 1032"/>
                  <a:gd name="T5" fmla="*/ 4 h 187"/>
                  <a:gd name="T6" fmla="*/ 778 w 1032"/>
                  <a:gd name="T7" fmla="*/ 28 h 187"/>
                  <a:gd name="T8" fmla="*/ 0 60000 65536"/>
                  <a:gd name="T9" fmla="*/ 0 60000 65536"/>
                  <a:gd name="T10" fmla="*/ 0 60000 65536"/>
                  <a:gd name="T11" fmla="*/ 0 60000 65536"/>
                  <a:gd name="T12" fmla="*/ 0 w 1032"/>
                  <a:gd name="T13" fmla="*/ 0 h 187"/>
                  <a:gd name="T14" fmla="*/ 1032 w 1032"/>
                  <a:gd name="T15" fmla="*/ 187 h 187"/>
                </a:gdLst>
                <a:ahLst/>
                <a:cxnLst>
                  <a:cxn ang="T8">
                    <a:pos x="T0" y="T1"/>
                  </a:cxn>
                  <a:cxn ang="T9">
                    <a:pos x="T2" y="T3"/>
                  </a:cxn>
                  <a:cxn ang="T10">
                    <a:pos x="T4" y="T5"/>
                  </a:cxn>
                  <a:cxn ang="T11">
                    <a:pos x="T6" y="T7"/>
                  </a:cxn>
                </a:cxnLst>
                <a:rect l="T12" t="T13" r="T14" b="T15"/>
                <a:pathLst>
                  <a:path w="1032" h="187">
                    <a:moveTo>
                      <a:pt x="0" y="187"/>
                    </a:moveTo>
                    <a:cubicBezTo>
                      <a:pt x="110" y="121"/>
                      <a:pt x="219" y="54"/>
                      <a:pt x="352" y="27"/>
                    </a:cubicBezTo>
                    <a:cubicBezTo>
                      <a:pt x="485" y="0"/>
                      <a:pt x="687" y="3"/>
                      <a:pt x="800" y="27"/>
                    </a:cubicBezTo>
                    <a:cubicBezTo>
                      <a:pt x="913" y="51"/>
                      <a:pt x="984" y="141"/>
                      <a:pt x="1032" y="171"/>
                    </a:cubicBezTo>
                  </a:path>
                </a:pathLst>
              </a:custGeom>
              <a:noFill/>
              <a:ln w="19050">
                <a:solidFill>
                  <a:schemeClr val="tx1"/>
                </a:solidFill>
                <a:round/>
                <a:headEnd/>
                <a:tailEnd type="stealth" w="med" len="lg"/>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2555" name="Freeform 67"/>
              <p:cNvSpPr>
                <a:spLocks/>
              </p:cNvSpPr>
              <p:nvPr/>
            </p:nvSpPr>
            <p:spPr bwMode="auto">
              <a:xfrm flipV="1">
                <a:off x="2424" y="757"/>
                <a:ext cx="896" cy="243"/>
              </a:xfrm>
              <a:custGeom>
                <a:avLst/>
                <a:gdLst>
                  <a:gd name="T0" fmla="*/ 0 w 1032"/>
                  <a:gd name="T1" fmla="*/ 316 h 187"/>
                  <a:gd name="T2" fmla="*/ 266 w 1032"/>
                  <a:gd name="T3" fmla="*/ 45 h 187"/>
                  <a:gd name="T4" fmla="*/ 603 w 1032"/>
                  <a:gd name="T5" fmla="*/ 45 h 187"/>
                  <a:gd name="T6" fmla="*/ 778 w 1032"/>
                  <a:gd name="T7" fmla="*/ 288 h 187"/>
                  <a:gd name="T8" fmla="*/ 0 60000 65536"/>
                  <a:gd name="T9" fmla="*/ 0 60000 65536"/>
                  <a:gd name="T10" fmla="*/ 0 60000 65536"/>
                  <a:gd name="T11" fmla="*/ 0 60000 65536"/>
                  <a:gd name="T12" fmla="*/ 0 w 1032"/>
                  <a:gd name="T13" fmla="*/ 0 h 187"/>
                  <a:gd name="T14" fmla="*/ 1032 w 1032"/>
                  <a:gd name="T15" fmla="*/ 187 h 187"/>
                </a:gdLst>
                <a:ahLst/>
                <a:cxnLst>
                  <a:cxn ang="T8">
                    <a:pos x="T0" y="T1"/>
                  </a:cxn>
                  <a:cxn ang="T9">
                    <a:pos x="T2" y="T3"/>
                  </a:cxn>
                  <a:cxn ang="T10">
                    <a:pos x="T4" y="T5"/>
                  </a:cxn>
                  <a:cxn ang="T11">
                    <a:pos x="T6" y="T7"/>
                  </a:cxn>
                </a:cxnLst>
                <a:rect l="T12" t="T13" r="T14" b="T15"/>
                <a:pathLst>
                  <a:path w="1032" h="187">
                    <a:moveTo>
                      <a:pt x="0" y="187"/>
                    </a:moveTo>
                    <a:cubicBezTo>
                      <a:pt x="110" y="121"/>
                      <a:pt x="219" y="54"/>
                      <a:pt x="352" y="27"/>
                    </a:cubicBezTo>
                    <a:cubicBezTo>
                      <a:pt x="485" y="0"/>
                      <a:pt x="687" y="3"/>
                      <a:pt x="800" y="27"/>
                    </a:cubicBezTo>
                    <a:cubicBezTo>
                      <a:pt x="913" y="51"/>
                      <a:pt x="984" y="141"/>
                      <a:pt x="1032" y="171"/>
                    </a:cubicBezTo>
                  </a:path>
                </a:pathLst>
              </a:custGeom>
              <a:noFill/>
              <a:ln w="19050">
                <a:solidFill>
                  <a:schemeClr val="tx1"/>
                </a:solidFill>
                <a:round/>
                <a:headEnd/>
                <a:tailEnd type="stealth" w="med" len="lg"/>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nvGrpSpPr>
          <p:cNvPr id="62488" name="Group 68"/>
          <p:cNvGrpSpPr>
            <a:grpSpLocks/>
          </p:cNvGrpSpPr>
          <p:nvPr/>
        </p:nvGrpSpPr>
        <p:grpSpPr bwMode="auto">
          <a:xfrm>
            <a:off x="6248400" y="4021138"/>
            <a:ext cx="1543050" cy="392112"/>
            <a:chOff x="2424" y="641"/>
            <a:chExt cx="972" cy="247"/>
          </a:xfrm>
        </p:grpSpPr>
        <p:sp>
          <p:nvSpPr>
            <p:cNvPr id="62544" name="Oval 69"/>
            <p:cNvSpPr>
              <a:spLocks noChangeArrowheads="1"/>
            </p:cNvSpPr>
            <p:nvPr/>
          </p:nvSpPr>
          <p:spPr bwMode="auto">
            <a:xfrm>
              <a:off x="3324" y="728"/>
              <a:ext cx="72" cy="72"/>
            </a:xfrm>
            <a:prstGeom prst="ellipse">
              <a:avLst/>
            </a:prstGeom>
            <a:solidFill>
              <a:schemeClr val="tx1"/>
            </a:solidFill>
            <a:ln w="38100">
              <a:solidFill>
                <a:schemeClr val="tx1"/>
              </a:solidFill>
              <a:round/>
              <a:headEnd/>
              <a:tailEnd type="none" w="med" len="lg"/>
            </a:ln>
          </p:spPr>
          <p:txBody>
            <a:bodyPr wrap="none" anchor="ct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endParaRPr lang="en-US" altLang="en-US"/>
            </a:p>
          </p:txBody>
        </p:sp>
        <p:grpSp>
          <p:nvGrpSpPr>
            <p:cNvPr id="62545" name="Group 70"/>
            <p:cNvGrpSpPr>
              <a:grpSpLocks/>
            </p:cNvGrpSpPr>
            <p:nvPr/>
          </p:nvGrpSpPr>
          <p:grpSpPr bwMode="auto">
            <a:xfrm>
              <a:off x="2424" y="641"/>
              <a:ext cx="912" cy="247"/>
              <a:chOff x="2424" y="501"/>
              <a:chExt cx="912" cy="499"/>
            </a:xfrm>
          </p:grpSpPr>
          <p:sp>
            <p:nvSpPr>
              <p:cNvPr id="62546" name="Freeform 71"/>
              <p:cNvSpPr>
                <a:spLocks/>
              </p:cNvSpPr>
              <p:nvPr/>
            </p:nvSpPr>
            <p:spPr bwMode="auto">
              <a:xfrm>
                <a:off x="2424" y="645"/>
                <a:ext cx="896" cy="107"/>
              </a:xfrm>
              <a:custGeom>
                <a:avLst/>
                <a:gdLst>
                  <a:gd name="T0" fmla="*/ 0 w 1032"/>
                  <a:gd name="T1" fmla="*/ 61 h 187"/>
                  <a:gd name="T2" fmla="*/ 266 w 1032"/>
                  <a:gd name="T3" fmla="*/ 9 h 187"/>
                  <a:gd name="T4" fmla="*/ 603 w 1032"/>
                  <a:gd name="T5" fmla="*/ 9 h 187"/>
                  <a:gd name="T6" fmla="*/ 778 w 1032"/>
                  <a:gd name="T7" fmla="*/ 56 h 187"/>
                  <a:gd name="T8" fmla="*/ 0 60000 65536"/>
                  <a:gd name="T9" fmla="*/ 0 60000 65536"/>
                  <a:gd name="T10" fmla="*/ 0 60000 65536"/>
                  <a:gd name="T11" fmla="*/ 0 60000 65536"/>
                  <a:gd name="T12" fmla="*/ 0 w 1032"/>
                  <a:gd name="T13" fmla="*/ 0 h 187"/>
                  <a:gd name="T14" fmla="*/ 1032 w 1032"/>
                  <a:gd name="T15" fmla="*/ 187 h 187"/>
                </a:gdLst>
                <a:ahLst/>
                <a:cxnLst>
                  <a:cxn ang="T8">
                    <a:pos x="T0" y="T1"/>
                  </a:cxn>
                  <a:cxn ang="T9">
                    <a:pos x="T2" y="T3"/>
                  </a:cxn>
                  <a:cxn ang="T10">
                    <a:pos x="T4" y="T5"/>
                  </a:cxn>
                  <a:cxn ang="T11">
                    <a:pos x="T6" y="T7"/>
                  </a:cxn>
                </a:cxnLst>
                <a:rect l="T12" t="T13" r="T14" b="T15"/>
                <a:pathLst>
                  <a:path w="1032" h="187">
                    <a:moveTo>
                      <a:pt x="0" y="187"/>
                    </a:moveTo>
                    <a:cubicBezTo>
                      <a:pt x="110" y="121"/>
                      <a:pt x="219" y="54"/>
                      <a:pt x="352" y="27"/>
                    </a:cubicBezTo>
                    <a:cubicBezTo>
                      <a:pt x="485" y="0"/>
                      <a:pt x="687" y="3"/>
                      <a:pt x="800" y="27"/>
                    </a:cubicBezTo>
                    <a:cubicBezTo>
                      <a:pt x="913" y="51"/>
                      <a:pt x="984" y="141"/>
                      <a:pt x="1032" y="171"/>
                    </a:cubicBezTo>
                  </a:path>
                </a:pathLst>
              </a:custGeom>
              <a:noFill/>
              <a:ln w="19050">
                <a:solidFill>
                  <a:schemeClr val="tx1"/>
                </a:solidFill>
                <a:round/>
                <a:headEnd/>
                <a:tailEnd type="stealth" w="med" len="lg"/>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2547" name="Freeform 72"/>
              <p:cNvSpPr>
                <a:spLocks/>
              </p:cNvSpPr>
              <p:nvPr/>
            </p:nvSpPr>
            <p:spPr bwMode="auto">
              <a:xfrm>
                <a:off x="2440" y="501"/>
                <a:ext cx="896" cy="243"/>
              </a:xfrm>
              <a:custGeom>
                <a:avLst/>
                <a:gdLst>
                  <a:gd name="T0" fmla="*/ 0 w 1032"/>
                  <a:gd name="T1" fmla="*/ 316 h 187"/>
                  <a:gd name="T2" fmla="*/ 266 w 1032"/>
                  <a:gd name="T3" fmla="*/ 45 h 187"/>
                  <a:gd name="T4" fmla="*/ 603 w 1032"/>
                  <a:gd name="T5" fmla="*/ 45 h 187"/>
                  <a:gd name="T6" fmla="*/ 778 w 1032"/>
                  <a:gd name="T7" fmla="*/ 288 h 187"/>
                  <a:gd name="T8" fmla="*/ 0 60000 65536"/>
                  <a:gd name="T9" fmla="*/ 0 60000 65536"/>
                  <a:gd name="T10" fmla="*/ 0 60000 65536"/>
                  <a:gd name="T11" fmla="*/ 0 60000 65536"/>
                  <a:gd name="T12" fmla="*/ 0 w 1032"/>
                  <a:gd name="T13" fmla="*/ 0 h 187"/>
                  <a:gd name="T14" fmla="*/ 1032 w 1032"/>
                  <a:gd name="T15" fmla="*/ 187 h 187"/>
                </a:gdLst>
                <a:ahLst/>
                <a:cxnLst>
                  <a:cxn ang="T8">
                    <a:pos x="T0" y="T1"/>
                  </a:cxn>
                  <a:cxn ang="T9">
                    <a:pos x="T2" y="T3"/>
                  </a:cxn>
                  <a:cxn ang="T10">
                    <a:pos x="T4" y="T5"/>
                  </a:cxn>
                  <a:cxn ang="T11">
                    <a:pos x="T6" y="T7"/>
                  </a:cxn>
                </a:cxnLst>
                <a:rect l="T12" t="T13" r="T14" b="T15"/>
                <a:pathLst>
                  <a:path w="1032" h="187">
                    <a:moveTo>
                      <a:pt x="0" y="187"/>
                    </a:moveTo>
                    <a:cubicBezTo>
                      <a:pt x="110" y="121"/>
                      <a:pt x="219" y="54"/>
                      <a:pt x="352" y="27"/>
                    </a:cubicBezTo>
                    <a:cubicBezTo>
                      <a:pt x="485" y="0"/>
                      <a:pt x="687" y="3"/>
                      <a:pt x="800" y="27"/>
                    </a:cubicBezTo>
                    <a:cubicBezTo>
                      <a:pt x="913" y="51"/>
                      <a:pt x="984" y="141"/>
                      <a:pt x="1032" y="171"/>
                    </a:cubicBezTo>
                  </a:path>
                </a:pathLst>
              </a:custGeom>
              <a:noFill/>
              <a:ln w="19050">
                <a:solidFill>
                  <a:schemeClr val="tx1"/>
                </a:solidFill>
                <a:round/>
                <a:headEnd/>
                <a:tailEnd type="stealth" w="med" len="lg"/>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2548" name="Freeform 73"/>
              <p:cNvSpPr>
                <a:spLocks/>
              </p:cNvSpPr>
              <p:nvPr/>
            </p:nvSpPr>
            <p:spPr bwMode="auto">
              <a:xfrm flipV="1">
                <a:off x="2424" y="757"/>
                <a:ext cx="896" cy="75"/>
              </a:xfrm>
              <a:custGeom>
                <a:avLst/>
                <a:gdLst>
                  <a:gd name="T0" fmla="*/ 0 w 1032"/>
                  <a:gd name="T1" fmla="*/ 30 h 187"/>
                  <a:gd name="T2" fmla="*/ 266 w 1032"/>
                  <a:gd name="T3" fmla="*/ 4 h 187"/>
                  <a:gd name="T4" fmla="*/ 603 w 1032"/>
                  <a:gd name="T5" fmla="*/ 4 h 187"/>
                  <a:gd name="T6" fmla="*/ 778 w 1032"/>
                  <a:gd name="T7" fmla="*/ 28 h 187"/>
                  <a:gd name="T8" fmla="*/ 0 60000 65536"/>
                  <a:gd name="T9" fmla="*/ 0 60000 65536"/>
                  <a:gd name="T10" fmla="*/ 0 60000 65536"/>
                  <a:gd name="T11" fmla="*/ 0 60000 65536"/>
                  <a:gd name="T12" fmla="*/ 0 w 1032"/>
                  <a:gd name="T13" fmla="*/ 0 h 187"/>
                  <a:gd name="T14" fmla="*/ 1032 w 1032"/>
                  <a:gd name="T15" fmla="*/ 187 h 187"/>
                </a:gdLst>
                <a:ahLst/>
                <a:cxnLst>
                  <a:cxn ang="T8">
                    <a:pos x="T0" y="T1"/>
                  </a:cxn>
                  <a:cxn ang="T9">
                    <a:pos x="T2" y="T3"/>
                  </a:cxn>
                  <a:cxn ang="T10">
                    <a:pos x="T4" y="T5"/>
                  </a:cxn>
                  <a:cxn ang="T11">
                    <a:pos x="T6" y="T7"/>
                  </a:cxn>
                </a:cxnLst>
                <a:rect l="T12" t="T13" r="T14" b="T15"/>
                <a:pathLst>
                  <a:path w="1032" h="187">
                    <a:moveTo>
                      <a:pt x="0" y="187"/>
                    </a:moveTo>
                    <a:cubicBezTo>
                      <a:pt x="110" y="121"/>
                      <a:pt x="219" y="54"/>
                      <a:pt x="352" y="27"/>
                    </a:cubicBezTo>
                    <a:cubicBezTo>
                      <a:pt x="485" y="0"/>
                      <a:pt x="687" y="3"/>
                      <a:pt x="800" y="27"/>
                    </a:cubicBezTo>
                    <a:cubicBezTo>
                      <a:pt x="913" y="51"/>
                      <a:pt x="984" y="141"/>
                      <a:pt x="1032" y="171"/>
                    </a:cubicBezTo>
                  </a:path>
                </a:pathLst>
              </a:custGeom>
              <a:noFill/>
              <a:ln w="19050">
                <a:solidFill>
                  <a:schemeClr val="tx1"/>
                </a:solidFill>
                <a:round/>
                <a:headEnd/>
                <a:tailEnd type="stealth" w="med" len="lg"/>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2549" name="Freeform 74"/>
              <p:cNvSpPr>
                <a:spLocks/>
              </p:cNvSpPr>
              <p:nvPr/>
            </p:nvSpPr>
            <p:spPr bwMode="auto">
              <a:xfrm flipV="1">
                <a:off x="2424" y="757"/>
                <a:ext cx="896" cy="243"/>
              </a:xfrm>
              <a:custGeom>
                <a:avLst/>
                <a:gdLst>
                  <a:gd name="T0" fmla="*/ 0 w 1032"/>
                  <a:gd name="T1" fmla="*/ 316 h 187"/>
                  <a:gd name="T2" fmla="*/ 266 w 1032"/>
                  <a:gd name="T3" fmla="*/ 45 h 187"/>
                  <a:gd name="T4" fmla="*/ 603 w 1032"/>
                  <a:gd name="T5" fmla="*/ 45 h 187"/>
                  <a:gd name="T6" fmla="*/ 778 w 1032"/>
                  <a:gd name="T7" fmla="*/ 288 h 187"/>
                  <a:gd name="T8" fmla="*/ 0 60000 65536"/>
                  <a:gd name="T9" fmla="*/ 0 60000 65536"/>
                  <a:gd name="T10" fmla="*/ 0 60000 65536"/>
                  <a:gd name="T11" fmla="*/ 0 60000 65536"/>
                  <a:gd name="T12" fmla="*/ 0 w 1032"/>
                  <a:gd name="T13" fmla="*/ 0 h 187"/>
                  <a:gd name="T14" fmla="*/ 1032 w 1032"/>
                  <a:gd name="T15" fmla="*/ 187 h 187"/>
                </a:gdLst>
                <a:ahLst/>
                <a:cxnLst>
                  <a:cxn ang="T8">
                    <a:pos x="T0" y="T1"/>
                  </a:cxn>
                  <a:cxn ang="T9">
                    <a:pos x="T2" y="T3"/>
                  </a:cxn>
                  <a:cxn ang="T10">
                    <a:pos x="T4" y="T5"/>
                  </a:cxn>
                  <a:cxn ang="T11">
                    <a:pos x="T6" y="T7"/>
                  </a:cxn>
                </a:cxnLst>
                <a:rect l="T12" t="T13" r="T14" b="T15"/>
                <a:pathLst>
                  <a:path w="1032" h="187">
                    <a:moveTo>
                      <a:pt x="0" y="187"/>
                    </a:moveTo>
                    <a:cubicBezTo>
                      <a:pt x="110" y="121"/>
                      <a:pt x="219" y="54"/>
                      <a:pt x="352" y="27"/>
                    </a:cubicBezTo>
                    <a:cubicBezTo>
                      <a:pt x="485" y="0"/>
                      <a:pt x="687" y="3"/>
                      <a:pt x="800" y="27"/>
                    </a:cubicBezTo>
                    <a:cubicBezTo>
                      <a:pt x="913" y="51"/>
                      <a:pt x="984" y="141"/>
                      <a:pt x="1032" y="171"/>
                    </a:cubicBezTo>
                  </a:path>
                </a:pathLst>
              </a:custGeom>
              <a:noFill/>
              <a:ln w="19050">
                <a:solidFill>
                  <a:schemeClr val="tx1"/>
                </a:solidFill>
                <a:round/>
                <a:headEnd/>
                <a:tailEnd type="stealth" w="med" len="lg"/>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nvGrpSpPr>
          <p:cNvPr id="62489" name="Group 75"/>
          <p:cNvGrpSpPr>
            <a:grpSpLocks/>
          </p:cNvGrpSpPr>
          <p:nvPr/>
        </p:nvGrpSpPr>
        <p:grpSpPr bwMode="auto">
          <a:xfrm>
            <a:off x="6248400" y="4535488"/>
            <a:ext cx="1543050" cy="392112"/>
            <a:chOff x="2424" y="641"/>
            <a:chExt cx="972" cy="247"/>
          </a:xfrm>
        </p:grpSpPr>
        <p:sp>
          <p:nvSpPr>
            <p:cNvPr id="62538" name="Oval 76"/>
            <p:cNvSpPr>
              <a:spLocks noChangeArrowheads="1"/>
            </p:cNvSpPr>
            <p:nvPr/>
          </p:nvSpPr>
          <p:spPr bwMode="auto">
            <a:xfrm>
              <a:off x="3324" y="728"/>
              <a:ext cx="72" cy="72"/>
            </a:xfrm>
            <a:prstGeom prst="ellipse">
              <a:avLst/>
            </a:prstGeom>
            <a:solidFill>
              <a:schemeClr val="tx1"/>
            </a:solidFill>
            <a:ln w="38100">
              <a:solidFill>
                <a:schemeClr val="tx1"/>
              </a:solidFill>
              <a:round/>
              <a:headEnd/>
              <a:tailEnd type="none" w="med" len="lg"/>
            </a:ln>
          </p:spPr>
          <p:txBody>
            <a:bodyPr wrap="none" anchor="ct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endParaRPr lang="en-US" altLang="en-US"/>
            </a:p>
          </p:txBody>
        </p:sp>
        <p:grpSp>
          <p:nvGrpSpPr>
            <p:cNvPr id="62539" name="Group 77"/>
            <p:cNvGrpSpPr>
              <a:grpSpLocks/>
            </p:cNvGrpSpPr>
            <p:nvPr/>
          </p:nvGrpSpPr>
          <p:grpSpPr bwMode="auto">
            <a:xfrm>
              <a:off x="2424" y="641"/>
              <a:ext cx="912" cy="247"/>
              <a:chOff x="2424" y="501"/>
              <a:chExt cx="912" cy="499"/>
            </a:xfrm>
          </p:grpSpPr>
          <p:sp>
            <p:nvSpPr>
              <p:cNvPr id="62540" name="Freeform 78"/>
              <p:cNvSpPr>
                <a:spLocks/>
              </p:cNvSpPr>
              <p:nvPr/>
            </p:nvSpPr>
            <p:spPr bwMode="auto">
              <a:xfrm>
                <a:off x="2424" y="645"/>
                <a:ext cx="896" cy="107"/>
              </a:xfrm>
              <a:custGeom>
                <a:avLst/>
                <a:gdLst>
                  <a:gd name="T0" fmla="*/ 0 w 1032"/>
                  <a:gd name="T1" fmla="*/ 61 h 187"/>
                  <a:gd name="T2" fmla="*/ 266 w 1032"/>
                  <a:gd name="T3" fmla="*/ 9 h 187"/>
                  <a:gd name="T4" fmla="*/ 603 w 1032"/>
                  <a:gd name="T5" fmla="*/ 9 h 187"/>
                  <a:gd name="T6" fmla="*/ 778 w 1032"/>
                  <a:gd name="T7" fmla="*/ 56 h 187"/>
                  <a:gd name="T8" fmla="*/ 0 60000 65536"/>
                  <a:gd name="T9" fmla="*/ 0 60000 65536"/>
                  <a:gd name="T10" fmla="*/ 0 60000 65536"/>
                  <a:gd name="T11" fmla="*/ 0 60000 65536"/>
                  <a:gd name="T12" fmla="*/ 0 w 1032"/>
                  <a:gd name="T13" fmla="*/ 0 h 187"/>
                  <a:gd name="T14" fmla="*/ 1032 w 1032"/>
                  <a:gd name="T15" fmla="*/ 187 h 187"/>
                </a:gdLst>
                <a:ahLst/>
                <a:cxnLst>
                  <a:cxn ang="T8">
                    <a:pos x="T0" y="T1"/>
                  </a:cxn>
                  <a:cxn ang="T9">
                    <a:pos x="T2" y="T3"/>
                  </a:cxn>
                  <a:cxn ang="T10">
                    <a:pos x="T4" y="T5"/>
                  </a:cxn>
                  <a:cxn ang="T11">
                    <a:pos x="T6" y="T7"/>
                  </a:cxn>
                </a:cxnLst>
                <a:rect l="T12" t="T13" r="T14" b="T15"/>
                <a:pathLst>
                  <a:path w="1032" h="187">
                    <a:moveTo>
                      <a:pt x="0" y="187"/>
                    </a:moveTo>
                    <a:cubicBezTo>
                      <a:pt x="110" y="121"/>
                      <a:pt x="219" y="54"/>
                      <a:pt x="352" y="27"/>
                    </a:cubicBezTo>
                    <a:cubicBezTo>
                      <a:pt x="485" y="0"/>
                      <a:pt x="687" y="3"/>
                      <a:pt x="800" y="27"/>
                    </a:cubicBezTo>
                    <a:cubicBezTo>
                      <a:pt x="913" y="51"/>
                      <a:pt x="984" y="141"/>
                      <a:pt x="1032" y="171"/>
                    </a:cubicBezTo>
                  </a:path>
                </a:pathLst>
              </a:custGeom>
              <a:noFill/>
              <a:ln w="19050">
                <a:solidFill>
                  <a:schemeClr val="tx1"/>
                </a:solidFill>
                <a:round/>
                <a:headEnd/>
                <a:tailEnd type="stealth" w="med" len="lg"/>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2541" name="Freeform 79"/>
              <p:cNvSpPr>
                <a:spLocks/>
              </p:cNvSpPr>
              <p:nvPr/>
            </p:nvSpPr>
            <p:spPr bwMode="auto">
              <a:xfrm>
                <a:off x="2440" y="501"/>
                <a:ext cx="896" cy="243"/>
              </a:xfrm>
              <a:custGeom>
                <a:avLst/>
                <a:gdLst>
                  <a:gd name="T0" fmla="*/ 0 w 1032"/>
                  <a:gd name="T1" fmla="*/ 316 h 187"/>
                  <a:gd name="T2" fmla="*/ 266 w 1032"/>
                  <a:gd name="T3" fmla="*/ 45 h 187"/>
                  <a:gd name="T4" fmla="*/ 603 w 1032"/>
                  <a:gd name="T5" fmla="*/ 45 h 187"/>
                  <a:gd name="T6" fmla="*/ 778 w 1032"/>
                  <a:gd name="T7" fmla="*/ 288 h 187"/>
                  <a:gd name="T8" fmla="*/ 0 60000 65536"/>
                  <a:gd name="T9" fmla="*/ 0 60000 65536"/>
                  <a:gd name="T10" fmla="*/ 0 60000 65536"/>
                  <a:gd name="T11" fmla="*/ 0 60000 65536"/>
                  <a:gd name="T12" fmla="*/ 0 w 1032"/>
                  <a:gd name="T13" fmla="*/ 0 h 187"/>
                  <a:gd name="T14" fmla="*/ 1032 w 1032"/>
                  <a:gd name="T15" fmla="*/ 187 h 187"/>
                </a:gdLst>
                <a:ahLst/>
                <a:cxnLst>
                  <a:cxn ang="T8">
                    <a:pos x="T0" y="T1"/>
                  </a:cxn>
                  <a:cxn ang="T9">
                    <a:pos x="T2" y="T3"/>
                  </a:cxn>
                  <a:cxn ang="T10">
                    <a:pos x="T4" y="T5"/>
                  </a:cxn>
                  <a:cxn ang="T11">
                    <a:pos x="T6" y="T7"/>
                  </a:cxn>
                </a:cxnLst>
                <a:rect l="T12" t="T13" r="T14" b="T15"/>
                <a:pathLst>
                  <a:path w="1032" h="187">
                    <a:moveTo>
                      <a:pt x="0" y="187"/>
                    </a:moveTo>
                    <a:cubicBezTo>
                      <a:pt x="110" y="121"/>
                      <a:pt x="219" y="54"/>
                      <a:pt x="352" y="27"/>
                    </a:cubicBezTo>
                    <a:cubicBezTo>
                      <a:pt x="485" y="0"/>
                      <a:pt x="687" y="3"/>
                      <a:pt x="800" y="27"/>
                    </a:cubicBezTo>
                    <a:cubicBezTo>
                      <a:pt x="913" y="51"/>
                      <a:pt x="984" y="141"/>
                      <a:pt x="1032" y="171"/>
                    </a:cubicBezTo>
                  </a:path>
                </a:pathLst>
              </a:custGeom>
              <a:noFill/>
              <a:ln w="19050">
                <a:solidFill>
                  <a:schemeClr val="tx1"/>
                </a:solidFill>
                <a:round/>
                <a:headEnd/>
                <a:tailEnd type="stealth" w="med" len="lg"/>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2542" name="Freeform 80"/>
              <p:cNvSpPr>
                <a:spLocks/>
              </p:cNvSpPr>
              <p:nvPr/>
            </p:nvSpPr>
            <p:spPr bwMode="auto">
              <a:xfrm flipV="1">
                <a:off x="2424" y="757"/>
                <a:ext cx="896" cy="75"/>
              </a:xfrm>
              <a:custGeom>
                <a:avLst/>
                <a:gdLst>
                  <a:gd name="T0" fmla="*/ 0 w 1032"/>
                  <a:gd name="T1" fmla="*/ 30 h 187"/>
                  <a:gd name="T2" fmla="*/ 266 w 1032"/>
                  <a:gd name="T3" fmla="*/ 4 h 187"/>
                  <a:gd name="T4" fmla="*/ 603 w 1032"/>
                  <a:gd name="T5" fmla="*/ 4 h 187"/>
                  <a:gd name="T6" fmla="*/ 778 w 1032"/>
                  <a:gd name="T7" fmla="*/ 28 h 187"/>
                  <a:gd name="T8" fmla="*/ 0 60000 65536"/>
                  <a:gd name="T9" fmla="*/ 0 60000 65536"/>
                  <a:gd name="T10" fmla="*/ 0 60000 65536"/>
                  <a:gd name="T11" fmla="*/ 0 60000 65536"/>
                  <a:gd name="T12" fmla="*/ 0 w 1032"/>
                  <a:gd name="T13" fmla="*/ 0 h 187"/>
                  <a:gd name="T14" fmla="*/ 1032 w 1032"/>
                  <a:gd name="T15" fmla="*/ 187 h 187"/>
                </a:gdLst>
                <a:ahLst/>
                <a:cxnLst>
                  <a:cxn ang="T8">
                    <a:pos x="T0" y="T1"/>
                  </a:cxn>
                  <a:cxn ang="T9">
                    <a:pos x="T2" y="T3"/>
                  </a:cxn>
                  <a:cxn ang="T10">
                    <a:pos x="T4" y="T5"/>
                  </a:cxn>
                  <a:cxn ang="T11">
                    <a:pos x="T6" y="T7"/>
                  </a:cxn>
                </a:cxnLst>
                <a:rect l="T12" t="T13" r="T14" b="T15"/>
                <a:pathLst>
                  <a:path w="1032" h="187">
                    <a:moveTo>
                      <a:pt x="0" y="187"/>
                    </a:moveTo>
                    <a:cubicBezTo>
                      <a:pt x="110" y="121"/>
                      <a:pt x="219" y="54"/>
                      <a:pt x="352" y="27"/>
                    </a:cubicBezTo>
                    <a:cubicBezTo>
                      <a:pt x="485" y="0"/>
                      <a:pt x="687" y="3"/>
                      <a:pt x="800" y="27"/>
                    </a:cubicBezTo>
                    <a:cubicBezTo>
                      <a:pt x="913" y="51"/>
                      <a:pt x="984" y="141"/>
                      <a:pt x="1032" y="171"/>
                    </a:cubicBezTo>
                  </a:path>
                </a:pathLst>
              </a:custGeom>
              <a:noFill/>
              <a:ln w="19050">
                <a:solidFill>
                  <a:schemeClr val="tx1"/>
                </a:solidFill>
                <a:round/>
                <a:headEnd/>
                <a:tailEnd type="stealth" w="med" len="lg"/>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2543" name="Freeform 81"/>
              <p:cNvSpPr>
                <a:spLocks/>
              </p:cNvSpPr>
              <p:nvPr/>
            </p:nvSpPr>
            <p:spPr bwMode="auto">
              <a:xfrm flipV="1">
                <a:off x="2424" y="757"/>
                <a:ext cx="896" cy="243"/>
              </a:xfrm>
              <a:custGeom>
                <a:avLst/>
                <a:gdLst>
                  <a:gd name="T0" fmla="*/ 0 w 1032"/>
                  <a:gd name="T1" fmla="*/ 316 h 187"/>
                  <a:gd name="T2" fmla="*/ 266 w 1032"/>
                  <a:gd name="T3" fmla="*/ 45 h 187"/>
                  <a:gd name="T4" fmla="*/ 603 w 1032"/>
                  <a:gd name="T5" fmla="*/ 45 h 187"/>
                  <a:gd name="T6" fmla="*/ 778 w 1032"/>
                  <a:gd name="T7" fmla="*/ 288 h 187"/>
                  <a:gd name="T8" fmla="*/ 0 60000 65536"/>
                  <a:gd name="T9" fmla="*/ 0 60000 65536"/>
                  <a:gd name="T10" fmla="*/ 0 60000 65536"/>
                  <a:gd name="T11" fmla="*/ 0 60000 65536"/>
                  <a:gd name="T12" fmla="*/ 0 w 1032"/>
                  <a:gd name="T13" fmla="*/ 0 h 187"/>
                  <a:gd name="T14" fmla="*/ 1032 w 1032"/>
                  <a:gd name="T15" fmla="*/ 187 h 187"/>
                </a:gdLst>
                <a:ahLst/>
                <a:cxnLst>
                  <a:cxn ang="T8">
                    <a:pos x="T0" y="T1"/>
                  </a:cxn>
                  <a:cxn ang="T9">
                    <a:pos x="T2" y="T3"/>
                  </a:cxn>
                  <a:cxn ang="T10">
                    <a:pos x="T4" y="T5"/>
                  </a:cxn>
                  <a:cxn ang="T11">
                    <a:pos x="T6" y="T7"/>
                  </a:cxn>
                </a:cxnLst>
                <a:rect l="T12" t="T13" r="T14" b="T15"/>
                <a:pathLst>
                  <a:path w="1032" h="187">
                    <a:moveTo>
                      <a:pt x="0" y="187"/>
                    </a:moveTo>
                    <a:cubicBezTo>
                      <a:pt x="110" y="121"/>
                      <a:pt x="219" y="54"/>
                      <a:pt x="352" y="27"/>
                    </a:cubicBezTo>
                    <a:cubicBezTo>
                      <a:pt x="485" y="0"/>
                      <a:pt x="687" y="3"/>
                      <a:pt x="800" y="27"/>
                    </a:cubicBezTo>
                    <a:cubicBezTo>
                      <a:pt x="913" y="51"/>
                      <a:pt x="984" y="141"/>
                      <a:pt x="1032" y="171"/>
                    </a:cubicBezTo>
                  </a:path>
                </a:pathLst>
              </a:custGeom>
              <a:noFill/>
              <a:ln w="19050">
                <a:solidFill>
                  <a:schemeClr val="tx1"/>
                </a:solidFill>
                <a:round/>
                <a:headEnd/>
                <a:tailEnd type="stealth" w="med" len="lg"/>
              </a:ln>
              <a:extLst>
                <a:ext uri="{909E8E84-426E-40DD-AFC4-6F175D3DCCD1}">
                  <a14:hiddenFill xmlns:a14="http://schemas.microsoft.com/office/drawing/2010/main">
                    <a:solidFill>
                      <a:srgbClr val="FFFFFF"/>
                    </a:solidFill>
                  </a14:hiddenFill>
                </a:ext>
              </a:extLst>
            </p:spPr>
            <p:txBody>
              <a:bodyPr/>
              <a:lstStyle/>
              <a:p>
                <a:endParaRPr lang="en-US"/>
              </a:p>
            </p:txBody>
          </p:sp>
        </p:grpSp>
      </p:grpSp>
      <mc:AlternateContent xmlns:mc="http://schemas.openxmlformats.org/markup-compatibility/2006" xmlns:a14="http://schemas.microsoft.com/office/drawing/2010/main">
        <mc:Choice Requires="a14">
          <p:sp>
            <p:nvSpPr>
              <p:cNvPr id="62490" name="Object 82"/>
              <p:cNvSpPr txBox="1"/>
              <p:nvPr/>
            </p:nvSpPr>
            <p:spPr bwMode="auto">
              <a:xfrm>
                <a:off x="3365501" y="2333625"/>
                <a:ext cx="239713" cy="558800"/>
              </a:xfrm>
              <a:prstGeom prst="rect">
                <a:avLst/>
              </a:prstGeom>
              <a:noFill/>
              <a:ln>
                <a:noFill/>
              </a:ln>
              <a:effectLst/>
            </p:spPr>
            <p:txBody>
              <a:bodyPr>
                <a:normAutofit/>
              </a:bodyPr>
              <a:lstStyle/>
              <a:p>
                <a:pPr/>
                <a14:m>
                  <m:oMathPara xmlns:m="http://schemas.openxmlformats.org/officeDocument/2006/math">
                    <m:oMathParaPr>
                      <m:jc m:val="left"/>
                    </m:oMathParaPr>
                    <m:oMath>
                      <m:r>
                        <a:rPr lang="en-US" i="1">
                          <a:latin typeface="Cambria Math" panose="02040503050406030204" pitchFamily="18" charset="0"/>
                        </a:rPr>
                        <m:t>⋮</m:t>
                      </m:r>
                    </m:oMath>
                  </m:oMathPara>
                </a14:m>
                <a:endParaRPr lang="en-US"/>
              </a:p>
            </p:txBody>
          </p:sp>
        </mc:Choice>
        <mc:Fallback xmlns="">
          <p:sp>
            <p:nvSpPr>
              <p:cNvPr id="62490" name="Object 82"/>
              <p:cNvSpPr txBox="1">
                <a:spLocks noRot="1" noChangeAspect="1" noMove="1" noResize="1" noEditPoints="1" noAdjustHandles="1" noChangeArrowheads="1" noChangeShapeType="1" noTextEdit="1"/>
              </p:cNvSpPr>
              <p:nvPr/>
            </p:nvSpPr>
            <p:spPr bwMode="auto">
              <a:xfrm>
                <a:off x="3365501" y="2333625"/>
                <a:ext cx="239713" cy="558800"/>
              </a:xfrm>
              <a:prstGeom prst="rect">
                <a:avLst/>
              </a:prstGeom>
              <a:blipFill>
                <a:blip r:embed="rId6"/>
                <a:stretch>
                  <a:fillRect/>
                </a:stretch>
              </a:blipFill>
              <a:ln>
                <a:noFill/>
              </a:ln>
              <a:effectLst/>
            </p:spPr>
            <p:txBody>
              <a:bodyPr/>
              <a:lstStyle/>
              <a:p>
                <a:r>
                  <a:rPr lang="en-US">
                    <a:noFill/>
                  </a:rPr>
                  <a:t> </a:t>
                </a:r>
              </a:p>
            </p:txBody>
          </p:sp>
        </mc:Fallback>
      </mc:AlternateContent>
      <p:sp>
        <p:nvSpPr>
          <p:cNvPr id="62491" name="Rectangle 83"/>
          <p:cNvSpPr>
            <a:spLocks noChangeArrowheads="1"/>
          </p:cNvSpPr>
          <p:nvPr/>
        </p:nvSpPr>
        <p:spPr bwMode="auto">
          <a:xfrm>
            <a:off x="3086100" y="2978150"/>
            <a:ext cx="787400" cy="355600"/>
          </a:xfrm>
          <a:prstGeom prst="rect">
            <a:avLst/>
          </a:prstGeom>
          <a:noFill/>
          <a:ln w="19050">
            <a:solidFill>
              <a:schemeClr val="tx1"/>
            </a:solidFill>
            <a:miter lim="800000"/>
            <a:headEnd/>
            <a:tailEnd type="none" w="med" len="lg"/>
          </a:ln>
          <a:extLst>
            <a:ext uri="{909E8E84-426E-40DD-AFC4-6F175D3DCCD1}">
              <a14:hiddenFill xmlns:a14="http://schemas.microsoft.com/office/drawing/2010/main">
                <a:solidFill>
                  <a:srgbClr val="FFFFFF"/>
                </a:solidFill>
              </a14:hiddenFill>
            </a:ext>
          </a:extLst>
        </p:spPr>
        <p:txBody>
          <a:bodyPr wrap="none" anchor="ct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endParaRPr lang="en-US" altLang="en-US"/>
          </a:p>
        </p:txBody>
      </p:sp>
      <p:sp>
        <p:nvSpPr>
          <p:cNvPr id="62492" name="Text Box 84"/>
          <p:cNvSpPr txBox="1">
            <a:spLocks noChangeArrowheads="1"/>
          </p:cNvSpPr>
          <p:nvPr/>
        </p:nvSpPr>
        <p:spPr bwMode="auto">
          <a:xfrm>
            <a:off x="3082926" y="2978151"/>
            <a:ext cx="50847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type="none" w="med" len="lg"/>
              </a14:hiddenLine>
            </a:ext>
          </a:extLst>
        </p:spPr>
        <p:txBody>
          <a:bodyPr wrap="none">
            <a:spAutoFit/>
          </a:bodyP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pPr algn="l" eaLnBrk="1" hangingPunct="1"/>
            <a:r>
              <a:rPr lang="en-US" altLang="en-US" i="0">
                <a:cs typeface="Arial" panose="020B0604020202020204" pitchFamily="34" charset="0"/>
              </a:rPr>
              <a:t>O-,0</a:t>
            </a:r>
          </a:p>
        </p:txBody>
      </p:sp>
      <p:sp>
        <p:nvSpPr>
          <p:cNvPr id="62493" name="Rectangle 85"/>
          <p:cNvSpPr>
            <a:spLocks noChangeArrowheads="1"/>
          </p:cNvSpPr>
          <p:nvPr/>
        </p:nvSpPr>
        <p:spPr bwMode="auto">
          <a:xfrm>
            <a:off x="3086100" y="3498850"/>
            <a:ext cx="787400" cy="355600"/>
          </a:xfrm>
          <a:prstGeom prst="rect">
            <a:avLst/>
          </a:prstGeom>
          <a:noFill/>
          <a:ln w="19050">
            <a:solidFill>
              <a:schemeClr val="tx1"/>
            </a:solidFill>
            <a:miter lim="800000"/>
            <a:headEnd/>
            <a:tailEnd type="none" w="med" len="lg"/>
          </a:ln>
          <a:extLst>
            <a:ext uri="{909E8E84-426E-40DD-AFC4-6F175D3DCCD1}">
              <a14:hiddenFill xmlns:a14="http://schemas.microsoft.com/office/drawing/2010/main">
                <a:solidFill>
                  <a:srgbClr val="FFFFFF"/>
                </a:solidFill>
              </a14:hiddenFill>
            </a:ext>
          </a:extLst>
        </p:spPr>
        <p:txBody>
          <a:bodyPr wrap="none" anchor="ct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endParaRPr lang="en-US" altLang="en-US"/>
          </a:p>
        </p:txBody>
      </p:sp>
      <p:sp>
        <p:nvSpPr>
          <p:cNvPr id="62494" name="Text Box 86"/>
          <p:cNvSpPr txBox="1">
            <a:spLocks noChangeArrowheads="1"/>
          </p:cNvSpPr>
          <p:nvPr/>
        </p:nvSpPr>
        <p:spPr bwMode="auto">
          <a:xfrm>
            <a:off x="3089276" y="3498851"/>
            <a:ext cx="50847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type="none" w="med" len="lg"/>
              </a14:hiddenLine>
            </a:ext>
          </a:extLst>
        </p:spPr>
        <p:txBody>
          <a:bodyPr wrap="none">
            <a:spAutoFit/>
          </a:bodyP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pPr algn="l" eaLnBrk="1" hangingPunct="1"/>
            <a:r>
              <a:rPr lang="en-US" altLang="en-US" i="0">
                <a:cs typeface="Arial" panose="020B0604020202020204" pitchFamily="34" charset="0"/>
              </a:rPr>
              <a:t>O-,1</a:t>
            </a:r>
          </a:p>
        </p:txBody>
      </p:sp>
      <p:sp>
        <p:nvSpPr>
          <p:cNvPr id="62495" name="Rectangle 87"/>
          <p:cNvSpPr>
            <a:spLocks noChangeArrowheads="1"/>
          </p:cNvSpPr>
          <p:nvPr/>
        </p:nvSpPr>
        <p:spPr bwMode="auto">
          <a:xfrm>
            <a:off x="3086100" y="4032250"/>
            <a:ext cx="787400" cy="355600"/>
          </a:xfrm>
          <a:prstGeom prst="rect">
            <a:avLst/>
          </a:prstGeom>
          <a:noFill/>
          <a:ln w="19050">
            <a:solidFill>
              <a:schemeClr val="tx1"/>
            </a:solidFill>
            <a:miter lim="800000"/>
            <a:headEnd/>
            <a:tailEnd type="none" w="med" len="lg"/>
          </a:ln>
          <a:extLst>
            <a:ext uri="{909E8E84-426E-40DD-AFC4-6F175D3DCCD1}">
              <a14:hiddenFill xmlns:a14="http://schemas.microsoft.com/office/drawing/2010/main">
                <a:solidFill>
                  <a:srgbClr val="FFFFFF"/>
                </a:solidFill>
              </a14:hiddenFill>
            </a:ext>
          </a:extLst>
        </p:spPr>
        <p:txBody>
          <a:bodyPr wrap="none" anchor="ct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endParaRPr lang="en-US" altLang="en-US"/>
          </a:p>
        </p:txBody>
      </p:sp>
      <p:sp>
        <p:nvSpPr>
          <p:cNvPr id="62496" name="Text Box 88"/>
          <p:cNvSpPr txBox="1">
            <a:spLocks noChangeArrowheads="1"/>
          </p:cNvSpPr>
          <p:nvPr/>
        </p:nvSpPr>
        <p:spPr bwMode="auto">
          <a:xfrm>
            <a:off x="3082926" y="4032251"/>
            <a:ext cx="50847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type="none" w="med" len="lg"/>
              </a14:hiddenLine>
            </a:ext>
          </a:extLst>
        </p:spPr>
        <p:txBody>
          <a:bodyPr wrap="none">
            <a:spAutoFit/>
          </a:bodyP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pPr algn="l" eaLnBrk="1" hangingPunct="1"/>
            <a:r>
              <a:rPr lang="en-US" altLang="en-US" i="0">
                <a:cs typeface="Arial" panose="020B0604020202020204" pitchFamily="34" charset="0"/>
              </a:rPr>
              <a:t>O-,2</a:t>
            </a:r>
          </a:p>
        </p:txBody>
      </p:sp>
      <p:grpSp>
        <p:nvGrpSpPr>
          <p:cNvPr id="62497" name="Group 89"/>
          <p:cNvGrpSpPr>
            <a:grpSpLocks/>
          </p:cNvGrpSpPr>
          <p:nvPr/>
        </p:nvGrpSpPr>
        <p:grpSpPr bwMode="auto">
          <a:xfrm>
            <a:off x="5451474" y="857250"/>
            <a:ext cx="796925" cy="1930400"/>
            <a:chOff x="1922" y="652"/>
            <a:chExt cx="502" cy="1216"/>
          </a:xfrm>
        </p:grpSpPr>
        <p:sp>
          <p:nvSpPr>
            <p:cNvPr id="62529" name="Rectangle 90"/>
            <p:cNvSpPr>
              <a:spLocks noChangeArrowheads="1"/>
            </p:cNvSpPr>
            <p:nvPr/>
          </p:nvSpPr>
          <p:spPr bwMode="auto">
            <a:xfrm>
              <a:off x="1928" y="652"/>
              <a:ext cx="496" cy="224"/>
            </a:xfrm>
            <a:prstGeom prst="rect">
              <a:avLst/>
            </a:prstGeom>
            <a:noFill/>
            <a:ln w="19050">
              <a:solidFill>
                <a:schemeClr val="tx1"/>
              </a:solidFill>
              <a:miter lim="800000"/>
              <a:headEnd/>
              <a:tailEnd type="none" w="med" len="lg"/>
            </a:ln>
            <a:extLst>
              <a:ext uri="{909E8E84-426E-40DD-AFC4-6F175D3DCCD1}">
                <a14:hiddenFill xmlns:a14="http://schemas.microsoft.com/office/drawing/2010/main">
                  <a:solidFill>
                    <a:srgbClr val="FFFFFF"/>
                  </a:solidFill>
                </a14:hiddenFill>
              </a:ext>
            </a:extLst>
          </p:spPr>
          <p:txBody>
            <a:bodyPr wrap="none" anchor="ct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endParaRPr lang="en-US" altLang="en-US"/>
            </a:p>
          </p:txBody>
        </p:sp>
        <p:sp>
          <p:nvSpPr>
            <p:cNvPr id="62530" name="Text Box 91"/>
            <p:cNvSpPr txBox="1">
              <a:spLocks noChangeArrowheads="1"/>
            </p:cNvSpPr>
            <p:nvPr/>
          </p:nvSpPr>
          <p:spPr bwMode="auto">
            <a:xfrm>
              <a:off x="1926" y="652"/>
              <a:ext cx="422"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type="none" w="med" len="lg"/>
                </a14:hiddenLine>
              </a:ext>
            </a:extLst>
          </p:spPr>
          <p:txBody>
            <a:bodyPr wrap="none">
              <a:spAutoFit/>
            </a:bodyP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pPr algn="l" eaLnBrk="1" hangingPunct="1"/>
              <a:r>
                <a:rPr lang="en-US" altLang="en-US" i="0">
                  <a:cs typeface="Arial" panose="020B0604020202020204" pitchFamily="34" charset="0"/>
                </a:rPr>
                <a:t>AB+,0</a:t>
              </a:r>
            </a:p>
          </p:txBody>
        </p:sp>
        <p:sp>
          <p:nvSpPr>
            <p:cNvPr id="62531" name="Rectangle 92"/>
            <p:cNvSpPr>
              <a:spLocks noChangeArrowheads="1"/>
            </p:cNvSpPr>
            <p:nvPr/>
          </p:nvSpPr>
          <p:spPr bwMode="auto">
            <a:xfrm>
              <a:off x="1928" y="980"/>
              <a:ext cx="496" cy="224"/>
            </a:xfrm>
            <a:prstGeom prst="rect">
              <a:avLst/>
            </a:prstGeom>
            <a:noFill/>
            <a:ln w="19050">
              <a:solidFill>
                <a:schemeClr val="tx1"/>
              </a:solidFill>
              <a:miter lim="800000"/>
              <a:headEnd/>
              <a:tailEnd type="none" w="med" len="lg"/>
            </a:ln>
            <a:extLst>
              <a:ext uri="{909E8E84-426E-40DD-AFC4-6F175D3DCCD1}">
                <a14:hiddenFill xmlns:a14="http://schemas.microsoft.com/office/drawing/2010/main">
                  <a:solidFill>
                    <a:srgbClr val="FFFFFF"/>
                  </a:solidFill>
                </a14:hiddenFill>
              </a:ext>
            </a:extLst>
          </p:spPr>
          <p:txBody>
            <a:bodyPr wrap="none" anchor="ct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endParaRPr lang="en-US" altLang="en-US"/>
            </a:p>
          </p:txBody>
        </p:sp>
        <p:sp>
          <p:nvSpPr>
            <p:cNvPr id="62532" name="Text Box 93"/>
            <p:cNvSpPr txBox="1">
              <a:spLocks noChangeArrowheads="1"/>
            </p:cNvSpPr>
            <p:nvPr/>
          </p:nvSpPr>
          <p:spPr bwMode="auto">
            <a:xfrm>
              <a:off x="1930" y="980"/>
              <a:ext cx="422"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type="none" w="med" len="lg"/>
                </a14:hiddenLine>
              </a:ext>
            </a:extLst>
          </p:spPr>
          <p:txBody>
            <a:bodyPr wrap="none">
              <a:spAutoFit/>
            </a:bodyP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pPr algn="l" eaLnBrk="1" hangingPunct="1"/>
              <a:r>
                <a:rPr lang="en-US" altLang="en-US" i="0">
                  <a:cs typeface="Arial" panose="020B0604020202020204" pitchFamily="34" charset="0"/>
                </a:rPr>
                <a:t>AB+,1</a:t>
              </a:r>
            </a:p>
          </p:txBody>
        </p:sp>
        <p:sp>
          <p:nvSpPr>
            <p:cNvPr id="62533" name="Rectangle 94"/>
            <p:cNvSpPr>
              <a:spLocks noChangeArrowheads="1"/>
            </p:cNvSpPr>
            <p:nvPr/>
          </p:nvSpPr>
          <p:spPr bwMode="auto">
            <a:xfrm>
              <a:off x="1928" y="1316"/>
              <a:ext cx="496" cy="224"/>
            </a:xfrm>
            <a:prstGeom prst="rect">
              <a:avLst/>
            </a:prstGeom>
            <a:noFill/>
            <a:ln w="19050">
              <a:solidFill>
                <a:schemeClr val="tx1"/>
              </a:solidFill>
              <a:miter lim="800000"/>
              <a:headEnd/>
              <a:tailEnd type="none" w="med" len="lg"/>
            </a:ln>
            <a:extLst>
              <a:ext uri="{909E8E84-426E-40DD-AFC4-6F175D3DCCD1}">
                <a14:hiddenFill xmlns:a14="http://schemas.microsoft.com/office/drawing/2010/main">
                  <a:solidFill>
                    <a:srgbClr val="FFFFFF"/>
                  </a:solidFill>
                </a14:hiddenFill>
              </a:ext>
            </a:extLst>
          </p:spPr>
          <p:txBody>
            <a:bodyPr wrap="none" anchor="ct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endParaRPr lang="en-US" altLang="en-US"/>
            </a:p>
          </p:txBody>
        </p:sp>
        <p:sp>
          <p:nvSpPr>
            <p:cNvPr id="62534" name="Text Box 95"/>
            <p:cNvSpPr txBox="1">
              <a:spLocks noChangeArrowheads="1"/>
            </p:cNvSpPr>
            <p:nvPr/>
          </p:nvSpPr>
          <p:spPr bwMode="auto">
            <a:xfrm>
              <a:off x="1926" y="1316"/>
              <a:ext cx="422"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type="none" w="med" len="lg"/>
                </a14:hiddenLine>
              </a:ext>
            </a:extLst>
          </p:spPr>
          <p:txBody>
            <a:bodyPr wrap="none">
              <a:spAutoFit/>
            </a:bodyP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pPr algn="l" eaLnBrk="1" hangingPunct="1"/>
              <a:r>
                <a:rPr lang="en-US" altLang="en-US" i="0">
                  <a:cs typeface="Arial" panose="020B0604020202020204" pitchFamily="34" charset="0"/>
                </a:rPr>
                <a:t>AB+,2</a:t>
              </a:r>
            </a:p>
          </p:txBody>
        </p:sp>
        <p:grpSp>
          <p:nvGrpSpPr>
            <p:cNvPr id="62535" name="Group 96"/>
            <p:cNvGrpSpPr>
              <a:grpSpLocks/>
            </p:cNvGrpSpPr>
            <p:nvPr/>
          </p:nvGrpSpPr>
          <p:grpSpPr bwMode="auto">
            <a:xfrm>
              <a:off x="1922" y="1644"/>
              <a:ext cx="498" cy="224"/>
              <a:chOff x="1934" y="1660"/>
              <a:chExt cx="498" cy="224"/>
            </a:xfrm>
          </p:grpSpPr>
          <p:sp>
            <p:nvSpPr>
              <p:cNvPr id="62536" name="Rectangle 97"/>
              <p:cNvSpPr>
                <a:spLocks noChangeArrowheads="1"/>
              </p:cNvSpPr>
              <p:nvPr/>
            </p:nvSpPr>
            <p:spPr bwMode="auto">
              <a:xfrm>
                <a:off x="1936" y="1660"/>
                <a:ext cx="496" cy="224"/>
              </a:xfrm>
              <a:prstGeom prst="rect">
                <a:avLst/>
              </a:prstGeom>
              <a:noFill/>
              <a:ln w="19050">
                <a:solidFill>
                  <a:schemeClr val="tx1"/>
                </a:solidFill>
                <a:miter lim="800000"/>
                <a:headEnd/>
                <a:tailEnd type="none" w="med" len="lg"/>
              </a:ln>
              <a:extLst>
                <a:ext uri="{909E8E84-426E-40DD-AFC4-6F175D3DCCD1}">
                  <a14:hiddenFill xmlns:a14="http://schemas.microsoft.com/office/drawing/2010/main">
                    <a:solidFill>
                      <a:srgbClr val="FFFFFF"/>
                    </a:solidFill>
                  </a14:hiddenFill>
                </a:ext>
              </a:extLst>
            </p:spPr>
            <p:txBody>
              <a:bodyPr wrap="none" anchor="ct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endParaRPr lang="en-US" altLang="en-US"/>
              </a:p>
            </p:txBody>
          </p:sp>
          <p:sp>
            <p:nvSpPr>
              <p:cNvPr id="62537" name="Text Box 98"/>
              <p:cNvSpPr txBox="1">
                <a:spLocks noChangeArrowheads="1"/>
              </p:cNvSpPr>
              <p:nvPr/>
            </p:nvSpPr>
            <p:spPr bwMode="auto">
              <a:xfrm>
                <a:off x="1934" y="1660"/>
                <a:ext cx="422"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type="none" w="med" len="lg"/>
                  </a14:hiddenLine>
                </a:ext>
              </a:extLst>
            </p:spPr>
            <p:txBody>
              <a:bodyPr wrap="none">
                <a:spAutoFit/>
              </a:bodyP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pPr algn="l" eaLnBrk="1" hangingPunct="1"/>
                <a:r>
                  <a:rPr lang="en-US" altLang="en-US" i="0">
                    <a:cs typeface="Arial" panose="020B0604020202020204" pitchFamily="34" charset="0"/>
                  </a:rPr>
                  <a:t>AB+,3</a:t>
                </a:r>
              </a:p>
            </p:txBody>
          </p:sp>
        </p:grpSp>
      </p:grpSp>
      <mc:AlternateContent xmlns:mc="http://schemas.openxmlformats.org/markup-compatibility/2006" xmlns:a14="http://schemas.microsoft.com/office/drawing/2010/main">
        <mc:Choice Requires="a14">
          <p:sp>
            <p:nvSpPr>
              <p:cNvPr id="62498" name="Object 99"/>
              <p:cNvSpPr txBox="1"/>
              <p:nvPr/>
            </p:nvSpPr>
            <p:spPr bwMode="auto">
              <a:xfrm>
                <a:off x="5724526" y="2854325"/>
                <a:ext cx="239713" cy="558800"/>
              </a:xfrm>
              <a:prstGeom prst="rect">
                <a:avLst/>
              </a:prstGeom>
              <a:noFill/>
              <a:ln>
                <a:noFill/>
              </a:ln>
              <a:effectLst/>
            </p:spPr>
            <p:txBody>
              <a:bodyPr>
                <a:normAutofit/>
              </a:bodyPr>
              <a:lstStyle/>
              <a:p>
                <a:pPr/>
                <a14:m>
                  <m:oMathPara xmlns:m="http://schemas.openxmlformats.org/officeDocument/2006/math">
                    <m:oMathParaPr>
                      <m:jc m:val="left"/>
                    </m:oMathParaPr>
                    <m:oMath>
                      <m:r>
                        <a:rPr lang="en-US" i="1">
                          <a:latin typeface="Cambria Math" panose="02040503050406030204" pitchFamily="18" charset="0"/>
                        </a:rPr>
                        <m:t>⋮</m:t>
                      </m:r>
                    </m:oMath>
                  </m:oMathPara>
                </a14:m>
                <a:endParaRPr lang="en-US"/>
              </a:p>
            </p:txBody>
          </p:sp>
        </mc:Choice>
        <mc:Fallback xmlns="">
          <p:sp>
            <p:nvSpPr>
              <p:cNvPr id="62498" name="Object 99"/>
              <p:cNvSpPr txBox="1">
                <a:spLocks noRot="1" noChangeAspect="1" noMove="1" noResize="1" noEditPoints="1" noAdjustHandles="1" noChangeArrowheads="1" noChangeShapeType="1" noTextEdit="1"/>
              </p:cNvSpPr>
              <p:nvPr/>
            </p:nvSpPr>
            <p:spPr bwMode="auto">
              <a:xfrm>
                <a:off x="5724526" y="2854325"/>
                <a:ext cx="239713" cy="558800"/>
              </a:xfrm>
              <a:prstGeom prst="rect">
                <a:avLst/>
              </a:prstGeom>
              <a:blipFill>
                <a:blip r:embed="rId7"/>
                <a:stretch>
                  <a:fillRect/>
                </a:stretch>
              </a:blipFill>
              <a:ln>
                <a:noFill/>
              </a:ln>
              <a:effectLst/>
            </p:spPr>
            <p:txBody>
              <a:bodyPr/>
              <a:lstStyle/>
              <a:p>
                <a:r>
                  <a:rPr lang="en-US">
                    <a:noFill/>
                  </a:rPr>
                  <a:t> </a:t>
                </a:r>
              </a:p>
            </p:txBody>
          </p:sp>
        </mc:Fallback>
      </mc:AlternateContent>
      <p:grpSp>
        <p:nvGrpSpPr>
          <p:cNvPr id="62499" name="Group 100"/>
          <p:cNvGrpSpPr>
            <a:grpSpLocks/>
          </p:cNvGrpSpPr>
          <p:nvPr/>
        </p:nvGrpSpPr>
        <p:grpSpPr bwMode="auto">
          <a:xfrm>
            <a:off x="5451476" y="3505200"/>
            <a:ext cx="796925" cy="1930400"/>
            <a:chOff x="1922" y="652"/>
            <a:chExt cx="502" cy="1216"/>
          </a:xfrm>
        </p:grpSpPr>
        <p:sp>
          <p:nvSpPr>
            <p:cNvPr id="62520" name="Rectangle 101"/>
            <p:cNvSpPr>
              <a:spLocks noChangeArrowheads="1"/>
            </p:cNvSpPr>
            <p:nvPr/>
          </p:nvSpPr>
          <p:spPr bwMode="auto">
            <a:xfrm>
              <a:off x="1928" y="652"/>
              <a:ext cx="496" cy="224"/>
            </a:xfrm>
            <a:prstGeom prst="rect">
              <a:avLst/>
            </a:prstGeom>
            <a:noFill/>
            <a:ln w="19050">
              <a:solidFill>
                <a:schemeClr val="tx1"/>
              </a:solidFill>
              <a:miter lim="800000"/>
              <a:headEnd/>
              <a:tailEnd type="none" w="med" len="lg"/>
            </a:ln>
            <a:extLst>
              <a:ext uri="{909E8E84-426E-40DD-AFC4-6F175D3DCCD1}">
                <a14:hiddenFill xmlns:a14="http://schemas.microsoft.com/office/drawing/2010/main">
                  <a:solidFill>
                    <a:srgbClr val="FFFFFF"/>
                  </a:solidFill>
                </a14:hiddenFill>
              </a:ext>
            </a:extLst>
          </p:spPr>
          <p:txBody>
            <a:bodyPr wrap="none" anchor="ct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endParaRPr lang="en-US" altLang="en-US"/>
            </a:p>
          </p:txBody>
        </p:sp>
        <p:sp>
          <p:nvSpPr>
            <p:cNvPr id="62521" name="Text Box 102"/>
            <p:cNvSpPr txBox="1">
              <a:spLocks noChangeArrowheads="1"/>
            </p:cNvSpPr>
            <p:nvPr/>
          </p:nvSpPr>
          <p:spPr bwMode="auto">
            <a:xfrm>
              <a:off x="1926" y="652"/>
              <a:ext cx="320"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type="none" w="med" len="lg"/>
                </a14:hiddenLine>
              </a:ext>
            </a:extLst>
          </p:spPr>
          <p:txBody>
            <a:bodyPr wrap="none">
              <a:spAutoFit/>
            </a:bodyP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pPr algn="l" eaLnBrk="1" hangingPunct="1"/>
              <a:r>
                <a:rPr lang="en-US" altLang="en-US" i="0">
                  <a:cs typeface="Arial" panose="020B0604020202020204" pitchFamily="34" charset="0"/>
                </a:rPr>
                <a:t>O-,0</a:t>
              </a:r>
            </a:p>
          </p:txBody>
        </p:sp>
        <p:sp>
          <p:nvSpPr>
            <p:cNvPr id="62522" name="Rectangle 103"/>
            <p:cNvSpPr>
              <a:spLocks noChangeArrowheads="1"/>
            </p:cNvSpPr>
            <p:nvPr/>
          </p:nvSpPr>
          <p:spPr bwMode="auto">
            <a:xfrm>
              <a:off x="1928" y="980"/>
              <a:ext cx="496" cy="224"/>
            </a:xfrm>
            <a:prstGeom prst="rect">
              <a:avLst/>
            </a:prstGeom>
            <a:noFill/>
            <a:ln w="19050">
              <a:solidFill>
                <a:schemeClr val="tx1"/>
              </a:solidFill>
              <a:miter lim="800000"/>
              <a:headEnd/>
              <a:tailEnd type="none" w="med" len="lg"/>
            </a:ln>
            <a:extLst>
              <a:ext uri="{909E8E84-426E-40DD-AFC4-6F175D3DCCD1}">
                <a14:hiddenFill xmlns:a14="http://schemas.microsoft.com/office/drawing/2010/main">
                  <a:solidFill>
                    <a:srgbClr val="FFFFFF"/>
                  </a:solidFill>
                </a14:hiddenFill>
              </a:ext>
            </a:extLst>
          </p:spPr>
          <p:txBody>
            <a:bodyPr wrap="none" anchor="ct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endParaRPr lang="en-US" altLang="en-US"/>
            </a:p>
          </p:txBody>
        </p:sp>
        <p:sp>
          <p:nvSpPr>
            <p:cNvPr id="62523" name="Text Box 104"/>
            <p:cNvSpPr txBox="1">
              <a:spLocks noChangeArrowheads="1"/>
            </p:cNvSpPr>
            <p:nvPr/>
          </p:nvSpPr>
          <p:spPr bwMode="auto">
            <a:xfrm>
              <a:off x="1930" y="980"/>
              <a:ext cx="320"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type="none" w="med" len="lg"/>
                </a14:hiddenLine>
              </a:ext>
            </a:extLst>
          </p:spPr>
          <p:txBody>
            <a:bodyPr wrap="none">
              <a:spAutoFit/>
            </a:bodyP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pPr algn="l" eaLnBrk="1" hangingPunct="1"/>
              <a:r>
                <a:rPr lang="en-US" altLang="en-US" i="0">
                  <a:cs typeface="Arial" panose="020B0604020202020204" pitchFamily="34" charset="0"/>
                </a:rPr>
                <a:t>O-,1</a:t>
              </a:r>
            </a:p>
          </p:txBody>
        </p:sp>
        <p:sp>
          <p:nvSpPr>
            <p:cNvPr id="62524" name="Rectangle 105"/>
            <p:cNvSpPr>
              <a:spLocks noChangeArrowheads="1"/>
            </p:cNvSpPr>
            <p:nvPr/>
          </p:nvSpPr>
          <p:spPr bwMode="auto">
            <a:xfrm>
              <a:off x="1928" y="1316"/>
              <a:ext cx="496" cy="224"/>
            </a:xfrm>
            <a:prstGeom prst="rect">
              <a:avLst/>
            </a:prstGeom>
            <a:noFill/>
            <a:ln w="19050">
              <a:solidFill>
                <a:schemeClr val="tx1"/>
              </a:solidFill>
              <a:miter lim="800000"/>
              <a:headEnd/>
              <a:tailEnd type="none" w="med" len="lg"/>
            </a:ln>
            <a:extLst>
              <a:ext uri="{909E8E84-426E-40DD-AFC4-6F175D3DCCD1}">
                <a14:hiddenFill xmlns:a14="http://schemas.microsoft.com/office/drawing/2010/main">
                  <a:solidFill>
                    <a:srgbClr val="FFFFFF"/>
                  </a:solidFill>
                </a14:hiddenFill>
              </a:ext>
            </a:extLst>
          </p:spPr>
          <p:txBody>
            <a:bodyPr wrap="none" anchor="ct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endParaRPr lang="en-US" altLang="en-US"/>
            </a:p>
          </p:txBody>
        </p:sp>
        <p:sp>
          <p:nvSpPr>
            <p:cNvPr id="62525" name="Text Box 106"/>
            <p:cNvSpPr txBox="1">
              <a:spLocks noChangeArrowheads="1"/>
            </p:cNvSpPr>
            <p:nvPr/>
          </p:nvSpPr>
          <p:spPr bwMode="auto">
            <a:xfrm>
              <a:off x="1926" y="1316"/>
              <a:ext cx="320"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type="none" w="med" len="lg"/>
                </a14:hiddenLine>
              </a:ext>
            </a:extLst>
          </p:spPr>
          <p:txBody>
            <a:bodyPr wrap="none">
              <a:spAutoFit/>
            </a:bodyP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pPr algn="l" eaLnBrk="1" hangingPunct="1"/>
              <a:r>
                <a:rPr lang="en-US" altLang="en-US" i="0">
                  <a:cs typeface="Arial" panose="020B0604020202020204" pitchFamily="34" charset="0"/>
                </a:rPr>
                <a:t>O-,2</a:t>
              </a:r>
            </a:p>
          </p:txBody>
        </p:sp>
        <p:grpSp>
          <p:nvGrpSpPr>
            <p:cNvPr id="62526" name="Group 107"/>
            <p:cNvGrpSpPr>
              <a:grpSpLocks/>
            </p:cNvGrpSpPr>
            <p:nvPr/>
          </p:nvGrpSpPr>
          <p:grpSpPr bwMode="auto">
            <a:xfrm>
              <a:off x="1922" y="1644"/>
              <a:ext cx="498" cy="224"/>
              <a:chOff x="1934" y="1660"/>
              <a:chExt cx="498" cy="224"/>
            </a:xfrm>
          </p:grpSpPr>
          <p:sp>
            <p:nvSpPr>
              <p:cNvPr id="62527" name="Rectangle 108"/>
              <p:cNvSpPr>
                <a:spLocks noChangeArrowheads="1"/>
              </p:cNvSpPr>
              <p:nvPr/>
            </p:nvSpPr>
            <p:spPr bwMode="auto">
              <a:xfrm>
                <a:off x="1936" y="1660"/>
                <a:ext cx="496" cy="224"/>
              </a:xfrm>
              <a:prstGeom prst="rect">
                <a:avLst/>
              </a:prstGeom>
              <a:noFill/>
              <a:ln w="19050">
                <a:solidFill>
                  <a:schemeClr val="tx1"/>
                </a:solidFill>
                <a:miter lim="800000"/>
                <a:headEnd/>
                <a:tailEnd type="none" w="med" len="lg"/>
              </a:ln>
              <a:extLst>
                <a:ext uri="{909E8E84-426E-40DD-AFC4-6F175D3DCCD1}">
                  <a14:hiddenFill xmlns:a14="http://schemas.microsoft.com/office/drawing/2010/main">
                    <a:solidFill>
                      <a:srgbClr val="FFFFFF"/>
                    </a:solidFill>
                  </a14:hiddenFill>
                </a:ext>
              </a:extLst>
            </p:spPr>
            <p:txBody>
              <a:bodyPr wrap="none" anchor="ct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endParaRPr lang="en-US" altLang="en-US"/>
              </a:p>
            </p:txBody>
          </p:sp>
          <p:sp>
            <p:nvSpPr>
              <p:cNvPr id="62528" name="Text Box 109"/>
              <p:cNvSpPr txBox="1">
                <a:spLocks noChangeArrowheads="1"/>
              </p:cNvSpPr>
              <p:nvPr/>
            </p:nvSpPr>
            <p:spPr bwMode="auto">
              <a:xfrm>
                <a:off x="1934" y="1660"/>
                <a:ext cx="320"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type="none" w="med" len="lg"/>
                  </a14:hiddenLine>
                </a:ext>
              </a:extLst>
            </p:spPr>
            <p:txBody>
              <a:bodyPr wrap="none">
                <a:spAutoFit/>
              </a:bodyP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pPr algn="l" eaLnBrk="1" hangingPunct="1"/>
                <a:r>
                  <a:rPr lang="en-US" altLang="en-US" i="0">
                    <a:cs typeface="Arial" panose="020B0604020202020204" pitchFamily="34" charset="0"/>
                  </a:rPr>
                  <a:t>O-,3</a:t>
                </a:r>
              </a:p>
            </p:txBody>
          </p:sp>
        </p:grpSp>
      </p:grpSp>
      <p:cxnSp>
        <p:nvCxnSpPr>
          <p:cNvPr id="62500" name="AutoShape 110"/>
          <p:cNvCxnSpPr>
            <a:cxnSpLocks noChangeShapeType="1"/>
            <a:stCxn id="62495" idx="3"/>
            <a:endCxn id="62468" idx="1"/>
          </p:cNvCxnSpPr>
          <p:nvPr/>
        </p:nvCxnSpPr>
        <p:spPr bwMode="auto">
          <a:xfrm>
            <a:off x="3883025" y="4210051"/>
            <a:ext cx="1543050" cy="2047875"/>
          </a:xfrm>
          <a:prstGeom prst="straightConnector1">
            <a:avLst/>
          </a:prstGeom>
          <a:noFill/>
          <a:ln w="19050">
            <a:solidFill>
              <a:schemeClr val="tx1"/>
            </a:solidFill>
            <a:round/>
            <a:headEnd/>
            <a:tailEnd type="stealth" w="med" len="lg"/>
          </a:ln>
          <a:extLst>
            <a:ext uri="{909E8E84-426E-40DD-AFC4-6F175D3DCCD1}">
              <a14:hiddenFill xmlns:a14="http://schemas.microsoft.com/office/drawing/2010/main">
                <a:noFill/>
              </a14:hiddenFill>
            </a:ext>
          </a:extLst>
        </p:spPr>
      </p:cxnSp>
      <mc:AlternateContent xmlns:mc="http://schemas.openxmlformats.org/markup-compatibility/2006" xmlns:a14="http://schemas.microsoft.com/office/drawing/2010/main">
        <mc:Choice Requires="a14">
          <p:sp>
            <p:nvSpPr>
              <p:cNvPr id="62501" name="Object 111"/>
              <p:cNvSpPr txBox="1"/>
              <p:nvPr/>
            </p:nvSpPr>
            <p:spPr bwMode="auto">
              <a:xfrm>
                <a:off x="3365501" y="4441825"/>
                <a:ext cx="239713" cy="558800"/>
              </a:xfrm>
              <a:prstGeom prst="rect">
                <a:avLst/>
              </a:prstGeom>
              <a:noFill/>
              <a:ln>
                <a:noFill/>
              </a:ln>
              <a:effectLst/>
            </p:spPr>
            <p:txBody>
              <a:bodyPr>
                <a:normAutofit/>
              </a:bodyPr>
              <a:lstStyle/>
              <a:p>
                <a:pPr/>
                <a14:m>
                  <m:oMathPara xmlns:m="http://schemas.openxmlformats.org/officeDocument/2006/math">
                    <m:oMathParaPr>
                      <m:jc m:val="left"/>
                    </m:oMathParaPr>
                    <m:oMath>
                      <m:r>
                        <a:rPr lang="en-US" i="1">
                          <a:latin typeface="Cambria Math" panose="02040503050406030204" pitchFamily="18" charset="0"/>
                        </a:rPr>
                        <m:t>⋮</m:t>
                      </m:r>
                    </m:oMath>
                  </m:oMathPara>
                </a14:m>
                <a:endParaRPr lang="en-US"/>
              </a:p>
            </p:txBody>
          </p:sp>
        </mc:Choice>
        <mc:Fallback xmlns="">
          <p:sp>
            <p:nvSpPr>
              <p:cNvPr id="62501" name="Object 111"/>
              <p:cNvSpPr txBox="1">
                <a:spLocks noRot="1" noChangeAspect="1" noMove="1" noResize="1" noEditPoints="1" noAdjustHandles="1" noChangeArrowheads="1" noChangeShapeType="1" noTextEdit="1"/>
              </p:cNvSpPr>
              <p:nvPr/>
            </p:nvSpPr>
            <p:spPr bwMode="auto">
              <a:xfrm>
                <a:off x="3365501" y="4441825"/>
                <a:ext cx="239713" cy="558800"/>
              </a:xfrm>
              <a:prstGeom prst="rect">
                <a:avLst/>
              </a:prstGeom>
              <a:blipFill>
                <a:blip r:embed="rId6"/>
                <a:stretch>
                  <a:fillRect/>
                </a:stretch>
              </a:blipFill>
              <a:ln>
                <a:noFill/>
              </a:ln>
              <a:effectLst/>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62502" name="Object 112"/>
              <p:cNvSpPr txBox="1"/>
              <p:nvPr/>
            </p:nvSpPr>
            <p:spPr bwMode="auto">
              <a:xfrm>
                <a:off x="5724526" y="5419725"/>
                <a:ext cx="239713" cy="558800"/>
              </a:xfrm>
              <a:prstGeom prst="rect">
                <a:avLst/>
              </a:prstGeom>
              <a:noFill/>
              <a:ln>
                <a:noFill/>
              </a:ln>
              <a:effectLst/>
            </p:spPr>
            <p:txBody>
              <a:bodyPr>
                <a:normAutofit/>
              </a:bodyPr>
              <a:lstStyle/>
              <a:p>
                <a:pPr/>
                <a14:m>
                  <m:oMathPara xmlns:m="http://schemas.openxmlformats.org/officeDocument/2006/math">
                    <m:oMathParaPr>
                      <m:jc m:val="left"/>
                    </m:oMathParaPr>
                    <m:oMath>
                      <m:r>
                        <a:rPr lang="en-US" i="1">
                          <a:latin typeface="Cambria Math" panose="02040503050406030204" pitchFamily="18" charset="0"/>
                        </a:rPr>
                        <m:t>⋮</m:t>
                      </m:r>
                    </m:oMath>
                  </m:oMathPara>
                </a14:m>
                <a:endParaRPr lang="en-US"/>
              </a:p>
            </p:txBody>
          </p:sp>
        </mc:Choice>
        <mc:Fallback xmlns="">
          <p:sp>
            <p:nvSpPr>
              <p:cNvPr id="62502" name="Object 112"/>
              <p:cNvSpPr txBox="1">
                <a:spLocks noRot="1" noChangeAspect="1" noMove="1" noResize="1" noEditPoints="1" noAdjustHandles="1" noChangeArrowheads="1" noChangeShapeType="1" noTextEdit="1"/>
              </p:cNvSpPr>
              <p:nvPr/>
            </p:nvSpPr>
            <p:spPr bwMode="auto">
              <a:xfrm>
                <a:off x="5724526" y="5419725"/>
                <a:ext cx="239713" cy="558800"/>
              </a:xfrm>
              <a:prstGeom prst="rect">
                <a:avLst/>
              </a:prstGeom>
              <a:blipFill>
                <a:blip r:embed="rId7"/>
                <a:stretch>
                  <a:fillRect/>
                </a:stretch>
              </a:blipFill>
              <a:ln>
                <a:noFill/>
              </a:ln>
              <a:effectLst/>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62503" name="Object 113"/>
              <p:cNvSpPr txBox="1"/>
              <p:nvPr/>
            </p:nvSpPr>
            <p:spPr bwMode="auto">
              <a:xfrm>
                <a:off x="5572125" y="6046789"/>
                <a:ext cx="312738" cy="415925"/>
              </a:xfrm>
              <a:prstGeom prst="rect">
                <a:avLst/>
              </a:prstGeom>
              <a:noFill/>
              <a:ln>
                <a:noFill/>
              </a:ln>
              <a:effectLst/>
            </p:spPr>
            <p:txBody>
              <a:bodyPr>
                <a:normAutofit/>
              </a:bodyPr>
              <a:lstStyle/>
              <a:p>
                <a:pPr/>
                <a14:m>
                  <m:oMathPara xmlns:m="http://schemas.openxmlformats.org/officeDocument/2006/math">
                    <m:oMathParaPr>
                      <m:jc m:val="left"/>
                    </m:oMathParaPr>
                    <m:oMath>
                      <m:sSub>
                        <m:sSubPr>
                          <m:ctrlPr>
                            <a:rPr lang="en-US" i="1">
                              <a:latin typeface="Cambria Math" panose="02040503050406030204" pitchFamily="18" charset="0"/>
                            </a:rPr>
                          </m:ctrlPr>
                        </m:sSubPr>
                        <m:e>
                          <m:acc>
                            <m:accPr>
                              <m:chr m:val="̂"/>
                              <m:ctrlPr>
                                <a:rPr lang="en-US" i="1">
                                  <a:latin typeface="Cambria Math" panose="02040503050406030204" pitchFamily="18" charset="0"/>
                                </a:rPr>
                              </m:ctrlPr>
                            </m:accPr>
                            <m:e>
                              <m:r>
                                <a:rPr lang="en-US" i="1">
                                  <a:latin typeface="Cambria Math" panose="02040503050406030204" pitchFamily="18" charset="0"/>
                                </a:rPr>
                                <m:t>𝐷</m:t>
                              </m:r>
                            </m:e>
                          </m:acc>
                        </m:e>
                        <m:sub>
                          <m:r>
                            <a:rPr lang="en-US" i="1">
                              <a:latin typeface="Cambria Math" panose="02040503050406030204" pitchFamily="18" charset="0"/>
                            </a:rPr>
                            <m:t>𝑡</m:t>
                          </m:r>
                        </m:sub>
                      </m:sSub>
                    </m:oMath>
                  </m:oMathPara>
                </a14:m>
                <a:endParaRPr lang="en-US"/>
              </a:p>
            </p:txBody>
          </p:sp>
        </mc:Choice>
        <mc:Fallback xmlns="">
          <p:sp>
            <p:nvSpPr>
              <p:cNvPr id="62503" name="Object 113"/>
              <p:cNvSpPr txBox="1">
                <a:spLocks noRot="1" noChangeAspect="1" noMove="1" noResize="1" noEditPoints="1" noAdjustHandles="1" noChangeArrowheads="1" noChangeShapeType="1" noTextEdit="1"/>
              </p:cNvSpPr>
              <p:nvPr/>
            </p:nvSpPr>
            <p:spPr bwMode="auto">
              <a:xfrm>
                <a:off x="5572125" y="6046789"/>
                <a:ext cx="312738" cy="415925"/>
              </a:xfrm>
              <a:prstGeom prst="rect">
                <a:avLst/>
              </a:prstGeom>
              <a:blipFill>
                <a:blip r:embed="rId8"/>
                <a:stretch>
                  <a:fillRect t="-1471"/>
                </a:stretch>
              </a:blipFill>
              <a:ln>
                <a:noFill/>
              </a:ln>
              <a:effectLst/>
            </p:spPr>
            <p:txBody>
              <a:bodyPr/>
              <a:lstStyle/>
              <a:p>
                <a:r>
                  <a:rPr lang="en-US">
                    <a:noFill/>
                  </a:rPr>
                  <a:t> </a:t>
                </a:r>
              </a:p>
            </p:txBody>
          </p:sp>
        </mc:Fallback>
      </mc:AlternateContent>
      <p:sp>
        <p:nvSpPr>
          <p:cNvPr id="62504" name="Text Box 114"/>
          <p:cNvSpPr txBox="1">
            <a:spLocks noChangeArrowheads="1"/>
          </p:cNvSpPr>
          <p:nvPr/>
        </p:nvSpPr>
        <p:spPr bwMode="auto">
          <a:xfrm>
            <a:off x="1885951" y="5324476"/>
            <a:ext cx="2638425"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type="none" w="med" len="lg"/>
              </a14:hiddenLine>
            </a:ext>
          </a:extLst>
        </p:spPr>
        <p:txBody>
          <a:bodyPr>
            <a:spAutoFit/>
          </a:bodyP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pPr algn="l"/>
            <a:r>
              <a:rPr lang="en-US" altLang="en-US" sz="2400"/>
              <a:t>Dual variables give value additional unit of blood..</a:t>
            </a:r>
          </a:p>
        </p:txBody>
      </p:sp>
      <p:sp>
        <p:nvSpPr>
          <p:cNvPr id="62505" name="Text Box 115"/>
          <p:cNvSpPr txBox="1">
            <a:spLocks noChangeArrowheads="1"/>
          </p:cNvSpPr>
          <p:nvPr/>
        </p:nvSpPr>
        <p:spPr bwMode="auto">
          <a:xfrm>
            <a:off x="1752600" y="231775"/>
            <a:ext cx="8953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type="none" w="med" len="lg"/>
              </a14:hiddenLine>
            </a:ext>
          </a:extLst>
        </p:spPr>
        <p:txBody>
          <a:bodyPr wrap="none">
            <a:spAutoFit/>
          </a:bodyPr>
          <a:lstStyle>
            <a:lvl1pPr>
              <a:defRPr i="1">
                <a:solidFill>
                  <a:schemeClr val="tx1"/>
                </a:solidFill>
                <a:latin typeface="Times New Roman" panose="02020603050405020304" pitchFamily="18" charset="0"/>
              </a:defRPr>
            </a:lvl1pPr>
            <a:lvl2pPr marL="742950" indent="-285750">
              <a:defRPr i="1">
                <a:solidFill>
                  <a:schemeClr val="tx1"/>
                </a:solidFill>
                <a:latin typeface="Times New Roman" panose="02020603050405020304" pitchFamily="18" charset="0"/>
              </a:defRPr>
            </a:lvl2pPr>
            <a:lvl3pPr marL="1143000" indent="-228600">
              <a:defRPr i="1">
                <a:solidFill>
                  <a:schemeClr val="tx1"/>
                </a:solidFill>
                <a:latin typeface="Times New Roman" panose="02020603050405020304" pitchFamily="18" charset="0"/>
              </a:defRPr>
            </a:lvl3pPr>
            <a:lvl4pPr marL="1600200" indent="-228600">
              <a:defRPr i="1">
                <a:solidFill>
                  <a:schemeClr val="tx1"/>
                </a:solidFill>
                <a:latin typeface="Times New Roman" panose="02020603050405020304" pitchFamily="18" charset="0"/>
              </a:defRPr>
            </a:lvl4pPr>
            <a:lvl5pPr marL="2057400" indent="-228600">
              <a:defRPr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i="1">
                <a:solidFill>
                  <a:schemeClr val="tx1"/>
                </a:solidFill>
                <a:latin typeface="Times New Roman" panose="02020603050405020304" pitchFamily="18" charset="0"/>
              </a:defRPr>
            </a:lvl9pPr>
          </a:lstStyle>
          <a:p>
            <a:r>
              <a:rPr lang="en-US" altLang="en-US" sz="2400" i="0"/>
              <a:t>Duals</a:t>
            </a:r>
          </a:p>
        </p:txBody>
      </p:sp>
      <p:grpSp>
        <p:nvGrpSpPr>
          <p:cNvPr id="62506" name="Group 116"/>
          <p:cNvGrpSpPr>
            <a:grpSpLocks/>
          </p:cNvGrpSpPr>
          <p:nvPr/>
        </p:nvGrpSpPr>
        <p:grpSpPr bwMode="auto">
          <a:xfrm>
            <a:off x="1693864" y="881063"/>
            <a:ext cx="1392237" cy="3606800"/>
            <a:chOff x="131" y="579"/>
            <a:chExt cx="877" cy="2272"/>
          </a:xfrm>
        </p:grpSpPr>
        <p:sp>
          <p:nvSpPr>
            <p:cNvPr id="62507" name="Line 117"/>
            <p:cNvSpPr>
              <a:spLocks noChangeShapeType="1"/>
            </p:cNvSpPr>
            <p:nvPr/>
          </p:nvSpPr>
          <p:spPr bwMode="auto">
            <a:xfrm>
              <a:off x="712" y="680"/>
              <a:ext cx="288" cy="0"/>
            </a:xfrm>
            <a:prstGeom prst="line">
              <a:avLst/>
            </a:prstGeom>
            <a:noFill/>
            <a:ln w="38100">
              <a:solidFill>
                <a:schemeClr val="tx1"/>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62508" name="Line 118"/>
            <p:cNvSpPr>
              <a:spLocks noChangeShapeType="1"/>
            </p:cNvSpPr>
            <p:nvPr/>
          </p:nvSpPr>
          <p:spPr bwMode="auto">
            <a:xfrm>
              <a:off x="712" y="1016"/>
              <a:ext cx="288" cy="0"/>
            </a:xfrm>
            <a:prstGeom prst="line">
              <a:avLst/>
            </a:prstGeom>
            <a:noFill/>
            <a:ln w="38100">
              <a:solidFill>
                <a:schemeClr val="tx1"/>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62509" name="Line 119"/>
            <p:cNvSpPr>
              <a:spLocks noChangeShapeType="1"/>
            </p:cNvSpPr>
            <p:nvPr/>
          </p:nvSpPr>
          <p:spPr bwMode="auto">
            <a:xfrm>
              <a:off x="712" y="1360"/>
              <a:ext cx="288" cy="0"/>
            </a:xfrm>
            <a:prstGeom prst="line">
              <a:avLst/>
            </a:prstGeom>
            <a:noFill/>
            <a:ln w="38100">
              <a:solidFill>
                <a:schemeClr val="tx1"/>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62510" name="Line 120"/>
            <p:cNvSpPr>
              <a:spLocks noChangeShapeType="1"/>
            </p:cNvSpPr>
            <p:nvPr/>
          </p:nvSpPr>
          <p:spPr bwMode="auto">
            <a:xfrm>
              <a:off x="712" y="2024"/>
              <a:ext cx="288" cy="0"/>
            </a:xfrm>
            <a:prstGeom prst="line">
              <a:avLst/>
            </a:prstGeom>
            <a:noFill/>
            <a:ln w="38100">
              <a:solidFill>
                <a:schemeClr val="tx1"/>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62511" name="Line 121"/>
            <p:cNvSpPr>
              <a:spLocks noChangeShapeType="1"/>
            </p:cNvSpPr>
            <p:nvPr/>
          </p:nvSpPr>
          <p:spPr bwMode="auto">
            <a:xfrm>
              <a:off x="720" y="2352"/>
              <a:ext cx="288" cy="0"/>
            </a:xfrm>
            <a:prstGeom prst="line">
              <a:avLst/>
            </a:prstGeom>
            <a:noFill/>
            <a:ln w="38100">
              <a:solidFill>
                <a:schemeClr val="tx1"/>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62512" name="Line 122"/>
            <p:cNvSpPr>
              <a:spLocks noChangeShapeType="1"/>
            </p:cNvSpPr>
            <p:nvPr/>
          </p:nvSpPr>
          <p:spPr bwMode="auto">
            <a:xfrm>
              <a:off x="720" y="2688"/>
              <a:ext cx="288" cy="0"/>
            </a:xfrm>
            <a:prstGeom prst="line">
              <a:avLst/>
            </a:prstGeom>
            <a:noFill/>
            <a:ln w="38100">
              <a:solidFill>
                <a:schemeClr val="tx1"/>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grpSp>
          <p:nvGrpSpPr>
            <p:cNvPr id="62513" name="Group 123"/>
            <p:cNvGrpSpPr>
              <a:grpSpLocks/>
            </p:cNvGrpSpPr>
            <p:nvPr/>
          </p:nvGrpSpPr>
          <p:grpSpPr bwMode="auto">
            <a:xfrm>
              <a:off x="131" y="579"/>
              <a:ext cx="608" cy="2272"/>
              <a:chOff x="139" y="515"/>
              <a:chExt cx="608" cy="2272"/>
            </a:xfrm>
          </p:grpSpPr>
          <mc:AlternateContent xmlns:mc="http://schemas.openxmlformats.org/markup-compatibility/2006" xmlns:a14="http://schemas.microsoft.com/office/drawing/2010/main">
            <mc:Choice Requires="a14">
              <p:sp>
                <p:nvSpPr>
                  <p:cNvPr id="62514" name="Object 124"/>
                  <p:cNvSpPr txBox="1"/>
                  <p:nvPr/>
                </p:nvSpPr>
                <p:spPr bwMode="auto">
                  <a:xfrm>
                    <a:off x="155" y="515"/>
                    <a:ext cx="592" cy="288"/>
                  </a:xfrm>
                  <a:prstGeom prst="rect">
                    <a:avLst/>
                  </a:prstGeom>
                  <a:noFill/>
                  <a:ln>
                    <a:noFill/>
                  </a:ln>
                  <a:effectLst/>
                </p:spPr>
                <p:txBody>
                  <a:bodyPr>
                    <a:normAutofit/>
                  </a:bodyPr>
                  <a:lstStyle/>
                  <a:p>
                    <a:pPr/>
                    <a14:m>
                      <m:oMathPara xmlns:m="http://schemas.openxmlformats.org/officeDocument/2006/math">
                        <m:oMathParaPr>
                          <m:jc m:val="left"/>
                        </m:oMathParaPr>
                        <m:oMath>
                          <m:sSub>
                            <m:sSubPr>
                              <m:ctrlPr>
                                <a:rPr lang="en-US" sz="1800" i="1">
                                  <a:latin typeface="Cambria Math" panose="02040503050406030204" pitchFamily="18" charset="0"/>
                                </a:rPr>
                              </m:ctrlPr>
                            </m:sSubPr>
                            <m:e>
                              <m:acc>
                                <m:accPr>
                                  <m:chr m:val="̂"/>
                                  <m:ctrlPr>
                                    <a:rPr lang="en-US" sz="1800" i="1">
                                      <a:latin typeface="Cambria Math" panose="02040503050406030204" pitchFamily="18" charset="0"/>
                                    </a:rPr>
                                  </m:ctrlPr>
                                </m:accPr>
                                <m:e>
                                  <m:r>
                                    <a:rPr lang="en-US" sz="1800" i="1">
                                      <a:latin typeface="Cambria Math" panose="02040503050406030204" pitchFamily="18" charset="0"/>
                                    </a:rPr>
                                    <m:t>𝜈</m:t>
                                  </m:r>
                                </m:e>
                              </m:acc>
                            </m:e>
                            <m:sub>
                              <m:r>
                                <a:rPr lang="en-US" sz="1800" i="1">
                                  <a:latin typeface="Cambria Math" panose="02040503050406030204" pitchFamily="18" charset="0"/>
                                </a:rPr>
                                <m:t>𝑡</m:t>
                              </m:r>
                              <m:r>
                                <a:rPr lang="en-US" sz="1800" i="1">
                                  <a:latin typeface="Cambria Math" panose="02040503050406030204" pitchFamily="18" charset="0"/>
                                </a:rPr>
                                <m:t>,(</m:t>
                              </m:r>
                              <m:r>
                                <a:rPr lang="en-US" sz="1800" i="1">
                                  <a:latin typeface="Cambria Math" panose="02040503050406030204" pitchFamily="18" charset="0"/>
                                </a:rPr>
                                <m:t>𝐴𝐵</m:t>
                              </m:r>
                              <m:r>
                                <a:rPr lang="en-US" sz="1800" i="1">
                                  <a:latin typeface="Cambria Math" panose="02040503050406030204" pitchFamily="18" charset="0"/>
                                </a:rPr>
                                <m:t>+,0)</m:t>
                              </m:r>
                            </m:sub>
                          </m:sSub>
                        </m:oMath>
                      </m:oMathPara>
                    </a14:m>
                    <a:endParaRPr lang="en-US" sz="1800" dirty="0"/>
                  </a:p>
                </p:txBody>
              </p:sp>
            </mc:Choice>
            <mc:Fallback xmlns="">
              <p:sp>
                <p:nvSpPr>
                  <p:cNvPr id="62514" name="Object 124"/>
                  <p:cNvSpPr txBox="1">
                    <a:spLocks noRot="1" noChangeAspect="1" noMove="1" noResize="1" noEditPoints="1" noAdjustHandles="1" noChangeArrowheads="1" noChangeShapeType="1" noTextEdit="1"/>
                  </p:cNvSpPr>
                  <p:nvPr/>
                </p:nvSpPr>
                <p:spPr bwMode="auto">
                  <a:xfrm>
                    <a:off x="155" y="515"/>
                    <a:ext cx="592" cy="288"/>
                  </a:xfrm>
                  <a:prstGeom prst="rect">
                    <a:avLst/>
                  </a:prstGeom>
                  <a:blipFill>
                    <a:blip r:embed="rId9"/>
                    <a:stretch>
                      <a:fillRect t="-4000" r="-8442"/>
                    </a:stretch>
                  </a:blipFill>
                  <a:ln>
                    <a:noFill/>
                  </a:ln>
                  <a:effectLst/>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62515" name="Object 125"/>
                  <p:cNvSpPr txBox="1"/>
                  <p:nvPr/>
                </p:nvSpPr>
                <p:spPr bwMode="auto">
                  <a:xfrm>
                    <a:off x="154" y="803"/>
                    <a:ext cx="577" cy="288"/>
                  </a:xfrm>
                  <a:prstGeom prst="rect">
                    <a:avLst/>
                  </a:prstGeom>
                  <a:noFill/>
                  <a:ln>
                    <a:noFill/>
                  </a:ln>
                  <a:effectLst/>
                </p:spPr>
                <p:txBody>
                  <a:bodyPr>
                    <a:normAutofit fontScale="92500"/>
                  </a:bodyPr>
                  <a:lstStyle/>
                  <a:p>
                    <a:pPr/>
                    <a14:m>
                      <m:oMathPara xmlns:m="http://schemas.openxmlformats.org/officeDocument/2006/math">
                        <m:oMathParaPr>
                          <m:jc m:val="left"/>
                        </m:oMathParaPr>
                        <m:oMath>
                          <m:sSub>
                            <m:sSubPr>
                              <m:ctrlPr>
                                <a:rPr lang="en-US" sz="1800" i="1">
                                  <a:latin typeface="Cambria Math" panose="02040503050406030204" pitchFamily="18" charset="0"/>
                                </a:rPr>
                              </m:ctrlPr>
                            </m:sSubPr>
                            <m:e>
                              <m:acc>
                                <m:accPr>
                                  <m:chr m:val="̂"/>
                                  <m:ctrlPr>
                                    <a:rPr lang="en-US" sz="1800" i="1">
                                      <a:latin typeface="Cambria Math" panose="02040503050406030204" pitchFamily="18" charset="0"/>
                                    </a:rPr>
                                  </m:ctrlPr>
                                </m:accPr>
                                <m:e>
                                  <m:r>
                                    <a:rPr lang="en-US" sz="1800" i="1">
                                      <a:latin typeface="Cambria Math" panose="02040503050406030204" pitchFamily="18" charset="0"/>
                                    </a:rPr>
                                    <m:t>𝜈</m:t>
                                  </m:r>
                                </m:e>
                              </m:acc>
                            </m:e>
                            <m:sub>
                              <m:r>
                                <a:rPr lang="en-US" sz="1800" i="1">
                                  <a:latin typeface="Cambria Math" panose="02040503050406030204" pitchFamily="18" charset="0"/>
                                </a:rPr>
                                <m:t>𝑡</m:t>
                              </m:r>
                              <m:r>
                                <a:rPr lang="en-US" sz="1800" i="1">
                                  <a:latin typeface="Cambria Math" panose="02040503050406030204" pitchFamily="18" charset="0"/>
                                </a:rPr>
                                <m:t>,(</m:t>
                              </m:r>
                              <m:r>
                                <a:rPr lang="en-US" sz="1800" i="1">
                                  <a:latin typeface="Cambria Math" panose="02040503050406030204" pitchFamily="18" charset="0"/>
                                </a:rPr>
                                <m:t>𝐴𝐵</m:t>
                              </m:r>
                              <m:r>
                                <a:rPr lang="en-US" sz="1800" i="1">
                                  <a:latin typeface="Cambria Math" panose="02040503050406030204" pitchFamily="18" charset="0"/>
                                </a:rPr>
                                <m:t>+,1)</m:t>
                              </m:r>
                            </m:sub>
                          </m:sSub>
                        </m:oMath>
                      </m:oMathPara>
                    </a14:m>
                    <a:endParaRPr lang="en-US" sz="1800"/>
                  </a:p>
                </p:txBody>
              </p:sp>
            </mc:Choice>
            <mc:Fallback xmlns="">
              <p:sp>
                <p:nvSpPr>
                  <p:cNvPr id="62515" name="Object 125"/>
                  <p:cNvSpPr txBox="1">
                    <a:spLocks noRot="1" noChangeAspect="1" noMove="1" noResize="1" noEditPoints="1" noAdjustHandles="1" noChangeArrowheads="1" noChangeShapeType="1" noTextEdit="1"/>
                  </p:cNvSpPr>
                  <p:nvPr/>
                </p:nvSpPr>
                <p:spPr bwMode="auto">
                  <a:xfrm>
                    <a:off x="154" y="803"/>
                    <a:ext cx="577" cy="288"/>
                  </a:xfrm>
                  <a:prstGeom prst="rect">
                    <a:avLst/>
                  </a:prstGeom>
                  <a:blipFill>
                    <a:blip r:embed="rId10"/>
                    <a:stretch>
                      <a:fillRect r="-5333"/>
                    </a:stretch>
                  </a:blipFill>
                  <a:ln>
                    <a:noFill/>
                  </a:ln>
                  <a:effectLst/>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62516" name="Object 126"/>
                  <p:cNvSpPr txBox="1"/>
                  <p:nvPr/>
                </p:nvSpPr>
                <p:spPr bwMode="auto">
                  <a:xfrm>
                    <a:off x="139" y="1147"/>
                    <a:ext cx="592" cy="288"/>
                  </a:xfrm>
                  <a:prstGeom prst="rect">
                    <a:avLst/>
                  </a:prstGeom>
                  <a:noFill/>
                  <a:ln>
                    <a:noFill/>
                  </a:ln>
                  <a:effectLst/>
                </p:spPr>
                <p:txBody>
                  <a:bodyPr>
                    <a:normAutofit/>
                  </a:bodyPr>
                  <a:lstStyle/>
                  <a:p>
                    <a:pPr/>
                    <a14:m>
                      <m:oMathPara xmlns:m="http://schemas.openxmlformats.org/officeDocument/2006/math">
                        <m:oMathParaPr>
                          <m:jc m:val="left"/>
                        </m:oMathParaPr>
                        <m:oMath>
                          <m:sSub>
                            <m:sSubPr>
                              <m:ctrlPr>
                                <a:rPr lang="en-US" sz="1800" i="1">
                                  <a:latin typeface="Cambria Math" panose="02040503050406030204" pitchFamily="18" charset="0"/>
                                </a:rPr>
                              </m:ctrlPr>
                            </m:sSubPr>
                            <m:e>
                              <m:acc>
                                <m:accPr>
                                  <m:chr m:val="̂"/>
                                  <m:ctrlPr>
                                    <a:rPr lang="en-US" sz="1800" i="1">
                                      <a:latin typeface="Cambria Math" panose="02040503050406030204" pitchFamily="18" charset="0"/>
                                    </a:rPr>
                                  </m:ctrlPr>
                                </m:accPr>
                                <m:e>
                                  <m:r>
                                    <a:rPr lang="en-US" sz="1800" i="1">
                                      <a:latin typeface="Cambria Math" panose="02040503050406030204" pitchFamily="18" charset="0"/>
                                    </a:rPr>
                                    <m:t>𝜈</m:t>
                                  </m:r>
                                </m:e>
                              </m:acc>
                            </m:e>
                            <m:sub>
                              <m:r>
                                <a:rPr lang="en-US" sz="1800" i="1">
                                  <a:latin typeface="Cambria Math" panose="02040503050406030204" pitchFamily="18" charset="0"/>
                                </a:rPr>
                                <m:t>𝑡</m:t>
                              </m:r>
                              <m:r>
                                <a:rPr lang="en-US" sz="1800" i="1">
                                  <a:latin typeface="Cambria Math" panose="02040503050406030204" pitchFamily="18" charset="0"/>
                                </a:rPr>
                                <m:t>,(</m:t>
                              </m:r>
                              <m:r>
                                <a:rPr lang="en-US" sz="1800" i="1">
                                  <a:latin typeface="Cambria Math" panose="02040503050406030204" pitchFamily="18" charset="0"/>
                                </a:rPr>
                                <m:t>𝐴𝐵</m:t>
                              </m:r>
                              <m:r>
                                <a:rPr lang="en-US" sz="1800" i="1">
                                  <a:latin typeface="Cambria Math" panose="02040503050406030204" pitchFamily="18" charset="0"/>
                                </a:rPr>
                                <m:t>+,2)</m:t>
                              </m:r>
                            </m:sub>
                          </m:sSub>
                        </m:oMath>
                      </m:oMathPara>
                    </a14:m>
                    <a:endParaRPr lang="en-US" sz="1800"/>
                  </a:p>
                </p:txBody>
              </p:sp>
            </mc:Choice>
            <mc:Fallback xmlns="">
              <p:sp>
                <p:nvSpPr>
                  <p:cNvPr id="62516" name="Object 126"/>
                  <p:cNvSpPr txBox="1">
                    <a:spLocks noRot="1" noChangeAspect="1" noMove="1" noResize="1" noEditPoints="1" noAdjustHandles="1" noChangeArrowheads="1" noChangeShapeType="1" noTextEdit="1"/>
                  </p:cNvSpPr>
                  <p:nvPr/>
                </p:nvSpPr>
                <p:spPr bwMode="auto">
                  <a:xfrm>
                    <a:off x="139" y="1147"/>
                    <a:ext cx="592" cy="288"/>
                  </a:xfrm>
                  <a:prstGeom prst="rect">
                    <a:avLst/>
                  </a:prstGeom>
                  <a:blipFill>
                    <a:blip r:embed="rId11"/>
                    <a:stretch>
                      <a:fillRect t="-4000" r="-8442"/>
                    </a:stretch>
                  </a:blipFill>
                  <a:ln>
                    <a:noFill/>
                  </a:ln>
                  <a:effectLst/>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62517" name="Object 127"/>
                  <p:cNvSpPr txBox="1"/>
                  <p:nvPr/>
                </p:nvSpPr>
                <p:spPr bwMode="auto">
                  <a:xfrm>
                    <a:off x="161" y="1811"/>
                    <a:ext cx="531" cy="288"/>
                  </a:xfrm>
                  <a:prstGeom prst="rect">
                    <a:avLst/>
                  </a:prstGeom>
                  <a:noFill/>
                  <a:ln>
                    <a:noFill/>
                  </a:ln>
                  <a:effectLst/>
                </p:spPr>
                <p:txBody>
                  <a:bodyPr>
                    <a:normAutofit/>
                  </a:bodyPr>
                  <a:lstStyle/>
                  <a:p>
                    <a:pPr/>
                    <a14:m>
                      <m:oMathPara xmlns:m="http://schemas.openxmlformats.org/officeDocument/2006/math">
                        <m:oMathParaPr>
                          <m:jc m:val="left"/>
                        </m:oMathParaPr>
                        <m:oMath>
                          <m:sSub>
                            <m:sSubPr>
                              <m:ctrlPr>
                                <a:rPr lang="en-US" sz="1800" i="1">
                                  <a:latin typeface="Cambria Math" panose="02040503050406030204" pitchFamily="18" charset="0"/>
                                </a:rPr>
                              </m:ctrlPr>
                            </m:sSubPr>
                            <m:e>
                              <m:acc>
                                <m:accPr>
                                  <m:chr m:val="̂"/>
                                  <m:ctrlPr>
                                    <a:rPr lang="en-US" sz="1800" i="1">
                                      <a:latin typeface="Cambria Math" panose="02040503050406030204" pitchFamily="18" charset="0"/>
                                    </a:rPr>
                                  </m:ctrlPr>
                                </m:accPr>
                                <m:e>
                                  <m:r>
                                    <a:rPr lang="en-US" sz="1800" i="1">
                                      <a:latin typeface="Cambria Math" panose="02040503050406030204" pitchFamily="18" charset="0"/>
                                    </a:rPr>
                                    <m:t>𝜈</m:t>
                                  </m:r>
                                </m:e>
                              </m:acc>
                            </m:e>
                            <m:sub>
                              <m:r>
                                <a:rPr lang="en-US" sz="1800" i="1">
                                  <a:latin typeface="Cambria Math" panose="02040503050406030204" pitchFamily="18" charset="0"/>
                                </a:rPr>
                                <m:t>𝑡</m:t>
                              </m:r>
                              <m:r>
                                <a:rPr lang="en-US" sz="1800" i="1">
                                  <a:latin typeface="Cambria Math" panose="02040503050406030204" pitchFamily="18" charset="0"/>
                                </a:rPr>
                                <m:t>,(</m:t>
                              </m:r>
                              <m:r>
                                <a:rPr lang="en-US" sz="1800" i="1">
                                  <a:latin typeface="Cambria Math" panose="02040503050406030204" pitchFamily="18" charset="0"/>
                                </a:rPr>
                                <m:t>𝑂</m:t>
                              </m:r>
                              <m:r>
                                <a:rPr lang="en-US" sz="1800" i="1">
                                  <a:latin typeface="Cambria Math" panose="02040503050406030204" pitchFamily="18" charset="0"/>
                                </a:rPr>
                                <m:t>−,0)</m:t>
                              </m:r>
                            </m:sub>
                          </m:sSub>
                        </m:oMath>
                      </m:oMathPara>
                    </a14:m>
                    <a:endParaRPr lang="en-US" sz="1800"/>
                  </a:p>
                </p:txBody>
              </p:sp>
            </mc:Choice>
            <mc:Fallback xmlns="">
              <p:sp>
                <p:nvSpPr>
                  <p:cNvPr id="62517" name="Object 127"/>
                  <p:cNvSpPr txBox="1">
                    <a:spLocks noRot="1" noChangeAspect="1" noMove="1" noResize="1" noEditPoints="1" noAdjustHandles="1" noChangeArrowheads="1" noChangeShapeType="1" noTextEdit="1"/>
                  </p:cNvSpPr>
                  <p:nvPr/>
                </p:nvSpPr>
                <p:spPr bwMode="auto">
                  <a:xfrm>
                    <a:off x="161" y="1811"/>
                    <a:ext cx="531" cy="288"/>
                  </a:xfrm>
                  <a:prstGeom prst="rect">
                    <a:avLst/>
                  </a:prstGeom>
                  <a:blipFill>
                    <a:blip r:embed="rId12"/>
                    <a:stretch>
                      <a:fillRect t="-4000" r="-7971"/>
                    </a:stretch>
                  </a:blipFill>
                  <a:ln>
                    <a:noFill/>
                  </a:ln>
                  <a:effectLst/>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62518" name="Object 128"/>
                  <p:cNvSpPr txBox="1"/>
                  <p:nvPr/>
                </p:nvSpPr>
                <p:spPr bwMode="auto">
                  <a:xfrm>
                    <a:off x="168" y="2147"/>
                    <a:ext cx="515" cy="288"/>
                  </a:xfrm>
                  <a:prstGeom prst="rect">
                    <a:avLst/>
                  </a:prstGeom>
                  <a:noFill/>
                  <a:ln>
                    <a:noFill/>
                  </a:ln>
                  <a:effectLst/>
                </p:spPr>
                <p:txBody>
                  <a:bodyPr>
                    <a:normAutofit/>
                  </a:bodyPr>
                  <a:lstStyle/>
                  <a:p>
                    <a:pPr/>
                    <a14:m>
                      <m:oMathPara xmlns:m="http://schemas.openxmlformats.org/officeDocument/2006/math">
                        <m:oMathParaPr>
                          <m:jc m:val="left"/>
                        </m:oMathParaPr>
                        <m:oMath>
                          <m:sSub>
                            <m:sSubPr>
                              <m:ctrlPr>
                                <a:rPr lang="en-US" sz="1800" i="1">
                                  <a:latin typeface="Cambria Math" panose="02040503050406030204" pitchFamily="18" charset="0"/>
                                </a:rPr>
                              </m:ctrlPr>
                            </m:sSubPr>
                            <m:e>
                              <m:acc>
                                <m:accPr>
                                  <m:chr m:val="̂"/>
                                  <m:ctrlPr>
                                    <a:rPr lang="en-US" sz="1800" i="1">
                                      <a:latin typeface="Cambria Math" panose="02040503050406030204" pitchFamily="18" charset="0"/>
                                    </a:rPr>
                                  </m:ctrlPr>
                                </m:accPr>
                                <m:e>
                                  <m:r>
                                    <a:rPr lang="en-US" sz="1800" i="1">
                                      <a:latin typeface="Cambria Math" panose="02040503050406030204" pitchFamily="18" charset="0"/>
                                    </a:rPr>
                                    <m:t>𝜈</m:t>
                                  </m:r>
                                </m:e>
                              </m:acc>
                            </m:e>
                            <m:sub>
                              <m:r>
                                <a:rPr lang="en-US" sz="1800" i="1">
                                  <a:latin typeface="Cambria Math" panose="02040503050406030204" pitchFamily="18" charset="0"/>
                                </a:rPr>
                                <m:t>𝑡</m:t>
                              </m:r>
                              <m:r>
                                <a:rPr lang="en-US" sz="1800" i="1">
                                  <a:latin typeface="Cambria Math" panose="02040503050406030204" pitchFamily="18" charset="0"/>
                                </a:rPr>
                                <m:t>,(</m:t>
                              </m:r>
                              <m:r>
                                <a:rPr lang="en-US" sz="1800" i="1">
                                  <a:latin typeface="Cambria Math" panose="02040503050406030204" pitchFamily="18" charset="0"/>
                                </a:rPr>
                                <m:t>𝑂</m:t>
                              </m:r>
                              <m:r>
                                <a:rPr lang="en-US" sz="1800" i="1">
                                  <a:latin typeface="Cambria Math" panose="02040503050406030204" pitchFamily="18" charset="0"/>
                                </a:rPr>
                                <m:t>−,1)</m:t>
                              </m:r>
                            </m:sub>
                          </m:sSub>
                        </m:oMath>
                      </m:oMathPara>
                    </a14:m>
                    <a:endParaRPr lang="en-US" sz="1800"/>
                  </a:p>
                </p:txBody>
              </p:sp>
            </mc:Choice>
            <mc:Fallback xmlns="">
              <p:sp>
                <p:nvSpPr>
                  <p:cNvPr id="62518" name="Object 128"/>
                  <p:cNvSpPr txBox="1">
                    <a:spLocks noRot="1" noChangeAspect="1" noMove="1" noResize="1" noEditPoints="1" noAdjustHandles="1" noChangeArrowheads="1" noChangeShapeType="1" noTextEdit="1"/>
                  </p:cNvSpPr>
                  <p:nvPr/>
                </p:nvSpPr>
                <p:spPr bwMode="auto">
                  <a:xfrm>
                    <a:off x="168" y="2147"/>
                    <a:ext cx="515" cy="288"/>
                  </a:xfrm>
                  <a:prstGeom prst="rect">
                    <a:avLst/>
                  </a:prstGeom>
                  <a:blipFill>
                    <a:blip r:embed="rId13"/>
                    <a:stretch>
                      <a:fillRect t="-4000" r="-10370"/>
                    </a:stretch>
                  </a:blipFill>
                  <a:ln>
                    <a:noFill/>
                  </a:ln>
                  <a:effectLst/>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62519" name="Object 129"/>
                  <p:cNvSpPr txBox="1"/>
                  <p:nvPr/>
                </p:nvSpPr>
                <p:spPr bwMode="auto">
                  <a:xfrm>
                    <a:off x="153" y="2499"/>
                    <a:ext cx="530" cy="288"/>
                  </a:xfrm>
                  <a:prstGeom prst="rect">
                    <a:avLst/>
                  </a:prstGeom>
                  <a:noFill/>
                  <a:ln>
                    <a:noFill/>
                  </a:ln>
                  <a:effectLst/>
                </p:spPr>
                <p:txBody>
                  <a:bodyPr>
                    <a:normAutofit/>
                  </a:bodyPr>
                  <a:lstStyle/>
                  <a:p>
                    <a:pPr/>
                    <a14:m>
                      <m:oMathPara xmlns:m="http://schemas.openxmlformats.org/officeDocument/2006/math">
                        <m:oMathParaPr>
                          <m:jc m:val="left"/>
                        </m:oMathParaPr>
                        <m:oMath>
                          <m:sSub>
                            <m:sSubPr>
                              <m:ctrlPr>
                                <a:rPr lang="en-US" sz="1800" i="1">
                                  <a:latin typeface="Cambria Math" panose="02040503050406030204" pitchFamily="18" charset="0"/>
                                </a:rPr>
                              </m:ctrlPr>
                            </m:sSubPr>
                            <m:e>
                              <m:acc>
                                <m:accPr>
                                  <m:chr m:val="̂"/>
                                  <m:ctrlPr>
                                    <a:rPr lang="en-US" sz="1800" i="1">
                                      <a:latin typeface="Cambria Math" panose="02040503050406030204" pitchFamily="18" charset="0"/>
                                    </a:rPr>
                                  </m:ctrlPr>
                                </m:accPr>
                                <m:e>
                                  <m:r>
                                    <a:rPr lang="en-US" sz="1800" i="1">
                                      <a:latin typeface="Cambria Math" panose="02040503050406030204" pitchFamily="18" charset="0"/>
                                    </a:rPr>
                                    <m:t>𝜈</m:t>
                                  </m:r>
                                </m:e>
                              </m:acc>
                            </m:e>
                            <m:sub>
                              <m:r>
                                <a:rPr lang="en-US" sz="1800" i="1">
                                  <a:latin typeface="Cambria Math" panose="02040503050406030204" pitchFamily="18" charset="0"/>
                                </a:rPr>
                                <m:t>𝑡</m:t>
                              </m:r>
                              <m:r>
                                <a:rPr lang="en-US" sz="1800" i="1">
                                  <a:latin typeface="Cambria Math" panose="02040503050406030204" pitchFamily="18" charset="0"/>
                                </a:rPr>
                                <m:t>,(</m:t>
                              </m:r>
                              <m:r>
                                <a:rPr lang="en-US" sz="1800" i="1">
                                  <a:latin typeface="Cambria Math" panose="02040503050406030204" pitchFamily="18" charset="0"/>
                                </a:rPr>
                                <m:t>𝑂</m:t>
                              </m:r>
                              <m:r>
                                <a:rPr lang="en-US" sz="1800" i="1">
                                  <a:latin typeface="Cambria Math" panose="02040503050406030204" pitchFamily="18" charset="0"/>
                                </a:rPr>
                                <m:t>−,2)</m:t>
                              </m:r>
                            </m:sub>
                          </m:sSub>
                        </m:oMath>
                      </m:oMathPara>
                    </a14:m>
                    <a:endParaRPr lang="en-US" sz="1800"/>
                  </a:p>
                </p:txBody>
              </p:sp>
            </mc:Choice>
            <mc:Fallback xmlns="">
              <p:sp>
                <p:nvSpPr>
                  <p:cNvPr id="62519" name="Object 129"/>
                  <p:cNvSpPr txBox="1">
                    <a:spLocks noRot="1" noChangeAspect="1" noMove="1" noResize="1" noEditPoints="1" noAdjustHandles="1" noChangeArrowheads="1" noChangeShapeType="1" noTextEdit="1"/>
                  </p:cNvSpPr>
                  <p:nvPr/>
                </p:nvSpPr>
                <p:spPr bwMode="auto">
                  <a:xfrm>
                    <a:off x="153" y="2499"/>
                    <a:ext cx="530" cy="288"/>
                  </a:xfrm>
                  <a:prstGeom prst="rect">
                    <a:avLst/>
                  </a:prstGeom>
                  <a:blipFill>
                    <a:blip r:embed="rId14"/>
                    <a:stretch>
                      <a:fillRect t="-4000" r="-7971"/>
                    </a:stretch>
                  </a:blipFill>
                  <a:ln>
                    <a:noFill/>
                  </a:ln>
                  <a:effectLst/>
                </p:spPr>
                <p:txBody>
                  <a:bodyPr/>
                  <a:lstStyle/>
                  <a:p>
                    <a:r>
                      <a:rPr lang="en-US">
                        <a:noFill/>
                      </a:rPr>
                      <a:t> </a:t>
                    </a:r>
                  </a:p>
                </p:txBody>
              </p:sp>
            </mc:Fallback>
          </mc:AlternateContent>
        </p:grpSp>
      </p:grpSp>
    </p:spTree>
    <p:extLst>
      <p:ext uri="{BB962C8B-B14F-4D97-AF65-F5344CB8AC3E}">
        <p14:creationId xmlns:p14="http://schemas.microsoft.com/office/powerpoint/2010/main" val="3328944062"/>
      </p:ext>
    </p:extLst>
  </p:cSld>
  <p:clrMapOvr>
    <a:masterClrMapping/>
  </p:clrMapOvr>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491" name="Rectangle 2"/>
          <p:cNvSpPr>
            <a:spLocks noGrp="1" noChangeArrowheads="1"/>
          </p:cNvSpPr>
          <p:nvPr>
            <p:ph type="title"/>
          </p:nvPr>
        </p:nvSpPr>
        <p:spPr/>
        <p:txBody>
          <a:bodyPr/>
          <a:lstStyle/>
          <a:p>
            <a:r>
              <a:rPr lang="en-US" sz="3200" dirty="0"/>
              <a:t>Blood management</a:t>
            </a:r>
            <a:endParaRPr lang="en-US" altLang="en-US" sz="3200" dirty="0"/>
          </a:p>
        </p:txBody>
      </p:sp>
      <p:sp>
        <p:nvSpPr>
          <p:cNvPr id="63492" name="Rectangle 3"/>
          <p:cNvSpPr>
            <a:spLocks noGrp="1" noChangeArrowheads="1"/>
          </p:cNvSpPr>
          <p:nvPr>
            <p:ph type="body" idx="1"/>
          </p:nvPr>
        </p:nvSpPr>
        <p:spPr>
          <a:xfrm>
            <a:off x="871194" y="1133474"/>
            <a:ext cx="7772400" cy="508000"/>
          </a:xfrm>
        </p:spPr>
        <p:txBody>
          <a:bodyPr/>
          <a:lstStyle/>
          <a:p>
            <a:pPr marL="86360" indent="0">
              <a:lnSpc>
                <a:spcPct val="90000"/>
              </a:lnSpc>
              <a:buNone/>
            </a:pPr>
            <a:r>
              <a:rPr lang="en-US" altLang="en-US" dirty="0"/>
              <a:t>Estimate the gradient at </a:t>
            </a:r>
          </a:p>
        </p:txBody>
      </p:sp>
      <p:sp>
        <p:nvSpPr>
          <p:cNvPr id="63493" name="Line 4"/>
          <p:cNvSpPr>
            <a:spLocks noChangeShapeType="1"/>
          </p:cNvSpPr>
          <p:nvPr/>
        </p:nvSpPr>
        <p:spPr bwMode="auto">
          <a:xfrm flipV="1">
            <a:off x="3670300" y="2305051"/>
            <a:ext cx="0" cy="2911475"/>
          </a:xfrm>
          <a:prstGeom prst="line">
            <a:avLst/>
          </a:prstGeom>
          <a:noFill/>
          <a:ln w="28575">
            <a:solidFill>
              <a:schemeClr val="tx1"/>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63494" name="Line 5"/>
          <p:cNvSpPr>
            <a:spLocks noChangeShapeType="1"/>
          </p:cNvSpPr>
          <p:nvPr/>
        </p:nvSpPr>
        <p:spPr bwMode="auto">
          <a:xfrm>
            <a:off x="3670300" y="5270500"/>
            <a:ext cx="4521200" cy="0"/>
          </a:xfrm>
          <a:prstGeom prst="line">
            <a:avLst/>
          </a:prstGeom>
          <a:noFill/>
          <a:ln w="28575">
            <a:solidFill>
              <a:schemeClr val="tx1"/>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63495" name="Freeform 6"/>
          <p:cNvSpPr>
            <a:spLocks/>
          </p:cNvSpPr>
          <p:nvPr/>
        </p:nvSpPr>
        <p:spPr bwMode="auto">
          <a:xfrm>
            <a:off x="3670300" y="3175000"/>
            <a:ext cx="4191000" cy="2095500"/>
          </a:xfrm>
          <a:custGeom>
            <a:avLst/>
            <a:gdLst>
              <a:gd name="T0" fmla="*/ 0 w 2640"/>
              <a:gd name="T1" fmla="*/ 2147483647 h 1320"/>
              <a:gd name="T2" fmla="*/ 866933750 w 2640"/>
              <a:gd name="T3" fmla="*/ 1290320000 h 1320"/>
              <a:gd name="T4" fmla="*/ 2147483647 w 2640"/>
              <a:gd name="T5" fmla="*/ 201612500 h 1320"/>
              <a:gd name="T6" fmla="*/ 2147483647 w 2640"/>
              <a:gd name="T7" fmla="*/ 0 h 1320"/>
              <a:gd name="T8" fmla="*/ 2147483647 w 2640"/>
              <a:gd name="T9" fmla="*/ 1633061250 h 1320"/>
              <a:gd name="T10" fmla="*/ 0 60000 65536"/>
              <a:gd name="T11" fmla="*/ 0 60000 65536"/>
              <a:gd name="T12" fmla="*/ 0 60000 65536"/>
              <a:gd name="T13" fmla="*/ 0 60000 65536"/>
              <a:gd name="T14" fmla="*/ 0 60000 65536"/>
              <a:gd name="T15" fmla="*/ 0 w 2640"/>
              <a:gd name="T16" fmla="*/ 0 h 1320"/>
              <a:gd name="T17" fmla="*/ 2640 w 2640"/>
              <a:gd name="T18" fmla="*/ 1320 h 1320"/>
            </a:gdLst>
            <a:ahLst/>
            <a:cxnLst>
              <a:cxn ang="T10">
                <a:pos x="T0" y="T1"/>
              </a:cxn>
              <a:cxn ang="T11">
                <a:pos x="T2" y="T3"/>
              </a:cxn>
              <a:cxn ang="T12">
                <a:pos x="T4" y="T5"/>
              </a:cxn>
              <a:cxn ang="T13">
                <a:pos x="T6" y="T7"/>
              </a:cxn>
              <a:cxn ang="T14">
                <a:pos x="T8" y="T9"/>
              </a:cxn>
            </a:cxnLst>
            <a:rect l="T15" t="T16" r="T17" b="T18"/>
            <a:pathLst>
              <a:path w="2640" h="1320">
                <a:moveTo>
                  <a:pt x="0" y="1320"/>
                </a:moveTo>
                <a:lnTo>
                  <a:pt x="344" y="512"/>
                </a:lnTo>
                <a:lnTo>
                  <a:pt x="872" y="80"/>
                </a:lnTo>
                <a:lnTo>
                  <a:pt x="1632" y="0"/>
                </a:lnTo>
                <a:lnTo>
                  <a:pt x="2640" y="648"/>
                </a:lnTo>
              </a:path>
            </a:pathLst>
          </a:custGeom>
          <a:noFill/>
          <a:ln w="38100">
            <a:solidFill>
              <a:schemeClr val="tx1"/>
            </a:solidFill>
            <a:prstDash val="dash"/>
            <a:round/>
            <a:headEnd/>
            <a:tailEnd type="none" w="med" len="lg"/>
          </a:ln>
          <a:extLst>
            <a:ext uri="{909E8E84-426E-40DD-AFC4-6F175D3DCCD1}">
              <a14:hiddenFill xmlns:a14="http://schemas.microsoft.com/office/drawing/2010/main">
                <a:solidFill>
                  <a:srgbClr val="FFFFFF"/>
                </a:solidFill>
              </a14:hiddenFill>
            </a:ext>
          </a:extLst>
        </p:spPr>
        <p:txBody>
          <a:bodyPr/>
          <a:lstStyle/>
          <a:p>
            <a:endParaRPr lang="en-US"/>
          </a:p>
        </p:txBody>
      </p:sp>
      <mc:AlternateContent xmlns:mc="http://schemas.openxmlformats.org/markup-compatibility/2006" xmlns:a14="http://schemas.microsoft.com/office/drawing/2010/main">
        <mc:Choice Requires="a14">
          <p:sp>
            <p:nvSpPr>
              <p:cNvPr id="63496" name="Object 7"/>
              <p:cNvSpPr txBox="1"/>
              <p:nvPr/>
            </p:nvSpPr>
            <p:spPr bwMode="auto">
              <a:xfrm>
                <a:off x="5848350" y="5389563"/>
                <a:ext cx="1041400" cy="508000"/>
              </a:xfrm>
              <a:prstGeom prst="rect">
                <a:avLst/>
              </a:prstGeom>
              <a:noFill/>
              <a:ln>
                <a:noFill/>
              </a:ln>
              <a:effectLst/>
            </p:spPr>
            <p:txBody>
              <a:bodyPr>
                <a:normAutofit/>
              </a:bodyPr>
              <a:lstStyle/>
              <a:p>
                <a:pPr/>
                <a14:m>
                  <m:oMathPara xmlns:m="http://schemas.openxmlformats.org/officeDocument/2006/math">
                    <m:oMathParaPr>
                      <m:jc m:val="left"/>
                    </m:oMathParaPr>
                    <m:oMath>
                      <m:sSubSup>
                        <m:sSubSupPr>
                          <m:ctrlPr>
                            <a:rPr lang="en-US" i="1">
                              <a:latin typeface="Cambria Math" panose="02040503050406030204" pitchFamily="18" charset="0"/>
                            </a:rPr>
                          </m:ctrlPr>
                        </m:sSubSupPr>
                        <m:e>
                          <m:r>
                            <a:rPr lang="en-US" i="1">
                              <a:latin typeface="Cambria Math" panose="02040503050406030204" pitchFamily="18" charset="0"/>
                            </a:rPr>
                            <m:t>𝑅</m:t>
                          </m:r>
                        </m:e>
                        <m:sub>
                          <m:r>
                            <a:rPr lang="en-US" i="1">
                              <a:latin typeface="Cambria Math" panose="02040503050406030204" pitchFamily="18" charset="0"/>
                            </a:rPr>
                            <m:t>𝑡</m:t>
                          </m:r>
                          <m:r>
                            <a:rPr lang="en-US" i="1">
                              <a:latin typeface="Cambria Math" panose="02040503050406030204" pitchFamily="18" charset="0"/>
                            </a:rPr>
                            <m:t>,(</m:t>
                          </m:r>
                          <m:r>
                            <a:rPr lang="en-US" i="1">
                              <a:latin typeface="Cambria Math" panose="02040503050406030204" pitchFamily="18" charset="0"/>
                            </a:rPr>
                            <m:t>𝐴𝐵</m:t>
                          </m:r>
                          <m:r>
                            <a:rPr lang="en-US" i="1">
                              <a:latin typeface="Cambria Math" panose="02040503050406030204" pitchFamily="18" charset="0"/>
                            </a:rPr>
                            <m:t>+,2)</m:t>
                          </m:r>
                        </m:sub>
                        <m:sup>
                          <m:r>
                            <a:rPr lang="en-US" i="1">
                              <a:latin typeface="Cambria Math" panose="02040503050406030204" pitchFamily="18" charset="0"/>
                            </a:rPr>
                            <m:t>𝑛</m:t>
                          </m:r>
                        </m:sup>
                      </m:sSubSup>
                    </m:oMath>
                  </m:oMathPara>
                </a14:m>
                <a:endParaRPr lang="en-US"/>
              </a:p>
            </p:txBody>
          </p:sp>
        </mc:Choice>
        <mc:Fallback xmlns="">
          <p:sp>
            <p:nvSpPr>
              <p:cNvPr id="63496" name="Object 7"/>
              <p:cNvSpPr txBox="1">
                <a:spLocks noRot="1" noChangeAspect="1" noMove="1" noResize="1" noEditPoints="1" noAdjustHandles="1" noChangeArrowheads="1" noChangeShapeType="1" noTextEdit="1"/>
              </p:cNvSpPr>
              <p:nvPr/>
            </p:nvSpPr>
            <p:spPr bwMode="auto">
              <a:xfrm>
                <a:off x="5848350" y="5389563"/>
                <a:ext cx="1041400" cy="508000"/>
              </a:xfrm>
              <a:prstGeom prst="rect">
                <a:avLst/>
              </a:prstGeom>
              <a:blipFill>
                <a:blip r:embed="rId3"/>
                <a:stretch>
                  <a:fillRect/>
                </a:stretch>
              </a:blipFill>
              <a:ln>
                <a:noFill/>
              </a:ln>
              <a:effectLst/>
            </p:spPr>
            <p:txBody>
              <a:bodyPr/>
              <a:lstStyle/>
              <a:p>
                <a:r>
                  <a:rPr lang="en-US">
                    <a:noFill/>
                  </a:rPr>
                  <a:t> </a:t>
                </a:r>
              </a:p>
            </p:txBody>
          </p:sp>
        </mc:Fallback>
      </mc:AlternateContent>
      <p:sp>
        <p:nvSpPr>
          <p:cNvPr id="63497" name="Line 8"/>
          <p:cNvSpPr>
            <a:spLocks noChangeShapeType="1"/>
          </p:cNvSpPr>
          <p:nvPr/>
        </p:nvSpPr>
        <p:spPr bwMode="auto">
          <a:xfrm>
            <a:off x="6299200" y="2324100"/>
            <a:ext cx="0" cy="3060700"/>
          </a:xfrm>
          <a:prstGeom prst="line">
            <a:avLst/>
          </a:prstGeom>
          <a:noFill/>
          <a:ln w="19050">
            <a:solidFill>
              <a:schemeClr val="tx1"/>
            </a:solidFill>
            <a:round/>
            <a:headEnd/>
            <a:tailEnd type="none" w="med" len="lg"/>
          </a:ln>
          <a:extLst>
            <a:ext uri="{909E8E84-426E-40DD-AFC4-6F175D3DCCD1}">
              <a14:hiddenFill xmlns:a14="http://schemas.microsoft.com/office/drawing/2010/main">
                <a:noFill/>
              </a14:hiddenFill>
            </a:ext>
          </a:extLst>
        </p:spPr>
        <p:txBody>
          <a:bodyPr/>
          <a:lstStyle/>
          <a:p>
            <a:endParaRPr lang="en-US"/>
          </a:p>
        </p:txBody>
      </p:sp>
      <p:grpSp>
        <p:nvGrpSpPr>
          <p:cNvPr id="2" name="Group 16"/>
          <p:cNvGrpSpPr>
            <a:grpSpLocks/>
          </p:cNvGrpSpPr>
          <p:nvPr/>
        </p:nvGrpSpPr>
        <p:grpSpPr bwMode="auto">
          <a:xfrm>
            <a:off x="4000500" y="2374900"/>
            <a:ext cx="4884738" cy="1485900"/>
            <a:chOff x="1560" y="1496"/>
            <a:chExt cx="3077" cy="936"/>
          </a:xfrm>
        </p:grpSpPr>
        <p:sp>
          <p:nvSpPr>
            <p:cNvPr id="63501" name="Line 11"/>
            <p:cNvSpPr>
              <a:spLocks noChangeShapeType="1"/>
            </p:cNvSpPr>
            <p:nvPr/>
          </p:nvSpPr>
          <p:spPr bwMode="auto">
            <a:xfrm>
              <a:off x="1560" y="1496"/>
              <a:ext cx="2656" cy="936"/>
            </a:xfrm>
            <a:prstGeom prst="line">
              <a:avLst/>
            </a:prstGeom>
            <a:noFill/>
            <a:ln w="28575">
              <a:solidFill>
                <a:schemeClr val="tx1"/>
              </a:solidFill>
              <a:prstDash val="dash"/>
              <a:round/>
              <a:headEnd/>
              <a:tailEnd type="none" w="med" len="lg"/>
            </a:ln>
            <a:extLst>
              <a:ext uri="{909E8E84-426E-40DD-AFC4-6F175D3DCCD1}">
                <a14:hiddenFill xmlns:a14="http://schemas.microsoft.com/office/drawing/2010/main">
                  <a:noFill/>
                </a14:hiddenFill>
              </a:ext>
            </a:extLst>
          </p:spPr>
          <p:txBody>
            <a:bodyPr/>
            <a:lstStyle/>
            <a:p>
              <a:endParaRPr lang="en-US"/>
            </a:p>
          </p:txBody>
        </p:sp>
        <p:sp>
          <p:nvSpPr>
            <p:cNvPr id="63502" name="Freeform 12"/>
            <p:cNvSpPr>
              <a:spLocks/>
            </p:cNvSpPr>
            <p:nvPr/>
          </p:nvSpPr>
          <p:spPr bwMode="auto">
            <a:xfrm rot="10800000" flipH="1">
              <a:off x="3528" y="2176"/>
              <a:ext cx="496" cy="184"/>
            </a:xfrm>
            <a:custGeom>
              <a:avLst/>
              <a:gdLst>
                <a:gd name="T0" fmla="*/ 0 w 496"/>
                <a:gd name="T1" fmla="*/ 111 h 304"/>
                <a:gd name="T2" fmla="*/ 496 w 496"/>
                <a:gd name="T3" fmla="*/ 111 h 304"/>
                <a:gd name="T4" fmla="*/ 496 w 496"/>
                <a:gd name="T5" fmla="*/ 0 h 304"/>
                <a:gd name="T6" fmla="*/ 0 60000 65536"/>
                <a:gd name="T7" fmla="*/ 0 60000 65536"/>
                <a:gd name="T8" fmla="*/ 0 60000 65536"/>
                <a:gd name="T9" fmla="*/ 0 w 496"/>
                <a:gd name="T10" fmla="*/ 0 h 304"/>
                <a:gd name="T11" fmla="*/ 496 w 496"/>
                <a:gd name="T12" fmla="*/ 304 h 304"/>
              </a:gdLst>
              <a:ahLst/>
              <a:cxnLst>
                <a:cxn ang="T6">
                  <a:pos x="T0" y="T1"/>
                </a:cxn>
                <a:cxn ang="T7">
                  <a:pos x="T2" y="T3"/>
                </a:cxn>
                <a:cxn ang="T8">
                  <a:pos x="T4" y="T5"/>
                </a:cxn>
              </a:cxnLst>
              <a:rect l="T9" t="T10" r="T11" b="T12"/>
              <a:pathLst>
                <a:path w="496" h="304">
                  <a:moveTo>
                    <a:pt x="0" y="304"/>
                  </a:moveTo>
                  <a:lnTo>
                    <a:pt x="496" y="304"/>
                  </a:lnTo>
                  <a:lnTo>
                    <a:pt x="496" y="0"/>
                  </a:lnTo>
                </a:path>
              </a:pathLst>
            </a:custGeom>
            <a:noFill/>
            <a:ln w="12700">
              <a:solidFill>
                <a:schemeClr val="tx1"/>
              </a:solidFill>
              <a:round/>
              <a:headEnd/>
              <a:tailEnd type="none" w="med" len="lg"/>
            </a:ln>
            <a:extLst>
              <a:ext uri="{909E8E84-426E-40DD-AFC4-6F175D3DCCD1}">
                <a14:hiddenFill xmlns:a14="http://schemas.microsoft.com/office/drawing/2010/main">
                  <a:solidFill>
                    <a:srgbClr val="FFFFFF"/>
                  </a:solidFill>
                </a14:hiddenFill>
              </a:ext>
            </a:extLst>
          </p:spPr>
          <p:txBody>
            <a:bodyPr/>
            <a:lstStyle/>
            <a:p>
              <a:endParaRPr lang="en-US"/>
            </a:p>
          </p:txBody>
        </p:sp>
        <mc:AlternateContent xmlns:mc="http://schemas.openxmlformats.org/markup-compatibility/2006" xmlns:a14="http://schemas.microsoft.com/office/drawing/2010/main">
          <mc:Choice Requires="a14">
            <p:sp>
              <p:nvSpPr>
                <p:cNvPr id="63503" name="Object 13"/>
                <p:cNvSpPr txBox="1"/>
                <p:nvPr/>
              </p:nvSpPr>
              <p:spPr bwMode="auto">
                <a:xfrm>
                  <a:off x="4029" y="2093"/>
                  <a:ext cx="608" cy="311"/>
                </a:xfrm>
                <a:prstGeom prst="rect">
                  <a:avLst/>
                </a:prstGeom>
                <a:solidFill>
                  <a:schemeClr val="bg1"/>
                </a:solidFill>
                <a:ln>
                  <a:noFill/>
                </a:ln>
                <a:effectLst/>
              </p:spPr>
              <p:txBody>
                <a:bodyPr>
                  <a:normAutofit/>
                </a:bodyPr>
                <a:lstStyle/>
                <a:p>
                  <a:pPr/>
                  <a14:m>
                    <m:oMathPara xmlns:m="http://schemas.openxmlformats.org/officeDocument/2006/math">
                      <m:oMathParaPr>
                        <m:jc m:val="left"/>
                      </m:oMathParaPr>
                      <m:oMath>
                        <m:sSubSup>
                          <m:sSubSupPr>
                            <m:ctrlPr>
                              <a:rPr lang="en-US" i="1">
                                <a:latin typeface="Cambria Math" panose="02040503050406030204" pitchFamily="18" charset="0"/>
                              </a:rPr>
                            </m:ctrlPr>
                          </m:sSubSupPr>
                          <m:e>
                            <m:acc>
                              <m:accPr>
                                <m:chr m:val="̂"/>
                                <m:ctrlPr>
                                  <a:rPr lang="en-US" i="1">
                                    <a:latin typeface="Cambria Math" panose="02040503050406030204" pitchFamily="18" charset="0"/>
                                  </a:rPr>
                                </m:ctrlPr>
                              </m:accPr>
                              <m:e>
                                <m:r>
                                  <a:rPr lang="en-US" i="1">
                                    <a:latin typeface="Cambria Math" panose="02040503050406030204" pitchFamily="18" charset="0"/>
                                  </a:rPr>
                                  <m:t>𝜈</m:t>
                                </m:r>
                              </m:e>
                            </m:acc>
                          </m:e>
                          <m:sub>
                            <m:r>
                              <a:rPr lang="en-US" i="1">
                                <a:latin typeface="Cambria Math" panose="02040503050406030204" pitchFamily="18" charset="0"/>
                              </a:rPr>
                              <m:t>𝑡</m:t>
                            </m:r>
                            <m:r>
                              <a:rPr lang="en-US" i="1">
                                <a:latin typeface="Cambria Math" panose="02040503050406030204" pitchFamily="18" charset="0"/>
                              </a:rPr>
                              <m:t>,(</m:t>
                            </m:r>
                            <m:r>
                              <a:rPr lang="en-US" i="1">
                                <a:latin typeface="Cambria Math" panose="02040503050406030204" pitchFamily="18" charset="0"/>
                              </a:rPr>
                              <m:t>𝐴𝐵</m:t>
                            </m:r>
                            <m:r>
                              <a:rPr lang="en-US" i="1">
                                <a:latin typeface="Cambria Math" panose="02040503050406030204" pitchFamily="18" charset="0"/>
                              </a:rPr>
                              <m:t>+,2)</m:t>
                            </m:r>
                          </m:sub>
                          <m:sup>
                            <m:r>
                              <a:rPr lang="en-US" i="1">
                                <a:latin typeface="Cambria Math" panose="02040503050406030204" pitchFamily="18" charset="0"/>
                              </a:rPr>
                              <m:t>𝑛</m:t>
                            </m:r>
                          </m:sup>
                        </m:sSubSup>
                      </m:oMath>
                    </m:oMathPara>
                  </a14:m>
                  <a:endParaRPr lang="en-US"/>
                </a:p>
              </p:txBody>
            </p:sp>
          </mc:Choice>
          <mc:Fallback xmlns="">
            <p:sp>
              <p:nvSpPr>
                <p:cNvPr id="63503" name="Object 13"/>
                <p:cNvSpPr txBox="1">
                  <a:spLocks noRot="1" noChangeAspect="1" noMove="1" noResize="1" noEditPoints="1" noAdjustHandles="1" noChangeArrowheads="1" noChangeShapeType="1" noTextEdit="1"/>
                </p:cNvSpPr>
                <p:nvPr/>
              </p:nvSpPr>
              <p:spPr bwMode="auto">
                <a:xfrm>
                  <a:off x="4029" y="2093"/>
                  <a:ext cx="608" cy="311"/>
                </a:xfrm>
                <a:prstGeom prst="rect">
                  <a:avLst/>
                </a:prstGeom>
                <a:blipFill>
                  <a:blip r:embed="rId4"/>
                  <a:stretch>
                    <a:fillRect t="-3704" r="-5660"/>
                  </a:stretch>
                </a:blipFill>
                <a:ln>
                  <a:noFill/>
                </a:ln>
                <a:effectLst/>
              </p:spPr>
              <p:txBody>
                <a:bodyPr/>
                <a:lstStyle/>
                <a:p>
                  <a:r>
                    <a:rPr lang="en-US">
                      <a:noFill/>
                    </a:rPr>
                    <a:t> </a:t>
                  </a:r>
                </a:p>
              </p:txBody>
            </p:sp>
          </mc:Fallback>
        </mc:AlternateContent>
      </p:grpSp>
      <mc:AlternateContent xmlns:mc="http://schemas.openxmlformats.org/markup-compatibility/2006" xmlns:a14="http://schemas.microsoft.com/office/drawing/2010/main">
        <mc:Choice Requires="a14">
          <p:sp>
            <p:nvSpPr>
              <p:cNvPr id="63499" name="Object 14"/>
              <p:cNvSpPr txBox="1"/>
              <p:nvPr/>
            </p:nvSpPr>
            <p:spPr bwMode="auto">
              <a:xfrm>
                <a:off x="6053138" y="1162050"/>
                <a:ext cx="406400" cy="482600"/>
              </a:xfrm>
              <a:prstGeom prst="rect">
                <a:avLst/>
              </a:prstGeom>
              <a:noFill/>
              <a:ln>
                <a:noFill/>
              </a:ln>
              <a:effectLst/>
            </p:spPr>
            <p:txBody>
              <a:bodyPr>
                <a:normAutofit/>
              </a:bodyPr>
              <a:lstStyle/>
              <a:p>
                <a:pPr/>
                <a14:m>
                  <m:oMathPara xmlns:m="http://schemas.openxmlformats.org/officeDocument/2006/math">
                    <m:oMathParaPr>
                      <m:jc m:val="left"/>
                    </m:oMathParaPr>
                    <m:oMath>
                      <m:sSubSup>
                        <m:sSubSupPr>
                          <m:ctrlPr>
                            <a:rPr lang="en-US" i="1">
                              <a:latin typeface="Cambria Math" panose="02040503050406030204" pitchFamily="18" charset="0"/>
                            </a:rPr>
                          </m:ctrlPr>
                        </m:sSubSupPr>
                        <m:e>
                          <m:r>
                            <a:rPr lang="en-US" i="1">
                              <a:latin typeface="Cambria Math" panose="02040503050406030204" pitchFamily="18" charset="0"/>
                            </a:rPr>
                            <m:t>𝑅</m:t>
                          </m:r>
                        </m:e>
                        <m:sub>
                          <m:r>
                            <a:rPr lang="en-US" i="1">
                              <a:latin typeface="Cambria Math" panose="02040503050406030204" pitchFamily="18" charset="0"/>
                            </a:rPr>
                            <m:t>𝑡</m:t>
                          </m:r>
                        </m:sub>
                        <m:sup>
                          <m:r>
                            <a:rPr lang="en-US" i="1">
                              <a:latin typeface="Cambria Math" panose="02040503050406030204" pitchFamily="18" charset="0"/>
                            </a:rPr>
                            <m:t>𝑛</m:t>
                          </m:r>
                        </m:sup>
                      </m:sSubSup>
                    </m:oMath>
                  </m:oMathPara>
                </a14:m>
                <a:endParaRPr lang="en-US"/>
              </a:p>
            </p:txBody>
          </p:sp>
        </mc:Choice>
        <mc:Fallback xmlns="">
          <p:sp>
            <p:nvSpPr>
              <p:cNvPr id="63499" name="Object 14"/>
              <p:cNvSpPr txBox="1">
                <a:spLocks noRot="1" noChangeAspect="1" noMove="1" noResize="1" noEditPoints="1" noAdjustHandles="1" noChangeArrowheads="1" noChangeShapeType="1" noTextEdit="1"/>
              </p:cNvSpPr>
              <p:nvPr/>
            </p:nvSpPr>
            <p:spPr bwMode="auto">
              <a:xfrm>
                <a:off x="6053138" y="1162050"/>
                <a:ext cx="406400" cy="482600"/>
              </a:xfrm>
              <a:prstGeom prst="rect">
                <a:avLst/>
              </a:prstGeom>
              <a:blipFill>
                <a:blip r:embed="rId5"/>
                <a:stretch>
                  <a:fillRect/>
                </a:stretch>
              </a:blipFill>
              <a:ln>
                <a:noFill/>
              </a:ln>
              <a:effectLst/>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63500" name="Object 17"/>
              <p:cNvSpPr txBox="1"/>
              <p:nvPr/>
            </p:nvSpPr>
            <p:spPr bwMode="auto">
              <a:xfrm>
                <a:off x="7791451" y="4030664"/>
                <a:ext cx="728663" cy="409575"/>
              </a:xfrm>
              <a:prstGeom prst="rect">
                <a:avLst/>
              </a:prstGeom>
              <a:noFill/>
              <a:ln>
                <a:noFill/>
              </a:ln>
              <a:effectLst/>
            </p:spPr>
            <p:txBody>
              <a:bodyPr>
                <a:normAutofit/>
              </a:bodyPr>
              <a:lstStyle/>
              <a:p>
                <a:pPr/>
                <a14:m>
                  <m:oMathPara xmlns:m="http://schemas.openxmlformats.org/officeDocument/2006/math">
                    <m:oMathParaPr>
                      <m:jc m:val="left"/>
                    </m:oMathParaPr>
                    <m:oMath>
                      <m:r>
                        <a:rPr lang="en-US" i="1">
                          <a:latin typeface="Cambria Math" panose="02040503050406030204" pitchFamily="18" charset="0"/>
                        </a:rPr>
                        <m:t>𝐹</m:t>
                      </m:r>
                      <m:r>
                        <a:rPr lang="en-US" i="1">
                          <a:latin typeface="Cambria Math" panose="02040503050406030204" pitchFamily="18" charset="0"/>
                        </a:rPr>
                        <m:t>(</m:t>
                      </m:r>
                      <m:sSub>
                        <m:sSubPr>
                          <m:ctrlPr>
                            <a:rPr lang="en-US" i="1">
                              <a:latin typeface="Cambria Math" panose="02040503050406030204" pitchFamily="18" charset="0"/>
                            </a:rPr>
                          </m:ctrlPr>
                        </m:sSubPr>
                        <m:e>
                          <m:r>
                            <a:rPr lang="en-US" i="1">
                              <a:latin typeface="Cambria Math" panose="02040503050406030204" pitchFamily="18" charset="0"/>
                            </a:rPr>
                            <m:t>𝑅</m:t>
                          </m:r>
                        </m:e>
                        <m:sub>
                          <m:r>
                            <a:rPr lang="en-US" i="1">
                              <a:latin typeface="Cambria Math" panose="02040503050406030204" pitchFamily="18" charset="0"/>
                            </a:rPr>
                            <m:t>𝑡</m:t>
                          </m:r>
                        </m:sub>
                      </m:sSub>
                      <m:r>
                        <a:rPr lang="en-US" i="1">
                          <a:latin typeface="Cambria Math" panose="02040503050406030204" pitchFamily="18" charset="0"/>
                        </a:rPr>
                        <m:t>)</m:t>
                      </m:r>
                    </m:oMath>
                  </m:oMathPara>
                </a14:m>
                <a:endParaRPr lang="en-US"/>
              </a:p>
            </p:txBody>
          </p:sp>
        </mc:Choice>
        <mc:Fallback xmlns="">
          <p:sp>
            <p:nvSpPr>
              <p:cNvPr id="63500" name="Object 17"/>
              <p:cNvSpPr txBox="1">
                <a:spLocks noRot="1" noChangeAspect="1" noMove="1" noResize="1" noEditPoints="1" noAdjustHandles="1" noChangeArrowheads="1" noChangeShapeType="1" noTextEdit="1"/>
              </p:cNvSpPr>
              <p:nvPr/>
            </p:nvSpPr>
            <p:spPr bwMode="auto">
              <a:xfrm>
                <a:off x="7791451" y="4030664"/>
                <a:ext cx="728663" cy="409575"/>
              </a:xfrm>
              <a:prstGeom prst="rect">
                <a:avLst/>
              </a:prstGeom>
              <a:blipFill>
                <a:blip r:embed="rId6"/>
                <a:stretch>
                  <a:fillRect/>
                </a:stretch>
              </a:blipFill>
              <a:ln>
                <a:noFill/>
              </a:ln>
              <a:effectLst/>
            </p:spPr>
            <p:txBody>
              <a:bodyPr/>
              <a:lstStyle/>
              <a:p>
                <a:r>
                  <a:rPr lang="en-US">
                    <a:noFill/>
                  </a:rPr>
                  <a:t> </a:t>
                </a:r>
              </a:p>
            </p:txBody>
          </p:sp>
        </mc:Fallback>
      </mc:AlternateContent>
    </p:spTree>
    <p:extLst>
      <p:ext uri="{BB962C8B-B14F-4D97-AF65-F5344CB8AC3E}">
        <p14:creationId xmlns:p14="http://schemas.microsoft.com/office/powerpoint/2010/main" val="345062535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left)">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515" name="Rectangle 2"/>
          <p:cNvSpPr>
            <a:spLocks noGrp="1" noChangeArrowheads="1"/>
          </p:cNvSpPr>
          <p:nvPr>
            <p:ph type="title"/>
          </p:nvPr>
        </p:nvSpPr>
        <p:spPr/>
        <p:txBody>
          <a:bodyPr/>
          <a:lstStyle/>
          <a:p>
            <a:r>
              <a:rPr lang="en-US" sz="3200" dirty="0"/>
              <a:t>Blood management</a:t>
            </a:r>
            <a:endParaRPr lang="en-US" altLang="en-US" sz="3200" dirty="0"/>
          </a:p>
        </p:txBody>
      </p:sp>
      <p:grpSp>
        <p:nvGrpSpPr>
          <p:cNvPr id="64517" name="Group 4"/>
          <p:cNvGrpSpPr>
            <a:grpSpLocks/>
          </p:cNvGrpSpPr>
          <p:nvPr/>
        </p:nvGrpSpPr>
        <p:grpSpPr bwMode="auto">
          <a:xfrm>
            <a:off x="3670300" y="2305050"/>
            <a:ext cx="4521200" cy="2965450"/>
            <a:chOff x="1352" y="1452"/>
            <a:chExt cx="2848" cy="1868"/>
          </a:xfrm>
        </p:grpSpPr>
        <p:sp>
          <p:nvSpPr>
            <p:cNvPr id="64530" name="Line 5"/>
            <p:cNvSpPr>
              <a:spLocks noChangeShapeType="1"/>
            </p:cNvSpPr>
            <p:nvPr/>
          </p:nvSpPr>
          <p:spPr bwMode="auto">
            <a:xfrm flipV="1">
              <a:off x="1352" y="1452"/>
              <a:ext cx="0" cy="1834"/>
            </a:xfrm>
            <a:prstGeom prst="line">
              <a:avLst/>
            </a:prstGeom>
            <a:noFill/>
            <a:ln w="28575">
              <a:solidFill>
                <a:srgbClr val="3333CC"/>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64531" name="Line 6"/>
            <p:cNvSpPr>
              <a:spLocks noChangeShapeType="1"/>
            </p:cNvSpPr>
            <p:nvPr/>
          </p:nvSpPr>
          <p:spPr bwMode="auto">
            <a:xfrm>
              <a:off x="1352" y="3320"/>
              <a:ext cx="2848" cy="0"/>
            </a:xfrm>
            <a:prstGeom prst="line">
              <a:avLst/>
            </a:prstGeom>
            <a:noFill/>
            <a:ln w="28575">
              <a:solidFill>
                <a:srgbClr val="3333CC"/>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64532" name="Freeform 7"/>
            <p:cNvSpPr>
              <a:spLocks/>
            </p:cNvSpPr>
            <p:nvPr/>
          </p:nvSpPr>
          <p:spPr bwMode="auto">
            <a:xfrm>
              <a:off x="1352" y="1876"/>
              <a:ext cx="2589" cy="1444"/>
            </a:xfrm>
            <a:custGeom>
              <a:avLst/>
              <a:gdLst>
                <a:gd name="T0" fmla="*/ 0 w 640"/>
                <a:gd name="T1" fmla="*/ 6061 h 344"/>
                <a:gd name="T2" fmla="*/ 918 w 640"/>
                <a:gd name="T3" fmla="*/ 2397 h 344"/>
                <a:gd name="T4" fmla="*/ 3402 w 640"/>
                <a:gd name="T5" fmla="*/ 143 h 344"/>
                <a:gd name="T6" fmla="*/ 6675 w 640"/>
                <a:gd name="T7" fmla="*/ 0 h 344"/>
                <a:gd name="T8" fmla="*/ 10473 w 640"/>
                <a:gd name="T9" fmla="*/ 2116 h 344"/>
                <a:gd name="T10" fmla="*/ 0 60000 65536"/>
                <a:gd name="T11" fmla="*/ 0 60000 65536"/>
                <a:gd name="T12" fmla="*/ 0 60000 65536"/>
                <a:gd name="T13" fmla="*/ 0 60000 65536"/>
                <a:gd name="T14" fmla="*/ 0 60000 65536"/>
                <a:gd name="T15" fmla="*/ 0 w 640"/>
                <a:gd name="T16" fmla="*/ 0 h 344"/>
                <a:gd name="T17" fmla="*/ 640 w 640"/>
                <a:gd name="T18" fmla="*/ 344 h 344"/>
              </a:gdLst>
              <a:ahLst/>
              <a:cxnLst>
                <a:cxn ang="T10">
                  <a:pos x="T0" y="T1"/>
                </a:cxn>
                <a:cxn ang="T11">
                  <a:pos x="T2" y="T3"/>
                </a:cxn>
                <a:cxn ang="T12">
                  <a:pos x="T4" y="T5"/>
                </a:cxn>
                <a:cxn ang="T13">
                  <a:pos x="T6" y="T7"/>
                </a:cxn>
                <a:cxn ang="T14">
                  <a:pos x="T8" y="T9"/>
                </a:cxn>
              </a:cxnLst>
              <a:rect l="T15" t="T16" r="T17" b="T18"/>
              <a:pathLst>
                <a:path w="640" h="344">
                  <a:moveTo>
                    <a:pt x="0" y="344"/>
                  </a:moveTo>
                  <a:lnTo>
                    <a:pt x="56" y="136"/>
                  </a:lnTo>
                  <a:lnTo>
                    <a:pt x="208" y="8"/>
                  </a:lnTo>
                  <a:lnTo>
                    <a:pt x="408" y="0"/>
                  </a:lnTo>
                  <a:lnTo>
                    <a:pt x="640" y="120"/>
                  </a:lnTo>
                </a:path>
              </a:pathLst>
            </a:custGeom>
            <a:noFill/>
            <a:ln w="38100">
              <a:solidFill>
                <a:srgbClr val="3333CC"/>
              </a:solidFill>
              <a:round/>
              <a:headEnd/>
              <a:tailEnd type="none" w="med" len="lg"/>
            </a:ln>
            <a:extLst>
              <a:ext uri="{909E8E84-426E-40DD-AFC4-6F175D3DCCD1}">
                <a14:hiddenFill xmlns:a14="http://schemas.microsoft.com/office/drawing/2010/main">
                  <a:solidFill>
                    <a:srgbClr val="FFFFFF"/>
                  </a:solidFill>
                </a14:hiddenFill>
              </a:ext>
            </a:extLst>
          </p:spPr>
          <p:txBody>
            <a:bodyPr/>
            <a:lstStyle/>
            <a:p>
              <a:endParaRPr lang="en-US"/>
            </a:p>
          </p:txBody>
        </p:sp>
      </p:grpSp>
      <mc:AlternateContent xmlns:mc="http://schemas.openxmlformats.org/markup-compatibility/2006" xmlns:a14="http://schemas.microsoft.com/office/drawing/2010/main">
        <mc:Choice Requires="a14">
          <p:sp>
            <p:nvSpPr>
              <p:cNvPr id="64518" name="Object 8"/>
              <p:cNvSpPr txBox="1"/>
              <p:nvPr/>
            </p:nvSpPr>
            <p:spPr bwMode="auto">
              <a:xfrm>
                <a:off x="4832350" y="5402263"/>
                <a:ext cx="558800" cy="482600"/>
              </a:xfrm>
              <a:prstGeom prst="rect">
                <a:avLst/>
              </a:prstGeom>
              <a:noFill/>
              <a:ln>
                <a:noFill/>
              </a:ln>
              <a:effectLst/>
            </p:spPr>
            <p:txBody>
              <a:bodyPr>
                <a:normAutofit/>
              </a:bodyPr>
              <a:lstStyle/>
              <a:p>
                <a:pPr/>
                <a14:m>
                  <m:oMathPara xmlns:m="http://schemas.openxmlformats.org/officeDocument/2006/math">
                    <m:oMathParaPr>
                      <m:jc m:val="left"/>
                    </m:oMathParaPr>
                    <m:oMath>
                      <m:sSubSup>
                        <m:sSubSupPr>
                          <m:ctrlPr>
                            <a:rPr lang="en-US" i="1">
                              <a:solidFill>
                                <a:srgbClr val="0000FF"/>
                              </a:solidFill>
                              <a:latin typeface="Cambria Math" panose="02040503050406030204" pitchFamily="18" charset="0"/>
                            </a:rPr>
                          </m:ctrlPr>
                        </m:sSubSupPr>
                        <m:e>
                          <m:r>
                            <a:rPr lang="en-US" i="1">
                              <a:solidFill>
                                <a:srgbClr val="0000FF"/>
                              </a:solidFill>
                              <a:latin typeface="Cambria Math" panose="02040503050406030204" pitchFamily="18" charset="0"/>
                            </a:rPr>
                            <m:t>𝑅</m:t>
                          </m:r>
                        </m:e>
                        <m:sub>
                          <m:r>
                            <a:rPr lang="en-US" i="1">
                              <a:solidFill>
                                <a:srgbClr val="0000FF"/>
                              </a:solidFill>
                              <a:latin typeface="Cambria Math" panose="02040503050406030204" pitchFamily="18" charset="0"/>
                            </a:rPr>
                            <m:t>𝑡</m:t>
                          </m:r>
                          <m:r>
                            <a:rPr lang="en-US" i="1">
                              <a:solidFill>
                                <a:srgbClr val="0000FF"/>
                              </a:solidFill>
                              <a:latin typeface="Cambria Math" panose="02040503050406030204" pitchFamily="18" charset="0"/>
                            </a:rPr>
                            <m:t>−1</m:t>
                          </m:r>
                        </m:sub>
                        <m:sup>
                          <m:r>
                            <a:rPr lang="en-US" i="1">
                              <a:solidFill>
                                <a:srgbClr val="0000FF"/>
                              </a:solidFill>
                              <a:latin typeface="Cambria Math" panose="02040503050406030204" pitchFamily="18" charset="0"/>
                            </a:rPr>
                            <m:t>𝑥</m:t>
                          </m:r>
                          <m:r>
                            <a:rPr lang="en-US" i="1">
                              <a:solidFill>
                                <a:srgbClr val="0000FF"/>
                              </a:solidFill>
                              <a:latin typeface="Cambria Math" panose="02040503050406030204" pitchFamily="18" charset="0"/>
                            </a:rPr>
                            <m:t>,</m:t>
                          </m:r>
                          <m:r>
                            <a:rPr lang="en-US" i="1">
                              <a:solidFill>
                                <a:srgbClr val="0000FF"/>
                              </a:solidFill>
                              <a:latin typeface="Cambria Math" panose="02040503050406030204" pitchFamily="18" charset="0"/>
                            </a:rPr>
                            <m:t>𝑛</m:t>
                          </m:r>
                        </m:sup>
                      </m:sSubSup>
                    </m:oMath>
                  </m:oMathPara>
                </a14:m>
                <a:endParaRPr lang="en-US"/>
              </a:p>
            </p:txBody>
          </p:sp>
        </mc:Choice>
        <mc:Fallback xmlns="">
          <p:sp>
            <p:nvSpPr>
              <p:cNvPr id="64518" name="Object 8"/>
              <p:cNvSpPr txBox="1">
                <a:spLocks noRot="1" noChangeAspect="1" noMove="1" noResize="1" noEditPoints="1" noAdjustHandles="1" noChangeArrowheads="1" noChangeShapeType="1" noTextEdit="1"/>
              </p:cNvSpPr>
              <p:nvPr/>
            </p:nvSpPr>
            <p:spPr bwMode="auto">
              <a:xfrm>
                <a:off x="4832350" y="5402263"/>
                <a:ext cx="558800" cy="482600"/>
              </a:xfrm>
              <a:prstGeom prst="rect">
                <a:avLst/>
              </a:prstGeom>
              <a:blipFill>
                <a:blip r:embed="rId3"/>
                <a:stretch>
                  <a:fillRect/>
                </a:stretch>
              </a:blipFill>
              <a:ln>
                <a:noFill/>
              </a:ln>
              <a:effectLst/>
            </p:spPr>
            <p:txBody>
              <a:bodyPr/>
              <a:lstStyle/>
              <a:p>
                <a:r>
                  <a:rPr lang="en-US">
                    <a:noFill/>
                  </a:rPr>
                  <a:t> </a:t>
                </a:r>
              </a:p>
            </p:txBody>
          </p:sp>
        </mc:Fallback>
      </mc:AlternateContent>
      <p:sp>
        <p:nvSpPr>
          <p:cNvPr id="64519" name="Line 9"/>
          <p:cNvSpPr>
            <a:spLocks noChangeShapeType="1"/>
          </p:cNvSpPr>
          <p:nvPr/>
        </p:nvSpPr>
        <p:spPr bwMode="auto">
          <a:xfrm>
            <a:off x="5003800" y="2324100"/>
            <a:ext cx="0" cy="3060700"/>
          </a:xfrm>
          <a:prstGeom prst="line">
            <a:avLst/>
          </a:prstGeom>
          <a:noFill/>
          <a:ln w="19050">
            <a:solidFill>
              <a:srgbClr val="3333CC"/>
            </a:solidFill>
            <a:round/>
            <a:headEnd/>
            <a:tailEnd type="none" w="med" len="lg"/>
          </a:ln>
          <a:extLst>
            <a:ext uri="{909E8E84-426E-40DD-AFC4-6F175D3DCCD1}">
              <a14:hiddenFill xmlns:a14="http://schemas.microsoft.com/office/drawing/2010/main">
                <a:noFill/>
              </a14:hiddenFill>
            </a:ext>
          </a:extLst>
        </p:spPr>
        <p:txBody>
          <a:bodyPr/>
          <a:lstStyle/>
          <a:p>
            <a:endParaRPr lang="en-US"/>
          </a:p>
        </p:txBody>
      </p:sp>
      <mc:AlternateContent xmlns:mc="http://schemas.openxmlformats.org/markup-compatibility/2006" xmlns:a14="http://schemas.microsoft.com/office/drawing/2010/main">
        <mc:Choice Requires="a14">
          <p:sp>
            <p:nvSpPr>
              <p:cNvPr id="64520" name="Object 10"/>
              <p:cNvSpPr txBox="1"/>
              <p:nvPr/>
            </p:nvSpPr>
            <p:spPr bwMode="auto">
              <a:xfrm>
                <a:off x="6483350" y="2686050"/>
                <a:ext cx="1136650" cy="431800"/>
              </a:xfrm>
              <a:prstGeom prst="rect">
                <a:avLst/>
              </a:prstGeom>
              <a:noFill/>
              <a:ln>
                <a:noFill/>
              </a:ln>
              <a:effectLst/>
            </p:spPr>
            <p:txBody>
              <a:bodyPr>
                <a:normAutofit/>
              </a:bodyPr>
              <a:lstStyle/>
              <a:p>
                <a:pPr/>
                <a14:m>
                  <m:oMathPara xmlns:m="http://schemas.openxmlformats.org/officeDocument/2006/math">
                    <m:oMathParaPr>
                      <m:jc m:val="left"/>
                    </m:oMathParaPr>
                    <m:oMath>
                      <m:sSubSup>
                        <m:sSubSupPr>
                          <m:ctrlPr>
                            <a:rPr lang="en-US" i="1">
                              <a:solidFill>
                                <a:srgbClr val="0000FF"/>
                              </a:solidFill>
                              <a:latin typeface="Cambria Math" panose="02040503050406030204" pitchFamily="18" charset="0"/>
                            </a:rPr>
                          </m:ctrlPr>
                        </m:sSubSupPr>
                        <m:e>
                          <m:acc>
                            <m:accPr>
                              <m:chr m:val="̄"/>
                              <m:ctrlPr>
                                <a:rPr lang="en-US" i="1">
                                  <a:solidFill>
                                    <a:srgbClr val="0000FF"/>
                                  </a:solidFill>
                                  <a:latin typeface="Cambria Math" panose="02040503050406030204" pitchFamily="18" charset="0"/>
                                </a:rPr>
                              </m:ctrlPr>
                            </m:accPr>
                            <m:e>
                              <m:r>
                                <a:rPr lang="en-US" i="1">
                                  <a:solidFill>
                                    <a:srgbClr val="0000FF"/>
                                  </a:solidFill>
                                  <a:latin typeface="Cambria Math" panose="02040503050406030204" pitchFamily="18" charset="0"/>
                                </a:rPr>
                                <m:t>𝑉</m:t>
                              </m:r>
                            </m:e>
                          </m:acc>
                        </m:e>
                        <m:sub>
                          <m:r>
                            <a:rPr lang="en-US" i="1">
                              <a:solidFill>
                                <a:srgbClr val="0000FF"/>
                              </a:solidFill>
                              <a:latin typeface="Cambria Math" panose="02040503050406030204" pitchFamily="18" charset="0"/>
                            </a:rPr>
                            <m:t>𝑡</m:t>
                          </m:r>
                          <m:r>
                            <a:rPr lang="en-US" i="1">
                              <a:solidFill>
                                <a:srgbClr val="0000FF"/>
                              </a:solidFill>
                              <a:latin typeface="Cambria Math" panose="02040503050406030204" pitchFamily="18" charset="0"/>
                            </a:rPr>
                            <m:t>−1</m:t>
                          </m:r>
                        </m:sub>
                        <m:sup>
                          <m:r>
                            <a:rPr lang="en-US" i="1">
                              <a:solidFill>
                                <a:srgbClr val="0000FF"/>
                              </a:solidFill>
                              <a:latin typeface="Cambria Math" panose="02040503050406030204" pitchFamily="18" charset="0"/>
                            </a:rPr>
                            <m:t>𝑛</m:t>
                          </m:r>
                          <m:r>
                            <a:rPr lang="en-US" i="1">
                              <a:solidFill>
                                <a:srgbClr val="0000FF"/>
                              </a:solidFill>
                              <a:latin typeface="Cambria Math" panose="02040503050406030204" pitchFamily="18" charset="0"/>
                            </a:rPr>
                            <m:t>−1</m:t>
                          </m:r>
                        </m:sup>
                      </m:sSubSup>
                      <m:r>
                        <a:rPr lang="en-US" i="1">
                          <a:solidFill>
                            <a:srgbClr val="0000FF"/>
                          </a:solidFill>
                          <a:latin typeface="Cambria Math" panose="02040503050406030204" pitchFamily="18" charset="0"/>
                        </a:rPr>
                        <m:t>(</m:t>
                      </m:r>
                      <m:sSubSup>
                        <m:sSubSupPr>
                          <m:ctrlPr>
                            <a:rPr lang="en-US" i="1">
                              <a:solidFill>
                                <a:srgbClr val="0000FF"/>
                              </a:solidFill>
                              <a:latin typeface="Cambria Math" panose="02040503050406030204" pitchFamily="18" charset="0"/>
                            </a:rPr>
                          </m:ctrlPr>
                        </m:sSubSupPr>
                        <m:e>
                          <m:r>
                            <a:rPr lang="en-US" i="1">
                              <a:solidFill>
                                <a:srgbClr val="0000FF"/>
                              </a:solidFill>
                              <a:latin typeface="Cambria Math" panose="02040503050406030204" pitchFamily="18" charset="0"/>
                            </a:rPr>
                            <m:t>𝑅</m:t>
                          </m:r>
                        </m:e>
                        <m:sub>
                          <m:r>
                            <a:rPr lang="en-US" i="1">
                              <a:solidFill>
                                <a:srgbClr val="0000FF"/>
                              </a:solidFill>
                              <a:latin typeface="Cambria Math" panose="02040503050406030204" pitchFamily="18" charset="0"/>
                            </a:rPr>
                            <m:t>𝑡</m:t>
                          </m:r>
                          <m:r>
                            <a:rPr lang="en-US" i="1">
                              <a:solidFill>
                                <a:srgbClr val="0000FF"/>
                              </a:solidFill>
                              <a:latin typeface="Cambria Math" panose="02040503050406030204" pitchFamily="18" charset="0"/>
                            </a:rPr>
                            <m:t>−1</m:t>
                          </m:r>
                        </m:sub>
                        <m:sup>
                          <m:r>
                            <a:rPr lang="en-US" i="1">
                              <a:solidFill>
                                <a:srgbClr val="0000FF"/>
                              </a:solidFill>
                              <a:latin typeface="Cambria Math" panose="02040503050406030204" pitchFamily="18" charset="0"/>
                            </a:rPr>
                            <m:t>𝑥</m:t>
                          </m:r>
                        </m:sup>
                      </m:sSubSup>
                      <m:r>
                        <a:rPr lang="en-US" i="1">
                          <a:solidFill>
                            <a:srgbClr val="0000FF"/>
                          </a:solidFill>
                          <a:latin typeface="Cambria Math" panose="02040503050406030204" pitchFamily="18" charset="0"/>
                        </a:rPr>
                        <m:t>)</m:t>
                      </m:r>
                    </m:oMath>
                  </m:oMathPara>
                </a14:m>
                <a:endParaRPr lang="en-US"/>
              </a:p>
            </p:txBody>
          </p:sp>
        </mc:Choice>
        <mc:Fallback xmlns="">
          <p:sp>
            <p:nvSpPr>
              <p:cNvPr id="64520" name="Object 10"/>
              <p:cNvSpPr txBox="1">
                <a:spLocks noRot="1" noChangeAspect="1" noMove="1" noResize="1" noEditPoints="1" noAdjustHandles="1" noChangeArrowheads="1" noChangeShapeType="1" noTextEdit="1"/>
              </p:cNvSpPr>
              <p:nvPr/>
            </p:nvSpPr>
            <p:spPr bwMode="auto">
              <a:xfrm>
                <a:off x="6483350" y="2686050"/>
                <a:ext cx="1136650" cy="431800"/>
              </a:xfrm>
              <a:prstGeom prst="rect">
                <a:avLst/>
              </a:prstGeom>
              <a:blipFill>
                <a:blip r:embed="rId4"/>
                <a:stretch>
                  <a:fillRect/>
                </a:stretch>
              </a:blipFill>
              <a:ln>
                <a:noFill/>
              </a:ln>
              <a:effectLst/>
            </p:spPr>
            <p:txBody>
              <a:bodyPr/>
              <a:lstStyle/>
              <a:p>
                <a:r>
                  <a:rPr lang="en-US">
                    <a:noFill/>
                  </a:rPr>
                  <a:t> </a:t>
                </a:r>
              </a:p>
            </p:txBody>
          </p:sp>
        </mc:Fallback>
      </mc:AlternateContent>
      <p:sp>
        <p:nvSpPr>
          <p:cNvPr id="64522" name="Freeform 20"/>
          <p:cNvSpPr>
            <a:spLocks/>
          </p:cNvSpPr>
          <p:nvPr/>
        </p:nvSpPr>
        <p:spPr bwMode="auto">
          <a:xfrm>
            <a:off x="3670300" y="3175000"/>
            <a:ext cx="4191000" cy="2095500"/>
          </a:xfrm>
          <a:custGeom>
            <a:avLst/>
            <a:gdLst>
              <a:gd name="T0" fmla="*/ 0 w 2640"/>
              <a:gd name="T1" fmla="*/ 2147483647 h 1320"/>
              <a:gd name="T2" fmla="*/ 866933750 w 2640"/>
              <a:gd name="T3" fmla="*/ 1290320000 h 1320"/>
              <a:gd name="T4" fmla="*/ 2147483647 w 2640"/>
              <a:gd name="T5" fmla="*/ 201612500 h 1320"/>
              <a:gd name="T6" fmla="*/ 2147483647 w 2640"/>
              <a:gd name="T7" fmla="*/ 0 h 1320"/>
              <a:gd name="T8" fmla="*/ 2147483647 w 2640"/>
              <a:gd name="T9" fmla="*/ 1633061250 h 1320"/>
              <a:gd name="T10" fmla="*/ 0 60000 65536"/>
              <a:gd name="T11" fmla="*/ 0 60000 65536"/>
              <a:gd name="T12" fmla="*/ 0 60000 65536"/>
              <a:gd name="T13" fmla="*/ 0 60000 65536"/>
              <a:gd name="T14" fmla="*/ 0 60000 65536"/>
              <a:gd name="T15" fmla="*/ 0 w 2640"/>
              <a:gd name="T16" fmla="*/ 0 h 1320"/>
              <a:gd name="T17" fmla="*/ 2640 w 2640"/>
              <a:gd name="T18" fmla="*/ 1320 h 1320"/>
            </a:gdLst>
            <a:ahLst/>
            <a:cxnLst>
              <a:cxn ang="T10">
                <a:pos x="T0" y="T1"/>
              </a:cxn>
              <a:cxn ang="T11">
                <a:pos x="T2" y="T3"/>
              </a:cxn>
              <a:cxn ang="T12">
                <a:pos x="T4" y="T5"/>
              </a:cxn>
              <a:cxn ang="T13">
                <a:pos x="T6" y="T7"/>
              </a:cxn>
              <a:cxn ang="T14">
                <a:pos x="T8" y="T9"/>
              </a:cxn>
            </a:cxnLst>
            <a:rect l="T15" t="T16" r="T17" b="T18"/>
            <a:pathLst>
              <a:path w="2640" h="1320">
                <a:moveTo>
                  <a:pt x="0" y="1320"/>
                </a:moveTo>
                <a:lnTo>
                  <a:pt x="344" y="512"/>
                </a:lnTo>
                <a:lnTo>
                  <a:pt x="872" y="80"/>
                </a:lnTo>
                <a:lnTo>
                  <a:pt x="1632" y="0"/>
                </a:lnTo>
                <a:lnTo>
                  <a:pt x="2640" y="648"/>
                </a:lnTo>
              </a:path>
            </a:pathLst>
          </a:custGeom>
          <a:noFill/>
          <a:ln w="38100">
            <a:solidFill>
              <a:schemeClr val="tx1"/>
            </a:solidFill>
            <a:prstDash val="dash"/>
            <a:round/>
            <a:headEnd/>
            <a:tailEnd type="none" w="med" len="lg"/>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3" name="Group 21"/>
          <p:cNvGrpSpPr>
            <a:grpSpLocks/>
          </p:cNvGrpSpPr>
          <p:nvPr/>
        </p:nvGrpSpPr>
        <p:grpSpPr bwMode="auto">
          <a:xfrm>
            <a:off x="4000500" y="2374900"/>
            <a:ext cx="4884738" cy="1485900"/>
            <a:chOff x="1560" y="1496"/>
            <a:chExt cx="3077" cy="936"/>
          </a:xfrm>
        </p:grpSpPr>
        <p:sp>
          <p:nvSpPr>
            <p:cNvPr id="64527" name="Line 22"/>
            <p:cNvSpPr>
              <a:spLocks noChangeShapeType="1"/>
            </p:cNvSpPr>
            <p:nvPr/>
          </p:nvSpPr>
          <p:spPr bwMode="auto">
            <a:xfrm>
              <a:off x="1560" y="1496"/>
              <a:ext cx="2656" cy="936"/>
            </a:xfrm>
            <a:prstGeom prst="line">
              <a:avLst/>
            </a:prstGeom>
            <a:noFill/>
            <a:ln w="28575">
              <a:solidFill>
                <a:schemeClr val="tx1"/>
              </a:solidFill>
              <a:prstDash val="dash"/>
              <a:round/>
              <a:headEnd/>
              <a:tailEnd type="none" w="med" len="lg"/>
            </a:ln>
            <a:extLst>
              <a:ext uri="{909E8E84-426E-40DD-AFC4-6F175D3DCCD1}">
                <a14:hiddenFill xmlns:a14="http://schemas.microsoft.com/office/drawing/2010/main">
                  <a:noFill/>
                </a14:hiddenFill>
              </a:ext>
            </a:extLst>
          </p:spPr>
          <p:txBody>
            <a:bodyPr/>
            <a:lstStyle/>
            <a:p>
              <a:endParaRPr lang="en-US"/>
            </a:p>
          </p:txBody>
        </p:sp>
        <p:sp>
          <p:nvSpPr>
            <p:cNvPr id="64528" name="Freeform 23"/>
            <p:cNvSpPr>
              <a:spLocks/>
            </p:cNvSpPr>
            <p:nvPr/>
          </p:nvSpPr>
          <p:spPr bwMode="auto">
            <a:xfrm rot="10800000" flipH="1">
              <a:off x="3528" y="2176"/>
              <a:ext cx="496" cy="184"/>
            </a:xfrm>
            <a:custGeom>
              <a:avLst/>
              <a:gdLst>
                <a:gd name="T0" fmla="*/ 0 w 496"/>
                <a:gd name="T1" fmla="*/ 111 h 304"/>
                <a:gd name="T2" fmla="*/ 496 w 496"/>
                <a:gd name="T3" fmla="*/ 111 h 304"/>
                <a:gd name="T4" fmla="*/ 496 w 496"/>
                <a:gd name="T5" fmla="*/ 0 h 304"/>
                <a:gd name="T6" fmla="*/ 0 60000 65536"/>
                <a:gd name="T7" fmla="*/ 0 60000 65536"/>
                <a:gd name="T8" fmla="*/ 0 60000 65536"/>
                <a:gd name="T9" fmla="*/ 0 w 496"/>
                <a:gd name="T10" fmla="*/ 0 h 304"/>
                <a:gd name="T11" fmla="*/ 496 w 496"/>
                <a:gd name="T12" fmla="*/ 304 h 304"/>
              </a:gdLst>
              <a:ahLst/>
              <a:cxnLst>
                <a:cxn ang="T6">
                  <a:pos x="T0" y="T1"/>
                </a:cxn>
                <a:cxn ang="T7">
                  <a:pos x="T2" y="T3"/>
                </a:cxn>
                <a:cxn ang="T8">
                  <a:pos x="T4" y="T5"/>
                </a:cxn>
              </a:cxnLst>
              <a:rect l="T9" t="T10" r="T11" b="T12"/>
              <a:pathLst>
                <a:path w="496" h="304">
                  <a:moveTo>
                    <a:pt x="0" y="304"/>
                  </a:moveTo>
                  <a:lnTo>
                    <a:pt x="496" y="304"/>
                  </a:lnTo>
                  <a:lnTo>
                    <a:pt x="496" y="0"/>
                  </a:lnTo>
                </a:path>
              </a:pathLst>
            </a:custGeom>
            <a:noFill/>
            <a:ln w="12700">
              <a:solidFill>
                <a:schemeClr val="tx1"/>
              </a:solidFill>
              <a:round/>
              <a:headEnd/>
              <a:tailEnd type="none" w="med" len="lg"/>
            </a:ln>
            <a:extLst>
              <a:ext uri="{909E8E84-426E-40DD-AFC4-6F175D3DCCD1}">
                <a14:hiddenFill xmlns:a14="http://schemas.microsoft.com/office/drawing/2010/main">
                  <a:solidFill>
                    <a:srgbClr val="FFFFFF"/>
                  </a:solidFill>
                </a14:hiddenFill>
              </a:ext>
            </a:extLst>
          </p:spPr>
          <p:txBody>
            <a:bodyPr/>
            <a:lstStyle/>
            <a:p>
              <a:endParaRPr lang="en-US"/>
            </a:p>
          </p:txBody>
        </p:sp>
        <mc:AlternateContent xmlns:mc="http://schemas.openxmlformats.org/markup-compatibility/2006" xmlns:a14="http://schemas.microsoft.com/office/drawing/2010/main">
          <mc:Choice Requires="a14">
            <p:sp>
              <p:nvSpPr>
                <p:cNvPr id="64529" name="Object 24"/>
                <p:cNvSpPr txBox="1"/>
                <p:nvPr/>
              </p:nvSpPr>
              <p:spPr bwMode="auto">
                <a:xfrm>
                  <a:off x="4029" y="2093"/>
                  <a:ext cx="608" cy="311"/>
                </a:xfrm>
                <a:prstGeom prst="rect">
                  <a:avLst/>
                </a:prstGeom>
                <a:solidFill>
                  <a:schemeClr val="bg1"/>
                </a:solidFill>
                <a:ln>
                  <a:noFill/>
                </a:ln>
                <a:effectLst/>
              </p:spPr>
              <p:txBody>
                <a:bodyPr>
                  <a:normAutofit/>
                </a:bodyPr>
                <a:lstStyle/>
                <a:p>
                  <a:pPr/>
                  <a14:m>
                    <m:oMathPara xmlns:m="http://schemas.openxmlformats.org/officeDocument/2006/math">
                      <m:oMathParaPr>
                        <m:jc m:val="left"/>
                      </m:oMathParaPr>
                      <m:oMath>
                        <m:sSubSup>
                          <m:sSubSupPr>
                            <m:ctrlPr>
                              <a:rPr lang="en-US" i="1">
                                <a:latin typeface="Cambria Math" panose="02040503050406030204" pitchFamily="18" charset="0"/>
                              </a:rPr>
                            </m:ctrlPr>
                          </m:sSubSupPr>
                          <m:e>
                            <m:acc>
                              <m:accPr>
                                <m:chr m:val="̂"/>
                                <m:ctrlPr>
                                  <a:rPr lang="en-US" i="1">
                                    <a:latin typeface="Cambria Math" panose="02040503050406030204" pitchFamily="18" charset="0"/>
                                  </a:rPr>
                                </m:ctrlPr>
                              </m:accPr>
                              <m:e>
                                <m:r>
                                  <a:rPr lang="en-US" i="1">
                                    <a:latin typeface="Cambria Math" panose="02040503050406030204" pitchFamily="18" charset="0"/>
                                  </a:rPr>
                                  <m:t>𝜈</m:t>
                                </m:r>
                              </m:e>
                            </m:acc>
                          </m:e>
                          <m:sub>
                            <m:r>
                              <a:rPr lang="en-US" i="1">
                                <a:latin typeface="Cambria Math" panose="02040503050406030204" pitchFamily="18" charset="0"/>
                              </a:rPr>
                              <m:t>𝑡</m:t>
                            </m:r>
                            <m:r>
                              <a:rPr lang="en-US" i="1">
                                <a:latin typeface="Cambria Math" panose="02040503050406030204" pitchFamily="18" charset="0"/>
                              </a:rPr>
                              <m:t>,(</m:t>
                            </m:r>
                            <m:r>
                              <a:rPr lang="en-US" i="1">
                                <a:latin typeface="Cambria Math" panose="02040503050406030204" pitchFamily="18" charset="0"/>
                              </a:rPr>
                              <m:t>𝐴𝐵</m:t>
                            </m:r>
                            <m:r>
                              <a:rPr lang="en-US" i="1">
                                <a:latin typeface="Cambria Math" panose="02040503050406030204" pitchFamily="18" charset="0"/>
                              </a:rPr>
                              <m:t>+,2)</m:t>
                            </m:r>
                          </m:sub>
                          <m:sup>
                            <m:r>
                              <a:rPr lang="en-US" i="1">
                                <a:latin typeface="Cambria Math" panose="02040503050406030204" pitchFamily="18" charset="0"/>
                              </a:rPr>
                              <m:t>𝑛</m:t>
                            </m:r>
                          </m:sup>
                        </m:sSubSup>
                      </m:oMath>
                    </m:oMathPara>
                  </a14:m>
                  <a:endParaRPr lang="en-US"/>
                </a:p>
              </p:txBody>
            </p:sp>
          </mc:Choice>
          <mc:Fallback xmlns="">
            <p:sp>
              <p:nvSpPr>
                <p:cNvPr id="64529" name="Object 24"/>
                <p:cNvSpPr txBox="1">
                  <a:spLocks noRot="1" noChangeAspect="1" noMove="1" noResize="1" noEditPoints="1" noAdjustHandles="1" noChangeArrowheads="1" noChangeShapeType="1" noTextEdit="1"/>
                </p:cNvSpPr>
                <p:nvPr/>
              </p:nvSpPr>
              <p:spPr bwMode="auto">
                <a:xfrm>
                  <a:off x="4029" y="2093"/>
                  <a:ext cx="608" cy="311"/>
                </a:xfrm>
                <a:prstGeom prst="rect">
                  <a:avLst/>
                </a:prstGeom>
                <a:blipFill>
                  <a:blip r:embed="rId6"/>
                  <a:stretch>
                    <a:fillRect t="-3704" r="-5660"/>
                  </a:stretch>
                </a:blipFill>
                <a:ln>
                  <a:noFill/>
                </a:ln>
                <a:effectLst/>
              </p:spPr>
              <p:txBody>
                <a:bodyPr/>
                <a:lstStyle/>
                <a:p>
                  <a:r>
                    <a:rPr lang="en-US">
                      <a:noFill/>
                    </a:rPr>
                    <a:t> </a:t>
                  </a:r>
                </a:p>
              </p:txBody>
            </p:sp>
          </mc:Fallback>
        </mc:AlternateContent>
      </p:grpSp>
      <mc:AlternateContent xmlns:mc="http://schemas.openxmlformats.org/markup-compatibility/2006" xmlns:a14="http://schemas.microsoft.com/office/drawing/2010/main">
        <mc:Choice Requires="a14">
          <p:sp>
            <p:nvSpPr>
              <p:cNvPr id="64524" name="Object 25"/>
              <p:cNvSpPr txBox="1"/>
              <p:nvPr/>
            </p:nvSpPr>
            <p:spPr bwMode="auto">
              <a:xfrm>
                <a:off x="7791451" y="4030664"/>
                <a:ext cx="728663" cy="409575"/>
              </a:xfrm>
              <a:prstGeom prst="rect">
                <a:avLst/>
              </a:prstGeom>
              <a:noFill/>
              <a:ln>
                <a:noFill/>
              </a:ln>
              <a:effectLst/>
            </p:spPr>
            <p:txBody>
              <a:bodyPr>
                <a:normAutofit/>
              </a:bodyPr>
              <a:lstStyle/>
              <a:p>
                <a:pPr/>
                <a14:m>
                  <m:oMathPara xmlns:m="http://schemas.openxmlformats.org/officeDocument/2006/math">
                    <m:oMathParaPr>
                      <m:jc m:val="left"/>
                    </m:oMathParaPr>
                    <m:oMath>
                      <m:r>
                        <a:rPr lang="en-US" i="1">
                          <a:latin typeface="Cambria Math" panose="02040503050406030204" pitchFamily="18" charset="0"/>
                        </a:rPr>
                        <m:t>𝐹</m:t>
                      </m:r>
                      <m:r>
                        <a:rPr lang="en-US" i="1">
                          <a:latin typeface="Cambria Math" panose="02040503050406030204" pitchFamily="18" charset="0"/>
                        </a:rPr>
                        <m:t>(</m:t>
                      </m:r>
                      <m:sSub>
                        <m:sSubPr>
                          <m:ctrlPr>
                            <a:rPr lang="en-US" i="1">
                              <a:latin typeface="Cambria Math" panose="02040503050406030204" pitchFamily="18" charset="0"/>
                            </a:rPr>
                          </m:ctrlPr>
                        </m:sSubPr>
                        <m:e>
                          <m:r>
                            <a:rPr lang="en-US" i="1">
                              <a:latin typeface="Cambria Math" panose="02040503050406030204" pitchFamily="18" charset="0"/>
                            </a:rPr>
                            <m:t>𝑅</m:t>
                          </m:r>
                        </m:e>
                        <m:sub>
                          <m:r>
                            <a:rPr lang="en-US" i="1">
                              <a:latin typeface="Cambria Math" panose="02040503050406030204" pitchFamily="18" charset="0"/>
                            </a:rPr>
                            <m:t>𝑡</m:t>
                          </m:r>
                        </m:sub>
                      </m:sSub>
                      <m:r>
                        <a:rPr lang="en-US" i="1">
                          <a:latin typeface="Cambria Math" panose="02040503050406030204" pitchFamily="18" charset="0"/>
                        </a:rPr>
                        <m:t>)</m:t>
                      </m:r>
                    </m:oMath>
                  </m:oMathPara>
                </a14:m>
                <a:endParaRPr lang="en-US"/>
              </a:p>
            </p:txBody>
          </p:sp>
        </mc:Choice>
        <mc:Fallback xmlns="">
          <p:sp>
            <p:nvSpPr>
              <p:cNvPr id="64524" name="Object 25"/>
              <p:cNvSpPr txBox="1">
                <a:spLocks noRot="1" noChangeAspect="1" noMove="1" noResize="1" noEditPoints="1" noAdjustHandles="1" noChangeArrowheads="1" noChangeShapeType="1" noTextEdit="1"/>
              </p:cNvSpPr>
              <p:nvPr/>
            </p:nvSpPr>
            <p:spPr bwMode="auto">
              <a:xfrm>
                <a:off x="7791451" y="4030664"/>
                <a:ext cx="728663" cy="409575"/>
              </a:xfrm>
              <a:prstGeom prst="rect">
                <a:avLst/>
              </a:prstGeom>
              <a:blipFill>
                <a:blip r:embed="rId7"/>
                <a:stretch>
                  <a:fillRect/>
                </a:stretch>
              </a:blipFill>
              <a:ln>
                <a:noFill/>
              </a:ln>
              <a:effectLst/>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64525" name="Object 26"/>
              <p:cNvSpPr txBox="1"/>
              <p:nvPr/>
            </p:nvSpPr>
            <p:spPr bwMode="auto">
              <a:xfrm>
                <a:off x="5848350" y="5389563"/>
                <a:ext cx="1041400" cy="508000"/>
              </a:xfrm>
              <a:prstGeom prst="rect">
                <a:avLst/>
              </a:prstGeom>
              <a:noFill/>
              <a:ln>
                <a:noFill/>
              </a:ln>
              <a:effectLst/>
            </p:spPr>
            <p:txBody>
              <a:bodyPr>
                <a:normAutofit/>
              </a:bodyPr>
              <a:lstStyle/>
              <a:p>
                <a:pPr/>
                <a14:m>
                  <m:oMathPara xmlns:m="http://schemas.openxmlformats.org/officeDocument/2006/math">
                    <m:oMathParaPr>
                      <m:jc m:val="left"/>
                    </m:oMathParaPr>
                    <m:oMath>
                      <m:sSubSup>
                        <m:sSubSupPr>
                          <m:ctrlPr>
                            <a:rPr lang="en-US" i="1">
                              <a:latin typeface="Cambria Math" panose="02040503050406030204" pitchFamily="18" charset="0"/>
                            </a:rPr>
                          </m:ctrlPr>
                        </m:sSubSupPr>
                        <m:e>
                          <m:r>
                            <a:rPr lang="en-US" i="1">
                              <a:latin typeface="Cambria Math" panose="02040503050406030204" pitchFamily="18" charset="0"/>
                            </a:rPr>
                            <m:t>𝑅</m:t>
                          </m:r>
                        </m:e>
                        <m:sub>
                          <m:r>
                            <a:rPr lang="en-US" i="1">
                              <a:latin typeface="Cambria Math" panose="02040503050406030204" pitchFamily="18" charset="0"/>
                            </a:rPr>
                            <m:t>𝑡</m:t>
                          </m:r>
                          <m:r>
                            <a:rPr lang="en-US" i="1">
                              <a:latin typeface="Cambria Math" panose="02040503050406030204" pitchFamily="18" charset="0"/>
                            </a:rPr>
                            <m:t>,(</m:t>
                          </m:r>
                          <m:r>
                            <a:rPr lang="en-US" i="1">
                              <a:latin typeface="Cambria Math" panose="02040503050406030204" pitchFamily="18" charset="0"/>
                            </a:rPr>
                            <m:t>𝐴𝐵</m:t>
                          </m:r>
                          <m:r>
                            <a:rPr lang="en-US" i="1">
                              <a:latin typeface="Cambria Math" panose="02040503050406030204" pitchFamily="18" charset="0"/>
                            </a:rPr>
                            <m:t>+,2)</m:t>
                          </m:r>
                        </m:sub>
                        <m:sup>
                          <m:r>
                            <a:rPr lang="en-US" i="1">
                              <a:latin typeface="Cambria Math" panose="02040503050406030204" pitchFamily="18" charset="0"/>
                            </a:rPr>
                            <m:t>𝑛</m:t>
                          </m:r>
                        </m:sup>
                      </m:sSubSup>
                    </m:oMath>
                  </m:oMathPara>
                </a14:m>
                <a:endParaRPr lang="en-US"/>
              </a:p>
            </p:txBody>
          </p:sp>
        </mc:Choice>
        <mc:Fallback xmlns="">
          <p:sp>
            <p:nvSpPr>
              <p:cNvPr id="64525" name="Object 26"/>
              <p:cNvSpPr txBox="1">
                <a:spLocks noRot="1" noChangeAspect="1" noMove="1" noResize="1" noEditPoints="1" noAdjustHandles="1" noChangeArrowheads="1" noChangeShapeType="1" noTextEdit="1"/>
              </p:cNvSpPr>
              <p:nvPr/>
            </p:nvSpPr>
            <p:spPr bwMode="auto">
              <a:xfrm>
                <a:off x="5848350" y="5389563"/>
                <a:ext cx="1041400" cy="508000"/>
              </a:xfrm>
              <a:prstGeom prst="rect">
                <a:avLst/>
              </a:prstGeom>
              <a:blipFill>
                <a:blip r:embed="rId8"/>
                <a:stretch>
                  <a:fillRect/>
                </a:stretch>
              </a:blipFill>
              <a:ln>
                <a:noFill/>
              </a:ln>
              <a:effectLst/>
            </p:spPr>
            <p:txBody>
              <a:bodyPr/>
              <a:lstStyle/>
              <a:p>
                <a:r>
                  <a:rPr lang="en-US">
                    <a:noFill/>
                  </a:rPr>
                  <a:t> </a:t>
                </a:r>
              </a:p>
            </p:txBody>
          </p:sp>
        </mc:Fallback>
      </mc:AlternateContent>
      <p:sp>
        <p:nvSpPr>
          <p:cNvPr id="64526" name="Line 27"/>
          <p:cNvSpPr>
            <a:spLocks noChangeShapeType="1"/>
          </p:cNvSpPr>
          <p:nvPr/>
        </p:nvSpPr>
        <p:spPr bwMode="auto">
          <a:xfrm>
            <a:off x="6299200" y="2324100"/>
            <a:ext cx="0" cy="3060700"/>
          </a:xfrm>
          <a:prstGeom prst="line">
            <a:avLst/>
          </a:prstGeom>
          <a:noFill/>
          <a:ln w="9525">
            <a:solidFill>
              <a:schemeClr val="tx1"/>
            </a:solidFill>
            <a:round/>
            <a:headEnd/>
            <a:tailEnd type="none" w="med" len="lg"/>
          </a:ln>
          <a:extLst>
            <a:ext uri="{909E8E84-426E-40DD-AFC4-6F175D3DCCD1}">
              <a14:hiddenFill xmlns:a14="http://schemas.microsoft.com/office/drawing/2010/main">
                <a:noFill/>
              </a14:hiddenFill>
            </a:ext>
          </a:extLst>
        </p:spPr>
        <p:txBody>
          <a:bodyPr/>
          <a:lstStyle/>
          <a:p>
            <a:endParaRPr lang="en-US"/>
          </a:p>
        </p:txBody>
      </p:sp>
      <p:sp>
        <p:nvSpPr>
          <p:cNvPr id="7" name="Rectangle 3">
            <a:extLst>
              <a:ext uri="{FF2B5EF4-FFF2-40B4-BE49-F238E27FC236}">
                <a16:creationId xmlns:a16="http://schemas.microsoft.com/office/drawing/2014/main" id="{8528C785-E2C3-ADCF-ED80-7C027BC86D6A}"/>
              </a:ext>
            </a:extLst>
          </p:cNvPr>
          <p:cNvSpPr txBox="1">
            <a:spLocks noChangeArrowheads="1"/>
          </p:cNvSpPr>
          <p:nvPr/>
        </p:nvSpPr>
        <p:spPr>
          <a:xfrm>
            <a:off x="880620" y="1143000"/>
            <a:ext cx="7772400" cy="508000"/>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70840" algn="l" rtl="0">
              <a:lnSpc>
                <a:spcPct val="100000"/>
              </a:lnSpc>
              <a:spcBef>
                <a:spcPts val="560"/>
              </a:spcBef>
              <a:spcAft>
                <a:spcPts val="0"/>
              </a:spcAft>
              <a:buClr>
                <a:schemeClr val="dk1"/>
              </a:buClr>
              <a:buSzPts val="2240"/>
              <a:buFont typeface="Raleway"/>
              <a:buChar char="•"/>
              <a:defRPr sz="2800" b="0" i="0" u="none" strike="noStrike" cap="none">
                <a:solidFill>
                  <a:schemeClr val="dk1"/>
                </a:solidFill>
                <a:latin typeface="Raleway"/>
                <a:ea typeface="Raleway"/>
                <a:cs typeface="Raleway"/>
                <a:sym typeface="Raleway"/>
              </a:defRPr>
            </a:lvl1pPr>
            <a:lvl2pPr marL="914400" marR="0" lvl="1" indent="-342900" algn="l" rtl="0">
              <a:lnSpc>
                <a:spcPct val="100000"/>
              </a:lnSpc>
              <a:spcBef>
                <a:spcPts val="360"/>
              </a:spcBef>
              <a:spcAft>
                <a:spcPts val="0"/>
              </a:spcAft>
              <a:buClr>
                <a:schemeClr val="dk1"/>
              </a:buClr>
              <a:buSzPts val="1800"/>
              <a:buFont typeface="Raleway"/>
              <a:buChar char="»"/>
              <a:defRPr sz="2400" b="0" i="0" u="none" strike="noStrike" cap="none">
                <a:solidFill>
                  <a:schemeClr val="dk1"/>
                </a:solidFill>
                <a:latin typeface="Raleway"/>
                <a:ea typeface="Raleway"/>
                <a:cs typeface="Raleway"/>
                <a:sym typeface="Raleway"/>
              </a:defRPr>
            </a:lvl2pPr>
            <a:lvl3pPr marL="1371600" marR="0" lvl="2" indent="-342900" algn="l" rtl="0">
              <a:lnSpc>
                <a:spcPct val="100000"/>
              </a:lnSpc>
              <a:spcBef>
                <a:spcPts val="0"/>
              </a:spcBef>
              <a:spcAft>
                <a:spcPts val="0"/>
              </a:spcAft>
              <a:buClr>
                <a:schemeClr val="dk1"/>
              </a:buClr>
              <a:buSzPts val="1800"/>
              <a:buFont typeface="Raleway"/>
              <a:buChar char="•"/>
              <a:defRPr sz="2000" b="0" i="0" u="none" strike="noStrike" cap="none">
                <a:solidFill>
                  <a:schemeClr val="dk1"/>
                </a:solidFill>
                <a:latin typeface="Raleway"/>
                <a:ea typeface="Raleway"/>
                <a:cs typeface="Raleway"/>
                <a:sym typeface="Raleway"/>
              </a:defRPr>
            </a:lvl3pPr>
            <a:lvl4pPr marL="1828800" marR="0" lvl="3" indent="-342900" algn="l" rtl="0">
              <a:lnSpc>
                <a:spcPct val="100000"/>
              </a:lnSpc>
              <a:spcBef>
                <a:spcPts val="0"/>
              </a:spcBef>
              <a:spcAft>
                <a:spcPts val="0"/>
              </a:spcAft>
              <a:buClr>
                <a:schemeClr val="dk1"/>
              </a:buClr>
              <a:buSzPts val="1800"/>
              <a:buFont typeface="Raleway"/>
              <a:buChar char="–"/>
              <a:defRPr sz="2000" b="0" i="0" u="none" strike="noStrike" cap="none">
                <a:solidFill>
                  <a:schemeClr val="dk1"/>
                </a:solidFill>
                <a:latin typeface="Raleway"/>
                <a:ea typeface="Raleway"/>
                <a:cs typeface="Raleway"/>
                <a:sym typeface="Raleway"/>
              </a:defRPr>
            </a:lvl4pPr>
            <a:lvl5pPr marL="2286000" marR="0" lvl="4" indent="-342900" algn="l" rtl="0">
              <a:lnSpc>
                <a:spcPct val="100000"/>
              </a:lnSpc>
              <a:spcBef>
                <a:spcPts val="0"/>
              </a:spcBef>
              <a:spcAft>
                <a:spcPts val="0"/>
              </a:spcAft>
              <a:buClr>
                <a:schemeClr val="dk1"/>
              </a:buClr>
              <a:buSzPts val="1800"/>
              <a:buFont typeface="Raleway"/>
              <a:buChar char="»"/>
              <a:defRPr sz="2000" b="0" i="0" u="none" strike="noStrike" cap="none">
                <a:solidFill>
                  <a:schemeClr val="dk1"/>
                </a:solidFill>
                <a:latin typeface="Raleway"/>
                <a:ea typeface="Raleway"/>
                <a:cs typeface="Raleway"/>
                <a:sym typeface="Raleway"/>
              </a:defRPr>
            </a:lvl5pPr>
            <a:lvl6pPr marL="2743200" marR="0" lvl="5" indent="-342900" algn="l" rtl="0">
              <a:lnSpc>
                <a:spcPct val="100000"/>
              </a:lnSpc>
              <a:spcBef>
                <a:spcPts val="0"/>
              </a:spcBef>
              <a:spcAft>
                <a:spcPts val="0"/>
              </a:spcAft>
              <a:buClr>
                <a:schemeClr val="dk1"/>
              </a:buClr>
              <a:buSzPts val="1800"/>
              <a:buFont typeface="Raleway"/>
              <a:buChar char="»"/>
              <a:defRPr sz="2000" b="0" i="0" u="none" strike="noStrike" cap="none">
                <a:solidFill>
                  <a:schemeClr val="dk1"/>
                </a:solidFill>
                <a:latin typeface="Raleway"/>
                <a:ea typeface="Raleway"/>
                <a:cs typeface="Raleway"/>
                <a:sym typeface="Raleway"/>
              </a:defRPr>
            </a:lvl6pPr>
            <a:lvl7pPr marL="3200400" marR="0" lvl="6" indent="-342900" algn="l" rtl="0">
              <a:lnSpc>
                <a:spcPct val="100000"/>
              </a:lnSpc>
              <a:spcBef>
                <a:spcPts val="0"/>
              </a:spcBef>
              <a:spcAft>
                <a:spcPts val="0"/>
              </a:spcAft>
              <a:buClr>
                <a:schemeClr val="dk1"/>
              </a:buClr>
              <a:buSzPts val="1800"/>
              <a:buFont typeface="Raleway"/>
              <a:buChar char="»"/>
              <a:defRPr sz="2000" b="0" i="0" u="none" strike="noStrike" cap="none">
                <a:solidFill>
                  <a:schemeClr val="dk1"/>
                </a:solidFill>
                <a:latin typeface="Raleway"/>
                <a:ea typeface="Raleway"/>
                <a:cs typeface="Raleway"/>
                <a:sym typeface="Raleway"/>
              </a:defRPr>
            </a:lvl7pPr>
            <a:lvl8pPr marL="3657600" marR="0" lvl="7" indent="-342900" algn="l" rtl="0">
              <a:lnSpc>
                <a:spcPct val="100000"/>
              </a:lnSpc>
              <a:spcBef>
                <a:spcPts val="0"/>
              </a:spcBef>
              <a:spcAft>
                <a:spcPts val="0"/>
              </a:spcAft>
              <a:buClr>
                <a:schemeClr val="dk1"/>
              </a:buClr>
              <a:buSzPts val="1800"/>
              <a:buFont typeface="Raleway"/>
              <a:buChar char="»"/>
              <a:defRPr sz="2000" b="0" i="0" u="none" strike="noStrike" cap="none">
                <a:solidFill>
                  <a:schemeClr val="dk1"/>
                </a:solidFill>
                <a:latin typeface="Raleway"/>
                <a:ea typeface="Raleway"/>
                <a:cs typeface="Raleway"/>
                <a:sym typeface="Raleway"/>
              </a:defRPr>
            </a:lvl8pPr>
            <a:lvl9pPr marL="4114800" marR="0" lvl="8" indent="-342900" algn="l" rtl="0">
              <a:lnSpc>
                <a:spcPct val="100000"/>
              </a:lnSpc>
              <a:spcBef>
                <a:spcPts val="0"/>
              </a:spcBef>
              <a:spcAft>
                <a:spcPts val="0"/>
              </a:spcAft>
              <a:buClr>
                <a:schemeClr val="dk1"/>
              </a:buClr>
              <a:buSzPts val="1800"/>
              <a:buFont typeface="Raleway"/>
              <a:buChar char="»"/>
              <a:defRPr sz="2000" b="0" i="0" u="none" strike="noStrike" cap="none">
                <a:solidFill>
                  <a:schemeClr val="dk1"/>
                </a:solidFill>
                <a:latin typeface="Raleway"/>
                <a:ea typeface="Raleway"/>
                <a:cs typeface="Raleway"/>
                <a:sym typeface="Raleway"/>
              </a:defRPr>
            </a:lvl9pPr>
          </a:lstStyle>
          <a:p>
            <a:pPr marL="86360" indent="0">
              <a:lnSpc>
                <a:spcPct val="90000"/>
              </a:lnSpc>
              <a:buFont typeface="Raleway"/>
              <a:buNone/>
            </a:pPr>
            <a:r>
              <a:rPr lang="en-US" altLang="en-US" dirty="0"/>
              <a:t>Update the value function at </a:t>
            </a:r>
          </a:p>
        </p:txBody>
      </p:sp>
    </p:spTree>
    <p:extLst>
      <p:ext uri="{BB962C8B-B14F-4D97-AF65-F5344CB8AC3E}">
        <p14:creationId xmlns:p14="http://schemas.microsoft.com/office/powerpoint/2010/main" val="434695668"/>
      </p:ext>
    </p:extLst>
  </p:cSld>
  <p:clrMapOvr>
    <a:masterClrMapping/>
  </p:clrMapOvr>
  <p:transition>
    <p:wip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0" presetClass="path" presetSubtype="0" accel="50000" decel="50000" fill="hold" nodeType="clickEffect">
                                  <p:stCondLst>
                                    <p:cond delay="0"/>
                                  </p:stCondLst>
                                  <p:childTnLst>
                                    <p:animMotion origin="layout" path="M -5E-6 -3.33333E-6 L -0.14306 -3.33333E-6 L -0.14306 -0.02592 " pathEditMode="relative" ptsTypes="AAA">
                                      <p:cBhvr>
                                        <p:cTn id="6" dur="2000" fill="hold"/>
                                        <p:tgtEl>
                                          <p:spTgt spid="3"/>
                                        </p:tgtEl>
                                        <p:attrNameLst>
                                          <p:attrName>ppt_x</p:attrName>
                                          <p:attrName>ppt_y</p:attrName>
                                        </p:attrNameLst>
                                      </p:cBhvr>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539" name="Rectangle 2"/>
          <p:cNvSpPr>
            <a:spLocks noGrp="1" noChangeArrowheads="1"/>
          </p:cNvSpPr>
          <p:nvPr>
            <p:ph type="title"/>
          </p:nvPr>
        </p:nvSpPr>
        <p:spPr/>
        <p:txBody>
          <a:bodyPr/>
          <a:lstStyle/>
          <a:p>
            <a:r>
              <a:rPr lang="en-US" sz="3200" dirty="0"/>
              <a:t>Blood management</a:t>
            </a:r>
            <a:endParaRPr lang="en-US" altLang="en-US" sz="3200" dirty="0"/>
          </a:p>
        </p:txBody>
      </p:sp>
      <p:sp>
        <p:nvSpPr>
          <p:cNvPr id="65541" name="Line 4"/>
          <p:cNvSpPr>
            <a:spLocks noChangeShapeType="1"/>
          </p:cNvSpPr>
          <p:nvPr/>
        </p:nvSpPr>
        <p:spPr bwMode="auto">
          <a:xfrm flipV="1">
            <a:off x="3670300" y="2305051"/>
            <a:ext cx="0" cy="2911475"/>
          </a:xfrm>
          <a:prstGeom prst="line">
            <a:avLst/>
          </a:prstGeom>
          <a:noFill/>
          <a:ln w="28575">
            <a:solidFill>
              <a:schemeClr val="tx1"/>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65542" name="Line 5"/>
          <p:cNvSpPr>
            <a:spLocks noChangeShapeType="1"/>
          </p:cNvSpPr>
          <p:nvPr/>
        </p:nvSpPr>
        <p:spPr bwMode="auto">
          <a:xfrm>
            <a:off x="3670300" y="5270500"/>
            <a:ext cx="4521200" cy="0"/>
          </a:xfrm>
          <a:prstGeom prst="line">
            <a:avLst/>
          </a:prstGeom>
          <a:noFill/>
          <a:ln w="28575">
            <a:solidFill>
              <a:schemeClr val="tx1"/>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65543" name="Freeform 6"/>
          <p:cNvSpPr>
            <a:spLocks/>
          </p:cNvSpPr>
          <p:nvPr/>
        </p:nvSpPr>
        <p:spPr bwMode="auto">
          <a:xfrm>
            <a:off x="3670300" y="2978150"/>
            <a:ext cx="4110038" cy="2292350"/>
          </a:xfrm>
          <a:custGeom>
            <a:avLst/>
            <a:gdLst>
              <a:gd name="T0" fmla="*/ 0 w 640"/>
              <a:gd name="T1" fmla="*/ 2147483647 h 344"/>
              <a:gd name="T2" fmla="*/ 2147483647 w 640"/>
              <a:gd name="T3" fmla="*/ 2147483647 h 344"/>
              <a:gd name="T4" fmla="*/ 2147483647 w 640"/>
              <a:gd name="T5" fmla="*/ 355247612 h 344"/>
              <a:gd name="T6" fmla="*/ 2147483647 w 640"/>
              <a:gd name="T7" fmla="*/ 0 h 344"/>
              <a:gd name="T8" fmla="*/ 2147483647 w 640"/>
              <a:gd name="T9" fmla="*/ 2147483647 h 344"/>
              <a:gd name="T10" fmla="*/ 0 60000 65536"/>
              <a:gd name="T11" fmla="*/ 0 60000 65536"/>
              <a:gd name="T12" fmla="*/ 0 60000 65536"/>
              <a:gd name="T13" fmla="*/ 0 60000 65536"/>
              <a:gd name="T14" fmla="*/ 0 60000 65536"/>
              <a:gd name="T15" fmla="*/ 0 w 640"/>
              <a:gd name="T16" fmla="*/ 0 h 344"/>
              <a:gd name="T17" fmla="*/ 640 w 640"/>
              <a:gd name="T18" fmla="*/ 344 h 344"/>
            </a:gdLst>
            <a:ahLst/>
            <a:cxnLst>
              <a:cxn ang="T10">
                <a:pos x="T0" y="T1"/>
              </a:cxn>
              <a:cxn ang="T11">
                <a:pos x="T2" y="T3"/>
              </a:cxn>
              <a:cxn ang="T12">
                <a:pos x="T4" y="T5"/>
              </a:cxn>
              <a:cxn ang="T13">
                <a:pos x="T6" y="T7"/>
              </a:cxn>
              <a:cxn ang="T14">
                <a:pos x="T8" y="T9"/>
              </a:cxn>
            </a:cxnLst>
            <a:rect l="T15" t="T16" r="T17" b="T18"/>
            <a:pathLst>
              <a:path w="640" h="344">
                <a:moveTo>
                  <a:pt x="0" y="344"/>
                </a:moveTo>
                <a:lnTo>
                  <a:pt x="56" y="136"/>
                </a:lnTo>
                <a:lnTo>
                  <a:pt x="208" y="8"/>
                </a:lnTo>
                <a:lnTo>
                  <a:pt x="408" y="0"/>
                </a:lnTo>
                <a:lnTo>
                  <a:pt x="640" y="120"/>
                </a:lnTo>
              </a:path>
            </a:pathLst>
          </a:custGeom>
          <a:noFill/>
          <a:ln w="38100">
            <a:solidFill>
              <a:srgbClr val="3333CC"/>
            </a:solidFill>
            <a:round/>
            <a:headEnd/>
            <a:tailEnd type="none" w="med" len="lg"/>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545" name="Freeform 11"/>
          <p:cNvSpPr>
            <a:spLocks/>
          </p:cNvSpPr>
          <p:nvPr/>
        </p:nvSpPr>
        <p:spPr bwMode="auto">
          <a:xfrm>
            <a:off x="3671888" y="3022600"/>
            <a:ext cx="4011612" cy="2249488"/>
          </a:xfrm>
          <a:custGeom>
            <a:avLst/>
            <a:gdLst>
              <a:gd name="T0" fmla="*/ 0 w 2527"/>
              <a:gd name="T1" fmla="*/ 2147483647 h 1417"/>
              <a:gd name="T2" fmla="*/ 561993980 w 2527"/>
              <a:gd name="T3" fmla="*/ 987901470 h 1417"/>
              <a:gd name="T4" fmla="*/ 2114410036 w 2527"/>
              <a:gd name="T5" fmla="*/ 0 h 1417"/>
              <a:gd name="T6" fmla="*/ 2147483647 w 2527"/>
              <a:gd name="T7" fmla="*/ 221773799 h 1417"/>
              <a:gd name="T8" fmla="*/ 2147483647 w 2527"/>
              <a:gd name="T9" fmla="*/ 1491932832 h 1417"/>
              <a:gd name="T10" fmla="*/ 0 60000 65536"/>
              <a:gd name="T11" fmla="*/ 0 60000 65536"/>
              <a:gd name="T12" fmla="*/ 0 60000 65536"/>
              <a:gd name="T13" fmla="*/ 0 60000 65536"/>
              <a:gd name="T14" fmla="*/ 0 60000 65536"/>
              <a:gd name="T15" fmla="*/ 0 w 2527"/>
              <a:gd name="T16" fmla="*/ 0 h 1417"/>
              <a:gd name="T17" fmla="*/ 2527 w 2527"/>
              <a:gd name="T18" fmla="*/ 1417 h 1417"/>
            </a:gdLst>
            <a:ahLst/>
            <a:cxnLst>
              <a:cxn ang="T10">
                <a:pos x="T0" y="T1"/>
              </a:cxn>
              <a:cxn ang="T11">
                <a:pos x="T2" y="T3"/>
              </a:cxn>
              <a:cxn ang="T12">
                <a:pos x="T4" y="T5"/>
              </a:cxn>
              <a:cxn ang="T13">
                <a:pos x="T6" y="T7"/>
              </a:cxn>
              <a:cxn ang="T14">
                <a:pos x="T8" y="T9"/>
              </a:cxn>
            </a:cxnLst>
            <a:rect l="T15" t="T16" r="T17" b="T18"/>
            <a:pathLst>
              <a:path w="2527" h="1417">
                <a:moveTo>
                  <a:pt x="0" y="1417"/>
                </a:moveTo>
                <a:lnTo>
                  <a:pt x="223" y="392"/>
                </a:lnTo>
                <a:lnTo>
                  <a:pt x="839" y="0"/>
                </a:lnTo>
                <a:lnTo>
                  <a:pt x="1623" y="88"/>
                </a:lnTo>
                <a:lnTo>
                  <a:pt x="2527" y="592"/>
                </a:lnTo>
              </a:path>
            </a:pathLst>
          </a:custGeom>
          <a:noFill/>
          <a:ln w="38100">
            <a:solidFill>
              <a:srgbClr val="3333CC"/>
            </a:solidFill>
            <a:prstDash val="sysDot"/>
            <a:round/>
            <a:headEnd/>
            <a:tailEnd type="none" w="med" len="lg"/>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65546" name="Group 16"/>
          <p:cNvGrpSpPr>
            <a:grpSpLocks/>
          </p:cNvGrpSpPr>
          <p:nvPr/>
        </p:nvGrpSpPr>
        <p:grpSpPr bwMode="auto">
          <a:xfrm>
            <a:off x="2870200" y="2260600"/>
            <a:ext cx="4884738" cy="1485900"/>
            <a:chOff x="1560" y="1496"/>
            <a:chExt cx="3077" cy="936"/>
          </a:xfrm>
        </p:grpSpPr>
        <p:sp>
          <p:nvSpPr>
            <p:cNvPr id="65550" name="Line 17"/>
            <p:cNvSpPr>
              <a:spLocks noChangeShapeType="1"/>
            </p:cNvSpPr>
            <p:nvPr/>
          </p:nvSpPr>
          <p:spPr bwMode="auto">
            <a:xfrm>
              <a:off x="1560" y="1496"/>
              <a:ext cx="2656" cy="936"/>
            </a:xfrm>
            <a:prstGeom prst="line">
              <a:avLst/>
            </a:prstGeom>
            <a:noFill/>
            <a:ln w="28575">
              <a:solidFill>
                <a:schemeClr val="tx1"/>
              </a:solidFill>
              <a:prstDash val="dash"/>
              <a:round/>
              <a:headEnd/>
              <a:tailEnd type="none" w="med" len="lg"/>
            </a:ln>
            <a:extLst>
              <a:ext uri="{909E8E84-426E-40DD-AFC4-6F175D3DCCD1}">
                <a14:hiddenFill xmlns:a14="http://schemas.microsoft.com/office/drawing/2010/main">
                  <a:noFill/>
                </a14:hiddenFill>
              </a:ext>
            </a:extLst>
          </p:spPr>
          <p:txBody>
            <a:bodyPr/>
            <a:lstStyle/>
            <a:p>
              <a:endParaRPr lang="en-US"/>
            </a:p>
          </p:txBody>
        </p:sp>
        <p:sp>
          <p:nvSpPr>
            <p:cNvPr id="65551" name="Freeform 18"/>
            <p:cNvSpPr>
              <a:spLocks/>
            </p:cNvSpPr>
            <p:nvPr/>
          </p:nvSpPr>
          <p:spPr bwMode="auto">
            <a:xfrm rot="10800000" flipH="1">
              <a:off x="3528" y="2176"/>
              <a:ext cx="496" cy="184"/>
            </a:xfrm>
            <a:custGeom>
              <a:avLst/>
              <a:gdLst>
                <a:gd name="T0" fmla="*/ 0 w 496"/>
                <a:gd name="T1" fmla="*/ 111 h 304"/>
                <a:gd name="T2" fmla="*/ 496 w 496"/>
                <a:gd name="T3" fmla="*/ 111 h 304"/>
                <a:gd name="T4" fmla="*/ 496 w 496"/>
                <a:gd name="T5" fmla="*/ 0 h 304"/>
                <a:gd name="T6" fmla="*/ 0 60000 65536"/>
                <a:gd name="T7" fmla="*/ 0 60000 65536"/>
                <a:gd name="T8" fmla="*/ 0 60000 65536"/>
                <a:gd name="T9" fmla="*/ 0 w 496"/>
                <a:gd name="T10" fmla="*/ 0 h 304"/>
                <a:gd name="T11" fmla="*/ 496 w 496"/>
                <a:gd name="T12" fmla="*/ 304 h 304"/>
              </a:gdLst>
              <a:ahLst/>
              <a:cxnLst>
                <a:cxn ang="T6">
                  <a:pos x="T0" y="T1"/>
                </a:cxn>
                <a:cxn ang="T7">
                  <a:pos x="T2" y="T3"/>
                </a:cxn>
                <a:cxn ang="T8">
                  <a:pos x="T4" y="T5"/>
                </a:cxn>
              </a:cxnLst>
              <a:rect l="T9" t="T10" r="T11" b="T12"/>
              <a:pathLst>
                <a:path w="496" h="304">
                  <a:moveTo>
                    <a:pt x="0" y="304"/>
                  </a:moveTo>
                  <a:lnTo>
                    <a:pt x="496" y="304"/>
                  </a:lnTo>
                  <a:lnTo>
                    <a:pt x="496" y="0"/>
                  </a:lnTo>
                </a:path>
              </a:pathLst>
            </a:custGeom>
            <a:noFill/>
            <a:ln w="12700">
              <a:solidFill>
                <a:schemeClr val="tx1"/>
              </a:solidFill>
              <a:round/>
              <a:headEnd/>
              <a:tailEnd type="none" w="med" len="lg"/>
            </a:ln>
            <a:extLst>
              <a:ext uri="{909E8E84-426E-40DD-AFC4-6F175D3DCCD1}">
                <a14:hiddenFill xmlns:a14="http://schemas.microsoft.com/office/drawing/2010/main">
                  <a:solidFill>
                    <a:srgbClr val="FFFFFF"/>
                  </a:solidFill>
                </a14:hiddenFill>
              </a:ext>
            </a:extLst>
          </p:spPr>
          <p:txBody>
            <a:bodyPr/>
            <a:lstStyle/>
            <a:p>
              <a:endParaRPr lang="en-US"/>
            </a:p>
          </p:txBody>
        </p:sp>
        <mc:AlternateContent xmlns:mc="http://schemas.openxmlformats.org/markup-compatibility/2006" xmlns:a14="http://schemas.microsoft.com/office/drawing/2010/main">
          <mc:Choice Requires="a14">
            <p:sp>
              <p:nvSpPr>
                <p:cNvPr id="65552" name="Object 19"/>
                <p:cNvSpPr txBox="1"/>
                <p:nvPr/>
              </p:nvSpPr>
              <p:spPr bwMode="auto">
                <a:xfrm>
                  <a:off x="4029" y="2093"/>
                  <a:ext cx="608" cy="311"/>
                </a:xfrm>
                <a:prstGeom prst="rect">
                  <a:avLst/>
                </a:prstGeom>
                <a:solidFill>
                  <a:schemeClr val="bg1"/>
                </a:solidFill>
                <a:ln>
                  <a:noFill/>
                </a:ln>
                <a:effectLst/>
              </p:spPr>
              <p:txBody>
                <a:bodyPr>
                  <a:normAutofit/>
                </a:bodyPr>
                <a:lstStyle/>
                <a:p>
                  <a:pPr/>
                  <a14:m>
                    <m:oMathPara xmlns:m="http://schemas.openxmlformats.org/officeDocument/2006/math">
                      <m:oMathParaPr>
                        <m:jc m:val="left"/>
                      </m:oMathParaPr>
                      <m:oMath>
                        <m:sSubSup>
                          <m:sSubSupPr>
                            <m:ctrlPr>
                              <a:rPr lang="en-US" i="1">
                                <a:latin typeface="Cambria Math" panose="02040503050406030204" pitchFamily="18" charset="0"/>
                              </a:rPr>
                            </m:ctrlPr>
                          </m:sSubSupPr>
                          <m:e>
                            <m:acc>
                              <m:accPr>
                                <m:chr m:val="̂"/>
                                <m:ctrlPr>
                                  <a:rPr lang="en-US" i="1">
                                    <a:latin typeface="Cambria Math" panose="02040503050406030204" pitchFamily="18" charset="0"/>
                                  </a:rPr>
                                </m:ctrlPr>
                              </m:accPr>
                              <m:e>
                                <m:r>
                                  <a:rPr lang="en-US" i="1">
                                    <a:latin typeface="Cambria Math" panose="02040503050406030204" pitchFamily="18" charset="0"/>
                                  </a:rPr>
                                  <m:t>𝜈</m:t>
                                </m:r>
                              </m:e>
                            </m:acc>
                          </m:e>
                          <m:sub>
                            <m:r>
                              <a:rPr lang="en-US" i="1">
                                <a:latin typeface="Cambria Math" panose="02040503050406030204" pitchFamily="18" charset="0"/>
                              </a:rPr>
                              <m:t>𝑡</m:t>
                            </m:r>
                            <m:r>
                              <a:rPr lang="en-US" i="1">
                                <a:latin typeface="Cambria Math" panose="02040503050406030204" pitchFamily="18" charset="0"/>
                              </a:rPr>
                              <m:t>,(</m:t>
                            </m:r>
                            <m:r>
                              <a:rPr lang="en-US" i="1">
                                <a:latin typeface="Cambria Math" panose="02040503050406030204" pitchFamily="18" charset="0"/>
                              </a:rPr>
                              <m:t>𝐴𝐵</m:t>
                            </m:r>
                            <m:r>
                              <a:rPr lang="en-US" i="1">
                                <a:latin typeface="Cambria Math" panose="02040503050406030204" pitchFamily="18" charset="0"/>
                              </a:rPr>
                              <m:t>+,2)</m:t>
                            </m:r>
                          </m:sub>
                          <m:sup>
                            <m:r>
                              <a:rPr lang="en-US" i="1">
                                <a:latin typeface="Cambria Math" panose="02040503050406030204" pitchFamily="18" charset="0"/>
                              </a:rPr>
                              <m:t>𝑛</m:t>
                            </m:r>
                          </m:sup>
                        </m:sSubSup>
                      </m:oMath>
                    </m:oMathPara>
                  </a14:m>
                  <a:endParaRPr lang="en-US"/>
                </a:p>
              </p:txBody>
            </p:sp>
          </mc:Choice>
          <mc:Fallback xmlns="">
            <p:sp>
              <p:nvSpPr>
                <p:cNvPr id="65552" name="Object 19"/>
                <p:cNvSpPr txBox="1">
                  <a:spLocks noRot="1" noChangeAspect="1" noMove="1" noResize="1" noEditPoints="1" noAdjustHandles="1" noChangeArrowheads="1" noChangeShapeType="1" noTextEdit="1"/>
                </p:cNvSpPr>
                <p:nvPr/>
              </p:nvSpPr>
              <p:spPr bwMode="auto">
                <a:xfrm>
                  <a:off x="4029" y="2093"/>
                  <a:ext cx="608" cy="311"/>
                </a:xfrm>
                <a:prstGeom prst="rect">
                  <a:avLst/>
                </a:prstGeom>
                <a:blipFill>
                  <a:blip r:embed="rId4"/>
                  <a:stretch>
                    <a:fillRect t="-3704" r="-5696"/>
                  </a:stretch>
                </a:blipFill>
                <a:ln>
                  <a:noFill/>
                </a:ln>
                <a:effectLst/>
              </p:spPr>
              <p:txBody>
                <a:bodyPr/>
                <a:lstStyle/>
                <a:p>
                  <a:r>
                    <a:rPr lang="en-US">
                      <a:noFill/>
                    </a:rPr>
                    <a:t> </a:t>
                  </a:r>
                </a:p>
              </p:txBody>
            </p:sp>
          </mc:Fallback>
        </mc:AlternateContent>
      </p:grpSp>
      <mc:AlternateContent xmlns:mc="http://schemas.openxmlformats.org/markup-compatibility/2006" xmlns:a14="http://schemas.microsoft.com/office/drawing/2010/main">
        <mc:Choice Requires="a14">
          <p:sp>
            <p:nvSpPr>
              <p:cNvPr id="65547" name="Object 21"/>
              <p:cNvSpPr txBox="1"/>
              <p:nvPr/>
            </p:nvSpPr>
            <p:spPr bwMode="auto">
              <a:xfrm>
                <a:off x="4832350" y="5402263"/>
                <a:ext cx="558800" cy="482600"/>
              </a:xfrm>
              <a:prstGeom prst="rect">
                <a:avLst/>
              </a:prstGeom>
              <a:noFill/>
              <a:ln>
                <a:noFill/>
              </a:ln>
              <a:effectLst/>
            </p:spPr>
            <p:txBody>
              <a:bodyPr>
                <a:normAutofit/>
              </a:bodyPr>
              <a:lstStyle/>
              <a:p>
                <a:pPr/>
                <a14:m>
                  <m:oMathPara xmlns:m="http://schemas.openxmlformats.org/officeDocument/2006/math">
                    <m:oMathParaPr>
                      <m:jc m:val="left"/>
                    </m:oMathParaPr>
                    <m:oMath>
                      <m:sSubSup>
                        <m:sSubSupPr>
                          <m:ctrlPr>
                            <a:rPr lang="en-US" i="1">
                              <a:solidFill>
                                <a:srgbClr val="0000FF"/>
                              </a:solidFill>
                              <a:latin typeface="Cambria Math" panose="02040503050406030204" pitchFamily="18" charset="0"/>
                            </a:rPr>
                          </m:ctrlPr>
                        </m:sSubSupPr>
                        <m:e>
                          <m:r>
                            <a:rPr lang="en-US" i="1">
                              <a:solidFill>
                                <a:srgbClr val="0000FF"/>
                              </a:solidFill>
                              <a:latin typeface="Cambria Math" panose="02040503050406030204" pitchFamily="18" charset="0"/>
                            </a:rPr>
                            <m:t>𝑅</m:t>
                          </m:r>
                        </m:e>
                        <m:sub>
                          <m:r>
                            <a:rPr lang="en-US" i="1">
                              <a:solidFill>
                                <a:srgbClr val="0000FF"/>
                              </a:solidFill>
                              <a:latin typeface="Cambria Math" panose="02040503050406030204" pitchFamily="18" charset="0"/>
                            </a:rPr>
                            <m:t>𝑡</m:t>
                          </m:r>
                          <m:r>
                            <a:rPr lang="en-US" i="1">
                              <a:solidFill>
                                <a:srgbClr val="0000FF"/>
                              </a:solidFill>
                              <a:latin typeface="Cambria Math" panose="02040503050406030204" pitchFamily="18" charset="0"/>
                            </a:rPr>
                            <m:t>−1</m:t>
                          </m:r>
                        </m:sub>
                        <m:sup>
                          <m:r>
                            <a:rPr lang="en-US" i="1">
                              <a:solidFill>
                                <a:srgbClr val="0000FF"/>
                              </a:solidFill>
                              <a:latin typeface="Cambria Math" panose="02040503050406030204" pitchFamily="18" charset="0"/>
                            </a:rPr>
                            <m:t>𝑥</m:t>
                          </m:r>
                          <m:r>
                            <a:rPr lang="en-US" i="1">
                              <a:solidFill>
                                <a:srgbClr val="0000FF"/>
                              </a:solidFill>
                              <a:latin typeface="Cambria Math" panose="02040503050406030204" pitchFamily="18" charset="0"/>
                            </a:rPr>
                            <m:t>,</m:t>
                          </m:r>
                          <m:r>
                            <a:rPr lang="en-US" i="1">
                              <a:solidFill>
                                <a:srgbClr val="0000FF"/>
                              </a:solidFill>
                              <a:latin typeface="Cambria Math" panose="02040503050406030204" pitchFamily="18" charset="0"/>
                            </a:rPr>
                            <m:t>𝑛</m:t>
                          </m:r>
                        </m:sup>
                      </m:sSubSup>
                    </m:oMath>
                  </m:oMathPara>
                </a14:m>
                <a:endParaRPr lang="en-US"/>
              </a:p>
            </p:txBody>
          </p:sp>
        </mc:Choice>
        <mc:Fallback xmlns="">
          <p:sp>
            <p:nvSpPr>
              <p:cNvPr id="65547" name="Object 21"/>
              <p:cNvSpPr txBox="1">
                <a:spLocks noRot="1" noChangeAspect="1" noMove="1" noResize="1" noEditPoints="1" noAdjustHandles="1" noChangeArrowheads="1" noChangeShapeType="1" noTextEdit="1"/>
              </p:cNvSpPr>
              <p:nvPr/>
            </p:nvSpPr>
            <p:spPr bwMode="auto">
              <a:xfrm>
                <a:off x="4832350" y="5402263"/>
                <a:ext cx="558800" cy="482600"/>
              </a:xfrm>
              <a:prstGeom prst="rect">
                <a:avLst/>
              </a:prstGeom>
              <a:blipFill>
                <a:blip r:embed="rId5"/>
                <a:stretch>
                  <a:fillRect/>
                </a:stretch>
              </a:blipFill>
              <a:ln>
                <a:noFill/>
              </a:ln>
              <a:effectLst/>
            </p:spPr>
            <p:txBody>
              <a:bodyPr/>
              <a:lstStyle/>
              <a:p>
                <a:r>
                  <a:rPr lang="en-US">
                    <a:noFill/>
                  </a:rPr>
                  <a:t> </a:t>
                </a:r>
              </a:p>
            </p:txBody>
          </p:sp>
        </mc:Fallback>
      </mc:AlternateContent>
      <p:sp>
        <p:nvSpPr>
          <p:cNvPr id="65548" name="Line 22"/>
          <p:cNvSpPr>
            <a:spLocks noChangeShapeType="1"/>
          </p:cNvSpPr>
          <p:nvPr/>
        </p:nvSpPr>
        <p:spPr bwMode="auto">
          <a:xfrm>
            <a:off x="5003800" y="2324100"/>
            <a:ext cx="0" cy="3060700"/>
          </a:xfrm>
          <a:prstGeom prst="line">
            <a:avLst/>
          </a:prstGeom>
          <a:noFill/>
          <a:ln w="19050">
            <a:solidFill>
              <a:srgbClr val="3333CC"/>
            </a:solidFill>
            <a:round/>
            <a:headEnd/>
            <a:tailEnd type="none" w="med" len="lg"/>
          </a:ln>
          <a:extLst>
            <a:ext uri="{909E8E84-426E-40DD-AFC4-6F175D3DCCD1}">
              <a14:hiddenFill xmlns:a14="http://schemas.microsoft.com/office/drawing/2010/main">
                <a:noFill/>
              </a14:hiddenFill>
            </a:ext>
          </a:extLst>
        </p:spPr>
        <p:txBody>
          <a:bodyPr/>
          <a:lstStyle/>
          <a:p>
            <a:endParaRPr lang="en-US"/>
          </a:p>
        </p:txBody>
      </p:sp>
      <mc:AlternateContent xmlns:mc="http://schemas.openxmlformats.org/markup-compatibility/2006" xmlns:a14="http://schemas.microsoft.com/office/drawing/2010/main">
        <mc:Choice Requires="a14">
          <p:sp>
            <p:nvSpPr>
              <p:cNvPr id="65549" name="Object 23"/>
              <p:cNvSpPr txBox="1"/>
              <p:nvPr/>
            </p:nvSpPr>
            <p:spPr bwMode="auto">
              <a:xfrm>
                <a:off x="6483350" y="2686050"/>
                <a:ext cx="1136650" cy="431800"/>
              </a:xfrm>
              <a:prstGeom prst="rect">
                <a:avLst/>
              </a:prstGeom>
              <a:noFill/>
              <a:ln>
                <a:noFill/>
              </a:ln>
              <a:effectLst/>
            </p:spPr>
            <p:txBody>
              <a:bodyPr>
                <a:normAutofit/>
              </a:bodyPr>
              <a:lstStyle/>
              <a:p>
                <a:pPr/>
                <a14:m>
                  <m:oMathPara xmlns:m="http://schemas.openxmlformats.org/officeDocument/2006/math">
                    <m:oMathParaPr>
                      <m:jc m:val="left"/>
                    </m:oMathParaPr>
                    <m:oMath>
                      <m:sSubSup>
                        <m:sSubSupPr>
                          <m:ctrlPr>
                            <a:rPr lang="en-US" i="1">
                              <a:solidFill>
                                <a:srgbClr val="0000FF"/>
                              </a:solidFill>
                              <a:latin typeface="Cambria Math" panose="02040503050406030204" pitchFamily="18" charset="0"/>
                            </a:rPr>
                          </m:ctrlPr>
                        </m:sSubSupPr>
                        <m:e>
                          <m:acc>
                            <m:accPr>
                              <m:chr m:val="̄"/>
                              <m:ctrlPr>
                                <a:rPr lang="en-US" i="1">
                                  <a:solidFill>
                                    <a:srgbClr val="0000FF"/>
                                  </a:solidFill>
                                  <a:latin typeface="Cambria Math" panose="02040503050406030204" pitchFamily="18" charset="0"/>
                                </a:rPr>
                              </m:ctrlPr>
                            </m:accPr>
                            <m:e>
                              <m:r>
                                <a:rPr lang="en-US" i="1">
                                  <a:solidFill>
                                    <a:srgbClr val="0000FF"/>
                                  </a:solidFill>
                                  <a:latin typeface="Cambria Math" panose="02040503050406030204" pitchFamily="18" charset="0"/>
                                </a:rPr>
                                <m:t>𝑉</m:t>
                              </m:r>
                            </m:e>
                          </m:acc>
                        </m:e>
                        <m:sub>
                          <m:r>
                            <a:rPr lang="en-US" i="1">
                              <a:solidFill>
                                <a:srgbClr val="0000FF"/>
                              </a:solidFill>
                              <a:latin typeface="Cambria Math" panose="02040503050406030204" pitchFamily="18" charset="0"/>
                            </a:rPr>
                            <m:t>𝑡</m:t>
                          </m:r>
                          <m:r>
                            <a:rPr lang="en-US" i="1">
                              <a:solidFill>
                                <a:srgbClr val="0000FF"/>
                              </a:solidFill>
                              <a:latin typeface="Cambria Math" panose="02040503050406030204" pitchFamily="18" charset="0"/>
                            </a:rPr>
                            <m:t>−1</m:t>
                          </m:r>
                        </m:sub>
                        <m:sup>
                          <m:r>
                            <a:rPr lang="en-US" i="1">
                              <a:solidFill>
                                <a:srgbClr val="0000FF"/>
                              </a:solidFill>
                              <a:latin typeface="Cambria Math" panose="02040503050406030204" pitchFamily="18" charset="0"/>
                            </a:rPr>
                            <m:t>𝑛</m:t>
                          </m:r>
                          <m:r>
                            <a:rPr lang="en-US" i="1">
                              <a:solidFill>
                                <a:srgbClr val="0000FF"/>
                              </a:solidFill>
                              <a:latin typeface="Cambria Math" panose="02040503050406030204" pitchFamily="18" charset="0"/>
                            </a:rPr>
                            <m:t>−1</m:t>
                          </m:r>
                        </m:sup>
                      </m:sSubSup>
                      <m:r>
                        <a:rPr lang="en-US" i="1">
                          <a:solidFill>
                            <a:srgbClr val="0000FF"/>
                          </a:solidFill>
                          <a:latin typeface="Cambria Math" panose="02040503050406030204" pitchFamily="18" charset="0"/>
                        </a:rPr>
                        <m:t>(</m:t>
                      </m:r>
                      <m:sSubSup>
                        <m:sSubSupPr>
                          <m:ctrlPr>
                            <a:rPr lang="en-US" i="1">
                              <a:solidFill>
                                <a:srgbClr val="0000FF"/>
                              </a:solidFill>
                              <a:latin typeface="Cambria Math" panose="02040503050406030204" pitchFamily="18" charset="0"/>
                            </a:rPr>
                          </m:ctrlPr>
                        </m:sSubSupPr>
                        <m:e>
                          <m:r>
                            <a:rPr lang="en-US" i="1">
                              <a:solidFill>
                                <a:srgbClr val="0000FF"/>
                              </a:solidFill>
                              <a:latin typeface="Cambria Math" panose="02040503050406030204" pitchFamily="18" charset="0"/>
                            </a:rPr>
                            <m:t>𝑅</m:t>
                          </m:r>
                        </m:e>
                        <m:sub>
                          <m:r>
                            <a:rPr lang="en-US" i="1">
                              <a:solidFill>
                                <a:srgbClr val="0000FF"/>
                              </a:solidFill>
                              <a:latin typeface="Cambria Math" panose="02040503050406030204" pitchFamily="18" charset="0"/>
                            </a:rPr>
                            <m:t>𝑡</m:t>
                          </m:r>
                          <m:r>
                            <a:rPr lang="en-US" i="1">
                              <a:solidFill>
                                <a:srgbClr val="0000FF"/>
                              </a:solidFill>
                              <a:latin typeface="Cambria Math" panose="02040503050406030204" pitchFamily="18" charset="0"/>
                            </a:rPr>
                            <m:t>−1</m:t>
                          </m:r>
                        </m:sub>
                        <m:sup>
                          <m:r>
                            <a:rPr lang="en-US" i="1">
                              <a:solidFill>
                                <a:srgbClr val="0000FF"/>
                              </a:solidFill>
                              <a:latin typeface="Cambria Math" panose="02040503050406030204" pitchFamily="18" charset="0"/>
                            </a:rPr>
                            <m:t>𝑥</m:t>
                          </m:r>
                        </m:sup>
                      </m:sSubSup>
                      <m:r>
                        <a:rPr lang="en-US" i="1">
                          <a:solidFill>
                            <a:srgbClr val="0000FF"/>
                          </a:solidFill>
                          <a:latin typeface="Cambria Math" panose="02040503050406030204" pitchFamily="18" charset="0"/>
                        </a:rPr>
                        <m:t>)</m:t>
                      </m:r>
                    </m:oMath>
                  </m:oMathPara>
                </a14:m>
                <a:endParaRPr lang="en-US"/>
              </a:p>
            </p:txBody>
          </p:sp>
        </mc:Choice>
        <mc:Fallback xmlns="">
          <p:sp>
            <p:nvSpPr>
              <p:cNvPr id="65549" name="Object 23"/>
              <p:cNvSpPr txBox="1">
                <a:spLocks noRot="1" noChangeAspect="1" noMove="1" noResize="1" noEditPoints="1" noAdjustHandles="1" noChangeArrowheads="1" noChangeShapeType="1" noTextEdit="1"/>
              </p:cNvSpPr>
              <p:nvPr/>
            </p:nvSpPr>
            <p:spPr bwMode="auto">
              <a:xfrm>
                <a:off x="6483350" y="2686050"/>
                <a:ext cx="1136650" cy="431800"/>
              </a:xfrm>
              <a:prstGeom prst="rect">
                <a:avLst/>
              </a:prstGeom>
              <a:blipFill>
                <a:blip r:embed="rId6"/>
                <a:stretch>
                  <a:fillRect/>
                </a:stretch>
              </a:blipFill>
              <a:ln>
                <a:noFill/>
              </a:ln>
              <a:effectLst/>
            </p:spPr>
            <p:txBody>
              <a:bodyPr/>
              <a:lstStyle/>
              <a:p>
                <a:r>
                  <a:rPr lang="en-US">
                    <a:noFill/>
                  </a:rPr>
                  <a:t> </a:t>
                </a:r>
              </a:p>
            </p:txBody>
          </p:sp>
        </mc:Fallback>
      </mc:AlternateContent>
      <p:sp>
        <p:nvSpPr>
          <p:cNvPr id="6" name="Rectangle 3">
            <a:extLst>
              <a:ext uri="{FF2B5EF4-FFF2-40B4-BE49-F238E27FC236}">
                <a16:creationId xmlns:a16="http://schemas.microsoft.com/office/drawing/2014/main" id="{D12C5C3A-FC78-A5C4-0C94-EC19C10E85E7}"/>
              </a:ext>
            </a:extLst>
          </p:cNvPr>
          <p:cNvSpPr txBox="1">
            <a:spLocks noChangeArrowheads="1"/>
          </p:cNvSpPr>
          <p:nvPr/>
        </p:nvSpPr>
        <p:spPr>
          <a:xfrm>
            <a:off x="880620" y="1143000"/>
            <a:ext cx="7772400" cy="508000"/>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70840" algn="l" rtl="0">
              <a:lnSpc>
                <a:spcPct val="100000"/>
              </a:lnSpc>
              <a:spcBef>
                <a:spcPts val="560"/>
              </a:spcBef>
              <a:spcAft>
                <a:spcPts val="0"/>
              </a:spcAft>
              <a:buClr>
                <a:schemeClr val="dk1"/>
              </a:buClr>
              <a:buSzPts val="2240"/>
              <a:buFont typeface="Raleway"/>
              <a:buChar char="•"/>
              <a:defRPr sz="2800" b="0" i="0" u="none" strike="noStrike" cap="none">
                <a:solidFill>
                  <a:schemeClr val="dk1"/>
                </a:solidFill>
                <a:latin typeface="Raleway"/>
                <a:ea typeface="Raleway"/>
                <a:cs typeface="Raleway"/>
                <a:sym typeface="Raleway"/>
              </a:defRPr>
            </a:lvl1pPr>
            <a:lvl2pPr marL="914400" marR="0" lvl="1" indent="-342900" algn="l" rtl="0">
              <a:lnSpc>
                <a:spcPct val="100000"/>
              </a:lnSpc>
              <a:spcBef>
                <a:spcPts val="360"/>
              </a:spcBef>
              <a:spcAft>
                <a:spcPts val="0"/>
              </a:spcAft>
              <a:buClr>
                <a:schemeClr val="dk1"/>
              </a:buClr>
              <a:buSzPts val="1800"/>
              <a:buFont typeface="Raleway"/>
              <a:buChar char="»"/>
              <a:defRPr sz="2400" b="0" i="0" u="none" strike="noStrike" cap="none">
                <a:solidFill>
                  <a:schemeClr val="dk1"/>
                </a:solidFill>
                <a:latin typeface="Raleway"/>
                <a:ea typeface="Raleway"/>
                <a:cs typeface="Raleway"/>
                <a:sym typeface="Raleway"/>
              </a:defRPr>
            </a:lvl2pPr>
            <a:lvl3pPr marL="1371600" marR="0" lvl="2" indent="-342900" algn="l" rtl="0">
              <a:lnSpc>
                <a:spcPct val="100000"/>
              </a:lnSpc>
              <a:spcBef>
                <a:spcPts val="0"/>
              </a:spcBef>
              <a:spcAft>
                <a:spcPts val="0"/>
              </a:spcAft>
              <a:buClr>
                <a:schemeClr val="dk1"/>
              </a:buClr>
              <a:buSzPts val="1800"/>
              <a:buFont typeface="Raleway"/>
              <a:buChar char="•"/>
              <a:defRPr sz="2000" b="0" i="0" u="none" strike="noStrike" cap="none">
                <a:solidFill>
                  <a:schemeClr val="dk1"/>
                </a:solidFill>
                <a:latin typeface="Raleway"/>
                <a:ea typeface="Raleway"/>
                <a:cs typeface="Raleway"/>
                <a:sym typeface="Raleway"/>
              </a:defRPr>
            </a:lvl3pPr>
            <a:lvl4pPr marL="1828800" marR="0" lvl="3" indent="-342900" algn="l" rtl="0">
              <a:lnSpc>
                <a:spcPct val="100000"/>
              </a:lnSpc>
              <a:spcBef>
                <a:spcPts val="0"/>
              </a:spcBef>
              <a:spcAft>
                <a:spcPts val="0"/>
              </a:spcAft>
              <a:buClr>
                <a:schemeClr val="dk1"/>
              </a:buClr>
              <a:buSzPts val="1800"/>
              <a:buFont typeface="Raleway"/>
              <a:buChar char="–"/>
              <a:defRPr sz="2000" b="0" i="0" u="none" strike="noStrike" cap="none">
                <a:solidFill>
                  <a:schemeClr val="dk1"/>
                </a:solidFill>
                <a:latin typeface="Raleway"/>
                <a:ea typeface="Raleway"/>
                <a:cs typeface="Raleway"/>
                <a:sym typeface="Raleway"/>
              </a:defRPr>
            </a:lvl4pPr>
            <a:lvl5pPr marL="2286000" marR="0" lvl="4" indent="-342900" algn="l" rtl="0">
              <a:lnSpc>
                <a:spcPct val="100000"/>
              </a:lnSpc>
              <a:spcBef>
                <a:spcPts val="0"/>
              </a:spcBef>
              <a:spcAft>
                <a:spcPts val="0"/>
              </a:spcAft>
              <a:buClr>
                <a:schemeClr val="dk1"/>
              </a:buClr>
              <a:buSzPts val="1800"/>
              <a:buFont typeface="Raleway"/>
              <a:buChar char="»"/>
              <a:defRPr sz="2000" b="0" i="0" u="none" strike="noStrike" cap="none">
                <a:solidFill>
                  <a:schemeClr val="dk1"/>
                </a:solidFill>
                <a:latin typeface="Raleway"/>
                <a:ea typeface="Raleway"/>
                <a:cs typeface="Raleway"/>
                <a:sym typeface="Raleway"/>
              </a:defRPr>
            </a:lvl5pPr>
            <a:lvl6pPr marL="2743200" marR="0" lvl="5" indent="-342900" algn="l" rtl="0">
              <a:lnSpc>
                <a:spcPct val="100000"/>
              </a:lnSpc>
              <a:spcBef>
                <a:spcPts val="0"/>
              </a:spcBef>
              <a:spcAft>
                <a:spcPts val="0"/>
              </a:spcAft>
              <a:buClr>
                <a:schemeClr val="dk1"/>
              </a:buClr>
              <a:buSzPts val="1800"/>
              <a:buFont typeface="Raleway"/>
              <a:buChar char="»"/>
              <a:defRPr sz="2000" b="0" i="0" u="none" strike="noStrike" cap="none">
                <a:solidFill>
                  <a:schemeClr val="dk1"/>
                </a:solidFill>
                <a:latin typeface="Raleway"/>
                <a:ea typeface="Raleway"/>
                <a:cs typeface="Raleway"/>
                <a:sym typeface="Raleway"/>
              </a:defRPr>
            </a:lvl6pPr>
            <a:lvl7pPr marL="3200400" marR="0" lvl="6" indent="-342900" algn="l" rtl="0">
              <a:lnSpc>
                <a:spcPct val="100000"/>
              </a:lnSpc>
              <a:spcBef>
                <a:spcPts val="0"/>
              </a:spcBef>
              <a:spcAft>
                <a:spcPts val="0"/>
              </a:spcAft>
              <a:buClr>
                <a:schemeClr val="dk1"/>
              </a:buClr>
              <a:buSzPts val="1800"/>
              <a:buFont typeface="Raleway"/>
              <a:buChar char="»"/>
              <a:defRPr sz="2000" b="0" i="0" u="none" strike="noStrike" cap="none">
                <a:solidFill>
                  <a:schemeClr val="dk1"/>
                </a:solidFill>
                <a:latin typeface="Raleway"/>
                <a:ea typeface="Raleway"/>
                <a:cs typeface="Raleway"/>
                <a:sym typeface="Raleway"/>
              </a:defRPr>
            </a:lvl7pPr>
            <a:lvl8pPr marL="3657600" marR="0" lvl="7" indent="-342900" algn="l" rtl="0">
              <a:lnSpc>
                <a:spcPct val="100000"/>
              </a:lnSpc>
              <a:spcBef>
                <a:spcPts val="0"/>
              </a:spcBef>
              <a:spcAft>
                <a:spcPts val="0"/>
              </a:spcAft>
              <a:buClr>
                <a:schemeClr val="dk1"/>
              </a:buClr>
              <a:buSzPts val="1800"/>
              <a:buFont typeface="Raleway"/>
              <a:buChar char="»"/>
              <a:defRPr sz="2000" b="0" i="0" u="none" strike="noStrike" cap="none">
                <a:solidFill>
                  <a:schemeClr val="dk1"/>
                </a:solidFill>
                <a:latin typeface="Raleway"/>
                <a:ea typeface="Raleway"/>
                <a:cs typeface="Raleway"/>
                <a:sym typeface="Raleway"/>
              </a:defRPr>
            </a:lvl8pPr>
            <a:lvl9pPr marL="4114800" marR="0" lvl="8" indent="-342900" algn="l" rtl="0">
              <a:lnSpc>
                <a:spcPct val="100000"/>
              </a:lnSpc>
              <a:spcBef>
                <a:spcPts val="0"/>
              </a:spcBef>
              <a:spcAft>
                <a:spcPts val="0"/>
              </a:spcAft>
              <a:buClr>
                <a:schemeClr val="dk1"/>
              </a:buClr>
              <a:buSzPts val="1800"/>
              <a:buFont typeface="Raleway"/>
              <a:buChar char="»"/>
              <a:defRPr sz="2000" b="0" i="0" u="none" strike="noStrike" cap="none">
                <a:solidFill>
                  <a:schemeClr val="dk1"/>
                </a:solidFill>
                <a:latin typeface="Raleway"/>
                <a:ea typeface="Raleway"/>
                <a:cs typeface="Raleway"/>
                <a:sym typeface="Raleway"/>
              </a:defRPr>
            </a:lvl9pPr>
          </a:lstStyle>
          <a:p>
            <a:pPr marL="86360" indent="0">
              <a:lnSpc>
                <a:spcPct val="90000"/>
              </a:lnSpc>
              <a:buFont typeface="Raleway"/>
              <a:buNone/>
            </a:pPr>
            <a:r>
              <a:rPr lang="en-US" altLang="en-US" dirty="0"/>
              <a:t>Update the value function at </a:t>
            </a:r>
          </a:p>
        </p:txBody>
      </p:sp>
    </p:spTree>
    <p:extLst>
      <p:ext uri="{BB962C8B-B14F-4D97-AF65-F5344CB8AC3E}">
        <p14:creationId xmlns:p14="http://schemas.microsoft.com/office/powerpoint/2010/main" val="3730212725"/>
      </p:ext>
    </p:extLst>
  </p:cSld>
  <p:clrMapOvr>
    <a:masterClrMapping/>
  </p:clrMapOvr>
  <p:transition>
    <p:wipe dir="r"/>
  </p:transition>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563" name="Rectangle 2"/>
          <p:cNvSpPr>
            <a:spLocks noGrp="1" noChangeArrowheads="1"/>
          </p:cNvSpPr>
          <p:nvPr>
            <p:ph type="title"/>
          </p:nvPr>
        </p:nvSpPr>
        <p:spPr/>
        <p:txBody>
          <a:bodyPr/>
          <a:lstStyle/>
          <a:p>
            <a:r>
              <a:rPr lang="en-US" sz="3200" dirty="0"/>
              <a:t>Blood management</a:t>
            </a:r>
            <a:endParaRPr lang="en-US" altLang="en-US" sz="3200" dirty="0"/>
          </a:p>
        </p:txBody>
      </p:sp>
      <p:sp>
        <p:nvSpPr>
          <p:cNvPr id="66565" name="Line 4"/>
          <p:cNvSpPr>
            <a:spLocks noChangeShapeType="1"/>
          </p:cNvSpPr>
          <p:nvPr/>
        </p:nvSpPr>
        <p:spPr bwMode="auto">
          <a:xfrm flipV="1">
            <a:off x="3670300" y="2305051"/>
            <a:ext cx="0" cy="2911475"/>
          </a:xfrm>
          <a:prstGeom prst="line">
            <a:avLst/>
          </a:prstGeom>
          <a:noFill/>
          <a:ln w="28575">
            <a:solidFill>
              <a:schemeClr val="tx1"/>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66566" name="Line 5"/>
          <p:cNvSpPr>
            <a:spLocks noChangeShapeType="1"/>
          </p:cNvSpPr>
          <p:nvPr/>
        </p:nvSpPr>
        <p:spPr bwMode="auto">
          <a:xfrm>
            <a:off x="3670300" y="5270500"/>
            <a:ext cx="4521200" cy="0"/>
          </a:xfrm>
          <a:prstGeom prst="line">
            <a:avLst/>
          </a:prstGeom>
          <a:noFill/>
          <a:ln w="28575">
            <a:solidFill>
              <a:schemeClr val="tx1"/>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66567" name="Freeform 6"/>
          <p:cNvSpPr>
            <a:spLocks/>
          </p:cNvSpPr>
          <p:nvPr/>
        </p:nvSpPr>
        <p:spPr bwMode="auto">
          <a:xfrm>
            <a:off x="3670300" y="2978150"/>
            <a:ext cx="4110038" cy="2292350"/>
          </a:xfrm>
          <a:custGeom>
            <a:avLst/>
            <a:gdLst>
              <a:gd name="T0" fmla="*/ 0 w 640"/>
              <a:gd name="T1" fmla="*/ 2147483647 h 344"/>
              <a:gd name="T2" fmla="*/ 2147483647 w 640"/>
              <a:gd name="T3" fmla="*/ 2147483647 h 344"/>
              <a:gd name="T4" fmla="*/ 2147483647 w 640"/>
              <a:gd name="T5" fmla="*/ 355247612 h 344"/>
              <a:gd name="T6" fmla="*/ 2147483647 w 640"/>
              <a:gd name="T7" fmla="*/ 0 h 344"/>
              <a:gd name="T8" fmla="*/ 2147483647 w 640"/>
              <a:gd name="T9" fmla="*/ 2147483647 h 344"/>
              <a:gd name="T10" fmla="*/ 0 60000 65536"/>
              <a:gd name="T11" fmla="*/ 0 60000 65536"/>
              <a:gd name="T12" fmla="*/ 0 60000 65536"/>
              <a:gd name="T13" fmla="*/ 0 60000 65536"/>
              <a:gd name="T14" fmla="*/ 0 60000 65536"/>
              <a:gd name="T15" fmla="*/ 0 w 640"/>
              <a:gd name="T16" fmla="*/ 0 h 344"/>
              <a:gd name="T17" fmla="*/ 640 w 640"/>
              <a:gd name="T18" fmla="*/ 344 h 344"/>
            </a:gdLst>
            <a:ahLst/>
            <a:cxnLst>
              <a:cxn ang="T10">
                <a:pos x="T0" y="T1"/>
              </a:cxn>
              <a:cxn ang="T11">
                <a:pos x="T2" y="T3"/>
              </a:cxn>
              <a:cxn ang="T12">
                <a:pos x="T4" y="T5"/>
              </a:cxn>
              <a:cxn ang="T13">
                <a:pos x="T6" y="T7"/>
              </a:cxn>
              <a:cxn ang="T14">
                <a:pos x="T8" y="T9"/>
              </a:cxn>
            </a:cxnLst>
            <a:rect l="T15" t="T16" r="T17" b="T18"/>
            <a:pathLst>
              <a:path w="640" h="344">
                <a:moveTo>
                  <a:pt x="0" y="344"/>
                </a:moveTo>
                <a:lnTo>
                  <a:pt x="56" y="136"/>
                </a:lnTo>
                <a:lnTo>
                  <a:pt x="208" y="8"/>
                </a:lnTo>
                <a:lnTo>
                  <a:pt x="408" y="0"/>
                </a:lnTo>
                <a:lnTo>
                  <a:pt x="640" y="120"/>
                </a:lnTo>
              </a:path>
            </a:pathLst>
          </a:custGeom>
          <a:noFill/>
          <a:ln w="38100">
            <a:solidFill>
              <a:srgbClr val="3333CC"/>
            </a:solidFill>
            <a:round/>
            <a:headEnd/>
            <a:tailEnd type="none" w="med" len="lg"/>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6569" name="Freeform 11"/>
          <p:cNvSpPr>
            <a:spLocks/>
          </p:cNvSpPr>
          <p:nvPr/>
        </p:nvSpPr>
        <p:spPr bwMode="auto">
          <a:xfrm>
            <a:off x="3671888" y="3022600"/>
            <a:ext cx="4011612" cy="2249488"/>
          </a:xfrm>
          <a:custGeom>
            <a:avLst/>
            <a:gdLst>
              <a:gd name="T0" fmla="*/ 0 w 2527"/>
              <a:gd name="T1" fmla="*/ 2147483647 h 1417"/>
              <a:gd name="T2" fmla="*/ 561993980 w 2527"/>
              <a:gd name="T3" fmla="*/ 987901470 h 1417"/>
              <a:gd name="T4" fmla="*/ 2114410036 w 2527"/>
              <a:gd name="T5" fmla="*/ 0 h 1417"/>
              <a:gd name="T6" fmla="*/ 2147483647 w 2527"/>
              <a:gd name="T7" fmla="*/ 221773799 h 1417"/>
              <a:gd name="T8" fmla="*/ 2147483647 w 2527"/>
              <a:gd name="T9" fmla="*/ 1491932832 h 1417"/>
              <a:gd name="T10" fmla="*/ 0 60000 65536"/>
              <a:gd name="T11" fmla="*/ 0 60000 65536"/>
              <a:gd name="T12" fmla="*/ 0 60000 65536"/>
              <a:gd name="T13" fmla="*/ 0 60000 65536"/>
              <a:gd name="T14" fmla="*/ 0 60000 65536"/>
              <a:gd name="T15" fmla="*/ 0 w 2527"/>
              <a:gd name="T16" fmla="*/ 0 h 1417"/>
              <a:gd name="T17" fmla="*/ 2527 w 2527"/>
              <a:gd name="T18" fmla="*/ 1417 h 1417"/>
            </a:gdLst>
            <a:ahLst/>
            <a:cxnLst>
              <a:cxn ang="T10">
                <a:pos x="T0" y="T1"/>
              </a:cxn>
              <a:cxn ang="T11">
                <a:pos x="T2" y="T3"/>
              </a:cxn>
              <a:cxn ang="T12">
                <a:pos x="T4" y="T5"/>
              </a:cxn>
              <a:cxn ang="T13">
                <a:pos x="T6" y="T7"/>
              </a:cxn>
              <a:cxn ang="T14">
                <a:pos x="T8" y="T9"/>
              </a:cxn>
            </a:cxnLst>
            <a:rect l="T15" t="T16" r="T17" b="T18"/>
            <a:pathLst>
              <a:path w="2527" h="1417">
                <a:moveTo>
                  <a:pt x="0" y="1417"/>
                </a:moveTo>
                <a:lnTo>
                  <a:pt x="223" y="392"/>
                </a:lnTo>
                <a:lnTo>
                  <a:pt x="839" y="0"/>
                </a:lnTo>
                <a:lnTo>
                  <a:pt x="1623" y="88"/>
                </a:lnTo>
                <a:lnTo>
                  <a:pt x="2527" y="592"/>
                </a:lnTo>
              </a:path>
            </a:pathLst>
          </a:custGeom>
          <a:noFill/>
          <a:ln w="38100">
            <a:solidFill>
              <a:srgbClr val="3333CC"/>
            </a:solidFill>
            <a:prstDash val="sysDot"/>
            <a:round/>
            <a:headEnd/>
            <a:tailEnd type="none" w="med" len="lg"/>
          </a:ln>
          <a:extLst>
            <a:ext uri="{909E8E84-426E-40DD-AFC4-6F175D3DCCD1}">
              <a14:hiddenFill xmlns:a14="http://schemas.microsoft.com/office/drawing/2010/main">
                <a:solidFill>
                  <a:srgbClr val="FFFFFF"/>
                </a:solidFill>
              </a14:hiddenFill>
            </a:ext>
          </a:extLst>
        </p:spPr>
        <p:txBody>
          <a:bodyPr/>
          <a:lstStyle/>
          <a:p>
            <a:endParaRPr lang="en-US"/>
          </a:p>
        </p:txBody>
      </p:sp>
      <mc:AlternateContent xmlns:mc="http://schemas.openxmlformats.org/markup-compatibility/2006" xmlns:a14="http://schemas.microsoft.com/office/drawing/2010/main">
        <mc:Choice Requires="a14">
          <p:sp>
            <p:nvSpPr>
              <p:cNvPr id="66570" name="Object 16"/>
              <p:cNvSpPr txBox="1"/>
              <p:nvPr/>
            </p:nvSpPr>
            <p:spPr bwMode="auto">
              <a:xfrm>
                <a:off x="4832350" y="5402263"/>
                <a:ext cx="558800" cy="482600"/>
              </a:xfrm>
              <a:prstGeom prst="rect">
                <a:avLst/>
              </a:prstGeom>
              <a:noFill/>
              <a:ln>
                <a:noFill/>
              </a:ln>
              <a:effectLst/>
            </p:spPr>
            <p:txBody>
              <a:bodyPr>
                <a:normAutofit/>
              </a:bodyPr>
              <a:lstStyle/>
              <a:p>
                <a:pPr/>
                <a14:m>
                  <m:oMathPara xmlns:m="http://schemas.openxmlformats.org/officeDocument/2006/math">
                    <m:oMathParaPr>
                      <m:jc m:val="left"/>
                    </m:oMathParaPr>
                    <m:oMath>
                      <m:sSubSup>
                        <m:sSubSupPr>
                          <m:ctrlPr>
                            <a:rPr lang="en-US" i="1">
                              <a:solidFill>
                                <a:srgbClr val="0000FF"/>
                              </a:solidFill>
                              <a:latin typeface="Cambria Math" panose="02040503050406030204" pitchFamily="18" charset="0"/>
                            </a:rPr>
                          </m:ctrlPr>
                        </m:sSubSupPr>
                        <m:e>
                          <m:r>
                            <a:rPr lang="en-US" i="1">
                              <a:solidFill>
                                <a:srgbClr val="0000FF"/>
                              </a:solidFill>
                              <a:latin typeface="Cambria Math" panose="02040503050406030204" pitchFamily="18" charset="0"/>
                            </a:rPr>
                            <m:t>𝑅</m:t>
                          </m:r>
                        </m:e>
                        <m:sub>
                          <m:r>
                            <a:rPr lang="en-US" i="1">
                              <a:solidFill>
                                <a:srgbClr val="0000FF"/>
                              </a:solidFill>
                              <a:latin typeface="Cambria Math" panose="02040503050406030204" pitchFamily="18" charset="0"/>
                            </a:rPr>
                            <m:t>𝑡</m:t>
                          </m:r>
                          <m:r>
                            <a:rPr lang="en-US" i="1">
                              <a:solidFill>
                                <a:srgbClr val="0000FF"/>
                              </a:solidFill>
                              <a:latin typeface="Cambria Math" panose="02040503050406030204" pitchFamily="18" charset="0"/>
                            </a:rPr>
                            <m:t>−1</m:t>
                          </m:r>
                        </m:sub>
                        <m:sup>
                          <m:r>
                            <a:rPr lang="en-US" i="1">
                              <a:solidFill>
                                <a:srgbClr val="0000FF"/>
                              </a:solidFill>
                              <a:latin typeface="Cambria Math" panose="02040503050406030204" pitchFamily="18" charset="0"/>
                            </a:rPr>
                            <m:t>𝑥</m:t>
                          </m:r>
                          <m:r>
                            <a:rPr lang="en-US" i="1">
                              <a:solidFill>
                                <a:srgbClr val="0000FF"/>
                              </a:solidFill>
                              <a:latin typeface="Cambria Math" panose="02040503050406030204" pitchFamily="18" charset="0"/>
                            </a:rPr>
                            <m:t>,</m:t>
                          </m:r>
                          <m:r>
                            <a:rPr lang="en-US" i="1">
                              <a:solidFill>
                                <a:srgbClr val="0000FF"/>
                              </a:solidFill>
                              <a:latin typeface="Cambria Math" panose="02040503050406030204" pitchFamily="18" charset="0"/>
                            </a:rPr>
                            <m:t>𝑛</m:t>
                          </m:r>
                        </m:sup>
                      </m:sSubSup>
                    </m:oMath>
                  </m:oMathPara>
                </a14:m>
                <a:endParaRPr lang="en-US"/>
              </a:p>
            </p:txBody>
          </p:sp>
        </mc:Choice>
        <mc:Fallback xmlns="">
          <p:sp>
            <p:nvSpPr>
              <p:cNvPr id="66570" name="Object 16"/>
              <p:cNvSpPr txBox="1">
                <a:spLocks noRot="1" noChangeAspect="1" noMove="1" noResize="1" noEditPoints="1" noAdjustHandles="1" noChangeArrowheads="1" noChangeShapeType="1" noTextEdit="1"/>
              </p:cNvSpPr>
              <p:nvPr/>
            </p:nvSpPr>
            <p:spPr bwMode="auto">
              <a:xfrm>
                <a:off x="4832350" y="5402263"/>
                <a:ext cx="558800" cy="482600"/>
              </a:xfrm>
              <a:prstGeom prst="rect">
                <a:avLst/>
              </a:prstGeom>
              <a:blipFill>
                <a:blip r:embed="rId3"/>
                <a:stretch>
                  <a:fillRect/>
                </a:stretch>
              </a:blipFill>
              <a:ln>
                <a:noFill/>
              </a:ln>
              <a:effectLst/>
            </p:spPr>
            <p:txBody>
              <a:bodyPr/>
              <a:lstStyle/>
              <a:p>
                <a:r>
                  <a:rPr lang="en-US">
                    <a:noFill/>
                  </a:rPr>
                  <a:t> </a:t>
                </a:r>
              </a:p>
            </p:txBody>
          </p:sp>
        </mc:Fallback>
      </mc:AlternateContent>
      <p:sp>
        <p:nvSpPr>
          <p:cNvPr id="66571" name="Line 17"/>
          <p:cNvSpPr>
            <a:spLocks noChangeShapeType="1"/>
          </p:cNvSpPr>
          <p:nvPr/>
        </p:nvSpPr>
        <p:spPr bwMode="auto">
          <a:xfrm>
            <a:off x="5003800" y="2324100"/>
            <a:ext cx="0" cy="3060700"/>
          </a:xfrm>
          <a:prstGeom prst="line">
            <a:avLst/>
          </a:prstGeom>
          <a:noFill/>
          <a:ln w="19050">
            <a:solidFill>
              <a:srgbClr val="3333CC"/>
            </a:solidFill>
            <a:round/>
            <a:headEnd/>
            <a:tailEnd type="none" w="med" len="lg"/>
          </a:ln>
          <a:extLst>
            <a:ext uri="{909E8E84-426E-40DD-AFC4-6F175D3DCCD1}">
              <a14:hiddenFill xmlns:a14="http://schemas.microsoft.com/office/drawing/2010/main">
                <a:noFill/>
              </a14:hiddenFill>
            </a:ext>
          </a:extLst>
        </p:spPr>
        <p:txBody>
          <a:bodyPr/>
          <a:lstStyle/>
          <a:p>
            <a:endParaRPr lang="en-US"/>
          </a:p>
        </p:txBody>
      </p:sp>
      <mc:AlternateContent xmlns:mc="http://schemas.openxmlformats.org/markup-compatibility/2006" xmlns:a14="http://schemas.microsoft.com/office/drawing/2010/main">
        <mc:Choice Requires="a14">
          <p:sp>
            <p:nvSpPr>
              <p:cNvPr id="66572" name="Object 18"/>
              <p:cNvSpPr txBox="1"/>
              <p:nvPr/>
            </p:nvSpPr>
            <p:spPr bwMode="auto">
              <a:xfrm>
                <a:off x="6483350" y="2686050"/>
                <a:ext cx="1136650" cy="431800"/>
              </a:xfrm>
              <a:prstGeom prst="rect">
                <a:avLst/>
              </a:prstGeom>
              <a:noFill/>
              <a:ln>
                <a:noFill/>
              </a:ln>
              <a:effectLst/>
            </p:spPr>
            <p:txBody>
              <a:bodyPr>
                <a:normAutofit/>
              </a:bodyPr>
              <a:lstStyle/>
              <a:p>
                <a:pPr/>
                <a14:m>
                  <m:oMathPara xmlns:m="http://schemas.openxmlformats.org/officeDocument/2006/math">
                    <m:oMathParaPr>
                      <m:jc m:val="left"/>
                    </m:oMathParaPr>
                    <m:oMath>
                      <m:sSubSup>
                        <m:sSubSupPr>
                          <m:ctrlPr>
                            <a:rPr lang="en-US" i="1">
                              <a:solidFill>
                                <a:srgbClr val="0000FF"/>
                              </a:solidFill>
                              <a:latin typeface="Cambria Math" panose="02040503050406030204" pitchFamily="18" charset="0"/>
                            </a:rPr>
                          </m:ctrlPr>
                        </m:sSubSupPr>
                        <m:e>
                          <m:acc>
                            <m:accPr>
                              <m:chr m:val="̄"/>
                              <m:ctrlPr>
                                <a:rPr lang="en-US" i="1">
                                  <a:solidFill>
                                    <a:srgbClr val="0000FF"/>
                                  </a:solidFill>
                                  <a:latin typeface="Cambria Math" panose="02040503050406030204" pitchFamily="18" charset="0"/>
                                </a:rPr>
                              </m:ctrlPr>
                            </m:accPr>
                            <m:e>
                              <m:r>
                                <a:rPr lang="en-US" i="1">
                                  <a:solidFill>
                                    <a:srgbClr val="0000FF"/>
                                  </a:solidFill>
                                  <a:latin typeface="Cambria Math" panose="02040503050406030204" pitchFamily="18" charset="0"/>
                                </a:rPr>
                                <m:t>𝑉</m:t>
                              </m:r>
                            </m:e>
                          </m:acc>
                        </m:e>
                        <m:sub>
                          <m:r>
                            <a:rPr lang="en-US" i="1">
                              <a:solidFill>
                                <a:srgbClr val="0000FF"/>
                              </a:solidFill>
                              <a:latin typeface="Cambria Math" panose="02040503050406030204" pitchFamily="18" charset="0"/>
                            </a:rPr>
                            <m:t>𝑡</m:t>
                          </m:r>
                          <m:r>
                            <a:rPr lang="en-US" i="1">
                              <a:solidFill>
                                <a:srgbClr val="0000FF"/>
                              </a:solidFill>
                              <a:latin typeface="Cambria Math" panose="02040503050406030204" pitchFamily="18" charset="0"/>
                            </a:rPr>
                            <m:t>−1</m:t>
                          </m:r>
                        </m:sub>
                        <m:sup>
                          <m:r>
                            <a:rPr lang="en-US" i="1">
                              <a:solidFill>
                                <a:srgbClr val="0000FF"/>
                              </a:solidFill>
                              <a:latin typeface="Cambria Math" panose="02040503050406030204" pitchFamily="18" charset="0"/>
                            </a:rPr>
                            <m:t>𝑛</m:t>
                          </m:r>
                          <m:r>
                            <a:rPr lang="en-US" i="1">
                              <a:solidFill>
                                <a:srgbClr val="0000FF"/>
                              </a:solidFill>
                              <a:latin typeface="Cambria Math" panose="02040503050406030204" pitchFamily="18" charset="0"/>
                            </a:rPr>
                            <m:t>−1</m:t>
                          </m:r>
                        </m:sup>
                      </m:sSubSup>
                      <m:r>
                        <a:rPr lang="en-US" i="1">
                          <a:solidFill>
                            <a:srgbClr val="0000FF"/>
                          </a:solidFill>
                          <a:latin typeface="Cambria Math" panose="02040503050406030204" pitchFamily="18" charset="0"/>
                        </a:rPr>
                        <m:t>(</m:t>
                      </m:r>
                      <m:sSubSup>
                        <m:sSubSupPr>
                          <m:ctrlPr>
                            <a:rPr lang="en-US" i="1">
                              <a:solidFill>
                                <a:srgbClr val="0000FF"/>
                              </a:solidFill>
                              <a:latin typeface="Cambria Math" panose="02040503050406030204" pitchFamily="18" charset="0"/>
                            </a:rPr>
                          </m:ctrlPr>
                        </m:sSubSupPr>
                        <m:e>
                          <m:r>
                            <a:rPr lang="en-US" i="1">
                              <a:solidFill>
                                <a:srgbClr val="0000FF"/>
                              </a:solidFill>
                              <a:latin typeface="Cambria Math" panose="02040503050406030204" pitchFamily="18" charset="0"/>
                            </a:rPr>
                            <m:t>𝑅</m:t>
                          </m:r>
                        </m:e>
                        <m:sub>
                          <m:r>
                            <a:rPr lang="en-US" i="1">
                              <a:solidFill>
                                <a:srgbClr val="0000FF"/>
                              </a:solidFill>
                              <a:latin typeface="Cambria Math" panose="02040503050406030204" pitchFamily="18" charset="0"/>
                            </a:rPr>
                            <m:t>𝑡</m:t>
                          </m:r>
                          <m:r>
                            <a:rPr lang="en-US" i="1">
                              <a:solidFill>
                                <a:srgbClr val="0000FF"/>
                              </a:solidFill>
                              <a:latin typeface="Cambria Math" panose="02040503050406030204" pitchFamily="18" charset="0"/>
                            </a:rPr>
                            <m:t>−1</m:t>
                          </m:r>
                        </m:sub>
                        <m:sup>
                          <m:r>
                            <a:rPr lang="en-US" i="1">
                              <a:solidFill>
                                <a:srgbClr val="0000FF"/>
                              </a:solidFill>
                              <a:latin typeface="Cambria Math" panose="02040503050406030204" pitchFamily="18" charset="0"/>
                            </a:rPr>
                            <m:t>𝑥</m:t>
                          </m:r>
                        </m:sup>
                      </m:sSubSup>
                      <m:r>
                        <a:rPr lang="en-US" i="1">
                          <a:solidFill>
                            <a:srgbClr val="0000FF"/>
                          </a:solidFill>
                          <a:latin typeface="Cambria Math" panose="02040503050406030204" pitchFamily="18" charset="0"/>
                        </a:rPr>
                        <m:t>)</m:t>
                      </m:r>
                    </m:oMath>
                  </m:oMathPara>
                </a14:m>
                <a:endParaRPr lang="en-US"/>
              </a:p>
            </p:txBody>
          </p:sp>
        </mc:Choice>
        <mc:Fallback xmlns="">
          <p:sp>
            <p:nvSpPr>
              <p:cNvPr id="66572" name="Object 18"/>
              <p:cNvSpPr txBox="1">
                <a:spLocks noRot="1" noChangeAspect="1" noMove="1" noResize="1" noEditPoints="1" noAdjustHandles="1" noChangeArrowheads="1" noChangeShapeType="1" noTextEdit="1"/>
              </p:cNvSpPr>
              <p:nvPr/>
            </p:nvSpPr>
            <p:spPr bwMode="auto">
              <a:xfrm>
                <a:off x="6483350" y="2686050"/>
                <a:ext cx="1136650" cy="431800"/>
              </a:xfrm>
              <a:prstGeom prst="rect">
                <a:avLst/>
              </a:prstGeom>
              <a:blipFill>
                <a:blip r:embed="rId4"/>
                <a:stretch>
                  <a:fillRect/>
                </a:stretch>
              </a:blipFill>
              <a:ln>
                <a:noFill/>
              </a:ln>
              <a:effectLst/>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66573" name="Object 19"/>
              <p:cNvSpPr txBox="1"/>
              <p:nvPr/>
            </p:nvSpPr>
            <p:spPr bwMode="auto">
              <a:xfrm>
                <a:off x="5794376" y="3398838"/>
                <a:ext cx="1044575" cy="431800"/>
              </a:xfrm>
              <a:prstGeom prst="rect">
                <a:avLst/>
              </a:prstGeom>
              <a:noFill/>
              <a:ln>
                <a:noFill/>
              </a:ln>
              <a:effectLst/>
            </p:spPr>
            <p:txBody>
              <a:bodyPr>
                <a:normAutofit/>
              </a:bodyPr>
              <a:lstStyle/>
              <a:p>
                <a:pPr/>
                <a14:m>
                  <m:oMathPara xmlns:m="http://schemas.openxmlformats.org/officeDocument/2006/math">
                    <m:oMathParaPr>
                      <m:jc m:val="left"/>
                    </m:oMathParaPr>
                    <m:oMath>
                      <m:sSubSup>
                        <m:sSubSupPr>
                          <m:ctrlPr>
                            <a:rPr lang="en-US" i="1">
                              <a:solidFill>
                                <a:srgbClr val="0000FF"/>
                              </a:solidFill>
                              <a:latin typeface="Cambria Math" panose="02040503050406030204" pitchFamily="18" charset="0"/>
                            </a:rPr>
                          </m:ctrlPr>
                        </m:sSubSupPr>
                        <m:e>
                          <m:acc>
                            <m:accPr>
                              <m:chr m:val="̄"/>
                              <m:ctrlPr>
                                <a:rPr lang="en-US" i="1">
                                  <a:solidFill>
                                    <a:srgbClr val="0000FF"/>
                                  </a:solidFill>
                                  <a:latin typeface="Cambria Math" panose="02040503050406030204" pitchFamily="18" charset="0"/>
                                </a:rPr>
                              </m:ctrlPr>
                            </m:accPr>
                            <m:e>
                              <m:r>
                                <a:rPr lang="en-US" i="1">
                                  <a:solidFill>
                                    <a:srgbClr val="0000FF"/>
                                  </a:solidFill>
                                  <a:latin typeface="Cambria Math" panose="02040503050406030204" pitchFamily="18" charset="0"/>
                                </a:rPr>
                                <m:t>𝑉</m:t>
                              </m:r>
                            </m:e>
                          </m:acc>
                        </m:e>
                        <m:sub>
                          <m:r>
                            <a:rPr lang="en-US" i="1">
                              <a:solidFill>
                                <a:srgbClr val="0000FF"/>
                              </a:solidFill>
                              <a:latin typeface="Cambria Math" panose="02040503050406030204" pitchFamily="18" charset="0"/>
                            </a:rPr>
                            <m:t>𝑡</m:t>
                          </m:r>
                          <m:r>
                            <a:rPr lang="en-US" i="1">
                              <a:solidFill>
                                <a:srgbClr val="0000FF"/>
                              </a:solidFill>
                              <a:latin typeface="Cambria Math" panose="02040503050406030204" pitchFamily="18" charset="0"/>
                            </a:rPr>
                            <m:t>−1</m:t>
                          </m:r>
                        </m:sub>
                        <m:sup>
                          <m:r>
                            <a:rPr lang="en-US" i="1">
                              <a:solidFill>
                                <a:srgbClr val="0000FF"/>
                              </a:solidFill>
                              <a:latin typeface="Cambria Math" panose="02040503050406030204" pitchFamily="18" charset="0"/>
                            </a:rPr>
                            <m:t>𝑛</m:t>
                          </m:r>
                        </m:sup>
                      </m:sSubSup>
                      <m:r>
                        <a:rPr lang="en-US" i="1">
                          <a:solidFill>
                            <a:srgbClr val="0000FF"/>
                          </a:solidFill>
                          <a:latin typeface="Cambria Math" panose="02040503050406030204" pitchFamily="18" charset="0"/>
                        </a:rPr>
                        <m:t>(</m:t>
                      </m:r>
                      <m:sSubSup>
                        <m:sSubSupPr>
                          <m:ctrlPr>
                            <a:rPr lang="en-US" i="1">
                              <a:solidFill>
                                <a:srgbClr val="0000FF"/>
                              </a:solidFill>
                              <a:latin typeface="Cambria Math" panose="02040503050406030204" pitchFamily="18" charset="0"/>
                            </a:rPr>
                          </m:ctrlPr>
                        </m:sSubSupPr>
                        <m:e>
                          <m:r>
                            <a:rPr lang="en-US" i="1">
                              <a:solidFill>
                                <a:srgbClr val="0000FF"/>
                              </a:solidFill>
                              <a:latin typeface="Cambria Math" panose="02040503050406030204" pitchFamily="18" charset="0"/>
                            </a:rPr>
                            <m:t>𝑅</m:t>
                          </m:r>
                        </m:e>
                        <m:sub>
                          <m:r>
                            <a:rPr lang="en-US" i="1">
                              <a:solidFill>
                                <a:srgbClr val="0000FF"/>
                              </a:solidFill>
                              <a:latin typeface="Cambria Math" panose="02040503050406030204" pitchFamily="18" charset="0"/>
                            </a:rPr>
                            <m:t>𝑡</m:t>
                          </m:r>
                          <m:r>
                            <a:rPr lang="en-US" i="1">
                              <a:solidFill>
                                <a:srgbClr val="0000FF"/>
                              </a:solidFill>
                              <a:latin typeface="Cambria Math" panose="02040503050406030204" pitchFamily="18" charset="0"/>
                            </a:rPr>
                            <m:t>−1</m:t>
                          </m:r>
                        </m:sub>
                        <m:sup>
                          <m:r>
                            <a:rPr lang="en-US" i="1">
                              <a:solidFill>
                                <a:srgbClr val="0000FF"/>
                              </a:solidFill>
                              <a:latin typeface="Cambria Math" panose="02040503050406030204" pitchFamily="18" charset="0"/>
                            </a:rPr>
                            <m:t>𝑥</m:t>
                          </m:r>
                        </m:sup>
                      </m:sSubSup>
                      <m:r>
                        <a:rPr lang="en-US" i="1">
                          <a:solidFill>
                            <a:srgbClr val="0000FF"/>
                          </a:solidFill>
                          <a:latin typeface="Cambria Math" panose="02040503050406030204" pitchFamily="18" charset="0"/>
                        </a:rPr>
                        <m:t>)</m:t>
                      </m:r>
                    </m:oMath>
                  </m:oMathPara>
                </a14:m>
                <a:endParaRPr lang="en-US"/>
              </a:p>
            </p:txBody>
          </p:sp>
        </mc:Choice>
        <mc:Fallback xmlns="">
          <p:sp>
            <p:nvSpPr>
              <p:cNvPr id="66573" name="Object 19"/>
              <p:cNvSpPr txBox="1">
                <a:spLocks noRot="1" noChangeAspect="1" noMove="1" noResize="1" noEditPoints="1" noAdjustHandles="1" noChangeArrowheads="1" noChangeShapeType="1" noTextEdit="1"/>
              </p:cNvSpPr>
              <p:nvPr/>
            </p:nvSpPr>
            <p:spPr bwMode="auto">
              <a:xfrm>
                <a:off x="5794376" y="3398838"/>
                <a:ext cx="1044575" cy="431800"/>
              </a:xfrm>
              <a:prstGeom prst="rect">
                <a:avLst/>
              </a:prstGeom>
              <a:blipFill>
                <a:blip r:embed="rId5"/>
                <a:stretch>
                  <a:fillRect/>
                </a:stretch>
              </a:blipFill>
              <a:ln>
                <a:noFill/>
              </a:ln>
              <a:effectLst/>
            </p:spPr>
            <p:txBody>
              <a:bodyPr/>
              <a:lstStyle/>
              <a:p>
                <a:r>
                  <a:rPr lang="en-US">
                    <a:noFill/>
                  </a:rPr>
                  <a:t> </a:t>
                </a:r>
              </a:p>
            </p:txBody>
          </p:sp>
        </mc:Fallback>
      </mc:AlternateContent>
      <p:sp>
        <p:nvSpPr>
          <p:cNvPr id="6" name="Rectangle 3">
            <a:extLst>
              <a:ext uri="{FF2B5EF4-FFF2-40B4-BE49-F238E27FC236}">
                <a16:creationId xmlns:a16="http://schemas.microsoft.com/office/drawing/2014/main" id="{6D7DEDE6-BA48-EC50-1B0A-D8935E4E396D}"/>
              </a:ext>
            </a:extLst>
          </p:cNvPr>
          <p:cNvSpPr txBox="1">
            <a:spLocks noChangeArrowheads="1"/>
          </p:cNvSpPr>
          <p:nvPr/>
        </p:nvSpPr>
        <p:spPr>
          <a:xfrm>
            <a:off x="880620" y="1143000"/>
            <a:ext cx="7772400" cy="508000"/>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70840" algn="l" rtl="0">
              <a:lnSpc>
                <a:spcPct val="100000"/>
              </a:lnSpc>
              <a:spcBef>
                <a:spcPts val="560"/>
              </a:spcBef>
              <a:spcAft>
                <a:spcPts val="0"/>
              </a:spcAft>
              <a:buClr>
                <a:schemeClr val="dk1"/>
              </a:buClr>
              <a:buSzPts val="2240"/>
              <a:buFont typeface="Raleway"/>
              <a:buChar char="•"/>
              <a:defRPr sz="2800" b="0" i="0" u="none" strike="noStrike" cap="none">
                <a:solidFill>
                  <a:schemeClr val="dk1"/>
                </a:solidFill>
                <a:latin typeface="Raleway"/>
                <a:ea typeface="Raleway"/>
                <a:cs typeface="Raleway"/>
                <a:sym typeface="Raleway"/>
              </a:defRPr>
            </a:lvl1pPr>
            <a:lvl2pPr marL="914400" marR="0" lvl="1" indent="-342900" algn="l" rtl="0">
              <a:lnSpc>
                <a:spcPct val="100000"/>
              </a:lnSpc>
              <a:spcBef>
                <a:spcPts val="360"/>
              </a:spcBef>
              <a:spcAft>
                <a:spcPts val="0"/>
              </a:spcAft>
              <a:buClr>
                <a:schemeClr val="dk1"/>
              </a:buClr>
              <a:buSzPts val="1800"/>
              <a:buFont typeface="Raleway"/>
              <a:buChar char="»"/>
              <a:defRPr sz="2400" b="0" i="0" u="none" strike="noStrike" cap="none">
                <a:solidFill>
                  <a:schemeClr val="dk1"/>
                </a:solidFill>
                <a:latin typeface="Raleway"/>
                <a:ea typeface="Raleway"/>
                <a:cs typeface="Raleway"/>
                <a:sym typeface="Raleway"/>
              </a:defRPr>
            </a:lvl2pPr>
            <a:lvl3pPr marL="1371600" marR="0" lvl="2" indent="-342900" algn="l" rtl="0">
              <a:lnSpc>
                <a:spcPct val="100000"/>
              </a:lnSpc>
              <a:spcBef>
                <a:spcPts val="0"/>
              </a:spcBef>
              <a:spcAft>
                <a:spcPts val="0"/>
              </a:spcAft>
              <a:buClr>
                <a:schemeClr val="dk1"/>
              </a:buClr>
              <a:buSzPts val="1800"/>
              <a:buFont typeface="Raleway"/>
              <a:buChar char="•"/>
              <a:defRPr sz="2000" b="0" i="0" u="none" strike="noStrike" cap="none">
                <a:solidFill>
                  <a:schemeClr val="dk1"/>
                </a:solidFill>
                <a:latin typeface="Raleway"/>
                <a:ea typeface="Raleway"/>
                <a:cs typeface="Raleway"/>
                <a:sym typeface="Raleway"/>
              </a:defRPr>
            </a:lvl3pPr>
            <a:lvl4pPr marL="1828800" marR="0" lvl="3" indent="-342900" algn="l" rtl="0">
              <a:lnSpc>
                <a:spcPct val="100000"/>
              </a:lnSpc>
              <a:spcBef>
                <a:spcPts val="0"/>
              </a:spcBef>
              <a:spcAft>
                <a:spcPts val="0"/>
              </a:spcAft>
              <a:buClr>
                <a:schemeClr val="dk1"/>
              </a:buClr>
              <a:buSzPts val="1800"/>
              <a:buFont typeface="Raleway"/>
              <a:buChar char="–"/>
              <a:defRPr sz="2000" b="0" i="0" u="none" strike="noStrike" cap="none">
                <a:solidFill>
                  <a:schemeClr val="dk1"/>
                </a:solidFill>
                <a:latin typeface="Raleway"/>
                <a:ea typeface="Raleway"/>
                <a:cs typeface="Raleway"/>
                <a:sym typeface="Raleway"/>
              </a:defRPr>
            </a:lvl4pPr>
            <a:lvl5pPr marL="2286000" marR="0" lvl="4" indent="-342900" algn="l" rtl="0">
              <a:lnSpc>
                <a:spcPct val="100000"/>
              </a:lnSpc>
              <a:spcBef>
                <a:spcPts val="0"/>
              </a:spcBef>
              <a:spcAft>
                <a:spcPts val="0"/>
              </a:spcAft>
              <a:buClr>
                <a:schemeClr val="dk1"/>
              </a:buClr>
              <a:buSzPts val="1800"/>
              <a:buFont typeface="Raleway"/>
              <a:buChar char="»"/>
              <a:defRPr sz="2000" b="0" i="0" u="none" strike="noStrike" cap="none">
                <a:solidFill>
                  <a:schemeClr val="dk1"/>
                </a:solidFill>
                <a:latin typeface="Raleway"/>
                <a:ea typeface="Raleway"/>
                <a:cs typeface="Raleway"/>
                <a:sym typeface="Raleway"/>
              </a:defRPr>
            </a:lvl5pPr>
            <a:lvl6pPr marL="2743200" marR="0" lvl="5" indent="-342900" algn="l" rtl="0">
              <a:lnSpc>
                <a:spcPct val="100000"/>
              </a:lnSpc>
              <a:spcBef>
                <a:spcPts val="0"/>
              </a:spcBef>
              <a:spcAft>
                <a:spcPts val="0"/>
              </a:spcAft>
              <a:buClr>
                <a:schemeClr val="dk1"/>
              </a:buClr>
              <a:buSzPts val="1800"/>
              <a:buFont typeface="Raleway"/>
              <a:buChar char="»"/>
              <a:defRPr sz="2000" b="0" i="0" u="none" strike="noStrike" cap="none">
                <a:solidFill>
                  <a:schemeClr val="dk1"/>
                </a:solidFill>
                <a:latin typeface="Raleway"/>
                <a:ea typeface="Raleway"/>
                <a:cs typeface="Raleway"/>
                <a:sym typeface="Raleway"/>
              </a:defRPr>
            </a:lvl6pPr>
            <a:lvl7pPr marL="3200400" marR="0" lvl="6" indent="-342900" algn="l" rtl="0">
              <a:lnSpc>
                <a:spcPct val="100000"/>
              </a:lnSpc>
              <a:spcBef>
                <a:spcPts val="0"/>
              </a:spcBef>
              <a:spcAft>
                <a:spcPts val="0"/>
              </a:spcAft>
              <a:buClr>
                <a:schemeClr val="dk1"/>
              </a:buClr>
              <a:buSzPts val="1800"/>
              <a:buFont typeface="Raleway"/>
              <a:buChar char="»"/>
              <a:defRPr sz="2000" b="0" i="0" u="none" strike="noStrike" cap="none">
                <a:solidFill>
                  <a:schemeClr val="dk1"/>
                </a:solidFill>
                <a:latin typeface="Raleway"/>
                <a:ea typeface="Raleway"/>
                <a:cs typeface="Raleway"/>
                <a:sym typeface="Raleway"/>
              </a:defRPr>
            </a:lvl7pPr>
            <a:lvl8pPr marL="3657600" marR="0" lvl="7" indent="-342900" algn="l" rtl="0">
              <a:lnSpc>
                <a:spcPct val="100000"/>
              </a:lnSpc>
              <a:spcBef>
                <a:spcPts val="0"/>
              </a:spcBef>
              <a:spcAft>
                <a:spcPts val="0"/>
              </a:spcAft>
              <a:buClr>
                <a:schemeClr val="dk1"/>
              </a:buClr>
              <a:buSzPts val="1800"/>
              <a:buFont typeface="Raleway"/>
              <a:buChar char="»"/>
              <a:defRPr sz="2000" b="0" i="0" u="none" strike="noStrike" cap="none">
                <a:solidFill>
                  <a:schemeClr val="dk1"/>
                </a:solidFill>
                <a:latin typeface="Raleway"/>
                <a:ea typeface="Raleway"/>
                <a:cs typeface="Raleway"/>
                <a:sym typeface="Raleway"/>
              </a:defRPr>
            </a:lvl8pPr>
            <a:lvl9pPr marL="4114800" marR="0" lvl="8" indent="-342900" algn="l" rtl="0">
              <a:lnSpc>
                <a:spcPct val="100000"/>
              </a:lnSpc>
              <a:spcBef>
                <a:spcPts val="0"/>
              </a:spcBef>
              <a:spcAft>
                <a:spcPts val="0"/>
              </a:spcAft>
              <a:buClr>
                <a:schemeClr val="dk1"/>
              </a:buClr>
              <a:buSzPts val="1800"/>
              <a:buFont typeface="Raleway"/>
              <a:buChar char="»"/>
              <a:defRPr sz="2000" b="0" i="0" u="none" strike="noStrike" cap="none">
                <a:solidFill>
                  <a:schemeClr val="dk1"/>
                </a:solidFill>
                <a:latin typeface="Raleway"/>
                <a:ea typeface="Raleway"/>
                <a:cs typeface="Raleway"/>
                <a:sym typeface="Raleway"/>
              </a:defRPr>
            </a:lvl9pPr>
          </a:lstStyle>
          <a:p>
            <a:pPr marL="86360" indent="0">
              <a:lnSpc>
                <a:spcPct val="90000"/>
              </a:lnSpc>
              <a:buFont typeface="Raleway"/>
              <a:buNone/>
            </a:pPr>
            <a:r>
              <a:rPr lang="en-US" altLang="en-US" dirty="0"/>
              <a:t>Update the value function at </a:t>
            </a:r>
          </a:p>
        </p:txBody>
      </p:sp>
    </p:spTree>
    <p:extLst>
      <p:ext uri="{BB962C8B-B14F-4D97-AF65-F5344CB8AC3E}">
        <p14:creationId xmlns:p14="http://schemas.microsoft.com/office/powerpoint/2010/main" val="2609860925"/>
      </p:ext>
    </p:extLst>
  </p:cSld>
  <p:clrMapOvr>
    <a:masterClrMapping/>
  </p:clrMapOvr>
  <p:transition>
    <p:wipe dir="d"/>
  </p:transition>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563" name="Rectangle 2"/>
          <p:cNvSpPr>
            <a:spLocks noGrp="1" noChangeArrowheads="1"/>
          </p:cNvSpPr>
          <p:nvPr>
            <p:ph type="title"/>
          </p:nvPr>
        </p:nvSpPr>
        <p:spPr/>
        <p:txBody>
          <a:bodyPr/>
          <a:lstStyle/>
          <a:p>
            <a:r>
              <a:rPr lang="en-US" sz="3200" dirty="0"/>
              <a:t>Blood management</a:t>
            </a:r>
            <a:endParaRPr lang="en-US" altLang="en-US" sz="3200" dirty="0"/>
          </a:p>
        </p:txBody>
      </p:sp>
      <p:sp>
        <p:nvSpPr>
          <p:cNvPr id="66564" name="Rectangle 3"/>
          <p:cNvSpPr>
            <a:spLocks noGrp="1" noChangeArrowheads="1"/>
          </p:cNvSpPr>
          <p:nvPr>
            <p:ph type="body" idx="1"/>
          </p:nvPr>
        </p:nvSpPr>
        <p:spPr>
          <a:xfrm>
            <a:off x="465838" y="1161852"/>
            <a:ext cx="9234341" cy="3985181"/>
          </a:xfrm>
        </p:spPr>
        <p:txBody>
          <a:bodyPr/>
          <a:lstStyle/>
          <a:p>
            <a:pPr marL="86360" indent="0">
              <a:lnSpc>
                <a:spcPct val="90000"/>
              </a:lnSpc>
              <a:buNone/>
            </a:pPr>
            <a:r>
              <a:rPr lang="en-US" altLang="en-US" dirty="0"/>
              <a:t>Notes:</a:t>
            </a:r>
          </a:p>
          <a:p>
            <a:pPr lvl="2">
              <a:lnSpc>
                <a:spcPct val="90000"/>
              </a:lnSpc>
            </a:pPr>
            <a:endParaRPr lang="en-US" altLang="en-US" dirty="0"/>
          </a:p>
          <a:p>
            <a:pPr lvl="1">
              <a:lnSpc>
                <a:spcPct val="90000"/>
              </a:lnSpc>
            </a:pPr>
            <a:r>
              <a:rPr lang="en-US" altLang="en-US" dirty="0"/>
              <a:t>We get a marginal value for </a:t>
            </a:r>
            <a:r>
              <a:rPr lang="en-US" altLang="en-US" i="1" dirty="0"/>
              <a:t>each</a:t>
            </a:r>
            <a:r>
              <a:rPr lang="en-US" altLang="en-US" dirty="0"/>
              <a:t> supply node.</a:t>
            </a:r>
          </a:p>
          <a:p>
            <a:pPr lvl="2">
              <a:lnSpc>
                <a:spcPct val="90000"/>
              </a:lnSpc>
            </a:pPr>
            <a:endParaRPr lang="en-US" altLang="en-US" dirty="0"/>
          </a:p>
          <a:p>
            <a:pPr lvl="1">
              <a:lnSpc>
                <a:spcPct val="90000"/>
              </a:lnSpc>
            </a:pPr>
            <a:r>
              <a:rPr lang="en-US" altLang="en-US" dirty="0"/>
              <a:t>These are provided automatically by linear programming solvers.</a:t>
            </a:r>
          </a:p>
          <a:p>
            <a:pPr lvl="2">
              <a:lnSpc>
                <a:spcPct val="90000"/>
              </a:lnSpc>
            </a:pPr>
            <a:endParaRPr lang="en-US" altLang="en-US" dirty="0"/>
          </a:p>
          <a:p>
            <a:pPr lvl="1">
              <a:lnSpc>
                <a:spcPct val="90000"/>
              </a:lnSpc>
            </a:pPr>
            <a:r>
              <a:rPr lang="en-US" altLang="en-US" dirty="0"/>
              <a:t>Be careful when the supply at the node is zero.  While we would like to have the marginal value of one more, if we use the marginal values produced by the linear programming code, it might be the slope to the left (where the “supply” would be negative).   </a:t>
            </a:r>
          </a:p>
        </p:txBody>
      </p:sp>
    </p:spTree>
    <p:extLst>
      <p:ext uri="{BB962C8B-B14F-4D97-AF65-F5344CB8AC3E}">
        <p14:creationId xmlns:p14="http://schemas.microsoft.com/office/powerpoint/2010/main" val="2650791163"/>
      </p:ext>
    </p:extLst>
  </p:cSld>
  <p:clrMapOvr>
    <a:masterClrMapping/>
  </p:clrMapOvr>
  <p:transition>
    <p:wipe dir="d"/>
  </p:transition>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12514" name="Rectangle 2"/>
          <p:cNvSpPr>
            <a:spLocks noGrp="1" noChangeArrowheads="1"/>
          </p:cNvSpPr>
          <p:nvPr>
            <p:ph type="title"/>
          </p:nvPr>
        </p:nvSpPr>
        <p:spPr>
          <a:noFill/>
          <a:ln/>
          <a:extLst>
            <a:ext uri="{91240B29-F687-4F45-9708-019B960494DF}">
              <a14:hiddenLine xmlns:a14="http://schemas.microsoft.com/office/drawing/2010/main" w="12700">
                <a:solidFill>
                  <a:schemeClr val="tx1"/>
                </a:solidFill>
                <a:miter lim="800000"/>
                <a:headEnd/>
                <a:tailEnd/>
              </a14:hiddenLine>
            </a:ext>
          </a:extLst>
        </p:spPr>
        <p:txBody>
          <a:bodyPr spcFirstLastPara="1" wrap="square" lIns="90488" tIns="44450" rIns="90488" bIns="44450" anchor="ctr" anchorCtr="0">
            <a:noAutofit/>
          </a:bodyPr>
          <a:lstStyle/>
          <a:p>
            <a:r>
              <a:rPr lang="en-US" sz="3600" dirty="0"/>
              <a:t>Blood management</a:t>
            </a:r>
            <a:endParaRPr lang="en-US" altLang="en-US" dirty="0"/>
          </a:p>
        </p:txBody>
      </p:sp>
      <p:sp>
        <p:nvSpPr>
          <p:cNvPr id="2112515" name="Rectangle 3"/>
          <p:cNvSpPr>
            <a:spLocks noGrp="1" noChangeArrowheads="1"/>
          </p:cNvSpPr>
          <p:nvPr>
            <p:ph type="body" idx="1"/>
          </p:nvPr>
        </p:nvSpPr>
        <p:spPr>
          <a:xfrm>
            <a:off x="499620" y="1253266"/>
            <a:ext cx="9907571" cy="636588"/>
          </a:xfrm>
          <a:noFill/>
          <a:ln/>
          <a:extLst>
            <a:ext uri="{91240B29-F687-4F45-9708-019B960494DF}">
              <a14:hiddenLine xmlns:a14="http://schemas.microsoft.com/office/drawing/2010/main" w="12700">
                <a:solidFill>
                  <a:schemeClr val="tx1"/>
                </a:solidFill>
                <a:miter lim="800000"/>
                <a:headEnd/>
                <a:tailEnd/>
              </a14:hiddenLine>
            </a:ext>
          </a:extLst>
        </p:spPr>
        <p:txBody>
          <a:bodyPr spcFirstLastPara="1" wrap="square" lIns="90488" tIns="44450" rIns="90488" bIns="44450" anchor="t" anchorCtr="0">
            <a:noAutofit/>
          </a:bodyPr>
          <a:lstStyle/>
          <a:p>
            <a:pPr marL="86360" indent="0">
              <a:lnSpc>
                <a:spcPct val="90000"/>
              </a:lnSpc>
              <a:buNone/>
            </a:pPr>
            <a:r>
              <a:rPr lang="en-US" altLang="en-US" sz="2400" dirty="0"/>
              <a:t>Derivatives are used to estimate a piecewise linear approximation</a:t>
            </a:r>
          </a:p>
        </p:txBody>
      </p:sp>
      <p:sp>
        <p:nvSpPr>
          <p:cNvPr id="2112516" name="Rectangle 4"/>
          <p:cNvSpPr>
            <a:spLocks noChangeArrowheads="1"/>
          </p:cNvSpPr>
          <p:nvPr/>
        </p:nvSpPr>
        <p:spPr bwMode="auto">
          <a:xfrm>
            <a:off x="2391724" y="2185251"/>
            <a:ext cx="7150100" cy="37084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12517" name="Line 5"/>
          <p:cNvSpPr>
            <a:spLocks noChangeShapeType="1"/>
          </p:cNvSpPr>
          <p:nvPr/>
        </p:nvSpPr>
        <p:spPr bwMode="auto">
          <a:xfrm>
            <a:off x="3350574" y="5315801"/>
            <a:ext cx="5651500" cy="0"/>
          </a:xfrm>
          <a:prstGeom prst="line">
            <a:avLst/>
          </a:prstGeom>
          <a:noFill/>
          <a:ln w="254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12518" name="Line 6"/>
          <p:cNvSpPr>
            <a:spLocks noChangeShapeType="1"/>
          </p:cNvSpPr>
          <p:nvPr/>
        </p:nvSpPr>
        <p:spPr bwMode="auto">
          <a:xfrm flipV="1">
            <a:off x="3337874" y="2813901"/>
            <a:ext cx="0" cy="2514600"/>
          </a:xfrm>
          <a:prstGeom prst="line">
            <a:avLst/>
          </a:prstGeom>
          <a:noFill/>
          <a:ln w="254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mc:AlternateContent xmlns:mc="http://schemas.openxmlformats.org/markup-compatibility/2006" xmlns:a14="http://schemas.microsoft.com/office/drawing/2010/main">
        <mc:Choice Requires="a14">
          <p:sp>
            <p:nvSpPr>
              <p:cNvPr id="2112521" name="Object 9">
                <a:hlinkClick r:id="" action="ppaction://ole?verb=0"/>
              </p:cNvPr>
              <p:cNvSpPr txBox="1"/>
              <p:nvPr/>
            </p:nvSpPr>
            <p:spPr bwMode="auto">
              <a:xfrm>
                <a:off x="2490150" y="2813902"/>
                <a:ext cx="847725" cy="487363"/>
              </a:xfrm>
              <a:prstGeom prst="rect">
                <a:avLst/>
              </a:prstGeom>
              <a:noFill/>
              <a:ln>
                <a:noFill/>
              </a:ln>
              <a:effectLst/>
            </p:spPr>
            <p:txBody>
              <a:bodyPr>
                <a:normAutofit/>
              </a:bodyPr>
              <a:lstStyle/>
              <a:p>
                <a:pPr/>
                <a14:m>
                  <m:oMathPara xmlns:m="http://schemas.openxmlformats.org/officeDocument/2006/math">
                    <m:oMathParaPr>
                      <m:jc m:val="left"/>
                    </m:oMathParaPr>
                    <m:oMath>
                      <m:sSub>
                        <m:sSubPr>
                          <m:ctrlPr>
                            <a:rPr lang="en-US" i="1">
                              <a:latin typeface="Cambria Math" panose="02040503050406030204" pitchFamily="18" charset="0"/>
                            </a:rPr>
                          </m:ctrlPr>
                        </m:sSubPr>
                        <m:e>
                          <m:acc>
                            <m:accPr>
                              <m:chr m:val="̄"/>
                              <m:ctrlPr>
                                <a:rPr lang="en-US" i="1">
                                  <a:latin typeface="Cambria Math" panose="02040503050406030204" pitchFamily="18" charset="0"/>
                                </a:rPr>
                              </m:ctrlPr>
                            </m:accPr>
                            <m:e>
                              <m:r>
                                <a:rPr lang="en-US" i="1">
                                  <a:latin typeface="Cambria Math" panose="02040503050406030204" pitchFamily="18" charset="0"/>
                                </a:rPr>
                                <m:t>𝑉</m:t>
                              </m:r>
                            </m:e>
                          </m:acc>
                        </m:e>
                        <m:sub>
                          <m:r>
                            <a:rPr lang="en-US" i="1">
                              <a:latin typeface="Cambria Math" panose="02040503050406030204" pitchFamily="18" charset="0"/>
                            </a:rPr>
                            <m:t>𝑡</m:t>
                          </m:r>
                        </m:sub>
                      </m:sSub>
                      <m:r>
                        <a:rPr lang="en-US" i="1">
                          <a:latin typeface="Cambria Math" panose="02040503050406030204" pitchFamily="18" charset="0"/>
                        </a:rPr>
                        <m:t>(</m:t>
                      </m:r>
                      <m:sSub>
                        <m:sSubPr>
                          <m:ctrlPr>
                            <a:rPr lang="en-US" i="1">
                              <a:latin typeface="Cambria Math" panose="02040503050406030204" pitchFamily="18" charset="0"/>
                            </a:rPr>
                          </m:ctrlPr>
                        </m:sSubPr>
                        <m:e>
                          <m:r>
                            <a:rPr lang="en-US" i="1">
                              <a:latin typeface="Cambria Math" panose="02040503050406030204" pitchFamily="18" charset="0"/>
                            </a:rPr>
                            <m:t>𝑅</m:t>
                          </m:r>
                        </m:e>
                        <m:sub>
                          <m:r>
                            <a:rPr lang="en-US" i="1">
                              <a:latin typeface="Cambria Math" panose="02040503050406030204" pitchFamily="18" charset="0"/>
                            </a:rPr>
                            <m:t>𝑡</m:t>
                          </m:r>
                        </m:sub>
                      </m:sSub>
                      <m:r>
                        <a:rPr lang="en-US" i="1">
                          <a:latin typeface="Cambria Math" panose="02040503050406030204" pitchFamily="18" charset="0"/>
                        </a:rPr>
                        <m:t>)</m:t>
                      </m:r>
                    </m:oMath>
                  </m:oMathPara>
                </a14:m>
                <a:endParaRPr lang="en-US"/>
              </a:p>
            </p:txBody>
          </p:sp>
        </mc:Choice>
        <mc:Fallback xmlns="">
          <p:sp>
            <p:nvSpPr>
              <p:cNvPr id="2112521" name="Object 9">
                <a:hlinkClick r:id="" action="ppaction://ole?verb=0"/>
              </p:cNvPr>
              <p:cNvSpPr txBox="1">
                <a:spLocks noRot="1" noChangeAspect="1" noMove="1" noResize="1" noEditPoints="1" noAdjustHandles="1" noChangeArrowheads="1" noChangeShapeType="1" noTextEdit="1"/>
              </p:cNvSpPr>
              <p:nvPr/>
            </p:nvSpPr>
            <p:spPr bwMode="auto">
              <a:xfrm>
                <a:off x="2490150" y="2813902"/>
                <a:ext cx="847725" cy="487363"/>
              </a:xfrm>
              <a:prstGeom prst="rect">
                <a:avLst/>
              </a:prstGeom>
              <a:blipFill>
                <a:blip r:embed="rId3"/>
                <a:stretch>
                  <a:fillRect/>
                </a:stretch>
              </a:blipFill>
              <a:ln>
                <a:noFill/>
              </a:ln>
              <a:effectLst/>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2112522" name="Object 10">
                <a:hlinkClick r:id="" action="ppaction://ole?verb=0"/>
              </p:cNvPr>
              <p:cNvSpPr txBox="1"/>
              <p:nvPr/>
            </p:nvSpPr>
            <p:spPr bwMode="auto">
              <a:xfrm>
                <a:off x="5619112" y="5396764"/>
                <a:ext cx="285750" cy="398462"/>
              </a:xfrm>
              <a:prstGeom prst="rect">
                <a:avLst/>
              </a:prstGeom>
              <a:noFill/>
              <a:ln>
                <a:noFill/>
              </a:ln>
              <a:effectLst/>
            </p:spPr>
            <p:txBody>
              <a:bodyPr>
                <a:normAutofit/>
              </a:bodyPr>
              <a:lstStyle/>
              <a:p>
                <a:pPr/>
                <a14:m>
                  <m:oMathPara xmlns:m="http://schemas.openxmlformats.org/officeDocument/2006/math">
                    <m:oMathParaPr>
                      <m:jc m:val="left"/>
                    </m:oMathParaPr>
                    <m:oMath>
                      <m:sSub>
                        <m:sSubPr>
                          <m:ctrlPr>
                            <a:rPr lang="en-US" i="1">
                              <a:latin typeface="Cambria Math" panose="02040503050406030204" pitchFamily="18" charset="0"/>
                            </a:rPr>
                          </m:ctrlPr>
                        </m:sSubPr>
                        <m:e>
                          <m:r>
                            <a:rPr lang="en-US" i="1">
                              <a:latin typeface="Cambria Math" panose="02040503050406030204" pitchFamily="18" charset="0"/>
                            </a:rPr>
                            <m:t>𝑅</m:t>
                          </m:r>
                        </m:e>
                        <m:sub>
                          <m:r>
                            <a:rPr lang="en-US" i="1">
                              <a:latin typeface="Cambria Math" panose="02040503050406030204" pitchFamily="18" charset="0"/>
                            </a:rPr>
                            <m:t>𝑡</m:t>
                          </m:r>
                        </m:sub>
                      </m:sSub>
                    </m:oMath>
                  </m:oMathPara>
                </a14:m>
                <a:endParaRPr lang="en-US"/>
              </a:p>
            </p:txBody>
          </p:sp>
        </mc:Choice>
        <mc:Fallback xmlns="">
          <p:sp>
            <p:nvSpPr>
              <p:cNvPr id="2112522" name="Object 10">
                <a:hlinkClick r:id="" action="ppaction://ole?verb=0"/>
              </p:cNvPr>
              <p:cNvSpPr txBox="1">
                <a:spLocks noRot="1" noChangeAspect="1" noMove="1" noResize="1" noEditPoints="1" noAdjustHandles="1" noChangeArrowheads="1" noChangeShapeType="1" noTextEdit="1"/>
              </p:cNvSpPr>
              <p:nvPr/>
            </p:nvSpPr>
            <p:spPr bwMode="auto">
              <a:xfrm>
                <a:off x="5619112" y="5396764"/>
                <a:ext cx="285750" cy="398462"/>
              </a:xfrm>
              <a:prstGeom prst="rect">
                <a:avLst/>
              </a:prstGeom>
              <a:blipFill>
                <a:blip r:embed="rId4"/>
                <a:stretch>
                  <a:fillRect r="-4255"/>
                </a:stretch>
              </a:blipFill>
              <a:ln>
                <a:noFill/>
              </a:ln>
              <a:effectLst/>
            </p:spPr>
            <p:txBody>
              <a:bodyPr/>
              <a:lstStyle/>
              <a:p>
                <a:r>
                  <a:rPr lang="en-US">
                    <a:noFill/>
                  </a:rPr>
                  <a:t> </a:t>
                </a:r>
              </a:p>
            </p:txBody>
          </p:sp>
        </mc:Fallback>
      </mc:AlternateContent>
      <p:sp>
        <p:nvSpPr>
          <p:cNvPr id="2" name="Freeform 1"/>
          <p:cNvSpPr/>
          <p:nvPr/>
        </p:nvSpPr>
        <p:spPr>
          <a:xfrm>
            <a:off x="3343240" y="5318842"/>
            <a:ext cx="5486400" cy="0"/>
          </a:xfrm>
          <a:custGeom>
            <a:avLst/>
            <a:gdLst>
              <a:gd name="connsiteX0" fmla="*/ 0 w 5486400"/>
              <a:gd name="connsiteY0" fmla="*/ 0 h 0"/>
              <a:gd name="connsiteX1" fmla="*/ 5486400 w 5486400"/>
              <a:gd name="connsiteY1" fmla="*/ 0 h 0"/>
            </a:gdLst>
            <a:ahLst/>
            <a:cxnLst>
              <a:cxn ang="0">
                <a:pos x="connsiteX0" y="connsiteY0"/>
              </a:cxn>
              <a:cxn ang="0">
                <a:pos x="connsiteX1" y="connsiteY1"/>
              </a:cxn>
            </a:cxnLst>
            <a:rect l="l" t="t" r="r" b="b"/>
            <a:pathLst>
              <a:path w="5486400">
                <a:moveTo>
                  <a:pt x="0" y="0"/>
                </a:moveTo>
                <a:lnTo>
                  <a:pt x="5486400" y="0"/>
                </a:lnTo>
              </a:path>
            </a:pathLst>
          </a:custGeom>
          <a:noFill/>
          <a:ln w="38100">
            <a:solidFill>
              <a:srgbClr val="0033CC"/>
            </a:solidFill>
          </a:ln>
        </p:spPr>
        <p:txBody>
          <a:bodyPr vert="horz" wrap="none" lIns="91440" tIns="45720" rIns="91440" bIns="45720" numCol="1" rtlCol="0" anchor="ctr" anchorCtr="0" compatLnSpc="1">
            <a:prstTxWarp prst="textNoShape">
              <a:avLst/>
            </a:prstTxWarp>
          </a:bodyPr>
          <a:lstStyle/>
          <a:p>
            <a:pPr algn="ctr" eaLnBrk="0" fontAlgn="base" hangingPunct="0">
              <a:spcBef>
                <a:spcPct val="0"/>
              </a:spcBef>
              <a:spcAft>
                <a:spcPct val="0"/>
              </a:spcAft>
              <a:buClrTx/>
            </a:pPr>
            <a:endParaRPr lang="en-US" sz="1800" i="1">
              <a:solidFill>
                <a:schemeClr val="tx1"/>
              </a:solidFill>
              <a:latin typeface="Times New Roman" pitchFamily="18" charset="0"/>
            </a:endParaRPr>
          </a:p>
        </p:txBody>
      </p:sp>
      <p:cxnSp>
        <p:nvCxnSpPr>
          <p:cNvPr id="8" name="Straight Connector 7"/>
          <p:cNvCxnSpPr/>
          <p:nvPr/>
        </p:nvCxnSpPr>
        <p:spPr bwMode="auto">
          <a:xfrm>
            <a:off x="3811116" y="2813901"/>
            <a:ext cx="0" cy="2498552"/>
          </a:xfrm>
          <a:prstGeom prst="line">
            <a:avLst/>
          </a:prstGeom>
          <a:noFill/>
          <a:ln w="9525" cap="flat" cmpd="sng" algn="ctr">
            <a:solidFill>
              <a:schemeClr val="tx1"/>
            </a:solidFill>
            <a:prstDash val="solid"/>
            <a:round/>
            <a:headEnd type="none" w="med" len="med"/>
            <a:tailEnd type="none" w="med" len="med"/>
          </a:ln>
          <a:effectLst/>
        </p:spPr>
      </p:cxnSp>
      <p:cxnSp>
        <p:nvCxnSpPr>
          <p:cNvPr id="21" name="Straight Connector 20"/>
          <p:cNvCxnSpPr/>
          <p:nvPr/>
        </p:nvCxnSpPr>
        <p:spPr bwMode="auto">
          <a:xfrm>
            <a:off x="4288380" y="2809885"/>
            <a:ext cx="0" cy="2498552"/>
          </a:xfrm>
          <a:prstGeom prst="line">
            <a:avLst/>
          </a:prstGeom>
          <a:noFill/>
          <a:ln w="9525" cap="flat" cmpd="sng" algn="ctr">
            <a:solidFill>
              <a:schemeClr val="tx1"/>
            </a:solidFill>
            <a:prstDash val="solid"/>
            <a:round/>
            <a:headEnd type="none" w="med" len="med"/>
            <a:tailEnd type="none" w="med" len="med"/>
          </a:ln>
          <a:effectLst/>
        </p:spPr>
      </p:cxnSp>
      <p:cxnSp>
        <p:nvCxnSpPr>
          <p:cNvPr id="23" name="Straight Connector 22"/>
          <p:cNvCxnSpPr/>
          <p:nvPr/>
        </p:nvCxnSpPr>
        <p:spPr bwMode="auto">
          <a:xfrm>
            <a:off x="4765644" y="2817901"/>
            <a:ext cx="0" cy="2498552"/>
          </a:xfrm>
          <a:prstGeom prst="line">
            <a:avLst/>
          </a:prstGeom>
          <a:noFill/>
          <a:ln w="9525" cap="flat" cmpd="sng" algn="ctr">
            <a:solidFill>
              <a:schemeClr val="tx1"/>
            </a:solidFill>
            <a:prstDash val="solid"/>
            <a:round/>
            <a:headEnd type="none" w="med" len="med"/>
            <a:tailEnd type="none" w="med" len="med"/>
          </a:ln>
          <a:effectLst/>
        </p:spPr>
      </p:cxnSp>
      <p:cxnSp>
        <p:nvCxnSpPr>
          <p:cNvPr id="25" name="Straight Connector 24"/>
          <p:cNvCxnSpPr/>
          <p:nvPr/>
        </p:nvCxnSpPr>
        <p:spPr bwMode="auto">
          <a:xfrm>
            <a:off x="5230876" y="2813885"/>
            <a:ext cx="0" cy="2498552"/>
          </a:xfrm>
          <a:prstGeom prst="line">
            <a:avLst/>
          </a:prstGeom>
          <a:noFill/>
          <a:ln w="9525" cap="flat" cmpd="sng" algn="ctr">
            <a:solidFill>
              <a:schemeClr val="tx1"/>
            </a:solidFill>
            <a:prstDash val="solid"/>
            <a:round/>
            <a:headEnd type="none" w="med" len="med"/>
            <a:tailEnd type="none" w="med" len="med"/>
          </a:ln>
          <a:effectLst/>
        </p:spPr>
      </p:cxnSp>
      <p:cxnSp>
        <p:nvCxnSpPr>
          <p:cNvPr id="27" name="Straight Connector 26"/>
          <p:cNvCxnSpPr/>
          <p:nvPr/>
        </p:nvCxnSpPr>
        <p:spPr bwMode="auto">
          <a:xfrm>
            <a:off x="5696108" y="2809869"/>
            <a:ext cx="0" cy="2498552"/>
          </a:xfrm>
          <a:prstGeom prst="line">
            <a:avLst/>
          </a:prstGeom>
          <a:noFill/>
          <a:ln w="9525" cap="flat" cmpd="sng" algn="ctr">
            <a:solidFill>
              <a:schemeClr val="tx1"/>
            </a:solidFill>
            <a:prstDash val="solid"/>
            <a:round/>
            <a:headEnd type="none" w="med" len="med"/>
            <a:tailEnd type="none" w="med" len="med"/>
          </a:ln>
          <a:effectLst/>
        </p:spPr>
      </p:cxnSp>
      <p:cxnSp>
        <p:nvCxnSpPr>
          <p:cNvPr id="29" name="Straight Connector 28"/>
          <p:cNvCxnSpPr/>
          <p:nvPr/>
        </p:nvCxnSpPr>
        <p:spPr bwMode="auto">
          <a:xfrm>
            <a:off x="6173372" y="2817885"/>
            <a:ext cx="0" cy="2498552"/>
          </a:xfrm>
          <a:prstGeom prst="line">
            <a:avLst/>
          </a:prstGeom>
          <a:noFill/>
          <a:ln w="9525" cap="flat" cmpd="sng" algn="ctr">
            <a:solidFill>
              <a:schemeClr val="tx1"/>
            </a:solidFill>
            <a:prstDash val="solid"/>
            <a:round/>
            <a:headEnd type="none" w="med" len="med"/>
            <a:tailEnd type="none" w="med" len="med"/>
          </a:ln>
          <a:effectLst/>
        </p:spPr>
      </p:cxnSp>
      <p:cxnSp>
        <p:nvCxnSpPr>
          <p:cNvPr id="31" name="Straight Connector 30"/>
          <p:cNvCxnSpPr/>
          <p:nvPr/>
        </p:nvCxnSpPr>
        <p:spPr bwMode="auto">
          <a:xfrm>
            <a:off x="6650636" y="2813869"/>
            <a:ext cx="0" cy="2498552"/>
          </a:xfrm>
          <a:prstGeom prst="line">
            <a:avLst/>
          </a:prstGeom>
          <a:noFill/>
          <a:ln w="9525" cap="flat" cmpd="sng" algn="ctr">
            <a:solidFill>
              <a:schemeClr val="tx1"/>
            </a:solidFill>
            <a:prstDash val="solid"/>
            <a:round/>
            <a:headEnd type="none" w="med" len="med"/>
            <a:tailEnd type="none" w="med" len="med"/>
          </a:ln>
          <a:effectLst/>
        </p:spPr>
      </p:cxnSp>
      <p:cxnSp>
        <p:nvCxnSpPr>
          <p:cNvPr id="33" name="Straight Connector 32"/>
          <p:cNvCxnSpPr/>
          <p:nvPr/>
        </p:nvCxnSpPr>
        <p:spPr bwMode="auto">
          <a:xfrm>
            <a:off x="7127900" y="2809853"/>
            <a:ext cx="0" cy="2498552"/>
          </a:xfrm>
          <a:prstGeom prst="line">
            <a:avLst/>
          </a:prstGeom>
          <a:noFill/>
          <a:ln w="9525" cap="flat" cmpd="sng" algn="ctr">
            <a:solidFill>
              <a:schemeClr val="tx1"/>
            </a:solidFill>
            <a:prstDash val="solid"/>
            <a:round/>
            <a:headEnd type="none" w="med" len="med"/>
            <a:tailEnd type="none" w="med" len="med"/>
          </a:ln>
          <a:effectLst/>
        </p:spPr>
      </p:cxnSp>
      <p:cxnSp>
        <p:nvCxnSpPr>
          <p:cNvPr id="35" name="Straight Connector 34"/>
          <p:cNvCxnSpPr/>
          <p:nvPr/>
        </p:nvCxnSpPr>
        <p:spPr bwMode="auto">
          <a:xfrm>
            <a:off x="7605164" y="2817869"/>
            <a:ext cx="0" cy="2498552"/>
          </a:xfrm>
          <a:prstGeom prst="line">
            <a:avLst/>
          </a:prstGeom>
          <a:noFill/>
          <a:ln w="9525" cap="flat" cmpd="sng" algn="ctr">
            <a:solidFill>
              <a:schemeClr val="tx1"/>
            </a:solidFill>
            <a:prstDash val="solid"/>
            <a:round/>
            <a:headEnd type="none" w="med" len="med"/>
            <a:tailEnd type="none" w="med" len="med"/>
          </a:ln>
          <a:effectLst/>
        </p:spPr>
      </p:cxnSp>
      <p:cxnSp>
        <p:nvCxnSpPr>
          <p:cNvPr id="37" name="Straight Connector 36"/>
          <p:cNvCxnSpPr/>
          <p:nvPr/>
        </p:nvCxnSpPr>
        <p:spPr bwMode="auto">
          <a:xfrm>
            <a:off x="8070396" y="2813853"/>
            <a:ext cx="0" cy="2498552"/>
          </a:xfrm>
          <a:prstGeom prst="line">
            <a:avLst/>
          </a:prstGeom>
          <a:noFill/>
          <a:ln w="9525" cap="flat" cmpd="sng" algn="ctr">
            <a:solidFill>
              <a:schemeClr val="tx1"/>
            </a:solidFill>
            <a:prstDash val="solid"/>
            <a:round/>
            <a:headEnd type="none" w="med" len="med"/>
            <a:tailEnd type="none" w="med" len="med"/>
          </a:ln>
          <a:effectLst/>
        </p:spPr>
      </p:cxnSp>
      <p:cxnSp>
        <p:nvCxnSpPr>
          <p:cNvPr id="39" name="Straight Connector 38"/>
          <p:cNvCxnSpPr/>
          <p:nvPr/>
        </p:nvCxnSpPr>
        <p:spPr bwMode="auto">
          <a:xfrm>
            <a:off x="8547660" y="2809837"/>
            <a:ext cx="0" cy="2498552"/>
          </a:xfrm>
          <a:prstGeom prst="line">
            <a:avLst/>
          </a:prstGeom>
          <a:noFill/>
          <a:ln w="9525" cap="flat" cmpd="sng" algn="ctr">
            <a:solidFill>
              <a:schemeClr val="tx1"/>
            </a:solidFill>
            <a:prstDash val="solid"/>
            <a:round/>
            <a:headEnd type="none" w="med" len="med"/>
            <a:tailEnd type="none" w="med" len="med"/>
          </a:ln>
          <a:effectLst/>
        </p:spPr>
      </p:cxnSp>
      <p:sp>
        <p:nvSpPr>
          <p:cNvPr id="11" name="Freeform 10"/>
          <p:cNvSpPr/>
          <p:nvPr/>
        </p:nvSpPr>
        <p:spPr>
          <a:xfrm>
            <a:off x="3341885" y="4161439"/>
            <a:ext cx="5462336" cy="1155031"/>
          </a:xfrm>
          <a:custGeom>
            <a:avLst/>
            <a:gdLst>
              <a:gd name="connsiteX0" fmla="*/ 0 w 5462336"/>
              <a:gd name="connsiteY0" fmla="*/ 1155031 h 1155031"/>
              <a:gd name="connsiteX1" fmla="*/ 2370221 w 5462336"/>
              <a:gd name="connsiteY1" fmla="*/ 0 h 1155031"/>
              <a:gd name="connsiteX2" fmla="*/ 5462336 w 5462336"/>
              <a:gd name="connsiteY2" fmla="*/ 0 h 1155031"/>
            </a:gdLst>
            <a:ahLst/>
            <a:cxnLst>
              <a:cxn ang="0">
                <a:pos x="connsiteX0" y="connsiteY0"/>
              </a:cxn>
              <a:cxn ang="0">
                <a:pos x="connsiteX1" y="connsiteY1"/>
              </a:cxn>
              <a:cxn ang="0">
                <a:pos x="connsiteX2" y="connsiteY2"/>
              </a:cxn>
            </a:cxnLst>
            <a:rect l="l" t="t" r="r" b="b"/>
            <a:pathLst>
              <a:path w="5462336" h="1155031">
                <a:moveTo>
                  <a:pt x="0" y="1155031"/>
                </a:moveTo>
                <a:lnTo>
                  <a:pt x="2370221" y="0"/>
                </a:lnTo>
                <a:lnTo>
                  <a:pt x="5462336" y="0"/>
                </a:lnTo>
              </a:path>
            </a:pathLst>
          </a:custGeom>
          <a:noFill/>
          <a:ln w="28575">
            <a:solidFill>
              <a:srgbClr val="0033CC"/>
            </a:solidFill>
          </a:ln>
        </p:spPr>
        <p:txBody>
          <a:bodyPr vert="horz" wrap="none" lIns="91440" tIns="45720" rIns="91440" bIns="45720" numCol="1" rtlCol="0" anchor="ctr" anchorCtr="0" compatLnSpc="1">
            <a:prstTxWarp prst="textNoShape">
              <a:avLst/>
            </a:prstTxWarp>
          </a:bodyPr>
          <a:lstStyle/>
          <a:p>
            <a:pPr algn="ctr" eaLnBrk="0" fontAlgn="base" hangingPunct="0">
              <a:spcBef>
                <a:spcPct val="0"/>
              </a:spcBef>
              <a:spcAft>
                <a:spcPct val="0"/>
              </a:spcAft>
              <a:buClrTx/>
            </a:pPr>
            <a:endParaRPr lang="en-US" sz="1800" i="1">
              <a:solidFill>
                <a:schemeClr val="tx1"/>
              </a:solidFill>
              <a:latin typeface="Times New Roman" pitchFamily="18" charset="0"/>
            </a:endParaRPr>
          </a:p>
        </p:txBody>
      </p:sp>
      <p:sp>
        <p:nvSpPr>
          <p:cNvPr id="12" name="Freeform 11"/>
          <p:cNvSpPr/>
          <p:nvPr/>
        </p:nvSpPr>
        <p:spPr>
          <a:xfrm>
            <a:off x="3317821" y="3812523"/>
            <a:ext cx="5257800" cy="1503947"/>
          </a:xfrm>
          <a:custGeom>
            <a:avLst/>
            <a:gdLst>
              <a:gd name="connsiteX0" fmla="*/ 0 w 5257800"/>
              <a:gd name="connsiteY0" fmla="*/ 1503947 h 1503947"/>
              <a:gd name="connsiteX1" fmla="*/ 2406316 w 5257800"/>
              <a:gd name="connsiteY1" fmla="*/ 336884 h 1503947"/>
              <a:gd name="connsiteX2" fmla="*/ 3838074 w 5257800"/>
              <a:gd name="connsiteY2" fmla="*/ 0 h 1503947"/>
              <a:gd name="connsiteX3" fmla="*/ 5257800 w 5257800"/>
              <a:gd name="connsiteY3" fmla="*/ 324853 h 1503947"/>
            </a:gdLst>
            <a:ahLst/>
            <a:cxnLst>
              <a:cxn ang="0">
                <a:pos x="connsiteX0" y="connsiteY0"/>
              </a:cxn>
              <a:cxn ang="0">
                <a:pos x="connsiteX1" y="connsiteY1"/>
              </a:cxn>
              <a:cxn ang="0">
                <a:pos x="connsiteX2" y="connsiteY2"/>
              </a:cxn>
              <a:cxn ang="0">
                <a:pos x="connsiteX3" y="connsiteY3"/>
              </a:cxn>
            </a:cxnLst>
            <a:rect l="l" t="t" r="r" b="b"/>
            <a:pathLst>
              <a:path w="5257800" h="1503947">
                <a:moveTo>
                  <a:pt x="0" y="1503947"/>
                </a:moveTo>
                <a:lnTo>
                  <a:pt x="2406316" y="336884"/>
                </a:lnTo>
                <a:lnTo>
                  <a:pt x="3838074" y="0"/>
                </a:lnTo>
                <a:lnTo>
                  <a:pt x="5257800" y="324853"/>
                </a:lnTo>
              </a:path>
            </a:pathLst>
          </a:custGeom>
          <a:noFill/>
          <a:ln w="28575">
            <a:solidFill>
              <a:srgbClr val="0033CC"/>
            </a:solidFill>
          </a:ln>
        </p:spPr>
        <p:txBody>
          <a:bodyPr vert="horz" wrap="none" lIns="91440" tIns="45720" rIns="91440" bIns="45720" numCol="1" rtlCol="0" anchor="ctr" anchorCtr="0" compatLnSpc="1">
            <a:prstTxWarp prst="textNoShape">
              <a:avLst/>
            </a:prstTxWarp>
          </a:bodyPr>
          <a:lstStyle/>
          <a:p>
            <a:pPr algn="ctr" eaLnBrk="0" fontAlgn="base" hangingPunct="0">
              <a:spcBef>
                <a:spcPct val="0"/>
              </a:spcBef>
              <a:spcAft>
                <a:spcPct val="0"/>
              </a:spcAft>
              <a:buClrTx/>
            </a:pPr>
            <a:endParaRPr lang="en-US" sz="1800" i="1">
              <a:solidFill>
                <a:schemeClr val="tx1"/>
              </a:solidFill>
              <a:latin typeface="Times New Roman" pitchFamily="18" charset="0"/>
            </a:endParaRPr>
          </a:p>
        </p:txBody>
      </p:sp>
      <p:sp>
        <p:nvSpPr>
          <p:cNvPr id="13" name="Freeform 12"/>
          <p:cNvSpPr/>
          <p:nvPr/>
        </p:nvSpPr>
        <p:spPr>
          <a:xfrm>
            <a:off x="3317821" y="3499701"/>
            <a:ext cx="5257800" cy="1840832"/>
          </a:xfrm>
          <a:custGeom>
            <a:avLst/>
            <a:gdLst>
              <a:gd name="connsiteX0" fmla="*/ 0 w 5257800"/>
              <a:gd name="connsiteY0" fmla="*/ 1840832 h 1840832"/>
              <a:gd name="connsiteX1" fmla="*/ 998621 w 5257800"/>
              <a:gd name="connsiteY1" fmla="*/ 745958 h 1840832"/>
              <a:gd name="connsiteX2" fmla="*/ 2394285 w 5257800"/>
              <a:gd name="connsiteY2" fmla="*/ 132347 h 1840832"/>
              <a:gd name="connsiteX3" fmla="*/ 3826042 w 5257800"/>
              <a:gd name="connsiteY3" fmla="*/ 0 h 1840832"/>
              <a:gd name="connsiteX4" fmla="*/ 5257800 w 5257800"/>
              <a:gd name="connsiteY4" fmla="*/ 324853 h 18408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57800" h="1840832">
                <a:moveTo>
                  <a:pt x="0" y="1840832"/>
                </a:moveTo>
                <a:lnTo>
                  <a:pt x="998621" y="745958"/>
                </a:lnTo>
                <a:lnTo>
                  <a:pt x="2394285" y="132347"/>
                </a:lnTo>
                <a:lnTo>
                  <a:pt x="3826042" y="0"/>
                </a:lnTo>
                <a:lnTo>
                  <a:pt x="5257800" y="324853"/>
                </a:lnTo>
              </a:path>
            </a:pathLst>
          </a:custGeom>
          <a:noFill/>
          <a:ln w="28575">
            <a:solidFill>
              <a:srgbClr val="0033CC"/>
            </a:solidFill>
          </a:ln>
        </p:spPr>
        <p:txBody>
          <a:bodyPr vert="horz" wrap="none" lIns="91440" tIns="45720" rIns="91440" bIns="45720" numCol="1" rtlCol="0" anchor="ctr" anchorCtr="0" compatLnSpc="1">
            <a:prstTxWarp prst="textNoShape">
              <a:avLst/>
            </a:prstTxWarp>
          </a:bodyPr>
          <a:lstStyle/>
          <a:p>
            <a:pPr algn="ctr" eaLnBrk="0" fontAlgn="base" hangingPunct="0">
              <a:spcBef>
                <a:spcPct val="0"/>
              </a:spcBef>
              <a:spcAft>
                <a:spcPct val="0"/>
              </a:spcAft>
              <a:buClrTx/>
            </a:pPr>
            <a:endParaRPr lang="en-US" sz="1800" i="1">
              <a:solidFill>
                <a:schemeClr val="tx1"/>
              </a:solidFill>
              <a:latin typeface="Times New Roman" pitchFamily="18" charset="0"/>
            </a:endParaRPr>
          </a:p>
        </p:txBody>
      </p:sp>
      <p:sp>
        <p:nvSpPr>
          <p:cNvPr id="14" name="Freeform 13"/>
          <p:cNvSpPr/>
          <p:nvPr/>
        </p:nvSpPr>
        <p:spPr>
          <a:xfrm>
            <a:off x="3329854" y="3355323"/>
            <a:ext cx="5233737" cy="1973179"/>
          </a:xfrm>
          <a:custGeom>
            <a:avLst/>
            <a:gdLst>
              <a:gd name="connsiteX0" fmla="*/ 0 w 5233737"/>
              <a:gd name="connsiteY0" fmla="*/ 1973179 h 1973179"/>
              <a:gd name="connsiteX1" fmla="*/ 986589 w 5233737"/>
              <a:gd name="connsiteY1" fmla="*/ 914400 h 1973179"/>
              <a:gd name="connsiteX2" fmla="*/ 1913021 w 5233737"/>
              <a:gd name="connsiteY2" fmla="*/ 312821 h 1973179"/>
              <a:gd name="connsiteX3" fmla="*/ 2358189 w 5233737"/>
              <a:gd name="connsiteY3" fmla="*/ 132347 h 1973179"/>
              <a:gd name="connsiteX4" fmla="*/ 3826042 w 5233737"/>
              <a:gd name="connsiteY4" fmla="*/ 0 h 1973179"/>
              <a:gd name="connsiteX5" fmla="*/ 5233737 w 5233737"/>
              <a:gd name="connsiteY5" fmla="*/ 324853 h 1973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33737" h="1973179">
                <a:moveTo>
                  <a:pt x="0" y="1973179"/>
                </a:moveTo>
                <a:lnTo>
                  <a:pt x="986589" y="914400"/>
                </a:lnTo>
                <a:lnTo>
                  <a:pt x="1913021" y="312821"/>
                </a:lnTo>
                <a:lnTo>
                  <a:pt x="2358189" y="132347"/>
                </a:lnTo>
                <a:lnTo>
                  <a:pt x="3826042" y="0"/>
                </a:lnTo>
                <a:lnTo>
                  <a:pt x="5233737" y="324853"/>
                </a:lnTo>
              </a:path>
            </a:pathLst>
          </a:custGeom>
          <a:noFill/>
          <a:ln w="28575">
            <a:solidFill>
              <a:srgbClr val="0033CC"/>
            </a:solidFill>
          </a:ln>
        </p:spPr>
        <p:txBody>
          <a:bodyPr vert="horz" wrap="none" lIns="91440" tIns="45720" rIns="91440" bIns="45720" numCol="1" rtlCol="0" anchor="ctr" anchorCtr="0" compatLnSpc="1">
            <a:prstTxWarp prst="textNoShape">
              <a:avLst/>
            </a:prstTxWarp>
          </a:bodyPr>
          <a:lstStyle/>
          <a:p>
            <a:pPr algn="ctr" eaLnBrk="0" fontAlgn="base" hangingPunct="0">
              <a:spcBef>
                <a:spcPct val="0"/>
              </a:spcBef>
              <a:spcAft>
                <a:spcPct val="0"/>
              </a:spcAft>
              <a:buClrTx/>
            </a:pPr>
            <a:endParaRPr lang="en-US" sz="1800" i="1">
              <a:solidFill>
                <a:schemeClr val="tx1"/>
              </a:solidFill>
              <a:latin typeface="Times New Roman" pitchFamily="18" charset="0"/>
            </a:endParaRPr>
          </a:p>
        </p:txBody>
      </p:sp>
      <p:sp>
        <p:nvSpPr>
          <p:cNvPr id="16" name="Freeform 15"/>
          <p:cNvSpPr/>
          <p:nvPr/>
        </p:nvSpPr>
        <p:spPr>
          <a:xfrm>
            <a:off x="3317822" y="3427513"/>
            <a:ext cx="5233737" cy="1913021"/>
          </a:xfrm>
          <a:custGeom>
            <a:avLst/>
            <a:gdLst>
              <a:gd name="connsiteX0" fmla="*/ 0 w 5233737"/>
              <a:gd name="connsiteY0" fmla="*/ 1913021 h 1913021"/>
              <a:gd name="connsiteX1" fmla="*/ 974558 w 5233737"/>
              <a:gd name="connsiteY1" fmla="*/ 830178 h 1913021"/>
              <a:gd name="connsiteX2" fmla="*/ 1900990 w 5233737"/>
              <a:gd name="connsiteY2" fmla="*/ 252663 h 1913021"/>
              <a:gd name="connsiteX3" fmla="*/ 2394285 w 5233737"/>
              <a:gd name="connsiteY3" fmla="*/ 36094 h 1913021"/>
              <a:gd name="connsiteX4" fmla="*/ 2875548 w 5233737"/>
              <a:gd name="connsiteY4" fmla="*/ 12031 h 1913021"/>
              <a:gd name="connsiteX5" fmla="*/ 3838074 w 5233737"/>
              <a:gd name="connsiteY5" fmla="*/ 0 h 1913021"/>
              <a:gd name="connsiteX6" fmla="*/ 5233737 w 5233737"/>
              <a:gd name="connsiteY6" fmla="*/ 312821 h 1913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33737" h="1913021">
                <a:moveTo>
                  <a:pt x="0" y="1913021"/>
                </a:moveTo>
                <a:lnTo>
                  <a:pt x="974558" y="830178"/>
                </a:lnTo>
                <a:lnTo>
                  <a:pt x="1900990" y="252663"/>
                </a:lnTo>
                <a:lnTo>
                  <a:pt x="2394285" y="36094"/>
                </a:lnTo>
                <a:lnTo>
                  <a:pt x="2875548" y="12031"/>
                </a:lnTo>
                <a:lnTo>
                  <a:pt x="3838074" y="0"/>
                </a:lnTo>
                <a:lnTo>
                  <a:pt x="5233737" y="312821"/>
                </a:lnTo>
              </a:path>
            </a:pathLst>
          </a:custGeom>
          <a:noFill/>
          <a:ln w="28575">
            <a:solidFill>
              <a:srgbClr val="0033CC"/>
            </a:solidFill>
          </a:ln>
        </p:spPr>
        <p:txBody>
          <a:bodyPr vert="horz" wrap="none" lIns="91440" tIns="45720" rIns="91440" bIns="45720" numCol="1" rtlCol="0" anchor="ctr" anchorCtr="0" compatLnSpc="1">
            <a:prstTxWarp prst="textNoShape">
              <a:avLst/>
            </a:prstTxWarp>
          </a:bodyPr>
          <a:lstStyle/>
          <a:p>
            <a:pPr algn="ctr" eaLnBrk="0" fontAlgn="base" hangingPunct="0">
              <a:spcBef>
                <a:spcPct val="0"/>
              </a:spcBef>
              <a:spcAft>
                <a:spcPct val="0"/>
              </a:spcAft>
              <a:buClrTx/>
            </a:pPr>
            <a:endParaRPr lang="en-US" sz="1800" i="1">
              <a:solidFill>
                <a:schemeClr val="tx1"/>
              </a:solidFill>
              <a:latin typeface="Times New Roman" pitchFamily="18" charset="0"/>
            </a:endParaRPr>
          </a:p>
        </p:txBody>
      </p:sp>
      <p:sp>
        <p:nvSpPr>
          <p:cNvPr id="17" name="Freeform 16"/>
          <p:cNvSpPr/>
          <p:nvPr/>
        </p:nvSpPr>
        <p:spPr>
          <a:xfrm>
            <a:off x="3317822" y="3451576"/>
            <a:ext cx="5245769" cy="1913021"/>
          </a:xfrm>
          <a:custGeom>
            <a:avLst/>
            <a:gdLst>
              <a:gd name="connsiteX0" fmla="*/ 0 w 5245769"/>
              <a:gd name="connsiteY0" fmla="*/ 1913021 h 1913021"/>
              <a:gd name="connsiteX1" fmla="*/ 974558 w 5245769"/>
              <a:gd name="connsiteY1" fmla="*/ 794084 h 1913021"/>
              <a:gd name="connsiteX2" fmla="*/ 1900990 w 5245769"/>
              <a:gd name="connsiteY2" fmla="*/ 204537 h 1913021"/>
              <a:gd name="connsiteX3" fmla="*/ 2394285 w 5245769"/>
              <a:gd name="connsiteY3" fmla="*/ 12031 h 1913021"/>
              <a:gd name="connsiteX4" fmla="*/ 2863516 w 5245769"/>
              <a:gd name="connsiteY4" fmla="*/ 0 h 1913021"/>
              <a:gd name="connsiteX5" fmla="*/ 3332748 w 5245769"/>
              <a:gd name="connsiteY5" fmla="*/ 36094 h 1913021"/>
              <a:gd name="connsiteX6" fmla="*/ 3826042 w 5245769"/>
              <a:gd name="connsiteY6" fmla="*/ 144379 h 1913021"/>
              <a:gd name="connsiteX7" fmla="*/ 5245769 w 5245769"/>
              <a:gd name="connsiteY7" fmla="*/ 601579 h 1913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45769" h="1913021">
                <a:moveTo>
                  <a:pt x="0" y="1913021"/>
                </a:moveTo>
                <a:lnTo>
                  <a:pt x="974558" y="794084"/>
                </a:lnTo>
                <a:lnTo>
                  <a:pt x="1900990" y="204537"/>
                </a:lnTo>
                <a:lnTo>
                  <a:pt x="2394285" y="12031"/>
                </a:lnTo>
                <a:lnTo>
                  <a:pt x="2863516" y="0"/>
                </a:lnTo>
                <a:lnTo>
                  <a:pt x="3332748" y="36094"/>
                </a:lnTo>
                <a:lnTo>
                  <a:pt x="3826042" y="144379"/>
                </a:lnTo>
                <a:lnTo>
                  <a:pt x="5245769" y="601579"/>
                </a:lnTo>
              </a:path>
            </a:pathLst>
          </a:custGeom>
          <a:noFill/>
          <a:ln w="28575">
            <a:solidFill>
              <a:srgbClr val="0033CC"/>
            </a:solidFill>
          </a:ln>
        </p:spPr>
        <p:txBody>
          <a:bodyPr vert="horz" wrap="none" lIns="91440" tIns="45720" rIns="91440" bIns="45720" numCol="1" rtlCol="0" anchor="ctr" anchorCtr="0" compatLnSpc="1">
            <a:prstTxWarp prst="textNoShape">
              <a:avLst/>
            </a:prstTxWarp>
          </a:bodyPr>
          <a:lstStyle/>
          <a:p>
            <a:pPr algn="ctr" eaLnBrk="0" fontAlgn="base" hangingPunct="0">
              <a:spcBef>
                <a:spcPct val="0"/>
              </a:spcBef>
              <a:spcAft>
                <a:spcPct val="0"/>
              </a:spcAft>
              <a:buClrTx/>
            </a:pPr>
            <a:endParaRPr lang="en-US" sz="1800" i="1">
              <a:solidFill>
                <a:schemeClr val="tx1"/>
              </a:solidFill>
              <a:latin typeface="Times New Roman" pitchFamily="18" charset="0"/>
            </a:endParaRPr>
          </a:p>
        </p:txBody>
      </p:sp>
    </p:spTree>
    <p:extLst>
      <p:ext uri="{BB962C8B-B14F-4D97-AF65-F5344CB8AC3E}">
        <p14:creationId xmlns:p14="http://schemas.microsoft.com/office/powerpoint/2010/main" val="28386840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left)">
                                      <p:cBhvr>
                                        <p:cTn id="7" dur="500"/>
                                        <p:tgtEl>
                                          <p:spTgt spid="2"/>
                                        </p:tgtEl>
                                      </p:cBhvr>
                                    </p:animEffect>
                                  </p:childTnLst>
                                  <p:subTnLst>
                                    <p:set>
                                      <p:cBhvr override="childStyle">
                                        <p:cTn dur="1" fill="hold" display="0" masterRel="nextClick" afterEffect="1"/>
                                        <p:tgtEl>
                                          <p:spTgt spid="2"/>
                                        </p:tgtEl>
                                        <p:attrNameLst>
                                          <p:attrName>style.visibility</p:attrName>
                                        </p:attrNameLst>
                                      </p:cBhvr>
                                      <p:to>
                                        <p:strVal val="hidden"/>
                                      </p:to>
                                    </p:set>
                                  </p:sub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wipe(left)">
                                      <p:cBhvr>
                                        <p:cTn id="12" dur="500"/>
                                        <p:tgtEl>
                                          <p:spTgt spid="11"/>
                                        </p:tgtEl>
                                      </p:cBhvr>
                                    </p:animEffect>
                                  </p:childTnLst>
                                  <p:subTnLst>
                                    <p:set>
                                      <p:cBhvr override="childStyle">
                                        <p:cTn dur="1" fill="hold" display="0" masterRel="nextClick" afterEffect="1"/>
                                        <p:tgtEl>
                                          <p:spTgt spid="11"/>
                                        </p:tgtEl>
                                        <p:attrNameLst>
                                          <p:attrName>style.visibility</p:attrName>
                                        </p:attrNameLst>
                                      </p:cBhvr>
                                      <p:to>
                                        <p:strVal val="hidden"/>
                                      </p:to>
                                    </p:set>
                                  </p:subTnLst>
                                </p:cTn>
                              </p:par>
                            </p:childTnLst>
                          </p:cTn>
                        </p:par>
                      </p:childTnLst>
                    </p:cTn>
                  </p:par>
                  <p:par>
                    <p:cTn id="13" fill="hold">
                      <p:stCondLst>
                        <p:cond delay="indefinite"/>
                      </p:stCondLst>
                      <p:childTnLst>
                        <p:par>
                          <p:cTn id="14" fill="hold">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12"/>
                                        </p:tgtEl>
                                        <p:attrNameLst>
                                          <p:attrName>style.visibility</p:attrName>
                                        </p:attrNameLst>
                                      </p:cBhvr>
                                      <p:to>
                                        <p:strVal val="visible"/>
                                      </p:to>
                                    </p:set>
                                    <p:animEffect transition="in" filter="wipe(left)">
                                      <p:cBhvr>
                                        <p:cTn id="17" dur="500"/>
                                        <p:tgtEl>
                                          <p:spTgt spid="12"/>
                                        </p:tgtEl>
                                      </p:cBhvr>
                                    </p:animEffect>
                                  </p:childTnLst>
                                  <p:subTnLst>
                                    <p:set>
                                      <p:cBhvr override="childStyle">
                                        <p:cTn dur="1" fill="hold" display="0" masterRel="nextClick" afterEffect="1"/>
                                        <p:tgtEl>
                                          <p:spTgt spid="12"/>
                                        </p:tgtEl>
                                        <p:attrNameLst>
                                          <p:attrName>style.visibility</p:attrName>
                                        </p:attrNameLst>
                                      </p:cBhvr>
                                      <p:to>
                                        <p:strVal val="hidden"/>
                                      </p:to>
                                    </p:set>
                                  </p:subTnLst>
                                </p:cTn>
                              </p:par>
                            </p:childTnLst>
                          </p:cTn>
                        </p:par>
                        <p:par>
                          <p:cTn id="18" fill="hold">
                            <p:stCondLst>
                              <p:cond delay="500"/>
                            </p:stCondLst>
                            <p:childTnLst>
                              <p:par>
                                <p:cTn id="19" presetID="22" presetClass="entr" presetSubtype="8" fill="hold" grpId="0" nodeType="afterEffect">
                                  <p:stCondLst>
                                    <p:cond delay="0"/>
                                  </p:stCondLst>
                                  <p:childTnLst>
                                    <p:set>
                                      <p:cBhvr>
                                        <p:cTn id="20" dur="1" fill="hold">
                                          <p:stCondLst>
                                            <p:cond delay="0"/>
                                          </p:stCondLst>
                                        </p:cTn>
                                        <p:tgtEl>
                                          <p:spTgt spid="13"/>
                                        </p:tgtEl>
                                        <p:attrNameLst>
                                          <p:attrName>style.visibility</p:attrName>
                                        </p:attrNameLst>
                                      </p:cBhvr>
                                      <p:to>
                                        <p:strVal val="visible"/>
                                      </p:to>
                                    </p:set>
                                    <p:animEffect transition="in" filter="wipe(left)">
                                      <p:cBhvr>
                                        <p:cTn id="21" dur="500"/>
                                        <p:tgtEl>
                                          <p:spTgt spid="13"/>
                                        </p:tgtEl>
                                      </p:cBhvr>
                                    </p:animEffect>
                                  </p:childTnLst>
                                  <p:subTnLst>
                                    <p:set>
                                      <p:cBhvr override="childStyle">
                                        <p:cTn dur="1" fill="hold" display="0" masterRel="nextClick" afterEffect="1"/>
                                        <p:tgtEl>
                                          <p:spTgt spid="13"/>
                                        </p:tgtEl>
                                        <p:attrNameLst>
                                          <p:attrName>style.visibility</p:attrName>
                                        </p:attrNameLst>
                                      </p:cBhvr>
                                      <p:to>
                                        <p:strVal val="hidden"/>
                                      </p:to>
                                    </p:set>
                                  </p:subTnLst>
                                </p:cTn>
                              </p:par>
                            </p:childTnLst>
                          </p:cTn>
                        </p:par>
                        <p:par>
                          <p:cTn id="22" fill="hold">
                            <p:stCondLst>
                              <p:cond delay="1000"/>
                            </p:stCondLst>
                            <p:childTnLst>
                              <p:par>
                                <p:cTn id="23" presetID="22" presetClass="entr" presetSubtype="8" fill="hold" grpId="0" nodeType="afterEffect">
                                  <p:stCondLst>
                                    <p:cond delay="0"/>
                                  </p:stCondLst>
                                  <p:childTnLst>
                                    <p:set>
                                      <p:cBhvr>
                                        <p:cTn id="24" dur="1" fill="hold">
                                          <p:stCondLst>
                                            <p:cond delay="0"/>
                                          </p:stCondLst>
                                        </p:cTn>
                                        <p:tgtEl>
                                          <p:spTgt spid="14"/>
                                        </p:tgtEl>
                                        <p:attrNameLst>
                                          <p:attrName>style.visibility</p:attrName>
                                        </p:attrNameLst>
                                      </p:cBhvr>
                                      <p:to>
                                        <p:strVal val="visible"/>
                                      </p:to>
                                    </p:set>
                                    <p:animEffect transition="in" filter="wipe(left)">
                                      <p:cBhvr>
                                        <p:cTn id="25" dur="500"/>
                                        <p:tgtEl>
                                          <p:spTgt spid="14"/>
                                        </p:tgtEl>
                                      </p:cBhvr>
                                    </p:animEffect>
                                  </p:childTnLst>
                                  <p:subTnLst>
                                    <p:set>
                                      <p:cBhvr override="childStyle">
                                        <p:cTn dur="1" fill="hold" display="0" masterRel="nextClick" afterEffect="1"/>
                                        <p:tgtEl>
                                          <p:spTgt spid="14"/>
                                        </p:tgtEl>
                                        <p:attrNameLst>
                                          <p:attrName>style.visibility</p:attrName>
                                        </p:attrNameLst>
                                      </p:cBhvr>
                                      <p:to>
                                        <p:strVal val="hidden"/>
                                      </p:to>
                                    </p:set>
                                  </p:subTnLst>
                                </p:cTn>
                              </p:par>
                            </p:childTnLst>
                          </p:cTn>
                        </p:par>
                        <p:par>
                          <p:cTn id="26" fill="hold">
                            <p:stCondLst>
                              <p:cond delay="1500"/>
                            </p:stCondLst>
                            <p:childTnLst>
                              <p:par>
                                <p:cTn id="27" presetID="22" presetClass="entr" presetSubtype="8" fill="hold" grpId="0" nodeType="afterEffect">
                                  <p:stCondLst>
                                    <p:cond delay="0"/>
                                  </p:stCondLst>
                                  <p:childTnLst>
                                    <p:set>
                                      <p:cBhvr>
                                        <p:cTn id="28" dur="1" fill="hold">
                                          <p:stCondLst>
                                            <p:cond delay="0"/>
                                          </p:stCondLst>
                                        </p:cTn>
                                        <p:tgtEl>
                                          <p:spTgt spid="16"/>
                                        </p:tgtEl>
                                        <p:attrNameLst>
                                          <p:attrName>style.visibility</p:attrName>
                                        </p:attrNameLst>
                                      </p:cBhvr>
                                      <p:to>
                                        <p:strVal val="visible"/>
                                      </p:to>
                                    </p:set>
                                    <p:animEffect transition="in" filter="wipe(left)">
                                      <p:cBhvr>
                                        <p:cTn id="29" dur="500"/>
                                        <p:tgtEl>
                                          <p:spTgt spid="16"/>
                                        </p:tgtEl>
                                      </p:cBhvr>
                                    </p:animEffect>
                                  </p:childTnLst>
                                  <p:subTnLst>
                                    <p:set>
                                      <p:cBhvr override="childStyle">
                                        <p:cTn dur="1" fill="hold" display="0" masterRel="nextClick" afterEffect="1"/>
                                        <p:tgtEl>
                                          <p:spTgt spid="16"/>
                                        </p:tgtEl>
                                        <p:attrNameLst>
                                          <p:attrName>style.visibility</p:attrName>
                                        </p:attrNameLst>
                                      </p:cBhvr>
                                      <p:to>
                                        <p:strVal val="hidden"/>
                                      </p:to>
                                    </p:set>
                                  </p:subTnLst>
                                </p:cTn>
                              </p:par>
                            </p:childTnLst>
                          </p:cTn>
                        </p:par>
                        <p:par>
                          <p:cTn id="30" fill="hold">
                            <p:stCondLst>
                              <p:cond delay="2000"/>
                            </p:stCondLst>
                            <p:childTnLst>
                              <p:par>
                                <p:cTn id="31" presetID="22" presetClass="entr" presetSubtype="8" fill="hold" grpId="0" nodeType="afterEffect">
                                  <p:stCondLst>
                                    <p:cond delay="0"/>
                                  </p:stCondLst>
                                  <p:childTnLst>
                                    <p:set>
                                      <p:cBhvr>
                                        <p:cTn id="32" dur="1" fill="hold">
                                          <p:stCondLst>
                                            <p:cond delay="0"/>
                                          </p:stCondLst>
                                        </p:cTn>
                                        <p:tgtEl>
                                          <p:spTgt spid="17"/>
                                        </p:tgtEl>
                                        <p:attrNameLst>
                                          <p:attrName>style.visibility</p:attrName>
                                        </p:attrNameLst>
                                      </p:cBhvr>
                                      <p:to>
                                        <p:strVal val="visible"/>
                                      </p:to>
                                    </p:set>
                                    <p:animEffect transition="in" filter="wipe(left)">
                                      <p:cBhvr>
                                        <p:cTn id="33"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11" grpId="0" animBg="1"/>
      <p:bldP spid="12" grpId="0" animBg="1"/>
      <p:bldP spid="13" grpId="0" animBg="1"/>
      <p:bldP spid="14" grpId="0" animBg="1"/>
      <p:bldP spid="16" grpId="0" animBg="1"/>
      <p:bldP spid="17" grpId="0" animBg="1"/>
    </p:bldLst>
  </p:timing>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3428" name="Group 2"/>
          <p:cNvGrpSpPr>
            <a:grpSpLocks/>
          </p:cNvGrpSpPr>
          <p:nvPr/>
        </p:nvGrpSpPr>
        <p:grpSpPr bwMode="auto">
          <a:xfrm>
            <a:off x="3011488" y="2598738"/>
            <a:ext cx="6081712" cy="3332162"/>
            <a:chOff x="1449" y="1725"/>
            <a:chExt cx="3265" cy="1898"/>
          </a:xfrm>
        </p:grpSpPr>
        <p:grpSp>
          <p:nvGrpSpPr>
            <p:cNvPr id="103453" name="Group 3"/>
            <p:cNvGrpSpPr>
              <a:grpSpLocks/>
            </p:cNvGrpSpPr>
            <p:nvPr/>
          </p:nvGrpSpPr>
          <p:grpSpPr bwMode="auto">
            <a:xfrm>
              <a:off x="3772" y="2690"/>
              <a:ext cx="894" cy="596"/>
              <a:chOff x="3772" y="2690"/>
              <a:chExt cx="894" cy="596"/>
            </a:xfrm>
          </p:grpSpPr>
          <p:sp>
            <p:nvSpPr>
              <p:cNvPr id="104673" name="Freeform 4"/>
              <p:cNvSpPr>
                <a:spLocks/>
              </p:cNvSpPr>
              <p:nvPr/>
            </p:nvSpPr>
            <p:spPr bwMode="auto">
              <a:xfrm>
                <a:off x="4538" y="2690"/>
                <a:ext cx="128" cy="104"/>
              </a:xfrm>
              <a:custGeom>
                <a:avLst/>
                <a:gdLst>
                  <a:gd name="T0" fmla="*/ 128 w 128"/>
                  <a:gd name="T1" fmla="*/ 0 h 104"/>
                  <a:gd name="T2" fmla="*/ 40 w 128"/>
                  <a:gd name="T3" fmla="*/ 104 h 104"/>
                  <a:gd name="T4" fmla="*/ 16 w 128"/>
                  <a:gd name="T5" fmla="*/ 72 h 104"/>
                  <a:gd name="T6" fmla="*/ 0 w 128"/>
                  <a:gd name="T7" fmla="*/ 48 h 104"/>
                  <a:gd name="T8" fmla="*/ 128 w 128"/>
                  <a:gd name="T9" fmla="*/ 0 h 104"/>
                  <a:gd name="T10" fmla="*/ 0 60000 65536"/>
                  <a:gd name="T11" fmla="*/ 0 60000 65536"/>
                  <a:gd name="T12" fmla="*/ 0 60000 65536"/>
                  <a:gd name="T13" fmla="*/ 0 60000 65536"/>
                  <a:gd name="T14" fmla="*/ 0 60000 65536"/>
                  <a:gd name="T15" fmla="*/ 0 w 128"/>
                  <a:gd name="T16" fmla="*/ 0 h 104"/>
                  <a:gd name="T17" fmla="*/ 128 w 128"/>
                  <a:gd name="T18" fmla="*/ 104 h 104"/>
                </a:gdLst>
                <a:ahLst/>
                <a:cxnLst>
                  <a:cxn ang="T10">
                    <a:pos x="T0" y="T1"/>
                  </a:cxn>
                  <a:cxn ang="T11">
                    <a:pos x="T2" y="T3"/>
                  </a:cxn>
                  <a:cxn ang="T12">
                    <a:pos x="T4" y="T5"/>
                  </a:cxn>
                  <a:cxn ang="T13">
                    <a:pos x="T6" y="T7"/>
                  </a:cxn>
                  <a:cxn ang="T14">
                    <a:pos x="T8" y="T9"/>
                  </a:cxn>
                </a:cxnLst>
                <a:rect l="T15" t="T16" r="T17" b="T18"/>
                <a:pathLst>
                  <a:path w="128" h="104">
                    <a:moveTo>
                      <a:pt x="128" y="0"/>
                    </a:moveTo>
                    <a:lnTo>
                      <a:pt x="40" y="104"/>
                    </a:lnTo>
                    <a:lnTo>
                      <a:pt x="16" y="72"/>
                    </a:lnTo>
                    <a:lnTo>
                      <a:pt x="0" y="48"/>
                    </a:lnTo>
                    <a:lnTo>
                      <a:pt x="128" y="0"/>
                    </a:lnTo>
                    <a:close/>
                  </a:path>
                </a:pathLst>
              </a:custGeom>
              <a:solidFill>
                <a:schemeClr val="bg2"/>
              </a:solidFill>
              <a:ln w="9525">
                <a:solidFill>
                  <a:schemeClr val="bg2"/>
                </a:solidFill>
                <a:round/>
                <a:headEnd/>
                <a:tailEnd/>
              </a:ln>
            </p:spPr>
            <p:txBody>
              <a:bodyPr/>
              <a:lstStyle/>
              <a:p>
                <a:endParaRPr lang="en-US"/>
              </a:p>
            </p:txBody>
          </p:sp>
          <p:sp>
            <p:nvSpPr>
              <p:cNvPr id="104674" name="Line 5"/>
              <p:cNvSpPr>
                <a:spLocks noChangeShapeType="1"/>
              </p:cNvSpPr>
              <p:nvPr/>
            </p:nvSpPr>
            <p:spPr bwMode="auto">
              <a:xfrm flipV="1">
                <a:off x="3772" y="2757"/>
                <a:ext cx="790" cy="529"/>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3454" name="Group 6"/>
            <p:cNvGrpSpPr>
              <a:grpSpLocks/>
            </p:cNvGrpSpPr>
            <p:nvPr/>
          </p:nvGrpSpPr>
          <p:grpSpPr bwMode="auto">
            <a:xfrm>
              <a:off x="1944" y="2690"/>
              <a:ext cx="894" cy="596"/>
              <a:chOff x="1944" y="2690"/>
              <a:chExt cx="894" cy="596"/>
            </a:xfrm>
          </p:grpSpPr>
          <p:sp>
            <p:nvSpPr>
              <p:cNvPr id="104671" name="Freeform 7"/>
              <p:cNvSpPr>
                <a:spLocks/>
              </p:cNvSpPr>
              <p:nvPr/>
            </p:nvSpPr>
            <p:spPr bwMode="auto">
              <a:xfrm>
                <a:off x="2702" y="2690"/>
                <a:ext cx="136" cy="104"/>
              </a:xfrm>
              <a:custGeom>
                <a:avLst/>
                <a:gdLst>
                  <a:gd name="T0" fmla="*/ 136 w 136"/>
                  <a:gd name="T1" fmla="*/ 0 h 104"/>
                  <a:gd name="T2" fmla="*/ 40 w 136"/>
                  <a:gd name="T3" fmla="*/ 104 h 104"/>
                  <a:gd name="T4" fmla="*/ 24 w 136"/>
                  <a:gd name="T5" fmla="*/ 72 h 104"/>
                  <a:gd name="T6" fmla="*/ 0 w 136"/>
                  <a:gd name="T7" fmla="*/ 48 h 104"/>
                  <a:gd name="T8" fmla="*/ 136 w 136"/>
                  <a:gd name="T9" fmla="*/ 0 h 104"/>
                  <a:gd name="T10" fmla="*/ 0 60000 65536"/>
                  <a:gd name="T11" fmla="*/ 0 60000 65536"/>
                  <a:gd name="T12" fmla="*/ 0 60000 65536"/>
                  <a:gd name="T13" fmla="*/ 0 60000 65536"/>
                  <a:gd name="T14" fmla="*/ 0 60000 65536"/>
                  <a:gd name="T15" fmla="*/ 0 w 136"/>
                  <a:gd name="T16" fmla="*/ 0 h 104"/>
                  <a:gd name="T17" fmla="*/ 136 w 136"/>
                  <a:gd name="T18" fmla="*/ 104 h 104"/>
                </a:gdLst>
                <a:ahLst/>
                <a:cxnLst>
                  <a:cxn ang="T10">
                    <a:pos x="T0" y="T1"/>
                  </a:cxn>
                  <a:cxn ang="T11">
                    <a:pos x="T2" y="T3"/>
                  </a:cxn>
                  <a:cxn ang="T12">
                    <a:pos x="T4" y="T5"/>
                  </a:cxn>
                  <a:cxn ang="T13">
                    <a:pos x="T6" y="T7"/>
                  </a:cxn>
                  <a:cxn ang="T14">
                    <a:pos x="T8" y="T9"/>
                  </a:cxn>
                </a:cxnLst>
                <a:rect l="T15" t="T16" r="T17" b="T18"/>
                <a:pathLst>
                  <a:path w="136" h="104">
                    <a:moveTo>
                      <a:pt x="136" y="0"/>
                    </a:moveTo>
                    <a:lnTo>
                      <a:pt x="40" y="104"/>
                    </a:lnTo>
                    <a:lnTo>
                      <a:pt x="24" y="72"/>
                    </a:lnTo>
                    <a:lnTo>
                      <a:pt x="0" y="48"/>
                    </a:lnTo>
                    <a:lnTo>
                      <a:pt x="136" y="0"/>
                    </a:lnTo>
                    <a:close/>
                  </a:path>
                </a:pathLst>
              </a:custGeom>
              <a:solidFill>
                <a:schemeClr val="bg2"/>
              </a:solidFill>
              <a:ln w="9525">
                <a:solidFill>
                  <a:schemeClr val="bg2"/>
                </a:solidFill>
                <a:round/>
                <a:headEnd/>
                <a:tailEnd/>
              </a:ln>
            </p:spPr>
            <p:txBody>
              <a:bodyPr/>
              <a:lstStyle/>
              <a:p>
                <a:endParaRPr lang="en-US"/>
              </a:p>
            </p:txBody>
          </p:sp>
          <p:sp>
            <p:nvSpPr>
              <p:cNvPr id="104672" name="Line 8"/>
              <p:cNvSpPr>
                <a:spLocks noChangeShapeType="1"/>
              </p:cNvSpPr>
              <p:nvPr/>
            </p:nvSpPr>
            <p:spPr bwMode="auto">
              <a:xfrm flipV="1">
                <a:off x="1944" y="2758"/>
                <a:ext cx="790" cy="528"/>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3455" name="Group 9"/>
            <p:cNvGrpSpPr>
              <a:grpSpLocks/>
            </p:cNvGrpSpPr>
            <p:nvPr/>
          </p:nvGrpSpPr>
          <p:grpSpPr bwMode="auto">
            <a:xfrm>
              <a:off x="1483" y="2379"/>
              <a:ext cx="429" cy="598"/>
              <a:chOff x="1483" y="2379"/>
              <a:chExt cx="429" cy="598"/>
            </a:xfrm>
          </p:grpSpPr>
          <p:sp>
            <p:nvSpPr>
              <p:cNvPr id="104669" name="Freeform 10"/>
              <p:cNvSpPr>
                <a:spLocks/>
              </p:cNvSpPr>
              <p:nvPr/>
            </p:nvSpPr>
            <p:spPr bwMode="auto">
              <a:xfrm>
                <a:off x="1808" y="2379"/>
                <a:ext cx="104" cy="136"/>
              </a:xfrm>
              <a:custGeom>
                <a:avLst/>
                <a:gdLst>
                  <a:gd name="T0" fmla="*/ 104 w 104"/>
                  <a:gd name="T1" fmla="*/ 0 h 136"/>
                  <a:gd name="T2" fmla="*/ 56 w 104"/>
                  <a:gd name="T3" fmla="*/ 136 h 136"/>
                  <a:gd name="T4" fmla="*/ 32 w 104"/>
                  <a:gd name="T5" fmla="*/ 112 h 136"/>
                  <a:gd name="T6" fmla="*/ 0 w 104"/>
                  <a:gd name="T7" fmla="*/ 96 h 136"/>
                  <a:gd name="T8" fmla="*/ 104 w 104"/>
                  <a:gd name="T9" fmla="*/ 0 h 136"/>
                  <a:gd name="T10" fmla="*/ 0 60000 65536"/>
                  <a:gd name="T11" fmla="*/ 0 60000 65536"/>
                  <a:gd name="T12" fmla="*/ 0 60000 65536"/>
                  <a:gd name="T13" fmla="*/ 0 60000 65536"/>
                  <a:gd name="T14" fmla="*/ 0 60000 65536"/>
                  <a:gd name="T15" fmla="*/ 0 w 104"/>
                  <a:gd name="T16" fmla="*/ 0 h 136"/>
                  <a:gd name="T17" fmla="*/ 104 w 104"/>
                  <a:gd name="T18" fmla="*/ 136 h 136"/>
                </a:gdLst>
                <a:ahLst/>
                <a:cxnLst>
                  <a:cxn ang="T10">
                    <a:pos x="T0" y="T1"/>
                  </a:cxn>
                  <a:cxn ang="T11">
                    <a:pos x="T2" y="T3"/>
                  </a:cxn>
                  <a:cxn ang="T12">
                    <a:pos x="T4" y="T5"/>
                  </a:cxn>
                  <a:cxn ang="T13">
                    <a:pos x="T6" y="T7"/>
                  </a:cxn>
                  <a:cxn ang="T14">
                    <a:pos x="T8" y="T9"/>
                  </a:cxn>
                </a:cxnLst>
                <a:rect l="T15" t="T16" r="T17" b="T18"/>
                <a:pathLst>
                  <a:path w="104" h="136">
                    <a:moveTo>
                      <a:pt x="104" y="0"/>
                    </a:moveTo>
                    <a:lnTo>
                      <a:pt x="56" y="136"/>
                    </a:lnTo>
                    <a:lnTo>
                      <a:pt x="32" y="112"/>
                    </a:lnTo>
                    <a:lnTo>
                      <a:pt x="0" y="96"/>
                    </a:lnTo>
                    <a:lnTo>
                      <a:pt x="104" y="0"/>
                    </a:lnTo>
                    <a:close/>
                  </a:path>
                </a:pathLst>
              </a:custGeom>
              <a:solidFill>
                <a:schemeClr val="bg2"/>
              </a:solidFill>
              <a:ln w="9525">
                <a:solidFill>
                  <a:schemeClr val="bg2"/>
                </a:solidFill>
                <a:round/>
                <a:headEnd/>
                <a:tailEnd/>
              </a:ln>
            </p:spPr>
            <p:txBody>
              <a:bodyPr/>
              <a:lstStyle/>
              <a:p>
                <a:endParaRPr lang="en-US"/>
              </a:p>
            </p:txBody>
          </p:sp>
          <p:sp>
            <p:nvSpPr>
              <p:cNvPr id="104670" name="Line 11"/>
              <p:cNvSpPr>
                <a:spLocks noChangeShapeType="1"/>
              </p:cNvSpPr>
              <p:nvPr/>
            </p:nvSpPr>
            <p:spPr bwMode="auto">
              <a:xfrm flipV="1">
                <a:off x="1483" y="2483"/>
                <a:ext cx="362" cy="494"/>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3456" name="Group 12"/>
            <p:cNvGrpSpPr>
              <a:grpSpLocks/>
            </p:cNvGrpSpPr>
            <p:nvPr/>
          </p:nvGrpSpPr>
          <p:grpSpPr bwMode="auto">
            <a:xfrm>
              <a:off x="1936" y="2379"/>
              <a:ext cx="894" cy="604"/>
              <a:chOff x="1936" y="2379"/>
              <a:chExt cx="894" cy="604"/>
            </a:xfrm>
          </p:grpSpPr>
          <p:sp>
            <p:nvSpPr>
              <p:cNvPr id="104667" name="Freeform 13"/>
              <p:cNvSpPr>
                <a:spLocks/>
              </p:cNvSpPr>
              <p:nvPr/>
            </p:nvSpPr>
            <p:spPr bwMode="auto">
              <a:xfrm>
                <a:off x="2702" y="2379"/>
                <a:ext cx="128" cy="104"/>
              </a:xfrm>
              <a:custGeom>
                <a:avLst/>
                <a:gdLst>
                  <a:gd name="T0" fmla="*/ 128 w 128"/>
                  <a:gd name="T1" fmla="*/ 0 h 104"/>
                  <a:gd name="T2" fmla="*/ 40 w 128"/>
                  <a:gd name="T3" fmla="*/ 104 h 104"/>
                  <a:gd name="T4" fmla="*/ 16 w 128"/>
                  <a:gd name="T5" fmla="*/ 80 h 104"/>
                  <a:gd name="T6" fmla="*/ 0 w 128"/>
                  <a:gd name="T7" fmla="*/ 48 h 104"/>
                  <a:gd name="T8" fmla="*/ 128 w 128"/>
                  <a:gd name="T9" fmla="*/ 0 h 104"/>
                  <a:gd name="T10" fmla="*/ 0 60000 65536"/>
                  <a:gd name="T11" fmla="*/ 0 60000 65536"/>
                  <a:gd name="T12" fmla="*/ 0 60000 65536"/>
                  <a:gd name="T13" fmla="*/ 0 60000 65536"/>
                  <a:gd name="T14" fmla="*/ 0 60000 65536"/>
                  <a:gd name="T15" fmla="*/ 0 w 128"/>
                  <a:gd name="T16" fmla="*/ 0 h 104"/>
                  <a:gd name="T17" fmla="*/ 128 w 128"/>
                  <a:gd name="T18" fmla="*/ 104 h 104"/>
                </a:gdLst>
                <a:ahLst/>
                <a:cxnLst>
                  <a:cxn ang="T10">
                    <a:pos x="T0" y="T1"/>
                  </a:cxn>
                  <a:cxn ang="T11">
                    <a:pos x="T2" y="T3"/>
                  </a:cxn>
                  <a:cxn ang="T12">
                    <a:pos x="T4" y="T5"/>
                  </a:cxn>
                  <a:cxn ang="T13">
                    <a:pos x="T6" y="T7"/>
                  </a:cxn>
                  <a:cxn ang="T14">
                    <a:pos x="T8" y="T9"/>
                  </a:cxn>
                </a:cxnLst>
                <a:rect l="T15" t="T16" r="T17" b="T18"/>
                <a:pathLst>
                  <a:path w="128" h="104">
                    <a:moveTo>
                      <a:pt x="128" y="0"/>
                    </a:moveTo>
                    <a:lnTo>
                      <a:pt x="40" y="104"/>
                    </a:lnTo>
                    <a:lnTo>
                      <a:pt x="16" y="80"/>
                    </a:lnTo>
                    <a:lnTo>
                      <a:pt x="0" y="48"/>
                    </a:lnTo>
                    <a:lnTo>
                      <a:pt x="128" y="0"/>
                    </a:lnTo>
                    <a:close/>
                  </a:path>
                </a:pathLst>
              </a:custGeom>
              <a:solidFill>
                <a:schemeClr val="bg2"/>
              </a:solidFill>
              <a:ln w="9525">
                <a:solidFill>
                  <a:schemeClr val="bg2"/>
                </a:solidFill>
                <a:round/>
                <a:headEnd/>
                <a:tailEnd/>
              </a:ln>
            </p:spPr>
            <p:txBody>
              <a:bodyPr/>
              <a:lstStyle/>
              <a:p>
                <a:endParaRPr lang="en-US"/>
              </a:p>
            </p:txBody>
          </p:sp>
          <p:sp>
            <p:nvSpPr>
              <p:cNvPr id="104668" name="Line 14"/>
              <p:cNvSpPr>
                <a:spLocks noChangeShapeType="1"/>
              </p:cNvSpPr>
              <p:nvPr/>
            </p:nvSpPr>
            <p:spPr bwMode="auto">
              <a:xfrm flipV="1">
                <a:off x="1936" y="2455"/>
                <a:ext cx="790" cy="528"/>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3457" name="Group 15"/>
            <p:cNvGrpSpPr>
              <a:grpSpLocks/>
            </p:cNvGrpSpPr>
            <p:nvPr/>
          </p:nvGrpSpPr>
          <p:grpSpPr bwMode="auto">
            <a:xfrm>
              <a:off x="1952" y="2076"/>
              <a:ext cx="886" cy="290"/>
              <a:chOff x="1952" y="2076"/>
              <a:chExt cx="886" cy="290"/>
            </a:xfrm>
          </p:grpSpPr>
          <p:sp>
            <p:nvSpPr>
              <p:cNvPr id="104665" name="Freeform 16"/>
              <p:cNvSpPr>
                <a:spLocks/>
              </p:cNvSpPr>
              <p:nvPr/>
            </p:nvSpPr>
            <p:spPr bwMode="auto">
              <a:xfrm>
                <a:off x="2702" y="2076"/>
                <a:ext cx="136" cy="72"/>
              </a:xfrm>
              <a:custGeom>
                <a:avLst/>
                <a:gdLst>
                  <a:gd name="T0" fmla="*/ 136 w 136"/>
                  <a:gd name="T1" fmla="*/ 0 h 72"/>
                  <a:gd name="T2" fmla="*/ 16 w 136"/>
                  <a:gd name="T3" fmla="*/ 72 h 72"/>
                  <a:gd name="T4" fmla="*/ 8 w 136"/>
                  <a:gd name="T5" fmla="*/ 40 h 72"/>
                  <a:gd name="T6" fmla="*/ 0 w 136"/>
                  <a:gd name="T7" fmla="*/ 8 h 72"/>
                  <a:gd name="T8" fmla="*/ 136 w 136"/>
                  <a:gd name="T9" fmla="*/ 0 h 72"/>
                  <a:gd name="T10" fmla="*/ 0 60000 65536"/>
                  <a:gd name="T11" fmla="*/ 0 60000 65536"/>
                  <a:gd name="T12" fmla="*/ 0 60000 65536"/>
                  <a:gd name="T13" fmla="*/ 0 60000 65536"/>
                  <a:gd name="T14" fmla="*/ 0 60000 65536"/>
                  <a:gd name="T15" fmla="*/ 0 w 136"/>
                  <a:gd name="T16" fmla="*/ 0 h 72"/>
                  <a:gd name="T17" fmla="*/ 136 w 136"/>
                  <a:gd name="T18" fmla="*/ 72 h 72"/>
                </a:gdLst>
                <a:ahLst/>
                <a:cxnLst>
                  <a:cxn ang="T10">
                    <a:pos x="T0" y="T1"/>
                  </a:cxn>
                  <a:cxn ang="T11">
                    <a:pos x="T2" y="T3"/>
                  </a:cxn>
                  <a:cxn ang="T12">
                    <a:pos x="T4" y="T5"/>
                  </a:cxn>
                  <a:cxn ang="T13">
                    <a:pos x="T6" y="T7"/>
                  </a:cxn>
                  <a:cxn ang="T14">
                    <a:pos x="T8" y="T9"/>
                  </a:cxn>
                </a:cxnLst>
                <a:rect l="T15" t="T16" r="T17" b="T18"/>
                <a:pathLst>
                  <a:path w="136" h="72">
                    <a:moveTo>
                      <a:pt x="136" y="0"/>
                    </a:moveTo>
                    <a:lnTo>
                      <a:pt x="16" y="72"/>
                    </a:lnTo>
                    <a:lnTo>
                      <a:pt x="8" y="40"/>
                    </a:lnTo>
                    <a:lnTo>
                      <a:pt x="0" y="8"/>
                    </a:lnTo>
                    <a:lnTo>
                      <a:pt x="136" y="0"/>
                    </a:lnTo>
                    <a:close/>
                  </a:path>
                </a:pathLst>
              </a:custGeom>
              <a:solidFill>
                <a:schemeClr val="bg2"/>
              </a:solidFill>
              <a:ln w="9525">
                <a:solidFill>
                  <a:schemeClr val="bg2"/>
                </a:solidFill>
                <a:round/>
                <a:headEnd/>
                <a:tailEnd/>
              </a:ln>
            </p:spPr>
            <p:txBody>
              <a:bodyPr/>
              <a:lstStyle/>
              <a:p>
                <a:endParaRPr lang="en-US"/>
              </a:p>
            </p:txBody>
          </p:sp>
          <p:sp>
            <p:nvSpPr>
              <p:cNvPr id="104666" name="Line 17"/>
              <p:cNvSpPr>
                <a:spLocks noChangeShapeType="1"/>
              </p:cNvSpPr>
              <p:nvPr/>
            </p:nvSpPr>
            <p:spPr bwMode="auto">
              <a:xfrm flipV="1">
                <a:off x="1952" y="2114"/>
                <a:ext cx="766" cy="252"/>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3458" name="Group 18"/>
            <p:cNvGrpSpPr>
              <a:grpSpLocks/>
            </p:cNvGrpSpPr>
            <p:nvPr/>
          </p:nvGrpSpPr>
          <p:grpSpPr bwMode="auto">
            <a:xfrm>
              <a:off x="1481" y="1769"/>
              <a:ext cx="894" cy="283"/>
              <a:chOff x="1481" y="1769"/>
              <a:chExt cx="894" cy="283"/>
            </a:xfrm>
          </p:grpSpPr>
          <p:sp>
            <p:nvSpPr>
              <p:cNvPr id="104663" name="Freeform 19"/>
              <p:cNvSpPr>
                <a:spLocks/>
              </p:cNvSpPr>
              <p:nvPr/>
            </p:nvSpPr>
            <p:spPr bwMode="auto">
              <a:xfrm>
                <a:off x="2231" y="1980"/>
                <a:ext cx="144" cy="72"/>
              </a:xfrm>
              <a:custGeom>
                <a:avLst/>
                <a:gdLst>
                  <a:gd name="T0" fmla="*/ 144 w 144"/>
                  <a:gd name="T1" fmla="*/ 72 h 72"/>
                  <a:gd name="T2" fmla="*/ 0 w 144"/>
                  <a:gd name="T3" fmla="*/ 64 h 72"/>
                  <a:gd name="T4" fmla="*/ 16 w 144"/>
                  <a:gd name="T5" fmla="*/ 32 h 72"/>
                  <a:gd name="T6" fmla="*/ 24 w 144"/>
                  <a:gd name="T7" fmla="*/ 0 h 72"/>
                  <a:gd name="T8" fmla="*/ 144 w 144"/>
                  <a:gd name="T9" fmla="*/ 72 h 72"/>
                  <a:gd name="T10" fmla="*/ 0 60000 65536"/>
                  <a:gd name="T11" fmla="*/ 0 60000 65536"/>
                  <a:gd name="T12" fmla="*/ 0 60000 65536"/>
                  <a:gd name="T13" fmla="*/ 0 60000 65536"/>
                  <a:gd name="T14" fmla="*/ 0 60000 65536"/>
                  <a:gd name="T15" fmla="*/ 0 w 144"/>
                  <a:gd name="T16" fmla="*/ 0 h 72"/>
                  <a:gd name="T17" fmla="*/ 144 w 144"/>
                  <a:gd name="T18" fmla="*/ 72 h 72"/>
                </a:gdLst>
                <a:ahLst/>
                <a:cxnLst>
                  <a:cxn ang="T10">
                    <a:pos x="T0" y="T1"/>
                  </a:cxn>
                  <a:cxn ang="T11">
                    <a:pos x="T2" y="T3"/>
                  </a:cxn>
                  <a:cxn ang="T12">
                    <a:pos x="T4" y="T5"/>
                  </a:cxn>
                  <a:cxn ang="T13">
                    <a:pos x="T6" y="T7"/>
                  </a:cxn>
                  <a:cxn ang="T14">
                    <a:pos x="T8" y="T9"/>
                  </a:cxn>
                </a:cxnLst>
                <a:rect l="T15" t="T16" r="T17" b="T18"/>
                <a:pathLst>
                  <a:path w="144" h="72">
                    <a:moveTo>
                      <a:pt x="144" y="72"/>
                    </a:moveTo>
                    <a:lnTo>
                      <a:pt x="0" y="64"/>
                    </a:lnTo>
                    <a:lnTo>
                      <a:pt x="16" y="32"/>
                    </a:lnTo>
                    <a:lnTo>
                      <a:pt x="24" y="0"/>
                    </a:lnTo>
                    <a:lnTo>
                      <a:pt x="144" y="72"/>
                    </a:lnTo>
                    <a:close/>
                  </a:path>
                </a:pathLst>
              </a:custGeom>
              <a:solidFill>
                <a:schemeClr val="bg2"/>
              </a:solidFill>
              <a:ln w="9525">
                <a:solidFill>
                  <a:schemeClr val="bg2"/>
                </a:solidFill>
                <a:round/>
                <a:headEnd/>
                <a:tailEnd/>
              </a:ln>
            </p:spPr>
            <p:txBody>
              <a:bodyPr/>
              <a:lstStyle/>
              <a:p>
                <a:endParaRPr lang="en-US"/>
              </a:p>
            </p:txBody>
          </p:sp>
          <p:sp>
            <p:nvSpPr>
              <p:cNvPr id="104664" name="Line 20"/>
              <p:cNvSpPr>
                <a:spLocks noChangeShapeType="1"/>
              </p:cNvSpPr>
              <p:nvPr/>
            </p:nvSpPr>
            <p:spPr bwMode="auto">
              <a:xfrm>
                <a:off x="1481" y="1769"/>
                <a:ext cx="774" cy="244"/>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103459" name="Oval 21"/>
            <p:cNvSpPr>
              <a:spLocks noChangeArrowheads="1"/>
            </p:cNvSpPr>
            <p:nvPr/>
          </p:nvSpPr>
          <p:spPr bwMode="auto">
            <a:xfrm>
              <a:off x="1457" y="1741"/>
              <a:ext cx="32" cy="40"/>
            </a:xfrm>
            <a:prstGeom prst="ellipse">
              <a:avLst/>
            </a:prstGeom>
            <a:solidFill>
              <a:schemeClr val="bg2"/>
            </a:solidFill>
            <a:ln w="9525">
              <a:solidFill>
                <a:schemeClr val="bg2"/>
              </a:solidFill>
              <a:round/>
              <a:headEnd/>
              <a:tailEnd/>
            </a:ln>
          </p:spPr>
          <p:txBody>
            <a:bodyPr/>
            <a:lstStyle/>
            <a:p>
              <a:endParaRPr lang="en-US"/>
            </a:p>
          </p:txBody>
        </p:sp>
        <p:sp>
          <p:nvSpPr>
            <p:cNvPr id="103460" name="Oval 22"/>
            <p:cNvSpPr>
              <a:spLocks noChangeArrowheads="1"/>
            </p:cNvSpPr>
            <p:nvPr/>
          </p:nvSpPr>
          <p:spPr bwMode="auto">
            <a:xfrm>
              <a:off x="1457" y="1741"/>
              <a:ext cx="32" cy="40"/>
            </a:xfrm>
            <a:prstGeom prst="ellipse">
              <a:avLst/>
            </a:prstGeom>
            <a:solidFill>
              <a:schemeClr val="bg2"/>
            </a:solidFill>
            <a:ln w="25400">
              <a:solidFill>
                <a:schemeClr val="bg2"/>
              </a:solidFill>
              <a:round/>
              <a:headEnd/>
              <a:tailEnd/>
            </a:ln>
          </p:spPr>
          <p:txBody>
            <a:bodyPr/>
            <a:lstStyle/>
            <a:p>
              <a:endParaRPr lang="en-US"/>
            </a:p>
          </p:txBody>
        </p:sp>
        <p:sp>
          <p:nvSpPr>
            <p:cNvPr id="103461" name="Oval 23"/>
            <p:cNvSpPr>
              <a:spLocks noChangeArrowheads="1"/>
            </p:cNvSpPr>
            <p:nvPr/>
          </p:nvSpPr>
          <p:spPr bwMode="auto">
            <a:xfrm>
              <a:off x="1457" y="2044"/>
              <a:ext cx="40" cy="40"/>
            </a:xfrm>
            <a:prstGeom prst="ellipse">
              <a:avLst/>
            </a:prstGeom>
            <a:solidFill>
              <a:schemeClr val="bg2"/>
            </a:solidFill>
            <a:ln w="9525">
              <a:solidFill>
                <a:schemeClr val="bg2"/>
              </a:solidFill>
              <a:round/>
              <a:headEnd/>
              <a:tailEnd/>
            </a:ln>
          </p:spPr>
          <p:txBody>
            <a:bodyPr/>
            <a:lstStyle/>
            <a:p>
              <a:endParaRPr lang="en-US"/>
            </a:p>
          </p:txBody>
        </p:sp>
        <p:sp>
          <p:nvSpPr>
            <p:cNvPr id="103462" name="Oval 24"/>
            <p:cNvSpPr>
              <a:spLocks noChangeArrowheads="1"/>
            </p:cNvSpPr>
            <p:nvPr/>
          </p:nvSpPr>
          <p:spPr bwMode="auto">
            <a:xfrm>
              <a:off x="1457" y="2044"/>
              <a:ext cx="40" cy="40"/>
            </a:xfrm>
            <a:prstGeom prst="ellipse">
              <a:avLst/>
            </a:prstGeom>
            <a:solidFill>
              <a:schemeClr val="bg2"/>
            </a:solidFill>
            <a:ln w="25400">
              <a:solidFill>
                <a:schemeClr val="bg2"/>
              </a:solidFill>
              <a:round/>
              <a:headEnd/>
              <a:tailEnd/>
            </a:ln>
          </p:spPr>
          <p:txBody>
            <a:bodyPr/>
            <a:lstStyle/>
            <a:p>
              <a:endParaRPr lang="en-US"/>
            </a:p>
          </p:txBody>
        </p:sp>
        <p:sp>
          <p:nvSpPr>
            <p:cNvPr id="103463" name="Oval 25"/>
            <p:cNvSpPr>
              <a:spLocks noChangeArrowheads="1"/>
            </p:cNvSpPr>
            <p:nvPr/>
          </p:nvSpPr>
          <p:spPr bwMode="auto">
            <a:xfrm>
              <a:off x="1457" y="2355"/>
              <a:ext cx="40" cy="32"/>
            </a:xfrm>
            <a:prstGeom prst="ellipse">
              <a:avLst/>
            </a:prstGeom>
            <a:solidFill>
              <a:schemeClr val="bg2"/>
            </a:solidFill>
            <a:ln w="9525">
              <a:solidFill>
                <a:schemeClr val="bg2"/>
              </a:solidFill>
              <a:round/>
              <a:headEnd/>
              <a:tailEnd/>
            </a:ln>
          </p:spPr>
          <p:txBody>
            <a:bodyPr/>
            <a:lstStyle/>
            <a:p>
              <a:endParaRPr lang="en-US"/>
            </a:p>
          </p:txBody>
        </p:sp>
        <p:sp>
          <p:nvSpPr>
            <p:cNvPr id="103464" name="Oval 26"/>
            <p:cNvSpPr>
              <a:spLocks noChangeArrowheads="1"/>
            </p:cNvSpPr>
            <p:nvPr/>
          </p:nvSpPr>
          <p:spPr bwMode="auto">
            <a:xfrm>
              <a:off x="1457" y="2355"/>
              <a:ext cx="40" cy="32"/>
            </a:xfrm>
            <a:prstGeom prst="ellipse">
              <a:avLst/>
            </a:prstGeom>
            <a:solidFill>
              <a:schemeClr val="bg2"/>
            </a:solidFill>
            <a:ln w="25400">
              <a:solidFill>
                <a:schemeClr val="bg2"/>
              </a:solidFill>
              <a:round/>
              <a:headEnd/>
              <a:tailEnd/>
            </a:ln>
          </p:spPr>
          <p:txBody>
            <a:bodyPr/>
            <a:lstStyle/>
            <a:p>
              <a:endParaRPr lang="en-US"/>
            </a:p>
          </p:txBody>
        </p:sp>
        <p:sp>
          <p:nvSpPr>
            <p:cNvPr id="103465" name="Oval 27"/>
            <p:cNvSpPr>
              <a:spLocks noChangeArrowheads="1"/>
            </p:cNvSpPr>
            <p:nvPr/>
          </p:nvSpPr>
          <p:spPr bwMode="auto">
            <a:xfrm>
              <a:off x="1457" y="2658"/>
              <a:ext cx="32" cy="32"/>
            </a:xfrm>
            <a:prstGeom prst="ellipse">
              <a:avLst/>
            </a:prstGeom>
            <a:solidFill>
              <a:schemeClr val="bg2"/>
            </a:solidFill>
            <a:ln w="9525">
              <a:solidFill>
                <a:schemeClr val="bg2"/>
              </a:solidFill>
              <a:round/>
              <a:headEnd/>
              <a:tailEnd/>
            </a:ln>
          </p:spPr>
          <p:txBody>
            <a:bodyPr/>
            <a:lstStyle/>
            <a:p>
              <a:endParaRPr lang="en-US"/>
            </a:p>
          </p:txBody>
        </p:sp>
        <p:sp>
          <p:nvSpPr>
            <p:cNvPr id="103466" name="Oval 28"/>
            <p:cNvSpPr>
              <a:spLocks noChangeArrowheads="1"/>
            </p:cNvSpPr>
            <p:nvPr/>
          </p:nvSpPr>
          <p:spPr bwMode="auto">
            <a:xfrm>
              <a:off x="1457" y="2658"/>
              <a:ext cx="32" cy="32"/>
            </a:xfrm>
            <a:prstGeom prst="ellipse">
              <a:avLst/>
            </a:prstGeom>
            <a:solidFill>
              <a:schemeClr val="bg2"/>
            </a:solidFill>
            <a:ln w="25400">
              <a:solidFill>
                <a:schemeClr val="bg2"/>
              </a:solidFill>
              <a:round/>
              <a:headEnd/>
              <a:tailEnd/>
            </a:ln>
          </p:spPr>
          <p:txBody>
            <a:bodyPr/>
            <a:lstStyle/>
            <a:p>
              <a:endParaRPr lang="en-US"/>
            </a:p>
          </p:txBody>
        </p:sp>
        <p:sp>
          <p:nvSpPr>
            <p:cNvPr id="103467" name="Oval 29"/>
            <p:cNvSpPr>
              <a:spLocks noChangeArrowheads="1"/>
            </p:cNvSpPr>
            <p:nvPr/>
          </p:nvSpPr>
          <p:spPr bwMode="auto">
            <a:xfrm>
              <a:off x="1449" y="2969"/>
              <a:ext cx="40" cy="32"/>
            </a:xfrm>
            <a:prstGeom prst="ellipse">
              <a:avLst/>
            </a:prstGeom>
            <a:solidFill>
              <a:schemeClr val="bg2"/>
            </a:solidFill>
            <a:ln w="9525">
              <a:solidFill>
                <a:schemeClr val="bg2"/>
              </a:solidFill>
              <a:round/>
              <a:headEnd/>
              <a:tailEnd/>
            </a:ln>
          </p:spPr>
          <p:txBody>
            <a:bodyPr/>
            <a:lstStyle/>
            <a:p>
              <a:endParaRPr lang="en-US"/>
            </a:p>
          </p:txBody>
        </p:sp>
        <p:sp>
          <p:nvSpPr>
            <p:cNvPr id="103468" name="Oval 30"/>
            <p:cNvSpPr>
              <a:spLocks noChangeArrowheads="1"/>
            </p:cNvSpPr>
            <p:nvPr/>
          </p:nvSpPr>
          <p:spPr bwMode="auto">
            <a:xfrm>
              <a:off x="1449" y="2969"/>
              <a:ext cx="40" cy="32"/>
            </a:xfrm>
            <a:prstGeom prst="ellipse">
              <a:avLst/>
            </a:prstGeom>
            <a:solidFill>
              <a:schemeClr val="bg2"/>
            </a:solidFill>
            <a:ln w="25400">
              <a:solidFill>
                <a:schemeClr val="bg2"/>
              </a:solidFill>
              <a:round/>
              <a:headEnd/>
              <a:tailEnd/>
            </a:ln>
          </p:spPr>
          <p:txBody>
            <a:bodyPr/>
            <a:lstStyle/>
            <a:p>
              <a:endParaRPr lang="en-US"/>
            </a:p>
          </p:txBody>
        </p:sp>
        <p:grpSp>
          <p:nvGrpSpPr>
            <p:cNvPr id="103469" name="Group 31"/>
            <p:cNvGrpSpPr>
              <a:grpSpLocks/>
            </p:cNvGrpSpPr>
            <p:nvPr/>
          </p:nvGrpSpPr>
          <p:grpSpPr bwMode="auto">
            <a:xfrm>
              <a:off x="1912" y="1741"/>
              <a:ext cx="40" cy="1260"/>
              <a:chOff x="1912" y="1741"/>
              <a:chExt cx="40" cy="1260"/>
            </a:xfrm>
          </p:grpSpPr>
          <p:sp>
            <p:nvSpPr>
              <p:cNvPr id="104653" name="Oval 32"/>
              <p:cNvSpPr>
                <a:spLocks noChangeArrowheads="1"/>
              </p:cNvSpPr>
              <p:nvPr/>
            </p:nvSpPr>
            <p:spPr bwMode="auto">
              <a:xfrm>
                <a:off x="1920" y="1741"/>
                <a:ext cx="32" cy="32"/>
              </a:xfrm>
              <a:prstGeom prst="ellipse">
                <a:avLst/>
              </a:prstGeom>
              <a:solidFill>
                <a:schemeClr val="bg2"/>
              </a:solidFill>
              <a:ln w="9525">
                <a:solidFill>
                  <a:schemeClr val="bg2"/>
                </a:solidFill>
                <a:round/>
                <a:headEnd/>
                <a:tailEnd/>
              </a:ln>
            </p:spPr>
            <p:txBody>
              <a:bodyPr/>
              <a:lstStyle/>
              <a:p>
                <a:endParaRPr lang="en-US"/>
              </a:p>
            </p:txBody>
          </p:sp>
          <p:sp>
            <p:nvSpPr>
              <p:cNvPr id="104654" name="Oval 33"/>
              <p:cNvSpPr>
                <a:spLocks noChangeArrowheads="1"/>
              </p:cNvSpPr>
              <p:nvPr/>
            </p:nvSpPr>
            <p:spPr bwMode="auto">
              <a:xfrm>
                <a:off x="1920" y="1741"/>
                <a:ext cx="32" cy="32"/>
              </a:xfrm>
              <a:prstGeom prst="ellipse">
                <a:avLst/>
              </a:prstGeom>
              <a:solidFill>
                <a:schemeClr val="bg2"/>
              </a:solidFill>
              <a:ln w="25400">
                <a:solidFill>
                  <a:schemeClr val="bg2"/>
                </a:solidFill>
                <a:round/>
                <a:headEnd/>
                <a:tailEnd/>
              </a:ln>
            </p:spPr>
            <p:txBody>
              <a:bodyPr/>
              <a:lstStyle/>
              <a:p>
                <a:endParaRPr lang="en-US"/>
              </a:p>
            </p:txBody>
          </p:sp>
          <p:sp>
            <p:nvSpPr>
              <p:cNvPr id="104655" name="Oval 34"/>
              <p:cNvSpPr>
                <a:spLocks noChangeArrowheads="1"/>
              </p:cNvSpPr>
              <p:nvPr/>
            </p:nvSpPr>
            <p:spPr bwMode="auto">
              <a:xfrm>
                <a:off x="1920" y="2044"/>
                <a:ext cx="32" cy="32"/>
              </a:xfrm>
              <a:prstGeom prst="ellipse">
                <a:avLst/>
              </a:prstGeom>
              <a:solidFill>
                <a:schemeClr val="bg2"/>
              </a:solidFill>
              <a:ln w="9525">
                <a:solidFill>
                  <a:schemeClr val="bg2"/>
                </a:solidFill>
                <a:round/>
                <a:headEnd/>
                <a:tailEnd/>
              </a:ln>
            </p:spPr>
            <p:txBody>
              <a:bodyPr/>
              <a:lstStyle/>
              <a:p>
                <a:endParaRPr lang="en-US"/>
              </a:p>
            </p:txBody>
          </p:sp>
          <p:sp>
            <p:nvSpPr>
              <p:cNvPr id="104656" name="Oval 35"/>
              <p:cNvSpPr>
                <a:spLocks noChangeArrowheads="1"/>
              </p:cNvSpPr>
              <p:nvPr/>
            </p:nvSpPr>
            <p:spPr bwMode="auto">
              <a:xfrm>
                <a:off x="1920" y="2044"/>
                <a:ext cx="32" cy="32"/>
              </a:xfrm>
              <a:prstGeom prst="ellipse">
                <a:avLst/>
              </a:prstGeom>
              <a:solidFill>
                <a:schemeClr val="bg2"/>
              </a:solidFill>
              <a:ln w="25400">
                <a:solidFill>
                  <a:schemeClr val="bg2"/>
                </a:solidFill>
                <a:round/>
                <a:headEnd/>
                <a:tailEnd/>
              </a:ln>
            </p:spPr>
            <p:txBody>
              <a:bodyPr/>
              <a:lstStyle/>
              <a:p>
                <a:endParaRPr lang="en-US"/>
              </a:p>
            </p:txBody>
          </p:sp>
          <p:sp>
            <p:nvSpPr>
              <p:cNvPr id="104657" name="Oval 36"/>
              <p:cNvSpPr>
                <a:spLocks noChangeArrowheads="1"/>
              </p:cNvSpPr>
              <p:nvPr/>
            </p:nvSpPr>
            <p:spPr bwMode="auto">
              <a:xfrm>
                <a:off x="1920" y="2347"/>
                <a:ext cx="32" cy="40"/>
              </a:xfrm>
              <a:prstGeom prst="ellipse">
                <a:avLst/>
              </a:prstGeom>
              <a:solidFill>
                <a:schemeClr val="bg2"/>
              </a:solidFill>
              <a:ln w="9525">
                <a:solidFill>
                  <a:schemeClr val="bg2"/>
                </a:solidFill>
                <a:round/>
                <a:headEnd/>
                <a:tailEnd/>
              </a:ln>
            </p:spPr>
            <p:txBody>
              <a:bodyPr/>
              <a:lstStyle/>
              <a:p>
                <a:endParaRPr lang="en-US"/>
              </a:p>
            </p:txBody>
          </p:sp>
          <p:sp>
            <p:nvSpPr>
              <p:cNvPr id="104658" name="Oval 37"/>
              <p:cNvSpPr>
                <a:spLocks noChangeArrowheads="1"/>
              </p:cNvSpPr>
              <p:nvPr/>
            </p:nvSpPr>
            <p:spPr bwMode="auto">
              <a:xfrm>
                <a:off x="1920" y="2347"/>
                <a:ext cx="32" cy="40"/>
              </a:xfrm>
              <a:prstGeom prst="ellipse">
                <a:avLst/>
              </a:prstGeom>
              <a:solidFill>
                <a:schemeClr val="bg2"/>
              </a:solidFill>
              <a:ln w="25400">
                <a:solidFill>
                  <a:schemeClr val="bg2"/>
                </a:solidFill>
                <a:round/>
                <a:headEnd/>
                <a:tailEnd/>
              </a:ln>
            </p:spPr>
            <p:txBody>
              <a:bodyPr/>
              <a:lstStyle/>
              <a:p>
                <a:endParaRPr lang="en-US"/>
              </a:p>
            </p:txBody>
          </p:sp>
          <p:sp>
            <p:nvSpPr>
              <p:cNvPr id="104659" name="Oval 38"/>
              <p:cNvSpPr>
                <a:spLocks noChangeArrowheads="1"/>
              </p:cNvSpPr>
              <p:nvPr/>
            </p:nvSpPr>
            <p:spPr bwMode="auto">
              <a:xfrm>
                <a:off x="1920" y="2658"/>
                <a:ext cx="32" cy="32"/>
              </a:xfrm>
              <a:prstGeom prst="ellipse">
                <a:avLst/>
              </a:prstGeom>
              <a:solidFill>
                <a:schemeClr val="bg2"/>
              </a:solidFill>
              <a:ln w="9525">
                <a:solidFill>
                  <a:schemeClr val="bg2"/>
                </a:solidFill>
                <a:round/>
                <a:headEnd/>
                <a:tailEnd/>
              </a:ln>
            </p:spPr>
            <p:txBody>
              <a:bodyPr/>
              <a:lstStyle/>
              <a:p>
                <a:endParaRPr lang="en-US"/>
              </a:p>
            </p:txBody>
          </p:sp>
          <p:sp>
            <p:nvSpPr>
              <p:cNvPr id="104660" name="Oval 39"/>
              <p:cNvSpPr>
                <a:spLocks noChangeArrowheads="1"/>
              </p:cNvSpPr>
              <p:nvPr/>
            </p:nvSpPr>
            <p:spPr bwMode="auto">
              <a:xfrm>
                <a:off x="1920" y="2658"/>
                <a:ext cx="32" cy="32"/>
              </a:xfrm>
              <a:prstGeom prst="ellipse">
                <a:avLst/>
              </a:prstGeom>
              <a:solidFill>
                <a:schemeClr val="bg2"/>
              </a:solidFill>
              <a:ln w="25400">
                <a:solidFill>
                  <a:schemeClr val="bg2"/>
                </a:solidFill>
                <a:round/>
                <a:headEnd/>
                <a:tailEnd/>
              </a:ln>
            </p:spPr>
            <p:txBody>
              <a:bodyPr/>
              <a:lstStyle/>
              <a:p>
                <a:endParaRPr lang="en-US"/>
              </a:p>
            </p:txBody>
          </p:sp>
          <p:sp>
            <p:nvSpPr>
              <p:cNvPr id="104661" name="Oval 40"/>
              <p:cNvSpPr>
                <a:spLocks noChangeArrowheads="1"/>
              </p:cNvSpPr>
              <p:nvPr/>
            </p:nvSpPr>
            <p:spPr bwMode="auto">
              <a:xfrm>
                <a:off x="1912" y="2961"/>
                <a:ext cx="32" cy="40"/>
              </a:xfrm>
              <a:prstGeom prst="ellipse">
                <a:avLst/>
              </a:prstGeom>
              <a:solidFill>
                <a:schemeClr val="bg2"/>
              </a:solidFill>
              <a:ln w="9525">
                <a:solidFill>
                  <a:schemeClr val="bg2"/>
                </a:solidFill>
                <a:round/>
                <a:headEnd/>
                <a:tailEnd/>
              </a:ln>
            </p:spPr>
            <p:txBody>
              <a:bodyPr/>
              <a:lstStyle/>
              <a:p>
                <a:endParaRPr lang="en-US"/>
              </a:p>
            </p:txBody>
          </p:sp>
          <p:sp>
            <p:nvSpPr>
              <p:cNvPr id="104662" name="Oval 41"/>
              <p:cNvSpPr>
                <a:spLocks noChangeArrowheads="1"/>
              </p:cNvSpPr>
              <p:nvPr/>
            </p:nvSpPr>
            <p:spPr bwMode="auto">
              <a:xfrm>
                <a:off x="1912" y="2961"/>
                <a:ext cx="32" cy="40"/>
              </a:xfrm>
              <a:prstGeom prst="ellipse">
                <a:avLst/>
              </a:prstGeom>
              <a:solidFill>
                <a:schemeClr val="bg2"/>
              </a:solidFill>
              <a:ln w="25400">
                <a:solidFill>
                  <a:schemeClr val="bg2"/>
                </a:solidFill>
                <a:round/>
                <a:headEnd/>
                <a:tailEnd/>
              </a:ln>
            </p:spPr>
            <p:txBody>
              <a:bodyPr/>
              <a:lstStyle/>
              <a:p>
                <a:endParaRPr lang="en-US"/>
              </a:p>
            </p:txBody>
          </p:sp>
        </p:grpSp>
        <p:grpSp>
          <p:nvGrpSpPr>
            <p:cNvPr id="103470" name="Group 42"/>
            <p:cNvGrpSpPr>
              <a:grpSpLocks/>
            </p:cNvGrpSpPr>
            <p:nvPr/>
          </p:nvGrpSpPr>
          <p:grpSpPr bwMode="auto">
            <a:xfrm>
              <a:off x="2375" y="1749"/>
              <a:ext cx="40" cy="1252"/>
              <a:chOff x="2375" y="1749"/>
              <a:chExt cx="40" cy="1252"/>
            </a:xfrm>
          </p:grpSpPr>
          <p:sp>
            <p:nvSpPr>
              <p:cNvPr id="104643" name="Oval 43"/>
              <p:cNvSpPr>
                <a:spLocks noChangeArrowheads="1"/>
              </p:cNvSpPr>
              <p:nvPr/>
            </p:nvSpPr>
            <p:spPr bwMode="auto">
              <a:xfrm>
                <a:off x="2375" y="1749"/>
                <a:ext cx="32" cy="32"/>
              </a:xfrm>
              <a:prstGeom prst="ellipse">
                <a:avLst/>
              </a:prstGeom>
              <a:solidFill>
                <a:schemeClr val="bg2"/>
              </a:solidFill>
              <a:ln w="9525">
                <a:solidFill>
                  <a:schemeClr val="bg2"/>
                </a:solidFill>
                <a:round/>
                <a:headEnd/>
                <a:tailEnd/>
              </a:ln>
            </p:spPr>
            <p:txBody>
              <a:bodyPr/>
              <a:lstStyle/>
              <a:p>
                <a:endParaRPr lang="en-US"/>
              </a:p>
            </p:txBody>
          </p:sp>
          <p:sp>
            <p:nvSpPr>
              <p:cNvPr id="104644" name="Oval 44"/>
              <p:cNvSpPr>
                <a:spLocks noChangeArrowheads="1"/>
              </p:cNvSpPr>
              <p:nvPr/>
            </p:nvSpPr>
            <p:spPr bwMode="auto">
              <a:xfrm>
                <a:off x="2375" y="1749"/>
                <a:ext cx="32" cy="32"/>
              </a:xfrm>
              <a:prstGeom prst="ellipse">
                <a:avLst/>
              </a:prstGeom>
              <a:solidFill>
                <a:schemeClr val="bg2"/>
              </a:solidFill>
              <a:ln w="25400">
                <a:solidFill>
                  <a:schemeClr val="bg2"/>
                </a:solidFill>
                <a:round/>
                <a:headEnd/>
                <a:tailEnd/>
              </a:ln>
            </p:spPr>
            <p:txBody>
              <a:bodyPr/>
              <a:lstStyle/>
              <a:p>
                <a:endParaRPr lang="en-US"/>
              </a:p>
            </p:txBody>
          </p:sp>
          <p:sp>
            <p:nvSpPr>
              <p:cNvPr id="104645" name="Oval 45"/>
              <p:cNvSpPr>
                <a:spLocks noChangeArrowheads="1"/>
              </p:cNvSpPr>
              <p:nvPr/>
            </p:nvSpPr>
            <p:spPr bwMode="auto">
              <a:xfrm>
                <a:off x="2383" y="2052"/>
                <a:ext cx="32" cy="32"/>
              </a:xfrm>
              <a:prstGeom prst="ellipse">
                <a:avLst/>
              </a:prstGeom>
              <a:solidFill>
                <a:schemeClr val="bg2"/>
              </a:solidFill>
              <a:ln w="9525">
                <a:solidFill>
                  <a:schemeClr val="bg2"/>
                </a:solidFill>
                <a:round/>
                <a:headEnd/>
                <a:tailEnd/>
              </a:ln>
            </p:spPr>
            <p:txBody>
              <a:bodyPr/>
              <a:lstStyle/>
              <a:p>
                <a:endParaRPr lang="en-US"/>
              </a:p>
            </p:txBody>
          </p:sp>
          <p:sp>
            <p:nvSpPr>
              <p:cNvPr id="104646" name="Oval 46"/>
              <p:cNvSpPr>
                <a:spLocks noChangeArrowheads="1"/>
              </p:cNvSpPr>
              <p:nvPr/>
            </p:nvSpPr>
            <p:spPr bwMode="auto">
              <a:xfrm>
                <a:off x="2383" y="2052"/>
                <a:ext cx="32" cy="32"/>
              </a:xfrm>
              <a:prstGeom prst="ellipse">
                <a:avLst/>
              </a:prstGeom>
              <a:solidFill>
                <a:schemeClr val="bg2"/>
              </a:solidFill>
              <a:ln w="25400">
                <a:solidFill>
                  <a:schemeClr val="bg2"/>
                </a:solidFill>
                <a:round/>
                <a:headEnd/>
                <a:tailEnd/>
              </a:ln>
            </p:spPr>
            <p:txBody>
              <a:bodyPr/>
              <a:lstStyle/>
              <a:p>
                <a:endParaRPr lang="en-US"/>
              </a:p>
            </p:txBody>
          </p:sp>
          <p:sp>
            <p:nvSpPr>
              <p:cNvPr id="104647" name="Oval 47"/>
              <p:cNvSpPr>
                <a:spLocks noChangeArrowheads="1"/>
              </p:cNvSpPr>
              <p:nvPr/>
            </p:nvSpPr>
            <p:spPr bwMode="auto">
              <a:xfrm>
                <a:off x="2383" y="2355"/>
                <a:ext cx="32" cy="32"/>
              </a:xfrm>
              <a:prstGeom prst="ellipse">
                <a:avLst/>
              </a:prstGeom>
              <a:solidFill>
                <a:schemeClr val="bg2"/>
              </a:solidFill>
              <a:ln w="9525">
                <a:solidFill>
                  <a:schemeClr val="bg2"/>
                </a:solidFill>
                <a:round/>
                <a:headEnd/>
                <a:tailEnd/>
              </a:ln>
            </p:spPr>
            <p:txBody>
              <a:bodyPr/>
              <a:lstStyle/>
              <a:p>
                <a:endParaRPr lang="en-US"/>
              </a:p>
            </p:txBody>
          </p:sp>
          <p:sp>
            <p:nvSpPr>
              <p:cNvPr id="104648" name="Oval 48"/>
              <p:cNvSpPr>
                <a:spLocks noChangeArrowheads="1"/>
              </p:cNvSpPr>
              <p:nvPr/>
            </p:nvSpPr>
            <p:spPr bwMode="auto">
              <a:xfrm>
                <a:off x="2383" y="2355"/>
                <a:ext cx="32" cy="32"/>
              </a:xfrm>
              <a:prstGeom prst="ellipse">
                <a:avLst/>
              </a:prstGeom>
              <a:solidFill>
                <a:schemeClr val="bg2"/>
              </a:solidFill>
              <a:ln w="25400">
                <a:solidFill>
                  <a:schemeClr val="bg2"/>
                </a:solidFill>
                <a:round/>
                <a:headEnd/>
                <a:tailEnd/>
              </a:ln>
            </p:spPr>
            <p:txBody>
              <a:bodyPr/>
              <a:lstStyle/>
              <a:p>
                <a:endParaRPr lang="en-US"/>
              </a:p>
            </p:txBody>
          </p:sp>
          <p:sp>
            <p:nvSpPr>
              <p:cNvPr id="104649" name="Oval 49"/>
              <p:cNvSpPr>
                <a:spLocks noChangeArrowheads="1"/>
              </p:cNvSpPr>
              <p:nvPr/>
            </p:nvSpPr>
            <p:spPr bwMode="auto">
              <a:xfrm>
                <a:off x="2375" y="2658"/>
                <a:ext cx="32" cy="40"/>
              </a:xfrm>
              <a:prstGeom prst="ellipse">
                <a:avLst/>
              </a:prstGeom>
              <a:solidFill>
                <a:schemeClr val="bg2"/>
              </a:solidFill>
              <a:ln w="9525">
                <a:solidFill>
                  <a:schemeClr val="bg2"/>
                </a:solidFill>
                <a:round/>
                <a:headEnd/>
                <a:tailEnd/>
              </a:ln>
            </p:spPr>
            <p:txBody>
              <a:bodyPr/>
              <a:lstStyle/>
              <a:p>
                <a:endParaRPr lang="en-US"/>
              </a:p>
            </p:txBody>
          </p:sp>
          <p:sp>
            <p:nvSpPr>
              <p:cNvPr id="104650" name="Oval 50"/>
              <p:cNvSpPr>
                <a:spLocks noChangeArrowheads="1"/>
              </p:cNvSpPr>
              <p:nvPr/>
            </p:nvSpPr>
            <p:spPr bwMode="auto">
              <a:xfrm>
                <a:off x="2375" y="2658"/>
                <a:ext cx="32" cy="40"/>
              </a:xfrm>
              <a:prstGeom prst="ellipse">
                <a:avLst/>
              </a:prstGeom>
              <a:solidFill>
                <a:schemeClr val="bg2"/>
              </a:solidFill>
              <a:ln w="25400">
                <a:solidFill>
                  <a:schemeClr val="bg2"/>
                </a:solidFill>
                <a:round/>
                <a:headEnd/>
                <a:tailEnd/>
              </a:ln>
            </p:spPr>
            <p:txBody>
              <a:bodyPr/>
              <a:lstStyle/>
              <a:p>
                <a:endParaRPr lang="en-US"/>
              </a:p>
            </p:txBody>
          </p:sp>
          <p:sp>
            <p:nvSpPr>
              <p:cNvPr id="104651" name="Oval 51"/>
              <p:cNvSpPr>
                <a:spLocks noChangeArrowheads="1"/>
              </p:cNvSpPr>
              <p:nvPr/>
            </p:nvSpPr>
            <p:spPr bwMode="auto">
              <a:xfrm>
                <a:off x="2375" y="2969"/>
                <a:ext cx="32" cy="32"/>
              </a:xfrm>
              <a:prstGeom prst="ellipse">
                <a:avLst/>
              </a:prstGeom>
              <a:solidFill>
                <a:schemeClr val="bg2"/>
              </a:solidFill>
              <a:ln w="9525">
                <a:solidFill>
                  <a:schemeClr val="bg2"/>
                </a:solidFill>
                <a:round/>
                <a:headEnd/>
                <a:tailEnd/>
              </a:ln>
            </p:spPr>
            <p:txBody>
              <a:bodyPr/>
              <a:lstStyle/>
              <a:p>
                <a:endParaRPr lang="en-US"/>
              </a:p>
            </p:txBody>
          </p:sp>
          <p:sp>
            <p:nvSpPr>
              <p:cNvPr id="104652" name="Oval 52"/>
              <p:cNvSpPr>
                <a:spLocks noChangeArrowheads="1"/>
              </p:cNvSpPr>
              <p:nvPr/>
            </p:nvSpPr>
            <p:spPr bwMode="auto">
              <a:xfrm>
                <a:off x="2375" y="2969"/>
                <a:ext cx="32" cy="32"/>
              </a:xfrm>
              <a:prstGeom prst="ellipse">
                <a:avLst/>
              </a:prstGeom>
              <a:solidFill>
                <a:schemeClr val="bg2"/>
              </a:solidFill>
              <a:ln w="25400">
                <a:solidFill>
                  <a:schemeClr val="bg2"/>
                </a:solidFill>
                <a:round/>
                <a:headEnd/>
                <a:tailEnd/>
              </a:ln>
            </p:spPr>
            <p:txBody>
              <a:bodyPr/>
              <a:lstStyle/>
              <a:p>
                <a:endParaRPr lang="en-US"/>
              </a:p>
            </p:txBody>
          </p:sp>
        </p:grpSp>
        <p:grpSp>
          <p:nvGrpSpPr>
            <p:cNvPr id="103471" name="Group 53"/>
            <p:cNvGrpSpPr>
              <a:grpSpLocks/>
            </p:cNvGrpSpPr>
            <p:nvPr/>
          </p:nvGrpSpPr>
          <p:grpSpPr bwMode="auto">
            <a:xfrm>
              <a:off x="1489" y="2076"/>
              <a:ext cx="431" cy="284"/>
              <a:chOff x="1489" y="2076"/>
              <a:chExt cx="431" cy="284"/>
            </a:xfrm>
          </p:grpSpPr>
          <p:sp>
            <p:nvSpPr>
              <p:cNvPr id="104641" name="Freeform 54"/>
              <p:cNvSpPr>
                <a:spLocks/>
              </p:cNvSpPr>
              <p:nvPr/>
            </p:nvSpPr>
            <p:spPr bwMode="auto">
              <a:xfrm>
                <a:off x="1784" y="2076"/>
                <a:ext cx="136" cy="96"/>
              </a:xfrm>
              <a:custGeom>
                <a:avLst/>
                <a:gdLst>
                  <a:gd name="T0" fmla="*/ 136 w 136"/>
                  <a:gd name="T1" fmla="*/ 0 h 96"/>
                  <a:gd name="T2" fmla="*/ 40 w 136"/>
                  <a:gd name="T3" fmla="*/ 96 h 96"/>
                  <a:gd name="T4" fmla="*/ 24 w 136"/>
                  <a:gd name="T5" fmla="*/ 72 h 96"/>
                  <a:gd name="T6" fmla="*/ 0 w 136"/>
                  <a:gd name="T7" fmla="*/ 40 h 96"/>
                  <a:gd name="T8" fmla="*/ 136 w 136"/>
                  <a:gd name="T9" fmla="*/ 0 h 96"/>
                  <a:gd name="T10" fmla="*/ 0 60000 65536"/>
                  <a:gd name="T11" fmla="*/ 0 60000 65536"/>
                  <a:gd name="T12" fmla="*/ 0 60000 65536"/>
                  <a:gd name="T13" fmla="*/ 0 60000 65536"/>
                  <a:gd name="T14" fmla="*/ 0 60000 65536"/>
                  <a:gd name="T15" fmla="*/ 0 w 136"/>
                  <a:gd name="T16" fmla="*/ 0 h 96"/>
                  <a:gd name="T17" fmla="*/ 136 w 136"/>
                  <a:gd name="T18" fmla="*/ 96 h 96"/>
                </a:gdLst>
                <a:ahLst/>
                <a:cxnLst>
                  <a:cxn ang="T10">
                    <a:pos x="T0" y="T1"/>
                  </a:cxn>
                  <a:cxn ang="T11">
                    <a:pos x="T2" y="T3"/>
                  </a:cxn>
                  <a:cxn ang="T12">
                    <a:pos x="T4" y="T5"/>
                  </a:cxn>
                  <a:cxn ang="T13">
                    <a:pos x="T6" y="T7"/>
                  </a:cxn>
                  <a:cxn ang="T14">
                    <a:pos x="T8" y="T9"/>
                  </a:cxn>
                </a:cxnLst>
                <a:rect l="T15" t="T16" r="T17" b="T18"/>
                <a:pathLst>
                  <a:path w="136" h="96">
                    <a:moveTo>
                      <a:pt x="136" y="0"/>
                    </a:moveTo>
                    <a:lnTo>
                      <a:pt x="40" y="96"/>
                    </a:lnTo>
                    <a:lnTo>
                      <a:pt x="24" y="72"/>
                    </a:lnTo>
                    <a:lnTo>
                      <a:pt x="0" y="40"/>
                    </a:lnTo>
                    <a:lnTo>
                      <a:pt x="136" y="0"/>
                    </a:lnTo>
                    <a:close/>
                  </a:path>
                </a:pathLst>
              </a:custGeom>
              <a:solidFill>
                <a:schemeClr val="bg2"/>
              </a:solidFill>
              <a:ln w="9525">
                <a:solidFill>
                  <a:schemeClr val="bg2"/>
                </a:solidFill>
                <a:round/>
                <a:headEnd/>
                <a:tailEnd/>
              </a:ln>
            </p:spPr>
            <p:txBody>
              <a:bodyPr/>
              <a:lstStyle/>
              <a:p>
                <a:endParaRPr lang="en-US"/>
              </a:p>
            </p:txBody>
          </p:sp>
          <p:sp>
            <p:nvSpPr>
              <p:cNvPr id="104642" name="Line 55"/>
              <p:cNvSpPr>
                <a:spLocks noChangeShapeType="1"/>
              </p:cNvSpPr>
              <p:nvPr/>
            </p:nvSpPr>
            <p:spPr bwMode="auto">
              <a:xfrm flipV="1">
                <a:off x="1489" y="2143"/>
                <a:ext cx="327" cy="217"/>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3472" name="Group 56"/>
            <p:cNvGrpSpPr>
              <a:grpSpLocks/>
            </p:cNvGrpSpPr>
            <p:nvPr/>
          </p:nvGrpSpPr>
          <p:grpSpPr bwMode="auto">
            <a:xfrm>
              <a:off x="1489" y="1733"/>
              <a:ext cx="423" cy="56"/>
              <a:chOff x="1489" y="1733"/>
              <a:chExt cx="423" cy="56"/>
            </a:xfrm>
          </p:grpSpPr>
          <p:sp>
            <p:nvSpPr>
              <p:cNvPr id="104633" name="Freeform 57"/>
              <p:cNvSpPr>
                <a:spLocks/>
              </p:cNvSpPr>
              <p:nvPr/>
            </p:nvSpPr>
            <p:spPr bwMode="auto">
              <a:xfrm>
                <a:off x="1792" y="1733"/>
                <a:ext cx="120" cy="56"/>
              </a:xfrm>
              <a:custGeom>
                <a:avLst/>
                <a:gdLst>
                  <a:gd name="T0" fmla="*/ 120 w 120"/>
                  <a:gd name="T1" fmla="*/ 24 h 56"/>
                  <a:gd name="T2" fmla="*/ 0 w 120"/>
                  <a:gd name="T3" fmla="*/ 56 h 56"/>
                  <a:gd name="T4" fmla="*/ 0 w 120"/>
                  <a:gd name="T5" fmla="*/ 24 h 56"/>
                  <a:gd name="T6" fmla="*/ 0 w 120"/>
                  <a:gd name="T7" fmla="*/ 0 h 56"/>
                  <a:gd name="T8" fmla="*/ 120 w 120"/>
                  <a:gd name="T9" fmla="*/ 24 h 56"/>
                  <a:gd name="T10" fmla="*/ 0 60000 65536"/>
                  <a:gd name="T11" fmla="*/ 0 60000 65536"/>
                  <a:gd name="T12" fmla="*/ 0 60000 65536"/>
                  <a:gd name="T13" fmla="*/ 0 60000 65536"/>
                  <a:gd name="T14" fmla="*/ 0 60000 65536"/>
                  <a:gd name="T15" fmla="*/ 0 w 120"/>
                  <a:gd name="T16" fmla="*/ 0 h 56"/>
                  <a:gd name="T17" fmla="*/ 120 w 120"/>
                  <a:gd name="T18" fmla="*/ 56 h 56"/>
                </a:gdLst>
                <a:ahLst/>
                <a:cxnLst>
                  <a:cxn ang="T10">
                    <a:pos x="T0" y="T1"/>
                  </a:cxn>
                  <a:cxn ang="T11">
                    <a:pos x="T2" y="T3"/>
                  </a:cxn>
                  <a:cxn ang="T12">
                    <a:pos x="T4" y="T5"/>
                  </a:cxn>
                  <a:cxn ang="T13">
                    <a:pos x="T6" y="T7"/>
                  </a:cxn>
                  <a:cxn ang="T14">
                    <a:pos x="T8" y="T9"/>
                  </a:cxn>
                </a:cxnLst>
                <a:rect l="T15" t="T16" r="T17" b="T18"/>
                <a:pathLst>
                  <a:path w="120" h="56">
                    <a:moveTo>
                      <a:pt x="120" y="24"/>
                    </a:moveTo>
                    <a:lnTo>
                      <a:pt x="0" y="56"/>
                    </a:lnTo>
                    <a:lnTo>
                      <a:pt x="0" y="24"/>
                    </a:lnTo>
                    <a:lnTo>
                      <a:pt x="0" y="0"/>
                    </a:lnTo>
                    <a:lnTo>
                      <a:pt x="120" y="24"/>
                    </a:lnTo>
                    <a:close/>
                  </a:path>
                </a:pathLst>
              </a:custGeom>
              <a:solidFill>
                <a:schemeClr val="bg2"/>
              </a:solidFill>
              <a:ln w="9525">
                <a:solidFill>
                  <a:schemeClr val="bg2"/>
                </a:solidFill>
                <a:round/>
                <a:headEnd/>
                <a:tailEnd/>
              </a:ln>
            </p:spPr>
            <p:txBody>
              <a:bodyPr/>
              <a:lstStyle/>
              <a:p>
                <a:endParaRPr lang="en-US"/>
              </a:p>
            </p:txBody>
          </p:sp>
          <p:grpSp>
            <p:nvGrpSpPr>
              <p:cNvPr id="104634" name="Group 58"/>
              <p:cNvGrpSpPr>
                <a:grpSpLocks/>
              </p:cNvGrpSpPr>
              <p:nvPr/>
            </p:nvGrpSpPr>
            <p:grpSpPr bwMode="auto">
              <a:xfrm>
                <a:off x="1489" y="1757"/>
                <a:ext cx="295" cy="1"/>
                <a:chOff x="1489" y="1757"/>
                <a:chExt cx="295" cy="1"/>
              </a:xfrm>
            </p:grpSpPr>
            <p:sp>
              <p:nvSpPr>
                <p:cNvPr id="104635" name="Line 59"/>
                <p:cNvSpPr>
                  <a:spLocks noChangeShapeType="1"/>
                </p:cNvSpPr>
                <p:nvPr/>
              </p:nvSpPr>
              <p:spPr bwMode="auto">
                <a:xfrm>
                  <a:off x="1489"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636" name="Line 60"/>
                <p:cNvSpPr>
                  <a:spLocks noChangeShapeType="1"/>
                </p:cNvSpPr>
                <p:nvPr/>
              </p:nvSpPr>
              <p:spPr bwMode="auto">
                <a:xfrm>
                  <a:off x="1544"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637" name="Line 61"/>
                <p:cNvSpPr>
                  <a:spLocks noChangeShapeType="1"/>
                </p:cNvSpPr>
                <p:nvPr/>
              </p:nvSpPr>
              <p:spPr bwMode="auto">
                <a:xfrm>
                  <a:off x="1600"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638" name="Line 62"/>
                <p:cNvSpPr>
                  <a:spLocks noChangeShapeType="1"/>
                </p:cNvSpPr>
                <p:nvPr/>
              </p:nvSpPr>
              <p:spPr bwMode="auto">
                <a:xfrm>
                  <a:off x="1656"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639" name="Line 63"/>
                <p:cNvSpPr>
                  <a:spLocks noChangeShapeType="1"/>
                </p:cNvSpPr>
                <p:nvPr/>
              </p:nvSpPr>
              <p:spPr bwMode="auto">
                <a:xfrm>
                  <a:off x="1712"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640" name="Line 64"/>
                <p:cNvSpPr>
                  <a:spLocks noChangeShapeType="1"/>
                </p:cNvSpPr>
                <p:nvPr/>
              </p:nvSpPr>
              <p:spPr bwMode="auto">
                <a:xfrm>
                  <a:off x="1768" y="1757"/>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3473" name="Group 65"/>
            <p:cNvGrpSpPr>
              <a:grpSpLocks/>
            </p:cNvGrpSpPr>
            <p:nvPr/>
          </p:nvGrpSpPr>
          <p:grpSpPr bwMode="auto">
            <a:xfrm>
              <a:off x="1952" y="1725"/>
              <a:ext cx="415" cy="56"/>
              <a:chOff x="1952" y="1725"/>
              <a:chExt cx="415" cy="56"/>
            </a:xfrm>
          </p:grpSpPr>
          <p:sp>
            <p:nvSpPr>
              <p:cNvPr id="104625" name="Freeform 66"/>
              <p:cNvSpPr>
                <a:spLocks/>
              </p:cNvSpPr>
              <p:nvPr/>
            </p:nvSpPr>
            <p:spPr bwMode="auto">
              <a:xfrm>
                <a:off x="2255" y="1725"/>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04626" name="Group 67"/>
              <p:cNvGrpSpPr>
                <a:grpSpLocks/>
              </p:cNvGrpSpPr>
              <p:nvPr/>
            </p:nvGrpSpPr>
            <p:grpSpPr bwMode="auto">
              <a:xfrm>
                <a:off x="1952" y="1757"/>
                <a:ext cx="295" cy="1"/>
                <a:chOff x="1952" y="1757"/>
                <a:chExt cx="295" cy="1"/>
              </a:xfrm>
            </p:grpSpPr>
            <p:sp>
              <p:nvSpPr>
                <p:cNvPr id="104627" name="Line 68"/>
                <p:cNvSpPr>
                  <a:spLocks noChangeShapeType="1"/>
                </p:cNvSpPr>
                <p:nvPr/>
              </p:nvSpPr>
              <p:spPr bwMode="auto">
                <a:xfrm>
                  <a:off x="1952"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628" name="Line 69"/>
                <p:cNvSpPr>
                  <a:spLocks noChangeShapeType="1"/>
                </p:cNvSpPr>
                <p:nvPr/>
              </p:nvSpPr>
              <p:spPr bwMode="auto">
                <a:xfrm>
                  <a:off x="2008" y="1757"/>
                  <a:ext cx="23"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629" name="Line 70"/>
                <p:cNvSpPr>
                  <a:spLocks noChangeShapeType="1"/>
                </p:cNvSpPr>
                <p:nvPr/>
              </p:nvSpPr>
              <p:spPr bwMode="auto">
                <a:xfrm>
                  <a:off x="2063"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630" name="Line 71"/>
                <p:cNvSpPr>
                  <a:spLocks noChangeShapeType="1"/>
                </p:cNvSpPr>
                <p:nvPr/>
              </p:nvSpPr>
              <p:spPr bwMode="auto">
                <a:xfrm>
                  <a:off x="2119"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631" name="Line 72"/>
                <p:cNvSpPr>
                  <a:spLocks noChangeShapeType="1"/>
                </p:cNvSpPr>
                <p:nvPr/>
              </p:nvSpPr>
              <p:spPr bwMode="auto">
                <a:xfrm>
                  <a:off x="2175"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632" name="Line 73"/>
                <p:cNvSpPr>
                  <a:spLocks noChangeShapeType="1"/>
                </p:cNvSpPr>
                <p:nvPr/>
              </p:nvSpPr>
              <p:spPr bwMode="auto">
                <a:xfrm>
                  <a:off x="2231" y="1757"/>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3474" name="Group 74"/>
            <p:cNvGrpSpPr>
              <a:grpSpLocks/>
            </p:cNvGrpSpPr>
            <p:nvPr/>
          </p:nvGrpSpPr>
          <p:grpSpPr bwMode="auto">
            <a:xfrm>
              <a:off x="1497" y="2036"/>
              <a:ext cx="415" cy="56"/>
              <a:chOff x="1497" y="2036"/>
              <a:chExt cx="415" cy="56"/>
            </a:xfrm>
          </p:grpSpPr>
          <p:sp>
            <p:nvSpPr>
              <p:cNvPr id="104617" name="Freeform 75"/>
              <p:cNvSpPr>
                <a:spLocks/>
              </p:cNvSpPr>
              <p:nvPr/>
            </p:nvSpPr>
            <p:spPr bwMode="auto">
              <a:xfrm>
                <a:off x="1800"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04618" name="Group 76"/>
              <p:cNvGrpSpPr>
                <a:grpSpLocks/>
              </p:cNvGrpSpPr>
              <p:nvPr/>
            </p:nvGrpSpPr>
            <p:grpSpPr bwMode="auto">
              <a:xfrm>
                <a:off x="1497" y="2068"/>
                <a:ext cx="295" cy="1"/>
                <a:chOff x="1497" y="2068"/>
                <a:chExt cx="295" cy="1"/>
              </a:xfrm>
            </p:grpSpPr>
            <p:sp>
              <p:nvSpPr>
                <p:cNvPr id="104619" name="Line 77"/>
                <p:cNvSpPr>
                  <a:spLocks noChangeShapeType="1"/>
                </p:cNvSpPr>
                <p:nvPr/>
              </p:nvSpPr>
              <p:spPr bwMode="auto">
                <a:xfrm>
                  <a:off x="1497" y="2068"/>
                  <a:ext cx="23"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620" name="Line 78"/>
                <p:cNvSpPr>
                  <a:spLocks noChangeShapeType="1"/>
                </p:cNvSpPr>
                <p:nvPr/>
              </p:nvSpPr>
              <p:spPr bwMode="auto">
                <a:xfrm>
                  <a:off x="1552"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621" name="Line 79"/>
                <p:cNvSpPr>
                  <a:spLocks noChangeShapeType="1"/>
                </p:cNvSpPr>
                <p:nvPr/>
              </p:nvSpPr>
              <p:spPr bwMode="auto">
                <a:xfrm>
                  <a:off x="1608"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622" name="Line 80"/>
                <p:cNvSpPr>
                  <a:spLocks noChangeShapeType="1"/>
                </p:cNvSpPr>
                <p:nvPr/>
              </p:nvSpPr>
              <p:spPr bwMode="auto">
                <a:xfrm>
                  <a:off x="1664"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623" name="Line 81"/>
                <p:cNvSpPr>
                  <a:spLocks noChangeShapeType="1"/>
                </p:cNvSpPr>
                <p:nvPr/>
              </p:nvSpPr>
              <p:spPr bwMode="auto">
                <a:xfrm>
                  <a:off x="1720"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624" name="Line 82"/>
                <p:cNvSpPr>
                  <a:spLocks noChangeShapeType="1"/>
                </p:cNvSpPr>
                <p:nvPr/>
              </p:nvSpPr>
              <p:spPr bwMode="auto">
                <a:xfrm>
                  <a:off x="1776" y="2068"/>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3475" name="Group 83"/>
            <p:cNvGrpSpPr>
              <a:grpSpLocks/>
            </p:cNvGrpSpPr>
            <p:nvPr/>
          </p:nvGrpSpPr>
          <p:grpSpPr bwMode="auto">
            <a:xfrm>
              <a:off x="1960" y="2036"/>
              <a:ext cx="423" cy="56"/>
              <a:chOff x="1960" y="2036"/>
              <a:chExt cx="423" cy="56"/>
            </a:xfrm>
          </p:grpSpPr>
          <p:sp>
            <p:nvSpPr>
              <p:cNvPr id="104609" name="Freeform 84"/>
              <p:cNvSpPr>
                <a:spLocks/>
              </p:cNvSpPr>
              <p:nvPr/>
            </p:nvSpPr>
            <p:spPr bwMode="auto">
              <a:xfrm>
                <a:off x="2271"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04610" name="Group 85"/>
              <p:cNvGrpSpPr>
                <a:grpSpLocks/>
              </p:cNvGrpSpPr>
              <p:nvPr/>
            </p:nvGrpSpPr>
            <p:grpSpPr bwMode="auto">
              <a:xfrm>
                <a:off x="1960" y="2068"/>
                <a:ext cx="303" cy="1"/>
                <a:chOff x="1960" y="2068"/>
                <a:chExt cx="303" cy="1"/>
              </a:xfrm>
            </p:grpSpPr>
            <p:sp>
              <p:nvSpPr>
                <p:cNvPr id="104611" name="Line 86"/>
                <p:cNvSpPr>
                  <a:spLocks noChangeShapeType="1"/>
                </p:cNvSpPr>
                <p:nvPr/>
              </p:nvSpPr>
              <p:spPr bwMode="auto">
                <a:xfrm>
                  <a:off x="1960"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612" name="Line 87"/>
                <p:cNvSpPr>
                  <a:spLocks noChangeShapeType="1"/>
                </p:cNvSpPr>
                <p:nvPr/>
              </p:nvSpPr>
              <p:spPr bwMode="auto">
                <a:xfrm>
                  <a:off x="2015"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613" name="Line 88"/>
                <p:cNvSpPr>
                  <a:spLocks noChangeShapeType="1"/>
                </p:cNvSpPr>
                <p:nvPr/>
              </p:nvSpPr>
              <p:spPr bwMode="auto">
                <a:xfrm>
                  <a:off x="2071"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614" name="Line 89"/>
                <p:cNvSpPr>
                  <a:spLocks noChangeShapeType="1"/>
                </p:cNvSpPr>
                <p:nvPr/>
              </p:nvSpPr>
              <p:spPr bwMode="auto">
                <a:xfrm>
                  <a:off x="2127"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615" name="Line 90"/>
                <p:cNvSpPr>
                  <a:spLocks noChangeShapeType="1"/>
                </p:cNvSpPr>
                <p:nvPr/>
              </p:nvSpPr>
              <p:spPr bwMode="auto">
                <a:xfrm>
                  <a:off x="2183"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616" name="Line 91"/>
                <p:cNvSpPr>
                  <a:spLocks noChangeShapeType="1"/>
                </p:cNvSpPr>
                <p:nvPr/>
              </p:nvSpPr>
              <p:spPr bwMode="auto">
                <a:xfrm>
                  <a:off x="2239"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3476" name="Group 92"/>
            <p:cNvGrpSpPr>
              <a:grpSpLocks/>
            </p:cNvGrpSpPr>
            <p:nvPr/>
          </p:nvGrpSpPr>
          <p:grpSpPr bwMode="auto">
            <a:xfrm>
              <a:off x="2431" y="2036"/>
              <a:ext cx="415" cy="56"/>
              <a:chOff x="2431" y="2036"/>
              <a:chExt cx="415" cy="56"/>
            </a:xfrm>
          </p:grpSpPr>
          <p:sp>
            <p:nvSpPr>
              <p:cNvPr id="104601" name="Freeform 93"/>
              <p:cNvSpPr>
                <a:spLocks/>
              </p:cNvSpPr>
              <p:nvPr/>
            </p:nvSpPr>
            <p:spPr bwMode="auto">
              <a:xfrm>
                <a:off x="2734"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04602" name="Group 94"/>
              <p:cNvGrpSpPr>
                <a:grpSpLocks/>
              </p:cNvGrpSpPr>
              <p:nvPr/>
            </p:nvGrpSpPr>
            <p:grpSpPr bwMode="auto">
              <a:xfrm>
                <a:off x="2431" y="2068"/>
                <a:ext cx="295" cy="1"/>
                <a:chOff x="2431" y="2068"/>
                <a:chExt cx="295" cy="1"/>
              </a:xfrm>
            </p:grpSpPr>
            <p:sp>
              <p:nvSpPr>
                <p:cNvPr id="104603" name="Line 95"/>
                <p:cNvSpPr>
                  <a:spLocks noChangeShapeType="1"/>
                </p:cNvSpPr>
                <p:nvPr/>
              </p:nvSpPr>
              <p:spPr bwMode="auto">
                <a:xfrm>
                  <a:off x="2431"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604" name="Line 96"/>
                <p:cNvSpPr>
                  <a:spLocks noChangeShapeType="1"/>
                </p:cNvSpPr>
                <p:nvPr/>
              </p:nvSpPr>
              <p:spPr bwMode="auto">
                <a:xfrm>
                  <a:off x="2487"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605" name="Line 97"/>
                <p:cNvSpPr>
                  <a:spLocks noChangeShapeType="1"/>
                </p:cNvSpPr>
                <p:nvPr/>
              </p:nvSpPr>
              <p:spPr bwMode="auto">
                <a:xfrm>
                  <a:off x="2542"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606" name="Line 98"/>
                <p:cNvSpPr>
                  <a:spLocks noChangeShapeType="1"/>
                </p:cNvSpPr>
                <p:nvPr/>
              </p:nvSpPr>
              <p:spPr bwMode="auto">
                <a:xfrm>
                  <a:off x="2598"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607" name="Line 99"/>
                <p:cNvSpPr>
                  <a:spLocks noChangeShapeType="1"/>
                </p:cNvSpPr>
                <p:nvPr/>
              </p:nvSpPr>
              <p:spPr bwMode="auto">
                <a:xfrm>
                  <a:off x="2654"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608" name="Line 100"/>
                <p:cNvSpPr>
                  <a:spLocks noChangeShapeType="1"/>
                </p:cNvSpPr>
                <p:nvPr/>
              </p:nvSpPr>
              <p:spPr bwMode="auto">
                <a:xfrm>
                  <a:off x="2710" y="2068"/>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3477" name="Group 101"/>
            <p:cNvGrpSpPr>
              <a:grpSpLocks/>
            </p:cNvGrpSpPr>
            <p:nvPr/>
          </p:nvGrpSpPr>
          <p:grpSpPr bwMode="auto">
            <a:xfrm>
              <a:off x="2423" y="2347"/>
              <a:ext cx="415" cy="56"/>
              <a:chOff x="2423" y="2347"/>
              <a:chExt cx="415" cy="56"/>
            </a:xfrm>
          </p:grpSpPr>
          <p:sp>
            <p:nvSpPr>
              <p:cNvPr id="104593" name="Freeform 102"/>
              <p:cNvSpPr>
                <a:spLocks/>
              </p:cNvSpPr>
              <p:nvPr/>
            </p:nvSpPr>
            <p:spPr bwMode="auto">
              <a:xfrm>
                <a:off x="2726" y="234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solidFill>
                <a:schemeClr val="bg2"/>
              </a:solidFill>
              <a:ln w="9525">
                <a:solidFill>
                  <a:schemeClr val="bg2"/>
                </a:solidFill>
                <a:round/>
                <a:headEnd/>
                <a:tailEnd/>
              </a:ln>
            </p:spPr>
            <p:txBody>
              <a:bodyPr/>
              <a:lstStyle/>
              <a:p>
                <a:endParaRPr lang="en-US"/>
              </a:p>
            </p:txBody>
          </p:sp>
          <p:grpSp>
            <p:nvGrpSpPr>
              <p:cNvPr id="104594" name="Group 103"/>
              <p:cNvGrpSpPr>
                <a:grpSpLocks/>
              </p:cNvGrpSpPr>
              <p:nvPr/>
            </p:nvGrpSpPr>
            <p:grpSpPr bwMode="auto">
              <a:xfrm>
                <a:off x="2423" y="2371"/>
                <a:ext cx="295" cy="1"/>
                <a:chOff x="2423" y="2371"/>
                <a:chExt cx="295" cy="1"/>
              </a:xfrm>
            </p:grpSpPr>
            <p:sp>
              <p:nvSpPr>
                <p:cNvPr id="104595" name="Line 104"/>
                <p:cNvSpPr>
                  <a:spLocks noChangeShapeType="1"/>
                </p:cNvSpPr>
                <p:nvPr/>
              </p:nvSpPr>
              <p:spPr bwMode="auto">
                <a:xfrm>
                  <a:off x="2423"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596" name="Line 105"/>
                <p:cNvSpPr>
                  <a:spLocks noChangeShapeType="1"/>
                </p:cNvSpPr>
                <p:nvPr/>
              </p:nvSpPr>
              <p:spPr bwMode="auto">
                <a:xfrm>
                  <a:off x="2479"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597" name="Line 106"/>
                <p:cNvSpPr>
                  <a:spLocks noChangeShapeType="1"/>
                </p:cNvSpPr>
                <p:nvPr/>
              </p:nvSpPr>
              <p:spPr bwMode="auto">
                <a:xfrm>
                  <a:off x="2534"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598" name="Line 107"/>
                <p:cNvSpPr>
                  <a:spLocks noChangeShapeType="1"/>
                </p:cNvSpPr>
                <p:nvPr/>
              </p:nvSpPr>
              <p:spPr bwMode="auto">
                <a:xfrm>
                  <a:off x="2590"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599" name="Line 108"/>
                <p:cNvSpPr>
                  <a:spLocks noChangeShapeType="1"/>
                </p:cNvSpPr>
                <p:nvPr/>
              </p:nvSpPr>
              <p:spPr bwMode="auto">
                <a:xfrm>
                  <a:off x="2646"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600" name="Line 109"/>
                <p:cNvSpPr>
                  <a:spLocks noChangeShapeType="1"/>
                </p:cNvSpPr>
                <p:nvPr/>
              </p:nvSpPr>
              <p:spPr bwMode="auto">
                <a:xfrm>
                  <a:off x="2702" y="2371"/>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3478" name="Group 110"/>
            <p:cNvGrpSpPr>
              <a:grpSpLocks/>
            </p:cNvGrpSpPr>
            <p:nvPr/>
          </p:nvGrpSpPr>
          <p:grpSpPr bwMode="auto">
            <a:xfrm>
              <a:off x="1960" y="2347"/>
              <a:ext cx="415" cy="56"/>
              <a:chOff x="1960" y="2347"/>
              <a:chExt cx="415" cy="56"/>
            </a:xfrm>
          </p:grpSpPr>
          <p:sp>
            <p:nvSpPr>
              <p:cNvPr id="104585" name="Freeform 111"/>
              <p:cNvSpPr>
                <a:spLocks/>
              </p:cNvSpPr>
              <p:nvPr/>
            </p:nvSpPr>
            <p:spPr bwMode="auto">
              <a:xfrm>
                <a:off x="2263" y="234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solidFill>
                <a:schemeClr val="bg2"/>
              </a:solidFill>
              <a:ln w="9525">
                <a:solidFill>
                  <a:schemeClr val="bg2"/>
                </a:solidFill>
                <a:round/>
                <a:headEnd/>
                <a:tailEnd/>
              </a:ln>
            </p:spPr>
            <p:txBody>
              <a:bodyPr/>
              <a:lstStyle/>
              <a:p>
                <a:endParaRPr lang="en-US"/>
              </a:p>
            </p:txBody>
          </p:sp>
          <p:grpSp>
            <p:nvGrpSpPr>
              <p:cNvPr id="104586" name="Group 112"/>
              <p:cNvGrpSpPr>
                <a:grpSpLocks/>
              </p:cNvGrpSpPr>
              <p:nvPr/>
            </p:nvGrpSpPr>
            <p:grpSpPr bwMode="auto">
              <a:xfrm>
                <a:off x="1960" y="2371"/>
                <a:ext cx="295" cy="1"/>
                <a:chOff x="1960" y="2371"/>
                <a:chExt cx="295" cy="1"/>
              </a:xfrm>
            </p:grpSpPr>
            <p:sp>
              <p:nvSpPr>
                <p:cNvPr id="104587" name="Line 113"/>
                <p:cNvSpPr>
                  <a:spLocks noChangeShapeType="1"/>
                </p:cNvSpPr>
                <p:nvPr/>
              </p:nvSpPr>
              <p:spPr bwMode="auto">
                <a:xfrm>
                  <a:off x="1960"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588" name="Line 114"/>
                <p:cNvSpPr>
                  <a:spLocks noChangeShapeType="1"/>
                </p:cNvSpPr>
                <p:nvPr/>
              </p:nvSpPr>
              <p:spPr bwMode="auto">
                <a:xfrm>
                  <a:off x="2015"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589" name="Line 115"/>
                <p:cNvSpPr>
                  <a:spLocks noChangeShapeType="1"/>
                </p:cNvSpPr>
                <p:nvPr/>
              </p:nvSpPr>
              <p:spPr bwMode="auto">
                <a:xfrm>
                  <a:off x="2071"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590" name="Line 116"/>
                <p:cNvSpPr>
                  <a:spLocks noChangeShapeType="1"/>
                </p:cNvSpPr>
                <p:nvPr/>
              </p:nvSpPr>
              <p:spPr bwMode="auto">
                <a:xfrm>
                  <a:off x="2127"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591" name="Line 117"/>
                <p:cNvSpPr>
                  <a:spLocks noChangeShapeType="1"/>
                </p:cNvSpPr>
                <p:nvPr/>
              </p:nvSpPr>
              <p:spPr bwMode="auto">
                <a:xfrm>
                  <a:off x="2183"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592" name="Line 118"/>
                <p:cNvSpPr>
                  <a:spLocks noChangeShapeType="1"/>
                </p:cNvSpPr>
                <p:nvPr/>
              </p:nvSpPr>
              <p:spPr bwMode="auto">
                <a:xfrm>
                  <a:off x="2239" y="2371"/>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3479" name="Group 119"/>
            <p:cNvGrpSpPr>
              <a:grpSpLocks/>
            </p:cNvGrpSpPr>
            <p:nvPr/>
          </p:nvGrpSpPr>
          <p:grpSpPr bwMode="auto">
            <a:xfrm>
              <a:off x="1497" y="2339"/>
              <a:ext cx="415" cy="56"/>
              <a:chOff x="1497" y="2339"/>
              <a:chExt cx="415" cy="56"/>
            </a:xfrm>
          </p:grpSpPr>
          <p:sp>
            <p:nvSpPr>
              <p:cNvPr id="104577" name="Freeform 120"/>
              <p:cNvSpPr>
                <a:spLocks/>
              </p:cNvSpPr>
              <p:nvPr/>
            </p:nvSpPr>
            <p:spPr bwMode="auto">
              <a:xfrm>
                <a:off x="1800" y="2339"/>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04578" name="Group 121"/>
              <p:cNvGrpSpPr>
                <a:grpSpLocks/>
              </p:cNvGrpSpPr>
              <p:nvPr/>
            </p:nvGrpSpPr>
            <p:grpSpPr bwMode="auto">
              <a:xfrm>
                <a:off x="1497" y="2371"/>
                <a:ext cx="295" cy="1"/>
                <a:chOff x="1497" y="2371"/>
                <a:chExt cx="295" cy="1"/>
              </a:xfrm>
            </p:grpSpPr>
            <p:sp>
              <p:nvSpPr>
                <p:cNvPr id="104579" name="Line 122"/>
                <p:cNvSpPr>
                  <a:spLocks noChangeShapeType="1"/>
                </p:cNvSpPr>
                <p:nvPr/>
              </p:nvSpPr>
              <p:spPr bwMode="auto">
                <a:xfrm>
                  <a:off x="1497" y="2371"/>
                  <a:ext cx="23"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580" name="Line 123"/>
                <p:cNvSpPr>
                  <a:spLocks noChangeShapeType="1"/>
                </p:cNvSpPr>
                <p:nvPr/>
              </p:nvSpPr>
              <p:spPr bwMode="auto">
                <a:xfrm>
                  <a:off x="1552"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581" name="Line 124"/>
                <p:cNvSpPr>
                  <a:spLocks noChangeShapeType="1"/>
                </p:cNvSpPr>
                <p:nvPr/>
              </p:nvSpPr>
              <p:spPr bwMode="auto">
                <a:xfrm>
                  <a:off x="1608"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582" name="Line 125"/>
                <p:cNvSpPr>
                  <a:spLocks noChangeShapeType="1"/>
                </p:cNvSpPr>
                <p:nvPr/>
              </p:nvSpPr>
              <p:spPr bwMode="auto">
                <a:xfrm>
                  <a:off x="1664"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583" name="Line 126"/>
                <p:cNvSpPr>
                  <a:spLocks noChangeShapeType="1"/>
                </p:cNvSpPr>
                <p:nvPr/>
              </p:nvSpPr>
              <p:spPr bwMode="auto">
                <a:xfrm>
                  <a:off x="1720"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584" name="Line 127"/>
                <p:cNvSpPr>
                  <a:spLocks noChangeShapeType="1"/>
                </p:cNvSpPr>
                <p:nvPr/>
              </p:nvSpPr>
              <p:spPr bwMode="auto">
                <a:xfrm>
                  <a:off x="1776" y="2371"/>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3480" name="Group 128"/>
            <p:cNvGrpSpPr>
              <a:grpSpLocks/>
            </p:cNvGrpSpPr>
            <p:nvPr/>
          </p:nvGrpSpPr>
          <p:grpSpPr bwMode="auto">
            <a:xfrm>
              <a:off x="1489" y="2650"/>
              <a:ext cx="423" cy="56"/>
              <a:chOff x="1489" y="2650"/>
              <a:chExt cx="423" cy="56"/>
            </a:xfrm>
          </p:grpSpPr>
          <p:sp>
            <p:nvSpPr>
              <p:cNvPr id="104569" name="Freeform 129"/>
              <p:cNvSpPr>
                <a:spLocks/>
              </p:cNvSpPr>
              <p:nvPr/>
            </p:nvSpPr>
            <p:spPr bwMode="auto">
              <a:xfrm>
                <a:off x="1792" y="2650"/>
                <a:ext cx="120" cy="56"/>
              </a:xfrm>
              <a:custGeom>
                <a:avLst/>
                <a:gdLst>
                  <a:gd name="T0" fmla="*/ 120 w 120"/>
                  <a:gd name="T1" fmla="*/ 24 h 56"/>
                  <a:gd name="T2" fmla="*/ 0 w 120"/>
                  <a:gd name="T3" fmla="*/ 56 h 56"/>
                  <a:gd name="T4" fmla="*/ 0 w 120"/>
                  <a:gd name="T5" fmla="*/ 24 h 56"/>
                  <a:gd name="T6" fmla="*/ 0 w 120"/>
                  <a:gd name="T7" fmla="*/ 0 h 56"/>
                  <a:gd name="T8" fmla="*/ 120 w 120"/>
                  <a:gd name="T9" fmla="*/ 24 h 56"/>
                  <a:gd name="T10" fmla="*/ 0 60000 65536"/>
                  <a:gd name="T11" fmla="*/ 0 60000 65536"/>
                  <a:gd name="T12" fmla="*/ 0 60000 65536"/>
                  <a:gd name="T13" fmla="*/ 0 60000 65536"/>
                  <a:gd name="T14" fmla="*/ 0 60000 65536"/>
                  <a:gd name="T15" fmla="*/ 0 w 120"/>
                  <a:gd name="T16" fmla="*/ 0 h 56"/>
                  <a:gd name="T17" fmla="*/ 120 w 120"/>
                  <a:gd name="T18" fmla="*/ 56 h 56"/>
                </a:gdLst>
                <a:ahLst/>
                <a:cxnLst>
                  <a:cxn ang="T10">
                    <a:pos x="T0" y="T1"/>
                  </a:cxn>
                  <a:cxn ang="T11">
                    <a:pos x="T2" y="T3"/>
                  </a:cxn>
                  <a:cxn ang="T12">
                    <a:pos x="T4" y="T5"/>
                  </a:cxn>
                  <a:cxn ang="T13">
                    <a:pos x="T6" y="T7"/>
                  </a:cxn>
                  <a:cxn ang="T14">
                    <a:pos x="T8" y="T9"/>
                  </a:cxn>
                </a:cxnLst>
                <a:rect l="T15" t="T16" r="T17" b="T18"/>
                <a:pathLst>
                  <a:path w="120" h="56">
                    <a:moveTo>
                      <a:pt x="120" y="24"/>
                    </a:moveTo>
                    <a:lnTo>
                      <a:pt x="0" y="56"/>
                    </a:lnTo>
                    <a:lnTo>
                      <a:pt x="0" y="24"/>
                    </a:lnTo>
                    <a:lnTo>
                      <a:pt x="0" y="0"/>
                    </a:lnTo>
                    <a:lnTo>
                      <a:pt x="120" y="24"/>
                    </a:lnTo>
                    <a:close/>
                  </a:path>
                </a:pathLst>
              </a:custGeom>
              <a:solidFill>
                <a:schemeClr val="bg2"/>
              </a:solidFill>
              <a:ln w="9525">
                <a:solidFill>
                  <a:schemeClr val="bg2"/>
                </a:solidFill>
                <a:round/>
                <a:headEnd/>
                <a:tailEnd/>
              </a:ln>
            </p:spPr>
            <p:txBody>
              <a:bodyPr/>
              <a:lstStyle/>
              <a:p>
                <a:endParaRPr lang="en-US"/>
              </a:p>
            </p:txBody>
          </p:sp>
          <p:grpSp>
            <p:nvGrpSpPr>
              <p:cNvPr id="104570" name="Group 130"/>
              <p:cNvGrpSpPr>
                <a:grpSpLocks/>
              </p:cNvGrpSpPr>
              <p:nvPr/>
            </p:nvGrpSpPr>
            <p:grpSpPr bwMode="auto">
              <a:xfrm>
                <a:off x="1489" y="2674"/>
                <a:ext cx="295" cy="1"/>
                <a:chOff x="1489" y="2674"/>
                <a:chExt cx="295" cy="1"/>
              </a:xfrm>
            </p:grpSpPr>
            <p:sp>
              <p:nvSpPr>
                <p:cNvPr id="104571" name="Line 131"/>
                <p:cNvSpPr>
                  <a:spLocks noChangeShapeType="1"/>
                </p:cNvSpPr>
                <p:nvPr/>
              </p:nvSpPr>
              <p:spPr bwMode="auto">
                <a:xfrm>
                  <a:off x="1489"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572" name="Line 132"/>
                <p:cNvSpPr>
                  <a:spLocks noChangeShapeType="1"/>
                </p:cNvSpPr>
                <p:nvPr/>
              </p:nvSpPr>
              <p:spPr bwMode="auto">
                <a:xfrm>
                  <a:off x="1544"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573" name="Line 133"/>
                <p:cNvSpPr>
                  <a:spLocks noChangeShapeType="1"/>
                </p:cNvSpPr>
                <p:nvPr/>
              </p:nvSpPr>
              <p:spPr bwMode="auto">
                <a:xfrm>
                  <a:off x="1600"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574" name="Line 134"/>
                <p:cNvSpPr>
                  <a:spLocks noChangeShapeType="1"/>
                </p:cNvSpPr>
                <p:nvPr/>
              </p:nvSpPr>
              <p:spPr bwMode="auto">
                <a:xfrm>
                  <a:off x="1656"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575" name="Line 135"/>
                <p:cNvSpPr>
                  <a:spLocks noChangeShapeType="1"/>
                </p:cNvSpPr>
                <p:nvPr/>
              </p:nvSpPr>
              <p:spPr bwMode="auto">
                <a:xfrm>
                  <a:off x="1712"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576" name="Line 136"/>
                <p:cNvSpPr>
                  <a:spLocks noChangeShapeType="1"/>
                </p:cNvSpPr>
                <p:nvPr/>
              </p:nvSpPr>
              <p:spPr bwMode="auto">
                <a:xfrm>
                  <a:off x="1768" y="2674"/>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3481" name="Group 137"/>
            <p:cNvGrpSpPr>
              <a:grpSpLocks/>
            </p:cNvGrpSpPr>
            <p:nvPr/>
          </p:nvGrpSpPr>
          <p:grpSpPr bwMode="auto">
            <a:xfrm>
              <a:off x="1968" y="2650"/>
              <a:ext cx="415" cy="56"/>
              <a:chOff x="1968" y="2650"/>
              <a:chExt cx="415" cy="56"/>
            </a:xfrm>
          </p:grpSpPr>
          <p:sp>
            <p:nvSpPr>
              <p:cNvPr id="104561" name="Freeform 138"/>
              <p:cNvSpPr>
                <a:spLocks/>
              </p:cNvSpPr>
              <p:nvPr/>
            </p:nvSpPr>
            <p:spPr bwMode="auto">
              <a:xfrm>
                <a:off x="2271" y="2650"/>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solidFill>
                <a:schemeClr val="bg2"/>
              </a:solidFill>
              <a:ln w="9525">
                <a:solidFill>
                  <a:schemeClr val="bg2"/>
                </a:solidFill>
                <a:round/>
                <a:headEnd/>
                <a:tailEnd/>
              </a:ln>
            </p:spPr>
            <p:txBody>
              <a:bodyPr/>
              <a:lstStyle/>
              <a:p>
                <a:endParaRPr lang="en-US"/>
              </a:p>
            </p:txBody>
          </p:sp>
          <p:grpSp>
            <p:nvGrpSpPr>
              <p:cNvPr id="104562" name="Group 139"/>
              <p:cNvGrpSpPr>
                <a:grpSpLocks/>
              </p:cNvGrpSpPr>
              <p:nvPr/>
            </p:nvGrpSpPr>
            <p:grpSpPr bwMode="auto">
              <a:xfrm>
                <a:off x="1968" y="2674"/>
                <a:ext cx="295" cy="1"/>
                <a:chOff x="1968" y="2674"/>
                <a:chExt cx="295" cy="1"/>
              </a:xfrm>
            </p:grpSpPr>
            <p:sp>
              <p:nvSpPr>
                <p:cNvPr id="104563" name="Line 140"/>
                <p:cNvSpPr>
                  <a:spLocks noChangeShapeType="1"/>
                </p:cNvSpPr>
                <p:nvPr/>
              </p:nvSpPr>
              <p:spPr bwMode="auto">
                <a:xfrm>
                  <a:off x="1968"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564" name="Line 141"/>
                <p:cNvSpPr>
                  <a:spLocks noChangeShapeType="1"/>
                </p:cNvSpPr>
                <p:nvPr/>
              </p:nvSpPr>
              <p:spPr bwMode="auto">
                <a:xfrm>
                  <a:off x="2023"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565" name="Line 142"/>
                <p:cNvSpPr>
                  <a:spLocks noChangeShapeType="1"/>
                </p:cNvSpPr>
                <p:nvPr/>
              </p:nvSpPr>
              <p:spPr bwMode="auto">
                <a:xfrm>
                  <a:off x="2079"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566" name="Line 143"/>
                <p:cNvSpPr>
                  <a:spLocks noChangeShapeType="1"/>
                </p:cNvSpPr>
                <p:nvPr/>
              </p:nvSpPr>
              <p:spPr bwMode="auto">
                <a:xfrm>
                  <a:off x="2135"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567" name="Line 144"/>
                <p:cNvSpPr>
                  <a:spLocks noChangeShapeType="1"/>
                </p:cNvSpPr>
                <p:nvPr/>
              </p:nvSpPr>
              <p:spPr bwMode="auto">
                <a:xfrm>
                  <a:off x="2191"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568" name="Line 145"/>
                <p:cNvSpPr>
                  <a:spLocks noChangeShapeType="1"/>
                </p:cNvSpPr>
                <p:nvPr/>
              </p:nvSpPr>
              <p:spPr bwMode="auto">
                <a:xfrm>
                  <a:off x="2247" y="2674"/>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3482" name="Group 146"/>
            <p:cNvGrpSpPr>
              <a:grpSpLocks/>
            </p:cNvGrpSpPr>
            <p:nvPr/>
          </p:nvGrpSpPr>
          <p:grpSpPr bwMode="auto">
            <a:xfrm>
              <a:off x="1489" y="2953"/>
              <a:ext cx="423" cy="56"/>
              <a:chOff x="1489" y="2953"/>
              <a:chExt cx="423" cy="56"/>
            </a:xfrm>
          </p:grpSpPr>
          <p:sp>
            <p:nvSpPr>
              <p:cNvPr id="104553" name="Freeform 147"/>
              <p:cNvSpPr>
                <a:spLocks/>
              </p:cNvSpPr>
              <p:nvPr/>
            </p:nvSpPr>
            <p:spPr bwMode="auto">
              <a:xfrm>
                <a:off x="1792" y="2953"/>
                <a:ext cx="120" cy="56"/>
              </a:xfrm>
              <a:custGeom>
                <a:avLst/>
                <a:gdLst>
                  <a:gd name="T0" fmla="*/ 120 w 120"/>
                  <a:gd name="T1" fmla="*/ 32 h 56"/>
                  <a:gd name="T2" fmla="*/ 0 w 120"/>
                  <a:gd name="T3" fmla="*/ 56 h 56"/>
                  <a:gd name="T4" fmla="*/ 0 w 120"/>
                  <a:gd name="T5" fmla="*/ 32 h 56"/>
                  <a:gd name="T6" fmla="*/ 0 w 120"/>
                  <a:gd name="T7" fmla="*/ 0 h 56"/>
                  <a:gd name="T8" fmla="*/ 120 w 120"/>
                  <a:gd name="T9" fmla="*/ 32 h 56"/>
                  <a:gd name="T10" fmla="*/ 0 60000 65536"/>
                  <a:gd name="T11" fmla="*/ 0 60000 65536"/>
                  <a:gd name="T12" fmla="*/ 0 60000 65536"/>
                  <a:gd name="T13" fmla="*/ 0 60000 65536"/>
                  <a:gd name="T14" fmla="*/ 0 60000 65536"/>
                  <a:gd name="T15" fmla="*/ 0 w 120"/>
                  <a:gd name="T16" fmla="*/ 0 h 56"/>
                  <a:gd name="T17" fmla="*/ 120 w 120"/>
                  <a:gd name="T18" fmla="*/ 56 h 56"/>
                </a:gdLst>
                <a:ahLst/>
                <a:cxnLst>
                  <a:cxn ang="T10">
                    <a:pos x="T0" y="T1"/>
                  </a:cxn>
                  <a:cxn ang="T11">
                    <a:pos x="T2" y="T3"/>
                  </a:cxn>
                  <a:cxn ang="T12">
                    <a:pos x="T4" y="T5"/>
                  </a:cxn>
                  <a:cxn ang="T13">
                    <a:pos x="T6" y="T7"/>
                  </a:cxn>
                  <a:cxn ang="T14">
                    <a:pos x="T8" y="T9"/>
                  </a:cxn>
                </a:cxnLst>
                <a:rect l="T15" t="T16" r="T17" b="T18"/>
                <a:pathLst>
                  <a:path w="120" h="56">
                    <a:moveTo>
                      <a:pt x="120" y="32"/>
                    </a:moveTo>
                    <a:lnTo>
                      <a:pt x="0" y="56"/>
                    </a:lnTo>
                    <a:lnTo>
                      <a:pt x="0" y="32"/>
                    </a:lnTo>
                    <a:lnTo>
                      <a:pt x="0" y="0"/>
                    </a:lnTo>
                    <a:lnTo>
                      <a:pt x="120" y="32"/>
                    </a:lnTo>
                    <a:close/>
                  </a:path>
                </a:pathLst>
              </a:custGeom>
              <a:solidFill>
                <a:schemeClr val="bg2"/>
              </a:solidFill>
              <a:ln w="9525">
                <a:solidFill>
                  <a:schemeClr val="bg2"/>
                </a:solidFill>
                <a:round/>
                <a:headEnd/>
                <a:tailEnd/>
              </a:ln>
            </p:spPr>
            <p:txBody>
              <a:bodyPr/>
              <a:lstStyle/>
              <a:p>
                <a:endParaRPr lang="en-US"/>
              </a:p>
            </p:txBody>
          </p:sp>
          <p:grpSp>
            <p:nvGrpSpPr>
              <p:cNvPr id="104554" name="Group 148"/>
              <p:cNvGrpSpPr>
                <a:grpSpLocks/>
              </p:cNvGrpSpPr>
              <p:nvPr/>
            </p:nvGrpSpPr>
            <p:grpSpPr bwMode="auto">
              <a:xfrm>
                <a:off x="1489" y="2985"/>
                <a:ext cx="295" cy="1"/>
                <a:chOff x="1489" y="2985"/>
                <a:chExt cx="295" cy="1"/>
              </a:xfrm>
            </p:grpSpPr>
            <p:sp>
              <p:nvSpPr>
                <p:cNvPr id="104555" name="Line 149"/>
                <p:cNvSpPr>
                  <a:spLocks noChangeShapeType="1"/>
                </p:cNvSpPr>
                <p:nvPr/>
              </p:nvSpPr>
              <p:spPr bwMode="auto">
                <a:xfrm>
                  <a:off x="1489"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556" name="Line 150"/>
                <p:cNvSpPr>
                  <a:spLocks noChangeShapeType="1"/>
                </p:cNvSpPr>
                <p:nvPr/>
              </p:nvSpPr>
              <p:spPr bwMode="auto">
                <a:xfrm>
                  <a:off x="1544"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557" name="Line 151"/>
                <p:cNvSpPr>
                  <a:spLocks noChangeShapeType="1"/>
                </p:cNvSpPr>
                <p:nvPr/>
              </p:nvSpPr>
              <p:spPr bwMode="auto">
                <a:xfrm>
                  <a:off x="1600"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558" name="Line 152"/>
                <p:cNvSpPr>
                  <a:spLocks noChangeShapeType="1"/>
                </p:cNvSpPr>
                <p:nvPr/>
              </p:nvSpPr>
              <p:spPr bwMode="auto">
                <a:xfrm>
                  <a:off x="1656"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559" name="Line 153"/>
                <p:cNvSpPr>
                  <a:spLocks noChangeShapeType="1"/>
                </p:cNvSpPr>
                <p:nvPr/>
              </p:nvSpPr>
              <p:spPr bwMode="auto">
                <a:xfrm>
                  <a:off x="1712"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560" name="Line 154"/>
                <p:cNvSpPr>
                  <a:spLocks noChangeShapeType="1"/>
                </p:cNvSpPr>
                <p:nvPr/>
              </p:nvSpPr>
              <p:spPr bwMode="auto">
                <a:xfrm>
                  <a:off x="1768" y="2985"/>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3483" name="Group 155"/>
            <p:cNvGrpSpPr>
              <a:grpSpLocks/>
            </p:cNvGrpSpPr>
            <p:nvPr/>
          </p:nvGrpSpPr>
          <p:grpSpPr bwMode="auto">
            <a:xfrm>
              <a:off x="1952" y="2953"/>
              <a:ext cx="415" cy="56"/>
              <a:chOff x="1952" y="2953"/>
              <a:chExt cx="415" cy="56"/>
            </a:xfrm>
          </p:grpSpPr>
          <p:sp>
            <p:nvSpPr>
              <p:cNvPr id="104545" name="Freeform 156"/>
              <p:cNvSpPr>
                <a:spLocks/>
              </p:cNvSpPr>
              <p:nvPr/>
            </p:nvSpPr>
            <p:spPr bwMode="auto">
              <a:xfrm>
                <a:off x="2255"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04546" name="Group 157"/>
              <p:cNvGrpSpPr>
                <a:grpSpLocks/>
              </p:cNvGrpSpPr>
              <p:nvPr/>
            </p:nvGrpSpPr>
            <p:grpSpPr bwMode="auto">
              <a:xfrm>
                <a:off x="1952" y="2985"/>
                <a:ext cx="295" cy="1"/>
                <a:chOff x="1952" y="2985"/>
                <a:chExt cx="295" cy="1"/>
              </a:xfrm>
            </p:grpSpPr>
            <p:sp>
              <p:nvSpPr>
                <p:cNvPr id="104547" name="Line 158"/>
                <p:cNvSpPr>
                  <a:spLocks noChangeShapeType="1"/>
                </p:cNvSpPr>
                <p:nvPr/>
              </p:nvSpPr>
              <p:spPr bwMode="auto">
                <a:xfrm>
                  <a:off x="1952"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548" name="Line 159"/>
                <p:cNvSpPr>
                  <a:spLocks noChangeShapeType="1"/>
                </p:cNvSpPr>
                <p:nvPr/>
              </p:nvSpPr>
              <p:spPr bwMode="auto">
                <a:xfrm>
                  <a:off x="2008" y="2985"/>
                  <a:ext cx="23"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549" name="Line 160"/>
                <p:cNvSpPr>
                  <a:spLocks noChangeShapeType="1"/>
                </p:cNvSpPr>
                <p:nvPr/>
              </p:nvSpPr>
              <p:spPr bwMode="auto">
                <a:xfrm>
                  <a:off x="2063"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550" name="Line 161"/>
                <p:cNvSpPr>
                  <a:spLocks noChangeShapeType="1"/>
                </p:cNvSpPr>
                <p:nvPr/>
              </p:nvSpPr>
              <p:spPr bwMode="auto">
                <a:xfrm>
                  <a:off x="2119"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551" name="Line 162"/>
                <p:cNvSpPr>
                  <a:spLocks noChangeShapeType="1"/>
                </p:cNvSpPr>
                <p:nvPr/>
              </p:nvSpPr>
              <p:spPr bwMode="auto">
                <a:xfrm>
                  <a:off x="2175"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552" name="Line 163"/>
                <p:cNvSpPr>
                  <a:spLocks noChangeShapeType="1"/>
                </p:cNvSpPr>
                <p:nvPr/>
              </p:nvSpPr>
              <p:spPr bwMode="auto">
                <a:xfrm>
                  <a:off x="2231" y="2985"/>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3484" name="Group 164"/>
            <p:cNvGrpSpPr>
              <a:grpSpLocks/>
            </p:cNvGrpSpPr>
            <p:nvPr/>
          </p:nvGrpSpPr>
          <p:grpSpPr bwMode="auto">
            <a:xfrm>
              <a:off x="2415" y="2953"/>
              <a:ext cx="415" cy="56"/>
              <a:chOff x="2415" y="2953"/>
              <a:chExt cx="415" cy="56"/>
            </a:xfrm>
          </p:grpSpPr>
          <p:sp>
            <p:nvSpPr>
              <p:cNvPr id="104537" name="Freeform 165"/>
              <p:cNvSpPr>
                <a:spLocks/>
              </p:cNvSpPr>
              <p:nvPr/>
            </p:nvSpPr>
            <p:spPr bwMode="auto">
              <a:xfrm>
                <a:off x="2718"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04538" name="Group 166"/>
              <p:cNvGrpSpPr>
                <a:grpSpLocks/>
              </p:cNvGrpSpPr>
              <p:nvPr/>
            </p:nvGrpSpPr>
            <p:grpSpPr bwMode="auto">
              <a:xfrm>
                <a:off x="2415" y="2985"/>
                <a:ext cx="295" cy="1"/>
                <a:chOff x="2415" y="2985"/>
                <a:chExt cx="295" cy="1"/>
              </a:xfrm>
            </p:grpSpPr>
            <p:sp>
              <p:nvSpPr>
                <p:cNvPr id="104539" name="Line 167"/>
                <p:cNvSpPr>
                  <a:spLocks noChangeShapeType="1"/>
                </p:cNvSpPr>
                <p:nvPr/>
              </p:nvSpPr>
              <p:spPr bwMode="auto">
                <a:xfrm>
                  <a:off x="2415"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540" name="Line 168"/>
                <p:cNvSpPr>
                  <a:spLocks noChangeShapeType="1"/>
                </p:cNvSpPr>
                <p:nvPr/>
              </p:nvSpPr>
              <p:spPr bwMode="auto">
                <a:xfrm>
                  <a:off x="2471"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541" name="Line 169"/>
                <p:cNvSpPr>
                  <a:spLocks noChangeShapeType="1"/>
                </p:cNvSpPr>
                <p:nvPr/>
              </p:nvSpPr>
              <p:spPr bwMode="auto">
                <a:xfrm>
                  <a:off x="2526"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542" name="Line 170"/>
                <p:cNvSpPr>
                  <a:spLocks noChangeShapeType="1"/>
                </p:cNvSpPr>
                <p:nvPr/>
              </p:nvSpPr>
              <p:spPr bwMode="auto">
                <a:xfrm>
                  <a:off x="2582"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543" name="Line 171"/>
                <p:cNvSpPr>
                  <a:spLocks noChangeShapeType="1"/>
                </p:cNvSpPr>
                <p:nvPr/>
              </p:nvSpPr>
              <p:spPr bwMode="auto">
                <a:xfrm>
                  <a:off x="2638"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544" name="Line 172"/>
                <p:cNvSpPr>
                  <a:spLocks noChangeShapeType="1"/>
                </p:cNvSpPr>
                <p:nvPr/>
              </p:nvSpPr>
              <p:spPr bwMode="auto">
                <a:xfrm>
                  <a:off x="2694" y="2985"/>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3485" name="Group 173"/>
            <p:cNvGrpSpPr>
              <a:grpSpLocks/>
            </p:cNvGrpSpPr>
            <p:nvPr/>
          </p:nvGrpSpPr>
          <p:grpSpPr bwMode="auto">
            <a:xfrm>
              <a:off x="2838" y="1741"/>
              <a:ext cx="40" cy="1260"/>
              <a:chOff x="2838" y="1741"/>
              <a:chExt cx="40" cy="1260"/>
            </a:xfrm>
          </p:grpSpPr>
          <p:sp>
            <p:nvSpPr>
              <p:cNvPr id="104527" name="Oval 174"/>
              <p:cNvSpPr>
                <a:spLocks noChangeArrowheads="1"/>
              </p:cNvSpPr>
              <p:nvPr/>
            </p:nvSpPr>
            <p:spPr bwMode="auto">
              <a:xfrm>
                <a:off x="2838" y="1741"/>
                <a:ext cx="40" cy="40"/>
              </a:xfrm>
              <a:prstGeom prst="ellipse">
                <a:avLst/>
              </a:prstGeom>
              <a:solidFill>
                <a:schemeClr val="bg2"/>
              </a:solidFill>
              <a:ln w="9525">
                <a:solidFill>
                  <a:schemeClr val="bg2"/>
                </a:solidFill>
                <a:round/>
                <a:headEnd/>
                <a:tailEnd/>
              </a:ln>
            </p:spPr>
            <p:txBody>
              <a:bodyPr/>
              <a:lstStyle/>
              <a:p>
                <a:endParaRPr lang="en-US"/>
              </a:p>
            </p:txBody>
          </p:sp>
          <p:sp>
            <p:nvSpPr>
              <p:cNvPr id="104528" name="Oval 175"/>
              <p:cNvSpPr>
                <a:spLocks noChangeArrowheads="1"/>
              </p:cNvSpPr>
              <p:nvPr/>
            </p:nvSpPr>
            <p:spPr bwMode="auto">
              <a:xfrm>
                <a:off x="2838" y="1741"/>
                <a:ext cx="40" cy="40"/>
              </a:xfrm>
              <a:prstGeom prst="ellipse">
                <a:avLst/>
              </a:prstGeom>
              <a:solidFill>
                <a:schemeClr val="bg2"/>
              </a:solidFill>
              <a:ln w="25400">
                <a:solidFill>
                  <a:schemeClr val="bg2"/>
                </a:solidFill>
                <a:round/>
                <a:headEnd/>
                <a:tailEnd/>
              </a:ln>
            </p:spPr>
            <p:txBody>
              <a:bodyPr/>
              <a:lstStyle/>
              <a:p>
                <a:endParaRPr lang="en-US"/>
              </a:p>
            </p:txBody>
          </p:sp>
          <p:sp>
            <p:nvSpPr>
              <p:cNvPr id="104529" name="Oval 176"/>
              <p:cNvSpPr>
                <a:spLocks noChangeArrowheads="1"/>
              </p:cNvSpPr>
              <p:nvPr/>
            </p:nvSpPr>
            <p:spPr bwMode="auto">
              <a:xfrm>
                <a:off x="2846" y="2044"/>
                <a:ext cx="32" cy="32"/>
              </a:xfrm>
              <a:prstGeom prst="ellipse">
                <a:avLst/>
              </a:prstGeom>
              <a:solidFill>
                <a:schemeClr val="bg2"/>
              </a:solidFill>
              <a:ln w="9525">
                <a:solidFill>
                  <a:schemeClr val="bg2"/>
                </a:solidFill>
                <a:round/>
                <a:headEnd/>
                <a:tailEnd/>
              </a:ln>
            </p:spPr>
            <p:txBody>
              <a:bodyPr/>
              <a:lstStyle/>
              <a:p>
                <a:endParaRPr lang="en-US"/>
              </a:p>
            </p:txBody>
          </p:sp>
          <p:sp>
            <p:nvSpPr>
              <p:cNvPr id="104530" name="Oval 177"/>
              <p:cNvSpPr>
                <a:spLocks noChangeArrowheads="1"/>
              </p:cNvSpPr>
              <p:nvPr/>
            </p:nvSpPr>
            <p:spPr bwMode="auto">
              <a:xfrm>
                <a:off x="2846" y="2044"/>
                <a:ext cx="32" cy="32"/>
              </a:xfrm>
              <a:prstGeom prst="ellipse">
                <a:avLst/>
              </a:prstGeom>
              <a:solidFill>
                <a:schemeClr val="bg2"/>
              </a:solidFill>
              <a:ln w="25400">
                <a:solidFill>
                  <a:schemeClr val="bg2"/>
                </a:solidFill>
                <a:round/>
                <a:headEnd/>
                <a:tailEnd/>
              </a:ln>
            </p:spPr>
            <p:txBody>
              <a:bodyPr/>
              <a:lstStyle/>
              <a:p>
                <a:endParaRPr lang="en-US"/>
              </a:p>
            </p:txBody>
          </p:sp>
          <p:sp>
            <p:nvSpPr>
              <p:cNvPr id="104531" name="Oval 178"/>
              <p:cNvSpPr>
                <a:spLocks noChangeArrowheads="1"/>
              </p:cNvSpPr>
              <p:nvPr/>
            </p:nvSpPr>
            <p:spPr bwMode="auto">
              <a:xfrm>
                <a:off x="2846" y="2355"/>
                <a:ext cx="32" cy="32"/>
              </a:xfrm>
              <a:prstGeom prst="ellipse">
                <a:avLst/>
              </a:prstGeom>
              <a:solidFill>
                <a:schemeClr val="bg2"/>
              </a:solidFill>
              <a:ln w="9525">
                <a:solidFill>
                  <a:schemeClr val="bg2"/>
                </a:solidFill>
                <a:round/>
                <a:headEnd/>
                <a:tailEnd/>
              </a:ln>
            </p:spPr>
            <p:txBody>
              <a:bodyPr/>
              <a:lstStyle/>
              <a:p>
                <a:endParaRPr lang="en-US"/>
              </a:p>
            </p:txBody>
          </p:sp>
          <p:sp>
            <p:nvSpPr>
              <p:cNvPr id="104532" name="Oval 179"/>
              <p:cNvSpPr>
                <a:spLocks noChangeArrowheads="1"/>
              </p:cNvSpPr>
              <p:nvPr/>
            </p:nvSpPr>
            <p:spPr bwMode="auto">
              <a:xfrm>
                <a:off x="2846" y="2355"/>
                <a:ext cx="32" cy="32"/>
              </a:xfrm>
              <a:prstGeom prst="ellipse">
                <a:avLst/>
              </a:prstGeom>
              <a:solidFill>
                <a:schemeClr val="bg2"/>
              </a:solidFill>
              <a:ln w="25400">
                <a:solidFill>
                  <a:schemeClr val="bg2"/>
                </a:solidFill>
                <a:round/>
                <a:headEnd/>
                <a:tailEnd/>
              </a:ln>
            </p:spPr>
            <p:txBody>
              <a:bodyPr/>
              <a:lstStyle/>
              <a:p>
                <a:endParaRPr lang="en-US"/>
              </a:p>
            </p:txBody>
          </p:sp>
          <p:sp>
            <p:nvSpPr>
              <p:cNvPr id="104533" name="Oval 180"/>
              <p:cNvSpPr>
                <a:spLocks noChangeArrowheads="1"/>
              </p:cNvSpPr>
              <p:nvPr/>
            </p:nvSpPr>
            <p:spPr bwMode="auto">
              <a:xfrm>
                <a:off x="2838" y="2658"/>
                <a:ext cx="40" cy="32"/>
              </a:xfrm>
              <a:prstGeom prst="ellipse">
                <a:avLst/>
              </a:prstGeom>
              <a:solidFill>
                <a:schemeClr val="bg2"/>
              </a:solidFill>
              <a:ln w="9525">
                <a:solidFill>
                  <a:schemeClr val="bg2"/>
                </a:solidFill>
                <a:round/>
                <a:headEnd/>
                <a:tailEnd/>
              </a:ln>
            </p:spPr>
            <p:txBody>
              <a:bodyPr/>
              <a:lstStyle/>
              <a:p>
                <a:endParaRPr lang="en-US"/>
              </a:p>
            </p:txBody>
          </p:sp>
          <p:sp>
            <p:nvSpPr>
              <p:cNvPr id="104534" name="Oval 181"/>
              <p:cNvSpPr>
                <a:spLocks noChangeArrowheads="1"/>
              </p:cNvSpPr>
              <p:nvPr/>
            </p:nvSpPr>
            <p:spPr bwMode="auto">
              <a:xfrm>
                <a:off x="2838" y="2658"/>
                <a:ext cx="40" cy="32"/>
              </a:xfrm>
              <a:prstGeom prst="ellipse">
                <a:avLst/>
              </a:prstGeom>
              <a:solidFill>
                <a:schemeClr val="bg2"/>
              </a:solidFill>
              <a:ln w="25400">
                <a:solidFill>
                  <a:schemeClr val="bg2"/>
                </a:solidFill>
                <a:round/>
                <a:headEnd/>
                <a:tailEnd/>
              </a:ln>
            </p:spPr>
            <p:txBody>
              <a:bodyPr/>
              <a:lstStyle/>
              <a:p>
                <a:endParaRPr lang="en-US"/>
              </a:p>
            </p:txBody>
          </p:sp>
          <p:sp>
            <p:nvSpPr>
              <p:cNvPr id="104535" name="Oval 182"/>
              <p:cNvSpPr>
                <a:spLocks noChangeArrowheads="1"/>
              </p:cNvSpPr>
              <p:nvPr/>
            </p:nvSpPr>
            <p:spPr bwMode="auto">
              <a:xfrm>
                <a:off x="2838" y="2969"/>
                <a:ext cx="32" cy="32"/>
              </a:xfrm>
              <a:prstGeom prst="ellipse">
                <a:avLst/>
              </a:prstGeom>
              <a:solidFill>
                <a:schemeClr val="bg2"/>
              </a:solidFill>
              <a:ln w="9525">
                <a:solidFill>
                  <a:schemeClr val="bg2"/>
                </a:solidFill>
                <a:round/>
                <a:headEnd/>
                <a:tailEnd/>
              </a:ln>
            </p:spPr>
            <p:txBody>
              <a:bodyPr/>
              <a:lstStyle/>
              <a:p>
                <a:endParaRPr lang="en-US"/>
              </a:p>
            </p:txBody>
          </p:sp>
          <p:sp>
            <p:nvSpPr>
              <p:cNvPr id="104536" name="Oval 183"/>
              <p:cNvSpPr>
                <a:spLocks noChangeArrowheads="1"/>
              </p:cNvSpPr>
              <p:nvPr/>
            </p:nvSpPr>
            <p:spPr bwMode="auto">
              <a:xfrm>
                <a:off x="2838" y="2969"/>
                <a:ext cx="32" cy="32"/>
              </a:xfrm>
              <a:prstGeom prst="ellipse">
                <a:avLst/>
              </a:prstGeom>
              <a:solidFill>
                <a:schemeClr val="bg2"/>
              </a:solidFill>
              <a:ln w="25400">
                <a:solidFill>
                  <a:schemeClr val="bg2"/>
                </a:solidFill>
                <a:round/>
                <a:headEnd/>
                <a:tailEnd/>
              </a:ln>
            </p:spPr>
            <p:txBody>
              <a:bodyPr/>
              <a:lstStyle/>
              <a:p>
                <a:endParaRPr lang="en-US"/>
              </a:p>
            </p:txBody>
          </p:sp>
        </p:grpSp>
        <p:grpSp>
          <p:nvGrpSpPr>
            <p:cNvPr id="103486" name="Group 184"/>
            <p:cNvGrpSpPr>
              <a:grpSpLocks/>
            </p:cNvGrpSpPr>
            <p:nvPr/>
          </p:nvGrpSpPr>
          <p:grpSpPr bwMode="auto">
            <a:xfrm>
              <a:off x="1912" y="3272"/>
              <a:ext cx="32" cy="335"/>
              <a:chOff x="1912" y="3272"/>
              <a:chExt cx="32" cy="335"/>
            </a:xfrm>
          </p:grpSpPr>
          <p:sp>
            <p:nvSpPr>
              <p:cNvPr id="104523" name="Oval 185"/>
              <p:cNvSpPr>
                <a:spLocks noChangeArrowheads="1"/>
              </p:cNvSpPr>
              <p:nvPr/>
            </p:nvSpPr>
            <p:spPr bwMode="auto">
              <a:xfrm>
                <a:off x="1912" y="3272"/>
                <a:ext cx="32" cy="32"/>
              </a:xfrm>
              <a:prstGeom prst="ellipse">
                <a:avLst/>
              </a:prstGeom>
              <a:solidFill>
                <a:schemeClr val="bg2"/>
              </a:solidFill>
              <a:ln w="9525">
                <a:solidFill>
                  <a:schemeClr val="bg2"/>
                </a:solidFill>
                <a:round/>
                <a:headEnd/>
                <a:tailEnd/>
              </a:ln>
            </p:spPr>
            <p:txBody>
              <a:bodyPr/>
              <a:lstStyle/>
              <a:p>
                <a:endParaRPr lang="en-US"/>
              </a:p>
            </p:txBody>
          </p:sp>
          <p:sp>
            <p:nvSpPr>
              <p:cNvPr id="104524" name="Oval 186"/>
              <p:cNvSpPr>
                <a:spLocks noChangeArrowheads="1"/>
              </p:cNvSpPr>
              <p:nvPr/>
            </p:nvSpPr>
            <p:spPr bwMode="auto">
              <a:xfrm>
                <a:off x="1912" y="3272"/>
                <a:ext cx="32" cy="32"/>
              </a:xfrm>
              <a:prstGeom prst="ellipse">
                <a:avLst/>
              </a:prstGeom>
              <a:solidFill>
                <a:schemeClr val="bg2"/>
              </a:solidFill>
              <a:ln w="25400">
                <a:solidFill>
                  <a:schemeClr val="bg2"/>
                </a:solidFill>
                <a:round/>
                <a:headEnd/>
                <a:tailEnd/>
              </a:ln>
            </p:spPr>
            <p:txBody>
              <a:bodyPr/>
              <a:lstStyle/>
              <a:p>
                <a:endParaRPr lang="en-US"/>
              </a:p>
            </p:txBody>
          </p:sp>
          <p:sp>
            <p:nvSpPr>
              <p:cNvPr id="104525" name="Oval 187"/>
              <p:cNvSpPr>
                <a:spLocks noChangeArrowheads="1"/>
              </p:cNvSpPr>
              <p:nvPr/>
            </p:nvSpPr>
            <p:spPr bwMode="auto">
              <a:xfrm>
                <a:off x="1912" y="3575"/>
                <a:ext cx="32" cy="32"/>
              </a:xfrm>
              <a:prstGeom prst="ellipse">
                <a:avLst/>
              </a:prstGeom>
              <a:solidFill>
                <a:schemeClr val="bg2"/>
              </a:solidFill>
              <a:ln w="9525">
                <a:solidFill>
                  <a:schemeClr val="bg2"/>
                </a:solidFill>
                <a:round/>
                <a:headEnd/>
                <a:tailEnd/>
              </a:ln>
            </p:spPr>
            <p:txBody>
              <a:bodyPr/>
              <a:lstStyle/>
              <a:p>
                <a:endParaRPr lang="en-US"/>
              </a:p>
            </p:txBody>
          </p:sp>
          <p:sp>
            <p:nvSpPr>
              <p:cNvPr id="104526" name="Oval 188"/>
              <p:cNvSpPr>
                <a:spLocks noChangeArrowheads="1"/>
              </p:cNvSpPr>
              <p:nvPr/>
            </p:nvSpPr>
            <p:spPr bwMode="auto">
              <a:xfrm>
                <a:off x="1912" y="3575"/>
                <a:ext cx="32" cy="32"/>
              </a:xfrm>
              <a:prstGeom prst="ellipse">
                <a:avLst/>
              </a:prstGeom>
              <a:solidFill>
                <a:schemeClr val="bg2"/>
              </a:solidFill>
              <a:ln w="25400">
                <a:solidFill>
                  <a:schemeClr val="bg2"/>
                </a:solidFill>
                <a:round/>
                <a:headEnd/>
                <a:tailEnd/>
              </a:ln>
            </p:spPr>
            <p:txBody>
              <a:bodyPr/>
              <a:lstStyle/>
              <a:p>
                <a:endParaRPr lang="en-US"/>
              </a:p>
            </p:txBody>
          </p:sp>
        </p:grpSp>
        <p:grpSp>
          <p:nvGrpSpPr>
            <p:cNvPr id="103487" name="Group 189"/>
            <p:cNvGrpSpPr>
              <a:grpSpLocks/>
            </p:cNvGrpSpPr>
            <p:nvPr/>
          </p:nvGrpSpPr>
          <p:grpSpPr bwMode="auto">
            <a:xfrm>
              <a:off x="1449" y="3272"/>
              <a:ext cx="40" cy="335"/>
              <a:chOff x="1449" y="3272"/>
              <a:chExt cx="40" cy="335"/>
            </a:xfrm>
          </p:grpSpPr>
          <p:sp>
            <p:nvSpPr>
              <p:cNvPr id="104519" name="Oval 190"/>
              <p:cNvSpPr>
                <a:spLocks noChangeArrowheads="1"/>
              </p:cNvSpPr>
              <p:nvPr/>
            </p:nvSpPr>
            <p:spPr bwMode="auto">
              <a:xfrm>
                <a:off x="1449" y="3272"/>
                <a:ext cx="40" cy="32"/>
              </a:xfrm>
              <a:prstGeom prst="ellipse">
                <a:avLst/>
              </a:prstGeom>
              <a:solidFill>
                <a:schemeClr val="bg2"/>
              </a:solidFill>
              <a:ln w="9525">
                <a:solidFill>
                  <a:schemeClr val="bg2"/>
                </a:solidFill>
                <a:round/>
                <a:headEnd/>
                <a:tailEnd/>
              </a:ln>
            </p:spPr>
            <p:txBody>
              <a:bodyPr/>
              <a:lstStyle/>
              <a:p>
                <a:endParaRPr lang="en-US"/>
              </a:p>
            </p:txBody>
          </p:sp>
          <p:sp>
            <p:nvSpPr>
              <p:cNvPr id="104520" name="Oval 191"/>
              <p:cNvSpPr>
                <a:spLocks noChangeArrowheads="1"/>
              </p:cNvSpPr>
              <p:nvPr/>
            </p:nvSpPr>
            <p:spPr bwMode="auto">
              <a:xfrm>
                <a:off x="1449" y="3272"/>
                <a:ext cx="40" cy="32"/>
              </a:xfrm>
              <a:prstGeom prst="ellipse">
                <a:avLst/>
              </a:prstGeom>
              <a:solidFill>
                <a:schemeClr val="bg2"/>
              </a:solidFill>
              <a:ln w="25400">
                <a:solidFill>
                  <a:schemeClr val="bg2"/>
                </a:solidFill>
                <a:round/>
                <a:headEnd/>
                <a:tailEnd/>
              </a:ln>
            </p:spPr>
            <p:txBody>
              <a:bodyPr/>
              <a:lstStyle/>
              <a:p>
                <a:endParaRPr lang="en-US"/>
              </a:p>
            </p:txBody>
          </p:sp>
          <p:sp>
            <p:nvSpPr>
              <p:cNvPr id="104521" name="Oval 192"/>
              <p:cNvSpPr>
                <a:spLocks noChangeArrowheads="1"/>
              </p:cNvSpPr>
              <p:nvPr/>
            </p:nvSpPr>
            <p:spPr bwMode="auto">
              <a:xfrm>
                <a:off x="1449" y="3575"/>
                <a:ext cx="40" cy="32"/>
              </a:xfrm>
              <a:prstGeom prst="ellipse">
                <a:avLst/>
              </a:prstGeom>
              <a:solidFill>
                <a:schemeClr val="bg2"/>
              </a:solidFill>
              <a:ln w="9525">
                <a:solidFill>
                  <a:schemeClr val="bg2"/>
                </a:solidFill>
                <a:round/>
                <a:headEnd/>
                <a:tailEnd/>
              </a:ln>
            </p:spPr>
            <p:txBody>
              <a:bodyPr/>
              <a:lstStyle/>
              <a:p>
                <a:endParaRPr lang="en-US"/>
              </a:p>
            </p:txBody>
          </p:sp>
          <p:sp>
            <p:nvSpPr>
              <p:cNvPr id="104522" name="Oval 193"/>
              <p:cNvSpPr>
                <a:spLocks noChangeArrowheads="1"/>
              </p:cNvSpPr>
              <p:nvPr/>
            </p:nvSpPr>
            <p:spPr bwMode="auto">
              <a:xfrm>
                <a:off x="1449" y="3575"/>
                <a:ext cx="40" cy="32"/>
              </a:xfrm>
              <a:prstGeom prst="ellipse">
                <a:avLst/>
              </a:prstGeom>
              <a:solidFill>
                <a:schemeClr val="bg2"/>
              </a:solidFill>
              <a:ln w="25400">
                <a:solidFill>
                  <a:schemeClr val="bg2"/>
                </a:solidFill>
                <a:round/>
                <a:headEnd/>
                <a:tailEnd/>
              </a:ln>
            </p:spPr>
            <p:txBody>
              <a:bodyPr/>
              <a:lstStyle/>
              <a:p>
                <a:endParaRPr lang="en-US"/>
              </a:p>
            </p:txBody>
          </p:sp>
        </p:grpSp>
        <p:grpSp>
          <p:nvGrpSpPr>
            <p:cNvPr id="103488" name="Group 194"/>
            <p:cNvGrpSpPr>
              <a:grpSpLocks/>
            </p:cNvGrpSpPr>
            <p:nvPr/>
          </p:nvGrpSpPr>
          <p:grpSpPr bwMode="auto">
            <a:xfrm>
              <a:off x="2367" y="3272"/>
              <a:ext cx="32" cy="335"/>
              <a:chOff x="2367" y="3272"/>
              <a:chExt cx="32" cy="335"/>
            </a:xfrm>
          </p:grpSpPr>
          <p:sp>
            <p:nvSpPr>
              <p:cNvPr id="104515" name="Oval 195"/>
              <p:cNvSpPr>
                <a:spLocks noChangeArrowheads="1"/>
              </p:cNvSpPr>
              <p:nvPr/>
            </p:nvSpPr>
            <p:spPr bwMode="auto">
              <a:xfrm>
                <a:off x="2367" y="3272"/>
                <a:ext cx="32" cy="32"/>
              </a:xfrm>
              <a:prstGeom prst="ellipse">
                <a:avLst/>
              </a:prstGeom>
              <a:solidFill>
                <a:schemeClr val="bg2"/>
              </a:solidFill>
              <a:ln w="9525">
                <a:solidFill>
                  <a:schemeClr val="bg2"/>
                </a:solidFill>
                <a:round/>
                <a:headEnd/>
                <a:tailEnd/>
              </a:ln>
            </p:spPr>
            <p:txBody>
              <a:bodyPr/>
              <a:lstStyle/>
              <a:p>
                <a:endParaRPr lang="en-US"/>
              </a:p>
            </p:txBody>
          </p:sp>
          <p:sp>
            <p:nvSpPr>
              <p:cNvPr id="104516" name="Oval 196"/>
              <p:cNvSpPr>
                <a:spLocks noChangeArrowheads="1"/>
              </p:cNvSpPr>
              <p:nvPr/>
            </p:nvSpPr>
            <p:spPr bwMode="auto">
              <a:xfrm>
                <a:off x="2367" y="3272"/>
                <a:ext cx="32" cy="32"/>
              </a:xfrm>
              <a:prstGeom prst="ellipse">
                <a:avLst/>
              </a:prstGeom>
              <a:solidFill>
                <a:schemeClr val="bg2"/>
              </a:solidFill>
              <a:ln w="25400">
                <a:solidFill>
                  <a:schemeClr val="bg2"/>
                </a:solidFill>
                <a:round/>
                <a:headEnd/>
                <a:tailEnd/>
              </a:ln>
            </p:spPr>
            <p:txBody>
              <a:bodyPr/>
              <a:lstStyle/>
              <a:p>
                <a:endParaRPr lang="en-US"/>
              </a:p>
            </p:txBody>
          </p:sp>
          <p:sp>
            <p:nvSpPr>
              <p:cNvPr id="104517" name="Oval 197"/>
              <p:cNvSpPr>
                <a:spLocks noChangeArrowheads="1"/>
              </p:cNvSpPr>
              <p:nvPr/>
            </p:nvSpPr>
            <p:spPr bwMode="auto">
              <a:xfrm>
                <a:off x="2367" y="3575"/>
                <a:ext cx="32" cy="32"/>
              </a:xfrm>
              <a:prstGeom prst="ellipse">
                <a:avLst/>
              </a:prstGeom>
              <a:solidFill>
                <a:schemeClr val="bg2"/>
              </a:solidFill>
              <a:ln w="9525">
                <a:solidFill>
                  <a:schemeClr val="bg2"/>
                </a:solidFill>
                <a:round/>
                <a:headEnd/>
                <a:tailEnd/>
              </a:ln>
            </p:spPr>
            <p:txBody>
              <a:bodyPr/>
              <a:lstStyle/>
              <a:p>
                <a:endParaRPr lang="en-US"/>
              </a:p>
            </p:txBody>
          </p:sp>
          <p:sp>
            <p:nvSpPr>
              <p:cNvPr id="104518" name="Oval 198"/>
              <p:cNvSpPr>
                <a:spLocks noChangeArrowheads="1"/>
              </p:cNvSpPr>
              <p:nvPr/>
            </p:nvSpPr>
            <p:spPr bwMode="auto">
              <a:xfrm>
                <a:off x="2367" y="3575"/>
                <a:ext cx="32" cy="32"/>
              </a:xfrm>
              <a:prstGeom prst="ellipse">
                <a:avLst/>
              </a:prstGeom>
              <a:solidFill>
                <a:schemeClr val="bg2"/>
              </a:solidFill>
              <a:ln w="25400">
                <a:solidFill>
                  <a:schemeClr val="bg2"/>
                </a:solidFill>
                <a:round/>
                <a:headEnd/>
                <a:tailEnd/>
              </a:ln>
            </p:spPr>
            <p:txBody>
              <a:bodyPr/>
              <a:lstStyle/>
              <a:p>
                <a:endParaRPr lang="en-US"/>
              </a:p>
            </p:txBody>
          </p:sp>
        </p:grpSp>
        <p:grpSp>
          <p:nvGrpSpPr>
            <p:cNvPr id="103489" name="Group 199"/>
            <p:cNvGrpSpPr>
              <a:grpSpLocks/>
            </p:cNvGrpSpPr>
            <p:nvPr/>
          </p:nvGrpSpPr>
          <p:grpSpPr bwMode="auto">
            <a:xfrm>
              <a:off x="2822" y="3272"/>
              <a:ext cx="40" cy="335"/>
              <a:chOff x="2822" y="3272"/>
              <a:chExt cx="40" cy="335"/>
            </a:xfrm>
          </p:grpSpPr>
          <p:sp>
            <p:nvSpPr>
              <p:cNvPr id="104511" name="Oval 200"/>
              <p:cNvSpPr>
                <a:spLocks noChangeArrowheads="1"/>
              </p:cNvSpPr>
              <p:nvPr/>
            </p:nvSpPr>
            <p:spPr bwMode="auto">
              <a:xfrm>
                <a:off x="2822" y="3272"/>
                <a:ext cx="40" cy="32"/>
              </a:xfrm>
              <a:prstGeom prst="ellipse">
                <a:avLst/>
              </a:prstGeom>
              <a:solidFill>
                <a:schemeClr val="bg2"/>
              </a:solidFill>
              <a:ln w="9525">
                <a:solidFill>
                  <a:schemeClr val="bg2"/>
                </a:solidFill>
                <a:round/>
                <a:headEnd/>
                <a:tailEnd/>
              </a:ln>
            </p:spPr>
            <p:txBody>
              <a:bodyPr/>
              <a:lstStyle/>
              <a:p>
                <a:endParaRPr lang="en-US"/>
              </a:p>
            </p:txBody>
          </p:sp>
          <p:sp>
            <p:nvSpPr>
              <p:cNvPr id="104512" name="Oval 201"/>
              <p:cNvSpPr>
                <a:spLocks noChangeArrowheads="1"/>
              </p:cNvSpPr>
              <p:nvPr/>
            </p:nvSpPr>
            <p:spPr bwMode="auto">
              <a:xfrm>
                <a:off x="2822" y="3272"/>
                <a:ext cx="40" cy="32"/>
              </a:xfrm>
              <a:prstGeom prst="ellipse">
                <a:avLst/>
              </a:prstGeom>
              <a:solidFill>
                <a:schemeClr val="bg2"/>
              </a:solidFill>
              <a:ln w="25400">
                <a:solidFill>
                  <a:schemeClr val="bg2"/>
                </a:solidFill>
                <a:round/>
                <a:headEnd/>
                <a:tailEnd/>
              </a:ln>
            </p:spPr>
            <p:txBody>
              <a:bodyPr/>
              <a:lstStyle/>
              <a:p>
                <a:endParaRPr lang="en-US"/>
              </a:p>
            </p:txBody>
          </p:sp>
          <p:sp>
            <p:nvSpPr>
              <p:cNvPr id="104513" name="Oval 202"/>
              <p:cNvSpPr>
                <a:spLocks noChangeArrowheads="1"/>
              </p:cNvSpPr>
              <p:nvPr/>
            </p:nvSpPr>
            <p:spPr bwMode="auto">
              <a:xfrm>
                <a:off x="2822" y="3575"/>
                <a:ext cx="40" cy="32"/>
              </a:xfrm>
              <a:prstGeom prst="ellipse">
                <a:avLst/>
              </a:prstGeom>
              <a:solidFill>
                <a:schemeClr val="bg2"/>
              </a:solidFill>
              <a:ln w="9525">
                <a:solidFill>
                  <a:schemeClr val="bg2"/>
                </a:solidFill>
                <a:round/>
                <a:headEnd/>
                <a:tailEnd/>
              </a:ln>
            </p:spPr>
            <p:txBody>
              <a:bodyPr/>
              <a:lstStyle/>
              <a:p>
                <a:endParaRPr lang="en-US"/>
              </a:p>
            </p:txBody>
          </p:sp>
          <p:sp>
            <p:nvSpPr>
              <p:cNvPr id="104514" name="Oval 203"/>
              <p:cNvSpPr>
                <a:spLocks noChangeArrowheads="1"/>
              </p:cNvSpPr>
              <p:nvPr/>
            </p:nvSpPr>
            <p:spPr bwMode="auto">
              <a:xfrm>
                <a:off x="2822" y="3575"/>
                <a:ext cx="40" cy="32"/>
              </a:xfrm>
              <a:prstGeom prst="ellipse">
                <a:avLst/>
              </a:prstGeom>
              <a:solidFill>
                <a:schemeClr val="bg2"/>
              </a:solidFill>
              <a:ln w="25400">
                <a:solidFill>
                  <a:schemeClr val="bg2"/>
                </a:solidFill>
                <a:round/>
                <a:headEnd/>
                <a:tailEnd/>
              </a:ln>
            </p:spPr>
            <p:txBody>
              <a:bodyPr/>
              <a:lstStyle/>
              <a:p>
                <a:endParaRPr lang="en-US"/>
              </a:p>
            </p:txBody>
          </p:sp>
        </p:grpSp>
        <p:grpSp>
          <p:nvGrpSpPr>
            <p:cNvPr id="103490" name="Group 204"/>
            <p:cNvGrpSpPr>
              <a:grpSpLocks/>
            </p:cNvGrpSpPr>
            <p:nvPr/>
          </p:nvGrpSpPr>
          <p:grpSpPr bwMode="auto">
            <a:xfrm>
              <a:off x="2415" y="2650"/>
              <a:ext cx="415" cy="56"/>
              <a:chOff x="2415" y="2650"/>
              <a:chExt cx="415" cy="56"/>
            </a:xfrm>
          </p:grpSpPr>
          <p:sp>
            <p:nvSpPr>
              <p:cNvPr id="104503" name="Freeform 205"/>
              <p:cNvSpPr>
                <a:spLocks/>
              </p:cNvSpPr>
              <p:nvPr/>
            </p:nvSpPr>
            <p:spPr bwMode="auto">
              <a:xfrm>
                <a:off x="2718" y="2650"/>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solidFill>
                <a:schemeClr val="bg2"/>
              </a:solidFill>
              <a:ln w="9525">
                <a:solidFill>
                  <a:schemeClr val="bg2"/>
                </a:solidFill>
                <a:round/>
                <a:headEnd/>
                <a:tailEnd/>
              </a:ln>
            </p:spPr>
            <p:txBody>
              <a:bodyPr/>
              <a:lstStyle/>
              <a:p>
                <a:endParaRPr lang="en-US"/>
              </a:p>
            </p:txBody>
          </p:sp>
          <p:grpSp>
            <p:nvGrpSpPr>
              <p:cNvPr id="104504" name="Group 206"/>
              <p:cNvGrpSpPr>
                <a:grpSpLocks/>
              </p:cNvGrpSpPr>
              <p:nvPr/>
            </p:nvGrpSpPr>
            <p:grpSpPr bwMode="auto">
              <a:xfrm>
                <a:off x="2415" y="2674"/>
                <a:ext cx="295" cy="1"/>
                <a:chOff x="2415" y="2674"/>
                <a:chExt cx="295" cy="1"/>
              </a:xfrm>
            </p:grpSpPr>
            <p:sp>
              <p:nvSpPr>
                <p:cNvPr id="104505" name="Line 207"/>
                <p:cNvSpPr>
                  <a:spLocks noChangeShapeType="1"/>
                </p:cNvSpPr>
                <p:nvPr/>
              </p:nvSpPr>
              <p:spPr bwMode="auto">
                <a:xfrm>
                  <a:off x="2415"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506" name="Line 208"/>
                <p:cNvSpPr>
                  <a:spLocks noChangeShapeType="1"/>
                </p:cNvSpPr>
                <p:nvPr/>
              </p:nvSpPr>
              <p:spPr bwMode="auto">
                <a:xfrm>
                  <a:off x="2471"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507" name="Line 209"/>
                <p:cNvSpPr>
                  <a:spLocks noChangeShapeType="1"/>
                </p:cNvSpPr>
                <p:nvPr/>
              </p:nvSpPr>
              <p:spPr bwMode="auto">
                <a:xfrm>
                  <a:off x="2526"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508" name="Line 210"/>
                <p:cNvSpPr>
                  <a:spLocks noChangeShapeType="1"/>
                </p:cNvSpPr>
                <p:nvPr/>
              </p:nvSpPr>
              <p:spPr bwMode="auto">
                <a:xfrm>
                  <a:off x="2582"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509" name="Line 211"/>
                <p:cNvSpPr>
                  <a:spLocks noChangeShapeType="1"/>
                </p:cNvSpPr>
                <p:nvPr/>
              </p:nvSpPr>
              <p:spPr bwMode="auto">
                <a:xfrm>
                  <a:off x="2638"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510" name="Line 212"/>
                <p:cNvSpPr>
                  <a:spLocks noChangeShapeType="1"/>
                </p:cNvSpPr>
                <p:nvPr/>
              </p:nvSpPr>
              <p:spPr bwMode="auto">
                <a:xfrm>
                  <a:off x="2694" y="2674"/>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3491" name="Group 213"/>
            <p:cNvGrpSpPr>
              <a:grpSpLocks/>
            </p:cNvGrpSpPr>
            <p:nvPr/>
          </p:nvGrpSpPr>
          <p:grpSpPr bwMode="auto">
            <a:xfrm>
              <a:off x="2415" y="1733"/>
              <a:ext cx="415" cy="56"/>
              <a:chOff x="2415" y="1733"/>
              <a:chExt cx="415" cy="56"/>
            </a:xfrm>
          </p:grpSpPr>
          <p:sp>
            <p:nvSpPr>
              <p:cNvPr id="104495" name="Freeform 214"/>
              <p:cNvSpPr>
                <a:spLocks/>
              </p:cNvSpPr>
              <p:nvPr/>
            </p:nvSpPr>
            <p:spPr bwMode="auto">
              <a:xfrm>
                <a:off x="2718" y="1733"/>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solidFill>
                <a:schemeClr val="bg2"/>
              </a:solidFill>
              <a:ln w="9525">
                <a:solidFill>
                  <a:schemeClr val="bg2"/>
                </a:solidFill>
                <a:round/>
                <a:headEnd/>
                <a:tailEnd/>
              </a:ln>
            </p:spPr>
            <p:txBody>
              <a:bodyPr/>
              <a:lstStyle/>
              <a:p>
                <a:endParaRPr lang="en-US"/>
              </a:p>
            </p:txBody>
          </p:sp>
          <p:grpSp>
            <p:nvGrpSpPr>
              <p:cNvPr id="104496" name="Group 215"/>
              <p:cNvGrpSpPr>
                <a:grpSpLocks/>
              </p:cNvGrpSpPr>
              <p:nvPr/>
            </p:nvGrpSpPr>
            <p:grpSpPr bwMode="auto">
              <a:xfrm>
                <a:off x="2415" y="1757"/>
                <a:ext cx="295" cy="1"/>
                <a:chOff x="2415" y="1757"/>
                <a:chExt cx="295" cy="1"/>
              </a:xfrm>
            </p:grpSpPr>
            <p:sp>
              <p:nvSpPr>
                <p:cNvPr id="104497" name="Line 216"/>
                <p:cNvSpPr>
                  <a:spLocks noChangeShapeType="1"/>
                </p:cNvSpPr>
                <p:nvPr/>
              </p:nvSpPr>
              <p:spPr bwMode="auto">
                <a:xfrm>
                  <a:off x="2415"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498" name="Line 217"/>
                <p:cNvSpPr>
                  <a:spLocks noChangeShapeType="1"/>
                </p:cNvSpPr>
                <p:nvPr/>
              </p:nvSpPr>
              <p:spPr bwMode="auto">
                <a:xfrm>
                  <a:off x="2471"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499" name="Line 218"/>
                <p:cNvSpPr>
                  <a:spLocks noChangeShapeType="1"/>
                </p:cNvSpPr>
                <p:nvPr/>
              </p:nvSpPr>
              <p:spPr bwMode="auto">
                <a:xfrm>
                  <a:off x="2526"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500" name="Line 219"/>
                <p:cNvSpPr>
                  <a:spLocks noChangeShapeType="1"/>
                </p:cNvSpPr>
                <p:nvPr/>
              </p:nvSpPr>
              <p:spPr bwMode="auto">
                <a:xfrm>
                  <a:off x="2582"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501" name="Line 220"/>
                <p:cNvSpPr>
                  <a:spLocks noChangeShapeType="1"/>
                </p:cNvSpPr>
                <p:nvPr/>
              </p:nvSpPr>
              <p:spPr bwMode="auto">
                <a:xfrm>
                  <a:off x="2638"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502" name="Line 221"/>
                <p:cNvSpPr>
                  <a:spLocks noChangeShapeType="1"/>
                </p:cNvSpPr>
                <p:nvPr/>
              </p:nvSpPr>
              <p:spPr bwMode="auto">
                <a:xfrm>
                  <a:off x="2694" y="1757"/>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3492" name="Group 222"/>
            <p:cNvGrpSpPr>
              <a:grpSpLocks/>
            </p:cNvGrpSpPr>
            <p:nvPr/>
          </p:nvGrpSpPr>
          <p:grpSpPr bwMode="auto">
            <a:xfrm>
              <a:off x="1489" y="3264"/>
              <a:ext cx="423" cy="56"/>
              <a:chOff x="1489" y="3264"/>
              <a:chExt cx="423" cy="56"/>
            </a:xfrm>
          </p:grpSpPr>
          <p:sp>
            <p:nvSpPr>
              <p:cNvPr id="104487" name="Freeform 223"/>
              <p:cNvSpPr>
                <a:spLocks/>
              </p:cNvSpPr>
              <p:nvPr/>
            </p:nvSpPr>
            <p:spPr bwMode="auto">
              <a:xfrm>
                <a:off x="1792" y="3264"/>
                <a:ext cx="120" cy="56"/>
              </a:xfrm>
              <a:custGeom>
                <a:avLst/>
                <a:gdLst>
                  <a:gd name="T0" fmla="*/ 120 w 120"/>
                  <a:gd name="T1" fmla="*/ 24 h 56"/>
                  <a:gd name="T2" fmla="*/ 0 w 120"/>
                  <a:gd name="T3" fmla="*/ 56 h 56"/>
                  <a:gd name="T4" fmla="*/ 0 w 120"/>
                  <a:gd name="T5" fmla="*/ 24 h 56"/>
                  <a:gd name="T6" fmla="*/ 0 w 120"/>
                  <a:gd name="T7" fmla="*/ 0 h 56"/>
                  <a:gd name="T8" fmla="*/ 120 w 120"/>
                  <a:gd name="T9" fmla="*/ 24 h 56"/>
                  <a:gd name="T10" fmla="*/ 0 60000 65536"/>
                  <a:gd name="T11" fmla="*/ 0 60000 65536"/>
                  <a:gd name="T12" fmla="*/ 0 60000 65536"/>
                  <a:gd name="T13" fmla="*/ 0 60000 65536"/>
                  <a:gd name="T14" fmla="*/ 0 60000 65536"/>
                  <a:gd name="T15" fmla="*/ 0 w 120"/>
                  <a:gd name="T16" fmla="*/ 0 h 56"/>
                  <a:gd name="T17" fmla="*/ 120 w 120"/>
                  <a:gd name="T18" fmla="*/ 56 h 56"/>
                </a:gdLst>
                <a:ahLst/>
                <a:cxnLst>
                  <a:cxn ang="T10">
                    <a:pos x="T0" y="T1"/>
                  </a:cxn>
                  <a:cxn ang="T11">
                    <a:pos x="T2" y="T3"/>
                  </a:cxn>
                  <a:cxn ang="T12">
                    <a:pos x="T4" y="T5"/>
                  </a:cxn>
                  <a:cxn ang="T13">
                    <a:pos x="T6" y="T7"/>
                  </a:cxn>
                  <a:cxn ang="T14">
                    <a:pos x="T8" y="T9"/>
                  </a:cxn>
                </a:cxnLst>
                <a:rect l="T15" t="T16" r="T17" b="T18"/>
                <a:pathLst>
                  <a:path w="120" h="56">
                    <a:moveTo>
                      <a:pt x="120" y="24"/>
                    </a:moveTo>
                    <a:lnTo>
                      <a:pt x="0" y="56"/>
                    </a:lnTo>
                    <a:lnTo>
                      <a:pt x="0" y="24"/>
                    </a:lnTo>
                    <a:lnTo>
                      <a:pt x="0" y="0"/>
                    </a:lnTo>
                    <a:lnTo>
                      <a:pt x="120" y="24"/>
                    </a:lnTo>
                    <a:close/>
                  </a:path>
                </a:pathLst>
              </a:custGeom>
              <a:solidFill>
                <a:schemeClr val="bg2"/>
              </a:solidFill>
              <a:ln w="9525">
                <a:solidFill>
                  <a:schemeClr val="bg2"/>
                </a:solidFill>
                <a:round/>
                <a:headEnd/>
                <a:tailEnd/>
              </a:ln>
            </p:spPr>
            <p:txBody>
              <a:bodyPr/>
              <a:lstStyle/>
              <a:p>
                <a:endParaRPr lang="en-US"/>
              </a:p>
            </p:txBody>
          </p:sp>
          <p:grpSp>
            <p:nvGrpSpPr>
              <p:cNvPr id="104488" name="Group 224"/>
              <p:cNvGrpSpPr>
                <a:grpSpLocks/>
              </p:cNvGrpSpPr>
              <p:nvPr/>
            </p:nvGrpSpPr>
            <p:grpSpPr bwMode="auto">
              <a:xfrm>
                <a:off x="1489" y="3288"/>
                <a:ext cx="295" cy="1"/>
                <a:chOff x="1489" y="3288"/>
                <a:chExt cx="295" cy="1"/>
              </a:xfrm>
            </p:grpSpPr>
            <p:sp>
              <p:nvSpPr>
                <p:cNvPr id="104489" name="Line 225"/>
                <p:cNvSpPr>
                  <a:spLocks noChangeShapeType="1"/>
                </p:cNvSpPr>
                <p:nvPr/>
              </p:nvSpPr>
              <p:spPr bwMode="auto">
                <a:xfrm>
                  <a:off x="1489"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490" name="Line 226"/>
                <p:cNvSpPr>
                  <a:spLocks noChangeShapeType="1"/>
                </p:cNvSpPr>
                <p:nvPr/>
              </p:nvSpPr>
              <p:spPr bwMode="auto">
                <a:xfrm>
                  <a:off x="1544"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491" name="Line 227"/>
                <p:cNvSpPr>
                  <a:spLocks noChangeShapeType="1"/>
                </p:cNvSpPr>
                <p:nvPr/>
              </p:nvSpPr>
              <p:spPr bwMode="auto">
                <a:xfrm>
                  <a:off x="1600"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492" name="Line 228"/>
                <p:cNvSpPr>
                  <a:spLocks noChangeShapeType="1"/>
                </p:cNvSpPr>
                <p:nvPr/>
              </p:nvSpPr>
              <p:spPr bwMode="auto">
                <a:xfrm>
                  <a:off x="1656"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493" name="Line 229"/>
                <p:cNvSpPr>
                  <a:spLocks noChangeShapeType="1"/>
                </p:cNvSpPr>
                <p:nvPr/>
              </p:nvSpPr>
              <p:spPr bwMode="auto">
                <a:xfrm>
                  <a:off x="1712"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494" name="Line 230"/>
                <p:cNvSpPr>
                  <a:spLocks noChangeShapeType="1"/>
                </p:cNvSpPr>
                <p:nvPr/>
              </p:nvSpPr>
              <p:spPr bwMode="auto">
                <a:xfrm>
                  <a:off x="1768" y="3288"/>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3493" name="Group 231"/>
            <p:cNvGrpSpPr>
              <a:grpSpLocks/>
            </p:cNvGrpSpPr>
            <p:nvPr/>
          </p:nvGrpSpPr>
          <p:grpSpPr bwMode="auto">
            <a:xfrm>
              <a:off x="1944" y="3256"/>
              <a:ext cx="423" cy="56"/>
              <a:chOff x="1944" y="3256"/>
              <a:chExt cx="423" cy="56"/>
            </a:xfrm>
          </p:grpSpPr>
          <p:sp>
            <p:nvSpPr>
              <p:cNvPr id="104479" name="Freeform 232"/>
              <p:cNvSpPr>
                <a:spLocks/>
              </p:cNvSpPr>
              <p:nvPr/>
            </p:nvSpPr>
            <p:spPr bwMode="auto">
              <a:xfrm>
                <a:off x="2255" y="325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04480" name="Group 233"/>
              <p:cNvGrpSpPr>
                <a:grpSpLocks/>
              </p:cNvGrpSpPr>
              <p:nvPr/>
            </p:nvGrpSpPr>
            <p:grpSpPr bwMode="auto">
              <a:xfrm>
                <a:off x="1944" y="3288"/>
                <a:ext cx="303" cy="1"/>
                <a:chOff x="1944" y="3288"/>
                <a:chExt cx="303" cy="1"/>
              </a:xfrm>
            </p:grpSpPr>
            <p:sp>
              <p:nvSpPr>
                <p:cNvPr id="104481" name="Line 234"/>
                <p:cNvSpPr>
                  <a:spLocks noChangeShapeType="1"/>
                </p:cNvSpPr>
                <p:nvPr/>
              </p:nvSpPr>
              <p:spPr bwMode="auto">
                <a:xfrm>
                  <a:off x="1944"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482" name="Line 235"/>
                <p:cNvSpPr>
                  <a:spLocks noChangeShapeType="1"/>
                </p:cNvSpPr>
                <p:nvPr/>
              </p:nvSpPr>
              <p:spPr bwMode="auto">
                <a:xfrm>
                  <a:off x="2000" y="3288"/>
                  <a:ext cx="23"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483" name="Line 236"/>
                <p:cNvSpPr>
                  <a:spLocks noChangeShapeType="1"/>
                </p:cNvSpPr>
                <p:nvPr/>
              </p:nvSpPr>
              <p:spPr bwMode="auto">
                <a:xfrm>
                  <a:off x="2055"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484" name="Line 237"/>
                <p:cNvSpPr>
                  <a:spLocks noChangeShapeType="1"/>
                </p:cNvSpPr>
                <p:nvPr/>
              </p:nvSpPr>
              <p:spPr bwMode="auto">
                <a:xfrm>
                  <a:off x="2111"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485" name="Line 238"/>
                <p:cNvSpPr>
                  <a:spLocks noChangeShapeType="1"/>
                </p:cNvSpPr>
                <p:nvPr/>
              </p:nvSpPr>
              <p:spPr bwMode="auto">
                <a:xfrm>
                  <a:off x="2167"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486" name="Line 239"/>
                <p:cNvSpPr>
                  <a:spLocks noChangeShapeType="1"/>
                </p:cNvSpPr>
                <p:nvPr/>
              </p:nvSpPr>
              <p:spPr bwMode="auto">
                <a:xfrm>
                  <a:off x="2223"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3494" name="Group 240"/>
            <p:cNvGrpSpPr>
              <a:grpSpLocks/>
            </p:cNvGrpSpPr>
            <p:nvPr/>
          </p:nvGrpSpPr>
          <p:grpSpPr bwMode="auto">
            <a:xfrm>
              <a:off x="2415" y="3256"/>
              <a:ext cx="415" cy="56"/>
              <a:chOff x="2415" y="3256"/>
              <a:chExt cx="415" cy="56"/>
            </a:xfrm>
          </p:grpSpPr>
          <p:sp>
            <p:nvSpPr>
              <p:cNvPr id="104471" name="Freeform 241"/>
              <p:cNvSpPr>
                <a:spLocks/>
              </p:cNvSpPr>
              <p:nvPr/>
            </p:nvSpPr>
            <p:spPr bwMode="auto">
              <a:xfrm>
                <a:off x="2718" y="325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04472" name="Group 242"/>
              <p:cNvGrpSpPr>
                <a:grpSpLocks/>
              </p:cNvGrpSpPr>
              <p:nvPr/>
            </p:nvGrpSpPr>
            <p:grpSpPr bwMode="auto">
              <a:xfrm>
                <a:off x="2415" y="3288"/>
                <a:ext cx="295" cy="1"/>
                <a:chOff x="2415" y="3288"/>
                <a:chExt cx="295" cy="1"/>
              </a:xfrm>
            </p:grpSpPr>
            <p:sp>
              <p:nvSpPr>
                <p:cNvPr id="104473" name="Line 243"/>
                <p:cNvSpPr>
                  <a:spLocks noChangeShapeType="1"/>
                </p:cNvSpPr>
                <p:nvPr/>
              </p:nvSpPr>
              <p:spPr bwMode="auto">
                <a:xfrm>
                  <a:off x="2415"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474" name="Line 244"/>
                <p:cNvSpPr>
                  <a:spLocks noChangeShapeType="1"/>
                </p:cNvSpPr>
                <p:nvPr/>
              </p:nvSpPr>
              <p:spPr bwMode="auto">
                <a:xfrm>
                  <a:off x="2471"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475" name="Line 245"/>
                <p:cNvSpPr>
                  <a:spLocks noChangeShapeType="1"/>
                </p:cNvSpPr>
                <p:nvPr/>
              </p:nvSpPr>
              <p:spPr bwMode="auto">
                <a:xfrm>
                  <a:off x="2526"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476" name="Line 246"/>
                <p:cNvSpPr>
                  <a:spLocks noChangeShapeType="1"/>
                </p:cNvSpPr>
                <p:nvPr/>
              </p:nvSpPr>
              <p:spPr bwMode="auto">
                <a:xfrm>
                  <a:off x="2582"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477" name="Line 247"/>
                <p:cNvSpPr>
                  <a:spLocks noChangeShapeType="1"/>
                </p:cNvSpPr>
                <p:nvPr/>
              </p:nvSpPr>
              <p:spPr bwMode="auto">
                <a:xfrm>
                  <a:off x="2638"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478" name="Line 248"/>
                <p:cNvSpPr>
                  <a:spLocks noChangeShapeType="1"/>
                </p:cNvSpPr>
                <p:nvPr/>
              </p:nvSpPr>
              <p:spPr bwMode="auto">
                <a:xfrm>
                  <a:off x="2694" y="3288"/>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3495" name="Group 249"/>
            <p:cNvGrpSpPr>
              <a:grpSpLocks/>
            </p:cNvGrpSpPr>
            <p:nvPr/>
          </p:nvGrpSpPr>
          <p:grpSpPr bwMode="auto">
            <a:xfrm>
              <a:off x="1489" y="3567"/>
              <a:ext cx="423" cy="56"/>
              <a:chOff x="1489" y="3567"/>
              <a:chExt cx="423" cy="56"/>
            </a:xfrm>
          </p:grpSpPr>
          <p:sp>
            <p:nvSpPr>
              <p:cNvPr id="104463" name="Freeform 250"/>
              <p:cNvSpPr>
                <a:spLocks/>
              </p:cNvSpPr>
              <p:nvPr/>
            </p:nvSpPr>
            <p:spPr bwMode="auto">
              <a:xfrm>
                <a:off x="1800"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solidFill>
                <a:schemeClr val="bg2"/>
              </a:solidFill>
              <a:ln w="9525">
                <a:solidFill>
                  <a:schemeClr val="bg2"/>
                </a:solidFill>
                <a:round/>
                <a:headEnd/>
                <a:tailEnd/>
              </a:ln>
            </p:spPr>
            <p:txBody>
              <a:bodyPr/>
              <a:lstStyle/>
              <a:p>
                <a:endParaRPr lang="en-US"/>
              </a:p>
            </p:txBody>
          </p:sp>
          <p:grpSp>
            <p:nvGrpSpPr>
              <p:cNvPr id="104464" name="Group 251"/>
              <p:cNvGrpSpPr>
                <a:grpSpLocks/>
              </p:cNvGrpSpPr>
              <p:nvPr/>
            </p:nvGrpSpPr>
            <p:grpSpPr bwMode="auto">
              <a:xfrm>
                <a:off x="1489" y="3591"/>
                <a:ext cx="303" cy="1"/>
                <a:chOff x="1489" y="3591"/>
                <a:chExt cx="303" cy="1"/>
              </a:xfrm>
            </p:grpSpPr>
            <p:sp>
              <p:nvSpPr>
                <p:cNvPr id="104465" name="Line 252"/>
                <p:cNvSpPr>
                  <a:spLocks noChangeShapeType="1"/>
                </p:cNvSpPr>
                <p:nvPr/>
              </p:nvSpPr>
              <p:spPr bwMode="auto">
                <a:xfrm>
                  <a:off x="1489"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466" name="Line 253"/>
                <p:cNvSpPr>
                  <a:spLocks noChangeShapeType="1"/>
                </p:cNvSpPr>
                <p:nvPr/>
              </p:nvSpPr>
              <p:spPr bwMode="auto">
                <a:xfrm>
                  <a:off x="1544"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467" name="Line 254"/>
                <p:cNvSpPr>
                  <a:spLocks noChangeShapeType="1"/>
                </p:cNvSpPr>
                <p:nvPr/>
              </p:nvSpPr>
              <p:spPr bwMode="auto">
                <a:xfrm>
                  <a:off x="1600"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468" name="Line 255"/>
                <p:cNvSpPr>
                  <a:spLocks noChangeShapeType="1"/>
                </p:cNvSpPr>
                <p:nvPr/>
              </p:nvSpPr>
              <p:spPr bwMode="auto">
                <a:xfrm>
                  <a:off x="1656"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469" name="Line 256"/>
                <p:cNvSpPr>
                  <a:spLocks noChangeShapeType="1"/>
                </p:cNvSpPr>
                <p:nvPr/>
              </p:nvSpPr>
              <p:spPr bwMode="auto">
                <a:xfrm>
                  <a:off x="1712"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470" name="Line 257"/>
                <p:cNvSpPr>
                  <a:spLocks noChangeShapeType="1"/>
                </p:cNvSpPr>
                <p:nvPr/>
              </p:nvSpPr>
              <p:spPr bwMode="auto">
                <a:xfrm>
                  <a:off x="1768"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3496" name="Group 258"/>
            <p:cNvGrpSpPr>
              <a:grpSpLocks/>
            </p:cNvGrpSpPr>
            <p:nvPr/>
          </p:nvGrpSpPr>
          <p:grpSpPr bwMode="auto">
            <a:xfrm>
              <a:off x="1952" y="3567"/>
              <a:ext cx="415" cy="56"/>
              <a:chOff x="1952" y="3567"/>
              <a:chExt cx="415" cy="56"/>
            </a:xfrm>
          </p:grpSpPr>
          <p:sp>
            <p:nvSpPr>
              <p:cNvPr id="104455" name="Freeform 259"/>
              <p:cNvSpPr>
                <a:spLocks/>
              </p:cNvSpPr>
              <p:nvPr/>
            </p:nvSpPr>
            <p:spPr bwMode="auto">
              <a:xfrm>
                <a:off x="2255"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solidFill>
                <a:schemeClr val="bg2"/>
              </a:solidFill>
              <a:ln w="9525">
                <a:solidFill>
                  <a:schemeClr val="bg2"/>
                </a:solidFill>
                <a:round/>
                <a:headEnd/>
                <a:tailEnd/>
              </a:ln>
            </p:spPr>
            <p:txBody>
              <a:bodyPr/>
              <a:lstStyle/>
              <a:p>
                <a:endParaRPr lang="en-US"/>
              </a:p>
            </p:txBody>
          </p:sp>
          <p:grpSp>
            <p:nvGrpSpPr>
              <p:cNvPr id="104456" name="Group 260"/>
              <p:cNvGrpSpPr>
                <a:grpSpLocks/>
              </p:cNvGrpSpPr>
              <p:nvPr/>
            </p:nvGrpSpPr>
            <p:grpSpPr bwMode="auto">
              <a:xfrm>
                <a:off x="1952" y="3591"/>
                <a:ext cx="295" cy="1"/>
                <a:chOff x="1952" y="3591"/>
                <a:chExt cx="295" cy="1"/>
              </a:xfrm>
            </p:grpSpPr>
            <p:sp>
              <p:nvSpPr>
                <p:cNvPr id="104457" name="Line 261"/>
                <p:cNvSpPr>
                  <a:spLocks noChangeShapeType="1"/>
                </p:cNvSpPr>
                <p:nvPr/>
              </p:nvSpPr>
              <p:spPr bwMode="auto">
                <a:xfrm>
                  <a:off x="1952"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458" name="Line 262"/>
                <p:cNvSpPr>
                  <a:spLocks noChangeShapeType="1"/>
                </p:cNvSpPr>
                <p:nvPr/>
              </p:nvSpPr>
              <p:spPr bwMode="auto">
                <a:xfrm>
                  <a:off x="2008" y="3591"/>
                  <a:ext cx="23"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459" name="Line 263"/>
                <p:cNvSpPr>
                  <a:spLocks noChangeShapeType="1"/>
                </p:cNvSpPr>
                <p:nvPr/>
              </p:nvSpPr>
              <p:spPr bwMode="auto">
                <a:xfrm>
                  <a:off x="2063"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460" name="Line 264"/>
                <p:cNvSpPr>
                  <a:spLocks noChangeShapeType="1"/>
                </p:cNvSpPr>
                <p:nvPr/>
              </p:nvSpPr>
              <p:spPr bwMode="auto">
                <a:xfrm>
                  <a:off x="2119"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461" name="Line 265"/>
                <p:cNvSpPr>
                  <a:spLocks noChangeShapeType="1"/>
                </p:cNvSpPr>
                <p:nvPr/>
              </p:nvSpPr>
              <p:spPr bwMode="auto">
                <a:xfrm>
                  <a:off x="2175"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462" name="Line 266"/>
                <p:cNvSpPr>
                  <a:spLocks noChangeShapeType="1"/>
                </p:cNvSpPr>
                <p:nvPr/>
              </p:nvSpPr>
              <p:spPr bwMode="auto">
                <a:xfrm>
                  <a:off x="2231" y="3591"/>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3497" name="Group 267"/>
            <p:cNvGrpSpPr>
              <a:grpSpLocks/>
            </p:cNvGrpSpPr>
            <p:nvPr/>
          </p:nvGrpSpPr>
          <p:grpSpPr bwMode="auto">
            <a:xfrm>
              <a:off x="2407" y="3567"/>
              <a:ext cx="415" cy="56"/>
              <a:chOff x="2407" y="3567"/>
              <a:chExt cx="415" cy="56"/>
            </a:xfrm>
          </p:grpSpPr>
          <p:sp>
            <p:nvSpPr>
              <p:cNvPr id="104447" name="Freeform 268"/>
              <p:cNvSpPr>
                <a:spLocks/>
              </p:cNvSpPr>
              <p:nvPr/>
            </p:nvSpPr>
            <p:spPr bwMode="auto">
              <a:xfrm>
                <a:off x="2710"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solidFill>
                <a:schemeClr val="bg2"/>
              </a:solidFill>
              <a:ln w="9525">
                <a:solidFill>
                  <a:schemeClr val="bg2"/>
                </a:solidFill>
                <a:round/>
                <a:headEnd/>
                <a:tailEnd/>
              </a:ln>
            </p:spPr>
            <p:txBody>
              <a:bodyPr/>
              <a:lstStyle/>
              <a:p>
                <a:endParaRPr lang="en-US"/>
              </a:p>
            </p:txBody>
          </p:sp>
          <p:grpSp>
            <p:nvGrpSpPr>
              <p:cNvPr id="104448" name="Group 269"/>
              <p:cNvGrpSpPr>
                <a:grpSpLocks/>
              </p:cNvGrpSpPr>
              <p:nvPr/>
            </p:nvGrpSpPr>
            <p:grpSpPr bwMode="auto">
              <a:xfrm>
                <a:off x="2407" y="3591"/>
                <a:ext cx="295" cy="1"/>
                <a:chOff x="2407" y="3591"/>
                <a:chExt cx="295" cy="1"/>
              </a:xfrm>
            </p:grpSpPr>
            <p:sp>
              <p:nvSpPr>
                <p:cNvPr id="104449" name="Line 270"/>
                <p:cNvSpPr>
                  <a:spLocks noChangeShapeType="1"/>
                </p:cNvSpPr>
                <p:nvPr/>
              </p:nvSpPr>
              <p:spPr bwMode="auto">
                <a:xfrm>
                  <a:off x="2407"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450" name="Line 271"/>
                <p:cNvSpPr>
                  <a:spLocks noChangeShapeType="1"/>
                </p:cNvSpPr>
                <p:nvPr/>
              </p:nvSpPr>
              <p:spPr bwMode="auto">
                <a:xfrm>
                  <a:off x="2463"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451" name="Line 272"/>
                <p:cNvSpPr>
                  <a:spLocks noChangeShapeType="1"/>
                </p:cNvSpPr>
                <p:nvPr/>
              </p:nvSpPr>
              <p:spPr bwMode="auto">
                <a:xfrm>
                  <a:off x="2518"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452" name="Line 273"/>
                <p:cNvSpPr>
                  <a:spLocks noChangeShapeType="1"/>
                </p:cNvSpPr>
                <p:nvPr/>
              </p:nvSpPr>
              <p:spPr bwMode="auto">
                <a:xfrm>
                  <a:off x="2574"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453" name="Line 274"/>
                <p:cNvSpPr>
                  <a:spLocks noChangeShapeType="1"/>
                </p:cNvSpPr>
                <p:nvPr/>
              </p:nvSpPr>
              <p:spPr bwMode="auto">
                <a:xfrm>
                  <a:off x="2630"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454" name="Line 275"/>
                <p:cNvSpPr>
                  <a:spLocks noChangeShapeType="1"/>
                </p:cNvSpPr>
                <p:nvPr/>
              </p:nvSpPr>
              <p:spPr bwMode="auto">
                <a:xfrm>
                  <a:off x="2686" y="3591"/>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3498" name="Group 276"/>
            <p:cNvGrpSpPr>
              <a:grpSpLocks/>
            </p:cNvGrpSpPr>
            <p:nvPr/>
          </p:nvGrpSpPr>
          <p:grpSpPr bwMode="auto">
            <a:xfrm>
              <a:off x="1944" y="2690"/>
              <a:ext cx="894" cy="596"/>
              <a:chOff x="1944" y="2690"/>
              <a:chExt cx="894" cy="596"/>
            </a:xfrm>
          </p:grpSpPr>
          <p:sp>
            <p:nvSpPr>
              <p:cNvPr id="104445" name="Freeform 277"/>
              <p:cNvSpPr>
                <a:spLocks/>
              </p:cNvSpPr>
              <p:nvPr/>
            </p:nvSpPr>
            <p:spPr bwMode="auto">
              <a:xfrm>
                <a:off x="2702" y="2690"/>
                <a:ext cx="136" cy="104"/>
              </a:xfrm>
              <a:custGeom>
                <a:avLst/>
                <a:gdLst>
                  <a:gd name="T0" fmla="*/ 136 w 136"/>
                  <a:gd name="T1" fmla="*/ 0 h 104"/>
                  <a:gd name="T2" fmla="*/ 40 w 136"/>
                  <a:gd name="T3" fmla="*/ 104 h 104"/>
                  <a:gd name="T4" fmla="*/ 24 w 136"/>
                  <a:gd name="T5" fmla="*/ 72 h 104"/>
                  <a:gd name="T6" fmla="*/ 0 w 136"/>
                  <a:gd name="T7" fmla="*/ 48 h 104"/>
                  <a:gd name="T8" fmla="*/ 136 w 136"/>
                  <a:gd name="T9" fmla="*/ 0 h 104"/>
                  <a:gd name="T10" fmla="*/ 0 60000 65536"/>
                  <a:gd name="T11" fmla="*/ 0 60000 65536"/>
                  <a:gd name="T12" fmla="*/ 0 60000 65536"/>
                  <a:gd name="T13" fmla="*/ 0 60000 65536"/>
                  <a:gd name="T14" fmla="*/ 0 60000 65536"/>
                  <a:gd name="T15" fmla="*/ 0 w 136"/>
                  <a:gd name="T16" fmla="*/ 0 h 104"/>
                  <a:gd name="T17" fmla="*/ 136 w 136"/>
                  <a:gd name="T18" fmla="*/ 104 h 104"/>
                </a:gdLst>
                <a:ahLst/>
                <a:cxnLst>
                  <a:cxn ang="T10">
                    <a:pos x="T0" y="T1"/>
                  </a:cxn>
                  <a:cxn ang="T11">
                    <a:pos x="T2" y="T3"/>
                  </a:cxn>
                  <a:cxn ang="T12">
                    <a:pos x="T4" y="T5"/>
                  </a:cxn>
                  <a:cxn ang="T13">
                    <a:pos x="T6" y="T7"/>
                  </a:cxn>
                  <a:cxn ang="T14">
                    <a:pos x="T8" y="T9"/>
                  </a:cxn>
                </a:cxnLst>
                <a:rect l="T15" t="T16" r="T17" b="T18"/>
                <a:pathLst>
                  <a:path w="136" h="104">
                    <a:moveTo>
                      <a:pt x="136" y="0"/>
                    </a:moveTo>
                    <a:lnTo>
                      <a:pt x="40" y="104"/>
                    </a:lnTo>
                    <a:lnTo>
                      <a:pt x="24" y="72"/>
                    </a:lnTo>
                    <a:lnTo>
                      <a:pt x="0" y="48"/>
                    </a:lnTo>
                    <a:lnTo>
                      <a:pt x="136" y="0"/>
                    </a:lnTo>
                    <a:close/>
                  </a:path>
                </a:pathLst>
              </a:custGeom>
              <a:solidFill>
                <a:schemeClr val="bg2"/>
              </a:solidFill>
              <a:ln w="9525">
                <a:solidFill>
                  <a:schemeClr val="bg2"/>
                </a:solidFill>
                <a:round/>
                <a:headEnd/>
                <a:tailEnd/>
              </a:ln>
            </p:spPr>
            <p:txBody>
              <a:bodyPr/>
              <a:lstStyle/>
              <a:p>
                <a:endParaRPr lang="en-US"/>
              </a:p>
            </p:txBody>
          </p:sp>
          <p:sp>
            <p:nvSpPr>
              <p:cNvPr id="104446" name="Line 278"/>
              <p:cNvSpPr>
                <a:spLocks noChangeShapeType="1"/>
              </p:cNvSpPr>
              <p:nvPr/>
            </p:nvSpPr>
            <p:spPr bwMode="auto">
              <a:xfrm flipV="1">
                <a:off x="1944" y="2758"/>
                <a:ext cx="790" cy="528"/>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3499" name="Group 279"/>
            <p:cNvGrpSpPr>
              <a:grpSpLocks/>
            </p:cNvGrpSpPr>
            <p:nvPr/>
          </p:nvGrpSpPr>
          <p:grpSpPr bwMode="auto">
            <a:xfrm>
              <a:off x="1952" y="2376"/>
              <a:ext cx="886" cy="290"/>
              <a:chOff x="1952" y="2376"/>
              <a:chExt cx="886" cy="290"/>
            </a:xfrm>
          </p:grpSpPr>
          <p:sp>
            <p:nvSpPr>
              <p:cNvPr id="104443" name="Freeform 280"/>
              <p:cNvSpPr>
                <a:spLocks/>
              </p:cNvSpPr>
              <p:nvPr/>
            </p:nvSpPr>
            <p:spPr bwMode="auto">
              <a:xfrm>
                <a:off x="2702" y="2586"/>
                <a:ext cx="136" cy="80"/>
              </a:xfrm>
              <a:custGeom>
                <a:avLst/>
                <a:gdLst>
                  <a:gd name="T0" fmla="*/ 136 w 136"/>
                  <a:gd name="T1" fmla="*/ 80 h 80"/>
                  <a:gd name="T2" fmla="*/ 0 w 136"/>
                  <a:gd name="T3" fmla="*/ 64 h 80"/>
                  <a:gd name="T4" fmla="*/ 8 w 136"/>
                  <a:gd name="T5" fmla="*/ 32 h 80"/>
                  <a:gd name="T6" fmla="*/ 16 w 136"/>
                  <a:gd name="T7" fmla="*/ 0 h 80"/>
                  <a:gd name="T8" fmla="*/ 136 w 136"/>
                  <a:gd name="T9" fmla="*/ 80 h 80"/>
                  <a:gd name="T10" fmla="*/ 0 60000 65536"/>
                  <a:gd name="T11" fmla="*/ 0 60000 65536"/>
                  <a:gd name="T12" fmla="*/ 0 60000 65536"/>
                  <a:gd name="T13" fmla="*/ 0 60000 65536"/>
                  <a:gd name="T14" fmla="*/ 0 60000 65536"/>
                  <a:gd name="T15" fmla="*/ 0 w 136"/>
                  <a:gd name="T16" fmla="*/ 0 h 80"/>
                  <a:gd name="T17" fmla="*/ 136 w 136"/>
                  <a:gd name="T18" fmla="*/ 80 h 80"/>
                </a:gdLst>
                <a:ahLst/>
                <a:cxnLst>
                  <a:cxn ang="T10">
                    <a:pos x="T0" y="T1"/>
                  </a:cxn>
                  <a:cxn ang="T11">
                    <a:pos x="T2" y="T3"/>
                  </a:cxn>
                  <a:cxn ang="T12">
                    <a:pos x="T4" y="T5"/>
                  </a:cxn>
                  <a:cxn ang="T13">
                    <a:pos x="T6" y="T7"/>
                  </a:cxn>
                  <a:cxn ang="T14">
                    <a:pos x="T8" y="T9"/>
                  </a:cxn>
                </a:cxnLst>
                <a:rect l="T15" t="T16" r="T17" b="T18"/>
                <a:pathLst>
                  <a:path w="136" h="80">
                    <a:moveTo>
                      <a:pt x="136" y="80"/>
                    </a:moveTo>
                    <a:lnTo>
                      <a:pt x="0" y="64"/>
                    </a:lnTo>
                    <a:lnTo>
                      <a:pt x="8" y="32"/>
                    </a:lnTo>
                    <a:lnTo>
                      <a:pt x="16" y="0"/>
                    </a:lnTo>
                    <a:lnTo>
                      <a:pt x="136" y="80"/>
                    </a:lnTo>
                    <a:close/>
                  </a:path>
                </a:pathLst>
              </a:custGeom>
              <a:solidFill>
                <a:schemeClr val="bg2"/>
              </a:solidFill>
              <a:ln w="9525">
                <a:solidFill>
                  <a:schemeClr val="bg2"/>
                </a:solidFill>
                <a:round/>
                <a:headEnd/>
                <a:tailEnd/>
              </a:ln>
            </p:spPr>
            <p:txBody>
              <a:bodyPr/>
              <a:lstStyle/>
              <a:p>
                <a:endParaRPr lang="en-US"/>
              </a:p>
            </p:txBody>
          </p:sp>
          <p:sp>
            <p:nvSpPr>
              <p:cNvPr id="104444" name="Line 281"/>
              <p:cNvSpPr>
                <a:spLocks noChangeShapeType="1"/>
              </p:cNvSpPr>
              <p:nvPr/>
            </p:nvSpPr>
            <p:spPr bwMode="auto">
              <a:xfrm>
                <a:off x="1952" y="2376"/>
                <a:ext cx="766" cy="244"/>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3500" name="Group 282"/>
            <p:cNvGrpSpPr>
              <a:grpSpLocks/>
            </p:cNvGrpSpPr>
            <p:nvPr/>
          </p:nvGrpSpPr>
          <p:grpSpPr bwMode="auto">
            <a:xfrm>
              <a:off x="1481" y="2084"/>
              <a:ext cx="1373" cy="1507"/>
              <a:chOff x="1481" y="2084"/>
              <a:chExt cx="1373" cy="1507"/>
            </a:xfrm>
          </p:grpSpPr>
          <p:sp>
            <p:nvSpPr>
              <p:cNvPr id="104441" name="Freeform 283"/>
              <p:cNvSpPr>
                <a:spLocks/>
              </p:cNvSpPr>
              <p:nvPr/>
            </p:nvSpPr>
            <p:spPr bwMode="auto">
              <a:xfrm>
                <a:off x="2742" y="2084"/>
                <a:ext cx="112" cy="119"/>
              </a:xfrm>
              <a:custGeom>
                <a:avLst/>
                <a:gdLst>
                  <a:gd name="T0" fmla="*/ 112 w 112"/>
                  <a:gd name="T1" fmla="*/ 0 h 119"/>
                  <a:gd name="T2" fmla="*/ 48 w 112"/>
                  <a:gd name="T3" fmla="*/ 119 h 119"/>
                  <a:gd name="T4" fmla="*/ 24 w 112"/>
                  <a:gd name="T5" fmla="*/ 96 h 119"/>
                  <a:gd name="T6" fmla="*/ 0 w 112"/>
                  <a:gd name="T7" fmla="*/ 72 h 119"/>
                  <a:gd name="T8" fmla="*/ 112 w 112"/>
                  <a:gd name="T9" fmla="*/ 0 h 119"/>
                  <a:gd name="T10" fmla="*/ 0 60000 65536"/>
                  <a:gd name="T11" fmla="*/ 0 60000 65536"/>
                  <a:gd name="T12" fmla="*/ 0 60000 65536"/>
                  <a:gd name="T13" fmla="*/ 0 60000 65536"/>
                  <a:gd name="T14" fmla="*/ 0 60000 65536"/>
                  <a:gd name="T15" fmla="*/ 0 w 112"/>
                  <a:gd name="T16" fmla="*/ 0 h 119"/>
                  <a:gd name="T17" fmla="*/ 112 w 112"/>
                  <a:gd name="T18" fmla="*/ 119 h 119"/>
                </a:gdLst>
                <a:ahLst/>
                <a:cxnLst>
                  <a:cxn ang="T10">
                    <a:pos x="T0" y="T1"/>
                  </a:cxn>
                  <a:cxn ang="T11">
                    <a:pos x="T2" y="T3"/>
                  </a:cxn>
                  <a:cxn ang="T12">
                    <a:pos x="T4" y="T5"/>
                  </a:cxn>
                  <a:cxn ang="T13">
                    <a:pos x="T6" y="T7"/>
                  </a:cxn>
                  <a:cxn ang="T14">
                    <a:pos x="T8" y="T9"/>
                  </a:cxn>
                </a:cxnLst>
                <a:rect l="T15" t="T16" r="T17" b="T18"/>
                <a:pathLst>
                  <a:path w="112" h="119">
                    <a:moveTo>
                      <a:pt x="112" y="0"/>
                    </a:moveTo>
                    <a:lnTo>
                      <a:pt x="48" y="119"/>
                    </a:lnTo>
                    <a:lnTo>
                      <a:pt x="24" y="96"/>
                    </a:lnTo>
                    <a:lnTo>
                      <a:pt x="0" y="72"/>
                    </a:lnTo>
                    <a:lnTo>
                      <a:pt x="112" y="0"/>
                    </a:lnTo>
                    <a:close/>
                  </a:path>
                </a:pathLst>
              </a:custGeom>
              <a:solidFill>
                <a:schemeClr val="bg2"/>
              </a:solidFill>
              <a:ln w="9525">
                <a:solidFill>
                  <a:schemeClr val="bg2"/>
                </a:solidFill>
                <a:round/>
                <a:headEnd/>
                <a:tailEnd/>
              </a:ln>
            </p:spPr>
            <p:txBody>
              <a:bodyPr/>
              <a:lstStyle/>
              <a:p>
                <a:endParaRPr lang="en-US"/>
              </a:p>
            </p:txBody>
          </p:sp>
          <p:sp>
            <p:nvSpPr>
              <p:cNvPr id="104442" name="Line 284"/>
              <p:cNvSpPr>
                <a:spLocks noChangeShapeType="1"/>
              </p:cNvSpPr>
              <p:nvPr/>
            </p:nvSpPr>
            <p:spPr bwMode="auto">
              <a:xfrm flipV="1">
                <a:off x="1481" y="2172"/>
                <a:ext cx="1291" cy="1419"/>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3501" name="Group 285"/>
            <p:cNvGrpSpPr>
              <a:grpSpLocks/>
            </p:cNvGrpSpPr>
            <p:nvPr/>
          </p:nvGrpSpPr>
          <p:grpSpPr bwMode="auto">
            <a:xfrm>
              <a:off x="1944" y="2076"/>
              <a:ext cx="902" cy="885"/>
              <a:chOff x="1944" y="2076"/>
              <a:chExt cx="902" cy="885"/>
            </a:xfrm>
          </p:grpSpPr>
          <p:sp>
            <p:nvSpPr>
              <p:cNvPr id="104439" name="Freeform 286"/>
              <p:cNvSpPr>
                <a:spLocks/>
              </p:cNvSpPr>
              <p:nvPr/>
            </p:nvSpPr>
            <p:spPr bwMode="auto">
              <a:xfrm>
                <a:off x="2726" y="2850"/>
                <a:ext cx="120" cy="111"/>
              </a:xfrm>
              <a:custGeom>
                <a:avLst/>
                <a:gdLst>
                  <a:gd name="T0" fmla="*/ 120 w 120"/>
                  <a:gd name="T1" fmla="*/ 111 h 111"/>
                  <a:gd name="T2" fmla="*/ 0 w 120"/>
                  <a:gd name="T3" fmla="*/ 47 h 111"/>
                  <a:gd name="T4" fmla="*/ 24 w 120"/>
                  <a:gd name="T5" fmla="*/ 23 h 111"/>
                  <a:gd name="T6" fmla="*/ 48 w 120"/>
                  <a:gd name="T7" fmla="*/ 0 h 111"/>
                  <a:gd name="T8" fmla="*/ 120 w 120"/>
                  <a:gd name="T9" fmla="*/ 111 h 111"/>
                  <a:gd name="T10" fmla="*/ 0 60000 65536"/>
                  <a:gd name="T11" fmla="*/ 0 60000 65536"/>
                  <a:gd name="T12" fmla="*/ 0 60000 65536"/>
                  <a:gd name="T13" fmla="*/ 0 60000 65536"/>
                  <a:gd name="T14" fmla="*/ 0 60000 65536"/>
                  <a:gd name="T15" fmla="*/ 0 w 120"/>
                  <a:gd name="T16" fmla="*/ 0 h 111"/>
                  <a:gd name="T17" fmla="*/ 120 w 120"/>
                  <a:gd name="T18" fmla="*/ 111 h 111"/>
                </a:gdLst>
                <a:ahLst/>
                <a:cxnLst>
                  <a:cxn ang="T10">
                    <a:pos x="T0" y="T1"/>
                  </a:cxn>
                  <a:cxn ang="T11">
                    <a:pos x="T2" y="T3"/>
                  </a:cxn>
                  <a:cxn ang="T12">
                    <a:pos x="T4" y="T5"/>
                  </a:cxn>
                  <a:cxn ang="T13">
                    <a:pos x="T6" y="T7"/>
                  </a:cxn>
                  <a:cxn ang="T14">
                    <a:pos x="T8" y="T9"/>
                  </a:cxn>
                </a:cxnLst>
                <a:rect l="T15" t="T16" r="T17" b="T18"/>
                <a:pathLst>
                  <a:path w="120" h="111">
                    <a:moveTo>
                      <a:pt x="120" y="111"/>
                    </a:moveTo>
                    <a:lnTo>
                      <a:pt x="0" y="47"/>
                    </a:lnTo>
                    <a:lnTo>
                      <a:pt x="24" y="23"/>
                    </a:lnTo>
                    <a:lnTo>
                      <a:pt x="48" y="0"/>
                    </a:lnTo>
                    <a:lnTo>
                      <a:pt x="120" y="111"/>
                    </a:lnTo>
                    <a:close/>
                  </a:path>
                </a:pathLst>
              </a:custGeom>
              <a:solidFill>
                <a:schemeClr val="bg2"/>
              </a:solidFill>
              <a:ln w="9525">
                <a:solidFill>
                  <a:schemeClr val="bg2"/>
                </a:solidFill>
                <a:round/>
                <a:headEnd/>
                <a:tailEnd/>
              </a:ln>
            </p:spPr>
            <p:txBody>
              <a:bodyPr/>
              <a:lstStyle/>
              <a:p>
                <a:endParaRPr lang="en-US"/>
              </a:p>
            </p:txBody>
          </p:sp>
          <p:sp>
            <p:nvSpPr>
              <p:cNvPr id="104440" name="Line 287"/>
              <p:cNvSpPr>
                <a:spLocks noChangeShapeType="1"/>
              </p:cNvSpPr>
              <p:nvPr/>
            </p:nvSpPr>
            <p:spPr bwMode="auto">
              <a:xfrm>
                <a:off x="1944" y="2076"/>
                <a:ext cx="814" cy="805"/>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3502" name="Group 288"/>
            <p:cNvGrpSpPr>
              <a:grpSpLocks/>
            </p:cNvGrpSpPr>
            <p:nvPr/>
          </p:nvGrpSpPr>
          <p:grpSpPr bwMode="auto">
            <a:xfrm>
              <a:off x="1489" y="2379"/>
              <a:ext cx="902" cy="893"/>
              <a:chOff x="1489" y="2379"/>
              <a:chExt cx="902" cy="893"/>
            </a:xfrm>
          </p:grpSpPr>
          <p:sp>
            <p:nvSpPr>
              <p:cNvPr id="104437" name="Freeform 289"/>
              <p:cNvSpPr>
                <a:spLocks/>
              </p:cNvSpPr>
              <p:nvPr/>
            </p:nvSpPr>
            <p:spPr bwMode="auto">
              <a:xfrm>
                <a:off x="2271" y="3153"/>
                <a:ext cx="120" cy="119"/>
              </a:xfrm>
              <a:custGeom>
                <a:avLst/>
                <a:gdLst>
                  <a:gd name="T0" fmla="*/ 120 w 120"/>
                  <a:gd name="T1" fmla="*/ 119 h 119"/>
                  <a:gd name="T2" fmla="*/ 0 w 120"/>
                  <a:gd name="T3" fmla="*/ 48 h 119"/>
                  <a:gd name="T4" fmla="*/ 24 w 120"/>
                  <a:gd name="T5" fmla="*/ 24 h 119"/>
                  <a:gd name="T6" fmla="*/ 48 w 120"/>
                  <a:gd name="T7" fmla="*/ 0 h 119"/>
                  <a:gd name="T8" fmla="*/ 120 w 120"/>
                  <a:gd name="T9" fmla="*/ 119 h 119"/>
                  <a:gd name="T10" fmla="*/ 0 60000 65536"/>
                  <a:gd name="T11" fmla="*/ 0 60000 65536"/>
                  <a:gd name="T12" fmla="*/ 0 60000 65536"/>
                  <a:gd name="T13" fmla="*/ 0 60000 65536"/>
                  <a:gd name="T14" fmla="*/ 0 60000 65536"/>
                  <a:gd name="T15" fmla="*/ 0 w 120"/>
                  <a:gd name="T16" fmla="*/ 0 h 119"/>
                  <a:gd name="T17" fmla="*/ 120 w 120"/>
                  <a:gd name="T18" fmla="*/ 119 h 119"/>
                </a:gdLst>
                <a:ahLst/>
                <a:cxnLst>
                  <a:cxn ang="T10">
                    <a:pos x="T0" y="T1"/>
                  </a:cxn>
                  <a:cxn ang="T11">
                    <a:pos x="T2" y="T3"/>
                  </a:cxn>
                  <a:cxn ang="T12">
                    <a:pos x="T4" y="T5"/>
                  </a:cxn>
                  <a:cxn ang="T13">
                    <a:pos x="T6" y="T7"/>
                  </a:cxn>
                  <a:cxn ang="T14">
                    <a:pos x="T8" y="T9"/>
                  </a:cxn>
                </a:cxnLst>
                <a:rect l="T15" t="T16" r="T17" b="T18"/>
                <a:pathLst>
                  <a:path w="120" h="119">
                    <a:moveTo>
                      <a:pt x="120" y="119"/>
                    </a:moveTo>
                    <a:lnTo>
                      <a:pt x="0" y="48"/>
                    </a:lnTo>
                    <a:lnTo>
                      <a:pt x="24" y="24"/>
                    </a:lnTo>
                    <a:lnTo>
                      <a:pt x="48" y="0"/>
                    </a:lnTo>
                    <a:lnTo>
                      <a:pt x="120" y="119"/>
                    </a:lnTo>
                    <a:close/>
                  </a:path>
                </a:pathLst>
              </a:custGeom>
              <a:solidFill>
                <a:schemeClr val="bg2"/>
              </a:solidFill>
              <a:ln w="9525">
                <a:solidFill>
                  <a:schemeClr val="bg2"/>
                </a:solidFill>
                <a:round/>
                <a:headEnd/>
                <a:tailEnd/>
              </a:ln>
            </p:spPr>
            <p:txBody>
              <a:bodyPr/>
              <a:lstStyle/>
              <a:p>
                <a:endParaRPr lang="en-US"/>
              </a:p>
            </p:txBody>
          </p:sp>
          <p:sp>
            <p:nvSpPr>
              <p:cNvPr id="104438" name="Line 290"/>
              <p:cNvSpPr>
                <a:spLocks noChangeShapeType="1"/>
              </p:cNvSpPr>
              <p:nvPr/>
            </p:nvSpPr>
            <p:spPr bwMode="auto">
              <a:xfrm>
                <a:off x="1489" y="2379"/>
                <a:ext cx="814" cy="805"/>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3503" name="Group 291"/>
            <p:cNvGrpSpPr>
              <a:grpSpLocks/>
            </p:cNvGrpSpPr>
            <p:nvPr/>
          </p:nvGrpSpPr>
          <p:grpSpPr bwMode="auto">
            <a:xfrm>
              <a:off x="1483" y="2379"/>
              <a:ext cx="429" cy="598"/>
              <a:chOff x="1483" y="2379"/>
              <a:chExt cx="429" cy="598"/>
            </a:xfrm>
          </p:grpSpPr>
          <p:sp>
            <p:nvSpPr>
              <p:cNvPr id="104435" name="Freeform 292"/>
              <p:cNvSpPr>
                <a:spLocks/>
              </p:cNvSpPr>
              <p:nvPr/>
            </p:nvSpPr>
            <p:spPr bwMode="auto">
              <a:xfrm>
                <a:off x="1808" y="2379"/>
                <a:ext cx="104" cy="136"/>
              </a:xfrm>
              <a:custGeom>
                <a:avLst/>
                <a:gdLst>
                  <a:gd name="T0" fmla="*/ 104 w 104"/>
                  <a:gd name="T1" fmla="*/ 0 h 136"/>
                  <a:gd name="T2" fmla="*/ 56 w 104"/>
                  <a:gd name="T3" fmla="*/ 136 h 136"/>
                  <a:gd name="T4" fmla="*/ 32 w 104"/>
                  <a:gd name="T5" fmla="*/ 112 h 136"/>
                  <a:gd name="T6" fmla="*/ 0 w 104"/>
                  <a:gd name="T7" fmla="*/ 96 h 136"/>
                  <a:gd name="T8" fmla="*/ 104 w 104"/>
                  <a:gd name="T9" fmla="*/ 0 h 136"/>
                  <a:gd name="T10" fmla="*/ 0 60000 65536"/>
                  <a:gd name="T11" fmla="*/ 0 60000 65536"/>
                  <a:gd name="T12" fmla="*/ 0 60000 65536"/>
                  <a:gd name="T13" fmla="*/ 0 60000 65536"/>
                  <a:gd name="T14" fmla="*/ 0 60000 65536"/>
                  <a:gd name="T15" fmla="*/ 0 w 104"/>
                  <a:gd name="T16" fmla="*/ 0 h 136"/>
                  <a:gd name="T17" fmla="*/ 104 w 104"/>
                  <a:gd name="T18" fmla="*/ 136 h 136"/>
                </a:gdLst>
                <a:ahLst/>
                <a:cxnLst>
                  <a:cxn ang="T10">
                    <a:pos x="T0" y="T1"/>
                  </a:cxn>
                  <a:cxn ang="T11">
                    <a:pos x="T2" y="T3"/>
                  </a:cxn>
                  <a:cxn ang="T12">
                    <a:pos x="T4" y="T5"/>
                  </a:cxn>
                  <a:cxn ang="T13">
                    <a:pos x="T6" y="T7"/>
                  </a:cxn>
                  <a:cxn ang="T14">
                    <a:pos x="T8" y="T9"/>
                  </a:cxn>
                </a:cxnLst>
                <a:rect l="T15" t="T16" r="T17" b="T18"/>
                <a:pathLst>
                  <a:path w="104" h="136">
                    <a:moveTo>
                      <a:pt x="104" y="0"/>
                    </a:moveTo>
                    <a:lnTo>
                      <a:pt x="56" y="136"/>
                    </a:lnTo>
                    <a:lnTo>
                      <a:pt x="32" y="112"/>
                    </a:lnTo>
                    <a:lnTo>
                      <a:pt x="0" y="96"/>
                    </a:lnTo>
                    <a:lnTo>
                      <a:pt x="104" y="0"/>
                    </a:lnTo>
                    <a:close/>
                  </a:path>
                </a:pathLst>
              </a:custGeom>
              <a:solidFill>
                <a:schemeClr val="bg2"/>
              </a:solidFill>
              <a:ln w="9525">
                <a:solidFill>
                  <a:schemeClr val="bg2"/>
                </a:solidFill>
                <a:round/>
                <a:headEnd/>
                <a:tailEnd/>
              </a:ln>
            </p:spPr>
            <p:txBody>
              <a:bodyPr/>
              <a:lstStyle/>
              <a:p>
                <a:endParaRPr lang="en-US"/>
              </a:p>
            </p:txBody>
          </p:sp>
          <p:sp>
            <p:nvSpPr>
              <p:cNvPr id="104436" name="Line 293"/>
              <p:cNvSpPr>
                <a:spLocks noChangeShapeType="1"/>
              </p:cNvSpPr>
              <p:nvPr/>
            </p:nvSpPr>
            <p:spPr bwMode="auto">
              <a:xfrm flipV="1">
                <a:off x="1483" y="2483"/>
                <a:ext cx="362" cy="494"/>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3504" name="Group 294"/>
            <p:cNvGrpSpPr>
              <a:grpSpLocks/>
            </p:cNvGrpSpPr>
            <p:nvPr/>
          </p:nvGrpSpPr>
          <p:grpSpPr bwMode="auto">
            <a:xfrm>
              <a:off x="1936" y="2379"/>
              <a:ext cx="894" cy="604"/>
              <a:chOff x="1936" y="2379"/>
              <a:chExt cx="894" cy="604"/>
            </a:xfrm>
          </p:grpSpPr>
          <p:sp>
            <p:nvSpPr>
              <p:cNvPr id="104433" name="Freeform 295"/>
              <p:cNvSpPr>
                <a:spLocks/>
              </p:cNvSpPr>
              <p:nvPr/>
            </p:nvSpPr>
            <p:spPr bwMode="auto">
              <a:xfrm>
                <a:off x="2702" y="2379"/>
                <a:ext cx="128" cy="104"/>
              </a:xfrm>
              <a:custGeom>
                <a:avLst/>
                <a:gdLst>
                  <a:gd name="T0" fmla="*/ 128 w 128"/>
                  <a:gd name="T1" fmla="*/ 0 h 104"/>
                  <a:gd name="T2" fmla="*/ 40 w 128"/>
                  <a:gd name="T3" fmla="*/ 104 h 104"/>
                  <a:gd name="T4" fmla="*/ 16 w 128"/>
                  <a:gd name="T5" fmla="*/ 80 h 104"/>
                  <a:gd name="T6" fmla="*/ 0 w 128"/>
                  <a:gd name="T7" fmla="*/ 48 h 104"/>
                  <a:gd name="T8" fmla="*/ 128 w 128"/>
                  <a:gd name="T9" fmla="*/ 0 h 104"/>
                  <a:gd name="T10" fmla="*/ 0 60000 65536"/>
                  <a:gd name="T11" fmla="*/ 0 60000 65536"/>
                  <a:gd name="T12" fmla="*/ 0 60000 65536"/>
                  <a:gd name="T13" fmla="*/ 0 60000 65536"/>
                  <a:gd name="T14" fmla="*/ 0 60000 65536"/>
                  <a:gd name="T15" fmla="*/ 0 w 128"/>
                  <a:gd name="T16" fmla="*/ 0 h 104"/>
                  <a:gd name="T17" fmla="*/ 128 w 128"/>
                  <a:gd name="T18" fmla="*/ 104 h 104"/>
                </a:gdLst>
                <a:ahLst/>
                <a:cxnLst>
                  <a:cxn ang="T10">
                    <a:pos x="T0" y="T1"/>
                  </a:cxn>
                  <a:cxn ang="T11">
                    <a:pos x="T2" y="T3"/>
                  </a:cxn>
                  <a:cxn ang="T12">
                    <a:pos x="T4" y="T5"/>
                  </a:cxn>
                  <a:cxn ang="T13">
                    <a:pos x="T6" y="T7"/>
                  </a:cxn>
                  <a:cxn ang="T14">
                    <a:pos x="T8" y="T9"/>
                  </a:cxn>
                </a:cxnLst>
                <a:rect l="T15" t="T16" r="T17" b="T18"/>
                <a:pathLst>
                  <a:path w="128" h="104">
                    <a:moveTo>
                      <a:pt x="128" y="0"/>
                    </a:moveTo>
                    <a:lnTo>
                      <a:pt x="40" y="104"/>
                    </a:lnTo>
                    <a:lnTo>
                      <a:pt x="16" y="80"/>
                    </a:lnTo>
                    <a:lnTo>
                      <a:pt x="0" y="48"/>
                    </a:lnTo>
                    <a:lnTo>
                      <a:pt x="128" y="0"/>
                    </a:lnTo>
                    <a:close/>
                  </a:path>
                </a:pathLst>
              </a:custGeom>
              <a:solidFill>
                <a:schemeClr val="bg2"/>
              </a:solidFill>
              <a:ln w="9525">
                <a:solidFill>
                  <a:schemeClr val="bg2"/>
                </a:solidFill>
                <a:round/>
                <a:headEnd/>
                <a:tailEnd/>
              </a:ln>
            </p:spPr>
            <p:txBody>
              <a:bodyPr/>
              <a:lstStyle/>
              <a:p>
                <a:endParaRPr lang="en-US"/>
              </a:p>
            </p:txBody>
          </p:sp>
          <p:sp>
            <p:nvSpPr>
              <p:cNvPr id="104434" name="Line 296"/>
              <p:cNvSpPr>
                <a:spLocks noChangeShapeType="1"/>
              </p:cNvSpPr>
              <p:nvPr/>
            </p:nvSpPr>
            <p:spPr bwMode="auto">
              <a:xfrm flipV="1">
                <a:off x="1936" y="2455"/>
                <a:ext cx="790" cy="528"/>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3505" name="Group 297"/>
            <p:cNvGrpSpPr>
              <a:grpSpLocks/>
            </p:cNvGrpSpPr>
            <p:nvPr/>
          </p:nvGrpSpPr>
          <p:grpSpPr bwMode="auto">
            <a:xfrm>
              <a:off x="1952" y="2076"/>
              <a:ext cx="886" cy="290"/>
              <a:chOff x="1952" y="2076"/>
              <a:chExt cx="886" cy="290"/>
            </a:xfrm>
          </p:grpSpPr>
          <p:sp>
            <p:nvSpPr>
              <p:cNvPr id="104431" name="Freeform 298"/>
              <p:cNvSpPr>
                <a:spLocks/>
              </p:cNvSpPr>
              <p:nvPr/>
            </p:nvSpPr>
            <p:spPr bwMode="auto">
              <a:xfrm>
                <a:off x="2702" y="2076"/>
                <a:ext cx="136" cy="72"/>
              </a:xfrm>
              <a:custGeom>
                <a:avLst/>
                <a:gdLst>
                  <a:gd name="T0" fmla="*/ 136 w 136"/>
                  <a:gd name="T1" fmla="*/ 0 h 72"/>
                  <a:gd name="T2" fmla="*/ 16 w 136"/>
                  <a:gd name="T3" fmla="*/ 72 h 72"/>
                  <a:gd name="T4" fmla="*/ 8 w 136"/>
                  <a:gd name="T5" fmla="*/ 40 h 72"/>
                  <a:gd name="T6" fmla="*/ 0 w 136"/>
                  <a:gd name="T7" fmla="*/ 8 h 72"/>
                  <a:gd name="T8" fmla="*/ 136 w 136"/>
                  <a:gd name="T9" fmla="*/ 0 h 72"/>
                  <a:gd name="T10" fmla="*/ 0 60000 65536"/>
                  <a:gd name="T11" fmla="*/ 0 60000 65536"/>
                  <a:gd name="T12" fmla="*/ 0 60000 65536"/>
                  <a:gd name="T13" fmla="*/ 0 60000 65536"/>
                  <a:gd name="T14" fmla="*/ 0 60000 65536"/>
                  <a:gd name="T15" fmla="*/ 0 w 136"/>
                  <a:gd name="T16" fmla="*/ 0 h 72"/>
                  <a:gd name="T17" fmla="*/ 136 w 136"/>
                  <a:gd name="T18" fmla="*/ 72 h 72"/>
                </a:gdLst>
                <a:ahLst/>
                <a:cxnLst>
                  <a:cxn ang="T10">
                    <a:pos x="T0" y="T1"/>
                  </a:cxn>
                  <a:cxn ang="T11">
                    <a:pos x="T2" y="T3"/>
                  </a:cxn>
                  <a:cxn ang="T12">
                    <a:pos x="T4" y="T5"/>
                  </a:cxn>
                  <a:cxn ang="T13">
                    <a:pos x="T6" y="T7"/>
                  </a:cxn>
                  <a:cxn ang="T14">
                    <a:pos x="T8" y="T9"/>
                  </a:cxn>
                </a:cxnLst>
                <a:rect l="T15" t="T16" r="T17" b="T18"/>
                <a:pathLst>
                  <a:path w="136" h="72">
                    <a:moveTo>
                      <a:pt x="136" y="0"/>
                    </a:moveTo>
                    <a:lnTo>
                      <a:pt x="16" y="72"/>
                    </a:lnTo>
                    <a:lnTo>
                      <a:pt x="8" y="40"/>
                    </a:lnTo>
                    <a:lnTo>
                      <a:pt x="0" y="8"/>
                    </a:lnTo>
                    <a:lnTo>
                      <a:pt x="136" y="0"/>
                    </a:lnTo>
                    <a:close/>
                  </a:path>
                </a:pathLst>
              </a:custGeom>
              <a:solidFill>
                <a:schemeClr val="bg2"/>
              </a:solidFill>
              <a:ln w="9525">
                <a:solidFill>
                  <a:schemeClr val="bg2"/>
                </a:solidFill>
                <a:round/>
                <a:headEnd/>
                <a:tailEnd/>
              </a:ln>
            </p:spPr>
            <p:txBody>
              <a:bodyPr/>
              <a:lstStyle/>
              <a:p>
                <a:endParaRPr lang="en-US"/>
              </a:p>
            </p:txBody>
          </p:sp>
          <p:sp>
            <p:nvSpPr>
              <p:cNvPr id="104432" name="Line 299"/>
              <p:cNvSpPr>
                <a:spLocks noChangeShapeType="1"/>
              </p:cNvSpPr>
              <p:nvPr/>
            </p:nvSpPr>
            <p:spPr bwMode="auto">
              <a:xfrm flipV="1">
                <a:off x="1952" y="2114"/>
                <a:ext cx="766" cy="252"/>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3506" name="Group 300"/>
            <p:cNvGrpSpPr>
              <a:grpSpLocks/>
            </p:cNvGrpSpPr>
            <p:nvPr/>
          </p:nvGrpSpPr>
          <p:grpSpPr bwMode="auto">
            <a:xfrm>
              <a:off x="1481" y="1769"/>
              <a:ext cx="894" cy="283"/>
              <a:chOff x="1481" y="1769"/>
              <a:chExt cx="894" cy="283"/>
            </a:xfrm>
          </p:grpSpPr>
          <p:sp>
            <p:nvSpPr>
              <p:cNvPr id="104429" name="Freeform 301"/>
              <p:cNvSpPr>
                <a:spLocks/>
              </p:cNvSpPr>
              <p:nvPr/>
            </p:nvSpPr>
            <p:spPr bwMode="auto">
              <a:xfrm>
                <a:off x="2231" y="1980"/>
                <a:ext cx="144" cy="72"/>
              </a:xfrm>
              <a:custGeom>
                <a:avLst/>
                <a:gdLst>
                  <a:gd name="T0" fmla="*/ 144 w 144"/>
                  <a:gd name="T1" fmla="*/ 72 h 72"/>
                  <a:gd name="T2" fmla="*/ 0 w 144"/>
                  <a:gd name="T3" fmla="*/ 64 h 72"/>
                  <a:gd name="T4" fmla="*/ 16 w 144"/>
                  <a:gd name="T5" fmla="*/ 32 h 72"/>
                  <a:gd name="T6" fmla="*/ 24 w 144"/>
                  <a:gd name="T7" fmla="*/ 0 h 72"/>
                  <a:gd name="T8" fmla="*/ 144 w 144"/>
                  <a:gd name="T9" fmla="*/ 72 h 72"/>
                  <a:gd name="T10" fmla="*/ 0 60000 65536"/>
                  <a:gd name="T11" fmla="*/ 0 60000 65536"/>
                  <a:gd name="T12" fmla="*/ 0 60000 65536"/>
                  <a:gd name="T13" fmla="*/ 0 60000 65536"/>
                  <a:gd name="T14" fmla="*/ 0 60000 65536"/>
                  <a:gd name="T15" fmla="*/ 0 w 144"/>
                  <a:gd name="T16" fmla="*/ 0 h 72"/>
                  <a:gd name="T17" fmla="*/ 144 w 144"/>
                  <a:gd name="T18" fmla="*/ 72 h 72"/>
                </a:gdLst>
                <a:ahLst/>
                <a:cxnLst>
                  <a:cxn ang="T10">
                    <a:pos x="T0" y="T1"/>
                  </a:cxn>
                  <a:cxn ang="T11">
                    <a:pos x="T2" y="T3"/>
                  </a:cxn>
                  <a:cxn ang="T12">
                    <a:pos x="T4" y="T5"/>
                  </a:cxn>
                  <a:cxn ang="T13">
                    <a:pos x="T6" y="T7"/>
                  </a:cxn>
                  <a:cxn ang="T14">
                    <a:pos x="T8" y="T9"/>
                  </a:cxn>
                </a:cxnLst>
                <a:rect l="T15" t="T16" r="T17" b="T18"/>
                <a:pathLst>
                  <a:path w="144" h="72">
                    <a:moveTo>
                      <a:pt x="144" y="72"/>
                    </a:moveTo>
                    <a:lnTo>
                      <a:pt x="0" y="64"/>
                    </a:lnTo>
                    <a:lnTo>
                      <a:pt x="16" y="32"/>
                    </a:lnTo>
                    <a:lnTo>
                      <a:pt x="24" y="0"/>
                    </a:lnTo>
                    <a:lnTo>
                      <a:pt x="144" y="72"/>
                    </a:lnTo>
                    <a:close/>
                  </a:path>
                </a:pathLst>
              </a:custGeom>
              <a:solidFill>
                <a:schemeClr val="bg2"/>
              </a:solidFill>
              <a:ln w="9525">
                <a:solidFill>
                  <a:schemeClr val="bg2"/>
                </a:solidFill>
                <a:round/>
                <a:headEnd/>
                <a:tailEnd/>
              </a:ln>
            </p:spPr>
            <p:txBody>
              <a:bodyPr/>
              <a:lstStyle/>
              <a:p>
                <a:endParaRPr lang="en-US"/>
              </a:p>
            </p:txBody>
          </p:sp>
          <p:sp>
            <p:nvSpPr>
              <p:cNvPr id="104430" name="Line 302"/>
              <p:cNvSpPr>
                <a:spLocks noChangeShapeType="1"/>
              </p:cNvSpPr>
              <p:nvPr/>
            </p:nvSpPr>
            <p:spPr bwMode="auto">
              <a:xfrm>
                <a:off x="1481" y="1769"/>
                <a:ext cx="774" cy="244"/>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103507" name="Oval 303"/>
            <p:cNvSpPr>
              <a:spLocks noChangeArrowheads="1"/>
            </p:cNvSpPr>
            <p:nvPr/>
          </p:nvSpPr>
          <p:spPr bwMode="auto">
            <a:xfrm>
              <a:off x="1457" y="1741"/>
              <a:ext cx="32" cy="40"/>
            </a:xfrm>
            <a:prstGeom prst="ellipse">
              <a:avLst/>
            </a:prstGeom>
            <a:solidFill>
              <a:schemeClr val="bg2"/>
            </a:solidFill>
            <a:ln w="9525">
              <a:solidFill>
                <a:schemeClr val="bg2"/>
              </a:solidFill>
              <a:round/>
              <a:headEnd/>
              <a:tailEnd/>
            </a:ln>
          </p:spPr>
          <p:txBody>
            <a:bodyPr/>
            <a:lstStyle/>
            <a:p>
              <a:endParaRPr lang="en-US"/>
            </a:p>
          </p:txBody>
        </p:sp>
        <p:sp>
          <p:nvSpPr>
            <p:cNvPr id="103508" name="Oval 304"/>
            <p:cNvSpPr>
              <a:spLocks noChangeArrowheads="1"/>
            </p:cNvSpPr>
            <p:nvPr/>
          </p:nvSpPr>
          <p:spPr bwMode="auto">
            <a:xfrm>
              <a:off x="1457" y="1741"/>
              <a:ext cx="32" cy="40"/>
            </a:xfrm>
            <a:prstGeom prst="ellipse">
              <a:avLst/>
            </a:prstGeom>
            <a:solidFill>
              <a:schemeClr val="bg2"/>
            </a:solidFill>
            <a:ln w="25400">
              <a:solidFill>
                <a:schemeClr val="bg2"/>
              </a:solidFill>
              <a:round/>
              <a:headEnd/>
              <a:tailEnd/>
            </a:ln>
          </p:spPr>
          <p:txBody>
            <a:bodyPr/>
            <a:lstStyle/>
            <a:p>
              <a:endParaRPr lang="en-US"/>
            </a:p>
          </p:txBody>
        </p:sp>
        <p:sp>
          <p:nvSpPr>
            <p:cNvPr id="103509" name="Oval 305"/>
            <p:cNvSpPr>
              <a:spLocks noChangeArrowheads="1"/>
            </p:cNvSpPr>
            <p:nvPr/>
          </p:nvSpPr>
          <p:spPr bwMode="auto">
            <a:xfrm>
              <a:off x="1457" y="2044"/>
              <a:ext cx="40" cy="40"/>
            </a:xfrm>
            <a:prstGeom prst="ellipse">
              <a:avLst/>
            </a:prstGeom>
            <a:solidFill>
              <a:schemeClr val="bg2"/>
            </a:solidFill>
            <a:ln w="9525">
              <a:solidFill>
                <a:schemeClr val="bg2"/>
              </a:solidFill>
              <a:round/>
              <a:headEnd/>
              <a:tailEnd/>
            </a:ln>
          </p:spPr>
          <p:txBody>
            <a:bodyPr/>
            <a:lstStyle/>
            <a:p>
              <a:endParaRPr lang="en-US"/>
            </a:p>
          </p:txBody>
        </p:sp>
        <p:sp>
          <p:nvSpPr>
            <p:cNvPr id="103510" name="Oval 306"/>
            <p:cNvSpPr>
              <a:spLocks noChangeArrowheads="1"/>
            </p:cNvSpPr>
            <p:nvPr/>
          </p:nvSpPr>
          <p:spPr bwMode="auto">
            <a:xfrm>
              <a:off x="1457" y="2044"/>
              <a:ext cx="40" cy="40"/>
            </a:xfrm>
            <a:prstGeom prst="ellipse">
              <a:avLst/>
            </a:prstGeom>
            <a:solidFill>
              <a:schemeClr val="bg2"/>
            </a:solidFill>
            <a:ln w="25400">
              <a:solidFill>
                <a:schemeClr val="bg2"/>
              </a:solidFill>
              <a:round/>
              <a:headEnd/>
              <a:tailEnd/>
            </a:ln>
          </p:spPr>
          <p:txBody>
            <a:bodyPr/>
            <a:lstStyle/>
            <a:p>
              <a:endParaRPr lang="en-US"/>
            </a:p>
          </p:txBody>
        </p:sp>
        <p:sp>
          <p:nvSpPr>
            <p:cNvPr id="103511" name="Oval 307"/>
            <p:cNvSpPr>
              <a:spLocks noChangeArrowheads="1"/>
            </p:cNvSpPr>
            <p:nvPr/>
          </p:nvSpPr>
          <p:spPr bwMode="auto">
            <a:xfrm>
              <a:off x="1457" y="2355"/>
              <a:ext cx="40" cy="32"/>
            </a:xfrm>
            <a:prstGeom prst="ellipse">
              <a:avLst/>
            </a:prstGeom>
            <a:solidFill>
              <a:schemeClr val="bg2"/>
            </a:solidFill>
            <a:ln w="9525">
              <a:solidFill>
                <a:schemeClr val="bg2"/>
              </a:solidFill>
              <a:round/>
              <a:headEnd/>
              <a:tailEnd/>
            </a:ln>
          </p:spPr>
          <p:txBody>
            <a:bodyPr/>
            <a:lstStyle/>
            <a:p>
              <a:endParaRPr lang="en-US"/>
            </a:p>
          </p:txBody>
        </p:sp>
        <p:sp>
          <p:nvSpPr>
            <p:cNvPr id="103512" name="Oval 308"/>
            <p:cNvSpPr>
              <a:spLocks noChangeArrowheads="1"/>
            </p:cNvSpPr>
            <p:nvPr/>
          </p:nvSpPr>
          <p:spPr bwMode="auto">
            <a:xfrm>
              <a:off x="1457" y="2355"/>
              <a:ext cx="40" cy="32"/>
            </a:xfrm>
            <a:prstGeom prst="ellipse">
              <a:avLst/>
            </a:prstGeom>
            <a:solidFill>
              <a:schemeClr val="bg2"/>
            </a:solidFill>
            <a:ln w="25400">
              <a:solidFill>
                <a:schemeClr val="bg2"/>
              </a:solidFill>
              <a:round/>
              <a:headEnd/>
              <a:tailEnd/>
            </a:ln>
          </p:spPr>
          <p:txBody>
            <a:bodyPr/>
            <a:lstStyle/>
            <a:p>
              <a:endParaRPr lang="en-US"/>
            </a:p>
          </p:txBody>
        </p:sp>
        <p:sp>
          <p:nvSpPr>
            <p:cNvPr id="103513" name="Oval 309"/>
            <p:cNvSpPr>
              <a:spLocks noChangeArrowheads="1"/>
            </p:cNvSpPr>
            <p:nvPr/>
          </p:nvSpPr>
          <p:spPr bwMode="auto">
            <a:xfrm>
              <a:off x="1457" y="2658"/>
              <a:ext cx="32" cy="32"/>
            </a:xfrm>
            <a:prstGeom prst="ellipse">
              <a:avLst/>
            </a:prstGeom>
            <a:solidFill>
              <a:schemeClr val="bg2"/>
            </a:solidFill>
            <a:ln w="9525">
              <a:solidFill>
                <a:schemeClr val="bg2"/>
              </a:solidFill>
              <a:round/>
              <a:headEnd/>
              <a:tailEnd/>
            </a:ln>
          </p:spPr>
          <p:txBody>
            <a:bodyPr/>
            <a:lstStyle/>
            <a:p>
              <a:endParaRPr lang="en-US"/>
            </a:p>
          </p:txBody>
        </p:sp>
        <p:sp>
          <p:nvSpPr>
            <p:cNvPr id="103514" name="Oval 310"/>
            <p:cNvSpPr>
              <a:spLocks noChangeArrowheads="1"/>
            </p:cNvSpPr>
            <p:nvPr/>
          </p:nvSpPr>
          <p:spPr bwMode="auto">
            <a:xfrm>
              <a:off x="1457" y="2658"/>
              <a:ext cx="32" cy="32"/>
            </a:xfrm>
            <a:prstGeom prst="ellipse">
              <a:avLst/>
            </a:prstGeom>
            <a:solidFill>
              <a:schemeClr val="bg2"/>
            </a:solidFill>
            <a:ln w="25400">
              <a:solidFill>
                <a:schemeClr val="bg2"/>
              </a:solidFill>
              <a:round/>
              <a:headEnd/>
              <a:tailEnd/>
            </a:ln>
          </p:spPr>
          <p:txBody>
            <a:bodyPr/>
            <a:lstStyle/>
            <a:p>
              <a:endParaRPr lang="en-US"/>
            </a:p>
          </p:txBody>
        </p:sp>
        <p:sp>
          <p:nvSpPr>
            <p:cNvPr id="103515" name="Oval 311"/>
            <p:cNvSpPr>
              <a:spLocks noChangeArrowheads="1"/>
            </p:cNvSpPr>
            <p:nvPr/>
          </p:nvSpPr>
          <p:spPr bwMode="auto">
            <a:xfrm>
              <a:off x="1449" y="2969"/>
              <a:ext cx="40" cy="32"/>
            </a:xfrm>
            <a:prstGeom prst="ellipse">
              <a:avLst/>
            </a:prstGeom>
            <a:solidFill>
              <a:schemeClr val="bg2"/>
            </a:solidFill>
            <a:ln w="9525">
              <a:solidFill>
                <a:schemeClr val="bg2"/>
              </a:solidFill>
              <a:round/>
              <a:headEnd/>
              <a:tailEnd/>
            </a:ln>
          </p:spPr>
          <p:txBody>
            <a:bodyPr/>
            <a:lstStyle/>
            <a:p>
              <a:endParaRPr lang="en-US"/>
            </a:p>
          </p:txBody>
        </p:sp>
        <p:sp>
          <p:nvSpPr>
            <p:cNvPr id="103516" name="Oval 312"/>
            <p:cNvSpPr>
              <a:spLocks noChangeArrowheads="1"/>
            </p:cNvSpPr>
            <p:nvPr/>
          </p:nvSpPr>
          <p:spPr bwMode="auto">
            <a:xfrm>
              <a:off x="1449" y="2969"/>
              <a:ext cx="40" cy="32"/>
            </a:xfrm>
            <a:prstGeom prst="ellipse">
              <a:avLst/>
            </a:prstGeom>
            <a:solidFill>
              <a:schemeClr val="bg2"/>
            </a:solidFill>
            <a:ln w="25400">
              <a:solidFill>
                <a:schemeClr val="bg2"/>
              </a:solidFill>
              <a:round/>
              <a:headEnd/>
              <a:tailEnd/>
            </a:ln>
          </p:spPr>
          <p:txBody>
            <a:bodyPr/>
            <a:lstStyle/>
            <a:p>
              <a:endParaRPr lang="en-US"/>
            </a:p>
          </p:txBody>
        </p:sp>
        <p:grpSp>
          <p:nvGrpSpPr>
            <p:cNvPr id="103517" name="Group 313"/>
            <p:cNvGrpSpPr>
              <a:grpSpLocks/>
            </p:cNvGrpSpPr>
            <p:nvPr/>
          </p:nvGrpSpPr>
          <p:grpSpPr bwMode="auto">
            <a:xfrm>
              <a:off x="1912" y="1741"/>
              <a:ext cx="40" cy="1260"/>
              <a:chOff x="1912" y="1741"/>
              <a:chExt cx="40" cy="1260"/>
            </a:xfrm>
          </p:grpSpPr>
          <p:sp>
            <p:nvSpPr>
              <p:cNvPr id="104419" name="Oval 314"/>
              <p:cNvSpPr>
                <a:spLocks noChangeArrowheads="1"/>
              </p:cNvSpPr>
              <p:nvPr/>
            </p:nvSpPr>
            <p:spPr bwMode="auto">
              <a:xfrm>
                <a:off x="1920" y="1741"/>
                <a:ext cx="32" cy="32"/>
              </a:xfrm>
              <a:prstGeom prst="ellipse">
                <a:avLst/>
              </a:prstGeom>
              <a:solidFill>
                <a:schemeClr val="bg2"/>
              </a:solidFill>
              <a:ln w="9525">
                <a:solidFill>
                  <a:schemeClr val="bg2"/>
                </a:solidFill>
                <a:round/>
                <a:headEnd/>
                <a:tailEnd/>
              </a:ln>
            </p:spPr>
            <p:txBody>
              <a:bodyPr/>
              <a:lstStyle/>
              <a:p>
                <a:endParaRPr lang="en-US"/>
              </a:p>
            </p:txBody>
          </p:sp>
          <p:sp>
            <p:nvSpPr>
              <p:cNvPr id="104420" name="Oval 315"/>
              <p:cNvSpPr>
                <a:spLocks noChangeArrowheads="1"/>
              </p:cNvSpPr>
              <p:nvPr/>
            </p:nvSpPr>
            <p:spPr bwMode="auto">
              <a:xfrm>
                <a:off x="1920" y="1741"/>
                <a:ext cx="32" cy="32"/>
              </a:xfrm>
              <a:prstGeom prst="ellipse">
                <a:avLst/>
              </a:prstGeom>
              <a:solidFill>
                <a:schemeClr val="bg2"/>
              </a:solidFill>
              <a:ln w="25400">
                <a:solidFill>
                  <a:schemeClr val="bg2"/>
                </a:solidFill>
                <a:round/>
                <a:headEnd/>
                <a:tailEnd/>
              </a:ln>
            </p:spPr>
            <p:txBody>
              <a:bodyPr/>
              <a:lstStyle/>
              <a:p>
                <a:endParaRPr lang="en-US"/>
              </a:p>
            </p:txBody>
          </p:sp>
          <p:sp>
            <p:nvSpPr>
              <p:cNvPr id="104421" name="Oval 316"/>
              <p:cNvSpPr>
                <a:spLocks noChangeArrowheads="1"/>
              </p:cNvSpPr>
              <p:nvPr/>
            </p:nvSpPr>
            <p:spPr bwMode="auto">
              <a:xfrm>
                <a:off x="1920" y="2044"/>
                <a:ext cx="32" cy="32"/>
              </a:xfrm>
              <a:prstGeom prst="ellipse">
                <a:avLst/>
              </a:prstGeom>
              <a:solidFill>
                <a:schemeClr val="bg2"/>
              </a:solidFill>
              <a:ln w="9525">
                <a:solidFill>
                  <a:schemeClr val="bg2"/>
                </a:solidFill>
                <a:round/>
                <a:headEnd/>
                <a:tailEnd/>
              </a:ln>
            </p:spPr>
            <p:txBody>
              <a:bodyPr/>
              <a:lstStyle/>
              <a:p>
                <a:endParaRPr lang="en-US"/>
              </a:p>
            </p:txBody>
          </p:sp>
          <p:sp>
            <p:nvSpPr>
              <p:cNvPr id="104422" name="Oval 317"/>
              <p:cNvSpPr>
                <a:spLocks noChangeArrowheads="1"/>
              </p:cNvSpPr>
              <p:nvPr/>
            </p:nvSpPr>
            <p:spPr bwMode="auto">
              <a:xfrm>
                <a:off x="1920" y="2044"/>
                <a:ext cx="32" cy="32"/>
              </a:xfrm>
              <a:prstGeom prst="ellipse">
                <a:avLst/>
              </a:prstGeom>
              <a:solidFill>
                <a:schemeClr val="bg2"/>
              </a:solidFill>
              <a:ln w="25400">
                <a:solidFill>
                  <a:schemeClr val="bg2"/>
                </a:solidFill>
                <a:round/>
                <a:headEnd/>
                <a:tailEnd/>
              </a:ln>
            </p:spPr>
            <p:txBody>
              <a:bodyPr/>
              <a:lstStyle/>
              <a:p>
                <a:endParaRPr lang="en-US"/>
              </a:p>
            </p:txBody>
          </p:sp>
          <p:sp>
            <p:nvSpPr>
              <p:cNvPr id="104423" name="Oval 318"/>
              <p:cNvSpPr>
                <a:spLocks noChangeArrowheads="1"/>
              </p:cNvSpPr>
              <p:nvPr/>
            </p:nvSpPr>
            <p:spPr bwMode="auto">
              <a:xfrm>
                <a:off x="1920" y="2347"/>
                <a:ext cx="32" cy="40"/>
              </a:xfrm>
              <a:prstGeom prst="ellipse">
                <a:avLst/>
              </a:prstGeom>
              <a:solidFill>
                <a:schemeClr val="bg2"/>
              </a:solidFill>
              <a:ln w="9525">
                <a:solidFill>
                  <a:schemeClr val="bg2"/>
                </a:solidFill>
                <a:round/>
                <a:headEnd/>
                <a:tailEnd/>
              </a:ln>
            </p:spPr>
            <p:txBody>
              <a:bodyPr/>
              <a:lstStyle/>
              <a:p>
                <a:endParaRPr lang="en-US"/>
              </a:p>
            </p:txBody>
          </p:sp>
          <p:sp>
            <p:nvSpPr>
              <p:cNvPr id="104424" name="Oval 319"/>
              <p:cNvSpPr>
                <a:spLocks noChangeArrowheads="1"/>
              </p:cNvSpPr>
              <p:nvPr/>
            </p:nvSpPr>
            <p:spPr bwMode="auto">
              <a:xfrm>
                <a:off x="1920" y="2347"/>
                <a:ext cx="32" cy="40"/>
              </a:xfrm>
              <a:prstGeom prst="ellipse">
                <a:avLst/>
              </a:prstGeom>
              <a:solidFill>
                <a:schemeClr val="bg2"/>
              </a:solidFill>
              <a:ln w="25400">
                <a:solidFill>
                  <a:schemeClr val="bg2"/>
                </a:solidFill>
                <a:round/>
                <a:headEnd/>
                <a:tailEnd/>
              </a:ln>
            </p:spPr>
            <p:txBody>
              <a:bodyPr/>
              <a:lstStyle/>
              <a:p>
                <a:endParaRPr lang="en-US"/>
              </a:p>
            </p:txBody>
          </p:sp>
          <p:sp>
            <p:nvSpPr>
              <p:cNvPr id="104425" name="Oval 320"/>
              <p:cNvSpPr>
                <a:spLocks noChangeArrowheads="1"/>
              </p:cNvSpPr>
              <p:nvPr/>
            </p:nvSpPr>
            <p:spPr bwMode="auto">
              <a:xfrm>
                <a:off x="1920" y="2658"/>
                <a:ext cx="32" cy="32"/>
              </a:xfrm>
              <a:prstGeom prst="ellipse">
                <a:avLst/>
              </a:prstGeom>
              <a:solidFill>
                <a:schemeClr val="bg2"/>
              </a:solidFill>
              <a:ln w="9525">
                <a:solidFill>
                  <a:schemeClr val="bg2"/>
                </a:solidFill>
                <a:round/>
                <a:headEnd/>
                <a:tailEnd/>
              </a:ln>
            </p:spPr>
            <p:txBody>
              <a:bodyPr/>
              <a:lstStyle/>
              <a:p>
                <a:endParaRPr lang="en-US"/>
              </a:p>
            </p:txBody>
          </p:sp>
          <p:sp>
            <p:nvSpPr>
              <p:cNvPr id="104426" name="Oval 321"/>
              <p:cNvSpPr>
                <a:spLocks noChangeArrowheads="1"/>
              </p:cNvSpPr>
              <p:nvPr/>
            </p:nvSpPr>
            <p:spPr bwMode="auto">
              <a:xfrm>
                <a:off x="1920" y="2658"/>
                <a:ext cx="32" cy="32"/>
              </a:xfrm>
              <a:prstGeom prst="ellipse">
                <a:avLst/>
              </a:prstGeom>
              <a:solidFill>
                <a:schemeClr val="bg2"/>
              </a:solidFill>
              <a:ln w="25400">
                <a:solidFill>
                  <a:schemeClr val="bg2"/>
                </a:solidFill>
                <a:round/>
                <a:headEnd/>
                <a:tailEnd/>
              </a:ln>
            </p:spPr>
            <p:txBody>
              <a:bodyPr/>
              <a:lstStyle/>
              <a:p>
                <a:endParaRPr lang="en-US"/>
              </a:p>
            </p:txBody>
          </p:sp>
          <p:sp>
            <p:nvSpPr>
              <p:cNvPr id="104427" name="Oval 322"/>
              <p:cNvSpPr>
                <a:spLocks noChangeArrowheads="1"/>
              </p:cNvSpPr>
              <p:nvPr/>
            </p:nvSpPr>
            <p:spPr bwMode="auto">
              <a:xfrm>
                <a:off x="1912" y="2961"/>
                <a:ext cx="32" cy="40"/>
              </a:xfrm>
              <a:prstGeom prst="ellipse">
                <a:avLst/>
              </a:prstGeom>
              <a:solidFill>
                <a:schemeClr val="bg2"/>
              </a:solidFill>
              <a:ln w="9525">
                <a:solidFill>
                  <a:schemeClr val="bg2"/>
                </a:solidFill>
                <a:round/>
                <a:headEnd/>
                <a:tailEnd/>
              </a:ln>
            </p:spPr>
            <p:txBody>
              <a:bodyPr/>
              <a:lstStyle/>
              <a:p>
                <a:endParaRPr lang="en-US"/>
              </a:p>
            </p:txBody>
          </p:sp>
          <p:sp>
            <p:nvSpPr>
              <p:cNvPr id="104428" name="Oval 323"/>
              <p:cNvSpPr>
                <a:spLocks noChangeArrowheads="1"/>
              </p:cNvSpPr>
              <p:nvPr/>
            </p:nvSpPr>
            <p:spPr bwMode="auto">
              <a:xfrm>
                <a:off x="1912" y="2961"/>
                <a:ext cx="32" cy="40"/>
              </a:xfrm>
              <a:prstGeom prst="ellipse">
                <a:avLst/>
              </a:prstGeom>
              <a:solidFill>
                <a:schemeClr val="bg2"/>
              </a:solidFill>
              <a:ln w="25400">
                <a:solidFill>
                  <a:schemeClr val="bg2"/>
                </a:solidFill>
                <a:round/>
                <a:headEnd/>
                <a:tailEnd/>
              </a:ln>
            </p:spPr>
            <p:txBody>
              <a:bodyPr/>
              <a:lstStyle/>
              <a:p>
                <a:endParaRPr lang="en-US"/>
              </a:p>
            </p:txBody>
          </p:sp>
        </p:grpSp>
        <p:grpSp>
          <p:nvGrpSpPr>
            <p:cNvPr id="103518" name="Group 324"/>
            <p:cNvGrpSpPr>
              <a:grpSpLocks/>
            </p:cNvGrpSpPr>
            <p:nvPr/>
          </p:nvGrpSpPr>
          <p:grpSpPr bwMode="auto">
            <a:xfrm>
              <a:off x="2375" y="1749"/>
              <a:ext cx="40" cy="1252"/>
              <a:chOff x="2375" y="1749"/>
              <a:chExt cx="40" cy="1252"/>
            </a:xfrm>
          </p:grpSpPr>
          <p:sp>
            <p:nvSpPr>
              <p:cNvPr id="104409" name="Oval 325"/>
              <p:cNvSpPr>
                <a:spLocks noChangeArrowheads="1"/>
              </p:cNvSpPr>
              <p:nvPr/>
            </p:nvSpPr>
            <p:spPr bwMode="auto">
              <a:xfrm>
                <a:off x="2375" y="1749"/>
                <a:ext cx="32" cy="32"/>
              </a:xfrm>
              <a:prstGeom prst="ellipse">
                <a:avLst/>
              </a:prstGeom>
              <a:solidFill>
                <a:schemeClr val="bg2"/>
              </a:solidFill>
              <a:ln w="9525">
                <a:solidFill>
                  <a:schemeClr val="bg2"/>
                </a:solidFill>
                <a:round/>
                <a:headEnd/>
                <a:tailEnd/>
              </a:ln>
            </p:spPr>
            <p:txBody>
              <a:bodyPr/>
              <a:lstStyle/>
              <a:p>
                <a:endParaRPr lang="en-US"/>
              </a:p>
            </p:txBody>
          </p:sp>
          <p:sp>
            <p:nvSpPr>
              <p:cNvPr id="104410" name="Oval 326"/>
              <p:cNvSpPr>
                <a:spLocks noChangeArrowheads="1"/>
              </p:cNvSpPr>
              <p:nvPr/>
            </p:nvSpPr>
            <p:spPr bwMode="auto">
              <a:xfrm>
                <a:off x="2375" y="1749"/>
                <a:ext cx="32" cy="32"/>
              </a:xfrm>
              <a:prstGeom prst="ellipse">
                <a:avLst/>
              </a:prstGeom>
              <a:solidFill>
                <a:schemeClr val="bg2"/>
              </a:solidFill>
              <a:ln w="25400">
                <a:solidFill>
                  <a:schemeClr val="bg2"/>
                </a:solidFill>
                <a:round/>
                <a:headEnd/>
                <a:tailEnd/>
              </a:ln>
            </p:spPr>
            <p:txBody>
              <a:bodyPr/>
              <a:lstStyle/>
              <a:p>
                <a:endParaRPr lang="en-US"/>
              </a:p>
            </p:txBody>
          </p:sp>
          <p:sp>
            <p:nvSpPr>
              <p:cNvPr id="104411" name="Oval 327"/>
              <p:cNvSpPr>
                <a:spLocks noChangeArrowheads="1"/>
              </p:cNvSpPr>
              <p:nvPr/>
            </p:nvSpPr>
            <p:spPr bwMode="auto">
              <a:xfrm>
                <a:off x="2383" y="2052"/>
                <a:ext cx="32" cy="32"/>
              </a:xfrm>
              <a:prstGeom prst="ellipse">
                <a:avLst/>
              </a:prstGeom>
              <a:solidFill>
                <a:schemeClr val="bg2"/>
              </a:solidFill>
              <a:ln w="9525">
                <a:solidFill>
                  <a:schemeClr val="bg2"/>
                </a:solidFill>
                <a:round/>
                <a:headEnd/>
                <a:tailEnd/>
              </a:ln>
            </p:spPr>
            <p:txBody>
              <a:bodyPr/>
              <a:lstStyle/>
              <a:p>
                <a:endParaRPr lang="en-US"/>
              </a:p>
            </p:txBody>
          </p:sp>
          <p:sp>
            <p:nvSpPr>
              <p:cNvPr id="104412" name="Oval 328"/>
              <p:cNvSpPr>
                <a:spLocks noChangeArrowheads="1"/>
              </p:cNvSpPr>
              <p:nvPr/>
            </p:nvSpPr>
            <p:spPr bwMode="auto">
              <a:xfrm>
                <a:off x="2383" y="2052"/>
                <a:ext cx="32" cy="32"/>
              </a:xfrm>
              <a:prstGeom prst="ellipse">
                <a:avLst/>
              </a:prstGeom>
              <a:solidFill>
                <a:schemeClr val="bg2"/>
              </a:solidFill>
              <a:ln w="25400">
                <a:solidFill>
                  <a:schemeClr val="bg2"/>
                </a:solidFill>
                <a:round/>
                <a:headEnd/>
                <a:tailEnd/>
              </a:ln>
            </p:spPr>
            <p:txBody>
              <a:bodyPr/>
              <a:lstStyle/>
              <a:p>
                <a:endParaRPr lang="en-US"/>
              </a:p>
            </p:txBody>
          </p:sp>
          <p:sp>
            <p:nvSpPr>
              <p:cNvPr id="104413" name="Oval 329"/>
              <p:cNvSpPr>
                <a:spLocks noChangeArrowheads="1"/>
              </p:cNvSpPr>
              <p:nvPr/>
            </p:nvSpPr>
            <p:spPr bwMode="auto">
              <a:xfrm>
                <a:off x="2383" y="2355"/>
                <a:ext cx="32" cy="32"/>
              </a:xfrm>
              <a:prstGeom prst="ellipse">
                <a:avLst/>
              </a:prstGeom>
              <a:solidFill>
                <a:schemeClr val="bg2"/>
              </a:solidFill>
              <a:ln w="9525">
                <a:solidFill>
                  <a:schemeClr val="bg2"/>
                </a:solidFill>
                <a:round/>
                <a:headEnd/>
                <a:tailEnd/>
              </a:ln>
            </p:spPr>
            <p:txBody>
              <a:bodyPr/>
              <a:lstStyle/>
              <a:p>
                <a:endParaRPr lang="en-US"/>
              </a:p>
            </p:txBody>
          </p:sp>
          <p:sp>
            <p:nvSpPr>
              <p:cNvPr id="104414" name="Oval 330"/>
              <p:cNvSpPr>
                <a:spLocks noChangeArrowheads="1"/>
              </p:cNvSpPr>
              <p:nvPr/>
            </p:nvSpPr>
            <p:spPr bwMode="auto">
              <a:xfrm>
                <a:off x="2383" y="2355"/>
                <a:ext cx="32" cy="32"/>
              </a:xfrm>
              <a:prstGeom prst="ellipse">
                <a:avLst/>
              </a:prstGeom>
              <a:solidFill>
                <a:schemeClr val="bg2"/>
              </a:solidFill>
              <a:ln w="25400">
                <a:solidFill>
                  <a:schemeClr val="bg2"/>
                </a:solidFill>
                <a:round/>
                <a:headEnd/>
                <a:tailEnd/>
              </a:ln>
            </p:spPr>
            <p:txBody>
              <a:bodyPr/>
              <a:lstStyle/>
              <a:p>
                <a:endParaRPr lang="en-US"/>
              </a:p>
            </p:txBody>
          </p:sp>
          <p:sp>
            <p:nvSpPr>
              <p:cNvPr id="104415" name="Oval 331"/>
              <p:cNvSpPr>
                <a:spLocks noChangeArrowheads="1"/>
              </p:cNvSpPr>
              <p:nvPr/>
            </p:nvSpPr>
            <p:spPr bwMode="auto">
              <a:xfrm>
                <a:off x="2375" y="2658"/>
                <a:ext cx="32" cy="40"/>
              </a:xfrm>
              <a:prstGeom prst="ellipse">
                <a:avLst/>
              </a:prstGeom>
              <a:solidFill>
                <a:schemeClr val="bg2"/>
              </a:solidFill>
              <a:ln w="9525">
                <a:solidFill>
                  <a:schemeClr val="bg2"/>
                </a:solidFill>
                <a:round/>
                <a:headEnd/>
                <a:tailEnd/>
              </a:ln>
            </p:spPr>
            <p:txBody>
              <a:bodyPr/>
              <a:lstStyle/>
              <a:p>
                <a:endParaRPr lang="en-US"/>
              </a:p>
            </p:txBody>
          </p:sp>
          <p:sp>
            <p:nvSpPr>
              <p:cNvPr id="104416" name="Oval 332"/>
              <p:cNvSpPr>
                <a:spLocks noChangeArrowheads="1"/>
              </p:cNvSpPr>
              <p:nvPr/>
            </p:nvSpPr>
            <p:spPr bwMode="auto">
              <a:xfrm>
                <a:off x="2375" y="2658"/>
                <a:ext cx="32" cy="40"/>
              </a:xfrm>
              <a:prstGeom prst="ellipse">
                <a:avLst/>
              </a:prstGeom>
              <a:solidFill>
                <a:schemeClr val="bg2"/>
              </a:solidFill>
              <a:ln w="25400">
                <a:solidFill>
                  <a:schemeClr val="bg2"/>
                </a:solidFill>
                <a:round/>
                <a:headEnd/>
                <a:tailEnd/>
              </a:ln>
            </p:spPr>
            <p:txBody>
              <a:bodyPr/>
              <a:lstStyle/>
              <a:p>
                <a:endParaRPr lang="en-US"/>
              </a:p>
            </p:txBody>
          </p:sp>
          <p:sp>
            <p:nvSpPr>
              <p:cNvPr id="104417" name="Oval 333"/>
              <p:cNvSpPr>
                <a:spLocks noChangeArrowheads="1"/>
              </p:cNvSpPr>
              <p:nvPr/>
            </p:nvSpPr>
            <p:spPr bwMode="auto">
              <a:xfrm>
                <a:off x="2375" y="2969"/>
                <a:ext cx="32" cy="32"/>
              </a:xfrm>
              <a:prstGeom prst="ellipse">
                <a:avLst/>
              </a:prstGeom>
              <a:solidFill>
                <a:schemeClr val="bg2"/>
              </a:solidFill>
              <a:ln w="9525">
                <a:solidFill>
                  <a:schemeClr val="bg2"/>
                </a:solidFill>
                <a:round/>
                <a:headEnd/>
                <a:tailEnd/>
              </a:ln>
            </p:spPr>
            <p:txBody>
              <a:bodyPr/>
              <a:lstStyle/>
              <a:p>
                <a:endParaRPr lang="en-US"/>
              </a:p>
            </p:txBody>
          </p:sp>
          <p:sp>
            <p:nvSpPr>
              <p:cNvPr id="104418" name="Oval 334"/>
              <p:cNvSpPr>
                <a:spLocks noChangeArrowheads="1"/>
              </p:cNvSpPr>
              <p:nvPr/>
            </p:nvSpPr>
            <p:spPr bwMode="auto">
              <a:xfrm>
                <a:off x="2375" y="2969"/>
                <a:ext cx="32" cy="32"/>
              </a:xfrm>
              <a:prstGeom prst="ellipse">
                <a:avLst/>
              </a:prstGeom>
              <a:solidFill>
                <a:schemeClr val="bg2"/>
              </a:solidFill>
              <a:ln w="25400">
                <a:solidFill>
                  <a:schemeClr val="bg2"/>
                </a:solidFill>
                <a:round/>
                <a:headEnd/>
                <a:tailEnd/>
              </a:ln>
            </p:spPr>
            <p:txBody>
              <a:bodyPr/>
              <a:lstStyle/>
              <a:p>
                <a:endParaRPr lang="en-US"/>
              </a:p>
            </p:txBody>
          </p:sp>
        </p:grpSp>
        <p:grpSp>
          <p:nvGrpSpPr>
            <p:cNvPr id="103519" name="Group 335"/>
            <p:cNvGrpSpPr>
              <a:grpSpLocks/>
            </p:cNvGrpSpPr>
            <p:nvPr/>
          </p:nvGrpSpPr>
          <p:grpSpPr bwMode="auto">
            <a:xfrm>
              <a:off x="1489" y="2076"/>
              <a:ext cx="431" cy="284"/>
              <a:chOff x="1489" y="2076"/>
              <a:chExt cx="431" cy="284"/>
            </a:xfrm>
          </p:grpSpPr>
          <p:sp>
            <p:nvSpPr>
              <p:cNvPr id="104407" name="Freeform 336"/>
              <p:cNvSpPr>
                <a:spLocks/>
              </p:cNvSpPr>
              <p:nvPr/>
            </p:nvSpPr>
            <p:spPr bwMode="auto">
              <a:xfrm>
                <a:off x="1784" y="2076"/>
                <a:ext cx="136" cy="96"/>
              </a:xfrm>
              <a:custGeom>
                <a:avLst/>
                <a:gdLst>
                  <a:gd name="T0" fmla="*/ 136 w 136"/>
                  <a:gd name="T1" fmla="*/ 0 h 96"/>
                  <a:gd name="T2" fmla="*/ 40 w 136"/>
                  <a:gd name="T3" fmla="*/ 96 h 96"/>
                  <a:gd name="T4" fmla="*/ 24 w 136"/>
                  <a:gd name="T5" fmla="*/ 72 h 96"/>
                  <a:gd name="T6" fmla="*/ 0 w 136"/>
                  <a:gd name="T7" fmla="*/ 40 h 96"/>
                  <a:gd name="T8" fmla="*/ 136 w 136"/>
                  <a:gd name="T9" fmla="*/ 0 h 96"/>
                  <a:gd name="T10" fmla="*/ 0 60000 65536"/>
                  <a:gd name="T11" fmla="*/ 0 60000 65536"/>
                  <a:gd name="T12" fmla="*/ 0 60000 65536"/>
                  <a:gd name="T13" fmla="*/ 0 60000 65536"/>
                  <a:gd name="T14" fmla="*/ 0 60000 65536"/>
                  <a:gd name="T15" fmla="*/ 0 w 136"/>
                  <a:gd name="T16" fmla="*/ 0 h 96"/>
                  <a:gd name="T17" fmla="*/ 136 w 136"/>
                  <a:gd name="T18" fmla="*/ 96 h 96"/>
                </a:gdLst>
                <a:ahLst/>
                <a:cxnLst>
                  <a:cxn ang="T10">
                    <a:pos x="T0" y="T1"/>
                  </a:cxn>
                  <a:cxn ang="T11">
                    <a:pos x="T2" y="T3"/>
                  </a:cxn>
                  <a:cxn ang="T12">
                    <a:pos x="T4" y="T5"/>
                  </a:cxn>
                  <a:cxn ang="T13">
                    <a:pos x="T6" y="T7"/>
                  </a:cxn>
                  <a:cxn ang="T14">
                    <a:pos x="T8" y="T9"/>
                  </a:cxn>
                </a:cxnLst>
                <a:rect l="T15" t="T16" r="T17" b="T18"/>
                <a:pathLst>
                  <a:path w="136" h="96">
                    <a:moveTo>
                      <a:pt x="136" y="0"/>
                    </a:moveTo>
                    <a:lnTo>
                      <a:pt x="40" y="96"/>
                    </a:lnTo>
                    <a:lnTo>
                      <a:pt x="24" y="72"/>
                    </a:lnTo>
                    <a:lnTo>
                      <a:pt x="0" y="40"/>
                    </a:lnTo>
                    <a:lnTo>
                      <a:pt x="136" y="0"/>
                    </a:lnTo>
                    <a:close/>
                  </a:path>
                </a:pathLst>
              </a:custGeom>
              <a:solidFill>
                <a:schemeClr val="bg2"/>
              </a:solidFill>
              <a:ln w="9525">
                <a:solidFill>
                  <a:schemeClr val="bg2"/>
                </a:solidFill>
                <a:round/>
                <a:headEnd/>
                <a:tailEnd/>
              </a:ln>
            </p:spPr>
            <p:txBody>
              <a:bodyPr/>
              <a:lstStyle/>
              <a:p>
                <a:endParaRPr lang="en-US"/>
              </a:p>
            </p:txBody>
          </p:sp>
          <p:sp>
            <p:nvSpPr>
              <p:cNvPr id="104408" name="Line 337"/>
              <p:cNvSpPr>
                <a:spLocks noChangeShapeType="1"/>
              </p:cNvSpPr>
              <p:nvPr/>
            </p:nvSpPr>
            <p:spPr bwMode="auto">
              <a:xfrm flipV="1">
                <a:off x="1489" y="2143"/>
                <a:ext cx="327" cy="217"/>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3520" name="Group 338"/>
            <p:cNvGrpSpPr>
              <a:grpSpLocks/>
            </p:cNvGrpSpPr>
            <p:nvPr/>
          </p:nvGrpSpPr>
          <p:grpSpPr bwMode="auto">
            <a:xfrm>
              <a:off x="1489" y="1733"/>
              <a:ext cx="423" cy="56"/>
              <a:chOff x="1489" y="1733"/>
              <a:chExt cx="423" cy="56"/>
            </a:xfrm>
          </p:grpSpPr>
          <p:sp>
            <p:nvSpPr>
              <p:cNvPr id="104399" name="Freeform 339"/>
              <p:cNvSpPr>
                <a:spLocks/>
              </p:cNvSpPr>
              <p:nvPr/>
            </p:nvSpPr>
            <p:spPr bwMode="auto">
              <a:xfrm>
                <a:off x="1792" y="1733"/>
                <a:ext cx="120" cy="56"/>
              </a:xfrm>
              <a:custGeom>
                <a:avLst/>
                <a:gdLst>
                  <a:gd name="T0" fmla="*/ 120 w 120"/>
                  <a:gd name="T1" fmla="*/ 24 h 56"/>
                  <a:gd name="T2" fmla="*/ 0 w 120"/>
                  <a:gd name="T3" fmla="*/ 56 h 56"/>
                  <a:gd name="T4" fmla="*/ 0 w 120"/>
                  <a:gd name="T5" fmla="*/ 24 h 56"/>
                  <a:gd name="T6" fmla="*/ 0 w 120"/>
                  <a:gd name="T7" fmla="*/ 0 h 56"/>
                  <a:gd name="T8" fmla="*/ 120 w 120"/>
                  <a:gd name="T9" fmla="*/ 24 h 56"/>
                  <a:gd name="T10" fmla="*/ 0 60000 65536"/>
                  <a:gd name="T11" fmla="*/ 0 60000 65536"/>
                  <a:gd name="T12" fmla="*/ 0 60000 65536"/>
                  <a:gd name="T13" fmla="*/ 0 60000 65536"/>
                  <a:gd name="T14" fmla="*/ 0 60000 65536"/>
                  <a:gd name="T15" fmla="*/ 0 w 120"/>
                  <a:gd name="T16" fmla="*/ 0 h 56"/>
                  <a:gd name="T17" fmla="*/ 120 w 120"/>
                  <a:gd name="T18" fmla="*/ 56 h 56"/>
                </a:gdLst>
                <a:ahLst/>
                <a:cxnLst>
                  <a:cxn ang="T10">
                    <a:pos x="T0" y="T1"/>
                  </a:cxn>
                  <a:cxn ang="T11">
                    <a:pos x="T2" y="T3"/>
                  </a:cxn>
                  <a:cxn ang="T12">
                    <a:pos x="T4" y="T5"/>
                  </a:cxn>
                  <a:cxn ang="T13">
                    <a:pos x="T6" y="T7"/>
                  </a:cxn>
                  <a:cxn ang="T14">
                    <a:pos x="T8" y="T9"/>
                  </a:cxn>
                </a:cxnLst>
                <a:rect l="T15" t="T16" r="T17" b="T18"/>
                <a:pathLst>
                  <a:path w="120" h="56">
                    <a:moveTo>
                      <a:pt x="120" y="24"/>
                    </a:moveTo>
                    <a:lnTo>
                      <a:pt x="0" y="56"/>
                    </a:lnTo>
                    <a:lnTo>
                      <a:pt x="0" y="24"/>
                    </a:lnTo>
                    <a:lnTo>
                      <a:pt x="0" y="0"/>
                    </a:lnTo>
                    <a:lnTo>
                      <a:pt x="120" y="24"/>
                    </a:lnTo>
                    <a:close/>
                  </a:path>
                </a:pathLst>
              </a:custGeom>
              <a:solidFill>
                <a:schemeClr val="bg2"/>
              </a:solidFill>
              <a:ln w="9525">
                <a:solidFill>
                  <a:schemeClr val="bg2"/>
                </a:solidFill>
                <a:round/>
                <a:headEnd/>
                <a:tailEnd/>
              </a:ln>
            </p:spPr>
            <p:txBody>
              <a:bodyPr/>
              <a:lstStyle/>
              <a:p>
                <a:endParaRPr lang="en-US"/>
              </a:p>
            </p:txBody>
          </p:sp>
          <p:grpSp>
            <p:nvGrpSpPr>
              <p:cNvPr id="104400" name="Group 340"/>
              <p:cNvGrpSpPr>
                <a:grpSpLocks/>
              </p:cNvGrpSpPr>
              <p:nvPr/>
            </p:nvGrpSpPr>
            <p:grpSpPr bwMode="auto">
              <a:xfrm>
                <a:off x="1489" y="1757"/>
                <a:ext cx="295" cy="1"/>
                <a:chOff x="1489" y="1757"/>
                <a:chExt cx="295" cy="1"/>
              </a:xfrm>
            </p:grpSpPr>
            <p:sp>
              <p:nvSpPr>
                <p:cNvPr id="104401" name="Line 341"/>
                <p:cNvSpPr>
                  <a:spLocks noChangeShapeType="1"/>
                </p:cNvSpPr>
                <p:nvPr/>
              </p:nvSpPr>
              <p:spPr bwMode="auto">
                <a:xfrm>
                  <a:off x="1489"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402" name="Line 342"/>
                <p:cNvSpPr>
                  <a:spLocks noChangeShapeType="1"/>
                </p:cNvSpPr>
                <p:nvPr/>
              </p:nvSpPr>
              <p:spPr bwMode="auto">
                <a:xfrm>
                  <a:off x="1544"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403" name="Line 343"/>
                <p:cNvSpPr>
                  <a:spLocks noChangeShapeType="1"/>
                </p:cNvSpPr>
                <p:nvPr/>
              </p:nvSpPr>
              <p:spPr bwMode="auto">
                <a:xfrm>
                  <a:off x="1600"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404" name="Line 344"/>
                <p:cNvSpPr>
                  <a:spLocks noChangeShapeType="1"/>
                </p:cNvSpPr>
                <p:nvPr/>
              </p:nvSpPr>
              <p:spPr bwMode="auto">
                <a:xfrm>
                  <a:off x="1656"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405" name="Line 345"/>
                <p:cNvSpPr>
                  <a:spLocks noChangeShapeType="1"/>
                </p:cNvSpPr>
                <p:nvPr/>
              </p:nvSpPr>
              <p:spPr bwMode="auto">
                <a:xfrm>
                  <a:off x="1712"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406" name="Line 346"/>
                <p:cNvSpPr>
                  <a:spLocks noChangeShapeType="1"/>
                </p:cNvSpPr>
                <p:nvPr/>
              </p:nvSpPr>
              <p:spPr bwMode="auto">
                <a:xfrm>
                  <a:off x="1768" y="1757"/>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3521" name="Group 347"/>
            <p:cNvGrpSpPr>
              <a:grpSpLocks/>
            </p:cNvGrpSpPr>
            <p:nvPr/>
          </p:nvGrpSpPr>
          <p:grpSpPr bwMode="auto">
            <a:xfrm>
              <a:off x="1952" y="1725"/>
              <a:ext cx="415" cy="56"/>
              <a:chOff x="1952" y="1725"/>
              <a:chExt cx="415" cy="56"/>
            </a:xfrm>
          </p:grpSpPr>
          <p:sp>
            <p:nvSpPr>
              <p:cNvPr id="104391" name="Freeform 348"/>
              <p:cNvSpPr>
                <a:spLocks/>
              </p:cNvSpPr>
              <p:nvPr/>
            </p:nvSpPr>
            <p:spPr bwMode="auto">
              <a:xfrm>
                <a:off x="2255" y="1725"/>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04392" name="Group 349"/>
              <p:cNvGrpSpPr>
                <a:grpSpLocks/>
              </p:cNvGrpSpPr>
              <p:nvPr/>
            </p:nvGrpSpPr>
            <p:grpSpPr bwMode="auto">
              <a:xfrm>
                <a:off x="1952" y="1757"/>
                <a:ext cx="295" cy="1"/>
                <a:chOff x="1952" y="1757"/>
                <a:chExt cx="295" cy="1"/>
              </a:xfrm>
            </p:grpSpPr>
            <p:sp>
              <p:nvSpPr>
                <p:cNvPr id="104393" name="Line 350"/>
                <p:cNvSpPr>
                  <a:spLocks noChangeShapeType="1"/>
                </p:cNvSpPr>
                <p:nvPr/>
              </p:nvSpPr>
              <p:spPr bwMode="auto">
                <a:xfrm>
                  <a:off x="1952"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394" name="Line 351"/>
                <p:cNvSpPr>
                  <a:spLocks noChangeShapeType="1"/>
                </p:cNvSpPr>
                <p:nvPr/>
              </p:nvSpPr>
              <p:spPr bwMode="auto">
                <a:xfrm>
                  <a:off x="2008" y="1757"/>
                  <a:ext cx="23"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395" name="Line 352"/>
                <p:cNvSpPr>
                  <a:spLocks noChangeShapeType="1"/>
                </p:cNvSpPr>
                <p:nvPr/>
              </p:nvSpPr>
              <p:spPr bwMode="auto">
                <a:xfrm>
                  <a:off x="2063"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396" name="Line 353"/>
                <p:cNvSpPr>
                  <a:spLocks noChangeShapeType="1"/>
                </p:cNvSpPr>
                <p:nvPr/>
              </p:nvSpPr>
              <p:spPr bwMode="auto">
                <a:xfrm>
                  <a:off x="2119"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397" name="Line 354"/>
                <p:cNvSpPr>
                  <a:spLocks noChangeShapeType="1"/>
                </p:cNvSpPr>
                <p:nvPr/>
              </p:nvSpPr>
              <p:spPr bwMode="auto">
                <a:xfrm>
                  <a:off x="2175"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398" name="Line 355"/>
                <p:cNvSpPr>
                  <a:spLocks noChangeShapeType="1"/>
                </p:cNvSpPr>
                <p:nvPr/>
              </p:nvSpPr>
              <p:spPr bwMode="auto">
                <a:xfrm>
                  <a:off x="2231" y="1757"/>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3522" name="Group 356"/>
            <p:cNvGrpSpPr>
              <a:grpSpLocks/>
            </p:cNvGrpSpPr>
            <p:nvPr/>
          </p:nvGrpSpPr>
          <p:grpSpPr bwMode="auto">
            <a:xfrm>
              <a:off x="1497" y="2036"/>
              <a:ext cx="415" cy="56"/>
              <a:chOff x="1497" y="2036"/>
              <a:chExt cx="415" cy="56"/>
            </a:xfrm>
          </p:grpSpPr>
          <p:sp>
            <p:nvSpPr>
              <p:cNvPr id="104383" name="Freeform 357"/>
              <p:cNvSpPr>
                <a:spLocks/>
              </p:cNvSpPr>
              <p:nvPr/>
            </p:nvSpPr>
            <p:spPr bwMode="auto">
              <a:xfrm>
                <a:off x="1800"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04384" name="Group 358"/>
              <p:cNvGrpSpPr>
                <a:grpSpLocks/>
              </p:cNvGrpSpPr>
              <p:nvPr/>
            </p:nvGrpSpPr>
            <p:grpSpPr bwMode="auto">
              <a:xfrm>
                <a:off x="1497" y="2068"/>
                <a:ext cx="295" cy="1"/>
                <a:chOff x="1497" y="2068"/>
                <a:chExt cx="295" cy="1"/>
              </a:xfrm>
            </p:grpSpPr>
            <p:sp>
              <p:nvSpPr>
                <p:cNvPr id="104385" name="Line 359"/>
                <p:cNvSpPr>
                  <a:spLocks noChangeShapeType="1"/>
                </p:cNvSpPr>
                <p:nvPr/>
              </p:nvSpPr>
              <p:spPr bwMode="auto">
                <a:xfrm>
                  <a:off x="1497" y="2068"/>
                  <a:ext cx="23"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386" name="Line 360"/>
                <p:cNvSpPr>
                  <a:spLocks noChangeShapeType="1"/>
                </p:cNvSpPr>
                <p:nvPr/>
              </p:nvSpPr>
              <p:spPr bwMode="auto">
                <a:xfrm>
                  <a:off x="1552"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387" name="Line 361"/>
                <p:cNvSpPr>
                  <a:spLocks noChangeShapeType="1"/>
                </p:cNvSpPr>
                <p:nvPr/>
              </p:nvSpPr>
              <p:spPr bwMode="auto">
                <a:xfrm>
                  <a:off x="1608"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388" name="Line 362"/>
                <p:cNvSpPr>
                  <a:spLocks noChangeShapeType="1"/>
                </p:cNvSpPr>
                <p:nvPr/>
              </p:nvSpPr>
              <p:spPr bwMode="auto">
                <a:xfrm>
                  <a:off x="1664"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389" name="Line 363"/>
                <p:cNvSpPr>
                  <a:spLocks noChangeShapeType="1"/>
                </p:cNvSpPr>
                <p:nvPr/>
              </p:nvSpPr>
              <p:spPr bwMode="auto">
                <a:xfrm>
                  <a:off x="1720"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390" name="Line 364"/>
                <p:cNvSpPr>
                  <a:spLocks noChangeShapeType="1"/>
                </p:cNvSpPr>
                <p:nvPr/>
              </p:nvSpPr>
              <p:spPr bwMode="auto">
                <a:xfrm>
                  <a:off x="1776" y="2068"/>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3523" name="Group 365"/>
            <p:cNvGrpSpPr>
              <a:grpSpLocks/>
            </p:cNvGrpSpPr>
            <p:nvPr/>
          </p:nvGrpSpPr>
          <p:grpSpPr bwMode="auto">
            <a:xfrm>
              <a:off x="1960" y="2036"/>
              <a:ext cx="423" cy="56"/>
              <a:chOff x="1960" y="2036"/>
              <a:chExt cx="423" cy="56"/>
            </a:xfrm>
          </p:grpSpPr>
          <p:sp>
            <p:nvSpPr>
              <p:cNvPr id="104375" name="Freeform 366"/>
              <p:cNvSpPr>
                <a:spLocks/>
              </p:cNvSpPr>
              <p:nvPr/>
            </p:nvSpPr>
            <p:spPr bwMode="auto">
              <a:xfrm>
                <a:off x="2271"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04376" name="Group 367"/>
              <p:cNvGrpSpPr>
                <a:grpSpLocks/>
              </p:cNvGrpSpPr>
              <p:nvPr/>
            </p:nvGrpSpPr>
            <p:grpSpPr bwMode="auto">
              <a:xfrm>
                <a:off x="1960" y="2068"/>
                <a:ext cx="303" cy="1"/>
                <a:chOff x="1960" y="2068"/>
                <a:chExt cx="303" cy="1"/>
              </a:xfrm>
            </p:grpSpPr>
            <p:sp>
              <p:nvSpPr>
                <p:cNvPr id="104377" name="Line 368"/>
                <p:cNvSpPr>
                  <a:spLocks noChangeShapeType="1"/>
                </p:cNvSpPr>
                <p:nvPr/>
              </p:nvSpPr>
              <p:spPr bwMode="auto">
                <a:xfrm>
                  <a:off x="1960"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378" name="Line 369"/>
                <p:cNvSpPr>
                  <a:spLocks noChangeShapeType="1"/>
                </p:cNvSpPr>
                <p:nvPr/>
              </p:nvSpPr>
              <p:spPr bwMode="auto">
                <a:xfrm>
                  <a:off x="2015"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379" name="Line 370"/>
                <p:cNvSpPr>
                  <a:spLocks noChangeShapeType="1"/>
                </p:cNvSpPr>
                <p:nvPr/>
              </p:nvSpPr>
              <p:spPr bwMode="auto">
                <a:xfrm>
                  <a:off x="2071"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380" name="Line 371"/>
                <p:cNvSpPr>
                  <a:spLocks noChangeShapeType="1"/>
                </p:cNvSpPr>
                <p:nvPr/>
              </p:nvSpPr>
              <p:spPr bwMode="auto">
                <a:xfrm>
                  <a:off x="2127"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381" name="Line 372"/>
                <p:cNvSpPr>
                  <a:spLocks noChangeShapeType="1"/>
                </p:cNvSpPr>
                <p:nvPr/>
              </p:nvSpPr>
              <p:spPr bwMode="auto">
                <a:xfrm>
                  <a:off x="2183"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382" name="Line 373"/>
                <p:cNvSpPr>
                  <a:spLocks noChangeShapeType="1"/>
                </p:cNvSpPr>
                <p:nvPr/>
              </p:nvSpPr>
              <p:spPr bwMode="auto">
                <a:xfrm>
                  <a:off x="2239"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3524" name="Group 374"/>
            <p:cNvGrpSpPr>
              <a:grpSpLocks/>
            </p:cNvGrpSpPr>
            <p:nvPr/>
          </p:nvGrpSpPr>
          <p:grpSpPr bwMode="auto">
            <a:xfrm>
              <a:off x="2431" y="2036"/>
              <a:ext cx="415" cy="56"/>
              <a:chOff x="2431" y="2036"/>
              <a:chExt cx="415" cy="56"/>
            </a:xfrm>
          </p:grpSpPr>
          <p:sp>
            <p:nvSpPr>
              <p:cNvPr id="104367" name="Freeform 375"/>
              <p:cNvSpPr>
                <a:spLocks/>
              </p:cNvSpPr>
              <p:nvPr/>
            </p:nvSpPr>
            <p:spPr bwMode="auto">
              <a:xfrm>
                <a:off x="2734"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04368" name="Group 376"/>
              <p:cNvGrpSpPr>
                <a:grpSpLocks/>
              </p:cNvGrpSpPr>
              <p:nvPr/>
            </p:nvGrpSpPr>
            <p:grpSpPr bwMode="auto">
              <a:xfrm>
                <a:off x="2431" y="2068"/>
                <a:ext cx="295" cy="1"/>
                <a:chOff x="2431" y="2068"/>
                <a:chExt cx="295" cy="1"/>
              </a:xfrm>
            </p:grpSpPr>
            <p:sp>
              <p:nvSpPr>
                <p:cNvPr id="104369" name="Line 377"/>
                <p:cNvSpPr>
                  <a:spLocks noChangeShapeType="1"/>
                </p:cNvSpPr>
                <p:nvPr/>
              </p:nvSpPr>
              <p:spPr bwMode="auto">
                <a:xfrm>
                  <a:off x="2431"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370" name="Line 378"/>
                <p:cNvSpPr>
                  <a:spLocks noChangeShapeType="1"/>
                </p:cNvSpPr>
                <p:nvPr/>
              </p:nvSpPr>
              <p:spPr bwMode="auto">
                <a:xfrm>
                  <a:off x="2487"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371" name="Line 379"/>
                <p:cNvSpPr>
                  <a:spLocks noChangeShapeType="1"/>
                </p:cNvSpPr>
                <p:nvPr/>
              </p:nvSpPr>
              <p:spPr bwMode="auto">
                <a:xfrm>
                  <a:off x="2542"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372" name="Line 380"/>
                <p:cNvSpPr>
                  <a:spLocks noChangeShapeType="1"/>
                </p:cNvSpPr>
                <p:nvPr/>
              </p:nvSpPr>
              <p:spPr bwMode="auto">
                <a:xfrm>
                  <a:off x="2598"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373" name="Line 381"/>
                <p:cNvSpPr>
                  <a:spLocks noChangeShapeType="1"/>
                </p:cNvSpPr>
                <p:nvPr/>
              </p:nvSpPr>
              <p:spPr bwMode="auto">
                <a:xfrm>
                  <a:off x="2654"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374" name="Line 382"/>
                <p:cNvSpPr>
                  <a:spLocks noChangeShapeType="1"/>
                </p:cNvSpPr>
                <p:nvPr/>
              </p:nvSpPr>
              <p:spPr bwMode="auto">
                <a:xfrm>
                  <a:off x="2710" y="2068"/>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3525" name="Group 383"/>
            <p:cNvGrpSpPr>
              <a:grpSpLocks/>
            </p:cNvGrpSpPr>
            <p:nvPr/>
          </p:nvGrpSpPr>
          <p:grpSpPr bwMode="auto">
            <a:xfrm>
              <a:off x="2423" y="2347"/>
              <a:ext cx="415" cy="56"/>
              <a:chOff x="2423" y="2347"/>
              <a:chExt cx="415" cy="56"/>
            </a:xfrm>
          </p:grpSpPr>
          <p:sp>
            <p:nvSpPr>
              <p:cNvPr id="104359" name="Freeform 384"/>
              <p:cNvSpPr>
                <a:spLocks/>
              </p:cNvSpPr>
              <p:nvPr/>
            </p:nvSpPr>
            <p:spPr bwMode="auto">
              <a:xfrm>
                <a:off x="2726" y="234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solidFill>
                <a:schemeClr val="bg2"/>
              </a:solidFill>
              <a:ln w="9525">
                <a:solidFill>
                  <a:schemeClr val="bg2"/>
                </a:solidFill>
                <a:round/>
                <a:headEnd/>
                <a:tailEnd/>
              </a:ln>
            </p:spPr>
            <p:txBody>
              <a:bodyPr/>
              <a:lstStyle/>
              <a:p>
                <a:endParaRPr lang="en-US"/>
              </a:p>
            </p:txBody>
          </p:sp>
          <p:grpSp>
            <p:nvGrpSpPr>
              <p:cNvPr id="104360" name="Group 385"/>
              <p:cNvGrpSpPr>
                <a:grpSpLocks/>
              </p:cNvGrpSpPr>
              <p:nvPr/>
            </p:nvGrpSpPr>
            <p:grpSpPr bwMode="auto">
              <a:xfrm>
                <a:off x="2423" y="2371"/>
                <a:ext cx="295" cy="1"/>
                <a:chOff x="2423" y="2371"/>
                <a:chExt cx="295" cy="1"/>
              </a:xfrm>
            </p:grpSpPr>
            <p:sp>
              <p:nvSpPr>
                <p:cNvPr id="104361" name="Line 386"/>
                <p:cNvSpPr>
                  <a:spLocks noChangeShapeType="1"/>
                </p:cNvSpPr>
                <p:nvPr/>
              </p:nvSpPr>
              <p:spPr bwMode="auto">
                <a:xfrm>
                  <a:off x="2423"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362" name="Line 387"/>
                <p:cNvSpPr>
                  <a:spLocks noChangeShapeType="1"/>
                </p:cNvSpPr>
                <p:nvPr/>
              </p:nvSpPr>
              <p:spPr bwMode="auto">
                <a:xfrm>
                  <a:off x="2479"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363" name="Line 388"/>
                <p:cNvSpPr>
                  <a:spLocks noChangeShapeType="1"/>
                </p:cNvSpPr>
                <p:nvPr/>
              </p:nvSpPr>
              <p:spPr bwMode="auto">
                <a:xfrm>
                  <a:off x="2534"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364" name="Line 389"/>
                <p:cNvSpPr>
                  <a:spLocks noChangeShapeType="1"/>
                </p:cNvSpPr>
                <p:nvPr/>
              </p:nvSpPr>
              <p:spPr bwMode="auto">
                <a:xfrm>
                  <a:off x="2590"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365" name="Line 390"/>
                <p:cNvSpPr>
                  <a:spLocks noChangeShapeType="1"/>
                </p:cNvSpPr>
                <p:nvPr/>
              </p:nvSpPr>
              <p:spPr bwMode="auto">
                <a:xfrm>
                  <a:off x="2646"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366" name="Line 391"/>
                <p:cNvSpPr>
                  <a:spLocks noChangeShapeType="1"/>
                </p:cNvSpPr>
                <p:nvPr/>
              </p:nvSpPr>
              <p:spPr bwMode="auto">
                <a:xfrm>
                  <a:off x="2702" y="2371"/>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3526" name="Group 392"/>
            <p:cNvGrpSpPr>
              <a:grpSpLocks/>
            </p:cNvGrpSpPr>
            <p:nvPr/>
          </p:nvGrpSpPr>
          <p:grpSpPr bwMode="auto">
            <a:xfrm>
              <a:off x="1960" y="2347"/>
              <a:ext cx="415" cy="56"/>
              <a:chOff x="1960" y="2347"/>
              <a:chExt cx="415" cy="56"/>
            </a:xfrm>
          </p:grpSpPr>
          <p:sp>
            <p:nvSpPr>
              <p:cNvPr id="104351" name="Freeform 393"/>
              <p:cNvSpPr>
                <a:spLocks/>
              </p:cNvSpPr>
              <p:nvPr/>
            </p:nvSpPr>
            <p:spPr bwMode="auto">
              <a:xfrm>
                <a:off x="2263" y="234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solidFill>
                <a:schemeClr val="bg2"/>
              </a:solidFill>
              <a:ln w="9525">
                <a:solidFill>
                  <a:schemeClr val="bg2"/>
                </a:solidFill>
                <a:round/>
                <a:headEnd/>
                <a:tailEnd/>
              </a:ln>
            </p:spPr>
            <p:txBody>
              <a:bodyPr/>
              <a:lstStyle/>
              <a:p>
                <a:endParaRPr lang="en-US"/>
              </a:p>
            </p:txBody>
          </p:sp>
          <p:grpSp>
            <p:nvGrpSpPr>
              <p:cNvPr id="104352" name="Group 394"/>
              <p:cNvGrpSpPr>
                <a:grpSpLocks/>
              </p:cNvGrpSpPr>
              <p:nvPr/>
            </p:nvGrpSpPr>
            <p:grpSpPr bwMode="auto">
              <a:xfrm>
                <a:off x="1960" y="2371"/>
                <a:ext cx="295" cy="1"/>
                <a:chOff x="1960" y="2371"/>
                <a:chExt cx="295" cy="1"/>
              </a:xfrm>
            </p:grpSpPr>
            <p:sp>
              <p:nvSpPr>
                <p:cNvPr id="104353" name="Line 395"/>
                <p:cNvSpPr>
                  <a:spLocks noChangeShapeType="1"/>
                </p:cNvSpPr>
                <p:nvPr/>
              </p:nvSpPr>
              <p:spPr bwMode="auto">
                <a:xfrm>
                  <a:off x="1960"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354" name="Line 396"/>
                <p:cNvSpPr>
                  <a:spLocks noChangeShapeType="1"/>
                </p:cNvSpPr>
                <p:nvPr/>
              </p:nvSpPr>
              <p:spPr bwMode="auto">
                <a:xfrm>
                  <a:off x="2015"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355" name="Line 397"/>
                <p:cNvSpPr>
                  <a:spLocks noChangeShapeType="1"/>
                </p:cNvSpPr>
                <p:nvPr/>
              </p:nvSpPr>
              <p:spPr bwMode="auto">
                <a:xfrm>
                  <a:off x="2071"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356" name="Line 398"/>
                <p:cNvSpPr>
                  <a:spLocks noChangeShapeType="1"/>
                </p:cNvSpPr>
                <p:nvPr/>
              </p:nvSpPr>
              <p:spPr bwMode="auto">
                <a:xfrm>
                  <a:off x="2127"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357" name="Line 399"/>
                <p:cNvSpPr>
                  <a:spLocks noChangeShapeType="1"/>
                </p:cNvSpPr>
                <p:nvPr/>
              </p:nvSpPr>
              <p:spPr bwMode="auto">
                <a:xfrm>
                  <a:off x="2183"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358" name="Line 400"/>
                <p:cNvSpPr>
                  <a:spLocks noChangeShapeType="1"/>
                </p:cNvSpPr>
                <p:nvPr/>
              </p:nvSpPr>
              <p:spPr bwMode="auto">
                <a:xfrm>
                  <a:off x="2239" y="2371"/>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3527" name="Group 401"/>
            <p:cNvGrpSpPr>
              <a:grpSpLocks/>
            </p:cNvGrpSpPr>
            <p:nvPr/>
          </p:nvGrpSpPr>
          <p:grpSpPr bwMode="auto">
            <a:xfrm>
              <a:off x="1497" y="2339"/>
              <a:ext cx="415" cy="56"/>
              <a:chOff x="1497" y="2339"/>
              <a:chExt cx="415" cy="56"/>
            </a:xfrm>
          </p:grpSpPr>
          <p:sp>
            <p:nvSpPr>
              <p:cNvPr id="104343" name="Freeform 402"/>
              <p:cNvSpPr>
                <a:spLocks/>
              </p:cNvSpPr>
              <p:nvPr/>
            </p:nvSpPr>
            <p:spPr bwMode="auto">
              <a:xfrm>
                <a:off x="1800" y="2339"/>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04344" name="Group 403"/>
              <p:cNvGrpSpPr>
                <a:grpSpLocks/>
              </p:cNvGrpSpPr>
              <p:nvPr/>
            </p:nvGrpSpPr>
            <p:grpSpPr bwMode="auto">
              <a:xfrm>
                <a:off x="1497" y="2371"/>
                <a:ext cx="295" cy="1"/>
                <a:chOff x="1497" y="2371"/>
                <a:chExt cx="295" cy="1"/>
              </a:xfrm>
            </p:grpSpPr>
            <p:sp>
              <p:nvSpPr>
                <p:cNvPr id="104345" name="Line 404"/>
                <p:cNvSpPr>
                  <a:spLocks noChangeShapeType="1"/>
                </p:cNvSpPr>
                <p:nvPr/>
              </p:nvSpPr>
              <p:spPr bwMode="auto">
                <a:xfrm>
                  <a:off x="1497" y="2371"/>
                  <a:ext cx="23"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346" name="Line 405"/>
                <p:cNvSpPr>
                  <a:spLocks noChangeShapeType="1"/>
                </p:cNvSpPr>
                <p:nvPr/>
              </p:nvSpPr>
              <p:spPr bwMode="auto">
                <a:xfrm>
                  <a:off x="1552"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347" name="Line 406"/>
                <p:cNvSpPr>
                  <a:spLocks noChangeShapeType="1"/>
                </p:cNvSpPr>
                <p:nvPr/>
              </p:nvSpPr>
              <p:spPr bwMode="auto">
                <a:xfrm>
                  <a:off x="1608"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348" name="Line 407"/>
                <p:cNvSpPr>
                  <a:spLocks noChangeShapeType="1"/>
                </p:cNvSpPr>
                <p:nvPr/>
              </p:nvSpPr>
              <p:spPr bwMode="auto">
                <a:xfrm>
                  <a:off x="1664"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349" name="Line 408"/>
                <p:cNvSpPr>
                  <a:spLocks noChangeShapeType="1"/>
                </p:cNvSpPr>
                <p:nvPr/>
              </p:nvSpPr>
              <p:spPr bwMode="auto">
                <a:xfrm>
                  <a:off x="1720"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350" name="Line 409"/>
                <p:cNvSpPr>
                  <a:spLocks noChangeShapeType="1"/>
                </p:cNvSpPr>
                <p:nvPr/>
              </p:nvSpPr>
              <p:spPr bwMode="auto">
                <a:xfrm>
                  <a:off x="1776" y="2371"/>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3528" name="Group 410"/>
            <p:cNvGrpSpPr>
              <a:grpSpLocks/>
            </p:cNvGrpSpPr>
            <p:nvPr/>
          </p:nvGrpSpPr>
          <p:grpSpPr bwMode="auto">
            <a:xfrm>
              <a:off x="1489" y="2650"/>
              <a:ext cx="423" cy="56"/>
              <a:chOff x="1489" y="2650"/>
              <a:chExt cx="423" cy="56"/>
            </a:xfrm>
          </p:grpSpPr>
          <p:sp>
            <p:nvSpPr>
              <p:cNvPr id="104335" name="Freeform 411"/>
              <p:cNvSpPr>
                <a:spLocks/>
              </p:cNvSpPr>
              <p:nvPr/>
            </p:nvSpPr>
            <p:spPr bwMode="auto">
              <a:xfrm>
                <a:off x="1792" y="2650"/>
                <a:ext cx="120" cy="56"/>
              </a:xfrm>
              <a:custGeom>
                <a:avLst/>
                <a:gdLst>
                  <a:gd name="T0" fmla="*/ 120 w 120"/>
                  <a:gd name="T1" fmla="*/ 24 h 56"/>
                  <a:gd name="T2" fmla="*/ 0 w 120"/>
                  <a:gd name="T3" fmla="*/ 56 h 56"/>
                  <a:gd name="T4" fmla="*/ 0 w 120"/>
                  <a:gd name="T5" fmla="*/ 24 h 56"/>
                  <a:gd name="T6" fmla="*/ 0 w 120"/>
                  <a:gd name="T7" fmla="*/ 0 h 56"/>
                  <a:gd name="T8" fmla="*/ 120 w 120"/>
                  <a:gd name="T9" fmla="*/ 24 h 56"/>
                  <a:gd name="T10" fmla="*/ 0 60000 65536"/>
                  <a:gd name="T11" fmla="*/ 0 60000 65536"/>
                  <a:gd name="T12" fmla="*/ 0 60000 65536"/>
                  <a:gd name="T13" fmla="*/ 0 60000 65536"/>
                  <a:gd name="T14" fmla="*/ 0 60000 65536"/>
                  <a:gd name="T15" fmla="*/ 0 w 120"/>
                  <a:gd name="T16" fmla="*/ 0 h 56"/>
                  <a:gd name="T17" fmla="*/ 120 w 120"/>
                  <a:gd name="T18" fmla="*/ 56 h 56"/>
                </a:gdLst>
                <a:ahLst/>
                <a:cxnLst>
                  <a:cxn ang="T10">
                    <a:pos x="T0" y="T1"/>
                  </a:cxn>
                  <a:cxn ang="T11">
                    <a:pos x="T2" y="T3"/>
                  </a:cxn>
                  <a:cxn ang="T12">
                    <a:pos x="T4" y="T5"/>
                  </a:cxn>
                  <a:cxn ang="T13">
                    <a:pos x="T6" y="T7"/>
                  </a:cxn>
                  <a:cxn ang="T14">
                    <a:pos x="T8" y="T9"/>
                  </a:cxn>
                </a:cxnLst>
                <a:rect l="T15" t="T16" r="T17" b="T18"/>
                <a:pathLst>
                  <a:path w="120" h="56">
                    <a:moveTo>
                      <a:pt x="120" y="24"/>
                    </a:moveTo>
                    <a:lnTo>
                      <a:pt x="0" y="56"/>
                    </a:lnTo>
                    <a:lnTo>
                      <a:pt x="0" y="24"/>
                    </a:lnTo>
                    <a:lnTo>
                      <a:pt x="0" y="0"/>
                    </a:lnTo>
                    <a:lnTo>
                      <a:pt x="120" y="24"/>
                    </a:lnTo>
                    <a:close/>
                  </a:path>
                </a:pathLst>
              </a:custGeom>
              <a:solidFill>
                <a:schemeClr val="bg2"/>
              </a:solidFill>
              <a:ln w="9525">
                <a:solidFill>
                  <a:schemeClr val="bg2"/>
                </a:solidFill>
                <a:round/>
                <a:headEnd/>
                <a:tailEnd/>
              </a:ln>
            </p:spPr>
            <p:txBody>
              <a:bodyPr/>
              <a:lstStyle/>
              <a:p>
                <a:endParaRPr lang="en-US"/>
              </a:p>
            </p:txBody>
          </p:sp>
          <p:grpSp>
            <p:nvGrpSpPr>
              <p:cNvPr id="104336" name="Group 412"/>
              <p:cNvGrpSpPr>
                <a:grpSpLocks/>
              </p:cNvGrpSpPr>
              <p:nvPr/>
            </p:nvGrpSpPr>
            <p:grpSpPr bwMode="auto">
              <a:xfrm>
                <a:off x="1489" y="2674"/>
                <a:ext cx="295" cy="1"/>
                <a:chOff x="1489" y="2674"/>
                <a:chExt cx="295" cy="1"/>
              </a:xfrm>
            </p:grpSpPr>
            <p:sp>
              <p:nvSpPr>
                <p:cNvPr id="104337" name="Line 413"/>
                <p:cNvSpPr>
                  <a:spLocks noChangeShapeType="1"/>
                </p:cNvSpPr>
                <p:nvPr/>
              </p:nvSpPr>
              <p:spPr bwMode="auto">
                <a:xfrm>
                  <a:off x="1489"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338" name="Line 414"/>
                <p:cNvSpPr>
                  <a:spLocks noChangeShapeType="1"/>
                </p:cNvSpPr>
                <p:nvPr/>
              </p:nvSpPr>
              <p:spPr bwMode="auto">
                <a:xfrm>
                  <a:off x="1544"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339" name="Line 415"/>
                <p:cNvSpPr>
                  <a:spLocks noChangeShapeType="1"/>
                </p:cNvSpPr>
                <p:nvPr/>
              </p:nvSpPr>
              <p:spPr bwMode="auto">
                <a:xfrm>
                  <a:off x="1600"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340" name="Line 416"/>
                <p:cNvSpPr>
                  <a:spLocks noChangeShapeType="1"/>
                </p:cNvSpPr>
                <p:nvPr/>
              </p:nvSpPr>
              <p:spPr bwMode="auto">
                <a:xfrm>
                  <a:off x="1656"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341" name="Line 417"/>
                <p:cNvSpPr>
                  <a:spLocks noChangeShapeType="1"/>
                </p:cNvSpPr>
                <p:nvPr/>
              </p:nvSpPr>
              <p:spPr bwMode="auto">
                <a:xfrm>
                  <a:off x="1712"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342" name="Line 418"/>
                <p:cNvSpPr>
                  <a:spLocks noChangeShapeType="1"/>
                </p:cNvSpPr>
                <p:nvPr/>
              </p:nvSpPr>
              <p:spPr bwMode="auto">
                <a:xfrm>
                  <a:off x="1768" y="2674"/>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3529" name="Group 419"/>
            <p:cNvGrpSpPr>
              <a:grpSpLocks/>
            </p:cNvGrpSpPr>
            <p:nvPr/>
          </p:nvGrpSpPr>
          <p:grpSpPr bwMode="auto">
            <a:xfrm>
              <a:off x="1968" y="2650"/>
              <a:ext cx="415" cy="56"/>
              <a:chOff x="1968" y="2650"/>
              <a:chExt cx="415" cy="56"/>
            </a:xfrm>
          </p:grpSpPr>
          <p:sp>
            <p:nvSpPr>
              <p:cNvPr id="104327" name="Freeform 420"/>
              <p:cNvSpPr>
                <a:spLocks/>
              </p:cNvSpPr>
              <p:nvPr/>
            </p:nvSpPr>
            <p:spPr bwMode="auto">
              <a:xfrm>
                <a:off x="2271" y="2650"/>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solidFill>
                <a:schemeClr val="bg2"/>
              </a:solidFill>
              <a:ln w="9525">
                <a:solidFill>
                  <a:schemeClr val="bg2"/>
                </a:solidFill>
                <a:round/>
                <a:headEnd/>
                <a:tailEnd/>
              </a:ln>
            </p:spPr>
            <p:txBody>
              <a:bodyPr/>
              <a:lstStyle/>
              <a:p>
                <a:endParaRPr lang="en-US"/>
              </a:p>
            </p:txBody>
          </p:sp>
          <p:grpSp>
            <p:nvGrpSpPr>
              <p:cNvPr id="104328" name="Group 421"/>
              <p:cNvGrpSpPr>
                <a:grpSpLocks/>
              </p:cNvGrpSpPr>
              <p:nvPr/>
            </p:nvGrpSpPr>
            <p:grpSpPr bwMode="auto">
              <a:xfrm>
                <a:off x="1968" y="2674"/>
                <a:ext cx="295" cy="1"/>
                <a:chOff x="1968" y="2674"/>
                <a:chExt cx="295" cy="1"/>
              </a:xfrm>
            </p:grpSpPr>
            <p:sp>
              <p:nvSpPr>
                <p:cNvPr id="104329" name="Line 422"/>
                <p:cNvSpPr>
                  <a:spLocks noChangeShapeType="1"/>
                </p:cNvSpPr>
                <p:nvPr/>
              </p:nvSpPr>
              <p:spPr bwMode="auto">
                <a:xfrm>
                  <a:off x="1968"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330" name="Line 423"/>
                <p:cNvSpPr>
                  <a:spLocks noChangeShapeType="1"/>
                </p:cNvSpPr>
                <p:nvPr/>
              </p:nvSpPr>
              <p:spPr bwMode="auto">
                <a:xfrm>
                  <a:off x="2023"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331" name="Line 424"/>
                <p:cNvSpPr>
                  <a:spLocks noChangeShapeType="1"/>
                </p:cNvSpPr>
                <p:nvPr/>
              </p:nvSpPr>
              <p:spPr bwMode="auto">
                <a:xfrm>
                  <a:off x="2079"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332" name="Line 425"/>
                <p:cNvSpPr>
                  <a:spLocks noChangeShapeType="1"/>
                </p:cNvSpPr>
                <p:nvPr/>
              </p:nvSpPr>
              <p:spPr bwMode="auto">
                <a:xfrm>
                  <a:off x="2135"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333" name="Line 426"/>
                <p:cNvSpPr>
                  <a:spLocks noChangeShapeType="1"/>
                </p:cNvSpPr>
                <p:nvPr/>
              </p:nvSpPr>
              <p:spPr bwMode="auto">
                <a:xfrm>
                  <a:off x="2191"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334" name="Line 427"/>
                <p:cNvSpPr>
                  <a:spLocks noChangeShapeType="1"/>
                </p:cNvSpPr>
                <p:nvPr/>
              </p:nvSpPr>
              <p:spPr bwMode="auto">
                <a:xfrm>
                  <a:off x="2247" y="2674"/>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3530" name="Group 428"/>
            <p:cNvGrpSpPr>
              <a:grpSpLocks/>
            </p:cNvGrpSpPr>
            <p:nvPr/>
          </p:nvGrpSpPr>
          <p:grpSpPr bwMode="auto">
            <a:xfrm>
              <a:off x="1489" y="2953"/>
              <a:ext cx="423" cy="56"/>
              <a:chOff x="1489" y="2953"/>
              <a:chExt cx="423" cy="56"/>
            </a:xfrm>
          </p:grpSpPr>
          <p:sp>
            <p:nvSpPr>
              <p:cNvPr id="104319" name="Freeform 429"/>
              <p:cNvSpPr>
                <a:spLocks/>
              </p:cNvSpPr>
              <p:nvPr/>
            </p:nvSpPr>
            <p:spPr bwMode="auto">
              <a:xfrm>
                <a:off x="1792" y="2953"/>
                <a:ext cx="120" cy="56"/>
              </a:xfrm>
              <a:custGeom>
                <a:avLst/>
                <a:gdLst>
                  <a:gd name="T0" fmla="*/ 120 w 120"/>
                  <a:gd name="T1" fmla="*/ 32 h 56"/>
                  <a:gd name="T2" fmla="*/ 0 w 120"/>
                  <a:gd name="T3" fmla="*/ 56 h 56"/>
                  <a:gd name="T4" fmla="*/ 0 w 120"/>
                  <a:gd name="T5" fmla="*/ 32 h 56"/>
                  <a:gd name="T6" fmla="*/ 0 w 120"/>
                  <a:gd name="T7" fmla="*/ 0 h 56"/>
                  <a:gd name="T8" fmla="*/ 120 w 120"/>
                  <a:gd name="T9" fmla="*/ 32 h 56"/>
                  <a:gd name="T10" fmla="*/ 0 60000 65536"/>
                  <a:gd name="T11" fmla="*/ 0 60000 65536"/>
                  <a:gd name="T12" fmla="*/ 0 60000 65536"/>
                  <a:gd name="T13" fmla="*/ 0 60000 65536"/>
                  <a:gd name="T14" fmla="*/ 0 60000 65536"/>
                  <a:gd name="T15" fmla="*/ 0 w 120"/>
                  <a:gd name="T16" fmla="*/ 0 h 56"/>
                  <a:gd name="T17" fmla="*/ 120 w 120"/>
                  <a:gd name="T18" fmla="*/ 56 h 56"/>
                </a:gdLst>
                <a:ahLst/>
                <a:cxnLst>
                  <a:cxn ang="T10">
                    <a:pos x="T0" y="T1"/>
                  </a:cxn>
                  <a:cxn ang="T11">
                    <a:pos x="T2" y="T3"/>
                  </a:cxn>
                  <a:cxn ang="T12">
                    <a:pos x="T4" y="T5"/>
                  </a:cxn>
                  <a:cxn ang="T13">
                    <a:pos x="T6" y="T7"/>
                  </a:cxn>
                  <a:cxn ang="T14">
                    <a:pos x="T8" y="T9"/>
                  </a:cxn>
                </a:cxnLst>
                <a:rect l="T15" t="T16" r="T17" b="T18"/>
                <a:pathLst>
                  <a:path w="120" h="56">
                    <a:moveTo>
                      <a:pt x="120" y="32"/>
                    </a:moveTo>
                    <a:lnTo>
                      <a:pt x="0" y="56"/>
                    </a:lnTo>
                    <a:lnTo>
                      <a:pt x="0" y="32"/>
                    </a:lnTo>
                    <a:lnTo>
                      <a:pt x="0" y="0"/>
                    </a:lnTo>
                    <a:lnTo>
                      <a:pt x="120" y="32"/>
                    </a:lnTo>
                    <a:close/>
                  </a:path>
                </a:pathLst>
              </a:custGeom>
              <a:solidFill>
                <a:schemeClr val="bg2"/>
              </a:solidFill>
              <a:ln w="9525">
                <a:solidFill>
                  <a:schemeClr val="bg2"/>
                </a:solidFill>
                <a:round/>
                <a:headEnd/>
                <a:tailEnd/>
              </a:ln>
            </p:spPr>
            <p:txBody>
              <a:bodyPr/>
              <a:lstStyle/>
              <a:p>
                <a:endParaRPr lang="en-US"/>
              </a:p>
            </p:txBody>
          </p:sp>
          <p:grpSp>
            <p:nvGrpSpPr>
              <p:cNvPr id="104320" name="Group 430"/>
              <p:cNvGrpSpPr>
                <a:grpSpLocks/>
              </p:cNvGrpSpPr>
              <p:nvPr/>
            </p:nvGrpSpPr>
            <p:grpSpPr bwMode="auto">
              <a:xfrm>
                <a:off x="1489" y="2985"/>
                <a:ext cx="295" cy="1"/>
                <a:chOff x="1489" y="2985"/>
                <a:chExt cx="295" cy="1"/>
              </a:xfrm>
            </p:grpSpPr>
            <p:sp>
              <p:nvSpPr>
                <p:cNvPr id="104321" name="Line 431"/>
                <p:cNvSpPr>
                  <a:spLocks noChangeShapeType="1"/>
                </p:cNvSpPr>
                <p:nvPr/>
              </p:nvSpPr>
              <p:spPr bwMode="auto">
                <a:xfrm>
                  <a:off x="1489"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322" name="Line 432"/>
                <p:cNvSpPr>
                  <a:spLocks noChangeShapeType="1"/>
                </p:cNvSpPr>
                <p:nvPr/>
              </p:nvSpPr>
              <p:spPr bwMode="auto">
                <a:xfrm>
                  <a:off x="1544"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323" name="Line 433"/>
                <p:cNvSpPr>
                  <a:spLocks noChangeShapeType="1"/>
                </p:cNvSpPr>
                <p:nvPr/>
              </p:nvSpPr>
              <p:spPr bwMode="auto">
                <a:xfrm>
                  <a:off x="1600"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324" name="Line 434"/>
                <p:cNvSpPr>
                  <a:spLocks noChangeShapeType="1"/>
                </p:cNvSpPr>
                <p:nvPr/>
              </p:nvSpPr>
              <p:spPr bwMode="auto">
                <a:xfrm>
                  <a:off x="1656"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325" name="Line 435"/>
                <p:cNvSpPr>
                  <a:spLocks noChangeShapeType="1"/>
                </p:cNvSpPr>
                <p:nvPr/>
              </p:nvSpPr>
              <p:spPr bwMode="auto">
                <a:xfrm>
                  <a:off x="1712"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326" name="Line 436"/>
                <p:cNvSpPr>
                  <a:spLocks noChangeShapeType="1"/>
                </p:cNvSpPr>
                <p:nvPr/>
              </p:nvSpPr>
              <p:spPr bwMode="auto">
                <a:xfrm>
                  <a:off x="1768" y="2985"/>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3531" name="Group 437"/>
            <p:cNvGrpSpPr>
              <a:grpSpLocks/>
            </p:cNvGrpSpPr>
            <p:nvPr/>
          </p:nvGrpSpPr>
          <p:grpSpPr bwMode="auto">
            <a:xfrm>
              <a:off x="1952" y="2953"/>
              <a:ext cx="415" cy="56"/>
              <a:chOff x="1952" y="2953"/>
              <a:chExt cx="415" cy="56"/>
            </a:xfrm>
          </p:grpSpPr>
          <p:sp>
            <p:nvSpPr>
              <p:cNvPr id="104311" name="Freeform 438"/>
              <p:cNvSpPr>
                <a:spLocks/>
              </p:cNvSpPr>
              <p:nvPr/>
            </p:nvSpPr>
            <p:spPr bwMode="auto">
              <a:xfrm>
                <a:off x="2255"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04312" name="Group 439"/>
              <p:cNvGrpSpPr>
                <a:grpSpLocks/>
              </p:cNvGrpSpPr>
              <p:nvPr/>
            </p:nvGrpSpPr>
            <p:grpSpPr bwMode="auto">
              <a:xfrm>
                <a:off x="1952" y="2985"/>
                <a:ext cx="295" cy="1"/>
                <a:chOff x="1952" y="2985"/>
                <a:chExt cx="295" cy="1"/>
              </a:xfrm>
            </p:grpSpPr>
            <p:sp>
              <p:nvSpPr>
                <p:cNvPr id="104313" name="Line 440"/>
                <p:cNvSpPr>
                  <a:spLocks noChangeShapeType="1"/>
                </p:cNvSpPr>
                <p:nvPr/>
              </p:nvSpPr>
              <p:spPr bwMode="auto">
                <a:xfrm>
                  <a:off x="1952"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314" name="Line 441"/>
                <p:cNvSpPr>
                  <a:spLocks noChangeShapeType="1"/>
                </p:cNvSpPr>
                <p:nvPr/>
              </p:nvSpPr>
              <p:spPr bwMode="auto">
                <a:xfrm>
                  <a:off x="2008" y="2985"/>
                  <a:ext cx="23"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315" name="Line 442"/>
                <p:cNvSpPr>
                  <a:spLocks noChangeShapeType="1"/>
                </p:cNvSpPr>
                <p:nvPr/>
              </p:nvSpPr>
              <p:spPr bwMode="auto">
                <a:xfrm>
                  <a:off x="2063"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316" name="Line 443"/>
                <p:cNvSpPr>
                  <a:spLocks noChangeShapeType="1"/>
                </p:cNvSpPr>
                <p:nvPr/>
              </p:nvSpPr>
              <p:spPr bwMode="auto">
                <a:xfrm>
                  <a:off x="2119"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317" name="Line 444"/>
                <p:cNvSpPr>
                  <a:spLocks noChangeShapeType="1"/>
                </p:cNvSpPr>
                <p:nvPr/>
              </p:nvSpPr>
              <p:spPr bwMode="auto">
                <a:xfrm>
                  <a:off x="2175"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318" name="Line 445"/>
                <p:cNvSpPr>
                  <a:spLocks noChangeShapeType="1"/>
                </p:cNvSpPr>
                <p:nvPr/>
              </p:nvSpPr>
              <p:spPr bwMode="auto">
                <a:xfrm>
                  <a:off x="2231" y="2985"/>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3532" name="Group 446"/>
            <p:cNvGrpSpPr>
              <a:grpSpLocks/>
            </p:cNvGrpSpPr>
            <p:nvPr/>
          </p:nvGrpSpPr>
          <p:grpSpPr bwMode="auto">
            <a:xfrm>
              <a:off x="2415" y="2953"/>
              <a:ext cx="415" cy="56"/>
              <a:chOff x="2415" y="2953"/>
              <a:chExt cx="415" cy="56"/>
            </a:xfrm>
          </p:grpSpPr>
          <p:sp>
            <p:nvSpPr>
              <p:cNvPr id="104303" name="Freeform 447"/>
              <p:cNvSpPr>
                <a:spLocks/>
              </p:cNvSpPr>
              <p:nvPr/>
            </p:nvSpPr>
            <p:spPr bwMode="auto">
              <a:xfrm>
                <a:off x="2718"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04304" name="Group 448"/>
              <p:cNvGrpSpPr>
                <a:grpSpLocks/>
              </p:cNvGrpSpPr>
              <p:nvPr/>
            </p:nvGrpSpPr>
            <p:grpSpPr bwMode="auto">
              <a:xfrm>
                <a:off x="2415" y="2985"/>
                <a:ext cx="295" cy="1"/>
                <a:chOff x="2415" y="2985"/>
                <a:chExt cx="295" cy="1"/>
              </a:xfrm>
            </p:grpSpPr>
            <p:sp>
              <p:nvSpPr>
                <p:cNvPr id="104305" name="Line 449"/>
                <p:cNvSpPr>
                  <a:spLocks noChangeShapeType="1"/>
                </p:cNvSpPr>
                <p:nvPr/>
              </p:nvSpPr>
              <p:spPr bwMode="auto">
                <a:xfrm>
                  <a:off x="2415"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306" name="Line 450"/>
                <p:cNvSpPr>
                  <a:spLocks noChangeShapeType="1"/>
                </p:cNvSpPr>
                <p:nvPr/>
              </p:nvSpPr>
              <p:spPr bwMode="auto">
                <a:xfrm>
                  <a:off x="2471"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307" name="Line 451"/>
                <p:cNvSpPr>
                  <a:spLocks noChangeShapeType="1"/>
                </p:cNvSpPr>
                <p:nvPr/>
              </p:nvSpPr>
              <p:spPr bwMode="auto">
                <a:xfrm>
                  <a:off x="2526"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308" name="Line 452"/>
                <p:cNvSpPr>
                  <a:spLocks noChangeShapeType="1"/>
                </p:cNvSpPr>
                <p:nvPr/>
              </p:nvSpPr>
              <p:spPr bwMode="auto">
                <a:xfrm>
                  <a:off x="2582"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309" name="Line 453"/>
                <p:cNvSpPr>
                  <a:spLocks noChangeShapeType="1"/>
                </p:cNvSpPr>
                <p:nvPr/>
              </p:nvSpPr>
              <p:spPr bwMode="auto">
                <a:xfrm>
                  <a:off x="2638"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310" name="Line 454"/>
                <p:cNvSpPr>
                  <a:spLocks noChangeShapeType="1"/>
                </p:cNvSpPr>
                <p:nvPr/>
              </p:nvSpPr>
              <p:spPr bwMode="auto">
                <a:xfrm>
                  <a:off x="2694" y="2985"/>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3533" name="Group 455"/>
            <p:cNvGrpSpPr>
              <a:grpSpLocks/>
            </p:cNvGrpSpPr>
            <p:nvPr/>
          </p:nvGrpSpPr>
          <p:grpSpPr bwMode="auto">
            <a:xfrm>
              <a:off x="2838" y="1741"/>
              <a:ext cx="40" cy="1260"/>
              <a:chOff x="2838" y="1741"/>
              <a:chExt cx="40" cy="1260"/>
            </a:xfrm>
          </p:grpSpPr>
          <p:sp>
            <p:nvSpPr>
              <p:cNvPr id="104293" name="Oval 456"/>
              <p:cNvSpPr>
                <a:spLocks noChangeArrowheads="1"/>
              </p:cNvSpPr>
              <p:nvPr/>
            </p:nvSpPr>
            <p:spPr bwMode="auto">
              <a:xfrm>
                <a:off x="2838" y="1741"/>
                <a:ext cx="40" cy="40"/>
              </a:xfrm>
              <a:prstGeom prst="ellipse">
                <a:avLst/>
              </a:prstGeom>
              <a:solidFill>
                <a:schemeClr val="bg2"/>
              </a:solidFill>
              <a:ln w="9525">
                <a:solidFill>
                  <a:schemeClr val="bg2"/>
                </a:solidFill>
                <a:round/>
                <a:headEnd/>
                <a:tailEnd/>
              </a:ln>
            </p:spPr>
            <p:txBody>
              <a:bodyPr/>
              <a:lstStyle/>
              <a:p>
                <a:endParaRPr lang="en-US"/>
              </a:p>
            </p:txBody>
          </p:sp>
          <p:sp>
            <p:nvSpPr>
              <p:cNvPr id="104294" name="Oval 457"/>
              <p:cNvSpPr>
                <a:spLocks noChangeArrowheads="1"/>
              </p:cNvSpPr>
              <p:nvPr/>
            </p:nvSpPr>
            <p:spPr bwMode="auto">
              <a:xfrm>
                <a:off x="2838" y="1741"/>
                <a:ext cx="40" cy="40"/>
              </a:xfrm>
              <a:prstGeom prst="ellipse">
                <a:avLst/>
              </a:prstGeom>
              <a:solidFill>
                <a:schemeClr val="bg2"/>
              </a:solidFill>
              <a:ln w="25400">
                <a:solidFill>
                  <a:schemeClr val="bg2"/>
                </a:solidFill>
                <a:round/>
                <a:headEnd/>
                <a:tailEnd/>
              </a:ln>
            </p:spPr>
            <p:txBody>
              <a:bodyPr/>
              <a:lstStyle/>
              <a:p>
                <a:endParaRPr lang="en-US"/>
              </a:p>
            </p:txBody>
          </p:sp>
          <p:sp>
            <p:nvSpPr>
              <p:cNvPr id="104295" name="Oval 458"/>
              <p:cNvSpPr>
                <a:spLocks noChangeArrowheads="1"/>
              </p:cNvSpPr>
              <p:nvPr/>
            </p:nvSpPr>
            <p:spPr bwMode="auto">
              <a:xfrm>
                <a:off x="2846" y="2044"/>
                <a:ext cx="32" cy="32"/>
              </a:xfrm>
              <a:prstGeom prst="ellipse">
                <a:avLst/>
              </a:prstGeom>
              <a:solidFill>
                <a:schemeClr val="bg2"/>
              </a:solidFill>
              <a:ln w="9525">
                <a:solidFill>
                  <a:schemeClr val="bg2"/>
                </a:solidFill>
                <a:round/>
                <a:headEnd/>
                <a:tailEnd/>
              </a:ln>
            </p:spPr>
            <p:txBody>
              <a:bodyPr/>
              <a:lstStyle/>
              <a:p>
                <a:endParaRPr lang="en-US"/>
              </a:p>
            </p:txBody>
          </p:sp>
          <p:sp>
            <p:nvSpPr>
              <p:cNvPr id="104296" name="Oval 459"/>
              <p:cNvSpPr>
                <a:spLocks noChangeArrowheads="1"/>
              </p:cNvSpPr>
              <p:nvPr/>
            </p:nvSpPr>
            <p:spPr bwMode="auto">
              <a:xfrm>
                <a:off x="2846" y="2044"/>
                <a:ext cx="32" cy="32"/>
              </a:xfrm>
              <a:prstGeom prst="ellipse">
                <a:avLst/>
              </a:prstGeom>
              <a:solidFill>
                <a:schemeClr val="bg2"/>
              </a:solidFill>
              <a:ln w="25400">
                <a:solidFill>
                  <a:schemeClr val="bg2"/>
                </a:solidFill>
                <a:round/>
                <a:headEnd/>
                <a:tailEnd/>
              </a:ln>
            </p:spPr>
            <p:txBody>
              <a:bodyPr/>
              <a:lstStyle/>
              <a:p>
                <a:endParaRPr lang="en-US"/>
              </a:p>
            </p:txBody>
          </p:sp>
          <p:sp>
            <p:nvSpPr>
              <p:cNvPr id="104297" name="Oval 460"/>
              <p:cNvSpPr>
                <a:spLocks noChangeArrowheads="1"/>
              </p:cNvSpPr>
              <p:nvPr/>
            </p:nvSpPr>
            <p:spPr bwMode="auto">
              <a:xfrm>
                <a:off x="2846" y="2355"/>
                <a:ext cx="32" cy="32"/>
              </a:xfrm>
              <a:prstGeom prst="ellipse">
                <a:avLst/>
              </a:prstGeom>
              <a:solidFill>
                <a:schemeClr val="bg2"/>
              </a:solidFill>
              <a:ln w="9525">
                <a:solidFill>
                  <a:schemeClr val="bg2"/>
                </a:solidFill>
                <a:round/>
                <a:headEnd/>
                <a:tailEnd/>
              </a:ln>
            </p:spPr>
            <p:txBody>
              <a:bodyPr/>
              <a:lstStyle/>
              <a:p>
                <a:endParaRPr lang="en-US"/>
              </a:p>
            </p:txBody>
          </p:sp>
          <p:sp>
            <p:nvSpPr>
              <p:cNvPr id="104298" name="Oval 461"/>
              <p:cNvSpPr>
                <a:spLocks noChangeArrowheads="1"/>
              </p:cNvSpPr>
              <p:nvPr/>
            </p:nvSpPr>
            <p:spPr bwMode="auto">
              <a:xfrm>
                <a:off x="2846" y="2355"/>
                <a:ext cx="32" cy="32"/>
              </a:xfrm>
              <a:prstGeom prst="ellipse">
                <a:avLst/>
              </a:prstGeom>
              <a:solidFill>
                <a:schemeClr val="bg2"/>
              </a:solidFill>
              <a:ln w="25400">
                <a:solidFill>
                  <a:schemeClr val="bg2"/>
                </a:solidFill>
                <a:round/>
                <a:headEnd/>
                <a:tailEnd/>
              </a:ln>
            </p:spPr>
            <p:txBody>
              <a:bodyPr/>
              <a:lstStyle/>
              <a:p>
                <a:endParaRPr lang="en-US"/>
              </a:p>
            </p:txBody>
          </p:sp>
          <p:sp>
            <p:nvSpPr>
              <p:cNvPr id="104299" name="Oval 462"/>
              <p:cNvSpPr>
                <a:spLocks noChangeArrowheads="1"/>
              </p:cNvSpPr>
              <p:nvPr/>
            </p:nvSpPr>
            <p:spPr bwMode="auto">
              <a:xfrm>
                <a:off x="2838" y="2658"/>
                <a:ext cx="40" cy="32"/>
              </a:xfrm>
              <a:prstGeom prst="ellipse">
                <a:avLst/>
              </a:prstGeom>
              <a:solidFill>
                <a:schemeClr val="bg2"/>
              </a:solidFill>
              <a:ln w="9525">
                <a:solidFill>
                  <a:schemeClr val="bg2"/>
                </a:solidFill>
                <a:round/>
                <a:headEnd/>
                <a:tailEnd/>
              </a:ln>
            </p:spPr>
            <p:txBody>
              <a:bodyPr/>
              <a:lstStyle/>
              <a:p>
                <a:endParaRPr lang="en-US"/>
              </a:p>
            </p:txBody>
          </p:sp>
          <p:sp>
            <p:nvSpPr>
              <p:cNvPr id="104300" name="Oval 463"/>
              <p:cNvSpPr>
                <a:spLocks noChangeArrowheads="1"/>
              </p:cNvSpPr>
              <p:nvPr/>
            </p:nvSpPr>
            <p:spPr bwMode="auto">
              <a:xfrm>
                <a:off x="2838" y="2658"/>
                <a:ext cx="40" cy="32"/>
              </a:xfrm>
              <a:prstGeom prst="ellipse">
                <a:avLst/>
              </a:prstGeom>
              <a:solidFill>
                <a:schemeClr val="bg2"/>
              </a:solidFill>
              <a:ln w="25400">
                <a:solidFill>
                  <a:schemeClr val="bg2"/>
                </a:solidFill>
                <a:round/>
                <a:headEnd/>
                <a:tailEnd/>
              </a:ln>
            </p:spPr>
            <p:txBody>
              <a:bodyPr/>
              <a:lstStyle/>
              <a:p>
                <a:endParaRPr lang="en-US"/>
              </a:p>
            </p:txBody>
          </p:sp>
          <p:sp>
            <p:nvSpPr>
              <p:cNvPr id="104301" name="Oval 464"/>
              <p:cNvSpPr>
                <a:spLocks noChangeArrowheads="1"/>
              </p:cNvSpPr>
              <p:nvPr/>
            </p:nvSpPr>
            <p:spPr bwMode="auto">
              <a:xfrm>
                <a:off x="2838" y="2969"/>
                <a:ext cx="32" cy="32"/>
              </a:xfrm>
              <a:prstGeom prst="ellipse">
                <a:avLst/>
              </a:prstGeom>
              <a:solidFill>
                <a:schemeClr val="bg2"/>
              </a:solidFill>
              <a:ln w="9525">
                <a:solidFill>
                  <a:schemeClr val="bg2"/>
                </a:solidFill>
                <a:round/>
                <a:headEnd/>
                <a:tailEnd/>
              </a:ln>
            </p:spPr>
            <p:txBody>
              <a:bodyPr/>
              <a:lstStyle/>
              <a:p>
                <a:endParaRPr lang="en-US"/>
              </a:p>
            </p:txBody>
          </p:sp>
          <p:sp>
            <p:nvSpPr>
              <p:cNvPr id="104302" name="Oval 465"/>
              <p:cNvSpPr>
                <a:spLocks noChangeArrowheads="1"/>
              </p:cNvSpPr>
              <p:nvPr/>
            </p:nvSpPr>
            <p:spPr bwMode="auto">
              <a:xfrm>
                <a:off x="2838" y="2969"/>
                <a:ext cx="32" cy="32"/>
              </a:xfrm>
              <a:prstGeom prst="ellipse">
                <a:avLst/>
              </a:prstGeom>
              <a:solidFill>
                <a:schemeClr val="bg2"/>
              </a:solidFill>
              <a:ln w="25400">
                <a:solidFill>
                  <a:schemeClr val="bg2"/>
                </a:solidFill>
                <a:round/>
                <a:headEnd/>
                <a:tailEnd/>
              </a:ln>
            </p:spPr>
            <p:txBody>
              <a:bodyPr/>
              <a:lstStyle/>
              <a:p>
                <a:endParaRPr lang="en-US"/>
              </a:p>
            </p:txBody>
          </p:sp>
        </p:grpSp>
        <p:grpSp>
          <p:nvGrpSpPr>
            <p:cNvPr id="103534" name="Group 466"/>
            <p:cNvGrpSpPr>
              <a:grpSpLocks/>
            </p:cNvGrpSpPr>
            <p:nvPr/>
          </p:nvGrpSpPr>
          <p:grpSpPr bwMode="auto">
            <a:xfrm>
              <a:off x="1912" y="3272"/>
              <a:ext cx="32" cy="335"/>
              <a:chOff x="1912" y="3272"/>
              <a:chExt cx="32" cy="335"/>
            </a:xfrm>
          </p:grpSpPr>
          <p:sp>
            <p:nvSpPr>
              <p:cNvPr id="104289" name="Oval 467"/>
              <p:cNvSpPr>
                <a:spLocks noChangeArrowheads="1"/>
              </p:cNvSpPr>
              <p:nvPr/>
            </p:nvSpPr>
            <p:spPr bwMode="auto">
              <a:xfrm>
                <a:off x="1912" y="3272"/>
                <a:ext cx="32" cy="32"/>
              </a:xfrm>
              <a:prstGeom prst="ellipse">
                <a:avLst/>
              </a:prstGeom>
              <a:solidFill>
                <a:schemeClr val="bg2"/>
              </a:solidFill>
              <a:ln w="9525">
                <a:solidFill>
                  <a:schemeClr val="bg2"/>
                </a:solidFill>
                <a:round/>
                <a:headEnd/>
                <a:tailEnd/>
              </a:ln>
            </p:spPr>
            <p:txBody>
              <a:bodyPr/>
              <a:lstStyle/>
              <a:p>
                <a:endParaRPr lang="en-US"/>
              </a:p>
            </p:txBody>
          </p:sp>
          <p:sp>
            <p:nvSpPr>
              <p:cNvPr id="104290" name="Oval 468"/>
              <p:cNvSpPr>
                <a:spLocks noChangeArrowheads="1"/>
              </p:cNvSpPr>
              <p:nvPr/>
            </p:nvSpPr>
            <p:spPr bwMode="auto">
              <a:xfrm>
                <a:off x="1912" y="3272"/>
                <a:ext cx="32" cy="32"/>
              </a:xfrm>
              <a:prstGeom prst="ellipse">
                <a:avLst/>
              </a:prstGeom>
              <a:solidFill>
                <a:schemeClr val="bg2"/>
              </a:solidFill>
              <a:ln w="25400">
                <a:solidFill>
                  <a:schemeClr val="bg2"/>
                </a:solidFill>
                <a:round/>
                <a:headEnd/>
                <a:tailEnd/>
              </a:ln>
            </p:spPr>
            <p:txBody>
              <a:bodyPr/>
              <a:lstStyle/>
              <a:p>
                <a:endParaRPr lang="en-US"/>
              </a:p>
            </p:txBody>
          </p:sp>
          <p:sp>
            <p:nvSpPr>
              <p:cNvPr id="104291" name="Oval 469"/>
              <p:cNvSpPr>
                <a:spLocks noChangeArrowheads="1"/>
              </p:cNvSpPr>
              <p:nvPr/>
            </p:nvSpPr>
            <p:spPr bwMode="auto">
              <a:xfrm>
                <a:off x="1912" y="3575"/>
                <a:ext cx="32" cy="32"/>
              </a:xfrm>
              <a:prstGeom prst="ellipse">
                <a:avLst/>
              </a:prstGeom>
              <a:solidFill>
                <a:schemeClr val="bg2"/>
              </a:solidFill>
              <a:ln w="9525">
                <a:solidFill>
                  <a:schemeClr val="bg2"/>
                </a:solidFill>
                <a:round/>
                <a:headEnd/>
                <a:tailEnd/>
              </a:ln>
            </p:spPr>
            <p:txBody>
              <a:bodyPr/>
              <a:lstStyle/>
              <a:p>
                <a:endParaRPr lang="en-US"/>
              </a:p>
            </p:txBody>
          </p:sp>
          <p:sp>
            <p:nvSpPr>
              <p:cNvPr id="104292" name="Oval 470"/>
              <p:cNvSpPr>
                <a:spLocks noChangeArrowheads="1"/>
              </p:cNvSpPr>
              <p:nvPr/>
            </p:nvSpPr>
            <p:spPr bwMode="auto">
              <a:xfrm>
                <a:off x="1912" y="3575"/>
                <a:ext cx="32" cy="32"/>
              </a:xfrm>
              <a:prstGeom prst="ellipse">
                <a:avLst/>
              </a:prstGeom>
              <a:solidFill>
                <a:schemeClr val="bg2"/>
              </a:solidFill>
              <a:ln w="25400">
                <a:solidFill>
                  <a:schemeClr val="bg2"/>
                </a:solidFill>
                <a:round/>
                <a:headEnd/>
                <a:tailEnd/>
              </a:ln>
            </p:spPr>
            <p:txBody>
              <a:bodyPr/>
              <a:lstStyle/>
              <a:p>
                <a:endParaRPr lang="en-US"/>
              </a:p>
            </p:txBody>
          </p:sp>
        </p:grpSp>
        <p:grpSp>
          <p:nvGrpSpPr>
            <p:cNvPr id="103535" name="Group 471"/>
            <p:cNvGrpSpPr>
              <a:grpSpLocks/>
            </p:cNvGrpSpPr>
            <p:nvPr/>
          </p:nvGrpSpPr>
          <p:grpSpPr bwMode="auto">
            <a:xfrm>
              <a:off x="1449" y="3272"/>
              <a:ext cx="40" cy="335"/>
              <a:chOff x="1449" y="3272"/>
              <a:chExt cx="40" cy="335"/>
            </a:xfrm>
          </p:grpSpPr>
          <p:sp>
            <p:nvSpPr>
              <p:cNvPr id="104285" name="Oval 472"/>
              <p:cNvSpPr>
                <a:spLocks noChangeArrowheads="1"/>
              </p:cNvSpPr>
              <p:nvPr/>
            </p:nvSpPr>
            <p:spPr bwMode="auto">
              <a:xfrm>
                <a:off x="1449" y="3272"/>
                <a:ext cx="40" cy="32"/>
              </a:xfrm>
              <a:prstGeom prst="ellipse">
                <a:avLst/>
              </a:prstGeom>
              <a:solidFill>
                <a:schemeClr val="bg2"/>
              </a:solidFill>
              <a:ln w="9525">
                <a:solidFill>
                  <a:schemeClr val="bg2"/>
                </a:solidFill>
                <a:round/>
                <a:headEnd/>
                <a:tailEnd/>
              </a:ln>
            </p:spPr>
            <p:txBody>
              <a:bodyPr/>
              <a:lstStyle/>
              <a:p>
                <a:endParaRPr lang="en-US"/>
              </a:p>
            </p:txBody>
          </p:sp>
          <p:sp>
            <p:nvSpPr>
              <p:cNvPr id="104286" name="Oval 473"/>
              <p:cNvSpPr>
                <a:spLocks noChangeArrowheads="1"/>
              </p:cNvSpPr>
              <p:nvPr/>
            </p:nvSpPr>
            <p:spPr bwMode="auto">
              <a:xfrm>
                <a:off x="1449" y="3272"/>
                <a:ext cx="40" cy="32"/>
              </a:xfrm>
              <a:prstGeom prst="ellipse">
                <a:avLst/>
              </a:prstGeom>
              <a:solidFill>
                <a:schemeClr val="bg2"/>
              </a:solidFill>
              <a:ln w="25400">
                <a:solidFill>
                  <a:schemeClr val="bg2"/>
                </a:solidFill>
                <a:round/>
                <a:headEnd/>
                <a:tailEnd/>
              </a:ln>
            </p:spPr>
            <p:txBody>
              <a:bodyPr/>
              <a:lstStyle/>
              <a:p>
                <a:endParaRPr lang="en-US"/>
              </a:p>
            </p:txBody>
          </p:sp>
          <p:sp>
            <p:nvSpPr>
              <p:cNvPr id="104287" name="Oval 474"/>
              <p:cNvSpPr>
                <a:spLocks noChangeArrowheads="1"/>
              </p:cNvSpPr>
              <p:nvPr/>
            </p:nvSpPr>
            <p:spPr bwMode="auto">
              <a:xfrm>
                <a:off x="1449" y="3575"/>
                <a:ext cx="40" cy="32"/>
              </a:xfrm>
              <a:prstGeom prst="ellipse">
                <a:avLst/>
              </a:prstGeom>
              <a:solidFill>
                <a:schemeClr val="bg2"/>
              </a:solidFill>
              <a:ln w="9525">
                <a:solidFill>
                  <a:schemeClr val="bg2"/>
                </a:solidFill>
                <a:round/>
                <a:headEnd/>
                <a:tailEnd/>
              </a:ln>
            </p:spPr>
            <p:txBody>
              <a:bodyPr/>
              <a:lstStyle/>
              <a:p>
                <a:endParaRPr lang="en-US"/>
              </a:p>
            </p:txBody>
          </p:sp>
          <p:sp>
            <p:nvSpPr>
              <p:cNvPr id="104288" name="Oval 475"/>
              <p:cNvSpPr>
                <a:spLocks noChangeArrowheads="1"/>
              </p:cNvSpPr>
              <p:nvPr/>
            </p:nvSpPr>
            <p:spPr bwMode="auto">
              <a:xfrm>
                <a:off x="1449" y="3575"/>
                <a:ext cx="40" cy="32"/>
              </a:xfrm>
              <a:prstGeom prst="ellipse">
                <a:avLst/>
              </a:prstGeom>
              <a:solidFill>
                <a:schemeClr val="bg2"/>
              </a:solidFill>
              <a:ln w="25400">
                <a:solidFill>
                  <a:schemeClr val="bg2"/>
                </a:solidFill>
                <a:round/>
                <a:headEnd/>
                <a:tailEnd/>
              </a:ln>
            </p:spPr>
            <p:txBody>
              <a:bodyPr/>
              <a:lstStyle/>
              <a:p>
                <a:endParaRPr lang="en-US"/>
              </a:p>
            </p:txBody>
          </p:sp>
        </p:grpSp>
        <p:grpSp>
          <p:nvGrpSpPr>
            <p:cNvPr id="103536" name="Group 476"/>
            <p:cNvGrpSpPr>
              <a:grpSpLocks/>
            </p:cNvGrpSpPr>
            <p:nvPr/>
          </p:nvGrpSpPr>
          <p:grpSpPr bwMode="auto">
            <a:xfrm>
              <a:off x="2367" y="3272"/>
              <a:ext cx="32" cy="335"/>
              <a:chOff x="2367" y="3272"/>
              <a:chExt cx="32" cy="335"/>
            </a:xfrm>
          </p:grpSpPr>
          <p:sp>
            <p:nvSpPr>
              <p:cNvPr id="104281" name="Oval 477"/>
              <p:cNvSpPr>
                <a:spLocks noChangeArrowheads="1"/>
              </p:cNvSpPr>
              <p:nvPr/>
            </p:nvSpPr>
            <p:spPr bwMode="auto">
              <a:xfrm>
                <a:off x="2367" y="3272"/>
                <a:ext cx="32" cy="32"/>
              </a:xfrm>
              <a:prstGeom prst="ellipse">
                <a:avLst/>
              </a:prstGeom>
              <a:solidFill>
                <a:schemeClr val="bg2"/>
              </a:solidFill>
              <a:ln w="9525">
                <a:solidFill>
                  <a:schemeClr val="bg2"/>
                </a:solidFill>
                <a:round/>
                <a:headEnd/>
                <a:tailEnd/>
              </a:ln>
            </p:spPr>
            <p:txBody>
              <a:bodyPr/>
              <a:lstStyle/>
              <a:p>
                <a:endParaRPr lang="en-US"/>
              </a:p>
            </p:txBody>
          </p:sp>
          <p:sp>
            <p:nvSpPr>
              <p:cNvPr id="104282" name="Oval 478"/>
              <p:cNvSpPr>
                <a:spLocks noChangeArrowheads="1"/>
              </p:cNvSpPr>
              <p:nvPr/>
            </p:nvSpPr>
            <p:spPr bwMode="auto">
              <a:xfrm>
                <a:off x="2367" y="3272"/>
                <a:ext cx="32" cy="32"/>
              </a:xfrm>
              <a:prstGeom prst="ellipse">
                <a:avLst/>
              </a:prstGeom>
              <a:solidFill>
                <a:schemeClr val="bg2"/>
              </a:solidFill>
              <a:ln w="25400">
                <a:solidFill>
                  <a:schemeClr val="bg2"/>
                </a:solidFill>
                <a:round/>
                <a:headEnd/>
                <a:tailEnd/>
              </a:ln>
            </p:spPr>
            <p:txBody>
              <a:bodyPr/>
              <a:lstStyle/>
              <a:p>
                <a:endParaRPr lang="en-US"/>
              </a:p>
            </p:txBody>
          </p:sp>
          <p:sp>
            <p:nvSpPr>
              <p:cNvPr id="104283" name="Oval 479"/>
              <p:cNvSpPr>
                <a:spLocks noChangeArrowheads="1"/>
              </p:cNvSpPr>
              <p:nvPr/>
            </p:nvSpPr>
            <p:spPr bwMode="auto">
              <a:xfrm>
                <a:off x="2367" y="3575"/>
                <a:ext cx="32" cy="32"/>
              </a:xfrm>
              <a:prstGeom prst="ellipse">
                <a:avLst/>
              </a:prstGeom>
              <a:solidFill>
                <a:schemeClr val="bg2"/>
              </a:solidFill>
              <a:ln w="9525">
                <a:solidFill>
                  <a:schemeClr val="bg2"/>
                </a:solidFill>
                <a:round/>
                <a:headEnd/>
                <a:tailEnd/>
              </a:ln>
            </p:spPr>
            <p:txBody>
              <a:bodyPr/>
              <a:lstStyle/>
              <a:p>
                <a:endParaRPr lang="en-US"/>
              </a:p>
            </p:txBody>
          </p:sp>
          <p:sp>
            <p:nvSpPr>
              <p:cNvPr id="104284" name="Oval 480"/>
              <p:cNvSpPr>
                <a:spLocks noChangeArrowheads="1"/>
              </p:cNvSpPr>
              <p:nvPr/>
            </p:nvSpPr>
            <p:spPr bwMode="auto">
              <a:xfrm>
                <a:off x="2367" y="3575"/>
                <a:ext cx="32" cy="32"/>
              </a:xfrm>
              <a:prstGeom prst="ellipse">
                <a:avLst/>
              </a:prstGeom>
              <a:solidFill>
                <a:schemeClr val="bg2"/>
              </a:solidFill>
              <a:ln w="25400">
                <a:solidFill>
                  <a:schemeClr val="bg2"/>
                </a:solidFill>
                <a:round/>
                <a:headEnd/>
                <a:tailEnd/>
              </a:ln>
            </p:spPr>
            <p:txBody>
              <a:bodyPr/>
              <a:lstStyle/>
              <a:p>
                <a:endParaRPr lang="en-US"/>
              </a:p>
            </p:txBody>
          </p:sp>
        </p:grpSp>
        <p:grpSp>
          <p:nvGrpSpPr>
            <p:cNvPr id="103537" name="Group 481"/>
            <p:cNvGrpSpPr>
              <a:grpSpLocks/>
            </p:cNvGrpSpPr>
            <p:nvPr/>
          </p:nvGrpSpPr>
          <p:grpSpPr bwMode="auto">
            <a:xfrm>
              <a:off x="2822" y="3272"/>
              <a:ext cx="40" cy="335"/>
              <a:chOff x="2822" y="3272"/>
              <a:chExt cx="40" cy="335"/>
            </a:xfrm>
          </p:grpSpPr>
          <p:sp>
            <p:nvSpPr>
              <p:cNvPr id="104277" name="Oval 482"/>
              <p:cNvSpPr>
                <a:spLocks noChangeArrowheads="1"/>
              </p:cNvSpPr>
              <p:nvPr/>
            </p:nvSpPr>
            <p:spPr bwMode="auto">
              <a:xfrm>
                <a:off x="2822" y="3272"/>
                <a:ext cx="40" cy="32"/>
              </a:xfrm>
              <a:prstGeom prst="ellipse">
                <a:avLst/>
              </a:prstGeom>
              <a:solidFill>
                <a:schemeClr val="bg2"/>
              </a:solidFill>
              <a:ln w="9525">
                <a:solidFill>
                  <a:schemeClr val="bg2"/>
                </a:solidFill>
                <a:round/>
                <a:headEnd/>
                <a:tailEnd/>
              </a:ln>
            </p:spPr>
            <p:txBody>
              <a:bodyPr/>
              <a:lstStyle/>
              <a:p>
                <a:endParaRPr lang="en-US"/>
              </a:p>
            </p:txBody>
          </p:sp>
          <p:sp>
            <p:nvSpPr>
              <p:cNvPr id="104278" name="Oval 483"/>
              <p:cNvSpPr>
                <a:spLocks noChangeArrowheads="1"/>
              </p:cNvSpPr>
              <p:nvPr/>
            </p:nvSpPr>
            <p:spPr bwMode="auto">
              <a:xfrm>
                <a:off x="2822" y="3272"/>
                <a:ext cx="40" cy="32"/>
              </a:xfrm>
              <a:prstGeom prst="ellipse">
                <a:avLst/>
              </a:prstGeom>
              <a:solidFill>
                <a:schemeClr val="bg2"/>
              </a:solidFill>
              <a:ln w="25400">
                <a:solidFill>
                  <a:schemeClr val="bg2"/>
                </a:solidFill>
                <a:round/>
                <a:headEnd/>
                <a:tailEnd/>
              </a:ln>
            </p:spPr>
            <p:txBody>
              <a:bodyPr/>
              <a:lstStyle/>
              <a:p>
                <a:endParaRPr lang="en-US"/>
              </a:p>
            </p:txBody>
          </p:sp>
          <p:sp>
            <p:nvSpPr>
              <p:cNvPr id="104279" name="Oval 484"/>
              <p:cNvSpPr>
                <a:spLocks noChangeArrowheads="1"/>
              </p:cNvSpPr>
              <p:nvPr/>
            </p:nvSpPr>
            <p:spPr bwMode="auto">
              <a:xfrm>
                <a:off x="2822" y="3575"/>
                <a:ext cx="40" cy="32"/>
              </a:xfrm>
              <a:prstGeom prst="ellipse">
                <a:avLst/>
              </a:prstGeom>
              <a:solidFill>
                <a:schemeClr val="bg2"/>
              </a:solidFill>
              <a:ln w="9525">
                <a:solidFill>
                  <a:schemeClr val="bg2"/>
                </a:solidFill>
                <a:round/>
                <a:headEnd/>
                <a:tailEnd/>
              </a:ln>
            </p:spPr>
            <p:txBody>
              <a:bodyPr/>
              <a:lstStyle/>
              <a:p>
                <a:endParaRPr lang="en-US"/>
              </a:p>
            </p:txBody>
          </p:sp>
          <p:sp>
            <p:nvSpPr>
              <p:cNvPr id="104280" name="Oval 485"/>
              <p:cNvSpPr>
                <a:spLocks noChangeArrowheads="1"/>
              </p:cNvSpPr>
              <p:nvPr/>
            </p:nvSpPr>
            <p:spPr bwMode="auto">
              <a:xfrm>
                <a:off x="2822" y="3575"/>
                <a:ext cx="40" cy="32"/>
              </a:xfrm>
              <a:prstGeom prst="ellipse">
                <a:avLst/>
              </a:prstGeom>
              <a:solidFill>
                <a:schemeClr val="bg2"/>
              </a:solidFill>
              <a:ln w="25400">
                <a:solidFill>
                  <a:schemeClr val="bg2"/>
                </a:solidFill>
                <a:round/>
                <a:headEnd/>
                <a:tailEnd/>
              </a:ln>
            </p:spPr>
            <p:txBody>
              <a:bodyPr/>
              <a:lstStyle/>
              <a:p>
                <a:endParaRPr lang="en-US"/>
              </a:p>
            </p:txBody>
          </p:sp>
        </p:grpSp>
        <p:grpSp>
          <p:nvGrpSpPr>
            <p:cNvPr id="103538" name="Group 486"/>
            <p:cNvGrpSpPr>
              <a:grpSpLocks/>
            </p:cNvGrpSpPr>
            <p:nvPr/>
          </p:nvGrpSpPr>
          <p:grpSpPr bwMode="auto">
            <a:xfrm>
              <a:off x="2415" y="2650"/>
              <a:ext cx="415" cy="56"/>
              <a:chOff x="2415" y="2650"/>
              <a:chExt cx="415" cy="56"/>
            </a:xfrm>
          </p:grpSpPr>
          <p:sp>
            <p:nvSpPr>
              <p:cNvPr id="104269" name="Freeform 487"/>
              <p:cNvSpPr>
                <a:spLocks/>
              </p:cNvSpPr>
              <p:nvPr/>
            </p:nvSpPr>
            <p:spPr bwMode="auto">
              <a:xfrm>
                <a:off x="2718" y="2650"/>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solidFill>
                <a:schemeClr val="bg2"/>
              </a:solidFill>
              <a:ln w="9525">
                <a:solidFill>
                  <a:schemeClr val="bg2"/>
                </a:solidFill>
                <a:round/>
                <a:headEnd/>
                <a:tailEnd/>
              </a:ln>
            </p:spPr>
            <p:txBody>
              <a:bodyPr/>
              <a:lstStyle/>
              <a:p>
                <a:endParaRPr lang="en-US"/>
              </a:p>
            </p:txBody>
          </p:sp>
          <p:grpSp>
            <p:nvGrpSpPr>
              <p:cNvPr id="104270" name="Group 488"/>
              <p:cNvGrpSpPr>
                <a:grpSpLocks/>
              </p:cNvGrpSpPr>
              <p:nvPr/>
            </p:nvGrpSpPr>
            <p:grpSpPr bwMode="auto">
              <a:xfrm>
                <a:off x="2415" y="2674"/>
                <a:ext cx="295" cy="1"/>
                <a:chOff x="2415" y="2674"/>
                <a:chExt cx="295" cy="1"/>
              </a:xfrm>
            </p:grpSpPr>
            <p:sp>
              <p:nvSpPr>
                <p:cNvPr id="104271" name="Line 489"/>
                <p:cNvSpPr>
                  <a:spLocks noChangeShapeType="1"/>
                </p:cNvSpPr>
                <p:nvPr/>
              </p:nvSpPr>
              <p:spPr bwMode="auto">
                <a:xfrm>
                  <a:off x="2415"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272" name="Line 490"/>
                <p:cNvSpPr>
                  <a:spLocks noChangeShapeType="1"/>
                </p:cNvSpPr>
                <p:nvPr/>
              </p:nvSpPr>
              <p:spPr bwMode="auto">
                <a:xfrm>
                  <a:off x="2471"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273" name="Line 491"/>
                <p:cNvSpPr>
                  <a:spLocks noChangeShapeType="1"/>
                </p:cNvSpPr>
                <p:nvPr/>
              </p:nvSpPr>
              <p:spPr bwMode="auto">
                <a:xfrm>
                  <a:off x="2526"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274" name="Line 492"/>
                <p:cNvSpPr>
                  <a:spLocks noChangeShapeType="1"/>
                </p:cNvSpPr>
                <p:nvPr/>
              </p:nvSpPr>
              <p:spPr bwMode="auto">
                <a:xfrm>
                  <a:off x="2582"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275" name="Line 493"/>
                <p:cNvSpPr>
                  <a:spLocks noChangeShapeType="1"/>
                </p:cNvSpPr>
                <p:nvPr/>
              </p:nvSpPr>
              <p:spPr bwMode="auto">
                <a:xfrm>
                  <a:off x="2638"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276" name="Line 494"/>
                <p:cNvSpPr>
                  <a:spLocks noChangeShapeType="1"/>
                </p:cNvSpPr>
                <p:nvPr/>
              </p:nvSpPr>
              <p:spPr bwMode="auto">
                <a:xfrm>
                  <a:off x="2694" y="2674"/>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3539" name="Group 495"/>
            <p:cNvGrpSpPr>
              <a:grpSpLocks/>
            </p:cNvGrpSpPr>
            <p:nvPr/>
          </p:nvGrpSpPr>
          <p:grpSpPr bwMode="auto">
            <a:xfrm>
              <a:off x="2415" y="1733"/>
              <a:ext cx="415" cy="56"/>
              <a:chOff x="2415" y="1733"/>
              <a:chExt cx="415" cy="56"/>
            </a:xfrm>
          </p:grpSpPr>
          <p:sp>
            <p:nvSpPr>
              <p:cNvPr id="104261" name="Freeform 496"/>
              <p:cNvSpPr>
                <a:spLocks/>
              </p:cNvSpPr>
              <p:nvPr/>
            </p:nvSpPr>
            <p:spPr bwMode="auto">
              <a:xfrm>
                <a:off x="2718" y="1733"/>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solidFill>
                <a:schemeClr val="bg2"/>
              </a:solidFill>
              <a:ln w="9525">
                <a:solidFill>
                  <a:schemeClr val="bg2"/>
                </a:solidFill>
                <a:round/>
                <a:headEnd/>
                <a:tailEnd/>
              </a:ln>
            </p:spPr>
            <p:txBody>
              <a:bodyPr/>
              <a:lstStyle/>
              <a:p>
                <a:endParaRPr lang="en-US"/>
              </a:p>
            </p:txBody>
          </p:sp>
          <p:grpSp>
            <p:nvGrpSpPr>
              <p:cNvPr id="104262" name="Group 497"/>
              <p:cNvGrpSpPr>
                <a:grpSpLocks/>
              </p:cNvGrpSpPr>
              <p:nvPr/>
            </p:nvGrpSpPr>
            <p:grpSpPr bwMode="auto">
              <a:xfrm>
                <a:off x="2415" y="1757"/>
                <a:ext cx="295" cy="1"/>
                <a:chOff x="2415" y="1757"/>
                <a:chExt cx="295" cy="1"/>
              </a:xfrm>
            </p:grpSpPr>
            <p:sp>
              <p:nvSpPr>
                <p:cNvPr id="104263" name="Line 498"/>
                <p:cNvSpPr>
                  <a:spLocks noChangeShapeType="1"/>
                </p:cNvSpPr>
                <p:nvPr/>
              </p:nvSpPr>
              <p:spPr bwMode="auto">
                <a:xfrm>
                  <a:off x="2415"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264" name="Line 499"/>
                <p:cNvSpPr>
                  <a:spLocks noChangeShapeType="1"/>
                </p:cNvSpPr>
                <p:nvPr/>
              </p:nvSpPr>
              <p:spPr bwMode="auto">
                <a:xfrm>
                  <a:off x="2471"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265" name="Line 500"/>
                <p:cNvSpPr>
                  <a:spLocks noChangeShapeType="1"/>
                </p:cNvSpPr>
                <p:nvPr/>
              </p:nvSpPr>
              <p:spPr bwMode="auto">
                <a:xfrm>
                  <a:off x="2526"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266" name="Line 501"/>
                <p:cNvSpPr>
                  <a:spLocks noChangeShapeType="1"/>
                </p:cNvSpPr>
                <p:nvPr/>
              </p:nvSpPr>
              <p:spPr bwMode="auto">
                <a:xfrm>
                  <a:off x="2582"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267" name="Line 502"/>
                <p:cNvSpPr>
                  <a:spLocks noChangeShapeType="1"/>
                </p:cNvSpPr>
                <p:nvPr/>
              </p:nvSpPr>
              <p:spPr bwMode="auto">
                <a:xfrm>
                  <a:off x="2638"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268" name="Line 503"/>
                <p:cNvSpPr>
                  <a:spLocks noChangeShapeType="1"/>
                </p:cNvSpPr>
                <p:nvPr/>
              </p:nvSpPr>
              <p:spPr bwMode="auto">
                <a:xfrm>
                  <a:off x="2694" y="1757"/>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3540" name="Group 504"/>
            <p:cNvGrpSpPr>
              <a:grpSpLocks/>
            </p:cNvGrpSpPr>
            <p:nvPr/>
          </p:nvGrpSpPr>
          <p:grpSpPr bwMode="auto">
            <a:xfrm>
              <a:off x="1489" y="3264"/>
              <a:ext cx="423" cy="56"/>
              <a:chOff x="1489" y="3264"/>
              <a:chExt cx="423" cy="56"/>
            </a:xfrm>
          </p:grpSpPr>
          <p:sp>
            <p:nvSpPr>
              <p:cNvPr id="104253" name="Freeform 505"/>
              <p:cNvSpPr>
                <a:spLocks/>
              </p:cNvSpPr>
              <p:nvPr/>
            </p:nvSpPr>
            <p:spPr bwMode="auto">
              <a:xfrm>
                <a:off x="1792" y="3264"/>
                <a:ext cx="120" cy="56"/>
              </a:xfrm>
              <a:custGeom>
                <a:avLst/>
                <a:gdLst>
                  <a:gd name="T0" fmla="*/ 120 w 120"/>
                  <a:gd name="T1" fmla="*/ 24 h 56"/>
                  <a:gd name="T2" fmla="*/ 0 w 120"/>
                  <a:gd name="T3" fmla="*/ 56 h 56"/>
                  <a:gd name="T4" fmla="*/ 0 w 120"/>
                  <a:gd name="T5" fmla="*/ 24 h 56"/>
                  <a:gd name="T6" fmla="*/ 0 w 120"/>
                  <a:gd name="T7" fmla="*/ 0 h 56"/>
                  <a:gd name="T8" fmla="*/ 120 w 120"/>
                  <a:gd name="T9" fmla="*/ 24 h 56"/>
                  <a:gd name="T10" fmla="*/ 0 60000 65536"/>
                  <a:gd name="T11" fmla="*/ 0 60000 65536"/>
                  <a:gd name="T12" fmla="*/ 0 60000 65536"/>
                  <a:gd name="T13" fmla="*/ 0 60000 65536"/>
                  <a:gd name="T14" fmla="*/ 0 60000 65536"/>
                  <a:gd name="T15" fmla="*/ 0 w 120"/>
                  <a:gd name="T16" fmla="*/ 0 h 56"/>
                  <a:gd name="T17" fmla="*/ 120 w 120"/>
                  <a:gd name="T18" fmla="*/ 56 h 56"/>
                </a:gdLst>
                <a:ahLst/>
                <a:cxnLst>
                  <a:cxn ang="T10">
                    <a:pos x="T0" y="T1"/>
                  </a:cxn>
                  <a:cxn ang="T11">
                    <a:pos x="T2" y="T3"/>
                  </a:cxn>
                  <a:cxn ang="T12">
                    <a:pos x="T4" y="T5"/>
                  </a:cxn>
                  <a:cxn ang="T13">
                    <a:pos x="T6" y="T7"/>
                  </a:cxn>
                  <a:cxn ang="T14">
                    <a:pos x="T8" y="T9"/>
                  </a:cxn>
                </a:cxnLst>
                <a:rect l="T15" t="T16" r="T17" b="T18"/>
                <a:pathLst>
                  <a:path w="120" h="56">
                    <a:moveTo>
                      <a:pt x="120" y="24"/>
                    </a:moveTo>
                    <a:lnTo>
                      <a:pt x="0" y="56"/>
                    </a:lnTo>
                    <a:lnTo>
                      <a:pt x="0" y="24"/>
                    </a:lnTo>
                    <a:lnTo>
                      <a:pt x="0" y="0"/>
                    </a:lnTo>
                    <a:lnTo>
                      <a:pt x="120" y="24"/>
                    </a:lnTo>
                    <a:close/>
                  </a:path>
                </a:pathLst>
              </a:custGeom>
              <a:solidFill>
                <a:schemeClr val="bg2"/>
              </a:solidFill>
              <a:ln w="9525">
                <a:solidFill>
                  <a:schemeClr val="bg2"/>
                </a:solidFill>
                <a:round/>
                <a:headEnd/>
                <a:tailEnd/>
              </a:ln>
            </p:spPr>
            <p:txBody>
              <a:bodyPr/>
              <a:lstStyle/>
              <a:p>
                <a:endParaRPr lang="en-US"/>
              </a:p>
            </p:txBody>
          </p:sp>
          <p:grpSp>
            <p:nvGrpSpPr>
              <p:cNvPr id="104254" name="Group 506"/>
              <p:cNvGrpSpPr>
                <a:grpSpLocks/>
              </p:cNvGrpSpPr>
              <p:nvPr/>
            </p:nvGrpSpPr>
            <p:grpSpPr bwMode="auto">
              <a:xfrm>
                <a:off x="1489" y="3288"/>
                <a:ext cx="295" cy="1"/>
                <a:chOff x="1489" y="3288"/>
                <a:chExt cx="295" cy="1"/>
              </a:xfrm>
            </p:grpSpPr>
            <p:sp>
              <p:nvSpPr>
                <p:cNvPr id="104255" name="Line 507"/>
                <p:cNvSpPr>
                  <a:spLocks noChangeShapeType="1"/>
                </p:cNvSpPr>
                <p:nvPr/>
              </p:nvSpPr>
              <p:spPr bwMode="auto">
                <a:xfrm>
                  <a:off x="1489"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256" name="Line 508"/>
                <p:cNvSpPr>
                  <a:spLocks noChangeShapeType="1"/>
                </p:cNvSpPr>
                <p:nvPr/>
              </p:nvSpPr>
              <p:spPr bwMode="auto">
                <a:xfrm>
                  <a:off x="1544"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257" name="Line 509"/>
                <p:cNvSpPr>
                  <a:spLocks noChangeShapeType="1"/>
                </p:cNvSpPr>
                <p:nvPr/>
              </p:nvSpPr>
              <p:spPr bwMode="auto">
                <a:xfrm>
                  <a:off x="1600"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258" name="Line 510"/>
                <p:cNvSpPr>
                  <a:spLocks noChangeShapeType="1"/>
                </p:cNvSpPr>
                <p:nvPr/>
              </p:nvSpPr>
              <p:spPr bwMode="auto">
                <a:xfrm>
                  <a:off x="1656"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259" name="Line 511"/>
                <p:cNvSpPr>
                  <a:spLocks noChangeShapeType="1"/>
                </p:cNvSpPr>
                <p:nvPr/>
              </p:nvSpPr>
              <p:spPr bwMode="auto">
                <a:xfrm>
                  <a:off x="1712"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260" name="Line 512"/>
                <p:cNvSpPr>
                  <a:spLocks noChangeShapeType="1"/>
                </p:cNvSpPr>
                <p:nvPr/>
              </p:nvSpPr>
              <p:spPr bwMode="auto">
                <a:xfrm>
                  <a:off x="1768" y="3288"/>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3541" name="Group 513"/>
            <p:cNvGrpSpPr>
              <a:grpSpLocks/>
            </p:cNvGrpSpPr>
            <p:nvPr/>
          </p:nvGrpSpPr>
          <p:grpSpPr bwMode="auto">
            <a:xfrm>
              <a:off x="1944" y="3256"/>
              <a:ext cx="423" cy="56"/>
              <a:chOff x="1944" y="3256"/>
              <a:chExt cx="423" cy="56"/>
            </a:xfrm>
          </p:grpSpPr>
          <p:sp>
            <p:nvSpPr>
              <p:cNvPr id="104245" name="Freeform 514"/>
              <p:cNvSpPr>
                <a:spLocks/>
              </p:cNvSpPr>
              <p:nvPr/>
            </p:nvSpPr>
            <p:spPr bwMode="auto">
              <a:xfrm>
                <a:off x="2255" y="325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04246" name="Group 515"/>
              <p:cNvGrpSpPr>
                <a:grpSpLocks/>
              </p:cNvGrpSpPr>
              <p:nvPr/>
            </p:nvGrpSpPr>
            <p:grpSpPr bwMode="auto">
              <a:xfrm>
                <a:off x="1944" y="3288"/>
                <a:ext cx="303" cy="1"/>
                <a:chOff x="1944" y="3288"/>
                <a:chExt cx="303" cy="1"/>
              </a:xfrm>
            </p:grpSpPr>
            <p:sp>
              <p:nvSpPr>
                <p:cNvPr id="104247" name="Line 516"/>
                <p:cNvSpPr>
                  <a:spLocks noChangeShapeType="1"/>
                </p:cNvSpPr>
                <p:nvPr/>
              </p:nvSpPr>
              <p:spPr bwMode="auto">
                <a:xfrm>
                  <a:off x="1944"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248" name="Line 517"/>
                <p:cNvSpPr>
                  <a:spLocks noChangeShapeType="1"/>
                </p:cNvSpPr>
                <p:nvPr/>
              </p:nvSpPr>
              <p:spPr bwMode="auto">
                <a:xfrm>
                  <a:off x="2000" y="3288"/>
                  <a:ext cx="23"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249" name="Line 518"/>
                <p:cNvSpPr>
                  <a:spLocks noChangeShapeType="1"/>
                </p:cNvSpPr>
                <p:nvPr/>
              </p:nvSpPr>
              <p:spPr bwMode="auto">
                <a:xfrm>
                  <a:off x="2055"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250" name="Line 519"/>
                <p:cNvSpPr>
                  <a:spLocks noChangeShapeType="1"/>
                </p:cNvSpPr>
                <p:nvPr/>
              </p:nvSpPr>
              <p:spPr bwMode="auto">
                <a:xfrm>
                  <a:off x="2111"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251" name="Line 520"/>
                <p:cNvSpPr>
                  <a:spLocks noChangeShapeType="1"/>
                </p:cNvSpPr>
                <p:nvPr/>
              </p:nvSpPr>
              <p:spPr bwMode="auto">
                <a:xfrm>
                  <a:off x="2167"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252" name="Line 521"/>
                <p:cNvSpPr>
                  <a:spLocks noChangeShapeType="1"/>
                </p:cNvSpPr>
                <p:nvPr/>
              </p:nvSpPr>
              <p:spPr bwMode="auto">
                <a:xfrm>
                  <a:off x="2223"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3542" name="Group 522"/>
            <p:cNvGrpSpPr>
              <a:grpSpLocks/>
            </p:cNvGrpSpPr>
            <p:nvPr/>
          </p:nvGrpSpPr>
          <p:grpSpPr bwMode="auto">
            <a:xfrm>
              <a:off x="2415" y="3256"/>
              <a:ext cx="415" cy="56"/>
              <a:chOff x="2415" y="3256"/>
              <a:chExt cx="415" cy="56"/>
            </a:xfrm>
          </p:grpSpPr>
          <p:sp>
            <p:nvSpPr>
              <p:cNvPr id="104237" name="Freeform 523"/>
              <p:cNvSpPr>
                <a:spLocks/>
              </p:cNvSpPr>
              <p:nvPr/>
            </p:nvSpPr>
            <p:spPr bwMode="auto">
              <a:xfrm>
                <a:off x="2718" y="325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04238" name="Group 524"/>
              <p:cNvGrpSpPr>
                <a:grpSpLocks/>
              </p:cNvGrpSpPr>
              <p:nvPr/>
            </p:nvGrpSpPr>
            <p:grpSpPr bwMode="auto">
              <a:xfrm>
                <a:off x="2415" y="3288"/>
                <a:ext cx="295" cy="1"/>
                <a:chOff x="2415" y="3288"/>
                <a:chExt cx="295" cy="1"/>
              </a:xfrm>
            </p:grpSpPr>
            <p:sp>
              <p:nvSpPr>
                <p:cNvPr id="104239" name="Line 525"/>
                <p:cNvSpPr>
                  <a:spLocks noChangeShapeType="1"/>
                </p:cNvSpPr>
                <p:nvPr/>
              </p:nvSpPr>
              <p:spPr bwMode="auto">
                <a:xfrm>
                  <a:off x="2415"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240" name="Line 526"/>
                <p:cNvSpPr>
                  <a:spLocks noChangeShapeType="1"/>
                </p:cNvSpPr>
                <p:nvPr/>
              </p:nvSpPr>
              <p:spPr bwMode="auto">
                <a:xfrm>
                  <a:off x="2471"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241" name="Line 527"/>
                <p:cNvSpPr>
                  <a:spLocks noChangeShapeType="1"/>
                </p:cNvSpPr>
                <p:nvPr/>
              </p:nvSpPr>
              <p:spPr bwMode="auto">
                <a:xfrm>
                  <a:off x="2526"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242" name="Line 528"/>
                <p:cNvSpPr>
                  <a:spLocks noChangeShapeType="1"/>
                </p:cNvSpPr>
                <p:nvPr/>
              </p:nvSpPr>
              <p:spPr bwMode="auto">
                <a:xfrm>
                  <a:off x="2582"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243" name="Line 529"/>
                <p:cNvSpPr>
                  <a:spLocks noChangeShapeType="1"/>
                </p:cNvSpPr>
                <p:nvPr/>
              </p:nvSpPr>
              <p:spPr bwMode="auto">
                <a:xfrm>
                  <a:off x="2638"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244" name="Line 530"/>
                <p:cNvSpPr>
                  <a:spLocks noChangeShapeType="1"/>
                </p:cNvSpPr>
                <p:nvPr/>
              </p:nvSpPr>
              <p:spPr bwMode="auto">
                <a:xfrm>
                  <a:off x="2694" y="3288"/>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3543" name="Group 531"/>
            <p:cNvGrpSpPr>
              <a:grpSpLocks/>
            </p:cNvGrpSpPr>
            <p:nvPr/>
          </p:nvGrpSpPr>
          <p:grpSpPr bwMode="auto">
            <a:xfrm>
              <a:off x="1489" y="3567"/>
              <a:ext cx="423" cy="56"/>
              <a:chOff x="1489" y="3567"/>
              <a:chExt cx="423" cy="56"/>
            </a:xfrm>
          </p:grpSpPr>
          <p:sp>
            <p:nvSpPr>
              <p:cNvPr id="104229" name="Freeform 532"/>
              <p:cNvSpPr>
                <a:spLocks/>
              </p:cNvSpPr>
              <p:nvPr/>
            </p:nvSpPr>
            <p:spPr bwMode="auto">
              <a:xfrm>
                <a:off x="1800"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solidFill>
                <a:schemeClr val="bg2"/>
              </a:solidFill>
              <a:ln w="9525">
                <a:solidFill>
                  <a:schemeClr val="bg2"/>
                </a:solidFill>
                <a:round/>
                <a:headEnd/>
                <a:tailEnd/>
              </a:ln>
            </p:spPr>
            <p:txBody>
              <a:bodyPr/>
              <a:lstStyle/>
              <a:p>
                <a:endParaRPr lang="en-US"/>
              </a:p>
            </p:txBody>
          </p:sp>
          <p:grpSp>
            <p:nvGrpSpPr>
              <p:cNvPr id="104230" name="Group 533"/>
              <p:cNvGrpSpPr>
                <a:grpSpLocks/>
              </p:cNvGrpSpPr>
              <p:nvPr/>
            </p:nvGrpSpPr>
            <p:grpSpPr bwMode="auto">
              <a:xfrm>
                <a:off x="1489" y="3591"/>
                <a:ext cx="303" cy="1"/>
                <a:chOff x="1489" y="3591"/>
                <a:chExt cx="303" cy="1"/>
              </a:xfrm>
            </p:grpSpPr>
            <p:sp>
              <p:nvSpPr>
                <p:cNvPr id="104231" name="Line 534"/>
                <p:cNvSpPr>
                  <a:spLocks noChangeShapeType="1"/>
                </p:cNvSpPr>
                <p:nvPr/>
              </p:nvSpPr>
              <p:spPr bwMode="auto">
                <a:xfrm>
                  <a:off x="1489"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232" name="Line 535"/>
                <p:cNvSpPr>
                  <a:spLocks noChangeShapeType="1"/>
                </p:cNvSpPr>
                <p:nvPr/>
              </p:nvSpPr>
              <p:spPr bwMode="auto">
                <a:xfrm>
                  <a:off x="1544"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233" name="Line 536"/>
                <p:cNvSpPr>
                  <a:spLocks noChangeShapeType="1"/>
                </p:cNvSpPr>
                <p:nvPr/>
              </p:nvSpPr>
              <p:spPr bwMode="auto">
                <a:xfrm>
                  <a:off x="1600"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234" name="Line 537"/>
                <p:cNvSpPr>
                  <a:spLocks noChangeShapeType="1"/>
                </p:cNvSpPr>
                <p:nvPr/>
              </p:nvSpPr>
              <p:spPr bwMode="auto">
                <a:xfrm>
                  <a:off x="1656"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235" name="Line 538"/>
                <p:cNvSpPr>
                  <a:spLocks noChangeShapeType="1"/>
                </p:cNvSpPr>
                <p:nvPr/>
              </p:nvSpPr>
              <p:spPr bwMode="auto">
                <a:xfrm>
                  <a:off x="1712"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236" name="Line 539"/>
                <p:cNvSpPr>
                  <a:spLocks noChangeShapeType="1"/>
                </p:cNvSpPr>
                <p:nvPr/>
              </p:nvSpPr>
              <p:spPr bwMode="auto">
                <a:xfrm>
                  <a:off x="1768"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3544" name="Group 540"/>
            <p:cNvGrpSpPr>
              <a:grpSpLocks/>
            </p:cNvGrpSpPr>
            <p:nvPr/>
          </p:nvGrpSpPr>
          <p:grpSpPr bwMode="auto">
            <a:xfrm>
              <a:off x="1952" y="3567"/>
              <a:ext cx="415" cy="56"/>
              <a:chOff x="1952" y="3567"/>
              <a:chExt cx="415" cy="56"/>
            </a:xfrm>
          </p:grpSpPr>
          <p:sp>
            <p:nvSpPr>
              <p:cNvPr id="104221" name="Freeform 541"/>
              <p:cNvSpPr>
                <a:spLocks/>
              </p:cNvSpPr>
              <p:nvPr/>
            </p:nvSpPr>
            <p:spPr bwMode="auto">
              <a:xfrm>
                <a:off x="2255"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solidFill>
                <a:schemeClr val="bg2"/>
              </a:solidFill>
              <a:ln w="9525">
                <a:solidFill>
                  <a:schemeClr val="bg2"/>
                </a:solidFill>
                <a:round/>
                <a:headEnd/>
                <a:tailEnd/>
              </a:ln>
            </p:spPr>
            <p:txBody>
              <a:bodyPr/>
              <a:lstStyle/>
              <a:p>
                <a:endParaRPr lang="en-US"/>
              </a:p>
            </p:txBody>
          </p:sp>
          <p:grpSp>
            <p:nvGrpSpPr>
              <p:cNvPr id="104222" name="Group 542"/>
              <p:cNvGrpSpPr>
                <a:grpSpLocks/>
              </p:cNvGrpSpPr>
              <p:nvPr/>
            </p:nvGrpSpPr>
            <p:grpSpPr bwMode="auto">
              <a:xfrm>
                <a:off x="1952" y="3591"/>
                <a:ext cx="295" cy="1"/>
                <a:chOff x="1952" y="3591"/>
                <a:chExt cx="295" cy="1"/>
              </a:xfrm>
            </p:grpSpPr>
            <p:sp>
              <p:nvSpPr>
                <p:cNvPr id="104223" name="Line 543"/>
                <p:cNvSpPr>
                  <a:spLocks noChangeShapeType="1"/>
                </p:cNvSpPr>
                <p:nvPr/>
              </p:nvSpPr>
              <p:spPr bwMode="auto">
                <a:xfrm>
                  <a:off x="1952"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224" name="Line 544"/>
                <p:cNvSpPr>
                  <a:spLocks noChangeShapeType="1"/>
                </p:cNvSpPr>
                <p:nvPr/>
              </p:nvSpPr>
              <p:spPr bwMode="auto">
                <a:xfrm>
                  <a:off x="2008" y="3591"/>
                  <a:ext cx="23"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225" name="Line 545"/>
                <p:cNvSpPr>
                  <a:spLocks noChangeShapeType="1"/>
                </p:cNvSpPr>
                <p:nvPr/>
              </p:nvSpPr>
              <p:spPr bwMode="auto">
                <a:xfrm>
                  <a:off x="2063"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226" name="Line 546"/>
                <p:cNvSpPr>
                  <a:spLocks noChangeShapeType="1"/>
                </p:cNvSpPr>
                <p:nvPr/>
              </p:nvSpPr>
              <p:spPr bwMode="auto">
                <a:xfrm>
                  <a:off x="2119"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227" name="Line 547"/>
                <p:cNvSpPr>
                  <a:spLocks noChangeShapeType="1"/>
                </p:cNvSpPr>
                <p:nvPr/>
              </p:nvSpPr>
              <p:spPr bwMode="auto">
                <a:xfrm>
                  <a:off x="2175"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228" name="Line 548"/>
                <p:cNvSpPr>
                  <a:spLocks noChangeShapeType="1"/>
                </p:cNvSpPr>
                <p:nvPr/>
              </p:nvSpPr>
              <p:spPr bwMode="auto">
                <a:xfrm>
                  <a:off x="2231" y="3591"/>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3545" name="Group 549"/>
            <p:cNvGrpSpPr>
              <a:grpSpLocks/>
            </p:cNvGrpSpPr>
            <p:nvPr/>
          </p:nvGrpSpPr>
          <p:grpSpPr bwMode="auto">
            <a:xfrm>
              <a:off x="2407" y="3567"/>
              <a:ext cx="415" cy="56"/>
              <a:chOff x="2407" y="3567"/>
              <a:chExt cx="415" cy="56"/>
            </a:xfrm>
          </p:grpSpPr>
          <p:sp>
            <p:nvSpPr>
              <p:cNvPr id="104213" name="Freeform 550"/>
              <p:cNvSpPr>
                <a:spLocks/>
              </p:cNvSpPr>
              <p:nvPr/>
            </p:nvSpPr>
            <p:spPr bwMode="auto">
              <a:xfrm>
                <a:off x="2710"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solidFill>
                <a:schemeClr val="bg2"/>
              </a:solidFill>
              <a:ln w="9525">
                <a:solidFill>
                  <a:schemeClr val="bg2"/>
                </a:solidFill>
                <a:round/>
                <a:headEnd/>
                <a:tailEnd/>
              </a:ln>
            </p:spPr>
            <p:txBody>
              <a:bodyPr/>
              <a:lstStyle/>
              <a:p>
                <a:endParaRPr lang="en-US"/>
              </a:p>
            </p:txBody>
          </p:sp>
          <p:grpSp>
            <p:nvGrpSpPr>
              <p:cNvPr id="104214" name="Group 551"/>
              <p:cNvGrpSpPr>
                <a:grpSpLocks/>
              </p:cNvGrpSpPr>
              <p:nvPr/>
            </p:nvGrpSpPr>
            <p:grpSpPr bwMode="auto">
              <a:xfrm>
                <a:off x="2407" y="3591"/>
                <a:ext cx="295" cy="1"/>
                <a:chOff x="2407" y="3591"/>
                <a:chExt cx="295" cy="1"/>
              </a:xfrm>
            </p:grpSpPr>
            <p:sp>
              <p:nvSpPr>
                <p:cNvPr id="104215" name="Line 552"/>
                <p:cNvSpPr>
                  <a:spLocks noChangeShapeType="1"/>
                </p:cNvSpPr>
                <p:nvPr/>
              </p:nvSpPr>
              <p:spPr bwMode="auto">
                <a:xfrm>
                  <a:off x="2407"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216" name="Line 553"/>
                <p:cNvSpPr>
                  <a:spLocks noChangeShapeType="1"/>
                </p:cNvSpPr>
                <p:nvPr/>
              </p:nvSpPr>
              <p:spPr bwMode="auto">
                <a:xfrm>
                  <a:off x="2463"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217" name="Line 554"/>
                <p:cNvSpPr>
                  <a:spLocks noChangeShapeType="1"/>
                </p:cNvSpPr>
                <p:nvPr/>
              </p:nvSpPr>
              <p:spPr bwMode="auto">
                <a:xfrm>
                  <a:off x="2518"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218" name="Line 555"/>
                <p:cNvSpPr>
                  <a:spLocks noChangeShapeType="1"/>
                </p:cNvSpPr>
                <p:nvPr/>
              </p:nvSpPr>
              <p:spPr bwMode="auto">
                <a:xfrm>
                  <a:off x="2574"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219" name="Line 556"/>
                <p:cNvSpPr>
                  <a:spLocks noChangeShapeType="1"/>
                </p:cNvSpPr>
                <p:nvPr/>
              </p:nvSpPr>
              <p:spPr bwMode="auto">
                <a:xfrm>
                  <a:off x="2630"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220" name="Line 557"/>
                <p:cNvSpPr>
                  <a:spLocks noChangeShapeType="1"/>
                </p:cNvSpPr>
                <p:nvPr/>
              </p:nvSpPr>
              <p:spPr bwMode="auto">
                <a:xfrm>
                  <a:off x="2686" y="3591"/>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3546" name="Group 558"/>
            <p:cNvGrpSpPr>
              <a:grpSpLocks/>
            </p:cNvGrpSpPr>
            <p:nvPr/>
          </p:nvGrpSpPr>
          <p:grpSpPr bwMode="auto">
            <a:xfrm>
              <a:off x="1952" y="2376"/>
              <a:ext cx="886" cy="290"/>
              <a:chOff x="1952" y="2376"/>
              <a:chExt cx="886" cy="290"/>
            </a:xfrm>
          </p:grpSpPr>
          <p:sp>
            <p:nvSpPr>
              <p:cNvPr id="104211" name="Freeform 559"/>
              <p:cNvSpPr>
                <a:spLocks/>
              </p:cNvSpPr>
              <p:nvPr/>
            </p:nvSpPr>
            <p:spPr bwMode="auto">
              <a:xfrm>
                <a:off x="2702" y="2586"/>
                <a:ext cx="136" cy="80"/>
              </a:xfrm>
              <a:custGeom>
                <a:avLst/>
                <a:gdLst>
                  <a:gd name="T0" fmla="*/ 136 w 136"/>
                  <a:gd name="T1" fmla="*/ 80 h 80"/>
                  <a:gd name="T2" fmla="*/ 0 w 136"/>
                  <a:gd name="T3" fmla="*/ 64 h 80"/>
                  <a:gd name="T4" fmla="*/ 8 w 136"/>
                  <a:gd name="T5" fmla="*/ 32 h 80"/>
                  <a:gd name="T6" fmla="*/ 16 w 136"/>
                  <a:gd name="T7" fmla="*/ 0 h 80"/>
                  <a:gd name="T8" fmla="*/ 136 w 136"/>
                  <a:gd name="T9" fmla="*/ 80 h 80"/>
                  <a:gd name="T10" fmla="*/ 0 60000 65536"/>
                  <a:gd name="T11" fmla="*/ 0 60000 65536"/>
                  <a:gd name="T12" fmla="*/ 0 60000 65536"/>
                  <a:gd name="T13" fmla="*/ 0 60000 65536"/>
                  <a:gd name="T14" fmla="*/ 0 60000 65536"/>
                  <a:gd name="T15" fmla="*/ 0 w 136"/>
                  <a:gd name="T16" fmla="*/ 0 h 80"/>
                  <a:gd name="T17" fmla="*/ 136 w 136"/>
                  <a:gd name="T18" fmla="*/ 80 h 80"/>
                </a:gdLst>
                <a:ahLst/>
                <a:cxnLst>
                  <a:cxn ang="T10">
                    <a:pos x="T0" y="T1"/>
                  </a:cxn>
                  <a:cxn ang="T11">
                    <a:pos x="T2" y="T3"/>
                  </a:cxn>
                  <a:cxn ang="T12">
                    <a:pos x="T4" y="T5"/>
                  </a:cxn>
                  <a:cxn ang="T13">
                    <a:pos x="T6" y="T7"/>
                  </a:cxn>
                  <a:cxn ang="T14">
                    <a:pos x="T8" y="T9"/>
                  </a:cxn>
                </a:cxnLst>
                <a:rect l="T15" t="T16" r="T17" b="T18"/>
                <a:pathLst>
                  <a:path w="136" h="80">
                    <a:moveTo>
                      <a:pt x="136" y="80"/>
                    </a:moveTo>
                    <a:lnTo>
                      <a:pt x="0" y="64"/>
                    </a:lnTo>
                    <a:lnTo>
                      <a:pt x="8" y="32"/>
                    </a:lnTo>
                    <a:lnTo>
                      <a:pt x="16" y="0"/>
                    </a:lnTo>
                    <a:lnTo>
                      <a:pt x="136" y="80"/>
                    </a:lnTo>
                    <a:close/>
                  </a:path>
                </a:pathLst>
              </a:custGeom>
              <a:solidFill>
                <a:schemeClr val="bg2"/>
              </a:solidFill>
              <a:ln w="9525">
                <a:solidFill>
                  <a:schemeClr val="bg2"/>
                </a:solidFill>
                <a:round/>
                <a:headEnd/>
                <a:tailEnd/>
              </a:ln>
            </p:spPr>
            <p:txBody>
              <a:bodyPr/>
              <a:lstStyle/>
              <a:p>
                <a:endParaRPr lang="en-US"/>
              </a:p>
            </p:txBody>
          </p:sp>
          <p:sp>
            <p:nvSpPr>
              <p:cNvPr id="104212" name="Line 560"/>
              <p:cNvSpPr>
                <a:spLocks noChangeShapeType="1"/>
              </p:cNvSpPr>
              <p:nvPr/>
            </p:nvSpPr>
            <p:spPr bwMode="auto">
              <a:xfrm>
                <a:off x="1952" y="2376"/>
                <a:ext cx="766" cy="244"/>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3547" name="Group 561"/>
            <p:cNvGrpSpPr>
              <a:grpSpLocks/>
            </p:cNvGrpSpPr>
            <p:nvPr/>
          </p:nvGrpSpPr>
          <p:grpSpPr bwMode="auto">
            <a:xfrm>
              <a:off x="1481" y="2084"/>
              <a:ext cx="1373" cy="1507"/>
              <a:chOff x="1481" y="2084"/>
              <a:chExt cx="1373" cy="1507"/>
            </a:xfrm>
          </p:grpSpPr>
          <p:sp>
            <p:nvSpPr>
              <p:cNvPr id="104209" name="Freeform 562"/>
              <p:cNvSpPr>
                <a:spLocks/>
              </p:cNvSpPr>
              <p:nvPr/>
            </p:nvSpPr>
            <p:spPr bwMode="auto">
              <a:xfrm>
                <a:off x="2742" y="2084"/>
                <a:ext cx="112" cy="119"/>
              </a:xfrm>
              <a:custGeom>
                <a:avLst/>
                <a:gdLst>
                  <a:gd name="T0" fmla="*/ 112 w 112"/>
                  <a:gd name="T1" fmla="*/ 0 h 119"/>
                  <a:gd name="T2" fmla="*/ 48 w 112"/>
                  <a:gd name="T3" fmla="*/ 119 h 119"/>
                  <a:gd name="T4" fmla="*/ 24 w 112"/>
                  <a:gd name="T5" fmla="*/ 96 h 119"/>
                  <a:gd name="T6" fmla="*/ 0 w 112"/>
                  <a:gd name="T7" fmla="*/ 72 h 119"/>
                  <a:gd name="T8" fmla="*/ 112 w 112"/>
                  <a:gd name="T9" fmla="*/ 0 h 119"/>
                  <a:gd name="T10" fmla="*/ 0 60000 65536"/>
                  <a:gd name="T11" fmla="*/ 0 60000 65536"/>
                  <a:gd name="T12" fmla="*/ 0 60000 65536"/>
                  <a:gd name="T13" fmla="*/ 0 60000 65536"/>
                  <a:gd name="T14" fmla="*/ 0 60000 65536"/>
                  <a:gd name="T15" fmla="*/ 0 w 112"/>
                  <a:gd name="T16" fmla="*/ 0 h 119"/>
                  <a:gd name="T17" fmla="*/ 112 w 112"/>
                  <a:gd name="T18" fmla="*/ 119 h 119"/>
                </a:gdLst>
                <a:ahLst/>
                <a:cxnLst>
                  <a:cxn ang="T10">
                    <a:pos x="T0" y="T1"/>
                  </a:cxn>
                  <a:cxn ang="T11">
                    <a:pos x="T2" y="T3"/>
                  </a:cxn>
                  <a:cxn ang="T12">
                    <a:pos x="T4" y="T5"/>
                  </a:cxn>
                  <a:cxn ang="T13">
                    <a:pos x="T6" y="T7"/>
                  </a:cxn>
                  <a:cxn ang="T14">
                    <a:pos x="T8" y="T9"/>
                  </a:cxn>
                </a:cxnLst>
                <a:rect l="T15" t="T16" r="T17" b="T18"/>
                <a:pathLst>
                  <a:path w="112" h="119">
                    <a:moveTo>
                      <a:pt x="112" y="0"/>
                    </a:moveTo>
                    <a:lnTo>
                      <a:pt x="48" y="119"/>
                    </a:lnTo>
                    <a:lnTo>
                      <a:pt x="24" y="96"/>
                    </a:lnTo>
                    <a:lnTo>
                      <a:pt x="0" y="72"/>
                    </a:lnTo>
                    <a:lnTo>
                      <a:pt x="112" y="0"/>
                    </a:lnTo>
                    <a:close/>
                  </a:path>
                </a:pathLst>
              </a:custGeom>
              <a:solidFill>
                <a:schemeClr val="bg2"/>
              </a:solidFill>
              <a:ln w="9525">
                <a:solidFill>
                  <a:schemeClr val="bg2"/>
                </a:solidFill>
                <a:round/>
                <a:headEnd/>
                <a:tailEnd/>
              </a:ln>
            </p:spPr>
            <p:txBody>
              <a:bodyPr/>
              <a:lstStyle/>
              <a:p>
                <a:endParaRPr lang="en-US"/>
              </a:p>
            </p:txBody>
          </p:sp>
          <p:sp>
            <p:nvSpPr>
              <p:cNvPr id="104210" name="Line 563"/>
              <p:cNvSpPr>
                <a:spLocks noChangeShapeType="1"/>
              </p:cNvSpPr>
              <p:nvPr/>
            </p:nvSpPr>
            <p:spPr bwMode="auto">
              <a:xfrm flipV="1">
                <a:off x="1481" y="2172"/>
                <a:ext cx="1291" cy="1419"/>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3548" name="Group 564"/>
            <p:cNvGrpSpPr>
              <a:grpSpLocks/>
            </p:cNvGrpSpPr>
            <p:nvPr/>
          </p:nvGrpSpPr>
          <p:grpSpPr bwMode="auto">
            <a:xfrm>
              <a:off x="1944" y="2076"/>
              <a:ext cx="902" cy="885"/>
              <a:chOff x="1944" y="2076"/>
              <a:chExt cx="902" cy="885"/>
            </a:xfrm>
          </p:grpSpPr>
          <p:sp>
            <p:nvSpPr>
              <p:cNvPr id="104207" name="Freeform 565"/>
              <p:cNvSpPr>
                <a:spLocks/>
              </p:cNvSpPr>
              <p:nvPr/>
            </p:nvSpPr>
            <p:spPr bwMode="auto">
              <a:xfrm>
                <a:off x="2726" y="2850"/>
                <a:ext cx="120" cy="111"/>
              </a:xfrm>
              <a:custGeom>
                <a:avLst/>
                <a:gdLst>
                  <a:gd name="T0" fmla="*/ 120 w 120"/>
                  <a:gd name="T1" fmla="*/ 111 h 111"/>
                  <a:gd name="T2" fmla="*/ 0 w 120"/>
                  <a:gd name="T3" fmla="*/ 47 h 111"/>
                  <a:gd name="T4" fmla="*/ 24 w 120"/>
                  <a:gd name="T5" fmla="*/ 23 h 111"/>
                  <a:gd name="T6" fmla="*/ 48 w 120"/>
                  <a:gd name="T7" fmla="*/ 0 h 111"/>
                  <a:gd name="T8" fmla="*/ 120 w 120"/>
                  <a:gd name="T9" fmla="*/ 111 h 111"/>
                  <a:gd name="T10" fmla="*/ 0 60000 65536"/>
                  <a:gd name="T11" fmla="*/ 0 60000 65536"/>
                  <a:gd name="T12" fmla="*/ 0 60000 65536"/>
                  <a:gd name="T13" fmla="*/ 0 60000 65536"/>
                  <a:gd name="T14" fmla="*/ 0 60000 65536"/>
                  <a:gd name="T15" fmla="*/ 0 w 120"/>
                  <a:gd name="T16" fmla="*/ 0 h 111"/>
                  <a:gd name="T17" fmla="*/ 120 w 120"/>
                  <a:gd name="T18" fmla="*/ 111 h 111"/>
                </a:gdLst>
                <a:ahLst/>
                <a:cxnLst>
                  <a:cxn ang="T10">
                    <a:pos x="T0" y="T1"/>
                  </a:cxn>
                  <a:cxn ang="T11">
                    <a:pos x="T2" y="T3"/>
                  </a:cxn>
                  <a:cxn ang="T12">
                    <a:pos x="T4" y="T5"/>
                  </a:cxn>
                  <a:cxn ang="T13">
                    <a:pos x="T6" y="T7"/>
                  </a:cxn>
                  <a:cxn ang="T14">
                    <a:pos x="T8" y="T9"/>
                  </a:cxn>
                </a:cxnLst>
                <a:rect l="T15" t="T16" r="T17" b="T18"/>
                <a:pathLst>
                  <a:path w="120" h="111">
                    <a:moveTo>
                      <a:pt x="120" y="111"/>
                    </a:moveTo>
                    <a:lnTo>
                      <a:pt x="0" y="47"/>
                    </a:lnTo>
                    <a:lnTo>
                      <a:pt x="24" y="23"/>
                    </a:lnTo>
                    <a:lnTo>
                      <a:pt x="48" y="0"/>
                    </a:lnTo>
                    <a:lnTo>
                      <a:pt x="120" y="111"/>
                    </a:lnTo>
                    <a:close/>
                  </a:path>
                </a:pathLst>
              </a:custGeom>
              <a:solidFill>
                <a:schemeClr val="bg2"/>
              </a:solidFill>
              <a:ln w="9525">
                <a:solidFill>
                  <a:schemeClr val="bg2"/>
                </a:solidFill>
                <a:round/>
                <a:headEnd/>
                <a:tailEnd/>
              </a:ln>
            </p:spPr>
            <p:txBody>
              <a:bodyPr/>
              <a:lstStyle/>
              <a:p>
                <a:endParaRPr lang="en-US"/>
              </a:p>
            </p:txBody>
          </p:sp>
          <p:sp>
            <p:nvSpPr>
              <p:cNvPr id="104208" name="Line 566"/>
              <p:cNvSpPr>
                <a:spLocks noChangeShapeType="1"/>
              </p:cNvSpPr>
              <p:nvPr/>
            </p:nvSpPr>
            <p:spPr bwMode="auto">
              <a:xfrm>
                <a:off x="1944" y="2076"/>
                <a:ext cx="814" cy="805"/>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3549" name="Group 567"/>
            <p:cNvGrpSpPr>
              <a:grpSpLocks/>
            </p:cNvGrpSpPr>
            <p:nvPr/>
          </p:nvGrpSpPr>
          <p:grpSpPr bwMode="auto">
            <a:xfrm>
              <a:off x="1489" y="2379"/>
              <a:ext cx="902" cy="893"/>
              <a:chOff x="1489" y="2379"/>
              <a:chExt cx="902" cy="893"/>
            </a:xfrm>
          </p:grpSpPr>
          <p:sp>
            <p:nvSpPr>
              <p:cNvPr id="104205" name="Freeform 568"/>
              <p:cNvSpPr>
                <a:spLocks/>
              </p:cNvSpPr>
              <p:nvPr/>
            </p:nvSpPr>
            <p:spPr bwMode="auto">
              <a:xfrm>
                <a:off x="2271" y="3153"/>
                <a:ext cx="120" cy="119"/>
              </a:xfrm>
              <a:custGeom>
                <a:avLst/>
                <a:gdLst>
                  <a:gd name="T0" fmla="*/ 120 w 120"/>
                  <a:gd name="T1" fmla="*/ 119 h 119"/>
                  <a:gd name="T2" fmla="*/ 0 w 120"/>
                  <a:gd name="T3" fmla="*/ 48 h 119"/>
                  <a:gd name="T4" fmla="*/ 24 w 120"/>
                  <a:gd name="T5" fmla="*/ 24 h 119"/>
                  <a:gd name="T6" fmla="*/ 48 w 120"/>
                  <a:gd name="T7" fmla="*/ 0 h 119"/>
                  <a:gd name="T8" fmla="*/ 120 w 120"/>
                  <a:gd name="T9" fmla="*/ 119 h 119"/>
                  <a:gd name="T10" fmla="*/ 0 60000 65536"/>
                  <a:gd name="T11" fmla="*/ 0 60000 65536"/>
                  <a:gd name="T12" fmla="*/ 0 60000 65536"/>
                  <a:gd name="T13" fmla="*/ 0 60000 65536"/>
                  <a:gd name="T14" fmla="*/ 0 60000 65536"/>
                  <a:gd name="T15" fmla="*/ 0 w 120"/>
                  <a:gd name="T16" fmla="*/ 0 h 119"/>
                  <a:gd name="T17" fmla="*/ 120 w 120"/>
                  <a:gd name="T18" fmla="*/ 119 h 119"/>
                </a:gdLst>
                <a:ahLst/>
                <a:cxnLst>
                  <a:cxn ang="T10">
                    <a:pos x="T0" y="T1"/>
                  </a:cxn>
                  <a:cxn ang="T11">
                    <a:pos x="T2" y="T3"/>
                  </a:cxn>
                  <a:cxn ang="T12">
                    <a:pos x="T4" y="T5"/>
                  </a:cxn>
                  <a:cxn ang="T13">
                    <a:pos x="T6" y="T7"/>
                  </a:cxn>
                  <a:cxn ang="T14">
                    <a:pos x="T8" y="T9"/>
                  </a:cxn>
                </a:cxnLst>
                <a:rect l="T15" t="T16" r="T17" b="T18"/>
                <a:pathLst>
                  <a:path w="120" h="119">
                    <a:moveTo>
                      <a:pt x="120" y="119"/>
                    </a:moveTo>
                    <a:lnTo>
                      <a:pt x="0" y="48"/>
                    </a:lnTo>
                    <a:lnTo>
                      <a:pt x="24" y="24"/>
                    </a:lnTo>
                    <a:lnTo>
                      <a:pt x="48" y="0"/>
                    </a:lnTo>
                    <a:lnTo>
                      <a:pt x="120" y="119"/>
                    </a:lnTo>
                    <a:close/>
                  </a:path>
                </a:pathLst>
              </a:custGeom>
              <a:solidFill>
                <a:schemeClr val="bg2"/>
              </a:solidFill>
              <a:ln w="9525">
                <a:solidFill>
                  <a:schemeClr val="bg2"/>
                </a:solidFill>
                <a:round/>
                <a:headEnd/>
                <a:tailEnd/>
              </a:ln>
            </p:spPr>
            <p:txBody>
              <a:bodyPr/>
              <a:lstStyle/>
              <a:p>
                <a:endParaRPr lang="en-US"/>
              </a:p>
            </p:txBody>
          </p:sp>
          <p:sp>
            <p:nvSpPr>
              <p:cNvPr id="104206" name="Line 569"/>
              <p:cNvSpPr>
                <a:spLocks noChangeShapeType="1"/>
              </p:cNvSpPr>
              <p:nvPr/>
            </p:nvSpPr>
            <p:spPr bwMode="auto">
              <a:xfrm>
                <a:off x="1489" y="2379"/>
                <a:ext cx="814" cy="805"/>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3550" name="Group 570"/>
            <p:cNvGrpSpPr>
              <a:grpSpLocks/>
            </p:cNvGrpSpPr>
            <p:nvPr/>
          </p:nvGrpSpPr>
          <p:grpSpPr bwMode="auto">
            <a:xfrm>
              <a:off x="3311" y="2387"/>
              <a:ext cx="437" cy="590"/>
              <a:chOff x="3311" y="2387"/>
              <a:chExt cx="437" cy="590"/>
            </a:xfrm>
          </p:grpSpPr>
          <p:sp>
            <p:nvSpPr>
              <p:cNvPr id="104203" name="Freeform 571"/>
              <p:cNvSpPr>
                <a:spLocks/>
              </p:cNvSpPr>
              <p:nvPr/>
            </p:nvSpPr>
            <p:spPr bwMode="auto">
              <a:xfrm>
                <a:off x="3644" y="2387"/>
                <a:ext cx="104" cy="128"/>
              </a:xfrm>
              <a:custGeom>
                <a:avLst/>
                <a:gdLst>
                  <a:gd name="T0" fmla="*/ 104 w 104"/>
                  <a:gd name="T1" fmla="*/ 0 h 128"/>
                  <a:gd name="T2" fmla="*/ 56 w 104"/>
                  <a:gd name="T3" fmla="*/ 128 h 128"/>
                  <a:gd name="T4" fmla="*/ 24 w 104"/>
                  <a:gd name="T5" fmla="*/ 104 h 128"/>
                  <a:gd name="T6" fmla="*/ 0 w 104"/>
                  <a:gd name="T7" fmla="*/ 88 h 128"/>
                  <a:gd name="T8" fmla="*/ 104 w 104"/>
                  <a:gd name="T9" fmla="*/ 0 h 128"/>
                  <a:gd name="T10" fmla="*/ 0 60000 65536"/>
                  <a:gd name="T11" fmla="*/ 0 60000 65536"/>
                  <a:gd name="T12" fmla="*/ 0 60000 65536"/>
                  <a:gd name="T13" fmla="*/ 0 60000 65536"/>
                  <a:gd name="T14" fmla="*/ 0 60000 65536"/>
                  <a:gd name="T15" fmla="*/ 0 w 104"/>
                  <a:gd name="T16" fmla="*/ 0 h 128"/>
                  <a:gd name="T17" fmla="*/ 104 w 104"/>
                  <a:gd name="T18" fmla="*/ 128 h 128"/>
                </a:gdLst>
                <a:ahLst/>
                <a:cxnLst>
                  <a:cxn ang="T10">
                    <a:pos x="T0" y="T1"/>
                  </a:cxn>
                  <a:cxn ang="T11">
                    <a:pos x="T2" y="T3"/>
                  </a:cxn>
                  <a:cxn ang="T12">
                    <a:pos x="T4" y="T5"/>
                  </a:cxn>
                  <a:cxn ang="T13">
                    <a:pos x="T6" y="T7"/>
                  </a:cxn>
                  <a:cxn ang="T14">
                    <a:pos x="T8" y="T9"/>
                  </a:cxn>
                </a:cxnLst>
                <a:rect l="T15" t="T16" r="T17" b="T18"/>
                <a:pathLst>
                  <a:path w="104" h="128">
                    <a:moveTo>
                      <a:pt x="104" y="0"/>
                    </a:moveTo>
                    <a:lnTo>
                      <a:pt x="56" y="128"/>
                    </a:lnTo>
                    <a:lnTo>
                      <a:pt x="24" y="104"/>
                    </a:lnTo>
                    <a:lnTo>
                      <a:pt x="0" y="88"/>
                    </a:lnTo>
                    <a:lnTo>
                      <a:pt x="104" y="0"/>
                    </a:lnTo>
                    <a:close/>
                  </a:path>
                </a:pathLst>
              </a:custGeom>
              <a:solidFill>
                <a:schemeClr val="bg2"/>
              </a:solidFill>
              <a:ln w="9525">
                <a:solidFill>
                  <a:schemeClr val="bg2"/>
                </a:solidFill>
                <a:round/>
                <a:headEnd/>
                <a:tailEnd/>
              </a:ln>
            </p:spPr>
            <p:txBody>
              <a:bodyPr/>
              <a:lstStyle/>
              <a:p>
                <a:endParaRPr lang="en-US"/>
              </a:p>
            </p:txBody>
          </p:sp>
          <p:sp>
            <p:nvSpPr>
              <p:cNvPr id="104204" name="Line 572"/>
              <p:cNvSpPr>
                <a:spLocks noChangeShapeType="1"/>
              </p:cNvSpPr>
              <p:nvPr/>
            </p:nvSpPr>
            <p:spPr bwMode="auto">
              <a:xfrm flipV="1">
                <a:off x="3311" y="2483"/>
                <a:ext cx="362" cy="494"/>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3551" name="Group 573"/>
            <p:cNvGrpSpPr>
              <a:grpSpLocks/>
            </p:cNvGrpSpPr>
            <p:nvPr/>
          </p:nvGrpSpPr>
          <p:grpSpPr bwMode="auto">
            <a:xfrm>
              <a:off x="3772" y="2387"/>
              <a:ext cx="894" cy="596"/>
              <a:chOff x="3772" y="2387"/>
              <a:chExt cx="894" cy="596"/>
            </a:xfrm>
          </p:grpSpPr>
          <p:sp>
            <p:nvSpPr>
              <p:cNvPr id="104201" name="Freeform 574"/>
              <p:cNvSpPr>
                <a:spLocks/>
              </p:cNvSpPr>
              <p:nvPr/>
            </p:nvSpPr>
            <p:spPr bwMode="auto">
              <a:xfrm>
                <a:off x="4538" y="2387"/>
                <a:ext cx="128" cy="96"/>
              </a:xfrm>
              <a:custGeom>
                <a:avLst/>
                <a:gdLst>
                  <a:gd name="T0" fmla="*/ 128 w 128"/>
                  <a:gd name="T1" fmla="*/ 0 h 96"/>
                  <a:gd name="T2" fmla="*/ 32 w 128"/>
                  <a:gd name="T3" fmla="*/ 96 h 96"/>
                  <a:gd name="T4" fmla="*/ 16 w 128"/>
                  <a:gd name="T5" fmla="*/ 72 h 96"/>
                  <a:gd name="T6" fmla="*/ 0 w 128"/>
                  <a:gd name="T7" fmla="*/ 40 h 96"/>
                  <a:gd name="T8" fmla="*/ 128 w 128"/>
                  <a:gd name="T9" fmla="*/ 0 h 96"/>
                  <a:gd name="T10" fmla="*/ 0 60000 65536"/>
                  <a:gd name="T11" fmla="*/ 0 60000 65536"/>
                  <a:gd name="T12" fmla="*/ 0 60000 65536"/>
                  <a:gd name="T13" fmla="*/ 0 60000 65536"/>
                  <a:gd name="T14" fmla="*/ 0 60000 65536"/>
                  <a:gd name="T15" fmla="*/ 0 w 128"/>
                  <a:gd name="T16" fmla="*/ 0 h 96"/>
                  <a:gd name="T17" fmla="*/ 128 w 128"/>
                  <a:gd name="T18" fmla="*/ 96 h 96"/>
                </a:gdLst>
                <a:ahLst/>
                <a:cxnLst>
                  <a:cxn ang="T10">
                    <a:pos x="T0" y="T1"/>
                  </a:cxn>
                  <a:cxn ang="T11">
                    <a:pos x="T2" y="T3"/>
                  </a:cxn>
                  <a:cxn ang="T12">
                    <a:pos x="T4" y="T5"/>
                  </a:cxn>
                  <a:cxn ang="T13">
                    <a:pos x="T6" y="T7"/>
                  </a:cxn>
                  <a:cxn ang="T14">
                    <a:pos x="T8" y="T9"/>
                  </a:cxn>
                </a:cxnLst>
                <a:rect l="T15" t="T16" r="T17" b="T18"/>
                <a:pathLst>
                  <a:path w="128" h="96">
                    <a:moveTo>
                      <a:pt x="128" y="0"/>
                    </a:moveTo>
                    <a:lnTo>
                      <a:pt x="32" y="96"/>
                    </a:lnTo>
                    <a:lnTo>
                      <a:pt x="16" y="72"/>
                    </a:lnTo>
                    <a:lnTo>
                      <a:pt x="0" y="40"/>
                    </a:lnTo>
                    <a:lnTo>
                      <a:pt x="128" y="0"/>
                    </a:lnTo>
                    <a:close/>
                  </a:path>
                </a:pathLst>
              </a:custGeom>
              <a:solidFill>
                <a:schemeClr val="bg2"/>
              </a:solidFill>
              <a:ln w="9525">
                <a:solidFill>
                  <a:schemeClr val="bg2"/>
                </a:solidFill>
                <a:round/>
                <a:headEnd/>
                <a:tailEnd/>
              </a:ln>
            </p:spPr>
            <p:txBody>
              <a:bodyPr/>
              <a:lstStyle/>
              <a:p>
                <a:endParaRPr lang="en-US"/>
              </a:p>
            </p:txBody>
          </p:sp>
          <p:sp>
            <p:nvSpPr>
              <p:cNvPr id="104202" name="Line 575"/>
              <p:cNvSpPr>
                <a:spLocks noChangeShapeType="1"/>
              </p:cNvSpPr>
              <p:nvPr/>
            </p:nvSpPr>
            <p:spPr bwMode="auto">
              <a:xfrm flipV="1">
                <a:off x="3772" y="2454"/>
                <a:ext cx="790" cy="529"/>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3552" name="Group 576"/>
            <p:cNvGrpSpPr>
              <a:grpSpLocks/>
            </p:cNvGrpSpPr>
            <p:nvPr/>
          </p:nvGrpSpPr>
          <p:grpSpPr bwMode="auto">
            <a:xfrm>
              <a:off x="3788" y="2076"/>
              <a:ext cx="886" cy="290"/>
              <a:chOff x="3788" y="2076"/>
              <a:chExt cx="886" cy="290"/>
            </a:xfrm>
          </p:grpSpPr>
          <p:sp>
            <p:nvSpPr>
              <p:cNvPr id="104199" name="Freeform 577"/>
              <p:cNvSpPr>
                <a:spLocks/>
              </p:cNvSpPr>
              <p:nvPr/>
            </p:nvSpPr>
            <p:spPr bwMode="auto">
              <a:xfrm>
                <a:off x="4530" y="2076"/>
                <a:ext cx="144" cy="80"/>
              </a:xfrm>
              <a:custGeom>
                <a:avLst/>
                <a:gdLst>
                  <a:gd name="T0" fmla="*/ 144 w 144"/>
                  <a:gd name="T1" fmla="*/ 0 h 80"/>
                  <a:gd name="T2" fmla="*/ 24 w 144"/>
                  <a:gd name="T3" fmla="*/ 80 h 80"/>
                  <a:gd name="T4" fmla="*/ 16 w 144"/>
                  <a:gd name="T5" fmla="*/ 48 h 80"/>
                  <a:gd name="T6" fmla="*/ 0 w 144"/>
                  <a:gd name="T7" fmla="*/ 16 h 80"/>
                  <a:gd name="T8" fmla="*/ 144 w 144"/>
                  <a:gd name="T9" fmla="*/ 0 h 80"/>
                  <a:gd name="T10" fmla="*/ 0 60000 65536"/>
                  <a:gd name="T11" fmla="*/ 0 60000 65536"/>
                  <a:gd name="T12" fmla="*/ 0 60000 65536"/>
                  <a:gd name="T13" fmla="*/ 0 60000 65536"/>
                  <a:gd name="T14" fmla="*/ 0 60000 65536"/>
                  <a:gd name="T15" fmla="*/ 0 w 144"/>
                  <a:gd name="T16" fmla="*/ 0 h 80"/>
                  <a:gd name="T17" fmla="*/ 144 w 144"/>
                  <a:gd name="T18" fmla="*/ 80 h 80"/>
                </a:gdLst>
                <a:ahLst/>
                <a:cxnLst>
                  <a:cxn ang="T10">
                    <a:pos x="T0" y="T1"/>
                  </a:cxn>
                  <a:cxn ang="T11">
                    <a:pos x="T2" y="T3"/>
                  </a:cxn>
                  <a:cxn ang="T12">
                    <a:pos x="T4" y="T5"/>
                  </a:cxn>
                  <a:cxn ang="T13">
                    <a:pos x="T6" y="T7"/>
                  </a:cxn>
                  <a:cxn ang="T14">
                    <a:pos x="T8" y="T9"/>
                  </a:cxn>
                </a:cxnLst>
                <a:rect l="T15" t="T16" r="T17" b="T18"/>
                <a:pathLst>
                  <a:path w="144" h="80">
                    <a:moveTo>
                      <a:pt x="144" y="0"/>
                    </a:moveTo>
                    <a:lnTo>
                      <a:pt x="24" y="80"/>
                    </a:lnTo>
                    <a:lnTo>
                      <a:pt x="16" y="48"/>
                    </a:lnTo>
                    <a:lnTo>
                      <a:pt x="0" y="16"/>
                    </a:lnTo>
                    <a:lnTo>
                      <a:pt x="144" y="0"/>
                    </a:lnTo>
                    <a:close/>
                  </a:path>
                </a:pathLst>
              </a:custGeom>
              <a:solidFill>
                <a:schemeClr val="bg2"/>
              </a:solidFill>
              <a:ln w="9525">
                <a:solidFill>
                  <a:schemeClr val="bg2"/>
                </a:solidFill>
                <a:round/>
                <a:headEnd/>
                <a:tailEnd/>
              </a:ln>
            </p:spPr>
            <p:txBody>
              <a:bodyPr/>
              <a:lstStyle/>
              <a:p>
                <a:endParaRPr lang="en-US"/>
              </a:p>
            </p:txBody>
          </p:sp>
          <p:sp>
            <p:nvSpPr>
              <p:cNvPr id="104200" name="Line 578"/>
              <p:cNvSpPr>
                <a:spLocks noChangeShapeType="1"/>
              </p:cNvSpPr>
              <p:nvPr/>
            </p:nvSpPr>
            <p:spPr bwMode="auto">
              <a:xfrm flipV="1">
                <a:off x="3788" y="2122"/>
                <a:ext cx="766" cy="244"/>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3553" name="Group 579"/>
            <p:cNvGrpSpPr>
              <a:grpSpLocks/>
            </p:cNvGrpSpPr>
            <p:nvPr/>
          </p:nvGrpSpPr>
          <p:grpSpPr bwMode="auto">
            <a:xfrm>
              <a:off x="3317" y="1769"/>
              <a:ext cx="886" cy="283"/>
              <a:chOff x="3317" y="1769"/>
              <a:chExt cx="886" cy="283"/>
            </a:xfrm>
          </p:grpSpPr>
          <p:sp>
            <p:nvSpPr>
              <p:cNvPr id="104197" name="Freeform 580"/>
              <p:cNvSpPr>
                <a:spLocks/>
              </p:cNvSpPr>
              <p:nvPr/>
            </p:nvSpPr>
            <p:spPr bwMode="auto">
              <a:xfrm>
                <a:off x="4067" y="1980"/>
                <a:ext cx="136" cy="72"/>
              </a:xfrm>
              <a:custGeom>
                <a:avLst/>
                <a:gdLst>
                  <a:gd name="T0" fmla="*/ 136 w 136"/>
                  <a:gd name="T1" fmla="*/ 72 h 72"/>
                  <a:gd name="T2" fmla="*/ 0 w 136"/>
                  <a:gd name="T3" fmla="*/ 64 h 72"/>
                  <a:gd name="T4" fmla="*/ 8 w 136"/>
                  <a:gd name="T5" fmla="*/ 32 h 72"/>
                  <a:gd name="T6" fmla="*/ 24 w 136"/>
                  <a:gd name="T7" fmla="*/ 0 h 72"/>
                  <a:gd name="T8" fmla="*/ 136 w 136"/>
                  <a:gd name="T9" fmla="*/ 72 h 72"/>
                  <a:gd name="T10" fmla="*/ 0 60000 65536"/>
                  <a:gd name="T11" fmla="*/ 0 60000 65536"/>
                  <a:gd name="T12" fmla="*/ 0 60000 65536"/>
                  <a:gd name="T13" fmla="*/ 0 60000 65536"/>
                  <a:gd name="T14" fmla="*/ 0 60000 65536"/>
                  <a:gd name="T15" fmla="*/ 0 w 136"/>
                  <a:gd name="T16" fmla="*/ 0 h 72"/>
                  <a:gd name="T17" fmla="*/ 136 w 136"/>
                  <a:gd name="T18" fmla="*/ 72 h 72"/>
                </a:gdLst>
                <a:ahLst/>
                <a:cxnLst>
                  <a:cxn ang="T10">
                    <a:pos x="T0" y="T1"/>
                  </a:cxn>
                  <a:cxn ang="T11">
                    <a:pos x="T2" y="T3"/>
                  </a:cxn>
                  <a:cxn ang="T12">
                    <a:pos x="T4" y="T5"/>
                  </a:cxn>
                  <a:cxn ang="T13">
                    <a:pos x="T6" y="T7"/>
                  </a:cxn>
                  <a:cxn ang="T14">
                    <a:pos x="T8" y="T9"/>
                  </a:cxn>
                </a:cxnLst>
                <a:rect l="T15" t="T16" r="T17" b="T18"/>
                <a:pathLst>
                  <a:path w="136" h="72">
                    <a:moveTo>
                      <a:pt x="136" y="72"/>
                    </a:moveTo>
                    <a:lnTo>
                      <a:pt x="0" y="64"/>
                    </a:lnTo>
                    <a:lnTo>
                      <a:pt x="8" y="32"/>
                    </a:lnTo>
                    <a:lnTo>
                      <a:pt x="24" y="0"/>
                    </a:lnTo>
                    <a:lnTo>
                      <a:pt x="136" y="72"/>
                    </a:lnTo>
                    <a:close/>
                  </a:path>
                </a:pathLst>
              </a:custGeom>
              <a:solidFill>
                <a:schemeClr val="bg2"/>
              </a:solidFill>
              <a:ln w="9525">
                <a:solidFill>
                  <a:schemeClr val="bg2"/>
                </a:solidFill>
                <a:round/>
                <a:headEnd/>
                <a:tailEnd/>
              </a:ln>
            </p:spPr>
            <p:txBody>
              <a:bodyPr/>
              <a:lstStyle/>
              <a:p>
                <a:endParaRPr lang="en-US"/>
              </a:p>
            </p:txBody>
          </p:sp>
          <p:sp>
            <p:nvSpPr>
              <p:cNvPr id="104198" name="Line 581"/>
              <p:cNvSpPr>
                <a:spLocks noChangeShapeType="1"/>
              </p:cNvSpPr>
              <p:nvPr/>
            </p:nvSpPr>
            <p:spPr bwMode="auto">
              <a:xfrm>
                <a:off x="3317" y="1769"/>
                <a:ext cx="766" cy="244"/>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103554" name="Oval 582"/>
            <p:cNvSpPr>
              <a:spLocks noChangeArrowheads="1"/>
            </p:cNvSpPr>
            <p:nvPr/>
          </p:nvSpPr>
          <p:spPr bwMode="auto">
            <a:xfrm>
              <a:off x="3293" y="1741"/>
              <a:ext cx="32" cy="40"/>
            </a:xfrm>
            <a:prstGeom prst="ellipse">
              <a:avLst/>
            </a:prstGeom>
            <a:solidFill>
              <a:schemeClr val="bg2"/>
            </a:solidFill>
            <a:ln w="9525">
              <a:solidFill>
                <a:schemeClr val="bg2"/>
              </a:solidFill>
              <a:round/>
              <a:headEnd/>
              <a:tailEnd/>
            </a:ln>
          </p:spPr>
          <p:txBody>
            <a:bodyPr/>
            <a:lstStyle/>
            <a:p>
              <a:endParaRPr lang="en-US"/>
            </a:p>
          </p:txBody>
        </p:sp>
        <p:sp>
          <p:nvSpPr>
            <p:cNvPr id="103555" name="Oval 583"/>
            <p:cNvSpPr>
              <a:spLocks noChangeArrowheads="1"/>
            </p:cNvSpPr>
            <p:nvPr/>
          </p:nvSpPr>
          <p:spPr bwMode="auto">
            <a:xfrm>
              <a:off x="3293" y="1741"/>
              <a:ext cx="32" cy="40"/>
            </a:xfrm>
            <a:prstGeom prst="ellipse">
              <a:avLst/>
            </a:prstGeom>
            <a:solidFill>
              <a:schemeClr val="bg2"/>
            </a:solidFill>
            <a:ln w="25400">
              <a:solidFill>
                <a:schemeClr val="bg2"/>
              </a:solidFill>
              <a:round/>
              <a:headEnd/>
              <a:tailEnd/>
            </a:ln>
          </p:spPr>
          <p:txBody>
            <a:bodyPr/>
            <a:lstStyle/>
            <a:p>
              <a:endParaRPr lang="en-US"/>
            </a:p>
          </p:txBody>
        </p:sp>
        <p:sp>
          <p:nvSpPr>
            <p:cNvPr id="103556" name="Oval 584"/>
            <p:cNvSpPr>
              <a:spLocks noChangeArrowheads="1"/>
            </p:cNvSpPr>
            <p:nvPr/>
          </p:nvSpPr>
          <p:spPr bwMode="auto">
            <a:xfrm>
              <a:off x="3293" y="2044"/>
              <a:ext cx="32" cy="40"/>
            </a:xfrm>
            <a:prstGeom prst="ellipse">
              <a:avLst/>
            </a:prstGeom>
            <a:solidFill>
              <a:schemeClr val="bg2"/>
            </a:solidFill>
            <a:ln w="9525">
              <a:solidFill>
                <a:schemeClr val="bg2"/>
              </a:solidFill>
              <a:round/>
              <a:headEnd/>
              <a:tailEnd/>
            </a:ln>
          </p:spPr>
          <p:txBody>
            <a:bodyPr/>
            <a:lstStyle/>
            <a:p>
              <a:endParaRPr lang="en-US"/>
            </a:p>
          </p:txBody>
        </p:sp>
        <p:sp>
          <p:nvSpPr>
            <p:cNvPr id="103557" name="Oval 585"/>
            <p:cNvSpPr>
              <a:spLocks noChangeArrowheads="1"/>
            </p:cNvSpPr>
            <p:nvPr/>
          </p:nvSpPr>
          <p:spPr bwMode="auto">
            <a:xfrm>
              <a:off x="3293" y="2044"/>
              <a:ext cx="32" cy="40"/>
            </a:xfrm>
            <a:prstGeom prst="ellipse">
              <a:avLst/>
            </a:prstGeom>
            <a:solidFill>
              <a:schemeClr val="bg2"/>
            </a:solidFill>
            <a:ln w="25400">
              <a:solidFill>
                <a:schemeClr val="bg2"/>
              </a:solidFill>
              <a:round/>
              <a:headEnd/>
              <a:tailEnd/>
            </a:ln>
          </p:spPr>
          <p:txBody>
            <a:bodyPr/>
            <a:lstStyle/>
            <a:p>
              <a:endParaRPr lang="en-US"/>
            </a:p>
          </p:txBody>
        </p:sp>
        <p:sp>
          <p:nvSpPr>
            <p:cNvPr id="103558" name="Oval 586"/>
            <p:cNvSpPr>
              <a:spLocks noChangeArrowheads="1"/>
            </p:cNvSpPr>
            <p:nvPr/>
          </p:nvSpPr>
          <p:spPr bwMode="auto">
            <a:xfrm>
              <a:off x="3293" y="2355"/>
              <a:ext cx="32" cy="32"/>
            </a:xfrm>
            <a:prstGeom prst="ellipse">
              <a:avLst/>
            </a:prstGeom>
            <a:solidFill>
              <a:schemeClr val="bg2"/>
            </a:solidFill>
            <a:ln w="9525">
              <a:solidFill>
                <a:schemeClr val="bg2"/>
              </a:solidFill>
              <a:round/>
              <a:headEnd/>
              <a:tailEnd/>
            </a:ln>
          </p:spPr>
          <p:txBody>
            <a:bodyPr/>
            <a:lstStyle/>
            <a:p>
              <a:endParaRPr lang="en-US"/>
            </a:p>
          </p:txBody>
        </p:sp>
        <p:sp>
          <p:nvSpPr>
            <p:cNvPr id="103559" name="Oval 587"/>
            <p:cNvSpPr>
              <a:spLocks noChangeArrowheads="1"/>
            </p:cNvSpPr>
            <p:nvPr/>
          </p:nvSpPr>
          <p:spPr bwMode="auto">
            <a:xfrm>
              <a:off x="3293" y="2355"/>
              <a:ext cx="32" cy="32"/>
            </a:xfrm>
            <a:prstGeom prst="ellipse">
              <a:avLst/>
            </a:prstGeom>
            <a:solidFill>
              <a:schemeClr val="bg2"/>
            </a:solidFill>
            <a:ln w="25400">
              <a:solidFill>
                <a:schemeClr val="bg2"/>
              </a:solidFill>
              <a:round/>
              <a:headEnd/>
              <a:tailEnd/>
            </a:ln>
          </p:spPr>
          <p:txBody>
            <a:bodyPr/>
            <a:lstStyle/>
            <a:p>
              <a:endParaRPr lang="en-US"/>
            </a:p>
          </p:txBody>
        </p:sp>
        <p:sp>
          <p:nvSpPr>
            <p:cNvPr id="103560" name="Oval 588"/>
            <p:cNvSpPr>
              <a:spLocks noChangeArrowheads="1"/>
            </p:cNvSpPr>
            <p:nvPr/>
          </p:nvSpPr>
          <p:spPr bwMode="auto">
            <a:xfrm>
              <a:off x="3293" y="2658"/>
              <a:ext cx="32" cy="40"/>
            </a:xfrm>
            <a:prstGeom prst="ellipse">
              <a:avLst/>
            </a:prstGeom>
            <a:solidFill>
              <a:schemeClr val="bg2"/>
            </a:solidFill>
            <a:ln w="9525">
              <a:solidFill>
                <a:schemeClr val="bg2"/>
              </a:solidFill>
              <a:round/>
              <a:headEnd/>
              <a:tailEnd/>
            </a:ln>
          </p:spPr>
          <p:txBody>
            <a:bodyPr/>
            <a:lstStyle/>
            <a:p>
              <a:endParaRPr lang="en-US"/>
            </a:p>
          </p:txBody>
        </p:sp>
        <p:sp>
          <p:nvSpPr>
            <p:cNvPr id="103561" name="Oval 589"/>
            <p:cNvSpPr>
              <a:spLocks noChangeArrowheads="1"/>
            </p:cNvSpPr>
            <p:nvPr/>
          </p:nvSpPr>
          <p:spPr bwMode="auto">
            <a:xfrm>
              <a:off x="3293" y="2658"/>
              <a:ext cx="32" cy="40"/>
            </a:xfrm>
            <a:prstGeom prst="ellipse">
              <a:avLst/>
            </a:prstGeom>
            <a:solidFill>
              <a:schemeClr val="bg2"/>
            </a:solidFill>
            <a:ln w="25400">
              <a:solidFill>
                <a:schemeClr val="bg2"/>
              </a:solidFill>
              <a:round/>
              <a:headEnd/>
              <a:tailEnd/>
            </a:ln>
          </p:spPr>
          <p:txBody>
            <a:bodyPr/>
            <a:lstStyle/>
            <a:p>
              <a:endParaRPr lang="en-US"/>
            </a:p>
          </p:txBody>
        </p:sp>
        <p:sp>
          <p:nvSpPr>
            <p:cNvPr id="103562" name="Oval 590"/>
            <p:cNvSpPr>
              <a:spLocks noChangeArrowheads="1"/>
            </p:cNvSpPr>
            <p:nvPr/>
          </p:nvSpPr>
          <p:spPr bwMode="auto">
            <a:xfrm>
              <a:off x="3285" y="2969"/>
              <a:ext cx="32" cy="32"/>
            </a:xfrm>
            <a:prstGeom prst="ellipse">
              <a:avLst/>
            </a:prstGeom>
            <a:solidFill>
              <a:schemeClr val="bg2"/>
            </a:solidFill>
            <a:ln w="9525">
              <a:solidFill>
                <a:schemeClr val="bg2"/>
              </a:solidFill>
              <a:round/>
              <a:headEnd/>
              <a:tailEnd/>
            </a:ln>
          </p:spPr>
          <p:txBody>
            <a:bodyPr/>
            <a:lstStyle/>
            <a:p>
              <a:endParaRPr lang="en-US"/>
            </a:p>
          </p:txBody>
        </p:sp>
        <p:sp>
          <p:nvSpPr>
            <p:cNvPr id="103563" name="Oval 591"/>
            <p:cNvSpPr>
              <a:spLocks noChangeArrowheads="1"/>
            </p:cNvSpPr>
            <p:nvPr/>
          </p:nvSpPr>
          <p:spPr bwMode="auto">
            <a:xfrm>
              <a:off x="3285" y="2969"/>
              <a:ext cx="32" cy="32"/>
            </a:xfrm>
            <a:prstGeom prst="ellipse">
              <a:avLst/>
            </a:prstGeom>
            <a:solidFill>
              <a:schemeClr val="bg2"/>
            </a:solidFill>
            <a:ln w="25400">
              <a:solidFill>
                <a:schemeClr val="bg2"/>
              </a:solidFill>
              <a:round/>
              <a:headEnd/>
              <a:tailEnd/>
            </a:ln>
          </p:spPr>
          <p:txBody>
            <a:bodyPr/>
            <a:lstStyle/>
            <a:p>
              <a:endParaRPr lang="en-US"/>
            </a:p>
          </p:txBody>
        </p:sp>
        <p:grpSp>
          <p:nvGrpSpPr>
            <p:cNvPr id="103564" name="Group 592"/>
            <p:cNvGrpSpPr>
              <a:grpSpLocks/>
            </p:cNvGrpSpPr>
            <p:nvPr/>
          </p:nvGrpSpPr>
          <p:grpSpPr bwMode="auto">
            <a:xfrm>
              <a:off x="3748" y="1741"/>
              <a:ext cx="40" cy="1260"/>
              <a:chOff x="3748" y="1741"/>
              <a:chExt cx="40" cy="1260"/>
            </a:xfrm>
          </p:grpSpPr>
          <p:sp>
            <p:nvSpPr>
              <p:cNvPr id="104187" name="Oval 593"/>
              <p:cNvSpPr>
                <a:spLocks noChangeArrowheads="1"/>
              </p:cNvSpPr>
              <p:nvPr/>
            </p:nvSpPr>
            <p:spPr bwMode="auto">
              <a:xfrm>
                <a:off x="3748" y="1741"/>
                <a:ext cx="40" cy="32"/>
              </a:xfrm>
              <a:prstGeom prst="ellipse">
                <a:avLst/>
              </a:prstGeom>
              <a:solidFill>
                <a:schemeClr val="bg2"/>
              </a:solidFill>
              <a:ln w="9525">
                <a:solidFill>
                  <a:schemeClr val="bg2"/>
                </a:solidFill>
                <a:round/>
                <a:headEnd/>
                <a:tailEnd/>
              </a:ln>
            </p:spPr>
            <p:txBody>
              <a:bodyPr/>
              <a:lstStyle/>
              <a:p>
                <a:endParaRPr lang="en-US"/>
              </a:p>
            </p:txBody>
          </p:sp>
          <p:sp>
            <p:nvSpPr>
              <p:cNvPr id="104188" name="Oval 594"/>
              <p:cNvSpPr>
                <a:spLocks noChangeArrowheads="1"/>
              </p:cNvSpPr>
              <p:nvPr/>
            </p:nvSpPr>
            <p:spPr bwMode="auto">
              <a:xfrm>
                <a:off x="3748" y="1741"/>
                <a:ext cx="40" cy="32"/>
              </a:xfrm>
              <a:prstGeom prst="ellipse">
                <a:avLst/>
              </a:prstGeom>
              <a:solidFill>
                <a:schemeClr val="bg2"/>
              </a:solidFill>
              <a:ln w="25400">
                <a:solidFill>
                  <a:schemeClr val="bg2"/>
                </a:solidFill>
                <a:round/>
                <a:headEnd/>
                <a:tailEnd/>
              </a:ln>
            </p:spPr>
            <p:txBody>
              <a:bodyPr/>
              <a:lstStyle/>
              <a:p>
                <a:endParaRPr lang="en-US"/>
              </a:p>
            </p:txBody>
          </p:sp>
          <p:sp>
            <p:nvSpPr>
              <p:cNvPr id="104189" name="Oval 595"/>
              <p:cNvSpPr>
                <a:spLocks noChangeArrowheads="1"/>
              </p:cNvSpPr>
              <p:nvPr/>
            </p:nvSpPr>
            <p:spPr bwMode="auto">
              <a:xfrm>
                <a:off x="3756" y="2044"/>
                <a:ext cx="32" cy="32"/>
              </a:xfrm>
              <a:prstGeom prst="ellipse">
                <a:avLst/>
              </a:prstGeom>
              <a:solidFill>
                <a:schemeClr val="bg2"/>
              </a:solidFill>
              <a:ln w="9525">
                <a:solidFill>
                  <a:schemeClr val="bg2"/>
                </a:solidFill>
                <a:round/>
                <a:headEnd/>
                <a:tailEnd/>
              </a:ln>
            </p:spPr>
            <p:txBody>
              <a:bodyPr/>
              <a:lstStyle/>
              <a:p>
                <a:endParaRPr lang="en-US"/>
              </a:p>
            </p:txBody>
          </p:sp>
          <p:sp>
            <p:nvSpPr>
              <p:cNvPr id="104190" name="Oval 596"/>
              <p:cNvSpPr>
                <a:spLocks noChangeArrowheads="1"/>
              </p:cNvSpPr>
              <p:nvPr/>
            </p:nvSpPr>
            <p:spPr bwMode="auto">
              <a:xfrm>
                <a:off x="3756" y="2044"/>
                <a:ext cx="32" cy="32"/>
              </a:xfrm>
              <a:prstGeom prst="ellipse">
                <a:avLst/>
              </a:prstGeom>
              <a:solidFill>
                <a:schemeClr val="bg2"/>
              </a:solidFill>
              <a:ln w="25400">
                <a:solidFill>
                  <a:schemeClr val="bg2"/>
                </a:solidFill>
                <a:round/>
                <a:headEnd/>
                <a:tailEnd/>
              </a:ln>
            </p:spPr>
            <p:txBody>
              <a:bodyPr/>
              <a:lstStyle/>
              <a:p>
                <a:endParaRPr lang="en-US"/>
              </a:p>
            </p:txBody>
          </p:sp>
          <p:sp>
            <p:nvSpPr>
              <p:cNvPr id="104191" name="Oval 597"/>
              <p:cNvSpPr>
                <a:spLocks noChangeArrowheads="1"/>
              </p:cNvSpPr>
              <p:nvPr/>
            </p:nvSpPr>
            <p:spPr bwMode="auto">
              <a:xfrm>
                <a:off x="3756" y="2355"/>
                <a:ext cx="32" cy="32"/>
              </a:xfrm>
              <a:prstGeom prst="ellipse">
                <a:avLst/>
              </a:prstGeom>
              <a:solidFill>
                <a:schemeClr val="bg2"/>
              </a:solidFill>
              <a:ln w="9525">
                <a:solidFill>
                  <a:schemeClr val="bg2"/>
                </a:solidFill>
                <a:round/>
                <a:headEnd/>
                <a:tailEnd/>
              </a:ln>
            </p:spPr>
            <p:txBody>
              <a:bodyPr/>
              <a:lstStyle/>
              <a:p>
                <a:endParaRPr lang="en-US"/>
              </a:p>
            </p:txBody>
          </p:sp>
          <p:sp>
            <p:nvSpPr>
              <p:cNvPr id="104192" name="Oval 598"/>
              <p:cNvSpPr>
                <a:spLocks noChangeArrowheads="1"/>
              </p:cNvSpPr>
              <p:nvPr/>
            </p:nvSpPr>
            <p:spPr bwMode="auto">
              <a:xfrm>
                <a:off x="3756" y="2355"/>
                <a:ext cx="32" cy="32"/>
              </a:xfrm>
              <a:prstGeom prst="ellipse">
                <a:avLst/>
              </a:prstGeom>
              <a:solidFill>
                <a:schemeClr val="bg2"/>
              </a:solidFill>
              <a:ln w="25400">
                <a:solidFill>
                  <a:schemeClr val="bg2"/>
                </a:solidFill>
                <a:round/>
                <a:headEnd/>
                <a:tailEnd/>
              </a:ln>
            </p:spPr>
            <p:txBody>
              <a:bodyPr/>
              <a:lstStyle/>
              <a:p>
                <a:endParaRPr lang="en-US"/>
              </a:p>
            </p:txBody>
          </p:sp>
          <p:sp>
            <p:nvSpPr>
              <p:cNvPr id="104193" name="Oval 599"/>
              <p:cNvSpPr>
                <a:spLocks noChangeArrowheads="1"/>
              </p:cNvSpPr>
              <p:nvPr/>
            </p:nvSpPr>
            <p:spPr bwMode="auto">
              <a:xfrm>
                <a:off x="3748" y="2658"/>
                <a:ext cx="40" cy="32"/>
              </a:xfrm>
              <a:prstGeom prst="ellipse">
                <a:avLst/>
              </a:prstGeom>
              <a:solidFill>
                <a:schemeClr val="bg2"/>
              </a:solidFill>
              <a:ln w="9525">
                <a:solidFill>
                  <a:schemeClr val="bg2"/>
                </a:solidFill>
                <a:round/>
                <a:headEnd/>
                <a:tailEnd/>
              </a:ln>
            </p:spPr>
            <p:txBody>
              <a:bodyPr/>
              <a:lstStyle/>
              <a:p>
                <a:endParaRPr lang="en-US"/>
              </a:p>
            </p:txBody>
          </p:sp>
          <p:sp>
            <p:nvSpPr>
              <p:cNvPr id="104194" name="Oval 600"/>
              <p:cNvSpPr>
                <a:spLocks noChangeArrowheads="1"/>
              </p:cNvSpPr>
              <p:nvPr/>
            </p:nvSpPr>
            <p:spPr bwMode="auto">
              <a:xfrm>
                <a:off x="3748" y="2658"/>
                <a:ext cx="40" cy="32"/>
              </a:xfrm>
              <a:prstGeom prst="ellipse">
                <a:avLst/>
              </a:prstGeom>
              <a:solidFill>
                <a:schemeClr val="bg2"/>
              </a:solidFill>
              <a:ln w="25400">
                <a:solidFill>
                  <a:schemeClr val="bg2"/>
                </a:solidFill>
                <a:round/>
                <a:headEnd/>
                <a:tailEnd/>
              </a:ln>
            </p:spPr>
            <p:txBody>
              <a:bodyPr/>
              <a:lstStyle/>
              <a:p>
                <a:endParaRPr lang="en-US"/>
              </a:p>
            </p:txBody>
          </p:sp>
          <p:sp>
            <p:nvSpPr>
              <p:cNvPr id="104195" name="Oval 601"/>
              <p:cNvSpPr>
                <a:spLocks noChangeArrowheads="1"/>
              </p:cNvSpPr>
              <p:nvPr/>
            </p:nvSpPr>
            <p:spPr bwMode="auto">
              <a:xfrm>
                <a:off x="3748" y="2969"/>
                <a:ext cx="32" cy="32"/>
              </a:xfrm>
              <a:prstGeom prst="ellipse">
                <a:avLst/>
              </a:prstGeom>
              <a:solidFill>
                <a:schemeClr val="bg2"/>
              </a:solidFill>
              <a:ln w="9525">
                <a:solidFill>
                  <a:schemeClr val="bg2"/>
                </a:solidFill>
                <a:round/>
                <a:headEnd/>
                <a:tailEnd/>
              </a:ln>
            </p:spPr>
            <p:txBody>
              <a:bodyPr/>
              <a:lstStyle/>
              <a:p>
                <a:endParaRPr lang="en-US"/>
              </a:p>
            </p:txBody>
          </p:sp>
          <p:sp>
            <p:nvSpPr>
              <p:cNvPr id="104196" name="Oval 602"/>
              <p:cNvSpPr>
                <a:spLocks noChangeArrowheads="1"/>
              </p:cNvSpPr>
              <p:nvPr/>
            </p:nvSpPr>
            <p:spPr bwMode="auto">
              <a:xfrm>
                <a:off x="3748" y="2969"/>
                <a:ext cx="32" cy="32"/>
              </a:xfrm>
              <a:prstGeom prst="ellipse">
                <a:avLst/>
              </a:prstGeom>
              <a:solidFill>
                <a:schemeClr val="bg2"/>
              </a:solidFill>
              <a:ln w="25400">
                <a:solidFill>
                  <a:schemeClr val="bg2"/>
                </a:solidFill>
                <a:round/>
                <a:headEnd/>
                <a:tailEnd/>
              </a:ln>
            </p:spPr>
            <p:txBody>
              <a:bodyPr/>
              <a:lstStyle/>
              <a:p>
                <a:endParaRPr lang="en-US"/>
              </a:p>
            </p:txBody>
          </p:sp>
        </p:grpSp>
        <p:grpSp>
          <p:nvGrpSpPr>
            <p:cNvPr id="103565" name="Group 603"/>
            <p:cNvGrpSpPr>
              <a:grpSpLocks/>
            </p:cNvGrpSpPr>
            <p:nvPr/>
          </p:nvGrpSpPr>
          <p:grpSpPr bwMode="auto">
            <a:xfrm>
              <a:off x="4203" y="1749"/>
              <a:ext cx="48" cy="1252"/>
              <a:chOff x="4203" y="1749"/>
              <a:chExt cx="48" cy="1252"/>
            </a:xfrm>
          </p:grpSpPr>
          <p:sp>
            <p:nvSpPr>
              <p:cNvPr id="104177" name="Oval 604"/>
              <p:cNvSpPr>
                <a:spLocks noChangeArrowheads="1"/>
              </p:cNvSpPr>
              <p:nvPr/>
            </p:nvSpPr>
            <p:spPr bwMode="auto">
              <a:xfrm>
                <a:off x="4211" y="1749"/>
                <a:ext cx="32" cy="32"/>
              </a:xfrm>
              <a:prstGeom prst="ellipse">
                <a:avLst/>
              </a:prstGeom>
              <a:solidFill>
                <a:schemeClr val="bg2"/>
              </a:solidFill>
              <a:ln w="9525">
                <a:solidFill>
                  <a:schemeClr val="bg2"/>
                </a:solidFill>
                <a:round/>
                <a:headEnd/>
                <a:tailEnd/>
              </a:ln>
            </p:spPr>
            <p:txBody>
              <a:bodyPr/>
              <a:lstStyle/>
              <a:p>
                <a:endParaRPr lang="en-US"/>
              </a:p>
            </p:txBody>
          </p:sp>
          <p:sp>
            <p:nvSpPr>
              <p:cNvPr id="104178" name="Oval 605"/>
              <p:cNvSpPr>
                <a:spLocks noChangeArrowheads="1"/>
              </p:cNvSpPr>
              <p:nvPr/>
            </p:nvSpPr>
            <p:spPr bwMode="auto">
              <a:xfrm>
                <a:off x="4211" y="1749"/>
                <a:ext cx="32" cy="32"/>
              </a:xfrm>
              <a:prstGeom prst="ellipse">
                <a:avLst/>
              </a:prstGeom>
              <a:solidFill>
                <a:schemeClr val="bg2"/>
              </a:solidFill>
              <a:ln w="25400">
                <a:solidFill>
                  <a:schemeClr val="bg2"/>
                </a:solidFill>
                <a:round/>
                <a:headEnd/>
                <a:tailEnd/>
              </a:ln>
            </p:spPr>
            <p:txBody>
              <a:bodyPr/>
              <a:lstStyle/>
              <a:p>
                <a:endParaRPr lang="en-US"/>
              </a:p>
            </p:txBody>
          </p:sp>
          <p:sp>
            <p:nvSpPr>
              <p:cNvPr id="104179" name="Oval 606"/>
              <p:cNvSpPr>
                <a:spLocks noChangeArrowheads="1"/>
              </p:cNvSpPr>
              <p:nvPr/>
            </p:nvSpPr>
            <p:spPr bwMode="auto">
              <a:xfrm>
                <a:off x="4219" y="2052"/>
                <a:ext cx="32" cy="32"/>
              </a:xfrm>
              <a:prstGeom prst="ellipse">
                <a:avLst/>
              </a:prstGeom>
              <a:solidFill>
                <a:schemeClr val="bg2"/>
              </a:solidFill>
              <a:ln w="9525">
                <a:solidFill>
                  <a:schemeClr val="bg2"/>
                </a:solidFill>
                <a:round/>
                <a:headEnd/>
                <a:tailEnd/>
              </a:ln>
            </p:spPr>
            <p:txBody>
              <a:bodyPr/>
              <a:lstStyle/>
              <a:p>
                <a:endParaRPr lang="en-US"/>
              </a:p>
            </p:txBody>
          </p:sp>
          <p:sp>
            <p:nvSpPr>
              <p:cNvPr id="104180" name="Oval 607"/>
              <p:cNvSpPr>
                <a:spLocks noChangeArrowheads="1"/>
              </p:cNvSpPr>
              <p:nvPr/>
            </p:nvSpPr>
            <p:spPr bwMode="auto">
              <a:xfrm>
                <a:off x="4219" y="2052"/>
                <a:ext cx="32" cy="32"/>
              </a:xfrm>
              <a:prstGeom prst="ellipse">
                <a:avLst/>
              </a:prstGeom>
              <a:solidFill>
                <a:schemeClr val="bg2"/>
              </a:solidFill>
              <a:ln w="25400">
                <a:solidFill>
                  <a:schemeClr val="bg2"/>
                </a:solidFill>
                <a:round/>
                <a:headEnd/>
                <a:tailEnd/>
              </a:ln>
            </p:spPr>
            <p:txBody>
              <a:bodyPr/>
              <a:lstStyle/>
              <a:p>
                <a:endParaRPr lang="en-US"/>
              </a:p>
            </p:txBody>
          </p:sp>
          <p:sp>
            <p:nvSpPr>
              <p:cNvPr id="104181" name="Oval 608"/>
              <p:cNvSpPr>
                <a:spLocks noChangeArrowheads="1"/>
              </p:cNvSpPr>
              <p:nvPr/>
            </p:nvSpPr>
            <p:spPr bwMode="auto">
              <a:xfrm>
                <a:off x="4219" y="2355"/>
                <a:ext cx="32" cy="32"/>
              </a:xfrm>
              <a:prstGeom prst="ellipse">
                <a:avLst/>
              </a:prstGeom>
              <a:solidFill>
                <a:schemeClr val="bg2"/>
              </a:solidFill>
              <a:ln w="9525">
                <a:solidFill>
                  <a:schemeClr val="bg2"/>
                </a:solidFill>
                <a:round/>
                <a:headEnd/>
                <a:tailEnd/>
              </a:ln>
            </p:spPr>
            <p:txBody>
              <a:bodyPr/>
              <a:lstStyle/>
              <a:p>
                <a:endParaRPr lang="en-US"/>
              </a:p>
            </p:txBody>
          </p:sp>
          <p:sp>
            <p:nvSpPr>
              <p:cNvPr id="104182" name="Oval 609"/>
              <p:cNvSpPr>
                <a:spLocks noChangeArrowheads="1"/>
              </p:cNvSpPr>
              <p:nvPr/>
            </p:nvSpPr>
            <p:spPr bwMode="auto">
              <a:xfrm>
                <a:off x="4219" y="2355"/>
                <a:ext cx="32" cy="32"/>
              </a:xfrm>
              <a:prstGeom prst="ellipse">
                <a:avLst/>
              </a:prstGeom>
              <a:solidFill>
                <a:schemeClr val="bg2"/>
              </a:solidFill>
              <a:ln w="25400">
                <a:solidFill>
                  <a:schemeClr val="bg2"/>
                </a:solidFill>
                <a:round/>
                <a:headEnd/>
                <a:tailEnd/>
              </a:ln>
            </p:spPr>
            <p:txBody>
              <a:bodyPr/>
              <a:lstStyle/>
              <a:p>
                <a:endParaRPr lang="en-US"/>
              </a:p>
            </p:txBody>
          </p:sp>
          <p:sp>
            <p:nvSpPr>
              <p:cNvPr id="104183" name="Oval 610"/>
              <p:cNvSpPr>
                <a:spLocks noChangeArrowheads="1"/>
              </p:cNvSpPr>
              <p:nvPr/>
            </p:nvSpPr>
            <p:spPr bwMode="auto">
              <a:xfrm>
                <a:off x="4211" y="2666"/>
                <a:ext cx="32" cy="32"/>
              </a:xfrm>
              <a:prstGeom prst="ellipse">
                <a:avLst/>
              </a:prstGeom>
              <a:solidFill>
                <a:schemeClr val="bg2"/>
              </a:solidFill>
              <a:ln w="9525">
                <a:solidFill>
                  <a:schemeClr val="bg2"/>
                </a:solidFill>
                <a:round/>
                <a:headEnd/>
                <a:tailEnd/>
              </a:ln>
            </p:spPr>
            <p:txBody>
              <a:bodyPr/>
              <a:lstStyle/>
              <a:p>
                <a:endParaRPr lang="en-US"/>
              </a:p>
            </p:txBody>
          </p:sp>
          <p:sp>
            <p:nvSpPr>
              <p:cNvPr id="104184" name="Oval 611"/>
              <p:cNvSpPr>
                <a:spLocks noChangeArrowheads="1"/>
              </p:cNvSpPr>
              <p:nvPr/>
            </p:nvSpPr>
            <p:spPr bwMode="auto">
              <a:xfrm>
                <a:off x="4211" y="2666"/>
                <a:ext cx="32" cy="32"/>
              </a:xfrm>
              <a:prstGeom prst="ellipse">
                <a:avLst/>
              </a:prstGeom>
              <a:solidFill>
                <a:schemeClr val="bg2"/>
              </a:solidFill>
              <a:ln w="25400">
                <a:solidFill>
                  <a:schemeClr val="bg2"/>
                </a:solidFill>
                <a:round/>
                <a:headEnd/>
                <a:tailEnd/>
              </a:ln>
            </p:spPr>
            <p:txBody>
              <a:bodyPr/>
              <a:lstStyle/>
              <a:p>
                <a:endParaRPr lang="en-US"/>
              </a:p>
            </p:txBody>
          </p:sp>
          <p:sp>
            <p:nvSpPr>
              <p:cNvPr id="104185" name="Oval 612"/>
              <p:cNvSpPr>
                <a:spLocks noChangeArrowheads="1"/>
              </p:cNvSpPr>
              <p:nvPr/>
            </p:nvSpPr>
            <p:spPr bwMode="auto">
              <a:xfrm>
                <a:off x="4203" y="2969"/>
                <a:ext cx="40" cy="32"/>
              </a:xfrm>
              <a:prstGeom prst="ellipse">
                <a:avLst/>
              </a:prstGeom>
              <a:solidFill>
                <a:schemeClr val="bg2"/>
              </a:solidFill>
              <a:ln w="9525">
                <a:solidFill>
                  <a:schemeClr val="bg2"/>
                </a:solidFill>
                <a:round/>
                <a:headEnd/>
                <a:tailEnd/>
              </a:ln>
            </p:spPr>
            <p:txBody>
              <a:bodyPr/>
              <a:lstStyle/>
              <a:p>
                <a:endParaRPr lang="en-US"/>
              </a:p>
            </p:txBody>
          </p:sp>
          <p:sp>
            <p:nvSpPr>
              <p:cNvPr id="104186" name="Oval 613"/>
              <p:cNvSpPr>
                <a:spLocks noChangeArrowheads="1"/>
              </p:cNvSpPr>
              <p:nvPr/>
            </p:nvSpPr>
            <p:spPr bwMode="auto">
              <a:xfrm>
                <a:off x="4203" y="2969"/>
                <a:ext cx="40" cy="32"/>
              </a:xfrm>
              <a:prstGeom prst="ellipse">
                <a:avLst/>
              </a:prstGeom>
              <a:solidFill>
                <a:schemeClr val="bg2"/>
              </a:solidFill>
              <a:ln w="25400">
                <a:solidFill>
                  <a:schemeClr val="bg2"/>
                </a:solidFill>
                <a:round/>
                <a:headEnd/>
                <a:tailEnd/>
              </a:ln>
            </p:spPr>
            <p:txBody>
              <a:bodyPr/>
              <a:lstStyle/>
              <a:p>
                <a:endParaRPr lang="en-US"/>
              </a:p>
            </p:txBody>
          </p:sp>
        </p:grpSp>
        <p:grpSp>
          <p:nvGrpSpPr>
            <p:cNvPr id="103566" name="Group 614"/>
            <p:cNvGrpSpPr>
              <a:grpSpLocks/>
            </p:cNvGrpSpPr>
            <p:nvPr/>
          </p:nvGrpSpPr>
          <p:grpSpPr bwMode="auto">
            <a:xfrm>
              <a:off x="3317" y="2076"/>
              <a:ext cx="431" cy="284"/>
              <a:chOff x="3317" y="2076"/>
              <a:chExt cx="431" cy="284"/>
            </a:xfrm>
          </p:grpSpPr>
          <p:sp>
            <p:nvSpPr>
              <p:cNvPr id="104175" name="Freeform 615"/>
              <p:cNvSpPr>
                <a:spLocks/>
              </p:cNvSpPr>
              <p:nvPr/>
            </p:nvSpPr>
            <p:spPr bwMode="auto">
              <a:xfrm>
                <a:off x="3620" y="2076"/>
                <a:ext cx="128" cy="104"/>
              </a:xfrm>
              <a:custGeom>
                <a:avLst/>
                <a:gdLst>
                  <a:gd name="T0" fmla="*/ 128 w 128"/>
                  <a:gd name="T1" fmla="*/ 0 h 104"/>
                  <a:gd name="T2" fmla="*/ 40 w 128"/>
                  <a:gd name="T3" fmla="*/ 104 h 104"/>
                  <a:gd name="T4" fmla="*/ 16 w 128"/>
                  <a:gd name="T5" fmla="*/ 72 h 104"/>
                  <a:gd name="T6" fmla="*/ 0 w 128"/>
                  <a:gd name="T7" fmla="*/ 48 h 104"/>
                  <a:gd name="T8" fmla="*/ 128 w 128"/>
                  <a:gd name="T9" fmla="*/ 0 h 104"/>
                  <a:gd name="T10" fmla="*/ 0 60000 65536"/>
                  <a:gd name="T11" fmla="*/ 0 60000 65536"/>
                  <a:gd name="T12" fmla="*/ 0 60000 65536"/>
                  <a:gd name="T13" fmla="*/ 0 60000 65536"/>
                  <a:gd name="T14" fmla="*/ 0 60000 65536"/>
                  <a:gd name="T15" fmla="*/ 0 w 128"/>
                  <a:gd name="T16" fmla="*/ 0 h 104"/>
                  <a:gd name="T17" fmla="*/ 128 w 128"/>
                  <a:gd name="T18" fmla="*/ 104 h 104"/>
                </a:gdLst>
                <a:ahLst/>
                <a:cxnLst>
                  <a:cxn ang="T10">
                    <a:pos x="T0" y="T1"/>
                  </a:cxn>
                  <a:cxn ang="T11">
                    <a:pos x="T2" y="T3"/>
                  </a:cxn>
                  <a:cxn ang="T12">
                    <a:pos x="T4" y="T5"/>
                  </a:cxn>
                  <a:cxn ang="T13">
                    <a:pos x="T6" y="T7"/>
                  </a:cxn>
                  <a:cxn ang="T14">
                    <a:pos x="T8" y="T9"/>
                  </a:cxn>
                </a:cxnLst>
                <a:rect l="T15" t="T16" r="T17" b="T18"/>
                <a:pathLst>
                  <a:path w="128" h="104">
                    <a:moveTo>
                      <a:pt x="128" y="0"/>
                    </a:moveTo>
                    <a:lnTo>
                      <a:pt x="40" y="104"/>
                    </a:lnTo>
                    <a:lnTo>
                      <a:pt x="16" y="72"/>
                    </a:lnTo>
                    <a:lnTo>
                      <a:pt x="0" y="48"/>
                    </a:lnTo>
                    <a:lnTo>
                      <a:pt x="128" y="0"/>
                    </a:lnTo>
                    <a:close/>
                  </a:path>
                </a:pathLst>
              </a:custGeom>
              <a:solidFill>
                <a:schemeClr val="bg2"/>
              </a:solidFill>
              <a:ln w="9525">
                <a:solidFill>
                  <a:schemeClr val="bg2"/>
                </a:solidFill>
                <a:round/>
                <a:headEnd/>
                <a:tailEnd/>
              </a:ln>
            </p:spPr>
            <p:txBody>
              <a:bodyPr/>
              <a:lstStyle/>
              <a:p>
                <a:endParaRPr lang="en-US"/>
              </a:p>
            </p:txBody>
          </p:sp>
          <p:sp>
            <p:nvSpPr>
              <p:cNvPr id="104176" name="Line 616"/>
              <p:cNvSpPr>
                <a:spLocks noChangeShapeType="1"/>
              </p:cNvSpPr>
              <p:nvPr/>
            </p:nvSpPr>
            <p:spPr bwMode="auto">
              <a:xfrm flipV="1">
                <a:off x="3317" y="2143"/>
                <a:ext cx="327" cy="217"/>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3567" name="Group 617"/>
            <p:cNvGrpSpPr>
              <a:grpSpLocks/>
            </p:cNvGrpSpPr>
            <p:nvPr/>
          </p:nvGrpSpPr>
          <p:grpSpPr bwMode="auto">
            <a:xfrm>
              <a:off x="3325" y="1733"/>
              <a:ext cx="415" cy="56"/>
              <a:chOff x="3325" y="1733"/>
              <a:chExt cx="415" cy="56"/>
            </a:xfrm>
          </p:grpSpPr>
          <p:sp>
            <p:nvSpPr>
              <p:cNvPr id="104167" name="Freeform 618"/>
              <p:cNvSpPr>
                <a:spLocks/>
              </p:cNvSpPr>
              <p:nvPr/>
            </p:nvSpPr>
            <p:spPr bwMode="auto">
              <a:xfrm>
                <a:off x="3628" y="1733"/>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solidFill>
                <a:schemeClr val="bg2"/>
              </a:solidFill>
              <a:ln w="9525">
                <a:solidFill>
                  <a:schemeClr val="bg2"/>
                </a:solidFill>
                <a:round/>
                <a:headEnd/>
                <a:tailEnd/>
              </a:ln>
            </p:spPr>
            <p:txBody>
              <a:bodyPr/>
              <a:lstStyle/>
              <a:p>
                <a:endParaRPr lang="en-US"/>
              </a:p>
            </p:txBody>
          </p:sp>
          <p:grpSp>
            <p:nvGrpSpPr>
              <p:cNvPr id="104168" name="Group 619"/>
              <p:cNvGrpSpPr>
                <a:grpSpLocks/>
              </p:cNvGrpSpPr>
              <p:nvPr/>
            </p:nvGrpSpPr>
            <p:grpSpPr bwMode="auto">
              <a:xfrm>
                <a:off x="3325" y="1757"/>
                <a:ext cx="295" cy="1"/>
                <a:chOff x="3325" y="1757"/>
                <a:chExt cx="295" cy="1"/>
              </a:xfrm>
            </p:grpSpPr>
            <p:sp>
              <p:nvSpPr>
                <p:cNvPr id="104169" name="Line 620"/>
                <p:cNvSpPr>
                  <a:spLocks noChangeShapeType="1"/>
                </p:cNvSpPr>
                <p:nvPr/>
              </p:nvSpPr>
              <p:spPr bwMode="auto">
                <a:xfrm>
                  <a:off x="3325"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170" name="Line 621"/>
                <p:cNvSpPr>
                  <a:spLocks noChangeShapeType="1"/>
                </p:cNvSpPr>
                <p:nvPr/>
              </p:nvSpPr>
              <p:spPr bwMode="auto">
                <a:xfrm>
                  <a:off x="3381"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171" name="Line 622"/>
                <p:cNvSpPr>
                  <a:spLocks noChangeShapeType="1"/>
                </p:cNvSpPr>
                <p:nvPr/>
              </p:nvSpPr>
              <p:spPr bwMode="auto">
                <a:xfrm>
                  <a:off x="3437"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172" name="Line 623"/>
                <p:cNvSpPr>
                  <a:spLocks noChangeShapeType="1"/>
                </p:cNvSpPr>
                <p:nvPr/>
              </p:nvSpPr>
              <p:spPr bwMode="auto">
                <a:xfrm>
                  <a:off x="3493" y="1757"/>
                  <a:ext cx="23"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173" name="Line 624"/>
                <p:cNvSpPr>
                  <a:spLocks noChangeShapeType="1"/>
                </p:cNvSpPr>
                <p:nvPr/>
              </p:nvSpPr>
              <p:spPr bwMode="auto">
                <a:xfrm>
                  <a:off x="3548"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174" name="Line 625"/>
                <p:cNvSpPr>
                  <a:spLocks noChangeShapeType="1"/>
                </p:cNvSpPr>
                <p:nvPr/>
              </p:nvSpPr>
              <p:spPr bwMode="auto">
                <a:xfrm>
                  <a:off x="3604" y="1757"/>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3568" name="Group 626"/>
            <p:cNvGrpSpPr>
              <a:grpSpLocks/>
            </p:cNvGrpSpPr>
            <p:nvPr/>
          </p:nvGrpSpPr>
          <p:grpSpPr bwMode="auto">
            <a:xfrm>
              <a:off x="3788" y="1733"/>
              <a:ext cx="415" cy="56"/>
              <a:chOff x="3788" y="1733"/>
              <a:chExt cx="415" cy="56"/>
            </a:xfrm>
          </p:grpSpPr>
          <p:sp>
            <p:nvSpPr>
              <p:cNvPr id="104159" name="Freeform 627"/>
              <p:cNvSpPr>
                <a:spLocks/>
              </p:cNvSpPr>
              <p:nvPr/>
            </p:nvSpPr>
            <p:spPr bwMode="auto">
              <a:xfrm>
                <a:off x="4091" y="1733"/>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solidFill>
                <a:schemeClr val="bg2"/>
              </a:solidFill>
              <a:ln w="9525">
                <a:solidFill>
                  <a:schemeClr val="bg2"/>
                </a:solidFill>
                <a:round/>
                <a:headEnd/>
                <a:tailEnd/>
              </a:ln>
            </p:spPr>
            <p:txBody>
              <a:bodyPr/>
              <a:lstStyle/>
              <a:p>
                <a:endParaRPr lang="en-US"/>
              </a:p>
            </p:txBody>
          </p:sp>
          <p:grpSp>
            <p:nvGrpSpPr>
              <p:cNvPr id="104160" name="Group 628"/>
              <p:cNvGrpSpPr>
                <a:grpSpLocks/>
              </p:cNvGrpSpPr>
              <p:nvPr/>
            </p:nvGrpSpPr>
            <p:grpSpPr bwMode="auto">
              <a:xfrm>
                <a:off x="3788" y="1757"/>
                <a:ext cx="295" cy="1"/>
                <a:chOff x="3788" y="1757"/>
                <a:chExt cx="295" cy="1"/>
              </a:xfrm>
            </p:grpSpPr>
            <p:sp>
              <p:nvSpPr>
                <p:cNvPr id="104161" name="Line 629"/>
                <p:cNvSpPr>
                  <a:spLocks noChangeShapeType="1"/>
                </p:cNvSpPr>
                <p:nvPr/>
              </p:nvSpPr>
              <p:spPr bwMode="auto">
                <a:xfrm>
                  <a:off x="3788"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162" name="Line 630"/>
                <p:cNvSpPr>
                  <a:spLocks noChangeShapeType="1"/>
                </p:cNvSpPr>
                <p:nvPr/>
              </p:nvSpPr>
              <p:spPr bwMode="auto">
                <a:xfrm>
                  <a:off x="3844"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163" name="Line 631"/>
                <p:cNvSpPr>
                  <a:spLocks noChangeShapeType="1"/>
                </p:cNvSpPr>
                <p:nvPr/>
              </p:nvSpPr>
              <p:spPr bwMode="auto">
                <a:xfrm>
                  <a:off x="3900"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164" name="Line 632"/>
                <p:cNvSpPr>
                  <a:spLocks noChangeShapeType="1"/>
                </p:cNvSpPr>
                <p:nvPr/>
              </p:nvSpPr>
              <p:spPr bwMode="auto">
                <a:xfrm>
                  <a:off x="3956"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165" name="Line 633"/>
                <p:cNvSpPr>
                  <a:spLocks noChangeShapeType="1"/>
                </p:cNvSpPr>
                <p:nvPr/>
              </p:nvSpPr>
              <p:spPr bwMode="auto">
                <a:xfrm>
                  <a:off x="4011"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166" name="Line 634"/>
                <p:cNvSpPr>
                  <a:spLocks noChangeShapeType="1"/>
                </p:cNvSpPr>
                <p:nvPr/>
              </p:nvSpPr>
              <p:spPr bwMode="auto">
                <a:xfrm>
                  <a:off x="4067" y="1757"/>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3569" name="Group 635"/>
            <p:cNvGrpSpPr>
              <a:grpSpLocks/>
            </p:cNvGrpSpPr>
            <p:nvPr/>
          </p:nvGrpSpPr>
          <p:grpSpPr bwMode="auto">
            <a:xfrm>
              <a:off x="3325" y="2044"/>
              <a:ext cx="423" cy="56"/>
              <a:chOff x="3325" y="2044"/>
              <a:chExt cx="423" cy="56"/>
            </a:xfrm>
          </p:grpSpPr>
          <p:sp>
            <p:nvSpPr>
              <p:cNvPr id="104151" name="Freeform 636"/>
              <p:cNvSpPr>
                <a:spLocks/>
              </p:cNvSpPr>
              <p:nvPr/>
            </p:nvSpPr>
            <p:spPr bwMode="auto">
              <a:xfrm>
                <a:off x="3628" y="2044"/>
                <a:ext cx="120" cy="56"/>
              </a:xfrm>
              <a:custGeom>
                <a:avLst/>
                <a:gdLst>
                  <a:gd name="T0" fmla="*/ 120 w 120"/>
                  <a:gd name="T1" fmla="*/ 24 h 56"/>
                  <a:gd name="T2" fmla="*/ 0 w 120"/>
                  <a:gd name="T3" fmla="*/ 56 h 56"/>
                  <a:gd name="T4" fmla="*/ 0 w 120"/>
                  <a:gd name="T5" fmla="*/ 24 h 56"/>
                  <a:gd name="T6" fmla="*/ 0 w 120"/>
                  <a:gd name="T7" fmla="*/ 0 h 56"/>
                  <a:gd name="T8" fmla="*/ 120 w 120"/>
                  <a:gd name="T9" fmla="*/ 24 h 56"/>
                  <a:gd name="T10" fmla="*/ 0 60000 65536"/>
                  <a:gd name="T11" fmla="*/ 0 60000 65536"/>
                  <a:gd name="T12" fmla="*/ 0 60000 65536"/>
                  <a:gd name="T13" fmla="*/ 0 60000 65536"/>
                  <a:gd name="T14" fmla="*/ 0 60000 65536"/>
                  <a:gd name="T15" fmla="*/ 0 w 120"/>
                  <a:gd name="T16" fmla="*/ 0 h 56"/>
                  <a:gd name="T17" fmla="*/ 120 w 120"/>
                  <a:gd name="T18" fmla="*/ 56 h 56"/>
                </a:gdLst>
                <a:ahLst/>
                <a:cxnLst>
                  <a:cxn ang="T10">
                    <a:pos x="T0" y="T1"/>
                  </a:cxn>
                  <a:cxn ang="T11">
                    <a:pos x="T2" y="T3"/>
                  </a:cxn>
                  <a:cxn ang="T12">
                    <a:pos x="T4" y="T5"/>
                  </a:cxn>
                  <a:cxn ang="T13">
                    <a:pos x="T6" y="T7"/>
                  </a:cxn>
                  <a:cxn ang="T14">
                    <a:pos x="T8" y="T9"/>
                  </a:cxn>
                </a:cxnLst>
                <a:rect l="T15" t="T16" r="T17" b="T18"/>
                <a:pathLst>
                  <a:path w="120" h="56">
                    <a:moveTo>
                      <a:pt x="120" y="24"/>
                    </a:moveTo>
                    <a:lnTo>
                      <a:pt x="0" y="56"/>
                    </a:lnTo>
                    <a:lnTo>
                      <a:pt x="0" y="24"/>
                    </a:lnTo>
                    <a:lnTo>
                      <a:pt x="0" y="0"/>
                    </a:lnTo>
                    <a:lnTo>
                      <a:pt x="120" y="24"/>
                    </a:lnTo>
                    <a:close/>
                  </a:path>
                </a:pathLst>
              </a:custGeom>
              <a:solidFill>
                <a:schemeClr val="bg2"/>
              </a:solidFill>
              <a:ln w="9525">
                <a:solidFill>
                  <a:schemeClr val="bg2"/>
                </a:solidFill>
                <a:round/>
                <a:headEnd/>
                <a:tailEnd/>
              </a:ln>
            </p:spPr>
            <p:txBody>
              <a:bodyPr/>
              <a:lstStyle/>
              <a:p>
                <a:endParaRPr lang="en-US"/>
              </a:p>
            </p:txBody>
          </p:sp>
          <p:grpSp>
            <p:nvGrpSpPr>
              <p:cNvPr id="104152" name="Group 637"/>
              <p:cNvGrpSpPr>
                <a:grpSpLocks/>
              </p:cNvGrpSpPr>
              <p:nvPr/>
            </p:nvGrpSpPr>
            <p:grpSpPr bwMode="auto">
              <a:xfrm>
                <a:off x="3325" y="2068"/>
                <a:ext cx="295" cy="1"/>
                <a:chOff x="3325" y="2068"/>
                <a:chExt cx="295" cy="1"/>
              </a:xfrm>
            </p:grpSpPr>
            <p:sp>
              <p:nvSpPr>
                <p:cNvPr id="104153" name="Line 638"/>
                <p:cNvSpPr>
                  <a:spLocks noChangeShapeType="1"/>
                </p:cNvSpPr>
                <p:nvPr/>
              </p:nvSpPr>
              <p:spPr bwMode="auto">
                <a:xfrm>
                  <a:off x="3325"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154" name="Line 639"/>
                <p:cNvSpPr>
                  <a:spLocks noChangeShapeType="1"/>
                </p:cNvSpPr>
                <p:nvPr/>
              </p:nvSpPr>
              <p:spPr bwMode="auto">
                <a:xfrm>
                  <a:off x="3381"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155" name="Line 640"/>
                <p:cNvSpPr>
                  <a:spLocks noChangeShapeType="1"/>
                </p:cNvSpPr>
                <p:nvPr/>
              </p:nvSpPr>
              <p:spPr bwMode="auto">
                <a:xfrm>
                  <a:off x="3437"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156" name="Line 641"/>
                <p:cNvSpPr>
                  <a:spLocks noChangeShapeType="1"/>
                </p:cNvSpPr>
                <p:nvPr/>
              </p:nvSpPr>
              <p:spPr bwMode="auto">
                <a:xfrm>
                  <a:off x="3493" y="2068"/>
                  <a:ext cx="23"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157" name="Line 642"/>
                <p:cNvSpPr>
                  <a:spLocks noChangeShapeType="1"/>
                </p:cNvSpPr>
                <p:nvPr/>
              </p:nvSpPr>
              <p:spPr bwMode="auto">
                <a:xfrm>
                  <a:off x="3548"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158" name="Line 643"/>
                <p:cNvSpPr>
                  <a:spLocks noChangeShapeType="1"/>
                </p:cNvSpPr>
                <p:nvPr/>
              </p:nvSpPr>
              <p:spPr bwMode="auto">
                <a:xfrm>
                  <a:off x="3604" y="2068"/>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3570" name="Group 644"/>
            <p:cNvGrpSpPr>
              <a:grpSpLocks/>
            </p:cNvGrpSpPr>
            <p:nvPr/>
          </p:nvGrpSpPr>
          <p:grpSpPr bwMode="auto">
            <a:xfrm>
              <a:off x="3796" y="2036"/>
              <a:ext cx="415" cy="56"/>
              <a:chOff x="3796" y="2036"/>
              <a:chExt cx="415" cy="56"/>
            </a:xfrm>
          </p:grpSpPr>
          <p:sp>
            <p:nvSpPr>
              <p:cNvPr id="104143" name="Freeform 645"/>
              <p:cNvSpPr>
                <a:spLocks/>
              </p:cNvSpPr>
              <p:nvPr/>
            </p:nvSpPr>
            <p:spPr bwMode="auto">
              <a:xfrm>
                <a:off x="4099"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04144" name="Group 646"/>
              <p:cNvGrpSpPr>
                <a:grpSpLocks/>
              </p:cNvGrpSpPr>
              <p:nvPr/>
            </p:nvGrpSpPr>
            <p:grpSpPr bwMode="auto">
              <a:xfrm>
                <a:off x="3796" y="2068"/>
                <a:ext cx="295" cy="1"/>
                <a:chOff x="3796" y="2068"/>
                <a:chExt cx="295" cy="1"/>
              </a:xfrm>
            </p:grpSpPr>
            <p:sp>
              <p:nvSpPr>
                <p:cNvPr id="104145" name="Line 647"/>
                <p:cNvSpPr>
                  <a:spLocks noChangeShapeType="1"/>
                </p:cNvSpPr>
                <p:nvPr/>
              </p:nvSpPr>
              <p:spPr bwMode="auto">
                <a:xfrm>
                  <a:off x="3796"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146" name="Line 648"/>
                <p:cNvSpPr>
                  <a:spLocks noChangeShapeType="1"/>
                </p:cNvSpPr>
                <p:nvPr/>
              </p:nvSpPr>
              <p:spPr bwMode="auto">
                <a:xfrm>
                  <a:off x="3852"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147" name="Line 649"/>
                <p:cNvSpPr>
                  <a:spLocks noChangeShapeType="1"/>
                </p:cNvSpPr>
                <p:nvPr/>
              </p:nvSpPr>
              <p:spPr bwMode="auto">
                <a:xfrm>
                  <a:off x="3908"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148" name="Line 650"/>
                <p:cNvSpPr>
                  <a:spLocks noChangeShapeType="1"/>
                </p:cNvSpPr>
                <p:nvPr/>
              </p:nvSpPr>
              <p:spPr bwMode="auto">
                <a:xfrm>
                  <a:off x="3964"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149" name="Line 651"/>
                <p:cNvSpPr>
                  <a:spLocks noChangeShapeType="1"/>
                </p:cNvSpPr>
                <p:nvPr/>
              </p:nvSpPr>
              <p:spPr bwMode="auto">
                <a:xfrm>
                  <a:off x="4019"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150" name="Line 652"/>
                <p:cNvSpPr>
                  <a:spLocks noChangeShapeType="1"/>
                </p:cNvSpPr>
                <p:nvPr/>
              </p:nvSpPr>
              <p:spPr bwMode="auto">
                <a:xfrm>
                  <a:off x="4075" y="2068"/>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3571" name="Group 653"/>
            <p:cNvGrpSpPr>
              <a:grpSpLocks/>
            </p:cNvGrpSpPr>
            <p:nvPr/>
          </p:nvGrpSpPr>
          <p:grpSpPr bwMode="auto">
            <a:xfrm>
              <a:off x="4267" y="2036"/>
              <a:ext cx="415" cy="56"/>
              <a:chOff x="4267" y="2036"/>
              <a:chExt cx="415" cy="56"/>
            </a:xfrm>
          </p:grpSpPr>
          <p:sp>
            <p:nvSpPr>
              <p:cNvPr id="104135" name="Freeform 654"/>
              <p:cNvSpPr>
                <a:spLocks/>
              </p:cNvSpPr>
              <p:nvPr/>
            </p:nvSpPr>
            <p:spPr bwMode="auto">
              <a:xfrm>
                <a:off x="4570"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04136" name="Group 655"/>
              <p:cNvGrpSpPr>
                <a:grpSpLocks/>
              </p:cNvGrpSpPr>
              <p:nvPr/>
            </p:nvGrpSpPr>
            <p:grpSpPr bwMode="auto">
              <a:xfrm>
                <a:off x="4267" y="2068"/>
                <a:ext cx="295" cy="1"/>
                <a:chOff x="4267" y="2068"/>
                <a:chExt cx="295" cy="1"/>
              </a:xfrm>
            </p:grpSpPr>
            <p:sp>
              <p:nvSpPr>
                <p:cNvPr id="104137" name="Line 656"/>
                <p:cNvSpPr>
                  <a:spLocks noChangeShapeType="1"/>
                </p:cNvSpPr>
                <p:nvPr/>
              </p:nvSpPr>
              <p:spPr bwMode="auto">
                <a:xfrm>
                  <a:off x="4267"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138" name="Line 657"/>
                <p:cNvSpPr>
                  <a:spLocks noChangeShapeType="1"/>
                </p:cNvSpPr>
                <p:nvPr/>
              </p:nvSpPr>
              <p:spPr bwMode="auto">
                <a:xfrm>
                  <a:off x="4323"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139" name="Line 658"/>
                <p:cNvSpPr>
                  <a:spLocks noChangeShapeType="1"/>
                </p:cNvSpPr>
                <p:nvPr/>
              </p:nvSpPr>
              <p:spPr bwMode="auto">
                <a:xfrm>
                  <a:off x="4379"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140" name="Line 659"/>
                <p:cNvSpPr>
                  <a:spLocks noChangeShapeType="1"/>
                </p:cNvSpPr>
                <p:nvPr/>
              </p:nvSpPr>
              <p:spPr bwMode="auto">
                <a:xfrm>
                  <a:off x="4435"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141" name="Line 660"/>
                <p:cNvSpPr>
                  <a:spLocks noChangeShapeType="1"/>
                </p:cNvSpPr>
                <p:nvPr/>
              </p:nvSpPr>
              <p:spPr bwMode="auto">
                <a:xfrm>
                  <a:off x="4491" y="2068"/>
                  <a:ext cx="23"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142" name="Line 661"/>
                <p:cNvSpPr>
                  <a:spLocks noChangeShapeType="1"/>
                </p:cNvSpPr>
                <p:nvPr/>
              </p:nvSpPr>
              <p:spPr bwMode="auto">
                <a:xfrm>
                  <a:off x="4546" y="2068"/>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3572" name="Group 662"/>
            <p:cNvGrpSpPr>
              <a:grpSpLocks/>
            </p:cNvGrpSpPr>
            <p:nvPr/>
          </p:nvGrpSpPr>
          <p:grpSpPr bwMode="auto">
            <a:xfrm>
              <a:off x="4259" y="2347"/>
              <a:ext cx="415" cy="56"/>
              <a:chOff x="4259" y="2347"/>
              <a:chExt cx="415" cy="56"/>
            </a:xfrm>
          </p:grpSpPr>
          <p:sp>
            <p:nvSpPr>
              <p:cNvPr id="104127" name="Freeform 663"/>
              <p:cNvSpPr>
                <a:spLocks/>
              </p:cNvSpPr>
              <p:nvPr/>
            </p:nvSpPr>
            <p:spPr bwMode="auto">
              <a:xfrm>
                <a:off x="4562" y="234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solidFill>
                <a:schemeClr val="bg2"/>
              </a:solidFill>
              <a:ln w="9525">
                <a:solidFill>
                  <a:schemeClr val="bg2"/>
                </a:solidFill>
                <a:round/>
                <a:headEnd/>
                <a:tailEnd/>
              </a:ln>
            </p:spPr>
            <p:txBody>
              <a:bodyPr/>
              <a:lstStyle/>
              <a:p>
                <a:endParaRPr lang="en-US"/>
              </a:p>
            </p:txBody>
          </p:sp>
          <p:grpSp>
            <p:nvGrpSpPr>
              <p:cNvPr id="104128" name="Group 664"/>
              <p:cNvGrpSpPr>
                <a:grpSpLocks/>
              </p:cNvGrpSpPr>
              <p:nvPr/>
            </p:nvGrpSpPr>
            <p:grpSpPr bwMode="auto">
              <a:xfrm>
                <a:off x="4259" y="2371"/>
                <a:ext cx="295" cy="1"/>
                <a:chOff x="4259" y="2371"/>
                <a:chExt cx="295" cy="1"/>
              </a:xfrm>
            </p:grpSpPr>
            <p:sp>
              <p:nvSpPr>
                <p:cNvPr id="104129" name="Line 665"/>
                <p:cNvSpPr>
                  <a:spLocks noChangeShapeType="1"/>
                </p:cNvSpPr>
                <p:nvPr/>
              </p:nvSpPr>
              <p:spPr bwMode="auto">
                <a:xfrm>
                  <a:off x="4259"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130" name="Line 666"/>
                <p:cNvSpPr>
                  <a:spLocks noChangeShapeType="1"/>
                </p:cNvSpPr>
                <p:nvPr/>
              </p:nvSpPr>
              <p:spPr bwMode="auto">
                <a:xfrm>
                  <a:off x="4315"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131" name="Line 667"/>
                <p:cNvSpPr>
                  <a:spLocks noChangeShapeType="1"/>
                </p:cNvSpPr>
                <p:nvPr/>
              </p:nvSpPr>
              <p:spPr bwMode="auto">
                <a:xfrm>
                  <a:off x="4371"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132" name="Line 668"/>
                <p:cNvSpPr>
                  <a:spLocks noChangeShapeType="1"/>
                </p:cNvSpPr>
                <p:nvPr/>
              </p:nvSpPr>
              <p:spPr bwMode="auto">
                <a:xfrm>
                  <a:off x="4427"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133" name="Line 669"/>
                <p:cNvSpPr>
                  <a:spLocks noChangeShapeType="1"/>
                </p:cNvSpPr>
                <p:nvPr/>
              </p:nvSpPr>
              <p:spPr bwMode="auto">
                <a:xfrm>
                  <a:off x="4483" y="2371"/>
                  <a:ext cx="23"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134" name="Line 670"/>
                <p:cNvSpPr>
                  <a:spLocks noChangeShapeType="1"/>
                </p:cNvSpPr>
                <p:nvPr/>
              </p:nvSpPr>
              <p:spPr bwMode="auto">
                <a:xfrm>
                  <a:off x="4538" y="2371"/>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3573" name="Group 671"/>
            <p:cNvGrpSpPr>
              <a:grpSpLocks/>
            </p:cNvGrpSpPr>
            <p:nvPr/>
          </p:nvGrpSpPr>
          <p:grpSpPr bwMode="auto">
            <a:xfrm>
              <a:off x="3796" y="2347"/>
              <a:ext cx="415" cy="56"/>
              <a:chOff x="3796" y="2347"/>
              <a:chExt cx="415" cy="56"/>
            </a:xfrm>
          </p:grpSpPr>
          <p:sp>
            <p:nvSpPr>
              <p:cNvPr id="104119" name="Freeform 672"/>
              <p:cNvSpPr>
                <a:spLocks/>
              </p:cNvSpPr>
              <p:nvPr/>
            </p:nvSpPr>
            <p:spPr bwMode="auto">
              <a:xfrm>
                <a:off x="4099" y="234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solidFill>
                <a:schemeClr val="bg2"/>
              </a:solidFill>
              <a:ln w="9525">
                <a:solidFill>
                  <a:schemeClr val="bg2"/>
                </a:solidFill>
                <a:round/>
                <a:headEnd/>
                <a:tailEnd/>
              </a:ln>
            </p:spPr>
            <p:txBody>
              <a:bodyPr/>
              <a:lstStyle/>
              <a:p>
                <a:endParaRPr lang="en-US"/>
              </a:p>
            </p:txBody>
          </p:sp>
          <p:grpSp>
            <p:nvGrpSpPr>
              <p:cNvPr id="104120" name="Group 673"/>
              <p:cNvGrpSpPr>
                <a:grpSpLocks/>
              </p:cNvGrpSpPr>
              <p:nvPr/>
            </p:nvGrpSpPr>
            <p:grpSpPr bwMode="auto">
              <a:xfrm>
                <a:off x="3796" y="2371"/>
                <a:ext cx="295" cy="1"/>
                <a:chOff x="3796" y="2371"/>
                <a:chExt cx="295" cy="1"/>
              </a:xfrm>
            </p:grpSpPr>
            <p:sp>
              <p:nvSpPr>
                <p:cNvPr id="104121" name="Line 674"/>
                <p:cNvSpPr>
                  <a:spLocks noChangeShapeType="1"/>
                </p:cNvSpPr>
                <p:nvPr/>
              </p:nvSpPr>
              <p:spPr bwMode="auto">
                <a:xfrm>
                  <a:off x="3796"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122" name="Line 675"/>
                <p:cNvSpPr>
                  <a:spLocks noChangeShapeType="1"/>
                </p:cNvSpPr>
                <p:nvPr/>
              </p:nvSpPr>
              <p:spPr bwMode="auto">
                <a:xfrm>
                  <a:off x="3852"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123" name="Line 676"/>
                <p:cNvSpPr>
                  <a:spLocks noChangeShapeType="1"/>
                </p:cNvSpPr>
                <p:nvPr/>
              </p:nvSpPr>
              <p:spPr bwMode="auto">
                <a:xfrm>
                  <a:off x="3908"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124" name="Line 677"/>
                <p:cNvSpPr>
                  <a:spLocks noChangeShapeType="1"/>
                </p:cNvSpPr>
                <p:nvPr/>
              </p:nvSpPr>
              <p:spPr bwMode="auto">
                <a:xfrm>
                  <a:off x="3964"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125" name="Line 678"/>
                <p:cNvSpPr>
                  <a:spLocks noChangeShapeType="1"/>
                </p:cNvSpPr>
                <p:nvPr/>
              </p:nvSpPr>
              <p:spPr bwMode="auto">
                <a:xfrm>
                  <a:off x="4019"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126" name="Line 679"/>
                <p:cNvSpPr>
                  <a:spLocks noChangeShapeType="1"/>
                </p:cNvSpPr>
                <p:nvPr/>
              </p:nvSpPr>
              <p:spPr bwMode="auto">
                <a:xfrm>
                  <a:off x="4075" y="2371"/>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3574" name="Group 680"/>
            <p:cNvGrpSpPr>
              <a:grpSpLocks/>
            </p:cNvGrpSpPr>
            <p:nvPr/>
          </p:nvGrpSpPr>
          <p:grpSpPr bwMode="auto">
            <a:xfrm>
              <a:off x="3333" y="2339"/>
              <a:ext cx="415" cy="64"/>
              <a:chOff x="3333" y="2339"/>
              <a:chExt cx="415" cy="64"/>
            </a:xfrm>
          </p:grpSpPr>
          <p:sp>
            <p:nvSpPr>
              <p:cNvPr id="104111" name="Freeform 681"/>
              <p:cNvSpPr>
                <a:spLocks/>
              </p:cNvSpPr>
              <p:nvPr/>
            </p:nvSpPr>
            <p:spPr bwMode="auto">
              <a:xfrm>
                <a:off x="3636" y="2339"/>
                <a:ext cx="112" cy="64"/>
              </a:xfrm>
              <a:custGeom>
                <a:avLst/>
                <a:gdLst>
                  <a:gd name="T0" fmla="*/ 112 w 112"/>
                  <a:gd name="T1" fmla="*/ 32 h 64"/>
                  <a:gd name="T2" fmla="*/ 0 w 112"/>
                  <a:gd name="T3" fmla="*/ 64 h 64"/>
                  <a:gd name="T4" fmla="*/ 0 w 112"/>
                  <a:gd name="T5" fmla="*/ 32 h 64"/>
                  <a:gd name="T6" fmla="*/ 0 w 112"/>
                  <a:gd name="T7" fmla="*/ 0 h 64"/>
                  <a:gd name="T8" fmla="*/ 112 w 112"/>
                  <a:gd name="T9" fmla="*/ 32 h 64"/>
                  <a:gd name="T10" fmla="*/ 0 60000 65536"/>
                  <a:gd name="T11" fmla="*/ 0 60000 65536"/>
                  <a:gd name="T12" fmla="*/ 0 60000 65536"/>
                  <a:gd name="T13" fmla="*/ 0 60000 65536"/>
                  <a:gd name="T14" fmla="*/ 0 60000 65536"/>
                  <a:gd name="T15" fmla="*/ 0 w 112"/>
                  <a:gd name="T16" fmla="*/ 0 h 64"/>
                  <a:gd name="T17" fmla="*/ 112 w 112"/>
                  <a:gd name="T18" fmla="*/ 64 h 64"/>
                </a:gdLst>
                <a:ahLst/>
                <a:cxnLst>
                  <a:cxn ang="T10">
                    <a:pos x="T0" y="T1"/>
                  </a:cxn>
                  <a:cxn ang="T11">
                    <a:pos x="T2" y="T3"/>
                  </a:cxn>
                  <a:cxn ang="T12">
                    <a:pos x="T4" y="T5"/>
                  </a:cxn>
                  <a:cxn ang="T13">
                    <a:pos x="T6" y="T7"/>
                  </a:cxn>
                  <a:cxn ang="T14">
                    <a:pos x="T8" y="T9"/>
                  </a:cxn>
                </a:cxnLst>
                <a:rect l="T15" t="T16" r="T17" b="T18"/>
                <a:pathLst>
                  <a:path w="112" h="64">
                    <a:moveTo>
                      <a:pt x="112" y="32"/>
                    </a:moveTo>
                    <a:lnTo>
                      <a:pt x="0" y="64"/>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04112" name="Group 682"/>
              <p:cNvGrpSpPr>
                <a:grpSpLocks/>
              </p:cNvGrpSpPr>
              <p:nvPr/>
            </p:nvGrpSpPr>
            <p:grpSpPr bwMode="auto">
              <a:xfrm>
                <a:off x="3333" y="2371"/>
                <a:ext cx="295" cy="1"/>
                <a:chOff x="3333" y="2371"/>
                <a:chExt cx="295" cy="1"/>
              </a:xfrm>
            </p:grpSpPr>
            <p:sp>
              <p:nvSpPr>
                <p:cNvPr id="104113" name="Line 683"/>
                <p:cNvSpPr>
                  <a:spLocks noChangeShapeType="1"/>
                </p:cNvSpPr>
                <p:nvPr/>
              </p:nvSpPr>
              <p:spPr bwMode="auto">
                <a:xfrm>
                  <a:off x="3333"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114" name="Line 684"/>
                <p:cNvSpPr>
                  <a:spLocks noChangeShapeType="1"/>
                </p:cNvSpPr>
                <p:nvPr/>
              </p:nvSpPr>
              <p:spPr bwMode="auto">
                <a:xfrm>
                  <a:off x="3389"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115" name="Line 685"/>
                <p:cNvSpPr>
                  <a:spLocks noChangeShapeType="1"/>
                </p:cNvSpPr>
                <p:nvPr/>
              </p:nvSpPr>
              <p:spPr bwMode="auto">
                <a:xfrm>
                  <a:off x="3445"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116" name="Line 686"/>
                <p:cNvSpPr>
                  <a:spLocks noChangeShapeType="1"/>
                </p:cNvSpPr>
                <p:nvPr/>
              </p:nvSpPr>
              <p:spPr bwMode="auto">
                <a:xfrm>
                  <a:off x="3501" y="2371"/>
                  <a:ext cx="23"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117" name="Line 687"/>
                <p:cNvSpPr>
                  <a:spLocks noChangeShapeType="1"/>
                </p:cNvSpPr>
                <p:nvPr/>
              </p:nvSpPr>
              <p:spPr bwMode="auto">
                <a:xfrm>
                  <a:off x="3556"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118" name="Line 688"/>
                <p:cNvSpPr>
                  <a:spLocks noChangeShapeType="1"/>
                </p:cNvSpPr>
                <p:nvPr/>
              </p:nvSpPr>
              <p:spPr bwMode="auto">
                <a:xfrm>
                  <a:off x="3612" y="2371"/>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3575" name="Group 689"/>
            <p:cNvGrpSpPr>
              <a:grpSpLocks/>
            </p:cNvGrpSpPr>
            <p:nvPr/>
          </p:nvGrpSpPr>
          <p:grpSpPr bwMode="auto">
            <a:xfrm>
              <a:off x="3325" y="2650"/>
              <a:ext cx="415" cy="56"/>
              <a:chOff x="3325" y="2650"/>
              <a:chExt cx="415" cy="56"/>
            </a:xfrm>
          </p:grpSpPr>
          <p:sp>
            <p:nvSpPr>
              <p:cNvPr id="104103" name="Freeform 690"/>
              <p:cNvSpPr>
                <a:spLocks/>
              </p:cNvSpPr>
              <p:nvPr/>
            </p:nvSpPr>
            <p:spPr bwMode="auto">
              <a:xfrm>
                <a:off x="3628" y="2650"/>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solidFill>
                <a:schemeClr val="bg2"/>
              </a:solidFill>
              <a:ln w="9525">
                <a:solidFill>
                  <a:schemeClr val="bg2"/>
                </a:solidFill>
                <a:round/>
                <a:headEnd/>
                <a:tailEnd/>
              </a:ln>
            </p:spPr>
            <p:txBody>
              <a:bodyPr/>
              <a:lstStyle/>
              <a:p>
                <a:endParaRPr lang="en-US"/>
              </a:p>
            </p:txBody>
          </p:sp>
          <p:grpSp>
            <p:nvGrpSpPr>
              <p:cNvPr id="104104" name="Group 691"/>
              <p:cNvGrpSpPr>
                <a:grpSpLocks/>
              </p:cNvGrpSpPr>
              <p:nvPr/>
            </p:nvGrpSpPr>
            <p:grpSpPr bwMode="auto">
              <a:xfrm>
                <a:off x="3325" y="2674"/>
                <a:ext cx="295" cy="1"/>
                <a:chOff x="3325" y="2674"/>
                <a:chExt cx="295" cy="1"/>
              </a:xfrm>
            </p:grpSpPr>
            <p:sp>
              <p:nvSpPr>
                <p:cNvPr id="104105" name="Line 692"/>
                <p:cNvSpPr>
                  <a:spLocks noChangeShapeType="1"/>
                </p:cNvSpPr>
                <p:nvPr/>
              </p:nvSpPr>
              <p:spPr bwMode="auto">
                <a:xfrm>
                  <a:off x="3325"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106" name="Line 693"/>
                <p:cNvSpPr>
                  <a:spLocks noChangeShapeType="1"/>
                </p:cNvSpPr>
                <p:nvPr/>
              </p:nvSpPr>
              <p:spPr bwMode="auto">
                <a:xfrm>
                  <a:off x="3381"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107" name="Line 694"/>
                <p:cNvSpPr>
                  <a:spLocks noChangeShapeType="1"/>
                </p:cNvSpPr>
                <p:nvPr/>
              </p:nvSpPr>
              <p:spPr bwMode="auto">
                <a:xfrm>
                  <a:off x="3437"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108" name="Line 695"/>
                <p:cNvSpPr>
                  <a:spLocks noChangeShapeType="1"/>
                </p:cNvSpPr>
                <p:nvPr/>
              </p:nvSpPr>
              <p:spPr bwMode="auto">
                <a:xfrm>
                  <a:off x="3493" y="2674"/>
                  <a:ext cx="23"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109" name="Line 696"/>
                <p:cNvSpPr>
                  <a:spLocks noChangeShapeType="1"/>
                </p:cNvSpPr>
                <p:nvPr/>
              </p:nvSpPr>
              <p:spPr bwMode="auto">
                <a:xfrm>
                  <a:off x="3548"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110" name="Line 697"/>
                <p:cNvSpPr>
                  <a:spLocks noChangeShapeType="1"/>
                </p:cNvSpPr>
                <p:nvPr/>
              </p:nvSpPr>
              <p:spPr bwMode="auto">
                <a:xfrm>
                  <a:off x="3604" y="2674"/>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3576" name="Group 698"/>
            <p:cNvGrpSpPr>
              <a:grpSpLocks/>
            </p:cNvGrpSpPr>
            <p:nvPr/>
          </p:nvGrpSpPr>
          <p:grpSpPr bwMode="auto">
            <a:xfrm>
              <a:off x="3788" y="2650"/>
              <a:ext cx="415" cy="56"/>
              <a:chOff x="3788" y="2650"/>
              <a:chExt cx="415" cy="56"/>
            </a:xfrm>
          </p:grpSpPr>
          <p:sp>
            <p:nvSpPr>
              <p:cNvPr id="104095" name="Freeform 699"/>
              <p:cNvSpPr>
                <a:spLocks/>
              </p:cNvSpPr>
              <p:nvPr/>
            </p:nvSpPr>
            <p:spPr bwMode="auto">
              <a:xfrm>
                <a:off x="4091" y="2650"/>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solidFill>
                <a:schemeClr val="bg2"/>
              </a:solidFill>
              <a:ln w="9525">
                <a:solidFill>
                  <a:schemeClr val="bg2"/>
                </a:solidFill>
                <a:round/>
                <a:headEnd/>
                <a:tailEnd/>
              </a:ln>
            </p:spPr>
            <p:txBody>
              <a:bodyPr/>
              <a:lstStyle/>
              <a:p>
                <a:endParaRPr lang="en-US"/>
              </a:p>
            </p:txBody>
          </p:sp>
          <p:grpSp>
            <p:nvGrpSpPr>
              <p:cNvPr id="104096" name="Group 700"/>
              <p:cNvGrpSpPr>
                <a:grpSpLocks/>
              </p:cNvGrpSpPr>
              <p:nvPr/>
            </p:nvGrpSpPr>
            <p:grpSpPr bwMode="auto">
              <a:xfrm>
                <a:off x="3788" y="2674"/>
                <a:ext cx="295" cy="1"/>
                <a:chOff x="3788" y="2674"/>
                <a:chExt cx="295" cy="1"/>
              </a:xfrm>
            </p:grpSpPr>
            <p:sp>
              <p:nvSpPr>
                <p:cNvPr id="104097" name="Line 701"/>
                <p:cNvSpPr>
                  <a:spLocks noChangeShapeType="1"/>
                </p:cNvSpPr>
                <p:nvPr/>
              </p:nvSpPr>
              <p:spPr bwMode="auto">
                <a:xfrm>
                  <a:off x="3788"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098" name="Line 702"/>
                <p:cNvSpPr>
                  <a:spLocks noChangeShapeType="1"/>
                </p:cNvSpPr>
                <p:nvPr/>
              </p:nvSpPr>
              <p:spPr bwMode="auto">
                <a:xfrm>
                  <a:off x="3844"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099" name="Line 703"/>
                <p:cNvSpPr>
                  <a:spLocks noChangeShapeType="1"/>
                </p:cNvSpPr>
                <p:nvPr/>
              </p:nvSpPr>
              <p:spPr bwMode="auto">
                <a:xfrm>
                  <a:off x="3900"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100" name="Line 704"/>
                <p:cNvSpPr>
                  <a:spLocks noChangeShapeType="1"/>
                </p:cNvSpPr>
                <p:nvPr/>
              </p:nvSpPr>
              <p:spPr bwMode="auto">
                <a:xfrm>
                  <a:off x="3956"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101" name="Line 705"/>
                <p:cNvSpPr>
                  <a:spLocks noChangeShapeType="1"/>
                </p:cNvSpPr>
                <p:nvPr/>
              </p:nvSpPr>
              <p:spPr bwMode="auto">
                <a:xfrm>
                  <a:off x="4011"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102" name="Line 706"/>
                <p:cNvSpPr>
                  <a:spLocks noChangeShapeType="1"/>
                </p:cNvSpPr>
                <p:nvPr/>
              </p:nvSpPr>
              <p:spPr bwMode="auto">
                <a:xfrm>
                  <a:off x="4067" y="2674"/>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3577" name="Group 707"/>
            <p:cNvGrpSpPr>
              <a:grpSpLocks/>
            </p:cNvGrpSpPr>
            <p:nvPr/>
          </p:nvGrpSpPr>
          <p:grpSpPr bwMode="auto">
            <a:xfrm>
              <a:off x="3325" y="2953"/>
              <a:ext cx="415" cy="56"/>
              <a:chOff x="3325" y="2953"/>
              <a:chExt cx="415" cy="56"/>
            </a:xfrm>
          </p:grpSpPr>
          <p:sp>
            <p:nvSpPr>
              <p:cNvPr id="104087" name="Freeform 708"/>
              <p:cNvSpPr>
                <a:spLocks/>
              </p:cNvSpPr>
              <p:nvPr/>
            </p:nvSpPr>
            <p:spPr bwMode="auto">
              <a:xfrm>
                <a:off x="3628"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04088" name="Group 709"/>
              <p:cNvGrpSpPr>
                <a:grpSpLocks/>
              </p:cNvGrpSpPr>
              <p:nvPr/>
            </p:nvGrpSpPr>
            <p:grpSpPr bwMode="auto">
              <a:xfrm>
                <a:off x="3325" y="2985"/>
                <a:ext cx="295" cy="1"/>
                <a:chOff x="3325" y="2985"/>
                <a:chExt cx="295" cy="1"/>
              </a:xfrm>
            </p:grpSpPr>
            <p:sp>
              <p:nvSpPr>
                <p:cNvPr id="104089" name="Line 710"/>
                <p:cNvSpPr>
                  <a:spLocks noChangeShapeType="1"/>
                </p:cNvSpPr>
                <p:nvPr/>
              </p:nvSpPr>
              <p:spPr bwMode="auto">
                <a:xfrm>
                  <a:off x="3325"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090" name="Line 711"/>
                <p:cNvSpPr>
                  <a:spLocks noChangeShapeType="1"/>
                </p:cNvSpPr>
                <p:nvPr/>
              </p:nvSpPr>
              <p:spPr bwMode="auto">
                <a:xfrm>
                  <a:off x="3381"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091" name="Line 712"/>
                <p:cNvSpPr>
                  <a:spLocks noChangeShapeType="1"/>
                </p:cNvSpPr>
                <p:nvPr/>
              </p:nvSpPr>
              <p:spPr bwMode="auto">
                <a:xfrm>
                  <a:off x="3437"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092" name="Line 713"/>
                <p:cNvSpPr>
                  <a:spLocks noChangeShapeType="1"/>
                </p:cNvSpPr>
                <p:nvPr/>
              </p:nvSpPr>
              <p:spPr bwMode="auto">
                <a:xfrm>
                  <a:off x="3493" y="2985"/>
                  <a:ext cx="23"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093" name="Line 714"/>
                <p:cNvSpPr>
                  <a:spLocks noChangeShapeType="1"/>
                </p:cNvSpPr>
                <p:nvPr/>
              </p:nvSpPr>
              <p:spPr bwMode="auto">
                <a:xfrm>
                  <a:off x="3548"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094" name="Line 715"/>
                <p:cNvSpPr>
                  <a:spLocks noChangeShapeType="1"/>
                </p:cNvSpPr>
                <p:nvPr/>
              </p:nvSpPr>
              <p:spPr bwMode="auto">
                <a:xfrm>
                  <a:off x="3604" y="2985"/>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3578" name="Group 716"/>
            <p:cNvGrpSpPr>
              <a:grpSpLocks/>
            </p:cNvGrpSpPr>
            <p:nvPr/>
          </p:nvGrpSpPr>
          <p:grpSpPr bwMode="auto">
            <a:xfrm>
              <a:off x="3788" y="2953"/>
              <a:ext cx="415" cy="56"/>
              <a:chOff x="3788" y="2953"/>
              <a:chExt cx="415" cy="56"/>
            </a:xfrm>
          </p:grpSpPr>
          <p:sp>
            <p:nvSpPr>
              <p:cNvPr id="104079" name="Freeform 717"/>
              <p:cNvSpPr>
                <a:spLocks/>
              </p:cNvSpPr>
              <p:nvPr/>
            </p:nvSpPr>
            <p:spPr bwMode="auto">
              <a:xfrm>
                <a:off x="4091"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04080" name="Group 718"/>
              <p:cNvGrpSpPr>
                <a:grpSpLocks/>
              </p:cNvGrpSpPr>
              <p:nvPr/>
            </p:nvGrpSpPr>
            <p:grpSpPr bwMode="auto">
              <a:xfrm>
                <a:off x="3788" y="2985"/>
                <a:ext cx="295" cy="1"/>
                <a:chOff x="3788" y="2985"/>
                <a:chExt cx="295" cy="1"/>
              </a:xfrm>
            </p:grpSpPr>
            <p:sp>
              <p:nvSpPr>
                <p:cNvPr id="104081" name="Line 719"/>
                <p:cNvSpPr>
                  <a:spLocks noChangeShapeType="1"/>
                </p:cNvSpPr>
                <p:nvPr/>
              </p:nvSpPr>
              <p:spPr bwMode="auto">
                <a:xfrm>
                  <a:off x="3788"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082" name="Line 720"/>
                <p:cNvSpPr>
                  <a:spLocks noChangeShapeType="1"/>
                </p:cNvSpPr>
                <p:nvPr/>
              </p:nvSpPr>
              <p:spPr bwMode="auto">
                <a:xfrm>
                  <a:off x="3844"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083" name="Line 721"/>
                <p:cNvSpPr>
                  <a:spLocks noChangeShapeType="1"/>
                </p:cNvSpPr>
                <p:nvPr/>
              </p:nvSpPr>
              <p:spPr bwMode="auto">
                <a:xfrm>
                  <a:off x="3900"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084" name="Line 722"/>
                <p:cNvSpPr>
                  <a:spLocks noChangeShapeType="1"/>
                </p:cNvSpPr>
                <p:nvPr/>
              </p:nvSpPr>
              <p:spPr bwMode="auto">
                <a:xfrm>
                  <a:off x="3956"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085" name="Line 723"/>
                <p:cNvSpPr>
                  <a:spLocks noChangeShapeType="1"/>
                </p:cNvSpPr>
                <p:nvPr/>
              </p:nvSpPr>
              <p:spPr bwMode="auto">
                <a:xfrm>
                  <a:off x="4011"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086" name="Line 724"/>
                <p:cNvSpPr>
                  <a:spLocks noChangeShapeType="1"/>
                </p:cNvSpPr>
                <p:nvPr/>
              </p:nvSpPr>
              <p:spPr bwMode="auto">
                <a:xfrm>
                  <a:off x="4067" y="2985"/>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3579" name="Group 725"/>
            <p:cNvGrpSpPr>
              <a:grpSpLocks/>
            </p:cNvGrpSpPr>
            <p:nvPr/>
          </p:nvGrpSpPr>
          <p:grpSpPr bwMode="auto">
            <a:xfrm>
              <a:off x="4251" y="2953"/>
              <a:ext cx="415" cy="56"/>
              <a:chOff x="4251" y="2953"/>
              <a:chExt cx="415" cy="56"/>
            </a:xfrm>
          </p:grpSpPr>
          <p:sp>
            <p:nvSpPr>
              <p:cNvPr id="104071" name="Freeform 726"/>
              <p:cNvSpPr>
                <a:spLocks/>
              </p:cNvSpPr>
              <p:nvPr/>
            </p:nvSpPr>
            <p:spPr bwMode="auto">
              <a:xfrm>
                <a:off x="4554"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04072" name="Group 727"/>
              <p:cNvGrpSpPr>
                <a:grpSpLocks/>
              </p:cNvGrpSpPr>
              <p:nvPr/>
            </p:nvGrpSpPr>
            <p:grpSpPr bwMode="auto">
              <a:xfrm>
                <a:off x="4251" y="2985"/>
                <a:ext cx="295" cy="1"/>
                <a:chOff x="4251" y="2985"/>
                <a:chExt cx="295" cy="1"/>
              </a:xfrm>
            </p:grpSpPr>
            <p:sp>
              <p:nvSpPr>
                <p:cNvPr id="104073" name="Line 728"/>
                <p:cNvSpPr>
                  <a:spLocks noChangeShapeType="1"/>
                </p:cNvSpPr>
                <p:nvPr/>
              </p:nvSpPr>
              <p:spPr bwMode="auto">
                <a:xfrm>
                  <a:off x="4251"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074" name="Line 729"/>
                <p:cNvSpPr>
                  <a:spLocks noChangeShapeType="1"/>
                </p:cNvSpPr>
                <p:nvPr/>
              </p:nvSpPr>
              <p:spPr bwMode="auto">
                <a:xfrm>
                  <a:off x="4307"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075" name="Line 730"/>
                <p:cNvSpPr>
                  <a:spLocks noChangeShapeType="1"/>
                </p:cNvSpPr>
                <p:nvPr/>
              </p:nvSpPr>
              <p:spPr bwMode="auto">
                <a:xfrm>
                  <a:off x="4363"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076" name="Line 731"/>
                <p:cNvSpPr>
                  <a:spLocks noChangeShapeType="1"/>
                </p:cNvSpPr>
                <p:nvPr/>
              </p:nvSpPr>
              <p:spPr bwMode="auto">
                <a:xfrm>
                  <a:off x="4419"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077" name="Line 732"/>
                <p:cNvSpPr>
                  <a:spLocks noChangeShapeType="1"/>
                </p:cNvSpPr>
                <p:nvPr/>
              </p:nvSpPr>
              <p:spPr bwMode="auto">
                <a:xfrm>
                  <a:off x="4475"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078" name="Line 733"/>
                <p:cNvSpPr>
                  <a:spLocks noChangeShapeType="1"/>
                </p:cNvSpPr>
                <p:nvPr/>
              </p:nvSpPr>
              <p:spPr bwMode="auto">
                <a:xfrm>
                  <a:off x="4530" y="2985"/>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3580" name="Group 734"/>
            <p:cNvGrpSpPr>
              <a:grpSpLocks/>
            </p:cNvGrpSpPr>
            <p:nvPr/>
          </p:nvGrpSpPr>
          <p:grpSpPr bwMode="auto">
            <a:xfrm>
              <a:off x="4674" y="1741"/>
              <a:ext cx="40" cy="1260"/>
              <a:chOff x="4674" y="1741"/>
              <a:chExt cx="40" cy="1260"/>
            </a:xfrm>
          </p:grpSpPr>
          <p:sp>
            <p:nvSpPr>
              <p:cNvPr id="104061" name="Oval 735"/>
              <p:cNvSpPr>
                <a:spLocks noChangeArrowheads="1"/>
              </p:cNvSpPr>
              <p:nvPr/>
            </p:nvSpPr>
            <p:spPr bwMode="auto">
              <a:xfrm>
                <a:off x="4674" y="1741"/>
                <a:ext cx="32" cy="40"/>
              </a:xfrm>
              <a:prstGeom prst="ellipse">
                <a:avLst/>
              </a:prstGeom>
              <a:solidFill>
                <a:schemeClr val="bg2"/>
              </a:solidFill>
              <a:ln w="9525">
                <a:solidFill>
                  <a:schemeClr val="bg2"/>
                </a:solidFill>
                <a:round/>
                <a:headEnd/>
                <a:tailEnd/>
              </a:ln>
            </p:spPr>
            <p:txBody>
              <a:bodyPr/>
              <a:lstStyle/>
              <a:p>
                <a:endParaRPr lang="en-US"/>
              </a:p>
            </p:txBody>
          </p:sp>
          <p:sp>
            <p:nvSpPr>
              <p:cNvPr id="104062" name="Oval 736"/>
              <p:cNvSpPr>
                <a:spLocks noChangeArrowheads="1"/>
              </p:cNvSpPr>
              <p:nvPr/>
            </p:nvSpPr>
            <p:spPr bwMode="auto">
              <a:xfrm>
                <a:off x="4674" y="1741"/>
                <a:ext cx="32" cy="40"/>
              </a:xfrm>
              <a:prstGeom prst="ellipse">
                <a:avLst/>
              </a:prstGeom>
              <a:solidFill>
                <a:schemeClr val="bg2"/>
              </a:solidFill>
              <a:ln w="25400">
                <a:solidFill>
                  <a:schemeClr val="bg2"/>
                </a:solidFill>
                <a:round/>
                <a:headEnd/>
                <a:tailEnd/>
              </a:ln>
            </p:spPr>
            <p:txBody>
              <a:bodyPr/>
              <a:lstStyle/>
              <a:p>
                <a:endParaRPr lang="en-US"/>
              </a:p>
            </p:txBody>
          </p:sp>
          <p:sp>
            <p:nvSpPr>
              <p:cNvPr id="104063" name="Oval 737"/>
              <p:cNvSpPr>
                <a:spLocks noChangeArrowheads="1"/>
              </p:cNvSpPr>
              <p:nvPr/>
            </p:nvSpPr>
            <p:spPr bwMode="auto">
              <a:xfrm>
                <a:off x="4682" y="2044"/>
                <a:ext cx="32" cy="40"/>
              </a:xfrm>
              <a:prstGeom prst="ellipse">
                <a:avLst/>
              </a:prstGeom>
              <a:solidFill>
                <a:schemeClr val="bg2"/>
              </a:solidFill>
              <a:ln w="9525">
                <a:solidFill>
                  <a:schemeClr val="bg2"/>
                </a:solidFill>
                <a:round/>
                <a:headEnd/>
                <a:tailEnd/>
              </a:ln>
            </p:spPr>
            <p:txBody>
              <a:bodyPr/>
              <a:lstStyle/>
              <a:p>
                <a:endParaRPr lang="en-US"/>
              </a:p>
            </p:txBody>
          </p:sp>
          <p:sp>
            <p:nvSpPr>
              <p:cNvPr id="104064" name="Oval 738"/>
              <p:cNvSpPr>
                <a:spLocks noChangeArrowheads="1"/>
              </p:cNvSpPr>
              <p:nvPr/>
            </p:nvSpPr>
            <p:spPr bwMode="auto">
              <a:xfrm>
                <a:off x="4682" y="2044"/>
                <a:ext cx="32" cy="40"/>
              </a:xfrm>
              <a:prstGeom prst="ellipse">
                <a:avLst/>
              </a:prstGeom>
              <a:solidFill>
                <a:schemeClr val="bg2"/>
              </a:solidFill>
              <a:ln w="25400">
                <a:solidFill>
                  <a:schemeClr val="bg2"/>
                </a:solidFill>
                <a:round/>
                <a:headEnd/>
                <a:tailEnd/>
              </a:ln>
            </p:spPr>
            <p:txBody>
              <a:bodyPr/>
              <a:lstStyle/>
              <a:p>
                <a:endParaRPr lang="en-US"/>
              </a:p>
            </p:txBody>
          </p:sp>
          <p:sp>
            <p:nvSpPr>
              <p:cNvPr id="104065" name="Oval 739"/>
              <p:cNvSpPr>
                <a:spLocks noChangeArrowheads="1"/>
              </p:cNvSpPr>
              <p:nvPr/>
            </p:nvSpPr>
            <p:spPr bwMode="auto">
              <a:xfrm>
                <a:off x="4682" y="2355"/>
                <a:ext cx="32" cy="32"/>
              </a:xfrm>
              <a:prstGeom prst="ellipse">
                <a:avLst/>
              </a:prstGeom>
              <a:solidFill>
                <a:schemeClr val="bg2"/>
              </a:solidFill>
              <a:ln w="9525">
                <a:solidFill>
                  <a:schemeClr val="bg2"/>
                </a:solidFill>
                <a:round/>
                <a:headEnd/>
                <a:tailEnd/>
              </a:ln>
            </p:spPr>
            <p:txBody>
              <a:bodyPr/>
              <a:lstStyle/>
              <a:p>
                <a:endParaRPr lang="en-US"/>
              </a:p>
            </p:txBody>
          </p:sp>
          <p:sp>
            <p:nvSpPr>
              <p:cNvPr id="104066" name="Oval 740"/>
              <p:cNvSpPr>
                <a:spLocks noChangeArrowheads="1"/>
              </p:cNvSpPr>
              <p:nvPr/>
            </p:nvSpPr>
            <p:spPr bwMode="auto">
              <a:xfrm>
                <a:off x="4682" y="2355"/>
                <a:ext cx="32" cy="32"/>
              </a:xfrm>
              <a:prstGeom prst="ellipse">
                <a:avLst/>
              </a:prstGeom>
              <a:solidFill>
                <a:schemeClr val="bg2"/>
              </a:solidFill>
              <a:ln w="25400">
                <a:solidFill>
                  <a:schemeClr val="bg2"/>
                </a:solidFill>
                <a:round/>
                <a:headEnd/>
                <a:tailEnd/>
              </a:ln>
            </p:spPr>
            <p:txBody>
              <a:bodyPr/>
              <a:lstStyle/>
              <a:p>
                <a:endParaRPr lang="en-US"/>
              </a:p>
            </p:txBody>
          </p:sp>
          <p:sp>
            <p:nvSpPr>
              <p:cNvPr id="104067" name="Oval 741"/>
              <p:cNvSpPr>
                <a:spLocks noChangeArrowheads="1"/>
              </p:cNvSpPr>
              <p:nvPr/>
            </p:nvSpPr>
            <p:spPr bwMode="auto">
              <a:xfrm>
                <a:off x="4674" y="2658"/>
                <a:ext cx="32" cy="40"/>
              </a:xfrm>
              <a:prstGeom prst="ellipse">
                <a:avLst/>
              </a:prstGeom>
              <a:solidFill>
                <a:schemeClr val="bg2"/>
              </a:solidFill>
              <a:ln w="9525">
                <a:solidFill>
                  <a:schemeClr val="bg2"/>
                </a:solidFill>
                <a:round/>
                <a:headEnd/>
                <a:tailEnd/>
              </a:ln>
            </p:spPr>
            <p:txBody>
              <a:bodyPr/>
              <a:lstStyle/>
              <a:p>
                <a:endParaRPr lang="en-US"/>
              </a:p>
            </p:txBody>
          </p:sp>
          <p:sp>
            <p:nvSpPr>
              <p:cNvPr id="104068" name="Oval 742"/>
              <p:cNvSpPr>
                <a:spLocks noChangeArrowheads="1"/>
              </p:cNvSpPr>
              <p:nvPr/>
            </p:nvSpPr>
            <p:spPr bwMode="auto">
              <a:xfrm>
                <a:off x="4674" y="2658"/>
                <a:ext cx="32" cy="40"/>
              </a:xfrm>
              <a:prstGeom prst="ellipse">
                <a:avLst/>
              </a:prstGeom>
              <a:solidFill>
                <a:schemeClr val="bg2"/>
              </a:solidFill>
              <a:ln w="25400">
                <a:solidFill>
                  <a:schemeClr val="bg2"/>
                </a:solidFill>
                <a:round/>
                <a:headEnd/>
                <a:tailEnd/>
              </a:ln>
            </p:spPr>
            <p:txBody>
              <a:bodyPr/>
              <a:lstStyle/>
              <a:p>
                <a:endParaRPr lang="en-US"/>
              </a:p>
            </p:txBody>
          </p:sp>
          <p:sp>
            <p:nvSpPr>
              <p:cNvPr id="104069" name="Oval 743"/>
              <p:cNvSpPr>
                <a:spLocks noChangeArrowheads="1"/>
              </p:cNvSpPr>
              <p:nvPr/>
            </p:nvSpPr>
            <p:spPr bwMode="auto">
              <a:xfrm>
                <a:off x="4674" y="2969"/>
                <a:ext cx="32" cy="32"/>
              </a:xfrm>
              <a:prstGeom prst="ellipse">
                <a:avLst/>
              </a:prstGeom>
              <a:solidFill>
                <a:schemeClr val="bg2"/>
              </a:solidFill>
              <a:ln w="9525">
                <a:solidFill>
                  <a:schemeClr val="bg2"/>
                </a:solidFill>
                <a:round/>
                <a:headEnd/>
                <a:tailEnd/>
              </a:ln>
            </p:spPr>
            <p:txBody>
              <a:bodyPr/>
              <a:lstStyle/>
              <a:p>
                <a:endParaRPr lang="en-US"/>
              </a:p>
            </p:txBody>
          </p:sp>
          <p:sp>
            <p:nvSpPr>
              <p:cNvPr id="104070" name="Oval 744"/>
              <p:cNvSpPr>
                <a:spLocks noChangeArrowheads="1"/>
              </p:cNvSpPr>
              <p:nvPr/>
            </p:nvSpPr>
            <p:spPr bwMode="auto">
              <a:xfrm>
                <a:off x="4674" y="2969"/>
                <a:ext cx="32" cy="32"/>
              </a:xfrm>
              <a:prstGeom prst="ellipse">
                <a:avLst/>
              </a:prstGeom>
              <a:solidFill>
                <a:schemeClr val="bg2"/>
              </a:solidFill>
              <a:ln w="25400">
                <a:solidFill>
                  <a:schemeClr val="bg2"/>
                </a:solidFill>
                <a:round/>
                <a:headEnd/>
                <a:tailEnd/>
              </a:ln>
            </p:spPr>
            <p:txBody>
              <a:bodyPr/>
              <a:lstStyle/>
              <a:p>
                <a:endParaRPr lang="en-US"/>
              </a:p>
            </p:txBody>
          </p:sp>
        </p:grpSp>
        <p:grpSp>
          <p:nvGrpSpPr>
            <p:cNvPr id="103581" name="Group 745"/>
            <p:cNvGrpSpPr>
              <a:grpSpLocks/>
            </p:cNvGrpSpPr>
            <p:nvPr/>
          </p:nvGrpSpPr>
          <p:grpSpPr bwMode="auto">
            <a:xfrm>
              <a:off x="3740" y="3272"/>
              <a:ext cx="40" cy="343"/>
              <a:chOff x="3740" y="3272"/>
              <a:chExt cx="40" cy="343"/>
            </a:xfrm>
          </p:grpSpPr>
          <p:sp>
            <p:nvSpPr>
              <p:cNvPr id="104057" name="Oval 746"/>
              <p:cNvSpPr>
                <a:spLocks noChangeArrowheads="1"/>
              </p:cNvSpPr>
              <p:nvPr/>
            </p:nvSpPr>
            <p:spPr bwMode="auto">
              <a:xfrm>
                <a:off x="3740" y="3272"/>
                <a:ext cx="40" cy="32"/>
              </a:xfrm>
              <a:prstGeom prst="ellipse">
                <a:avLst/>
              </a:prstGeom>
              <a:solidFill>
                <a:schemeClr val="bg2"/>
              </a:solidFill>
              <a:ln w="9525">
                <a:solidFill>
                  <a:schemeClr val="bg2"/>
                </a:solidFill>
                <a:round/>
                <a:headEnd/>
                <a:tailEnd/>
              </a:ln>
            </p:spPr>
            <p:txBody>
              <a:bodyPr/>
              <a:lstStyle/>
              <a:p>
                <a:endParaRPr lang="en-US"/>
              </a:p>
            </p:txBody>
          </p:sp>
          <p:sp>
            <p:nvSpPr>
              <p:cNvPr id="104058" name="Oval 747"/>
              <p:cNvSpPr>
                <a:spLocks noChangeArrowheads="1"/>
              </p:cNvSpPr>
              <p:nvPr/>
            </p:nvSpPr>
            <p:spPr bwMode="auto">
              <a:xfrm>
                <a:off x="3740" y="3272"/>
                <a:ext cx="40" cy="32"/>
              </a:xfrm>
              <a:prstGeom prst="ellipse">
                <a:avLst/>
              </a:prstGeom>
              <a:solidFill>
                <a:schemeClr val="bg2"/>
              </a:solidFill>
              <a:ln w="25400">
                <a:solidFill>
                  <a:schemeClr val="bg2"/>
                </a:solidFill>
                <a:round/>
                <a:headEnd/>
                <a:tailEnd/>
              </a:ln>
            </p:spPr>
            <p:txBody>
              <a:bodyPr/>
              <a:lstStyle/>
              <a:p>
                <a:endParaRPr lang="en-US"/>
              </a:p>
            </p:txBody>
          </p:sp>
          <p:sp>
            <p:nvSpPr>
              <p:cNvPr id="104059" name="Oval 748"/>
              <p:cNvSpPr>
                <a:spLocks noChangeArrowheads="1"/>
              </p:cNvSpPr>
              <p:nvPr/>
            </p:nvSpPr>
            <p:spPr bwMode="auto">
              <a:xfrm>
                <a:off x="3740" y="3575"/>
                <a:ext cx="40" cy="40"/>
              </a:xfrm>
              <a:prstGeom prst="ellipse">
                <a:avLst/>
              </a:prstGeom>
              <a:solidFill>
                <a:schemeClr val="bg2"/>
              </a:solidFill>
              <a:ln w="9525">
                <a:solidFill>
                  <a:schemeClr val="bg2"/>
                </a:solidFill>
                <a:round/>
                <a:headEnd/>
                <a:tailEnd/>
              </a:ln>
            </p:spPr>
            <p:txBody>
              <a:bodyPr/>
              <a:lstStyle/>
              <a:p>
                <a:endParaRPr lang="en-US"/>
              </a:p>
            </p:txBody>
          </p:sp>
          <p:sp>
            <p:nvSpPr>
              <p:cNvPr id="104060" name="Oval 749"/>
              <p:cNvSpPr>
                <a:spLocks noChangeArrowheads="1"/>
              </p:cNvSpPr>
              <p:nvPr/>
            </p:nvSpPr>
            <p:spPr bwMode="auto">
              <a:xfrm>
                <a:off x="3740" y="3575"/>
                <a:ext cx="40" cy="40"/>
              </a:xfrm>
              <a:prstGeom prst="ellipse">
                <a:avLst/>
              </a:prstGeom>
              <a:solidFill>
                <a:schemeClr val="bg2"/>
              </a:solidFill>
              <a:ln w="25400">
                <a:solidFill>
                  <a:schemeClr val="bg2"/>
                </a:solidFill>
                <a:round/>
                <a:headEnd/>
                <a:tailEnd/>
              </a:ln>
            </p:spPr>
            <p:txBody>
              <a:bodyPr/>
              <a:lstStyle/>
              <a:p>
                <a:endParaRPr lang="en-US"/>
              </a:p>
            </p:txBody>
          </p:sp>
        </p:grpSp>
        <p:grpSp>
          <p:nvGrpSpPr>
            <p:cNvPr id="103582" name="Group 750"/>
            <p:cNvGrpSpPr>
              <a:grpSpLocks/>
            </p:cNvGrpSpPr>
            <p:nvPr/>
          </p:nvGrpSpPr>
          <p:grpSpPr bwMode="auto">
            <a:xfrm>
              <a:off x="3285" y="3272"/>
              <a:ext cx="32" cy="343"/>
              <a:chOff x="3285" y="3272"/>
              <a:chExt cx="32" cy="343"/>
            </a:xfrm>
          </p:grpSpPr>
          <p:sp>
            <p:nvSpPr>
              <p:cNvPr id="104053" name="Oval 751"/>
              <p:cNvSpPr>
                <a:spLocks noChangeArrowheads="1"/>
              </p:cNvSpPr>
              <p:nvPr/>
            </p:nvSpPr>
            <p:spPr bwMode="auto">
              <a:xfrm>
                <a:off x="3285" y="3272"/>
                <a:ext cx="32" cy="32"/>
              </a:xfrm>
              <a:prstGeom prst="ellipse">
                <a:avLst/>
              </a:prstGeom>
              <a:solidFill>
                <a:schemeClr val="bg2"/>
              </a:solidFill>
              <a:ln w="9525">
                <a:solidFill>
                  <a:schemeClr val="bg2"/>
                </a:solidFill>
                <a:round/>
                <a:headEnd/>
                <a:tailEnd/>
              </a:ln>
            </p:spPr>
            <p:txBody>
              <a:bodyPr/>
              <a:lstStyle/>
              <a:p>
                <a:endParaRPr lang="en-US"/>
              </a:p>
            </p:txBody>
          </p:sp>
          <p:sp>
            <p:nvSpPr>
              <p:cNvPr id="104054" name="Oval 752"/>
              <p:cNvSpPr>
                <a:spLocks noChangeArrowheads="1"/>
              </p:cNvSpPr>
              <p:nvPr/>
            </p:nvSpPr>
            <p:spPr bwMode="auto">
              <a:xfrm>
                <a:off x="3285" y="3272"/>
                <a:ext cx="32" cy="32"/>
              </a:xfrm>
              <a:prstGeom prst="ellipse">
                <a:avLst/>
              </a:prstGeom>
              <a:solidFill>
                <a:schemeClr val="bg2"/>
              </a:solidFill>
              <a:ln w="25400">
                <a:solidFill>
                  <a:schemeClr val="bg2"/>
                </a:solidFill>
                <a:round/>
                <a:headEnd/>
                <a:tailEnd/>
              </a:ln>
            </p:spPr>
            <p:txBody>
              <a:bodyPr/>
              <a:lstStyle/>
              <a:p>
                <a:endParaRPr lang="en-US"/>
              </a:p>
            </p:txBody>
          </p:sp>
          <p:sp>
            <p:nvSpPr>
              <p:cNvPr id="104055" name="Oval 753"/>
              <p:cNvSpPr>
                <a:spLocks noChangeArrowheads="1"/>
              </p:cNvSpPr>
              <p:nvPr/>
            </p:nvSpPr>
            <p:spPr bwMode="auto">
              <a:xfrm>
                <a:off x="3285" y="3575"/>
                <a:ext cx="32" cy="40"/>
              </a:xfrm>
              <a:prstGeom prst="ellipse">
                <a:avLst/>
              </a:prstGeom>
              <a:solidFill>
                <a:schemeClr val="bg2"/>
              </a:solidFill>
              <a:ln w="9525">
                <a:solidFill>
                  <a:schemeClr val="bg2"/>
                </a:solidFill>
                <a:round/>
                <a:headEnd/>
                <a:tailEnd/>
              </a:ln>
            </p:spPr>
            <p:txBody>
              <a:bodyPr/>
              <a:lstStyle/>
              <a:p>
                <a:endParaRPr lang="en-US"/>
              </a:p>
            </p:txBody>
          </p:sp>
          <p:sp>
            <p:nvSpPr>
              <p:cNvPr id="104056" name="Oval 754"/>
              <p:cNvSpPr>
                <a:spLocks noChangeArrowheads="1"/>
              </p:cNvSpPr>
              <p:nvPr/>
            </p:nvSpPr>
            <p:spPr bwMode="auto">
              <a:xfrm>
                <a:off x="3285" y="3575"/>
                <a:ext cx="32" cy="40"/>
              </a:xfrm>
              <a:prstGeom prst="ellipse">
                <a:avLst/>
              </a:prstGeom>
              <a:solidFill>
                <a:schemeClr val="bg2"/>
              </a:solidFill>
              <a:ln w="25400">
                <a:solidFill>
                  <a:schemeClr val="bg2"/>
                </a:solidFill>
                <a:round/>
                <a:headEnd/>
                <a:tailEnd/>
              </a:ln>
            </p:spPr>
            <p:txBody>
              <a:bodyPr/>
              <a:lstStyle/>
              <a:p>
                <a:endParaRPr lang="en-US"/>
              </a:p>
            </p:txBody>
          </p:sp>
        </p:grpSp>
        <p:grpSp>
          <p:nvGrpSpPr>
            <p:cNvPr id="103583" name="Group 755"/>
            <p:cNvGrpSpPr>
              <a:grpSpLocks/>
            </p:cNvGrpSpPr>
            <p:nvPr/>
          </p:nvGrpSpPr>
          <p:grpSpPr bwMode="auto">
            <a:xfrm>
              <a:off x="4203" y="3272"/>
              <a:ext cx="32" cy="343"/>
              <a:chOff x="4203" y="3272"/>
              <a:chExt cx="32" cy="343"/>
            </a:xfrm>
          </p:grpSpPr>
          <p:sp>
            <p:nvSpPr>
              <p:cNvPr id="104049" name="Oval 756"/>
              <p:cNvSpPr>
                <a:spLocks noChangeArrowheads="1"/>
              </p:cNvSpPr>
              <p:nvPr/>
            </p:nvSpPr>
            <p:spPr bwMode="auto">
              <a:xfrm>
                <a:off x="4203" y="3272"/>
                <a:ext cx="32" cy="32"/>
              </a:xfrm>
              <a:prstGeom prst="ellipse">
                <a:avLst/>
              </a:prstGeom>
              <a:solidFill>
                <a:schemeClr val="bg2"/>
              </a:solidFill>
              <a:ln w="9525">
                <a:solidFill>
                  <a:schemeClr val="bg2"/>
                </a:solidFill>
                <a:round/>
                <a:headEnd/>
                <a:tailEnd/>
              </a:ln>
            </p:spPr>
            <p:txBody>
              <a:bodyPr/>
              <a:lstStyle/>
              <a:p>
                <a:endParaRPr lang="en-US"/>
              </a:p>
            </p:txBody>
          </p:sp>
          <p:sp>
            <p:nvSpPr>
              <p:cNvPr id="104050" name="Oval 757"/>
              <p:cNvSpPr>
                <a:spLocks noChangeArrowheads="1"/>
              </p:cNvSpPr>
              <p:nvPr/>
            </p:nvSpPr>
            <p:spPr bwMode="auto">
              <a:xfrm>
                <a:off x="4203" y="3272"/>
                <a:ext cx="32" cy="32"/>
              </a:xfrm>
              <a:prstGeom prst="ellipse">
                <a:avLst/>
              </a:prstGeom>
              <a:solidFill>
                <a:schemeClr val="bg2"/>
              </a:solidFill>
              <a:ln w="25400">
                <a:solidFill>
                  <a:schemeClr val="bg2"/>
                </a:solidFill>
                <a:round/>
                <a:headEnd/>
                <a:tailEnd/>
              </a:ln>
            </p:spPr>
            <p:txBody>
              <a:bodyPr/>
              <a:lstStyle/>
              <a:p>
                <a:endParaRPr lang="en-US"/>
              </a:p>
            </p:txBody>
          </p:sp>
          <p:sp>
            <p:nvSpPr>
              <p:cNvPr id="104051" name="Oval 758"/>
              <p:cNvSpPr>
                <a:spLocks noChangeArrowheads="1"/>
              </p:cNvSpPr>
              <p:nvPr/>
            </p:nvSpPr>
            <p:spPr bwMode="auto">
              <a:xfrm>
                <a:off x="4203" y="3575"/>
                <a:ext cx="32" cy="40"/>
              </a:xfrm>
              <a:prstGeom prst="ellipse">
                <a:avLst/>
              </a:prstGeom>
              <a:solidFill>
                <a:schemeClr val="bg2"/>
              </a:solidFill>
              <a:ln w="9525">
                <a:solidFill>
                  <a:schemeClr val="bg2"/>
                </a:solidFill>
                <a:round/>
                <a:headEnd/>
                <a:tailEnd/>
              </a:ln>
            </p:spPr>
            <p:txBody>
              <a:bodyPr/>
              <a:lstStyle/>
              <a:p>
                <a:endParaRPr lang="en-US"/>
              </a:p>
            </p:txBody>
          </p:sp>
          <p:sp>
            <p:nvSpPr>
              <p:cNvPr id="104052" name="Oval 759"/>
              <p:cNvSpPr>
                <a:spLocks noChangeArrowheads="1"/>
              </p:cNvSpPr>
              <p:nvPr/>
            </p:nvSpPr>
            <p:spPr bwMode="auto">
              <a:xfrm>
                <a:off x="4203" y="3575"/>
                <a:ext cx="32" cy="40"/>
              </a:xfrm>
              <a:prstGeom prst="ellipse">
                <a:avLst/>
              </a:prstGeom>
              <a:solidFill>
                <a:schemeClr val="bg2"/>
              </a:solidFill>
              <a:ln w="25400">
                <a:solidFill>
                  <a:schemeClr val="bg2"/>
                </a:solidFill>
                <a:round/>
                <a:headEnd/>
                <a:tailEnd/>
              </a:ln>
            </p:spPr>
            <p:txBody>
              <a:bodyPr/>
              <a:lstStyle/>
              <a:p>
                <a:endParaRPr lang="en-US"/>
              </a:p>
            </p:txBody>
          </p:sp>
        </p:grpSp>
        <p:grpSp>
          <p:nvGrpSpPr>
            <p:cNvPr id="103584" name="Group 760"/>
            <p:cNvGrpSpPr>
              <a:grpSpLocks/>
            </p:cNvGrpSpPr>
            <p:nvPr/>
          </p:nvGrpSpPr>
          <p:grpSpPr bwMode="auto">
            <a:xfrm>
              <a:off x="4658" y="3272"/>
              <a:ext cx="32" cy="343"/>
              <a:chOff x="4658" y="3272"/>
              <a:chExt cx="32" cy="343"/>
            </a:xfrm>
          </p:grpSpPr>
          <p:sp>
            <p:nvSpPr>
              <p:cNvPr id="104045" name="Oval 761"/>
              <p:cNvSpPr>
                <a:spLocks noChangeArrowheads="1"/>
              </p:cNvSpPr>
              <p:nvPr/>
            </p:nvSpPr>
            <p:spPr bwMode="auto">
              <a:xfrm>
                <a:off x="4658" y="3272"/>
                <a:ext cx="32" cy="32"/>
              </a:xfrm>
              <a:prstGeom prst="ellipse">
                <a:avLst/>
              </a:prstGeom>
              <a:solidFill>
                <a:schemeClr val="bg2"/>
              </a:solidFill>
              <a:ln w="9525">
                <a:solidFill>
                  <a:schemeClr val="bg2"/>
                </a:solidFill>
                <a:round/>
                <a:headEnd/>
                <a:tailEnd/>
              </a:ln>
            </p:spPr>
            <p:txBody>
              <a:bodyPr/>
              <a:lstStyle/>
              <a:p>
                <a:endParaRPr lang="en-US"/>
              </a:p>
            </p:txBody>
          </p:sp>
          <p:sp>
            <p:nvSpPr>
              <p:cNvPr id="104046" name="Oval 762"/>
              <p:cNvSpPr>
                <a:spLocks noChangeArrowheads="1"/>
              </p:cNvSpPr>
              <p:nvPr/>
            </p:nvSpPr>
            <p:spPr bwMode="auto">
              <a:xfrm>
                <a:off x="4658" y="3272"/>
                <a:ext cx="32" cy="32"/>
              </a:xfrm>
              <a:prstGeom prst="ellipse">
                <a:avLst/>
              </a:prstGeom>
              <a:solidFill>
                <a:schemeClr val="bg2"/>
              </a:solidFill>
              <a:ln w="25400">
                <a:solidFill>
                  <a:schemeClr val="bg2"/>
                </a:solidFill>
                <a:round/>
                <a:headEnd/>
                <a:tailEnd/>
              </a:ln>
            </p:spPr>
            <p:txBody>
              <a:bodyPr/>
              <a:lstStyle/>
              <a:p>
                <a:endParaRPr lang="en-US"/>
              </a:p>
            </p:txBody>
          </p:sp>
          <p:sp>
            <p:nvSpPr>
              <p:cNvPr id="104047" name="Oval 763"/>
              <p:cNvSpPr>
                <a:spLocks noChangeArrowheads="1"/>
              </p:cNvSpPr>
              <p:nvPr/>
            </p:nvSpPr>
            <p:spPr bwMode="auto">
              <a:xfrm>
                <a:off x="4658" y="3575"/>
                <a:ext cx="32" cy="40"/>
              </a:xfrm>
              <a:prstGeom prst="ellipse">
                <a:avLst/>
              </a:prstGeom>
              <a:solidFill>
                <a:schemeClr val="bg2"/>
              </a:solidFill>
              <a:ln w="9525">
                <a:solidFill>
                  <a:schemeClr val="bg2"/>
                </a:solidFill>
                <a:round/>
                <a:headEnd/>
                <a:tailEnd/>
              </a:ln>
            </p:spPr>
            <p:txBody>
              <a:bodyPr/>
              <a:lstStyle/>
              <a:p>
                <a:endParaRPr lang="en-US"/>
              </a:p>
            </p:txBody>
          </p:sp>
          <p:sp>
            <p:nvSpPr>
              <p:cNvPr id="104048" name="Oval 764"/>
              <p:cNvSpPr>
                <a:spLocks noChangeArrowheads="1"/>
              </p:cNvSpPr>
              <p:nvPr/>
            </p:nvSpPr>
            <p:spPr bwMode="auto">
              <a:xfrm>
                <a:off x="4658" y="3575"/>
                <a:ext cx="32" cy="40"/>
              </a:xfrm>
              <a:prstGeom prst="ellipse">
                <a:avLst/>
              </a:prstGeom>
              <a:solidFill>
                <a:schemeClr val="bg2"/>
              </a:solidFill>
              <a:ln w="25400">
                <a:solidFill>
                  <a:schemeClr val="bg2"/>
                </a:solidFill>
                <a:round/>
                <a:headEnd/>
                <a:tailEnd/>
              </a:ln>
            </p:spPr>
            <p:txBody>
              <a:bodyPr/>
              <a:lstStyle/>
              <a:p>
                <a:endParaRPr lang="en-US"/>
              </a:p>
            </p:txBody>
          </p:sp>
        </p:grpSp>
        <p:grpSp>
          <p:nvGrpSpPr>
            <p:cNvPr id="103585" name="Group 765"/>
            <p:cNvGrpSpPr>
              <a:grpSpLocks/>
            </p:cNvGrpSpPr>
            <p:nvPr/>
          </p:nvGrpSpPr>
          <p:grpSpPr bwMode="auto">
            <a:xfrm>
              <a:off x="4251" y="2650"/>
              <a:ext cx="415" cy="56"/>
              <a:chOff x="4251" y="2650"/>
              <a:chExt cx="415" cy="56"/>
            </a:xfrm>
          </p:grpSpPr>
          <p:sp>
            <p:nvSpPr>
              <p:cNvPr id="104037" name="Freeform 766"/>
              <p:cNvSpPr>
                <a:spLocks/>
              </p:cNvSpPr>
              <p:nvPr/>
            </p:nvSpPr>
            <p:spPr bwMode="auto">
              <a:xfrm>
                <a:off x="4554" y="2650"/>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solidFill>
                <a:schemeClr val="bg2"/>
              </a:solidFill>
              <a:ln w="9525">
                <a:solidFill>
                  <a:schemeClr val="bg2"/>
                </a:solidFill>
                <a:round/>
                <a:headEnd/>
                <a:tailEnd/>
              </a:ln>
            </p:spPr>
            <p:txBody>
              <a:bodyPr/>
              <a:lstStyle/>
              <a:p>
                <a:endParaRPr lang="en-US"/>
              </a:p>
            </p:txBody>
          </p:sp>
          <p:grpSp>
            <p:nvGrpSpPr>
              <p:cNvPr id="104038" name="Group 767"/>
              <p:cNvGrpSpPr>
                <a:grpSpLocks/>
              </p:cNvGrpSpPr>
              <p:nvPr/>
            </p:nvGrpSpPr>
            <p:grpSpPr bwMode="auto">
              <a:xfrm>
                <a:off x="4251" y="2674"/>
                <a:ext cx="295" cy="1"/>
                <a:chOff x="4251" y="2674"/>
                <a:chExt cx="295" cy="1"/>
              </a:xfrm>
            </p:grpSpPr>
            <p:sp>
              <p:nvSpPr>
                <p:cNvPr id="104039" name="Line 768"/>
                <p:cNvSpPr>
                  <a:spLocks noChangeShapeType="1"/>
                </p:cNvSpPr>
                <p:nvPr/>
              </p:nvSpPr>
              <p:spPr bwMode="auto">
                <a:xfrm>
                  <a:off x="4251"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040" name="Line 769"/>
                <p:cNvSpPr>
                  <a:spLocks noChangeShapeType="1"/>
                </p:cNvSpPr>
                <p:nvPr/>
              </p:nvSpPr>
              <p:spPr bwMode="auto">
                <a:xfrm>
                  <a:off x="4307"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041" name="Line 770"/>
                <p:cNvSpPr>
                  <a:spLocks noChangeShapeType="1"/>
                </p:cNvSpPr>
                <p:nvPr/>
              </p:nvSpPr>
              <p:spPr bwMode="auto">
                <a:xfrm>
                  <a:off x="4363"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042" name="Line 771"/>
                <p:cNvSpPr>
                  <a:spLocks noChangeShapeType="1"/>
                </p:cNvSpPr>
                <p:nvPr/>
              </p:nvSpPr>
              <p:spPr bwMode="auto">
                <a:xfrm>
                  <a:off x="4419"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043" name="Line 772"/>
                <p:cNvSpPr>
                  <a:spLocks noChangeShapeType="1"/>
                </p:cNvSpPr>
                <p:nvPr/>
              </p:nvSpPr>
              <p:spPr bwMode="auto">
                <a:xfrm>
                  <a:off x="4475"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044" name="Line 773"/>
                <p:cNvSpPr>
                  <a:spLocks noChangeShapeType="1"/>
                </p:cNvSpPr>
                <p:nvPr/>
              </p:nvSpPr>
              <p:spPr bwMode="auto">
                <a:xfrm>
                  <a:off x="4530" y="2674"/>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3586" name="Group 774"/>
            <p:cNvGrpSpPr>
              <a:grpSpLocks/>
            </p:cNvGrpSpPr>
            <p:nvPr/>
          </p:nvGrpSpPr>
          <p:grpSpPr bwMode="auto">
            <a:xfrm>
              <a:off x="4251" y="1733"/>
              <a:ext cx="415" cy="56"/>
              <a:chOff x="4251" y="1733"/>
              <a:chExt cx="415" cy="56"/>
            </a:xfrm>
          </p:grpSpPr>
          <p:sp>
            <p:nvSpPr>
              <p:cNvPr id="104029" name="Freeform 775"/>
              <p:cNvSpPr>
                <a:spLocks/>
              </p:cNvSpPr>
              <p:nvPr/>
            </p:nvSpPr>
            <p:spPr bwMode="auto">
              <a:xfrm>
                <a:off x="4554" y="1733"/>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solidFill>
                <a:schemeClr val="bg2"/>
              </a:solidFill>
              <a:ln w="9525">
                <a:solidFill>
                  <a:schemeClr val="bg2"/>
                </a:solidFill>
                <a:round/>
                <a:headEnd/>
                <a:tailEnd/>
              </a:ln>
            </p:spPr>
            <p:txBody>
              <a:bodyPr/>
              <a:lstStyle/>
              <a:p>
                <a:endParaRPr lang="en-US"/>
              </a:p>
            </p:txBody>
          </p:sp>
          <p:grpSp>
            <p:nvGrpSpPr>
              <p:cNvPr id="104030" name="Group 776"/>
              <p:cNvGrpSpPr>
                <a:grpSpLocks/>
              </p:cNvGrpSpPr>
              <p:nvPr/>
            </p:nvGrpSpPr>
            <p:grpSpPr bwMode="auto">
              <a:xfrm>
                <a:off x="4251" y="1757"/>
                <a:ext cx="295" cy="1"/>
                <a:chOff x="4251" y="1757"/>
                <a:chExt cx="295" cy="1"/>
              </a:xfrm>
            </p:grpSpPr>
            <p:sp>
              <p:nvSpPr>
                <p:cNvPr id="104031" name="Line 777"/>
                <p:cNvSpPr>
                  <a:spLocks noChangeShapeType="1"/>
                </p:cNvSpPr>
                <p:nvPr/>
              </p:nvSpPr>
              <p:spPr bwMode="auto">
                <a:xfrm>
                  <a:off x="4251"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032" name="Line 778"/>
                <p:cNvSpPr>
                  <a:spLocks noChangeShapeType="1"/>
                </p:cNvSpPr>
                <p:nvPr/>
              </p:nvSpPr>
              <p:spPr bwMode="auto">
                <a:xfrm>
                  <a:off x="4307"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033" name="Line 779"/>
                <p:cNvSpPr>
                  <a:spLocks noChangeShapeType="1"/>
                </p:cNvSpPr>
                <p:nvPr/>
              </p:nvSpPr>
              <p:spPr bwMode="auto">
                <a:xfrm>
                  <a:off x="4363"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034" name="Line 780"/>
                <p:cNvSpPr>
                  <a:spLocks noChangeShapeType="1"/>
                </p:cNvSpPr>
                <p:nvPr/>
              </p:nvSpPr>
              <p:spPr bwMode="auto">
                <a:xfrm>
                  <a:off x="4419"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035" name="Line 781"/>
                <p:cNvSpPr>
                  <a:spLocks noChangeShapeType="1"/>
                </p:cNvSpPr>
                <p:nvPr/>
              </p:nvSpPr>
              <p:spPr bwMode="auto">
                <a:xfrm>
                  <a:off x="4475"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036" name="Line 782"/>
                <p:cNvSpPr>
                  <a:spLocks noChangeShapeType="1"/>
                </p:cNvSpPr>
                <p:nvPr/>
              </p:nvSpPr>
              <p:spPr bwMode="auto">
                <a:xfrm>
                  <a:off x="4530" y="1757"/>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3587" name="Group 783"/>
            <p:cNvGrpSpPr>
              <a:grpSpLocks/>
            </p:cNvGrpSpPr>
            <p:nvPr/>
          </p:nvGrpSpPr>
          <p:grpSpPr bwMode="auto">
            <a:xfrm>
              <a:off x="3325" y="3264"/>
              <a:ext cx="415" cy="56"/>
              <a:chOff x="3325" y="3264"/>
              <a:chExt cx="415" cy="56"/>
            </a:xfrm>
          </p:grpSpPr>
          <p:sp>
            <p:nvSpPr>
              <p:cNvPr id="104021" name="Freeform 784"/>
              <p:cNvSpPr>
                <a:spLocks/>
              </p:cNvSpPr>
              <p:nvPr/>
            </p:nvSpPr>
            <p:spPr bwMode="auto">
              <a:xfrm>
                <a:off x="3628" y="3264"/>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solidFill>
                <a:schemeClr val="bg2"/>
              </a:solidFill>
              <a:ln w="9525">
                <a:solidFill>
                  <a:schemeClr val="bg2"/>
                </a:solidFill>
                <a:round/>
                <a:headEnd/>
                <a:tailEnd/>
              </a:ln>
            </p:spPr>
            <p:txBody>
              <a:bodyPr/>
              <a:lstStyle/>
              <a:p>
                <a:endParaRPr lang="en-US"/>
              </a:p>
            </p:txBody>
          </p:sp>
          <p:grpSp>
            <p:nvGrpSpPr>
              <p:cNvPr id="104022" name="Group 785"/>
              <p:cNvGrpSpPr>
                <a:grpSpLocks/>
              </p:cNvGrpSpPr>
              <p:nvPr/>
            </p:nvGrpSpPr>
            <p:grpSpPr bwMode="auto">
              <a:xfrm>
                <a:off x="3325" y="3288"/>
                <a:ext cx="295" cy="1"/>
                <a:chOff x="3325" y="3288"/>
                <a:chExt cx="295" cy="1"/>
              </a:xfrm>
            </p:grpSpPr>
            <p:sp>
              <p:nvSpPr>
                <p:cNvPr id="104023" name="Line 786"/>
                <p:cNvSpPr>
                  <a:spLocks noChangeShapeType="1"/>
                </p:cNvSpPr>
                <p:nvPr/>
              </p:nvSpPr>
              <p:spPr bwMode="auto">
                <a:xfrm>
                  <a:off x="3325"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024" name="Line 787"/>
                <p:cNvSpPr>
                  <a:spLocks noChangeShapeType="1"/>
                </p:cNvSpPr>
                <p:nvPr/>
              </p:nvSpPr>
              <p:spPr bwMode="auto">
                <a:xfrm>
                  <a:off x="3381"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025" name="Line 788"/>
                <p:cNvSpPr>
                  <a:spLocks noChangeShapeType="1"/>
                </p:cNvSpPr>
                <p:nvPr/>
              </p:nvSpPr>
              <p:spPr bwMode="auto">
                <a:xfrm>
                  <a:off x="3437"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026" name="Line 789"/>
                <p:cNvSpPr>
                  <a:spLocks noChangeShapeType="1"/>
                </p:cNvSpPr>
                <p:nvPr/>
              </p:nvSpPr>
              <p:spPr bwMode="auto">
                <a:xfrm>
                  <a:off x="3493" y="3288"/>
                  <a:ext cx="23"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027" name="Line 790"/>
                <p:cNvSpPr>
                  <a:spLocks noChangeShapeType="1"/>
                </p:cNvSpPr>
                <p:nvPr/>
              </p:nvSpPr>
              <p:spPr bwMode="auto">
                <a:xfrm>
                  <a:off x="3548"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028" name="Line 791"/>
                <p:cNvSpPr>
                  <a:spLocks noChangeShapeType="1"/>
                </p:cNvSpPr>
                <p:nvPr/>
              </p:nvSpPr>
              <p:spPr bwMode="auto">
                <a:xfrm>
                  <a:off x="3604" y="3288"/>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3588" name="Group 792"/>
            <p:cNvGrpSpPr>
              <a:grpSpLocks/>
            </p:cNvGrpSpPr>
            <p:nvPr/>
          </p:nvGrpSpPr>
          <p:grpSpPr bwMode="auto">
            <a:xfrm>
              <a:off x="3780" y="3256"/>
              <a:ext cx="415" cy="56"/>
              <a:chOff x="3780" y="3256"/>
              <a:chExt cx="415" cy="56"/>
            </a:xfrm>
          </p:grpSpPr>
          <p:sp>
            <p:nvSpPr>
              <p:cNvPr id="104013" name="Freeform 793"/>
              <p:cNvSpPr>
                <a:spLocks/>
              </p:cNvSpPr>
              <p:nvPr/>
            </p:nvSpPr>
            <p:spPr bwMode="auto">
              <a:xfrm>
                <a:off x="4083" y="325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04014" name="Group 794"/>
              <p:cNvGrpSpPr>
                <a:grpSpLocks/>
              </p:cNvGrpSpPr>
              <p:nvPr/>
            </p:nvGrpSpPr>
            <p:grpSpPr bwMode="auto">
              <a:xfrm>
                <a:off x="3780" y="3288"/>
                <a:ext cx="295" cy="1"/>
                <a:chOff x="3780" y="3288"/>
                <a:chExt cx="295" cy="1"/>
              </a:xfrm>
            </p:grpSpPr>
            <p:sp>
              <p:nvSpPr>
                <p:cNvPr id="104015" name="Line 795"/>
                <p:cNvSpPr>
                  <a:spLocks noChangeShapeType="1"/>
                </p:cNvSpPr>
                <p:nvPr/>
              </p:nvSpPr>
              <p:spPr bwMode="auto">
                <a:xfrm>
                  <a:off x="3780"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016" name="Line 796"/>
                <p:cNvSpPr>
                  <a:spLocks noChangeShapeType="1"/>
                </p:cNvSpPr>
                <p:nvPr/>
              </p:nvSpPr>
              <p:spPr bwMode="auto">
                <a:xfrm>
                  <a:off x="3836"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017" name="Line 797"/>
                <p:cNvSpPr>
                  <a:spLocks noChangeShapeType="1"/>
                </p:cNvSpPr>
                <p:nvPr/>
              </p:nvSpPr>
              <p:spPr bwMode="auto">
                <a:xfrm>
                  <a:off x="3892"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018" name="Line 798"/>
                <p:cNvSpPr>
                  <a:spLocks noChangeShapeType="1"/>
                </p:cNvSpPr>
                <p:nvPr/>
              </p:nvSpPr>
              <p:spPr bwMode="auto">
                <a:xfrm>
                  <a:off x="3948"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019" name="Line 799"/>
                <p:cNvSpPr>
                  <a:spLocks noChangeShapeType="1"/>
                </p:cNvSpPr>
                <p:nvPr/>
              </p:nvSpPr>
              <p:spPr bwMode="auto">
                <a:xfrm>
                  <a:off x="4004" y="3288"/>
                  <a:ext cx="23"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020" name="Line 800"/>
                <p:cNvSpPr>
                  <a:spLocks noChangeShapeType="1"/>
                </p:cNvSpPr>
                <p:nvPr/>
              </p:nvSpPr>
              <p:spPr bwMode="auto">
                <a:xfrm>
                  <a:off x="4059" y="3288"/>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3589" name="Group 801"/>
            <p:cNvGrpSpPr>
              <a:grpSpLocks/>
            </p:cNvGrpSpPr>
            <p:nvPr/>
          </p:nvGrpSpPr>
          <p:grpSpPr bwMode="auto">
            <a:xfrm>
              <a:off x="4251" y="3256"/>
              <a:ext cx="415" cy="56"/>
              <a:chOff x="4251" y="3256"/>
              <a:chExt cx="415" cy="56"/>
            </a:xfrm>
          </p:grpSpPr>
          <p:sp>
            <p:nvSpPr>
              <p:cNvPr id="104005" name="Freeform 802"/>
              <p:cNvSpPr>
                <a:spLocks/>
              </p:cNvSpPr>
              <p:nvPr/>
            </p:nvSpPr>
            <p:spPr bwMode="auto">
              <a:xfrm>
                <a:off x="4554" y="325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04006" name="Group 803"/>
              <p:cNvGrpSpPr>
                <a:grpSpLocks/>
              </p:cNvGrpSpPr>
              <p:nvPr/>
            </p:nvGrpSpPr>
            <p:grpSpPr bwMode="auto">
              <a:xfrm>
                <a:off x="4251" y="3288"/>
                <a:ext cx="295" cy="1"/>
                <a:chOff x="4251" y="3288"/>
                <a:chExt cx="295" cy="1"/>
              </a:xfrm>
            </p:grpSpPr>
            <p:sp>
              <p:nvSpPr>
                <p:cNvPr id="104007" name="Line 804"/>
                <p:cNvSpPr>
                  <a:spLocks noChangeShapeType="1"/>
                </p:cNvSpPr>
                <p:nvPr/>
              </p:nvSpPr>
              <p:spPr bwMode="auto">
                <a:xfrm>
                  <a:off x="4251"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008" name="Line 805"/>
                <p:cNvSpPr>
                  <a:spLocks noChangeShapeType="1"/>
                </p:cNvSpPr>
                <p:nvPr/>
              </p:nvSpPr>
              <p:spPr bwMode="auto">
                <a:xfrm>
                  <a:off x="4307"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009" name="Line 806"/>
                <p:cNvSpPr>
                  <a:spLocks noChangeShapeType="1"/>
                </p:cNvSpPr>
                <p:nvPr/>
              </p:nvSpPr>
              <p:spPr bwMode="auto">
                <a:xfrm>
                  <a:off x="4363"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010" name="Line 807"/>
                <p:cNvSpPr>
                  <a:spLocks noChangeShapeType="1"/>
                </p:cNvSpPr>
                <p:nvPr/>
              </p:nvSpPr>
              <p:spPr bwMode="auto">
                <a:xfrm>
                  <a:off x="4419"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011" name="Line 808"/>
                <p:cNvSpPr>
                  <a:spLocks noChangeShapeType="1"/>
                </p:cNvSpPr>
                <p:nvPr/>
              </p:nvSpPr>
              <p:spPr bwMode="auto">
                <a:xfrm>
                  <a:off x="4475"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012" name="Line 809"/>
                <p:cNvSpPr>
                  <a:spLocks noChangeShapeType="1"/>
                </p:cNvSpPr>
                <p:nvPr/>
              </p:nvSpPr>
              <p:spPr bwMode="auto">
                <a:xfrm>
                  <a:off x="4530" y="3288"/>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3590" name="Group 810"/>
            <p:cNvGrpSpPr>
              <a:grpSpLocks/>
            </p:cNvGrpSpPr>
            <p:nvPr/>
          </p:nvGrpSpPr>
          <p:grpSpPr bwMode="auto">
            <a:xfrm>
              <a:off x="3325" y="3567"/>
              <a:ext cx="415" cy="56"/>
              <a:chOff x="3325" y="3567"/>
              <a:chExt cx="415" cy="56"/>
            </a:xfrm>
          </p:grpSpPr>
          <p:sp>
            <p:nvSpPr>
              <p:cNvPr id="103997" name="Freeform 811"/>
              <p:cNvSpPr>
                <a:spLocks/>
              </p:cNvSpPr>
              <p:nvPr/>
            </p:nvSpPr>
            <p:spPr bwMode="auto">
              <a:xfrm>
                <a:off x="3628" y="3567"/>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03998" name="Group 812"/>
              <p:cNvGrpSpPr>
                <a:grpSpLocks/>
              </p:cNvGrpSpPr>
              <p:nvPr/>
            </p:nvGrpSpPr>
            <p:grpSpPr bwMode="auto">
              <a:xfrm>
                <a:off x="3325" y="3599"/>
                <a:ext cx="295" cy="1"/>
                <a:chOff x="3325" y="3599"/>
                <a:chExt cx="295" cy="1"/>
              </a:xfrm>
            </p:grpSpPr>
            <p:sp>
              <p:nvSpPr>
                <p:cNvPr id="103999" name="Line 813"/>
                <p:cNvSpPr>
                  <a:spLocks noChangeShapeType="1"/>
                </p:cNvSpPr>
                <p:nvPr/>
              </p:nvSpPr>
              <p:spPr bwMode="auto">
                <a:xfrm>
                  <a:off x="3325" y="3599"/>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000" name="Line 814"/>
                <p:cNvSpPr>
                  <a:spLocks noChangeShapeType="1"/>
                </p:cNvSpPr>
                <p:nvPr/>
              </p:nvSpPr>
              <p:spPr bwMode="auto">
                <a:xfrm>
                  <a:off x="3381" y="3599"/>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001" name="Line 815"/>
                <p:cNvSpPr>
                  <a:spLocks noChangeShapeType="1"/>
                </p:cNvSpPr>
                <p:nvPr/>
              </p:nvSpPr>
              <p:spPr bwMode="auto">
                <a:xfrm>
                  <a:off x="3437" y="3599"/>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002" name="Line 816"/>
                <p:cNvSpPr>
                  <a:spLocks noChangeShapeType="1"/>
                </p:cNvSpPr>
                <p:nvPr/>
              </p:nvSpPr>
              <p:spPr bwMode="auto">
                <a:xfrm>
                  <a:off x="3493" y="3599"/>
                  <a:ext cx="23"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003" name="Line 817"/>
                <p:cNvSpPr>
                  <a:spLocks noChangeShapeType="1"/>
                </p:cNvSpPr>
                <p:nvPr/>
              </p:nvSpPr>
              <p:spPr bwMode="auto">
                <a:xfrm>
                  <a:off x="3548" y="3599"/>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004" name="Line 818"/>
                <p:cNvSpPr>
                  <a:spLocks noChangeShapeType="1"/>
                </p:cNvSpPr>
                <p:nvPr/>
              </p:nvSpPr>
              <p:spPr bwMode="auto">
                <a:xfrm>
                  <a:off x="3604" y="3599"/>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3591" name="Group 819"/>
            <p:cNvGrpSpPr>
              <a:grpSpLocks/>
            </p:cNvGrpSpPr>
            <p:nvPr/>
          </p:nvGrpSpPr>
          <p:grpSpPr bwMode="auto">
            <a:xfrm>
              <a:off x="3788" y="3567"/>
              <a:ext cx="415" cy="56"/>
              <a:chOff x="3788" y="3567"/>
              <a:chExt cx="415" cy="56"/>
            </a:xfrm>
          </p:grpSpPr>
          <p:sp>
            <p:nvSpPr>
              <p:cNvPr id="103989" name="Freeform 820"/>
              <p:cNvSpPr>
                <a:spLocks/>
              </p:cNvSpPr>
              <p:nvPr/>
            </p:nvSpPr>
            <p:spPr bwMode="auto">
              <a:xfrm>
                <a:off x="4091"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solidFill>
                <a:schemeClr val="bg2"/>
              </a:solidFill>
              <a:ln w="9525">
                <a:solidFill>
                  <a:schemeClr val="bg2"/>
                </a:solidFill>
                <a:round/>
                <a:headEnd/>
                <a:tailEnd/>
              </a:ln>
            </p:spPr>
            <p:txBody>
              <a:bodyPr/>
              <a:lstStyle/>
              <a:p>
                <a:endParaRPr lang="en-US"/>
              </a:p>
            </p:txBody>
          </p:sp>
          <p:grpSp>
            <p:nvGrpSpPr>
              <p:cNvPr id="103990" name="Group 821"/>
              <p:cNvGrpSpPr>
                <a:grpSpLocks/>
              </p:cNvGrpSpPr>
              <p:nvPr/>
            </p:nvGrpSpPr>
            <p:grpSpPr bwMode="auto">
              <a:xfrm>
                <a:off x="3788" y="3591"/>
                <a:ext cx="295" cy="1"/>
                <a:chOff x="3788" y="3591"/>
                <a:chExt cx="295" cy="1"/>
              </a:xfrm>
            </p:grpSpPr>
            <p:sp>
              <p:nvSpPr>
                <p:cNvPr id="103991" name="Line 822"/>
                <p:cNvSpPr>
                  <a:spLocks noChangeShapeType="1"/>
                </p:cNvSpPr>
                <p:nvPr/>
              </p:nvSpPr>
              <p:spPr bwMode="auto">
                <a:xfrm>
                  <a:off x="3788"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992" name="Line 823"/>
                <p:cNvSpPr>
                  <a:spLocks noChangeShapeType="1"/>
                </p:cNvSpPr>
                <p:nvPr/>
              </p:nvSpPr>
              <p:spPr bwMode="auto">
                <a:xfrm>
                  <a:off x="3844"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993" name="Line 824"/>
                <p:cNvSpPr>
                  <a:spLocks noChangeShapeType="1"/>
                </p:cNvSpPr>
                <p:nvPr/>
              </p:nvSpPr>
              <p:spPr bwMode="auto">
                <a:xfrm>
                  <a:off x="3900"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994" name="Line 825"/>
                <p:cNvSpPr>
                  <a:spLocks noChangeShapeType="1"/>
                </p:cNvSpPr>
                <p:nvPr/>
              </p:nvSpPr>
              <p:spPr bwMode="auto">
                <a:xfrm>
                  <a:off x="3956"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995" name="Line 826"/>
                <p:cNvSpPr>
                  <a:spLocks noChangeShapeType="1"/>
                </p:cNvSpPr>
                <p:nvPr/>
              </p:nvSpPr>
              <p:spPr bwMode="auto">
                <a:xfrm>
                  <a:off x="4011"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996" name="Line 827"/>
                <p:cNvSpPr>
                  <a:spLocks noChangeShapeType="1"/>
                </p:cNvSpPr>
                <p:nvPr/>
              </p:nvSpPr>
              <p:spPr bwMode="auto">
                <a:xfrm>
                  <a:off x="4067" y="3591"/>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3592" name="Group 828"/>
            <p:cNvGrpSpPr>
              <a:grpSpLocks/>
            </p:cNvGrpSpPr>
            <p:nvPr/>
          </p:nvGrpSpPr>
          <p:grpSpPr bwMode="auto">
            <a:xfrm>
              <a:off x="4243" y="3567"/>
              <a:ext cx="415" cy="56"/>
              <a:chOff x="4243" y="3567"/>
              <a:chExt cx="415" cy="56"/>
            </a:xfrm>
          </p:grpSpPr>
          <p:sp>
            <p:nvSpPr>
              <p:cNvPr id="103981" name="Freeform 829"/>
              <p:cNvSpPr>
                <a:spLocks/>
              </p:cNvSpPr>
              <p:nvPr/>
            </p:nvSpPr>
            <p:spPr bwMode="auto">
              <a:xfrm>
                <a:off x="4546" y="3567"/>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03982" name="Group 830"/>
              <p:cNvGrpSpPr>
                <a:grpSpLocks/>
              </p:cNvGrpSpPr>
              <p:nvPr/>
            </p:nvGrpSpPr>
            <p:grpSpPr bwMode="auto">
              <a:xfrm>
                <a:off x="4243" y="3599"/>
                <a:ext cx="295" cy="1"/>
                <a:chOff x="4243" y="3599"/>
                <a:chExt cx="295" cy="1"/>
              </a:xfrm>
            </p:grpSpPr>
            <p:sp>
              <p:nvSpPr>
                <p:cNvPr id="103983" name="Line 831"/>
                <p:cNvSpPr>
                  <a:spLocks noChangeShapeType="1"/>
                </p:cNvSpPr>
                <p:nvPr/>
              </p:nvSpPr>
              <p:spPr bwMode="auto">
                <a:xfrm>
                  <a:off x="4243" y="3599"/>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984" name="Line 832"/>
                <p:cNvSpPr>
                  <a:spLocks noChangeShapeType="1"/>
                </p:cNvSpPr>
                <p:nvPr/>
              </p:nvSpPr>
              <p:spPr bwMode="auto">
                <a:xfrm>
                  <a:off x="4299" y="3599"/>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985" name="Line 833"/>
                <p:cNvSpPr>
                  <a:spLocks noChangeShapeType="1"/>
                </p:cNvSpPr>
                <p:nvPr/>
              </p:nvSpPr>
              <p:spPr bwMode="auto">
                <a:xfrm>
                  <a:off x="4355" y="3599"/>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986" name="Line 834"/>
                <p:cNvSpPr>
                  <a:spLocks noChangeShapeType="1"/>
                </p:cNvSpPr>
                <p:nvPr/>
              </p:nvSpPr>
              <p:spPr bwMode="auto">
                <a:xfrm>
                  <a:off x="4411" y="3599"/>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987" name="Line 835"/>
                <p:cNvSpPr>
                  <a:spLocks noChangeShapeType="1"/>
                </p:cNvSpPr>
                <p:nvPr/>
              </p:nvSpPr>
              <p:spPr bwMode="auto">
                <a:xfrm>
                  <a:off x="4467" y="3599"/>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988" name="Line 836"/>
                <p:cNvSpPr>
                  <a:spLocks noChangeShapeType="1"/>
                </p:cNvSpPr>
                <p:nvPr/>
              </p:nvSpPr>
              <p:spPr bwMode="auto">
                <a:xfrm>
                  <a:off x="4522" y="3599"/>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3593" name="Group 837"/>
            <p:cNvGrpSpPr>
              <a:grpSpLocks/>
            </p:cNvGrpSpPr>
            <p:nvPr/>
          </p:nvGrpSpPr>
          <p:grpSpPr bwMode="auto">
            <a:xfrm>
              <a:off x="3788" y="2376"/>
              <a:ext cx="886" cy="290"/>
              <a:chOff x="3788" y="2376"/>
              <a:chExt cx="886" cy="290"/>
            </a:xfrm>
          </p:grpSpPr>
          <p:sp>
            <p:nvSpPr>
              <p:cNvPr id="103979" name="Freeform 838"/>
              <p:cNvSpPr>
                <a:spLocks/>
              </p:cNvSpPr>
              <p:nvPr/>
            </p:nvSpPr>
            <p:spPr bwMode="auto">
              <a:xfrm>
                <a:off x="4530" y="2594"/>
                <a:ext cx="144" cy="72"/>
              </a:xfrm>
              <a:custGeom>
                <a:avLst/>
                <a:gdLst>
                  <a:gd name="T0" fmla="*/ 144 w 144"/>
                  <a:gd name="T1" fmla="*/ 72 h 72"/>
                  <a:gd name="T2" fmla="*/ 0 w 144"/>
                  <a:gd name="T3" fmla="*/ 64 h 72"/>
                  <a:gd name="T4" fmla="*/ 16 w 144"/>
                  <a:gd name="T5" fmla="*/ 32 h 72"/>
                  <a:gd name="T6" fmla="*/ 24 w 144"/>
                  <a:gd name="T7" fmla="*/ 0 h 72"/>
                  <a:gd name="T8" fmla="*/ 144 w 144"/>
                  <a:gd name="T9" fmla="*/ 72 h 72"/>
                  <a:gd name="T10" fmla="*/ 0 60000 65536"/>
                  <a:gd name="T11" fmla="*/ 0 60000 65536"/>
                  <a:gd name="T12" fmla="*/ 0 60000 65536"/>
                  <a:gd name="T13" fmla="*/ 0 60000 65536"/>
                  <a:gd name="T14" fmla="*/ 0 60000 65536"/>
                  <a:gd name="T15" fmla="*/ 0 w 144"/>
                  <a:gd name="T16" fmla="*/ 0 h 72"/>
                  <a:gd name="T17" fmla="*/ 144 w 144"/>
                  <a:gd name="T18" fmla="*/ 72 h 72"/>
                </a:gdLst>
                <a:ahLst/>
                <a:cxnLst>
                  <a:cxn ang="T10">
                    <a:pos x="T0" y="T1"/>
                  </a:cxn>
                  <a:cxn ang="T11">
                    <a:pos x="T2" y="T3"/>
                  </a:cxn>
                  <a:cxn ang="T12">
                    <a:pos x="T4" y="T5"/>
                  </a:cxn>
                  <a:cxn ang="T13">
                    <a:pos x="T6" y="T7"/>
                  </a:cxn>
                  <a:cxn ang="T14">
                    <a:pos x="T8" y="T9"/>
                  </a:cxn>
                </a:cxnLst>
                <a:rect l="T15" t="T16" r="T17" b="T18"/>
                <a:pathLst>
                  <a:path w="144" h="72">
                    <a:moveTo>
                      <a:pt x="144" y="72"/>
                    </a:moveTo>
                    <a:lnTo>
                      <a:pt x="0" y="64"/>
                    </a:lnTo>
                    <a:lnTo>
                      <a:pt x="16" y="32"/>
                    </a:lnTo>
                    <a:lnTo>
                      <a:pt x="24" y="0"/>
                    </a:lnTo>
                    <a:lnTo>
                      <a:pt x="144" y="72"/>
                    </a:lnTo>
                    <a:close/>
                  </a:path>
                </a:pathLst>
              </a:custGeom>
              <a:solidFill>
                <a:schemeClr val="bg2"/>
              </a:solidFill>
              <a:ln w="9525">
                <a:solidFill>
                  <a:schemeClr val="bg2"/>
                </a:solidFill>
                <a:round/>
                <a:headEnd/>
                <a:tailEnd/>
              </a:ln>
            </p:spPr>
            <p:txBody>
              <a:bodyPr/>
              <a:lstStyle/>
              <a:p>
                <a:endParaRPr lang="en-US"/>
              </a:p>
            </p:txBody>
          </p:sp>
          <p:sp>
            <p:nvSpPr>
              <p:cNvPr id="103980" name="Line 839"/>
              <p:cNvSpPr>
                <a:spLocks noChangeShapeType="1"/>
              </p:cNvSpPr>
              <p:nvPr/>
            </p:nvSpPr>
            <p:spPr bwMode="auto">
              <a:xfrm>
                <a:off x="3788" y="2376"/>
                <a:ext cx="766" cy="252"/>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3594" name="Group 840"/>
            <p:cNvGrpSpPr>
              <a:grpSpLocks/>
            </p:cNvGrpSpPr>
            <p:nvPr/>
          </p:nvGrpSpPr>
          <p:grpSpPr bwMode="auto">
            <a:xfrm>
              <a:off x="3309" y="2084"/>
              <a:ext cx="1381" cy="1507"/>
              <a:chOff x="3309" y="2084"/>
              <a:chExt cx="1381" cy="1507"/>
            </a:xfrm>
          </p:grpSpPr>
          <p:sp>
            <p:nvSpPr>
              <p:cNvPr id="103977" name="Freeform 841"/>
              <p:cNvSpPr>
                <a:spLocks/>
              </p:cNvSpPr>
              <p:nvPr/>
            </p:nvSpPr>
            <p:spPr bwMode="auto">
              <a:xfrm>
                <a:off x="4570" y="2084"/>
                <a:ext cx="120" cy="119"/>
              </a:xfrm>
              <a:custGeom>
                <a:avLst/>
                <a:gdLst>
                  <a:gd name="T0" fmla="*/ 120 w 120"/>
                  <a:gd name="T1" fmla="*/ 0 h 119"/>
                  <a:gd name="T2" fmla="*/ 56 w 120"/>
                  <a:gd name="T3" fmla="*/ 119 h 119"/>
                  <a:gd name="T4" fmla="*/ 24 w 120"/>
                  <a:gd name="T5" fmla="*/ 96 h 119"/>
                  <a:gd name="T6" fmla="*/ 0 w 120"/>
                  <a:gd name="T7" fmla="*/ 72 h 119"/>
                  <a:gd name="T8" fmla="*/ 120 w 120"/>
                  <a:gd name="T9" fmla="*/ 0 h 119"/>
                  <a:gd name="T10" fmla="*/ 0 60000 65536"/>
                  <a:gd name="T11" fmla="*/ 0 60000 65536"/>
                  <a:gd name="T12" fmla="*/ 0 60000 65536"/>
                  <a:gd name="T13" fmla="*/ 0 60000 65536"/>
                  <a:gd name="T14" fmla="*/ 0 60000 65536"/>
                  <a:gd name="T15" fmla="*/ 0 w 120"/>
                  <a:gd name="T16" fmla="*/ 0 h 119"/>
                  <a:gd name="T17" fmla="*/ 120 w 120"/>
                  <a:gd name="T18" fmla="*/ 119 h 119"/>
                </a:gdLst>
                <a:ahLst/>
                <a:cxnLst>
                  <a:cxn ang="T10">
                    <a:pos x="T0" y="T1"/>
                  </a:cxn>
                  <a:cxn ang="T11">
                    <a:pos x="T2" y="T3"/>
                  </a:cxn>
                  <a:cxn ang="T12">
                    <a:pos x="T4" y="T5"/>
                  </a:cxn>
                  <a:cxn ang="T13">
                    <a:pos x="T6" y="T7"/>
                  </a:cxn>
                  <a:cxn ang="T14">
                    <a:pos x="T8" y="T9"/>
                  </a:cxn>
                </a:cxnLst>
                <a:rect l="T15" t="T16" r="T17" b="T18"/>
                <a:pathLst>
                  <a:path w="120" h="119">
                    <a:moveTo>
                      <a:pt x="120" y="0"/>
                    </a:moveTo>
                    <a:lnTo>
                      <a:pt x="56" y="119"/>
                    </a:lnTo>
                    <a:lnTo>
                      <a:pt x="24" y="96"/>
                    </a:lnTo>
                    <a:lnTo>
                      <a:pt x="0" y="72"/>
                    </a:lnTo>
                    <a:lnTo>
                      <a:pt x="120" y="0"/>
                    </a:lnTo>
                    <a:close/>
                  </a:path>
                </a:pathLst>
              </a:custGeom>
              <a:solidFill>
                <a:schemeClr val="bg2"/>
              </a:solidFill>
              <a:ln w="9525">
                <a:solidFill>
                  <a:schemeClr val="bg2"/>
                </a:solidFill>
                <a:round/>
                <a:headEnd/>
                <a:tailEnd/>
              </a:ln>
            </p:spPr>
            <p:txBody>
              <a:bodyPr/>
              <a:lstStyle/>
              <a:p>
                <a:endParaRPr lang="en-US"/>
              </a:p>
            </p:txBody>
          </p:sp>
          <p:sp>
            <p:nvSpPr>
              <p:cNvPr id="103978" name="Line 842"/>
              <p:cNvSpPr>
                <a:spLocks noChangeShapeType="1"/>
              </p:cNvSpPr>
              <p:nvPr/>
            </p:nvSpPr>
            <p:spPr bwMode="auto">
              <a:xfrm flipV="1">
                <a:off x="3309" y="2172"/>
                <a:ext cx="1291" cy="1419"/>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3595" name="Group 843"/>
            <p:cNvGrpSpPr>
              <a:grpSpLocks/>
            </p:cNvGrpSpPr>
            <p:nvPr/>
          </p:nvGrpSpPr>
          <p:grpSpPr bwMode="auto">
            <a:xfrm>
              <a:off x="3773" y="2076"/>
              <a:ext cx="909" cy="893"/>
              <a:chOff x="3773" y="2076"/>
              <a:chExt cx="909" cy="893"/>
            </a:xfrm>
          </p:grpSpPr>
          <p:sp>
            <p:nvSpPr>
              <p:cNvPr id="103975" name="Freeform 844"/>
              <p:cNvSpPr>
                <a:spLocks/>
              </p:cNvSpPr>
              <p:nvPr/>
            </p:nvSpPr>
            <p:spPr bwMode="auto">
              <a:xfrm>
                <a:off x="4562" y="2850"/>
                <a:ext cx="120" cy="119"/>
              </a:xfrm>
              <a:custGeom>
                <a:avLst/>
                <a:gdLst>
                  <a:gd name="T0" fmla="*/ 120 w 120"/>
                  <a:gd name="T1" fmla="*/ 119 h 119"/>
                  <a:gd name="T2" fmla="*/ 0 w 120"/>
                  <a:gd name="T3" fmla="*/ 47 h 119"/>
                  <a:gd name="T4" fmla="*/ 24 w 120"/>
                  <a:gd name="T5" fmla="*/ 23 h 119"/>
                  <a:gd name="T6" fmla="*/ 48 w 120"/>
                  <a:gd name="T7" fmla="*/ 0 h 119"/>
                  <a:gd name="T8" fmla="*/ 120 w 120"/>
                  <a:gd name="T9" fmla="*/ 119 h 119"/>
                  <a:gd name="T10" fmla="*/ 0 60000 65536"/>
                  <a:gd name="T11" fmla="*/ 0 60000 65536"/>
                  <a:gd name="T12" fmla="*/ 0 60000 65536"/>
                  <a:gd name="T13" fmla="*/ 0 60000 65536"/>
                  <a:gd name="T14" fmla="*/ 0 60000 65536"/>
                  <a:gd name="T15" fmla="*/ 0 w 120"/>
                  <a:gd name="T16" fmla="*/ 0 h 119"/>
                  <a:gd name="T17" fmla="*/ 120 w 120"/>
                  <a:gd name="T18" fmla="*/ 119 h 119"/>
                </a:gdLst>
                <a:ahLst/>
                <a:cxnLst>
                  <a:cxn ang="T10">
                    <a:pos x="T0" y="T1"/>
                  </a:cxn>
                  <a:cxn ang="T11">
                    <a:pos x="T2" y="T3"/>
                  </a:cxn>
                  <a:cxn ang="T12">
                    <a:pos x="T4" y="T5"/>
                  </a:cxn>
                  <a:cxn ang="T13">
                    <a:pos x="T6" y="T7"/>
                  </a:cxn>
                  <a:cxn ang="T14">
                    <a:pos x="T8" y="T9"/>
                  </a:cxn>
                </a:cxnLst>
                <a:rect l="T15" t="T16" r="T17" b="T18"/>
                <a:pathLst>
                  <a:path w="120" h="119">
                    <a:moveTo>
                      <a:pt x="120" y="119"/>
                    </a:moveTo>
                    <a:lnTo>
                      <a:pt x="0" y="47"/>
                    </a:lnTo>
                    <a:lnTo>
                      <a:pt x="24" y="23"/>
                    </a:lnTo>
                    <a:lnTo>
                      <a:pt x="48" y="0"/>
                    </a:lnTo>
                    <a:lnTo>
                      <a:pt x="120" y="119"/>
                    </a:lnTo>
                    <a:close/>
                  </a:path>
                </a:pathLst>
              </a:custGeom>
              <a:solidFill>
                <a:schemeClr val="bg2"/>
              </a:solidFill>
              <a:ln w="9525">
                <a:solidFill>
                  <a:schemeClr val="bg2"/>
                </a:solidFill>
                <a:round/>
                <a:headEnd/>
                <a:tailEnd/>
              </a:ln>
            </p:spPr>
            <p:txBody>
              <a:bodyPr/>
              <a:lstStyle/>
              <a:p>
                <a:endParaRPr lang="en-US"/>
              </a:p>
            </p:txBody>
          </p:sp>
          <p:sp>
            <p:nvSpPr>
              <p:cNvPr id="103976" name="Line 845"/>
              <p:cNvSpPr>
                <a:spLocks noChangeShapeType="1"/>
              </p:cNvSpPr>
              <p:nvPr/>
            </p:nvSpPr>
            <p:spPr bwMode="auto">
              <a:xfrm>
                <a:off x="3773" y="2076"/>
                <a:ext cx="821" cy="804"/>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3596" name="Group 846"/>
            <p:cNvGrpSpPr>
              <a:grpSpLocks/>
            </p:cNvGrpSpPr>
            <p:nvPr/>
          </p:nvGrpSpPr>
          <p:grpSpPr bwMode="auto">
            <a:xfrm>
              <a:off x="3317" y="2379"/>
              <a:ext cx="910" cy="893"/>
              <a:chOff x="3317" y="2379"/>
              <a:chExt cx="910" cy="893"/>
            </a:xfrm>
          </p:grpSpPr>
          <p:sp>
            <p:nvSpPr>
              <p:cNvPr id="103973" name="Freeform 847"/>
              <p:cNvSpPr>
                <a:spLocks/>
              </p:cNvSpPr>
              <p:nvPr/>
            </p:nvSpPr>
            <p:spPr bwMode="auto">
              <a:xfrm>
                <a:off x="4107" y="3153"/>
                <a:ext cx="120" cy="119"/>
              </a:xfrm>
              <a:custGeom>
                <a:avLst/>
                <a:gdLst>
                  <a:gd name="T0" fmla="*/ 120 w 120"/>
                  <a:gd name="T1" fmla="*/ 119 h 119"/>
                  <a:gd name="T2" fmla="*/ 0 w 120"/>
                  <a:gd name="T3" fmla="*/ 48 h 119"/>
                  <a:gd name="T4" fmla="*/ 24 w 120"/>
                  <a:gd name="T5" fmla="*/ 24 h 119"/>
                  <a:gd name="T6" fmla="*/ 48 w 120"/>
                  <a:gd name="T7" fmla="*/ 0 h 119"/>
                  <a:gd name="T8" fmla="*/ 120 w 120"/>
                  <a:gd name="T9" fmla="*/ 119 h 119"/>
                  <a:gd name="T10" fmla="*/ 0 60000 65536"/>
                  <a:gd name="T11" fmla="*/ 0 60000 65536"/>
                  <a:gd name="T12" fmla="*/ 0 60000 65536"/>
                  <a:gd name="T13" fmla="*/ 0 60000 65536"/>
                  <a:gd name="T14" fmla="*/ 0 60000 65536"/>
                  <a:gd name="T15" fmla="*/ 0 w 120"/>
                  <a:gd name="T16" fmla="*/ 0 h 119"/>
                  <a:gd name="T17" fmla="*/ 120 w 120"/>
                  <a:gd name="T18" fmla="*/ 119 h 119"/>
                </a:gdLst>
                <a:ahLst/>
                <a:cxnLst>
                  <a:cxn ang="T10">
                    <a:pos x="T0" y="T1"/>
                  </a:cxn>
                  <a:cxn ang="T11">
                    <a:pos x="T2" y="T3"/>
                  </a:cxn>
                  <a:cxn ang="T12">
                    <a:pos x="T4" y="T5"/>
                  </a:cxn>
                  <a:cxn ang="T13">
                    <a:pos x="T6" y="T7"/>
                  </a:cxn>
                  <a:cxn ang="T14">
                    <a:pos x="T8" y="T9"/>
                  </a:cxn>
                </a:cxnLst>
                <a:rect l="T15" t="T16" r="T17" b="T18"/>
                <a:pathLst>
                  <a:path w="120" h="119">
                    <a:moveTo>
                      <a:pt x="120" y="119"/>
                    </a:moveTo>
                    <a:lnTo>
                      <a:pt x="0" y="48"/>
                    </a:lnTo>
                    <a:lnTo>
                      <a:pt x="24" y="24"/>
                    </a:lnTo>
                    <a:lnTo>
                      <a:pt x="48" y="0"/>
                    </a:lnTo>
                    <a:lnTo>
                      <a:pt x="120" y="119"/>
                    </a:lnTo>
                    <a:close/>
                  </a:path>
                </a:pathLst>
              </a:custGeom>
              <a:solidFill>
                <a:schemeClr val="bg2"/>
              </a:solidFill>
              <a:ln w="9525">
                <a:solidFill>
                  <a:schemeClr val="bg2"/>
                </a:solidFill>
                <a:round/>
                <a:headEnd/>
                <a:tailEnd/>
              </a:ln>
            </p:spPr>
            <p:txBody>
              <a:bodyPr/>
              <a:lstStyle/>
              <a:p>
                <a:endParaRPr lang="en-US"/>
              </a:p>
            </p:txBody>
          </p:sp>
          <p:sp>
            <p:nvSpPr>
              <p:cNvPr id="103974" name="Line 848"/>
              <p:cNvSpPr>
                <a:spLocks noChangeShapeType="1"/>
              </p:cNvSpPr>
              <p:nvPr/>
            </p:nvSpPr>
            <p:spPr bwMode="auto">
              <a:xfrm>
                <a:off x="3317" y="2379"/>
                <a:ext cx="822" cy="804"/>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3597" name="Group 849"/>
            <p:cNvGrpSpPr>
              <a:grpSpLocks/>
            </p:cNvGrpSpPr>
            <p:nvPr/>
          </p:nvGrpSpPr>
          <p:grpSpPr bwMode="auto">
            <a:xfrm>
              <a:off x="2878" y="1725"/>
              <a:ext cx="415" cy="56"/>
              <a:chOff x="2878" y="1725"/>
              <a:chExt cx="415" cy="56"/>
            </a:xfrm>
          </p:grpSpPr>
          <p:sp>
            <p:nvSpPr>
              <p:cNvPr id="103965" name="Freeform 850"/>
              <p:cNvSpPr>
                <a:spLocks/>
              </p:cNvSpPr>
              <p:nvPr/>
            </p:nvSpPr>
            <p:spPr bwMode="auto">
              <a:xfrm>
                <a:off x="3181" y="1725"/>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03966" name="Group 851"/>
              <p:cNvGrpSpPr>
                <a:grpSpLocks/>
              </p:cNvGrpSpPr>
              <p:nvPr/>
            </p:nvGrpSpPr>
            <p:grpSpPr bwMode="auto">
              <a:xfrm>
                <a:off x="2878" y="1757"/>
                <a:ext cx="295" cy="1"/>
                <a:chOff x="2878" y="1757"/>
                <a:chExt cx="295" cy="1"/>
              </a:xfrm>
            </p:grpSpPr>
            <p:sp>
              <p:nvSpPr>
                <p:cNvPr id="103967" name="Line 852"/>
                <p:cNvSpPr>
                  <a:spLocks noChangeShapeType="1"/>
                </p:cNvSpPr>
                <p:nvPr/>
              </p:nvSpPr>
              <p:spPr bwMode="auto">
                <a:xfrm>
                  <a:off x="2878"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968" name="Line 853"/>
                <p:cNvSpPr>
                  <a:spLocks noChangeShapeType="1"/>
                </p:cNvSpPr>
                <p:nvPr/>
              </p:nvSpPr>
              <p:spPr bwMode="auto">
                <a:xfrm>
                  <a:off x="2934"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969" name="Line 854"/>
                <p:cNvSpPr>
                  <a:spLocks noChangeShapeType="1"/>
                </p:cNvSpPr>
                <p:nvPr/>
              </p:nvSpPr>
              <p:spPr bwMode="auto">
                <a:xfrm>
                  <a:off x="2990" y="1757"/>
                  <a:ext cx="23"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970" name="Line 855"/>
                <p:cNvSpPr>
                  <a:spLocks noChangeShapeType="1"/>
                </p:cNvSpPr>
                <p:nvPr/>
              </p:nvSpPr>
              <p:spPr bwMode="auto">
                <a:xfrm>
                  <a:off x="3045"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971" name="Line 856"/>
                <p:cNvSpPr>
                  <a:spLocks noChangeShapeType="1"/>
                </p:cNvSpPr>
                <p:nvPr/>
              </p:nvSpPr>
              <p:spPr bwMode="auto">
                <a:xfrm>
                  <a:off x="3101"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972" name="Line 857"/>
                <p:cNvSpPr>
                  <a:spLocks noChangeShapeType="1"/>
                </p:cNvSpPr>
                <p:nvPr/>
              </p:nvSpPr>
              <p:spPr bwMode="auto">
                <a:xfrm>
                  <a:off x="3157" y="1757"/>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3598" name="Group 858"/>
            <p:cNvGrpSpPr>
              <a:grpSpLocks/>
            </p:cNvGrpSpPr>
            <p:nvPr/>
          </p:nvGrpSpPr>
          <p:grpSpPr bwMode="auto">
            <a:xfrm>
              <a:off x="2878" y="2036"/>
              <a:ext cx="415" cy="56"/>
              <a:chOff x="2878" y="2036"/>
              <a:chExt cx="415" cy="56"/>
            </a:xfrm>
          </p:grpSpPr>
          <p:sp>
            <p:nvSpPr>
              <p:cNvPr id="103957" name="Freeform 859"/>
              <p:cNvSpPr>
                <a:spLocks/>
              </p:cNvSpPr>
              <p:nvPr/>
            </p:nvSpPr>
            <p:spPr bwMode="auto">
              <a:xfrm>
                <a:off x="3181" y="2036"/>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solidFill>
                <a:schemeClr val="bg2"/>
              </a:solidFill>
              <a:ln w="9525">
                <a:solidFill>
                  <a:schemeClr val="bg2"/>
                </a:solidFill>
                <a:round/>
                <a:headEnd/>
                <a:tailEnd/>
              </a:ln>
            </p:spPr>
            <p:txBody>
              <a:bodyPr/>
              <a:lstStyle/>
              <a:p>
                <a:endParaRPr lang="en-US"/>
              </a:p>
            </p:txBody>
          </p:sp>
          <p:grpSp>
            <p:nvGrpSpPr>
              <p:cNvPr id="103958" name="Group 860"/>
              <p:cNvGrpSpPr>
                <a:grpSpLocks/>
              </p:cNvGrpSpPr>
              <p:nvPr/>
            </p:nvGrpSpPr>
            <p:grpSpPr bwMode="auto">
              <a:xfrm>
                <a:off x="2878" y="2060"/>
                <a:ext cx="295" cy="1"/>
                <a:chOff x="2878" y="2060"/>
                <a:chExt cx="295" cy="1"/>
              </a:xfrm>
            </p:grpSpPr>
            <p:sp>
              <p:nvSpPr>
                <p:cNvPr id="103959" name="Line 861"/>
                <p:cNvSpPr>
                  <a:spLocks noChangeShapeType="1"/>
                </p:cNvSpPr>
                <p:nvPr/>
              </p:nvSpPr>
              <p:spPr bwMode="auto">
                <a:xfrm>
                  <a:off x="2878" y="2060"/>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960" name="Line 862"/>
                <p:cNvSpPr>
                  <a:spLocks noChangeShapeType="1"/>
                </p:cNvSpPr>
                <p:nvPr/>
              </p:nvSpPr>
              <p:spPr bwMode="auto">
                <a:xfrm>
                  <a:off x="2934" y="2060"/>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961" name="Line 863"/>
                <p:cNvSpPr>
                  <a:spLocks noChangeShapeType="1"/>
                </p:cNvSpPr>
                <p:nvPr/>
              </p:nvSpPr>
              <p:spPr bwMode="auto">
                <a:xfrm>
                  <a:off x="2990" y="2060"/>
                  <a:ext cx="23"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962" name="Line 864"/>
                <p:cNvSpPr>
                  <a:spLocks noChangeShapeType="1"/>
                </p:cNvSpPr>
                <p:nvPr/>
              </p:nvSpPr>
              <p:spPr bwMode="auto">
                <a:xfrm>
                  <a:off x="3045" y="2060"/>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963" name="Line 865"/>
                <p:cNvSpPr>
                  <a:spLocks noChangeShapeType="1"/>
                </p:cNvSpPr>
                <p:nvPr/>
              </p:nvSpPr>
              <p:spPr bwMode="auto">
                <a:xfrm>
                  <a:off x="3101" y="2060"/>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964" name="Line 866"/>
                <p:cNvSpPr>
                  <a:spLocks noChangeShapeType="1"/>
                </p:cNvSpPr>
                <p:nvPr/>
              </p:nvSpPr>
              <p:spPr bwMode="auto">
                <a:xfrm>
                  <a:off x="3157" y="2060"/>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3599" name="Group 867"/>
            <p:cNvGrpSpPr>
              <a:grpSpLocks/>
            </p:cNvGrpSpPr>
            <p:nvPr/>
          </p:nvGrpSpPr>
          <p:grpSpPr bwMode="auto">
            <a:xfrm>
              <a:off x="2886" y="2339"/>
              <a:ext cx="415" cy="56"/>
              <a:chOff x="2886" y="2339"/>
              <a:chExt cx="415" cy="56"/>
            </a:xfrm>
          </p:grpSpPr>
          <p:sp>
            <p:nvSpPr>
              <p:cNvPr id="103949" name="Freeform 868"/>
              <p:cNvSpPr>
                <a:spLocks/>
              </p:cNvSpPr>
              <p:nvPr/>
            </p:nvSpPr>
            <p:spPr bwMode="auto">
              <a:xfrm>
                <a:off x="3189" y="2339"/>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03950" name="Group 869"/>
              <p:cNvGrpSpPr>
                <a:grpSpLocks/>
              </p:cNvGrpSpPr>
              <p:nvPr/>
            </p:nvGrpSpPr>
            <p:grpSpPr bwMode="auto">
              <a:xfrm>
                <a:off x="2886" y="2371"/>
                <a:ext cx="295" cy="1"/>
                <a:chOff x="2886" y="2371"/>
                <a:chExt cx="295" cy="1"/>
              </a:xfrm>
            </p:grpSpPr>
            <p:sp>
              <p:nvSpPr>
                <p:cNvPr id="103951" name="Line 870"/>
                <p:cNvSpPr>
                  <a:spLocks noChangeShapeType="1"/>
                </p:cNvSpPr>
                <p:nvPr/>
              </p:nvSpPr>
              <p:spPr bwMode="auto">
                <a:xfrm>
                  <a:off x="2886"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952" name="Line 871"/>
                <p:cNvSpPr>
                  <a:spLocks noChangeShapeType="1"/>
                </p:cNvSpPr>
                <p:nvPr/>
              </p:nvSpPr>
              <p:spPr bwMode="auto">
                <a:xfrm>
                  <a:off x="2942"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953" name="Line 872"/>
                <p:cNvSpPr>
                  <a:spLocks noChangeShapeType="1"/>
                </p:cNvSpPr>
                <p:nvPr/>
              </p:nvSpPr>
              <p:spPr bwMode="auto">
                <a:xfrm>
                  <a:off x="2998" y="2371"/>
                  <a:ext cx="23"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954" name="Line 873"/>
                <p:cNvSpPr>
                  <a:spLocks noChangeShapeType="1"/>
                </p:cNvSpPr>
                <p:nvPr/>
              </p:nvSpPr>
              <p:spPr bwMode="auto">
                <a:xfrm>
                  <a:off x="3053"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955" name="Line 874"/>
                <p:cNvSpPr>
                  <a:spLocks noChangeShapeType="1"/>
                </p:cNvSpPr>
                <p:nvPr/>
              </p:nvSpPr>
              <p:spPr bwMode="auto">
                <a:xfrm>
                  <a:off x="3109"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956" name="Line 875"/>
                <p:cNvSpPr>
                  <a:spLocks noChangeShapeType="1"/>
                </p:cNvSpPr>
                <p:nvPr/>
              </p:nvSpPr>
              <p:spPr bwMode="auto">
                <a:xfrm>
                  <a:off x="3165" y="2371"/>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3600" name="Group 876"/>
            <p:cNvGrpSpPr>
              <a:grpSpLocks/>
            </p:cNvGrpSpPr>
            <p:nvPr/>
          </p:nvGrpSpPr>
          <p:grpSpPr bwMode="auto">
            <a:xfrm>
              <a:off x="2878" y="2642"/>
              <a:ext cx="415" cy="56"/>
              <a:chOff x="2878" y="2642"/>
              <a:chExt cx="415" cy="56"/>
            </a:xfrm>
          </p:grpSpPr>
          <p:sp>
            <p:nvSpPr>
              <p:cNvPr id="103941" name="Freeform 877"/>
              <p:cNvSpPr>
                <a:spLocks/>
              </p:cNvSpPr>
              <p:nvPr/>
            </p:nvSpPr>
            <p:spPr bwMode="auto">
              <a:xfrm>
                <a:off x="3181" y="2642"/>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03942" name="Group 878"/>
              <p:cNvGrpSpPr>
                <a:grpSpLocks/>
              </p:cNvGrpSpPr>
              <p:nvPr/>
            </p:nvGrpSpPr>
            <p:grpSpPr bwMode="auto">
              <a:xfrm>
                <a:off x="2878" y="2674"/>
                <a:ext cx="295" cy="1"/>
                <a:chOff x="2878" y="2674"/>
                <a:chExt cx="295" cy="1"/>
              </a:xfrm>
            </p:grpSpPr>
            <p:sp>
              <p:nvSpPr>
                <p:cNvPr id="103943" name="Line 879"/>
                <p:cNvSpPr>
                  <a:spLocks noChangeShapeType="1"/>
                </p:cNvSpPr>
                <p:nvPr/>
              </p:nvSpPr>
              <p:spPr bwMode="auto">
                <a:xfrm>
                  <a:off x="2878"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944" name="Line 880"/>
                <p:cNvSpPr>
                  <a:spLocks noChangeShapeType="1"/>
                </p:cNvSpPr>
                <p:nvPr/>
              </p:nvSpPr>
              <p:spPr bwMode="auto">
                <a:xfrm>
                  <a:off x="2934"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945" name="Line 881"/>
                <p:cNvSpPr>
                  <a:spLocks noChangeShapeType="1"/>
                </p:cNvSpPr>
                <p:nvPr/>
              </p:nvSpPr>
              <p:spPr bwMode="auto">
                <a:xfrm>
                  <a:off x="2990" y="2674"/>
                  <a:ext cx="23"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946" name="Line 882"/>
                <p:cNvSpPr>
                  <a:spLocks noChangeShapeType="1"/>
                </p:cNvSpPr>
                <p:nvPr/>
              </p:nvSpPr>
              <p:spPr bwMode="auto">
                <a:xfrm>
                  <a:off x="3045"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947" name="Line 883"/>
                <p:cNvSpPr>
                  <a:spLocks noChangeShapeType="1"/>
                </p:cNvSpPr>
                <p:nvPr/>
              </p:nvSpPr>
              <p:spPr bwMode="auto">
                <a:xfrm>
                  <a:off x="3101"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948" name="Line 884"/>
                <p:cNvSpPr>
                  <a:spLocks noChangeShapeType="1"/>
                </p:cNvSpPr>
                <p:nvPr/>
              </p:nvSpPr>
              <p:spPr bwMode="auto">
                <a:xfrm>
                  <a:off x="3157" y="2674"/>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3601" name="Group 885"/>
            <p:cNvGrpSpPr>
              <a:grpSpLocks/>
            </p:cNvGrpSpPr>
            <p:nvPr/>
          </p:nvGrpSpPr>
          <p:grpSpPr bwMode="auto">
            <a:xfrm>
              <a:off x="2878" y="2953"/>
              <a:ext cx="415" cy="56"/>
              <a:chOff x="2878" y="2953"/>
              <a:chExt cx="415" cy="56"/>
            </a:xfrm>
          </p:grpSpPr>
          <p:sp>
            <p:nvSpPr>
              <p:cNvPr id="103933" name="Freeform 886"/>
              <p:cNvSpPr>
                <a:spLocks/>
              </p:cNvSpPr>
              <p:nvPr/>
            </p:nvSpPr>
            <p:spPr bwMode="auto">
              <a:xfrm>
                <a:off x="3181"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03934" name="Group 887"/>
              <p:cNvGrpSpPr>
                <a:grpSpLocks/>
              </p:cNvGrpSpPr>
              <p:nvPr/>
            </p:nvGrpSpPr>
            <p:grpSpPr bwMode="auto">
              <a:xfrm>
                <a:off x="2878" y="2985"/>
                <a:ext cx="295" cy="1"/>
                <a:chOff x="2878" y="2985"/>
                <a:chExt cx="295" cy="1"/>
              </a:xfrm>
            </p:grpSpPr>
            <p:sp>
              <p:nvSpPr>
                <p:cNvPr id="103935" name="Line 888"/>
                <p:cNvSpPr>
                  <a:spLocks noChangeShapeType="1"/>
                </p:cNvSpPr>
                <p:nvPr/>
              </p:nvSpPr>
              <p:spPr bwMode="auto">
                <a:xfrm>
                  <a:off x="2878"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936" name="Line 889"/>
                <p:cNvSpPr>
                  <a:spLocks noChangeShapeType="1"/>
                </p:cNvSpPr>
                <p:nvPr/>
              </p:nvSpPr>
              <p:spPr bwMode="auto">
                <a:xfrm>
                  <a:off x="2934"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937" name="Line 890"/>
                <p:cNvSpPr>
                  <a:spLocks noChangeShapeType="1"/>
                </p:cNvSpPr>
                <p:nvPr/>
              </p:nvSpPr>
              <p:spPr bwMode="auto">
                <a:xfrm>
                  <a:off x="2990" y="2985"/>
                  <a:ext cx="23"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938" name="Line 891"/>
                <p:cNvSpPr>
                  <a:spLocks noChangeShapeType="1"/>
                </p:cNvSpPr>
                <p:nvPr/>
              </p:nvSpPr>
              <p:spPr bwMode="auto">
                <a:xfrm>
                  <a:off x="3045"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939" name="Line 892"/>
                <p:cNvSpPr>
                  <a:spLocks noChangeShapeType="1"/>
                </p:cNvSpPr>
                <p:nvPr/>
              </p:nvSpPr>
              <p:spPr bwMode="auto">
                <a:xfrm>
                  <a:off x="3101"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940" name="Line 893"/>
                <p:cNvSpPr>
                  <a:spLocks noChangeShapeType="1"/>
                </p:cNvSpPr>
                <p:nvPr/>
              </p:nvSpPr>
              <p:spPr bwMode="auto">
                <a:xfrm>
                  <a:off x="3157" y="2985"/>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3602" name="Group 894"/>
            <p:cNvGrpSpPr>
              <a:grpSpLocks/>
            </p:cNvGrpSpPr>
            <p:nvPr/>
          </p:nvGrpSpPr>
          <p:grpSpPr bwMode="auto">
            <a:xfrm>
              <a:off x="2870" y="3256"/>
              <a:ext cx="415" cy="56"/>
              <a:chOff x="2870" y="3256"/>
              <a:chExt cx="415" cy="56"/>
            </a:xfrm>
          </p:grpSpPr>
          <p:sp>
            <p:nvSpPr>
              <p:cNvPr id="103925" name="Freeform 895"/>
              <p:cNvSpPr>
                <a:spLocks/>
              </p:cNvSpPr>
              <p:nvPr/>
            </p:nvSpPr>
            <p:spPr bwMode="auto">
              <a:xfrm>
                <a:off x="3173" y="3256"/>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solidFill>
                <a:schemeClr val="bg2"/>
              </a:solidFill>
              <a:ln w="9525">
                <a:solidFill>
                  <a:schemeClr val="bg2"/>
                </a:solidFill>
                <a:round/>
                <a:headEnd/>
                <a:tailEnd/>
              </a:ln>
            </p:spPr>
            <p:txBody>
              <a:bodyPr/>
              <a:lstStyle/>
              <a:p>
                <a:endParaRPr lang="en-US"/>
              </a:p>
            </p:txBody>
          </p:sp>
          <p:grpSp>
            <p:nvGrpSpPr>
              <p:cNvPr id="103926" name="Group 896"/>
              <p:cNvGrpSpPr>
                <a:grpSpLocks/>
              </p:cNvGrpSpPr>
              <p:nvPr/>
            </p:nvGrpSpPr>
            <p:grpSpPr bwMode="auto">
              <a:xfrm>
                <a:off x="2870" y="3280"/>
                <a:ext cx="295" cy="1"/>
                <a:chOff x="2870" y="3280"/>
                <a:chExt cx="295" cy="1"/>
              </a:xfrm>
            </p:grpSpPr>
            <p:sp>
              <p:nvSpPr>
                <p:cNvPr id="103927" name="Line 897"/>
                <p:cNvSpPr>
                  <a:spLocks noChangeShapeType="1"/>
                </p:cNvSpPr>
                <p:nvPr/>
              </p:nvSpPr>
              <p:spPr bwMode="auto">
                <a:xfrm>
                  <a:off x="2870" y="3280"/>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928" name="Line 898"/>
                <p:cNvSpPr>
                  <a:spLocks noChangeShapeType="1"/>
                </p:cNvSpPr>
                <p:nvPr/>
              </p:nvSpPr>
              <p:spPr bwMode="auto">
                <a:xfrm>
                  <a:off x="2926" y="3280"/>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929" name="Line 899"/>
                <p:cNvSpPr>
                  <a:spLocks noChangeShapeType="1"/>
                </p:cNvSpPr>
                <p:nvPr/>
              </p:nvSpPr>
              <p:spPr bwMode="auto">
                <a:xfrm>
                  <a:off x="2982" y="3280"/>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930" name="Line 900"/>
                <p:cNvSpPr>
                  <a:spLocks noChangeShapeType="1"/>
                </p:cNvSpPr>
                <p:nvPr/>
              </p:nvSpPr>
              <p:spPr bwMode="auto">
                <a:xfrm>
                  <a:off x="3037" y="3280"/>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931" name="Line 901"/>
                <p:cNvSpPr>
                  <a:spLocks noChangeShapeType="1"/>
                </p:cNvSpPr>
                <p:nvPr/>
              </p:nvSpPr>
              <p:spPr bwMode="auto">
                <a:xfrm>
                  <a:off x="3093" y="3280"/>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932" name="Line 902"/>
                <p:cNvSpPr>
                  <a:spLocks noChangeShapeType="1"/>
                </p:cNvSpPr>
                <p:nvPr/>
              </p:nvSpPr>
              <p:spPr bwMode="auto">
                <a:xfrm>
                  <a:off x="3149" y="3280"/>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3603" name="Group 903"/>
            <p:cNvGrpSpPr>
              <a:grpSpLocks/>
            </p:cNvGrpSpPr>
            <p:nvPr/>
          </p:nvGrpSpPr>
          <p:grpSpPr bwMode="auto">
            <a:xfrm>
              <a:off x="2870" y="3567"/>
              <a:ext cx="415" cy="56"/>
              <a:chOff x="2870" y="3567"/>
              <a:chExt cx="415" cy="56"/>
            </a:xfrm>
          </p:grpSpPr>
          <p:sp>
            <p:nvSpPr>
              <p:cNvPr id="103917" name="Freeform 904"/>
              <p:cNvSpPr>
                <a:spLocks/>
              </p:cNvSpPr>
              <p:nvPr/>
            </p:nvSpPr>
            <p:spPr bwMode="auto">
              <a:xfrm>
                <a:off x="3173"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solidFill>
                <a:schemeClr val="bg2"/>
              </a:solidFill>
              <a:ln w="9525">
                <a:solidFill>
                  <a:schemeClr val="bg2"/>
                </a:solidFill>
                <a:round/>
                <a:headEnd/>
                <a:tailEnd/>
              </a:ln>
            </p:spPr>
            <p:txBody>
              <a:bodyPr/>
              <a:lstStyle/>
              <a:p>
                <a:endParaRPr lang="en-US"/>
              </a:p>
            </p:txBody>
          </p:sp>
          <p:grpSp>
            <p:nvGrpSpPr>
              <p:cNvPr id="103918" name="Group 905"/>
              <p:cNvGrpSpPr>
                <a:grpSpLocks/>
              </p:cNvGrpSpPr>
              <p:nvPr/>
            </p:nvGrpSpPr>
            <p:grpSpPr bwMode="auto">
              <a:xfrm>
                <a:off x="2870" y="3591"/>
                <a:ext cx="295" cy="1"/>
                <a:chOff x="2870" y="3591"/>
                <a:chExt cx="295" cy="1"/>
              </a:xfrm>
            </p:grpSpPr>
            <p:sp>
              <p:nvSpPr>
                <p:cNvPr id="103919" name="Line 906"/>
                <p:cNvSpPr>
                  <a:spLocks noChangeShapeType="1"/>
                </p:cNvSpPr>
                <p:nvPr/>
              </p:nvSpPr>
              <p:spPr bwMode="auto">
                <a:xfrm>
                  <a:off x="2870"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920" name="Line 907"/>
                <p:cNvSpPr>
                  <a:spLocks noChangeShapeType="1"/>
                </p:cNvSpPr>
                <p:nvPr/>
              </p:nvSpPr>
              <p:spPr bwMode="auto">
                <a:xfrm>
                  <a:off x="2926"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921" name="Line 908"/>
                <p:cNvSpPr>
                  <a:spLocks noChangeShapeType="1"/>
                </p:cNvSpPr>
                <p:nvPr/>
              </p:nvSpPr>
              <p:spPr bwMode="auto">
                <a:xfrm>
                  <a:off x="2982"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922" name="Line 909"/>
                <p:cNvSpPr>
                  <a:spLocks noChangeShapeType="1"/>
                </p:cNvSpPr>
                <p:nvPr/>
              </p:nvSpPr>
              <p:spPr bwMode="auto">
                <a:xfrm>
                  <a:off x="3037"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923" name="Line 910"/>
                <p:cNvSpPr>
                  <a:spLocks noChangeShapeType="1"/>
                </p:cNvSpPr>
                <p:nvPr/>
              </p:nvSpPr>
              <p:spPr bwMode="auto">
                <a:xfrm>
                  <a:off x="3093"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924" name="Line 911"/>
                <p:cNvSpPr>
                  <a:spLocks noChangeShapeType="1"/>
                </p:cNvSpPr>
                <p:nvPr/>
              </p:nvSpPr>
              <p:spPr bwMode="auto">
                <a:xfrm>
                  <a:off x="3149" y="3591"/>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3604" name="Group 912"/>
            <p:cNvGrpSpPr>
              <a:grpSpLocks/>
            </p:cNvGrpSpPr>
            <p:nvPr/>
          </p:nvGrpSpPr>
          <p:grpSpPr bwMode="auto">
            <a:xfrm>
              <a:off x="2399" y="1765"/>
              <a:ext cx="1357" cy="1196"/>
              <a:chOff x="2399" y="1765"/>
              <a:chExt cx="1357" cy="1196"/>
            </a:xfrm>
          </p:grpSpPr>
          <p:sp>
            <p:nvSpPr>
              <p:cNvPr id="103915" name="Freeform 913"/>
              <p:cNvSpPr>
                <a:spLocks/>
              </p:cNvSpPr>
              <p:nvPr/>
            </p:nvSpPr>
            <p:spPr bwMode="auto">
              <a:xfrm>
                <a:off x="3636" y="2850"/>
                <a:ext cx="120" cy="111"/>
              </a:xfrm>
              <a:custGeom>
                <a:avLst/>
                <a:gdLst>
                  <a:gd name="T0" fmla="*/ 120 w 120"/>
                  <a:gd name="T1" fmla="*/ 111 h 111"/>
                  <a:gd name="T2" fmla="*/ 0 w 120"/>
                  <a:gd name="T3" fmla="*/ 47 h 111"/>
                  <a:gd name="T4" fmla="*/ 16 w 120"/>
                  <a:gd name="T5" fmla="*/ 23 h 111"/>
                  <a:gd name="T6" fmla="*/ 40 w 120"/>
                  <a:gd name="T7" fmla="*/ 0 h 111"/>
                  <a:gd name="T8" fmla="*/ 120 w 120"/>
                  <a:gd name="T9" fmla="*/ 111 h 111"/>
                  <a:gd name="T10" fmla="*/ 0 60000 65536"/>
                  <a:gd name="T11" fmla="*/ 0 60000 65536"/>
                  <a:gd name="T12" fmla="*/ 0 60000 65536"/>
                  <a:gd name="T13" fmla="*/ 0 60000 65536"/>
                  <a:gd name="T14" fmla="*/ 0 60000 65536"/>
                  <a:gd name="T15" fmla="*/ 0 w 120"/>
                  <a:gd name="T16" fmla="*/ 0 h 111"/>
                  <a:gd name="T17" fmla="*/ 120 w 120"/>
                  <a:gd name="T18" fmla="*/ 111 h 111"/>
                </a:gdLst>
                <a:ahLst/>
                <a:cxnLst>
                  <a:cxn ang="T10">
                    <a:pos x="T0" y="T1"/>
                  </a:cxn>
                  <a:cxn ang="T11">
                    <a:pos x="T2" y="T3"/>
                  </a:cxn>
                  <a:cxn ang="T12">
                    <a:pos x="T4" y="T5"/>
                  </a:cxn>
                  <a:cxn ang="T13">
                    <a:pos x="T6" y="T7"/>
                  </a:cxn>
                  <a:cxn ang="T14">
                    <a:pos x="T8" y="T9"/>
                  </a:cxn>
                </a:cxnLst>
                <a:rect l="T15" t="T16" r="T17" b="T18"/>
                <a:pathLst>
                  <a:path w="120" h="111">
                    <a:moveTo>
                      <a:pt x="120" y="111"/>
                    </a:moveTo>
                    <a:lnTo>
                      <a:pt x="0" y="47"/>
                    </a:lnTo>
                    <a:lnTo>
                      <a:pt x="16" y="23"/>
                    </a:lnTo>
                    <a:lnTo>
                      <a:pt x="40" y="0"/>
                    </a:lnTo>
                    <a:lnTo>
                      <a:pt x="120" y="111"/>
                    </a:lnTo>
                    <a:close/>
                  </a:path>
                </a:pathLst>
              </a:custGeom>
              <a:solidFill>
                <a:schemeClr val="bg2"/>
              </a:solidFill>
              <a:ln w="9525">
                <a:solidFill>
                  <a:schemeClr val="bg2"/>
                </a:solidFill>
                <a:round/>
                <a:headEnd/>
                <a:tailEnd/>
              </a:ln>
            </p:spPr>
            <p:txBody>
              <a:bodyPr/>
              <a:lstStyle/>
              <a:p>
                <a:endParaRPr lang="en-US"/>
              </a:p>
            </p:txBody>
          </p:sp>
          <p:sp>
            <p:nvSpPr>
              <p:cNvPr id="103916" name="Line 914"/>
              <p:cNvSpPr>
                <a:spLocks noChangeShapeType="1"/>
              </p:cNvSpPr>
              <p:nvPr/>
            </p:nvSpPr>
            <p:spPr bwMode="auto">
              <a:xfrm>
                <a:off x="2399" y="1765"/>
                <a:ext cx="1261" cy="1114"/>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3605" name="Group 915"/>
            <p:cNvGrpSpPr>
              <a:grpSpLocks/>
            </p:cNvGrpSpPr>
            <p:nvPr/>
          </p:nvGrpSpPr>
          <p:grpSpPr bwMode="auto">
            <a:xfrm>
              <a:off x="2862" y="1765"/>
              <a:ext cx="1349" cy="1204"/>
              <a:chOff x="2862" y="1765"/>
              <a:chExt cx="1349" cy="1204"/>
            </a:xfrm>
          </p:grpSpPr>
          <p:sp>
            <p:nvSpPr>
              <p:cNvPr id="103913" name="Freeform 916"/>
              <p:cNvSpPr>
                <a:spLocks/>
              </p:cNvSpPr>
              <p:nvPr/>
            </p:nvSpPr>
            <p:spPr bwMode="auto">
              <a:xfrm>
                <a:off x="4091" y="2850"/>
                <a:ext cx="120" cy="119"/>
              </a:xfrm>
              <a:custGeom>
                <a:avLst/>
                <a:gdLst>
                  <a:gd name="T0" fmla="*/ 120 w 120"/>
                  <a:gd name="T1" fmla="*/ 119 h 119"/>
                  <a:gd name="T2" fmla="*/ 0 w 120"/>
                  <a:gd name="T3" fmla="*/ 55 h 119"/>
                  <a:gd name="T4" fmla="*/ 24 w 120"/>
                  <a:gd name="T5" fmla="*/ 23 h 119"/>
                  <a:gd name="T6" fmla="*/ 48 w 120"/>
                  <a:gd name="T7" fmla="*/ 0 h 119"/>
                  <a:gd name="T8" fmla="*/ 120 w 120"/>
                  <a:gd name="T9" fmla="*/ 119 h 119"/>
                  <a:gd name="T10" fmla="*/ 0 60000 65536"/>
                  <a:gd name="T11" fmla="*/ 0 60000 65536"/>
                  <a:gd name="T12" fmla="*/ 0 60000 65536"/>
                  <a:gd name="T13" fmla="*/ 0 60000 65536"/>
                  <a:gd name="T14" fmla="*/ 0 60000 65536"/>
                  <a:gd name="T15" fmla="*/ 0 w 120"/>
                  <a:gd name="T16" fmla="*/ 0 h 119"/>
                  <a:gd name="T17" fmla="*/ 120 w 120"/>
                  <a:gd name="T18" fmla="*/ 119 h 119"/>
                </a:gdLst>
                <a:ahLst/>
                <a:cxnLst>
                  <a:cxn ang="T10">
                    <a:pos x="T0" y="T1"/>
                  </a:cxn>
                  <a:cxn ang="T11">
                    <a:pos x="T2" y="T3"/>
                  </a:cxn>
                  <a:cxn ang="T12">
                    <a:pos x="T4" y="T5"/>
                  </a:cxn>
                  <a:cxn ang="T13">
                    <a:pos x="T6" y="T7"/>
                  </a:cxn>
                  <a:cxn ang="T14">
                    <a:pos x="T8" y="T9"/>
                  </a:cxn>
                </a:cxnLst>
                <a:rect l="T15" t="T16" r="T17" b="T18"/>
                <a:pathLst>
                  <a:path w="120" h="119">
                    <a:moveTo>
                      <a:pt x="120" y="119"/>
                    </a:moveTo>
                    <a:lnTo>
                      <a:pt x="0" y="55"/>
                    </a:lnTo>
                    <a:lnTo>
                      <a:pt x="24" y="23"/>
                    </a:lnTo>
                    <a:lnTo>
                      <a:pt x="48" y="0"/>
                    </a:lnTo>
                    <a:lnTo>
                      <a:pt x="120" y="119"/>
                    </a:lnTo>
                    <a:close/>
                  </a:path>
                </a:pathLst>
              </a:custGeom>
              <a:solidFill>
                <a:schemeClr val="bg2"/>
              </a:solidFill>
              <a:ln w="9525">
                <a:solidFill>
                  <a:schemeClr val="bg2"/>
                </a:solidFill>
                <a:round/>
                <a:headEnd/>
                <a:tailEnd/>
              </a:ln>
            </p:spPr>
            <p:txBody>
              <a:bodyPr/>
              <a:lstStyle/>
              <a:p>
                <a:endParaRPr lang="en-US"/>
              </a:p>
            </p:txBody>
          </p:sp>
          <p:sp>
            <p:nvSpPr>
              <p:cNvPr id="103914" name="Line 917"/>
              <p:cNvSpPr>
                <a:spLocks noChangeShapeType="1"/>
              </p:cNvSpPr>
              <p:nvPr/>
            </p:nvSpPr>
            <p:spPr bwMode="auto">
              <a:xfrm>
                <a:off x="2862" y="1765"/>
                <a:ext cx="1261" cy="1114"/>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3606" name="Group 918"/>
            <p:cNvGrpSpPr>
              <a:grpSpLocks/>
            </p:cNvGrpSpPr>
            <p:nvPr/>
          </p:nvGrpSpPr>
          <p:grpSpPr bwMode="auto">
            <a:xfrm>
              <a:off x="2870" y="2990"/>
              <a:ext cx="886" cy="290"/>
              <a:chOff x="2870" y="2990"/>
              <a:chExt cx="886" cy="290"/>
            </a:xfrm>
          </p:grpSpPr>
          <p:sp>
            <p:nvSpPr>
              <p:cNvPr id="103911" name="Freeform 919"/>
              <p:cNvSpPr>
                <a:spLocks/>
              </p:cNvSpPr>
              <p:nvPr/>
            </p:nvSpPr>
            <p:spPr bwMode="auto">
              <a:xfrm>
                <a:off x="3612" y="3208"/>
                <a:ext cx="144" cy="72"/>
              </a:xfrm>
              <a:custGeom>
                <a:avLst/>
                <a:gdLst>
                  <a:gd name="T0" fmla="*/ 144 w 144"/>
                  <a:gd name="T1" fmla="*/ 72 h 72"/>
                  <a:gd name="T2" fmla="*/ 0 w 144"/>
                  <a:gd name="T3" fmla="*/ 64 h 72"/>
                  <a:gd name="T4" fmla="*/ 16 w 144"/>
                  <a:gd name="T5" fmla="*/ 32 h 72"/>
                  <a:gd name="T6" fmla="*/ 24 w 144"/>
                  <a:gd name="T7" fmla="*/ 0 h 72"/>
                  <a:gd name="T8" fmla="*/ 144 w 144"/>
                  <a:gd name="T9" fmla="*/ 72 h 72"/>
                  <a:gd name="T10" fmla="*/ 0 60000 65536"/>
                  <a:gd name="T11" fmla="*/ 0 60000 65536"/>
                  <a:gd name="T12" fmla="*/ 0 60000 65536"/>
                  <a:gd name="T13" fmla="*/ 0 60000 65536"/>
                  <a:gd name="T14" fmla="*/ 0 60000 65536"/>
                  <a:gd name="T15" fmla="*/ 0 w 144"/>
                  <a:gd name="T16" fmla="*/ 0 h 72"/>
                  <a:gd name="T17" fmla="*/ 144 w 144"/>
                  <a:gd name="T18" fmla="*/ 72 h 72"/>
                </a:gdLst>
                <a:ahLst/>
                <a:cxnLst>
                  <a:cxn ang="T10">
                    <a:pos x="T0" y="T1"/>
                  </a:cxn>
                  <a:cxn ang="T11">
                    <a:pos x="T2" y="T3"/>
                  </a:cxn>
                  <a:cxn ang="T12">
                    <a:pos x="T4" y="T5"/>
                  </a:cxn>
                  <a:cxn ang="T13">
                    <a:pos x="T6" y="T7"/>
                  </a:cxn>
                  <a:cxn ang="T14">
                    <a:pos x="T8" y="T9"/>
                  </a:cxn>
                </a:cxnLst>
                <a:rect l="T15" t="T16" r="T17" b="T18"/>
                <a:pathLst>
                  <a:path w="144" h="72">
                    <a:moveTo>
                      <a:pt x="144" y="72"/>
                    </a:moveTo>
                    <a:lnTo>
                      <a:pt x="0" y="64"/>
                    </a:lnTo>
                    <a:lnTo>
                      <a:pt x="16" y="32"/>
                    </a:lnTo>
                    <a:lnTo>
                      <a:pt x="24" y="0"/>
                    </a:lnTo>
                    <a:lnTo>
                      <a:pt x="144" y="72"/>
                    </a:lnTo>
                    <a:close/>
                  </a:path>
                </a:pathLst>
              </a:custGeom>
              <a:solidFill>
                <a:schemeClr val="bg2"/>
              </a:solidFill>
              <a:ln w="9525">
                <a:solidFill>
                  <a:schemeClr val="bg2"/>
                </a:solidFill>
                <a:round/>
                <a:headEnd/>
                <a:tailEnd/>
              </a:ln>
            </p:spPr>
            <p:txBody>
              <a:bodyPr/>
              <a:lstStyle/>
              <a:p>
                <a:endParaRPr lang="en-US"/>
              </a:p>
            </p:txBody>
          </p:sp>
          <p:sp>
            <p:nvSpPr>
              <p:cNvPr id="103912" name="Line 920"/>
              <p:cNvSpPr>
                <a:spLocks noChangeShapeType="1"/>
              </p:cNvSpPr>
              <p:nvPr/>
            </p:nvSpPr>
            <p:spPr bwMode="auto">
              <a:xfrm>
                <a:off x="2870" y="2990"/>
                <a:ext cx="766" cy="252"/>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3607" name="Group 921"/>
            <p:cNvGrpSpPr>
              <a:grpSpLocks/>
            </p:cNvGrpSpPr>
            <p:nvPr/>
          </p:nvGrpSpPr>
          <p:grpSpPr bwMode="auto">
            <a:xfrm>
              <a:off x="2393" y="2993"/>
              <a:ext cx="437" cy="598"/>
              <a:chOff x="2393" y="2993"/>
              <a:chExt cx="437" cy="598"/>
            </a:xfrm>
          </p:grpSpPr>
          <p:sp>
            <p:nvSpPr>
              <p:cNvPr id="103909" name="Freeform 922"/>
              <p:cNvSpPr>
                <a:spLocks/>
              </p:cNvSpPr>
              <p:nvPr/>
            </p:nvSpPr>
            <p:spPr bwMode="auto">
              <a:xfrm>
                <a:off x="2726" y="2993"/>
                <a:ext cx="104" cy="128"/>
              </a:xfrm>
              <a:custGeom>
                <a:avLst/>
                <a:gdLst>
                  <a:gd name="T0" fmla="*/ 104 w 104"/>
                  <a:gd name="T1" fmla="*/ 0 h 128"/>
                  <a:gd name="T2" fmla="*/ 56 w 104"/>
                  <a:gd name="T3" fmla="*/ 128 h 128"/>
                  <a:gd name="T4" fmla="*/ 24 w 104"/>
                  <a:gd name="T5" fmla="*/ 112 h 128"/>
                  <a:gd name="T6" fmla="*/ 0 w 104"/>
                  <a:gd name="T7" fmla="*/ 88 h 128"/>
                  <a:gd name="T8" fmla="*/ 104 w 104"/>
                  <a:gd name="T9" fmla="*/ 0 h 128"/>
                  <a:gd name="T10" fmla="*/ 0 60000 65536"/>
                  <a:gd name="T11" fmla="*/ 0 60000 65536"/>
                  <a:gd name="T12" fmla="*/ 0 60000 65536"/>
                  <a:gd name="T13" fmla="*/ 0 60000 65536"/>
                  <a:gd name="T14" fmla="*/ 0 60000 65536"/>
                  <a:gd name="T15" fmla="*/ 0 w 104"/>
                  <a:gd name="T16" fmla="*/ 0 h 128"/>
                  <a:gd name="T17" fmla="*/ 104 w 104"/>
                  <a:gd name="T18" fmla="*/ 128 h 128"/>
                </a:gdLst>
                <a:ahLst/>
                <a:cxnLst>
                  <a:cxn ang="T10">
                    <a:pos x="T0" y="T1"/>
                  </a:cxn>
                  <a:cxn ang="T11">
                    <a:pos x="T2" y="T3"/>
                  </a:cxn>
                  <a:cxn ang="T12">
                    <a:pos x="T4" y="T5"/>
                  </a:cxn>
                  <a:cxn ang="T13">
                    <a:pos x="T6" y="T7"/>
                  </a:cxn>
                  <a:cxn ang="T14">
                    <a:pos x="T8" y="T9"/>
                  </a:cxn>
                </a:cxnLst>
                <a:rect l="T15" t="T16" r="T17" b="T18"/>
                <a:pathLst>
                  <a:path w="104" h="128">
                    <a:moveTo>
                      <a:pt x="104" y="0"/>
                    </a:moveTo>
                    <a:lnTo>
                      <a:pt x="56" y="128"/>
                    </a:lnTo>
                    <a:lnTo>
                      <a:pt x="24" y="112"/>
                    </a:lnTo>
                    <a:lnTo>
                      <a:pt x="0" y="88"/>
                    </a:lnTo>
                    <a:lnTo>
                      <a:pt x="104" y="0"/>
                    </a:lnTo>
                    <a:close/>
                  </a:path>
                </a:pathLst>
              </a:custGeom>
              <a:solidFill>
                <a:schemeClr val="bg2"/>
              </a:solidFill>
              <a:ln w="9525">
                <a:solidFill>
                  <a:schemeClr val="bg2"/>
                </a:solidFill>
                <a:round/>
                <a:headEnd/>
                <a:tailEnd/>
              </a:ln>
            </p:spPr>
            <p:txBody>
              <a:bodyPr/>
              <a:lstStyle/>
              <a:p>
                <a:endParaRPr lang="en-US"/>
              </a:p>
            </p:txBody>
          </p:sp>
          <p:sp>
            <p:nvSpPr>
              <p:cNvPr id="103910" name="Line 923"/>
              <p:cNvSpPr>
                <a:spLocks noChangeShapeType="1"/>
              </p:cNvSpPr>
              <p:nvPr/>
            </p:nvSpPr>
            <p:spPr bwMode="auto">
              <a:xfrm flipV="1">
                <a:off x="2393" y="3097"/>
                <a:ext cx="362" cy="494"/>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3608" name="Group 924"/>
            <p:cNvGrpSpPr>
              <a:grpSpLocks/>
            </p:cNvGrpSpPr>
            <p:nvPr/>
          </p:nvGrpSpPr>
          <p:grpSpPr bwMode="auto">
            <a:xfrm>
              <a:off x="2854" y="2690"/>
              <a:ext cx="902" cy="596"/>
              <a:chOff x="2854" y="2690"/>
              <a:chExt cx="902" cy="596"/>
            </a:xfrm>
          </p:grpSpPr>
          <p:sp>
            <p:nvSpPr>
              <p:cNvPr id="103907" name="Freeform 925"/>
              <p:cNvSpPr>
                <a:spLocks/>
              </p:cNvSpPr>
              <p:nvPr/>
            </p:nvSpPr>
            <p:spPr bwMode="auto">
              <a:xfrm>
                <a:off x="3620" y="2690"/>
                <a:ext cx="136" cy="104"/>
              </a:xfrm>
              <a:custGeom>
                <a:avLst/>
                <a:gdLst>
                  <a:gd name="T0" fmla="*/ 136 w 136"/>
                  <a:gd name="T1" fmla="*/ 0 h 104"/>
                  <a:gd name="T2" fmla="*/ 40 w 136"/>
                  <a:gd name="T3" fmla="*/ 104 h 104"/>
                  <a:gd name="T4" fmla="*/ 24 w 136"/>
                  <a:gd name="T5" fmla="*/ 80 h 104"/>
                  <a:gd name="T6" fmla="*/ 0 w 136"/>
                  <a:gd name="T7" fmla="*/ 48 h 104"/>
                  <a:gd name="T8" fmla="*/ 136 w 136"/>
                  <a:gd name="T9" fmla="*/ 0 h 104"/>
                  <a:gd name="T10" fmla="*/ 0 60000 65536"/>
                  <a:gd name="T11" fmla="*/ 0 60000 65536"/>
                  <a:gd name="T12" fmla="*/ 0 60000 65536"/>
                  <a:gd name="T13" fmla="*/ 0 60000 65536"/>
                  <a:gd name="T14" fmla="*/ 0 60000 65536"/>
                  <a:gd name="T15" fmla="*/ 0 w 136"/>
                  <a:gd name="T16" fmla="*/ 0 h 104"/>
                  <a:gd name="T17" fmla="*/ 136 w 136"/>
                  <a:gd name="T18" fmla="*/ 104 h 104"/>
                </a:gdLst>
                <a:ahLst/>
                <a:cxnLst>
                  <a:cxn ang="T10">
                    <a:pos x="T0" y="T1"/>
                  </a:cxn>
                  <a:cxn ang="T11">
                    <a:pos x="T2" y="T3"/>
                  </a:cxn>
                  <a:cxn ang="T12">
                    <a:pos x="T4" y="T5"/>
                  </a:cxn>
                  <a:cxn ang="T13">
                    <a:pos x="T6" y="T7"/>
                  </a:cxn>
                  <a:cxn ang="T14">
                    <a:pos x="T8" y="T9"/>
                  </a:cxn>
                </a:cxnLst>
                <a:rect l="T15" t="T16" r="T17" b="T18"/>
                <a:pathLst>
                  <a:path w="136" h="104">
                    <a:moveTo>
                      <a:pt x="136" y="0"/>
                    </a:moveTo>
                    <a:lnTo>
                      <a:pt x="40" y="104"/>
                    </a:lnTo>
                    <a:lnTo>
                      <a:pt x="24" y="80"/>
                    </a:lnTo>
                    <a:lnTo>
                      <a:pt x="0" y="48"/>
                    </a:lnTo>
                    <a:lnTo>
                      <a:pt x="136" y="0"/>
                    </a:lnTo>
                    <a:close/>
                  </a:path>
                </a:pathLst>
              </a:custGeom>
              <a:solidFill>
                <a:schemeClr val="bg2"/>
              </a:solidFill>
              <a:ln w="9525">
                <a:solidFill>
                  <a:schemeClr val="bg2"/>
                </a:solidFill>
                <a:round/>
                <a:headEnd/>
                <a:tailEnd/>
              </a:ln>
            </p:spPr>
            <p:txBody>
              <a:bodyPr/>
              <a:lstStyle/>
              <a:p>
                <a:endParaRPr lang="en-US"/>
              </a:p>
            </p:txBody>
          </p:sp>
          <p:sp>
            <p:nvSpPr>
              <p:cNvPr id="103908" name="Line 926"/>
              <p:cNvSpPr>
                <a:spLocks noChangeShapeType="1"/>
              </p:cNvSpPr>
              <p:nvPr/>
            </p:nvSpPr>
            <p:spPr bwMode="auto">
              <a:xfrm flipV="1">
                <a:off x="2854" y="2766"/>
                <a:ext cx="798" cy="520"/>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3609" name="Group 927"/>
            <p:cNvGrpSpPr>
              <a:grpSpLocks/>
            </p:cNvGrpSpPr>
            <p:nvPr/>
          </p:nvGrpSpPr>
          <p:grpSpPr bwMode="auto">
            <a:xfrm>
              <a:off x="2862" y="1781"/>
              <a:ext cx="1349" cy="1188"/>
              <a:chOff x="2862" y="1781"/>
              <a:chExt cx="1349" cy="1188"/>
            </a:xfrm>
          </p:grpSpPr>
          <p:sp>
            <p:nvSpPr>
              <p:cNvPr id="103905" name="Freeform 928"/>
              <p:cNvSpPr>
                <a:spLocks/>
              </p:cNvSpPr>
              <p:nvPr/>
            </p:nvSpPr>
            <p:spPr bwMode="auto">
              <a:xfrm>
                <a:off x="4091" y="1781"/>
                <a:ext cx="120" cy="111"/>
              </a:xfrm>
              <a:custGeom>
                <a:avLst/>
                <a:gdLst>
                  <a:gd name="T0" fmla="*/ 120 w 120"/>
                  <a:gd name="T1" fmla="*/ 0 h 111"/>
                  <a:gd name="T2" fmla="*/ 40 w 120"/>
                  <a:gd name="T3" fmla="*/ 111 h 111"/>
                  <a:gd name="T4" fmla="*/ 16 w 120"/>
                  <a:gd name="T5" fmla="*/ 87 h 111"/>
                  <a:gd name="T6" fmla="*/ 0 w 120"/>
                  <a:gd name="T7" fmla="*/ 64 h 111"/>
                  <a:gd name="T8" fmla="*/ 120 w 120"/>
                  <a:gd name="T9" fmla="*/ 0 h 111"/>
                  <a:gd name="T10" fmla="*/ 0 60000 65536"/>
                  <a:gd name="T11" fmla="*/ 0 60000 65536"/>
                  <a:gd name="T12" fmla="*/ 0 60000 65536"/>
                  <a:gd name="T13" fmla="*/ 0 60000 65536"/>
                  <a:gd name="T14" fmla="*/ 0 60000 65536"/>
                  <a:gd name="T15" fmla="*/ 0 w 120"/>
                  <a:gd name="T16" fmla="*/ 0 h 111"/>
                  <a:gd name="T17" fmla="*/ 120 w 120"/>
                  <a:gd name="T18" fmla="*/ 111 h 111"/>
                </a:gdLst>
                <a:ahLst/>
                <a:cxnLst>
                  <a:cxn ang="T10">
                    <a:pos x="T0" y="T1"/>
                  </a:cxn>
                  <a:cxn ang="T11">
                    <a:pos x="T2" y="T3"/>
                  </a:cxn>
                  <a:cxn ang="T12">
                    <a:pos x="T4" y="T5"/>
                  </a:cxn>
                  <a:cxn ang="T13">
                    <a:pos x="T6" y="T7"/>
                  </a:cxn>
                  <a:cxn ang="T14">
                    <a:pos x="T8" y="T9"/>
                  </a:cxn>
                </a:cxnLst>
                <a:rect l="T15" t="T16" r="T17" b="T18"/>
                <a:pathLst>
                  <a:path w="120" h="111">
                    <a:moveTo>
                      <a:pt x="120" y="0"/>
                    </a:moveTo>
                    <a:lnTo>
                      <a:pt x="40" y="111"/>
                    </a:lnTo>
                    <a:lnTo>
                      <a:pt x="16" y="87"/>
                    </a:lnTo>
                    <a:lnTo>
                      <a:pt x="0" y="64"/>
                    </a:lnTo>
                    <a:lnTo>
                      <a:pt x="120" y="0"/>
                    </a:lnTo>
                    <a:close/>
                  </a:path>
                </a:pathLst>
              </a:custGeom>
              <a:solidFill>
                <a:schemeClr val="bg2"/>
              </a:solidFill>
              <a:ln w="9525">
                <a:solidFill>
                  <a:schemeClr val="bg2"/>
                </a:solidFill>
                <a:round/>
                <a:headEnd/>
                <a:tailEnd/>
              </a:ln>
            </p:spPr>
            <p:txBody>
              <a:bodyPr/>
              <a:lstStyle/>
              <a:p>
                <a:endParaRPr lang="en-US"/>
              </a:p>
            </p:txBody>
          </p:sp>
          <p:sp>
            <p:nvSpPr>
              <p:cNvPr id="103906" name="Line 929"/>
              <p:cNvSpPr>
                <a:spLocks noChangeShapeType="1"/>
              </p:cNvSpPr>
              <p:nvPr/>
            </p:nvSpPr>
            <p:spPr bwMode="auto">
              <a:xfrm flipV="1">
                <a:off x="2862" y="1863"/>
                <a:ext cx="1253" cy="1106"/>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3610" name="Group 930"/>
            <p:cNvGrpSpPr>
              <a:grpSpLocks/>
            </p:cNvGrpSpPr>
            <p:nvPr/>
          </p:nvGrpSpPr>
          <p:grpSpPr bwMode="auto">
            <a:xfrm>
              <a:off x="1944" y="2687"/>
              <a:ext cx="886" cy="282"/>
              <a:chOff x="1944" y="2687"/>
              <a:chExt cx="886" cy="282"/>
            </a:xfrm>
          </p:grpSpPr>
          <p:sp>
            <p:nvSpPr>
              <p:cNvPr id="103903" name="Freeform 931"/>
              <p:cNvSpPr>
                <a:spLocks/>
              </p:cNvSpPr>
              <p:nvPr/>
            </p:nvSpPr>
            <p:spPr bwMode="auto">
              <a:xfrm>
                <a:off x="2694" y="2897"/>
                <a:ext cx="136" cy="72"/>
              </a:xfrm>
              <a:custGeom>
                <a:avLst/>
                <a:gdLst>
                  <a:gd name="T0" fmla="*/ 136 w 136"/>
                  <a:gd name="T1" fmla="*/ 72 h 72"/>
                  <a:gd name="T2" fmla="*/ 0 w 136"/>
                  <a:gd name="T3" fmla="*/ 64 h 72"/>
                  <a:gd name="T4" fmla="*/ 8 w 136"/>
                  <a:gd name="T5" fmla="*/ 32 h 72"/>
                  <a:gd name="T6" fmla="*/ 24 w 136"/>
                  <a:gd name="T7" fmla="*/ 0 h 72"/>
                  <a:gd name="T8" fmla="*/ 136 w 136"/>
                  <a:gd name="T9" fmla="*/ 72 h 72"/>
                  <a:gd name="T10" fmla="*/ 0 60000 65536"/>
                  <a:gd name="T11" fmla="*/ 0 60000 65536"/>
                  <a:gd name="T12" fmla="*/ 0 60000 65536"/>
                  <a:gd name="T13" fmla="*/ 0 60000 65536"/>
                  <a:gd name="T14" fmla="*/ 0 60000 65536"/>
                  <a:gd name="T15" fmla="*/ 0 w 136"/>
                  <a:gd name="T16" fmla="*/ 0 h 72"/>
                  <a:gd name="T17" fmla="*/ 136 w 136"/>
                  <a:gd name="T18" fmla="*/ 72 h 72"/>
                </a:gdLst>
                <a:ahLst/>
                <a:cxnLst>
                  <a:cxn ang="T10">
                    <a:pos x="T0" y="T1"/>
                  </a:cxn>
                  <a:cxn ang="T11">
                    <a:pos x="T2" y="T3"/>
                  </a:cxn>
                  <a:cxn ang="T12">
                    <a:pos x="T4" y="T5"/>
                  </a:cxn>
                  <a:cxn ang="T13">
                    <a:pos x="T6" y="T7"/>
                  </a:cxn>
                  <a:cxn ang="T14">
                    <a:pos x="T8" y="T9"/>
                  </a:cxn>
                </a:cxnLst>
                <a:rect l="T15" t="T16" r="T17" b="T18"/>
                <a:pathLst>
                  <a:path w="136" h="72">
                    <a:moveTo>
                      <a:pt x="136" y="72"/>
                    </a:moveTo>
                    <a:lnTo>
                      <a:pt x="0" y="64"/>
                    </a:lnTo>
                    <a:lnTo>
                      <a:pt x="8" y="32"/>
                    </a:lnTo>
                    <a:lnTo>
                      <a:pt x="24" y="0"/>
                    </a:lnTo>
                    <a:lnTo>
                      <a:pt x="136" y="72"/>
                    </a:lnTo>
                    <a:close/>
                  </a:path>
                </a:pathLst>
              </a:custGeom>
              <a:solidFill>
                <a:schemeClr val="bg2"/>
              </a:solidFill>
              <a:ln w="9525">
                <a:solidFill>
                  <a:schemeClr val="bg2"/>
                </a:solidFill>
                <a:round/>
                <a:headEnd/>
                <a:tailEnd/>
              </a:ln>
            </p:spPr>
            <p:txBody>
              <a:bodyPr/>
              <a:lstStyle/>
              <a:p>
                <a:endParaRPr lang="en-US"/>
              </a:p>
            </p:txBody>
          </p:sp>
          <p:sp>
            <p:nvSpPr>
              <p:cNvPr id="103904" name="Line 932"/>
              <p:cNvSpPr>
                <a:spLocks noChangeShapeType="1"/>
              </p:cNvSpPr>
              <p:nvPr/>
            </p:nvSpPr>
            <p:spPr bwMode="auto">
              <a:xfrm>
                <a:off x="1944" y="2687"/>
                <a:ext cx="766" cy="244"/>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3611" name="Group 933"/>
            <p:cNvGrpSpPr>
              <a:grpSpLocks/>
            </p:cNvGrpSpPr>
            <p:nvPr/>
          </p:nvGrpSpPr>
          <p:grpSpPr bwMode="auto">
            <a:xfrm>
              <a:off x="1944" y="2395"/>
              <a:ext cx="1357" cy="1196"/>
              <a:chOff x="1944" y="2395"/>
              <a:chExt cx="1357" cy="1196"/>
            </a:xfrm>
          </p:grpSpPr>
          <p:sp>
            <p:nvSpPr>
              <p:cNvPr id="103901" name="Freeform 934"/>
              <p:cNvSpPr>
                <a:spLocks/>
              </p:cNvSpPr>
              <p:nvPr/>
            </p:nvSpPr>
            <p:spPr bwMode="auto">
              <a:xfrm>
                <a:off x="3173" y="2395"/>
                <a:ext cx="128" cy="112"/>
              </a:xfrm>
              <a:custGeom>
                <a:avLst/>
                <a:gdLst>
                  <a:gd name="T0" fmla="*/ 128 w 128"/>
                  <a:gd name="T1" fmla="*/ 0 h 112"/>
                  <a:gd name="T2" fmla="*/ 48 w 128"/>
                  <a:gd name="T3" fmla="*/ 112 h 112"/>
                  <a:gd name="T4" fmla="*/ 24 w 128"/>
                  <a:gd name="T5" fmla="*/ 88 h 112"/>
                  <a:gd name="T6" fmla="*/ 0 w 128"/>
                  <a:gd name="T7" fmla="*/ 64 h 112"/>
                  <a:gd name="T8" fmla="*/ 128 w 128"/>
                  <a:gd name="T9" fmla="*/ 0 h 112"/>
                  <a:gd name="T10" fmla="*/ 0 60000 65536"/>
                  <a:gd name="T11" fmla="*/ 0 60000 65536"/>
                  <a:gd name="T12" fmla="*/ 0 60000 65536"/>
                  <a:gd name="T13" fmla="*/ 0 60000 65536"/>
                  <a:gd name="T14" fmla="*/ 0 60000 65536"/>
                  <a:gd name="T15" fmla="*/ 0 w 128"/>
                  <a:gd name="T16" fmla="*/ 0 h 112"/>
                  <a:gd name="T17" fmla="*/ 128 w 128"/>
                  <a:gd name="T18" fmla="*/ 112 h 112"/>
                </a:gdLst>
                <a:ahLst/>
                <a:cxnLst>
                  <a:cxn ang="T10">
                    <a:pos x="T0" y="T1"/>
                  </a:cxn>
                  <a:cxn ang="T11">
                    <a:pos x="T2" y="T3"/>
                  </a:cxn>
                  <a:cxn ang="T12">
                    <a:pos x="T4" y="T5"/>
                  </a:cxn>
                  <a:cxn ang="T13">
                    <a:pos x="T6" y="T7"/>
                  </a:cxn>
                  <a:cxn ang="T14">
                    <a:pos x="T8" y="T9"/>
                  </a:cxn>
                </a:cxnLst>
                <a:rect l="T15" t="T16" r="T17" b="T18"/>
                <a:pathLst>
                  <a:path w="128" h="112">
                    <a:moveTo>
                      <a:pt x="128" y="0"/>
                    </a:moveTo>
                    <a:lnTo>
                      <a:pt x="48" y="112"/>
                    </a:lnTo>
                    <a:lnTo>
                      <a:pt x="24" y="88"/>
                    </a:lnTo>
                    <a:lnTo>
                      <a:pt x="0" y="64"/>
                    </a:lnTo>
                    <a:lnTo>
                      <a:pt x="128" y="0"/>
                    </a:lnTo>
                    <a:close/>
                  </a:path>
                </a:pathLst>
              </a:custGeom>
              <a:solidFill>
                <a:schemeClr val="bg2"/>
              </a:solidFill>
              <a:ln w="9525">
                <a:solidFill>
                  <a:schemeClr val="bg2"/>
                </a:solidFill>
                <a:round/>
                <a:headEnd/>
                <a:tailEnd/>
              </a:ln>
            </p:spPr>
            <p:txBody>
              <a:bodyPr/>
              <a:lstStyle/>
              <a:p>
                <a:endParaRPr lang="en-US"/>
              </a:p>
            </p:txBody>
          </p:sp>
          <p:sp>
            <p:nvSpPr>
              <p:cNvPr id="103902" name="Line 935"/>
              <p:cNvSpPr>
                <a:spLocks noChangeShapeType="1"/>
              </p:cNvSpPr>
              <p:nvPr/>
            </p:nvSpPr>
            <p:spPr bwMode="auto">
              <a:xfrm flipV="1">
                <a:off x="1944" y="2477"/>
                <a:ext cx="1261" cy="1114"/>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3612" name="Group 936"/>
            <p:cNvGrpSpPr>
              <a:grpSpLocks/>
            </p:cNvGrpSpPr>
            <p:nvPr/>
          </p:nvGrpSpPr>
          <p:grpSpPr bwMode="auto">
            <a:xfrm>
              <a:off x="3317" y="3293"/>
              <a:ext cx="886" cy="282"/>
              <a:chOff x="3317" y="3293"/>
              <a:chExt cx="886" cy="282"/>
            </a:xfrm>
          </p:grpSpPr>
          <p:sp>
            <p:nvSpPr>
              <p:cNvPr id="103899" name="Freeform 937"/>
              <p:cNvSpPr>
                <a:spLocks/>
              </p:cNvSpPr>
              <p:nvPr/>
            </p:nvSpPr>
            <p:spPr bwMode="auto">
              <a:xfrm>
                <a:off x="4067" y="3504"/>
                <a:ext cx="136" cy="71"/>
              </a:xfrm>
              <a:custGeom>
                <a:avLst/>
                <a:gdLst>
                  <a:gd name="T0" fmla="*/ 136 w 136"/>
                  <a:gd name="T1" fmla="*/ 71 h 71"/>
                  <a:gd name="T2" fmla="*/ 0 w 136"/>
                  <a:gd name="T3" fmla="*/ 63 h 71"/>
                  <a:gd name="T4" fmla="*/ 8 w 136"/>
                  <a:gd name="T5" fmla="*/ 32 h 71"/>
                  <a:gd name="T6" fmla="*/ 16 w 136"/>
                  <a:gd name="T7" fmla="*/ 0 h 71"/>
                  <a:gd name="T8" fmla="*/ 136 w 136"/>
                  <a:gd name="T9" fmla="*/ 71 h 71"/>
                  <a:gd name="T10" fmla="*/ 0 60000 65536"/>
                  <a:gd name="T11" fmla="*/ 0 60000 65536"/>
                  <a:gd name="T12" fmla="*/ 0 60000 65536"/>
                  <a:gd name="T13" fmla="*/ 0 60000 65536"/>
                  <a:gd name="T14" fmla="*/ 0 60000 65536"/>
                  <a:gd name="T15" fmla="*/ 0 w 136"/>
                  <a:gd name="T16" fmla="*/ 0 h 71"/>
                  <a:gd name="T17" fmla="*/ 136 w 136"/>
                  <a:gd name="T18" fmla="*/ 71 h 71"/>
                </a:gdLst>
                <a:ahLst/>
                <a:cxnLst>
                  <a:cxn ang="T10">
                    <a:pos x="T0" y="T1"/>
                  </a:cxn>
                  <a:cxn ang="T11">
                    <a:pos x="T2" y="T3"/>
                  </a:cxn>
                  <a:cxn ang="T12">
                    <a:pos x="T4" y="T5"/>
                  </a:cxn>
                  <a:cxn ang="T13">
                    <a:pos x="T6" y="T7"/>
                  </a:cxn>
                  <a:cxn ang="T14">
                    <a:pos x="T8" y="T9"/>
                  </a:cxn>
                </a:cxnLst>
                <a:rect l="T15" t="T16" r="T17" b="T18"/>
                <a:pathLst>
                  <a:path w="136" h="71">
                    <a:moveTo>
                      <a:pt x="136" y="71"/>
                    </a:moveTo>
                    <a:lnTo>
                      <a:pt x="0" y="63"/>
                    </a:lnTo>
                    <a:lnTo>
                      <a:pt x="8" y="32"/>
                    </a:lnTo>
                    <a:lnTo>
                      <a:pt x="16" y="0"/>
                    </a:lnTo>
                    <a:lnTo>
                      <a:pt x="136" y="71"/>
                    </a:lnTo>
                    <a:close/>
                  </a:path>
                </a:pathLst>
              </a:custGeom>
              <a:solidFill>
                <a:schemeClr val="bg2"/>
              </a:solidFill>
              <a:ln w="9525">
                <a:solidFill>
                  <a:schemeClr val="bg2"/>
                </a:solidFill>
                <a:round/>
                <a:headEnd/>
                <a:tailEnd/>
              </a:ln>
            </p:spPr>
            <p:txBody>
              <a:bodyPr/>
              <a:lstStyle/>
              <a:p>
                <a:endParaRPr lang="en-US"/>
              </a:p>
            </p:txBody>
          </p:sp>
          <p:sp>
            <p:nvSpPr>
              <p:cNvPr id="103900" name="Line 938"/>
              <p:cNvSpPr>
                <a:spLocks noChangeShapeType="1"/>
              </p:cNvSpPr>
              <p:nvPr/>
            </p:nvSpPr>
            <p:spPr bwMode="auto">
              <a:xfrm>
                <a:off x="3317" y="3293"/>
                <a:ext cx="766" cy="244"/>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3613" name="Group 939"/>
            <p:cNvGrpSpPr>
              <a:grpSpLocks/>
            </p:cNvGrpSpPr>
            <p:nvPr/>
          </p:nvGrpSpPr>
          <p:grpSpPr bwMode="auto">
            <a:xfrm>
              <a:off x="3317" y="2682"/>
              <a:ext cx="1349" cy="619"/>
              <a:chOff x="3317" y="2682"/>
              <a:chExt cx="1349" cy="619"/>
            </a:xfrm>
          </p:grpSpPr>
          <p:sp>
            <p:nvSpPr>
              <p:cNvPr id="103897" name="Freeform 940"/>
              <p:cNvSpPr>
                <a:spLocks/>
              </p:cNvSpPr>
              <p:nvPr/>
            </p:nvSpPr>
            <p:spPr bwMode="auto">
              <a:xfrm>
                <a:off x="4530" y="2682"/>
                <a:ext cx="136" cy="88"/>
              </a:xfrm>
              <a:custGeom>
                <a:avLst/>
                <a:gdLst>
                  <a:gd name="T0" fmla="*/ 136 w 136"/>
                  <a:gd name="T1" fmla="*/ 0 h 88"/>
                  <a:gd name="T2" fmla="*/ 32 w 136"/>
                  <a:gd name="T3" fmla="*/ 88 h 88"/>
                  <a:gd name="T4" fmla="*/ 16 w 136"/>
                  <a:gd name="T5" fmla="*/ 56 h 88"/>
                  <a:gd name="T6" fmla="*/ 0 w 136"/>
                  <a:gd name="T7" fmla="*/ 32 h 88"/>
                  <a:gd name="T8" fmla="*/ 136 w 136"/>
                  <a:gd name="T9" fmla="*/ 0 h 88"/>
                  <a:gd name="T10" fmla="*/ 0 60000 65536"/>
                  <a:gd name="T11" fmla="*/ 0 60000 65536"/>
                  <a:gd name="T12" fmla="*/ 0 60000 65536"/>
                  <a:gd name="T13" fmla="*/ 0 60000 65536"/>
                  <a:gd name="T14" fmla="*/ 0 60000 65536"/>
                  <a:gd name="T15" fmla="*/ 0 w 136"/>
                  <a:gd name="T16" fmla="*/ 0 h 88"/>
                  <a:gd name="T17" fmla="*/ 136 w 136"/>
                  <a:gd name="T18" fmla="*/ 88 h 88"/>
                </a:gdLst>
                <a:ahLst/>
                <a:cxnLst>
                  <a:cxn ang="T10">
                    <a:pos x="T0" y="T1"/>
                  </a:cxn>
                  <a:cxn ang="T11">
                    <a:pos x="T2" y="T3"/>
                  </a:cxn>
                  <a:cxn ang="T12">
                    <a:pos x="T4" y="T5"/>
                  </a:cxn>
                  <a:cxn ang="T13">
                    <a:pos x="T6" y="T7"/>
                  </a:cxn>
                  <a:cxn ang="T14">
                    <a:pos x="T8" y="T9"/>
                  </a:cxn>
                </a:cxnLst>
                <a:rect l="T15" t="T16" r="T17" b="T18"/>
                <a:pathLst>
                  <a:path w="136" h="88">
                    <a:moveTo>
                      <a:pt x="136" y="0"/>
                    </a:moveTo>
                    <a:lnTo>
                      <a:pt x="32" y="88"/>
                    </a:lnTo>
                    <a:lnTo>
                      <a:pt x="16" y="56"/>
                    </a:lnTo>
                    <a:lnTo>
                      <a:pt x="0" y="32"/>
                    </a:lnTo>
                    <a:lnTo>
                      <a:pt x="136" y="0"/>
                    </a:lnTo>
                    <a:close/>
                  </a:path>
                </a:pathLst>
              </a:custGeom>
              <a:solidFill>
                <a:schemeClr val="bg2"/>
              </a:solidFill>
              <a:ln w="9525">
                <a:solidFill>
                  <a:schemeClr val="bg2"/>
                </a:solidFill>
                <a:round/>
                <a:headEnd/>
                <a:tailEnd/>
              </a:ln>
            </p:spPr>
            <p:txBody>
              <a:bodyPr/>
              <a:lstStyle/>
              <a:p>
                <a:endParaRPr lang="en-US"/>
              </a:p>
            </p:txBody>
          </p:sp>
          <p:sp>
            <p:nvSpPr>
              <p:cNvPr id="103898" name="Line 941"/>
              <p:cNvSpPr>
                <a:spLocks noChangeShapeType="1"/>
              </p:cNvSpPr>
              <p:nvPr/>
            </p:nvSpPr>
            <p:spPr bwMode="auto">
              <a:xfrm flipV="1">
                <a:off x="3317" y="2736"/>
                <a:ext cx="1237" cy="565"/>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3614" name="Group 942"/>
            <p:cNvGrpSpPr>
              <a:grpSpLocks/>
            </p:cNvGrpSpPr>
            <p:nvPr/>
          </p:nvGrpSpPr>
          <p:grpSpPr bwMode="auto">
            <a:xfrm>
              <a:off x="3317" y="2387"/>
              <a:ext cx="886" cy="282"/>
              <a:chOff x="3317" y="2387"/>
              <a:chExt cx="886" cy="282"/>
            </a:xfrm>
          </p:grpSpPr>
          <p:sp>
            <p:nvSpPr>
              <p:cNvPr id="103895" name="Freeform 943"/>
              <p:cNvSpPr>
                <a:spLocks/>
              </p:cNvSpPr>
              <p:nvPr/>
            </p:nvSpPr>
            <p:spPr bwMode="auto">
              <a:xfrm>
                <a:off x="4067" y="2387"/>
                <a:ext cx="136" cy="72"/>
              </a:xfrm>
              <a:custGeom>
                <a:avLst/>
                <a:gdLst>
                  <a:gd name="T0" fmla="*/ 136 w 136"/>
                  <a:gd name="T1" fmla="*/ 0 h 72"/>
                  <a:gd name="T2" fmla="*/ 16 w 136"/>
                  <a:gd name="T3" fmla="*/ 72 h 72"/>
                  <a:gd name="T4" fmla="*/ 8 w 136"/>
                  <a:gd name="T5" fmla="*/ 40 h 72"/>
                  <a:gd name="T6" fmla="*/ 0 w 136"/>
                  <a:gd name="T7" fmla="*/ 8 h 72"/>
                  <a:gd name="T8" fmla="*/ 136 w 136"/>
                  <a:gd name="T9" fmla="*/ 0 h 72"/>
                  <a:gd name="T10" fmla="*/ 0 60000 65536"/>
                  <a:gd name="T11" fmla="*/ 0 60000 65536"/>
                  <a:gd name="T12" fmla="*/ 0 60000 65536"/>
                  <a:gd name="T13" fmla="*/ 0 60000 65536"/>
                  <a:gd name="T14" fmla="*/ 0 60000 65536"/>
                  <a:gd name="T15" fmla="*/ 0 w 136"/>
                  <a:gd name="T16" fmla="*/ 0 h 72"/>
                  <a:gd name="T17" fmla="*/ 136 w 136"/>
                  <a:gd name="T18" fmla="*/ 72 h 72"/>
                </a:gdLst>
                <a:ahLst/>
                <a:cxnLst>
                  <a:cxn ang="T10">
                    <a:pos x="T0" y="T1"/>
                  </a:cxn>
                  <a:cxn ang="T11">
                    <a:pos x="T2" y="T3"/>
                  </a:cxn>
                  <a:cxn ang="T12">
                    <a:pos x="T4" y="T5"/>
                  </a:cxn>
                  <a:cxn ang="T13">
                    <a:pos x="T6" y="T7"/>
                  </a:cxn>
                  <a:cxn ang="T14">
                    <a:pos x="T8" y="T9"/>
                  </a:cxn>
                </a:cxnLst>
                <a:rect l="T15" t="T16" r="T17" b="T18"/>
                <a:pathLst>
                  <a:path w="136" h="72">
                    <a:moveTo>
                      <a:pt x="136" y="0"/>
                    </a:moveTo>
                    <a:lnTo>
                      <a:pt x="16" y="72"/>
                    </a:lnTo>
                    <a:lnTo>
                      <a:pt x="8" y="40"/>
                    </a:lnTo>
                    <a:lnTo>
                      <a:pt x="0" y="8"/>
                    </a:lnTo>
                    <a:lnTo>
                      <a:pt x="136" y="0"/>
                    </a:lnTo>
                    <a:close/>
                  </a:path>
                </a:pathLst>
              </a:custGeom>
              <a:solidFill>
                <a:schemeClr val="bg2"/>
              </a:solidFill>
              <a:ln w="9525">
                <a:solidFill>
                  <a:schemeClr val="bg2"/>
                </a:solidFill>
                <a:round/>
                <a:headEnd/>
                <a:tailEnd/>
              </a:ln>
            </p:spPr>
            <p:txBody>
              <a:bodyPr/>
              <a:lstStyle/>
              <a:p>
                <a:endParaRPr lang="en-US"/>
              </a:p>
            </p:txBody>
          </p:sp>
          <p:sp>
            <p:nvSpPr>
              <p:cNvPr id="103896" name="Line 944"/>
              <p:cNvSpPr>
                <a:spLocks noChangeShapeType="1"/>
              </p:cNvSpPr>
              <p:nvPr/>
            </p:nvSpPr>
            <p:spPr bwMode="auto">
              <a:xfrm flipV="1">
                <a:off x="3317" y="2426"/>
                <a:ext cx="766" cy="243"/>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3615" name="Group 945"/>
            <p:cNvGrpSpPr>
              <a:grpSpLocks/>
            </p:cNvGrpSpPr>
            <p:nvPr/>
          </p:nvGrpSpPr>
          <p:grpSpPr bwMode="auto">
            <a:xfrm>
              <a:off x="3780" y="2387"/>
              <a:ext cx="886" cy="282"/>
              <a:chOff x="3780" y="2387"/>
              <a:chExt cx="886" cy="282"/>
            </a:xfrm>
          </p:grpSpPr>
          <p:sp>
            <p:nvSpPr>
              <p:cNvPr id="103893" name="Freeform 946"/>
              <p:cNvSpPr>
                <a:spLocks/>
              </p:cNvSpPr>
              <p:nvPr/>
            </p:nvSpPr>
            <p:spPr bwMode="auto">
              <a:xfrm>
                <a:off x="4522" y="2387"/>
                <a:ext cx="144" cy="72"/>
              </a:xfrm>
              <a:custGeom>
                <a:avLst/>
                <a:gdLst>
                  <a:gd name="T0" fmla="*/ 144 w 144"/>
                  <a:gd name="T1" fmla="*/ 0 h 72"/>
                  <a:gd name="T2" fmla="*/ 24 w 144"/>
                  <a:gd name="T3" fmla="*/ 72 h 72"/>
                  <a:gd name="T4" fmla="*/ 16 w 144"/>
                  <a:gd name="T5" fmla="*/ 40 h 72"/>
                  <a:gd name="T6" fmla="*/ 0 w 144"/>
                  <a:gd name="T7" fmla="*/ 8 h 72"/>
                  <a:gd name="T8" fmla="*/ 144 w 144"/>
                  <a:gd name="T9" fmla="*/ 0 h 72"/>
                  <a:gd name="T10" fmla="*/ 0 60000 65536"/>
                  <a:gd name="T11" fmla="*/ 0 60000 65536"/>
                  <a:gd name="T12" fmla="*/ 0 60000 65536"/>
                  <a:gd name="T13" fmla="*/ 0 60000 65536"/>
                  <a:gd name="T14" fmla="*/ 0 60000 65536"/>
                  <a:gd name="T15" fmla="*/ 0 w 144"/>
                  <a:gd name="T16" fmla="*/ 0 h 72"/>
                  <a:gd name="T17" fmla="*/ 144 w 144"/>
                  <a:gd name="T18" fmla="*/ 72 h 72"/>
                </a:gdLst>
                <a:ahLst/>
                <a:cxnLst>
                  <a:cxn ang="T10">
                    <a:pos x="T0" y="T1"/>
                  </a:cxn>
                  <a:cxn ang="T11">
                    <a:pos x="T2" y="T3"/>
                  </a:cxn>
                  <a:cxn ang="T12">
                    <a:pos x="T4" y="T5"/>
                  </a:cxn>
                  <a:cxn ang="T13">
                    <a:pos x="T6" y="T7"/>
                  </a:cxn>
                  <a:cxn ang="T14">
                    <a:pos x="T8" y="T9"/>
                  </a:cxn>
                </a:cxnLst>
                <a:rect l="T15" t="T16" r="T17" b="T18"/>
                <a:pathLst>
                  <a:path w="144" h="72">
                    <a:moveTo>
                      <a:pt x="144" y="0"/>
                    </a:moveTo>
                    <a:lnTo>
                      <a:pt x="24" y="72"/>
                    </a:lnTo>
                    <a:lnTo>
                      <a:pt x="16" y="40"/>
                    </a:lnTo>
                    <a:lnTo>
                      <a:pt x="0" y="8"/>
                    </a:lnTo>
                    <a:lnTo>
                      <a:pt x="144" y="0"/>
                    </a:lnTo>
                    <a:close/>
                  </a:path>
                </a:pathLst>
              </a:custGeom>
              <a:solidFill>
                <a:schemeClr val="bg2"/>
              </a:solidFill>
              <a:ln w="9525">
                <a:solidFill>
                  <a:schemeClr val="bg2"/>
                </a:solidFill>
                <a:round/>
                <a:headEnd/>
                <a:tailEnd/>
              </a:ln>
            </p:spPr>
            <p:txBody>
              <a:bodyPr/>
              <a:lstStyle/>
              <a:p>
                <a:endParaRPr lang="en-US"/>
              </a:p>
            </p:txBody>
          </p:sp>
          <p:sp>
            <p:nvSpPr>
              <p:cNvPr id="103894" name="Line 947"/>
              <p:cNvSpPr>
                <a:spLocks noChangeShapeType="1"/>
              </p:cNvSpPr>
              <p:nvPr/>
            </p:nvSpPr>
            <p:spPr bwMode="auto">
              <a:xfrm flipV="1">
                <a:off x="3780" y="2426"/>
                <a:ext cx="766" cy="243"/>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3616" name="Group 948"/>
            <p:cNvGrpSpPr>
              <a:grpSpLocks/>
            </p:cNvGrpSpPr>
            <p:nvPr/>
          </p:nvGrpSpPr>
          <p:grpSpPr bwMode="auto">
            <a:xfrm>
              <a:off x="1473" y="2993"/>
              <a:ext cx="886" cy="291"/>
              <a:chOff x="1473" y="2993"/>
              <a:chExt cx="886" cy="291"/>
            </a:xfrm>
          </p:grpSpPr>
          <p:sp>
            <p:nvSpPr>
              <p:cNvPr id="103891" name="Freeform 949"/>
              <p:cNvSpPr>
                <a:spLocks/>
              </p:cNvSpPr>
              <p:nvPr/>
            </p:nvSpPr>
            <p:spPr bwMode="auto">
              <a:xfrm>
                <a:off x="2223" y="2993"/>
                <a:ext cx="136" cy="72"/>
              </a:xfrm>
              <a:custGeom>
                <a:avLst/>
                <a:gdLst>
                  <a:gd name="T0" fmla="*/ 136 w 136"/>
                  <a:gd name="T1" fmla="*/ 0 h 72"/>
                  <a:gd name="T2" fmla="*/ 24 w 136"/>
                  <a:gd name="T3" fmla="*/ 72 h 72"/>
                  <a:gd name="T4" fmla="*/ 8 w 136"/>
                  <a:gd name="T5" fmla="*/ 40 h 72"/>
                  <a:gd name="T6" fmla="*/ 0 w 136"/>
                  <a:gd name="T7" fmla="*/ 8 h 72"/>
                  <a:gd name="T8" fmla="*/ 136 w 136"/>
                  <a:gd name="T9" fmla="*/ 0 h 72"/>
                  <a:gd name="T10" fmla="*/ 0 60000 65536"/>
                  <a:gd name="T11" fmla="*/ 0 60000 65536"/>
                  <a:gd name="T12" fmla="*/ 0 60000 65536"/>
                  <a:gd name="T13" fmla="*/ 0 60000 65536"/>
                  <a:gd name="T14" fmla="*/ 0 60000 65536"/>
                  <a:gd name="T15" fmla="*/ 0 w 136"/>
                  <a:gd name="T16" fmla="*/ 0 h 72"/>
                  <a:gd name="T17" fmla="*/ 136 w 136"/>
                  <a:gd name="T18" fmla="*/ 72 h 72"/>
                </a:gdLst>
                <a:ahLst/>
                <a:cxnLst>
                  <a:cxn ang="T10">
                    <a:pos x="T0" y="T1"/>
                  </a:cxn>
                  <a:cxn ang="T11">
                    <a:pos x="T2" y="T3"/>
                  </a:cxn>
                  <a:cxn ang="T12">
                    <a:pos x="T4" y="T5"/>
                  </a:cxn>
                  <a:cxn ang="T13">
                    <a:pos x="T6" y="T7"/>
                  </a:cxn>
                  <a:cxn ang="T14">
                    <a:pos x="T8" y="T9"/>
                  </a:cxn>
                </a:cxnLst>
                <a:rect l="T15" t="T16" r="T17" b="T18"/>
                <a:pathLst>
                  <a:path w="136" h="72">
                    <a:moveTo>
                      <a:pt x="136" y="0"/>
                    </a:moveTo>
                    <a:lnTo>
                      <a:pt x="24" y="72"/>
                    </a:lnTo>
                    <a:lnTo>
                      <a:pt x="8" y="40"/>
                    </a:lnTo>
                    <a:lnTo>
                      <a:pt x="0" y="8"/>
                    </a:lnTo>
                    <a:lnTo>
                      <a:pt x="136" y="0"/>
                    </a:lnTo>
                    <a:close/>
                  </a:path>
                </a:pathLst>
              </a:custGeom>
              <a:solidFill>
                <a:schemeClr val="bg2"/>
              </a:solidFill>
              <a:ln w="9525">
                <a:solidFill>
                  <a:schemeClr val="bg2"/>
                </a:solidFill>
                <a:round/>
                <a:headEnd/>
                <a:tailEnd/>
              </a:ln>
            </p:spPr>
            <p:txBody>
              <a:bodyPr/>
              <a:lstStyle/>
              <a:p>
                <a:endParaRPr lang="en-US"/>
              </a:p>
            </p:txBody>
          </p:sp>
          <p:sp>
            <p:nvSpPr>
              <p:cNvPr id="103892" name="Line 950"/>
              <p:cNvSpPr>
                <a:spLocks noChangeShapeType="1"/>
              </p:cNvSpPr>
              <p:nvPr/>
            </p:nvSpPr>
            <p:spPr bwMode="auto">
              <a:xfrm flipV="1">
                <a:off x="1473" y="3032"/>
                <a:ext cx="766" cy="252"/>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3617" name="Group 951"/>
            <p:cNvGrpSpPr>
              <a:grpSpLocks/>
            </p:cNvGrpSpPr>
            <p:nvPr/>
          </p:nvGrpSpPr>
          <p:grpSpPr bwMode="auto">
            <a:xfrm>
              <a:off x="1497" y="1765"/>
              <a:ext cx="878" cy="290"/>
              <a:chOff x="1497" y="1765"/>
              <a:chExt cx="878" cy="290"/>
            </a:xfrm>
          </p:grpSpPr>
          <p:sp>
            <p:nvSpPr>
              <p:cNvPr id="103889" name="Freeform 952"/>
              <p:cNvSpPr>
                <a:spLocks/>
              </p:cNvSpPr>
              <p:nvPr/>
            </p:nvSpPr>
            <p:spPr bwMode="auto">
              <a:xfrm>
                <a:off x="2239" y="1765"/>
                <a:ext cx="136" cy="72"/>
              </a:xfrm>
              <a:custGeom>
                <a:avLst/>
                <a:gdLst>
                  <a:gd name="T0" fmla="*/ 136 w 136"/>
                  <a:gd name="T1" fmla="*/ 0 h 72"/>
                  <a:gd name="T2" fmla="*/ 24 w 136"/>
                  <a:gd name="T3" fmla="*/ 72 h 72"/>
                  <a:gd name="T4" fmla="*/ 8 w 136"/>
                  <a:gd name="T5" fmla="*/ 40 h 72"/>
                  <a:gd name="T6" fmla="*/ 0 w 136"/>
                  <a:gd name="T7" fmla="*/ 8 h 72"/>
                  <a:gd name="T8" fmla="*/ 136 w 136"/>
                  <a:gd name="T9" fmla="*/ 0 h 72"/>
                  <a:gd name="T10" fmla="*/ 0 60000 65536"/>
                  <a:gd name="T11" fmla="*/ 0 60000 65536"/>
                  <a:gd name="T12" fmla="*/ 0 60000 65536"/>
                  <a:gd name="T13" fmla="*/ 0 60000 65536"/>
                  <a:gd name="T14" fmla="*/ 0 60000 65536"/>
                  <a:gd name="T15" fmla="*/ 0 w 136"/>
                  <a:gd name="T16" fmla="*/ 0 h 72"/>
                  <a:gd name="T17" fmla="*/ 136 w 136"/>
                  <a:gd name="T18" fmla="*/ 72 h 72"/>
                </a:gdLst>
                <a:ahLst/>
                <a:cxnLst>
                  <a:cxn ang="T10">
                    <a:pos x="T0" y="T1"/>
                  </a:cxn>
                  <a:cxn ang="T11">
                    <a:pos x="T2" y="T3"/>
                  </a:cxn>
                  <a:cxn ang="T12">
                    <a:pos x="T4" y="T5"/>
                  </a:cxn>
                  <a:cxn ang="T13">
                    <a:pos x="T6" y="T7"/>
                  </a:cxn>
                  <a:cxn ang="T14">
                    <a:pos x="T8" y="T9"/>
                  </a:cxn>
                </a:cxnLst>
                <a:rect l="T15" t="T16" r="T17" b="T18"/>
                <a:pathLst>
                  <a:path w="136" h="72">
                    <a:moveTo>
                      <a:pt x="136" y="0"/>
                    </a:moveTo>
                    <a:lnTo>
                      <a:pt x="24" y="72"/>
                    </a:lnTo>
                    <a:lnTo>
                      <a:pt x="8" y="40"/>
                    </a:lnTo>
                    <a:lnTo>
                      <a:pt x="0" y="8"/>
                    </a:lnTo>
                    <a:lnTo>
                      <a:pt x="136" y="0"/>
                    </a:lnTo>
                    <a:close/>
                  </a:path>
                </a:pathLst>
              </a:custGeom>
              <a:solidFill>
                <a:schemeClr val="bg2"/>
              </a:solidFill>
              <a:ln w="9525">
                <a:solidFill>
                  <a:schemeClr val="bg2"/>
                </a:solidFill>
                <a:round/>
                <a:headEnd/>
                <a:tailEnd/>
              </a:ln>
            </p:spPr>
            <p:txBody>
              <a:bodyPr/>
              <a:lstStyle/>
              <a:p>
                <a:endParaRPr lang="en-US"/>
              </a:p>
            </p:txBody>
          </p:sp>
          <p:sp>
            <p:nvSpPr>
              <p:cNvPr id="103890" name="Line 953"/>
              <p:cNvSpPr>
                <a:spLocks noChangeShapeType="1"/>
              </p:cNvSpPr>
              <p:nvPr/>
            </p:nvSpPr>
            <p:spPr bwMode="auto">
              <a:xfrm flipV="1">
                <a:off x="1497" y="1803"/>
                <a:ext cx="758" cy="252"/>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3618" name="Group 954"/>
            <p:cNvGrpSpPr>
              <a:grpSpLocks/>
            </p:cNvGrpSpPr>
            <p:nvPr/>
          </p:nvGrpSpPr>
          <p:grpSpPr bwMode="auto">
            <a:xfrm>
              <a:off x="1938" y="1765"/>
              <a:ext cx="892" cy="1507"/>
              <a:chOff x="1938" y="1765"/>
              <a:chExt cx="892" cy="1507"/>
            </a:xfrm>
          </p:grpSpPr>
          <p:sp>
            <p:nvSpPr>
              <p:cNvPr id="103887" name="Freeform 955"/>
              <p:cNvSpPr>
                <a:spLocks/>
              </p:cNvSpPr>
              <p:nvPr/>
            </p:nvSpPr>
            <p:spPr bwMode="auto">
              <a:xfrm>
                <a:off x="2726" y="3145"/>
                <a:ext cx="104" cy="127"/>
              </a:xfrm>
              <a:custGeom>
                <a:avLst/>
                <a:gdLst>
                  <a:gd name="T0" fmla="*/ 104 w 104"/>
                  <a:gd name="T1" fmla="*/ 127 h 127"/>
                  <a:gd name="T2" fmla="*/ 0 w 104"/>
                  <a:gd name="T3" fmla="*/ 32 h 127"/>
                  <a:gd name="T4" fmla="*/ 32 w 104"/>
                  <a:gd name="T5" fmla="*/ 16 h 127"/>
                  <a:gd name="T6" fmla="*/ 64 w 104"/>
                  <a:gd name="T7" fmla="*/ 0 h 127"/>
                  <a:gd name="T8" fmla="*/ 104 w 104"/>
                  <a:gd name="T9" fmla="*/ 127 h 127"/>
                  <a:gd name="T10" fmla="*/ 0 60000 65536"/>
                  <a:gd name="T11" fmla="*/ 0 60000 65536"/>
                  <a:gd name="T12" fmla="*/ 0 60000 65536"/>
                  <a:gd name="T13" fmla="*/ 0 60000 65536"/>
                  <a:gd name="T14" fmla="*/ 0 60000 65536"/>
                  <a:gd name="T15" fmla="*/ 0 w 104"/>
                  <a:gd name="T16" fmla="*/ 0 h 127"/>
                  <a:gd name="T17" fmla="*/ 104 w 104"/>
                  <a:gd name="T18" fmla="*/ 127 h 127"/>
                </a:gdLst>
                <a:ahLst/>
                <a:cxnLst>
                  <a:cxn ang="T10">
                    <a:pos x="T0" y="T1"/>
                  </a:cxn>
                  <a:cxn ang="T11">
                    <a:pos x="T2" y="T3"/>
                  </a:cxn>
                  <a:cxn ang="T12">
                    <a:pos x="T4" y="T5"/>
                  </a:cxn>
                  <a:cxn ang="T13">
                    <a:pos x="T6" y="T7"/>
                  </a:cxn>
                  <a:cxn ang="T14">
                    <a:pos x="T8" y="T9"/>
                  </a:cxn>
                </a:cxnLst>
                <a:rect l="T15" t="T16" r="T17" b="T18"/>
                <a:pathLst>
                  <a:path w="104" h="127">
                    <a:moveTo>
                      <a:pt x="104" y="127"/>
                    </a:moveTo>
                    <a:lnTo>
                      <a:pt x="0" y="32"/>
                    </a:lnTo>
                    <a:lnTo>
                      <a:pt x="32" y="16"/>
                    </a:lnTo>
                    <a:lnTo>
                      <a:pt x="64" y="0"/>
                    </a:lnTo>
                    <a:lnTo>
                      <a:pt x="104" y="127"/>
                    </a:lnTo>
                    <a:close/>
                  </a:path>
                </a:pathLst>
              </a:custGeom>
              <a:solidFill>
                <a:schemeClr val="bg2"/>
              </a:solidFill>
              <a:ln w="9525">
                <a:solidFill>
                  <a:schemeClr val="bg2"/>
                </a:solidFill>
                <a:round/>
                <a:headEnd/>
                <a:tailEnd/>
              </a:ln>
            </p:spPr>
            <p:txBody>
              <a:bodyPr/>
              <a:lstStyle/>
              <a:p>
                <a:endParaRPr lang="en-US"/>
              </a:p>
            </p:txBody>
          </p:sp>
          <p:sp>
            <p:nvSpPr>
              <p:cNvPr id="103888" name="Line 956"/>
              <p:cNvSpPr>
                <a:spLocks noChangeShapeType="1"/>
              </p:cNvSpPr>
              <p:nvPr/>
            </p:nvSpPr>
            <p:spPr bwMode="auto">
              <a:xfrm>
                <a:off x="1938" y="1765"/>
                <a:ext cx="823" cy="1404"/>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3619" name="Group 957"/>
            <p:cNvGrpSpPr>
              <a:grpSpLocks/>
            </p:cNvGrpSpPr>
            <p:nvPr/>
          </p:nvGrpSpPr>
          <p:grpSpPr bwMode="auto">
            <a:xfrm>
              <a:off x="1482" y="1781"/>
              <a:ext cx="438" cy="263"/>
              <a:chOff x="1482" y="1781"/>
              <a:chExt cx="438" cy="263"/>
            </a:xfrm>
          </p:grpSpPr>
          <p:sp>
            <p:nvSpPr>
              <p:cNvPr id="103882" name="Freeform 958"/>
              <p:cNvSpPr>
                <a:spLocks/>
              </p:cNvSpPr>
              <p:nvPr/>
            </p:nvSpPr>
            <p:spPr bwMode="auto">
              <a:xfrm>
                <a:off x="1808" y="1964"/>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 name="T15" fmla="*/ 0 w 112"/>
                  <a:gd name="T16" fmla="*/ 0 h 80"/>
                  <a:gd name="T17" fmla="*/ 112 w 112"/>
                  <a:gd name="T18" fmla="*/ 80 h 80"/>
                </a:gdLst>
                <a:ahLst/>
                <a:cxnLst>
                  <a:cxn ang="T10">
                    <a:pos x="T0" y="T1"/>
                  </a:cxn>
                  <a:cxn ang="T11">
                    <a:pos x="T2" y="T3"/>
                  </a:cxn>
                  <a:cxn ang="T12">
                    <a:pos x="T4" y="T5"/>
                  </a:cxn>
                  <a:cxn ang="T13">
                    <a:pos x="T6" y="T7"/>
                  </a:cxn>
                  <a:cxn ang="T14">
                    <a:pos x="T8" y="T9"/>
                  </a:cxn>
                </a:cxnLst>
                <a:rect l="T15" t="T16" r="T17" b="T18"/>
                <a:pathLst>
                  <a:path w="112" h="80">
                    <a:moveTo>
                      <a:pt x="112" y="80"/>
                    </a:moveTo>
                    <a:lnTo>
                      <a:pt x="0" y="48"/>
                    </a:lnTo>
                    <a:lnTo>
                      <a:pt x="16" y="24"/>
                    </a:lnTo>
                    <a:lnTo>
                      <a:pt x="32" y="0"/>
                    </a:lnTo>
                    <a:lnTo>
                      <a:pt x="112" y="80"/>
                    </a:lnTo>
                    <a:close/>
                  </a:path>
                </a:pathLst>
              </a:custGeom>
              <a:solidFill>
                <a:schemeClr val="bg2"/>
              </a:solidFill>
              <a:ln w="9525">
                <a:solidFill>
                  <a:schemeClr val="bg2"/>
                </a:solidFill>
                <a:round/>
                <a:headEnd/>
                <a:tailEnd/>
              </a:ln>
            </p:spPr>
            <p:txBody>
              <a:bodyPr/>
              <a:lstStyle/>
              <a:p>
                <a:endParaRPr lang="en-US"/>
              </a:p>
            </p:txBody>
          </p:sp>
          <p:sp>
            <p:nvSpPr>
              <p:cNvPr id="103883" name="Line 959"/>
              <p:cNvSpPr>
                <a:spLocks noChangeShapeType="1"/>
              </p:cNvSpPr>
              <p:nvPr/>
            </p:nvSpPr>
            <p:spPr bwMode="auto">
              <a:xfrm>
                <a:off x="1482" y="1781"/>
                <a:ext cx="70" cy="46"/>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884" name="Line 960"/>
              <p:cNvSpPr>
                <a:spLocks noChangeShapeType="1"/>
              </p:cNvSpPr>
              <p:nvPr/>
            </p:nvSpPr>
            <p:spPr bwMode="auto">
              <a:xfrm>
                <a:off x="1577" y="1837"/>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885" name="Line 961"/>
              <p:cNvSpPr>
                <a:spLocks noChangeShapeType="1"/>
              </p:cNvSpPr>
              <p:nvPr/>
            </p:nvSpPr>
            <p:spPr bwMode="auto">
              <a:xfrm>
                <a:off x="1672" y="1892"/>
                <a:ext cx="72"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886" name="Line 962"/>
              <p:cNvSpPr>
                <a:spLocks noChangeShapeType="1"/>
              </p:cNvSpPr>
              <p:nvPr/>
            </p:nvSpPr>
            <p:spPr bwMode="auto">
              <a:xfrm>
                <a:off x="1768" y="1956"/>
                <a:ext cx="56" cy="3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3620" name="Group 963"/>
            <p:cNvGrpSpPr>
              <a:grpSpLocks/>
            </p:cNvGrpSpPr>
            <p:nvPr/>
          </p:nvGrpSpPr>
          <p:grpSpPr bwMode="auto">
            <a:xfrm>
              <a:off x="1481" y="1789"/>
              <a:ext cx="455" cy="550"/>
              <a:chOff x="1481" y="1789"/>
              <a:chExt cx="455" cy="550"/>
            </a:xfrm>
          </p:grpSpPr>
          <p:sp>
            <p:nvSpPr>
              <p:cNvPr id="103875" name="Freeform 964"/>
              <p:cNvSpPr>
                <a:spLocks/>
              </p:cNvSpPr>
              <p:nvPr/>
            </p:nvSpPr>
            <p:spPr bwMode="auto">
              <a:xfrm>
                <a:off x="1840" y="2235"/>
                <a:ext cx="96" cy="104"/>
              </a:xfrm>
              <a:custGeom>
                <a:avLst/>
                <a:gdLst>
                  <a:gd name="T0" fmla="*/ 96 w 96"/>
                  <a:gd name="T1" fmla="*/ 104 h 104"/>
                  <a:gd name="T2" fmla="*/ 0 w 96"/>
                  <a:gd name="T3" fmla="*/ 32 h 104"/>
                  <a:gd name="T4" fmla="*/ 24 w 96"/>
                  <a:gd name="T5" fmla="*/ 16 h 104"/>
                  <a:gd name="T6" fmla="*/ 48 w 96"/>
                  <a:gd name="T7" fmla="*/ 0 h 104"/>
                  <a:gd name="T8" fmla="*/ 96 w 96"/>
                  <a:gd name="T9" fmla="*/ 104 h 104"/>
                  <a:gd name="T10" fmla="*/ 0 60000 65536"/>
                  <a:gd name="T11" fmla="*/ 0 60000 65536"/>
                  <a:gd name="T12" fmla="*/ 0 60000 65536"/>
                  <a:gd name="T13" fmla="*/ 0 60000 65536"/>
                  <a:gd name="T14" fmla="*/ 0 60000 65536"/>
                  <a:gd name="T15" fmla="*/ 0 w 96"/>
                  <a:gd name="T16" fmla="*/ 0 h 104"/>
                  <a:gd name="T17" fmla="*/ 96 w 96"/>
                  <a:gd name="T18" fmla="*/ 104 h 104"/>
                </a:gdLst>
                <a:ahLst/>
                <a:cxnLst>
                  <a:cxn ang="T10">
                    <a:pos x="T0" y="T1"/>
                  </a:cxn>
                  <a:cxn ang="T11">
                    <a:pos x="T2" y="T3"/>
                  </a:cxn>
                  <a:cxn ang="T12">
                    <a:pos x="T4" y="T5"/>
                  </a:cxn>
                  <a:cxn ang="T13">
                    <a:pos x="T6" y="T7"/>
                  </a:cxn>
                  <a:cxn ang="T14">
                    <a:pos x="T8" y="T9"/>
                  </a:cxn>
                </a:cxnLst>
                <a:rect l="T15" t="T16" r="T17" b="T18"/>
                <a:pathLst>
                  <a:path w="96" h="104">
                    <a:moveTo>
                      <a:pt x="96" y="104"/>
                    </a:moveTo>
                    <a:lnTo>
                      <a:pt x="0" y="32"/>
                    </a:lnTo>
                    <a:lnTo>
                      <a:pt x="24" y="16"/>
                    </a:lnTo>
                    <a:lnTo>
                      <a:pt x="48" y="0"/>
                    </a:lnTo>
                    <a:lnTo>
                      <a:pt x="96" y="104"/>
                    </a:lnTo>
                    <a:close/>
                  </a:path>
                </a:pathLst>
              </a:custGeom>
              <a:solidFill>
                <a:schemeClr val="bg2"/>
              </a:solidFill>
              <a:ln w="9525">
                <a:solidFill>
                  <a:schemeClr val="bg2"/>
                </a:solidFill>
                <a:round/>
                <a:headEnd/>
                <a:tailEnd/>
              </a:ln>
            </p:spPr>
            <p:txBody>
              <a:bodyPr/>
              <a:lstStyle/>
              <a:p>
                <a:endParaRPr lang="en-US"/>
              </a:p>
            </p:txBody>
          </p:sp>
          <p:sp>
            <p:nvSpPr>
              <p:cNvPr id="103876" name="Line 965"/>
              <p:cNvSpPr>
                <a:spLocks noChangeShapeType="1"/>
              </p:cNvSpPr>
              <p:nvPr/>
            </p:nvSpPr>
            <p:spPr bwMode="auto">
              <a:xfrm>
                <a:off x="1481" y="1789"/>
                <a:ext cx="55" cy="6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877" name="Line 966"/>
              <p:cNvSpPr>
                <a:spLocks noChangeShapeType="1"/>
              </p:cNvSpPr>
              <p:nvPr/>
            </p:nvSpPr>
            <p:spPr bwMode="auto">
              <a:xfrm>
                <a:off x="1552" y="1876"/>
                <a:ext cx="56" cy="64"/>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878" name="Line 967"/>
              <p:cNvSpPr>
                <a:spLocks noChangeShapeType="1"/>
              </p:cNvSpPr>
              <p:nvPr/>
            </p:nvSpPr>
            <p:spPr bwMode="auto">
              <a:xfrm>
                <a:off x="1624" y="1964"/>
                <a:ext cx="56" cy="64"/>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879" name="Line 968"/>
              <p:cNvSpPr>
                <a:spLocks noChangeShapeType="1"/>
              </p:cNvSpPr>
              <p:nvPr/>
            </p:nvSpPr>
            <p:spPr bwMode="auto">
              <a:xfrm>
                <a:off x="1696" y="2044"/>
                <a:ext cx="56" cy="7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880" name="Line 969"/>
              <p:cNvSpPr>
                <a:spLocks noChangeShapeType="1"/>
              </p:cNvSpPr>
              <p:nvPr/>
            </p:nvSpPr>
            <p:spPr bwMode="auto">
              <a:xfrm>
                <a:off x="1768" y="2132"/>
                <a:ext cx="56" cy="7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881" name="Line 970"/>
              <p:cNvSpPr>
                <a:spLocks noChangeShapeType="1"/>
              </p:cNvSpPr>
              <p:nvPr/>
            </p:nvSpPr>
            <p:spPr bwMode="auto">
              <a:xfrm>
                <a:off x="1840" y="2219"/>
                <a:ext cx="24" cy="3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3621" name="Group 971"/>
            <p:cNvGrpSpPr>
              <a:grpSpLocks/>
            </p:cNvGrpSpPr>
            <p:nvPr/>
          </p:nvGrpSpPr>
          <p:grpSpPr bwMode="auto">
            <a:xfrm>
              <a:off x="1489" y="2084"/>
              <a:ext cx="439" cy="574"/>
              <a:chOff x="1489" y="2084"/>
              <a:chExt cx="439" cy="574"/>
            </a:xfrm>
          </p:grpSpPr>
          <p:sp>
            <p:nvSpPr>
              <p:cNvPr id="103868" name="Freeform 972"/>
              <p:cNvSpPr>
                <a:spLocks/>
              </p:cNvSpPr>
              <p:nvPr/>
            </p:nvSpPr>
            <p:spPr bwMode="auto">
              <a:xfrm>
                <a:off x="1840" y="2554"/>
                <a:ext cx="88" cy="104"/>
              </a:xfrm>
              <a:custGeom>
                <a:avLst/>
                <a:gdLst>
                  <a:gd name="T0" fmla="*/ 88 w 88"/>
                  <a:gd name="T1" fmla="*/ 104 h 104"/>
                  <a:gd name="T2" fmla="*/ 0 w 88"/>
                  <a:gd name="T3" fmla="*/ 32 h 104"/>
                  <a:gd name="T4" fmla="*/ 16 w 88"/>
                  <a:gd name="T5" fmla="*/ 16 h 104"/>
                  <a:gd name="T6" fmla="*/ 40 w 88"/>
                  <a:gd name="T7" fmla="*/ 0 h 104"/>
                  <a:gd name="T8" fmla="*/ 88 w 88"/>
                  <a:gd name="T9" fmla="*/ 104 h 104"/>
                  <a:gd name="T10" fmla="*/ 0 60000 65536"/>
                  <a:gd name="T11" fmla="*/ 0 60000 65536"/>
                  <a:gd name="T12" fmla="*/ 0 60000 65536"/>
                  <a:gd name="T13" fmla="*/ 0 60000 65536"/>
                  <a:gd name="T14" fmla="*/ 0 60000 65536"/>
                  <a:gd name="T15" fmla="*/ 0 w 88"/>
                  <a:gd name="T16" fmla="*/ 0 h 104"/>
                  <a:gd name="T17" fmla="*/ 88 w 88"/>
                  <a:gd name="T18" fmla="*/ 104 h 104"/>
                </a:gdLst>
                <a:ahLst/>
                <a:cxnLst>
                  <a:cxn ang="T10">
                    <a:pos x="T0" y="T1"/>
                  </a:cxn>
                  <a:cxn ang="T11">
                    <a:pos x="T2" y="T3"/>
                  </a:cxn>
                  <a:cxn ang="T12">
                    <a:pos x="T4" y="T5"/>
                  </a:cxn>
                  <a:cxn ang="T13">
                    <a:pos x="T6" y="T7"/>
                  </a:cxn>
                  <a:cxn ang="T14">
                    <a:pos x="T8" y="T9"/>
                  </a:cxn>
                </a:cxnLst>
                <a:rect l="T15" t="T16" r="T17" b="T18"/>
                <a:pathLst>
                  <a:path w="88" h="104">
                    <a:moveTo>
                      <a:pt x="88" y="104"/>
                    </a:moveTo>
                    <a:lnTo>
                      <a:pt x="0" y="32"/>
                    </a:lnTo>
                    <a:lnTo>
                      <a:pt x="16" y="16"/>
                    </a:lnTo>
                    <a:lnTo>
                      <a:pt x="40" y="0"/>
                    </a:lnTo>
                    <a:lnTo>
                      <a:pt x="88" y="104"/>
                    </a:lnTo>
                    <a:close/>
                  </a:path>
                </a:pathLst>
              </a:custGeom>
              <a:solidFill>
                <a:schemeClr val="bg2"/>
              </a:solidFill>
              <a:ln w="9525">
                <a:solidFill>
                  <a:schemeClr val="bg2"/>
                </a:solidFill>
                <a:round/>
                <a:headEnd/>
                <a:tailEnd/>
              </a:ln>
            </p:spPr>
            <p:txBody>
              <a:bodyPr/>
              <a:lstStyle/>
              <a:p>
                <a:endParaRPr lang="en-US"/>
              </a:p>
            </p:txBody>
          </p:sp>
          <p:sp>
            <p:nvSpPr>
              <p:cNvPr id="103869" name="Line 973"/>
              <p:cNvSpPr>
                <a:spLocks noChangeShapeType="1"/>
              </p:cNvSpPr>
              <p:nvPr/>
            </p:nvSpPr>
            <p:spPr bwMode="auto">
              <a:xfrm>
                <a:off x="1489" y="2084"/>
                <a:ext cx="55" cy="7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870" name="Line 974"/>
              <p:cNvSpPr>
                <a:spLocks noChangeShapeType="1"/>
              </p:cNvSpPr>
              <p:nvPr/>
            </p:nvSpPr>
            <p:spPr bwMode="auto">
              <a:xfrm>
                <a:off x="1553" y="2172"/>
                <a:ext cx="55" cy="7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871" name="Line 975"/>
              <p:cNvSpPr>
                <a:spLocks noChangeShapeType="1"/>
              </p:cNvSpPr>
              <p:nvPr/>
            </p:nvSpPr>
            <p:spPr bwMode="auto">
              <a:xfrm>
                <a:off x="1624" y="2259"/>
                <a:ext cx="56" cy="7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872" name="Line 976"/>
              <p:cNvSpPr>
                <a:spLocks noChangeShapeType="1"/>
              </p:cNvSpPr>
              <p:nvPr/>
            </p:nvSpPr>
            <p:spPr bwMode="auto">
              <a:xfrm>
                <a:off x="1688" y="2347"/>
                <a:ext cx="56" cy="7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873" name="Line 977"/>
              <p:cNvSpPr>
                <a:spLocks noChangeShapeType="1"/>
              </p:cNvSpPr>
              <p:nvPr/>
            </p:nvSpPr>
            <p:spPr bwMode="auto">
              <a:xfrm>
                <a:off x="1760" y="2443"/>
                <a:ext cx="56" cy="63"/>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874" name="Line 978"/>
              <p:cNvSpPr>
                <a:spLocks noChangeShapeType="1"/>
              </p:cNvSpPr>
              <p:nvPr/>
            </p:nvSpPr>
            <p:spPr bwMode="auto">
              <a:xfrm>
                <a:off x="1824" y="2531"/>
                <a:ext cx="32" cy="39"/>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3622" name="Group 979"/>
            <p:cNvGrpSpPr>
              <a:grpSpLocks/>
            </p:cNvGrpSpPr>
            <p:nvPr/>
          </p:nvGrpSpPr>
          <p:grpSpPr bwMode="auto">
            <a:xfrm>
              <a:off x="1481" y="2084"/>
              <a:ext cx="447" cy="574"/>
              <a:chOff x="1481" y="2084"/>
              <a:chExt cx="447" cy="574"/>
            </a:xfrm>
          </p:grpSpPr>
          <p:sp>
            <p:nvSpPr>
              <p:cNvPr id="103861" name="Freeform 980"/>
              <p:cNvSpPr>
                <a:spLocks/>
              </p:cNvSpPr>
              <p:nvPr/>
            </p:nvSpPr>
            <p:spPr bwMode="auto">
              <a:xfrm>
                <a:off x="1840" y="2084"/>
                <a:ext cx="88" cy="104"/>
              </a:xfrm>
              <a:custGeom>
                <a:avLst/>
                <a:gdLst>
                  <a:gd name="T0" fmla="*/ 88 w 88"/>
                  <a:gd name="T1" fmla="*/ 0 h 104"/>
                  <a:gd name="T2" fmla="*/ 40 w 88"/>
                  <a:gd name="T3" fmla="*/ 104 h 104"/>
                  <a:gd name="T4" fmla="*/ 16 w 88"/>
                  <a:gd name="T5" fmla="*/ 88 h 104"/>
                  <a:gd name="T6" fmla="*/ 0 w 88"/>
                  <a:gd name="T7" fmla="*/ 72 h 104"/>
                  <a:gd name="T8" fmla="*/ 88 w 88"/>
                  <a:gd name="T9" fmla="*/ 0 h 104"/>
                  <a:gd name="T10" fmla="*/ 0 60000 65536"/>
                  <a:gd name="T11" fmla="*/ 0 60000 65536"/>
                  <a:gd name="T12" fmla="*/ 0 60000 65536"/>
                  <a:gd name="T13" fmla="*/ 0 60000 65536"/>
                  <a:gd name="T14" fmla="*/ 0 60000 65536"/>
                  <a:gd name="T15" fmla="*/ 0 w 88"/>
                  <a:gd name="T16" fmla="*/ 0 h 104"/>
                  <a:gd name="T17" fmla="*/ 88 w 88"/>
                  <a:gd name="T18" fmla="*/ 104 h 104"/>
                </a:gdLst>
                <a:ahLst/>
                <a:cxnLst>
                  <a:cxn ang="T10">
                    <a:pos x="T0" y="T1"/>
                  </a:cxn>
                  <a:cxn ang="T11">
                    <a:pos x="T2" y="T3"/>
                  </a:cxn>
                  <a:cxn ang="T12">
                    <a:pos x="T4" y="T5"/>
                  </a:cxn>
                  <a:cxn ang="T13">
                    <a:pos x="T6" y="T7"/>
                  </a:cxn>
                  <a:cxn ang="T14">
                    <a:pos x="T8" y="T9"/>
                  </a:cxn>
                </a:cxnLst>
                <a:rect l="T15" t="T16" r="T17" b="T18"/>
                <a:pathLst>
                  <a:path w="88" h="104">
                    <a:moveTo>
                      <a:pt x="88" y="0"/>
                    </a:moveTo>
                    <a:lnTo>
                      <a:pt x="40" y="104"/>
                    </a:lnTo>
                    <a:lnTo>
                      <a:pt x="16" y="88"/>
                    </a:lnTo>
                    <a:lnTo>
                      <a:pt x="0" y="72"/>
                    </a:lnTo>
                    <a:lnTo>
                      <a:pt x="88" y="0"/>
                    </a:lnTo>
                    <a:close/>
                  </a:path>
                </a:pathLst>
              </a:custGeom>
              <a:solidFill>
                <a:schemeClr val="bg2"/>
              </a:solidFill>
              <a:ln w="9525">
                <a:solidFill>
                  <a:schemeClr val="bg2"/>
                </a:solidFill>
                <a:round/>
                <a:headEnd/>
                <a:tailEnd/>
              </a:ln>
            </p:spPr>
            <p:txBody>
              <a:bodyPr/>
              <a:lstStyle/>
              <a:p>
                <a:endParaRPr lang="en-US"/>
              </a:p>
            </p:txBody>
          </p:sp>
          <p:sp>
            <p:nvSpPr>
              <p:cNvPr id="103862" name="Line 981"/>
              <p:cNvSpPr>
                <a:spLocks noChangeShapeType="1"/>
              </p:cNvSpPr>
              <p:nvPr/>
            </p:nvSpPr>
            <p:spPr bwMode="auto">
              <a:xfrm flipV="1">
                <a:off x="1481" y="2588"/>
                <a:ext cx="55" cy="7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863" name="Line 982"/>
              <p:cNvSpPr>
                <a:spLocks noChangeShapeType="1"/>
              </p:cNvSpPr>
              <p:nvPr/>
            </p:nvSpPr>
            <p:spPr bwMode="auto">
              <a:xfrm flipV="1">
                <a:off x="1553" y="2500"/>
                <a:ext cx="47" cy="7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864" name="Line 983"/>
              <p:cNvSpPr>
                <a:spLocks noChangeShapeType="1"/>
              </p:cNvSpPr>
              <p:nvPr/>
            </p:nvSpPr>
            <p:spPr bwMode="auto">
              <a:xfrm flipV="1">
                <a:off x="1616" y="2412"/>
                <a:ext cx="56" cy="7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865" name="Line 984"/>
              <p:cNvSpPr>
                <a:spLocks noChangeShapeType="1"/>
              </p:cNvSpPr>
              <p:nvPr/>
            </p:nvSpPr>
            <p:spPr bwMode="auto">
              <a:xfrm flipV="1">
                <a:off x="1688" y="2323"/>
                <a:ext cx="56" cy="7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866" name="Line 985"/>
              <p:cNvSpPr>
                <a:spLocks noChangeShapeType="1"/>
              </p:cNvSpPr>
              <p:nvPr/>
            </p:nvSpPr>
            <p:spPr bwMode="auto">
              <a:xfrm flipV="1">
                <a:off x="1752" y="2236"/>
                <a:ext cx="56" cy="7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867" name="Line 986"/>
              <p:cNvSpPr>
                <a:spLocks noChangeShapeType="1"/>
              </p:cNvSpPr>
              <p:nvPr/>
            </p:nvSpPr>
            <p:spPr bwMode="auto">
              <a:xfrm flipV="1">
                <a:off x="1824" y="2172"/>
                <a:ext cx="32"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3623" name="Group 987"/>
            <p:cNvGrpSpPr>
              <a:grpSpLocks/>
            </p:cNvGrpSpPr>
            <p:nvPr/>
          </p:nvGrpSpPr>
          <p:grpSpPr bwMode="auto">
            <a:xfrm>
              <a:off x="1944" y="2076"/>
              <a:ext cx="447" cy="263"/>
              <a:chOff x="1944" y="2076"/>
              <a:chExt cx="447" cy="263"/>
            </a:xfrm>
          </p:grpSpPr>
          <p:sp>
            <p:nvSpPr>
              <p:cNvPr id="103856" name="Freeform 988"/>
              <p:cNvSpPr>
                <a:spLocks/>
              </p:cNvSpPr>
              <p:nvPr/>
            </p:nvSpPr>
            <p:spPr bwMode="auto">
              <a:xfrm>
                <a:off x="2279" y="2076"/>
                <a:ext cx="112" cy="80"/>
              </a:xfrm>
              <a:custGeom>
                <a:avLst/>
                <a:gdLst>
                  <a:gd name="T0" fmla="*/ 112 w 112"/>
                  <a:gd name="T1" fmla="*/ 0 h 80"/>
                  <a:gd name="T2" fmla="*/ 32 w 112"/>
                  <a:gd name="T3" fmla="*/ 80 h 80"/>
                  <a:gd name="T4" fmla="*/ 16 w 112"/>
                  <a:gd name="T5" fmla="*/ 56 h 80"/>
                  <a:gd name="T6" fmla="*/ 0 w 112"/>
                  <a:gd name="T7" fmla="*/ 32 h 80"/>
                  <a:gd name="T8" fmla="*/ 112 w 112"/>
                  <a:gd name="T9" fmla="*/ 0 h 80"/>
                  <a:gd name="T10" fmla="*/ 0 60000 65536"/>
                  <a:gd name="T11" fmla="*/ 0 60000 65536"/>
                  <a:gd name="T12" fmla="*/ 0 60000 65536"/>
                  <a:gd name="T13" fmla="*/ 0 60000 65536"/>
                  <a:gd name="T14" fmla="*/ 0 60000 65536"/>
                  <a:gd name="T15" fmla="*/ 0 w 112"/>
                  <a:gd name="T16" fmla="*/ 0 h 80"/>
                  <a:gd name="T17" fmla="*/ 112 w 112"/>
                  <a:gd name="T18" fmla="*/ 80 h 80"/>
                </a:gdLst>
                <a:ahLst/>
                <a:cxnLst>
                  <a:cxn ang="T10">
                    <a:pos x="T0" y="T1"/>
                  </a:cxn>
                  <a:cxn ang="T11">
                    <a:pos x="T2" y="T3"/>
                  </a:cxn>
                  <a:cxn ang="T12">
                    <a:pos x="T4" y="T5"/>
                  </a:cxn>
                  <a:cxn ang="T13">
                    <a:pos x="T6" y="T7"/>
                  </a:cxn>
                  <a:cxn ang="T14">
                    <a:pos x="T8" y="T9"/>
                  </a:cxn>
                </a:cxnLst>
                <a:rect l="T15" t="T16" r="T17" b="T18"/>
                <a:pathLst>
                  <a:path w="112" h="80">
                    <a:moveTo>
                      <a:pt x="112" y="0"/>
                    </a:moveTo>
                    <a:lnTo>
                      <a:pt x="32" y="80"/>
                    </a:lnTo>
                    <a:lnTo>
                      <a:pt x="16" y="56"/>
                    </a:lnTo>
                    <a:lnTo>
                      <a:pt x="0" y="32"/>
                    </a:lnTo>
                    <a:lnTo>
                      <a:pt x="112" y="0"/>
                    </a:lnTo>
                    <a:close/>
                  </a:path>
                </a:pathLst>
              </a:custGeom>
              <a:solidFill>
                <a:schemeClr val="bg2"/>
              </a:solidFill>
              <a:ln w="9525">
                <a:solidFill>
                  <a:schemeClr val="bg2"/>
                </a:solidFill>
                <a:round/>
                <a:headEnd/>
                <a:tailEnd/>
              </a:ln>
            </p:spPr>
            <p:txBody>
              <a:bodyPr/>
              <a:lstStyle/>
              <a:p>
                <a:endParaRPr lang="en-US"/>
              </a:p>
            </p:txBody>
          </p:sp>
          <p:sp>
            <p:nvSpPr>
              <p:cNvPr id="103857" name="Line 989"/>
              <p:cNvSpPr>
                <a:spLocks noChangeShapeType="1"/>
              </p:cNvSpPr>
              <p:nvPr/>
            </p:nvSpPr>
            <p:spPr bwMode="auto">
              <a:xfrm flipV="1">
                <a:off x="1944" y="2292"/>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858" name="Line 990"/>
              <p:cNvSpPr>
                <a:spLocks noChangeShapeType="1"/>
              </p:cNvSpPr>
              <p:nvPr/>
            </p:nvSpPr>
            <p:spPr bwMode="auto">
              <a:xfrm flipV="1">
                <a:off x="2040" y="2236"/>
                <a:ext cx="79"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859" name="Line 991"/>
              <p:cNvSpPr>
                <a:spLocks noChangeShapeType="1"/>
              </p:cNvSpPr>
              <p:nvPr/>
            </p:nvSpPr>
            <p:spPr bwMode="auto">
              <a:xfrm flipV="1">
                <a:off x="2136" y="2180"/>
                <a:ext cx="79"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860" name="Line 992"/>
              <p:cNvSpPr>
                <a:spLocks noChangeShapeType="1"/>
              </p:cNvSpPr>
              <p:nvPr/>
            </p:nvSpPr>
            <p:spPr bwMode="auto">
              <a:xfrm flipV="1">
                <a:off x="2231" y="2133"/>
                <a:ext cx="64" cy="39"/>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3624" name="Group 993"/>
            <p:cNvGrpSpPr>
              <a:grpSpLocks/>
            </p:cNvGrpSpPr>
            <p:nvPr/>
          </p:nvGrpSpPr>
          <p:grpSpPr bwMode="auto">
            <a:xfrm>
              <a:off x="1944" y="1781"/>
              <a:ext cx="431" cy="263"/>
              <a:chOff x="1944" y="1781"/>
              <a:chExt cx="431" cy="263"/>
            </a:xfrm>
          </p:grpSpPr>
          <p:sp>
            <p:nvSpPr>
              <p:cNvPr id="103851" name="Freeform 994"/>
              <p:cNvSpPr>
                <a:spLocks/>
              </p:cNvSpPr>
              <p:nvPr/>
            </p:nvSpPr>
            <p:spPr bwMode="auto">
              <a:xfrm>
                <a:off x="2263" y="1781"/>
                <a:ext cx="112" cy="80"/>
              </a:xfrm>
              <a:custGeom>
                <a:avLst/>
                <a:gdLst>
                  <a:gd name="T0" fmla="*/ 112 w 112"/>
                  <a:gd name="T1" fmla="*/ 0 h 80"/>
                  <a:gd name="T2" fmla="*/ 32 w 112"/>
                  <a:gd name="T3" fmla="*/ 80 h 80"/>
                  <a:gd name="T4" fmla="*/ 16 w 112"/>
                  <a:gd name="T5" fmla="*/ 56 h 80"/>
                  <a:gd name="T6" fmla="*/ 0 w 112"/>
                  <a:gd name="T7" fmla="*/ 32 h 80"/>
                  <a:gd name="T8" fmla="*/ 112 w 112"/>
                  <a:gd name="T9" fmla="*/ 0 h 80"/>
                  <a:gd name="T10" fmla="*/ 0 60000 65536"/>
                  <a:gd name="T11" fmla="*/ 0 60000 65536"/>
                  <a:gd name="T12" fmla="*/ 0 60000 65536"/>
                  <a:gd name="T13" fmla="*/ 0 60000 65536"/>
                  <a:gd name="T14" fmla="*/ 0 60000 65536"/>
                  <a:gd name="T15" fmla="*/ 0 w 112"/>
                  <a:gd name="T16" fmla="*/ 0 h 80"/>
                  <a:gd name="T17" fmla="*/ 112 w 112"/>
                  <a:gd name="T18" fmla="*/ 80 h 80"/>
                </a:gdLst>
                <a:ahLst/>
                <a:cxnLst>
                  <a:cxn ang="T10">
                    <a:pos x="T0" y="T1"/>
                  </a:cxn>
                  <a:cxn ang="T11">
                    <a:pos x="T2" y="T3"/>
                  </a:cxn>
                  <a:cxn ang="T12">
                    <a:pos x="T4" y="T5"/>
                  </a:cxn>
                  <a:cxn ang="T13">
                    <a:pos x="T6" y="T7"/>
                  </a:cxn>
                  <a:cxn ang="T14">
                    <a:pos x="T8" y="T9"/>
                  </a:cxn>
                </a:cxnLst>
                <a:rect l="T15" t="T16" r="T17" b="T18"/>
                <a:pathLst>
                  <a:path w="112" h="80">
                    <a:moveTo>
                      <a:pt x="112" y="0"/>
                    </a:moveTo>
                    <a:lnTo>
                      <a:pt x="32" y="80"/>
                    </a:lnTo>
                    <a:lnTo>
                      <a:pt x="16" y="56"/>
                    </a:lnTo>
                    <a:lnTo>
                      <a:pt x="0" y="32"/>
                    </a:lnTo>
                    <a:lnTo>
                      <a:pt x="112" y="0"/>
                    </a:lnTo>
                    <a:close/>
                  </a:path>
                </a:pathLst>
              </a:custGeom>
              <a:solidFill>
                <a:schemeClr val="bg2"/>
              </a:solidFill>
              <a:ln w="9525">
                <a:solidFill>
                  <a:schemeClr val="bg2"/>
                </a:solidFill>
                <a:round/>
                <a:headEnd/>
                <a:tailEnd/>
              </a:ln>
            </p:spPr>
            <p:txBody>
              <a:bodyPr/>
              <a:lstStyle/>
              <a:p>
                <a:endParaRPr lang="en-US"/>
              </a:p>
            </p:txBody>
          </p:sp>
          <p:sp>
            <p:nvSpPr>
              <p:cNvPr id="103852" name="Line 995"/>
              <p:cNvSpPr>
                <a:spLocks noChangeShapeType="1"/>
              </p:cNvSpPr>
              <p:nvPr/>
            </p:nvSpPr>
            <p:spPr bwMode="auto">
              <a:xfrm flipV="1">
                <a:off x="1944" y="1997"/>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853" name="Line 996"/>
              <p:cNvSpPr>
                <a:spLocks noChangeShapeType="1"/>
              </p:cNvSpPr>
              <p:nvPr/>
            </p:nvSpPr>
            <p:spPr bwMode="auto">
              <a:xfrm flipV="1">
                <a:off x="2040" y="1941"/>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854" name="Line 997"/>
              <p:cNvSpPr>
                <a:spLocks noChangeShapeType="1"/>
              </p:cNvSpPr>
              <p:nvPr/>
            </p:nvSpPr>
            <p:spPr bwMode="auto">
              <a:xfrm flipV="1">
                <a:off x="2136" y="1885"/>
                <a:ext cx="71" cy="39"/>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855" name="Line 998"/>
              <p:cNvSpPr>
                <a:spLocks noChangeShapeType="1"/>
              </p:cNvSpPr>
              <p:nvPr/>
            </p:nvSpPr>
            <p:spPr bwMode="auto">
              <a:xfrm flipV="1">
                <a:off x="2232" y="1837"/>
                <a:ext cx="47" cy="3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3625" name="Group 999"/>
            <p:cNvGrpSpPr>
              <a:grpSpLocks/>
            </p:cNvGrpSpPr>
            <p:nvPr/>
          </p:nvGrpSpPr>
          <p:grpSpPr bwMode="auto">
            <a:xfrm>
              <a:off x="2415" y="1781"/>
              <a:ext cx="423" cy="271"/>
              <a:chOff x="2415" y="1781"/>
              <a:chExt cx="423" cy="271"/>
            </a:xfrm>
          </p:grpSpPr>
          <p:sp>
            <p:nvSpPr>
              <p:cNvPr id="103846" name="Freeform 1000"/>
              <p:cNvSpPr>
                <a:spLocks/>
              </p:cNvSpPr>
              <p:nvPr/>
            </p:nvSpPr>
            <p:spPr bwMode="auto">
              <a:xfrm>
                <a:off x="2726" y="1781"/>
                <a:ext cx="112" cy="87"/>
              </a:xfrm>
              <a:custGeom>
                <a:avLst/>
                <a:gdLst>
                  <a:gd name="T0" fmla="*/ 112 w 112"/>
                  <a:gd name="T1" fmla="*/ 0 h 87"/>
                  <a:gd name="T2" fmla="*/ 32 w 112"/>
                  <a:gd name="T3" fmla="*/ 87 h 87"/>
                  <a:gd name="T4" fmla="*/ 16 w 112"/>
                  <a:gd name="T5" fmla="*/ 64 h 87"/>
                  <a:gd name="T6" fmla="*/ 0 w 112"/>
                  <a:gd name="T7" fmla="*/ 40 h 87"/>
                  <a:gd name="T8" fmla="*/ 112 w 112"/>
                  <a:gd name="T9" fmla="*/ 0 h 87"/>
                  <a:gd name="T10" fmla="*/ 0 60000 65536"/>
                  <a:gd name="T11" fmla="*/ 0 60000 65536"/>
                  <a:gd name="T12" fmla="*/ 0 60000 65536"/>
                  <a:gd name="T13" fmla="*/ 0 60000 65536"/>
                  <a:gd name="T14" fmla="*/ 0 60000 65536"/>
                  <a:gd name="T15" fmla="*/ 0 w 112"/>
                  <a:gd name="T16" fmla="*/ 0 h 87"/>
                  <a:gd name="T17" fmla="*/ 112 w 112"/>
                  <a:gd name="T18" fmla="*/ 87 h 87"/>
                </a:gdLst>
                <a:ahLst/>
                <a:cxnLst>
                  <a:cxn ang="T10">
                    <a:pos x="T0" y="T1"/>
                  </a:cxn>
                  <a:cxn ang="T11">
                    <a:pos x="T2" y="T3"/>
                  </a:cxn>
                  <a:cxn ang="T12">
                    <a:pos x="T4" y="T5"/>
                  </a:cxn>
                  <a:cxn ang="T13">
                    <a:pos x="T6" y="T7"/>
                  </a:cxn>
                  <a:cxn ang="T14">
                    <a:pos x="T8" y="T9"/>
                  </a:cxn>
                </a:cxnLst>
                <a:rect l="T15" t="T16" r="T17" b="T18"/>
                <a:pathLst>
                  <a:path w="112" h="87">
                    <a:moveTo>
                      <a:pt x="112" y="0"/>
                    </a:moveTo>
                    <a:lnTo>
                      <a:pt x="32" y="87"/>
                    </a:lnTo>
                    <a:lnTo>
                      <a:pt x="16" y="64"/>
                    </a:lnTo>
                    <a:lnTo>
                      <a:pt x="0" y="40"/>
                    </a:lnTo>
                    <a:lnTo>
                      <a:pt x="112" y="0"/>
                    </a:lnTo>
                    <a:close/>
                  </a:path>
                </a:pathLst>
              </a:custGeom>
              <a:solidFill>
                <a:schemeClr val="bg2"/>
              </a:solidFill>
              <a:ln w="9525">
                <a:solidFill>
                  <a:schemeClr val="bg2"/>
                </a:solidFill>
                <a:round/>
                <a:headEnd/>
                <a:tailEnd/>
              </a:ln>
            </p:spPr>
            <p:txBody>
              <a:bodyPr/>
              <a:lstStyle/>
              <a:p>
                <a:endParaRPr lang="en-US"/>
              </a:p>
            </p:txBody>
          </p:sp>
          <p:sp>
            <p:nvSpPr>
              <p:cNvPr id="103847" name="Line 1001"/>
              <p:cNvSpPr>
                <a:spLocks noChangeShapeType="1"/>
              </p:cNvSpPr>
              <p:nvPr/>
            </p:nvSpPr>
            <p:spPr bwMode="auto">
              <a:xfrm flipV="1">
                <a:off x="2415" y="2004"/>
                <a:ext cx="72"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848" name="Line 1002"/>
              <p:cNvSpPr>
                <a:spLocks noChangeShapeType="1"/>
              </p:cNvSpPr>
              <p:nvPr/>
            </p:nvSpPr>
            <p:spPr bwMode="auto">
              <a:xfrm flipV="1">
                <a:off x="2511" y="1949"/>
                <a:ext cx="71" cy="39"/>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849" name="Line 1003"/>
              <p:cNvSpPr>
                <a:spLocks noChangeShapeType="1"/>
              </p:cNvSpPr>
              <p:nvPr/>
            </p:nvSpPr>
            <p:spPr bwMode="auto">
              <a:xfrm flipV="1">
                <a:off x="2607" y="1885"/>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850" name="Line 1004"/>
              <p:cNvSpPr>
                <a:spLocks noChangeShapeType="1"/>
              </p:cNvSpPr>
              <p:nvPr/>
            </p:nvSpPr>
            <p:spPr bwMode="auto">
              <a:xfrm flipV="1">
                <a:off x="2696" y="1846"/>
                <a:ext cx="46" cy="2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3626" name="Group 1005"/>
            <p:cNvGrpSpPr>
              <a:grpSpLocks/>
            </p:cNvGrpSpPr>
            <p:nvPr/>
          </p:nvGrpSpPr>
          <p:grpSpPr bwMode="auto">
            <a:xfrm>
              <a:off x="2886" y="1773"/>
              <a:ext cx="415" cy="271"/>
              <a:chOff x="2886" y="1773"/>
              <a:chExt cx="415" cy="271"/>
            </a:xfrm>
          </p:grpSpPr>
          <p:sp>
            <p:nvSpPr>
              <p:cNvPr id="103841" name="Freeform 1006"/>
              <p:cNvSpPr>
                <a:spLocks/>
              </p:cNvSpPr>
              <p:nvPr/>
            </p:nvSpPr>
            <p:spPr bwMode="auto">
              <a:xfrm>
                <a:off x="3189" y="1773"/>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32" y="88"/>
                    </a:lnTo>
                    <a:lnTo>
                      <a:pt x="16" y="64"/>
                    </a:lnTo>
                    <a:lnTo>
                      <a:pt x="0" y="40"/>
                    </a:lnTo>
                    <a:lnTo>
                      <a:pt x="112" y="0"/>
                    </a:lnTo>
                    <a:close/>
                  </a:path>
                </a:pathLst>
              </a:custGeom>
              <a:solidFill>
                <a:schemeClr val="bg2"/>
              </a:solidFill>
              <a:ln w="9525">
                <a:solidFill>
                  <a:schemeClr val="bg2"/>
                </a:solidFill>
                <a:round/>
                <a:headEnd/>
                <a:tailEnd/>
              </a:ln>
            </p:spPr>
            <p:txBody>
              <a:bodyPr/>
              <a:lstStyle/>
              <a:p>
                <a:endParaRPr lang="en-US"/>
              </a:p>
            </p:txBody>
          </p:sp>
          <p:sp>
            <p:nvSpPr>
              <p:cNvPr id="103842" name="Line 1007"/>
              <p:cNvSpPr>
                <a:spLocks noChangeShapeType="1"/>
              </p:cNvSpPr>
              <p:nvPr/>
            </p:nvSpPr>
            <p:spPr bwMode="auto">
              <a:xfrm flipV="1">
                <a:off x="2886" y="1996"/>
                <a:ext cx="72"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843" name="Line 1008"/>
              <p:cNvSpPr>
                <a:spLocks noChangeShapeType="1"/>
              </p:cNvSpPr>
              <p:nvPr/>
            </p:nvSpPr>
            <p:spPr bwMode="auto">
              <a:xfrm flipV="1">
                <a:off x="2982" y="1933"/>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844" name="Line 1009"/>
              <p:cNvSpPr>
                <a:spLocks noChangeShapeType="1"/>
              </p:cNvSpPr>
              <p:nvPr/>
            </p:nvSpPr>
            <p:spPr bwMode="auto">
              <a:xfrm flipV="1">
                <a:off x="3070" y="1877"/>
                <a:ext cx="79"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845" name="Line 1010"/>
              <p:cNvSpPr>
                <a:spLocks noChangeShapeType="1"/>
              </p:cNvSpPr>
              <p:nvPr/>
            </p:nvSpPr>
            <p:spPr bwMode="auto">
              <a:xfrm flipV="1">
                <a:off x="3165" y="1838"/>
                <a:ext cx="40" cy="23"/>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3627" name="Group 1011"/>
            <p:cNvGrpSpPr>
              <a:grpSpLocks/>
            </p:cNvGrpSpPr>
            <p:nvPr/>
          </p:nvGrpSpPr>
          <p:grpSpPr bwMode="auto">
            <a:xfrm>
              <a:off x="3325" y="1773"/>
              <a:ext cx="423" cy="271"/>
              <a:chOff x="3325" y="1773"/>
              <a:chExt cx="423" cy="271"/>
            </a:xfrm>
          </p:grpSpPr>
          <p:sp>
            <p:nvSpPr>
              <p:cNvPr id="103836" name="Freeform 1012"/>
              <p:cNvSpPr>
                <a:spLocks/>
              </p:cNvSpPr>
              <p:nvPr/>
            </p:nvSpPr>
            <p:spPr bwMode="auto">
              <a:xfrm>
                <a:off x="3636" y="1773"/>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32" y="88"/>
                    </a:lnTo>
                    <a:lnTo>
                      <a:pt x="16" y="64"/>
                    </a:lnTo>
                    <a:lnTo>
                      <a:pt x="0" y="40"/>
                    </a:lnTo>
                    <a:lnTo>
                      <a:pt x="112" y="0"/>
                    </a:lnTo>
                    <a:close/>
                  </a:path>
                </a:pathLst>
              </a:custGeom>
              <a:solidFill>
                <a:schemeClr val="bg2"/>
              </a:solidFill>
              <a:ln w="9525">
                <a:solidFill>
                  <a:schemeClr val="bg2"/>
                </a:solidFill>
                <a:round/>
                <a:headEnd/>
                <a:tailEnd/>
              </a:ln>
            </p:spPr>
            <p:txBody>
              <a:bodyPr/>
              <a:lstStyle/>
              <a:p>
                <a:endParaRPr lang="en-US"/>
              </a:p>
            </p:txBody>
          </p:sp>
          <p:sp>
            <p:nvSpPr>
              <p:cNvPr id="103837" name="Line 1013"/>
              <p:cNvSpPr>
                <a:spLocks noChangeShapeType="1"/>
              </p:cNvSpPr>
              <p:nvPr/>
            </p:nvSpPr>
            <p:spPr bwMode="auto">
              <a:xfrm flipV="1">
                <a:off x="3325" y="1996"/>
                <a:ext cx="72"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838" name="Line 1014"/>
              <p:cNvSpPr>
                <a:spLocks noChangeShapeType="1"/>
              </p:cNvSpPr>
              <p:nvPr/>
            </p:nvSpPr>
            <p:spPr bwMode="auto">
              <a:xfrm flipV="1">
                <a:off x="3421" y="1940"/>
                <a:ext cx="72" cy="4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839" name="Line 1015"/>
              <p:cNvSpPr>
                <a:spLocks noChangeShapeType="1"/>
              </p:cNvSpPr>
              <p:nvPr/>
            </p:nvSpPr>
            <p:spPr bwMode="auto">
              <a:xfrm flipV="1">
                <a:off x="3517" y="1877"/>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840" name="Line 1016"/>
              <p:cNvSpPr>
                <a:spLocks noChangeShapeType="1"/>
              </p:cNvSpPr>
              <p:nvPr/>
            </p:nvSpPr>
            <p:spPr bwMode="auto">
              <a:xfrm flipV="1">
                <a:off x="3604" y="1838"/>
                <a:ext cx="48" cy="23"/>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3628" name="Group 1017"/>
            <p:cNvGrpSpPr>
              <a:grpSpLocks/>
            </p:cNvGrpSpPr>
            <p:nvPr/>
          </p:nvGrpSpPr>
          <p:grpSpPr bwMode="auto">
            <a:xfrm>
              <a:off x="2878" y="2379"/>
              <a:ext cx="407" cy="287"/>
              <a:chOff x="2878" y="2379"/>
              <a:chExt cx="407" cy="287"/>
            </a:xfrm>
          </p:grpSpPr>
          <p:sp>
            <p:nvSpPr>
              <p:cNvPr id="103831" name="Freeform 1018"/>
              <p:cNvSpPr>
                <a:spLocks/>
              </p:cNvSpPr>
              <p:nvPr/>
            </p:nvSpPr>
            <p:spPr bwMode="auto">
              <a:xfrm>
                <a:off x="3173" y="2379"/>
                <a:ext cx="112" cy="88"/>
              </a:xfrm>
              <a:custGeom>
                <a:avLst/>
                <a:gdLst>
                  <a:gd name="T0" fmla="*/ 112 w 112"/>
                  <a:gd name="T1" fmla="*/ 0 h 88"/>
                  <a:gd name="T2" fmla="*/ 40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40" y="88"/>
                    </a:lnTo>
                    <a:lnTo>
                      <a:pt x="16" y="64"/>
                    </a:lnTo>
                    <a:lnTo>
                      <a:pt x="0" y="40"/>
                    </a:lnTo>
                    <a:lnTo>
                      <a:pt x="112" y="0"/>
                    </a:lnTo>
                    <a:close/>
                  </a:path>
                </a:pathLst>
              </a:custGeom>
              <a:solidFill>
                <a:schemeClr val="bg2"/>
              </a:solidFill>
              <a:ln w="9525">
                <a:solidFill>
                  <a:schemeClr val="bg2"/>
                </a:solidFill>
                <a:round/>
                <a:headEnd/>
                <a:tailEnd/>
              </a:ln>
            </p:spPr>
            <p:txBody>
              <a:bodyPr/>
              <a:lstStyle/>
              <a:p>
                <a:endParaRPr lang="en-US"/>
              </a:p>
            </p:txBody>
          </p:sp>
          <p:sp>
            <p:nvSpPr>
              <p:cNvPr id="103832" name="Line 1019"/>
              <p:cNvSpPr>
                <a:spLocks noChangeShapeType="1"/>
              </p:cNvSpPr>
              <p:nvPr/>
            </p:nvSpPr>
            <p:spPr bwMode="auto">
              <a:xfrm flipV="1">
                <a:off x="2878" y="2618"/>
                <a:ext cx="72"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833" name="Line 1020"/>
              <p:cNvSpPr>
                <a:spLocks noChangeShapeType="1"/>
              </p:cNvSpPr>
              <p:nvPr/>
            </p:nvSpPr>
            <p:spPr bwMode="auto">
              <a:xfrm flipV="1">
                <a:off x="2967" y="2556"/>
                <a:ext cx="70" cy="46"/>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834" name="Line 1021"/>
              <p:cNvSpPr>
                <a:spLocks noChangeShapeType="1"/>
              </p:cNvSpPr>
              <p:nvPr/>
            </p:nvSpPr>
            <p:spPr bwMode="auto">
              <a:xfrm flipV="1">
                <a:off x="3062" y="2491"/>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835" name="Line 1022"/>
              <p:cNvSpPr>
                <a:spLocks noChangeShapeType="1"/>
              </p:cNvSpPr>
              <p:nvPr/>
            </p:nvSpPr>
            <p:spPr bwMode="auto">
              <a:xfrm flipV="1">
                <a:off x="3149" y="2443"/>
                <a:ext cx="40" cy="3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3629" name="Group 1023"/>
            <p:cNvGrpSpPr>
              <a:grpSpLocks/>
            </p:cNvGrpSpPr>
            <p:nvPr/>
          </p:nvGrpSpPr>
          <p:grpSpPr bwMode="auto">
            <a:xfrm>
              <a:off x="2878" y="2076"/>
              <a:ext cx="415" cy="279"/>
              <a:chOff x="2878" y="2076"/>
              <a:chExt cx="415" cy="279"/>
            </a:xfrm>
          </p:grpSpPr>
          <p:sp>
            <p:nvSpPr>
              <p:cNvPr id="103826" name="Freeform 1024"/>
              <p:cNvSpPr>
                <a:spLocks/>
              </p:cNvSpPr>
              <p:nvPr/>
            </p:nvSpPr>
            <p:spPr bwMode="auto">
              <a:xfrm>
                <a:off x="3181" y="2076"/>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32" y="88"/>
                    </a:lnTo>
                    <a:lnTo>
                      <a:pt x="16" y="64"/>
                    </a:lnTo>
                    <a:lnTo>
                      <a:pt x="0" y="40"/>
                    </a:lnTo>
                    <a:lnTo>
                      <a:pt x="112" y="0"/>
                    </a:lnTo>
                    <a:close/>
                  </a:path>
                </a:pathLst>
              </a:custGeom>
              <a:solidFill>
                <a:schemeClr val="bg2"/>
              </a:solidFill>
              <a:ln w="9525">
                <a:solidFill>
                  <a:schemeClr val="bg2"/>
                </a:solidFill>
                <a:round/>
                <a:headEnd/>
                <a:tailEnd/>
              </a:ln>
            </p:spPr>
            <p:txBody>
              <a:bodyPr/>
              <a:lstStyle/>
              <a:p>
                <a:endParaRPr lang="en-US"/>
              </a:p>
            </p:txBody>
          </p:sp>
          <p:sp>
            <p:nvSpPr>
              <p:cNvPr id="103827" name="Line 1025"/>
              <p:cNvSpPr>
                <a:spLocks noChangeShapeType="1"/>
              </p:cNvSpPr>
              <p:nvPr/>
            </p:nvSpPr>
            <p:spPr bwMode="auto">
              <a:xfrm flipV="1">
                <a:off x="2878" y="2307"/>
                <a:ext cx="72"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828" name="Line 1026"/>
              <p:cNvSpPr>
                <a:spLocks noChangeShapeType="1"/>
              </p:cNvSpPr>
              <p:nvPr/>
            </p:nvSpPr>
            <p:spPr bwMode="auto">
              <a:xfrm flipV="1">
                <a:off x="2975" y="2245"/>
                <a:ext cx="70" cy="46"/>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829" name="Line 1027"/>
              <p:cNvSpPr>
                <a:spLocks noChangeShapeType="1"/>
              </p:cNvSpPr>
              <p:nvPr/>
            </p:nvSpPr>
            <p:spPr bwMode="auto">
              <a:xfrm flipV="1">
                <a:off x="3062" y="2180"/>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830" name="Line 1028"/>
              <p:cNvSpPr>
                <a:spLocks noChangeShapeType="1"/>
              </p:cNvSpPr>
              <p:nvPr/>
            </p:nvSpPr>
            <p:spPr bwMode="auto">
              <a:xfrm flipV="1">
                <a:off x="3157" y="2141"/>
                <a:ext cx="40" cy="3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3630" name="Group 1029"/>
            <p:cNvGrpSpPr>
              <a:grpSpLocks/>
            </p:cNvGrpSpPr>
            <p:nvPr/>
          </p:nvGrpSpPr>
          <p:grpSpPr bwMode="auto">
            <a:xfrm>
              <a:off x="2415" y="2068"/>
              <a:ext cx="431" cy="279"/>
              <a:chOff x="2415" y="2068"/>
              <a:chExt cx="431" cy="279"/>
            </a:xfrm>
          </p:grpSpPr>
          <p:sp>
            <p:nvSpPr>
              <p:cNvPr id="103821" name="Freeform 1030"/>
              <p:cNvSpPr>
                <a:spLocks/>
              </p:cNvSpPr>
              <p:nvPr/>
            </p:nvSpPr>
            <p:spPr bwMode="auto">
              <a:xfrm>
                <a:off x="2734" y="2068"/>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32" y="88"/>
                    </a:lnTo>
                    <a:lnTo>
                      <a:pt x="16" y="64"/>
                    </a:lnTo>
                    <a:lnTo>
                      <a:pt x="0" y="40"/>
                    </a:lnTo>
                    <a:lnTo>
                      <a:pt x="112" y="0"/>
                    </a:lnTo>
                    <a:close/>
                  </a:path>
                </a:pathLst>
              </a:custGeom>
              <a:solidFill>
                <a:schemeClr val="bg2"/>
              </a:solidFill>
              <a:ln w="9525">
                <a:solidFill>
                  <a:schemeClr val="bg2"/>
                </a:solidFill>
                <a:round/>
                <a:headEnd/>
                <a:tailEnd/>
              </a:ln>
            </p:spPr>
            <p:txBody>
              <a:bodyPr/>
              <a:lstStyle/>
              <a:p>
                <a:endParaRPr lang="en-US"/>
              </a:p>
            </p:txBody>
          </p:sp>
          <p:sp>
            <p:nvSpPr>
              <p:cNvPr id="103822" name="Line 1031"/>
              <p:cNvSpPr>
                <a:spLocks noChangeShapeType="1"/>
              </p:cNvSpPr>
              <p:nvPr/>
            </p:nvSpPr>
            <p:spPr bwMode="auto">
              <a:xfrm flipV="1">
                <a:off x="2415" y="2299"/>
                <a:ext cx="72"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823" name="Line 1032"/>
              <p:cNvSpPr>
                <a:spLocks noChangeShapeType="1"/>
              </p:cNvSpPr>
              <p:nvPr/>
            </p:nvSpPr>
            <p:spPr bwMode="auto">
              <a:xfrm flipV="1">
                <a:off x="2512" y="2237"/>
                <a:ext cx="70" cy="46"/>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824" name="Line 1033"/>
              <p:cNvSpPr>
                <a:spLocks noChangeShapeType="1"/>
              </p:cNvSpPr>
              <p:nvPr/>
            </p:nvSpPr>
            <p:spPr bwMode="auto">
              <a:xfrm flipV="1">
                <a:off x="2599" y="2180"/>
                <a:ext cx="79"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825" name="Line 1034"/>
              <p:cNvSpPr>
                <a:spLocks noChangeShapeType="1"/>
              </p:cNvSpPr>
              <p:nvPr/>
            </p:nvSpPr>
            <p:spPr bwMode="auto">
              <a:xfrm flipV="1">
                <a:off x="2694" y="2132"/>
                <a:ext cx="56" cy="3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3631" name="Group 1035"/>
            <p:cNvGrpSpPr>
              <a:grpSpLocks/>
            </p:cNvGrpSpPr>
            <p:nvPr/>
          </p:nvGrpSpPr>
          <p:grpSpPr bwMode="auto">
            <a:xfrm>
              <a:off x="2399" y="2387"/>
              <a:ext cx="439" cy="582"/>
              <a:chOff x="2399" y="2387"/>
              <a:chExt cx="439" cy="582"/>
            </a:xfrm>
          </p:grpSpPr>
          <p:sp>
            <p:nvSpPr>
              <p:cNvPr id="103814" name="Freeform 1036"/>
              <p:cNvSpPr>
                <a:spLocks/>
              </p:cNvSpPr>
              <p:nvPr/>
            </p:nvSpPr>
            <p:spPr bwMode="auto">
              <a:xfrm>
                <a:off x="2750" y="2387"/>
                <a:ext cx="88" cy="104"/>
              </a:xfrm>
              <a:custGeom>
                <a:avLst/>
                <a:gdLst>
                  <a:gd name="T0" fmla="*/ 88 w 88"/>
                  <a:gd name="T1" fmla="*/ 0 h 104"/>
                  <a:gd name="T2" fmla="*/ 40 w 88"/>
                  <a:gd name="T3" fmla="*/ 104 h 104"/>
                  <a:gd name="T4" fmla="*/ 24 w 88"/>
                  <a:gd name="T5" fmla="*/ 88 h 104"/>
                  <a:gd name="T6" fmla="*/ 0 w 88"/>
                  <a:gd name="T7" fmla="*/ 72 h 104"/>
                  <a:gd name="T8" fmla="*/ 88 w 88"/>
                  <a:gd name="T9" fmla="*/ 0 h 104"/>
                  <a:gd name="T10" fmla="*/ 0 60000 65536"/>
                  <a:gd name="T11" fmla="*/ 0 60000 65536"/>
                  <a:gd name="T12" fmla="*/ 0 60000 65536"/>
                  <a:gd name="T13" fmla="*/ 0 60000 65536"/>
                  <a:gd name="T14" fmla="*/ 0 60000 65536"/>
                  <a:gd name="T15" fmla="*/ 0 w 88"/>
                  <a:gd name="T16" fmla="*/ 0 h 104"/>
                  <a:gd name="T17" fmla="*/ 88 w 88"/>
                  <a:gd name="T18" fmla="*/ 104 h 104"/>
                </a:gdLst>
                <a:ahLst/>
                <a:cxnLst>
                  <a:cxn ang="T10">
                    <a:pos x="T0" y="T1"/>
                  </a:cxn>
                  <a:cxn ang="T11">
                    <a:pos x="T2" y="T3"/>
                  </a:cxn>
                  <a:cxn ang="T12">
                    <a:pos x="T4" y="T5"/>
                  </a:cxn>
                  <a:cxn ang="T13">
                    <a:pos x="T6" y="T7"/>
                  </a:cxn>
                  <a:cxn ang="T14">
                    <a:pos x="T8" y="T9"/>
                  </a:cxn>
                </a:cxnLst>
                <a:rect l="T15" t="T16" r="T17" b="T18"/>
                <a:pathLst>
                  <a:path w="88" h="104">
                    <a:moveTo>
                      <a:pt x="88" y="0"/>
                    </a:moveTo>
                    <a:lnTo>
                      <a:pt x="40" y="104"/>
                    </a:lnTo>
                    <a:lnTo>
                      <a:pt x="24" y="88"/>
                    </a:lnTo>
                    <a:lnTo>
                      <a:pt x="0" y="72"/>
                    </a:lnTo>
                    <a:lnTo>
                      <a:pt x="88" y="0"/>
                    </a:lnTo>
                    <a:close/>
                  </a:path>
                </a:pathLst>
              </a:custGeom>
              <a:solidFill>
                <a:schemeClr val="bg2"/>
              </a:solidFill>
              <a:ln w="9525">
                <a:solidFill>
                  <a:schemeClr val="bg2"/>
                </a:solidFill>
                <a:round/>
                <a:headEnd/>
                <a:tailEnd/>
              </a:ln>
            </p:spPr>
            <p:txBody>
              <a:bodyPr/>
              <a:lstStyle/>
              <a:p>
                <a:endParaRPr lang="en-US"/>
              </a:p>
            </p:txBody>
          </p:sp>
          <p:sp>
            <p:nvSpPr>
              <p:cNvPr id="103815" name="Line 1037"/>
              <p:cNvSpPr>
                <a:spLocks noChangeShapeType="1"/>
              </p:cNvSpPr>
              <p:nvPr/>
            </p:nvSpPr>
            <p:spPr bwMode="auto">
              <a:xfrm flipV="1">
                <a:off x="2399" y="2898"/>
                <a:ext cx="56" cy="7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816" name="Line 1038"/>
              <p:cNvSpPr>
                <a:spLocks noChangeShapeType="1"/>
              </p:cNvSpPr>
              <p:nvPr/>
            </p:nvSpPr>
            <p:spPr bwMode="auto">
              <a:xfrm flipV="1">
                <a:off x="2463" y="2811"/>
                <a:ext cx="55" cy="7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817" name="Line 1039"/>
              <p:cNvSpPr>
                <a:spLocks noChangeShapeType="1"/>
              </p:cNvSpPr>
              <p:nvPr/>
            </p:nvSpPr>
            <p:spPr bwMode="auto">
              <a:xfrm flipV="1">
                <a:off x="2535" y="2724"/>
                <a:ext cx="47" cy="7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818" name="Line 1040"/>
              <p:cNvSpPr>
                <a:spLocks noChangeShapeType="1"/>
              </p:cNvSpPr>
              <p:nvPr/>
            </p:nvSpPr>
            <p:spPr bwMode="auto">
              <a:xfrm flipV="1">
                <a:off x="2598" y="2634"/>
                <a:ext cx="56" cy="64"/>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819" name="Line 1041"/>
              <p:cNvSpPr>
                <a:spLocks noChangeShapeType="1"/>
              </p:cNvSpPr>
              <p:nvPr/>
            </p:nvSpPr>
            <p:spPr bwMode="auto">
              <a:xfrm flipV="1">
                <a:off x="2670" y="2539"/>
                <a:ext cx="48" cy="7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820" name="Line 1042"/>
              <p:cNvSpPr>
                <a:spLocks noChangeShapeType="1"/>
              </p:cNvSpPr>
              <p:nvPr/>
            </p:nvSpPr>
            <p:spPr bwMode="auto">
              <a:xfrm flipV="1">
                <a:off x="2734" y="2476"/>
                <a:ext cx="40"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3632" name="Group 1043"/>
            <p:cNvGrpSpPr>
              <a:grpSpLocks/>
            </p:cNvGrpSpPr>
            <p:nvPr/>
          </p:nvGrpSpPr>
          <p:grpSpPr bwMode="auto">
            <a:xfrm>
              <a:off x="1498" y="3296"/>
              <a:ext cx="406" cy="287"/>
              <a:chOff x="1498" y="3296"/>
              <a:chExt cx="406" cy="287"/>
            </a:xfrm>
          </p:grpSpPr>
          <p:sp>
            <p:nvSpPr>
              <p:cNvPr id="103809" name="Freeform 1044"/>
              <p:cNvSpPr>
                <a:spLocks/>
              </p:cNvSpPr>
              <p:nvPr/>
            </p:nvSpPr>
            <p:spPr bwMode="auto">
              <a:xfrm>
                <a:off x="1792" y="3296"/>
                <a:ext cx="112" cy="88"/>
              </a:xfrm>
              <a:custGeom>
                <a:avLst/>
                <a:gdLst>
                  <a:gd name="T0" fmla="*/ 112 w 112"/>
                  <a:gd name="T1" fmla="*/ 0 h 88"/>
                  <a:gd name="T2" fmla="*/ 40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40" y="88"/>
                    </a:lnTo>
                    <a:lnTo>
                      <a:pt x="16" y="64"/>
                    </a:lnTo>
                    <a:lnTo>
                      <a:pt x="0" y="40"/>
                    </a:lnTo>
                    <a:lnTo>
                      <a:pt x="112" y="0"/>
                    </a:lnTo>
                    <a:close/>
                  </a:path>
                </a:pathLst>
              </a:custGeom>
              <a:solidFill>
                <a:schemeClr val="bg2"/>
              </a:solidFill>
              <a:ln w="9525">
                <a:solidFill>
                  <a:schemeClr val="bg2"/>
                </a:solidFill>
                <a:round/>
                <a:headEnd/>
                <a:tailEnd/>
              </a:ln>
            </p:spPr>
            <p:txBody>
              <a:bodyPr/>
              <a:lstStyle/>
              <a:p>
                <a:endParaRPr lang="en-US"/>
              </a:p>
            </p:txBody>
          </p:sp>
          <p:sp>
            <p:nvSpPr>
              <p:cNvPr id="103810" name="Line 1045"/>
              <p:cNvSpPr>
                <a:spLocks noChangeShapeType="1"/>
              </p:cNvSpPr>
              <p:nvPr/>
            </p:nvSpPr>
            <p:spPr bwMode="auto">
              <a:xfrm flipV="1">
                <a:off x="1498" y="3537"/>
                <a:ext cx="70" cy="46"/>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811" name="Line 1046"/>
              <p:cNvSpPr>
                <a:spLocks noChangeShapeType="1"/>
              </p:cNvSpPr>
              <p:nvPr/>
            </p:nvSpPr>
            <p:spPr bwMode="auto">
              <a:xfrm flipV="1">
                <a:off x="1584" y="3473"/>
                <a:ext cx="72"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812" name="Line 1047"/>
              <p:cNvSpPr>
                <a:spLocks noChangeShapeType="1"/>
              </p:cNvSpPr>
              <p:nvPr/>
            </p:nvSpPr>
            <p:spPr bwMode="auto">
              <a:xfrm flipV="1">
                <a:off x="1680" y="3408"/>
                <a:ext cx="72"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813" name="Line 1048"/>
              <p:cNvSpPr>
                <a:spLocks noChangeShapeType="1"/>
              </p:cNvSpPr>
              <p:nvPr/>
            </p:nvSpPr>
            <p:spPr bwMode="auto">
              <a:xfrm flipV="1">
                <a:off x="1768" y="3360"/>
                <a:ext cx="40" cy="3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3633" name="Group 1049"/>
            <p:cNvGrpSpPr>
              <a:grpSpLocks/>
            </p:cNvGrpSpPr>
            <p:nvPr/>
          </p:nvGrpSpPr>
          <p:grpSpPr bwMode="auto">
            <a:xfrm>
              <a:off x="1489" y="2690"/>
              <a:ext cx="423" cy="279"/>
              <a:chOff x="1489" y="2690"/>
              <a:chExt cx="423" cy="279"/>
            </a:xfrm>
          </p:grpSpPr>
          <p:sp>
            <p:nvSpPr>
              <p:cNvPr id="103804" name="Freeform 1050"/>
              <p:cNvSpPr>
                <a:spLocks/>
              </p:cNvSpPr>
              <p:nvPr/>
            </p:nvSpPr>
            <p:spPr bwMode="auto">
              <a:xfrm>
                <a:off x="1800" y="2690"/>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32" y="88"/>
                    </a:lnTo>
                    <a:lnTo>
                      <a:pt x="16" y="64"/>
                    </a:lnTo>
                    <a:lnTo>
                      <a:pt x="0" y="40"/>
                    </a:lnTo>
                    <a:lnTo>
                      <a:pt x="112" y="0"/>
                    </a:lnTo>
                    <a:close/>
                  </a:path>
                </a:pathLst>
              </a:custGeom>
              <a:solidFill>
                <a:schemeClr val="bg2"/>
              </a:solidFill>
              <a:ln w="9525">
                <a:solidFill>
                  <a:schemeClr val="bg2"/>
                </a:solidFill>
                <a:round/>
                <a:headEnd/>
                <a:tailEnd/>
              </a:ln>
            </p:spPr>
            <p:txBody>
              <a:bodyPr/>
              <a:lstStyle/>
              <a:p>
                <a:endParaRPr lang="en-US"/>
              </a:p>
            </p:txBody>
          </p:sp>
          <p:sp>
            <p:nvSpPr>
              <p:cNvPr id="103805" name="Line 1051"/>
              <p:cNvSpPr>
                <a:spLocks noChangeShapeType="1"/>
              </p:cNvSpPr>
              <p:nvPr/>
            </p:nvSpPr>
            <p:spPr bwMode="auto">
              <a:xfrm flipV="1">
                <a:off x="1489" y="2922"/>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806" name="Line 1052"/>
              <p:cNvSpPr>
                <a:spLocks noChangeShapeType="1"/>
              </p:cNvSpPr>
              <p:nvPr/>
            </p:nvSpPr>
            <p:spPr bwMode="auto">
              <a:xfrm flipV="1">
                <a:off x="1585" y="2858"/>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807" name="Line 1053"/>
              <p:cNvSpPr>
                <a:spLocks noChangeShapeType="1"/>
              </p:cNvSpPr>
              <p:nvPr/>
            </p:nvSpPr>
            <p:spPr bwMode="auto">
              <a:xfrm flipV="1">
                <a:off x="1672" y="2803"/>
                <a:ext cx="80"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808" name="Line 1054"/>
              <p:cNvSpPr>
                <a:spLocks noChangeShapeType="1"/>
              </p:cNvSpPr>
              <p:nvPr/>
            </p:nvSpPr>
            <p:spPr bwMode="auto">
              <a:xfrm flipV="1">
                <a:off x="1768" y="2754"/>
                <a:ext cx="48" cy="3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3634" name="Group 1055"/>
            <p:cNvGrpSpPr>
              <a:grpSpLocks/>
            </p:cNvGrpSpPr>
            <p:nvPr/>
          </p:nvGrpSpPr>
          <p:grpSpPr bwMode="auto">
            <a:xfrm>
              <a:off x="1490" y="2993"/>
              <a:ext cx="414" cy="271"/>
              <a:chOff x="1490" y="2993"/>
              <a:chExt cx="414" cy="271"/>
            </a:xfrm>
          </p:grpSpPr>
          <p:sp>
            <p:nvSpPr>
              <p:cNvPr id="103799" name="Freeform 1056"/>
              <p:cNvSpPr>
                <a:spLocks/>
              </p:cNvSpPr>
              <p:nvPr/>
            </p:nvSpPr>
            <p:spPr bwMode="auto">
              <a:xfrm>
                <a:off x="1792" y="2993"/>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32" y="88"/>
                    </a:lnTo>
                    <a:lnTo>
                      <a:pt x="16" y="64"/>
                    </a:lnTo>
                    <a:lnTo>
                      <a:pt x="0" y="40"/>
                    </a:lnTo>
                    <a:lnTo>
                      <a:pt x="112" y="0"/>
                    </a:lnTo>
                    <a:close/>
                  </a:path>
                </a:pathLst>
              </a:custGeom>
              <a:solidFill>
                <a:schemeClr val="bg2"/>
              </a:solidFill>
              <a:ln w="9525">
                <a:solidFill>
                  <a:schemeClr val="bg2"/>
                </a:solidFill>
                <a:round/>
                <a:headEnd/>
                <a:tailEnd/>
              </a:ln>
            </p:spPr>
            <p:txBody>
              <a:bodyPr/>
              <a:lstStyle/>
              <a:p>
                <a:endParaRPr lang="en-US"/>
              </a:p>
            </p:txBody>
          </p:sp>
          <p:sp>
            <p:nvSpPr>
              <p:cNvPr id="103800" name="Line 1057"/>
              <p:cNvSpPr>
                <a:spLocks noChangeShapeType="1"/>
              </p:cNvSpPr>
              <p:nvPr/>
            </p:nvSpPr>
            <p:spPr bwMode="auto">
              <a:xfrm flipV="1">
                <a:off x="1490" y="3218"/>
                <a:ext cx="70" cy="46"/>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801" name="Line 1058"/>
              <p:cNvSpPr>
                <a:spLocks noChangeShapeType="1"/>
              </p:cNvSpPr>
              <p:nvPr/>
            </p:nvSpPr>
            <p:spPr bwMode="auto">
              <a:xfrm flipV="1">
                <a:off x="1584" y="3154"/>
                <a:ext cx="72"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802" name="Line 1059"/>
              <p:cNvSpPr>
                <a:spLocks noChangeShapeType="1"/>
              </p:cNvSpPr>
              <p:nvPr/>
            </p:nvSpPr>
            <p:spPr bwMode="auto">
              <a:xfrm flipV="1">
                <a:off x="1672" y="3097"/>
                <a:ext cx="80"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803" name="Line 1060"/>
              <p:cNvSpPr>
                <a:spLocks noChangeShapeType="1"/>
              </p:cNvSpPr>
              <p:nvPr/>
            </p:nvSpPr>
            <p:spPr bwMode="auto">
              <a:xfrm flipV="1">
                <a:off x="1768" y="3057"/>
                <a:ext cx="40" cy="24"/>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3635" name="Group 1061"/>
            <p:cNvGrpSpPr>
              <a:grpSpLocks/>
            </p:cNvGrpSpPr>
            <p:nvPr/>
          </p:nvGrpSpPr>
          <p:grpSpPr bwMode="auto">
            <a:xfrm>
              <a:off x="1936" y="2993"/>
              <a:ext cx="439" cy="582"/>
              <a:chOff x="1936" y="2993"/>
              <a:chExt cx="439" cy="582"/>
            </a:xfrm>
          </p:grpSpPr>
          <p:sp>
            <p:nvSpPr>
              <p:cNvPr id="103792" name="Freeform 1062"/>
              <p:cNvSpPr>
                <a:spLocks/>
              </p:cNvSpPr>
              <p:nvPr/>
            </p:nvSpPr>
            <p:spPr bwMode="auto">
              <a:xfrm>
                <a:off x="2287" y="3472"/>
                <a:ext cx="88" cy="103"/>
              </a:xfrm>
              <a:custGeom>
                <a:avLst/>
                <a:gdLst>
                  <a:gd name="T0" fmla="*/ 88 w 88"/>
                  <a:gd name="T1" fmla="*/ 103 h 103"/>
                  <a:gd name="T2" fmla="*/ 0 w 88"/>
                  <a:gd name="T3" fmla="*/ 32 h 103"/>
                  <a:gd name="T4" fmla="*/ 24 w 88"/>
                  <a:gd name="T5" fmla="*/ 16 h 103"/>
                  <a:gd name="T6" fmla="*/ 40 w 88"/>
                  <a:gd name="T7" fmla="*/ 0 h 103"/>
                  <a:gd name="T8" fmla="*/ 88 w 88"/>
                  <a:gd name="T9" fmla="*/ 103 h 103"/>
                  <a:gd name="T10" fmla="*/ 0 60000 65536"/>
                  <a:gd name="T11" fmla="*/ 0 60000 65536"/>
                  <a:gd name="T12" fmla="*/ 0 60000 65536"/>
                  <a:gd name="T13" fmla="*/ 0 60000 65536"/>
                  <a:gd name="T14" fmla="*/ 0 60000 65536"/>
                  <a:gd name="T15" fmla="*/ 0 w 88"/>
                  <a:gd name="T16" fmla="*/ 0 h 103"/>
                  <a:gd name="T17" fmla="*/ 88 w 88"/>
                  <a:gd name="T18" fmla="*/ 103 h 103"/>
                </a:gdLst>
                <a:ahLst/>
                <a:cxnLst>
                  <a:cxn ang="T10">
                    <a:pos x="T0" y="T1"/>
                  </a:cxn>
                  <a:cxn ang="T11">
                    <a:pos x="T2" y="T3"/>
                  </a:cxn>
                  <a:cxn ang="T12">
                    <a:pos x="T4" y="T5"/>
                  </a:cxn>
                  <a:cxn ang="T13">
                    <a:pos x="T6" y="T7"/>
                  </a:cxn>
                  <a:cxn ang="T14">
                    <a:pos x="T8" y="T9"/>
                  </a:cxn>
                </a:cxnLst>
                <a:rect l="T15" t="T16" r="T17" b="T18"/>
                <a:pathLst>
                  <a:path w="88" h="103">
                    <a:moveTo>
                      <a:pt x="88" y="103"/>
                    </a:moveTo>
                    <a:lnTo>
                      <a:pt x="0" y="32"/>
                    </a:lnTo>
                    <a:lnTo>
                      <a:pt x="24" y="16"/>
                    </a:lnTo>
                    <a:lnTo>
                      <a:pt x="40" y="0"/>
                    </a:lnTo>
                    <a:lnTo>
                      <a:pt x="88" y="103"/>
                    </a:lnTo>
                    <a:close/>
                  </a:path>
                </a:pathLst>
              </a:custGeom>
              <a:solidFill>
                <a:schemeClr val="bg2"/>
              </a:solidFill>
              <a:ln w="9525">
                <a:solidFill>
                  <a:schemeClr val="bg2"/>
                </a:solidFill>
                <a:round/>
                <a:headEnd/>
                <a:tailEnd/>
              </a:ln>
            </p:spPr>
            <p:txBody>
              <a:bodyPr/>
              <a:lstStyle/>
              <a:p>
                <a:endParaRPr lang="en-US"/>
              </a:p>
            </p:txBody>
          </p:sp>
          <p:sp>
            <p:nvSpPr>
              <p:cNvPr id="103793" name="Line 1063"/>
              <p:cNvSpPr>
                <a:spLocks noChangeShapeType="1"/>
              </p:cNvSpPr>
              <p:nvPr/>
            </p:nvSpPr>
            <p:spPr bwMode="auto">
              <a:xfrm>
                <a:off x="1936" y="2993"/>
                <a:ext cx="56" cy="7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794" name="Line 1064"/>
              <p:cNvSpPr>
                <a:spLocks noChangeShapeType="1"/>
              </p:cNvSpPr>
              <p:nvPr/>
            </p:nvSpPr>
            <p:spPr bwMode="auto">
              <a:xfrm>
                <a:off x="2000" y="3081"/>
                <a:ext cx="55" cy="7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795" name="Line 1065"/>
              <p:cNvSpPr>
                <a:spLocks noChangeShapeType="1"/>
              </p:cNvSpPr>
              <p:nvPr/>
            </p:nvSpPr>
            <p:spPr bwMode="auto">
              <a:xfrm>
                <a:off x="2071" y="3169"/>
                <a:ext cx="48" cy="7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796" name="Line 1066"/>
              <p:cNvSpPr>
                <a:spLocks noChangeShapeType="1"/>
              </p:cNvSpPr>
              <p:nvPr/>
            </p:nvSpPr>
            <p:spPr bwMode="auto">
              <a:xfrm>
                <a:off x="2135" y="3264"/>
                <a:ext cx="56" cy="63"/>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797" name="Line 1067"/>
              <p:cNvSpPr>
                <a:spLocks noChangeShapeType="1"/>
              </p:cNvSpPr>
              <p:nvPr/>
            </p:nvSpPr>
            <p:spPr bwMode="auto">
              <a:xfrm>
                <a:off x="2207" y="3352"/>
                <a:ext cx="48" cy="7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798" name="Line 1068"/>
              <p:cNvSpPr>
                <a:spLocks noChangeShapeType="1"/>
              </p:cNvSpPr>
              <p:nvPr/>
            </p:nvSpPr>
            <p:spPr bwMode="auto">
              <a:xfrm>
                <a:off x="2271" y="3440"/>
                <a:ext cx="40"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3636" name="Group 1069"/>
            <p:cNvGrpSpPr>
              <a:grpSpLocks/>
            </p:cNvGrpSpPr>
            <p:nvPr/>
          </p:nvGrpSpPr>
          <p:grpSpPr bwMode="auto">
            <a:xfrm>
              <a:off x="1944" y="2690"/>
              <a:ext cx="447" cy="279"/>
              <a:chOff x="1944" y="2690"/>
              <a:chExt cx="447" cy="279"/>
            </a:xfrm>
          </p:grpSpPr>
          <p:sp>
            <p:nvSpPr>
              <p:cNvPr id="103787" name="Freeform 1070"/>
              <p:cNvSpPr>
                <a:spLocks/>
              </p:cNvSpPr>
              <p:nvPr/>
            </p:nvSpPr>
            <p:spPr bwMode="auto">
              <a:xfrm>
                <a:off x="2279" y="2889"/>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 name="T15" fmla="*/ 0 w 112"/>
                  <a:gd name="T16" fmla="*/ 0 h 80"/>
                  <a:gd name="T17" fmla="*/ 112 w 112"/>
                  <a:gd name="T18" fmla="*/ 80 h 80"/>
                </a:gdLst>
                <a:ahLst/>
                <a:cxnLst>
                  <a:cxn ang="T10">
                    <a:pos x="T0" y="T1"/>
                  </a:cxn>
                  <a:cxn ang="T11">
                    <a:pos x="T2" y="T3"/>
                  </a:cxn>
                  <a:cxn ang="T12">
                    <a:pos x="T4" y="T5"/>
                  </a:cxn>
                  <a:cxn ang="T13">
                    <a:pos x="T6" y="T7"/>
                  </a:cxn>
                  <a:cxn ang="T14">
                    <a:pos x="T8" y="T9"/>
                  </a:cxn>
                </a:cxnLst>
                <a:rect l="T15" t="T16" r="T17" b="T18"/>
                <a:pathLst>
                  <a:path w="112" h="80">
                    <a:moveTo>
                      <a:pt x="112" y="80"/>
                    </a:moveTo>
                    <a:lnTo>
                      <a:pt x="0" y="48"/>
                    </a:lnTo>
                    <a:lnTo>
                      <a:pt x="16" y="24"/>
                    </a:lnTo>
                    <a:lnTo>
                      <a:pt x="32" y="0"/>
                    </a:lnTo>
                    <a:lnTo>
                      <a:pt x="112" y="80"/>
                    </a:lnTo>
                    <a:close/>
                  </a:path>
                </a:pathLst>
              </a:custGeom>
              <a:solidFill>
                <a:schemeClr val="bg2"/>
              </a:solidFill>
              <a:ln w="9525">
                <a:solidFill>
                  <a:schemeClr val="bg2"/>
                </a:solidFill>
                <a:round/>
                <a:headEnd/>
                <a:tailEnd/>
              </a:ln>
            </p:spPr>
            <p:txBody>
              <a:bodyPr/>
              <a:lstStyle/>
              <a:p>
                <a:endParaRPr lang="en-US"/>
              </a:p>
            </p:txBody>
          </p:sp>
          <p:sp>
            <p:nvSpPr>
              <p:cNvPr id="103788" name="Line 1071"/>
              <p:cNvSpPr>
                <a:spLocks noChangeShapeType="1"/>
              </p:cNvSpPr>
              <p:nvPr/>
            </p:nvSpPr>
            <p:spPr bwMode="auto">
              <a:xfrm>
                <a:off x="1944" y="2690"/>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789" name="Line 1072"/>
              <p:cNvSpPr>
                <a:spLocks noChangeShapeType="1"/>
              </p:cNvSpPr>
              <p:nvPr/>
            </p:nvSpPr>
            <p:spPr bwMode="auto">
              <a:xfrm>
                <a:off x="2040" y="2746"/>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790" name="Line 1073"/>
              <p:cNvSpPr>
                <a:spLocks noChangeShapeType="1"/>
              </p:cNvSpPr>
              <p:nvPr/>
            </p:nvSpPr>
            <p:spPr bwMode="auto">
              <a:xfrm>
                <a:off x="2136" y="2810"/>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791" name="Line 1074"/>
              <p:cNvSpPr>
                <a:spLocks noChangeShapeType="1"/>
              </p:cNvSpPr>
              <p:nvPr/>
            </p:nvSpPr>
            <p:spPr bwMode="auto">
              <a:xfrm>
                <a:off x="2232" y="2866"/>
                <a:ext cx="63" cy="46"/>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3637" name="Group 1075"/>
            <p:cNvGrpSpPr>
              <a:grpSpLocks/>
            </p:cNvGrpSpPr>
            <p:nvPr/>
          </p:nvGrpSpPr>
          <p:grpSpPr bwMode="auto">
            <a:xfrm>
              <a:off x="2407" y="3001"/>
              <a:ext cx="423" cy="271"/>
              <a:chOff x="2407" y="3001"/>
              <a:chExt cx="423" cy="271"/>
            </a:xfrm>
          </p:grpSpPr>
          <p:sp>
            <p:nvSpPr>
              <p:cNvPr id="103782" name="Freeform 1076"/>
              <p:cNvSpPr>
                <a:spLocks/>
              </p:cNvSpPr>
              <p:nvPr/>
            </p:nvSpPr>
            <p:spPr bwMode="auto">
              <a:xfrm>
                <a:off x="2718" y="3185"/>
                <a:ext cx="112" cy="87"/>
              </a:xfrm>
              <a:custGeom>
                <a:avLst/>
                <a:gdLst>
                  <a:gd name="T0" fmla="*/ 112 w 112"/>
                  <a:gd name="T1" fmla="*/ 87 h 87"/>
                  <a:gd name="T2" fmla="*/ 0 w 112"/>
                  <a:gd name="T3" fmla="*/ 47 h 87"/>
                  <a:gd name="T4" fmla="*/ 16 w 112"/>
                  <a:gd name="T5" fmla="*/ 23 h 87"/>
                  <a:gd name="T6" fmla="*/ 32 w 112"/>
                  <a:gd name="T7" fmla="*/ 0 h 87"/>
                  <a:gd name="T8" fmla="*/ 112 w 112"/>
                  <a:gd name="T9" fmla="*/ 87 h 87"/>
                  <a:gd name="T10" fmla="*/ 0 60000 65536"/>
                  <a:gd name="T11" fmla="*/ 0 60000 65536"/>
                  <a:gd name="T12" fmla="*/ 0 60000 65536"/>
                  <a:gd name="T13" fmla="*/ 0 60000 65536"/>
                  <a:gd name="T14" fmla="*/ 0 60000 65536"/>
                  <a:gd name="T15" fmla="*/ 0 w 112"/>
                  <a:gd name="T16" fmla="*/ 0 h 87"/>
                  <a:gd name="T17" fmla="*/ 112 w 112"/>
                  <a:gd name="T18" fmla="*/ 87 h 87"/>
                </a:gdLst>
                <a:ahLst/>
                <a:cxnLst>
                  <a:cxn ang="T10">
                    <a:pos x="T0" y="T1"/>
                  </a:cxn>
                  <a:cxn ang="T11">
                    <a:pos x="T2" y="T3"/>
                  </a:cxn>
                  <a:cxn ang="T12">
                    <a:pos x="T4" y="T5"/>
                  </a:cxn>
                  <a:cxn ang="T13">
                    <a:pos x="T6" y="T7"/>
                  </a:cxn>
                  <a:cxn ang="T14">
                    <a:pos x="T8" y="T9"/>
                  </a:cxn>
                </a:cxnLst>
                <a:rect l="T15" t="T16" r="T17" b="T18"/>
                <a:pathLst>
                  <a:path w="112" h="87">
                    <a:moveTo>
                      <a:pt x="112" y="87"/>
                    </a:moveTo>
                    <a:lnTo>
                      <a:pt x="0" y="47"/>
                    </a:lnTo>
                    <a:lnTo>
                      <a:pt x="16" y="23"/>
                    </a:lnTo>
                    <a:lnTo>
                      <a:pt x="32" y="0"/>
                    </a:lnTo>
                    <a:lnTo>
                      <a:pt x="112" y="87"/>
                    </a:lnTo>
                    <a:close/>
                  </a:path>
                </a:pathLst>
              </a:custGeom>
              <a:solidFill>
                <a:schemeClr val="bg2"/>
              </a:solidFill>
              <a:ln w="9525">
                <a:solidFill>
                  <a:schemeClr val="bg2"/>
                </a:solidFill>
                <a:round/>
                <a:headEnd/>
                <a:tailEnd/>
              </a:ln>
            </p:spPr>
            <p:txBody>
              <a:bodyPr/>
              <a:lstStyle/>
              <a:p>
                <a:endParaRPr lang="en-US"/>
              </a:p>
            </p:txBody>
          </p:sp>
          <p:sp>
            <p:nvSpPr>
              <p:cNvPr id="103783" name="Line 1077"/>
              <p:cNvSpPr>
                <a:spLocks noChangeShapeType="1"/>
              </p:cNvSpPr>
              <p:nvPr/>
            </p:nvSpPr>
            <p:spPr bwMode="auto">
              <a:xfrm>
                <a:off x="2407" y="3001"/>
                <a:ext cx="72"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784" name="Line 1078"/>
              <p:cNvSpPr>
                <a:spLocks noChangeShapeType="1"/>
              </p:cNvSpPr>
              <p:nvPr/>
            </p:nvSpPr>
            <p:spPr bwMode="auto">
              <a:xfrm>
                <a:off x="2503" y="3065"/>
                <a:ext cx="71" cy="39"/>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785" name="Line 1079"/>
              <p:cNvSpPr>
                <a:spLocks noChangeShapeType="1"/>
              </p:cNvSpPr>
              <p:nvPr/>
            </p:nvSpPr>
            <p:spPr bwMode="auto">
              <a:xfrm>
                <a:off x="2599" y="3121"/>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786" name="Line 1080"/>
              <p:cNvSpPr>
                <a:spLocks noChangeShapeType="1"/>
              </p:cNvSpPr>
              <p:nvPr/>
            </p:nvSpPr>
            <p:spPr bwMode="auto">
              <a:xfrm>
                <a:off x="2688" y="3185"/>
                <a:ext cx="46" cy="2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3638" name="Group 1081"/>
            <p:cNvGrpSpPr>
              <a:grpSpLocks/>
            </p:cNvGrpSpPr>
            <p:nvPr/>
          </p:nvGrpSpPr>
          <p:grpSpPr bwMode="auto">
            <a:xfrm>
              <a:off x="2854" y="3296"/>
              <a:ext cx="439" cy="279"/>
              <a:chOff x="2854" y="3296"/>
              <a:chExt cx="439" cy="279"/>
            </a:xfrm>
          </p:grpSpPr>
          <p:sp>
            <p:nvSpPr>
              <p:cNvPr id="103777" name="Freeform 1082"/>
              <p:cNvSpPr>
                <a:spLocks/>
              </p:cNvSpPr>
              <p:nvPr/>
            </p:nvSpPr>
            <p:spPr bwMode="auto">
              <a:xfrm>
                <a:off x="3181" y="3488"/>
                <a:ext cx="112" cy="87"/>
              </a:xfrm>
              <a:custGeom>
                <a:avLst/>
                <a:gdLst>
                  <a:gd name="T0" fmla="*/ 112 w 112"/>
                  <a:gd name="T1" fmla="*/ 87 h 87"/>
                  <a:gd name="T2" fmla="*/ 0 w 112"/>
                  <a:gd name="T3" fmla="*/ 48 h 87"/>
                  <a:gd name="T4" fmla="*/ 16 w 112"/>
                  <a:gd name="T5" fmla="*/ 24 h 87"/>
                  <a:gd name="T6" fmla="*/ 32 w 112"/>
                  <a:gd name="T7" fmla="*/ 0 h 87"/>
                  <a:gd name="T8" fmla="*/ 112 w 112"/>
                  <a:gd name="T9" fmla="*/ 87 h 87"/>
                  <a:gd name="T10" fmla="*/ 0 60000 65536"/>
                  <a:gd name="T11" fmla="*/ 0 60000 65536"/>
                  <a:gd name="T12" fmla="*/ 0 60000 65536"/>
                  <a:gd name="T13" fmla="*/ 0 60000 65536"/>
                  <a:gd name="T14" fmla="*/ 0 60000 65536"/>
                  <a:gd name="T15" fmla="*/ 0 w 112"/>
                  <a:gd name="T16" fmla="*/ 0 h 87"/>
                  <a:gd name="T17" fmla="*/ 112 w 112"/>
                  <a:gd name="T18" fmla="*/ 87 h 87"/>
                </a:gdLst>
                <a:ahLst/>
                <a:cxnLst>
                  <a:cxn ang="T10">
                    <a:pos x="T0" y="T1"/>
                  </a:cxn>
                  <a:cxn ang="T11">
                    <a:pos x="T2" y="T3"/>
                  </a:cxn>
                  <a:cxn ang="T12">
                    <a:pos x="T4" y="T5"/>
                  </a:cxn>
                  <a:cxn ang="T13">
                    <a:pos x="T6" y="T7"/>
                  </a:cxn>
                  <a:cxn ang="T14">
                    <a:pos x="T8" y="T9"/>
                  </a:cxn>
                </a:cxnLst>
                <a:rect l="T15" t="T16" r="T17" b="T18"/>
                <a:pathLst>
                  <a:path w="112" h="87">
                    <a:moveTo>
                      <a:pt x="112" y="87"/>
                    </a:moveTo>
                    <a:lnTo>
                      <a:pt x="0" y="48"/>
                    </a:lnTo>
                    <a:lnTo>
                      <a:pt x="16" y="24"/>
                    </a:lnTo>
                    <a:lnTo>
                      <a:pt x="32" y="0"/>
                    </a:lnTo>
                    <a:lnTo>
                      <a:pt x="112" y="87"/>
                    </a:lnTo>
                    <a:close/>
                  </a:path>
                </a:pathLst>
              </a:custGeom>
              <a:solidFill>
                <a:schemeClr val="bg2"/>
              </a:solidFill>
              <a:ln w="9525">
                <a:solidFill>
                  <a:schemeClr val="bg2"/>
                </a:solidFill>
                <a:round/>
                <a:headEnd/>
                <a:tailEnd/>
              </a:ln>
            </p:spPr>
            <p:txBody>
              <a:bodyPr/>
              <a:lstStyle/>
              <a:p>
                <a:endParaRPr lang="en-US"/>
              </a:p>
            </p:txBody>
          </p:sp>
          <p:sp>
            <p:nvSpPr>
              <p:cNvPr id="103778" name="Line 1083"/>
              <p:cNvSpPr>
                <a:spLocks noChangeShapeType="1"/>
              </p:cNvSpPr>
              <p:nvPr/>
            </p:nvSpPr>
            <p:spPr bwMode="auto">
              <a:xfrm>
                <a:off x="2854" y="3296"/>
                <a:ext cx="72"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779" name="Line 1084"/>
              <p:cNvSpPr>
                <a:spLocks noChangeShapeType="1"/>
              </p:cNvSpPr>
              <p:nvPr/>
            </p:nvSpPr>
            <p:spPr bwMode="auto">
              <a:xfrm>
                <a:off x="2950" y="3360"/>
                <a:ext cx="71" cy="39"/>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780" name="Line 1085"/>
              <p:cNvSpPr>
                <a:spLocks noChangeShapeType="1"/>
              </p:cNvSpPr>
              <p:nvPr/>
            </p:nvSpPr>
            <p:spPr bwMode="auto">
              <a:xfrm>
                <a:off x="3046" y="3416"/>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781" name="Line 1086"/>
              <p:cNvSpPr>
                <a:spLocks noChangeShapeType="1"/>
              </p:cNvSpPr>
              <p:nvPr/>
            </p:nvSpPr>
            <p:spPr bwMode="auto">
              <a:xfrm>
                <a:off x="3135" y="3480"/>
                <a:ext cx="62" cy="3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3639" name="Group 1087"/>
            <p:cNvGrpSpPr>
              <a:grpSpLocks/>
            </p:cNvGrpSpPr>
            <p:nvPr/>
          </p:nvGrpSpPr>
          <p:grpSpPr bwMode="auto">
            <a:xfrm>
              <a:off x="2863" y="3304"/>
              <a:ext cx="422" cy="279"/>
              <a:chOff x="2863" y="3304"/>
              <a:chExt cx="422" cy="279"/>
            </a:xfrm>
          </p:grpSpPr>
          <p:sp>
            <p:nvSpPr>
              <p:cNvPr id="103772" name="Freeform 1088"/>
              <p:cNvSpPr>
                <a:spLocks/>
              </p:cNvSpPr>
              <p:nvPr/>
            </p:nvSpPr>
            <p:spPr bwMode="auto">
              <a:xfrm>
                <a:off x="3173" y="3304"/>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32" y="88"/>
                    </a:lnTo>
                    <a:lnTo>
                      <a:pt x="16" y="64"/>
                    </a:lnTo>
                    <a:lnTo>
                      <a:pt x="0" y="40"/>
                    </a:lnTo>
                    <a:lnTo>
                      <a:pt x="112" y="0"/>
                    </a:lnTo>
                    <a:close/>
                  </a:path>
                </a:pathLst>
              </a:custGeom>
              <a:solidFill>
                <a:schemeClr val="bg2"/>
              </a:solidFill>
              <a:ln w="9525">
                <a:solidFill>
                  <a:schemeClr val="bg2"/>
                </a:solidFill>
                <a:round/>
                <a:headEnd/>
                <a:tailEnd/>
              </a:ln>
            </p:spPr>
            <p:txBody>
              <a:bodyPr/>
              <a:lstStyle/>
              <a:p>
                <a:endParaRPr lang="en-US"/>
              </a:p>
            </p:txBody>
          </p:sp>
          <p:sp>
            <p:nvSpPr>
              <p:cNvPr id="103773" name="Line 1089"/>
              <p:cNvSpPr>
                <a:spLocks noChangeShapeType="1"/>
              </p:cNvSpPr>
              <p:nvPr/>
            </p:nvSpPr>
            <p:spPr bwMode="auto">
              <a:xfrm flipV="1">
                <a:off x="2863" y="3536"/>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774" name="Line 1090"/>
              <p:cNvSpPr>
                <a:spLocks noChangeShapeType="1"/>
              </p:cNvSpPr>
              <p:nvPr/>
            </p:nvSpPr>
            <p:spPr bwMode="auto">
              <a:xfrm flipV="1">
                <a:off x="2958" y="3473"/>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775" name="Line 1091"/>
              <p:cNvSpPr>
                <a:spLocks noChangeShapeType="1"/>
              </p:cNvSpPr>
              <p:nvPr/>
            </p:nvSpPr>
            <p:spPr bwMode="auto">
              <a:xfrm flipV="1">
                <a:off x="3046" y="3417"/>
                <a:ext cx="79"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776" name="Line 1092"/>
              <p:cNvSpPr>
                <a:spLocks noChangeShapeType="1"/>
              </p:cNvSpPr>
              <p:nvPr/>
            </p:nvSpPr>
            <p:spPr bwMode="auto">
              <a:xfrm flipV="1">
                <a:off x="3141" y="3368"/>
                <a:ext cx="48" cy="3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3640" name="Group 1093"/>
            <p:cNvGrpSpPr>
              <a:grpSpLocks/>
            </p:cNvGrpSpPr>
            <p:nvPr/>
          </p:nvGrpSpPr>
          <p:grpSpPr bwMode="auto">
            <a:xfrm>
              <a:off x="2870" y="2690"/>
              <a:ext cx="415" cy="287"/>
              <a:chOff x="2870" y="2690"/>
              <a:chExt cx="415" cy="287"/>
            </a:xfrm>
          </p:grpSpPr>
          <p:sp>
            <p:nvSpPr>
              <p:cNvPr id="103767" name="Freeform 1094"/>
              <p:cNvSpPr>
                <a:spLocks/>
              </p:cNvSpPr>
              <p:nvPr/>
            </p:nvSpPr>
            <p:spPr bwMode="auto">
              <a:xfrm>
                <a:off x="3173" y="2690"/>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32" y="88"/>
                    </a:lnTo>
                    <a:lnTo>
                      <a:pt x="16" y="64"/>
                    </a:lnTo>
                    <a:lnTo>
                      <a:pt x="0" y="40"/>
                    </a:lnTo>
                    <a:lnTo>
                      <a:pt x="112" y="0"/>
                    </a:lnTo>
                    <a:close/>
                  </a:path>
                </a:pathLst>
              </a:custGeom>
              <a:solidFill>
                <a:schemeClr val="bg2"/>
              </a:solidFill>
              <a:ln w="9525">
                <a:solidFill>
                  <a:schemeClr val="bg2"/>
                </a:solidFill>
                <a:round/>
                <a:headEnd/>
                <a:tailEnd/>
              </a:ln>
            </p:spPr>
            <p:txBody>
              <a:bodyPr/>
              <a:lstStyle/>
              <a:p>
                <a:endParaRPr lang="en-US"/>
              </a:p>
            </p:txBody>
          </p:sp>
          <p:sp>
            <p:nvSpPr>
              <p:cNvPr id="103768" name="Line 1095"/>
              <p:cNvSpPr>
                <a:spLocks noChangeShapeType="1"/>
              </p:cNvSpPr>
              <p:nvPr/>
            </p:nvSpPr>
            <p:spPr bwMode="auto">
              <a:xfrm flipV="1">
                <a:off x="2870" y="2929"/>
                <a:ext cx="72"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769" name="Line 1096"/>
              <p:cNvSpPr>
                <a:spLocks noChangeShapeType="1"/>
              </p:cNvSpPr>
              <p:nvPr/>
            </p:nvSpPr>
            <p:spPr bwMode="auto">
              <a:xfrm flipV="1">
                <a:off x="2967" y="2867"/>
                <a:ext cx="70" cy="46"/>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770" name="Line 1097"/>
              <p:cNvSpPr>
                <a:spLocks noChangeShapeType="1"/>
              </p:cNvSpPr>
              <p:nvPr/>
            </p:nvSpPr>
            <p:spPr bwMode="auto">
              <a:xfrm flipV="1">
                <a:off x="3053" y="2803"/>
                <a:ext cx="72"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771" name="Line 1098"/>
              <p:cNvSpPr>
                <a:spLocks noChangeShapeType="1"/>
              </p:cNvSpPr>
              <p:nvPr/>
            </p:nvSpPr>
            <p:spPr bwMode="auto">
              <a:xfrm flipV="1">
                <a:off x="3149" y="2754"/>
                <a:ext cx="40" cy="3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3641" name="Group 1099"/>
            <p:cNvGrpSpPr>
              <a:grpSpLocks/>
            </p:cNvGrpSpPr>
            <p:nvPr/>
          </p:nvGrpSpPr>
          <p:grpSpPr bwMode="auto">
            <a:xfrm>
              <a:off x="2878" y="2068"/>
              <a:ext cx="431" cy="287"/>
              <a:chOff x="2878" y="2068"/>
              <a:chExt cx="431" cy="287"/>
            </a:xfrm>
          </p:grpSpPr>
          <p:sp>
            <p:nvSpPr>
              <p:cNvPr id="103762" name="Freeform 1100"/>
              <p:cNvSpPr>
                <a:spLocks/>
              </p:cNvSpPr>
              <p:nvPr/>
            </p:nvSpPr>
            <p:spPr bwMode="auto">
              <a:xfrm>
                <a:off x="3197" y="2267"/>
                <a:ext cx="112" cy="88"/>
              </a:xfrm>
              <a:custGeom>
                <a:avLst/>
                <a:gdLst>
                  <a:gd name="T0" fmla="*/ 112 w 112"/>
                  <a:gd name="T1" fmla="*/ 88 h 88"/>
                  <a:gd name="T2" fmla="*/ 0 w 112"/>
                  <a:gd name="T3" fmla="*/ 48 h 88"/>
                  <a:gd name="T4" fmla="*/ 16 w 112"/>
                  <a:gd name="T5" fmla="*/ 24 h 88"/>
                  <a:gd name="T6" fmla="*/ 32 w 112"/>
                  <a:gd name="T7" fmla="*/ 0 h 88"/>
                  <a:gd name="T8" fmla="*/ 112 w 112"/>
                  <a:gd name="T9" fmla="*/ 88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88"/>
                    </a:moveTo>
                    <a:lnTo>
                      <a:pt x="0" y="48"/>
                    </a:lnTo>
                    <a:lnTo>
                      <a:pt x="16" y="24"/>
                    </a:lnTo>
                    <a:lnTo>
                      <a:pt x="32" y="0"/>
                    </a:lnTo>
                    <a:lnTo>
                      <a:pt x="112" y="88"/>
                    </a:lnTo>
                    <a:close/>
                  </a:path>
                </a:pathLst>
              </a:custGeom>
              <a:solidFill>
                <a:schemeClr val="bg2"/>
              </a:solidFill>
              <a:ln w="9525">
                <a:solidFill>
                  <a:schemeClr val="bg2"/>
                </a:solidFill>
                <a:round/>
                <a:headEnd/>
                <a:tailEnd/>
              </a:ln>
            </p:spPr>
            <p:txBody>
              <a:bodyPr/>
              <a:lstStyle/>
              <a:p>
                <a:endParaRPr lang="en-US"/>
              </a:p>
            </p:txBody>
          </p:sp>
          <p:sp>
            <p:nvSpPr>
              <p:cNvPr id="103763" name="Line 1101"/>
              <p:cNvSpPr>
                <a:spLocks noChangeShapeType="1"/>
              </p:cNvSpPr>
              <p:nvPr/>
            </p:nvSpPr>
            <p:spPr bwMode="auto">
              <a:xfrm>
                <a:off x="2878" y="2068"/>
                <a:ext cx="72"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764" name="Line 1102"/>
              <p:cNvSpPr>
                <a:spLocks noChangeShapeType="1"/>
              </p:cNvSpPr>
              <p:nvPr/>
            </p:nvSpPr>
            <p:spPr bwMode="auto">
              <a:xfrm>
                <a:off x="2975" y="2132"/>
                <a:ext cx="70" cy="46"/>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765" name="Line 1103"/>
              <p:cNvSpPr>
                <a:spLocks noChangeShapeType="1"/>
              </p:cNvSpPr>
              <p:nvPr/>
            </p:nvSpPr>
            <p:spPr bwMode="auto">
              <a:xfrm>
                <a:off x="3062" y="2196"/>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766" name="Line 1104"/>
              <p:cNvSpPr>
                <a:spLocks noChangeShapeType="1"/>
              </p:cNvSpPr>
              <p:nvPr/>
            </p:nvSpPr>
            <p:spPr bwMode="auto">
              <a:xfrm>
                <a:off x="3157" y="2251"/>
                <a:ext cx="56" cy="4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3642" name="Group 1105"/>
            <p:cNvGrpSpPr>
              <a:grpSpLocks/>
            </p:cNvGrpSpPr>
            <p:nvPr/>
          </p:nvGrpSpPr>
          <p:grpSpPr bwMode="auto">
            <a:xfrm>
              <a:off x="2415" y="2387"/>
              <a:ext cx="439" cy="271"/>
              <a:chOff x="2415" y="2387"/>
              <a:chExt cx="439" cy="271"/>
            </a:xfrm>
          </p:grpSpPr>
          <p:sp>
            <p:nvSpPr>
              <p:cNvPr id="103757" name="Freeform 1106"/>
              <p:cNvSpPr>
                <a:spLocks/>
              </p:cNvSpPr>
              <p:nvPr/>
            </p:nvSpPr>
            <p:spPr bwMode="auto">
              <a:xfrm>
                <a:off x="2742" y="2578"/>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 name="T15" fmla="*/ 0 w 112"/>
                  <a:gd name="T16" fmla="*/ 0 h 80"/>
                  <a:gd name="T17" fmla="*/ 112 w 112"/>
                  <a:gd name="T18" fmla="*/ 80 h 80"/>
                </a:gdLst>
                <a:ahLst/>
                <a:cxnLst>
                  <a:cxn ang="T10">
                    <a:pos x="T0" y="T1"/>
                  </a:cxn>
                  <a:cxn ang="T11">
                    <a:pos x="T2" y="T3"/>
                  </a:cxn>
                  <a:cxn ang="T12">
                    <a:pos x="T4" y="T5"/>
                  </a:cxn>
                  <a:cxn ang="T13">
                    <a:pos x="T6" y="T7"/>
                  </a:cxn>
                  <a:cxn ang="T14">
                    <a:pos x="T8" y="T9"/>
                  </a:cxn>
                </a:cxnLst>
                <a:rect l="T15" t="T16" r="T17" b="T18"/>
                <a:pathLst>
                  <a:path w="112" h="80">
                    <a:moveTo>
                      <a:pt x="112" y="80"/>
                    </a:moveTo>
                    <a:lnTo>
                      <a:pt x="0" y="48"/>
                    </a:lnTo>
                    <a:lnTo>
                      <a:pt x="16" y="24"/>
                    </a:lnTo>
                    <a:lnTo>
                      <a:pt x="32" y="0"/>
                    </a:lnTo>
                    <a:lnTo>
                      <a:pt x="112" y="80"/>
                    </a:lnTo>
                    <a:close/>
                  </a:path>
                </a:pathLst>
              </a:custGeom>
              <a:solidFill>
                <a:schemeClr val="bg2"/>
              </a:solidFill>
              <a:ln w="9525">
                <a:solidFill>
                  <a:schemeClr val="bg2"/>
                </a:solidFill>
                <a:round/>
                <a:headEnd/>
                <a:tailEnd/>
              </a:ln>
            </p:spPr>
            <p:txBody>
              <a:bodyPr/>
              <a:lstStyle/>
              <a:p>
                <a:endParaRPr lang="en-US"/>
              </a:p>
            </p:txBody>
          </p:sp>
          <p:sp>
            <p:nvSpPr>
              <p:cNvPr id="103758" name="Line 1107"/>
              <p:cNvSpPr>
                <a:spLocks noChangeShapeType="1"/>
              </p:cNvSpPr>
              <p:nvPr/>
            </p:nvSpPr>
            <p:spPr bwMode="auto">
              <a:xfrm>
                <a:off x="2415" y="2387"/>
                <a:ext cx="72"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759" name="Line 1108"/>
              <p:cNvSpPr>
                <a:spLocks noChangeShapeType="1"/>
              </p:cNvSpPr>
              <p:nvPr/>
            </p:nvSpPr>
            <p:spPr bwMode="auto">
              <a:xfrm>
                <a:off x="2512" y="2443"/>
                <a:ext cx="70" cy="46"/>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760" name="Line 1109"/>
              <p:cNvSpPr>
                <a:spLocks noChangeShapeType="1"/>
              </p:cNvSpPr>
              <p:nvPr/>
            </p:nvSpPr>
            <p:spPr bwMode="auto">
              <a:xfrm>
                <a:off x="2607" y="2507"/>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761" name="Line 1110"/>
              <p:cNvSpPr>
                <a:spLocks noChangeShapeType="1"/>
              </p:cNvSpPr>
              <p:nvPr/>
            </p:nvSpPr>
            <p:spPr bwMode="auto">
              <a:xfrm>
                <a:off x="2702" y="2562"/>
                <a:ext cx="56" cy="39"/>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3643" name="Group 1111"/>
            <p:cNvGrpSpPr>
              <a:grpSpLocks/>
            </p:cNvGrpSpPr>
            <p:nvPr/>
          </p:nvGrpSpPr>
          <p:grpSpPr bwMode="auto">
            <a:xfrm>
              <a:off x="1944" y="2387"/>
              <a:ext cx="439" cy="271"/>
              <a:chOff x="1944" y="2387"/>
              <a:chExt cx="439" cy="271"/>
            </a:xfrm>
          </p:grpSpPr>
          <p:sp>
            <p:nvSpPr>
              <p:cNvPr id="103752" name="Freeform 1112"/>
              <p:cNvSpPr>
                <a:spLocks/>
              </p:cNvSpPr>
              <p:nvPr/>
            </p:nvSpPr>
            <p:spPr bwMode="auto">
              <a:xfrm>
                <a:off x="2271" y="2578"/>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 name="T15" fmla="*/ 0 w 112"/>
                  <a:gd name="T16" fmla="*/ 0 h 80"/>
                  <a:gd name="T17" fmla="*/ 112 w 112"/>
                  <a:gd name="T18" fmla="*/ 80 h 80"/>
                </a:gdLst>
                <a:ahLst/>
                <a:cxnLst>
                  <a:cxn ang="T10">
                    <a:pos x="T0" y="T1"/>
                  </a:cxn>
                  <a:cxn ang="T11">
                    <a:pos x="T2" y="T3"/>
                  </a:cxn>
                  <a:cxn ang="T12">
                    <a:pos x="T4" y="T5"/>
                  </a:cxn>
                  <a:cxn ang="T13">
                    <a:pos x="T6" y="T7"/>
                  </a:cxn>
                  <a:cxn ang="T14">
                    <a:pos x="T8" y="T9"/>
                  </a:cxn>
                </a:cxnLst>
                <a:rect l="T15" t="T16" r="T17" b="T18"/>
                <a:pathLst>
                  <a:path w="112" h="80">
                    <a:moveTo>
                      <a:pt x="112" y="80"/>
                    </a:moveTo>
                    <a:lnTo>
                      <a:pt x="0" y="48"/>
                    </a:lnTo>
                    <a:lnTo>
                      <a:pt x="16" y="24"/>
                    </a:lnTo>
                    <a:lnTo>
                      <a:pt x="32" y="0"/>
                    </a:lnTo>
                    <a:lnTo>
                      <a:pt x="112" y="80"/>
                    </a:lnTo>
                    <a:close/>
                  </a:path>
                </a:pathLst>
              </a:custGeom>
              <a:solidFill>
                <a:schemeClr val="bg2"/>
              </a:solidFill>
              <a:ln w="9525">
                <a:solidFill>
                  <a:schemeClr val="bg2"/>
                </a:solidFill>
                <a:round/>
                <a:headEnd/>
                <a:tailEnd/>
              </a:ln>
            </p:spPr>
            <p:txBody>
              <a:bodyPr/>
              <a:lstStyle/>
              <a:p>
                <a:endParaRPr lang="en-US"/>
              </a:p>
            </p:txBody>
          </p:sp>
          <p:sp>
            <p:nvSpPr>
              <p:cNvPr id="103753" name="Line 1113"/>
              <p:cNvSpPr>
                <a:spLocks noChangeShapeType="1"/>
              </p:cNvSpPr>
              <p:nvPr/>
            </p:nvSpPr>
            <p:spPr bwMode="auto">
              <a:xfrm>
                <a:off x="1944" y="2387"/>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754" name="Line 1114"/>
              <p:cNvSpPr>
                <a:spLocks noChangeShapeType="1"/>
              </p:cNvSpPr>
              <p:nvPr/>
            </p:nvSpPr>
            <p:spPr bwMode="auto">
              <a:xfrm>
                <a:off x="2040" y="2443"/>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755" name="Line 1115"/>
              <p:cNvSpPr>
                <a:spLocks noChangeShapeType="1"/>
              </p:cNvSpPr>
              <p:nvPr/>
            </p:nvSpPr>
            <p:spPr bwMode="auto">
              <a:xfrm>
                <a:off x="2136" y="2507"/>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756" name="Line 1116"/>
              <p:cNvSpPr>
                <a:spLocks noChangeShapeType="1"/>
              </p:cNvSpPr>
              <p:nvPr/>
            </p:nvSpPr>
            <p:spPr bwMode="auto">
              <a:xfrm>
                <a:off x="2231" y="2562"/>
                <a:ext cx="56" cy="39"/>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3644" name="Group 1117"/>
            <p:cNvGrpSpPr>
              <a:grpSpLocks/>
            </p:cNvGrpSpPr>
            <p:nvPr/>
          </p:nvGrpSpPr>
          <p:grpSpPr bwMode="auto">
            <a:xfrm>
              <a:off x="2399" y="3304"/>
              <a:ext cx="447" cy="279"/>
              <a:chOff x="2399" y="3304"/>
              <a:chExt cx="447" cy="279"/>
            </a:xfrm>
          </p:grpSpPr>
          <p:sp>
            <p:nvSpPr>
              <p:cNvPr id="103747" name="Freeform 1118"/>
              <p:cNvSpPr>
                <a:spLocks/>
              </p:cNvSpPr>
              <p:nvPr/>
            </p:nvSpPr>
            <p:spPr bwMode="auto">
              <a:xfrm>
                <a:off x="2734" y="3504"/>
                <a:ext cx="112" cy="79"/>
              </a:xfrm>
              <a:custGeom>
                <a:avLst/>
                <a:gdLst>
                  <a:gd name="T0" fmla="*/ 112 w 112"/>
                  <a:gd name="T1" fmla="*/ 79 h 79"/>
                  <a:gd name="T2" fmla="*/ 0 w 112"/>
                  <a:gd name="T3" fmla="*/ 47 h 79"/>
                  <a:gd name="T4" fmla="*/ 16 w 112"/>
                  <a:gd name="T5" fmla="*/ 24 h 79"/>
                  <a:gd name="T6" fmla="*/ 32 w 112"/>
                  <a:gd name="T7" fmla="*/ 0 h 79"/>
                  <a:gd name="T8" fmla="*/ 112 w 112"/>
                  <a:gd name="T9" fmla="*/ 79 h 79"/>
                  <a:gd name="T10" fmla="*/ 0 60000 65536"/>
                  <a:gd name="T11" fmla="*/ 0 60000 65536"/>
                  <a:gd name="T12" fmla="*/ 0 60000 65536"/>
                  <a:gd name="T13" fmla="*/ 0 60000 65536"/>
                  <a:gd name="T14" fmla="*/ 0 60000 65536"/>
                  <a:gd name="T15" fmla="*/ 0 w 112"/>
                  <a:gd name="T16" fmla="*/ 0 h 79"/>
                  <a:gd name="T17" fmla="*/ 112 w 112"/>
                  <a:gd name="T18" fmla="*/ 79 h 79"/>
                </a:gdLst>
                <a:ahLst/>
                <a:cxnLst>
                  <a:cxn ang="T10">
                    <a:pos x="T0" y="T1"/>
                  </a:cxn>
                  <a:cxn ang="T11">
                    <a:pos x="T2" y="T3"/>
                  </a:cxn>
                  <a:cxn ang="T12">
                    <a:pos x="T4" y="T5"/>
                  </a:cxn>
                  <a:cxn ang="T13">
                    <a:pos x="T6" y="T7"/>
                  </a:cxn>
                  <a:cxn ang="T14">
                    <a:pos x="T8" y="T9"/>
                  </a:cxn>
                </a:cxnLst>
                <a:rect l="T15" t="T16" r="T17" b="T18"/>
                <a:pathLst>
                  <a:path w="112" h="79">
                    <a:moveTo>
                      <a:pt x="112" y="79"/>
                    </a:moveTo>
                    <a:lnTo>
                      <a:pt x="0" y="47"/>
                    </a:lnTo>
                    <a:lnTo>
                      <a:pt x="16" y="24"/>
                    </a:lnTo>
                    <a:lnTo>
                      <a:pt x="32" y="0"/>
                    </a:lnTo>
                    <a:lnTo>
                      <a:pt x="112" y="79"/>
                    </a:lnTo>
                    <a:close/>
                  </a:path>
                </a:pathLst>
              </a:custGeom>
              <a:solidFill>
                <a:schemeClr val="bg2"/>
              </a:solidFill>
              <a:ln w="9525">
                <a:solidFill>
                  <a:schemeClr val="bg2"/>
                </a:solidFill>
                <a:round/>
                <a:headEnd/>
                <a:tailEnd/>
              </a:ln>
            </p:spPr>
            <p:txBody>
              <a:bodyPr/>
              <a:lstStyle/>
              <a:p>
                <a:endParaRPr lang="en-US"/>
              </a:p>
            </p:txBody>
          </p:sp>
          <p:sp>
            <p:nvSpPr>
              <p:cNvPr id="103748" name="Line 1119"/>
              <p:cNvSpPr>
                <a:spLocks noChangeShapeType="1"/>
              </p:cNvSpPr>
              <p:nvPr/>
            </p:nvSpPr>
            <p:spPr bwMode="auto">
              <a:xfrm>
                <a:off x="2399" y="3304"/>
                <a:ext cx="72"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749" name="Line 1120"/>
              <p:cNvSpPr>
                <a:spLocks noChangeShapeType="1"/>
              </p:cNvSpPr>
              <p:nvPr/>
            </p:nvSpPr>
            <p:spPr bwMode="auto">
              <a:xfrm>
                <a:off x="2495" y="3360"/>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750" name="Line 1121"/>
              <p:cNvSpPr>
                <a:spLocks noChangeShapeType="1"/>
              </p:cNvSpPr>
              <p:nvPr/>
            </p:nvSpPr>
            <p:spPr bwMode="auto">
              <a:xfrm>
                <a:off x="2590" y="3424"/>
                <a:ext cx="72"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751" name="Line 1122"/>
              <p:cNvSpPr>
                <a:spLocks noChangeShapeType="1"/>
              </p:cNvSpPr>
              <p:nvPr/>
            </p:nvSpPr>
            <p:spPr bwMode="auto">
              <a:xfrm>
                <a:off x="2687" y="3480"/>
                <a:ext cx="63" cy="46"/>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3645" name="Group 1123"/>
            <p:cNvGrpSpPr>
              <a:grpSpLocks/>
            </p:cNvGrpSpPr>
            <p:nvPr/>
          </p:nvGrpSpPr>
          <p:grpSpPr bwMode="auto">
            <a:xfrm>
              <a:off x="1936" y="3304"/>
              <a:ext cx="431" cy="271"/>
              <a:chOff x="1936" y="3304"/>
              <a:chExt cx="431" cy="271"/>
            </a:xfrm>
          </p:grpSpPr>
          <p:sp>
            <p:nvSpPr>
              <p:cNvPr id="103742" name="Freeform 1124"/>
              <p:cNvSpPr>
                <a:spLocks/>
              </p:cNvSpPr>
              <p:nvPr/>
            </p:nvSpPr>
            <p:spPr bwMode="auto">
              <a:xfrm>
                <a:off x="2255" y="3496"/>
                <a:ext cx="112" cy="79"/>
              </a:xfrm>
              <a:custGeom>
                <a:avLst/>
                <a:gdLst>
                  <a:gd name="T0" fmla="*/ 112 w 112"/>
                  <a:gd name="T1" fmla="*/ 79 h 79"/>
                  <a:gd name="T2" fmla="*/ 0 w 112"/>
                  <a:gd name="T3" fmla="*/ 40 h 79"/>
                  <a:gd name="T4" fmla="*/ 16 w 112"/>
                  <a:gd name="T5" fmla="*/ 16 h 79"/>
                  <a:gd name="T6" fmla="*/ 32 w 112"/>
                  <a:gd name="T7" fmla="*/ 0 h 79"/>
                  <a:gd name="T8" fmla="*/ 112 w 112"/>
                  <a:gd name="T9" fmla="*/ 79 h 79"/>
                  <a:gd name="T10" fmla="*/ 0 60000 65536"/>
                  <a:gd name="T11" fmla="*/ 0 60000 65536"/>
                  <a:gd name="T12" fmla="*/ 0 60000 65536"/>
                  <a:gd name="T13" fmla="*/ 0 60000 65536"/>
                  <a:gd name="T14" fmla="*/ 0 60000 65536"/>
                  <a:gd name="T15" fmla="*/ 0 w 112"/>
                  <a:gd name="T16" fmla="*/ 0 h 79"/>
                  <a:gd name="T17" fmla="*/ 112 w 112"/>
                  <a:gd name="T18" fmla="*/ 79 h 79"/>
                </a:gdLst>
                <a:ahLst/>
                <a:cxnLst>
                  <a:cxn ang="T10">
                    <a:pos x="T0" y="T1"/>
                  </a:cxn>
                  <a:cxn ang="T11">
                    <a:pos x="T2" y="T3"/>
                  </a:cxn>
                  <a:cxn ang="T12">
                    <a:pos x="T4" y="T5"/>
                  </a:cxn>
                  <a:cxn ang="T13">
                    <a:pos x="T6" y="T7"/>
                  </a:cxn>
                  <a:cxn ang="T14">
                    <a:pos x="T8" y="T9"/>
                  </a:cxn>
                </a:cxnLst>
                <a:rect l="T15" t="T16" r="T17" b="T18"/>
                <a:pathLst>
                  <a:path w="112" h="79">
                    <a:moveTo>
                      <a:pt x="112" y="79"/>
                    </a:moveTo>
                    <a:lnTo>
                      <a:pt x="0" y="40"/>
                    </a:lnTo>
                    <a:lnTo>
                      <a:pt x="16" y="16"/>
                    </a:lnTo>
                    <a:lnTo>
                      <a:pt x="32" y="0"/>
                    </a:lnTo>
                    <a:lnTo>
                      <a:pt x="112" y="79"/>
                    </a:lnTo>
                    <a:close/>
                  </a:path>
                </a:pathLst>
              </a:custGeom>
              <a:solidFill>
                <a:schemeClr val="bg2"/>
              </a:solidFill>
              <a:ln w="9525">
                <a:solidFill>
                  <a:schemeClr val="bg2"/>
                </a:solidFill>
                <a:round/>
                <a:headEnd/>
                <a:tailEnd/>
              </a:ln>
            </p:spPr>
            <p:txBody>
              <a:bodyPr/>
              <a:lstStyle/>
              <a:p>
                <a:endParaRPr lang="en-US"/>
              </a:p>
            </p:txBody>
          </p:sp>
          <p:sp>
            <p:nvSpPr>
              <p:cNvPr id="103743" name="Line 1125"/>
              <p:cNvSpPr>
                <a:spLocks noChangeShapeType="1"/>
              </p:cNvSpPr>
              <p:nvPr/>
            </p:nvSpPr>
            <p:spPr bwMode="auto">
              <a:xfrm>
                <a:off x="1936" y="3304"/>
                <a:ext cx="72"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744" name="Line 1126"/>
              <p:cNvSpPr>
                <a:spLocks noChangeShapeType="1"/>
              </p:cNvSpPr>
              <p:nvPr/>
            </p:nvSpPr>
            <p:spPr bwMode="auto">
              <a:xfrm>
                <a:off x="2032" y="3360"/>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745" name="Line 1127"/>
              <p:cNvSpPr>
                <a:spLocks noChangeShapeType="1"/>
              </p:cNvSpPr>
              <p:nvPr/>
            </p:nvSpPr>
            <p:spPr bwMode="auto">
              <a:xfrm>
                <a:off x="2127" y="3424"/>
                <a:ext cx="72"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746" name="Line 1128"/>
              <p:cNvSpPr>
                <a:spLocks noChangeShapeType="1"/>
              </p:cNvSpPr>
              <p:nvPr/>
            </p:nvSpPr>
            <p:spPr bwMode="auto">
              <a:xfrm>
                <a:off x="2224" y="3480"/>
                <a:ext cx="47" cy="3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3646" name="Group 1129"/>
            <p:cNvGrpSpPr>
              <a:grpSpLocks/>
            </p:cNvGrpSpPr>
            <p:nvPr/>
          </p:nvGrpSpPr>
          <p:grpSpPr bwMode="auto">
            <a:xfrm>
              <a:off x="2400" y="3304"/>
              <a:ext cx="414" cy="279"/>
              <a:chOff x="2400" y="3304"/>
              <a:chExt cx="414" cy="279"/>
            </a:xfrm>
          </p:grpSpPr>
          <p:sp>
            <p:nvSpPr>
              <p:cNvPr id="103737" name="Freeform 1130"/>
              <p:cNvSpPr>
                <a:spLocks/>
              </p:cNvSpPr>
              <p:nvPr/>
            </p:nvSpPr>
            <p:spPr bwMode="auto">
              <a:xfrm>
                <a:off x="2702" y="3304"/>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32" y="88"/>
                    </a:lnTo>
                    <a:lnTo>
                      <a:pt x="16" y="64"/>
                    </a:lnTo>
                    <a:lnTo>
                      <a:pt x="0" y="40"/>
                    </a:lnTo>
                    <a:lnTo>
                      <a:pt x="112" y="0"/>
                    </a:lnTo>
                    <a:close/>
                  </a:path>
                </a:pathLst>
              </a:custGeom>
              <a:solidFill>
                <a:schemeClr val="bg2"/>
              </a:solidFill>
              <a:ln w="9525">
                <a:solidFill>
                  <a:schemeClr val="bg2"/>
                </a:solidFill>
                <a:round/>
                <a:headEnd/>
                <a:tailEnd/>
              </a:ln>
            </p:spPr>
            <p:txBody>
              <a:bodyPr/>
              <a:lstStyle/>
              <a:p>
                <a:endParaRPr lang="en-US"/>
              </a:p>
            </p:txBody>
          </p:sp>
          <p:sp>
            <p:nvSpPr>
              <p:cNvPr id="103738" name="Line 1131"/>
              <p:cNvSpPr>
                <a:spLocks noChangeShapeType="1"/>
              </p:cNvSpPr>
              <p:nvPr/>
            </p:nvSpPr>
            <p:spPr bwMode="auto">
              <a:xfrm flipV="1">
                <a:off x="2400" y="3536"/>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739" name="Line 1132"/>
              <p:cNvSpPr>
                <a:spLocks noChangeShapeType="1"/>
              </p:cNvSpPr>
              <p:nvPr/>
            </p:nvSpPr>
            <p:spPr bwMode="auto">
              <a:xfrm flipV="1">
                <a:off x="2495" y="3473"/>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740" name="Line 1133"/>
              <p:cNvSpPr>
                <a:spLocks noChangeShapeType="1"/>
              </p:cNvSpPr>
              <p:nvPr/>
            </p:nvSpPr>
            <p:spPr bwMode="auto">
              <a:xfrm flipV="1">
                <a:off x="2583" y="3409"/>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741" name="Line 1134"/>
              <p:cNvSpPr>
                <a:spLocks noChangeShapeType="1"/>
              </p:cNvSpPr>
              <p:nvPr/>
            </p:nvSpPr>
            <p:spPr bwMode="auto">
              <a:xfrm flipV="1">
                <a:off x="2678" y="3368"/>
                <a:ext cx="40" cy="3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3647" name="Group 1135"/>
            <p:cNvGrpSpPr>
              <a:grpSpLocks/>
            </p:cNvGrpSpPr>
            <p:nvPr/>
          </p:nvGrpSpPr>
          <p:grpSpPr bwMode="auto">
            <a:xfrm>
              <a:off x="2400" y="3001"/>
              <a:ext cx="422" cy="271"/>
              <a:chOff x="2400" y="3001"/>
              <a:chExt cx="422" cy="271"/>
            </a:xfrm>
          </p:grpSpPr>
          <p:sp>
            <p:nvSpPr>
              <p:cNvPr id="103732" name="Freeform 1136"/>
              <p:cNvSpPr>
                <a:spLocks/>
              </p:cNvSpPr>
              <p:nvPr/>
            </p:nvSpPr>
            <p:spPr bwMode="auto">
              <a:xfrm>
                <a:off x="2710" y="3001"/>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32" y="88"/>
                    </a:lnTo>
                    <a:lnTo>
                      <a:pt x="16" y="64"/>
                    </a:lnTo>
                    <a:lnTo>
                      <a:pt x="0" y="40"/>
                    </a:lnTo>
                    <a:lnTo>
                      <a:pt x="112" y="0"/>
                    </a:lnTo>
                    <a:close/>
                  </a:path>
                </a:pathLst>
              </a:custGeom>
              <a:solidFill>
                <a:schemeClr val="bg2"/>
              </a:solidFill>
              <a:ln w="9525">
                <a:solidFill>
                  <a:schemeClr val="bg2"/>
                </a:solidFill>
                <a:round/>
                <a:headEnd/>
                <a:tailEnd/>
              </a:ln>
            </p:spPr>
            <p:txBody>
              <a:bodyPr/>
              <a:lstStyle/>
              <a:p>
                <a:endParaRPr lang="en-US"/>
              </a:p>
            </p:txBody>
          </p:sp>
          <p:sp>
            <p:nvSpPr>
              <p:cNvPr id="103733" name="Line 1137"/>
              <p:cNvSpPr>
                <a:spLocks noChangeShapeType="1"/>
              </p:cNvSpPr>
              <p:nvPr/>
            </p:nvSpPr>
            <p:spPr bwMode="auto">
              <a:xfrm flipV="1">
                <a:off x="2400" y="3225"/>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734" name="Line 1138"/>
              <p:cNvSpPr>
                <a:spLocks noChangeShapeType="1"/>
              </p:cNvSpPr>
              <p:nvPr/>
            </p:nvSpPr>
            <p:spPr bwMode="auto">
              <a:xfrm flipV="1">
                <a:off x="2496" y="3170"/>
                <a:ext cx="70" cy="3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735" name="Line 1139"/>
              <p:cNvSpPr>
                <a:spLocks noChangeShapeType="1"/>
              </p:cNvSpPr>
              <p:nvPr/>
            </p:nvSpPr>
            <p:spPr bwMode="auto">
              <a:xfrm flipV="1">
                <a:off x="2590" y="3105"/>
                <a:ext cx="72"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736" name="Line 1140"/>
              <p:cNvSpPr>
                <a:spLocks noChangeShapeType="1"/>
              </p:cNvSpPr>
              <p:nvPr/>
            </p:nvSpPr>
            <p:spPr bwMode="auto">
              <a:xfrm flipV="1">
                <a:off x="2678" y="3065"/>
                <a:ext cx="48" cy="24"/>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3648" name="Group 1141"/>
            <p:cNvGrpSpPr>
              <a:grpSpLocks/>
            </p:cNvGrpSpPr>
            <p:nvPr/>
          </p:nvGrpSpPr>
          <p:grpSpPr bwMode="auto">
            <a:xfrm>
              <a:off x="3318" y="3001"/>
              <a:ext cx="422" cy="271"/>
              <a:chOff x="3318" y="3001"/>
              <a:chExt cx="422" cy="271"/>
            </a:xfrm>
          </p:grpSpPr>
          <p:sp>
            <p:nvSpPr>
              <p:cNvPr id="103727" name="Freeform 1142"/>
              <p:cNvSpPr>
                <a:spLocks/>
              </p:cNvSpPr>
              <p:nvPr/>
            </p:nvSpPr>
            <p:spPr bwMode="auto">
              <a:xfrm>
                <a:off x="3628" y="3001"/>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32" y="88"/>
                    </a:lnTo>
                    <a:lnTo>
                      <a:pt x="16" y="64"/>
                    </a:lnTo>
                    <a:lnTo>
                      <a:pt x="0" y="40"/>
                    </a:lnTo>
                    <a:lnTo>
                      <a:pt x="112" y="0"/>
                    </a:lnTo>
                    <a:close/>
                  </a:path>
                </a:pathLst>
              </a:custGeom>
              <a:solidFill>
                <a:schemeClr val="bg2"/>
              </a:solidFill>
              <a:ln w="9525">
                <a:solidFill>
                  <a:schemeClr val="bg2"/>
                </a:solidFill>
                <a:round/>
                <a:headEnd/>
                <a:tailEnd/>
              </a:ln>
            </p:spPr>
            <p:txBody>
              <a:bodyPr/>
              <a:lstStyle/>
              <a:p>
                <a:endParaRPr lang="en-US"/>
              </a:p>
            </p:txBody>
          </p:sp>
          <p:sp>
            <p:nvSpPr>
              <p:cNvPr id="103728" name="Line 1143"/>
              <p:cNvSpPr>
                <a:spLocks noChangeShapeType="1"/>
              </p:cNvSpPr>
              <p:nvPr/>
            </p:nvSpPr>
            <p:spPr bwMode="auto">
              <a:xfrm flipV="1">
                <a:off x="3318" y="3225"/>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729" name="Line 1144"/>
              <p:cNvSpPr>
                <a:spLocks noChangeShapeType="1"/>
              </p:cNvSpPr>
              <p:nvPr/>
            </p:nvSpPr>
            <p:spPr bwMode="auto">
              <a:xfrm flipV="1">
                <a:off x="3414" y="3169"/>
                <a:ext cx="71" cy="39"/>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730" name="Line 1145"/>
              <p:cNvSpPr>
                <a:spLocks noChangeShapeType="1"/>
              </p:cNvSpPr>
              <p:nvPr/>
            </p:nvSpPr>
            <p:spPr bwMode="auto">
              <a:xfrm flipV="1">
                <a:off x="3509" y="3106"/>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731" name="Line 1146"/>
              <p:cNvSpPr>
                <a:spLocks noChangeShapeType="1"/>
              </p:cNvSpPr>
              <p:nvPr/>
            </p:nvSpPr>
            <p:spPr bwMode="auto">
              <a:xfrm flipV="1">
                <a:off x="3596" y="3065"/>
                <a:ext cx="48" cy="24"/>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3649" name="Group 1147"/>
            <p:cNvGrpSpPr>
              <a:grpSpLocks/>
            </p:cNvGrpSpPr>
            <p:nvPr/>
          </p:nvGrpSpPr>
          <p:grpSpPr bwMode="auto">
            <a:xfrm>
              <a:off x="3325" y="2076"/>
              <a:ext cx="439" cy="271"/>
              <a:chOff x="3325" y="2076"/>
              <a:chExt cx="439" cy="271"/>
            </a:xfrm>
          </p:grpSpPr>
          <p:sp>
            <p:nvSpPr>
              <p:cNvPr id="103722" name="Freeform 1148"/>
              <p:cNvSpPr>
                <a:spLocks/>
              </p:cNvSpPr>
              <p:nvPr/>
            </p:nvSpPr>
            <p:spPr bwMode="auto">
              <a:xfrm>
                <a:off x="3652" y="2267"/>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 name="T15" fmla="*/ 0 w 112"/>
                  <a:gd name="T16" fmla="*/ 0 h 80"/>
                  <a:gd name="T17" fmla="*/ 112 w 112"/>
                  <a:gd name="T18" fmla="*/ 80 h 80"/>
                </a:gdLst>
                <a:ahLst/>
                <a:cxnLst>
                  <a:cxn ang="T10">
                    <a:pos x="T0" y="T1"/>
                  </a:cxn>
                  <a:cxn ang="T11">
                    <a:pos x="T2" y="T3"/>
                  </a:cxn>
                  <a:cxn ang="T12">
                    <a:pos x="T4" y="T5"/>
                  </a:cxn>
                  <a:cxn ang="T13">
                    <a:pos x="T6" y="T7"/>
                  </a:cxn>
                  <a:cxn ang="T14">
                    <a:pos x="T8" y="T9"/>
                  </a:cxn>
                </a:cxnLst>
                <a:rect l="T15" t="T16" r="T17" b="T18"/>
                <a:pathLst>
                  <a:path w="112" h="80">
                    <a:moveTo>
                      <a:pt x="112" y="80"/>
                    </a:moveTo>
                    <a:lnTo>
                      <a:pt x="0" y="48"/>
                    </a:lnTo>
                    <a:lnTo>
                      <a:pt x="16" y="24"/>
                    </a:lnTo>
                    <a:lnTo>
                      <a:pt x="32" y="0"/>
                    </a:lnTo>
                    <a:lnTo>
                      <a:pt x="112" y="80"/>
                    </a:lnTo>
                    <a:close/>
                  </a:path>
                </a:pathLst>
              </a:custGeom>
              <a:solidFill>
                <a:schemeClr val="bg2"/>
              </a:solidFill>
              <a:ln w="9525">
                <a:solidFill>
                  <a:schemeClr val="bg2"/>
                </a:solidFill>
                <a:round/>
                <a:headEnd/>
                <a:tailEnd/>
              </a:ln>
            </p:spPr>
            <p:txBody>
              <a:bodyPr/>
              <a:lstStyle/>
              <a:p>
                <a:endParaRPr lang="en-US"/>
              </a:p>
            </p:txBody>
          </p:sp>
          <p:sp>
            <p:nvSpPr>
              <p:cNvPr id="103723" name="Line 1149"/>
              <p:cNvSpPr>
                <a:spLocks noChangeShapeType="1"/>
              </p:cNvSpPr>
              <p:nvPr/>
            </p:nvSpPr>
            <p:spPr bwMode="auto">
              <a:xfrm>
                <a:off x="3325" y="2076"/>
                <a:ext cx="72"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724" name="Line 1150"/>
              <p:cNvSpPr>
                <a:spLocks noChangeShapeType="1"/>
              </p:cNvSpPr>
              <p:nvPr/>
            </p:nvSpPr>
            <p:spPr bwMode="auto">
              <a:xfrm>
                <a:off x="3422" y="2132"/>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725" name="Line 1151"/>
              <p:cNvSpPr>
                <a:spLocks noChangeShapeType="1"/>
              </p:cNvSpPr>
              <p:nvPr/>
            </p:nvSpPr>
            <p:spPr bwMode="auto">
              <a:xfrm>
                <a:off x="3517" y="2196"/>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726" name="Line 1152"/>
              <p:cNvSpPr>
                <a:spLocks noChangeShapeType="1"/>
              </p:cNvSpPr>
              <p:nvPr/>
            </p:nvSpPr>
            <p:spPr bwMode="auto">
              <a:xfrm>
                <a:off x="3612" y="2251"/>
                <a:ext cx="56" cy="4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3650" name="Group 1153"/>
            <p:cNvGrpSpPr>
              <a:grpSpLocks/>
            </p:cNvGrpSpPr>
            <p:nvPr/>
          </p:nvGrpSpPr>
          <p:grpSpPr bwMode="auto">
            <a:xfrm>
              <a:off x="3788" y="2068"/>
              <a:ext cx="431" cy="287"/>
              <a:chOff x="3788" y="2068"/>
              <a:chExt cx="431" cy="287"/>
            </a:xfrm>
          </p:grpSpPr>
          <p:sp>
            <p:nvSpPr>
              <p:cNvPr id="103717" name="Freeform 1154"/>
              <p:cNvSpPr>
                <a:spLocks/>
              </p:cNvSpPr>
              <p:nvPr/>
            </p:nvSpPr>
            <p:spPr bwMode="auto">
              <a:xfrm>
                <a:off x="4107" y="2267"/>
                <a:ext cx="112" cy="88"/>
              </a:xfrm>
              <a:custGeom>
                <a:avLst/>
                <a:gdLst>
                  <a:gd name="T0" fmla="*/ 112 w 112"/>
                  <a:gd name="T1" fmla="*/ 88 h 88"/>
                  <a:gd name="T2" fmla="*/ 0 w 112"/>
                  <a:gd name="T3" fmla="*/ 48 h 88"/>
                  <a:gd name="T4" fmla="*/ 16 w 112"/>
                  <a:gd name="T5" fmla="*/ 24 h 88"/>
                  <a:gd name="T6" fmla="*/ 32 w 112"/>
                  <a:gd name="T7" fmla="*/ 0 h 88"/>
                  <a:gd name="T8" fmla="*/ 112 w 112"/>
                  <a:gd name="T9" fmla="*/ 88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88"/>
                    </a:moveTo>
                    <a:lnTo>
                      <a:pt x="0" y="48"/>
                    </a:lnTo>
                    <a:lnTo>
                      <a:pt x="16" y="24"/>
                    </a:lnTo>
                    <a:lnTo>
                      <a:pt x="32" y="0"/>
                    </a:lnTo>
                    <a:lnTo>
                      <a:pt x="112" y="88"/>
                    </a:lnTo>
                    <a:close/>
                  </a:path>
                </a:pathLst>
              </a:custGeom>
              <a:solidFill>
                <a:schemeClr val="bg2"/>
              </a:solidFill>
              <a:ln w="9525">
                <a:solidFill>
                  <a:schemeClr val="bg2"/>
                </a:solidFill>
                <a:round/>
                <a:headEnd/>
                <a:tailEnd/>
              </a:ln>
            </p:spPr>
            <p:txBody>
              <a:bodyPr/>
              <a:lstStyle/>
              <a:p>
                <a:endParaRPr lang="en-US"/>
              </a:p>
            </p:txBody>
          </p:sp>
          <p:sp>
            <p:nvSpPr>
              <p:cNvPr id="103718" name="Line 1155"/>
              <p:cNvSpPr>
                <a:spLocks noChangeShapeType="1"/>
              </p:cNvSpPr>
              <p:nvPr/>
            </p:nvSpPr>
            <p:spPr bwMode="auto">
              <a:xfrm>
                <a:off x="3788" y="2068"/>
                <a:ext cx="72"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719" name="Line 1156"/>
              <p:cNvSpPr>
                <a:spLocks noChangeShapeType="1"/>
              </p:cNvSpPr>
              <p:nvPr/>
            </p:nvSpPr>
            <p:spPr bwMode="auto">
              <a:xfrm>
                <a:off x="3885" y="2132"/>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720" name="Line 1157"/>
              <p:cNvSpPr>
                <a:spLocks noChangeShapeType="1"/>
              </p:cNvSpPr>
              <p:nvPr/>
            </p:nvSpPr>
            <p:spPr bwMode="auto">
              <a:xfrm>
                <a:off x="3973" y="2196"/>
                <a:ext cx="70" cy="46"/>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721" name="Line 1158"/>
              <p:cNvSpPr>
                <a:spLocks noChangeShapeType="1"/>
              </p:cNvSpPr>
              <p:nvPr/>
            </p:nvSpPr>
            <p:spPr bwMode="auto">
              <a:xfrm>
                <a:off x="4067" y="2251"/>
                <a:ext cx="56" cy="4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3651" name="Group 1159"/>
            <p:cNvGrpSpPr>
              <a:grpSpLocks/>
            </p:cNvGrpSpPr>
            <p:nvPr/>
          </p:nvGrpSpPr>
          <p:grpSpPr bwMode="auto">
            <a:xfrm>
              <a:off x="4251" y="2084"/>
              <a:ext cx="431" cy="263"/>
              <a:chOff x="4251" y="2084"/>
              <a:chExt cx="431" cy="263"/>
            </a:xfrm>
          </p:grpSpPr>
          <p:sp>
            <p:nvSpPr>
              <p:cNvPr id="103712" name="Freeform 1160"/>
              <p:cNvSpPr>
                <a:spLocks/>
              </p:cNvSpPr>
              <p:nvPr/>
            </p:nvSpPr>
            <p:spPr bwMode="auto">
              <a:xfrm>
                <a:off x="4570" y="2267"/>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 name="T15" fmla="*/ 0 w 112"/>
                  <a:gd name="T16" fmla="*/ 0 h 80"/>
                  <a:gd name="T17" fmla="*/ 112 w 112"/>
                  <a:gd name="T18" fmla="*/ 80 h 80"/>
                </a:gdLst>
                <a:ahLst/>
                <a:cxnLst>
                  <a:cxn ang="T10">
                    <a:pos x="T0" y="T1"/>
                  </a:cxn>
                  <a:cxn ang="T11">
                    <a:pos x="T2" y="T3"/>
                  </a:cxn>
                  <a:cxn ang="T12">
                    <a:pos x="T4" y="T5"/>
                  </a:cxn>
                  <a:cxn ang="T13">
                    <a:pos x="T6" y="T7"/>
                  </a:cxn>
                  <a:cxn ang="T14">
                    <a:pos x="T8" y="T9"/>
                  </a:cxn>
                </a:cxnLst>
                <a:rect l="T15" t="T16" r="T17" b="T18"/>
                <a:pathLst>
                  <a:path w="112" h="80">
                    <a:moveTo>
                      <a:pt x="112" y="80"/>
                    </a:moveTo>
                    <a:lnTo>
                      <a:pt x="0" y="48"/>
                    </a:lnTo>
                    <a:lnTo>
                      <a:pt x="16" y="24"/>
                    </a:lnTo>
                    <a:lnTo>
                      <a:pt x="32" y="0"/>
                    </a:lnTo>
                    <a:lnTo>
                      <a:pt x="112" y="80"/>
                    </a:lnTo>
                    <a:close/>
                  </a:path>
                </a:pathLst>
              </a:custGeom>
              <a:solidFill>
                <a:schemeClr val="bg2"/>
              </a:solidFill>
              <a:ln w="9525">
                <a:solidFill>
                  <a:schemeClr val="bg2"/>
                </a:solidFill>
                <a:round/>
                <a:headEnd/>
                <a:tailEnd/>
              </a:ln>
            </p:spPr>
            <p:txBody>
              <a:bodyPr/>
              <a:lstStyle/>
              <a:p>
                <a:endParaRPr lang="en-US"/>
              </a:p>
            </p:txBody>
          </p:sp>
          <p:sp>
            <p:nvSpPr>
              <p:cNvPr id="103713" name="Line 1161"/>
              <p:cNvSpPr>
                <a:spLocks noChangeShapeType="1"/>
              </p:cNvSpPr>
              <p:nvPr/>
            </p:nvSpPr>
            <p:spPr bwMode="auto">
              <a:xfrm>
                <a:off x="4251" y="2084"/>
                <a:ext cx="72"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714" name="Line 1162"/>
              <p:cNvSpPr>
                <a:spLocks noChangeShapeType="1"/>
              </p:cNvSpPr>
              <p:nvPr/>
            </p:nvSpPr>
            <p:spPr bwMode="auto">
              <a:xfrm>
                <a:off x="4348" y="2140"/>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715" name="Line 1163"/>
              <p:cNvSpPr>
                <a:spLocks noChangeShapeType="1"/>
              </p:cNvSpPr>
              <p:nvPr/>
            </p:nvSpPr>
            <p:spPr bwMode="auto">
              <a:xfrm>
                <a:off x="4443" y="2203"/>
                <a:ext cx="71" cy="39"/>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716" name="Line 1164"/>
              <p:cNvSpPr>
                <a:spLocks noChangeShapeType="1"/>
              </p:cNvSpPr>
              <p:nvPr/>
            </p:nvSpPr>
            <p:spPr bwMode="auto">
              <a:xfrm>
                <a:off x="4539" y="2259"/>
                <a:ext cx="47" cy="3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3652" name="Group 1165"/>
            <p:cNvGrpSpPr>
              <a:grpSpLocks/>
            </p:cNvGrpSpPr>
            <p:nvPr/>
          </p:nvGrpSpPr>
          <p:grpSpPr bwMode="auto">
            <a:xfrm>
              <a:off x="4236" y="3001"/>
              <a:ext cx="430" cy="279"/>
              <a:chOff x="4236" y="3001"/>
              <a:chExt cx="430" cy="279"/>
            </a:xfrm>
          </p:grpSpPr>
          <p:sp>
            <p:nvSpPr>
              <p:cNvPr id="103707" name="Freeform 1166"/>
              <p:cNvSpPr>
                <a:spLocks/>
              </p:cNvSpPr>
              <p:nvPr/>
            </p:nvSpPr>
            <p:spPr bwMode="auto">
              <a:xfrm>
                <a:off x="4554" y="3001"/>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32" y="88"/>
                    </a:lnTo>
                    <a:lnTo>
                      <a:pt x="16" y="64"/>
                    </a:lnTo>
                    <a:lnTo>
                      <a:pt x="0" y="40"/>
                    </a:lnTo>
                    <a:lnTo>
                      <a:pt x="112" y="0"/>
                    </a:lnTo>
                    <a:close/>
                  </a:path>
                </a:pathLst>
              </a:custGeom>
              <a:solidFill>
                <a:schemeClr val="bg2"/>
              </a:solidFill>
              <a:ln w="9525">
                <a:solidFill>
                  <a:schemeClr val="bg2"/>
                </a:solidFill>
                <a:round/>
                <a:headEnd/>
                <a:tailEnd/>
              </a:ln>
            </p:spPr>
            <p:txBody>
              <a:bodyPr/>
              <a:lstStyle/>
              <a:p>
                <a:endParaRPr lang="en-US"/>
              </a:p>
            </p:txBody>
          </p:sp>
          <p:sp>
            <p:nvSpPr>
              <p:cNvPr id="103708" name="Line 1167"/>
              <p:cNvSpPr>
                <a:spLocks noChangeShapeType="1"/>
              </p:cNvSpPr>
              <p:nvPr/>
            </p:nvSpPr>
            <p:spPr bwMode="auto">
              <a:xfrm flipV="1">
                <a:off x="4236" y="3233"/>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709" name="Line 1168"/>
              <p:cNvSpPr>
                <a:spLocks noChangeShapeType="1"/>
              </p:cNvSpPr>
              <p:nvPr/>
            </p:nvSpPr>
            <p:spPr bwMode="auto">
              <a:xfrm flipV="1">
                <a:off x="4332" y="3169"/>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710" name="Line 1169"/>
              <p:cNvSpPr>
                <a:spLocks noChangeShapeType="1"/>
              </p:cNvSpPr>
              <p:nvPr/>
            </p:nvSpPr>
            <p:spPr bwMode="auto">
              <a:xfrm flipV="1">
                <a:off x="4419" y="3114"/>
                <a:ext cx="80"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711" name="Line 1170"/>
              <p:cNvSpPr>
                <a:spLocks noChangeShapeType="1"/>
              </p:cNvSpPr>
              <p:nvPr/>
            </p:nvSpPr>
            <p:spPr bwMode="auto">
              <a:xfrm flipV="1">
                <a:off x="4515" y="3066"/>
                <a:ext cx="55" cy="3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3653" name="Group 1171"/>
            <p:cNvGrpSpPr>
              <a:grpSpLocks/>
            </p:cNvGrpSpPr>
            <p:nvPr/>
          </p:nvGrpSpPr>
          <p:grpSpPr bwMode="auto">
            <a:xfrm>
              <a:off x="3772" y="2682"/>
              <a:ext cx="423" cy="287"/>
              <a:chOff x="3772" y="2682"/>
              <a:chExt cx="423" cy="287"/>
            </a:xfrm>
          </p:grpSpPr>
          <p:sp>
            <p:nvSpPr>
              <p:cNvPr id="103702" name="Freeform 1172"/>
              <p:cNvSpPr>
                <a:spLocks/>
              </p:cNvSpPr>
              <p:nvPr/>
            </p:nvSpPr>
            <p:spPr bwMode="auto">
              <a:xfrm>
                <a:off x="4083" y="2881"/>
                <a:ext cx="112" cy="88"/>
              </a:xfrm>
              <a:custGeom>
                <a:avLst/>
                <a:gdLst>
                  <a:gd name="T0" fmla="*/ 112 w 112"/>
                  <a:gd name="T1" fmla="*/ 88 h 88"/>
                  <a:gd name="T2" fmla="*/ 0 w 112"/>
                  <a:gd name="T3" fmla="*/ 48 h 88"/>
                  <a:gd name="T4" fmla="*/ 16 w 112"/>
                  <a:gd name="T5" fmla="*/ 24 h 88"/>
                  <a:gd name="T6" fmla="*/ 32 w 112"/>
                  <a:gd name="T7" fmla="*/ 0 h 88"/>
                  <a:gd name="T8" fmla="*/ 112 w 112"/>
                  <a:gd name="T9" fmla="*/ 88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88"/>
                    </a:moveTo>
                    <a:lnTo>
                      <a:pt x="0" y="48"/>
                    </a:lnTo>
                    <a:lnTo>
                      <a:pt x="16" y="24"/>
                    </a:lnTo>
                    <a:lnTo>
                      <a:pt x="32" y="0"/>
                    </a:lnTo>
                    <a:lnTo>
                      <a:pt x="112" y="88"/>
                    </a:lnTo>
                    <a:close/>
                  </a:path>
                </a:pathLst>
              </a:custGeom>
              <a:solidFill>
                <a:schemeClr val="bg2"/>
              </a:solidFill>
              <a:ln w="9525">
                <a:solidFill>
                  <a:schemeClr val="bg2"/>
                </a:solidFill>
                <a:round/>
                <a:headEnd/>
                <a:tailEnd/>
              </a:ln>
            </p:spPr>
            <p:txBody>
              <a:bodyPr/>
              <a:lstStyle/>
              <a:p>
                <a:endParaRPr lang="en-US"/>
              </a:p>
            </p:txBody>
          </p:sp>
          <p:sp>
            <p:nvSpPr>
              <p:cNvPr id="103703" name="Line 1173"/>
              <p:cNvSpPr>
                <a:spLocks noChangeShapeType="1"/>
              </p:cNvSpPr>
              <p:nvPr/>
            </p:nvSpPr>
            <p:spPr bwMode="auto">
              <a:xfrm>
                <a:off x="3772" y="2682"/>
                <a:ext cx="72"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704" name="Line 1174"/>
              <p:cNvSpPr>
                <a:spLocks noChangeShapeType="1"/>
              </p:cNvSpPr>
              <p:nvPr/>
            </p:nvSpPr>
            <p:spPr bwMode="auto">
              <a:xfrm>
                <a:off x="3868" y="2746"/>
                <a:ext cx="72"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705" name="Line 1175"/>
              <p:cNvSpPr>
                <a:spLocks noChangeShapeType="1"/>
              </p:cNvSpPr>
              <p:nvPr/>
            </p:nvSpPr>
            <p:spPr bwMode="auto">
              <a:xfrm>
                <a:off x="3957" y="2810"/>
                <a:ext cx="70" cy="46"/>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706" name="Line 1176"/>
              <p:cNvSpPr>
                <a:spLocks noChangeShapeType="1"/>
              </p:cNvSpPr>
              <p:nvPr/>
            </p:nvSpPr>
            <p:spPr bwMode="auto">
              <a:xfrm>
                <a:off x="4051" y="2873"/>
                <a:ext cx="48" cy="3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3654" name="Group 1177"/>
            <p:cNvGrpSpPr>
              <a:grpSpLocks/>
            </p:cNvGrpSpPr>
            <p:nvPr/>
          </p:nvGrpSpPr>
          <p:grpSpPr bwMode="auto">
            <a:xfrm>
              <a:off x="3780" y="2387"/>
              <a:ext cx="431" cy="279"/>
              <a:chOff x="3780" y="2387"/>
              <a:chExt cx="431" cy="279"/>
            </a:xfrm>
          </p:grpSpPr>
          <p:sp>
            <p:nvSpPr>
              <p:cNvPr id="103697" name="Freeform 1178"/>
              <p:cNvSpPr>
                <a:spLocks/>
              </p:cNvSpPr>
              <p:nvPr/>
            </p:nvSpPr>
            <p:spPr bwMode="auto">
              <a:xfrm>
                <a:off x="4099" y="2578"/>
                <a:ext cx="112" cy="88"/>
              </a:xfrm>
              <a:custGeom>
                <a:avLst/>
                <a:gdLst>
                  <a:gd name="T0" fmla="*/ 112 w 112"/>
                  <a:gd name="T1" fmla="*/ 88 h 88"/>
                  <a:gd name="T2" fmla="*/ 0 w 112"/>
                  <a:gd name="T3" fmla="*/ 48 h 88"/>
                  <a:gd name="T4" fmla="*/ 16 w 112"/>
                  <a:gd name="T5" fmla="*/ 24 h 88"/>
                  <a:gd name="T6" fmla="*/ 32 w 112"/>
                  <a:gd name="T7" fmla="*/ 0 h 88"/>
                  <a:gd name="T8" fmla="*/ 112 w 112"/>
                  <a:gd name="T9" fmla="*/ 88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88"/>
                    </a:moveTo>
                    <a:lnTo>
                      <a:pt x="0" y="48"/>
                    </a:lnTo>
                    <a:lnTo>
                      <a:pt x="16" y="24"/>
                    </a:lnTo>
                    <a:lnTo>
                      <a:pt x="32" y="0"/>
                    </a:lnTo>
                    <a:lnTo>
                      <a:pt x="112" y="88"/>
                    </a:lnTo>
                    <a:close/>
                  </a:path>
                </a:pathLst>
              </a:custGeom>
              <a:solidFill>
                <a:schemeClr val="bg2"/>
              </a:solidFill>
              <a:ln w="9525">
                <a:solidFill>
                  <a:schemeClr val="bg2"/>
                </a:solidFill>
                <a:round/>
                <a:headEnd/>
                <a:tailEnd/>
              </a:ln>
            </p:spPr>
            <p:txBody>
              <a:bodyPr/>
              <a:lstStyle/>
              <a:p>
                <a:endParaRPr lang="en-US"/>
              </a:p>
            </p:txBody>
          </p:sp>
          <p:sp>
            <p:nvSpPr>
              <p:cNvPr id="103698" name="Line 1179"/>
              <p:cNvSpPr>
                <a:spLocks noChangeShapeType="1"/>
              </p:cNvSpPr>
              <p:nvPr/>
            </p:nvSpPr>
            <p:spPr bwMode="auto">
              <a:xfrm>
                <a:off x="3780" y="2387"/>
                <a:ext cx="72"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699" name="Line 1180"/>
              <p:cNvSpPr>
                <a:spLocks noChangeShapeType="1"/>
              </p:cNvSpPr>
              <p:nvPr/>
            </p:nvSpPr>
            <p:spPr bwMode="auto">
              <a:xfrm>
                <a:off x="3877" y="2451"/>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700" name="Line 1181"/>
              <p:cNvSpPr>
                <a:spLocks noChangeShapeType="1"/>
              </p:cNvSpPr>
              <p:nvPr/>
            </p:nvSpPr>
            <p:spPr bwMode="auto">
              <a:xfrm>
                <a:off x="3965" y="2507"/>
                <a:ext cx="78" cy="46"/>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701" name="Line 1182"/>
              <p:cNvSpPr>
                <a:spLocks noChangeShapeType="1"/>
              </p:cNvSpPr>
              <p:nvPr/>
            </p:nvSpPr>
            <p:spPr bwMode="auto">
              <a:xfrm>
                <a:off x="4060" y="2570"/>
                <a:ext cx="55" cy="3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3655" name="Group 1183"/>
            <p:cNvGrpSpPr>
              <a:grpSpLocks/>
            </p:cNvGrpSpPr>
            <p:nvPr/>
          </p:nvGrpSpPr>
          <p:grpSpPr bwMode="auto">
            <a:xfrm>
              <a:off x="3780" y="1781"/>
              <a:ext cx="415" cy="263"/>
              <a:chOff x="3780" y="1781"/>
              <a:chExt cx="415" cy="263"/>
            </a:xfrm>
          </p:grpSpPr>
          <p:sp>
            <p:nvSpPr>
              <p:cNvPr id="103692" name="Freeform 1184"/>
              <p:cNvSpPr>
                <a:spLocks/>
              </p:cNvSpPr>
              <p:nvPr/>
            </p:nvSpPr>
            <p:spPr bwMode="auto">
              <a:xfrm>
                <a:off x="4083" y="1781"/>
                <a:ext cx="112" cy="87"/>
              </a:xfrm>
              <a:custGeom>
                <a:avLst/>
                <a:gdLst>
                  <a:gd name="T0" fmla="*/ 112 w 112"/>
                  <a:gd name="T1" fmla="*/ 0 h 87"/>
                  <a:gd name="T2" fmla="*/ 32 w 112"/>
                  <a:gd name="T3" fmla="*/ 87 h 87"/>
                  <a:gd name="T4" fmla="*/ 16 w 112"/>
                  <a:gd name="T5" fmla="*/ 64 h 87"/>
                  <a:gd name="T6" fmla="*/ 0 w 112"/>
                  <a:gd name="T7" fmla="*/ 40 h 87"/>
                  <a:gd name="T8" fmla="*/ 112 w 112"/>
                  <a:gd name="T9" fmla="*/ 0 h 87"/>
                  <a:gd name="T10" fmla="*/ 0 60000 65536"/>
                  <a:gd name="T11" fmla="*/ 0 60000 65536"/>
                  <a:gd name="T12" fmla="*/ 0 60000 65536"/>
                  <a:gd name="T13" fmla="*/ 0 60000 65536"/>
                  <a:gd name="T14" fmla="*/ 0 60000 65536"/>
                  <a:gd name="T15" fmla="*/ 0 w 112"/>
                  <a:gd name="T16" fmla="*/ 0 h 87"/>
                  <a:gd name="T17" fmla="*/ 112 w 112"/>
                  <a:gd name="T18" fmla="*/ 87 h 87"/>
                </a:gdLst>
                <a:ahLst/>
                <a:cxnLst>
                  <a:cxn ang="T10">
                    <a:pos x="T0" y="T1"/>
                  </a:cxn>
                  <a:cxn ang="T11">
                    <a:pos x="T2" y="T3"/>
                  </a:cxn>
                  <a:cxn ang="T12">
                    <a:pos x="T4" y="T5"/>
                  </a:cxn>
                  <a:cxn ang="T13">
                    <a:pos x="T6" y="T7"/>
                  </a:cxn>
                  <a:cxn ang="T14">
                    <a:pos x="T8" y="T9"/>
                  </a:cxn>
                </a:cxnLst>
                <a:rect l="T15" t="T16" r="T17" b="T18"/>
                <a:pathLst>
                  <a:path w="112" h="87">
                    <a:moveTo>
                      <a:pt x="112" y="0"/>
                    </a:moveTo>
                    <a:lnTo>
                      <a:pt x="32" y="87"/>
                    </a:lnTo>
                    <a:lnTo>
                      <a:pt x="16" y="64"/>
                    </a:lnTo>
                    <a:lnTo>
                      <a:pt x="0" y="40"/>
                    </a:lnTo>
                    <a:lnTo>
                      <a:pt x="112" y="0"/>
                    </a:lnTo>
                    <a:close/>
                  </a:path>
                </a:pathLst>
              </a:custGeom>
              <a:solidFill>
                <a:schemeClr val="bg2"/>
              </a:solidFill>
              <a:ln w="9525">
                <a:solidFill>
                  <a:schemeClr val="bg2"/>
                </a:solidFill>
                <a:round/>
                <a:headEnd/>
                <a:tailEnd/>
              </a:ln>
            </p:spPr>
            <p:txBody>
              <a:bodyPr/>
              <a:lstStyle/>
              <a:p>
                <a:endParaRPr lang="en-US"/>
              </a:p>
            </p:txBody>
          </p:sp>
          <p:sp>
            <p:nvSpPr>
              <p:cNvPr id="103693" name="Line 1185"/>
              <p:cNvSpPr>
                <a:spLocks noChangeShapeType="1"/>
              </p:cNvSpPr>
              <p:nvPr/>
            </p:nvSpPr>
            <p:spPr bwMode="auto">
              <a:xfrm flipV="1">
                <a:off x="3780" y="1996"/>
                <a:ext cx="72"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694" name="Line 1186"/>
              <p:cNvSpPr>
                <a:spLocks noChangeShapeType="1"/>
              </p:cNvSpPr>
              <p:nvPr/>
            </p:nvSpPr>
            <p:spPr bwMode="auto">
              <a:xfrm flipV="1">
                <a:off x="3876" y="1940"/>
                <a:ext cx="72" cy="4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695" name="Line 1187"/>
              <p:cNvSpPr>
                <a:spLocks noChangeShapeType="1"/>
              </p:cNvSpPr>
              <p:nvPr/>
            </p:nvSpPr>
            <p:spPr bwMode="auto">
              <a:xfrm flipV="1">
                <a:off x="3973" y="1878"/>
                <a:ext cx="70" cy="46"/>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696" name="Line 1188"/>
              <p:cNvSpPr>
                <a:spLocks noChangeShapeType="1"/>
              </p:cNvSpPr>
              <p:nvPr/>
            </p:nvSpPr>
            <p:spPr bwMode="auto">
              <a:xfrm flipV="1">
                <a:off x="4059" y="1846"/>
                <a:ext cx="40" cy="15"/>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3656" name="Group 1189"/>
            <p:cNvGrpSpPr>
              <a:grpSpLocks/>
            </p:cNvGrpSpPr>
            <p:nvPr/>
          </p:nvGrpSpPr>
          <p:grpSpPr bwMode="auto">
            <a:xfrm>
              <a:off x="3780" y="1765"/>
              <a:ext cx="447" cy="279"/>
              <a:chOff x="3780" y="1765"/>
              <a:chExt cx="447" cy="279"/>
            </a:xfrm>
          </p:grpSpPr>
          <p:sp>
            <p:nvSpPr>
              <p:cNvPr id="103687" name="Freeform 1190"/>
              <p:cNvSpPr>
                <a:spLocks/>
              </p:cNvSpPr>
              <p:nvPr/>
            </p:nvSpPr>
            <p:spPr bwMode="auto">
              <a:xfrm>
                <a:off x="4115" y="1964"/>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 name="T15" fmla="*/ 0 w 112"/>
                  <a:gd name="T16" fmla="*/ 0 h 80"/>
                  <a:gd name="T17" fmla="*/ 112 w 112"/>
                  <a:gd name="T18" fmla="*/ 80 h 80"/>
                </a:gdLst>
                <a:ahLst/>
                <a:cxnLst>
                  <a:cxn ang="T10">
                    <a:pos x="T0" y="T1"/>
                  </a:cxn>
                  <a:cxn ang="T11">
                    <a:pos x="T2" y="T3"/>
                  </a:cxn>
                  <a:cxn ang="T12">
                    <a:pos x="T4" y="T5"/>
                  </a:cxn>
                  <a:cxn ang="T13">
                    <a:pos x="T6" y="T7"/>
                  </a:cxn>
                  <a:cxn ang="T14">
                    <a:pos x="T8" y="T9"/>
                  </a:cxn>
                </a:cxnLst>
                <a:rect l="T15" t="T16" r="T17" b="T18"/>
                <a:pathLst>
                  <a:path w="112" h="80">
                    <a:moveTo>
                      <a:pt x="112" y="80"/>
                    </a:moveTo>
                    <a:lnTo>
                      <a:pt x="0" y="48"/>
                    </a:lnTo>
                    <a:lnTo>
                      <a:pt x="16" y="24"/>
                    </a:lnTo>
                    <a:lnTo>
                      <a:pt x="32" y="0"/>
                    </a:lnTo>
                    <a:lnTo>
                      <a:pt x="112" y="80"/>
                    </a:lnTo>
                    <a:close/>
                  </a:path>
                </a:pathLst>
              </a:custGeom>
              <a:solidFill>
                <a:schemeClr val="bg2"/>
              </a:solidFill>
              <a:ln w="9525">
                <a:solidFill>
                  <a:schemeClr val="bg2"/>
                </a:solidFill>
                <a:round/>
                <a:headEnd/>
                <a:tailEnd/>
              </a:ln>
            </p:spPr>
            <p:txBody>
              <a:bodyPr/>
              <a:lstStyle/>
              <a:p>
                <a:endParaRPr lang="en-US"/>
              </a:p>
            </p:txBody>
          </p:sp>
          <p:sp>
            <p:nvSpPr>
              <p:cNvPr id="103688" name="Line 1191"/>
              <p:cNvSpPr>
                <a:spLocks noChangeShapeType="1"/>
              </p:cNvSpPr>
              <p:nvPr/>
            </p:nvSpPr>
            <p:spPr bwMode="auto">
              <a:xfrm>
                <a:off x="3780" y="1765"/>
                <a:ext cx="72"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689" name="Line 1192"/>
              <p:cNvSpPr>
                <a:spLocks noChangeShapeType="1"/>
              </p:cNvSpPr>
              <p:nvPr/>
            </p:nvSpPr>
            <p:spPr bwMode="auto">
              <a:xfrm>
                <a:off x="3877" y="1821"/>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690" name="Line 1193"/>
              <p:cNvSpPr>
                <a:spLocks noChangeShapeType="1"/>
              </p:cNvSpPr>
              <p:nvPr/>
            </p:nvSpPr>
            <p:spPr bwMode="auto">
              <a:xfrm>
                <a:off x="3972" y="1884"/>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691" name="Line 1194"/>
              <p:cNvSpPr>
                <a:spLocks noChangeShapeType="1"/>
              </p:cNvSpPr>
              <p:nvPr/>
            </p:nvSpPr>
            <p:spPr bwMode="auto">
              <a:xfrm>
                <a:off x="4068" y="1940"/>
                <a:ext cx="63"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3657" name="Group 1195"/>
            <p:cNvGrpSpPr>
              <a:grpSpLocks/>
            </p:cNvGrpSpPr>
            <p:nvPr/>
          </p:nvGrpSpPr>
          <p:grpSpPr bwMode="auto">
            <a:xfrm>
              <a:off x="3326" y="1781"/>
              <a:ext cx="430" cy="255"/>
              <a:chOff x="3326" y="1781"/>
              <a:chExt cx="430" cy="255"/>
            </a:xfrm>
          </p:grpSpPr>
          <p:sp>
            <p:nvSpPr>
              <p:cNvPr id="103682" name="Freeform 1196"/>
              <p:cNvSpPr>
                <a:spLocks/>
              </p:cNvSpPr>
              <p:nvPr/>
            </p:nvSpPr>
            <p:spPr bwMode="auto">
              <a:xfrm>
                <a:off x="3644" y="1956"/>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 name="T15" fmla="*/ 0 w 112"/>
                  <a:gd name="T16" fmla="*/ 0 h 80"/>
                  <a:gd name="T17" fmla="*/ 112 w 112"/>
                  <a:gd name="T18" fmla="*/ 80 h 80"/>
                </a:gdLst>
                <a:ahLst/>
                <a:cxnLst>
                  <a:cxn ang="T10">
                    <a:pos x="T0" y="T1"/>
                  </a:cxn>
                  <a:cxn ang="T11">
                    <a:pos x="T2" y="T3"/>
                  </a:cxn>
                  <a:cxn ang="T12">
                    <a:pos x="T4" y="T5"/>
                  </a:cxn>
                  <a:cxn ang="T13">
                    <a:pos x="T6" y="T7"/>
                  </a:cxn>
                  <a:cxn ang="T14">
                    <a:pos x="T8" y="T9"/>
                  </a:cxn>
                </a:cxnLst>
                <a:rect l="T15" t="T16" r="T17" b="T18"/>
                <a:pathLst>
                  <a:path w="112" h="80">
                    <a:moveTo>
                      <a:pt x="112" y="80"/>
                    </a:moveTo>
                    <a:lnTo>
                      <a:pt x="0" y="48"/>
                    </a:lnTo>
                    <a:lnTo>
                      <a:pt x="16" y="24"/>
                    </a:lnTo>
                    <a:lnTo>
                      <a:pt x="32" y="0"/>
                    </a:lnTo>
                    <a:lnTo>
                      <a:pt x="112" y="80"/>
                    </a:lnTo>
                    <a:close/>
                  </a:path>
                </a:pathLst>
              </a:custGeom>
              <a:solidFill>
                <a:schemeClr val="bg2"/>
              </a:solidFill>
              <a:ln w="9525">
                <a:solidFill>
                  <a:schemeClr val="bg2"/>
                </a:solidFill>
                <a:round/>
                <a:headEnd/>
                <a:tailEnd/>
              </a:ln>
            </p:spPr>
            <p:txBody>
              <a:bodyPr/>
              <a:lstStyle/>
              <a:p>
                <a:endParaRPr lang="en-US"/>
              </a:p>
            </p:txBody>
          </p:sp>
          <p:sp>
            <p:nvSpPr>
              <p:cNvPr id="103683" name="Line 1197"/>
              <p:cNvSpPr>
                <a:spLocks noChangeShapeType="1"/>
              </p:cNvSpPr>
              <p:nvPr/>
            </p:nvSpPr>
            <p:spPr bwMode="auto">
              <a:xfrm>
                <a:off x="3326" y="1781"/>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684" name="Line 1198"/>
              <p:cNvSpPr>
                <a:spLocks noChangeShapeType="1"/>
              </p:cNvSpPr>
              <p:nvPr/>
            </p:nvSpPr>
            <p:spPr bwMode="auto">
              <a:xfrm>
                <a:off x="3422" y="1837"/>
                <a:ext cx="79"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685" name="Line 1199"/>
              <p:cNvSpPr>
                <a:spLocks noChangeShapeType="1"/>
              </p:cNvSpPr>
              <p:nvPr/>
            </p:nvSpPr>
            <p:spPr bwMode="auto">
              <a:xfrm>
                <a:off x="3516" y="1892"/>
                <a:ext cx="80"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686" name="Line 1200"/>
              <p:cNvSpPr>
                <a:spLocks noChangeShapeType="1"/>
              </p:cNvSpPr>
              <p:nvPr/>
            </p:nvSpPr>
            <p:spPr bwMode="auto">
              <a:xfrm>
                <a:off x="3612" y="1948"/>
                <a:ext cx="48" cy="3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3658" name="Group 1201"/>
            <p:cNvGrpSpPr>
              <a:grpSpLocks/>
            </p:cNvGrpSpPr>
            <p:nvPr/>
          </p:nvGrpSpPr>
          <p:grpSpPr bwMode="auto">
            <a:xfrm>
              <a:off x="3325" y="2698"/>
              <a:ext cx="415" cy="279"/>
              <a:chOff x="3325" y="2698"/>
              <a:chExt cx="415" cy="279"/>
            </a:xfrm>
          </p:grpSpPr>
          <p:sp>
            <p:nvSpPr>
              <p:cNvPr id="103677" name="Freeform 1202"/>
              <p:cNvSpPr>
                <a:spLocks/>
              </p:cNvSpPr>
              <p:nvPr/>
            </p:nvSpPr>
            <p:spPr bwMode="auto">
              <a:xfrm>
                <a:off x="3628" y="2889"/>
                <a:ext cx="112" cy="88"/>
              </a:xfrm>
              <a:custGeom>
                <a:avLst/>
                <a:gdLst>
                  <a:gd name="T0" fmla="*/ 112 w 112"/>
                  <a:gd name="T1" fmla="*/ 88 h 88"/>
                  <a:gd name="T2" fmla="*/ 0 w 112"/>
                  <a:gd name="T3" fmla="*/ 48 h 88"/>
                  <a:gd name="T4" fmla="*/ 16 w 112"/>
                  <a:gd name="T5" fmla="*/ 24 h 88"/>
                  <a:gd name="T6" fmla="*/ 32 w 112"/>
                  <a:gd name="T7" fmla="*/ 0 h 88"/>
                  <a:gd name="T8" fmla="*/ 112 w 112"/>
                  <a:gd name="T9" fmla="*/ 88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88"/>
                    </a:moveTo>
                    <a:lnTo>
                      <a:pt x="0" y="48"/>
                    </a:lnTo>
                    <a:lnTo>
                      <a:pt x="16" y="24"/>
                    </a:lnTo>
                    <a:lnTo>
                      <a:pt x="32" y="0"/>
                    </a:lnTo>
                    <a:lnTo>
                      <a:pt x="112" y="88"/>
                    </a:lnTo>
                    <a:close/>
                  </a:path>
                </a:pathLst>
              </a:custGeom>
              <a:solidFill>
                <a:schemeClr val="bg2"/>
              </a:solidFill>
              <a:ln w="9525">
                <a:solidFill>
                  <a:schemeClr val="bg2"/>
                </a:solidFill>
                <a:round/>
                <a:headEnd/>
                <a:tailEnd/>
              </a:ln>
            </p:spPr>
            <p:txBody>
              <a:bodyPr/>
              <a:lstStyle/>
              <a:p>
                <a:endParaRPr lang="en-US"/>
              </a:p>
            </p:txBody>
          </p:sp>
          <p:sp>
            <p:nvSpPr>
              <p:cNvPr id="103678" name="Line 1203"/>
              <p:cNvSpPr>
                <a:spLocks noChangeShapeType="1"/>
              </p:cNvSpPr>
              <p:nvPr/>
            </p:nvSpPr>
            <p:spPr bwMode="auto">
              <a:xfrm>
                <a:off x="3325" y="2698"/>
                <a:ext cx="72"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679" name="Line 1204"/>
              <p:cNvSpPr>
                <a:spLocks noChangeShapeType="1"/>
              </p:cNvSpPr>
              <p:nvPr/>
            </p:nvSpPr>
            <p:spPr bwMode="auto">
              <a:xfrm>
                <a:off x="3421" y="2762"/>
                <a:ext cx="72"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680" name="Line 1205"/>
              <p:cNvSpPr>
                <a:spLocks noChangeShapeType="1"/>
              </p:cNvSpPr>
              <p:nvPr/>
            </p:nvSpPr>
            <p:spPr bwMode="auto">
              <a:xfrm>
                <a:off x="3510" y="2826"/>
                <a:ext cx="70" cy="46"/>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681" name="Line 1206"/>
              <p:cNvSpPr>
                <a:spLocks noChangeShapeType="1"/>
              </p:cNvSpPr>
              <p:nvPr/>
            </p:nvSpPr>
            <p:spPr bwMode="auto">
              <a:xfrm>
                <a:off x="3604" y="2881"/>
                <a:ext cx="40" cy="3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3659" name="Group 1207"/>
            <p:cNvGrpSpPr>
              <a:grpSpLocks/>
            </p:cNvGrpSpPr>
            <p:nvPr/>
          </p:nvGrpSpPr>
          <p:grpSpPr bwMode="auto">
            <a:xfrm>
              <a:off x="2878" y="2395"/>
              <a:ext cx="423" cy="271"/>
              <a:chOff x="2878" y="2395"/>
              <a:chExt cx="423" cy="271"/>
            </a:xfrm>
          </p:grpSpPr>
          <p:sp>
            <p:nvSpPr>
              <p:cNvPr id="103672" name="Freeform 1208"/>
              <p:cNvSpPr>
                <a:spLocks/>
              </p:cNvSpPr>
              <p:nvPr/>
            </p:nvSpPr>
            <p:spPr bwMode="auto">
              <a:xfrm>
                <a:off x="3189" y="2578"/>
                <a:ext cx="112" cy="88"/>
              </a:xfrm>
              <a:custGeom>
                <a:avLst/>
                <a:gdLst>
                  <a:gd name="T0" fmla="*/ 112 w 112"/>
                  <a:gd name="T1" fmla="*/ 88 h 88"/>
                  <a:gd name="T2" fmla="*/ 0 w 112"/>
                  <a:gd name="T3" fmla="*/ 48 h 88"/>
                  <a:gd name="T4" fmla="*/ 16 w 112"/>
                  <a:gd name="T5" fmla="*/ 24 h 88"/>
                  <a:gd name="T6" fmla="*/ 32 w 112"/>
                  <a:gd name="T7" fmla="*/ 0 h 88"/>
                  <a:gd name="T8" fmla="*/ 112 w 112"/>
                  <a:gd name="T9" fmla="*/ 88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88"/>
                    </a:moveTo>
                    <a:lnTo>
                      <a:pt x="0" y="48"/>
                    </a:lnTo>
                    <a:lnTo>
                      <a:pt x="16" y="24"/>
                    </a:lnTo>
                    <a:lnTo>
                      <a:pt x="32" y="0"/>
                    </a:lnTo>
                    <a:lnTo>
                      <a:pt x="112" y="88"/>
                    </a:lnTo>
                    <a:close/>
                  </a:path>
                </a:pathLst>
              </a:custGeom>
              <a:solidFill>
                <a:schemeClr val="bg2"/>
              </a:solidFill>
              <a:ln w="9525">
                <a:solidFill>
                  <a:schemeClr val="bg2"/>
                </a:solidFill>
                <a:round/>
                <a:headEnd/>
                <a:tailEnd/>
              </a:ln>
            </p:spPr>
            <p:txBody>
              <a:bodyPr/>
              <a:lstStyle/>
              <a:p>
                <a:endParaRPr lang="en-US"/>
              </a:p>
            </p:txBody>
          </p:sp>
          <p:sp>
            <p:nvSpPr>
              <p:cNvPr id="103673" name="Line 1209"/>
              <p:cNvSpPr>
                <a:spLocks noChangeShapeType="1"/>
              </p:cNvSpPr>
              <p:nvPr/>
            </p:nvSpPr>
            <p:spPr bwMode="auto">
              <a:xfrm>
                <a:off x="2878" y="2395"/>
                <a:ext cx="72"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674" name="Line 1210"/>
              <p:cNvSpPr>
                <a:spLocks noChangeShapeType="1"/>
              </p:cNvSpPr>
              <p:nvPr/>
            </p:nvSpPr>
            <p:spPr bwMode="auto">
              <a:xfrm>
                <a:off x="2975" y="2459"/>
                <a:ext cx="70" cy="3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675" name="Line 1211"/>
              <p:cNvSpPr>
                <a:spLocks noChangeShapeType="1"/>
              </p:cNvSpPr>
              <p:nvPr/>
            </p:nvSpPr>
            <p:spPr bwMode="auto">
              <a:xfrm>
                <a:off x="3070" y="2515"/>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676" name="Line 1212"/>
              <p:cNvSpPr>
                <a:spLocks noChangeShapeType="1"/>
              </p:cNvSpPr>
              <p:nvPr/>
            </p:nvSpPr>
            <p:spPr bwMode="auto">
              <a:xfrm>
                <a:off x="3157" y="2578"/>
                <a:ext cx="48" cy="24"/>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3660" name="Group 1213"/>
            <p:cNvGrpSpPr>
              <a:grpSpLocks/>
            </p:cNvGrpSpPr>
            <p:nvPr/>
          </p:nvGrpSpPr>
          <p:grpSpPr bwMode="auto">
            <a:xfrm>
              <a:off x="2862" y="3001"/>
              <a:ext cx="423" cy="263"/>
              <a:chOff x="2862" y="3001"/>
              <a:chExt cx="423" cy="263"/>
            </a:xfrm>
          </p:grpSpPr>
          <p:sp>
            <p:nvSpPr>
              <p:cNvPr id="103667" name="Freeform 1214"/>
              <p:cNvSpPr>
                <a:spLocks/>
              </p:cNvSpPr>
              <p:nvPr/>
            </p:nvSpPr>
            <p:spPr bwMode="auto">
              <a:xfrm>
                <a:off x="3173" y="3185"/>
                <a:ext cx="112" cy="79"/>
              </a:xfrm>
              <a:custGeom>
                <a:avLst/>
                <a:gdLst>
                  <a:gd name="T0" fmla="*/ 112 w 112"/>
                  <a:gd name="T1" fmla="*/ 79 h 79"/>
                  <a:gd name="T2" fmla="*/ 0 w 112"/>
                  <a:gd name="T3" fmla="*/ 47 h 79"/>
                  <a:gd name="T4" fmla="*/ 16 w 112"/>
                  <a:gd name="T5" fmla="*/ 23 h 79"/>
                  <a:gd name="T6" fmla="*/ 32 w 112"/>
                  <a:gd name="T7" fmla="*/ 0 h 79"/>
                  <a:gd name="T8" fmla="*/ 112 w 112"/>
                  <a:gd name="T9" fmla="*/ 79 h 79"/>
                  <a:gd name="T10" fmla="*/ 0 60000 65536"/>
                  <a:gd name="T11" fmla="*/ 0 60000 65536"/>
                  <a:gd name="T12" fmla="*/ 0 60000 65536"/>
                  <a:gd name="T13" fmla="*/ 0 60000 65536"/>
                  <a:gd name="T14" fmla="*/ 0 60000 65536"/>
                  <a:gd name="T15" fmla="*/ 0 w 112"/>
                  <a:gd name="T16" fmla="*/ 0 h 79"/>
                  <a:gd name="T17" fmla="*/ 112 w 112"/>
                  <a:gd name="T18" fmla="*/ 79 h 79"/>
                </a:gdLst>
                <a:ahLst/>
                <a:cxnLst>
                  <a:cxn ang="T10">
                    <a:pos x="T0" y="T1"/>
                  </a:cxn>
                  <a:cxn ang="T11">
                    <a:pos x="T2" y="T3"/>
                  </a:cxn>
                  <a:cxn ang="T12">
                    <a:pos x="T4" y="T5"/>
                  </a:cxn>
                  <a:cxn ang="T13">
                    <a:pos x="T6" y="T7"/>
                  </a:cxn>
                  <a:cxn ang="T14">
                    <a:pos x="T8" y="T9"/>
                  </a:cxn>
                </a:cxnLst>
                <a:rect l="T15" t="T16" r="T17" b="T18"/>
                <a:pathLst>
                  <a:path w="112" h="79">
                    <a:moveTo>
                      <a:pt x="112" y="79"/>
                    </a:moveTo>
                    <a:lnTo>
                      <a:pt x="0" y="47"/>
                    </a:lnTo>
                    <a:lnTo>
                      <a:pt x="16" y="23"/>
                    </a:lnTo>
                    <a:lnTo>
                      <a:pt x="32" y="0"/>
                    </a:lnTo>
                    <a:lnTo>
                      <a:pt x="112" y="79"/>
                    </a:lnTo>
                    <a:close/>
                  </a:path>
                </a:pathLst>
              </a:custGeom>
              <a:solidFill>
                <a:schemeClr val="bg2"/>
              </a:solidFill>
              <a:ln w="9525">
                <a:solidFill>
                  <a:schemeClr val="bg2"/>
                </a:solidFill>
                <a:round/>
                <a:headEnd/>
                <a:tailEnd/>
              </a:ln>
            </p:spPr>
            <p:txBody>
              <a:bodyPr/>
              <a:lstStyle/>
              <a:p>
                <a:endParaRPr lang="en-US"/>
              </a:p>
            </p:txBody>
          </p:sp>
          <p:sp>
            <p:nvSpPr>
              <p:cNvPr id="103668" name="Line 1215"/>
              <p:cNvSpPr>
                <a:spLocks noChangeShapeType="1"/>
              </p:cNvSpPr>
              <p:nvPr/>
            </p:nvSpPr>
            <p:spPr bwMode="auto">
              <a:xfrm>
                <a:off x="2862" y="3001"/>
                <a:ext cx="72"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669" name="Line 1216"/>
              <p:cNvSpPr>
                <a:spLocks noChangeShapeType="1"/>
              </p:cNvSpPr>
              <p:nvPr/>
            </p:nvSpPr>
            <p:spPr bwMode="auto">
              <a:xfrm>
                <a:off x="2958" y="3057"/>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670" name="Line 1217"/>
              <p:cNvSpPr>
                <a:spLocks noChangeShapeType="1"/>
              </p:cNvSpPr>
              <p:nvPr/>
            </p:nvSpPr>
            <p:spPr bwMode="auto">
              <a:xfrm>
                <a:off x="3054" y="3121"/>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671" name="Line 1218"/>
              <p:cNvSpPr>
                <a:spLocks noChangeShapeType="1"/>
              </p:cNvSpPr>
              <p:nvPr/>
            </p:nvSpPr>
            <p:spPr bwMode="auto">
              <a:xfrm>
                <a:off x="3150" y="3177"/>
                <a:ext cx="39" cy="3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3661" name="Group 1219"/>
            <p:cNvGrpSpPr>
              <a:grpSpLocks/>
            </p:cNvGrpSpPr>
            <p:nvPr/>
          </p:nvGrpSpPr>
          <p:grpSpPr bwMode="auto">
            <a:xfrm>
              <a:off x="3318" y="3304"/>
              <a:ext cx="422" cy="287"/>
              <a:chOff x="3318" y="3304"/>
              <a:chExt cx="422" cy="287"/>
            </a:xfrm>
          </p:grpSpPr>
          <p:sp>
            <p:nvSpPr>
              <p:cNvPr id="103662" name="Freeform 1220"/>
              <p:cNvSpPr>
                <a:spLocks/>
              </p:cNvSpPr>
              <p:nvPr/>
            </p:nvSpPr>
            <p:spPr bwMode="auto">
              <a:xfrm>
                <a:off x="3628" y="3304"/>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32" y="88"/>
                    </a:lnTo>
                    <a:lnTo>
                      <a:pt x="16" y="64"/>
                    </a:lnTo>
                    <a:lnTo>
                      <a:pt x="0" y="40"/>
                    </a:lnTo>
                    <a:lnTo>
                      <a:pt x="112" y="0"/>
                    </a:lnTo>
                    <a:close/>
                  </a:path>
                </a:pathLst>
              </a:custGeom>
              <a:solidFill>
                <a:schemeClr val="bg2"/>
              </a:solidFill>
              <a:ln w="9525">
                <a:solidFill>
                  <a:schemeClr val="bg2"/>
                </a:solidFill>
                <a:round/>
                <a:headEnd/>
                <a:tailEnd/>
              </a:ln>
            </p:spPr>
            <p:txBody>
              <a:bodyPr/>
              <a:lstStyle/>
              <a:p>
                <a:endParaRPr lang="en-US"/>
              </a:p>
            </p:txBody>
          </p:sp>
          <p:sp>
            <p:nvSpPr>
              <p:cNvPr id="103663" name="Line 1221"/>
              <p:cNvSpPr>
                <a:spLocks noChangeShapeType="1"/>
              </p:cNvSpPr>
              <p:nvPr/>
            </p:nvSpPr>
            <p:spPr bwMode="auto">
              <a:xfrm flipV="1">
                <a:off x="3318" y="3544"/>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664" name="Line 1222"/>
              <p:cNvSpPr>
                <a:spLocks noChangeShapeType="1"/>
              </p:cNvSpPr>
              <p:nvPr/>
            </p:nvSpPr>
            <p:spPr bwMode="auto">
              <a:xfrm flipV="1">
                <a:off x="3413" y="3481"/>
                <a:ext cx="72"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665" name="Line 1223"/>
              <p:cNvSpPr>
                <a:spLocks noChangeShapeType="1"/>
              </p:cNvSpPr>
              <p:nvPr/>
            </p:nvSpPr>
            <p:spPr bwMode="auto">
              <a:xfrm flipV="1">
                <a:off x="3501" y="3417"/>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666" name="Line 1224"/>
              <p:cNvSpPr>
                <a:spLocks noChangeShapeType="1"/>
              </p:cNvSpPr>
              <p:nvPr/>
            </p:nvSpPr>
            <p:spPr bwMode="auto">
              <a:xfrm flipV="1">
                <a:off x="3596" y="3368"/>
                <a:ext cx="48" cy="3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103429" name="Rectangle 1225"/>
          <p:cNvSpPr>
            <a:spLocks noGrp="1" noChangeArrowheads="1"/>
          </p:cNvSpPr>
          <p:nvPr>
            <p:ph type="title"/>
          </p:nvPr>
        </p:nvSpPr>
        <p:spPr/>
        <p:txBody>
          <a:bodyPr/>
          <a:lstStyle/>
          <a:p>
            <a:r>
              <a:rPr lang="en-US" sz="3600" dirty="0"/>
              <a:t>Blood management</a:t>
            </a:r>
            <a:endParaRPr lang="en-US" dirty="0"/>
          </a:p>
        </p:txBody>
      </p:sp>
      <p:sp>
        <p:nvSpPr>
          <p:cNvPr id="3949770" name="Line 1226"/>
          <p:cNvSpPr>
            <a:spLocks noChangeShapeType="1"/>
          </p:cNvSpPr>
          <p:nvPr/>
        </p:nvSpPr>
        <p:spPr bwMode="auto">
          <a:xfrm flipV="1">
            <a:off x="3905250" y="3227389"/>
            <a:ext cx="1544638" cy="496887"/>
          </a:xfrm>
          <a:prstGeom prst="line">
            <a:avLst/>
          </a:prstGeom>
          <a:noFill/>
          <a:ln w="76200">
            <a:solidFill>
              <a:schemeClr val="tx1"/>
            </a:solidFill>
            <a:round/>
            <a:headEnd type="none" w="lg" len="lg"/>
            <a:tailEnd type="triangle" w="med" len="lg"/>
          </a:ln>
          <a:extLst>
            <a:ext uri="{909E8E84-426E-40DD-AFC4-6F175D3DCCD1}">
              <a14:hiddenFill xmlns:a14="http://schemas.microsoft.com/office/drawing/2010/main">
                <a:noFill/>
              </a14:hiddenFill>
            </a:ext>
          </a:extLst>
        </p:spPr>
        <p:txBody>
          <a:bodyPr wrap="none" anchor="ctr"/>
          <a:lstStyle/>
          <a:p>
            <a:endParaRPr lang="en-US"/>
          </a:p>
        </p:txBody>
      </p:sp>
      <p:sp>
        <p:nvSpPr>
          <p:cNvPr id="3949771" name="Line 1227"/>
          <p:cNvSpPr>
            <a:spLocks noChangeShapeType="1"/>
          </p:cNvSpPr>
          <p:nvPr/>
        </p:nvSpPr>
        <p:spPr bwMode="auto">
          <a:xfrm flipV="1">
            <a:off x="3905251" y="3767138"/>
            <a:ext cx="2568575" cy="2120900"/>
          </a:xfrm>
          <a:prstGeom prst="line">
            <a:avLst/>
          </a:prstGeom>
          <a:noFill/>
          <a:ln w="76200">
            <a:solidFill>
              <a:schemeClr val="tx1"/>
            </a:solidFill>
            <a:round/>
            <a:headEnd type="none" w="lg" len="lg"/>
            <a:tailEnd type="triangle" w="med" len="lg"/>
          </a:ln>
          <a:extLst>
            <a:ext uri="{909E8E84-426E-40DD-AFC4-6F175D3DCCD1}">
              <a14:hiddenFill xmlns:a14="http://schemas.microsoft.com/office/drawing/2010/main">
                <a:noFill/>
              </a14:hiddenFill>
            </a:ext>
          </a:extLst>
        </p:spPr>
        <p:txBody>
          <a:bodyPr wrap="none" anchor="ctr"/>
          <a:lstStyle/>
          <a:p>
            <a:endParaRPr lang="en-US"/>
          </a:p>
        </p:txBody>
      </p:sp>
      <p:sp>
        <p:nvSpPr>
          <p:cNvPr id="3949772" name="Line 1228"/>
          <p:cNvSpPr>
            <a:spLocks noChangeShapeType="1"/>
          </p:cNvSpPr>
          <p:nvPr/>
        </p:nvSpPr>
        <p:spPr bwMode="auto">
          <a:xfrm>
            <a:off x="3905250" y="2670175"/>
            <a:ext cx="1701800" cy="2713038"/>
          </a:xfrm>
          <a:prstGeom prst="line">
            <a:avLst/>
          </a:prstGeom>
          <a:noFill/>
          <a:ln w="76200">
            <a:solidFill>
              <a:schemeClr val="tx1"/>
            </a:solidFill>
            <a:round/>
            <a:headEnd type="none" w="lg" len="lg"/>
            <a:tailEnd type="triangle" w="med" len="lg"/>
          </a:ln>
          <a:extLst>
            <a:ext uri="{909E8E84-426E-40DD-AFC4-6F175D3DCCD1}">
              <a14:hiddenFill xmlns:a14="http://schemas.microsoft.com/office/drawing/2010/main">
                <a:noFill/>
              </a14:hiddenFill>
            </a:ext>
          </a:extLst>
        </p:spPr>
        <p:txBody>
          <a:bodyPr wrap="none" anchor="ctr"/>
          <a:lstStyle/>
          <a:p>
            <a:endParaRPr lang="en-US"/>
          </a:p>
        </p:txBody>
      </p:sp>
      <p:sp>
        <p:nvSpPr>
          <p:cNvPr id="3949773" name="Rectangle 1229"/>
          <p:cNvSpPr>
            <a:spLocks noChangeArrowheads="1"/>
          </p:cNvSpPr>
          <p:nvPr/>
        </p:nvSpPr>
        <p:spPr bwMode="auto">
          <a:xfrm>
            <a:off x="3467100" y="2247900"/>
            <a:ext cx="736600" cy="4038600"/>
          </a:xfrm>
          <a:prstGeom prst="rect">
            <a:avLst/>
          </a:prstGeom>
          <a:solidFill>
            <a:srgbClr val="477BFD">
              <a:alpha val="50195"/>
            </a:srgbClr>
          </a:solidFill>
          <a:ln>
            <a:noFill/>
          </a:ln>
          <a:extLst>
            <a:ext uri="{91240B29-F687-4F45-9708-019B960494DF}">
              <a14:hiddenLine xmlns:a14="http://schemas.microsoft.com/office/drawing/2010/main" w="38100">
                <a:solidFill>
                  <a:srgbClr val="000000"/>
                </a:solidFill>
                <a:miter lim="800000"/>
                <a:headEnd type="none" w="lg" len="lg"/>
                <a:tailEnd type="none" w="lg" len="lg"/>
              </a14:hiddenLine>
            </a:ext>
          </a:extLst>
        </p:spPr>
        <p:txBody>
          <a:bodyPr wrap="none" anchor="ctr"/>
          <a:lstStyle/>
          <a:p>
            <a:endParaRPr lang="en-US"/>
          </a:p>
        </p:txBody>
      </p:sp>
      <p:grpSp>
        <p:nvGrpSpPr>
          <p:cNvPr id="89194" name="Group 1230"/>
          <p:cNvGrpSpPr>
            <a:grpSpLocks/>
          </p:cNvGrpSpPr>
          <p:nvPr/>
        </p:nvGrpSpPr>
        <p:grpSpPr bwMode="auto">
          <a:xfrm>
            <a:off x="5187950" y="2784476"/>
            <a:ext cx="985838" cy="811213"/>
            <a:chOff x="2700" y="1858"/>
            <a:chExt cx="948" cy="780"/>
          </a:xfrm>
        </p:grpSpPr>
        <p:sp>
          <p:nvSpPr>
            <p:cNvPr id="103448" name="Rectangle 1231"/>
            <p:cNvSpPr>
              <a:spLocks noChangeArrowheads="1"/>
            </p:cNvSpPr>
            <p:nvPr/>
          </p:nvSpPr>
          <p:spPr bwMode="auto">
            <a:xfrm>
              <a:off x="2700" y="1858"/>
              <a:ext cx="948" cy="780"/>
            </a:xfrm>
            <a:prstGeom prst="rect">
              <a:avLst/>
            </a:prstGeom>
            <a:solidFill>
              <a:srgbClr val="3770FD">
                <a:alpha val="50195"/>
              </a:srgbClr>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p>
              <a:endParaRPr lang="en-US"/>
            </a:p>
          </p:txBody>
        </p:sp>
        <p:grpSp>
          <p:nvGrpSpPr>
            <p:cNvPr id="103449" name="Group 1232"/>
            <p:cNvGrpSpPr>
              <a:grpSpLocks/>
            </p:cNvGrpSpPr>
            <p:nvPr/>
          </p:nvGrpSpPr>
          <p:grpSpPr bwMode="auto">
            <a:xfrm>
              <a:off x="2931" y="2061"/>
              <a:ext cx="506" cy="416"/>
              <a:chOff x="4101" y="2013"/>
              <a:chExt cx="506" cy="416"/>
            </a:xfrm>
          </p:grpSpPr>
          <p:sp>
            <p:nvSpPr>
              <p:cNvPr id="103450" name="Line 1233"/>
              <p:cNvSpPr>
                <a:spLocks noChangeShapeType="1"/>
              </p:cNvSpPr>
              <p:nvPr/>
            </p:nvSpPr>
            <p:spPr bwMode="auto">
              <a:xfrm flipV="1">
                <a:off x="4101" y="2013"/>
                <a:ext cx="0" cy="416"/>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3451" name="Line 1234"/>
              <p:cNvSpPr>
                <a:spLocks noChangeShapeType="1"/>
              </p:cNvSpPr>
              <p:nvPr/>
            </p:nvSpPr>
            <p:spPr bwMode="auto">
              <a:xfrm>
                <a:off x="4107" y="2423"/>
                <a:ext cx="500"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3452" name="Arc 1235"/>
              <p:cNvSpPr>
                <a:spLocks/>
              </p:cNvSpPr>
              <p:nvPr/>
            </p:nvSpPr>
            <p:spPr bwMode="auto">
              <a:xfrm flipH="1" flipV="1">
                <a:off x="4109" y="2068"/>
                <a:ext cx="379" cy="331"/>
              </a:xfrm>
              <a:custGeom>
                <a:avLst/>
                <a:gdLst>
                  <a:gd name="T0" fmla="*/ 7 w 21600"/>
                  <a:gd name="T1" fmla="*/ 0 h 21600"/>
                  <a:gd name="T2" fmla="*/ 0 w 21600"/>
                  <a:gd name="T3" fmla="*/ 5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21600" y="0"/>
                    </a:moveTo>
                    <a:cubicBezTo>
                      <a:pt x="21600" y="11929"/>
                      <a:pt x="11929" y="21599"/>
                      <a:pt x="0" y="21600"/>
                    </a:cubicBezTo>
                  </a:path>
                  <a:path w="21600" h="21600" stroke="0" extrusionOk="0">
                    <a:moveTo>
                      <a:pt x="21600" y="0"/>
                    </a:moveTo>
                    <a:cubicBezTo>
                      <a:pt x="21600" y="11929"/>
                      <a:pt x="11929" y="21599"/>
                      <a:pt x="0" y="21600"/>
                    </a:cubicBezTo>
                    <a:lnTo>
                      <a:pt x="0" y="0"/>
                    </a:lnTo>
                    <a:close/>
                  </a:path>
                </a:pathLst>
              </a:custGeom>
              <a:noFill/>
              <a:ln w="28575" cap="rnd">
                <a:solidFill>
                  <a:schemeClr val="bg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grpSp>
      <p:grpSp>
        <p:nvGrpSpPr>
          <p:cNvPr id="89210" name="Group 1236"/>
          <p:cNvGrpSpPr>
            <a:grpSpLocks/>
          </p:cNvGrpSpPr>
          <p:nvPr/>
        </p:nvGrpSpPr>
        <p:grpSpPr bwMode="auto">
          <a:xfrm>
            <a:off x="5962650" y="3405188"/>
            <a:ext cx="985838" cy="811212"/>
            <a:chOff x="2700" y="1858"/>
            <a:chExt cx="948" cy="780"/>
          </a:xfrm>
        </p:grpSpPr>
        <p:sp>
          <p:nvSpPr>
            <p:cNvPr id="103443" name="Rectangle 1237"/>
            <p:cNvSpPr>
              <a:spLocks noChangeArrowheads="1"/>
            </p:cNvSpPr>
            <p:nvPr/>
          </p:nvSpPr>
          <p:spPr bwMode="auto">
            <a:xfrm>
              <a:off x="2700" y="1858"/>
              <a:ext cx="948" cy="780"/>
            </a:xfrm>
            <a:prstGeom prst="rect">
              <a:avLst/>
            </a:prstGeom>
            <a:solidFill>
              <a:srgbClr val="3770FD">
                <a:alpha val="50195"/>
              </a:srgbClr>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p>
              <a:endParaRPr lang="en-US"/>
            </a:p>
          </p:txBody>
        </p:sp>
        <p:grpSp>
          <p:nvGrpSpPr>
            <p:cNvPr id="103444" name="Group 1238"/>
            <p:cNvGrpSpPr>
              <a:grpSpLocks/>
            </p:cNvGrpSpPr>
            <p:nvPr/>
          </p:nvGrpSpPr>
          <p:grpSpPr bwMode="auto">
            <a:xfrm>
              <a:off x="2931" y="2061"/>
              <a:ext cx="506" cy="416"/>
              <a:chOff x="4101" y="2013"/>
              <a:chExt cx="506" cy="416"/>
            </a:xfrm>
          </p:grpSpPr>
          <p:sp>
            <p:nvSpPr>
              <p:cNvPr id="103445" name="Line 1239"/>
              <p:cNvSpPr>
                <a:spLocks noChangeShapeType="1"/>
              </p:cNvSpPr>
              <p:nvPr/>
            </p:nvSpPr>
            <p:spPr bwMode="auto">
              <a:xfrm flipV="1">
                <a:off x="4101" y="2013"/>
                <a:ext cx="0" cy="416"/>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3446" name="Line 1240"/>
              <p:cNvSpPr>
                <a:spLocks noChangeShapeType="1"/>
              </p:cNvSpPr>
              <p:nvPr/>
            </p:nvSpPr>
            <p:spPr bwMode="auto">
              <a:xfrm>
                <a:off x="4107" y="2423"/>
                <a:ext cx="500"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3447" name="Arc 1241"/>
              <p:cNvSpPr>
                <a:spLocks/>
              </p:cNvSpPr>
              <p:nvPr/>
            </p:nvSpPr>
            <p:spPr bwMode="auto">
              <a:xfrm flipH="1" flipV="1">
                <a:off x="4109" y="2068"/>
                <a:ext cx="379" cy="331"/>
              </a:xfrm>
              <a:custGeom>
                <a:avLst/>
                <a:gdLst>
                  <a:gd name="T0" fmla="*/ 7 w 21600"/>
                  <a:gd name="T1" fmla="*/ 0 h 21600"/>
                  <a:gd name="T2" fmla="*/ 0 w 21600"/>
                  <a:gd name="T3" fmla="*/ 5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21600" y="0"/>
                    </a:moveTo>
                    <a:cubicBezTo>
                      <a:pt x="21600" y="11929"/>
                      <a:pt x="11929" y="21599"/>
                      <a:pt x="0" y="21600"/>
                    </a:cubicBezTo>
                  </a:path>
                  <a:path w="21600" h="21600" stroke="0" extrusionOk="0">
                    <a:moveTo>
                      <a:pt x="21600" y="0"/>
                    </a:moveTo>
                    <a:cubicBezTo>
                      <a:pt x="21600" y="11929"/>
                      <a:pt x="11929" y="21599"/>
                      <a:pt x="0" y="21600"/>
                    </a:cubicBezTo>
                    <a:lnTo>
                      <a:pt x="0" y="0"/>
                    </a:lnTo>
                    <a:close/>
                  </a:path>
                </a:pathLst>
              </a:custGeom>
              <a:noFill/>
              <a:ln w="28575" cap="rnd">
                <a:solidFill>
                  <a:schemeClr val="bg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grpSp>
      <p:grpSp>
        <p:nvGrpSpPr>
          <p:cNvPr id="3949793" name="Group 1242"/>
          <p:cNvGrpSpPr>
            <a:grpSpLocks/>
          </p:cNvGrpSpPr>
          <p:nvPr/>
        </p:nvGrpSpPr>
        <p:grpSpPr bwMode="auto">
          <a:xfrm>
            <a:off x="5053014" y="4849813"/>
            <a:ext cx="985837" cy="811212"/>
            <a:chOff x="2700" y="1858"/>
            <a:chExt cx="948" cy="780"/>
          </a:xfrm>
        </p:grpSpPr>
        <p:sp>
          <p:nvSpPr>
            <p:cNvPr id="103438" name="Rectangle 1243"/>
            <p:cNvSpPr>
              <a:spLocks noChangeArrowheads="1"/>
            </p:cNvSpPr>
            <p:nvPr/>
          </p:nvSpPr>
          <p:spPr bwMode="auto">
            <a:xfrm>
              <a:off x="2700" y="1858"/>
              <a:ext cx="948" cy="780"/>
            </a:xfrm>
            <a:prstGeom prst="rect">
              <a:avLst/>
            </a:prstGeom>
            <a:solidFill>
              <a:srgbClr val="3770FD">
                <a:alpha val="50195"/>
              </a:srgbClr>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p>
              <a:endParaRPr lang="en-US"/>
            </a:p>
          </p:txBody>
        </p:sp>
        <p:grpSp>
          <p:nvGrpSpPr>
            <p:cNvPr id="103439" name="Group 1244"/>
            <p:cNvGrpSpPr>
              <a:grpSpLocks/>
            </p:cNvGrpSpPr>
            <p:nvPr/>
          </p:nvGrpSpPr>
          <p:grpSpPr bwMode="auto">
            <a:xfrm>
              <a:off x="2931" y="2061"/>
              <a:ext cx="506" cy="416"/>
              <a:chOff x="4101" y="2013"/>
              <a:chExt cx="506" cy="416"/>
            </a:xfrm>
          </p:grpSpPr>
          <p:sp>
            <p:nvSpPr>
              <p:cNvPr id="103440" name="Line 1245"/>
              <p:cNvSpPr>
                <a:spLocks noChangeShapeType="1"/>
              </p:cNvSpPr>
              <p:nvPr/>
            </p:nvSpPr>
            <p:spPr bwMode="auto">
              <a:xfrm flipV="1">
                <a:off x="4101" y="2013"/>
                <a:ext cx="0" cy="416"/>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3441" name="Line 1246"/>
              <p:cNvSpPr>
                <a:spLocks noChangeShapeType="1"/>
              </p:cNvSpPr>
              <p:nvPr/>
            </p:nvSpPr>
            <p:spPr bwMode="auto">
              <a:xfrm>
                <a:off x="4107" y="2423"/>
                <a:ext cx="500"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3442" name="Arc 1247"/>
              <p:cNvSpPr>
                <a:spLocks/>
              </p:cNvSpPr>
              <p:nvPr/>
            </p:nvSpPr>
            <p:spPr bwMode="auto">
              <a:xfrm flipH="1" flipV="1">
                <a:off x="4109" y="2068"/>
                <a:ext cx="379" cy="331"/>
              </a:xfrm>
              <a:custGeom>
                <a:avLst/>
                <a:gdLst>
                  <a:gd name="T0" fmla="*/ 7 w 21600"/>
                  <a:gd name="T1" fmla="*/ 0 h 21600"/>
                  <a:gd name="T2" fmla="*/ 0 w 21600"/>
                  <a:gd name="T3" fmla="*/ 5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21600" y="0"/>
                    </a:moveTo>
                    <a:cubicBezTo>
                      <a:pt x="21600" y="11929"/>
                      <a:pt x="11929" y="21599"/>
                      <a:pt x="0" y="21600"/>
                    </a:cubicBezTo>
                  </a:path>
                  <a:path w="21600" h="21600" stroke="0" extrusionOk="0">
                    <a:moveTo>
                      <a:pt x="21600" y="0"/>
                    </a:moveTo>
                    <a:cubicBezTo>
                      <a:pt x="21600" y="11929"/>
                      <a:pt x="11929" y="21599"/>
                      <a:pt x="0" y="21600"/>
                    </a:cubicBezTo>
                    <a:lnTo>
                      <a:pt x="0" y="0"/>
                    </a:lnTo>
                    <a:close/>
                  </a:path>
                </a:pathLst>
              </a:custGeom>
              <a:noFill/>
              <a:ln w="28575" cap="rnd">
                <a:solidFill>
                  <a:schemeClr val="bg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grpSp>
      <p:sp>
        <p:nvSpPr>
          <p:cNvPr id="103437" name="Text Box 1248"/>
          <p:cNvSpPr txBox="1">
            <a:spLocks noChangeArrowheads="1"/>
          </p:cNvSpPr>
          <p:nvPr/>
        </p:nvSpPr>
        <p:spPr bwMode="auto">
          <a:xfrm>
            <a:off x="3692525" y="1581150"/>
            <a:ext cx="3111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type="none" w="lg" len="lg"/>
                <a:tailEnd type="none" w="med" len="lg"/>
              </a14:hiddenLine>
            </a:ext>
          </a:extLst>
        </p:spPr>
        <p:txBody>
          <a:bodyPr wrap="none">
            <a:spAutoFit/>
          </a:bodyPr>
          <a:lstStyle>
            <a:lvl1pPr>
              <a:defRPr i="1">
                <a:solidFill>
                  <a:schemeClr val="tx1"/>
                </a:solidFill>
                <a:latin typeface="Times New Roman" pitchFamily="18" charset="0"/>
              </a:defRPr>
            </a:lvl1pPr>
            <a:lvl2pPr marL="742950" indent="-285750">
              <a:defRPr i="1">
                <a:solidFill>
                  <a:schemeClr val="tx1"/>
                </a:solidFill>
                <a:latin typeface="Times New Roman" pitchFamily="18" charset="0"/>
              </a:defRPr>
            </a:lvl2pPr>
            <a:lvl3pPr marL="1143000" indent="-228600">
              <a:defRPr i="1">
                <a:solidFill>
                  <a:schemeClr val="tx1"/>
                </a:solidFill>
                <a:latin typeface="Times New Roman" pitchFamily="18" charset="0"/>
              </a:defRPr>
            </a:lvl3pPr>
            <a:lvl4pPr marL="1600200" indent="-228600">
              <a:defRPr i="1">
                <a:solidFill>
                  <a:schemeClr val="tx1"/>
                </a:solidFill>
                <a:latin typeface="Times New Roman" pitchFamily="18" charset="0"/>
              </a:defRPr>
            </a:lvl4pPr>
            <a:lvl5pPr marL="2057400" indent="-228600">
              <a:defRPr i="1">
                <a:solidFill>
                  <a:schemeClr val="tx1"/>
                </a:solidFill>
                <a:latin typeface="Times New Roman" pitchFamily="18" charset="0"/>
              </a:defRPr>
            </a:lvl5pPr>
            <a:lvl6pPr marL="2514600" indent="-228600" algn="ctr" eaLnBrk="0" fontAlgn="base" hangingPunct="0">
              <a:spcBef>
                <a:spcPct val="0"/>
              </a:spcBef>
              <a:spcAft>
                <a:spcPct val="0"/>
              </a:spcAft>
              <a:defRPr i="1">
                <a:solidFill>
                  <a:schemeClr val="tx1"/>
                </a:solidFill>
                <a:latin typeface="Times New Roman" pitchFamily="18" charset="0"/>
              </a:defRPr>
            </a:lvl6pPr>
            <a:lvl7pPr marL="2971800" indent="-228600" algn="ctr" eaLnBrk="0" fontAlgn="base" hangingPunct="0">
              <a:spcBef>
                <a:spcPct val="0"/>
              </a:spcBef>
              <a:spcAft>
                <a:spcPct val="0"/>
              </a:spcAft>
              <a:defRPr i="1">
                <a:solidFill>
                  <a:schemeClr val="tx1"/>
                </a:solidFill>
                <a:latin typeface="Times New Roman" pitchFamily="18" charset="0"/>
              </a:defRPr>
            </a:lvl7pPr>
            <a:lvl8pPr marL="3429000" indent="-228600" algn="ctr" eaLnBrk="0" fontAlgn="base" hangingPunct="0">
              <a:spcBef>
                <a:spcPct val="0"/>
              </a:spcBef>
              <a:spcAft>
                <a:spcPct val="0"/>
              </a:spcAft>
              <a:defRPr i="1">
                <a:solidFill>
                  <a:schemeClr val="tx1"/>
                </a:solidFill>
                <a:latin typeface="Times New Roman" pitchFamily="18" charset="0"/>
              </a:defRPr>
            </a:lvl8pPr>
            <a:lvl9pPr marL="3886200" indent="-228600" algn="ctr" eaLnBrk="0" fontAlgn="base" hangingPunct="0">
              <a:spcBef>
                <a:spcPct val="0"/>
              </a:spcBef>
              <a:spcAft>
                <a:spcPct val="0"/>
              </a:spcAft>
              <a:defRPr i="1">
                <a:solidFill>
                  <a:schemeClr val="tx1"/>
                </a:solidFill>
                <a:latin typeface="Times New Roman" pitchFamily="18" charset="0"/>
              </a:defRPr>
            </a:lvl9pPr>
          </a:lstStyle>
          <a:p>
            <a:pPr algn="l"/>
            <a:r>
              <a:rPr lang="en-US" sz="3600" i="0"/>
              <a:t>t</a:t>
            </a:r>
          </a:p>
        </p:txBody>
      </p:sp>
    </p:spTree>
    <p:extLst>
      <p:ext uri="{BB962C8B-B14F-4D97-AF65-F5344CB8AC3E}">
        <p14:creationId xmlns:p14="http://schemas.microsoft.com/office/powerpoint/2010/main" val="1283101438"/>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3949773"/>
                                        </p:tgtEl>
                                        <p:attrNameLst>
                                          <p:attrName>style.visibility</p:attrName>
                                        </p:attrNameLst>
                                      </p:cBhvr>
                                      <p:to>
                                        <p:strVal val="visible"/>
                                      </p:to>
                                    </p:set>
                                    <p:animEffect transition="in" filter="wipe(up)">
                                      <p:cBhvr>
                                        <p:cTn id="7" dur="500"/>
                                        <p:tgtEl>
                                          <p:spTgt spid="3949773"/>
                                        </p:tgtEl>
                                      </p:cBhvr>
                                    </p:animEffect>
                                  </p:childTnLst>
                                </p:cTn>
                              </p:par>
                            </p:childTnLst>
                          </p:cTn>
                        </p:par>
                        <p:par>
                          <p:cTn id="8" fill="hold" nodeType="afterGroup">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3949770"/>
                                        </p:tgtEl>
                                        <p:attrNameLst>
                                          <p:attrName>style.visibility</p:attrName>
                                        </p:attrNameLst>
                                      </p:cBhvr>
                                      <p:to>
                                        <p:strVal val="visible"/>
                                      </p:to>
                                    </p:set>
                                    <p:animEffect transition="in" filter="wipe(left)">
                                      <p:cBhvr>
                                        <p:cTn id="11" dur="500"/>
                                        <p:tgtEl>
                                          <p:spTgt spid="3949770"/>
                                        </p:tgtEl>
                                      </p:cBhvr>
                                    </p:animEffect>
                                  </p:childTnLst>
                                </p:cTn>
                              </p:par>
                            </p:childTnLst>
                          </p:cTn>
                        </p:par>
                        <p:par>
                          <p:cTn id="12" fill="hold" nodeType="afterGroup">
                            <p:stCondLst>
                              <p:cond delay="1000"/>
                            </p:stCondLst>
                            <p:childTnLst>
                              <p:par>
                                <p:cTn id="13" presetID="9" presetClass="entr" presetSubtype="0" fill="hold" nodeType="afterEffect">
                                  <p:stCondLst>
                                    <p:cond delay="0"/>
                                  </p:stCondLst>
                                  <p:childTnLst>
                                    <p:set>
                                      <p:cBhvr>
                                        <p:cTn id="14" dur="1" fill="hold">
                                          <p:stCondLst>
                                            <p:cond delay="0"/>
                                          </p:stCondLst>
                                        </p:cTn>
                                        <p:tgtEl>
                                          <p:spTgt spid="89194"/>
                                        </p:tgtEl>
                                        <p:attrNameLst>
                                          <p:attrName>style.visibility</p:attrName>
                                        </p:attrNameLst>
                                      </p:cBhvr>
                                      <p:to>
                                        <p:strVal val="visible"/>
                                      </p:to>
                                    </p:set>
                                    <p:animEffect transition="in" filter="dissolve">
                                      <p:cBhvr>
                                        <p:cTn id="15" dur="500"/>
                                        <p:tgtEl>
                                          <p:spTgt spid="89194"/>
                                        </p:tgtEl>
                                      </p:cBhvr>
                                    </p:animEffect>
                                  </p:childTnLst>
                                </p:cTn>
                              </p:par>
                            </p:childTnLst>
                          </p:cTn>
                        </p:par>
                        <p:par>
                          <p:cTn id="16" fill="hold" nodeType="afterGroup">
                            <p:stCondLst>
                              <p:cond delay="1500"/>
                            </p:stCondLst>
                            <p:childTnLst>
                              <p:par>
                                <p:cTn id="17" presetID="22" presetClass="entr" presetSubtype="8" fill="hold" grpId="0" nodeType="afterEffect">
                                  <p:stCondLst>
                                    <p:cond delay="0"/>
                                  </p:stCondLst>
                                  <p:childTnLst>
                                    <p:set>
                                      <p:cBhvr>
                                        <p:cTn id="18" dur="1" fill="hold">
                                          <p:stCondLst>
                                            <p:cond delay="0"/>
                                          </p:stCondLst>
                                        </p:cTn>
                                        <p:tgtEl>
                                          <p:spTgt spid="3949771"/>
                                        </p:tgtEl>
                                        <p:attrNameLst>
                                          <p:attrName>style.visibility</p:attrName>
                                        </p:attrNameLst>
                                      </p:cBhvr>
                                      <p:to>
                                        <p:strVal val="visible"/>
                                      </p:to>
                                    </p:set>
                                    <p:animEffect transition="in" filter="wipe(left)">
                                      <p:cBhvr>
                                        <p:cTn id="19" dur="500"/>
                                        <p:tgtEl>
                                          <p:spTgt spid="3949771"/>
                                        </p:tgtEl>
                                      </p:cBhvr>
                                    </p:animEffect>
                                  </p:childTnLst>
                                </p:cTn>
                              </p:par>
                            </p:childTnLst>
                          </p:cTn>
                        </p:par>
                        <p:par>
                          <p:cTn id="20" fill="hold" nodeType="afterGroup">
                            <p:stCondLst>
                              <p:cond delay="2000"/>
                            </p:stCondLst>
                            <p:childTnLst>
                              <p:par>
                                <p:cTn id="21" presetID="9" presetClass="entr" presetSubtype="0" fill="hold" nodeType="afterEffect">
                                  <p:stCondLst>
                                    <p:cond delay="0"/>
                                  </p:stCondLst>
                                  <p:childTnLst>
                                    <p:set>
                                      <p:cBhvr>
                                        <p:cTn id="22" dur="1" fill="hold">
                                          <p:stCondLst>
                                            <p:cond delay="0"/>
                                          </p:stCondLst>
                                        </p:cTn>
                                        <p:tgtEl>
                                          <p:spTgt spid="89210"/>
                                        </p:tgtEl>
                                        <p:attrNameLst>
                                          <p:attrName>style.visibility</p:attrName>
                                        </p:attrNameLst>
                                      </p:cBhvr>
                                      <p:to>
                                        <p:strVal val="visible"/>
                                      </p:to>
                                    </p:set>
                                    <p:animEffect transition="in" filter="dissolve">
                                      <p:cBhvr>
                                        <p:cTn id="23" dur="500"/>
                                        <p:tgtEl>
                                          <p:spTgt spid="89210"/>
                                        </p:tgtEl>
                                      </p:cBhvr>
                                    </p:animEffect>
                                  </p:childTnLst>
                                </p:cTn>
                              </p:par>
                            </p:childTnLst>
                          </p:cTn>
                        </p:par>
                        <p:par>
                          <p:cTn id="24" fill="hold" nodeType="afterGroup">
                            <p:stCondLst>
                              <p:cond delay="2500"/>
                            </p:stCondLst>
                            <p:childTnLst>
                              <p:par>
                                <p:cTn id="25" presetID="22" presetClass="entr" presetSubtype="8" fill="hold" grpId="0" nodeType="afterEffect">
                                  <p:stCondLst>
                                    <p:cond delay="0"/>
                                  </p:stCondLst>
                                  <p:childTnLst>
                                    <p:set>
                                      <p:cBhvr>
                                        <p:cTn id="26" dur="1" fill="hold">
                                          <p:stCondLst>
                                            <p:cond delay="0"/>
                                          </p:stCondLst>
                                        </p:cTn>
                                        <p:tgtEl>
                                          <p:spTgt spid="3949772"/>
                                        </p:tgtEl>
                                        <p:attrNameLst>
                                          <p:attrName>style.visibility</p:attrName>
                                        </p:attrNameLst>
                                      </p:cBhvr>
                                      <p:to>
                                        <p:strVal val="visible"/>
                                      </p:to>
                                    </p:set>
                                    <p:animEffect transition="in" filter="wipe(left)">
                                      <p:cBhvr>
                                        <p:cTn id="27" dur="500"/>
                                        <p:tgtEl>
                                          <p:spTgt spid="3949772"/>
                                        </p:tgtEl>
                                      </p:cBhvr>
                                    </p:animEffect>
                                  </p:childTnLst>
                                </p:cTn>
                              </p:par>
                            </p:childTnLst>
                          </p:cTn>
                        </p:par>
                        <p:par>
                          <p:cTn id="28" fill="hold" nodeType="afterGroup">
                            <p:stCondLst>
                              <p:cond delay="3000"/>
                            </p:stCondLst>
                            <p:childTnLst>
                              <p:par>
                                <p:cTn id="29" presetID="9" presetClass="entr" presetSubtype="0" fill="hold" nodeType="afterEffect">
                                  <p:stCondLst>
                                    <p:cond delay="0"/>
                                  </p:stCondLst>
                                  <p:childTnLst>
                                    <p:set>
                                      <p:cBhvr>
                                        <p:cTn id="30" dur="1" fill="hold">
                                          <p:stCondLst>
                                            <p:cond delay="0"/>
                                          </p:stCondLst>
                                        </p:cTn>
                                        <p:tgtEl>
                                          <p:spTgt spid="3949793"/>
                                        </p:tgtEl>
                                        <p:attrNameLst>
                                          <p:attrName>style.visibility</p:attrName>
                                        </p:attrNameLst>
                                      </p:cBhvr>
                                      <p:to>
                                        <p:strVal val="visible"/>
                                      </p:to>
                                    </p:set>
                                    <p:animEffect transition="in" filter="dissolve">
                                      <p:cBhvr>
                                        <p:cTn id="31" dur="500"/>
                                        <p:tgtEl>
                                          <p:spTgt spid="394979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49770" grpId="0" animBg="1"/>
      <p:bldP spid="3949771" grpId="0" animBg="1"/>
      <p:bldP spid="3949772" grpId="0" animBg="1"/>
      <p:bldP spid="3949773" grpId="0" animBg="1"/>
    </p:bldLst>
  </p:timing>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5476" name="Group 2"/>
          <p:cNvGrpSpPr>
            <a:grpSpLocks/>
          </p:cNvGrpSpPr>
          <p:nvPr/>
        </p:nvGrpSpPr>
        <p:grpSpPr bwMode="auto">
          <a:xfrm>
            <a:off x="3011488" y="2598738"/>
            <a:ext cx="6081712" cy="3332162"/>
            <a:chOff x="1449" y="1725"/>
            <a:chExt cx="3265" cy="1898"/>
          </a:xfrm>
        </p:grpSpPr>
        <p:grpSp>
          <p:nvGrpSpPr>
            <p:cNvPr id="105570" name="Group 3"/>
            <p:cNvGrpSpPr>
              <a:grpSpLocks/>
            </p:cNvGrpSpPr>
            <p:nvPr/>
          </p:nvGrpSpPr>
          <p:grpSpPr bwMode="auto">
            <a:xfrm>
              <a:off x="3772" y="2690"/>
              <a:ext cx="894" cy="596"/>
              <a:chOff x="3772" y="2690"/>
              <a:chExt cx="894" cy="596"/>
            </a:xfrm>
          </p:grpSpPr>
          <p:sp>
            <p:nvSpPr>
              <p:cNvPr id="106790" name="Freeform 4"/>
              <p:cNvSpPr>
                <a:spLocks/>
              </p:cNvSpPr>
              <p:nvPr/>
            </p:nvSpPr>
            <p:spPr bwMode="auto">
              <a:xfrm>
                <a:off x="4538" y="2690"/>
                <a:ext cx="128" cy="104"/>
              </a:xfrm>
              <a:custGeom>
                <a:avLst/>
                <a:gdLst>
                  <a:gd name="T0" fmla="*/ 128 w 128"/>
                  <a:gd name="T1" fmla="*/ 0 h 104"/>
                  <a:gd name="T2" fmla="*/ 40 w 128"/>
                  <a:gd name="T3" fmla="*/ 104 h 104"/>
                  <a:gd name="T4" fmla="*/ 16 w 128"/>
                  <a:gd name="T5" fmla="*/ 72 h 104"/>
                  <a:gd name="T6" fmla="*/ 0 w 128"/>
                  <a:gd name="T7" fmla="*/ 48 h 104"/>
                  <a:gd name="T8" fmla="*/ 128 w 128"/>
                  <a:gd name="T9" fmla="*/ 0 h 104"/>
                  <a:gd name="T10" fmla="*/ 0 60000 65536"/>
                  <a:gd name="T11" fmla="*/ 0 60000 65536"/>
                  <a:gd name="T12" fmla="*/ 0 60000 65536"/>
                  <a:gd name="T13" fmla="*/ 0 60000 65536"/>
                  <a:gd name="T14" fmla="*/ 0 60000 65536"/>
                  <a:gd name="T15" fmla="*/ 0 w 128"/>
                  <a:gd name="T16" fmla="*/ 0 h 104"/>
                  <a:gd name="T17" fmla="*/ 128 w 128"/>
                  <a:gd name="T18" fmla="*/ 104 h 104"/>
                </a:gdLst>
                <a:ahLst/>
                <a:cxnLst>
                  <a:cxn ang="T10">
                    <a:pos x="T0" y="T1"/>
                  </a:cxn>
                  <a:cxn ang="T11">
                    <a:pos x="T2" y="T3"/>
                  </a:cxn>
                  <a:cxn ang="T12">
                    <a:pos x="T4" y="T5"/>
                  </a:cxn>
                  <a:cxn ang="T13">
                    <a:pos x="T6" y="T7"/>
                  </a:cxn>
                  <a:cxn ang="T14">
                    <a:pos x="T8" y="T9"/>
                  </a:cxn>
                </a:cxnLst>
                <a:rect l="T15" t="T16" r="T17" b="T18"/>
                <a:pathLst>
                  <a:path w="128" h="104">
                    <a:moveTo>
                      <a:pt x="128" y="0"/>
                    </a:moveTo>
                    <a:lnTo>
                      <a:pt x="40" y="104"/>
                    </a:lnTo>
                    <a:lnTo>
                      <a:pt x="16" y="72"/>
                    </a:lnTo>
                    <a:lnTo>
                      <a:pt x="0" y="48"/>
                    </a:lnTo>
                    <a:lnTo>
                      <a:pt x="128" y="0"/>
                    </a:lnTo>
                    <a:close/>
                  </a:path>
                </a:pathLst>
              </a:custGeom>
              <a:solidFill>
                <a:schemeClr val="bg2"/>
              </a:solidFill>
              <a:ln w="9525">
                <a:solidFill>
                  <a:schemeClr val="bg2"/>
                </a:solidFill>
                <a:round/>
                <a:headEnd/>
                <a:tailEnd/>
              </a:ln>
            </p:spPr>
            <p:txBody>
              <a:bodyPr/>
              <a:lstStyle/>
              <a:p>
                <a:endParaRPr lang="en-US"/>
              </a:p>
            </p:txBody>
          </p:sp>
          <p:sp>
            <p:nvSpPr>
              <p:cNvPr id="106791" name="Line 5"/>
              <p:cNvSpPr>
                <a:spLocks noChangeShapeType="1"/>
              </p:cNvSpPr>
              <p:nvPr/>
            </p:nvSpPr>
            <p:spPr bwMode="auto">
              <a:xfrm flipV="1">
                <a:off x="3772" y="2757"/>
                <a:ext cx="790" cy="529"/>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5571" name="Group 6"/>
            <p:cNvGrpSpPr>
              <a:grpSpLocks/>
            </p:cNvGrpSpPr>
            <p:nvPr/>
          </p:nvGrpSpPr>
          <p:grpSpPr bwMode="auto">
            <a:xfrm>
              <a:off x="1944" y="2690"/>
              <a:ext cx="894" cy="596"/>
              <a:chOff x="1944" y="2690"/>
              <a:chExt cx="894" cy="596"/>
            </a:xfrm>
          </p:grpSpPr>
          <p:sp>
            <p:nvSpPr>
              <p:cNvPr id="106788" name="Freeform 7"/>
              <p:cNvSpPr>
                <a:spLocks/>
              </p:cNvSpPr>
              <p:nvPr/>
            </p:nvSpPr>
            <p:spPr bwMode="auto">
              <a:xfrm>
                <a:off x="2702" y="2690"/>
                <a:ext cx="136" cy="104"/>
              </a:xfrm>
              <a:custGeom>
                <a:avLst/>
                <a:gdLst>
                  <a:gd name="T0" fmla="*/ 136 w 136"/>
                  <a:gd name="T1" fmla="*/ 0 h 104"/>
                  <a:gd name="T2" fmla="*/ 40 w 136"/>
                  <a:gd name="T3" fmla="*/ 104 h 104"/>
                  <a:gd name="T4" fmla="*/ 24 w 136"/>
                  <a:gd name="T5" fmla="*/ 72 h 104"/>
                  <a:gd name="T6" fmla="*/ 0 w 136"/>
                  <a:gd name="T7" fmla="*/ 48 h 104"/>
                  <a:gd name="T8" fmla="*/ 136 w 136"/>
                  <a:gd name="T9" fmla="*/ 0 h 104"/>
                  <a:gd name="T10" fmla="*/ 0 60000 65536"/>
                  <a:gd name="T11" fmla="*/ 0 60000 65536"/>
                  <a:gd name="T12" fmla="*/ 0 60000 65536"/>
                  <a:gd name="T13" fmla="*/ 0 60000 65536"/>
                  <a:gd name="T14" fmla="*/ 0 60000 65536"/>
                  <a:gd name="T15" fmla="*/ 0 w 136"/>
                  <a:gd name="T16" fmla="*/ 0 h 104"/>
                  <a:gd name="T17" fmla="*/ 136 w 136"/>
                  <a:gd name="T18" fmla="*/ 104 h 104"/>
                </a:gdLst>
                <a:ahLst/>
                <a:cxnLst>
                  <a:cxn ang="T10">
                    <a:pos x="T0" y="T1"/>
                  </a:cxn>
                  <a:cxn ang="T11">
                    <a:pos x="T2" y="T3"/>
                  </a:cxn>
                  <a:cxn ang="T12">
                    <a:pos x="T4" y="T5"/>
                  </a:cxn>
                  <a:cxn ang="T13">
                    <a:pos x="T6" y="T7"/>
                  </a:cxn>
                  <a:cxn ang="T14">
                    <a:pos x="T8" y="T9"/>
                  </a:cxn>
                </a:cxnLst>
                <a:rect l="T15" t="T16" r="T17" b="T18"/>
                <a:pathLst>
                  <a:path w="136" h="104">
                    <a:moveTo>
                      <a:pt x="136" y="0"/>
                    </a:moveTo>
                    <a:lnTo>
                      <a:pt x="40" y="104"/>
                    </a:lnTo>
                    <a:lnTo>
                      <a:pt x="24" y="72"/>
                    </a:lnTo>
                    <a:lnTo>
                      <a:pt x="0" y="48"/>
                    </a:lnTo>
                    <a:lnTo>
                      <a:pt x="136" y="0"/>
                    </a:lnTo>
                    <a:close/>
                  </a:path>
                </a:pathLst>
              </a:custGeom>
              <a:solidFill>
                <a:schemeClr val="bg2"/>
              </a:solidFill>
              <a:ln w="9525">
                <a:solidFill>
                  <a:schemeClr val="bg2"/>
                </a:solidFill>
                <a:round/>
                <a:headEnd/>
                <a:tailEnd/>
              </a:ln>
            </p:spPr>
            <p:txBody>
              <a:bodyPr/>
              <a:lstStyle/>
              <a:p>
                <a:endParaRPr lang="en-US"/>
              </a:p>
            </p:txBody>
          </p:sp>
          <p:sp>
            <p:nvSpPr>
              <p:cNvPr id="106789" name="Line 8"/>
              <p:cNvSpPr>
                <a:spLocks noChangeShapeType="1"/>
              </p:cNvSpPr>
              <p:nvPr/>
            </p:nvSpPr>
            <p:spPr bwMode="auto">
              <a:xfrm flipV="1">
                <a:off x="1944" y="2758"/>
                <a:ext cx="790" cy="528"/>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5572" name="Group 9"/>
            <p:cNvGrpSpPr>
              <a:grpSpLocks/>
            </p:cNvGrpSpPr>
            <p:nvPr/>
          </p:nvGrpSpPr>
          <p:grpSpPr bwMode="auto">
            <a:xfrm>
              <a:off x="1483" y="2379"/>
              <a:ext cx="429" cy="598"/>
              <a:chOff x="1483" y="2379"/>
              <a:chExt cx="429" cy="598"/>
            </a:xfrm>
          </p:grpSpPr>
          <p:sp>
            <p:nvSpPr>
              <p:cNvPr id="106786" name="Freeform 10"/>
              <p:cNvSpPr>
                <a:spLocks/>
              </p:cNvSpPr>
              <p:nvPr/>
            </p:nvSpPr>
            <p:spPr bwMode="auto">
              <a:xfrm>
                <a:off x="1808" y="2379"/>
                <a:ext cx="104" cy="136"/>
              </a:xfrm>
              <a:custGeom>
                <a:avLst/>
                <a:gdLst>
                  <a:gd name="T0" fmla="*/ 104 w 104"/>
                  <a:gd name="T1" fmla="*/ 0 h 136"/>
                  <a:gd name="T2" fmla="*/ 56 w 104"/>
                  <a:gd name="T3" fmla="*/ 136 h 136"/>
                  <a:gd name="T4" fmla="*/ 32 w 104"/>
                  <a:gd name="T5" fmla="*/ 112 h 136"/>
                  <a:gd name="T6" fmla="*/ 0 w 104"/>
                  <a:gd name="T7" fmla="*/ 96 h 136"/>
                  <a:gd name="T8" fmla="*/ 104 w 104"/>
                  <a:gd name="T9" fmla="*/ 0 h 136"/>
                  <a:gd name="T10" fmla="*/ 0 60000 65536"/>
                  <a:gd name="T11" fmla="*/ 0 60000 65536"/>
                  <a:gd name="T12" fmla="*/ 0 60000 65536"/>
                  <a:gd name="T13" fmla="*/ 0 60000 65536"/>
                  <a:gd name="T14" fmla="*/ 0 60000 65536"/>
                  <a:gd name="T15" fmla="*/ 0 w 104"/>
                  <a:gd name="T16" fmla="*/ 0 h 136"/>
                  <a:gd name="T17" fmla="*/ 104 w 104"/>
                  <a:gd name="T18" fmla="*/ 136 h 136"/>
                </a:gdLst>
                <a:ahLst/>
                <a:cxnLst>
                  <a:cxn ang="T10">
                    <a:pos x="T0" y="T1"/>
                  </a:cxn>
                  <a:cxn ang="T11">
                    <a:pos x="T2" y="T3"/>
                  </a:cxn>
                  <a:cxn ang="T12">
                    <a:pos x="T4" y="T5"/>
                  </a:cxn>
                  <a:cxn ang="T13">
                    <a:pos x="T6" y="T7"/>
                  </a:cxn>
                  <a:cxn ang="T14">
                    <a:pos x="T8" y="T9"/>
                  </a:cxn>
                </a:cxnLst>
                <a:rect l="T15" t="T16" r="T17" b="T18"/>
                <a:pathLst>
                  <a:path w="104" h="136">
                    <a:moveTo>
                      <a:pt x="104" y="0"/>
                    </a:moveTo>
                    <a:lnTo>
                      <a:pt x="56" y="136"/>
                    </a:lnTo>
                    <a:lnTo>
                      <a:pt x="32" y="112"/>
                    </a:lnTo>
                    <a:lnTo>
                      <a:pt x="0" y="96"/>
                    </a:lnTo>
                    <a:lnTo>
                      <a:pt x="104" y="0"/>
                    </a:lnTo>
                    <a:close/>
                  </a:path>
                </a:pathLst>
              </a:custGeom>
              <a:solidFill>
                <a:schemeClr val="bg2"/>
              </a:solidFill>
              <a:ln w="9525">
                <a:solidFill>
                  <a:schemeClr val="bg2"/>
                </a:solidFill>
                <a:round/>
                <a:headEnd/>
                <a:tailEnd/>
              </a:ln>
            </p:spPr>
            <p:txBody>
              <a:bodyPr/>
              <a:lstStyle/>
              <a:p>
                <a:endParaRPr lang="en-US"/>
              </a:p>
            </p:txBody>
          </p:sp>
          <p:sp>
            <p:nvSpPr>
              <p:cNvPr id="106787" name="Line 11"/>
              <p:cNvSpPr>
                <a:spLocks noChangeShapeType="1"/>
              </p:cNvSpPr>
              <p:nvPr/>
            </p:nvSpPr>
            <p:spPr bwMode="auto">
              <a:xfrm flipV="1">
                <a:off x="1483" y="2483"/>
                <a:ext cx="362" cy="494"/>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5573" name="Group 12"/>
            <p:cNvGrpSpPr>
              <a:grpSpLocks/>
            </p:cNvGrpSpPr>
            <p:nvPr/>
          </p:nvGrpSpPr>
          <p:grpSpPr bwMode="auto">
            <a:xfrm>
              <a:off x="1936" y="2379"/>
              <a:ext cx="894" cy="604"/>
              <a:chOff x="1936" y="2379"/>
              <a:chExt cx="894" cy="604"/>
            </a:xfrm>
          </p:grpSpPr>
          <p:sp>
            <p:nvSpPr>
              <p:cNvPr id="106784" name="Freeform 13"/>
              <p:cNvSpPr>
                <a:spLocks/>
              </p:cNvSpPr>
              <p:nvPr/>
            </p:nvSpPr>
            <p:spPr bwMode="auto">
              <a:xfrm>
                <a:off x="2702" y="2379"/>
                <a:ext cx="128" cy="104"/>
              </a:xfrm>
              <a:custGeom>
                <a:avLst/>
                <a:gdLst>
                  <a:gd name="T0" fmla="*/ 128 w 128"/>
                  <a:gd name="T1" fmla="*/ 0 h 104"/>
                  <a:gd name="T2" fmla="*/ 40 w 128"/>
                  <a:gd name="T3" fmla="*/ 104 h 104"/>
                  <a:gd name="T4" fmla="*/ 16 w 128"/>
                  <a:gd name="T5" fmla="*/ 80 h 104"/>
                  <a:gd name="T6" fmla="*/ 0 w 128"/>
                  <a:gd name="T7" fmla="*/ 48 h 104"/>
                  <a:gd name="T8" fmla="*/ 128 w 128"/>
                  <a:gd name="T9" fmla="*/ 0 h 104"/>
                  <a:gd name="T10" fmla="*/ 0 60000 65536"/>
                  <a:gd name="T11" fmla="*/ 0 60000 65536"/>
                  <a:gd name="T12" fmla="*/ 0 60000 65536"/>
                  <a:gd name="T13" fmla="*/ 0 60000 65536"/>
                  <a:gd name="T14" fmla="*/ 0 60000 65536"/>
                  <a:gd name="T15" fmla="*/ 0 w 128"/>
                  <a:gd name="T16" fmla="*/ 0 h 104"/>
                  <a:gd name="T17" fmla="*/ 128 w 128"/>
                  <a:gd name="T18" fmla="*/ 104 h 104"/>
                </a:gdLst>
                <a:ahLst/>
                <a:cxnLst>
                  <a:cxn ang="T10">
                    <a:pos x="T0" y="T1"/>
                  </a:cxn>
                  <a:cxn ang="T11">
                    <a:pos x="T2" y="T3"/>
                  </a:cxn>
                  <a:cxn ang="T12">
                    <a:pos x="T4" y="T5"/>
                  </a:cxn>
                  <a:cxn ang="T13">
                    <a:pos x="T6" y="T7"/>
                  </a:cxn>
                  <a:cxn ang="T14">
                    <a:pos x="T8" y="T9"/>
                  </a:cxn>
                </a:cxnLst>
                <a:rect l="T15" t="T16" r="T17" b="T18"/>
                <a:pathLst>
                  <a:path w="128" h="104">
                    <a:moveTo>
                      <a:pt x="128" y="0"/>
                    </a:moveTo>
                    <a:lnTo>
                      <a:pt x="40" y="104"/>
                    </a:lnTo>
                    <a:lnTo>
                      <a:pt x="16" y="80"/>
                    </a:lnTo>
                    <a:lnTo>
                      <a:pt x="0" y="48"/>
                    </a:lnTo>
                    <a:lnTo>
                      <a:pt x="128" y="0"/>
                    </a:lnTo>
                    <a:close/>
                  </a:path>
                </a:pathLst>
              </a:custGeom>
              <a:solidFill>
                <a:schemeClr val="bg2"/>
              </a:solidFill>
              <a:ln w="9525">
                <a:solidFill>
                  <a:schemeClr val="bg2"/>
                </a:solidFill>
                <a:round/>
                <a:headEnd/>
                <a:tailEnd/>
              </a:ln>
            </p:spPr>
            <p:txBody>
              <a:bodyPr/>
              <a:lstStyle/>
              <a:p>
                <a:endParaRPr lang="en-US"/>
              </a:p>
            </p:txBody>
          </p:sp>
          <p:sp>
            <p:nvSpPr>
              <p:cNvPr id="106785" name="Line 14"/>
              <p:cNvSpPr>
                <a:spLocks noChangeShapeType="1"/>
              </p:cNvSpPr>
              <p:nvPr/>
            </p:nvSpPr>
            <p:spPr bwMode="auto">
              <a:xfrm flipV="1">
                <a:off x="1936" y="2455"/>
                <a:ext cx="790" cy="528"/>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5574" name="Group 15"/>
            <p:cNvGrpSpPr>
              <a:grpSpLocks/>
            </p:cNvGrpSpPr>
            <p:nvPr/>
          </p:nvGrpSpPr>
          <p:grpSpPr bwMode="auto">
            <a:xfrm>
              <a:off x="1952" y="2076"/>
              <a:ext cx="886" cy="290"/>
              <a:chOff x="1952" y="2076"/>
              <a:chExt cx="886" cy="290"/>
            </a:xfrm>
          </p:grpSpPr>
          <p:sp>
            <p:nvSpPr>
              <p:cNvPr id="106782" name="Freeform 16"/>
              <p:cNvSpPr>
                <a:spLocks/>
              </p:cNvSpPr>
              <p:nvPr/>
            </p:nvSpPr>
            <p:spPr bwMode="auto">
              <a:xfrm>
                <a:off x="2702" y="2076"/>
                <a:ext cx="136" cy="72"/>
              </a:xfrm>
              <a:custGeom>
                <a:avLst/>
                <a:gdLst>
                  <a:gd name="T0" fmla="*/ 136 w 136"/>
                  <a:gd name="T1" fmla="*/ 0 h 72"/>
                  <a:gd name="T2" fmla="*/ 16 w 136"/>
                  <a:gd name="T3" fmla="*/ 72 h 72"/>
                  <a:gd name="T4" fmla="*/ 8 w 136"/>
                  <a:gd name="T5" fmla="*/ 40 h 72"/>
                  <a:gd name="T6" fmla="*/ 0 w 136"/>
                  <a:gd name="T7" fmla="*/ 8 h 72"/>
                  <a:gd name="T8" fmla="*/ 136 w 136"/>
                  <a:gd name="T9" fmla="*/ 0 h 72"/>
                  <a:gd name="T10" fmla="*/ 0 60000 65536"/>
                  <a:gd name="T11" fmla="*/ 0 60000 65536"/>
                  <a:gd name="T12" fmla="*/ 0 60000 65536"/>
                  <a:gd name="T13" fmla="*/ 0 60000 65536"/>
                  <a:gd name="T14" fmla="*/ 0 60000 65536"/>
                  <a:gd name="T15" fmla="*/ 0 w 136"/>
                  <a:gd name="T16" fmla="*/ 0 h 72"/>
                  <a:gd name="T17" fmla="*/ 136 w 136"/>
                  <a:gd name="T18" fmla="*/ 72 h 72"/>
                </a:gdLst>
                <a:ahLst/>
                <a:cxnLst>
                  <a:cxn ang="T10">
                    <a:pos x="T0" y="T1"/>
                  </a:cxn>
                  <a:cxn ang="T11">
                    <a:pos x="T2" y="T3"/>
                  </a:cxn>
                  <a:cxn ang="T12">
                    <a:pos x="T4" y="T5"/>
                  </a:cxn>
                  <a:cxn ang="T13">
                    <a:pos x="T6" y="T7"/>
                  </a:cxn>
                  <a:cxn ang="T14">
                    <a:pos x="T8" y="T9"/>
                  </a:cxn>
                </a:cxnLst>
                <a:rect l="T15" t="T16" r="T17" b="T18"/>
                <a:pathLst>
                  <a:path w="136" h="72">
                    <a:moveTo>
                      <a:pt x="136" y="0"/>
                    </a:moveTo>
                    <a:lnTo>
                      <a:pt x="16" y="72"/>
                    </a:lnTo>
                    <a:lnTo>
                      <a:pt x="8" y="40"/>
                    </a:lnTo>
                    <a:lnTo>
                      <a:pt x="0" y="8"/>
                    </a:lnTo>
                    <a:lnTo>
                      <a:pt x="136" y="0"/>
                    </a:lnTo>
                    <a:close/>
                  </a:path>
                </a:pathLst>
              </a:custGeom>
              <a:solidFill>
                <a:schemeClr val="bg2"/>
              </a:solidFill>
              <a:ln w="9525">
                <a:solidFill>
                  <a:schemeClr val="bg2"/>
                </a:solidFill>
                <a:round/>
                <a:headEnd/>
                <a:tailEnd/>
              </a:ln>
            </p:spPr>
            <p:txBody>
              <a:bodyPr/>
              <a:lstStyle/>
              <a:p>
                <a:endParaRPr lang="en-US"/>
              </a:p>
            </p:txBody>
          </p:sp>
          <p:sp>
            <p:nvSpPr>
              <p:cNvPr id="106783" name="Line 17"/>
              <p:cNvSpPr>
                <a:spLocks noChangeShapeType="1"/>
              </p:cNvSpPr>
              <p:nvPr/>
            </p:nvSpPr>
            <p:spPr bwMode="auto">
              <a:xfrm flipV="1">
                <a:off x="1952" y="2114"/>
                <a:ext cx="766" cy="252"/>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5575" name="Group 18"/>
            <p:cNvGrpSpPr>
              <a:grpSpLocks/>
            </p:cNvGrpSpPr>
            <p:nvPr/>
          </p:nvGrpSpPr>
          <p:grpSpPr bwMode="auto">
            <a:xfrm>
              <a:off x="1481" y="1769"/>
              <a:ext cx="894" cy="283"/>
              <a:chOff x="1481" y="1769"/>
              <a:chExt cx="894" cy="283"/>
            </a:xfrm>
          </p:grpSpPr>
          <p:sp>
            <p:nvSpPr>
              <p:cNvPr id="106780" name="Freeform 19"/>
              <p:cNvSpPr>
                <a:spLocks/>
              </p:cNvSpPr>
              <p:nvPr/>
            </p:nvSpPr>
            <p:spPr bwMode="auto">
              <a:xfrm>
                <a:off x="2231" y="1980"/>
                <a:ext cx="144" cy="72"/>
              </a:xfrm>
              <a:custGeom>
                <a:avLst/>
                <a:gdLst>
                  <a:gd name="T0" fmla="*/ 144 w 144"/>
                  <a:gd name="T1" fmla="*/ 72 h 72"/>
                  <a:gd name="T2" fmla="*/ 0 w 144"/>
                  <a:gd name="T3" fmla="*/ 64 h 72"/>
                  <a:gd name="T4" fmla="*/ 16 w 144"/>
                  <a:gd name="T5" fmla="*/ 32 h 72"/>
                  <a:gd name="T6" fmla="*/ 24 w 144"/>
                  <a:gd name="T7" fmla="*/ 0 h 72"/>
                  <a:gd name="T8" fmla="*/ 144 w 144"/>
                  <a:gd name="T9" fmla="*/ 72 h 72"/>
                  <a:gd name="T10" fmla="*/ 0 60000 65536"/>
                  <a:gd name="T11" fmla="*/ 0 60000 65536"/>
                  <a:gd name="T12" fmla="*/ 0 60000 65536"/>
                  <a:gd name="T13" fmla="*/ 0 60000 65536"/>
                  <a:gd name="T14" fmla="*/ 0 60000 65536"/>
                  <a:gd name="T15" fmla="*/ 0 w 144"/>
                  <a:gd name="T16" fmla="*/ 0 h 72"/>
                  <a:gd name="T17" fmla="*/ 144 w 144"/>
                  <a:gd name="T18" fmla="*/ 72 h 72"/>
                </a:gdLst>
                <a:ahLst/>
                <a:cxnLst>
                  <a:cxn ang="T10">
                    <a:pos x="T0" y="T1"/>
                  </a:cxn>
                  <a:cxn ang="T11">
                    <a:pos x="T2" y="T3"/>
                  </a:cxn>
                  <a:cxn ang="T12">
                    <a:pos x="T4" y="T5"/>
                  </a:cxn>
                  <a:cxn ang="T13">
                    <a:pos x="T6" y="T7"/>
                  </a:cxn>
                  <a:cxn ang="T14">
                    <a:pos x="T8" y="T9"/>
                  </a:cxn>
                </a:cxnLst>
                <a:rect l="T15" t="T16" r="T17" b="T18"/>
                <a:pathLst>
                  <a:path w="144" h="72">
                    <a:moveTo>
                      <a:pt x="144" y="72"/>
                    </a:moveTo>
                    <a:lnTo>
                      <a:pt x="0" y="64"/>
                    </a:lnTo>
                    <a:lnTo>
                      <a:pt x="16" y="32"/>
                    </a:lnTo>
                    <a:lnTo>
                      <a:pt x="24" y="0"/>
                    </a:lnTo>
                    <a:lnTo>
                      <a:pt x="144" y="72"/>
                    </a:lnTo>
                    <a:close/>
                  </a:path>
                </a:pathLst>
              </a:custGeom>
              <a:solidFill>
                <a:schemeClr val="bg2"/>
              </a:solidFill>
              <a:ln w="9525">
                <a:solidFill>
                  <a:schemeClr val="bg2"/>
                </a:solidFill>
                <a:round/>
                <a:headEnd/>
                <a:tailEnd/>
              </a:ln>
            </p:spPr>
            <p:txBody>
              <a:bodyPr/>
              <a:lstStyle/>
              <a:p>
                <a:endParaRPr lang="en-US"/>
              </a:p>
            </p:txBody>
          </p:sp>
          <p:sp>
            <p:nvSpPr>
              <p:cNvPr id="106781" name="Line 20"/>
              <p:cNvSpPr>
                <a:spLocks noChangeShapeType="1"/>
              </p:cNvSpPr>
              <p:nvPr/>
            </p:nvSpPr>
            <p:spPr bwMode="auto">
              <a:xfrm>
                <a:off x="1481" y="1769"/>
                <a:ext cx="774" cy="244"/>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105576" name="Oval 21"/>
            <p:cNvSpPr>
              <a:spLocks noChangeArrowheads="1"/>
            </p:cNvSpPr>
            <p:nvPr/>
          </p:nvSpPr>
          <p:spPr bwMode="auto">
            <a:xfrm>
              <a:off x="1457" y="1741"/>
              <a:ext cx="32" cy="40"/>
            </a:xfrm>
            <a:prstGeom prst="ellipse">
              <a:avLst/>
            </a:prstGeom>
            <a:solidFill>
              <a:schemeClr val="bg2"/>
            </a:solidFill>
            <a:ln w="9525">
              <a:solidFill>
                <a:schemeClr val="bg2"/>
              </a:solidFill>
              <a:round/>
              <a:headEnd/>
              <a:tailEnd/>
            </a:ln>
          </p:spPr>
          <p:txBody>
            <a:bodyPr/>
            <a:lstStyle/>
            <a:p>
              <a:endParaRPr lang="en-US"/>
            </a:p>
          </p:txBody>
        </p:sp>
        <p:sp>
          <p:nvSpPr>
            <p:cNvPr id="105577" name="Oval 22"/>
            <p:cNvSpPr>
              <a:spLocks noChangeArrowheads="1"/>
            </p:cNvSpPr>
            <p:nvPr/>
          </p:nvSpPr>
          <p:spPr bwMode="auto">
            <a:xfrm>
              <a:off x="1457" y="1741"/>
              <a:ext cx="32" cy="40"/>
            </a:xfrm>
            <a:prstGeom prst="ellipse">
              <a:avLst/>
            </a:prstGeom>
            <a:solidFill>
              <a:schemeClr val="bg2"/>
            </a:solidFill>
            <a:ln w="25400">
              <a:solidFill>
                <a:schemeClr val="bg2"/>
              </a:solidFill>
              <a:round/>
              <a:headEnd/>
              <a:tailEnd/>
            </a:ln>
          </p:spPr>
          <p:txBody>
            <a:bodyPr/>
            <a:lstStyle/>
            <a:p>
              <a:endParaRPr lang="en-US"/>
            </a:p>
          </p:txBody>
        </p:sp>
        <p:sp>
          <p:nvSpPr>
            <p:cNvPr id="105578" name="Oval 23"/>
            <p:cNvSpPr>
              <a:spLocks noChangeArrowheads="1"/>
            </p:cNvSpPr>
            <p:nvPr/>
          </p:nvSpPr>
          <p:spPr bwMode="auto">
            <a:xfrm>
              <a:off x="1457" y="2044"/>
              <a:ext cx="40" cy="40"/>
            </a:xfrm>
            <a:prstGeom prst="ellipse">
              <a:avLst/>
            </a:prstGeom>
            <a:solidFill>
              <a:schemeClr val="bg2"/>
            </a:solidFill>
            <a:ln w="9525">
              <a:solidFill>
                <a:schemeClr val="bg2"/>
              </a:solidFill>
              <a:round/>
              <a:headEnd/>
              <a:tailEnd/>
            </a:ln>
          </p:spPr>
          <p:txBody>
            <a:bodyPr/>
            <a:lstStyle/>
            <a:p>
              <a:endParaRPr lang="en-US"/>
            </a:p>
          </p:txBody>
        </p:sp>
        <p:sp>
          <p:nvSpPr>
            <p:cNvPr id="105579" name="Oval 24"/>
            <p:cNvSpPr>
              <a:spLocks noChangeArrowheads="1"/>
            </p:cNvSpPr>
            <p:nvPr/>
          </p:nvSpPr>
          <p:spPr bwMode="auto">
            <a:xfrm>
              <a:off x="1457" y="2044"/>
              <a:ext cx="40" cy="40"/>
            </a:xfrm>
            <a:prstGeom prst="ellipse">
              <a:avLst/>
            </a:prstGeom>
            <a:solidFill>
              <a:schemeClr val="bg2"/>
            </a:solidFill>
            <a:ln w="25400">
              <a:solidFill>
                <a:schemeClr val="bg2"/>
              </a:solidFill>
              <a:round/>
              <a:headEnd/>
              <a:tailEnd/>
            </a:ln>
          </p:spPr>
          <p:txBody>
            <a:bodyPr/>
            <a:lstStyle/>
            <a:p>
              <a:endParaRPr lang="en-US"/>
            </a:p>
          </p:txBody>
        </p:sp>
        <p:sp>
          <p:nvSpPr>
            <p:cNvPr id="105580" name="Oval 25"/>
            <p:cNvSpPr>
              <a:spLocks noChangeArrowheads="1"/>
            </p:cNvSpPr>
            <p:nvPr/>
          </p:nvSpPr>
          <p:spPr bwMode="auto">
            <a:xfrm>
              <a:off x="1457" y="2355"/>
              <a:ext cx="40" cy="32"/>
            </a:xfrm>
            <a:prstGeom prst="ellipse">
              <a:avLst/>
            </a:prstGeom>
            <a:solidFill>
              <a:schemeClr val="bg2"/>
            </a:solidFill>
            <a:ln w="9525">
              <a:solidFill>
                <a:schemeClr val="bg2"/>
              </a:solidFill>
              <a:round/>
              <a:headEnd/>
              <a:tailEnd/>
            </a:ln>
          </p:spPr>
          <p:txBody>
            <a:bodyPr/>
            <a:lstStyle/>
            <a:p>
              <a:endParaRPr lang="en-US"/>
            </a:p>
          </p:txBody>
        </p:sp>
        <p:sp>
          <p:nvSpPr>
            <p:cNvPr id="105581" name="Oval 26"/>
            <p:cNvSpPr>
              <a:spLocks noChangeArrowheads="1"/>
            </p:cNvSpPr>
            <p:nvPr/>
          </p:nvSpPr>
          <p:spPr bwMode="auto">
            <a:xfrm>
              <a:off x="1457" y="2355"/>
              <a:ext cx="40" cy="32"/>
            </a:xfrm>
            <a:prstGeom prst="ellipse">
              <a:avLst/>
            </a:prstGeom>
            <a:solidFill>
              <a:schemeClr val="bg2"/>
            </a:solidFill>
            <a:ln w="25400">
              <a:solidFill>
                <a:schemeClr val="bg2"/>
              </a:solidFill>
              <a:round/>
              <a:headEnd/>
              <a:tailEnd/>
            </a:ln>
          </p:spPr>
          <p:txBody>
            <a:bodyPr/>
            <a:lstStyle/>
            <a:p>
              <a:endParaRPr lang="en-US"/>
            </a:p>
          </p:txBody>
        </p:sp>
        <p:sp>
          <p:nvSpPr>
            <p:cNvPr id="105582" name="Oval 27"/>
            <p:cNvSpPr>
              <a:spLocks noChangeArrowheads="1"/>
            </p:cNvSpPr>
            <p:nvPr/>
          </p:nvSpPr>
          <p:spPr bwMode="auto">
            <a:xfrm>
              <a:off x="1457" y="2658"/>
              <a:ext cx="32" cy="32"/>
            </a:xfrm>
            <a:prstGeom prst="ellipse">
              <a:avLst/>
            </a:prstGeom>
            <a:solidFill>
              <a:schemeClr val="bg2"/>
            </a:solidFill>
            <a:ln w="9525">
              <a:solidFill>
                <a:schemeClr val="bg2"/>
              </a:solidFill>
              <a:round/>
              <a:headEnd/>
              <a:tailEnd/>
            </a:ln>
          </p:spPr>
          <p:txBody>
            <a:bodyPr/>
            <a:lstStyle/>
            <a:p>
              <a:endParaRPr lang="en-US"/>
            </a:p>
          </p:txBody>
        </p:sp>
        <p:sp>
          <p:nvSpPr>
            <p:cNvPr id="105583" name="Oval 28"/>
            <p:cNvSpPr>
              <a:spLocks noChangeArrowheads="1"/>
            </p:cNvSpPr>
            <p:nvPr/>
          </p:nvSpPr>
          <p:spPr bwMode="auto">
            <a:xfrm>
              <a:off x="1457" y="2658"/>
              <a:ext cx="32" cy="32"/>
            </a:xfrm>
            <a:prstGeom prst="ellipse">
              <a:avLst/>
            </a:prstGeom>
            <a:solidFill>
              <a:schemeClr val="bg2"/>
            </a:solidFill>
            <a:ln w="25400">
              <a:solidFill>
                <a:schemeClr val="bg2"/>
              </a:solidFill>
              <a:round/>
              <a:headEnd/>
              <a:tailEnd/>
            </a:ln>
          </p:spPr>
          <p:txBody>
            <a:bodyPr/>
            <a:lstStyle/>
            <a:p>
              <a:endParaRPr lang="en-US"/>
            </a:p>
          </p:txBody>
        </p:sp>
        <p:sp>
          <p:nvSpPr>
            <p:cNvPr id="105584" name="Oval 29"/>
            <p:cNvSpPr>
              <a:spLocks noChangeArrowheads="1"/>
            </p:cNvSpPr>
            <p:nvPr/>
          </p:nvSpPr>
          <p:spPr bwMode="auto">
            <a:xfrm>
              <a:off x="1449" y="2969"/>
              <a:ext cx="40" cy="32"/>
            </a:xfrm>
            <a:prstGeom prst="ellipse">
              <a:avLst/>
            </a:prstGeom>
            <a:solidFill>
              <a:schemeClr val="bg2"/>
            </a:solidFill>
            <a:ln w="9525">
              <a:solidFill>
                <a:schemeClr val="bg2"/>
              </a:solidFill>
              <a:round/>
              <a:headEnd/>
              <a:tailEnd/>
            </a:ln>
          </p:spPr>
          <p:txBody>
            <a:bodyPr/>
            <a:lstStyle/>
            <a:p>
              <a:endParaRPr lang="en-US"/>
            </a:p>
          </p:txBody>
        </p:sp>
        <p:sp>
          <p:nvSpPr>
            <p:cNvPr id="105585" name="Oval 30"/>
            <p:cNvSpPr>
              <a:spLocks noChangeArrowheads="1"/>
            </p:cNvSpPr>
            <p:nvPr/>
          </p:nvSpPr>
          <p:spPr bwMode="auto">
            <a:xfrm>
              <a:off x="1449" y="2969"/>
              <a:ext cx="40" cy="32"/>
            </a:xfrm>
            <a:prstGeom prst="ellipse">
              <a:avLst/>
            </a:prstGeom>
            <a:solidFill>
              <a:schemeClr val="bg2"/>
            </a:solidFill>
            <a:ln w="25400">
              <a:solidFill>
                <a:schemeClr val="bg2"/>
              </a:solidFill>
              <a:round/>
              <a:headEnd/>
              <a:tailEnd/>
            </a:ln>
          </p:spPr>
          <p:txBody>
            <a:bodyPr/>
            <a:lstStyle/>
            <a:p>
              <a:endParaRPr lang="en-US"/>
            </a:p>
          </p:txBody>
        </p:sp>
        <p:grpSp>
          <p:nvGrpSpPr>
            <p:cNvPr id="105586" name="Group 31"/>
            <p:cNvGrpSpPr>
              <a:grpSpLocks/>
            </p:cNvGrpSpPr>
            <p:nvPr/>
          </p:nvGrpSpPr>
          <p:grpSpPr bwMode="auto">
            <a:xfrm>
              <a:off x="1912" y="1741"/>
              <a:ext cx="40" cy="1260"/>
              <a:chOff x="1912" y="1741"/>
              <a:chExt cx="40" cy="1260"/>
            </a:xfrm>
          </p:grpSpPr>
          <p:sp>
            <p:nvSpPr>
              <p:cNvPr id="106770" name="Oval 32"/>
              <p:cNvSpPr>
                <a:spLocks noChangeArrowheads="1"/>
              </p:cNvSpPr>
              <p:nvPr/>
            </p:nvSpPr>
            <p:spPr bwMode="auto">
              <a:xfrm>
                <a:off x="1920" y="1741"/>
                <a:ext cx="32" cy="32"/>
              </a:xfrm>
              <a:prstGeom prst="ellipse">
                <a:avLst/>
              </a:prstGeom>
              <a:solidFill>
                <a:schemeClr val="bg2"/>
              </a:solidFill>
              <a:ln w="9525">
                <a:solidFill>
                  <a:schemeClr val="bg2"/>
                </a:solidFill>
                <a:round/>
                <a:headEnd/>
                <a:tailEnd/>
              </a:ln>
            </p:spPr>
            <p:txBody>
              <a:bodyPr/>
              <a:lstStyle/>
              <a:p>
                <a:endParaRPr lang="en-US"/>
              </a:p>
            </p:txBody>
          </p:sp>
          <p:sp>
            <p:nvSpPr>
              <p:cNvPr id="106771" name="Oval 33"/>
              <p:cNvSpPr>
                <a:spLocks noChangeArrowheads="1"/>
              </p:cNvSpPr>
              <p:nvPr/>
            </p:nvSpPr>
            <p:spPr bwMode="auto">
              <a:xfrm>
                <a:off x="1920" y="1741"/>
                <a:ext cx="32" cy="32"/>
              </a:xfrm>
              <a:prstGeom prst="ellipse">
                <a:avLst/>
              </a:prstGeom>
              <a:solidFill>
                <a:schemeClr val="bg2"/>
              </a:solidFill>
              <a:ln w="25400">
                <a:solidFill>
                  <a:schemeClr val="bg2"/>
                </a:solidFill>
                <a:round/>
                <a:headEnd/>
                <a:tailEnd/>
              </a:ln>
            </p:spPr>
            <p:txBody>
              <a:bodyPr/>
              <a:lstStyle/>
              <a:p>
                <a:endParaRPr lang="en-US"/>
              </a:p>
            </p:txBody>
          </p:sp>
          <p:sp>
            <p:nvSpPr>
              <p:cNvPr id="106772" name="Oval 34"/>
              <p:cNvSpPr>
                <a:spLocks noChangeArrowheads="1"/>
              </p:cNvSpPr>
              <p:nvPr/>
            </p:nvSpPr>
            <p:spPr bwMode="auto">
              <a:xfrm>
                <a:off x="1920" y="2044"/>
                <a:ext cx="32" cy="32"/>
              </a:xfrm>
              <a:prstGeom prst="ellipse">
                <a:avLst/>
              </a:prstGeom>
              <a:solidFill>
                <a:schemeClr val="bg2"/>
              </a:solidFill>
              <a:ln w="9525">
                <a:solidFill>
                  <a:schemeClr val="bg2"/>
                </a:solidFill>
                <a:round/>
                <a:headEnd/>
                <a:tailEnd/>
              </a:ln>
            </p:spPr>
            <p:txBody>
              <a:bodyPr/>
              <a:lstStyle/>
              <a:p>
                <a:endParaRPr lang="en-US"/>
              </a:p>
            </p:txBody>
          </p:sp>
          <p:sp>
            <p:nvSpPr>
              <p:cNvPr id="106773" name="Oval 35"/>
              <p:cNvSpPr>
                <a:spLocks noChangeArrowheads="1"/>
              </p:cNvSpPr>
              <p:nvPr/>
            </p:nvSpPr>
            <p:spPr bwMode="auto">
              <a:xfrm>
                <a:off x="1920" y="2044"/>
                <a:ext cx="32" cy="32"/>
              </a:xfrm>
              <a:prstGeom prst="ellipse">
                <a:avLst/>
              </a:prstGeom>
              <a:solidFill>
                <a:schemeClr val="bg2"/>
              </a:solidFill>
              <a:ln w="25400">
                <a:solidFill>
                  <a:schemeClr val="bg2"/>
                </a:solidFill>
                <a:round/>
                <a:headEnd/>
                <a:tailEnd/>
              </a:ln>
            </p:spPr>
            <p:txBody>
              <a:bodyPr/>
              <a:lstStyle/>
              <a:p>
                <a:endParaRPr lang="en-US"/>
              </a:p>
            </p:txBody>
          </p:sp>
          <p:sp>
            <p:nvSpPr>
              <p:cNvPr id="106774" name="Oval 36"/>
              <p:cNvSpPr>
                <a:spLocks noChangeArrowheads="1"/>
              </p:cNvSpPr>
              <p:nvPr/>
            </p:nvSpPr>
            <p:spPr bwMode="auto">
              <a:xfrm>
                <a:off x="1920" y="2347"/>
                <a:ext cx="32" cy="40"/>
              </a:xfrm>
              <a:prstGeom prst="ellipse">
                <a:avLst/>
              </a:prstGeom>
              <a:solidFill>
                <a:schemeClr val="bg2"/>
              </a:solidFill>
              <a:ln w="9525">
                <a:solidFill>
                  <a:schemeClr val="bg2"/>
                </a:solidFill>
                <a:round/>
                <a:headEnd/>
                <a:tailEnd/>
              </a:ln>
            </p:spPr>
            <p:txBody>
              <a:bodyPr/>
              <a:lstStyle/>
              <a:p>
                <a:endParaRPr lang="en-US"/>
              </a:p>
            </p:txBody>
          </p:sp>
          <p:sp>
            <p:nvSpPr>
              <p:cNvPr id="106775" name="Oval 37"/>
              <p:cNvSpPr>
                <a:spLocks noChangeArrowheads="1"/>
              </p:cNvSpPr>
              <p:nvPr/>
            </p:nvSpPr>
            <p:spPr bwMode="auto">
              <a:xfrm>
                <a:off x="1920" y="2347"/>
                <a:ext cx="32" cy="40"/>
              </a:xfrm>
              <a:prstGeom prst="ellipse">
                <a:avLst/>
              </a:prstGeom>
              <a:solidFill>
                <a:schemeClr val="bg2"/>
              </a:solidFill>
              <a:ln w="25400">
                <a:solidFill>
                  <a:schemeClr val="bg2"/>
                </a:solidFill>
                <a:round/>
                <a:headEnd/>
                <a:tailEnd/>
              </a:ln>
            </p:spPr>
            <p:txBody>
              <a:bodyPr/>
              <a:lstStyle/>
              <a:p>
                <a:endParaRPr lang="en-US"/>
              </a:p>
            </p:txBody>
          </p:sp>
          <p:sp>
            <p:nvSpPr>
              <p:cNvPr id="106776" name="Oval 38"/>
              <p:cNvSpPr>
                <a:spLocks noChangeArrowheads="1"/>
              </p:cNvSpPr>
              <p:nvPr/>
            </p:nvSpPr>
            <p:spPr bwMode="auto">
              <a:xfrm>
                <a:off x="1920" y="2658"/>
                <a:ext cx="32" cy="32"/>
              </a:xfrm>
              <a:prstGeom prst="ellipse">
                <a:avLst/>
              </a:prstGeom>
              <a:solidFill>
                <a:schemeClr val="bg2"/>
              </a:solidFill>
              <a:ln w="9525">
                <a:solidFill>
                  <a:schemeClr val="bg2"/>
                </a:solidFill>
                <a:round/>
                <a:headEnd/>
                <a:tailEnd/>
              </a:ln>
            </p:spPr>
            <p:txBody>
              <a:bodyPr/>
              <a:lstStyle/>
              <a:p>
                <a:endParaRPr lang="en-US"/>
              </a:p>
            </p:txBody>
          </p:sp>
          <p:sp>
            <p:nvSpPr>
              <p:cNvPr id="106777" name="Oval 39"/>
              <p:cNvSpPr>
                <a:spLocks noChangeArrowheads="1"/>
              </p:cNvSpPr>
              <p:nvPr/>
            </p:nvSpPr>
            <p:spPr bwMode="auto">
              <a:xfrm>
                <a:off x="1920" y="2658"/>
                <a:ext cx="32" cy="32"/>
              </a:xfrm>
              <a:prstGeom prst="ellipse">
                <a:avLst/>
              </a:prstGeom>
              <a:solidFill>
                <a:schemeClr val="bg2"/>
              </a:solidFill>
              <a:ln w="25400">
                <a:solidFill>
                  <a:schemeClr val="bg2"/>
                </a:solidFill>
                <a:round/>
                <a:headEnd/>
                <a:tailEnd/>
              </a:ln>
            </p:spPr>
            <p:txBody>
              <a:bodyPr/>
              <a:lstStyle/>
              <a:p>
                <a:endParaRPr lang="en-US"/>
              </a:p>
            </p:txBody>
          </p:sp>
          <p:sp>
            <p:nvSpPr>
              <p:cNvPr id="106778" name="Oval 40"/>
              <p:cNvSpPr>
                <a:spLocks noChangeArrowheads="1"/>
              </p:cNvSpPr>
              <p:nvPr/>
            </p:nvSpPr>
            <p:spPr bwMode="auto">
              <a:xfrm>
                <a:off x="1912" y="2961"/>
                <a:ext cx="32" cy="40"/>
              </a:xfrm>
              <a:prstGeom prst="ellipse">
                <a:avLst/>
              </a:prstGeom>
              <a:solidFill>
                <a:schemeClr val="bg2"/>
              </a:solidFill>
              <a:ln w="9525">
                <a:solidFill>
                  <a:schemeClr val="bg2"/>
                </a:solidFill>
                <a:round/>
                <a:headEnd/>
                <a:tailEnd/>
              </a:ln>
            </p:spPr>
            <p:txBody>
              <a:bodyPr/>
              <a:lstStyle/>
              <a:p>
                <a:endParaRPr lang="en-US"/>
              </a:p>
            </p:txBody>
          </p:sp>
          <p:sp>
            <p:nvSpPr>
              <p:cNvPr id="106779" name="Oval 41"/>
              <p:cNvSpPr>
                <a:spLocks noChangeArrowheads="1"/>
              </p:cNvSpPr>
              <p:nvPr/>
            </p:nvSpPr>
            <p:spPr bwMode="auto">
              <a:xfrm>
                <a:off x="1912" y="2961"/>
                <a:ext cx="32" cy="40"/>
              </a:xfrm>
              <a:prstGeom prst="ellipse">
                <a:avLst/>
              </a:prstGeom>
              <a:solidFill>
                <a:schemeClr val="bg2"/>
              </a:solidFill>
              <a:ln w="25400">
                <a:solidFill>
                  <a:schemeClr val="bg2"/>
                </a:solidFill>
                <a:round/>
                <a:headEnd/>
                <a:tailEnd/>
              </a:ln>
            </p:spPr>
            <p:txBody>
              <a:bodyPr/>
              <a:lstStyle/>
              <a:p>
                <a:endParaRPr lang="en-US"/>
              </a:p>
            </p:txBody>
          </p:sp>
        </p:grpSp>
        <p:grpSp>
          <p:nvGrpSpPr>
            <p:cNvPr id="105587" name="Group 42"/>
            <p:cNvGrpSpPr>
              <a:grpSpLocks/>
            </p:cNvGrpSpPr>
            <p:nvPr/>
          </p:nvGrpSpPr>
          <p:grpSpPr bwMode="auto">
            <a:xfrm>
              <a:off x="2375" y="1749"/>
              <a:ext cx="40" cy="1252"/>
              <a:chOff x="2375" y="1749"/>
              <a:chExt cx="40" cy="1252"/>
            </a:xfrm>
          </p:grpSpPr>
          <p:sp>
            <p:nvSpPr>
              <p:cNvPr id="106760" name="Oval 43"/>
              <p:cNvSpPr>
                <a:spLocks noChangeArrowheads="1"/>
              </p:cNvSpPr>
              <p:nvPr/>
            </p:nvSpPr>
            <p:spPr bwMode="auto">
              <a:xfrm>
                <a:off x="2375" y="1749"/>
                <a:ext cx="32" cy="32"/>
              </a:xfrm>
              <a:prstGeom prst="ellipse">
                <a:avLst/>
              </a:prstGeom>
              <a:solidFill>
                <a:schemeClr val="bg2"/>
              </a:solidFill>
              <a:ln w="9525">
                <a:solidFill>
                  <a:schemeClr val="bg2"/>
                </a:solidFill>
                <a:round/>
                <a:headEnd/>
                <a:tailEnd/>
              </a:ln>
            </p:spPr>
            <p:txBody>
              <a:bodyPr/>
              <a:lstStyle/>
              <a:p>
                <a:endParaRPr lang="en-US"/>
              </a:p>
            </p:txBody>
          </p:sp>
          <p:sp>
            <p:nvSpPr>
              <p:cNvPr id="106761" name="Oval 44"/>
              <p:cNvSpPr>
                <a:spLocks noChangeArrowheads="1"/>
              </p:cNvSpPr>
              <p:nvPr/>
            </p:nvSpPr>
            <p:spPr bwMode="auto">
              <a:xfrm>
                <a:off x="2375" y="1749"/>
                <a:ext cx="32" cy="32"/>
              </a:xfrm>
              <a:prstGeom prst="ellipse">
                <a:avLst/>
              </a:prstGeom>
              <a:solidFill>
                <a:schemeClr val="bg2"/>
              </a:solidFill>
              <a:ln w="25400">
                <a:solidFill>
                  <a:schemeClr val="bg2"/>
                </a:solidFill>
                <a:round/>
                <a:headEnd/>
                <a:tailEnd/>
              </a:ln>
            </p:spPr>
            <p:txBody>
              <a:bodyPr/>
              <a:lstStyle/>
              <a:p>
                <a:endParaRPr lang="en-US"/>
              </a:p>
            </p:txBody>
          </p:sp>
          <p:sp>
            <p:nvSpPr>
              <p:cNvPr id="106762" name="Oval 45"/>
              <p:cNvSpPr>
                <a:spLocks noChangeArrowheads="1"/>
              </p:cNvSpPr>
              <p:nvPr/>
            </p:nvSpPr>
            <p:spPr bwMode="auto">
              <a:xfrm>
                <a:off x="2383" y="2052"/>
                <a:ext cx="32" cy="32"/>
              </a:xfrm>
              <a:prstGeom prst="ellipse">
                <a:avLst/>
              </a:prstGeom>
              <a:solidFill>
                <a:schemeClr val="bg2"/>
              </a:solidFill>
              <a:ln w="9525">
                <a:solidFill>
                  <a:schemeClr val="bg2"/>
                </a:solidFill>
                <a:round/>
                <a:headEnd/>
                <a:tailEnd/>
              </a:ln>
            </p:spPr>
            <p:txBody>
              <a:bodyPr/>
              <a:lstStyle/>
              <a:p>
                <a:endParaRPr lang="en-US"/>
              </a:p>
            </p:txBody>
          </p:sp>
          <p:sp>
            <p:nvSpPr>
              <p:cNvPr id="106763" name="Oval 46"/>
              <p:cNvSpPr>
                <a:spLocks noChangeArrowheads="1"/>
              </p:cNvSpPr>
              <p:nvPr/>
            </p:nvSpPr>
            <p:spPr bwMode="auto">
              <a:xfrm>
                <a:off x="2383" y="2052"/>
                <a:ext cx="32" cy="32"/>
              </a:xfrm>
              <a:prstGeom prst="ellipse">
                <a:avLst/>
              </a:prstGeom>
              <a:solidFill>
                <a:schemeClr val="bg2"/>
              </a:solidFill>
              <a:ln w="25400">
                <a:solidFill>
                  <a:schemeClr val="bg2"/>
                </a:solidFill>
                <a:round/>
                <a:headEnd/>
                <a:tailEnd/>
              </a:ln>
            </p:spPr>
            <p:txBody>
              <a:bodyPr/>
              <a:lstStyle/>
              <a:p>
                <a:endParaRPr lang="en-US"/>
              </a:p>
            </p:txBody>
          </p:sp>
          <p:sp>
            <p:nvSpPr>
              <p:cNvPr id="106764" name="Oval 47"/>
              <p:cNvSpPr>
                <a:spLocks noChangeArrowheads="1"/>
              </p:cNvSpPr>
              <p:nvPr/>
            </p:nvSpPr>
            <p:spPr bwMode="auto">
              <a:xfrm>
                <a:off x="2383" y="2355"/>
                <a:ext cx="32" cy="32"/>
              </a:xfrm>
              <a:prstGeom prst="ellipse">
                <a:avLst/>
              </a:prstGeom>
              <a:solidFill>
                <a:schemeClr val="bg2"/>
              </a:solidFill>
              <a:ln w="9525">
                <a:solidFill>
                  <a:schemeClr val="bg2"/>
                </a:solidFill>
                <a:round/>
                <a:headEnd/>
                <a:tailEnd/>
              </a:ln>
            </p:spPr>
            <p:txBody>
              <a:bodyPr/>
              <a:lstStyle/>
              <a:p>
                <a:endParaRPr lang="en-US"/>
              </a:p>
            </p:txBody>
          </p:sp>
          <p:sp>
            <p:nvSpPr>
              <p:cNvPr id="106765" name="Oval 48"/>
              <p:cNvSpPr>
                <a:spLocks noChangeArrowheads="1"/>
              </p:cNvSpPr>
              <p:nvPr/>
            </p:nvSpPr>
            <p:spPr bwMode="auto">
              <a:xfrm>
                <a:off x="2383" y="2355"/>
                <a:ext cx="32" cy="32"/>
              </a:xfrm>
              <a:prstGeom prst="ellipse">
                <a:avLst/>
              </a:prstGeom>
              <a:solidFill>
                <a:schemeClr val="bg2"/>
              </a:solidFill>
              <a:ln w="25400">
                <a:solidFill>
                  <a:schemeClr val="bg2"/>
                </a:solidFill>
                <a:round/>
                <a:headEnd/>
                <a:tailEnd/>
              </a:ln>
            </p:spPr>
            <p:txBody>
              <a:bodyPr/>
              <a:lstStyle/>
              <a:p>
                <a:endParaRPr lang="en-US"/>
              </a:p>
            </p:txBody>
          </p:sp>
          <p:sp>
            <p:nvSpPr>
              <p:cNvPr id="106766" name="Oval 49"/>
              <p:cNvSpPr>
                <a:spLocks noChangeArrowheads="1"/>
              </p:cNvSpPr>
              <p:nvPr/>
            </p:nvSpPr>
            <p:spPr bwMode="auto">
              <a:xfrm>
                <a:off x="2375" y="2658"/>
                <a:ext cx="32" cy="40"/>
              </a:xfrm>
              <a:prstGeom prst="ellipse">
                <a:avLst/>
              </a:prstGeom>
              <a:solidFill>
                <a:schemeClr val="bg2"/>
              </a:solidFill>
              <a:ln w="9525">
                <a:solidFill>
                  <a:schemeClr val="bg2"/>
                </a:solidFill>
                <a:round/>
                <a:headEnd/>
                <a:tailEnd/>
              </a:ln>
            </p:spPr>
            <p:txBody>
              <a:bodyPr/>
              <a:lstStyle/>
              <a:p>
                <a:endParaRPr lang="en-US"/>
              </a:p>
            </p:txBody>
          </p:sp>
          <p:sp>
            <p:nvSpPr>
              <p:cNvPr id="106767" name="Oval 50"/>
              <p:cNvSpPr>
                <a:spLocks noChangeArrowheads="1"/>
              </p:cNvSpPr>
              <p:nvPr/>
            </p:nvSpPr>
            <p:spPr bwMode="auto">
              <a:xfrm>
                <a:off x="2375" y="2658"/>
                <a:ext cx="32" cy="40"/>
              </a:xfrm>
              <a:prstGeom prst="ellipse">
                <a:avLst/>
              </a:prstGeom>
              <a:solidFill>
                <a:schemeClr val="bg2"/>
              </a:solidFill>
              <a:ln w="25400">
                <a:solidFill>
                  <a:schemeClr val="bg2"/>
                </a:solidFill>
                <a:round/>
                <a:headEnd/>
                <a:tailEnd/>
              </a:ln>
            </p:spPr>
            <p:txBody>
              <a:bodyPr/>
              <a:lstStyle/>
              <a:p>
                <a:endParaRPr lang="en-US"/>
              </a:p>
            </p:txBody>
          </p:sp>
          <p:sp>
            <p:nvSpPr>
              <p:cNvPr id="106768" name="Oval 51"/>
              <p:cNvSpPr>
                <a:spLocks noChangeArrowheads="1"/>
              </p:cNvSpPr>
              <p:nvPr/>
            </p:nvSpPr>
            <p:spPr bwMode="auto">
              <a:xfrm>
                <a:off x="2375" y="2969"/>
                <a:ext cx="32" cy="32"/>
              </a:xfrm>
              <a:prstGeom prst="ellipse">
                <a:avLst/>
              </a:prstGeom>
              <a:solidFill>
                <a:schemeClr val="bg2"/>
              </a:solidFill>
              <a:ln w="9525">
                <a:solidFill>
                  <a:schemeClr val="bg2"/>
                </a:solidFill>
                <a:round/>
                <a:headEnd/>
                <a:tailEnd/>
              </a:ln>
            </p:spPr>
            <p:txBody>
              <a:bodyPr/>
              <a:lstStyle/>
              <a:p>
                <a:endParaRPr lang="en-US"/>
              </a:p>
            </p:txBody>
          </p:sp>
          <p:sp>
            <p:nvSpPr>
              <p:cNvPr id="106769" name="Oval 52"/>
              <p:cNvSpPr>
                <a:spLocks noChangeArrowheads="1"/>
              </p:cNvSpPr>
              <p:nvPr/>
            </p:nvSpPr>
            <p:spPr bwMode="auto">
              <a:xfrm>
                <a:off x="2375" y="2969"/>
                <a:ext cx="32" cy="32"/>
              </a:xfrm>
              <a:prstGeom prst="ellipse">
                <a:avLst/>
              </a:prstGeom>
              <a:solidFill>
                <a:schemeClr val="bg2"/>
              </a:solidFill>
              <a:ln w="25400">
                <a:solidFill>
                  <a:schemeClr val="bg2"/>
                </a:solidFill>
                <a:round/>
                <a:headEnd/>
                <a:tailEnd/>
              </a:ln>
            </p:spPr>
            <p:txBody>
              <a:bodyPr/>
              <a:lstStyle/>
              <a:p>
                <a:endParaRPr lang="en-US"/>
              </a:p>
            </p:txBody>
          </p:sp>
        </p:grpSp>
        <p:grpSp>
          <p:nvGrpSpPr>
            <p:cNvPr id="105588" name="Group 53"/>
            <p:cNvGrpSpPr>
              <a:grpSpLocks/>
            </p:cNvGrpSpPr>
            <p:nvPr/>
          </p:nvGrpSpPr>
          <p:grpSpPr bwMode="auto">
            <a:xfrm>
              <a:off x="1489" y="2076"/>
              <a:ext cx="431" cy="284"/>
              <a:chOff x="1489" y="2076"/>
              <a:chExt cx="431" cy="284"/>
            </a:xfrm>
          </p:grpSpPr>
          <p:sp>
            <p:nvSpPr>
              <p:cNvPr id="106758" name="Freeform 54"/>
              <p:cNvSpPr>
                <a:spLocks/>
              </p:cNvSpPr>
              <p:nvPr/>
            </p:nvSpPr>
            <p:spPr bwMode="auto">
              <a:xfrm>
                <a:off x="1784" y="2076"/>
                <a:ext cx="136" cy="96"/>
              </a:xfrm>
              <a:custGeom>
                <a:avLst/>
                <a:gdLst>
                  <a:gd name="T0" fmla="*/ 136 w 136"/>
                  <a:gd name="T1" fmla="*/ 0 h 96"/>
                  <a:gd name="T2" fmla="*/ 40 w 136"/>
                  <a:gd name="T3" fmla="*/ 96 h 96"/>
                  <a:gd name="T4" fmla="*/ 24 w 136"/>
                  <a:gd name="T5" fmla="*/ 72 h 96"/>
                  <a:gd name="T6" fmla="*/ 0 w 136"/>
                  <a:gd name="T7" fmla="*/ 40 h 96"/>
                  <a:gd name="T8" fmla="*/ 136 w 136"/>
                  <a:gd name="T9" fmla="*/ 0 h 96"/>
                  <a:gd name="T10" fmla="*/ 0 60000 65536"/>
                  <a:gd name="T11" fmla="*/ 0 60000 65536"/>
                  <a:gd name="T12" fmla="*/ 0 60000 65536"/>
                  <a:gd name="T13" fmla="*/ 0 60000 65536"/>
                  <a:gd name="T14" fmla="*/ 0 60000 65536"/>
                  <a:gd name="T15" fmla="*/ 0 w 136"/>
                  <a:gd name="T16" fmla="*/ 0 h 96"/>
                  <a:gd name="T17" fmla="*/ 136 w 136"/>
                  <a:gd name="T18" fmla="*/ 96 h 96"/>
                </a:gdLst>
                <a:ahLst/>
                <a:cxnLst>
                  <a:cxn ang="T10">
                    <a:pos x="T0" y="T1"/>
                  </a:cxn>
                  <a:cxn ang="T11">
                    <a:pos x="T2" y="T3"/>
                  </a:cxn>
                  <a:cxn ang="T12">
                    <a:pos x="T4" y="T5"/>
                  </a:cxn>
                  <a:cxn ang="T13">
                    <a:pos x="T6" y="T7"/>
                  </a:cxn>
                  <a:cxn ang="T14">
                    <a:pos x="T8" y="T9"/>
                  </a:cxn>
                </a:cxnLst>
                <a:rect l="T15" t="T16" r="T17" b="T18"/>
                <a:pathLst>
                  <a:path w="136" h="96">
                    <a:moveTo>
                      <a:pt x="136" y="0"/>
                    </a:moveTo>
                    <a:lnTo>
                      <a:pt x="40" y="96"/>
                    </a:lnTo>
                    <a:lnTo>
                      <a:pt x="24" y="72"/>
                    </a:lnTo>
                    <a:lnTo>
                      <a:pt x="0" y="40"/>
                    </a:lnTo>
                    <a:lnTo>
                      <a:pt x="136" y="0"/>
                    </a:lnTo>
                    <a:close/>
                  </a:path>
                </a:pathLst>
              </a:custGeom>
              <a:solidFill>
                <a:schemeClr val="bg2"/>
              </a:solidFill>
              <a:ln w="9525">
                <a:solidFill>
                  <a:schemeClr val="bg2"/>
                </a:solidFill>
                <a:round/>
                <a:headEnd/>
                <a:tailEnd/>
              </a:ln>
            </p:spPr>
            <p:txBody>
              <a:bodyPr/>
              <a:lstStyle/>
              <a:p>
                <a:endParaRPr lang="en-US"/>
              </a:p>
            </p:txBody>
          </p:sp>
          <p:sp>
            <p:nvSpPr>
              <p:cNvPr id="106759" name="Line 55"/>
              <p:cNvSpPr>
                <a:spLocks noChangeShapeType="1"/>
              </p:cNvSpPr>
              <p:nvPr/>
            </p:nvSpPr>
            <p:spPr bwMode="auto">
              <a:xfrm flipV="1">
                <a:off x="1489" y="2143"/>
                <a:ext cx="327" cy="217"/>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5589" name="Group 56"/>
            <p:cNvGrpSpPr>
              <a:grpSpLocks/>
            </p:cNvGrpSpPr>
            <p:nvPr/>
          </p:nvGrpSpPr>
          <p:grpSpPr bwMode="auto">
            <a:xfrm>
              <a:off x="1489" y="1733"/>
              <a:ext cx="423" cy="56"/>
              <a:chOff x="1489" y="1733"/>
              <a:chExt cx="423" cy="56"/>
            </a:xfrm>
          </p:grpSpPr>
          <p:sp>
            <p:nvSpPr>
              <p:cNvPr id="106750" name="Freeform 57"/>
              <p:cNvSpPr>
                <a:spLocks/>
              </p:cNvSpPr>
              <p:nvPr/>
            </p:nvSpPr>
            <p:spPr bwMode="auto">
              <a:xfrm>
                <a:off x="1792" y="1733"/>
                <a:ext cx="120" cy="56"/>
              </a:xfrm>
              <a:custGeom>
                <a:avLst/>
                <a:gdLst>
                  <a:gd name="T0" fmla="*/ 120 w 120"/>
                  <a:gd name="T1" fmla="*/ 24 h 56"/>
                  <a:gd name="T2" fmla="*/ 0 w 120"/>
                  <a:gd name="T3" fmla="*/ 56 h 56"/>
                  <a:gd name="T4" fmla="*/ 0 w 120"/>
                  <a:gd name="T5" fmla="*/ 24 h 56"/>
                  <a:gd name="T6" fmla="*/ 0 w 120"/>
                  <a:gd name="T7" fmla="*/ 0 h 56"/>
                  <a:gd name="T8" fmla="*/ 120 w 120"/>
                  <a:gd name="T9" fmla="*/ 24 h 56"/>
                  <a:gd name="T10" fmla="*/ 0 60000 65536"/>
                  <a:gd name="T11" fmla="*/ 0 60000 65536"/>
                  <a:gd name="T12" fmla="*/ 0 60000 65536"/>
                  <a:gd name="T13" fmla="*/ 0 60000 65536"/>
                  <a:gd name="T14" fmla="*/ 0 60000 65536"/>
                  <a:gd name="T15" fmla="*/ 0 w 120"/>
                  <a:gd name="T16" fmla="*/ 0 h 56"/>
                  <a:gd name="T17" fmla="*/ 120 w 120"/>
                  <a:gd name="T18" fmla="*/ 56 h 56"/>
                </a:gdLst>
                <a:ahLst/>
                <a:cxnLst>
                  <a:cxn ang="T10">
                    <a:pos x="T0" y="T1"/>
                  </a:cxn>
                  <a:cxn ang="T11">
                    <a:pos x="T2" y="T3"/>
                  </a:cxn>
                  <a:cxn ang="T12">
                    <a:pos x="T4" y="T5"/>
                  </a:cxn>
                  <a:cxn ang="T13">
                    <a:pos x="T6" y="T7"/>
                  </a:cxn>
                  <a:cxn ang="T14">
                    <a:pos x="T8" y="T9"/>
                  </a:cxn>
                </a:cxnLst>
                <a:rect l="T15" t="T16" r="T17" b="T18"/>
                <a:pathLst>
                  <a:path w="120" h="56">
                    <a:moveTo>
                      <a:pt x="120" y="24"/>
                    </a:moveTo>
                    <a:lnTo>
                      <a:pt x="0" y="56"/>
                    </a:lnTo>
                    <a:lnTo>
                      <a:pt x="0" y="24"/>
                    </a:lnTo>
                    <a:lnTo>
                      <a:pt x="0" y="0"/>
                    </a:lnTo>
                    <a:lnTo>
                      <a:pt x="120" y="24"/>
                    </a:lnTo>
                    <a:close/>
                  </a:path>
                </a:pathLst>
              </a:custGeom>
              <a:solidFill>
                <a:schemeClr val="bg2"/>
              </a:solidFill>
              <a:ln w="9525">
                <a:solidFill>
                  <a:schemeClr val="bg2"/>
                </a:solidFill>
                <a:round/>
                <a:headEnd/>
                <a:tailEnd/>
              </a:ln>
            </p:spPr>
            <p:txBody>
              <a:bodyPr/>
              <a:lstStyle/>
              <a:p>
                <a:endParaRPr lang="en-US"/>
              </a:p>
            </p:txBody>
          </p:sp>
          <p:grpSp>
            <p:nvGrpSpPr>
              <p:cNvPr id="106751" name="Group 58"/>
              <p:cNvGrpSpPr>
                <a:grpSpLocks/>
              </p:cNvGrpSpPr>
              <p:nvPr/>
            </p:nvGrpSpPr>
            <p:grpSpPr bwMode="auto">
              <a:xfrm>
                <a:off x="1489" y="1757"/>
                <a:ext cx="295" cy="1"/>
                <a:chOff x="1489" y="1757"/>
                <a:chExt cx="295" cy="1"/>
              </a:xfrm>
            </p:grpSpPr>
            <p:sp>
              <p:nvSpPr>
                <p:cNvPr id="106752" name="Line 59"/>
                <p:cNvSpPr>
                  <a:spLocks noChangeShapeType="1"/>
                </p:cNvSpPr>
                <p:nvPr/>
              </p:nvSpPr>
              <p:spPr bwMode="auto">
                <a:xfrm>
                  <a:off x="1489"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753" name="Line 60"/>
                <p:cNvSpPr>
                  <a:spLocks noChangeShapeType="1"/>
                </p:cNvSpPr>
                <p:nvPr/>
              </p:nvSpPr>
              <p:spPr bwMode="auto">
                <a:xfrm>
                  <a:off x="1544"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754" name="Line 61"/>
                <p:cNvSpPr>
                  <a:spLocks noChangeShapeType="1"/>
                </p:cNvSpPr>
                <p:nvPr/>
              </p:nvSpPr>
              <p:spPr bwMode="auto">
                <a:xfrm>
                  <a:off x="1600"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755" name="Line 62"/>
                <p:cNvSpPr>
                  <a:spLocks noChangeShapeType="1"/>
                </p:cNvSpPr>
                <p:nvPr/>
              </p:nvSpPr>
              <p:spPr bwMode="auto">
                <a:xfrm>
                  <a:off x="1656"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756" name="Line 63"/>
                <p:cNvSpPr>
                  <a:spLocks noChangeShapeType="1"/>
                </p:cNvSpPr>
                <p:nvPr/>
              </p:nvSpPr>
              <p:spPr bwMode="auto">
                <a:xfrm>
                  <a:off x="1712"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757" name="Line 64"/>
                <p:cNvSpPr>
                  <a:spLocks noChangeShapeType="1"/>
                </p:cNvSpPr>
                <p:nvPr/>
              </p:nvSpPr>
              <p:spPr bwMode="auto">
                <a:xfrm>
                  <a:off x="1768" y="1757"/>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5590" name="Group 65"/>
            <p:cNvGrpSpPr>
              <a:grpSpLocks/>
            </p:cNvGrpSpPr>
            <p:nvPr/>
          </p:nvGrpSpPr>
          <p:grpSpPr bwMode="auto">
            <a:xfrm>
              <a:off x="1952" y="1725"/>
              <a:ext cx="415" cy="56"/>
              <a:chOff x="1952" y="1725"/>
              <a:chExt cx="415" cy="56"/>
            </a:xfrm>
          </p:grpSpPr>
          <p:sp>
            <p:nvSpPr>
              <p:cNvPr id="106742" name="Freeform 66"/>
              <p:cNvSpPr>
                <a:spLocks/>
              </p:cNvSpPr>
              <p:nvPr/>
            </p:nvSpPr>
            <p:spPr bwMode="auto">
              <a:xfrm>
                <a:off x="2255" y="1725"/>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06743" name="Group 67"/>
              <p:cNvGrpSpPr>
                <a:grpSpLocks/>
              </p:cNvGrpSpPr>
              <p:nvPr/>
            </p:nvGrpSpPr>
            <p:grpSpPr bwMode="auto">
              <a:xfrm>
                <a:off x="1952" y="1757"/>
                <a:ext cx="295" cy="1"/>
                <a:chOff x="1952" y="1757"/>
                <a:chExt cx="295" cy="1"/>
              </a:xfrm>
            </p:grpSpPr>
            <p:sp>
              <p:nvSpPr>
                <p:cNvPr id="106744" name="Line 68"/>
                <p:cNvSpPr>
                  <a:spLocks noChangeShapeType="1"/>
                </p:cNvSpPr>
                <p:nvPr/>
              </p:nvSpPr>
              <p:spPr bwMode="auto">
                <a:xfrm>
                  <a:off x="1952"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745" name="Line 69"/>
                <p:cNvSpPr>
                  <a:spLocks noChangeShapeType="1"/>
                </p:cNvSpPr>
                <p:nvPr/>
              </p:nvSpPr>
              <p:spPr bwMode="auto">
                <a:xfrm>
                  <a:off x="2008" y="1757"/>
                  <a:ext cx="23"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746" name="Line 70"/>
                <p:cNvSpPr>
                  <a:spLocks noChangeShapeType="1"/>
                </p:cNvSpPr>
                <p:nvPr/>
              </p:nvSpPr>
              <p:spPr bwMode="auto">
                <a:xfrm>
                  <a:off x="2063"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747" name="Line 71"/>
                <p:cNvSpPr>
                  <a:spLocks noChangeShapeType="1"/>
                </p:cNvSpPr>
                <p:nvPr/>
              </p:nvSpPr>
              <p:spPr bwMode="auto">
                <a:xfrm>
                  <a:off x="2119"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748" name="Line 72"/>
                <p:cNvSpPr>
                  <a:spLocks noChangeShapeType="1"/>
                </p:cNvSpPr>
                <p:nvPr/>
              </p:nvSpPr>
              <p:spPr bwMode="auto">
                <a:xfrm>
                  <a:off x="2175"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749" name="Line 73"/>
                <p:cNvSpPr>
                  <a:spLocks noChangeShapeType="1"/>
                </p:cNvSpPr>
                <p:nvPr/>
              </p:nvSpPr>
              <p:spPr bwMode="auto">
                <a:xfrm>
                  <a:off x="2231" y="1757"/>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5591" name="Group 74"/>
            <p:cNvGrpSpPr>
              <a:grpSpLocks/>
            </p:cNvGrpSpPr>
            <p:nvPr/>
          </p:nvGrpSpPr>
          <p:grpSpPr bwMode="auto">
            <a:xfrm>
              <a:off x="1497" y="2036"/>
              <a:ext cx="415" cy="56"/>
              <a:chOff x="1497" y="2036"/>
              <a:chExt cx="415" cy="56"/>
            </a:xfrm>
          </p:grpSpPr>
          <p:sp>
            <p:nvSpPr>
              <p:cNvPr id="106734" name="Freeform 75"/>
              <p:cNvSpPr>
                <a:spLocks/>
              </p:cNvSpPr>
              <p:nvPr/>
            </p:nvSpPr>
            <p:spPr bwMode="auto">
              <a:xfrm>
                <a:off x="1800"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06735" name="Group 76"/>
              <p:cNvGrpSpPr>
                <a:grpSpLocks/>
              </p:cNvGrpSpPr>
              <p:nvPr/>
            </p:nvGrpSpPr>
            <p:grpSpPr bwMode="auto">
              <a:xfrm>
                <a:off x="1497" y="2068"/>
                <a:ext cx="295" cy="1"/>
                <a:chOff x="1497" y="2068"/>
                <a:chExt cx="295" cy="1"/>
              </a:xfrm>
            </p:grpSpPr>
            <p:sp>
              <p:nvSpPr>
                <p:cNvPr id="106736" name="Line 77"/>
                <p:cNvSpPr>
                  <a:spLocks noChangeShapeType="1"/>
                </p:cNvSpPr>
                <p:nvPr/>
              </p:nvSpPr>
              <p:spPr bwMode="auto">
                <a:xfrm>
                  <a:off x="1497" y="2068"/>
                  <a:ext cx="23"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737" name="Line 78"/>
                <p:cNvSpPr>
                  <a:spLocks noChangeShapeType="1"/>
                </p:cNvSpPr>
                <p:nvPr/>
              </p:nvSpPr>
              <p:spPr bwMode="auto">
                <a:xfrm>
                  <a:off x="1552"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738" name="Line 79"/>
                <p:cNvSpPr>
                  <a:spLocks noChangeShapeType="1"/>
                </p:cNvSpPr>
                <p:nvPr/>
              </p:nvSpPr>
              <p:spPr bwMode="auto">
                <a:xfrm>
                  <a:off x="1608"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739" name="Line 80"/>
                <p:cNvSpPr>
                  <a:spLocks noChangeShapeType="1"/>
                </p:cNvSpPr>
                <p:nvPr/>
              </p:nvSpPr>
              <p:spPr bwMode="auto">
                <a:xfrm>
                  <a:off x="1664"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740" name="Line 81"/>
                <p:cNvSpPr>
                  <a:spLocks noChangeShapeType="1"/>
                </p:cNvSpPr>
                <p:nvPr/>
              </p:nvSpPr>
              <p:spPr bwMode="auto">
                <a:xfrm>
                  <a:off x="1720"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741" name="Line 82"/>
                <p:cNvSpPr>
                  <a:spLocks noChangeShapeType="1"/>
                </p:cNvSpPr>
                <p:nvPr/>
              </p:nvSpPr>
              <p:spPr bwMode="auto">
                <a:xfrm>
                  <a:off x="1776" y="2068"/>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5592" name="Group 83"/>
            <p:cNvGrpSpPr>
              <a:grpSpLocks/>
            </p:cNvGrpSpPr>
            <p:nvPr/>
          </p:nvGrpSpPr>
          <p:grpSpPr bwMode="auto">
            <a:xfrm>
              <a:off x="1960" y="2036"/>
              <a:ext cx="423" cy="56"/>
              <a:chOff x="1960" y="2036"/>
              <a:chExt cx="423" cy="56"/>
            </a:xfrm>
          </p:grpSpPr>
          <p:sp>
            <p:nvSpPr>
              <p:cNvPr id="106726" name="Freeform 84"/>
              <p:cNvSpPr>
                <a:spLocks/>
              </p:cNvSpPr>
              <p:nvPr/>
            </p:nvSpPr>
            <p:spPr bwMode="auto">
              <a:xfrm>
                <a:off x="2271"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06727" name="Group 85"/>
              <p:cNvGrpSpPr>
                <a:grpSpLocks/>
              </p:cNvGrpSpPr>
              <p:nvPr/>
            </p:nvGrpSpPr>
            <p:grpSpPr bwMode="auto">
              <a:xfrm>
                <a:off x="1960" y="2068"/>
                <a:ext cx="303" cy="1"/>
                <a:chOff x="1960" y="2068"/>
                <a:chExt cx="303" cy="1"/>
              </a:xfrm>
            </p:grpSpPr>
            <p:sp>
              <p:nvSpPr>
                <p:cNvPr id="106728" name="Line 86"/>
                <p:cNvSpPr>
                  <a:spLocks noChangeShapeType="1"/>
                </p:cNvSpPr>
                <p:nvPr/>
              </p:nvSpPr>
              <p:spPr bwMode="auto">
                <a:xfrm>
                  <a:off x="1960"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729" name="Line 87"/>
                <p:cNvSpPr>
                  <a:spLocks noChangeShapeType="1"/>
                </p:cNvSpPr>
                <p:nvPr/>
              </p:nvSpPr>
              <p:spPr bwMode="auto">
                <a:xfrm>
                  <a:off x="2015"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730" name="Line 88"/>
                <p:cNvSpPr>
                  <a:spLocks noChangeShapeType="1"/>
                </p:cNvSpPr>
                <p:nvPr/>
              </p:nvSpPr>
              <p:spPr bwMode="auto">
                <a:xfrm>
                  <a:off x="2071"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731" name="Line 89"/>
                <p:cNvSpPr>
                  <a:spLocks noChangeShapeType="1"/>
                </p:cNvSpPr>
                <p:nvPr/>
              </p:nvSpPr>
              <p:spPr bwMode="auto">
                <a:xfrm>
                  <a:off x="2127"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732" name="Line 90"/>
                <p:cNvSpPr>
                  <a:spLocks noChangeShapeType="1"/>
                </p:cNvSpPr>
                <p:nvPr/>
              </p:nvSpPr>
              <p:spPr bwMode="auto">
                <a:xfrm>
                  <a:off x="2183"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733" name="Line 91"/>
                <p:cNvSpPr>
                  <a:spLocks noChangeShapeType="1"/>
                </p:cNvSpPr>
                <p:nvPr/>
              </p:nvSpPr>
              <p:spPr bwMode="auto">
                <a:xfrm>
                  <a:off x="2239"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5593" name="Group 92"/>
            <p:cNvGrpSpPr>
              <a:grpSpLocks/>
            </p:cNvGrpSpPr>
            <p:nvPr/>
          </p:nvGrpSpPr>
          <p:grpSpPr bwMode="auto">
            <a:xfrm>
              <a:off x="2431" y="2036"/>
              <a:ext cx="415" cy="56"/>
              <a:chOff x="2431" y="2036"/>
              <a:chExt cx="415" cy="56"/>
            </a:xfrm>
          </p:grpSpPr>
          <p:sp>
            <p:nvSpPr>
              <p:cNvPr id="106718" name="Freeform 93"/>
              <p:cNvSpPr>
                <a:spLocks/>
              </p:cNvSpPr>
              <p:nvPr/>
            </p:nvSpPr>
            <p:spPr bwMode="auto">
              <a:xfrm>
                <a:off x="2734"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06719" name="Group 94"/>
              <p:cNvGrpSpPr>
                <a:grpSpLocks/>
              </p:cNvGrpSpPr>
              <p:nvPr/>
            </p:nvGrpSpPr>
            <p:grpSpPr bwMode="auto">
              <a:xfrm>
                <a:off x="2431" y="2068"/>
                <a:ext cx="295" cy="1"/>
                <a:chOff x="2431" y="2068"/>
                <a:chExt cx="295" cy="1"/>
              </a:xfrm>
            </p:grpSpPr>
            <p:sp>
              <p:nvSpPr>
                <p:cNvPr id="106720" name="Line 95"/>
                <p:cNvSpPr>
                  <a:spLocks noChangeShapeType="1"/>
                </p:cNvSpPr>
                <p:nvPr/>
              </p:nvSpPr>
              <p:spPr bwMode="auto">
                <a:xfrm>
                  <a:off x="2431"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721" name="Line 96"/>
                <p:cNvSpPr>
                  <a:spLocks noChangeShapeType="1"/>
                </p:cNvSpPr>
                <p:nvPr/>
              </p:nvSpPr>
              <p:spPr bwMode="auto">
                <a:xfrm>
                  <a:off x="2487"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722" name="Line 97"/>
                <p:cNvSpPr>
                  <a:spLocks noChangeShapeType="1"/>
                </p:cNvSpPr>
                <p:nvPr/>
              </p:nvSpPr>
              <p:spPr bwMode="auto">
                <a:xfrm>
                  <a:off x="2542"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723" name="Line 98"/>
                <p:cNvSpPr>
                  <a:spLocks noChangeShapeType="1"/>
                </p:cNvSpPr>
                <p:nvPr/>
              </p:nvSpPr>
              <p:spPr bwMode="auto">
                <a:xfrm>
                  <a:off x="2598"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724" name="Line 99"/>
                <p:cNvSpPr>
                  <a:spLocks noChangeShapeType="1"/>
                </p:cNvSpPr>
                <p:nvPr/>
              </p:nvSpPr>
              <p:spPr bwMode="auto">
                <a:xfrm>
                  <a:off x="2654"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725" name="Line 100"/>
                <p:cNvSpPr>
                  <a:spLocks noChangeShapeType="1"/>
                </p:cNvSpPr>
                <p:nvPr/>
              </p:nvSpPr>
              <p:spPr bwMode="auto">
                <a:xfrm>
                  <a:off x="2710" y="2068"/>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5594" name="Group 101"/>
            <p:cNvGrpSpPr>
              <a:grpSpLocks/>
            </p:cNvGrpSpPr>
            <p:nvPr/>
          </p:nvGrpSpPr>
          <p:grpSpPr bwMode="auto">
            <a:xfrm>
              <a:off x="2423" y="2347"/>
              <a:ext cx="415" cy="56"/>
              <a:chOff x="2423" y="2347"/>
              <a:chExt cx="415" cy="56"/>
            </a:xfrm>
          </p:grpSpPr>
          <p:sp>
            <p:nvSpPr>
              <p:cNvPr id="106710" name="Freeform 102"/>
              <p:cNvSpPr>
                <a:spLocks/>
              </p:cNvSpPr>
              <p:nvPr/>
            </p:nvSpPr>
            <p:spPr bwMode="auto">
              <a:xfrm>
                <a:off x="2726" y="234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solidFill>
                <a:schemeClr val="bg2"/>
              </a:solidFill>
              <a:ln w="9525">
                <a:solidFill>
                  <a:schemeClr val="bg2"/>
                </a:solidFill>
                <a:round/>
                <a:headEnd/>
                <a:tailEnd/>
              </a:ln>
            </p:spPr>
            <p:txBody>
              <a:bodyPr/>
              <a:lstStyle/>
              <a:p>
                <a:endParaRPr lang="en-US"/>
              </a:p>
            </p:txBody>
          </p:sp>
          <p:grpSp>
            <p:nvGrpSpPr>
              <p:cNvPr id="106711" name="Group 103"/>
              <p:cNvGrpSpPr>
                <a:grpSpLocks/>
              </p:cNvGrpSpPr>
              <p:nvPr/>
            </p:nvGrpSpPr>
            <p:grpSpPr bwMode="auto">
              <a:xfrm>
                <a:off x="2423" y="2371"/>
                <a:ext cx="295" cy="1"/>
                <a:chOff x="2423" y="2371"/>
                <a:chExt cx="295" cy="1"/>
              </a:xfrm>
            </p:grpSpPr>
            <p:sp>
              <p:nvSpPr>
                <p:cNvPr id="106712" name="Line 104"/>
                <p:cNvSpPr>
                  <a:spLocks noChangeShapeType="1"/>
                </p:cNvSpPr>
                <p:nvPr/>
              </p:nvSpPr>
              <p:spPr bwMode="auto">
                <a:xfrm>
                  <a:off x="2423"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713" name="Line 105"/>
                <p:cNvSpPr>
                  <a:spLocks noChangeShapeType="1"/>
                </p:cNvSpPr>
                <p:nvPr/>
              </p:nvSpPr>
              <p:spPr bwMode="auto">
                <a:xfrm>
                  <a:off x="2479"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714" name="Line 106"/>
                <p:cNvSpPr>
                  <a:spLocks noChangeShapeType="1"/>
                </p:cNvSpPr>
                <p:nvPr/>
              </p:nvSpPr>
              <p:spPr bwMode="auto">
                <a:xfrm>
                  <a:off x="2534"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715" name="Line 107"/>
                <p:cNvSpPr>
                  <a:spLocks noChangeShapeType="1"/>
                </p:cNvSpPr>
                <p:nvPr/>
              </p:nvSpPr>
              <p:spPr bwMode="auto">
                <a:xfrm>
                  <a:off x="2590"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716" name="Line 108"/>
                <p:cNvSpPr>
                  <a:spLocks noChangeShapeType="1"/>
                </p:cNvSpPr>
                <p:nvPr/>
              </p:nvSpPr>
              <p:spPr bwMode="auto">
                <a:xfrm>
                  <a:off x="2646"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717" name="Line 109"/>
                <p:cNvSpPr>
                  <a:spLocks noChangeShapeType="1"/>
                </p:cNvSpPr>
                <p:nvPr/>
              </p:nvSpPr>
              <p:spPr bwMode="auto">
                <a:xfrm>
                  <a:off x="2702" y="2371"/>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5595" name="Group 110"/>
            <p:cNvGrpSpPr>
              <a:grpSpLocks/>
            </p:cNvGrpSpPr>
            <p:nvPr/>
          </p:nvGrpSpPr>
          <p:grpSpPr bwMode="auto">
            <a:xfrm>
              <a:off x="1960" y="2347"/>
              <a:ext cx="415" cy="56"/>
              <a:chOff x="1960" y="2347"/>
              <a:chExt cx="415" cy="56"/>
            </a:xfrm>
          </p:grpSpPr>
          <p:sp>
            <p:nvSpPr>
              <p:cNvPr id="106702" name="Freeform 111"/>
              <p:cNvSpPr>
                <a:spLocks/>
              </p:cNvSpPr>
              <p:nvPr/>
            </p:nvSpPr>
            <p:spPr bwMode="auto">
              <a:xfrm>
                <a:off x="2263" y="234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solidFill>
                <a:schemeClr val="bg2"/>
              </a:solidFill>
              <a:ln w="9525">
                <a:solidFill>
                  <a:schemeClr val="bg2"/>
                </a:solidFill>
                <a:round/>
                <a:headEnd/>
                <a:tailEnd/>
              </a:ln>
            </p:spPr>
            <p:txBody>
              <a:bodyPr/>
              <a:lstStyle/>
              <a:p>
                <a:endParaRPr lang="en-US"/>
              </a:p>
            </p:txBody>
          </p:sp>
          <p:grpSp>
            <p:nvGrpSpPr>
              <p:cNvPr id="106703" name="Group 112"/>
              <p:cNvGrpSpPr>
                <a:grpSpLocks/>
              </p:cNvGrpSpPr>
              <p:nvPr/>
            </p:nvGrpSpPr>
            <p:grpSpPr bwMode="auto">
              <a:xfrm>
                <a:off x="1960" y="2371"/>
                <a:ext cx="295" cy="1"/>
                <a:chOff x="1960" y="2371"/>
                <a:chExt cx="295" cy="1"/>
              </a:xfrm>
            </p:grpSpPr>
            <p:sp>
              <p:nvSpPr>
                <p:cNvPr id="106704" name="Line 113"/>
                <p:cNvSpPr>
                  <a:spLocks noChangeShapeType="1"/>
                </p:cNvSpPr>
                <p:nvPr/>
              </p:nvSpPr>
              <p:spPr bwMode="auto">
                <a:xfrm>
                  <a:off x="1960"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705" name="Line 114"/>
                <p:cNvSpPr>
                  <a:spLocks noChangeShapeType="1"/>
                </p:cNvSpPr>
                <p:nvPr/>
              </p:nvSpPr>
              <p:spPr bwMode="auto">
                <a:xfrm>
                  <a:off x="2015"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706" name="Line 115"/>
                <p:cNvSpPr>
                  <a:spLocks noChangeShapeType="1"/>
                </p:cNvSpPr>
                <p:nvPr/>
              </p:nvSpPr>
              <p:spPr bwMode="auto">
                <a:xfrm>
                  <a:off x="2071"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707" name="Line 116"/>
                <p:cNvSpPr>
                  <a:spLocks noChangeShapeType="1"/>
                </p:cNvSpPr>
                <p:nvPr/>
              </p:nvSpPr>
              <p:spPr bwMode="auto">
                <a:xfrm>
                  <a:off x="2127"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708" name="Line 117"/>
                <p:cNvSpPr>
                  <a:spLocks noChangeShapeType="1"/>
                </p:cNvSpPr>
                <p:nvPr/>
              </p:nvSpPr>
              <p:spPr bwMode="auto">
                <a:xfrm>
                  <a:off x="2183"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709" name="Line 118"/>
                <p:cNvSpPr>
                  <a:spLocks noChangeShapeType="1"/>
                </p:cNvSpPr>
                <p:nvPr/>
              </p:nvSpPr>
              <p:spPr bwMode="auto">
                <a:xfrm>
                  <a:off x="2239" y="2371"/>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5596" name="Group 119"/>
            <p:cNvGrpSpPr>
              <a:grpSpLocks/>
            </p:cNvGrpSpPr>
            <p:nvPr/>
          </p:nvGrpSpPr>
          <p:grpSpPr bwMode="auto">
            <a:xfrm>
              <a:off x="1497" y="2339"/>
              <a:ext cx="415" cy="56"/>
              <a:chOff x="1497" y="2339"/>
              <a:chExt cx="415" cy="56"/>
            </a:xfrm>
          </p:grpSpPr>
          <p:sp>
            <p:nvSpPr>
              <p:cNvPr id="106694" name="Freeform 120"/>
              <p:cNvSpPr>
                <a:spLocks/>
              </p:cNvSpPr>
              <p:nvPr/>
            </p:nvSpPr>
            <p:spPr bwMode="auto">
              <a:xfrm>
                <a:off x="1800" y="2339"/>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06695" name="Group 121"/>
              <p:cNvGrpSpPr>
                <a:grpSpLocks/>
              </p:cNvGrpSpPr>
              <p:nvPr/>
            </p:nvGrpSpPr>
            <p:grpSpPr bwMode="auto">
              <a:xfrm>
                <a:off x="1497" y="2371"/>
                <a:ext cx="295" cy="1"/>
                <a:chOff x="1497" y="2371"/>
                <a:chExt cx="295" cy="1"/>
              </a:xfrm>
            </p:grpSpPr>
            <p:sp>
              <p:nvSpPr>
                <p:cNvPr id="106696" name="Line 122"/>
                <p:cNvSpPr>
                  <a:spLocks noChangeShapeType="1"/>
                </p:cNvSpPr>
                <p:nvPr/>
              </p:nvSpPr>
              <p:spPr bwMode="auto">
                <a:xfrm>
                  <a:off x="1497" y="2371"/>
                  <a:ext cx="23"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697" name="Line 123"/>
                <p:cNvSpPr>
                  <a:spLocks noChangeShapeType="1"/>
                </p:cNvSpPr>
                <p:nvPr/>
              </p:nvSpPr>
              <p:spPr bwMode="auto">
                <a:xfrm>
                  <a:off x="1552"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698" name="Line 124"/>
                <p:cNvSpPr>
                  <a:spLocks noChangeShapeType="1"/>
                </p:cNvSpPr>
                <p:nvPr/>
              </p:nvSpPr>
              <p:spPr bwMode="auto">
                <a:xfrm>
                  <a:off x="1608"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699" name="Line 125"/>
                <p:cNvSpPr>
                  <a:spLocks noChangeShapeType="1"/>
                </p:cNvSpPr>
                <p:nvPr/>
              </p:nvSpPr>
              <p:spPr bwMode="auto">
                <a:xfrm>
                  <a:off x="1664"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700" name="Line 126"/>
                <p:cNvSpPr>
                  <a:spLocks noChangeShapeType="1"/>
                </p:cNvSpPr>
                <p:nvPr/>
              </p:nvSpPr>
              <p:spPr bwMode="auto">
                <a:xfrm>
                  <a:off x="1720"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701" name="Line 127"/>
                <p:cNvSpPr>
                  <a:spLocks noChangeShapeType="1"/>
                </p:cNvSpPr>
                <p:nvPr/>
              </p:nvSpPr>
              <p:spPr bwMode="auto">
                <a:xfrm>
                  <a:off x="1776" y="2371"/>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5597" name="Group 128"/>
            <p:cNvGrpSpPr>
              <a:grpSpLocks/>
            </p:cNvGrpSpPr>
            <p:nvPr/>
          </p:nvGrpSpPr>
          <p:grpSpPr bwMode="auto">
            <a:xfrm>
              <a:off x="1489" y="2650"/>
              <a:ext cx="423" cy="56"/>
              <a:chOff x="1489" y="2650"/>
              <a:chExt cx="423" cy="56"/>
            </a:xfrm>
          </p:grpSpPr>
          <p:sp>
            <p:nvSpPr>
              <p:cNvPr id="106686" name="Freeform 129"/>
              <p:cNvSpPr>
                <a:spLocks/>
              </p:cNvSpPr>
              <p:nvPr/>
            </p:nvSpPr>
            <p:spPr bwMode="auto">
              <a:xfrm>
                <a:off x="1792" y="2650"/>
                <a:ext cx="120" cy="56"/>
              </a:xfrm>
              <a:custGeom>
                <a:avLst/>
                <a:gdLst>
                  <a:gd name="T0" fmla="*/ 120 w 120"/>
                  <a:gd name="T1" fmla="*/ 24 h 56"/>
                  <a:gd name="T2" fmla="*/ 0 w 120"/>
                  <a:gd name="T3" fmla="*/ 56 h 56"/>
                  <a:gd name="T4" fmla="*/ 0 w 120"/>
                  <a:gd name="T5" fmla="*/ 24 h 56"/>
                  <a:gd name="T6" fmla="*/ 0 w 120"/>
                  <a:gd name="T7" fmla="*/ 0 h 56"/>
                  <a:gd name="T8" fmla="*/ 120 w 120"/>
                  <a:gd name="T9" fmla="*/ 24 h 56"/>
                  <a:gd name="T10" fmla="*/ 0 60000 65536"/>
                  <a:gd name="T11" fmla="*/ 0 60000 65536"/>
                  <a:gd name="T12" fmla="*/ 0 60000 65536"/>
                  <a:gd name="T13" fmla="*/ 0 60000 65536"/>
                  <a:gd name="T14" fmla="*/ 0 60000 65536"/>
                  <a:gd name="T15" fmla="*/ 0 w 120"/>
                  <a:gd name="T16" fmla="*/ 0 h 56"/>
                  <a:gd name="T17" fmla="*/ 120 w 120"/>
                  <a:gd name="T18" fmla="*/ 56 h 56"/>
                </a:gdLst>
                <a:ahLst/>
                <a:cxnLst>
                  <a:cxn ang="T10">
                    <a:pos x="T0" y="T1"/>
                  </a:cxn>
                  <a:cxn ang="T11">
                    <a:pos x="T2" y="T3"/>
                  </a:cxn>
                  <a:cxn ang="T12">
                    <a:pos x="T4" y="T5"/>
                  </a:cxn>
                  <a:cxn ang="T13">
                    <a:pos x="T6" y="T7"/>
                  </a:cxn>
                  <a:cxn ang="T14">
                    <a:pos x="T8" y="T9"/>
                  </a:cxn>
                </a:cxnLst>
                <a:rect l="T15" t="T16" r="T17" b="T18"/>
                <a:pathLst>
                  <a:path w="120" h="56">
                    <a:moveTo>
                      <a:pt x="120" y="24"/>
                    </a:moveTo>
                    <a:lnTo>
                      <a:pt x="0" y="56"/>
                    </a:lnTo>
                    <a:lnTo>
                      <a:pt x="0" y="24"/>
                    </a:lnTo>
                    <a:lnTo>
                      <a:pt x="0" y="0"/>
                    </a:lnTo>
                    <a:lnTo>
                      <a:pt x="120" y="24"/>
                    </a:lnTo>
                    <a:close/>
                  </a:path>
                </a:pathLst>
              </a:custGeom>
              <a:solidFill>
                <a:schemeClr val="bg2"/>
              </a:solidFill>
              <a:ln w="9525">
                <a:solidFill>
                  <a:schemeClr val="bg2"/>
                </a:solidFill>
                <a:round/>
                <a:headEnd/>
                <a:tailEnd/>
              </a:ln>
            </p:spPr>
            <p:txBody>
              <a:bodyPr/>
              <a:lstStyle/>
              <a:p>
                <a:endParaRPr lang="en-US"/>
              </a:p>
            </p:txBody>
          </p:sp>
          <p:grpSp>
            <p:nvGrpSpPr>
              <p:cNvPr id="106687" name="Group 130"/>
              <p:cNvGrpSpPr>
                <a:grpSpLocks/>
              </p:cNvGrpSpPr>
              <p:nvPr/>
            </p:nvGrpSpPr>
            <p:grpSpPr bwMode="auto">
              <a:xfrm>
                <a:off x="1489" y="2674"/>
                <a:ext cx="295" cy="1"/>
                <a:chOff x="1489" y="2674"/>
                <a:chExt cx="295" cy="1"/>
              </a:xfrm>
            </p:grpSpPr>
            <p:sp>
              <p:nvSpPr>
                <p:cNvPr id="106688" name="Line 131"/>
                <p:cNvSpPr>
                  <a:spLocks noChangeShapeType="1"/>
                </p:cNvSpPr>
                <p:nvPr/>
              </p:nvSpPr>
              <p:spPr bwMode="auto">
                <a:xfrm>
                  <a:off x="1489"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689" name="Line 132"/>
                <p:cNvSpPr>
                  <a:spLocks noChangeShapeType="1"/>
                </p:cNvSpPr>
                <p:nvPr/>
              </p:nvSpPr>
              <p:spPr bwMode="auto">
                <a:xfrm>
                  <a:off x="1544"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690" name="Line 133"/>
                <p:cNvSpPr>
                  <a:spLocks noChangeShapeType="1"/>
                </p:cNvSpPr>
                <p:nvPr/>
              </p:nvSpPr>
              <p:spPr bwMode="auto">
                <a:xfrm>
                  <a:off x="1600"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691" name="Line 134"/>
                <p:cNvSpPr>
                  <a:spLocks noChangeShapeType="1"/>
                </p:cNvSpPr>
                <p:nvPr/>
              </p:nvSpPr>
              <p:spPr bwMode="auto">
                <a:xfrm>
                  <a:off x="1656"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692" name="Line 135"/>
                <p:cNvSpPr>
                  <a:spLocks noChangeShapeType="1"/>
                </p:cNvSpPr>
                <p:nvPr/>
              </p:nvSpPr>
              <p:spPr bwMode="auto">
                <a:xfrm>
                  <a:off x="1712"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693" name="Line 136"/>
                <p:cNvSpPr>
                  <a:spLocks noChangeShapeType="1"/>
                </p:cNvSpPr>
                <p:nvPr/>
              </p:nvSpPr>
              <p:spPr bwMode="auto">
                <a:xfrm>
                  <a:off x="1768" y="2674"/>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5598" name="Group 137"/>
            <p:cNvGrpSpPr>
              <a:grpSpLocks/>
            </p:cNvGrpSpPr>
            <p:nvPr/>
          </p:nvGrpSpPr>
          <p:grpSpPr bwMode="auto">
            <a:xfrm>
              <a:off x="1968" y="2650"/>
              <a:ext cx="415" cy="56"/>
              <a:chOff x="1968" y="2650"/>
              <a:chExt cx="415" cy="56"/>
            </a:xfrm>
          </p:grpSpPr>
          <p:sp>
            <p:nvSpPr>
              <p:cNvPr id="106678" name="Freeform 138"/>
              <p:cNvSpPr>
                <a:spLocks/>
              </p:cNvSpPr>
              <p:nvPr/>
            </p:nvSpPr>
            <p:spPr bwMode="auto">
              <a:xfrm>
                <a:off x="2271" y="2650"/>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solidFill>
                <a:schemeClr val="bg2"/>
              </a:solidFill>
              <a:ln w="9525">
                <a:solidFill>
                  <a:schemeClr val="bg2"/>
                </a:solidFill>
                <a:round/>
                <a:headEnd/>
                <a:tailEnd/>
              </a:ln>
            </p:spPr>
            <p:txBody>
              <a:bodyPr/>
              <a:lstStyle/>
              <a:p>
                <a:endParaRPr lang="en-US"/>
              </a:p>
            </p:txBody>
          </p:sp>
          <p:grpSp>
            <p:nvGrpSpPr>
              <p:cNvPr id="106679" name="Group 139"/>
              <p:cNvGrpSpPr>
                <a:grpSpLocks/>
              </p:cNvGrpSpPr>
              <p:nvPr/>
            </p:nvGrpSpPr>
            <p:grpSpPr bwMode="auto">
              <a:xfrm>
                <a:off x="1968" y="2674"/>
                <a:ext cx="295" cy="1"/>
                <a:chOff x="1968" y="2674"/>
                <a:chExt cx="295" cy="1"/>
              </a:xfrm>
            </p:grpSpPr>
            <p:sp>
              <p:nvSpPr>
                <p:cNvPr id="106680" name="Line 140"/>
                <p:cNvSpPr>
                  <a:spLocks noChangeShapeType="1"/>
                </p:cNvSpPr>
                <p:nvPr/>
              </p:nvSpPr>
              <p:spPr bwMode="auto">
                <a:xfrm>
                  <a:off x="1968"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681" name="Line 141"/>
                <p:cNvSpPr>
                  <a:spLocks noChangeShapeType="1"/>
                </p:cNvSpPr>
                <p:nvPr/>
              </p:nvSpPr>
              <p:spPr bwMode="auto">
                <a:xfrm>
                  <a:off x="2023"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682" name="Line 142"/>
                <p:cNvSpPr>
                  <a:spLocks noChangeShapeType="1"/>
                </p:cNvSpPr>
                <p:nvPr/>
              </p:nvSpPr>
              <p:spPr bwMode="auto">
                <a:xfrm>
                  <a:off x="2079"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683" name="Line 143"/>
                <p:cNvSpPr>
                  <a:spLocks noChangeShapeType="1"/>
                </p:cNvSpPr>
                <p:nvPr/>
              </p:nvSpPr>
              <p:spPr bwMode="auto">
                <a:xfrm>
                  <a:off x="2135"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684" name="Line 144"/>
                <p:cNvSpPr>
                  <a:spLocks noChangeShapeType="1"/>
                </p:cNvSpPr>
                <p:nvPr/>
              </p:nvSpPr>
              <p:spPr bwMode="auto">
                <a:xfrm>
                  <a:off x="2191"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685" name="Line 145"/>
                <p:cNvSpPr>
                  <a:spLocks noChangeShapeType="1"/>
                </p:cNvSpPr>
                <p:nvPr/>
              </p:nvSpPr>
              <p:spPr bwMode="auto">
                <a:xfrm>
                  <a:off x="2247" y="2674"/>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5599" name="Group 146"/>
            <p:cNvGrpSpPr>
              <a:grpSpLocks/>
            </p:cNvGrpSpPr>
            <p:nvPr/>
          </p:nvGrpSpPr>
          <p:grpSpPr bwMode="auto">
            <a:xfrm>
              <a:off x="1489" y="2953"/>
              <a:ext cx="423" cy="56"/>
              <a:chOff x="1489" y="2953"/>
              <a:chExt cx="423" cy="56"/>
            </a:xfrm>
          </p:grpSpPr>
          <p:sp>
            <p:nvSpPr>
              <p:cNvPr id="106670" name="Freeform 147"/>
              <p:cNvSpPr>
                <a:spLocks/>
              </p:cNvSpPr>
              <p:nvPr/>
            </p:nvSpPr>
            <p:spPr bwMode="auto">
              <a:xfrm>
                <a:off x="1792" y="2953"/>
                <a:ext cx="120" cy="56"/>
              </a:xfrm>
              <a:custGeom>
                <a:avLst/>
                <a:gdLst>
                  <a:gd name="T0" fmla="*/ 120 w 120"/>
                  <a:gd name="T1" fmla="*/ 32 h 56"/>
                  <a:gd name="T2" fmla="*/ 0 w 120"/>
                  <a:gd name="T3" fmla="*/ 56 h 56"/>
                  <a:gd name="T4" fmla="*/ 0 w 120"/>
                  <a:gd name="T5" fmla="*/ 32 h 56"/>
                  <a:gd name="T6" fmla="*/ 0 w 120"/>
                  <a:gd name="T7" fmla="*/ 0 h 56"/>
                  <a:gd name="T8" fmla="*/ 120 w 120"/>
                  <a:gd name="T9" fmla="*/ 32 h 56"/>
                  <a:gd name="T10" fmla="*/ 0 60000 65536"/>
                  <a:gd name="T11" fmla="*/ 0 60000 65536"/>
                  <a:gd name="T12" fmla="*/ 0 60000 65536"/>
                  <a:gd name="T13" fmla="*/ 0 60000 65536"/>
                  <a:gd name="T14" fmla="*/ 0 60000 65536"/>
                  <a:gd name="T15" fmla="*/ 0 w 120"/>
                  <a:gd name="T16" fmla="*/ 0 h 56"/>
                  <a:gd name="T17" fmla="*/ 120 w 120"/>
                  <a:gd name="T18" fmla="*/ 56 h 56"/>
                </a:gdLst>
                <a:ahLst/>
                <a:cxnLst>
                  <a:cxn ang="T10">
                    <a:pos x="T0" y="T1"/>
                  </a:cxn>
                  <a:cxn ang="T11">
                    <a:pos x="T2" y="T3"/>
                  </a:cxn>
                  <a:cxn ang="T12">
                    <a:pos x="T4" y="T5"/>
                  </a:cxn>
                  <a:cxn ang="T13">
                    <a:pos x="T6" y="T7"/>
                  </a:cxn>
                  <a:cxn ang="T14">
                    <a:pos x="T8" y="T9"/>
                  </a:cxn>
                </a:cxnLst>
                <a:rect l="T15" t="T16" r="T17" b="T18"/>
                <a:pathLst>
                  <a:path w="120" h="56">
                    <a:moveTo>
                      <a:pt x="120" y="32"/>
                    </a:moveTo>
                    <a:lnTo>
                      <a:pt x="0" y="56"/>
                    </a:lnTo>
                    <a:lnTo>
                      <a:pt x="0" y="32"/>
                    </a:lnTo>
                    <a:lnTo>
                      <a:pt x="0" y="0"/>
                    </a:lnTo>
                    <a:lnTo>
                      <a:pt x="120" y="32"/>
                    </a:lnTo>
                    <a:close/>
                  </a:path>
                </a:pathLst>
              </a:custGeom>
              <a:solidFill>
                <a:schemeClr val="bg2"/>
              </a:solidFill>
              <a:ln w="9525">
                <a:solidFill>
                  <a:schemeClr val="bg2"/>
                </a:solidFill>
                <a:round/>
                <a:headEnd/>
                <a:tailEnd/>
              </a:ln>
            </p:spPr>
            <p:txBody>
              <a:bodyPr/>
              <a:lstStyle/>
              <a:p>
                <a:endParaRPr lang="en-US"/>
              </a:p>
            </p:txBody>
          </p:sp>
          <p:grpSp>
            <p:nvGrpSpPr>
              <p:cNvPr id="106671" name="Group 148"/>
              <p:cNvGrpSpPr>
                <a:grpSpLocks/>
              </p:cNvGrpSpPr>
              <p:nvPr/>
            </p:nvGrpSpPr>
            <p:grpSpPr bwMode="auto">
              <a:xfrm>
                <a:off x="1489" y="2985"/>
                <a:ext cx="295" cy="1"/>
                <a:chOff x="1489" y="2985"/>
                <a:chExt cx="295" cy="1"/>
              </a:xfrm>
            </p:grpSpPr>
            <p:sp>
              <p:nvSpPr>
                <p:cNvPr id="106672" name="Line 149"/>
                <p:cNvSpPr>
                  <a:spLocks noChangeShapeType="1"/>
                </p:cNvSpPr>
                <p:nvPr/>
              </p:nvSpPr>
              <p:spPr bwMode="auto">
                <a:xfrm>
                  <a:off x="1489"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673" name="Line 150"/>
                <p:cNvSpPr>
                  <a:spLocks noChangeShapeType="1"/>
                </p:cNvSpPr>
                <p:nvPr/>
              </p:nvSpPr>
              <p:spPr bwMode="auto">
                <a:xfrm>
                  <a:off x="1544"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674" name="Line 151"/>
                <p:cNvSpPr>
                  <a:spLocks noChangeShapeType="1"/>
                </p:cNvSpPr>
                <p:nvPr/>
              </p:nvSpPr>
              <p:spPr bwMode="auto">
                <a:xfrm>
                  <a:off x="1600"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675" name="Line 152"/>
                <p:cNvSpPr>
                  <a:spLocks noChangeShapeType="1"/>
                </p:cNvSpPr>
                <p:nvPr/>
              </p:nvSpPr>
              <p:spPr bwMode="auto">
                <a:xfrm>
                  <a:off x="1656"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676" name="Line 153"/>
                <p:cNvSpPr>
                  <a:spLocks noChangeShapeType="1"/>
                </p:cNvSpPr>
                <p:nvPr/>
              </p:nvSpPr>
              <p:spPr bwMode="auto">
                <a:xfrm>
                  <a:off x="1712"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677" name="Line 154"/>
                <p:cNvSpPr>
                  <a:spLocks noChangeShapeType="1"/>
                </p:cNvSpPr>
                <p:nvPr/>
              </p:nvSpPr>
              <p:spPr bwMode="auto">
                <a:xfrm>
                  <a:off x="1768" y="2985"/>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5600" name="Group 155"/>
            <p:cNvGrpSpPr>
              <a:grpSpLocks/>
            </p:cNvGrpSpPr>
            <p:nvPr/>
          </p:nvGrpSpPr>
          <p:grpSpPr bwMode="auto">
            <a:xfrm>
              <a:off x="1952" y="2953"/>
              <a:ext cx="415" cy="56"/>
              <a:chOff x="1952" y="2953"/>
              <a:chExt cx="415" cy="56"/>
            </a:xfrm>
          </p:grpSpPr>
          <p:sp>
            <p:nvSpPr>
              <p:cNvPr id="106662" name="Freeform 156"/>
              <p:cNvSpPr>
                <a:spLocks/>
              </p:cNvSpPr>
              <p:nvPr/>
            </p:nvSpPr>
            <p:spPr bwMode="auto">
              <a:xfrm>
                <a:off x="2255"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06663" name="Group 157"/>
              <p:cNvGrpSpPr>
                <a:grpSpLocks/>
              </p:cNvGrpSpPr>
              <p:nvPr/>
            </p:nvGrpSpPr>
            <p:grpSpPr bwMode="auto">
              <a:xfrm>
                <a:off x="1952" y="2985"/>
                <a:ext cx="295" cy="1"/>
                <a:chOff x="1952" y="2985"/>
                <a:chExt cx="295" cy="1"/>
              </a:xfrm>
            </p:grpSpPr>
            <p:sp>
              <p:nvSpPr>
                <p:cNvPr id="106664" name="Line 158"/>
                <p:cNvSpPr>
                  <a:spLocks noChangeShapeType="1"/>
                </p:cNvSpPr>
                <p:nvPr/>
              </p:nvSpPr>
              <p:spPr bwMode="auto">
                <a:xfrm>
                  <a:off x="1952"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665" name="Line 159"/>
                <p:cNvSpPr>
                  <a:spLocks noChangeShapeType="1"/>
                </p:cNvSpPr>
                <p:nvPr/>
              </p:nvSpPr>
              <p:spPr bwMode="auto">
                <a:xfrm>
                  <a:off x="2008" y="2985"/>
                  <a:ext cx="23"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666" name="Line 160"/>
                <p:cNvSpPr>
                  <a:spLocks noChangeShapeType="1"/>
                </p:cNvSpPr>
                <p:nvPr/>
              </p:nvSpPr>
              <p:spPr bwMode="auto">
                <a:xfrm>
                  <a:off x="2063"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667" name="Line 161"/>
                <p:cNvSpPr>
                  <a:spLocks noChangeShapeType="1"/>
                </p:cNvSpPr>
                <p:nvPr/>
              </p:nvSpPr>
              <p:spPr bwMode="auto">
                <a:xfrm>
                  <a:off x="2119"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668" name="Line 162"/>
                <p:cNvSpPr>
                  <a:spLocks noChangeShapeType="1"/>
                </p:cNvSpPr>
                <p:nvPr/>
              </p:nvSpPr>
              <p:spPr bwMode="auto">
                <a:xfrm>
                  <a:off x="2175"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669" name="Line 163"/>
                <p:cNvSpPr>
                  <a:spLocks noChangeShapeType="1"/>
                </p:cNvSpPr>
                <p:nvPr/>
              </p:nvSpPr>
              <p:spPr bwMode="auto">
                <a:xfrm>
                  <a:off x="2231" y="2985"/>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5601" name="Group 164"/>
            <p:cNvGrpSpPr>
              <a:grpSpLocks/>
            </p:cNvGrpSpPr>
            <p:nvPr/>
          </p:nvGrpSpPr>
          <p:grpSpPr bwMode="auto">
            <a:xfrm>
              <a:off x="2415" y="2953"/>
              <a:ext cx="415" cy="56"/>
              <a:chOff x="2415" y="2953"/>
              <a:chExt cx="415" cy="56"/>
            </a:xfrm>
          </p:grpSpPr>
          <p:sp>
            <p:nvSpPr>
              <p:cNvPr id="106654" name="Freeform 165"/>
              <p:cNvSpPr>
                <a:spLocks/>
              </p:cNvSpPr>
              <p:nvPr/>
            </p:nvSpPr>
            <p:spPr bwMode="auto">
              <a:xfrm>
                <a:off x="2718"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06655" name="Group 166"/>
              <p:cNvGrpSpPr>
                <a:grpSpLocks/>
              </p:cNvGrpSpPr>
              <p:nvPr/>
            </p:nvGrpSpPr>
            <p:grpSpPr bwMode="auto">
              <a:xfrm>
                <a:off x="2415" y="2985"/>
                <a:ext cx="295" cy="1"/>
                <a:chOff x="2415" y="2985"/>
                <a:chExt cx="295" cy="1"/>
              </a:xfrm>
            </p:grpSpPr>
            <p:sp>
              <p:nvSpPr>
                <p:cNvPr id="106656" name="Line 167"/>
                <p:cNvSpPr>
                  <a:spLocks noChangeShapeType="1"/>
                </p:cNvSpPr>
                <p:nvPr/>
              </p:nvSpPr>
              <p:spPr bwMode="auto">
                <a:xfrm>
                  <a:off x="2415"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657" name="Line 168"/>
                <p:cNvSpPr>
                  <a:spLocks noChangeShapeType="1"/>
                </p:cNvSpPr>
                <p:nvPr/>
              </p:nvSpPr>
              <p:spPr bwMode="auto">
                <a:xfrm>
                  <a:off x="2471"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658" name="Line 169"/>
                <p:cNvSpPr>
                  <a:spLocks noChangeShapeType="1"/>
                </p:cNvSpPr>
                <p:nvPr/>
              </p:nvSpPr>
              <p:spPr bwMode="auto">
                <a:xfrm>
                  <a:off x="2526"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659" name="Line 170"/>
                <p:cNvSpPr>
                  <a:spLocks noChangeShapeType="1"/>
                </p:cNvSpPr>
                <p:nvPr/>
              </p:nvSpPr>
              <p:spPr bwMode="auto">
                <a:xfrm>
                  <a:off x="2582"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660" name="Line 171"/>
                <p:cNvSpPr>
                  <a:spLocks noChangeShapeType="1"/>
                </p:cNvSpPr>
                <p:nvPr/>
              </p:nvSpPr>
              <p:spPr bwMode="auto">
                <a:xfrm>
                  <a:off x="2638"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661" name="Line 172"/>
                <p:cNvSpPr>
                  <a:spLocks noChangeShapeType="1"/>
                </p:cNvSpPr>
                <p:nvPr/>
              </p:nvSpPr>
              <p:spPr bwMode="auto">
                <a:xfrm>
                  <a:off x="2694" y="2985"/>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5602" name="Group 173"/>
            <p:cNvGrpSpPr>
              <a:grpSpLocks/>
            </p:cNvGrpSpPr>
            <p:nvPr/>
          </p:nvGrpSpPr>
          <p:grpSpPr bwMode="auto">
            <a:xfrm>
              <a:off x="2838" y="1741"/>
              <a:ext cx="40" cy="1260"/>
              <a:chOff x="2838" y="1741"/>
              <a:chExt cx="40" cy="1260"/>
            </a:xfrm>
          </p:grpSpPr>
          <p:sp>
            <p:nvSpPr>
              <p:cNvPr id="106644" name="Oval 174"/>
              <p:cNvSpPr>
                <a:spLocks noChangeArrowheads="1"/>
              </p:cNvSpPr>
              <p:nvPr/>
            </p:nvSpPr>
            <p:spPr bwMode="auto">
              <a:xfrm>
                <a:off x="2838" y="1741"/>
                <a:ext cx="40" cy="40"/>
              </a:xfrm>
              <a:prstGeom prst="ellipse">
                <a:avLst/>
              </a:prstGeom>
              <a:solidFill>
                <a:schemeClr val="bg2"/>
              </a:solidFill>
              <a:ln w="9525">
                <a:solidFill>
                  <a:schemeClr val="bg2"/>
                </a:solidFill>
                <a:round/>
                <a:headEnd/>
                <a:tailEnd/>
              </a:ln>
            </p:spPr>
            <p:txBody>
              <a:bodyPr/>
              <a:lstStyle/>
              <a:p>
                <a:endParaRPr lang="en-US"/>
              </a:p>
            </p:txBody>
          </p:sp>
          <p:sp>
            <p:nvSpPr>
              <p:cNvPr id="106645" name="Oval 175"/>
              <p:cNvSpPr>
                <a:spLocks noChangeArrowheads="1"/>
              </p:cNvSpPr>
              <p:nvPr/>
            </p:nvSpPr>
            <p:spPr bwMode="auto">
              <a:xfrm>
                <a:off x="2838" y="1741"/>
                <a:ext cx="40" cy="40"/>
              </a:xfrm>
              <a:prstGeom prst="ellipse">
                <a:avLst/>
              </a:prstGeom>
              <a:solidFill>
                <a:schemeClr val="bg2"/>
              </a:solidFill>
              <a:ln w="25400">
                <a:solidFill>
                  <a:schemeClr val="bg2"/>
                </a:solidFill>
                <a:round/>
                <a:headEnd/>
                <a:tailEnd/>
              </a:ln>
            </p:spPr>
            <p:txBody>
              <a:bodyPr/>
              <a:lstStyle/>
              <a:p>
                <a:endParaRPr lang="en-US"/>
              </a:p>
            </p:txBody>
          </p:sp>
          <p:sp>
            <p:nvSpPr>
              <p:cNvPr id="106646" name="Oval 176"/>
              <p:cNvSpPr>
                <a:spLocks noChangeArrowheads="1"/>
              </p:cNvSpPr>
              <p:nvPr/>
            </p:nvSpPr>
            <p:spPr bwMode="auto">
              <a:xfrm>
                <a:off x="2846" y="2044"/>
                <a:ext cx="32" cy="32"/>
              </a:xfrm>
              <a:prstGeom prst="ellipse">
                <a:avLst/>
              </a:prstGeom>
              <a:solidFill>
                <a:schemeClr val="bg2"/>
              </a:solidFill>
              <a:ln w="9525">
                <a:solidFill>
                  <a:schemeClr val="bg2"/>
                </a:solidFill>
                <a:round/>
                <a:headEnd/>
                <a:tailEnd/>
              </a:ln>
            </p:spPr>
            <p:txBody>
              <a:bodyPr/>
              <a:lstStyle/>
              <a:p>
                <a:endParaRPr lang="en-US"/>
              </a:p>
            </p:txBody>
          </p:sp>
          <p:sp>
            <p:nvSpPr>
              <p:cNvPr id="106647" name="Oval 177"/>
              <p:cNvSpPr>
                <a:spLocks noChangeArrowheads="1"/>
              </p:cNvSpPr>
              <p:nvPr/>
            </p:nvSpPr>
            <p:spPr bwMode="auto">
              <a:xfrm>
                <a:off x="2846" y="2044"/>
                <a:ext cx="32" cy="32"/>
              </a:xfrm>
              <a:prstGeom prst="ellipse">
                <a:avLst/>
              </a:prstGeom>
              <a:solidFill>
                <a:schemeClr val="bg2"/>
              </a:solidFill>
              <a:ln w="25400">
                <a:solidFill>
                  <a:schemeClr val="bg2"/>
                </a:solidFill>
                <a:round/>
                <a:headEnd/>
                <a:tailEnd/>
              </a:ln>
            </p:spPr>
            <p:txBody>
              <a:bodyPr/>
              <a:lstStyle/>
              <a:p>
                <a:endParaRPr lang="en-US"/>
              </a:p>
            </p:txBody>
          </p:sp>
          <p:sp>
            <p:nvSpPr>
              <p:cNvPr id="106648" name="Oval 178"/>
              <p:cNvSpPr>
                <a:spLocks noChangeArrowheads="1"/>
              </p:cNvSpPr>
              <p:nvPr/>
            </p:nvSpPr>
            <p:spPr bwMode="auto">
              <a:xfrm>
                <a:off x="2846" y="2355"/>
                <a:ext cx="32" cy="32"/>
              </a:xfrm>
              <a:prstGeom prst="ellipse">
                <a:avLst/>
              </a:prstGeom>
              <a:solidFill>
                <a:schemeClr val="bg2"/>
              </a:solidFill>
              <a:ln w="9525">
                <a:solidFill>
                  <a:schemeClr val="bg2"/>
                </a:solidFill>
                <a:round/>
                <a:headEnd/>
                <a:tailEnd/>
              </a:ln>
            </p:spPr>
            <p:txBody>
              <a:bodyPr/>
              <a:lstStyle/>
              <a:p>
                <a:endParaRPr lang="en-US"/>
              </a:p>
            </p:txBody>
          </p:sp>
          <p:sp>
            <p:nvSpPr>
              <p:cNvPr id="106649" name="Oval 179"/>
              <p:cNvSpPr>
                <a:spLocks noChangeArrowheads="1"/>
              </p:cNvSpPr>
              <p:nvPr/>
            </p:nvSpPr>
            <p:spPr bwMode="auto">
              <a:xfrm>
                <a:off x="2846" y="2355"/>
                <a:ext cx="32" cy="32"/>
              </a:xfrm>
              <a:prstGeom prst="ellipse">
                <a:avLst/>
              </a:prstGeom>
              <a:solidFill>
                <a:schemeClr val="bg2"/>
              </a:solidFill>
              <a:ln w="25400">
                <a:solidFill>
                  <a:schemeClr val="bg2"/>
                </a:solidFill>
                <a:round/>
                <a:headEnd/>
                <a:tailEnd/>
              </a:ln>
            </p:spPr>
            <p:txBody>
              <a:bodyPr/>
              <a:lstStyle/>
              <a:p>
                <a:endParaRPr lang="en-US"/>
              </a:p>
            </p:txBody>
          </p:sp>
          <p:sp>
            <p:nvSpPr>
              <p:cNvPr id="106650" name="Oval 180"/>
              <p:cNvSpPr>
                <a:spLocks noChangeArrowheads="1"/>
              </p:cNvSpPr>
              <p:nvPr/>
            </p:nvSpPr>
            <p:spPr bwMode="auto">
              <a:xfrm>
                <a:off x="2838" y="2658"/>
                <a:ext cx="40" cy="32"/>
              </a:xfrm>
              <a:prstGeom prst="ellipse">
                <a:avLst/>
              </a:prstGeom>
              <a:solidFill>
                <a:schemeClr val="bg2"/>
              </a:solidFill>
              <a:ln w="9525">
                <a:solidFill>
                  <a:schemeClr val="bg2"/>
                </a:solidFill>
                <a:round/>
                <a:headEnd/>
                <a:tailEnd/>
              </a:ln>
            </p:spPr>
            <p:txBody>
              <a:bodyPr/>
              <a:lstStyle/>
              <a:p>
                <a:endParaRPr lang="en-US"/>
              </a:p>
            </p:txBody>
          </p:sp>
          <p:sp>
            <p:nvSpPr>
              <p:cNvPr id="106651" name="Oval 181"/>
              <p:cNvSpPr>
                <a:spLocks noChangeArrowheads="1"/>
              </p:cNvSpPr>
              <p:nvPr/>
            </p:nvSpPr>
            <p:spPr bwMode="auto">
              <a:xfrm>
                <a:off x="2838" y="2658"/>
                <a:ext cx="40" cy="32"/>
              </a:xfrm>
              <a:prstGeom prst="ellipse">
                <a:avLst/>
              </a:prstGeom>
              <a:solidFill>
                <a:schemeClr val="bg2"/>
              </a:solidFill>
              <a:ln w="25400">
                <a:solidFill>
                  <a:schemeClr val="bg2"/>
                </a:solidFill>
                <a:round/>
                <a:headEnd/>
                <a:tailEnd/>
              </a:ln>
            </p:spPr>
            <p:txBody>
              <a:bodyPr/>
              <a:lstStyle/>
              <a:p>
                <a:endParaRPr lang="en-US"/>
              </a:p>
            </p:txBody>
          </p:sp>
          <p:sp>
            <p:nvSpPr>
              <p:cNvPr id="106652" name="Oval 182"/>
              <p:cNvSpPr>
                <a:spLocks noChangeArrowheads="1"/>
              </p:cNvSpPr>
              <p:nvPr/>
            </p:nvSpPr>
            <p:spPr bwMode="auto">
              <a:xfrm>
                <a:off x="2838" y="2969"/>
                <a:ext cx="32" cy="32"/>
              </a:xfrm>
              <a:prstGeom prst="ellipse">
                <a:avLst/>
              </a:prstGeom>
              <a:solidFill>
                <a:schemeClr val="bg2"/>
              </a:solidFill>
              <a:ln w="9525">
                <a:solidFill>
                  <a:schemeClr val="bg2"/>
                </a:solidFill>
                <a:round/>
                <a:headEnd/>
                <a:tailEnd/>
              </a:ln>
            </p:spPr>
            <p:txBody>
              <a:bodyPr/>
              <a:lstStyle/>
              <a:p>
                <a:endParaRPr lang="en-US"/>
              </a:p>
            </p:txBody>
          </p:sp>
          <p:sp>
            <p:nvSpPr>
              <p:cNvPr id="106653" name="Oval 183"/>
              <p:cNvSpPr>
                <a:spLocks noChangeArrowheads="1"/>
              </p:cNvSpPr>
              <p:nvPr/>
            </p:nvSpPr>
            <p:spPr bwMode="auto">
              <a:xfrm>
                <a:off x="2838" y="2969"/>
                <a:ext cx="32" cy="32"/>
              </a:xfrm>
              <a:prstGeom prst="ellipse">
                <a:avLst/>
              </a:prstGeom>
              <a:solidFill>
                <a:schemeClr val="bg2"/>
              </a:solidFill>
              <a:ln w="25400">
                <a:solidFill>
                  <a:schemeClr val="bg2"/>
                </a:solidFill>
                <a:round/>
                <a:headEnd/>
                <a:tailEnd/>
              </a:ln>
            </p:spPr>
            <p:txBody>
              <a:bodyPr/>
              <a:lstStyle/>
              <a:p>
                <a:endParaRPr lang="en-US"/>
              </a:p>
            </p:txBody>
          </p:sp>
        </p:grpSp>
        <p:grpSp>
          <p:nvGrpSpPr>
            <p:cNvPr id="105603" name="Group 184"/>
            <p:cNvGrpSpPr>
              <a:grpSpLocks/>
            </p:cNvGrpSpPr>
            <p:nvPr/>
          </p:nvGrpSpPr>
          <p:grpSpPr bwMode="auto">
            <a:xfrm>
              <a:off x="1912" y="3272"/>
              <a:ext cx="32" cy="335"/>
              <a:chOff x="1912" y="3272"/>
              <a:chExt cx="32" cy="335"/>
            </a:xfrm>
          </p:grpSpPr>
          <p:sp>
            <p:nvSpPr>
              <p:cNvPr id="106640" name="Oval 185"/>
              <p:cNvSpPr>
                <a:spLocks noChangeArrowheads="1"/>
              </p:cNvSpPr>
              <p:nvPr/>
            </p:nvSpPr>
            <p:spPr bwMode="auto">
              <a:xfrm>
                <a:off x="1912" y="3272"/>
                <a:ext cx="32" cy="32"/>
              </a:xfrm>
              <a:prstGeom prst="ellipse">
                <a:avLst/>
              </a:prstGeom>
              <a:solidFill>
                <a:schemeClr val="bg2"/>
              </a:solidFill>
              <a:ln w="9525">
                <a:solidFill>
                  <a:schemeClr val="bg2"/>
                </a:solidFill>
                <a:round/>
                <a:headEnd/>
                <a:tailEnd/>
              </a:ln>
            </p:spPr>
            <p:txBody>
              <a:bodyPr/>
              <a:lstStyle/>
              <a:p>
                <a:endParaRPr lang="en-US"/>
              </a:p>
            </p:txBody>
          </p:sp>
          <p:sp>
            <p:nvSpPr>
              <p:cNvPr id="106641" name="Oval 186"/>
              <p:cNvSpPr>
                <a:spLocks noChangeArrowheads="1"/>
              </p:cNvSpPr>
              <p:nvPr/>
            </p:nvSpPr>
            <p:spPr bwMode="auto">
              <a:xfrm>
                <a:off x="1912" y="3272"/>
                <a:ext cx="32" cy="32"/>
              </a:xfrm>
              <a:prstGeom prst="ellipse">
                <a:avLst/>
              </a:prstGeom>
              <a:solidFill>
                <a:schemeClr val="bg2"/>
              </a:solidFill>
              <a:ln w="25400">
                <a:solidFill>
                  <a:schemeClr val="bg2"/>
                </a:solidFill>
                <a:round/>
                <a:headEnd/>
                <a:tailEnd/>
              </a:ln>
            </p:spPr>
            <p:txBody>
              <a:bodyPr/>
              <a:lstStyle/>
              <a:p>
                <a:endParaRPr lang="en-US"/>
              </a:p>
            </p:txBody>
          </p:sp>
          <p:sp>
            <p:nvSpPr>
              <p:cNvPr id="106642" name="Oval 187"/>
              <p:cNvSpPr>
                <a:spLocks noChangeArrowheads="1"/>
              </p:cNvSpPr>
              <p:nvPr/>
            </p:nvSpPr>
            <p:spPr bwMode="auto">
              <a:xfrm>
                <a:off x="1912" y="3575"/>
                <a:ext cx="32" cy="32"/>
              </a:xfrm>
              <a:prstGeom prst="ellipse">
                <a:avLst/>
              </a:prstGeom>
              <a:solidFill>
                <a:schemeClr val="bg2"/>
              </a:solidFill>
              <a:ln w="9525">
                <a:solidFill>
                  <a:schemeClr val="bg2"/>
                </a:solidFill>
                <a:round/>
                <a:headEnd/>
                <a:tailEnd/>
              </a:ln>
            </p:spPr>
            <p:txBody>
              <a:bodyPr/>
              <a:lstStyle/>
              <a:p>
                <a:endParaRPr lang="en-US"/>
              </a:p>
            </p:txBody>
          </p:sp>
          <p:sp>
            <p:nvSpPr>
              <p:cNvPr id="106643" name="Oval 188"/>
              <p:cNvSpPr>
                <a:spLocks noChangeArrowheads="1"/>
              </p:cNvSpPr>
              <p:nvPr/>
            </p:nvSpPr>
            <p:spPr bwMode="auto">
              <a:xfrm>
                <a:off x="1912" y="3575"/>
                <a:ext cx="32" cy="32"/>
              </a:xfrm>
              <a:prstGeom prst="ellipse">
                <a:avLst/>
              </a:prstGeom>
              <a:solidFill>
                <a:schemeClr val="bg2"/>
              </a:solidFill>
              <a:ln w="25400">
                <a:solidFill>
                  <a:schemeClr val="bg2"/>
                </a:solidFill>
                <a:round/>
                <a:headEnd/>
                <a:tailEnd/>
              </a:ln>
            </p:spPr>
            <p:txBody>
              <a:bodyPr/>
              <a:lstStyle/>
              <a:p>
                <a:endParaRPr lang="en-US"/>
              </a:p>
            </p:txBody>
          </p:sp>
        </p:grpSp>
        <p:grpSp>
          <p:nvGrpSpPr>
            <p:cNvPr id="105604" name="Group 189"/>
            <p:cNvGrpSpPr>
              <a:grpSpLocks/>
            </p:cNvGrpSpPr>
            <p:nvPr/>
          </p:nvGrpSpPr>
          <p:grpSpPr bwMode="auto">
            <a:xfrm>
              <a:off x="1449" y="3272"/>
              <a:ext cx="40" cy="335"/>
              <a:chOff x="1449" y="3272"/>
              <a:chExt cx="40" cy="335"/>
            </a:xfrm>
          </p:grpSpPr>
          <p:sp>
            <p:nvSpPr>
              <p:cNvPr id="106636" name="Oval 190"/>
              <p:cNvSpPr>
                <a:spLocks noChangeArrowheads="1"/>
              </p:cNvSpPr>
              <p:nvPr/>
            </p:nvSpPr>
            <p:spPr bwMode="auto">
              <a:xfrm>
                <a:off x="1449" y="3272"/>
                <a:ext cx="40" cy="32"/>
              </a:xfrm>
              <a:prstGeom prst="ellipse">
                <a:avLst/>
              </a:prstGeom>
              <a:solidFill>
                <a:schemeClr val="bg2"/>
              </a:solidFill>
              <a:ln w="9525">
                <a:solidFill>
                  <a:schemeClr val="bg2"/>
                </a:solidFill>
                <a:round/>
                <a:headEnd/>
                <a:tailEnd/>
              </a:ln>
            </p:spPr>
            <p:txBody>
              <a:bodyPr/>
              <a:lstStyle/>
              <a:p>
                <a:endParaRPr lang="en-US"/>
              </a:p>
            </p:txBody>
          </p:sp>
          <p:sp>
            <p:nvSpPr>
              <p:cNvPr id="106637" name="Oval 191"/>
              <p:cNvSpPr>
                <a:spLocks noChangeArrowheads="1"/>
              </p:cNvSpPr>
              <p:nvPr/>
            </p:nvSpPr>
            <p:spPr bwMode="auto">
              <a:xfrm>
                <a:off x="1449" y="3272"/>
                <a:ext cx="40" cy="32"/>
              </a:xfrm>
              <a:prstGeom prst="ellipse">
                <a:avLst/>
              </a:prstGeom>
              <a:solidFill>
                <a:schemeClr val="bg2"/>
              </a:solidFill>
              <a:ln w="25400">
                <a:solidFill>
                  <a:schemeClr val="bg2"/>
                </a:solidFill>
                <a:round/>
                <a:headEnd/>
                <a:tailEnd/>
              </a:ln>
            </p:spPr>
            <p:txBody>
              <a:bodyPr/>
              <a:lstStyle/>
              <a:p>
                <a:endParaRPr lang="en-US"/>
              </a:p>
            </p:txBody>
          </p:sp>
          <p:sp>
            <p:nvSpPr>
              <p:cNvPr id="106638" name="Oval 192"/>
              <p:cNvSpPr>
                <a:spLocks noChangeArrowheads="1"/>
              </p:cNvSpPr>
              <p:nvPr/>
            </p:nvSpPr>
            <p:spPr bwMode="auto">
              <a:xfrm>
                <a:off x="1449" y="3575"/>
                <a:ext cx="40" cy="32"/>
              </a:xfrm>
              <a:prstGeom prst="ellipse">
                <a:avLst/>
              </a:prstGeom>
              <a:solidFill>
                <a:schemeClr val="bg2"/>
              </a:solidFill>
              <a:ln w="9525">
                <a:solidFill>
                  <a:schemeClr val="bg2"/>
                </a:solidFill>
                <a:round/>
                <a:headEnd/>
                <a:tailEnd/>
              </a:ln>
            </p:spPr>
            <p:txBody>
              <a:bodyPr/>
              <a:lstStyle/>
              <a:p>
                <a:endParaRPr lang="en-US"/>
              </a:p>
            </p:txBody>
          </p:sp>
          <p:sp>
            <p:nvSpPr>
              <p:cNvPr id="106639" name="Oval 193"/>
              <p:cNvSpPr>
                <a:spLocks noChangeArrowheads="1"/>
              </p:cNvSpPr>
              <p:nvPr/>
            </p:nvSpPr>
            <p:spPr bwMode="auto">
              <a:xfrm>
                <a:off x="1449" y="3575"/>
                <a:ext cx="40" cy="32"/>
              </a:xfrm>
              <a:prstGeom prst="ellipse">
                <a:avLst/>
              </a:prstGeom>
              <a:solidFill>
                <a:schemeClr val="bg2"/>
              </a:solidFill>
              <a:ln w="25400">
                <a:solidFill>
                  <a:schemeClr val="bg2"/>
                </a:solidFill>
                <a:round/>
                <a:headEnd/>
                <a:tailEnd/>
              </a:ln>
            </p:spPr>
            <p:txBody>
              <a:bodyPr/>
              <a:lstStyle/>
              <a:p>
                <a:endParaRPr lang="en-US"/>
              </a:p>
            </p:txBody>
          </p:sp>
        </p:grpSp>
        <p:grpSp>
          <p:nvGrpSpPr>
            <p:cNvPr id="105605" name="Group 194"/>
            <p:cNvGrpSpPr>
              <a:grpSpLocks/>
            </p:cNvGrpSpPr>
            <p:nvPr/>
          </p:nvGrpSpPr>
          <p:grpSpPr bwMode="auto">
            <a:xfrm>
              <a:off x="2367" y="3272"/>
              <a:ext cx="32" cy="335"/>
              <a:chOff x="2367" y="3272"/>
              <a:chExt cx="32" cy="335"/>
            </a:xfrm>
          </p:grpSpPr>
          <p:sp>
            <p:nvSpPr>
              <p:cNvPr id="106632" name="Oval 195"/>
              <p:cNvSpPr>
                <a:spLocks noChangeArrowheads="1"/>
              </p:cNvSpPr>
              <p:nvPr/>
            </p:nvSpPr>
            <p:spPr bwMode="auto">
              <a:xfrm>
                <a:off x="2367" y="3272"/>
                <a:ext cx="32" cy="32"/>
              </a:xfrm>
              <a:prstGeom prst="ellipse">
                <a:avLst/>
              </a:prstGeom>
              <a:solidFill>
                <a:schemeClr val="bg2"/>
              </a:solidFill>
              <a:ln w="9525">
                <a:solidFill>
                  <a:schemeClr val="bg2"/>
                </a:solidFill>
                <a:round/>
                <a:headEnd/>
                <a:tailEnd/>
              </a:ln>
            </p:spPr>
            <p:txBody>
              <a:bodyPr/>
              <a:lstStyle/>
              <a:p>
                <a:endParaRPr lang="en-US"/>
              </a:p>
            </p:txBody>
          </p:sp>
          <p:sp>
            <p:nvSpPr>
              <p:cNvPr id="106633" name="Oval 196"/>
              <p:cNvSpPr>
                <a:spLocks noChangeArrowheads="1"/>
              </p:cNvSpPr>
              <p:nvPr/>
            </p:nvSpPr>
            <p:spPr bwMode="auto">
              <a:xfrm>
                <a:off x="2367" y="3272"/>
                <a:ext cx="32" cy="32"/>
              </a:xfrm>
              <a:prstGeom prst="ellipse">
                <a:avLst/>
              </a:prstGeom>
              <a:solidFill>
                <a:schemeClr val="bg2"/>
              </a:solidFill>
              <a:ln w="25400">
                <a:solidFill>
                  <a:schemeClr val="bg2"/>
                </a:solidFill>
                <a:round/>
                <a:headEnd/>
                <a:tailEnd/>
              </a:ln>
            </p:spPr>
            <p:txBody>
              <a:bodyPr/>
              <a:lstStyle/>
              <a:p>
                <a:endParaRPr lang="en-US"/>
              </a:p>
            </p:txBody>
          </p:sp>
          <p:sp>
            <p:nvSpPr>
              <p:cNvPr id="106634" name="Oval 197"/>
              <p:cNvSpPr>
                <a:spLocks noChangeArrowheads="1"/>
              </p:cNvSpPr>
              <p:nvPr/>
            </p:nvSpPr>
            <p:spPr bwMode="auto">
              <a:xfrm>
                <a:off x="2367" y="3575"/>
                <a:ext cx="32" cy="32"/>
              </a:xfrm>
              <a:prstGeom prst="ellipse">
                <a:avLst/>
              </a:prstGeom>
              <a:solidFill>
                <a:schemeClr val="bg2"/>
              </a:solidFill>
              <a:ln w="9525">
                <a:solidFill>
                  <a:schemeClr val="bg2"/>
                </a:solidFill>
                <a:round/>
                <a:headEnd/>
                <a:tailEnd/>
              </a:ln>
            </p:spPr>
            <p:txBody>
              <a:bodyPr/>
              <a:lstStyle/>
              <a:p>
                <a:endParaRPr lang="en-US"/>
              </a:p>
            </p:txBody>
          </p:sp>
          <p:sp>
            <p:nvSpPr>
              <p:cNvPr id="106635" name="Oval 198"/>
              <p:cNvSpPr>
                <a:spLocks noChangeArrowheads="1"/>
              </p:cNvSpPr>
              <p:nvPr/>
            </p:nvSpPr>
            <p:spPr bwMode="auto">
              <a:xfrm>
                <a:off x="2367" y="3575"/>
                <a:ext cx="32" cy="32"/>
              </a:xfrm>
              <a:prstGeom prst="ellipse">
                <a:avLst/>
              </a:prstGeom>
              <a:solidFill>
                <a:schemeClr val="bg2"/>
              </a:solidFill>
              <a:ln w="25400">
                <a:solidFill>
                  <a:schemeClr val="bg2"/>
                </a:solidFill>
                <a:round/>
                <a:headEnd/>
                <a:tailEnd/>
              </a:ln>
            </p:spPr>
            <p:txBody>
              <a:bodyPr/>
              <a:lstStyle/>
              <a:p>
                <a:endParaRPr lang="en-US"/>
              </a:p>
            </p:txBody>
          </p:sp>
        </p:grpSp>
        <p:grpSp>
          <p:nvGrpSpPr>
            <p:cNvPr id="105606" name="Group 199"/>
            <p:cNvGrpSpPr>
              <a:grpSpLocks/>
            </p:cNvGrpSpPr>
            <p:nvPr/>
          </p:nvGrpSpPr>
          <p:grpSpPr bwMode="auto">
            <a:xfrm>
              <a:off x="2822" y="3272"/>
              <a:ext cx="40" cy="335"/>
              <a:chOff x="2822" y="3272"/>
              <a:chExt cx="40" cy="335"/>
            </a:xfrm>
          </p:grpSpPr>
          <p:sp>
            <p:nvSpPr>
              <p:cNvPr id="106628" name="Oval 200"/>
              <p:cNvSpPr>
                <a:spLocks noChangeArrowheads="1"/>
              </p:cNvSpPr>
              <p:nvPr/>
            </p:nvSpPr>
            <p:spPr bwMode="auto">
              <a:xfrm>
                <a:off x="2822" y="3272"/>
                <a:ext cx="40" cy="32"/>
              </a:xfrm>
              <a:prstGeom prst="ellipse">
                <a:avLst/>
              </a:prstGeom>
              <a:solidFill>
                <a:schemeClr val="bg2"/>
              </a:solidFill>
              <a:ln w="9525">
                <a:solidFill>
                  <a:schemeClr val="bg2"/>
                </a:solidFill>
                <a:round/>
                <a:headEnd/>
                <a:tailEnd/>
              </a:ln>
            </p:spPr>
            <p:txBody>
              <a:bodyPr/>
              <a:lstStyle/>
              <a:p>
                <a:endParaRPr lang="en-US"/>
              </a:p>
            </p:txBody>
          </p:sp>
          <p:sp>
            <p:nvSpPr>
              <p:cNvPr id="106629" name="Oval 201"/>
              <p:cNvSpPr>
                <a:spLocks noChangeArrowheads="1"/>
              </p:cNvSpPr>
              <p:nvPr/>
            </p:nvSpPr>
            <p:spPr bwMode="auto">
              <a:xfrm>
                <a:off x="2822" y="3272"/>
                <a:ext cx="40" cy="32"/>
              </a:xfrm>
              <a:prstGeom prst="ellipse">
                <a:avLst/>
              </a:prstGeom>
              <a:solidFill>
                <a:schemeClr val="bg2"/>
              </a:solidFill>
              <a:ln w="25400">
                <a:solidFill>
                  <a:schemeClr val="bg2"/>
                </a:solidFill>
                <a:round/>
                <a:headEnd/>
                <a:tailEnd/>
              </a:ln>
            </p:spPr>
            <p:txBody>
              <a:bodyPr/>
              <a:lstStyle/>
              <a:p>
                <a:endParaRPr lang="en-US"/>
              </a:p>
            </p:txBody>
          </p:sp>
          <p:sp>
            <p:nvSpPr>
              <p:cNvPr id="106630" name="Oval 202"/>
              <p:cNvSpPr>
                <a:spLocks noChangeArrowheads="1"/>
              </p:cNvSpPr>
              <p:nvPr/>
            </p:nvSpPr>
            <p:spPr bwMode="auto">
              <a:xfrm>
                <a:off x="2822" y="3575"/>
                <a:ext cx="40" cy="32"/>
              </a:xfrm>
              <a:prstGeom prst="ellipse">
                <a:avLst/>
              </a:prstGeom>
              <a:solidFill>
                <a:schemeClr val="bg2"/>
              </a:solidFill>
              <a:ln w="9525">
                <a:solidFill>
                  <a:schemeClr val="bg2"/>
                </a:solidFill>
                <a:round/>
                <a:headEnd/>
                <a:tailEnd/>
              </a:ln>
            </p:spPr>
            <p:txBody>
              <a:bodyPr/>
              <a:lstStyle/>
              <a:p>
                <a:endParaRPr lang="en-US"/>
              </a:p>
            </p:txBody>
          </p:sp>
          <p:sp>
            <p:nvSpPr>
              <p:cNvPr id="106631" name="Oval 203"/>
              <p:cNvSpPr>
                <a:spLocks noChangeArrowheads="1"/>
              </p:cNvSpPr>
              <p:nvPr/>
            </p:nvSpPr>
            <p:spPr bwMode="auto">
              <a:xfrm>
                <a:off x="2822" y="3575"/>
                <a:ext cx="40" cy="32"/>
              </a:xfrm>
              <a:prstGeom prst="ellipse">
                <a:avLst/>
              </a:prstGeom>
              <a:solidFill>
                <a:schemeClr val="bg2"/>
              </a:solidFill>
              <a:ln w="25400">
                <a:solidFill>
                  <a:schemeClr val="bg2"/>
                </a:solidFill>
                <a:round/>
                <a:headEnd/>
                <a:tailEnd/>
              </a:ln>
            </p:spPr>
            <p:txBody>
              <a:bodyPr/>
              <a:lstStyle/>
              <a:p>
                <a:endParaRPr lang="en-US"/>
              </a:p>
            </p:txBody>
          </p:sp>
        </p:grpSp>
        <p:grpSp>
          <p:nvGrpSpPr>
            <p:cNvPr id="105607" name="Group 204"/>
            <p:cNvGrpSpPr>
              <a:grpSpLocks/>
            </p:cNvGrpSpPr>
            <p:nvPr/>
          </p:nvGrpSpPr>
          <p:grpSpPr bwMode="auto">
            <a:xfrm>
              <a:off x="2415" y="2650"/>
              <a:ext cx="415" cy="56"/>
              <a:chOff x="2415" y="2650"/>
              <a:chExt cx="415" cy="56"/>
            </a:xfrm>
          </p:grpSpPr>
          <p:sp>
            <p:nvSpPr>
              <p:cNvPr id="106620" name="Freeform 205"/>
              <p:cNvSpPr>
                <a:spLocks/>
              </p:cNvSpPr>
              <p:nvPr/>
            </p:nvSpPr>
            <p:spPr bwMode="auto">
              <a:xfrm>
                <a:off x="2718" y="2650"/>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solidFill>
                <a:schemeClr val="bg2"/>
              </a:solidFill>
              <a:ln w="9525">
                <a:solidFill>
                  <a:schemeClr val="bg2"/>
                </a:solidFill>
                <a:round/>
                <a:headEnd/>
                <a:tailEnd/>
              </a:ln>
            </p:spPr>
            <p:txBody>
              <a:bodyPr/>
              <a:lstStyle/>
              <a:p>
                <a:endParaRPr lang="en-US"/>
              </a:p>
            </p:txBody>
          </p:sp>
          <p:grpSp>
            <p:nvGrpSpPr>
              <p:cNvPr id="106621" name="Group 206"/>
              <p:cNvGrpSpPr>
                <a:grpSpLocks/>
              </p:cNvGrpSpPr>
              <p:nvPr/>
            </p:nvGrpSpPr>
            <p:grpSpPr bwMode="auto">
              <a:xfrm>
                <a:off x="2415" y="2674"/>
                <a:ext cx="295" cy="1"/>
                <a:chOff x="2415" y="2674"/>
                <a:chExt cx="295" cy="1"/>
              </a:xfrm>
            </p:grpSpPr>
            <p:sp>
              <p:nvSpPr>
                <p:cNvPr id="106622" name="Line 207"/>
                <p:cNvSpPr>
                  <a:spLocks noChangeShapeType="1"/>
                </p:cNvSpPr>
                <p:nvPr/>
              </p:nvSpPr>
              <p:spPr bwMode="auto">
                <a:xfrm>
                  <a:off x="2415"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623" name="Line 208"/>
                <p:cNvSpPr>
                  <a:spLocks noChangeShapeType="1"/>
                </p:cNvSpPr>
                <p:nvPr/>
              </p:nvSpPr>
              <p:spPr bwMode="auto">
                <a:xfrm>
                  <a:off x="2471"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624" name="Line 209"/>
                <p:cNvSpPr>
                  <a:spLocks noChangeShapeType="1"/>
                </p:cNvSpPr>
                <p:nvPr/>
              </p:nvSpPr>
              <p:spPr bwMode="auto">
                <a:xfrm>
                  <a:off x="2526"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625" name="Line 210"/>
                <p:cNvSpPr>
                  <a:spLocks noChangeShapeType="1"/>
                </p:cNvSpPr>
                <p:nvPr/>
              </p:nvSpPr>
              <p:spPr bwMode="auto">
                <a:xfrm>
                  <a:off x="2582"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626" name="Line 211"/>
                <p:cNvSpPr>
                  <a:spLocks noChangeShapeType="1"/>
                </p:cNvSpPr>
                <p:nvPr/>
              </p:nvSpPr>
              <p:spPr bwMode="auto">
                <a:xfrm>
                  <a:off x="2638"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627" name="Line 212"/>
                <p:cNvSpPr>
                  <a:spLocks noChangeShapeType="1"/>
                </p:cNvSpPr>
                <p:nvPr/>
              </p:nvSpPr>
              <p:spPr bwMode="auto">
                <a:xfrm>
                  <a:off x="2694" y="2674"/>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5608" name="Group 213"/>
            <p:cNvGrpSpPr>
              <a:grpSpLocks/>
            </p:cNvGrpSpPr>
            <p:nvPr/>
          </p:nvGrpSpPr>
          <p:grpSpPr bwMode="auto">
            <a:xfrm>
              <a:off x="2415" y="1733"/>
              <a:ext cx="415" cy="56"/>
              <a:chOff x="2415" y="1733"/>
              <a:chExt cx="415" cy="56"/>
            </a:xfrm>
          </p:grpSpPr>
          <p:sp>
            <p:nvSpPr>
              <p:cNvPr id="106612" name="Freeform 214"/>
              <p:cNvSpPr>
                <a:spLocks/>
              </p:cNvSpPr>
              <p:nvPr/>
            </p:nvSpPr>
            <p:spPr bwMode="auto">
              <a:xfrm>
                <a:off x="2718" y="1733"/>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solidFill>
                <a:schemeClr val="bg2"/>
              </a:solidFill>
              <a:ln w="9525">
                <a:solidFill>
                  <a:schemeClr val="bg2"/>
                </a:solidFill>
                <a:round/>
                <a:headEnd/>
                <a:tailEnd/>
              </a:ln>
            </p:spPr>
            <p:txBody>
              <a:bodyPr/>
              <a:lstStyle/>
              <a:p>
                <a:endParaRPr lang="en-US"/>
              </a:p>
            </p:txBody>
          </p:sp>
          <p:grpSp>
            <p:nvGrpSpPr>
              <p:cNvPr id="106613" name="Group 215"/>
              <p:cNvGrpSpPr>
                <a:grpSpLocks/>
              </p:cNvGrpSpPr>
              <p:nvPr/>
            </p:nvGrpSpPr>
            <p:grpSpPr bwMode="auto">
              <a:xfrm>
                <a:off x="2415" y="1757"/>
                <a:ext cx="295" cy="1"/>
                <a:chOff x="2415" y="1757"/>
                <a:chExt cx="295" cy="1"/>
              </a:xfrm>
            </p:grpSpPr>
            <p:sp>
              <p:nvSpPr>
                <p:cNvPr id="106614" name="Line 216"/>
                <p:cNvSpPr>
                  <a:spLocks noChangeShapeType="1"/>
                </p:cNvSpPr>
                <p:nvPr/>
              </p:nvSpPr>
              <p:spPr bwMode="auto">
                <a:xfrm>
                  <a:off x="2415"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615" name="Line 217"/>
                <p:cNvSpPr>
                  <a:spLocks noChangeShapeType="1"/>
                </p:cNvSpPr>
                <p:nvPr/>
              </p:nvSpPr>
              <p:spPr bwMode="auto">
                <a:xfrm>
                  <a:off x="2471"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616" name="Line 218"/>
                <p:cNvSpPr>
                  <a:spLocks noChangeShapeType="1"/>
                </p:cNvSpPr>
                <p:nvPr/>
              </p:nvSpPr>
              <p:spPr bwMode="auto">
                <a:xfrm>
                  <a:off x="2526"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617" name="Line 219"/>
                <p:cNvSpPr>
                  <a:spLocks noChangeShapeType="1"/>
                </p:cNvSpPr>
                <p:nvPr/>
              </p:nvSpPr>
              <p:spPr bwMode="auto">
                <a:xfrm>
                  <a:off x="2582"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618" name="Line 220"/>
                <p:cNvSpPr>
                  <a:spLocks noChangeShapeType="1"/>
                </p:cNvSpPr>
                <p:nvPr/>
              </p:nvSpPr>
              <p:spPr bwMode="auto">
                <a:xfrm>
                  <a:off x="2638"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619" name="Line 221"/>
                <p:cNvSpPr>
                  <a:spLocks noChangeShapeType="1"/>
                </p:cNvSpPr>
                <p:nvPr/>
              </p:nvSpPr>
              <p:spPr bwMode="auto">
                <a:xfrm>
                  <a:off x="2694" y="1757"/>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5609" name="Group 222"/>
            <p:cNvGrpSpPr>
              <a:grpSpLocks/>
            </p:cNvGrpSpPr>
            <p:nvPr/>
          </p:nvGrpSpPr>
          <p:grpSpPr bwMode="auto">
            <a:xfrm>
              <a:off x="1489" y="3264"/>
              <a:ext cx="423" cy="56"/>
              <a:chOff x="1489" y="3264"/>
              <a:chExt cx="423" cy="56"/>
            </a:xfrm>
          </p:grpSpPr>
          <p:sp>
            <p:nvSpPr>
              <p:cNvPr id="106604" name="Freeform 223"/>
              <p:cNvSpPr>
                <a:spLocks/>
              </p:cNvSpPr>
              <p:nvPr/>
            </p:nvSpPr>
            <p:spPr bwMode="auto">
              <a:xfrm>
                <a:off x="1792" y="3264"/>
                <a:ext cx="120" cy="56"/>
              </a:xfrm>
              <a:custGeom>
                <a:avLst/>
                <a:gdLst>
                  <a:gd name="T0" fmla="*/ 120 w 120"/>
                  <a:gd name="T1" fmla="*/ 24 h 56"/>
                  <a:gd name="T2" fmla="*/ 0 w 120"/>
                  <a:gd name="T3" fmla="*/ 56 h 56"/>
                  <a:gd name="T4" fmla="*/ 0 w 120"/>
                  <a:gd name="T5" fmla="*/ 24 h 56"/>
                  <a:gd name="T6" fmla="*/ 0 w 120"/>
                  <a:gd name="T7" fmla="*/ 0 h 56"/>
                  <a:gd name="T8" fmla="*/ 120 w 120"/>
                  <a:gd name="T9" fmla="*/ 24 h 56"/>
                  <a:gd name="T10" fmla="*/ 0 60000 65536"/>
                  <a:gd name="T11" fmla="*/ 0 60000 65536"/>
                  <a:gd name="T12" fmla="*/ 0 60000 65536"/>
                  <a:gd name="T13" fmla="*/ 0 60000 65536"/>
                  <a:gd name="T14" fmla="*/ 0 60000 65536"/>
                  <a:gd name="T15" fmla="*/ 0 w 120"/>
                  <a:gd name="T16" fmla="*/ 0 h 56"/>
                  <a:gd name="T17" fmla="*/ 120 w 120"/>
                  <a:gd name="T18" fmla="*/ 56 h 56"/>
                </a:gdLst>
                <a:ahLst/>
                <a:cxnLst>
                  <a:cxn ang="T10">
                    <a:pos x="T0" y="T1"/>
                  </a:cxn>
                  <a:cxn ang="T11">
                    <a:pos x="T2" y="T3"/>
                  </a:cxn>
                  <a:cxn ang="T12">
                    <a:pos x="T4" y="T5"/>
                  </a:cxn>
                  <a:cxn ang="T13">
                    <a:pos x="T6" y="T7"/>
                  </a:cxn>
                  <a:cxn ang="T14">
                    <a:pos x="T8" y="T9"/>
                  </a:cxn>
                </a:cxnLst>
                <a:rect l="T15" t="T16" r="T17" b="T18"/>
                <a:pathLst>
                  <a:path w="120" h="56">
                    <a:moveTo>
                      <a:pt x="120" y="24"/>
                    </a:moveTo>
                    <a:lnTo>
                      <a:pt x="0" y="56"/>
                    </a:lnTo>
                    <a:lnTo>
                      <a:pt x="0" y="24"/>
                    </a:lnTo>
                    <a:lnTo>
                      <a:pt x="0" y="0"/>
                    </a:lnTo>
                    <a:lnTo>
                      <a:pt x="120" y="24"/>
                    </a:lnTo>
                    <a:close/>
                  </a:path>
                </a:pathLst>
              </a:custGeom>
              <a:solidFill>
                <a:schemeClr val="bg2"/>
              </a:solidFill>
              <a:ln w="9525">
                <a:solidFill>
                  <a:schemeClr val="bg2"/>
                </a:solidFill>
                <a:round/>
                <a:headEnd/>
                <a:tailEnd/>
              </a:ln>
            </p:spPr>
            <p:txBody>
              <a:bodyPr/>
              <a:lstStyle/>
              <a:p>
                <a:endParaRPr lang="en-US"/>
              </a:p>
            </p:txBody>
          </p:sp>
          <p:grpSp>
            <p:nvGrpSpPr>
              <p:cNvPr id="106605" name="Group 224"/>
              <p:cNvGrpSpPr>
                <a:grpSpLocks/>
              </p:cNvGrpSpPr>
              <p:nvPr/>
            </p:nvGrpSpPr>
            <p:grpSpPr bwMode="auto">
              <a:xfrm>
                <a:off x="1489" y="3288"/>
                <a:ext cx="295" cy="1"/>
                <a:chOff x="1489" y="3288"/>
                <a:chExt cx="295" cy="1"/>
              </a:xfrm>
            </p:grpSpPr>
            <p:sp>
              <p:nvSpPr>
                <p:cNvPr id="106606" name="Line 225"/>
                <p:cNvSpPr>
                  <a:spLocks noChangeShapeType="1"/>
                </p:cNvSpPr>
                <p:nvPr/>
              </p:nvSpPr>
              <p:spPr bwMode="auto">
                <a:xfrm>
                  <a:off x="1489"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607" name="Line 226"/>
                <p:cNvSpPr>
                  <a:spLocks noChangeShapeType="1"/>
                </p:cNvSpPr>
                <p:nvPr/>
              </p:nvSpPr>
              <p:spPr bwMode="auto">
                <a:xfrm>
                  <a:off x="1544"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608" name="Line 227"/>
                <p:cNvSpPr>
                  <a:spLocks noChangeShapeType="1"/>
                </p:cNvSpPr>
                <p:nvPr/>
              </p:nvSpPr>
              <p:spPr bwMode="auto">
                <a:xfrm>
                  <a:off x="1600"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609" name="Line 228"/>
                <p:cNvSpPr>
                  <a:spLocks noChangeShapeType="1"/>
                </p:cNvSpPr>
                <p:nvPr/>
              </p:nvSpPr>
              <p:spPr bwMode="auto">
                <a:xfrm>
                  <a:off x="1656"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610" name="Line 229"/>
                <p:cNvSpPr>
                  <a:spLocks noChangeShapeType="1"/>
                </p:cNvSpPr>
                <p:nvPr/>
              </p:nvSpPr>
              <p:spPr bwMode="auto">
                <a:xfrm>
                  <a:off x="1712"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611" name="Line 230"/>
                <p:cNvSpPr>
                  <a:spLocks noChangeShapeType="1"/>
                </p:cNvSpPr>
                <p:nvPr/>
              </p:nvSpPr>
              <p:spPr bwMode="auto">
                <a:xfrm>
                  <a:off x="1768" y="3288"/>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5610" name="Group 231"/>
            <p:cNvGrpSpPr>
              <a:grpSpLocks/>
            </p:cNvGrpSpPr>
            <p:nvPr/>
          </p:nvGrpSpPr>
          <p:grpSpPr bwMode="auto">
            <a:xfrm>
              <a:off x="1944" y="3256"/>
              <a:ext cx="423" cy="56"/>
              <a:chOff x="1944" y="3256"/>
              <a:chExt cx="423" cy="56"/>
            </a:xfrm>
          </p:grpSpPr>
          <p:sp>
            <p:nvSpPr>
              <p:cNvPr id="106596" name="Freeform 232"/>
              <p:cNvSpPr>
                <a:spLocks/>
              </p:cNvSpPr>
              <p:nvPr/>
            </p:nvSpPr>
            <p:spPr bwMode="auto">
              <a:xfrm>
                <a:off x="2255" y="325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06597" name="Group 233"/>
              <p:cNvGrpSpPr>
                <a:grpSpLocks/>
              </p:cNvGrpSpPr>
              <p:nvPr/>
            </p:nvGrpSpPr>
            <p:grpSpPr bwMode="auto">
              <a:xfrm>
                <a:off x="1944" y="3288"/>
                <a:ext cx="303" cy="1"/>
                <a:chOff x="1944" y="3288"/>
                <a:chExt cx="303" cy="1"/>
              </a:xfrm>
            </p:grpSpPr>
            <p:sp>
              <p:nvSpPr>
                <p:cNvPr id="106598" name="Line 234"/>
                <p:cNvSpPr>
                  <a:spLocks noChangeShapeType="1"/>
                </p:cNvSpPr>
                <p:nvPr/>
              </p:nvSpPr>
              <p:spPr bwMode="auto">
                <a:xfrm>
                  <a:off x="1944"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599" name="Line 235"/>
                <p:cNvSpPr>
                  <a:spLocks noChangeShapeType="1"/>
                </p:cNvSpPr>
                <p:nvPr/>
              </p:nvSpPr>
              <p:spPr bwMode="auto">
                <a:xfrm>
                  <a:off x="2000" y="3288"/>
                  <a:ext cx="23"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600" name="Line 236"/>
                <p:cNvSpPr>
                  <a:spLocks noChangeShapeType="1"/>
                </p:cNvSpPr>
                <p:nvPr/>
              </p:nvSpPr>
              <p:spPr bwMode="auto">
                <a:xfrm>
                  <a:off x="2055"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601" name="Line 237"/>
                <p:cNvSpPr>
                  <a:spLocks noChangeShapeType="1"/>
                </p:cNvSpPr>
                <p:nvPr/>
              </p:nvSpPr>
              <p:spPr bwMode="auto">
                <a:xfrm>
                  <a:off x="2111"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602" name="Line 238"/>
                <p:cNvSpPr>
                  <a:spLocks noChangeShapeType="1"/>
                </p:cNvSpPr>
                <p:nvPr/>
              </p:nvSpPr>
              <p:spPr bwMode="auto">
                <a:xfrm>
                  <a:off x="2167"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603" name="Line 239"/>
                <p:cNvSpPr>
                  <a:spLocks noChangeShapeType="1"/>
                </p:cNvSpPr>
                <p:nvPr/>
              </p:nvSpPr>
              <p:spPr bwMode="auto">
                <a:xfrm>
                  <a:off x="2223"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5611" name="Group 240"/>
            <p:cNvGrpSpPr>
              <a:grpSpLocks/>
            </p:cNvGrpSpPr>
            <p:nvPr/>
          </p:nvGrpSpPr>
          <p:grpSpPr bwMode="auto">
            <a:xfrm>
              <a:off x="2415" y="3256"/>
              <a:ext cx="415" cy="56"/>
              <a:chOff x="2415" y="3256"/>
              <a:chExt cx="415" cy="56"/>
            </a:xfrm>
          </p:grpSpPr>
          <p:sp>
            <p:nvSpPr>
              <p:cNvPr id="106588" name="Freeform 241"/>
              <p:cNvSpPr>
                <a:spLocks/>
              </p:cNvSpPr>
              <p:nvPr/>
            </p:nvSpPr>
            <p:spPr bwMode="auto">
              <a:xfrm>
                <a:off x="2718" y="325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06589" name="Group 242"/>
              <p:cNvGrpSpPr>
                <a:grpSpLocks/>
              </p:cNvGrpSpPr>
              <p:nvPr/>
            </p:nvGrpSpPr>
            <p:grpSpPr bwMode="auto">
              <a:xfrm>
                <a:off x="2415" y="3288"/>
                <a:ext cx="295" cy="1"/>
                <a:chOff x="2415" y="3288"/>
                <a:chExt cx="295" cy="1"/>
              </a:xfrm>
            </p:grpSpPr>
            <p:sp>
              <p:nvSpPr>
                <p:cNvPr id="106590" name="Line 243"/>
                <p:cNvSpPr>
                  <a:spLocks noChangeShapeType="1"/>
                </p:cNvSpPr>
                <p:nvPr/>
              </p:nvSpPr>
              <p:spPr bwMode="auto">
                <a:xfrm>
                  <a:off x="2415"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591" name="Line 244"/>
                <p:cNvSpPr>
                  <a:spLocks noChangeShapeType="1"/>
                </p:cNvSpPr>
                <p:nvPr/>
              </p:nvSpPr>
              <p:spPr bwMode="auto">
                <a:xfrm>
                  <a:off x="2471"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592" name="Line 245"/>
                <p:cNvSpPr>
                  <a:spLocks noChangeShapeType="1"/>
                </p:cNvSpPr>
                <p:nvPr/>
              </p:nvSpPr>
              <p:spPr bwMode="auto">
                <a:xfrm>
                  <a:off x="2526"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593" name="Line 246"/>
                <p:cNvSpPr>
                  <a:spLocks noChangeShapeType="1"/>
                </p:cNvSpPr>
                <p:nvPr/>
              </p:nvSpPr>
              <p:spPr bwMode="auto">
                <a:xfrm>
                  <a:off x="2582"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594" name="Line 247"/>
                <p:cNvSpPr>
                  <a:spLocks noChangeShapeType="1"/>
                </p:cNvSpPr>
                <p:nvPr/>
              </p:nvSpPr>
              <p:spPr bwMode="auto">
                <a:xfrm>
                  <a:off x="2638"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595" name="Line 248"/>
                <p:cNvSpPr>
                  <a:spLocks noChangeShapeType="1"/>
                </p:cNvSpPr>
                <p:nvPr/>
              </p:nvSpPr>
              <p:spPr bwMode="auto">
                <a:xfrm>
                  <a:off x="2694" y="3288"/>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5612" name="Group 249"/>
            <p:cNvGrpSpPr>
              <a:grpSpLocks/>
            </p:cNvGrpSpPr>
            <p:nvPr/>
          </p:nvGrpSpPr>
          <p:grpSpPr bwMode="auto">
            <a:xfrm>
              <a:off x="1489" y="3567"/>
              <a:ext cx="423" cy="56"/>
              <a:chOff x="1489" y="3567"/>
              <a:chExt cx="423" cy="56"/>
            </a:xfrm>
          </p:grpSpPr>
          <p:sp>
            <p:nvSpPr>
              <p:cNvPr id="106580" name="Freeform 250"/>
              <p:cNvSpPr>
                <a:spLocks/>
              </p:cNvSpPr>
              <p:nvPr/>
            </p:nvSpPr>
            <p:spPr bwMode="auto">
              <a:xfrm>
                <a:off x="1800"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solidFill>
                <a:schemeClr val="bg2"/>
              </a:solidFill>
              <a:ln w="9525">
                <a:solidFill>
                  <a:schemeClr val="bg2"/>
                </a:solidFill>
                <a:round/>
                <a:headEnd/>
                <a:tailEnd/>
              </a:ln>
            </p:spPr>
            <p:txBody>
              <a:bodyPr/>
              <a:lstStyle/>
              <a:p>
                <a:endParaRPr lang="en-US"/>
              </a:p>
            </p:txBody>
          </p:sp>
          <p:grpSp>
            <p:nvGrpSpPr>
              <p:cNvPr id="106581" name="Group 251"/>
              <p:cNvGrpSpPr>
                <a:grpSpLocks/>
              </p:cNvGrpSpPr>
              <p:nvPr/>
            </p:nvGrpSpPr>
            <p:grpSpPr bwMode="auto">
              <a:xfrm>
                <a:off x="1489" y="3591"/>
                <a:ext cx="303" cy="1"/>
                <a:chOff x="1489" y="3591"/>
                <a:chExt cx="303" cy="1"/>
              </a:xfrm>
            </p:grpSpPr>
            <p:sp>
              <p:nvSpPr>
                <p:cNvPr id="106582" name="Line 252"/>
                <p:cNvSpPr>
                  <a:spLocks noChangeShapeType="1"/>
                </p:cNvSpPr>
                <p:nvPr/>
              </p:nvSpPr>
              <p:spPr bwMode="auto">
                <a:xfrm>
                  <a:off x="1489"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583" name="Line 253"/>
                <p:cNvSpPr>
                  <a:spLocks noChangeShapeType="1"/>
                </p:cNvSpPr>
                <p:nvPr/>
              </p:nvSpPr>
              <p:spPr bwMode="auto">
                <a:xfrm>
                  <a:off x="1544"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584" name="Line 254"/>
                <p:cNvSpPr>
                  <a:spLocks noChangeShapeType="1"/>
                </p:cNvSpPr>
                <p:nvPr/>
              </p:nvSpPr>
              <p:spPr bwMode="auto">
                <a:xfrm>
                  <a:off x="1600"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585" name="Line 255"/>
                <p:cNvSpPr>
                  <a:spLocks noChangeShapeType="1"/>
                </p:cNvSpPr>
                <p:nvPr/>
              </p:nvSpPr>
              <p:spPr bwMode="auto">
                <a:xfrm>
                  <a:off x="1656"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586" name="Line 256"/>
                <p:cNvSpPr>
                  <a:spLocks noChangeShapeType="1"/>
                </p:cNvSpPr>
                <p:nvPr/>
              </p:nvSpPr>
              <p:spPr bwMode="auto">
                <a:xfrm>
                  <a:off x="1712"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587" name="Line 257"/>
                <p:cNvSpPr>
                  <a:spLocks noChangeShapeType="1"/>
                </p:cNvSpPr>
                <p:nvPr/>
              </p:nvSpPr>
              <p:spPr bwMode="auto">
                <a:xfrm>
                  <a:off x="1768"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5613" name="Group 258"/>
            <p:cNvGrpSpPr>
              <a:grpSpLocks/>
            </p:cNvGrpSpPr>
            <p:nvPr/>
          </p:nvGrpSpPr>
          <p:grpSpPr bwMode="auto">
            <a:xfrm>
              <a:off x="1952" y="3567"/>
              <a:ext cx="415" cy="56"/>
              <a:chOff x="1952" y="3567"/>
              <a:chExt cx="415" cy="56"/>
            </a:xfrm>
          </p:grpSpPr>
          <p:sp>
            <p:nvSpPr>
              <p:cNvPr id="106572" name="Freeform 259"/>
              <p:cNvSpPr>
                <a:spLocks/>
              </p:cNvSpPr>
              <p:nvPr/>
            </p:nvSpPr>
            <p:spPr bwMode="auto">
              <a:xfrm>
                <a:off x="2255"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solidFill>
                <a:schemeClr val="bg2"/>
              </a:solidFill>
              <a:ln w="9525">
                <a:solidFill>
                  <a:schemeClr val="bg2"/>
                </a:solidFill>
                <a:round/>
                <a:headEnd/>
                <a:tailEnd/>
              </a:ln>
            </p:spPr>
            <p:txBody>
              <a:bodyPr/>
              <a:lstStyle/>
              <a:p>
                <a:endParaRPr lang="en-US"/>
              </a:p>
            </p:txBody>
          </p:sp>
          <p:grpSp>
            <p:nvGrpSpPr>
              <p:cNvPr id="106573" name="Group 260"/>
              <p:cNvGrpSpPr>
                <a:grpSpLocks/>
              </p:cNvGrpSpPr>
              <p:nvPr/>
            </p:nvGrpSpPr>
            <p:grpSpPr bwMode="auto">
              <a:xfrm>
                <a:off x="1952" y="3591"/>
                <a:ext cx="295" cy="1"/>
                <a:chOff x="1952" y="3591"/>
                <a:chExt cx="295" cy="1"/>
              </a:xfrm>
            </p:grpSpPr>
            <p:sp>
              <p:nvSpPr>
                <p:cNvPr id="106574" name="Line 261"/>
                <p:cNvSpPr>
                  <a:spLocks noChangeShapeType="1"/>
                </p:cNvSpPr>
                <p:nvPr/>
              </p:nvSpPr>
              <p:spPr bwMode="auto">
                <a:xfrm>
                  <a:off x="1952"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575" name="Line 262"/>
                <p:cNvSpPr>
                  <a:spLocks noChangeShapeType="1"/>
                </p:cNvSpPr>
                <p:nvPr/>
              </p:nvSpPr>
              <p:spPr bwMode="auto">
                <a:xfrm>
                  <a:off x="2008" y="3591"/>
                  <a:ext cx="23"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576" name="Line 263"/>
                <p:cNvSpPr>
                  <a:spLocks noChangeShapeType="1"/>
                </p:cNvSpPr>
                <p:nvPr/>
              </p:nvSpPr>
              <p:spPr bwMode="auto">
                <a:xfrm>
                  <a:off x="2063"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577" name="Line 264"/>
                <p:cNvSpPr>
                  <a:spLocks noChangeShapeType="1"/>
                </p:cNvSpPr>
                <p:nvPr/>
              </p:nvSpPr>
              <p:spPr bwMode="auto">
                <a:xfrm>
                  <a:off x="2119"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578" name="Line 265"/>
                <p:cNvSpPr>
                  <a:spLocks noChangeShapeType="1"/>
                </p:cNvSpPr>
                <p:nvPr/>
              </p:nvSpPr>
              <p:spPr bwMode="auto">
                <a:xfrm>
                  <a:off x="2175"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579" name="Line 266"/>
                <p:cNvSpPr>
                  <a:spLocks noChangeShapeType="1"/>
                </p:cNvSpPr>
                <p:nvPr/>
              </p:nvSpPr>
              <p:spPr bwMode="auto">
                <a:xfrm>
                  <a:off x="2231" y="3591"/>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5614" name="Group 267"/>
            <p:cNvGrpSpPr>
              <a:grpSpLocks/>
            </p:cNvGrpSpPr>
            <p:nvPr/>
          </p:nvGrpSpPr>
          <p:grpSpPr bwMode="auto">
            <a:xfrm>
              <a:off x="2407" y="3567"/>
              <a:ext cx="415" cy="56"/>
              <a:chOff x="2407" y="3567"/>
              <a:chExt cx="415" cy="56"/>
            </a:xfrm>
          </p:grpSpPr>
          <p:sp>
            <p:nvSpPr>
              <p:cNvPr id="106564" name="Freeform 268"/>
              <p:cNvSpPr>
                <a:spLocks/>
              </p:cNvSpPr>
              <p:nvPr/>
            </p:nvSpPr>
            <p:spPr bwMode="auto">
              <a:xfrm>
                <a:off x="2710"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solidFill>
                <a:schemeClr val="bg2"/>
              </a:solidFill>
              <a:ln w="9525">
                <a:solidFill>
                  <a:schemeClr val="bg2"/>
                </a:solidFill>
                <a:round/>
                <a:headEnd/>
                <a:tailEnd/>
              </a:ln>
            </p:spPr>
            <p:txBody>
              <a:bodyPr/>
              <a:lstStyle/>
              <a:p>
                <a:endParaRPr lang="en-US"/>
              </a:p>
            </p:txBody>
          </p:sp>
          <p:grpSp>
            <p:nvGrpSpPr>
              <p:cNvPr id="106565" name="Group 269"/>
              <p:cNvGrpSpPr>
                <a:grpSpLocks/>
              </p:cNvGrpSpPr>
              <p:nvPr/>
            </p:nvGrpSpPr>
            <p:grpSpPr bwMode="auto">
              <a:xfrm>
                <a:off x="2407" y="3591"/>
                <a:ext cx="295" cy="1"/>
                <a:chOff x="2407" y="3591"/>
                <a:chExt cx="295" cy="1"/>
              </a:xfrm>
            </p:grpSpPr>
            <p:sp>
              <p:nvSpPr>
                <p:cNvPr id="106566" name="Line 270"/>
                <p:cNvSpPr>
                  <a:spLocks noChangeShapeType="1"/>
                </p:cNvSpPr>
                <p:nvPr/>
              </p:nvSpPr>
              <p:spPr bwMode="auto">
                <a:xfrm>
                  <a:off x="2407"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567" name="Line 271"/>
                <p:cNvSpPr>
                  <a:spLocks noChangeShapeType="1"/>
                </p:cNvSpPr>
                <p:nvPr/>
              </p:nvSpPr>
              <p:spPr bwMode="auto">
                <a:xfrm>
                  <a:off x="2463"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568" name="Line 272"/>
                <p:cNvSpPr>
                  <a:spLocks noChangeShapeType="1"/>
                </p:cNvSpPr>
                <p:nvPr/>
              </p:nvSpPr>
              <p:spPr bwMode="auto">
                <a:xfrm>
                  <a:off x="2518"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569" name="Line 273"/>
                <p:cNvSpPr>
                  <a:spLocks noChangeShapeType="1"/>
                </p:cNvSpPr>
                <p:nvPr/>
              </p:nvSpPr>
              <p:spPr bwMode="auto">
                <a:xfrm>
                  <a:off x="2574"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570" name="Line 274"/>
                <p:cNvSpPr>
                  <a:spLocks noChangeShapeType="1"/>
                </p:cNvSpPr>
                <p:nvPr/>
              </p:nvSpPr>
              <p:spPr bwMode="auto">
                <a:xfrm>
                  <a:off x="2630"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571" name="Line 275"/>
                <p:cNvSpPr>
                  <a:spLocks noChangeShapeType="1"/>
                </p:cNvSpPr>
                <p:nvPr/>
              </p:nvSpPr>
              <p:spPr bwMode="auto">
                <a:xfrm>
                  <a:off x="2686" y="3591"/>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5615" name="Group 276"/>
            <p:cNvGrpSpPr>
              <a:grpSpLocks/>
            </p:cNvGrpSpPr>
            <p:nvPr/>
          </p:nvGrpSpPr>
          <p:grpSpPr bwMode="auto">
            <a:xfrm>
              <a:off x="1944" y="2690"/>
              <a:ext cx="894" cy="596"/>
              <a:chOff x="1944" y="2690"/>
              <a:chExt cx="894" cy="596"/>
            </a:xfrm>
          </p:grpSpPr>
          <p:sp>
            <p:nvSpPr>
              <p:cNvPr id="106562" name="Freeform 277"/>
              <p:cNvSpPr>
                <a:spLocks/>
              </p:cNvSpPr>
              <p:nvPr/>
            </p:nvSpPr>
            <p:spPr bwMode="auto">
              <a:xfrm>
                <a:off x="2702" y="2690"/>
                <a:ext cx="136" cy="104"/>
              </a:xfrm>
              <a:custGeom>
                <a:avLst/>
                <a:gdLst>
                  <a:gd name="T0" fmla="*/ 136 w 136"/>
                  <a:gd name="T1" fmla="*/ 0 h 104"/>
                  <a:gd name="T2" fmla="*/ 40 w 136"/>
                  <a:gd name="T3" fmla="*/ 104 h 104"/>
                  <a:gd name="T4" fmla="*/ 24 w 136"/>
                  <a:gd name="T5" fmla="*/ 72 h 104"/>
                  <a:gd name="T6" fmla="*/ 0 w 136"/>
                  <a:gd name="T7" fmla="*/ 48 h 104"/>
                  <a:gd name="T8" fmla="*/ 136 w 136"/>
                  <a:gd name="T9" fmla="*/ 0 h 104"/>
                  <a:gd name="T10" fmla="*/ 0 60000 65536"/>
                  <a:gd name="T11" fmla="*/ 0 60000 65536"/>
                  <a:gd name="T12" fmla="*/ 0 60000 65536"/>
                  <a:gd name="T13" fmla="*/ 0 60000 65536"/>
                  <a:gd name="T14" fmla="*/ 0 60000 65536"/>
                  <a:gd name="T15" fmla="*/ 0 w 136"/>
                  <a:gd name="T16" fmla="*/ 0 h 104"/>
                  <a:gd name="T17" fmla="*/ 136 w 136"/>
                  <a:gd name="T18" fmla="*/ 104 h 104"/>
                </a:gdLst>
                <a:ahLst/>
                <a:cxnLst>
                  <a:cxn ang="T10">
                    <a:pos x="T0" y="T1"/>
                  </a:cxn>
                  <a:cxn ang="T11">
                    <a:pos x="T2" y="T3"/>
                  </a:cxn>
                  <a:cxn ang="T12">
                    <a:pos x="T4" y="T5"/>
                  </a:cxn>
                  <a:cxn ang="T13">
                    <a:pos x="T6" y="T7"/>
                  </a:cxn>
                  <a:cxn ang="T14">
                    <a:pos x="T8" y="T9"/>
                  </a:cxn>
                </a:cxnLst>
                <a:rect l="T15" t="T16" r="T17" b="T18"/>
                <a:pathLst>
                  <a:path w="136" h="104">
                    <a:moveTo>
                      <a:pt x="136" y="0"/>
                    </a:moveTo>
                    <a:lnTo>
                      <a:pt x="40" y="104"/>
                    </a:lnTo>
                    <a:lnTo>
                      <a:pt x="24" y="72"/>
                    </a:lnTo>
                    <a:lnTo>
                      <a:pt x="0" y="48"/>
                    </a:lnTo>
                    <a:lnTo>
                      <a:pt x="136" y="0"/>
                    </a:lnTo>
                    <a:close/>
                  </a:path>
                </a:pathLst>
              </a:custGeom>
              <a:solidFill>
                <a:schemeClr val="bg2"/>
              </a:solidFill>
              <a:ln w="9525">
                <a:solidFill>
                  <a:schemeClr val="bg2"/>
                </a:solidFill>
                <a:round/>
                <a:headEnd/>
                <a:tailEnd/>
              </a:ln>
            </p:spPr>
            <p:txBody>
              <a:bodyPr/>
              <a:lstStyle/>
              <a:p>
                <a:endParaRPr lang="en-US"/>
              </a:p>
            </p:txBody>
          </p:sp>
          <p:sp>
            <p:nvSpPr>
              <p:cNvPr id="106563" name="Line 278"/>
              <p:cNvSpPr>
                <a:spLocks noChangeShapeType="1"/>
              </p:cNvSpPr>
              <p:nvPr/>
            </p:nvSpPr>
            <p:spPr bwMode="auto">
              <a:xfrm flipV="1">
                <a:off x="1944" y="2758"/>
                <a:ext cx="790" cy="528"/>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5616" name="Group 279"/>
            <p:cNvGrpSpPr>
              <a:grpSpLocks/>
            </p:cNvGrpSpPr>
            <p:nvPr/>
          </p:nvGrpSpPr>
          <p:grpSpPr bwMode="auto">
            <a:xfrm>
              <a:off x="1952" y="2376"/>
              <a:ext cx="886" cy="290"/>
              <a:chOff x="1952" y="2376"/>
              <a:chExt cx="886" cy="290"/>
            </a:xfrm>
          </p:grpSpPr>
          <p:sp>
            <p:nvSpPr>
              <p:cNvPr id="106560" name="Freeform 280"/>
              <p:cNvSpPr>
                <a:spLocks/>
              </p:cNvSpPr>
              <p:nvPr/>
            </p:nvSpPr>
            <p:spPr bwMode="auto">
              <a:xfrm>
                <a:off x="2702" y="2586"/>
                <a:ext cx="136" cy="80"/>
              </a:xfrm>
              <a:custGeom>
                <a:avLst/>
                <a:gdLst>
                  <a:gd name="T0" fmla="*/ 136 w 136"/>
                  <a:gd name="T1" fmla="*/ 80 h 80"/>
                  <a:gd name="T2" fmla="*/ 0 w 136"/>
                  <a:gd name="T3" fmla="*/ 64 h 80"/>
                  <a:gd name="T4" fmla="*/ 8 w 136"/>
                  <a:gd name="T5" fmla="*/ 32 h 80"/>
                  <a:gd name="T6" fmla="*/ 16 w 136"/>
                  <a:gd name="T7" fmla="*/ 0 h 80"/>
                  <a:gd name="T8" fmla="*/ 136 w 136"/>
                  <a:gd name="T9" fmla="*/ 80 h 80"/>
                  <a:gd name="T10" fmla="*/ 0 60000 65536"/>
                  <a:gd name="T11" fmla="*/ 0 60000 65536"/>
                  <a:gd name="T12" fmla="*/ 0 60000 65536"/>
                  <a:gd name="T13" fmla="*/ 0 60000 65536"/>
                  <a:gd name="T14" fmla="*/ 0 60000 65536"/>
                  <a:gd name="T15" fmla="*/ 0 w 136"/>
                  <a:gd name="T16" fmla="*/ 0 h 80"/>
                  <a:gd name="T17" fmla="*/ 136 w 136"/>
                  <a:gd name="T18" fmla="*/ 80 h 80"/>
                </a:gdLst>
                <a:ahLst/>
                <a:cxnLst>
                  <a:cxn ang="T10">
                    <a:pos x="T0" y="T1"/>
                  </a:cxn>
                  <a:cxn ang="T11">
                    <a:pos x="T2" y="T3"/>
                  </a:cxn>
                  <a:cxn ang="T12">
                    <a:pos x="T4" y="T5"/>
                  </a:cxn>
                  <a:cxn ang="T13">
                    <a:pos x="T6" y="T7"/>
                  </a:cxn>
                  <a:cxn ang="T14">
                    <a:pos x="T8" y="T9"/>
                  </a:cxn>
                </a:cxnLst>
                <a:rect l="T15" t="T16" r="T17" b="T18"/>
                <a:pathLst>
                  <a:path w="136" h="80">
                    <a:moveTo>
                      <a:pt x="136" y="80"/>
                    </a:moveTo>
                    <a:lnTo>
                      <a:pt x="0" y="64"/>
                    </a:lnTo>
                    <a:lnTo>
                      <a:pt x="8" y="32"/>
                    </a:lnTo>
                    <a:lnTo>
                      <a:pt x="16" y="0"/>
                    </a:lnTo>
                    <a:lnTo>
                      <a:pt x="136" y="80"/>
                    </a:lnTo>
                    <a:close/>
                  </a:path>
                </a:pathLst>
              </a:custGeom>
              <a:solidFill>
                <a:schemeClr val="bg2"/>
              </a:solidFill>
              <a:ln w="9525">
                <a:solidFill>
                  <a:schemeClr val="bg2"/>
                </a:solidFill>
                <a:round/>
                <a:headEnd/>
                <a:tailEnd/>
              </a:ln>
            </p:spPr>
            <p:txBody>
              <a:bodyPr/>
              <a:lstStyle/>
              <a:p>
                <a:endParaRPr lang="en-US"/>
              </a:p>
            </p:txBody>
          </p:sp>
          <p:sp>
            <p:nvSpPr>
              <p:cNvPr id="106561" name="Line 281"/>
              <p:cNvSpPr>
                <a:spLocks noChangeShapeType="1"/>
              </p:cNvSpPr>
              <p:nvPr/>
            </p:nvSpPr>
            <p:spPr bwMode="auto">
              <a:xfrm>
                <a:off x="1952" y="2376"/>
                <a:ext cx="766" cy="244"/>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5617" name="Group 282"/>
            <p:cNvGrpSpPr>
              <a:grpSpLocks/>
            </p:cNvGrpSpPr>
            <p:nvPr/>
          </p:nvGrpSpPr>
          <p:grpSpPr bwMode="auto">
            <a:xfrm>
              <a:off x="1481" y="2084"/>
              <a:ext cx="1373" cy="1507"/>
              <a:chOff x="1481" y="2084"/>
              <a:chExt cx="1373" cy="1507"/>
            </a:xfrm>
          </p:grpSpPr>
          <p:sp>
            <p:nvSpPr>
              <p:cNvPr id="106558" name="Freeform 283"/>
              <p:cNvSpPr>
                <a:spLocks/>
              </p:cNvSpPr>
              <p:nvPr/>
            </p:nvSpPr>
            <p:spPr bwMode="auto">
              <a:xfrm>
                <a:off x="2742" y="2084"/>
                <a:ext cx="112" cy="119"/>
              </a:xfrm>
              <a:custGeom>
                <a:avLst/>
                <a:gdLst>
                  <a:gd name="T0" fmla="*/ 112 w 112"/>
                  <a:gd name="T1" fmla="*/ 0 h 119"/>
                  <a:gd name="T2" fmla="*/ 48 w 112"/>
                  <a:gd name="T3" fmla="*/ 119 h 119"/>
                  <a:gd name="T4" fmla="*/ 24 w 112"/>
                  <a:gd name="T5" fmla="*/ 96 h 119"/>
                  <a:gd name="T6" fmla="*/ 0 w 112"/>
                  <a:gd name="T7" fmla="*/ 72 h 119"/>
                  <a:gd name="T8" fmla="*/ 112 w 112"/>
                  <a:gd name="T9" fmla="*/ 0 h 119"/>
                  <a:gd name="T10" fmla="*/ 0 60000 65536"/>
                  <a:gd name="T11" fmla="*/ 0 60000 65536"/>
                  <a:gd name="T12" fmla="*/ 0 60000 65536"/>
                  <a:gd name="T13" fmla="*/ 0 60000 65536"/>
                  <a:gd name="T14" fmla="*/ 0 60000 65536"/>
                  <a:gd name="T15" fmla="*/ 0 w 112"/>
                  <a:gd name="T16" fmla="*/ 0 h 119"/>
                  <a:gd name="T17" fmla="*/ 112 w 112"/>
                  <a:gd name="T18" fmla="*/ 119 h 119"/>
                </a:gdLst>
                <a:ahLst/>
                <a:cxnLst>
                  <a:cxn ang="T10">
                    <a:pos x="T0" y="T1"/>
                  </a:cxn>
                  <a:cxn ang="T11">
                    <a:pos x="T2" y="T3"/>
                  </a:cxn>
                  <a:cxn ang="T12">
                    <a:pos x="T4" y="T5"/>
                  </a:cxn>
                  <a:cxn ang="T13">
                    <a:pos x="T6" y="T7"/>
                  </a:cxn>
                  <a:cxn ang="T14">
                    <a:pos x="T8" y="T9"/>
                  </a:cxn>
                </a:cxnLst>
                <a:rect l="T15" t="T16" r="T17" b="T18"/>
                <a:pathLst>
                  <a:path w="112" h="119">
                    <a:moveTo>
                      <a:pt x="112" y="0"/>
                    </a:moveTo>
                    <a:lnTo>
                      <a:pt x="48" y="119"/>
                    </a:lnTo>
                    <a:lnTo>
                      <a:pt x="24" y="96"/>
                    </a:lnTo>
                    <a:lnTo>
                      <a:pt x="0" y="72"/>
                    </a:lnTo>
                    <a:lnTo>
                      <a:pt x="112" y="0"/>
                    </a:lnTo>
                    <a:close/>
                  </a:path>
                </a:pathLst>
              </a:custGeom>
              <a:solidFill>
                <a:schemeClr val="bg2"/>
              </a:solidFill>
              <a:ln w="9525">
                <a:solidFill>
                  <a:schemeClr val="bg2"/>
                </a:solidFill>
                <a:round/>
                <a:headEnd/>
                <a:tailEnd/>
              </a:ln>
            </p:spPr>
            <p:txBody>
              <a:bodyPr/>
              <a:lstStyle/>
              <a:p>
                <a:endParaRPr lang="en-US"/>
              </a:p>
            </p:txBody>
          </p:sp>
          <p:sp>
            <p:nvSpPr>
              <p:cNvPr id="106559" name="Line 284"/>
              <p:cNvSpPr>
                <a:spLocks noChangeShapeType="1"/>
              </p:cNvSpPr>
              <p:nvPr/>
            </p:nvSpPr>
            <p:spPr bwMode="auto">
              <a:xfrm flipV="1">
                <a:off x="1481" y="2172"/>
                <a:ext cx="1291" cy="1419"/>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5618" name="Group 285"/>
            <p:cNvGrpSpPr>
              <a:grpSpLocks/>
            </p:cNvGrpSpPr>
            <p:nvPr/>
          </p:nvGrpSpPr>
          <p:grpSpPr bwMode="auto">
            <a:xfrm>
              <a:off x="1944" y="2076"/>
              <a:ext cx="902" cy="885"/>
              <a:chOff x="1944" y="2076"/>
              <a:chExt cx="902" cy="885"/>
            </a:xfrm>
          </p:grpSpPr>
          <p:sp>
            <p:nvSpPr>
              <p:cNvPr id="106556" name="Freeform 286"/>
              <p:cNvSpPr>
                <a:spLocks/>
              </p:cNvSpPr>
              <p:nvPr/>
            </p:nvSpPr>
            <p:spPr bwMode="auto">
              <a:xfrm>
                <a:off x="2726" y="2850"/>
                <a:ext cx="120" cy="111"/>
              </a:xfrm>
              <a:custGeom>
                <a:avLst/>
                <a:gdLst>
                  <a:gd name="T0" fmla="*/ 120 w 120"/>
                  <a:gd name="T1" fmla="*/ 111 h 111"/>
                  <a:gd name="T2" fmla="*/ 0 w 120"/>
                  <a:gd name="T3" fmla="*/ 47 h 111"/>
                  <a:gd name="T4" fmla="*/ 24 w 120"/>
                  <a:gd name="T5" fmla="*/ 23 h 111"/>
                  <a:gd name="T6" fmla="*/ 48 w 120"/>
                  <a:gd name="T7" fmla="*/ 0 h 111"/>
                  <a:gd name="T8" fmla="*/ 120 w 120"/>
                  <a:gd name="T9" fmla="*/ 111 h 111"/>
                  <a:gd name="T10" fmla="*/ 0 60000 65536"/>
                  <a:gd name="T11" fmla="*/ 0 60000 65536"/>
                  <a:gd name="T12" fmla="*/ 0 60000 65536"/>
                  <a:gd name="T13" fmla="*/ 0 60000 65536"/>
                  <a:gd name="T14" fmla="*/ 0 60000 65536"/>
                  <a:gd name="T15" fmla="*/ 0 w 120"/>
                  <a:gd name="T16" fmla="*/ 0 h 111"/>
                  <a:gd name="T17" fmla="*/ 120 w 120"/>
                  <a:gd name="T18" fmla="*/ 111 h 111"/>
                </a:gdLst>
                <a:ahLst/>
                <a:cxnLst>
                  <a:cxn ang="T10">
                    <a:pos x="T0" y="T1"/>
                  </a:cxn>
                  <a:cxn ang="T11">
                    <a:pos x="T2" y="T3"/>
                  </a:cxn>
                  <a:cxn ang="T12">
                    <a:pos x="T4" y="T5"/>
                  </a:cxn>
                  <a:cxn ang="T13">
                    <a:pos x="T6" y="T7"/>
                  </a:cxn>
                  <a:cxn ang="T14">
                    <a:pos x="T8" y="T9"/>
                  </a:cxn>
                </a:cxnLst>
                <a:rect l="T15" t="T16" r="T17" b="T18"/>
                <a:pathLst>
                  <a:path w="120" h="111">
                    <a:moveTo>
                      <a:pt x="120" y="111"/>
                    </a:moveTo>
                    <a:lnTo>
                      <a:pt x="0" y="47"/>
                    </a:lnTo>
                    <a:lnTo>
                      <a:pt x="24" y="23"/>
                    </a:lnTo>
                    <a:lnTo>
                      <a:pt x="48" y="0"/>
                    </a:lnTo>
                    <a:lnTo>
                      <a:pt x="120" y="111"/>
                    </a:lnTo>
                    <a:close/>
                  </a:path>
                </a:pathLst>
              </a:custGeom>
              <a:solidFill>
                <a:schemeClr val="bg2"/>
              </a:solidFill>
              <a:ln w="9525">
                <a:solidFill>
                  <a:schemeClr val="bg2"/>
                </a:solidFill>
                <a:round/>
                <a:headEnd/>
                <a:tailEnd/>
              </a:ln>
            </p:spPr>
            <p:txBody>
              <a:bodyPr/>
              <a:lstStyle/>
              <a:p>
                <a:endParaRPr lang="en-US"/>
              </a:p>
            </p:txBody>
          </p:sp>
          <p:sp>
            <p:nvSpPr>
              <p:cNvPr id="106557" name="Line 287"/>
              <p:cNvSpPr>
                <a:spLocks noChangeShapeType="1"/>
              </p:cNvSpPr>
              <p:nvPr/>
            </p:nvSpPr>
            <p:spPr bwMode="auto">
              <a:xfrm>
                <a:off x="1944" y="2076"/>
                <a:ext cx="814" cy="805"/>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5619" name="Group 288"/>
            <p:cNvGrpSpPr>
              <a:grpSpLocks/>
            </p:cNvGrpSpPr>
            <p:nvPr/>
          </p:nvGrpSpPr>
          <p:grpSpPr bwMode="auto">
            <a:xfrm>
              <a:off x="1489" y="2379"/>
              <a:ext cx="902" cy="893"/>
              <a:chOff x="1489" y="2379"/>
              <a:chExt cx="902" cy="893"/>
            </a:xfrm>
          </p:grpSpPr>
          <p:sp>
            <p:nvSpPr>
              <p:cNvPr id="106554" name="Freeform 289"/>
              <p:cNvSpPr>
                <a:spLocks/>
              </p:cNvSpPr>
              <p:nvPr/>
            </p:nvSpPr>
            <p:spPr bwMode="auto">
              <a:xfrm>
                <a:off x="2271" y="3153"/>
                <a:ext cx="120" cy="119"/>
              </a:xfrm>
              <a:custGeom>
                <a:avLst/>
                <a:gdLst>
                  <a:gd name="T0" fmla="*/ 120 w 120"/>
                  <a:gd name="T1" fmla="*/ 119 h 119"/>
                  <a:gd name="T2" fmla="*/ 0 w 120"/>
                  <a:gd name="T3" fmla="*/ 48 h 119"/>
                  <a:gd name="T4" fmla="*/ 24 w 120"/>
                  <a:gd name="T5" fmla="*/ 24 h 119"/>
                  <a:gd name="T6" fmla="*/ 48 w 120"/>
                  <a:gd name="T7" fmla="*/ 0 h 119"/>
                  <a:gd name="T8" fmla="*/ 120 w 120"/>
                  <a:gd name="T9" fmla="*/ 119 h 119"/>
                  <a:gd name="T10" fmla="*/ 0 60000 65536"/>
                  <a:gd name="T11" fmla="*/ 0 60000 65536"/>
                  <a:gd name="T12" fmla="*/ 0 60000 65536"/>
                  <a:gd name="T13" fmla="*/ 0 60000 65536"/>
                  <a:gd name="T14" fmla="*/ 0 60000 65536"/>
                  <a:gd name="T15" fmla="*/ 0 w 120"/>
                  <a:gd name="T16" fmla="*/ 0 h 119"/>
                  <a:gd name="T17" fmla="*/ 120 w 120"/>
                  <a:gd name="T18" fmla="*/ 119 h 119"/>
                </a:gdLst>
                <a:ahLst/>
                <a:cxnLst>
                  <a:cxn ang="T10">
                    <a:pos x="T0" y="T1"/>
                  </a:cxn>
                  <a:cxn ang="T11">
                    <a:pos x="T2" y="T3"/>
                  </a:cxn>
                  <a:cxn ang="T12">
                    <a:pos x="T4" y="T5"/>
                  </a:cxn>
                  <a:cxn ang="T13">
                    <a:pos x="T6" y="T7"/>
                  </a:cxn>
                  <a:cxn ang="T14">
                    <a:pos x="T8" y="T9"/>
                  </a:cxn>
                </a:cxnLst>
                <a:rect l="T15" t="T16" r="T17" b="T18"/>
                <a:pathLst>
                  <a:path w="120" h="119">
                    <a:moveTo>
                      <a:pt x="120" y="119"/>
                    </a:moveTo>
                    <a:lnTo>
                      <a:pt x="0" y="48"/>
                    </a:lnTo>
                    <a:lnTo>
                      <a:pt x="24" y="24"/>
                    </a:lnTo>
                    <a:lnTo>
                      <a:pt x="48" y="0"/>
                    </a:lnTo>
                    <a:lnTo>
                      <a:pt x="120" y="119"/>
                    </a:lnTo>
                    <a:close/>
                  </a:path>
                </a:pathLst>
              </a:custGeom>
              <a:solidFill>
                <a:schemeClr val="bg2"/>
              </a:solidFill>
              <a:ln w="9525">
                <a:solidFill>
                  <a:schemeClr val="bg2"/>
                </a:solidFill>
                <a:round/>
                <a:headEnd/>
                <a:tailEnd/>
              </a:ln>
            </p:spPr>
            <p:txBody>
              <a:bodyPr/>
              <a:lstStyle/>
              <a:p>
                <a:endParaRPr lang="en-US"/>
              </a:p>
            </p:txBody>
          </p:sp>
          <p:sp>
            <p:nvSpPr>
              <p:cNvPr id="106555" name="Line 290"/>
              <p:cNvSpPr>
                <a:spLocks noChangeShapeType="1"/>
              </p:cNvSpPr>
              <p:nvPr/>
            </p:nvSpPr>
            <p:spPr bwMode="auto">
              <a:xfrm>
                <a:off x="1489" y="2379"/>
                <a:ext cx="814" cy="805"/>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5620" name="Group 291"/>
            <p:cNvGrpSpPr>
              <a:grpSpLocks/>
            </p:cNvGrpSpPr>
            <p:nvPr/>
          </p:nvGrpSpPr>
          <p:grpSpPr bwMode="auto">
            <a:xfrm>
              <a:off x="1483" y="2379"/>
              <a:ext cx="429" cy="598"/>
              <a:chOff x="1483" y="2379"/>
              <a:chExt cx="429" cy="598"/>
            </a:xfrm>
          </p:grpSpPr>
          <p:sp>
            <p:nvSpPr>
              <p:cNvPr id="106552" name="Freeform 292"/>
              <p:cNvSpPr>
                <a:spLocks/>
              </p:cNvSpPr>
              <p:nvPr/>
            </p:nvSpPr>
            <p:spPr bwMode="auto">
              <a:xfrm>
                <a:off x="1808" y="2379"/>
                <a:ext cx="104" cy="136"/>
              </a:xfrm>
              <a:custGeom>
                <a:avLst/>
                <a:gdLst>
                  <a:gd name="T0" fmla="*/ 104 w 104"/>
                  <a:gd name="T1" fmla="*/ 0 h 136"/>
                  <a:gd name="T2" fmla="*/ 56 w 104"/>
                  <a:gd name="T3" fmla="*/ 136 h 136"/>
                  <a:gd name="T4" fmla="*/ 32 w 104"/>
                  <a:gd name="T5" fmla="*/ 112 h 136"/>
                  <a:gd name="T6" fmla="*/ 0 w 104"/>
                  <a:gd name="T7" fmla="*/ 96 h 136"/>
                  <a:gd name="T8" fmla="*/ 104 w 104"/>
                  <a:gd name="T9" fmla="*/ 0 h 136"/>
                  <a:gd name="T10" fmla="*/ 0 60000 65536"/>
                  <a:gd name="T11" fmla="*/ 0 60000 65536"/>
                  <a:gd name="T12" fmla="*/ 0 60000 65536"/>
                  <a:gd name="T13" fmla="*/ 0 60000 65536"/>
                  <a:gd name="T14" fmla="*/ 0 60000 65536"/>
                  <a:gd name="T15" fmla="*/ 0 w 104"/>
                  <a:gd name="T16" fmla="*/ 0 h 136"/>
                  <a:gd name="T17" fmla="*/ 104 w 104"/>
                  <a:gd name="T18" fmla="*/ 136 h 136"/>
                </a:gdLst>
                <a:ahLst/>
                <a:cxnLst>
                  <a:cxn ang="T10">
                    <a:pos x="T0" y="T1"/>
                  </a:cxn>
                  <a:cxn ang="T11">
                    <a:pos x="T2" y="T3"/>
                  </a:cxn>
                  <a:cxn ang="T12">
                    <a:pos x="T4" y="T5"/>
                  </a:cxn>
                  <a:cxn ang="T13">
                    <a:pos x="T6" y="T7"/>
                  </a:cxn>
                  <a:cxn ang="T14">
                    <a:pos x="T8" y="T9"/>
                  </a:cxn>
                </a:cxnLst>
                <a:rect l="T15" t="T16" r="T17" b="T18"/>
                <a:pathLst>
                  <a:path w="104" h="136">
                    <a:moveTo>
                      <a:pt x="104" y="0"/>
                    </a:moveTo>
                    <a:lnTo>
                      <a:pt x="56" y="136"/>
                    </a:lnTo>
                    <a:lnTo>
                      <a:pt x="32" y="112"/>
                    </a:lnTo>
                    <a:lnTo>
                      <a:pt x="0" y="96"/>
                    </a:lnTo>
                    <a:lnTo>
                      <a:pt x="104" y="0"/>
                    </a:lnTo>
                    <a:close/>
                  </a:path>
                </a:pathLst>
              </a:custGeom>
              <a:solidFill>
                <a:schemeClr val="bg2"/>
              </a:solidFill>
              <a:ln w="9525">
                <a:solidFill>
                  <a:schemeClr val="bg2"/>
                </a:solidFill>
                <a:round/>
                <a:headEnd/>
                <a:tailEnd/>
              </a:ln>
            </p:spPr>
            <p:txBody>
              <a:bodyPr/>
              <a:lstStyle/>
              <a:p>
                <a:endParaRPr lang="en-US"/>
              </a:p>
            </p:txBody>
          </p:sp>
          <p:sp>
            <p:nvSpPr>
              <p:cNvPr id="106553" name="Line 293"/>
              <p:cNvSpPr>
                <a:spLocks noChangeShapeType="1"/>
              </p:cNvSpPr>
              <p:nvPr/>
            </p:nvSpPr>
            <p:spPr bwMode="auto">
              <a:xfrm flipV="1">
                <a:off x="1483" y="2483"/>
                <a:ext cx="362" cy="494"/>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5621" name="Group 294"/>
            <p:cNvGrpSpPr>
              <a:grpSpLocks/>
            </p:cNvGrpSpPr>
            <p:nvPr/>
          </p:nvGrpSpPr>
          <p:grpSpPr bwMode="auto">
            <a:xfrm>
              <a:off x="1936" y="2379"/>
              <a:ext cx="894" cy="604"/>
              <a:chOff x="1936" y="2379"/>
              <a:chExt cx="894" cy="604"/>
            </a:xfrm>
          </p:grpSpPr>
          <p:sp>
            <p:nvSpPr>
              <p:cNvPr id="106550" name="Freeform 295"/>
              <p:cNvSpPr>
                <a:spLocks/>
              </p:cNvSpPr>
              <p:nvPr/>
            </p:nvSpPr>
            <p:spPr bwMode="auto">
              <a:xfrm>
                <a:off x="2702" y="2379"/>
                <a:ext cx="128" cy="104"/>
              </a:xfrm>
              <a:custGeom>
                <a:avLst/>
                <a:gdLst>
                  <a:gd name="T0" fmla="*/ 128 w 128"/>
                  <a:gd name="T1" fmla="*/ 0 h 104"/>
                  <a:gd name="T2" fmla="*/ 40 w 128"/>
                  <a:gd name="T3" fmla="*/ 104 h 104"/>
                  <a:gd name="T4" fmla="*/ 16 w 128"/>
                  <a:gd name="T5" fmla="*/ 80 h 104"/>
                  <a:gd name="T6" fmla="*/ 0 w 128"/>
                  <a:gd name="T7" fmla="*/ 48 h 104"/>
                  <a:gd name="T8" fmla="*/ 128 w 128"/>
                  <a:gd name="T9" fmla="*/ 0 h 104"/>
                  <a:gd name="T10" fmla="*/ 0 60000 65536"/>
                  <a:gd name="T11" fmla="*/ 0 60000 65536"/>
                  <a:gd name="T12" fmla="*/ 0 60000 65536"/>
                  <a:gd name="T13" fmla="*/ 0 60000 65536"/>
                  <a:gd name="T14" fmla="*/ 0 60000 65536"/>
                  <a:gd name="T15" fmla="*/ 0 w 128"/>
                  <a:gd name="T16" fmla="*/ 0 h 104"/>
                  <a:gd name="T17" fmla="*/ 128 w 128"/>
                  <a:gd name="T18" fmla="*/ 104 h 104"/>
                </a:gdLst>
                <a:ahLst/>
                <a:cxnLst>
                  <a:cxn ang="T10">
                    <a:pos x="T0" y="T1"/>
                  </a:cxn>
                  <a:cxn ang="T11">
                    <a:pos x="T2" y="T3"/>
                  </a:cxn>
                  <a:cxn ang="T12">
                    <a:pos x="T4" y="T5"/>
                  </a:cxn>
                  <a:cxn ang="T13">
                    <a:pos x="T6" y="T7"/>
                  </a:cxn>
                  <a:cxn ang="T14">
                    <a:pos x="T8" y="T9"/>
                  </a:cxn>
                </a:cxnLst>
                <a:rect l="T15" t="T16" r="T17" b="T18"/>
                <a:pathLst>
                  <a:path w="128" h="104">
                    <a:moveTo>
                      <a:pt x="128" y="0"/>
                    </a:moveTo>
                    <a:lnTo>
                      <a:pt x="40" y="104"/>
                    </a:lnTo>
                    <a:lnTo>
                      <a:pt x="16" y="80"/>
                    </a:lnTo>
                    <a:lnTo>
                      <a:pt x="0" y="48"/>
                    </a:lnTo>
                    <a:lnTo>
                      <a:pt x="128" y="0"/>
                    </a:lnTo>
                    <a:close/>
                  </a:path>
                </a:pathLst>
              </a:custGeom>
              <a:solidFill>
                <a:schemeClr val="bg2"/>
              </a:solidFill>
              <a:ln w="9525">
                <a:solidFill>
                  <a:schemeClr val="bg2"/>
                </a:solidFill>
                <a:round/>
                <a:headEnd/>
                <a:tailEnd/>
              </a:ln>
            </p:spPr>
            <p:txBody>
              <a:bodyPr/>
              <a:lstStyle/>
              <a:p>
                <a:endParaRPr lang="en-US"/>
              </a:p>
            </p:txBody>
          </p:sp>
          <p:sp>
            <p:nvSpPr>
              <p:cNvPr id="106551" name="Line 296"/>
              <p:cNvSpPr>
                <a:spLocks noChangeShapeType="1"/>
              </p:cNvSpPr>
              <p:nvPr/>
            </p:nvSpPr>
            <p:spPr bwMode="auto">
              <a:xfrm flipV="1">
                <a:off x="1936" y="2455"/>
                <a:ext cx="790" cy="528"/>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5622" name="Group 297"/>
            <p:cNvGrpSpPr>
              <a:grpSpLocks/>
            </p:cNvGrpSpPr>
            <p:nvPr/>
          </p:nvGrpSpPr>
          <p:grpSpPr bwMode="auto">
            <a:xfrm>
              <a:off x="1952" y="2076"/>
              <a:ext cx="886" cy="290"/>
              <a:chOff x="1952" y="2076"/>
              <a:chExt cx="886" cy="290"/>
            </a:xfrm>
          </p:grpSpPr>
          <p:sp>
            <p:nvSpPr>
              <p:cNvPr id="106548" name="Freeform 298"/>
              <p:cNvSpPr>
                <a:spLocks/>
              </p:cNvSpPr>
              <p:nvPr/>
            </p:nvSpPr>
            <p:spPr bwMode="auto">
              <a:xfrm>
                <a:off x="2702" y="2076"/>
                <a:ext cx="136" cy="72"/>
              </a:xfrm>
              <a:custGeom>
                <a:avLst/>
                <a:gdLst>
                  <a:gd name="T0" fmla="*/ 136 w 136"/>
                  <a:gd name="T1" fmla="*/ 0 h 72"/>
                  <a:gd name="T2" fmla="*/ 16 w 136"/>
                  <a:gd name="T3" fmla="*/ 72 h 72"/>
                  <a:gd name="T4" fmla="*/ 8 w 136"/>
                  <a:gd name="T5" fmla="*/ 40 h 72"/>
                  <a:gd name="T6" fmla="*/ 0 w 136"/>
                  <a:gd name="T7" fmla="*/ 8 h 72"/>
                  <a:gd name="T8" fmla="*/ 136 w 136"/>
                  <a:gd name="T9" fmla="*/ 0 h 72"/>
                  <a:gd name="T10" fmla="*/ 0 60000 65536"/>
                  <a:gd name="T11" fmla="*/ 0 60000 65536"/>
                  <a:gd name="T12" fmla="*/ 0 60000 65536"/>
                  <a:gd name="T13" fmla="*/ 0 60000 65536"/>
                  <a:gd name="T14" fmla="*/ 0 60000 65536"/>
                  <a:gd name="T15" fmla="*/ 0 w 136"/>
                  <a:gd name="T16" fmla="*/ 0 h 72"/>
                  <a:gd name="T17" fmla="*/ 136 w 136"/>
                  <a:gd name="T18" fmla="*/ 72 h 72"/>
                </a:gdLst>
                <a:ahLst/>
                <a:cxnLst>
                  <a:cxn ang="T10">
                    <a:pos x="T0" y="T1"/>
                  </a:cxn>
                  <a:cxn ang="T11">
                    <a:pos x="T2" y="T3"/>
                  </a:cxn>
                  <a:cxn ang="T12">
                    <a:pos x="T4" y="T5"/>
                  </a:cxn>
                  <a:cxn ang="T13">
                    <a:pos x="T6" y="T7"/>
                  </a:cxn>
                  <a:cxn ang="T14">
                    <a:pos x="T8" y="T9"/>
                  </a:cxn>
                </a:cxnLst>
                <a:rect l="T15" t="T16" r="T17" b="T18"/>
                <a:pathLst>
                  <a:path w="136" h="72">
                    <a:moveTo>
                      <a:pt x="136" y="0"/>
                    </a:moveTo>
                    <a:lnTo>
                      <a:pt x="16" y="72"/>
                    </a:lnTo>
                    <a:lnTo>
                      <a:pt x="8" y="40"/>
                    </a:lnTo>
                    <a:lnTo>
                      <a:pt x="0" y="8"/>
                    </a:lnTo>
                    <a:lnTo>
                      <a:pt x="136" y="0"/>
                    </a:lnTo>
                    <a:close/>
                  </a:path>
                </a:pathLst>
              </a:custGeom>
              <a:solidFill>
                <a:schemeClr val="bg2"/>
              </a:solidFill>
              <a:ln w="9525">
                <a:solidFill>
                  <a:schemeClr val="bg2"/>
                </a:solidFill>
                <a:round/>
                <a:headEnd/>
                <a:tailEnd/>
              </a:ln>
            </p:spPr>
            <p:txBody>
              <a:bodyPr/>
              <a:lstStyle/>
              <a:p>
                <a:endParaRPr lang="en-US"/>
              </a:p>
            </p:txBody>
          </p:sp>
          <p:sp>
            <p:nvSpPr>
              <p:cNvPr id="106549" name="Line 299"/>
              <p:cNvSpPr>
                <a:spLocks noChangeShapeType="1"/>
              </p:cNvSpPr>
              <p:nvPr/>
            </p:nvSpPr>
            <p:spPr bwMode="auto">
              <a:xfrm flipV="1">
                <a:off x="1952" y="2114"/>
                <a:ext cx="766" cy="252"/>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5623" name="Group 300"/>
            <p:cNvGrpSpPr>
              <a:grpSpLocks/>
            </p:cNvGrpSpPr>
            <p:nvPr/>
          </p:nvGrpSpPr>
          <p:grpSpPr bwMode="auto">
            <a:xfrm>
              <a:off x="1481" y="1769"/>
              <a:ext cx="894" cy="283"/>
              <a:chOff x="1481" y="1769"/>
              <a:chExt cx="894" cy="283"/>
            </a:xfrm>
          </p:grpSpPr>
          <p:sp>
            <p:nvSpPr>
              <p:cNvPr id="106546" name="Freeform 301"/>
              <p:cNvSpPr>
                <a:spLocks/>
              </p:cNvSpPr>
              <p:nvPr/>
            </p:nvSpPr>
            <p:spPr bwMode="auto">
              <a:xfrm>
                <a:off x="2231" y="1980"/>
                <a:ext cx="144" cy="72"/>
              </a:xfrm>
              <a:custGeom>
                <a:avLst/>
                <a:gdLst>
                  <a:gd name="T0" fmla="*/ 144 w 144"/>
                  <a:gd name="T1" fmla="*/ 72 h 72"/>
                  <a:gd name="T2" fmla="*/ 0 w 144"/>
                  <a:gd name="T3" fmla="*/ 64 h 72"/>
                  <a:gd name="T4" fmla="*/ 16 w 144"/>
                  <a:gd name="T5" fmla="*/ 32 h 72"/>
                  <a:gd name="T6" fmla="*/ 24 w 144"/>
                  <a:gd name="T7" fmla="*/ 0 h 72"/>
                  <a:gd name="T8" fmla="*/ 144 w 144"/>
                  <a:gd name="T9" fmla="*/ 72 h 72"/>
                  <a:gd name="T10" fmla="*/ 0 60000 65536"/>
                  <a:gd name="T11" fmla="*/ 0 60000 65536"/>
                  <a:gd name="T12" fmla="*/ 0 60000 65536"/>
                  <a:gd name="T13" fmla="*/ 0 60000 65536"/>
                  <a:gd name="T14" fmla="*/ 0 60000 65536"/>
                  <a:gd name="T15" fmla="*/ 0 w 144"/>
                  <a:gd name="T16" fmla="*/ 0 h 72"/>
                  <a:gd name="T17" fmla="*/ 144 w 144"/>
                  <a:gd name="T18" fmla="*/ 72 h 72"/>
                </a:gdLst>
                <a:ahLst/>
                <a:cxnLst>
                  <a:cxn ang="T10">
                    <a:pos x="T0" y="T1"/>
                  </a:cxn>
                  <a:cxn ang="T11">
                    <a:pos x="T2" y="T3"/>
                  </a:cxn>
                  <a:cxn ang="T12">
                    <a:pos x="T4" y="T5"/>
                  </a:cxn>
                  <a:cxn ang="T13">
                    <a:pos x="T6" y="T7"/>
                  </a:cxn>
                  <a:cxn ang="T14">
                    <a:pos x="T8" y="T9"/>
                  </a:cxn>
                </a:cxnLst>
                <a:rect l="T15" t="T16" r="T17" b="T18"/>
                <a:pathLst>
                  <a:path w="144" h="72">
                    <a:moveTo>
                      <a:pt x="144" y="72"/>
                    </a:moveTo>
                    <a:lnTo>
                      <a:pt x="0" y="64"/>
                    </a:lnTo>
                    <a:lnTo>
                      <a:pt x="16" y="32"/>
                    </a:lnTo>
                    <a:lnTo>
                      <a:pt x="24" y="0"/>
                    </a:lnTo>
                    <a:lnTo>
                      <a:pt x="144" y="72"/>
                    </a:lnTo>
                    <a:close/>
                  </a:path>
                </a:pathLst>
              </a:custGeom>
              <a:solidFill>
                <a:schemeClr val="bg2"/>
              </a:solidFill>
              <a:ln w="9525">
                <a:solidFill>
                  <a:schemeClr val="bg2"/>
                </a:solidFill>
                <a:round/>
                <a:headEnd/>
                <a:tailEnd/>
              </a:ln>
            </p:spPr>
            <p:txBody>
              <a:bodyPr/>
              <a:lstStyle/>
              <a:p>
                <a:endParaRPr lang="en-US"/>
              </a:p>
            </p:txBody>
          </p:sp>
          <p:sp>
            <p:nvSpPr>
              <p:cNvPr id="106547" name="Line 302"/>
              <p:cNvSpPr>
                <a:spLocks noChangeShapeType="1"/>
              </p:cNvSpPr>
              <p:nvPr/>
            </p:nvSpPr>
            <p:spPr bwMode="auto">
              <a:xfrm>
                <a:off x="1481" y="1769"/>
                <a:ext cx="774" cy="244"/>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105624" name="Oval 303"/>
            <p:cNvSpPr>
              <a:spLocks noChangeArrowheads="1"/>
            </p:cNvSpPr>
            <p:nvPr/>
          </p:nvSpPr>
          <p:spPr bwMode="auto">
            <a:xfrm>
              <a:off x="1457" y="1741"/>
              <a:ext cx="32" cy="40"/>
            </a:xfrm>
            <a:prstGeom prst="ellipse">
              <a:avLst/>
            </a:prstGeom>
            <a:solidFill>
              <a:schemeClr val="bg2"/>
            </a:solidFill>
            <a:ln w="9525">
              <a:solidFill>
                <a:schemeClr val="bg2"/>
              </a:solidFill>
              <a:round/>
              <a:headEnd/>
              <a:tailEnd/>
            </a:ln>
          </p:spPr>
          <p:txBody>
            <a:bodyPr/>
            <a:lstStyle/>
            <a:p>
              <a:endParaRPr lang="en-US"/>
            </a:p>
          </p:txBody>
        </p:sp>
        <p:sp>
          <p:nvSpPr>
            <p:cNvPr id="105625" name="Oval 304"/>
            <p:cNvSpPr>
              <a:spLocks noChangeArrowheads="1"/>
            </p:cNvSpPr>
            <p:nvPr/>
          </p:nvSpPr>
          <p:spPr bwMode="auto">
            <a:xfrm>
              <a:off x="1457" y="1741"/>
              <a:ext cx="32" cy="40"/>
            </a:xfrm>
            <a:prstGeom prst="ellipse">
              <a:avLst/>
            </a:prstGeom>
            <a:solidFill>
              <a:schemeClr val="bg2"/>
            </a:solidFill>
            <a:ln w="25400">
              <a:solidFill>
                <a:schemeClr val="bg2"/>
              </a:solidFill>
              <a:round/>
              <a:headEnd/>
              <a:tailEnd/>
            </a:ln>
          </p:spPr>
          <p:txBody>
            <a:bodyPr/>
            <a:lstStyle/>
            <a:p>
              <a:endParaRPr lang="en-US"/>
            </a:p>
          </p:txBody>
        </p:sp>
        <p:sp>
          <p:nvSpPr>
            <p:cNvPr id="105626" name="Oval 305"/>
            <p:cNvSpPr>
              <a:spLocks noChangeArrowheads="1"/>
            </p:cNvSpPr>
            <p:nvPr/>
          </p:nvSpPr>
          <p:spPr bwMode="auto">
            <a:xfrm>
              <a:off x="1457" y="2044"/>
              <a:ext cx="40" cy="40"/>
            </a:xfrm>
            <a:prstGeom prst="ellipse">
              <a:avLst/>
            </a:prstGeom>
            <a:solidFill>
              <a:schemeClr val="bg2"/>
            </a:solidFill>
            <a:ln w="9525">
              <a:solidFill>
                <a:schemeClr val="bg2"/>
              </a:solidFill>
              <a:round/>
              <a:headEnd/>
              <a:tailEnd/>
            </a:ln>
          </p:spPr>
          <p:txBody>
            <a:bodyPr/>
            <a:lstStyle/>
            <a:p>
              <a:endParaRPr lang="en-US"/>
            </a:p>
          </p:txBody>
        </p:sp>
        <p:sp>
          <p:nvSpPr>
            <p:cNvPr id="105627" name="Oval 306"/>
            <p:cNvSpPr>
              <a:spLocks noChangeArrowheads="1"/>
            </p:cNvSpPr>
            <p:nvPr/>
          </p:nvSpPr>
          <p:spPr bwMode="auto">
            <a:xfrm>
              <a:off x="1457" y="2044"/>
              <a:ext cx="40" cy="40"/>
            </a:xfrm>
            <a:prstGeom prst="ellipse">
              <a:avLst/>
            </a:prstGeom>
            <a:solidFill>
              <a:schemeClr val="bg2"/>
            </a:solidFill>
            <a:ln w="25400">
              <a:solidFill>
                <a:schemeClr val="bg2"/>
              </a:solidFill>
              <a:round/>
              <a:headEnd/>
              <a:tailEnd/>
            </a:ln>
          </p:spPr>
          <p:txBody>
            <a:bodyPr/>
            <a:lstStyle/>
            <a:p>
              <a:endParaRPr lang="en-US"/>
            </a:p>
          </p:txBody>
        </p:sp>
        <p:sp>
          <p:nvSpPr>
            <p:cNvPr id="105628" name="Oval 307"/>
            <p:cNvSpPr>
              <a:spLocks noChangeArrowheads="1"/>
            </p:cNvSpPr>
            <p:nvPr/>
          </p:nvSpPr>
          <p:spPr bwMode="auto">
            <a:xfrm>
              <a:off x="1457" y="2355"/>
              <a:ext cx="40" cy="32"/>
            </a:xfrm>
            <a:prstGeom prst="ellipse">
              <a:avLst/>
            </a:prstGeom>
            <a:solidFill>
              <a:schemeClr val="bg2"/>
            </a:solidFill>
            <a:ln w="9525">
              <a:solidFill>
                <a:schemeClr val="bg2"/>
              </a:solidFill>
              <a:round/>
              <a:headEnd/>
              <a:tailEnd/>
            </a:ln>
          </p:spPr>
          <p:txBody>
            <a:bodyPr/>
            <a:lstStyle/>
            <a:p>
              <a:endParaRPr lang="en-US"/>
            </a:p>
          </p:txBody>
        </p:sp>
        <p:sp>
          <p:nvSpPr>
            <p:cNvPr id="105629" name="Oval 308"/>
            <p:cNvSpPr>
              <a:spLocks noChangeArrowheads="1"/>
            </p:cNvSpPr>
            <p:nvPr/>
          </p:nvSpPr>
          <p:spPr bwMode="auto">
            <a:xfrm>
              <a:off x="1457" y="2355"/>
              <a:ext cx="40" cy="32"/>
            </a:xfrm>
            <a:prstGeom prst="ellipse">
              <a:avLst/>
            </a:prstGeom>
            <a:solidFill>
              <a:schemeClr val="bg2"/>
            </a:solidFill>
            <a:ln w="25400">
              <a:solidFill>
                <a:schemeClr val="bg2"/>
              </a:solidFill>
              <a:round/>
              <a:headEnd/>
              <a:tailEnd/>
            </a:ln>
          </p:spPr>
          <p:txBody>
            <a:bodyPr/>
            <a:lstStyle/>
            <a:p>
              <a:endParaRPr lang="en-US"/>
            </a:p>
          </p:txBody>
        </p:sp>
        <p:sp>
          <p:nvSpPr>
            <p:cNvPr id="105630" name="Oval 309"/>
            <p:cNvSpPr>
              <a:spLocks noChangeArrowheads="1"/>
            </p:cNvSpPr>
            <p:nvPr/>
          </p:nvSpPr>
          <p:spPr bwMode="auto">
            <a:xfrm>
              <a:off x="1457" y="2658"/>
              <a:ext cx="32" cy="32"/>
            </a:xfrm>
            <a:prstGeom prst="ellipse">
              <a:avLst/>
            </a:prstGeom>
            <a:solidFill>
              <a:schemeClr val="bg2"/>
            </a:solidFill>
            <a:ln w="9525">
              <a:solidFill>
                <a:schemeClr val="bg2"/>
              </a:solidFill>
              <a:round/>
              <a:headEnd/>
              <a:tailEnd/>
            </a:ln>
          </p:spPr>
          <p:txBody>
            <a:bodyPr/>
            <a:lstStyle/>
            <a:p>
              <a:endParaRPr lang="en-US"/>
            </a:p>
          </p:txBody>
        </p:sp>
        <p:sp>
          <p:nvSpPr>
            <p:cNvPr id="105631" name="Oval 310"/>
            <p:cNvSpPr>
              <a:spLocks noChangeArrowheads="1"/>
            </p:cNvSpPr>
            <p:nvPr/>
          </p:nvSpPr>
          <p:spPr bwMode="auto">
            <a:xfrm>
              <a:off x="1457" y="2658"/>
              <a:ext cx="32" cy="32"/>
            </a:xfrm>
            <a:prstGeom prst="ellipse">
              <a:avLst/>
            </a:prstGeom>
            <a:solidFill>
              <a:schemeClr val="bg2"/>
            </a:solidFill>
            <a:ln w="25400">
              <a:solidFill>
                <a:schemeClr val="bg2"/>
              </a:solidFill>
              <a:round/>
              <a:headEnd/>
              <a:tailEnd/>
            </a:ln>
          </p:spPr>
          <p:txBody>
            <a:bodyPr/>
            <a:lstStyle/>
            <a:p>
              <a:endParaRPr lang="en-US"/>
            </a:p>
          </p:txBody>
        </p:sp>
        <p:sp>
          <p:nvSpPr>
            <p:cNvPr id="105632" name="Oval 311"/>
            <p:cNvSpPr>
              <a:spLocks noChangeArrowheads="1"/>
            </p:cNvSpPr>
            <p:nvPr/>
          </p:nvSpPr>
          <p:spPr bwMode="auto">
            <a:xfrm>
              <a:off x="1449" y="2969"/>
              <a:ext cx="40" cy="32"/>
            </a:xfrm>
            <a:prstGeom prst="ellipse">
              <a:avLst/>
            </a:prstGeom>
            <a:solidFill>
              <a:schemeClr val="bg2"/>
            </a:solidFill>
            <a:ln w="9525">
              <a:solidFill>
                <a:schemeClr val="bg2"/>
              </a:solidFill>
              <a:round/>
              <a:headEnd/>
              <a:tailEnd/>
            </a:ln>
          </p:spPr>
          <p:txBody>
            <a:bodyPr/>
            <a:lstStyle/>
            <a:p>
              <a:endParaRPr lang="en-US"/>
            </a:p>
          </p:txBody>
        </p:sp>
        <p:sp>
          <p:nvSpPr>
            <p:cNvPr id="105633" name="Oval 312"/>
            <p:cNvSpPr>
              <a:spLocks noChangeArrowheads="1"/>
            </p:cNvSpPr>
            <p:nvPr/>
          </p:nvSpPr>
          <p:spPr bwMode="auto">
            <a:xfrm>
              <a:off x="1449" y="2969"/>
              <a:ext cx="40" cy="32"/>
            </a:xfrm>
            <a:prstGeom prst="ellipse">
              <a:avLst/>
            </a:prstGeom>
            <a:solidFill>
              <a:schemeClr val="bg2"/>
            </a:solidFill>
            <a:ln w="25400">
              <a:solidFill>
                <a:schemeClr val="bg2"/>
              </a:solidFill>
              <a:round/>
              <a:headEnd/>
              <a:tailEnd/>
            </a:ln>
          </p:spPr>
          <p:txBody>
            <a:bodyPr/>
            <a:lstStyle/>
            <a:p>
              <a:endParaRPr lang="en-US"/>
            </a:p>
          </p:txBody>
        </p:sp>
        <p:grpSp>
          <p:nvGrpSpPr>
            <p:cNvPr id="105634" name="Group 313"/>
            <p:cNvGrpSpPr>
              <a:grpSpLocks/>
            </p:cNvGrpSpPr>
            <p:nvPr/>
          </p:nvGrpSpPr>
          <p:grpSpPr bwMode="auto">
            <a:xfrm>
              <a:off x="1912" y="1741"/>
              <a:ext cx="40" cy="1260"/>
              <a:chOff x="1912" y="1741"/>
              <a:chExt cx="40" cy="1260"/>
            </a:xfrm>
          </p:grpSpPr>
          <p:sp>
            <p:nvSpPr>
              <p:cNvPr id="106536" name="Oval 314"/>
              <p:cNvSpPr>
                <a:spLocks noChangeArrowheads="1"/>
              </p:cNvSpPr>
              <p:nvPr/>
            </p:nvSpPr>
            <p:spPr bwMode="auto">
              <a:xfrm>
                <a:off x="1920" y="1741"/>
                <a:ext cx="32" cy="32"/>
              </a:xfrm>
              <a:prstGeom prst="ellipse">
                <a:avLst/>
              </a:prstGeom>
              <a:solidFill>
                <a:schemeClr val="bg2"/>
              </a:solidFill>
              <a:ln w="9525">
                <a:solidFill>
                  <a:schemeClr val="bg2"/>
                </a:solidFill>
                <a:round/>
                <a:headEnd/>
                <a:tailEnd/>
              </a:ln>
            </p:spPr>
            <p:txBody>
              <a:bodyPr/>
              <a:lstStyle/>
              <a:p>
                <a:endParaRPr lang="en-US"/>
              </a:p>
            </p:txBody>
          </p:sp>
          <p:sp>
            <p:nvSpPr>
              <p:cNvPr id="106537" name="Oval 315"/>
              <p:cNvSpPr>
                <a:spLocks noChangeArrowheads="1"/>
              </p:cNvSpPr>
              <p:nvPr/>
            </p:nvSpPr>
            <p:spPr bwMode="auto">
              <a:xfrm>
                <a:off x="1920" y="1741"/>
                <a:ext cx="32" cy="32"/>
              </a:xfrm>
              <a:prstGeom prst="ellipse">
                <a:avLst/>
              </a:prstGeom>
              <a:solidFill>
                <a:schemeClr val="bg2"/>
              </a:solidFill>
              <a:ln w="25400">
                <a:solidFill>
                  <a:schemeClr val="bg2"/>
                </a:solidFill>
                <a:round/>
                <a:headEnd/>
                <a:tailEnd/>
              </a:ln>
            </p:spPr>
            <p:txBody>
              <a:bodyPr/>
              <a:lstStyle/>
              <a:p>
                <a:endParaRPr lang="en-US"/>
              </a:p>
            </p:txBody>
          </p:sp>
          <p:sp>
            <p:nvSpPr>
              <p:cNvPr id="106538" name="Oval 316"/>
              <p:cNvSpPr>
                <a:spLocks noChangeArrowheads="1"/>
              </p:cNvSpPr>
              <p:nvPr/>
            </p:nvSpPr>
            <p:spPr bwMode="auto">
              <a:xfrm>
                <a:off x="1920" y="2044"/>
                <a:ext cx="32" cy="32"/>
              </a:xfrm>
              <a:prstGeom prst="ellipse">
                <a:avLst/>
              </a:prstGeom>
              <a:solidFill>
                <a:schemeClr val="bg2"/>
              </a:solidFill>
              <a:ln w="9525">
                <a:solidFill>
                  <a:schemeClr val="bg2"/>
                </a:solidFill>
                <a:round/>
                <a:headEnd/>
                <a:tailEnd/>
              </a:ln>
            </p:spPr>
            <p:txBody>
              <a:bodyPr/>
              <a:lstStyle/>
              <a:p>
                <a:endParaRPr lang="en-US"/>
              </a:p>
            </p:txBody>
          </p:sp>
          <p:sp>
            <p:nvSpPr>
              <p:cNvPr id="106539" name="Oval 317"/>
              <p:cNvSpPr>
                <a:spLocks noChangeArrowheads="1"/>
              </p:cNvSpPr>
              <p:nvPr/>
            </p:nvSpPr>
            <p:spPr bwMode="auto">
              <a:xfrm>
                <a:off x="1920" y="2044"/>
                <a:ext cx="32" cy="32"/>
              </a:xfrm>
              <a:prstGeom prst="ellipse">
                <a:avLst/>
              </a:prstGeom>
              <a:solidFill>
                <a:schemeClr val="bg2"/>
              </a:solidFill>
              <a:ln w="25400">
                <a:solidFill>
                  <a:schemeClr val="bg2"/>
                </a:solidFill>
                <a:round/>
                <a:headEnd/>
                <a:tailEnd/>
              </a:ln>
            </p:spPr>
            <p:txBody>
              <a:bodyPr/>
              <a:lstStyle/>
              <a:p>
                <a:endParaRPr lang="en-US"/>
              </a:p>
            </p:txBody>
          </p:sp>
          <p:sp>
            <p:nvSpPr>
              <p:cNvPr id="106540" name="Oval 318"/>
              <p:cNvSpPr>
                <a:spLocks noChangeArrowheads="1"/>
              </p:cNvSpPr>
              <p:nvPr/>
            </p:nvSpPr>
            <p:spPr bwMode="auto">
              <a:xfrm>
                <a:off x="1920" y="2347"/>
                <a:ext cx="32" cy="40"/>
              </a:xfrm>
              <a:prstGeom prst="ellipse">
                <a:avLst/>
              </a:prstGeom>
              <a:solidFill>
                <a:schemeClr val="bg2"/>
              </a:solidFill>
              <a:ln w="9525">
                <a:solidFill>
                  <a:schemeClr val="bg2"/>
                </a:solidFill>
                <a:round/>
                <a:headEnd/>
                <a:tailEnd/>
              </a:ln>
            </p:spPr>
            <p:txBody>
              <a:bodyPr/>
              <a:lstStyle/>
              <a:p>
                <a:endParaRPr lang="en-US"/>
              </a:p>
            </p:txBody>
          </p:sp>
          <p:sp>
            <p:nvSpPr>
              <p:cNvPr id="106541" name="Oval 319"/>
              <p:cNvSpPr>
                <a:spLocks noChangeArrowheads="1"/>
              </p:cNvSpPr>
              <p:nvPr/>
            </p:nvSpPr>
            <p:spPr bwMode="auto">
              <a:xfrm>
                <a:off x="1920" y="2347"/>
                <a:ext cx="32" cy="40"/>
              </a:xfrm>
              <a:prstGeom prst="ellipse">
                <a:avLst/>
              </a:prstGeom>
              <a:solidFill>
                <a:schemeClr val="bg2"/>
              </a:solidFill>
              <a:ln w="25400">
                <a:solidFill>
                  <a:schemeClr val="bg2"/>
                </a:solidFill>
                <a:round/>
                <a:headEnd/>
                <a:tailEnd/>
              </a:ln>
            </p:spPr>
            <p:txBody>
              <a:bodyPr/>
              <a:lstStyle/>
              <a:p>
                <a:endParaRPr lang="en-US"/>
              </a:p>
            </p:txBody>
          </p:sp>
          <p:sp>
            <p:nvSpPr>
              <p:cNvPr id="106542" name="Oval 320"/>
              <p:cNvSpPr>
                <a:spLocks noChangeArrowheads="1"/>
              </p:cNvSpPr>
              <p:nvPr/>
            </p:nvSpPr>
            <p:spPr bwMode="auto">
              <a:xfrm>
                <a:off x="1920" y="2658"/>
                <a:ext cx="32" cy="32"/>
              </a:xfrm>
              <a:prstGeom prst="ellipse">
                <a:avLst/>
              </a:prstGeom>
              <a:solidFill>
                <a:schemeClr val="bg2"/>
              </a:solidFill>
              <a:ln w="9525">
                <a:solidFill>
                  <a:schemeClr val="bg2"/>
                </a:solidFill>
                <a:round/>
                <a:headEnd/>
                <a:tailEnd/>
              </a:ln>
            </p:spPr>
            <p:txBody>
              <a:bodyPr/>
              <a:lstStyle/>
              <a:p>
                <a:endParaRPr lang="en-US"/>
              </a:p>
            </p:txBody>
          </p:sp>
          <p:sp>
            <p:nvSpPr>
              <p:cNvPr id="106543" name="Oval 321"/>
              <p:cNvSpPr>
                <a:spLocks noChangeArrowheads="1"/>
              </p:cNvSpPr>
              <p:nvPr/>
            </p:nvSpPr>
            <p:spPr bwMode="auto">
              <a:xfrm>
                <a:off x="1920" y="2658"/>
                <a:ext cx="32" cy="32"/>
              </a:xfrm>
              <a:prstGeom prst="ellipse">
                <a:avLst/>
              </a:prstGeom>
              <a:solidFill>
                <a:schemeClr val="bg2"/>
              </a:solidFill>
              <a:ln w="25400">
                <a:solidFill>
                  <a:schemeClr val="bg2"/>
                </a:solidFill>
                <a:round/>
                <a:headEnd/>
                <a:tailEnd/>
              </a:ln>
            </p:spPr>
            <p:txBody>
              <a:bodyPr/>
              <a:lstStyle/>
              <a:p>
                <a:endParaRPr lang="en-US"/>
              </a:p>
            </p:txBody>
          </p:sp>
          <p:sp>
            <p:nvSpPr>
              <p:cNvPr id="106544" name="Oval 322"/>
              <p:cNvSpPr>
                <a:spLocks noChangeArrowheads="1"/>
              </p:cNvSpPr>
              <p:nvPr/>
            </p:nvSpPr>
            <p:spPr bwMode="auto">
              <a:xfrm>
                <a:off x="1912" y="2961"/>
                <a:ext cx="32" cy="40"/>
              </a:xfrm>
              <a:prstGeom prst="ellipse">
                <a:avLst/>
              </a:prstGeom>
              <a:solidFill>
                <a:schemeClr val="bg2"/>
              </a:solidFill>
              <a:ln w="9525">
                <a:solidFill>
                  <a:schemeClr val="bg2"/>
                </a:solidFill>
                <a:round/>
                <a:headEnd/>
                <a:tailEnd/>
              </a:ln>
            </p:spPr>
            <p:txBody>
              <a:bodyPr/>
              <a:lstStyle/>
              <a:p>
                <a:endParaRPr lang="en-US"/>
              </a:p>
            </p:txBody>
          </p:sp>
          <p:sp>
            <p:nvSpPr>
              <p:cNvPr id="106545" name="Oval 323"/>
              <p:cNvSpPr>
                <a:spLocks noChangeArrowheads="1"/>
              </p:cNvSpPr>
              <p:nvPr/>
            </p:nvSpPr>
            <p:spPr bwMode="auto">
              <a:xfrm>
                <a:off x="1912" y="2961"/>
                <a:ext cx="32" cy="40"/>
              </a:xfrm>
              <a:prstGeom prst="ellipse">
                <a:avLst/>
              </a:prstGeom>
              <a:solidFill>
                <a:schemeClr val="bg2"/>
              </a:solidFill>
              <a:ln w="25400">
                <a:solidFill>
                  <a:schemeClr val="bg2"/>
                </a:solidFill>
                <a:round/>
                <a:headEnd/>
                <a:tailEnd/>
              </a:ln>
            </p:spPr>
            <p:txBody>
              <a:bodyPr/>
              <a:lstStyle/>
              <a:p>
                <a:endParaRPr lang="en-US"/>
              </a:p>
            </p:txBody>
          </p:sp>
        </p:grpSp>
        <p:grpSp>
          <p:nvGrpSpPr>
            <p:cNvPr id="105635" name="Group 324"/>
            <p:cNvGrpSpPr>
              <a:grpSpLocks/>
            </p:cNvGrpSpPr>
            <p:nvPr/>
          </p:nvGrpSpPr>
          <p:grpSpPr bwMode="auto">
            <a:xfrm>
              <a:off x="2375" y="1749"/>
              <a:ext cx="40" cy="1252"/>
              <a:chOff x="2375" y="1749"/>
              <a:chExt cx="40" cy="1252"/>
            </a:xfrm>
          </p:grpSpPr>
          <p:sp>
            <p:nvSpPr>
              <p:cNvPr id="106526" name="Oval 325"/>
              <p:cNvSpPr>
                <a:spLocks noChangeArrowheads="1"/>
              </p:cNvSpPr>
              <p:nvPr/>
            </p:nvSpPr>
            <p:spPr bwMode="auto">
              <a:xfrm>
                <a:off x="2375" y="1749"/>
                <a:ext cx="32" cy="32"/>
              </a:xfrm>
              <a:prstGeom prst="ellipse">
                <a:avLst/>
              </a:prstGeom>
              <a:solidFill>
                <a:schemeClr val="bg2"/>
              </a:solidFill>
              <a:ln w="9525">
                <a:solidFill>
                  <a:schemeClr val="bg2"/>
                </a:solidFill>
                <a:round/>
                <a:headEnd/>
                <a:tailEnd/>
              </a:ln>
            </p:spPr>
            <p:txBody>
              <a:bodyPr/>
              <a:lstStyle/>
              <a:p>
                <a:endParaRPr lang="en-US"/>
              </a:p>
            </p:txBody>
          </p:sp>
          <p:sp>
            <p:nvSpPr>
              <p:cNvPr id="106527" name="Oval 326"/>
              <p:cNvSpPr>
                <a:spLocks noChangeArrowheads="1"/>
              </p:cNvSpPr>
              <p:nvPr/>
            </p:nvSpPr>
            <p:spPr bwMode="auto">
              <a:xfrm>
                <a:off x="2375" y="1749"/>
                <a:ext cx="32" cy="32"/>
              </a:xfrm>
              <a:prstGeom prst="ellipse">
                <a:avLst/>
              </a:prstGeom>
              <a:solidFill>
                <a:schemeClr val="bg2"/>
              </a:solidFill>
              <a:ln w="25400">
                <a:solidFill>
                  <a:schemeClr val="bg2"/>
                </a:solidFill>
                <a:round/>
                <a:headEnd/>
                <a:tailEnd/>
              </a:ln>
            </p:spPr>
            <p:txBody>
              <a:bodyPr/>
              <a:lstStyle/>
              <a:p>
                <a:endParaRPr lang="en-US"/>
              </a:p>
            </p:txBody>
          </p:sp>
          <p:sp>
            <p:nvSpPr>
              <p:cNvPr id="106528" name="Oval 327"/>
              <p:cNvSpPr>
                <a:spLocks noChangeArrowheads="1"/>
              </p:cNvSpPr>
              <p:nvPr/>
            </p:nvSpPr>
            <p:spPr bwMode="auto">
              <a:xfrm>
                <a:off x="2383" y="2052"/>
                <a:ext cx="32" cy="32"/>
              </a:xfrm>
              <a:prstGeom prst="ellipse">
                <a:avLst/>
              </a:prstGeom>
              <a:solidFill>
                <a:schemeClr val="bg2"/>
              </a:solidFill>
              <a:ln w="9525">
                <a:solidFill>
                  <a:schemeClr val="bg2"/>
                </a:solidFill>
                <a:round/>
                <a:headEnd/>
                <a:tailEnd/>
              </a:ln>
            </p:spPr>
            <p:txBody>
              <a:bodyPr/>
              <a:lstStyle/>
              <a:p>
                <a:endParaRPr lang="en-US"/>
              </a:p>
            </p:txBody>
          </p:sp>
          <p:sp>
            <p:nvSpPr>
              <p:cNvPr id="106529" name="Oval 328"/>
              <p:cNvSpPr>
                <a:spLocks noChangeArrowheads="1"/>
              </p:cNvSpPr>
              <p:nvPr/>
            </p:nvSpPr>
            <p:spPr bwMode="auto">
              <a:xfrm>
                <a:off x="2383" y="2052"/>
                <a:ext cx="32" cy="32"/>
              </a:xfrm>
              <a:prstGeom prst="ellipse">
                <a:avLst/>
              </a:prstGeom>
              <a:solidFill>
                <a:schemeClr val="bg2"/>
              </a:solidFill>
              <a:ln w="25400">
                <a:solidFill>
                  <a:schemeClr val="bg2"/>
                </a:solidFill>
                <a:round/>
                <a:headEnd/>
                <a:tailEnd/>
              </a:ln>
            </p:spPr>
            <p:txBody>
              <a:bodyPr/>
              <a:lstStyle/>
              <a:p>
                <a:endParaRPr lang="en-US"/>
              </a:p>
            </p:txBody>
          </p:sp>
          <p:sp>
            <p:nvSpPr>
              <p:cNvPr id="106530" name="Oval 329"/>
              <p:cNvSpPr>
                <a:spLocks noChangeArrowheads="1"/>
              </p:cNvSpPr>
              <p:nvPr/>
            </p:nvSpPr>
            <p:spPr bwMode="auto">
              <a:xfrm>
                <a:off x="2383" y="2355"/>
                <a:ext cx="32" cy="32"/>
              </a:xfrm>
              <a:prstGeom prst="ellipse">
                <a:avLst/>
              </a:prstGeom>
              <a:solidFill>
                <a:schemeClr val="bg2"/>
              </a:solidFill>
              <a:ln w="9525">
                <a:solidFill>
                  <a:schemeClr val="bg2"/>
                </a:solidFill>
                <a:round/>
                <a:headEnd/>
                <a:tailEnd/>
              </a:ln>
            </p:spPr>
            <p:txBody>
              <a:bodyPr/>
              <a:lstStyle/>
              <a:p>
                <a:endParaRPr lang="en-US"/>
              </a:p>
            </p:txBody>
          </p:sp>
          <p:sp>
            <p:nvSpPr>
              <p:cNvPr id="106531" name="Oval 330"/>
              <p:cNvSpPr>
                <a:spLocks noChangeArrowheads="1"/>
              </p:cNvSpPr>
              <p:nvPr/>
            </p:nvSpPr>
            <p:spPr bwMode="auto">
              <a:xfrm>
                <a:off x="2383" y="2355"/>
                <a:ext cx="32" cy="32"/>
              </a:xfrm>
              <a:prstGeom prst="ellipse">
                <a:avLst/>
              </a:prstGeom>
              <a:solidFill>
                <a:schemeClr val="bg2"/>
              </a:solidFill>
              <a:ln w="25400">
                <a:solidFill>
                  <a:schemeClr val="bg2"/>
                </a:solidFill>
                <a:round/>
                <a:headEnd/>
                <a:tailEnd/>
              </a:ln>
            </p:spPr>
            <p:txBody>
              <a:bodyPr/>
              <a:lstStyle/>
              <a:p>
                <a:endParaRPr lang="en-US"/>
              </a:p>
            </p:txBody>
          </p:sp>
          <p:sp>
            <p:nvSpPr>
              <p:cNvPr id="106532" name="Oval 331"/>
              <p:cNvSpPr>
                <a:spLocks noChangeArrowheads="1"/>
              </p:cNvSpPr>
              <p:nvPr/>
            </p:nvSpPr>
            <p:spPr bwMode="auto">
              <a:xfrm>
                <a:off x="2375" y="2658"/>
                <a:ext cx="32" cy="40"/>
              </a:xfrm>
              <a:prstGeom prst="ellipse">
                <a:avLst/>
              </a:prstGeom>
              <a:solidFill>
                <a:schemeClr val="bg2"/>
              </a:solidFill>
              <a:ln w="9525">
                <a:solidFill>
                  <a:schemeClr val="bg2"/>
                </a:solidFill>
                <a:round/>
                <a:headEnd/>
                <a:tailEnd/>
              </a:ln>
            </p:spPr>
            <p:txBody>
              <a:bodyPr/>
              <a:lstStyle/>
              <a:p>
                <a:endParaRPr lang="en-US"/>
              </a:p>
            </p:txBody>
          </p:sp>
          <p:sp>
            <p:nvSpPr>
              <p:cNvPr id="106533" name="Oval 332"/>
              <p:cNvSpPr>
                <a:spLocks noChangeArrowheads="1"/>
              </p:cNvSpPr>
              <p:nvPr/>
            </p:nvSpPr>
            <p:spPr bwMode="auto">
              <a:xfrm>
                <a:off x="2375" y="2658"/>
                <a:ext cx="32" cy="40"/>
              </a:xfrm>
              <a:prstGeom prst="ellipse">
                <a:avLst/>
              </a:prstGeom>
              <a:solidFill>
                <a:schemeClr val="bg2"/>
              </a:solidFill>
              <a:ln w="25400">
                <a:solidFill>
                  <a:schemeClr val="bg2"/>
                </a:solidFill>
                <a:round/>
                <a:headEnd/>
                <a:tailEnd/>
              </a:ln>
            </p:spPr>
            <p:txBody>
              <a:bodyPr/>
              <a:lstStyle/>
              <a:p>
                <a:endParaRPr lang="en-US"/>
              </a:p>
            </p:txBody>
          </p:sp>
          <p:sp>
            <p:nvSpPr>
              <p:cNvPr id="106534" name="Oval 333"/>
              <p:cNvSpPr>
                <a:spLocks noChangeArrowheads="1"/>
              </p:cNvSpPr>
              <p:nvPr/>
            </p:nvSpPr>
            <p:spPr bwMode="auto">
              <a:xfrm>
                <a:off x="2375" y="2969"/>
                <a:ext cx="32" cy="32"/>
              </a:xfrm>
              <a:prstGeom prst="ellipse">
                <a:avLst/>
              </a:prstGeom>
              <a:solidFill>
                <a:schemeClr val="bg2"/>
              </a:solidFill>
              <a:ln w="9525">
                <a:solidFill>
                  <a:schemeClr val="bg2"/>
                </a:solidFill>
                <a:round/>
                <a:headEnd/>
                <a:tailEnd/>
              </a:ln>
            </p:spPr>
            <p:txBody>
              <a:bodyPr/>
              <a:lstStyle/>
              <a:p>
                <a:endParaRPr lang="en-US"/>
              </a:p>
            </p:txBody>
          </p:sp>
          <p:sp>
            <p:nvSpPr>
              <p:cNvPr id="106535" name="Oval 334"/>
              <p:cNvSpPr>
                <a:spLocks noChangeArrowheads="1"/>
              </p:cNvSpPr>
              <p:nvPr/>
            </p:nvSpPr>
            <p:spPr bwMode="auto">
              <a:xfrm>
                <a:off x="2375" y="2969"/>
                <a:ext cx="32" cy="32"/>
              </a:xfrm>
              <a:prstGeom prst="ellipse">
                <a:avLst/>
              </a:prstGeom>
              <a:solidFill>
                <a:schemeClr val="bg2"/>
              </a:solidFill>
              <a:ln w="25400">
                <a:solidFill>
                  <a:schemeClr val="bg2"/>
                </a:solidFill>
                <a:round/>
                <a:headEnd/>
                <a:tailEnd/>
              </a:ln>
            </p:spPr>
            <p:txBody>
              <a:bodyPr/>
              <a:lstStyle/>
              <a:p>
                <a:endParaRPr lang="en-US"/>
              </a:p>
            </p:txBody>
          </p:sp>
        </p:grpSp>
        <p:grpSp>
          <p:nvGrpSpPr>
            <p:cNvPr id="105636" name="Group 335"/>
            <p:cNvGrpSpPr>
              <a:grpSpLocks/>
            </p:cNvGrpSpPr>
            <p:nvPr/>
          </p:nvGrpSpPr>
          <p:grpSpPr bwMode="auto">
            <a:xfrm>
              <a:off x="1489" y="2076"/>
              <a:ext cx="431" cy="284"/>
              <a:chOff x="1489" y="2076"/>
              <a:chExt cx="431" cy="284"/>
            </a:xfrm>
          </p:grpSpPr>
          <p:sp>
            <p:nvSpPr>
              <p:cNvPr id="106524" name="Freeform 336"/>
              <p:cNvSpPr>
                <a:spLocks/>
              </p:cNvSpPr>
              <p:nvPr/>
            </p:nvSpPr>
            <p:spPr bwMode="auto">
              <a:xfrm>
                <a:off x="1784" y="2076"/>
                <a:ext cx="136" cy="96"/>
              </a:xfrm>
              <a:custGeom>
                <a:avLst/>
                <a:gdLst>
                  <a:gd name="T0" fmla="*/ 136 w 136"/>
                  <a:gd name="T1" fmla="*/ 0 h 96"/>
                  <a:gd name="T2" fmla="*/ 40 w 136"/>
                  <a:gd name="T3" fmla="*/ 96 h 96"/>
                  <a:gd name="T4" fmla="*/ 24 w 136"/>
                  <a:gd name="T5" fmla="*/ 72 h 96"/>
                  <a:gd name="T6" fmla="*/ 0 w 136"/>
                  <a:gd name="T7" fmla="*/ 40 h 96"/>
                  <a:gd name="T8" fmla="*/ 136 w 136"/>
                  <a:gd name="T9" fmla="*/ 0 h 96"/>
                  <a:gd name="T10" fmla="*/ 0 60000 65536"/>
                  <a:gd name="T11" fmla="*/ 0 60000 65536"/>
                  <a:gd name="T12" fmla="*/ 0 60000 65536"/>
                  <a:gd name="T13" fmla="*/ 0 60000 65536"/>
                  <a:gd name="T14" fmla="*/ 0 60000 65536"/>
                  <a:gd name="T15" fmla="*/ 0 w 136"/>
                  <a:gd name="T16" fmla="*/ 0 h 96"/>
                  <a:gd name="T17" fmla="*/ 136 w 136"/>
                  <a:gd name="T18" fmla="*/ 96 h 96"/>
                </a:gdLst>
                <a:ahLst/>
                <a:cxnLst>
                  <a:cxn ang="T10">
                    <a:pos x="T0" y="T1"/>
                  </a:cxn>
                  <a:cxn ang="T11">
                    <a:pos x="T2" y="T3"/>
                  </a:cxn>
                  <a:cxn ang="T12">
                    <a:pos x="T4" y="T5"/>
                  </a:cxn>
                  <a:cxn ang="T13">
                    <a:pos x="T6" y="T7"/>
                  </a:cxn>
                  <a:cxn ang="T14">
                    <a:pos x="T8" y="T9"/>
                  </a:cxn>
                </a:cxnLst>
                <a:rect l="T15" t="T16" r="T17" b="T18"/>
                <a:pathLst>
                  <a:path w="136" h="96">
                    <a:moveTo>
                      <a:pt x="136" y="0"/>
                    </a:moveTo>
                    <a:lnTo>
                      <a:pt x="40" y="96"/>
                    </a:lnTo>
                    <a:lnTo>
                      <a:pt x="24" y="72"/>
                    </a:lnTo>
                    <a:lnTo>
                      <a:pt x="0" y="40"/>
                    </a:lnTo>
                    <a:lnTo>
                      <a:pt x="136" y="0"/>
                    </a:lnTo>
                    <a:close/>
                  </a:path>
                </a:pathLst>
              </a:custGeom>
              <a:solidFill>
                <a:schemeClr val="bg2"/>
              </a:solidFill>
              <a:ln w="9525">
                <a:solidFill>
                  <a:schemeClr val="bg2"/>
                </a:solidFill>
                <a:round/>
                <a:headEnd/>
                <a:tailEnd/>
              </a:ln>
            </p:spPr>
            <p:txBody>
              <a:bodyPr/>
              <a:lstStyle/>
              <a:p>
                <a:endParaRPr lang="en-US"/>
              </a:p>
            </p:txBody>
          </p:sp>
          <p:sp>
            <p:nvSpPr>
              <p:cNvPr id="106525" name="Line 337"/>
              <p:cNvSpPr>
                <a:spLocks noChangeShapeType="1"/>
              </p:cNvSpPr>
              <p:nvPr/>
            </p:nvSpPr>
            <p:spPr bwMode="auto">
              <a:xfrm flipV="1">
                <a:off x="1489" y="2143"/>
                <a:ext cx="327" cy="217"/>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5637" name="Group 338"/>
            <p:cNvGrpSpPr>
              <a:grpSpLocks/>
            </p:cNvGrpSpPr>
            <p:nvPr/>
          </p:nvGrpSpPr>
          <p:grpSpPr bwMode="auto">
            <a:xfrm>
              <a:off x="1489" y="1733"/>
              <a:ext cx="423" cy="56"/>
              <a:chOff x="1489" y="1733"/>
              <a:chExt cx="423" cy="56"/>
            </a:xfrm>
          </p:grpSpPr>
          <p:sp>
            <p:nvSpPr>
              <p:cNvPr id="106516" name="Freeform 339"/>
              <p:cNvSpPr>
                <a:spLocks/>
              </p:cNvSpPr>
              <p:nvPr/>
            </p:nvSpPr>
            <p:spPr bwMode="auto">
              <a:xfrm>
                <a:off x="1792" y="1733"/>
                <a:ext cx="120" cy="56"/>
              </a:xfrm>
              <a:custGeom>
                <a:avLst/>
                <a:gdLst>
                  <a:gd name="T0" fmla="*/ 120 w 120"/>
                  <a:gd name="T1" fmla="*/ 24 h 56"/>
                  <a:gd name="T2" fmla="*/ 0 w 120"/>
                  <a:gd name="T3" fmla="*/ 56 h 56"/>
                  <a:gd name="T4" fmla="*/ 0 w 120"/>
                  <a:gd name="T5" fmla="*/ 24 h 56"/>
                  <a:gd name="T6" fmla="*/ 0 w 120"/>
                  <a:gd name="T7" fmla="*/ 0 h 56"/>
                  <a:gd name="T8" fmla="*/ 120 w 120"/>
                  <a:gd name="T9" fmla="*/ 24 h 56"/>
                  <a:gd name="T10" fmla="*/ 0 60000 65536"/>
                  <a:gd name="T11" fmla="*/ 0 60000 65536"/>
                  <a:gd name="T12" fmla="*/ 0 60000 65536"/>
                  <a:gd name="T13" fmla="*/ 0 60000 65536"/>
                  <a:gd name="T14" fmla="*/ 0 60000 65536"/>
                  <a:gd name="T15" fmla="*/ 0 w 120"/>
                  <a:gd name="T16" fmla="*/ 0 h 56"/>
                  <a:gd name="T17" fmla="*/ 120 w 120"/>
                  <a:gd name="T18" fmla="*/ 56 h 56"/>
                </a:gdLst>
                <a:ahLst/>
                <a:cxnLst>
                  <a:cxn ang="T10">
                    <a:pos x="T0" y="T1"/>
                  </a:cxn>
                  <a:cxn ang="T11">
                    <a:pos x="T2" y="T3"/>
                  </a:cxn>
                  <a:cxn ang="T12">
                    <a:pos x="T4" y="T5"/>
                  </a:cxn>
                  <a:cxn ang="T13">
                    <a:pos x="T6" y="T7"/>
                  </a:cxn>
                  <a:cxn ang="T14">
                    <a:pos x="T8" y="T9"/>
                  </a:cxn>
                </a:cxnLst>
                <a:rect l="T15" t="T16" r="T17" b="T18"/>
                <a:pathLst>
                  <a:path w="120" h="56">
                    <a:moveTo>
                      <a:pt x="120" y="24"/>
                    </a:moveTo>
                    <a:lnTo>
                      <a:pt x="0" y="56"/>
                    </a:lnTo>
                    <a:lnTo>
                      <a:pt x="0" y="24"/>
                    </a:lnTo>
                    <a:lnTo>
                      <a:pt x="0" y="0"/>
                    </a:lnTo>
                    <a:lnTo>
                      <a:pt x="120" y="24"/>
                    </a:lnTo>
                    <a:close/>
                  </a:path>
                </a:pathLst>
              </a:custGeom>
              <a:solidFill>
                <a:schemeClr val="bg2"/>
              </a:solidFill>
              <a:ln w="9525">
                <a:solidFill>
                  <a:schemeClr val="bg2"/>
                </a:solidFill>
                <a:round/>
                <a:headEnd/>
                <a:tailEnd/>
              </a:ln>
            </p:spPr>
            <p:txBody>
              <a:bodyPr/>
              <a:lstStyle/>
              <a:p>
                <a:endParaRPr lang="en-US"/>
              </a:p>
            </p:txBody>
          </p:sp>
          <p:grpSp>
            <p:nvGrpSpPr>
              <p:cNvPr id="106517" name="Group 340"/>
              <p:cNvGrpSpPr>
                <a:grpSpLocks/>
              </p:cNvGrpSpPr>
              <p:nvPr/>
            </p:nvGrpSpPr>
            <p:grpSpPr bwMode="auto">
              <a:xfrm>
                <a:off x="1489" y="1757"/>
                <a:ext cx="295" cy="1"/>
                <a:chOff x="1489" y="1757"/>
                <a:chExt cx="295" cy="1"/>
              </a:xfrm>
            </p:grpSpPr>
            <p:sp>
              <p:nvSpPr>
                <p:cNvPr id="106518" name="Line 341"/>
                <p:cNvSpPr>
                  <a:spLocks noChangeShapeType="1"/>
                </p:cNvSpPr>
                <p:nvPr/>
              </p:nvSpPr>
              <p:spPr bwMode="auto">
                <a:xfrm>
                  <a:off x="1489"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519" name="Line 342"/>
                <p:cNvSpPr>
                  <a:spLocks noChangeShapeType="1"/>
                </p:cNvSpPr>
                <p:nvPr/>
              </p:nvSpPr>
              <p:spPr bwMode="auto">
                <a:xfrm>
                  <a:off x="1544"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520" name="Line 343"/>
                <p:cNvSpPr>
                  <a:spLocks noChangeShapeType="1"/>
                </p:cNvSpPr>
                <p:nvPr/>
              </p:nvSpPr>
              <p:spPr bwMode="auto">
                <a:xfrm>
                  <a:off x="1600"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521" name="Line 344"/>
                <p:cNvSpPr>
                  <a:spLocks noChangeShapeType="1"/>
                </p:cNvSpPr>
                <p:nvPr/>
              </p:nvSpPr>
              <p:spPr bwMode="auto">
                <a:xfrm>
                  <a:off x="1656"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522" name="Line 345"/>
                <p:cNvSpPr>
                  <a:spLocks noChangeShapeType="1"/>
                </p:cNvSpPr>
                <p:nvPr/>
              </p:nvSpPr>
              <p:spPr bwMode="auto">
                <a:xfrm>
                  <a:off x="1712"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523" name="Line 346"/>
                <p:cNvSpPr>
                  <a:spLocks noChangeShapeType="1"/>
                </p:cNvSpPr>
                <p:nvPr/>
              </p:nvSpPr>
              <p:spPr bwMode="auto">
                <a:xfrm>
                  <a:off x="1768" y="1757"/>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5638" name="Group 347"/>
            <p:cNvGrpSpPr>
              <a:grpSpLocks/>
            </p:cNvGrpSpPr>
            <p:nvPr/>
          </p:nvGrpSpPr>
          <p:grpSpPr bwMode="auto">
            <a:xfrm>
              <a:off x="1952" y="1725"/>
              <a:ext cx="415" cy="56"/>
              <a:chOff x="1952" y="1725"/>
              <a:chExt cx="415" cy="56"/>
            </a:xfrm>
          </p:grpSpPr>
          <p:sp>
            <p:nvSpPr>
              <p:cNvPr id="106508" name="Freeform 348"/>
              <p:cNvSpPr>
                <a:spLocks/>
              </p:cNvSpPr>
              <p:nvPr/>
            </p:nvSpPr>
            <p:spPr bwMode="auto">
              <a:xfrm>
                <a:off x="2255" y="1725"/>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06509" name="Group 349"/>
              <p:cNvGrpSpPr>
                <a:grpSpLocks/>
              </p:cNvGrpSpPr>
              <p:nvPr/>
            </p:nvGrpSpPr>
            <p:grpSpPr bwMode="auto">
              <a:xfrm>
                <a:off x="1952" y="1757"/>
                <a:ext cx="295" cy="1"/>
                <a:chOff x="1952" y="1757"/>
                <a:chExt cx="295" cy="1"/>
              </a:xfrm>
            </p:grpSpPr>
            <p:sp>
              <p:nvSpPr>
                <p:cNvPr id="106510" name="Line 350"/>
                <p:cNvSpPr>
                  <a:spLocks noChangeShapeType="1"/>
                </p:cNvSpPr>
                <p:nvPr/>
              </p:nvSpPr>
              <p:spPr bwMode="auto">
                <a:xfrm>
                  <a:off x="1952"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511" name="Line 351"/>
                <p:cNvSpPr>
                  <a:spLocks noChangeShapeType="1"/>
                </p:cNvSpPr>
                <p:nvPr/>
              </p:nvSpPr>
              <p:spPr bwMode="auto">
                <a:xfrm>
                  <a:off x="2008" y="1757"/>
                  <a:ext cx="23"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512" name="Line 352"/>
                <p:cNvSpPr>
                  <a:spLocks noChangeShapeType="1"/>
                </p:cNvSpPr>
                <p:nvPr/>
              </p:nvSpPr>
              <p:spPr bwMode="auto">
                <a:xfrm>
                  <a:off x="2063"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513" name="Line 353"/>
                <p:cNvSpPr>
                  <a:spLocks noChangeShapeType="1"/>
                </p:cNvSpPr>
                <p:nvPr/>
              </p:nvSpPr>
              <p:spPr bwMode="auto">
                <a:xfrm>
                  <a:off x="2119"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514" name="Line 354"/>
                <p:cNvSpPr>
                  <a:spLocks noChangeShapeType="1"/>
                </p:cNvSpPr>
                <p:nvPr/>
              </p:nvSpPr>
              <p:spPr bwMode="auto">
                <a:xfrm>
                  <a:off x="2175"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515" name="Line 355"/>
                <p:cNvSpPr>
                  <a:spLocks noChangeShapeType="1"/>
                </p:cNvSpPr>
                <p:nvPr/>
              </p:nvSpPr>
              <p:spPr bwMode="auto">
                <a:xfrm>
                  <a:off x="2231" y="1757"/>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5639" name="Group 356"/>
            <p:cNvGrpSpPr>
              <a:grpSpLocks/>
            </p:cNvGrpSpPr>
            <p:nvPr/>
          </p:nvGrpSpPr>
          <p:grpSpPr bwMode="auto">
            <a:xfrm>
              <a:off x="1497" y="2036"/>
              <a:ext cx="415" cy="56"/>
              <a:chOff x="1497" y="2036"/>
              <a:chExt cx="415" cy="56"/>
            </a:xfrm>
          </p:grpSpPr>
          <p:sp>
            <p:nvSpPr>
              <p:cNvPr id="106500" name="Freeform 357"/>
              <p:cNvSpPr>
                <a:spLocks/>
              </p:cNvSpPr>
              <p:nvPr/>
            </p:nvSpPr>
            <p:spPr bwMode="auto">
              <a:xfrm>
                <a:off x="1800"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06501" name="Group 358"/>
              <p:cNvGrpSpPr>
                <a:grpSpLocks/>
              </p:cNvGrpSpPr>
              <p:nvPr/>
            </p:nvGrpSpPr>
            <p:grpSpPr bwMode="auto">
              <a:xfrm>
                <a:off x="1497" y="2068"/>
                <a:ext cx="295" cy="1"/>
                <a:chOff x="1497" y="2068"/>
                <a:chExt cx="295" cy="1"/>
              </a:xfrm>
            </p:grpSpPr>
            <p:sp>
              <p:nvSpPr>
                <p:cNvPr id="106502" name="Line 359"/>
                <p:cNvSpPr>
                  <a:spLocks noChangeShapeType="1"/>
                </p:cNvSpPr>
                <p:nvPr/>
              </p:nvSpPr>
              <p:spPr bwMode="auto">
                <a:xfrm>
                  <a:off x="1497" y="2068"/>
                  <a:ext cx="23"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503" name="Line 360"/>
                <p:cNvSpPr>
                  <a:spLocks noChangeShapeType="1"/>
                </p:cNvSpPr>
                <p:nvPr/>
              </p:nvSpPr>
              <p:spPr bwMode="auto">
                <a:xfrm>
                  <a:off x="1552"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504" name="Line 361"/>
                <p:cNvSpPr>
                  <a:spLocks noChangeShapeType="1"/>
                </p:cNvSpPr>
                <p:nvPr/>
              </p:nvSpPr>
              <p:spPr bwMode="auto">
                <a:xfrm>
                  <a:off x="1608"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505" name="Line 362"/>
                <p:cNvSpPr>
                  <a:spLocks noChangeShapeType="1"/>
                </p:cNvSpPr>
                <p:nvPr/>
              </p:nvSpPr>
              <p:spPr bwMode="auto">
                <a:xfrm>
                  <a:off x="1664"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506" name="Line 363"/>
                <p:cNvSpPr>
                  <a:spLocks noChangeShapeType="1"/>
                </p:cNvSpPr>
                <p:nvPr/>
              </p:nvSpPr>
              <p:spPr bwMode="auto">
                <a:xfrm>
                  <a:off x="1720"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507" name="Line 364"/>
                <p:cNvSpPr>
                  <a:spLocks noChangeShapeType="1"/>
                </p:cNvSpPr>
                <p:nvPr/>
              </p:nvSpPr>
              <p:spPr bwMode="auto">
                <a:xfrm>
                  <a:off x="1776" y="2068"/>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5640" name="Group 365"/>
            <p:cNvGrpSpPr>
              <a:grpSpLocks/>
            </p:cNvGrpSpPr>
            <p:nvPr/>
          </p:nvGrpSpPr>
          <p:grpSpPr bwMode="auto">
            <a:xfrm>
              <a:off x="1960" y="2036"/>
              <a:ext cx="423" cy="56"/>
              <a:chOff x="1960" y="2036"/>
              <a:chExt cx="423" cy="56"/>
            </a:xfrm>
          </p:grpSpPr>
          <p:sp>
            <p:nvSpPr>
              <p:cNvPr id="106492" name="Freeform 366"/>
              <p:cNvSpPr>
                <a:spLocks/>
              </p:cNvSpPr>
              <p:nvPr/>
            </p:nvSpPr>
            <p:spPr bwMode="auto">
              <a:xfrm>
                <a:off x="2271"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06493" name="Group 367"/>
              <p:cNvGrpSpPr>
                <a:grpSpLocks/>
              </p:cNvGrpSpPr>
              <p:nvPr/>
            </p:nvGrpSpPr>
            <p:grpSpPr bwMode="auto">
              <a:xfrm>
                <a:off x="1960" y="2068"/>
                <a:ext cx="303" cy="1"/>
                <a:chOff x="1960" y="2068"/>
                <a:chExt cx="303" cy="1"/>
              </a:xfrm>
            </p:grpSpPr>
            <p:sp>
              <p:nvSpPr>
                <p:cNvPr id="106494" name="Line 368"/>
                <p:cNvSpPr>
                  <a:spLocks noChangeShapeType="1"/>
                </p:cNvSpPr>
                <p:nvPr/>
              </p:nvSpPr>
              <p:spPr bwMode="auto">
                <a:xfrm>
                  <a:off x="1960"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495" name="Line 369"/>
                <p:cNvSpPr>
                  <a:spLocks noChangeShapeType="1"/>
                </p:cNvSpPr>
                <p:nvPr/>
              </p:nvSpPr>
              <p:spPr bwMode="auto">
                <a:xfrm>
                  <a:off x="2015"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496" name="Line 370"/>
                <p:cNvSpPr>
                  <a:spLocks noChangeShapeType="1"/>
                </p:cNvSpPr>
                <p:nvPr/>
              </p:nvSpPr>
              <p:spPr bwMode="auto">
                <a:xfrm>
                  <a:off x="2071"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497" name="Line 371"/>
                <p:cNvSpPr>
                  <a:spLocks noChangeShapeType="1"/>
                </p:cNvSpPr>
                <p:nvPr/>
              </p:nvSpPr>
              <p:spPr bwMode="auto">
                <a:xfrm>
                  <a:off x="2127"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498" name="Line 372"/>
                <p:cNvSpPr>
                  <a:spLocks noChangeShapeType="1"/>
                </p:cNvSpPr>
                <p:nvPr/>
              </p:nvSpPr>
              <p:spPr bwMode="auto">
                <a:xfrm>
                  <a:off x="2183"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499" name="Line 373"/>
                <p:cNvSpPr>
                  <a:spLocks noChangeShapeType="1"/>
                </p:cNvSpPr>
                <p:nvPr/>
              </p:nvSpPr>
              <p:spPr bwMode="auto">
                <a:xfrm>
                  <a:off x="2239"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5641" name="Group 374"/>
            <p:cNvGrpSpPr>
              <a:grpSpLocks/>
            </p:cNvGrpSpPr>
            <p:nvPr/>
          </p:nvGrpSpPr>
          <p:grpSpPr bwMode="auto">
            <a:xfrm>
              <a:off x="2431" y="2036"/>
              <a:ext cx="415" cy="56"/>
              <a:chOff x="2431" y="2036"/>
              <a:chExt cx="415" cy="56"/>
            </a:xfrm>
          </p:grpSpPr>
          <p:sp>
            <p:nvSpPr>
              <p:cNvPr id="106484" name="Freeform 375"/>
              <p:cNvSpPr>
                <a:spLocks/>
              </p:cNvSpPr>
              <p:nvPr/>
            </p:nvSpPr>
            <p:spPr bwMode="auto">
              <a:xfrm>
                <a:off x="2734"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06485" name="Group 376"/>
              <p:cNvGrpSpPr>
                <a:grpSpLocks/>
              </p:cNvGrpSpPr>
              <p:nvPr/>
            </p:nvGrpSpPr>
            <p:grpSpPr bwMode="auto">
              <a:xfrm>
                <a:off x="2431" y="2068"/>
                <a:ext cx="295" cy="1"/>
                <a:chOff x="2431" y="2068"/>
                <a:chExt cx="295" cy="1"/>
              </a:xfrm>
            </p:grpSpPr>
            <p:sp>
              <p:nvSpPr>
                <p:cNvPr id="106486" name="Line 377"/>
                <p:cNvSpPr>
                  <a:spLocks noChangeShapeType="1"/>
                </p:cNvSpPr>
                <p:nvPr/>
              </p:nvSpPr>
              <p:spPr bwMode="auto">
                <a:xfrm>
                  <a:off x="2431"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487" name="Line 378"/>
                <p:cNvSpPr>
                  <a:spLocks noChangeShapeType="1"/>
                </p:cNvSpPr>
                <p:nvPr/>
              </p:nvSpPr>
              <p:spPr bwMode="auto">
                <a:xfrm>
                  <a:off x="2487"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488" name="Line 379"/>
                <p:cNvSpPr>
                  <a:spLocks noChangeShapeType="1"/>
                </p:cNvSpPr>
                <p:nvPr/>
              </p:nvSpPr>
              <p:spPr bwMode="auto">
                <a:xfrm>
                  <a:off x="2542"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489" name="Line 380"/>
                <p:cNvSpPr>
                  <a:spLocks noChangeShapeType="1"/>
                </p:cNvSpPr>
                <p:nvPr/>
              </p:nvSpPr>
              <p:spPr bwMode="auto">
                <a:xfrm>
                  <a:off x="2598"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490" name="Line 381"/>
                <p:cNvSpPr>
                  <a:spLocks noChangeShapeType="1"/>
                </p:cNvSpPr>
                <p:nvPr/>
              </p:nvSpPr>
              <p:spPr bwMode="auto">
                <a:xfrm>
                  <a:off x="2654"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491" name="Line 382"/>
                <p:cNvSpPr>
                  <a:spLocks noChangeShapeType="1"/>
                </p:cNvSpPr>
                <p:nvPr/>
              </p:nvSpPr>
              <p:spPr bwMode="auto">
                <a:xfrm>
                  <a:off x="2710" y="2068"/>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5642" name="Group 383"/>
            <p:cNvGrpSpPr>
              <a:grpSpLocks/>
            </p:cNvGrpSpPr>
            <p:nvPr/>
          </p:nvGrpSpPr>
          <p:grpSpPr bwMode="auto">
            <a:xfrm>
              <a:off x="2423" y="2347"/>
              <a:ext cx="415" cy="56"/>
              <a:chOff x="2423" y="2347"/>
              <a:chExt cx="415" cy="56"/>
            </a:xfrm>
          </p:grpSpPr>
          <p:sp>
            <p:nvSpPr>
              <p:cNvPr id="106476" name="Freeform 384"/>
              <p:cNvSpPr>
                <a:spLocks/>
              </p:cNvSpPr>
              <p:nvPr/>
            </p:nvSpPr>
            <p:spPr bwMode="auto">
              <a:xfrm>
                <a:off x="2726" y="234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solidFill>
                <a:schemeClr val="bg2"/>
              </a:solidFill>
              <a:ln w="9525">
                <a:solidFill>
                  <a:schemeClr val="bg2"/>
                </a:solidFill>
                <a:round/>
                <a:headEnd/>
                <a:tailEnd/>
              </a:ln>
            </p:spPr>
            <p:txBody>
              <a:bodyPr/>
              <a:lstStyle/>
              <a:p>
                <a:endParaRPr lang="en-US"/>
              </a:p>
            </p:txBody>
          </p:sp>
          <p:grpSp>
            <p:nvGrpSpPr>
              <p:cNvPr id="106477" name="Group 385"/>
              <p:cNvGrpSpPr>
                <a:grpSpLocks/>
              </p:cNvGrpSpPr>
              <p:nvPr/>
            </p:nvGrpSpPr>
            <p:grpSpPr bwMode="auto">
              <a:xfrm>
                <a:off x="2423" y="2371"/>
                <a:ext cx="295" cy="1"/>
                <a:chOff x="2423" y="2371"/>
                <a:chExt cx="295" cy="1"/>
              </a:xfrm>
            </p:grpSpPr>
            <p:sp>
              <p:nvSpPr>
                <p:cNvPr id="106478" name="Line 386"/>
                <p:cNvSpPr>
                  <a:spLocks noChangeShapeType="1"/>
                </p:cNvSpPr>
                <p:nvPr/>
              </p:nvSpPr>
              <p:spPr bwMode="auto">
                <a:xfrm>
                  <a:off x="2423"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479" name="Line 387"/>
                <p:cNvSpPr>
                  <a:spLocks noChangeShapeType="1"/>
                </p:cNvSpPr>
                <p:nvPr/>
              </p:nvSpPr>
              <p:spPr bwMode="auto">
                <a:xfrm>
                  <a:off x="2479"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480" name="Line 388"/>
                <p:cNvSpPr>
                  <a:spLocks noChangeShapeType="1"/>
                </p:cNvSpPr>
                <p:nvPr/>
              </p:nvSpPr>
              <p:spPr bwMode="auto">
                <a:xfrm>
                  <a:off x="2534"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481" name="Line 389"/>
                <p:cNvSpPr>
                  <a:spLocks noChangeShapeType="1"/>
                </p:cNvSpPr>
                <p:nvPr/>
              </p:nvSpPr>
              <p:spPr bwMode="auto">
                <a:xfrm>
                  <a:off x="2590"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482" name="Line 390"/>
                <p:cNvSpPr>
                  <a:spLocks noChangeShapeType="1"/>
                </p:cNvSpPr>
                <p:nvPr/>
              </p:nvSpPr>
              <p:spPr bwMode="auto">
                <a:xfrm>
                  <a:off x="2646"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483" name="Line 391"/>
                <p:cNvSpPr>
                  <a:spLocks noChangeShapeType="1"/>
                </p:cNvSpPr>
                <p:nvPr/>
              </p:nvSpPr>
              <p:spPr bwMode="auto">
                <a:xfrm>
                  <a:off x="2702" y="2371"/>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5643" name="Group 392"/>
            <p:cNvGrpSpPr>
              <a:grpSpLocks/>
            </p:cNvGrpSpPr>
            <p:nvPr/>
          </p:nvGrpSpPr>
          <p:grpSpPr bwMode="auto">
            <a:xfrm>
              <a:off x="1960" y="2347"/>
              <a:ext cx="415" cy="56"/>
              <a:chOff x="1960" y="2347"/>
              <a:chExt cx="415" cy="56"/>
            </a:xfrm>
          </p:grpSpPr>
          <p:sp>
            <p:nvSpPr>
              <p:cNvPr id="106468" name="Freeform 393"/>
              <p:cNvSpPr>
                <a:spLocks/>
              </p:cNvSpPr>
              <p:nvPr/>
            </p:nvSpPr>
            <p:spPr bwMode="auto">
              <a:xfrm>
                <a:off x="2263" y="234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solidFill>
                <a:schemeClr val="bg2"/>
              </a:solidFill>
              <a:ln w="9525">
                <a:solidFill>
                  <a:schemeClr val="bg2"/>
                </a:solidFill>
                <a:round/>
                <a:headEnd/>
                <a:tailEnd/>
              </a:ln>
            </p:spPr>
            <p:txBody>
              <a:bodyPr/>
              <a:lstStyle/>
              <a:p>
                <a:endParaRPr lang="en-US"/>
              </a:p>
            </p:txBody>
          </p:sp>
          <p:grpSp>
            <p:nvGrpSpPr>
              <p:cNvPr id="106469" name="Group 394"/>
              <p:cNvGrpSpPr>
                <a:grpSpLocks/>
              </p:cNvGrpSpPr>
              <p:nvPr/>
            </p:nvGrpSpPr>
            <p:grpSpPr bwMode="auto">
              <a:xfrm>
                <a:off x="1960" y="2371"/>
                <a:ext cx="295" cy="1"/>
                <a:chOff x="1960" y="2371"/>
                <a:chExt cx="295" cy="1"/>
              </a:xfrm>
            </p:grpSpPr>
            <p:sp>
              <p:nvSpPr>
                <p:cNvPr id="106470" name="Line 395"/>
                <p:cNvSpPr>
                  <a:spLocks noChangeShapeType="1"/>
                </p:cNvSpPr>
                <p:nvPr/>
              </p:nvSpPr>
              <p:spPr bwMode="auto">
                <a:xfrm>
                  <a:off x="1960"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471" name="Line 396"/>
                <p:cNvSpPr>
                  <a:spLocks noChangeShapeType="1"/>
                </p:cNvSpPr>
                <p:nvPr/>
              </p:nvSpPr>
              <p:spPr bwMode="auto">
                <a:xfrm>
                  <a:off x="2015"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472" name="Line 397"/>
                <p:cNvSpPr>
                  <a:spLocks noChangeShapeType="1"/>
                </p:cNvSpPr>
                <p:nvPr/>
              </p:nvSpPr>
              <p:spPr bwMode="auto">
                <a:xfrm>
                  <a:off x="2071"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473" name="Line 398"/>
                <p:cNvSpPr>
                  <a:spLocks noChangeShapeType="1"/>
                </p:cNvSpPr>
                <p:nvPr/>
              </p:nvSpPr>
              <p:spPr bwMode="auto">
                <a:xfrm>
                  <a:off x="2127"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474" name="Line 399"/>
                <p:cNvSpPr>
                  <a:spLocks noChangeShapeType="1"/>
                </p:cNvSpPr>
                <p:nvPr/>
              </p:nvSpPr>
              <p:spPr bwMode="auto">
                <a:xfrm>
                  <a:off x="2183"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475" name="Line 400"/>
                <p:cNvSpPr>
                  <a:spLocks noChangeShapeType="1"/>
                </p:cNvSpPr>
                <p:nvPr/>
              </p:nvSpPr>
              <p:spPr bwMode="auto">
                <a:xfrm>
                  <a:off x="2239" y="2371"/>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5644" name="Group 401"/>
            <p:cNvGrpSpPr>
              <a:grpSpLocks/>
            </p:cNvGrpSpPr>
            <p:nvPr/>
          </p:nvGrpSpPr>
          <p:grpSpPr bwMode="auto">
            <a:xfrm>
              <a:off x="1497" y="2339"/>
              <a:ext cx="415" cy="56"/>
              <a:chOff x="1497" y="2339"/>
              <a:chExt cx="415" cy="56"/>
            </a:xfrm>
          </p:grpSpPr>
          <p:sp>
            <p:nvSpPr>
              <p:cNvPr id="106460" name="Freeform 402"/>
              <p:cNvSpPr>
                <a:spLocks/>
              </p:cNvSpPr>
              <p:nvPr/>
            </p:nvSpPr>
            <p:spPr bwMode="auto">
              <a:xfrm>
                <a:off x="1800" y="2339"/>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06461" name="Group 403"/>
              <p:cNvGrpSpPr>
                <a:grpSpLocks/>
              </p:cNvGrpSpPr>
              <p:nvPr/>
            </p:nvGrpSpPr>
            <p:grpSpPr bwMode="auto">
              <a:xfrm>
                <a:off x="1497" y="2371"/>
                <a:ext cx="295" cy="1"/>
                <a:chOff x="1497" y="2371"/>
                <a:chExt cx="295" cy="1"/>
              </a:xfrm>
            </p:grpSpPr>
            <p:sp>
              <p:nvSpPr>
                <p:cNvPr id="106462" name="Line 404"/>
                <p:cNvSpPr>
                  <a:spLocks noChangeShapeType="1"/>
                </p:cNvSpPr>
                <p:nvPr/>
              </p:nvSpPr>
              <p:spPr bwMode="auto">
                <a:xfrm>
                  <a:off x="1497" y="2371"/>
                  <a:ext cx="23"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463" name="Line 405"/>
                <p:cNvSpPr>
                  <a:spLocks noChangeShapeType="1"/>
                </p:cNvSpPr>
                <p:nvPr/>
              </p:nvSpPr>
              <p:spPr bwMode="auto">
                <a:xfrm>
                  <a:off x="1552"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464" name="Line 406"/>
                <p:cNvSpPr>
                  <a:spLocks noChangeShapeType="1"/>
                </p:cNvSpPr>
                <p:nvPr/>
              </p:nvSpPr>
              <p:spPr bwMode="auto">
                <a:xfrm>
                  <a:off x="1608"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465" name="Line 407"/>
                <p:cNvSpPr>
                  <a:spLocks noChangeShapeType="1"/>
                </p:cNvSpPr>
                <p:nvPr/>
              </p:nvSpPr>
              <p:spPr bwMode="auto">
                <a:xfrm>
                  <a:off x="1664"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466" name="Line 408"/>
                <p:cNvSpPr>
                  <a:spLocks noChangeShapeType="1"/>
                </p:cNvSpPr>
                <p:nvPr/>
              </p:nvSpPr>
              <p:spPr bwMode="auto">
                <a:xfrm>
                  <a:off x="1720"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467" name="Line 409"/>
                <p:cNvSpPr>
                  <a:spLocks noChangeShapeType="1"/>
                </p:cNvSpPr>
                <p:nvPr/>
              </p:nvSpPr>
              <p:spPr bwMode="auto">
                <a:xfrm>
                  <a:off x="1776" y="2371"/>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5645" name="Group 410"/>
            <p:cNvGrpSpPr>
              <a:grpSpLocks/>
            </p:cNvGrpSpPr>
            <p:nvPr/>
          </p:nvGrpSpPr>
          <p:grpSpPr bwMode="auto">
            <a:xfrm>
              <a:off x="1489" y="2650"/>
              <a:ext cx="423" cy="56"/>
              <a:chOff x="1489" y="2650"/>
              <a:chExt cx="423" cy="56"/>
            </a:xfrm>
          </p:grpSpPr>
          <p:sp>
            <p:nvSpPr>
              <p:cNvPr id="106452" name="Freeform 411"/>
              <p:cNvSpPr>
                <a:spLocks/>
              </p:cNvSpPr>
              <p:nvPr/>
            </p:nvSpPr>
            <p:spPr bwMode="auto">
              <a:xfrm>
                <a:off x="1792" y="2650"/>
                <a:ext cx="120" cy="56"/>
              </a:xfrm>
              <a:custGeom>
                <a:avLst/>
                <a:gdLst>
                  <a:gd name="T0" fmla="*/ 120 w 120"/>
                  <a:gd name="T1" fmla="*/ 24 h 56"/>
                  <a:gd name="T2" fmla="*/ 0 w 120"/>
                  <a:gd name="T3" fmla="*/ 56 h 56"/>
                  <a:gd name="T4" fmla="*/ 0 w 120"/>
                  <a:gd name="T5" fmla="*/ 24 h 56"/>
                  <a:gd name="T6" fmla="*/ 0 w 120"/>
                  <a:gd name="T7" fmla="*/ 0 h 56"/>
                  <a:gd name="T8" fmla="*/ 120 w 120"/>
                  <a:gd name="T9" fmla="*/ 24 h 56"/>
                  <a:gd name="T10" fmla="*/ 0 60000 65536"/>
                  <a:gd name="T11" fmla="*/ 0 60000 65536"/>
                  <a:gd name="T12" fmla="*/ 0 60000 65536"/>
                  <a:gd name="T13" fmla="*/ 0 60000 65536"/>
                  <a:gd name="T14" fmla="*/ 0 60000 65536"/>
                  <a:gd name="T15" fmla="*/ 0 w 120"/>
                  <a:gd name="T16" fmla="*/ 0 h 56"/>
                  <a:gd name="T17" fmla="*/ 120 w 120"/>
                  <a:gd name="T18" fmla="*/ 56 h 56"/>
                </a:gdLst>
                <a:ahLst/>
                <a:cxnLst>
                  <a:cxn ang="T10">
                    <a:pos x="T0" y="T1"/>
                  </a:cxn>
                  <a:cxn ang="T11">
                    <a:pos x="T2" y="T3"/>
                  </a:cxn>
                  <a:cxn ang="T12">
                    <a:pos x="T4" y="T5"/>
                  </a:cxn>
                  <a:cxn ang="T13">
                    <a:pos x="T6" y="T7"/>
                  </a:cxn>
                  <a:cxn ang="T14">
                    <a:pos x="T8" y="T9"/>
                  </a:cxn>
                </a:cxnLst>
                <a:rect l="T15" t="T16" r="T17" b="T18"/>
                <a:pathLst>
                  <a:path w="120" h="56">
                    <a:moveTo>
                      <a:pt x="120" y="24"/>
                    </a:moveTo>
                    <a:lnTo>
                      <a:pt x="0" y="56"/>
                    </a:lnTo>
                    <a:lnTo>
                      <a:pt x="0" y="24"/>
                    </a:lnTo>
                    <a:lnTo>
                      <a:pt x="0" y="0"/>
                    </a:lnTo>
                    <a:lnTo>
                      <a:pt x="120" y="24"/>
                    </a:lnTo>
                    <a:close/>
                  </a:path>
                </a:pathLst>
              </a:custGeom>
              <a:solidFill>
                <a:schemeClr val="bg2"/>
              </a:solidFill>
              <a:ln w="9525">
                <a:solidFill>
                  <a:schemeClr val="bg2"/>
                </a:solidFill>
                <a:round/>
                <a:headEnd/>
                <a:tailEnd/>
              </a:ln>
            </p:spPr>
            <p:txBody>
              <a:bodyPr/>
              <a:lstStyle/>
              <a:p>
                <a:endParaRPr lang="en-US"/>
              </a:p>
            </p:txBody>
          </p:sp>
          <p:grpSp>
            <p:nvGrpSpPr>
              <p:cNvPr id="106453" name="Group 412"/>
              <p:cNvGrpSpPr>
                <a:grpSpLocks/>
              </p:cNvGrpSpPr>
              <p:nvPr/>
            </p:nvGrpSpPr>
            <p:grpSpPr bwMode="auto">
              <a:xfrm>
                <a:off x="1489" y="2674"/>
                <a:ext cx="295" cy="1"/>
                <a:chOff x="1489" y="2674"/>
                <a:chExt cx="295" cy="1"/>
              </a:xfrm>
            </p:grpSpPr>
            <p:sp>
              <p:nvSpPr>
                <p:cNvPr id="106454" name="Line 413"/>
                <p:cNvSpPr>
                  <a:spLocks noChangeShapeType="1"/>
                </p:cNvSpPr>
                <p:nvPr/>
              </p:nvSpPr>
              <p:spPr bwMode="auto">
                <a:xfrm>
                  <a:off x="1489"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455" name="Line 414"/>
                <p:cNvSpPr>
                  <a:spLocks noChangeShapeType="1"/>
                </p:cNvSpPr>
                <p:nvPr/>
              </p:nvSpPr>
              <p:spPr bwMode="auto">
                <a:xfrm>
                  <a:off x="1544"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456" name="Line 415"/>
                <p:cNvSpPr>
                  <a:spLocks noChangeShapeType="1"/>
                </p:cNvSpPr>
                <p:nvPr/>
              </p:nvSpPr>
              <p:spPr bwMode="auto">
                <a:xfrm>
                  <a:off x="1600"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457" name="Line 416"/>
                <p:cNvSpPr>
                  <a:spLocks noChangeShapeType="1"/>
                </p:cNvSpPr>
                <p:nvPr/>
              </p:nvSpPr>
              <p:spPr bwMode="auto">
                <a:xfrm>
                  <a:off x="1656"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458" name="Line 417"/>
                <p:cNvSpPr>
                  <a:spLocks noChangeShapeType="1"/>
                </p:cNvSpPr>
                <p:nvPr/>
              </p:nvSpPr>
              <p:spPr bwMode="auto">
                <a:xfrm>
                  <a:off x="1712"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459" name="Line 418"/>
                <p:cNvSpPr>
                  <a:spLocks noChangeShapeType="1"/>
                </p:cNvSpPr>
                <p:nvPr/>
              </p:nvSpPr>
              <p:spPr bwMode="auto">
                <a:xfrm>
                  <a:off x="1768" y="2674"/>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5646" name="Group 419"/>
            <p:cNvGrpSpPr>
              <a:grpSpLocks/>
            </p:cNvGrpSpPr>
            <p:nvPr/>
          </p:nvGrpSpPr>
          <p:grpSpPr bwMode="auto">
            <a:xfrm>
              <a:off x="1968" y="2650"/>
              <a:ext cx="415" cy="56"/>
              <a:chOff x="1968" y="2650"/>
              <a:chExt cx="415" cy="56"/>
            </a:xfrm>
          </p:grpSpPr>
          <p:sp>
            <p:nvSpPr>
              <p:cNvPr id="106444" name="Freeform 420"/>
              <p:cNvSpPr>
                <a:spLocks/>
              </p:cNvSpPr>
              <p:nvPr/>
            </p:nvSpPr>
            <p:spPr bwMode="auto">
              <a:xfrm>
                <a:off x="2271" y="2650"/>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solidFill>
                <a:schemeClr val="bg2"/>
              </a:solidFill>
              <a:ln w="9525">
                <a:solidFill>
                  <a:schemeClr val="bg2"/>
                </a:solidFill>
                <a:round/>
                <a:headEnd/>
                <a:tailEnd/>
              </a:ln>
            </p:spPr>
            <p:txBody>
              <a:bodyPr/>
              <a:lstStyle/>
              <a:p>
                <a:endParaRPr lang="en-US"/>
              </a:p>
            </p:txBody>
          </p:sp>
          <p:grpSp>
            <p:nvGrpSpPr>
              <p:cNvPr id="106445" name="Group 421"/>
              <p:cNvGrpSpPr>
                <a:grpSpLocks/>
              </p:cNvGrpSpPr>
              <p:nvPr/>
            </p:nvGrpSpPr>
            <p:grpSpPr bwMode="auto">
              <a:xfrm>
                <a:off x="1968" y="2674"/>
                <a:ext cx="295" cy="1"/>
                <a:chOff x="1968" y="2674"/>
                <a:chExt cx="295" cy="1"/>
              </a:xfrm>
            </p:grpSpPr>
            <p:sp>
              <p:nvSpPr>
                <p:cNvPr id="106446" name="Line 422"/>
                <p:cNvSpPr>
                  <a:spLocks noChangeShapeType="1"/>
                </p:cNvSpPr>
                <p:nvPr/>
              </p:nvSpPr>
              <p:spPr bwMode="auto">
                <a:xfrm>
                  <a:off x="1968"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447" name="Line 423"/>
                <p:cNvSpPr>
                  <a:spLocks noChangeShapeType="1"/>
                </p:cNvSpPr>
                <p:nvPr/>
              </p:nvSpPr>
              <p:spPr bwMode="auto">
                <a:xfrm>
                  <a:off x="2023"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448" name="Line 424"/>
                <p:cNvSpPr>
                  <a:spLocks noChangeShapeType="1"/>
                </p:cNvSpPr>
                <p:nvPr/>
              </p:nvSpPr>
              <p:spPr bwMode="auto">
                <a:xfrm>
                  <a:off x="2079"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449" name="Line 425"/>
                <p:cNvSpPr>
                  <a:spLocks noChangeShapeType="1"/>
                </p:cNvSpPr>
                <p:nvPr/>
              </p:nvSpPr>
              <p:spPr bwMode="auto">
                <a:xfrm>
                  <a:off x="2135"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450" name="Line 426"/>
                <p:cNvSpPr>
                  <a:spLocks noChangeShapeType="1"/>
                </p:cNvSpPr>
                <p:nvPr/>
              </p:nvSpPr>
              <p:spPr bwMode="auto">
                <a:xfrm>
                  <a:off x="2191"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451" name="Line 427"/>
                <p:cNvSpPr>
                  <a:spLocks noChangeShapeType="1"/>
                </p:cNvSpPr>
                <p:nvPr/>
              </p:nvSpPr>
              <p:spPr bwMode="auto">
                <a:xfrm>
                  <a:off x="2247" y="2674"/>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5647" name="Group 428"/>
            <p:cNvGrpSpPr>
              <a:grpSpLocks/>
            </p:cNvGrpSpPr>
            <p:nvPr/>
          </p:nvGrpSpPr>
          <p:grpSpPr bwMode="auto">
            <a:xfrm>
              <a:off x="1489" y="2953"/>
              <a:ext cx="423" cy="56"/>
              <a:chOff x="1489" y="2953"/>
              <a:chExt cx="423" cy="56"/>
            </a:xfrm>
          </p:grpSpPr>
          <p:sp>
            <p:nvSpPr>
              <p:cNvPr id="106436" name="Freeform 429"/>
              <p:cNvSpPr>
                <a:spLocks/>
              </p:cNvSpPr>
              <p:nvPr/>
            </p:nvSpPr>
            <p:spPr bwMode="auto">
              <a:xfrm>
                <a:off x="1792" y="2953"/>
                <a:ext cx="120" cy="56"/>
              </a:xfrm>
              <a:custGeom>
                <a:avLst/>
                <a:gdLst>
                  <a:gd name="T0" fmla="*/ 120 w 120"/>
                  <a:gd name="T1" fmla="*/ 32 h 56"/>
                  <a:gd name="T2" fmla="*/ 0 w 120"/>
                  <a:gd name="T3" fmla="*/ 56 h 56"/>
                  <a:gd name="T4" fmla="*/ 0 w 120"/>
                  <a:gd name="T5" fmla="*/ 32 h 56"/>
                  <a:gd name="T6" fmla="*/ 0 w 120"/>
                  <a:gd name="T7" fmla="*/ 0 h 56"/>
                  <a:gd name="T8" fmla="*/ 120 w 120"/>
                  <a:gd name="T9" fmla="*/ 32 h 56"/>
                  <a:gd name="T10" fmla="*/ 0 60000 65536"/>
                  <a:gd name="T11" fmla="*/ 0 60000 65536"/>
                  <a:gd name="T12" fmla="*/ 0 60000 65536"/>
                  <a:gd name="T13" fmla="*/ 0 60000 65536"/>
                  <a:gd name="T14" fmla="*/ 0 60000 65536"/>
                  <a:gd name="T15" fmla="*/ 0 w 120"/>
                  <a:gd name="T16" fmla="*/ 0 h 56"/>
                  <a:gd name="T17" fmla="*/ 120 w 120"/>
                  <a:gd name="T18" fmla="*/ 56 h 56"/>
                </a:gdLst>
                <a:ahLst/>
                <a:cxnLst>
                  <a:cxn ang="T10">
                    <a:pos x="T0" y="T1"/>
                  </a:cxn>
                  <a:cxn ang="T11">
                    <a:pos x="T2" y="T3"/>
                  </a:cxn>
                  <a:cxn ang="T12">
                    <a:pos x="T4" y="T5"/>
                  </a:cxn>
                  <a:cxn ang="T13">
                    <a:pos x="T6" y="T7"/>
                  </a:cxn>
                  <a:cxn ang="T14">
                    <a:pos x="T8" y="T9"/>
                  </a:cxn>
                </a:cxnLst>
                <a:rect l="T15" t="T16" r="T17" b="T18"/>
                <a:pathLst>
                  <a:path w="120" h="56">
                    <a:moveTo>
                      <a:pt x="120" y="32"/>
                    </a:moveTo>
                    <a:lnTo>
                      <a:pt x="0" y="56"/>
                    </a:lnTo>
                    <a:lnTo>
                      <a:pt x="0" y="32"/>
                    </a:lnTo>
                    <a:lnTo>
                      <a:pt x="0" y="0"/>
                    </a:lnTo>
                    <a:lnTo>
                      <a:pt x="120" y="32"/>
                    </a:lnTo>
                    <a:close/>
                  </a:path>
                </a:pathLst>
              </a:custGeom>
              <a:solidFill>
                <a:schemeClr val="bg2"/>
              </a:solidFill>
              <a:ln w="9525">
                <a:solidFill>
                  <a:schemeClr val="bg2"/>
                </a:solidFill>
                <a:round/>
                <a:headEnd/>
                <a:tailEnd/>
              </a:ln>
            </p:spPr>
            <p:txBody>
              <a:bodyPr/>
              <a:lstStyle/>
              <a:p>
                <a:endParaRPr lang="en-US"/>
              </a:p>
            </p:txBody>
          </p:sp>
          <p:grpSp>
            <p:nvGrpSpPr>
              <p:cNvPr id="106437" name="Group 430"/>
              <p:cNvGrpSpPr>
                <a:grpSpLocks/>
              </p:cNvGrpSpPr>
              <p:nvPr/>
            </p:nvGrpSpPr>
            <p:grpSpPr bwMode="auto">
              <a:xfrm>
                <a:off x="1489" y="2985"/>
                <a:ext cx="295" cy="1"/>
                <a:chOff x="1489" y="2985"/>
                <a:chExt cx="295" cy="1"/>
              </a:xfrm>
            </p:grpSpPr>
            <p:sp>
              <p:nvSpPr>
                <p:cNvPr id="106438" name="Line 431"/>
                <p:cNvSpPr>
                  <a:spLocks noChangeShapeType="1"/>
                </p:cNvSpPr>
                <p:nvPr/>
              </p:nvSpPr>
              <p:spPr bwMode="auto">
                <a:xfrm>
                  <a:off x="1489"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439" name="Line 432"/>
                <p:cNvSpPr>
                  <a:spLocks noChangeShapeType="1"/>
                </p:cNvSpPr>
                <p:nvPr/>
              </p:nvSpPr>
              <p:spPr bwMode="auto">
                <a:xfrm>
                  <a:off x="1544"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440" name="Line 433"/>
                <p:cNvSpPr>
                  <a:spLocks noChangeShapeType="1"/>
                </p:cNvSpPr>
                <p:nvPr/>
              </p:nvSpPr>
              <p:spPr bwMode="auto">
                <a:xfrm>
                  <a:off x="1600"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441" name="Line 434"/>
                <p:cNvSpPr>
                  <a:spLocks noChangeShapeType="1"/>
                </p:cNvSpPr>
                <p:nvPr/>
              </p:nvSpPr>
              <p:spPr bwMode="auto">
                <a:xfrm>
                  <a:off x="1656"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442" name="Line 435"/>
                <p:cNvSpPr>
                  <a:spLocks noChangeShapeType="1"/>
                </p:cNvSpPr>
                <p:nvPr/>
              </p:nvSpPr>
              <p:spPr bwMode="auto">
                <a:xfrm>
                  <a:off x="1712"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443" name="Line 436"/>
                <p:cNvSpPr>
                  <a:spLocks noChangeShapeType="1"/>
                </p:cNvSpPr>
                <p:nvPr/>
              </p:nvSpPr>
              <p:spPr bwMode="auto">
                <a:xfrm>
                  <a:off x="1768" y="2985"/>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5648" name="Group 437"/>
            <p:cNvGrpSpPr>
              <a:grpSpLocks/>
            </p:cNvGrpSpPr>
            <p:nvPr/>
          </p:nvGrpSpPr>
          <p:grpSpPr bwMode="auto">
            <a:xfrm>
              <a:off x="1952" y="2953"/>
              <a:ext cx="415" cy="56"/>
              <a:chOff x="1952" y="2953"/>
              <a:chExt cx="415" cy="56"/>
            </a:xfrm>
          </p:grpSpPr>
          <p:sp>
            <p:nvSpPr>
              <p:cNvPr id="106428" name="Freeform 438"/>
              <p:cNvSpPr>
                <a:spLocks/>
              </p:cNvSpPr>
              <p:nvPr/>
            </p:nvSpPr>
            <p:spPr bwMode="auto">
              <a:xfrm>
                <a:off x="2255"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06429" name="Group 439"/>
              <p:cNvGrpSpPr>
                <a:grpSpLocks/>
              </p:cNvGrpSpPr>
              <p:nvPr/>
            </p:nvGrpSpPr>
            <p:grpSpPr bwMode="auto">
              <a:xfrm>
                <a:off x="1952" y="2985"/>
                <a:ext cx="295" cy="1"/>
                <a:chOff x="1952" y="2985"/>
                <a:chExt cx="295" cy="1"/>
              </a:xfrm>
            </p:grpSpPr>
            <p:sp>
              <p:nvSpPr>
                <p:cNvPr id="106430" name="Line 440"/>
                <p:cNvSpPr>
                  <a:spLocks noChangeShapeType="1"/>
                </p:cNvSpPr>
                <p:nvPr/>
              </p:nvSpPr>
              <p:spPr bwMode="auto">
                <a:xfrm>
                  <a:off x="1952"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431" name="Line 441"/>
                <p:cNvSpPr>
                  <a:spLocks noChangeShapeType="1"/>
                </p:cNvSpPr>
                <p:nvPr/>
              </p:nvSpPr>
              <p:spPr bwMode="auto">
                <a:xfrm>
                  <a:off x="2008" y="2985"/>
                  <a:ext cx="23"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432" name="Line 442"/>
                <p:cNvSpPr>
                  <a:spLocks noChangeShapeType="1"/>
                </p:cNvSpPr>
                <p:nvPr/>
              </p:nvSpPr>
              <p:spPr bwMode="auto">
                <a:xfrm>
                  <a:off x="2063"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433" name="Line 443"/>
                <p:cNvSpPr>
                  <a:spLocks noChangeShapeType="1"/>
                </p:cNvSpPr>
                <p:nvPr/>
              </p:nvSpPr>
              <p:spPr bwMode="auto">
                <a:xfrm>
                  <a:off x="2119"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434" name="Line 444"/>
                <p:cNvSpPr>
                  <a:spLocks noChangeShapeType="1"/>
                </p:cNvSpPr>
                <p:nvPr/>
              </p:nvSpPr>
              <p:spPr bwMode="auto">
                <a:xfrm>
                  <a:off x="2175"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435" name="Line 445"/>
                <p:cNvSpPr>
                  <a:spLocks noChangeShapeType="1"/>
                </p:cNvSpPr>
                <p:nvPr/>
              </p:nvSpPr>
              <p:spPr bwMode="auto">
                <a:xfrm>
                  <a:off x="2231" y="2985"/>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5649" name="Group 446"/>
            <p:cNvGrpSpPr>
              <a:grpSpLocks/>
            </p:cNvGrpSpPr>
            <p:nvPr/>
          </p:nvGrpSpPr>
          <p:grpSpPr bwMode="auto">
            <a:xfrm>
              <a:off x="2415" y="2953"/>
              <a:ext cx="415" cy="56"/>
              <a:chOff x="2415" y="2953"/>
              <a:chExt cx="415" cy="56"/>
            </a:xfrm>
          </p:grpSpPr>
          <p:sp>
            <p:nvSpPr>
              <p:cNvPr id="106420" name="Freeform 447"/>
              <p:cNvSpPr>
                <a:spLocks/>
              </p:cNvSpPr>
              <p:nvPr/>
            </p:nvSpPr>
            <p:spPr bwMode="auto">
              <a:xfrm>
                <a:off x="2718"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06421" name="Group 448"/>
              <p:cNvGrpSpPr>
                <a:grpSpLocks/>
              </p:cNvGrpSpPr>
              <p:nvPr/>
            </p:nvGrpSpPr>
            <p:grpSpPr bwMode="auto">
              <a:xfrm>
                <a:off x="2415" y="2985"/>
                <a:ext cx="295" cy="1"/>
                <a:chOff x="2415" y="2985"/>
                <a:chExt cx="295" cy="1"/>
              </a:xfrm>
            </p:grpSpPr>
            <p:sp>
              <p:nvSpPr>
                <p:cNvPr id="106422" name="Line 449"/>
                <p:cNvSpPr>
                  <a:spLocks noChangeShapeType="1"/>
                </p:cNvSpPr>
                <p:nvPr/>
              </p:nvSpPr>
              <p:spPr bwMode="auto">
                <a:xfrm>
                  <a:off x="2415"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423" name="Line 450"/>
                <p:cNvSpPr>
                  <a:spLocks noChangeShapeType="1"/>
                </p:cNvSpPr>
                <p:nvPr/>
              </p:nvSpPr>
              <p:spPr bwMode="auto">
                <a:xfrm>
                  <a:off x="2471"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424" name="Line 451"/>
                <p:cNvSpPr>
                  <a:spLocks noChangeShapeType="1"/>
                </p:cNvSpPr>
                <p:nvPr/>
              </p:nvSpPr>
              <p:spPr bwMode="auto">
                <a:xfrm>
                  <a:off x="2526"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425" name="Line 452"/>
                <p:cNvSpPr>
                  <a:spLocks noChangeShapeType="1"/>
                </p:cNvSpPr>
                <p:nvPr/>
              </p:nvSpPr>
              <p:spPr bwMode="auto">
                <a:xfrm>
                  <a:off x="2582"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426" name="Line 453"/>
                <p:cNvSpPr>
                  <a:spLocks noChangeShapeType="1"/>
                </p:cNvSpPr>
                <p:nvPr/>
              </p:nvSpPr>
              <p:spPr bwMode="auto">
                <a:xfrm>
                  <a:off x="2638"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427" name="Line 454"/>
                <p:cNvSpPr>
                  <a:spLocks noChangeShapeType="1"/>
                </p:cNvSpPr>
                <p:nvPr/>
              </p:nvSpPr>
              <p:spPr bwMode="auto">
                <a:xfrm>
                  <a:off x="2694" y="2985"/>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5650" name="Group 455"/>
            <p:cNvGrpSpPr>
              <a:grpSpLocks/>
            </p:cNvGrpSpPr>
            <p:nvPr/>
          </p:nvGrpSpPr>
          <p:grpSpPr bwMode="auto">
            <a:xfrm>
              <a:off x="2838" y="1741"/>
              <a:ext cx="40" cy="1260"/>
              <a:chOff x="2838" y="1741"/>
              <a:chExt cx="40" cy="1260"/>
            </a:xfrm>
          </p:grpSpPr>
          <p:sp>
            <p:nvSpPr>
              <p:cNvPr id="106410" name="Oval 456"/>
              <p:cNvSpPr>
                <a:spLocks noChangeArrowheads="1"/>
              </p:cNvSpPr>
              <p:nvPr/>
            </p:nvSpPr>
            <p:spPr bwMode="auto">
              <a:xfrm>
                <a:off x="2838" y="1741"/>
                <a:ext cx="40" cy="40"/>
              </a:xfrm>
              <a:prstGeom prst="ellipse">
                <a:avLst/>
              </a:prstGeom>
              <a:solidFill>
                <a:schemeClr val="bg2"/>
              </a:solidFill>
              <a:ln w="9525">
                <a:solidFill>
                  <a:schemeClr val="bg2"/>
                </a:solidFill>
                <a:round/>
                <a:headEnd/>
                <a:tailEnd/>
              </a:ln>
            </p:spPr>
            <p:txBody>
              <a:bodyPr/>
              <a:lstStyle/>
              <a:p>
                <a:endParaRPr lang="en-US"/>
              </a:p>
            </p:txBody>
          </p:sp>
          <p:sp>
            <p:nvSpPr>
              <p:cNvPr id="106411" name="Oval 457"/>
              <p:cNvSpPr>
                <a:spLocks noChangeArrowheads="1"/>
              </p:cNvSpPr>
              <p:nvPr/>
            </p:nvSpPr>
            <p:spPr bwMode="auto">
              <a:xfrm>
                <a:off x="2838" y="1741"/>
                <a:ext cx="40" cy="40"/>
              </a:xfrm>
              <a:prstGeom prst="ellipse">
                <a:avLst/>
              </a:prstGeom>
              <a:solidFill>
                <a:schemeClr val="bg2"/>
              </a:solidFill>
              <a:ln w="25400">
                <a:solidFill>
                  <a:schemeClr val="bg2"/>
                </a:solidFill>
                <a:round/>
                <a:headEnd/>
                <a:tailEnd/>
              </a:ln>
            </p:spPr>
            <p:txBody>
              <a:bodyPr/>
              <a:lstStyle/>
              <a:p>
                <a:endParaRPr lang="en-US"/>
              </a:p>
            </p:txBody>
          </p:sp>
          <p:sp>
            <p:nvSpPr>
              <p:cNvPr id="106412" name="Oval 458"/>
              <p:cNvSpPr>
                <a:spLocks noChangeArrowheads="1"/>
              </p:cNvSpPr>
              <p:nvPr/>
            </p:nvSpPr>
            <p:spPr bwMode="auto">
              <a:xfrm>
                <a:off x="2846" y="2044"/>
                <a:ext cx="32" cy="32"/>
              </a:xfrm>
              <a:prstGeom prst="ellipse">
                <a:avLst/>
              </a:prstGeom>
              <a:solidFill>
                <a:schemeClr val="bg2"/>
              </a:solidFill>
              <a:ln w="9525">
                <a:solidFill>
                  <a:schemeClr val="bg2"/>
                </a:solidFill>
                <a:round/>
                <a:headEnd/>
                <a:tailEnd/>
              </a:ln>
            </p:spPr>
            <p:txBody>
              <a:bodyPr/>
              <a:lstStyle/>
              <a:p>
                <a:endParaRPr lang="en-US"/>
              </a:p>
            </p:txBody>
          </p:sp>
          <p:sp>
            <p:nvSpPr>
              <p:cNvPr id="106413" name="Oval 459"/>
              <p:cNvSpPr>
                <a:spLocks noChangeArrowheads="1"/>
              </p:cNvSpPr>
              <p:nvPr/>
            </p:nvSpPr>
            <p:spPr bwMode="auto">
              <a:xfrm>
                <a:off x="2846" y="2044"/>
                <a:ext cx="32" cy="32"/>
              </a:xfrm>
              <a:prstGeom prst="ellipse">
                <a:avLst/>
              </a:prstGeom>
              <a:solidFill>
                <a:schemeClr val="bg2"/>
              </a:solidFill>
              <a:ln w="25400">
                <a:solidFill>
                  <a:schemeClr val="bg2"/>
                </a:solidFill>
                <a:round/>
                <a:headEnd/>
                <a:tailEnd/>
              </a:ln>
            </p:spPr>
            <p:txBody>
              <a:bodyPr/>
              <a:lstStyle/>
              <a:p>
                <a:endParaRPr lang="en-US"/>
              </a:p>
            </p:txBody>
          </p:sp>
          <p:sp>
            <p:nvSpPr>
              <p:cNvPr id="106414" name="Oval 460"/>
              <p:cNvSpPr>
                <a:spLocks noChangeArrowheads="1"/>
              </p:cNvSpPr>
              <p:nvPr/>
            </p:nvSpPr>
            <p:spPr bwMode="auto">
              <a:xfrm>
                <a:off x="2846" y="2355"/>
                <a:ext cx="32" cy="32"/>
              </a:xfrm>
              <a:prstGeom prst="ellipse">
                <a:avLst/>
              </a:prstGeom>
              <a:solidFill>
                <a:schemeClr val="bg2"/>
              </a:solidFill>
              <a:ln w="9525">
                <a:solidFill>
                  <a:schemeClr val="bg2"/>
                </a:solidFill>
                <a:round/>
                <a:headEnd/>
                <a:tailEnd/>
              </a:ln>
            </p:spPr>
            <p:txBody>
              <a:bodyPr/>
              <a:lstStyle/>
              <a:p>
                <a:endParaRPr lang="en-US"/>
              </a:p>
            </p:txBody>
          </p:sp>
          <p:sp>
            <p:nvSpPr>
              <p:cNvPr id="106415" name="Oval 461"/>
              <p:cNvSpPr>
                <a:spLocks noChangeArrowheads="1"/>
              </p:cNvSpPr>
              <p:nvPr/>
            </p:nvSpPr>
            <p:spPr bwMode="auto">
              <a:xfrm>
                <a:off x="2846" y="2355"/>
                <a:ext cx="32" cy="32"/>
              </a:xfrm>
              <a:prstGeom prst="ellipse">
                <a:avLst/>
              </a:prstGeom>
              <a:solidFill>
                <a:schemeClr val="bg2"/>
              </a:solidFill>
              <a:ln w="25400">
                <a:solidFill>
                  <a:schemeClr val="bg2"/>
                </a:solidFill>
                <a:round/>
                <a:headEnd/>
                <a:tailEnd/>
              </a:ln>
            </p:spPr>
            <p:txBody>
              <a:bodyPr/>
              <a:lstStyle/>
              <a:p>
                <a:endParaRPr lang="en-US"/>
              </a:p>
            </p:txBody>
          </p:sp>
          <p:sp>
            <p:nvSpPr>
              <p:cNvPr id="106416" name="Oval 462"/>
              <p:cNvSpPr>
                <a:spLocks noChangeArrowheads="1"/>
              </p:cNvSpPr>
              <p:nvPr/>
            </p:nvSpPr>
            <p:spPr bwMode="auto">
              <a:xfrm>
                <a:off x="2838" y="2658"/>
                <a:ext cx="40" cy="32"/>
              </a:xfrm>
              <a:prstGeom prst="ellipse">
                <a:avLst/>
              </a:prstGeom>
              <a:solidFill>
                <a:schemeClr val="bg2"/>
              </a:solidFill>
              <a:ln w="9525">
                <a:solidFill>
                  <a:schemeClr val="bg2"/>
                </a:solidFill>
                <a:round/>
                <a:headEnd/>
                <a:tailEnd/>
              </a:ln>
            </p:spPr>
            <p:txBody>
              <a:bodyPr/>
              <a:lstStyle/>
              <a:p>
                <a:endParaRPr lang="en-US"/>
              </a:p>
            </p:txBody>
          </p:sp>
          <p:sp>
            <p:nvSpPr>
              <p:cNvPr id="106417" name="Oval 463"/>
              <p:cNvSpPr>
                <a:spLocks noChangeArrowheads="1"/>
              </p:cNvSpPr>
              <p:nvPr/>
            </p:nvSpPr>
            <p:spPr bwMode="auto">
              <a:xfrm>
                <a:off x="2838" y="2658"/>
                <a:ext cx="40" cy="32"/>
              </a:xfrm>
              <a:prstGeom prst="ellipse">
                <a:avLst/>
              </a:prstGeom>
              <a:solidFill>
                <a:schemeClr val="bg2"/>
              </a:solidFill>
              <a:ln w="25400">
                <a:solidFill>
                  <a:schemeClr val="bg2"/>
                </a:solidFill>
                <a:round/>
                <a:headEnd/>
                <a:tailEnd/>
              </a:ln>
            </p:spPr>
            <p:txBody>
              <a:bodyPr/>
              <a:lstStyle/>
              <a:p>
                <a:endParaRPr lang="en-US"/>
              </a:p>
            </p:txBody>
          </p:sp>
          <p:sp>
            <p:nvSpPr>
              <p:cNvPr id="106418" name="Oval 464"/>
              <p:cNvSpPr>
                <a:spLocks noChangeArrowheads="1"/>
              </p:cNvSpPr>
              <p:nvPr/>
            </p:nvSpPr>
            <p:spPr bwMode="auto">
              <a:xfrm>
                <a:off x="2838" y="2969"/>
                <a:ext cx="32" cy="32"/>
              </a:xfrm>
              <a:prstGeom prst="ellipse">
                <a:avLst/>
              </a:prstGeom>
              <a:solidFill>
                <a:schemeClr val="bg2"/>
              </a:solidFill>
              <a:ln w="9525">
                <a:solidFill>
                  <a:schemeClr val="bg2"/>
                </a:solidFill>
                <a:round/>
                <a:headEnd/>
                <a:tailEnd/>
              </a:ln>
            </p:spPr>
            <p:txBody>
              <a:bodyPr/>
              <a:lstStyle/>
              <a:p>
                <a:endParaRPr lang="en-US"/>
              </a:p>
            </p:txBody>
          </p:sp>
          <p:sp>
            <p:nvSpPr>
              <p:cNvPr id="106419" name="Oval 465"/>
              <p:cNvSpPr>
                <a:spLocks noChangeArrowheads="1"/>
              </p:cNvSpPr>
              <p:nvPr/>
            </p:nvSpPr>
            <p:spPr bwMode="auto">
              <a:xfrm>
                <a:off x="2838" y="2969"/>
                <a:ext cx="32" cy="32"/>
              </a:xfrm>
              <a:prstGeom prst="ellipse">
                <a:avLst/>
              </a:prstGeom>
              <a:solidFill>
                <a:schemeClr val="bg2"/>
              </a:solidFill>
              <a:ln w="25400">
                <a:solidFill>
                  <a:schemeClr val="bg2"/>
                </a:solidFill>
                <a:round/>
                <a:headEnd/>
                <a:tailEnd/>
              </a:ln>
            </p:spPr>
            <p:txBody>
              <a:bodyPr/>
              <a:lstStyle/>
              <a:p>
                <a:endParaRPr lang="en-US"/>
              </a:p>
            </p:txBody>
          </p:sp>
        </p:grpSp>
        <p:grpSp>
          <p:nvGrpSpPr>
            <p:cNvPr id="105651" name="Group 466"/>
            <p:cNvGrpSpPr>
              <a:grpSpLocks/>
            </p:cNvGrpSpPr>
            <p:nvPr/>
          </p:nvGrpSpPr>
          <p:grpSpPr bwMode="auto">
            <a:xfrm>
              <a:off x="1912" y="3272"/>
              <a:ext cx="32" cy="335"/>
              <a:chOff x="1912" y="3272"/>
              <a:chExt cx="32" cy="335"/>
            </a:xfrm>
          </p:grpSpPr>
          <p:sp>
            <p:nvSpPr>
              <p:cNvPr id="106406" name="Oval 467"/>
              <p:cNvSpPr>
                <a:spLocks noChangeArrowheads="1"/>
              </p:cNvSpPr>
              <p:nvPr/>
            </p:nvSpPr>
            <p:spPr bwMode="auto">
              <a:xfrm>
                <a:off x="1912" y="3272"/>
                <a:ext cx="32" cy="32"/>
              </a:xfrm>
              <a:prstGeom prst="ellipse">
                <a:avLst/>
              </a:prstGeom>
              <a:solidFill>
                <a:schemeClr val="bg2"/>
              </a:solidFill>
              <a:ln w="9525">
                <a:solidFill>
                  <a:schemeClr val="bg2"/>
                </a:solidFill>
                <a:round/>
                <a:headEnd/>
                <a:tailEnd/>
              </a:ln>
            </p:spPr>
            <p:txBody>
              <a:bodyPr/>
              <a:lstStyle/>
              <a:p>
                <a:endParaRPr lang="en-US"/>
              </a:p>
            </p:txBody>
          </p:sp>
          <p:sp>
            <p:nvSpPr>
              <p:cNvPr id="106407" name="Oval 468"/>
              <p:cNvSpPr>
                <a:spLocks noChangeArrowheads="1"/>
              </p:cNvSpPr>
              <p:nvPr/>
            </p:nvSpPr>
            <p:spPr bwMode="auto">
              <a:xfrm>
                <a:off x="1912" y="3272"/>
                <a:ext cx="32" cy="32"/>
              </a:xfrm>
              <a:prstGeom prst="ellipse">
                <a:avLst/>
              </a:prstGeom>
              <a:solidFill>
                <a:schemeClr val="bg2"/>
              </a:solidFill>
              <a:ln w="25400">
                <a:solidFill>
                  <a:schemeClr val="bg2"/>
                </a:solidFill>
                <a:round/>
                <a:headEnd/>
                <a:tailEnd/>
              </a:ln>
            </p:spPr>
            <p:txBody>
              <a:bodyPr/>
              <a:lstStyle/>
              <a:p>
                <a:endParaRPr lang="en-US"/>
              </a:p>
            </p:txBody>
          </p:sp>
          <p:sp>
            <p:nvSpPr>
              <p:cNvPr id="106408" name="Oval 469"/>
              <p:cNvSpPr>
                <a:spLocks noChangeArrowheads="1"/>
              </p:cNvSpPr>
              <p:nvPr/>
            </p:nvSpPr>
            <p:spPr bwMode="auto">
              <a:xfrm>
                <a:off x="1912" y="3575"/>
                <a:ext cx="32" cy="32"/>
              </a:xfrm>
              <a:prstGeom prst="ellipse">
                <a:avLst/>
              </a:prstGeom>
              <a:solidFill>
                <a:schemeClr val="bg2"/>
              </a:solidFill>
              <a:ln w="9525">
                <a:solidFill>
                  <a:schemeClr val="bg2"/>
                </a:solidFill>
                <a:round/>
                <a:headEnd/>
                <a:tailEnd/>
              </a:ln>
            </p:spPr>
            <p:txBody>
              <a:bodyPr/>
              <a:lstStyle/>
              <a:p>
                <a:endParaRPr lang="en-US"/>
              </a:p>
            </p:txBody>
          </p:sp>
          <p:sp>
            <p:nvSpPr>
              <p:cNvPr id="106409" name="Oval 470"/>
              <p:cNvSpPr>
                <a:spLocks noChangeArrowheads="1"/>
              </p:cNvSpPr>
              <p:nvPr/>
            </p:nvSpPr>
            <p:spPr bwMode="auto">
              <a:xfrm>
                <a:off x="1912" y="3575"/>
                <a:ext cx="32" cy="32"/>
              </a:xfrm>
              <a:prstGeom prst="ellipse">
                <a:avLst/>
              </a:prstGeom>
              <a:solidFill>
                <a:schemeClr val="bg2"/>
              </a:solidFill>
              <a:ln w="25400">
                <a:solidFill>
                  <a:schemeClr val="bg2"/>
                </a:solidFill>
                <a:round/>
                <a:headEnd/>
                <a:tailEnd/>
              </a:ln>
            </p:spPr>
            <p:txBody>
              <a:bodyPr/>
              <a:lstStyle/>
              <a:p>
                <a:endParaRPr lang="en-US"/>
              </a:p>
            </p:txBody>
          </p:sp>
        </p:grpSp>
        <p:grpSp>
          <p:nvGrpSpPr>
            <p:cNvPr id="105652" name="Group 471"/>
            <p:cNvGrpSpPr>
              <a:grpSpLocks/>
            </p:cNvGrpSpPr>
            <p:nvPr/>
          </p:nvGrpSpPr>
          <p:grpSpPr bwMode="auto">
            <a:xfrm>
              <a:off x="1449" y="3272"/>
              <a:ext cx="40" cy="335"/>
              <a:chOff x="1449" y="3272"/>
              <a:chExt cx="40" cy="335"/>
            </a:xfrm>
          </p:grpSpPr>
          <p:sp>
            <p:nvSpPr>
              <p:cNvPr id="106402" name="Oval 472"/>
              <p:cNvSpPr>
                <a:spLocks noChangeArrowheads="1"/>
              </p:cNvSpPr>
              <p:nvPr/>
            </p:nvSpPr>
            <p:spPr bwMode="auto">
              <a:xfrm>
                <a:off x="1449" y="3272"/>
                <a:ext cx="40" cy="32"/>
              </a:xfrm>
              <a:prstGeom prst="ellipse">
                <a:avLst/>
              </a:prstGeom>
              <a:solidFill>
                <a:schemeClr val="bg2"/>
              </a:solidFill>
              <a:ln w="9525">
                <a:solidFill>
                  <a:schemeClr val="bg2"/>
                </a:solidFill>
                <a:round/>
                <a:headEnd/>
                <a:tailEnd/>
              </a:ln>
            </p:spPr>
            <p:txBody>
              <a:bodyPr/>
              <a:lstStyle/>
              <a:p>
                <a:endParaRPr lang="en-US"/>
              </a:p>
            </p:txBody>
          </p:sp>
          <p:sp>
            <p:nvSpPr>
              <p:cNvPr id="106403" name="Oval 473"/>
              <p:cNvSpPr>
                <a:spLocks noChangeArrowheads="1"/>
              </p:cNvSpPr>
              <p:nvPr/>
            </p:nvSpPr>
            <p:spPr bwMode="auto">
              <a:xfrm>
                <a:off x="1449" y="3272"/>
                <a:ext cx="40" cy="32"/>
              </a:xfrm>
              <a:prstGeom prst="ellipse">
                <a:avLst/>
              </a:prstGeom>
              <a:solidFill>
                <a:schemeClr val="bg2"/>
              </a:solidFill>
              <a:ln w="25400">
                <a:solidFill>
                  <a:schemeClr val="bg2"/>
                </a:solidFill>
                <a:round/>
                <a:headEnd/>
                <a:tailEnd/>
              </a:ln>
            </p:spPr>
            <p:txBody>
              <a:bodyPr/>
              <a:lstStyle/>
              <a:p>
                <a:endParaRPr lang="en-US"/>
              </a:p>
            </p:txBody>
          </p:sp>
          <p:sp>
            <p:nvSpPr>
              <p:cNvPr id="106404" name="Oval 474"/>
              <p:cNvSpPr>
                <a:spLocks noChangeArrowheads="1"/>
              </p:cNvSpPr>
              <p:nvPr/>
            </p:nvSpPr>
            <p:spPr bwMode="auto">
              <a:xfrm>
                <a:off x="1449" y="3575"/>
                <a:ext cx="40" cy="32"/>
              </a:xfrm>
              <a:prstGeom prst="ellipse">
                <a:avLst/>
              </a:prstGeom>
              <a:solidFill>
                <a:schemeClr val="bg2"/>
              </a:solidFill>
              <a:ln w="9525">
                <a:solidFill>
                  <a:schemeClr val="bg2"/>
                </a:solidFill>
                <a:round/>
                <a:headEnd/>
                <a:tailEnd/>
              </a:ln>
            </p:spPr>
            <p:txBody>
              <a:bodyPr/>
              <a:lstStyle/>
              <a:p>
                <a:endParaRPr lang="en-US"/>
              </a:p>
            </p:txBody>
          </p:sp>
          <p:sp>
            <p:nvSpPr>
              <p:cNvPr id="106405" name="Oval 475"/>
              <p:cNvSpPr>
                <a:spLocks noChangeArrowheads="1"/>
              </p:cNvSpPr>
              <p:nvPr/>
            </p:nvSpPr>
            <p:spPr bwMode="auto">
              <a:xfrm>
                <a:off x="1449" y="3575"/>
                <a:ext cx="40" cy="32"/>
              </a:xfrm>
              <a:prstGeom prst="ellipse">
                <a:avLst/>
              </a:prstGeom>
              <a:solidFill>
                <a:schemeClr val="bg2"/>
              </a:solidFill>
              <a:ln w="25400">
                <a:solidFill>
                  <a:schemeClr val="bg2"/>
                </a:solidFill>
                <a:round/>
                <a:headEnd/>
                <a:tailEnd/>
              </a:ln>
            </p:spPr>
            <p:txBody>
              <a:bodyPr/>
              <a:lstStyle/>
              <a:p>
                <a:endParaRPr lang="en-US"/>
              </a:p>
            </p:txBody>
          </p:sp>
        </p:grpSp>
        <p:grpSp>
          <p:nvGrpSpPr>
            <p:cNvPr id="105653" name="Group 476"/>
            <p:cNvGrpSpPr>
              <a:grpSpLocks/>
            </p:cNvGrpSpPr>
            <p:nvPr/>
          </p:nvGrpSpPr>
          <p:grpSpPr bwMode="auto">
            <a:xfrm>
              <a:off x="2367" y="3272"/>
              <a:ext cx="32" cy="335"/>
              <a:chOff x="2367" y="3272"/>
              <a:chExt cx="32" cy="335"/>
            </a:xfrm>
          </p:grpSpPr>
          <p:sp>
            <p:nvSpPr>
              <p:cNvPr id="106398" name="Oval 477"/>
              <p:cNvSpPr>
                <a:spLocks noChangeArrowheads="1"/>
              </p:cNvSpPr>
              <p:nvPr/>
            </p:nvSpPr>
            <p:spPr bwMode="auto">
              <a:xfrm>
                <a:off x="2367" y="3272"/>
                <a:ext cx="32" cy="32"/>
              </a:xfrm>
              <a:prstGeom prst="ellipse">
                <a:avLst/>
              </a:prstGeom>
              <a:solidFill>
                <a:schemeClr val="bg2"/>
              </a:solidFill>
              <a:ln w="9525">
                <a:solidFill>
                  <a:schemeClr val="bg2"/>
                </a:solidFill>
                <a:round/>
                <a:headEnd/>
                <a:tailEnd/>
              </a:ln>
            </p:spPr>
            <p:txBody>
              <a:bodyPr/>
              <a:lstStyle/>
              <a:p>
                <a:endParaRPr lang="en-US"/>
              </a:p>
            </p:txBody>
          </p:sp>
          <p:sp>
            <p:nvSpPr>
              <p:cNvPr id="106399" name="Oval 478"/>
              <p:cNvSpPr>
                <a:spLocks noChangeArrowheads="1"/>
              </p:cNvSpPr>
              <p:nvPr/>
            </p:nvSpPr>
            <p:spPr bwMode="auto">
              <a:xfrm>
                <a:off x="2367" y="3272"/>
                <a:ext cx="32" cy="32"/>
              </a:xfrm>
              <a:prstGeom prst="ellipse">
                <a:avLst/>
              </a:prstGeom>
              <a:solidFill>
                <a:schemeClr val="bg2"/>
              </a:solidFill>
              <a:ln w="25400">
                <a:solidFill>
                  <a:schemeClr val="bg2"/>
                </a:solidFill>
                <a:round/>
                <a:headEnd/>
                <a:tailEnd/>
              </a:ln>
            </p:spPr>
            <p:txBody>
              <a:bodyPr/>
              <a:lstStyle/>
              <a:p>
                <a:endParaRPr lang="en-US"/>
              </a:p>
            </p:txBody>
          </p:sp>
          <p:sp>
            <p:nvSpPr>
              <p:cNvPr id="106400" name="Oval 479"/>
              <p:cNvSpPr>
                <a:spLocks noChangeArrowheads="1"/>
              </p:cNvSpPr>
              <p:nvPr/>
            </p:nvSpPr>
            <p:spPr bwMode="auto">
              <a:xfrm>
                <a:off x="2367" y="3575"/>
                <a:ext cx="32" cy="32"/>
              </a:xfrm>
              <a:prstGeom prst="ellipse">
                <a:avLst/>
              </a:prstGeom>
              <a:solidFill>
                <a:schemeClr val="bg2"/>
              </a:solidFill>
              <a:ln w="9525">
                <a:solidFill>
                  <a:schemeClr val="bg2"/>
                </a:solidFill>
                <a:round/>
                <a:headEnd/>
                <a:tailEnd/>
              </a:ln>
            </p:spPr>
            <p:txBody>
              <a:bodyPr/>
              <a:lstStyle/>
              <a:p>
                <a:endParaRPr lang="en-US"/>
              </a:p>
            </p:txBody>
          </p:sp>
          <p:sp>
            <p:nvSpPr>
              <p:cNvPr id="106401" name="Oval 480"/>
              <p:cNvSpPr>
                <a:spLocks noChangeArrowheads="1"/>
              </p:cNvSpPr>
              <p:nvPr/>
            </p:nvSpPr>
            <p:spPr bwMode="auto">
              <a:xfrm>
                <a:off x="2367" y="3575"/>
                <a:ext cx="32" cy="32"/>
              </a:xfrm>
              <a:prstGeom prst="ellipse">
                <a:avLst/>
              </a:prstGeom>
              <a:solidFill>
                <a:schemeClr val="bg2"/>
              </a:solidFill>
              <a:ln w="25400">
                <a:solidFill>
                  <a:schemeClr val="bg2"/>
                </a:solidFill>
                <a:round/>
                <a:headEnd/>
                <a:tailEnd/>
              </a:ln>
            </p:spPr>
            <p:txBody>
              <a:bodyPr/>
              <a:lstStyle/>
              <a:p>
                <a:endParaRPr lang="en-US"/>
              </a:p>
            </p:txBody>
          </p:sp>
        </p:grpSp>
        <p:grpSp>
          <p:nvGrpSpPr>
            <p:cNvPr id="105654" name="Group 481"/>
            <p:cNvGrpSpPr>
              <a:grpSpLocks/>
            </p:cNvGrpSpPr>
            <p:nvPr/>
          </p:nvGrpSpPr>
          <p:grpSpPr bwMode="auto">
            <a:xfrm>
              <a:off x="2822" y="3272"/>
              <a:ext cx="40" cy="335"/>
              <a:chOff x="2822" y="3272"/>
              <a:chExt cx="40" cy="335"/>
            </a:xfrm>
          </p:grpSpPr>
          <p:sp>
            <p:nvSpPr>
              <p:cNvPr id="106394" name="Oval 482"/>
              <p:cNvSpPr>
                <a:spLocks noChangeArrowheads="1"/>
              </p:cNvSpPr>
              <p:nvPr/>
            </p:nvSpPr>
            <p:spPr bwMode="auto">
              <a:xfrm>
                <a:off x="2822" y="3272"/>
                <a:ext cx="40" cy="32"/>
              </a:xfrm>
              <a:prstGeom prst="ellipse">
                <a:avLst/>
              </a:prstGeom>
              <a:solidFill>
                <a:schemeClr val="bg2"/>
              </a:solidFill>
              <a:ln w="9525">
                <a:solidFill>
                  <a:schemeClr val="bg2"/>
                </a:solidFill>
                <a:round/>
                <a:headEnd/>
                <a:tailEnd/>
              </a:ln>
            </p:spPr>
            <p:txBody>
              <a:bodyPr/>
              <a:lstStyle/>
              <a:p>
                <a:endParaRPr lang="en-US"/>
              </a:p>
            </p:txBody>
          </p:sp>
          <p:sp>
            <p:nvSpPr>
              <p:cNvPr id="106395" name="Oval 483"/>
              <p:cNvSpPr>
                <a:spLocks noChangeArrowheads="1"/>
              </p:cNvSpPr>
              <p:nvPr/>
            </p:nvSpPr>
            <p:spPr bwMode="auto">
              <a:xfrm>
                <a:off x="2822" y="3272"/>
                <a:ext cx="40" cy="32"/>
              </a:xfrm>
              <a:prstGeom prst="ellipse">
                <a:avLst/>
              </a:prstGeom>
              <a:solidFill>
                <a:schemeClr val="bg2"/>
              </a:solidFill>
              <a:ln w="25400">
                <a:solidFill>
                  <a:schemeClr val="bg2"/>
                </a:solidFill>
                <a:round/>
                <a:headEnd/>
                <a:tailEnd/>
              </a:ln>
            </p:spPr>
            <p:txBody>
              <a:bodyPr/>
              <a:lstStyle/>
              <a:p>
                <a:endParaRPr lang="en-US"/>
              </a:p>
            </p:txBody>
          </p:sp>
          <p:sp>
            <p:nvSpPr>
              <p:cNvPr id="106396" name="Oval 484"/>
              <p:cNvSpPr>
                <a:spLocks noChangeArrowheads="1"/>
              </p:cNvSpPr>
              <p:nvPr/>
            </p:nvSpPr>
            <p:spPr bwMode="auto">
              <a:xfrm>
                <a:off x="2822" y="3575"/>
                <a:ext cx="40" cy="32"/>
              </a:xfrm>
              <a:prstGeom prst="ellipse">
                <a:avLst/>
              </a:prstGeom>
              <a:solidFill>
                <a:schemeClr val="bg2"/>
              </a:solidFill>
              <a:ln w="9525">
                <a:solidFill>
                  <a:schemeClr val="bg2"/>
                </a:solidFill>
                <a:round/>
                <a:headEnd/>
                <a:tailEnd/>
              </a:ln>
            </p:spPr>
            <p:txBody>
              <a:bodyPr/>
              <a:lstStyle/>
              <a:p>
                <a:endParaRPr lang="en-US"/>
              </a:p>
            </p:txBody>
          </p:sp>
          <p:sp>
            <p:nvSpPr>
              <p:cNvPr id="106397" name="Oval 485"/>
              <p:cNvSpPr>
                <a:spLocks noChangeArrowheads="1"/>
              </p:cNvSpPr>
              <p:nvPr/>
            </p:nvSpPr>
            <p:spPr bwMode="auto">
              <a:xfrm>
                <a:off x="2822" y="3575"/>
                <a:ext cx="40" cy="32"/>
              </a:xfrm>
              <a:prstGeom prst="ellipse">
                <a:avLst/>
              </a:prstGeom>
              <a:solidFill>
                <a:schemeClr val="bg2"/>
              </a:solidFill>
              <a:ln w="25400">
                <a:solidFill>
                  <a:schemeClr val="bg2"/>
                </a:solidFill>
                <a:round/>
                <a:headEnd/>
                <a:tailEnd/>
              </a:ln>
            </p:spPr>
            <p:txBody>
              <a:bodyPr/>
              <a:lstStyle/>
              <a:p>
                <a:endParaRPr lang="en-US"/>
              </a:p>
            </p:txBody>
          </p:sp>
        </p:grpSp>
        <p:grpSp>
          <p:nvGrpSpPr>
            <p:cNvPr id="105655" name="Group 486"/>
            <p:cNvGrpSpPr>
              <a:grpSpLocks/>
            </p:cNvGrpSpPr>
            <p:nvPr/>
          </p:nvGrpSpPr>
          <p:grpSpPr bwMode="auto">
            <a:xfrm>
              <a:off x="2415" y="2650"/>
              <a:ext cx="415" cy="56"/>
              <a:chOff x="2415" y="2650"/>
              <a:chExt cx="415" cy="56"/>
            </a:xfrm>
          </p:grpSpPr>
          <p:sp>
            <p:nvSpPr>
              <p:cNvPr id="106386" name="Freeform 487"/>
              <p:cNvSpPr>
                <a:spLocks/>
              </p:cNvSpPr>
              <p:nvPr/>
            </p:nvSpPr>
            <p:spPr bwMode="auto">
              <a:xfrm>
                <a:off x="2718" y="2650"/>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solidFill>
                <a:schemeClr val="bg2"/>
              </a:solidFill>
              <a:ln w="9525">
                <a:solidFill>
                  <a:schemeClr val="bg2"/>
                </a:solidFill>
                <a:round/>
                <a:headEnd/>
                <a:tailEnd/>
              </a:ln>
            </p:spPr>
            <p:txBody>
              <a:bodyPr/>
              <a:lstStyle/>
              <a:p>
                <a:endParaRPr lang="en-US"/>
              </a:p>
            </p:txBody>
          </p:sp>
          <p:grpSp>
            <p:nvGrpSpPr>
              <p:cNvPr id="106387" name="Group 488"/>
              <p:cNvGrpSpPr>
                <a:grpSpLocks/>
              </p:cNvGrpSpPr>
              <p:nvPr/>
            </p:nvGrpSpPr>
            <p:grpSpPr bwMode="auto">
              <a:xfrm>
                <a:off x="2415" y="2674"/>
                <a:ext cx="295" cy="1"/>
                <a:chOff x="2415" y="2674"/>
                <a:chExt cx="295" cy="1"/>
              </a:xfrm>
            </p:grpSpPr>
            <p:sp>
              <p:nvSpPr>
                <p:cNvPr id="106388" name="Line 489"/>
                <p:cNvSpPr>
                  <a:spLocks noChangeShapeType="1"/>
                </p:cNvSpPr>
                <p:nvPr/>
              </p:nvSpPr>
              <p:spPr bwMode="auto">
                <a:xfrm>
                  <a:off x="2415"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389" name="Line 490"/>
                <p:cNvSpPr>
                  <a:spLocks noChangeShapeType="1"/>
                </p:cNvSpPr>
                <p:nvPr/>
              </p:nvSpPr>
              <p:spPr bwMode="auto">
                <a:xfrm>
                  <a:off x="2471"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390" name="Line 491"/>
                <p:cNvSpPr>
                  <a:spLocks noChangeShapeType="1"/>
                </p:cNvSpPr>
                <p:nvPr/>
              </p:nvSpPr>
              <p:spPr bwMode="auto">
                <a:xfrm>
                  <a:off x="2526"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391" name="Line 492"/>
                <p:cNvSpPr>
                  <a:spLocks noChangeShapeType="1"/>
                </p:cNvSpPr>
                <p:nvPr/>
              </p:nvSpPr>
              <p:spPr bwMode="auto">
                <a:xfrm>
                  <a:off x="2582"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392" name="Line 493"/>
                <p:cNvSpPr>
                  <a:spLocks noChangeShapeType="1"/>
                </p:cNvSpPr>
                <p:nvPr/>
              </p:nvSpPr>
              <p:spPr bwMode="auto">
                <a:xfrm>
                  <a:off x="2638"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393" name="Line 494"/>
                <p:cNvSpPr>
                  <a:spLocks noChangeShapeType="1"/>
                </p:cNvSpPr>
                <p:nvPr/>
              </p:nvSpPr>
              <p:spPr bwMode="auto">
                <a:xfrm>
                  <a:off x="2694" y="2674"/>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5656" name="Group 495"/>
            <p:cNvGrpSpPr>
              <a:grpSpLocks/>
            </p:cNvGrpSpPr>
            <p:nvPr/>
          </p:nvGrpSpPr>
          <p:grpSpPr bwMode="auto">
            <a:xfrm>
              <a:off x="2415" y="1733"/>
              <a:ext cx="415" cy="56"/>
              <a:chOff x="2415" y="1733"/>
              <a:chExt cx="415" cy="56"/>
            </a:xfrm>
          </p:grpSpPr>
          <p:sp>
            <p:nvSpPr>
              <p:cNvPr id="106378" name="Freeform 496"/>
              <p:cNvSpPr>
                <a:spLocks/>
              </p:cNvSpPr>
              <p:nvPr/>
            </p:nvSpPr>
            <p:spPr bwMode="auto">
              <a:xfrm>
                <a:off x="2718" y="1733"/>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solidFill>
                <a:schemeClr val="bg2"/>
              </a:solidFill>
              <a:ln w="9525">
                <a:solidFill>
                  <a:schemeClr val="bg2"/>
                </a:solidFill>
                <a:round/>
                <a:headEnd/>
                <a:tailEnd/>
              </a:ln>
            </p:spPr>
            <p:txBody>
              <a:bodyPr/>
              <a:lstStyle/>
              <a:p>
                <a:endParaRPr lang="en-US"/>
              </a:p>
            </p:txBody>
          </p:sp>
          <p:grpSp>
            <p:nvGrpSpPr>
              <p:cNvPr id="106379" name="Group 497"/>
              <p:cNvGrpSpPr>
                <a:grpSpLocks/>
              </p:cNvGrpSpPr>
              <p:nvPr/>
            </p:nvGrpSpPr>
            <p:grpSpPr bwMode="auto">
              <a:xfrm>
                <a:off x="2415" y="1757"/>
                <a:ext cx="295" cy="1"/>
                <a:chOff x="2415" y="1757"/>
                <a:chExt cx="295" cy="1"/>
              </a:xfrm>
            </p:grpSpPr>
            <p:sp>
              <p:nvSpPr>
                <p:cNvPr id="106380" name="Line 498"/>
                <p:cNvSpPr>
                  <a:spLocks noChangeShapeType="1"/>
                </p:cNvSpPr>
                <p:nvPr/>
              </p:nvSpPr>
              <p:spPr bwMode="auto">
                <a:xfrm>
                  <a:off x="2415"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381" name="Line 499"/>
                <p:cNvSpPr>
                  <a:spLocks noChangeShapeType="1"/>
                </p:cNvSpPr>
                <p:nvPr/>
              </p:nvSpPr>
              <p:spPr bwMode="auto">
                <a:xfrm>
                  <a:off x="2471"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382" name="Line 500"/>
                <p:cNvSpPr>
                  <a:spLocks noChangeShapeType="1"/>
                </p:cNvSpPr>
                <p:nvPr/>
              </p:nvSpPr>
              <p:spPr bwMode="auto">
                <a:xfrm>
                  <a:off x="2526"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383" name="Line 501"/>
                <p:cNvSpPr>
                  <a:spLocks noChangeShapeType="1"/>
                </p:cNvSpPr>
                <p:nvPr/>
              </p:nvSpPr>
              <p:spPr bwMode="auto">
                <a:xfrm>
                  <a:off x="2582"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384" name="Line 502"/>
                <p:cNvSpPr>
                  <a:spLocks noChangeShapeType="1"/>
                </p:cNvSpPr>
                <p:nvPr/>
              </p:nvSpPr>
              <p:spPr bwMode="auto">
                <a:xfrm>
                  <a:off x="2638"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385" name="Line 503"/>
                <p:cNvSpPr>
                  <a:spLocks noChangeShapeType="1"/>
                </p:cNvSpPr>
                <p:nvPr/>
              </p:nvSpPr>
              <p:spPr bwMode="auto">
                <a:xfrm>
                  <a:off x="2694" y="1757"/>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5657" name="Group 504"/>
            <p:cNvGrpSpPr>
              <a:grpSpLocks/>
            </p:cNvGrpSpPr>
            <p:nvPr/>
          </p:nvGrpSpPr>
          <p:grpSpPr bwMode="auto">
            <a:xfrm>
              <a:off x="1489" y="3264"/>
              <a:ext cx="423" cy="56"/>
              <a:chOff x="1489" y="3264"/>
              <a:chExt cx="423" cy="56"/>
            </a:xfrm>
          </p:grpSpPr>
          <p:sp>
            <p:nvSpPr>
              <p:cNvPr id="106370" name="Freeform 505"/>
              <p:cNvSpPr>
                <a:spLocks/>
              </p:cNvSpPr>
              <p:nvPr/>
            </p:nvSpPr>
            <p:spPr bwMode="auto">
              <a:xfrm>
                <a:off x="1792" y="3264"/>
                <a:ext cx="120" cy="56"/>
              </a:xfrm>
              <a:custGeom>
                <a:avLst/>
                <a:gdLst>
                  <a:gd name="T0" fmla="*/ 120 w 120"/>
                  <a:gd name="T1" fmla="*/ 24 h 56"/>
                  <a:gd name="T2" fmla="*/ 0 w 120"/>
                  <a:gd name="T3" fmla="*/ 56 h 56"/>
                  <a:gd name="T4" fmla="*/ 0 w 120"/>
                  <a:gd name="T5" fmla="*/ 24 h 56"/>
                  <a:gd name="T6" fmla="*/ 0 w 120"/>
                  <a:gd name="T7" fmla="*/ 0 h 56"/>
                  <a:gd name="T8" fmla="*/ 120 w 120"/>
                  <a:gd name="T9" fmla="*/ 24 h 56"/>
                  <a:gd name="T10" fmla="*/ 0 60000 65536"/>
                  <a:gd name="T11" fmla="*/ 0 60000 65536"/>
                  <a:gd name="T12" fmla="*/ 0 60000 65536"/>
                  <a:gd name="T13" fmla="*/ 0 60000 65536"/>
                  <a:gd name="T14" fmla="*/ 0 60000 65536"/>
                  <a:gd name="T15" fmla="*/ 0 w 120"/>
                  <a:gd name="T16" fmla="*/ 0 h 56"/>
                  <a:gd name="T17" fmla="*/ 120 w 120"/>
                  <a:gd name="T18" fmla="*/ 56 h 56"/>
                </a:gdLst>
                <a:ahLst/>
                <a:cxnLst>
                  <a:cxn ang="T10">
                    <a:pos x="T0" y="T1"/>
                  </a:cxn>
                  <a:cxn ang="T11">
                    <a:pos x="T2" y="T3"/>
                  </a:cxn>
                  <a:cxn ang="T12">
                    <a:pos x="T4" y="T5"/>
                  </a:cxn>
                  <a:cxn ang="T13">
                    <a:pos x="T6" y="T7"/>
                  </a:cxn>
                  <a:cxn ang="T14">
                    <a:pos x="T8" y="T9"/>
                  </a:cxn>
                </a:cxnLst>
                <a:rect l="T15" t="T16" r="T17" b="T18"/>
                <a:pathLst>
                  <a:path w="120" h="56">
                    <a:moveTo>
                      <a:pt x="120" y="24"/>
                    </a:moveTo>
                    <a:lnTo>
                      <a:pt x="0" y="56"/>
                    </a:lnTo>
                    <a:lnTo>
                      <a:pt x="0" y="24"/>
                    </a:lnTo>
                    <a:lnTo>
                      <a:pt x="0" y="0"/>
                    </a:lnTo>
                    <a:lnTo>
                      <a:pt x="120" y="24"/>
                    </a:lnTo>
                    <a:close/>
                  </a:path>
                </a:pathLst>
              </a:custGeom>
              <a:solidFill>
                <a:schemeClr val="bg2"/>
              </a:solidFill>
              <a:ln w="9525">
                <a:solidFill>
                  <a:schemeClr val="bg2"/>
                </a:solidFill>
                <a:round/>
                <a:headEnd/>
                <a:tailEnd/>
              </a:ln>
            </p:spPr>
            <p:txBody>
              <a:bodyPr/>
              <a:lstStyle/>
              <a:p>
                <a:endParaRPr lang="en-US"/>
              </a:p>
            </p:txBody>
          </p:sp>
          <p:grpSp>
            <p:nvGrpSpPr>
              <p:cNvPr id="106371" name="Group 506"/>
              <p:cNvGrpSpPr>
                <a:grpSpLocks/>
              </p:cNvGrpSpPr>
              <p:nvPr/>
            </p:nvGrpSpPr>
            <p:grpSpPr bwMode="auto">
              <a:xfrm>
                <a:off x="1489" y="3288"/>
                <a:ext cx="295" cy="1"/>
                <a:chOff x="1489" y="3288"/>
                <a:chExt cx="295" cy="1"/>
              </a:xfrm>
            </p:grpSpPr>
            <p:sp>
              <p:nvSpPr>
                <p:cNvPr id="106372" name="Line 507"/>
                <p:cNvSpPr>
                  <a:spLocks noChangeShapeType="1"/>
                </p:cNvSpPr>
                <p:nvPr/>
              </p:nvSpPr>
              <p:spPr bwMode="auto">
                <a:xfrm>
                  <a:off x="1489"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373" name="Line 508"/>
                <p:cNvSpPr>
                  <a:spLocks noChangeShapeType="1"/>
                </p:cNvSpPr>
                <p:nvPr/>
              </p:nvSpPr>
              <p:spPr bwMode="auto">
                <a:xfrm>
                  <a:off x="1544"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374" name="Line 509"/>
                <p:cNvSpPr>
                  <a:spLocks noChangeShapeType="1"/>
                </p:cNvSpPr>
                <p:nvPr/>
              </p:nvSpPr>
              <p:spPr bwMode="auto">
                <a:xfrm>
                  <a:off x="1600"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375" name="Line 510"/>
                <p:cNvSpPr>
                  <a:spLocks noChangeShapeType="1"/>
                </p:cNvSpPr>
                <p:nvPr/>
              </p:nvSpPr>
              <p:spPr bwMode="auto">
                <a:xfrm>
                  <a:off x="1656"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376" name="Line 511"/>
                <p:cNvSpPr>
                  <a:spLocks noChangeShapeType="1"/>
                </p:cNvSpPr>
                <p:nvPr/>
              </p:nvSpPr>
              <p:spPr bwMode="auto">
                <a:xfrm>
                  <a:off x="1712"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377" name="Line 512"/>
                <p:cNvSpPr>
                  <a:spLocks noChangeShapeType="1"/>
                </p:cNvSpPr>
                <p:nvPr/>
              </p:nvSpPr>
              <p:spPr bwMode="auto">
                <a:xfrm>
                  <a:off x="1768" y="3288"/>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5658" name="Group 513"/>
            <p:cNvGrpSpPr>
              <a:grpSpLocks/>
            </p:cNvGrpSpPr>
            <p:nvPr/>
          </p:nvGrpSpPr>
          <p:grpSpPr bwMode="auto">
            <a:xfrm>
              <a:off x="1944" y="3256"/>
              <a:ext cx="423" cy="56"/>
              <a:chOff x="1944" y="3256"/>
              <a:chExt cx="423" cy="56"/>
            </a:xfrm>
          </p:grpSpPr>
          <p:sp>
            <p:nvSpPr>
              <p:cNvPr id="106362" name="Freeform 514"/>
              <p:cNvSpPr>
                <a:spLocks/>
              </p:cNvSpPr>
              <p:nvPr/>
            </p:nvSpPr>
            <p:spPr bwMode="auto">
              <a:xfrm>
                <a:off x="2255" y="325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06363" name="Group 515"/>
              <p:cNvGrpSpPr>
                <a:grpSpLocks/>
              </p:cNvGrpSpPr>
              <p:nvPr/>
            </p:nvGrpSpPr>
            <p:grpSpPr bwMode="auto">
              <a:xfrm>
                <a:off x="1944" y="3288"/>
                <a:ext cx="303" cy="1"/>
                <a:chOff x="1944" y="3288"/>
                <a:chExt cx="303" cy="1"/>
              </a:xfrm>
            </p:grpSpPr>
            <p:sp>
              <p:nvSpPr>
                <p:cNvPr id="106364" name="Line 516"/>
                <p:cNvSpPr>
                  <a:spLocks noChangeShapeType="1"/>
                </p:cNvSpPr>
                <p:nvPr/>
              </p:nvSpPr>
              <p:spPr bwMode="auto">
                <a:xfrm>
                  <a:off x="1944"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365" name="Line 517"/>
                <p:cNvSpPr>
                  <a:spLocks noChangeShapeType="1"/>
                </p:cNvSpPr>
                <p:nvPr/>
              </p:nvSpPr>
              <p:spPr bwMode="auto">
                <a:xfrm>
                  <a:off x="2000" y="3288"/>
                  <a:ext cx="23"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366" name="Line 518"/>
                <p:cNvSpPr>
                  <a:spLocks noChangeShapeType="1"/>
                </p:cNvSpPr>
                <p:nvPr/>
              </p:nvSpPr>
              <p:spPr bwMode="auto">
                <a:xfrm>
                  <a:off x="2055"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367" name="Line 519"/>
                <p:cNvSpPr>
                  <a:spLocks noChangeShapeType="1"/>
                </p:cNvSpPr>
                <p:nvPr/>
              </p:nvSpPr>
              <p:spPr bwMode="auto">
                <a:xfrm>
                  <a:off x="2111"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368" name="Line 520"/>
                <p:cNvSpPr>
                  <a:spLocks noChangeShapeType="1"/>
                </p:cNvSpPr>
                <p:nvPr/>
              </p:nvSpPr>
              <p:spPr bwMode="auto">
                <a:xfrm>
                  <a:off x="2167"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369" name="Line 521"/>
                <p:cNvSpPr>
                  <a:spLocks noChangeShapeType="1"/>
                </p:cNvSpPr>
                <p:nvPr/>
              </p:nvSpPr>
              <p:spPr bwMode="auto">
                <a:xfrm>
                  <a:off x="2223"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5659" name="Group 522"/>
            <p:cNvGrpSpPr>
              <a:grpSpLocks/>
            </p:cNvGrpSpPr>
            <p:nvPr/>
          </p:nvGrpSpPr>
          <p:grpSpPr bwMode="auto">
            <a:xfrm>
              <a:off x="2415" y="3256"/>
              <a:ext cx="415" cy="56"/>
              <a:chOff x="2415" y="3256"/>
              <a:chExt cx="415" cy="56"/>
            </a:xfrm>
          </p:grpSpPr>
          <p:sp>
            <p:nvSpPr>
              <p:cNvPr id="106354" name="Freeform 523"/>
              <p:cNvSpPr>
                <a:spLocks/>
              </p:cNvSpPr>
              <p:nvPr/>
            </p:nvSpPr>
            <p:spPr bwMode="auto">
              <a:xfrm>
                <a:off x="2718" y="325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06355" name="Group 524"/>
              <p:cNvGrpSpPr>
                <a:grpSpLocks/>
              </p:cNvGrpSpPr>
              <p:nvPr/>
            </p:nvGrpSpPr>
            <p:grpSpPr bwMode="auto">
              <a:xfrm>
                <a:off x="2415" y="3288"/>
                <a:ext cx="295" cy="1"/>
                <a:chOff x="2415" y="3288"/>
                <a:chExt cx="295" cy="1"/>
              </a:xfrm>
            </p:grpSpPr>
            <p:sp>
              <p:nvSpPr>
                <p:cNvPr id="106356" name="Line 525"/>
                <p:cNvSpPr>
                  <a:spLocks noChangeShapeType="1"/>
                </p:cNvSpPr>
                <p:nvPr/>
              </p:nvSpPr>
              <p:spPr bwMode="auto">
                <a:xfrm>
                  <a:off x="2415"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357" name="Line 526"/>
                <p:cNvSpPr>
                  <a:spLocks noChangeShapeType="1"/>
                </p:cNvSpPr>
                <p:nvPr/>
              </p:nvSpPr>
              <p:spPr bwMode="auto">
                <a:xfrm>
                  <a:off x="2471"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358" name="Line 527"/>
                <p:cNvSpPr>
                  <a:spLocks noChangeShapeType="1"/>
                </p:cNvSpPr>
                <p:nvPr/>
              </p:nvSpPr>
              <p:spPr bwMode="auto">
                <a:xfrm>
                  <a:off x="2526"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359" name="Line 528"/>
                <p:cNvSpPr>
                  <a:spLocks noChangeShapeType="1"/>
                </p:cNvSpPr>
                <p:nvPr/>
              </p:nvSpPr>
              <p:spPr bwMode="auto">
                <a:xfrm>
                  <a:off x="2582"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360" name="Line 529"/>
                <p:cNvSpPr>
                  <a:spLocks noChangeShapeType="1"/>
                </p:cNvSpPr>
                <p:nvPr/>
              </p:nvSpPr>
              <p:spPr bwMode="auto">
                <a:xfrm>
                  <a:off x="2638"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361" name="Line 530"/>
                <p:cNvSpPr>
                  <a:spLocks noChangeShapeType="1"/>
                </p:cNvSpPr>
                <p:nvPr/>
              </p:nvSpPr>
              <p:spPr bwMode="auto">
                <a:xfrm>
                  <a:off x="2694" y="3288"/>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5660" name="Group 531"/>
            <p:cNvGrpSpPr>
              <a:grpSpLocks/>
            </p:cNvGrpSpPr>
            <p:nvPr/>
          </p:nvGrpSpPr>
          <p:grpSpPr bwMode="auto">
            <a:xfrm>
              <a:off x="1489" y="3567"/>
              <a:ext cx="423" cy="56"/>
              <a:chOff x="1489" y="3567"/>
              <a:chExt cx="423" cy="56"/>
            </a:xfrm>
          </p:grpSpPr>
          <p:sp>
            <p:nvSpPr>
              <p:cNvPr id="106346" name="Freeform 532"/>
              <p:cNvSpPr>
                <a:spLocks/>
              </p:cNvSpPr>
              <p:nvPr/>
            </p:nvSpPr>
            <p:spPr bwMode="auto">
              <a:xfrm>
                <a:off x="1800"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solidFill>
                <a:schemeClr val="bg2"/>
              </a:solidFill>
              <a:ln w="9525">
                <a:solidFill>
                  <a:schemeClr val="bg2"/>
                </a:solidFill>
                <a:round/>
                <a:headEnd/>
                <a:tailEnd/>
              </a:ln>
            </p:spPr>
            <p:txBody>
              <a:bodyPr/>
              <a:lstStyle/>
              <a:p>
                <a:endParaRPr lang="en-US"/>
              </a:p>
            </p:txBody>
          </p:sp>
          <p:grpSp>
            <p:nvGrpSpPr>
              <p:cNvPr id="106347" name="Group 533"/>
              <p:cNvGrpSpPr>
                <a:grpSpLocks/>
              </p:cNvGrpSpPr>
              <p:nvPr/>
            </p:nvGrpSpPr>
            <p:grpSpPr bwMode="auto">
              <a:xfrm>
                <a:off x="1489" y="3591"/>
                <a:ext cx="303" cy="1"/>
                <a:chOff x="1489" y="3591"/>
                <a:chExt cx="303" cy="1"/>
              </a:xfrm>
            </p:grpSpPr>
            <p:sp>
              <p:nvSpPr>
                <p:cNvPr id="106348" name="Line 534"/>
                <p:cNvSpPr>
                  <a:spLocks noChangeShapeType="1"/>
                </p:cNvSpPr>
                <p:nvPr/>
              </p:nvSpPr>
              <p:spPr bwMode="auto">
                <a:xfrm>
                  <a:off x="1489"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349" name="Line 535"/>
                <p:cNvSpPr>
                  <a:spLocks noChangeShapeType="1"/>
                </p:cNvSpPr>
                <p:nvPr/>
              </p:nvSpPr>
              <p:spPr bwMode="auto">
                <a:xfrm>
                  <a:off x="1544"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350" name="Line 536"/>
                <p:cNvSpPr>
                  <a:spLocks noChangeShapeType="1"/>
                </p:cNvSpPr>
                <p:nvPr/>
              </p:nvSpPr>
              <p:spPr bwMode="auto">
                <a:xfrm>
                  <a:off x="1600"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351" name="Line 537"/>
                <p:cNvSpPr>
                  <a:spLocks noChangeShapeType="1"/>
                </p:cNvSpPr>
                <p:nvPr/>
              </p:nvSpPr>
              <p:spPr bwMode="auto">
                <a:xfrm>
                  <a:off x="1656"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352" name="Line 538"/>
                <p:cNvSpPr>
                  <a:spLocks noChangeShapeType="1"/>
                </p:cNvSpPr>
                <p:nvPr/>
              </p:nvSpPr>
              <p:spPr bwMode="auto">
                <a:xfrm>
                  <a:off x="1712"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353" name="Line 539"/>
                <p:cNvSpPr>
                  <a:spLocks noChangeShapeType="1"/>
                </p:cNvSpPr>
                <p:nvPr/>
              </p:nvSpPr>
              <p:spPr bwMode="auto">
                <a:xfrm>
                  <a:off x="1768"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5661" name="Group 540"/>
            <p:cNvGrpSpPr>
              <a:grpSpLocks/>
            </p:cNvGrpSpPr>
            <p:nvPr/>
          </p:nvGrpSpPr>
          <p:grpSpPr bwMode="auto">
            <a:xfrm>
              <a:off x="1952" y="3567"/>
              <a:ext cx="415" cy="56"/>
              <a:chOff x="1952" y="3567"/>
              <a:chExt cx="415" cy="56"/>
            </a:xfrm>
          </p:grpSpPr>
          <p:sp>
            <p:nvSpPr>
              <p:cNvPr id="106338" name="Freeform 541"/>
              <p:cNvSpPr>
                <a:spLocks/>
              </p:cNvSpPr>
              <p:nvPr/>
            </p:nvSpPr>
            <p:spPr bwMode="auto">
              <a:xfrm>
                <a:off x="2255"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solidFill>
                <a:schemeClr val="bg2"/>
              </a:solidFill>
              <a:ln w="9525">
                <a:solidFill>
                  <a:schemeClr val="bg2"/>
                </a:solidFill>
                <a:round/>
                <a:headEnd/>
                <a:tailEnd/>
              </a:ln>
            </p:spPr>
            <p:txBody>
              <a:bodyPr/>
              <a:lstStyle/>
              <a:p>
                <a:endParaRPr lang="en-US"/>
              </a:p>
            </p:txBody>
          </p:sp>
          <p:grpSp>
            <p:nvGrpSpPr>
              <p:cNvPr id="106339" name="Group 542"/>
              <p:cNvGrpSpPr>
                <a:grpSpLocks/>
              </p:cNvGrpSpPr>
              <p:nvPr/>
            </p:nvGrpSpPr>
            <p:grpSpPr bwMode="auto">
              <a:xfrm>
                <a:off x="1952" y="3591"/>
                <a:ext cx="295" cy="1"/>
                <a:chOff x="1952" y="3591"/>
                <a:chExt cx="295" cy="1"/>
              </a:xfrm>
            </p:grpSpPr>
            <p:sp>
              <p:nvSpPr>
                <p:cNvPr id="106340" name="Line 543"/>
                <p:cNvSpPr>
                  <a:spLocks noChangeShapeType="1"/>
                </p:cNvSpPr>
                <p:nvPr/>
              </p:nvSpPr>
              <p:spPr bwMode="auto">
                <a:xfrm>
                  <a:off x="1952"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341" name="Line 544"/>
                <p:cNvSpPr>
                  <a:spLocks noChangeShapeType="1"/>
                </p:cNvSpPr>
                <p:nvPr/>
              </p:nvSpPr>
              <p:spPr bwMode="auto">
                <a:xfrm>
                  <a:off x="2008" y="3591"/>
                  <a:ext cx="23"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342" name="Line 545"/>
                <p:cNvSpPr>
                  <a:spLocks noChangeShapeType="1"/>
                </p:cNvSpPr>
                <p:nvPr/>
              </p:nvSpPr>
              <p:spPr bwMode="auto">
                <a:xfrm>
                  <a:off x="2063"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343" name="Line 546"/>
                <p:cNvSpPr>
                  <a:spLocks noChangeShapeType="1"/>
                </p:cNvSpPr>
                <p:nvPr/>
              </p:nvSpPr>
              <p:spPr bwMode="auto">
                <a:xfrm>
                  <a:off x="2119"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344" name="Line 547"/>
                <p:cNvSpPr>
                  <a:spLocks noChangeShapeType="1"/>
                </p:cNvSpPr>
                <p:nvPr/>
              </p:nvSpPr>
              <p:spPr bwMode="auto">
                <a:xfrm>
                  <a:off x="2175"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345" name="Line 548"/>
                <p:cNvSpPr>
                  <a:spLocks noChangeShapeType="1"/>
                </p:cNvSpPr>
                <p:nvPr/>
              </p:nvSpPr>
              <p:spPr bwMode="auto">
                <a:xfrm>
                  <a:off x="2231" y="3591"/>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5662" name="Group 549"/>
            <p:cNvGrpSpPr>
              <a:grpSpLocks/>
            </p:cNvGrpSpPr>
            <p:nvPr/>
          </p:nvGrpSpPr>
          <p:grpSpPr bwMode="auto">
            <a:xfrm>
              <a:off x="2407" y="3567"/>
              <a:ext cx="415" cy="56"/>
              <a:chOff x="2407" y="3567"/>
              <a:chExt cx="415" cy="56"/>
            </a:xfrm>
          </p:grpSpPr>
          <p:sp>
            <p:nvSpPr>
              <p:cNvPr id="106330" name="Freeform 550"/>
              <p:cNvSpPr>
                <a:spLocks/>
              </p:cNvSpPr>
              <p:nvPr/>
            </p:nvSpPr>
            <p:spPr bwMode="auto">
              <a:xfrm>
                <a:off x="2710"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solidFill>
                <a:schemeClr val="bg2"/>
              </a:solidFill>
              <a:ln w="9525">
                <a:solidFill>
                  <a:schemeClr val="bg2"/>
                </a:solidFill>
                <a:round/>
                <a:headEnd/>
                <a:tailEnd/>
              </a:ln>
            </p:spPr>
            <p:txBody>
              <a:bodyPr/>
              <a:lstStyle/>
              <a:p>
                <a:endParaRPr lang="en-US"/>
              </a:p>
            </p:txBody>
          </p:sp>
          <p:grpSp>
            <p:nvGrpSpPr>
              <p:cNvPr id="106331" name="Group 551"/>
              <p:cNvGrpSpPr>
                <a:grpSpLocks/>
              </p:cNvGrpSpPr>
              <p:nvPr/>
            </p:nvGrpSpPr>
            <p:grpSpPr bwMode="auto">
              <a:xfrm>
                <a:off x="2407" y="3591"/>
                <a:ext cx="295" cy="1"/>
                <a:chOff x="2407" y="3591"/>
                <a:chExt cx="295" cy="1"/>
              </a:xfrm>
            </p:grpSpPr>
            <p:sp>
              <p:nvSpPr>
                <p:cNvPr id="106332" name="Line 552"/>
                <p:cNvSpPr>
                  <a:spLocks noChangeShapeType="1"/>
                </p:cNvSpPr>
                <p:nvPr/>
              </p:nvSpPr>
              <p:spPr bwMode="auto">
                <a:xfrm>
                  <a:off x="2407"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333" name="Line 553"/>
                <p:cNvSpPr>
                  <a:spLocks noChangeShapeType="1"/>
                </p:cNvSpPr>
                <p:nvPr/>
              </p:nvSpPr>
              <p:spPr bwMode="auto">
                <a:xfrm>
                  <a:off x="2463"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334" name="Line 554"/>
                <p:cNvSpPr>
                  <a:spLocks noChangeShapeType="1"/>
                </p:cNvSpPr>
                <p:nvPr/>
              </p:nvSpPr>
              <p:spPr bwMode="auto">
                <a:xfrm>
                  <a:off x="2518"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335" name="Line 555"/>
                <p:cNvSpPr>
                  <a:spLocks noChangeShapeType="1"/>
                </p:cNvSpPr>
                <p:nvPr/>
              </p:nvSpPr>
              <p:spPr bwMode="auto">
                <a:xfrm>
                  <a:off x="2574"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336" name="Line 556"/>
                <p:cNvSpPr>
                  <a:spLocks noChangeShapeType="1"/>
                </p:cNvSpPr>
                <p:nvPr/>
              </p:nvSpPr>
              <p:spPr bwMode="auto">
                <a:xfrm>
                  <a:off x="2630"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337" name="Line 557"/>
                <p:cNvSpPr>
                  <a:spLocks noChangeShapeType="1"/>
                </p:cNvSpPr>
                <p:nvPr/>
              </p:nvSpPr>
              <p:spPr bwMode="auto">
                <a:xfrm>
                  <a:off x="2686" y="3591"/>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5663" name="Group 558"/>
            <p:cNvGrpSpPr>
              <a:grpSpLocks/>
            </p:cNvGrpSpPr>
            <p:nvPr/>
          </p:nvGrpSpPr>
          <p:grpSpPr bwMode="auto">
            <a:xfrm>
              <a:off x="1952" y="2376"/>
              <a:ext cx="886" cy="290"/>
              <a:chOff x="1952" y="2376"/>
              <a:chExt cx="886" cy="290"/>
            </a:xfrm>
          </p:grpSpPr>
          <p:sp>
            <p:nvSpPr>
              <p:cNvPr id="106328" name="Freeform 559"/>
              <p:cNvSpPr>
                <a:spLocks/>
              </p:cNvSpPr>
              <p:nvPr/>
            </p:nvSpPr>
            <p:spPr bwMode="auto">
              <a:xfrm>
                <a:off x="2702" y="2586"/>
                <a:ext cx="136" cy="80"/>
              </a:xfrm>
              <a:custGeom>
                <a:avLst/>
                <a:gdLst>
                  <a:gd name="T0" fmla="*/ 136 w 136"/>
                  <a:gd name="T1" fmla="*/ 80 h 80"/>
                  <a:gd name="T2" fmla="*/ 0 w 136"/>
                  <a:gd name="T3" fmla="*/ 64 h 80"/>
                  <a:gd name="T4" fmla="*/ 8 w 136"/>
                  <a:gd name="T5" fmla="*/ 32 h 80"/>
                  <a:gd name="T6" fmla="*/ 16 w 136"/>
                  <a:gd name="T7" fmla="*/ 0 h 80"/>
                  <a:gd name="T8" fmla="*/ 136 w 136"/>
                  <a:gd name="T9" fmla="*/ 80 h 80"/>
                  <a:gd name="T10" fmla="*/ 0 60000 65536"/>
                  <a:gd name="T11" fmla="*/ 0 60000 65536"/>
                  <a:gd name="T12" fmla="*/ 0 60000 65536"/>
                  <a:gd name="T13" fmla="*/ 0 60000 65536"/>
                  <a:gd name="T14" fmla="*/ 0 60000 65536"/>
                  <a:gd name="T15" fmla="*/ 0 w 136"/>
                  <a:gd name="T16" fmla="*/ 0 h 80"/>
                  <a:gd name="T17" fmla="*/ 136 w 136"/>
                  <a:gd name="T18" fmla="*/ 80 h 80"/>
                </a:gdLst>
                <a:ahLst/>
                <a:cxnLst>
                  <a:cxn ang="T10">
                    <a:pos x="T0" y="T1"/>
                  </a:cxn>
                  <a:cxn ang="T11">
                    <a:pos x="T2" y="T3"/>
                  </a:cxn>
                  <a:cxn ang="T12">
                    <a:pos x="T4" y="T5"/>
                  </a:cxn>
                  <a:cxn ang="T13">
                    <a:pos x="T6" y="T7"/>
                  </a:cxn>
                  <a:cxn ang="T14">
                    <a:pos x="T8" y="T9"/>
                  </a:cxn>
                </a:cxnLst>
                <a:rect l="T15" t="T16" r="T17" b="T18"/>
                <a:pathLst>
                  <a:path w="136" h="80">
                    <a:moveTo>
                      <a:pt x="136" y="80"/>
                    </a:moveTo>
                    <a:lnTo>
                      <a:pt x="0" y="64"/>
                    </a:lnTo>
                    <a:lnTo>
                      <a:pt x="8" y="32"/>
                    </a:lnTo>
                    <a:lnTo>
                      <a:pt x="16" y="0"/>
                    </a:lnTo>
                    <a:lnTo>
                      <a:pt x="136" y="80"/>
                    </a:lnTo>
                    <a:close/>
                  </a:path>
                </a:pathLst>
              </a:custGeom>
              <a:solidFill>
                <a:schemeClr val="bg2"/>
              </a:solidFill>
              <a:ln w="9525">
                <a:solidFill>
                  <a:schemeClr val="bg2"/>
                </a:solidFill>
                <a:round/>
                <a:headEnd/>
                <a:tailEnd/>
              </a:ln>
            </p:spPr>
            <p:txBody>
              <a:bodyPr/>
              <a:lstStyle/>
              <a:p>
                <a:endParaRPr lang="en-US"/>
              </a:p>
            </p:txBody>
          </p:sp>
          <p:sp>
            <p:nvSpPr>
              <p:cNvPr id="106329" name="Line 560"/>
              <p:cNvSpPr>
                <a:spLocks noChangeShapeType="1"/>
              </p:cNvSpPr>
              <p:nvPr/>
            </p:nvSpPr>
            <p:spPr bwMode="auto">
              <a:xfrm>
                <a:off x="1952" y="2376"/>
                <a:ext cx="766" cy="244"/>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5664" name="Group 561"/>
            <p:cNvGrpSpPr>
              <a:grpSpLocks/>
            </p:cNvGrpSpPr>
            <p:nvPr/>
          </p:nvGrpSpPr>
          <p:grpSpPr bwMode="auto">
            <a:xfrm>
              <a:off x="1481" y="2084"/>
              <a:ext cx="1373" cy="1507"/>
              <a:chOff x="1481" y="2084"/>
              <a:chExt cx="1373" cy="1507"/>
            </a:xfrm>
          </p:grpSpPr>
          <p:sp>
            <p:nvSpPr>
              <p:cNvPr id="106326" name="Freeform 562"/>
              <p:cNvSpPr>
                <a:spLocks/>
              </p:cNvSpPr>
              <p:nvPr/>
            </p:nvSpPr>
            <p:spPr bwMode="auto">
              <a:xfrm>
                <a:off x="2742" y="2084"/>
                <a:ext cx="112" cy="119"/>
              </a:xfrm>
              <a:custGeom>
                <a:avLst/>
                <a:gdLst>
                  <a:gd name="T0" fmla="*/ 112 w 112"/>
                  <a:gd name="T1" fmla="*/ 0 h 119"/>
                  <a:gd name="T2" fmla="*/ 48 w 112"/>
                  <a:gd name="T3" fmla="*/ 119 h 119"/>
                  <a:gd name="T4" fmla="*/ 24 w 112"/>
                  <a:gd name="T5" fmla="*/ 96 h 119"/>
                  <a:gd name="T6" fmla="*/ 0 w 112"/>
                  <a:gd name="T7" fmla="*/ 72 h 119"/>
                  <a:gd name="T8" fmla="*/ 112 w 112"/>
                  <a:gd name="T9" fmla="*/ 0 h 119"/>
                  <a:gd name="T10" fmla="*/ 0 60000 65536"/>
                  <a:gd name="T11" fmla="*/ 0 60000 65536"/>
                  <a:gd name="T12" fmla="*/ 0 60000 65536"/>
                  <a:gd name="T13" fmla="*/ 0 60000 65536"/>
                  <a:gd name="T14" fmla="*/ 0 60000 65536"/>
                  <a:gd name="T15" fmla="*/ 0 w 112"/>
                  <a:gd name="T16" fmla="*/ 0 h 119"/>
                  <a:gd name="T17" fmla="*/ 112 w 112"/>
                  <a:gd name="T18" fmla="*/ 119 h 119"/>
                </a:gdLst>
                <a:ahLst/>
                <a:cxnLst>
                  <a:cxn ang="T10">
                    <a:pos x="T0" y="T1"/>
                  </a:cxn>
                  <a:cxn ang="T11">
                    <a:pos x="T2" y="T3"/>
                  </a:cxn>
                  <a:cxn ang="T12">
                    <a:pos x="T4" y="T5"/>
                  </a:cxn>
                  <a:cxn ang="T13">
                    <a:pos x="T6" y="T7"/>
                  </a:cxn>
                  <a:cxn ang="T14">
                    <a:pos x="T8" y="T9"/>
                  </a:cxn>
                </a:cxnLst>
                <a:rect l="T15" t="T16" r="T17" b="T18"/>
                <a:pathLst>
                  <a:path w="112" h="119">
                    <a:moveTo>
                      <a:pt x="112" y="0"/>
                    </a:moveTo>
                    <a:lnTo>
                      <a:pt x="48" y="119"/>
                    </a:lnTo>
                    <a:lnTo>
                      <a:pt x="24" y="96"/>
                    </a:lnTo>
                    <a:lnTo>
                      <a:pt x="0" y="72"/>
                    </a:lnTo>
                    <a:lnTo>
                      <a:pt x="112" y="0"/>
                    </a:lnTo>
                    <a:close/>
                  </a:path>
                </a:pathLst>
              </a:custGeom>
              <a:solidFill>
                <a:schemeClr val="bg2"/>
              </a:solidFill>
              <a:ln w="9525">
                <a:solidFill>
                  <a:schemeClr val="bg2"/>
                </a:solidFill>
                <a:round/>
                <a:headEnd/>
                <a:tailEnd/>
              </a:ln>
            </p:spPr>
            <p:txBody>
              <a:bodyPr/>
              <a:lstStyle/>
              <a:p>
                <a:endParaRPr lang="en-US"/>
              </a:p>
            </p:txBody>
          </p:sp>
          <p:sp>
            <p:nvSpPr>
              <p:cNvPr id="106327" name="Line 563"/>
              <p:cNvSpPr>
                <a:spLocks noChangeShapeType="1"/>
              </p:cNvSpPr>
              <p:nvPr/>
            </p:nvSpPr>
            <p:spPr bwMode="auto">
              <a:xfrm flipV="1">
                <a:off x="1481" y="2172"/>
                <a:ext cx="1291" cy="1419"/>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5665" name="Group 564"/>
            <p:cNvGrpSpPr>
              <a:grpSpLocks/>
            </p:cNvGrpSpPr>
            <p:nvPr/>
          </p:nvGrpSpPr>
          <p:grpSpPr bwMode="auto">
            <a:xfrm>
              <a:off x="1944" y="2076"/>
              <a:ext cx="902" cy="885"/>
              <a:chOff x="1944" y="2076"/>
              <a:chExt cx="902" cy="885"/>
            </a:xfrm>
          </p:grpSpPr>
          <p:sp>
            <p:nvSpPr>
              <p:cNvPr id="106324" name="Freeform 565"/>
              <p:cNvSpPr>
                <a:spLocks/>
              </p:cNvSpPr>
              <p:nvPr/>
            </p:nvSpPr>
            <p:spPr bwMode="auto">
              <a:xfrm>
                <a:off x="2726" y="2850"/>
                <a:ext cx="120" cy="111"/>
              </a:xfrm>
              <a:custGeom>
                <a:avLst/>
                <a:gdLst>
                  <a:gd name="T0" fmla="*/ 120 w 120"/>
                  <a:gd name="T1" fmla="*/ 111 h 111"/>
                  <a:gd name="T2" fmla="*/ 0 w 120"/>
                  <a:gd name="T3" fmla="*/ 47 h 111"/>
                  <a:gd name="T4" fmla="*/ 24 w 120"/>
                  <a:gd name="T5" fmla="*/ 23 h 111"/>
                  <a:gd name="T6" fmla="*/ 48 w 120"/>
                  <a:gd name="T7" fmla="*/ 0 h 111"/>
                  <a:gd name="T8" fmla="*/ 120 w 120"/>
                  <a:gd name="T9" fmla="*/ 111 h 111"/>
                  <a:gd name="T10" fmla="*/ 0 60000 65536"/>
                  <a:gd name="T11" fmla="*/ 0 60000 65536"/>
                  <a:gd name="T12" fmla="*/ 0 60000 65536"/>
                  <a:gd name="T13" fmla="*/ 0 60000 65536"/>
                  <a:gd name="T14" fmla="*/ 0 60000 65536"/>
                  <a:gd name="T15" fmla="*/ 0 w 120"/>
                  <a:gd name="T16" fmla="*/ 0 h 111"/>
                  <a:gd name="T17" fmla="*/ 120 w 120"/>
                  <a:gd name="T18" fmla="*/ 111 h 111"/>
                </a:gdLst>
                <a:ahLst/>
                <a:cxnLst>
                  <a:cxn ang="T10">
                    <a:pos x="T0" y="T1"/>
                  </a:cxn>
                  <a:cxn ang="T11">
                    <a:pos x="T2" y="T3"/>
                  </a:cxn>
                  <a:cxn ang="T12">
                    <a:pos x="T4" y="T5"/>
                  </a:cxn>
                  <a:cxn ang="T13">
                    <a:pos x="T6" y="T7"/>
                  </a:cxn>
                  <a:cxn ang="T14">
                    <a:pos x="T8" y="T9"/>
                  </a:cxn>
                </a:cxnLst>
                <a:rect l="T15" t="T16" r="T17" b="T18"/>
                <a:pathLst>
                  <a:path w="120" h="111">
                    <a:moveTo>
                      <a:pt x="120" y="111"/>
                    </a:moveTo>
                    <a:lnTo>
                      <a:pt x="0" y="47"/>
                    </a:lnTo>
                    <a:lnTo>
                      <a:pt x="24" y="23"/>
                    </a:lnTo>
                    <a:lnTo>
                      <a:pt x="48" y="0"/>
                    </a:lnTo>
                    <a:lnTo>
                      <a:pt x="120" y="111"/>
                    </a:lnTo>
                    <a:close/>
                  </a:path>
                </a:pathLst>
              </a:custGeom>
              <a:solidFill>
                <a:schemeClr val="bg2"/>
              </a:solidFill>
              <a:ln w="9525">
                <a:solidFill>
                  <a:schemeClr val="bg2"/>
                </a:solidFill>
                <a:round/>
                <a:headEnd/>
                <a:tailEnd/>
              </a:ln>
            </p:spPr>
            <p:txBody>
              <a:bodyPr/>
              <a:lstStyle/>
              <a:p>
                <a:endParaRPr lang="en-US"/>
              </a:p>
            </p:txBody>
          </p:sp>
          <p:sp>
            <p:nvSpPr>
              <p:cNvPr id="106325" name="Line 566"/>
              <p:cNvSpPr>
                <a:spLocks noChangeShapeType="1"/>
              </p:cNvSpPr>
              <p:nvPr/>
            </p:nvSpPr>
            <p:spPr bwMode="auto">
              <a:xfrm>
                <a:off x="1944" y="2076"/>
                <a:ext cx="814" cy="805"/>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5666" name="Group 567"/>
            <p:cNvGrpSpPr>
              <a:grpSpLocks/>
            </p:cNvGrpSpPr>
            <p:nvPr/>
          </p:nvGrpSpPr>
          <p:grpSpPr bwMode="auto">
            <a:xfrm>
              <a:off x="1489" y="2379"/>
              <a:ext cx="902" cy="893"/>
              <a:chOff x="1489" y="2379"/>
              <a:chExt cx="902" cy="893"/>
            </a:xfrm>
          </p:grpSpPr>
          <p:sp>
            <p:nvSpPr>
              <p:cNvPr id="106322" name="Freeform 568"/>
              <p:cNvSpPr>
                <a:spLocks/>
              </p:cNvSpPr>
              <p:nvPr/>
            </p:nvSpPr>
            <p:spPr bwMode="auto">
              <a:xfrm>
                <a:off x="2271" y="3153"/>
                <a:ext cx="120" cy="119"/>
              </a:xfrm>
              <a:custGeom>
                <a:avLst/>
                <a:gdLst>
                  <a:gd name="T0" fmla="*/ 120 w 120"/>
                  <a:gd name="T1" fmla="*/ 119 h 119"/>
                  <a:gd name="T2" fmla="*/ 0 w 120"/>
                  <a:gd name="T3" fmla="*/ 48 h 119"/>
                  <a:gd name="T4" fmla="*/ 24 w 120"/>
                  <a:gd name="T5" fmla="*/ 24 h 119"/>
                  <a:gd name="T6" fmla="*/ 48 w 120"/>
                  <a:gd name="T7" fmla="*/ 0 h 119"/>
                  <a:gd name="T8" fmla="*/ 120 w 120"/>
                  <a:gd name="T9" fmla="*/ 119 h 119"/>
                  <a:gd name="T10" fmla="*/ 0 60000 65536"/>
                  <a:gd name="T11" fmla="*/ 0 60000 65536"/>
                  <a:gd name="T12" fmla="*/ 0 60000 65536"/>
                  <a:gd name="T13" fmla="*/ 0 60000 65536"/>
                  <a:gd name="T14" fmla="*/ 0 60000 65536"/>
                  <a:gd name="T15" fmla="*/ 0 w 120"/>
                  <a:gd name="T16" fmla="*/ 0 h 119"/>
                  <a:gd name="T17" fmla="*/ 120 w 120"/>
                  <a:gd name="T18" fmla="*/ 119 h 119"/>
                </a:gdLst>
                <a:ahLst/>
                <a:cxnLst>
                  <a:cxn ang="T10">
                    <a:pos x="T0" y="T1"/>
                  </a:cxn>
                  <a:cxn ang="T11">
                    <a:pos x="T2" y="T3"/>
                  </a:cxn>
                  <a:cxn ang="T12">
                    <a:pos x="T4" y="T5"/>
                  </a:cxn>
                  <a:cxn ang="T13">
                    <a:pos x="T6" y="T7"/>
                  </a:cxn>
                  <a:cxn ang="T14">
                    <a:pos x="T8" y="T9"/>
                  </a:cxn>
                </a:cxnLst>
                <a:rect l="T15" t="T16" r="T17" b="T18"/>
                <a:pathLst>
                  <a:path w="120" h="119">
                    <a:moveTo>
                      <a:pt x="120" y="119"/>
                    </a:moveTo>
                    <a:lnTo>
                      <a:pt x="0" y="48"/>
                    </a:lnTo>
                    <a:lnTo>
                      <a:pt x="24" y="24"/>
                    </a:lnTo>
                    <a:lnTo>
                      <a:pt x="48" y="0"/>
                    </a:lnTo>
                    <a:lnTo>
                      <a:pt x="120" y="119"/>
                    </a:lnTo>
                    <a:close/>
                  </a:path>
                </a:pathLst>
              </a:custGeom>
              <a:solidFill>
                <a:schemeClr val="bg2"/>
              </a:solidFill>
              <a:ln w="9525">
                <a:solidFill>
                  <a:schemeClr val="bg2"/>
                </a:solidFill>
                <a:round/>
                <a:headEnd/>
                <a:tailEnd/>
              </a:ln>
            </p:spPr>
            <p:txBody>
              <a:bodyPr/>
              <a:lstStyle/>
              <a:p>
                <a:endParaRPr lang="en-US"/>
              </a:p>
            </p:txBody>
          </p:sp>
          <p:sp>
            <p:nvSpPr>
              <p:cNvPr id="106323" name="Line 569"/>
              <p:cNvSpPr>
                <a:spLocks noChangeShapeType="1"/>
              </p:cNvSpPr>
              <p:nvPr/>
            </p:nvSpPr>
            <p:spPr bwMode="auto">
              <a:xfrm>
                <a:off x="1489" y="2379"/>
                <a:ext cx="814" cy="805"/>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5667" name="Group 570"/>
            <p:cNvGrpSpPr>
              <a:grpSpLocks/>
            </p:cNvGrpSpPr>
            <p:nvPr/>
          </p:nvGrpSpPr>
          <p:grpSpPr bwMode="auto">
            <a:xfrm>
              <a:off x="3311" y="2387"/>
              <a:ext cx="437" cy="590"/>
              <a:chOff x="3311" y="2387"/>
              <a:chExt cx="437" cy="590"/>
            </a:xfrm>
          </p:grpSpPr>
          <p:sp>
            <p:nvSpPr>
              <p:cNvPr id="106320" name="Freeform 571"/>
              <p:cNvSpPr>
                <a:spLocks/>
              </p:cNvSpPr>
              <p:nvPr/>
            </p:nvSpPr>
            <p:spPr bwMode="auto">
              <a:xfrm>
                <a:off x="3644" y="2387"/>
                <a:ext cx="104" cy="128"/>
              </a:xfrm>
              <a:custGeom>
                <a:avLst/>
                <a:gdLst>
                  <a:gd name="T0" fmla="*/ 104 w 104"/>
                  <a:gd name="T1" fmla="*/ 0 h 128"/>
                  <a:gd name="T2" fmla="*/ 56 w 104"/>
                  <a:gd name="T3" fmla="*/ 128 h 128"/>
                  <a:gd name="T4" fmla="*/ 24 w 104"/>
                  <a:gd name="T5" fmla="*/ 104 h 128"/>
                  <a:gd name="T6" fmla="*/ 0 w 104"/>
                  <a:gd name="T7" fmla="*/ 88 h 128"/>
                  <a:gd name="T8" fmla="*/ 104 w 104"/>
                  <a:gd name="T9" fmla="*/ 0 h 128"/>
                  <a:gd name="T10" fmla="*/ 0 60000 65536"/>
                  <a:gd name="T11" fmla="*/ 0 60000 65536"/>
                  <a:gd name="T12" fmla="*/ 0 60000 65536"/>
                  <a:gd name="T13" fmla="*/ 0 60000 65536"/>
                  <a:gd name="T14" fmla="*/ 0 60000 65536"/>
                  <a:gd name="T15" fmla="*/ 0 w 104"/>
                  <a:gd name="T16" fmla="*/ 0 h 128"/>
                  <a:gd name="T17" fmla="*/ 104 w 104"/>
                  <a:gd name="T18" fmla="*/ 128 h 128"/>
                </a:gdLst>
                <a:ahLst/>
                <a:cxnLst>
                  <a:cxn ang="T10">
                    <a:pos x="T0" y="T1"/>
                  </a:cxn>
                  <a:cxn ang="T11">
                    <a:pos x="T2" y="T3"/>
                  </a:cxn>
                  <a:cxn ang="T12">
                    <a:pos x="T4" y="T5"/>
                  </a:cxn>
                  <a:cxn ang="T13">
                    <a:pos x="T6" y="T7"/>
                  </a:cxn>
                  <a:cxn ang="T14">
                    <a:pos x="T8" y="T9"/>
                  </a:cxn>
                </a:cxnLst>
                <a:rect l="T15" t="T16" r="T17" b="T18"/>
                <a:pathLst>
                  <a:path w="104" h="128">
                    <a:moveTo>
                      <a:pt x="104" y="0"/>
                    </a:moveTo>
                    <a:lnTo>
                      <a:pt x="56" y="128"/>
                    </a:lnTo>
                    <a:lnTo>
                      <a:pt x="24" y="104"/>
                    </a:lnTo>
                    <a:lnTo>
                      <a:pt x="0" y="88"/>
                    </a:lnTo>
                    <a:lnTo>
                      <a:pt x="104" y="0"/>
                    </a:lnTo>
                    <a:close/>
                  </a:path>
                </a:pathLst>
              </a:custGeom>
              <a:solidFill>
                <a:schemeClr val="bg2"/>
              </a:solidFill>
              <a:ln w="9525">
                <a:solidFill>
                  <a:schemeClr val="bg2"/>
                </a:solidFill>
                <a:round/>
                <a:headEnd/>
                <a:tailEnd/>
              </a:ln>
            </p:spPr>
            <p:txBody>
              <a:bodyPr/>
              <a:lstStyle/>
              <a:p>
                <a:endParaRPr lang="en-US"/>
              </a:p>
            </p:txBody>
          </p:sp>
          <p:sp>
            <p:nvSpPr>
              <p:cNvPr id="106321" name="Line 572"/>
              <p:cNvSpPr>
                <a:spLocks noChangeShapeType="1"/>
              </p:cNvSpPr>
              <p:nvPr/>
            </p:nvSpPr>
            <p:spPr bwMode="auto">
              <a:xfrm flipV="1">
                <a:off x="3311" y="2483"/>
                <a:ext cx="362" cy="494"/>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5668" name="Group 573"/>
            <p:cNvGrpSpPr>
              <a:grpSpLocks/>
            </p:cNvGrpSpPr>
            <p:nvPr/>
          </p:nvGrpSpPr>
          <p:grpSpPr bwMode="auto">
            <a:xfrm>
              <a:off x="3772" y="2387"/>
              <a:ext cx="894" cy="596"/>
              <a:chOff x="3772" y="2387"/>
              <a:chExt cx="894" cy="596"/>
            </a:xfrm>
          </p:grpSpPr>
          <p:sp>
            <p:nvSpPr>
              <p:cNvPr id="106318" name="Freeform 574"/>
              <p:cNvSpPr>
                <a:spLocks/>
              </p:cNvSpPr>
              <p:nvPr/>
            </p:nvSpPr>
            <p:spPr bwMode="auto">
              <a:xfrm>
                <a:off x="4538" y="2387"/>
                <a:ext cx="128" cy="96"/>
              </a:xfrm>
              <a:custGeom>
                <a:avLst/>
                <a:gdLst>
                  <a:gd name="T0" fmla="*/ 128 w 128"/>
                  <a:gd name="T1" fmla="*/ 0 h 96"/>
                  <a:gd name="T2" fmla="*/ 32 w 128"/>
                  <a:gd name="T3" fmla="*/ 96 h 96"/>
                  <a:gd name="T4" fmla="*/ 16 w 128"/>
                  <a:gd name="T5" fmla="*/ 72 h 96"/>
                  <a:gd name="T6" fmla="*/ 0 w 128"/>
                  <a:gd name="T7" fmla="*/ 40 h 96"/>
                  <a:gd name="T8" fmla="*/ 128 w 128"/>
                  <a:gd name="T9" fmla="*/ 0 h 96"/>
                  <a:gd name="T10" fmla="*/ 0 60000 65536"/>
                  <a:gd name="T11" fmla="*/ 0 60000 65536"/>
                  <a:gd name="T12" fmla="*/ 0 60000 65536"/>
                  <a:gd name="T13" fmla="*/ 0 60000 65536"/>
                  <a:gd name="T14" fmla="*/ 0 60000 65536"/>
                  <a:gd name="T15" fmla="*/ 0 w 128"/>
                  <a:gd name="T16" fmla="*/ 0 h 96"/>
                  <a:gd name="T17" fmla="*/ 128 w 128"/>
                  <a:gd name="T18" fmla="*/ 96 h 96"/>
                </a:gdLst>
                <a:ahLst/>
                <a:cxnLst>
                  <a:cxn ang="T10">
                    <a:pos x="T0" y="T1"/>
                  </a:cxn>
                  <a:cxn ang="T11">
                    <a:pos x="T2" y="T3"/>
                  </a:cxn>
                  <a:cxn ang="T12">
                    <a:pos x="T4" y="T5"/>
                  </a:cxn>
                  <a:cxn ang="T13">
                    <a:pos x="T6" y="T7"/>
                  </a:cxn>
                  <a:cxn ang="T14">
                    <a:pos x="T8" y="T9"/>
                  </a:cxn>
                </a:cxnLst>
                <a:rect l="T15" t="T16" r="T17" b="T18"/>
                <a:pathLst>
                  <a:path w="128" h="96">
                    <a:moveTo>
                      <a:pt x="128" y="0"/>
                    </a:moveTo>
                    <a:lnTo>
                      <a:pt x="32" y="96"/>
                    </a:lnTo>
                    <a:lnTo>
                      <a:pt x="16" y="72"/>
                    </a:lnTo>
                    <a:lnTo>
                      <a:pt x="0" y="40"/>
                    </a:lnTo>
                    <a:lnTo>
                      <a:pt x="128" y="0"/>
                    </a:lnTo>
                    <a:close/>
                  </a:path>
                </a:pathLst>
              </a:custGeom>
              <a:solidFill>
                <a:schemeClr val="bg2"/>
              </a:solidFill>
              <a:ln w="9525">
                <a:solidFill>
                  <a:schemeClr val="bg2"/>
                </a:solidFill>
                <a:round/>
                <a:headEnd/>
                <a:tailEnd/>
              </a:ln>
            </p:spPr>
            <p:txBody>
              <a:bodyPr/>
              <a:lstStyle/>
              <a:p>
                <a:endParaRPr lang="en-US"/>
              </a:p>
            </p:txBody>
          </p:sp>
          <p:sp>
            <p:nvSpPr>
              <p:cNvPr id="106319" name="Line 575"/>
              <p:cNvSpPr>
                <a:spLocks noChangeShapeType="1"/>
              </p:cNvSpPr>
              <p:nvPr/>
            </p:nvSpPr>
            <p:spPr bwMode="auto">
              <a:xfrm flipV="1">
                <a:off x="3772" y="2454"/>
                <a:ext cx="790" cy="529"/>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5669" name="Group 576"/>
            <p:cNvGrpSpPr>
              <a:grpSpLocks/>
            </p:cNvGrpSpPr>
            <p:nvPr/>
          </p:nvGrpSpPr>
          <p:grpSpPr bwMode="auto">
            <a:xfrm>
              <a:off x="3788" y="2076"/>
              <a:ext cx="886" cy="290"/>
              <a:chOff x="3788" y="2076"/>
              <a:chExt cx="886" cy="290"/>
            </a:xfrm>
          </p:grpSpPr>
          <p:sp>
            <p:nvSpPr>
              <p:cNvPr id="106316" name="Freeform 577"/>
              <p:cNvSpPr>
                <a:spLocks/>
              </p:cNvSpPr>
              <p:nvPr/>
            </p:nvSpPr>
            <p:spPr bwMode="auto">
              <a:xfrm>
                <a:off x="4530" y="2076"/>
                <a:ext cx="144" cy="80"/>
              </a:xfrm>
              <a:custGeom>
                <a:avLst/>
                <a:gdLst>
                  <a:gd name="T0" fmla="*/ 144 w 144"/>
                  <a:gd name="T1" fmla="*/ 0 h 80"/>
                  <a:gd name="T2" fmla="*/ 24 w 144"/>
                  <a:gd name="T3" fmla="*/ 80 h 80"/>
                  <a:gd name="T4" fmla="*/ 16 w 144"/>
                  <a:gd name="T5" fmla="*/ 48 h 80"/>
                  <a:gd name="T6" fmla="*/ 0 w 144"/>
                  <a:gd name="T7" fmla="*/ 16 h 80"/>
                  <a:gd name="T8" fmla="*/ 144 w 144"/>
                  <a:gd name="T9" fmla="*/ 0 h 80"/>
                  <a:gd name="T10" fmla="*/ 0 60000 65536"/>
                  <a:gd name="T11" fmla="*/ 0 60000 65536"/>
                  <a:gd name="T12" fmla="*/ 0 60000 65536"/>
                  <a:gd name="T13" fmla="*/ 0 60000 65536"/>
                  <a:gd name="T14" fmla="*/ 0 60000 65536"/>
                  <a:gd name="T15" fmla="*/ 0 w 144"/>
                  <a:gd name="T16" fmla="*/ 0 h 80"/>
                  <a:gd name="T17" fmla="*/ 144 w 144"/>
                  <a:gd name="T18" fmla="*/ 80 h 80"/>
                </a:gdLst>
                <a:ahLst/>
                <a:cxnLst>
                  <a:cxn ang="T10">
                    <a:pos x="T0" y="T1"/>
                  </a:cxn>
                  <a:cxn ang="T11">
                    <a:pos x="T2" y="T3"/>
                  </a:cxn>
                  <a:cxn ang="T12">
                    <a:pos x="T4" y="T5"/>
                  </a:cxn>
                  <a:cxn ang="T13">
                    <a:pos x="T6" y="T7"/>
                  </a:cxn>
                  <a:cxn ang="T14">
                    <a:pos x="T8" y="T9"/>
                  </a:cxn>
                </a:cxnLst>
                <a:rect l="T15" t="T16" r="T17" b="T18"/>
                <a:pathLst>
                  <a:path w="144" h="80">
                    <a:moveTo>
                      <a:pt x="144" y="0"/>
                    </a:moveTo>
                    <a:lnTo>
                      <a:pt x="24" y="80"/>
                    </a:lnTo>
                    <a:lnTo>
                      <a:pt x="16" y="48"/>
                    </a:lnTo>
                    <a:lnTo>
                      <a:pt x="0" y="16"/>
                    </a:lnTo>
                    <a:lnTo>
                      <a:pt x="144" y="0"/>
                    </a:lnTo>
                    <a:close/>
                  </a:path>
                </a:pathLst>
              </a:custGeom>
              <a:solidFill>
                <a:schemeClr val="bg2"/>
              </a:solidFill>
              <a:ln w="9525">
                <a:solidFill>
                  <a:schemeClr val="bg2"/>
                </a:solidFill>
                <a:round/>
                <a:headEnd/>
                <a:tailEnd/>
              </a:ln>
            </p:spPr>
            <p:txBody>
              <a:bodyPr/>
              <a:lstStyle/>
              <a:p>
                <a:endParaRPr lang="en-US"/>
              </a:p>
            </p:txBody>
          </p:sp>
          <p:sp>
            <p:nvSpPr>
              <p:cNvPr id="106317" name="Line 578"/>
              <p:cNvSpPr>
                <a:spLocks noChangeShapeType="1"/>
              </p:cNvSpPr>
              <p:nvPr/>
            </p:nvSpPr>
            <p:spPr bwMode="auto">
              <a:xfrm flipV="1">
                <a:off x="3788" y="2122"/>
                <a:ext cx="766" cy="244"/>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5670" name="Group 579"/>
            <p:cNvGrpSpPr>
              <a:grpSpLocks/>
            </p:cNvGrpSpPr>
            <p:nvPr/>
          </p:nvGrpSpPr>
          <p:grpSpPr bwMode="auto">
            <a:xfrm>
              <a:off x="3317" y="1769"/>
              <a:ext cx="886" cy="283"/>
              <a:chOff x="3317" y="1769"/>
              <a:chExt cx="886" cy="283"/>
            </a:xfrm>
          </p:grpSpPr>
          <p:sp>
            <p:nvSpPr>
              <p:cNvPr id="106314" name="Freeform 580"/>
              <p:cNvSpPr>
                <a:spLocks/>
              </p:cNvSpPr>
              <p:nvPr/>
            </p:nvSpPr>
            <p:spPr bwMode="auto">
              <a:xfrm>
                <a:off x="4067" y="1980"/>
                <a:ext cx="136" cy="72"/>
              </a:xfrm>
              <a:custGeom>
                <a:avLst/>
                <a:gdLst>
                  <a:gd name="T0" fmla="*/ 136 w 136"/>
                  <a:gd name="T1" fmla="*/ 72 h 72"/>
                  <a:gd name="T2" fmla="*/ 0 w 136"/>
                  <a:gd name="T3" fmla="*/ 64 h 72"/>
                  <a:gd name="T4" fmla="*/ 8 w 136"/>
                  <a:gd name="T5" fmla="*/ 32 h 72"/>
                  <a:gd name="T6" fmla="*/ 24 w 136"/>
                  <a:gd name="T7" fmla="*/ 0 h 72"/>
                  <a:gd name="T8" fmla="*/ 136 w 136"/>
                  <a:gd name="T9" fmla="*/ 72 h 72"/>
                  <a:gd name="T10" fmla="*/ 0 60000 65536"/>
                  <a:gd name="T11" fmla="*/ 0 60000 65536"/>
                  <a:gd name="T12" fmla="*/ 0 60000 65536"/>
                  <a:gd name="T13" fmla="*/ 0 60000 65536"/>
                  <a:gd name="T14" fmla="*/ 0 60000 65536"/>
                  <a:gd name="T15" fmla="*/ 0 w 136"/>
                  <a:gd name="T16" fmla="*/ 0 h 72"/>
                  <a:gd name="T17" fmla="*/ 136 w 136"/>
                  <a:gd name="T18" fmla="*/ 72 h 72"/>
                </a:gdLst>
                <a:ahLst/>
                <a:cxnLst>
                  <a:cxn ang="T10">
                    <a:pos x="T0" y="T1"/>
                  </a:cxn>
                  <a:cxn ang="T11">
                    <a:pos x="T2" y="T3"/>
                  </a:cxn>
                  <a:cxn ang="T12">
                    <a:pos x="T4" y="T5"/>
                  </a:cxn>
                  <a:cxn ang="T13">
                    <a:pos x="T6" y="T7"/>
                  </a:cxn>
                  <a:cxn ang="T14">
                    <a:pos x="T8" y="T9"/>
                  </a:cxn>
                </a:cxnLst>
                <a:rect l="T15" t="T16" r="T17" b="T18"/>
                <a:pathLst>
                  <a:path w="136" h="72">
                    <a:moveTo>
                      <a:pt x="136" y="72"/>
                    </a:moveTo>
                    <a:lnTo>
                      <a:pt x="0" y="64"/>
                    </a:lnTo>
                    <a:lnTo>
                      <a:pt x="8" y="32"/>
                    </a:lnTo>
                    <a:lnTo>
                      <a:pt x="24" y="0"/>
                    </a:lnTo>
                    <a:lnTo>
                      <a:pt x="136" y="72"/>
                    </a:lnTo>
                    <a:close/>
                  </a:path>
                </a:pathLst>
              </a:custGeom>
              <a:solidFill>
                <a:schemeClr val="bg2"/>
              </a:solidFill>
              <a:ln w="9525">
                <a:solidFill>
                  <a:schemeClr val="bg2"/>
                </a:solidFill>
                <a:round/>
                <a:headEnd/>
                <a:tailEnd/>
              </a:ln>
            </p:spPr>
            <p:txBody>
              <a:bodyPr/>
              <a:lstStyle/>
              <a:p>
                <a:endParaRPr lang="en-US"/>
              </a:p>
            </p:txBody>
          </p:sp>
          <p:sp>
            <p:nvSpPr>
              <p:cNvPr id="106315" name="Line 581"/>
              <p:cNvSpPr>
                <a:spLocks noChangeShapeType="1"/>
              </p:cNvSpPr>
              <p:nvPr/>
            </p:nvSpPr>
            <p:spPr bwMode="auto">
              <a:xfrm>
                <a:off x="3317" y="1769"/>
                <a:ext cx="766" cy="244"/>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105671" name="Oval 582"/>
            <p:cNvSpPr>
              <a:spLocks noChangeArrowheads="1"/>
            </p:cNvSpPr>
            <p:nvPr/>
          </p:nvSpPr>
          <p:spPr bwMode="auto">
            <a:xfrm>
              <a:off x="3293" y="1741"/>
              <a:ext cx="32" cy="40"/>
            </a:xfrm>
            <a:prstGeom prst="ellipse">
              <a:avLst/>
            </a:prstGeom>
            <a:solidFill>
              <a:schemeClr val="bg2"/>
            </a:solidFill>
            <a:ln w="9525">
              <a:solidFill>
                <a:schemeClr val="bg2"/>
              </a:solidFill>
              <a:round/>
              <a:headEnd/>
              <a:tailEnd/>
            </a:ln>
          </p:spPr>
          <p:txBody>
            <a:bodyPr/>
            <a:lstStyle/>
            <a:p>
              <a:endParaRPr lang="en-US"/>
            </a:p>
          </p:txBody>
        </p:sp>
        <p:sp>
          <p:nvSpPr>
            <p:cNvPr id="105672" name="Oval 583"/>
            <p:cNvSpPr>
              <a:spLocks noChangeArrowheads="1"/>
            </p:cNvSpPr>
            <p:nvPr/>
          </p:nvSpPr>
          <p:spPr bwMode="auto">
            <a:xfrm>
              <a:off x="3293" y="1741"/>
              <a:ext cx="32" cy="40"/>
            </a:xfrm>
            <a:prstGeom prst="ellipse">
              <a:avLst/>
            </a:prstGeom>
            <a:solidFill>
              <a:schemeClr val="bg2"/>
            </a:solidFill>
            <a:ln w="25400">
              <a:solidFill>
                <a:schemeClr val="bg2"/>
              </a:solidFill>
              <a:round/>
              <a:headEnd/>
              <a:tailEnd/>
            </a:ln>
          </p:spPr>
          <p:txBody>
            <a:bodyPr/>
            <a:lstStyle/>
            <a:p>
              <a:endParaRPr lang="en-US"/>
            </a:p>
          </p:txBody>
        </p:sp>
        <p:sp>
          <p:nvSpPr>
            <p:cNvPr id="105673" name="Oval 584"/>
            <p:cNvSpPr>
              <a:spLocks noChangeArrowheads="1"/>
            </p:cNvSpPr>
            <p:nvPr/>
          </p:nvSpPr>
          <p:spPr bwMode="auto">
            <a:xfrm>
              <a:off x="3293" y="2044"/>
              <a:ext cx="32" cy="40"/>
            </a:xfrm>
            <a:prstGeom prst="ellipse">
              <a:avLst/>
            </a:prstGeom>
            <a:solidFill>
              <a:schemeClr val="bg2"/>
            </a:solidFill>
            <a:ln w="9525">
              <a:solidFill>
                <a:schemeClr val="bg2"/>
              </a:solidFill>
              <a:round/>
              <a:headEnd/>
              <a:tailEnd/>
            </a:ln>
          </p:spPr>
          <p:txBody>
            <a:bodyPr/>
            <a:lstStyle/>
            <a:p>
              <a:endParaRPr lang="en-US"/>
            </a:p>
          </p:txBody>
        </p:sp>
        <p:sp>
          <p:nvSpPr>
            <p:cNvPr id="105674" name="Oval 585"/>
            <p:cNvSpPr>
              <a:spLocks noChangeArrowheads="1"/>
            </p:cNvSpPr>
            <p:nvPr/>
          </p:nvSpPr>
          <p:spPr bwMode="auto">
            <a:xfrm>
              <a:off x="3293" y="2044"/>
              <a:ext cx="32" cy="40"/>
            </a:xfrm>
            <a:prstGeom prst="ellipse">
              <a:avLst/>
            </a:prstGeom>
            <a:solidFill>
              <a:schemeClr val="bg2"/>
            </a:solidFill>
            <a:ln w="25400">
              <a:solidFill>
                <a:schemeClr val="bg2"/>
              </a:solidFill>
              <a:round/>
              <a:headEnd/>
              <a:tailEnd/>
            </a:ln>
          </p:spPr>
          <p:txBody>
            <a:bodyPr/>
            <a:lstStyle/>
            <a:p>
              <a:endParaRPr lang="en-US"/>
            </a:p>
          </p:txBody>
        </p:sp>
        <p:sp>
          <p:nvSpPr>
            <p:cNvPr id="105675" name="Oval 586"/>
            <p:cNvSpPr>
              <a:spLocks noChangeArrowheads="1"/>
            </p:cNvSpPr>
            <p:nvPr/>
          </p:nvSpPr>
          <p:spPr bwMode="auto">
            <a:xfrm>
              <a:off x="3293" y="2355"/>
              <a:ext cx="32" cy="32"/>
            </a:xfrm>
            <a:prstGeom prst="ellipse">
              <a:avLst/>
            </a:prstGeom>
            <a:solidFill>
              <a:schemeClr val="bg2"/>
            </a:solidFill>
            <a:ln w="9525">
              <a:solidFill>
                <a:schemeClr val="bg2"/>
              </a:solidFill>
              <a:round/>
              <a:headEnd/>
              <a:tailEnd/>
            </a:ln>
          </p:spPr>
          <p:txBody>
            <a:bodyPr/>
            <a:lstStyle/>
            <a:p>
              <a:endParaRPr lang="en-US"/>
            </a:p>
          </p:txBody>
        </p:sp>
        <p:sp>
          <p:nvSpPr>
            <p:cNvPr id="105676" name="Oval 587"/>
            <p:cNvSpPr>
              <a:spLocks noChangeArrowheads="1"/>
            </p:cNvSpPr>
            <p:nvPr/>
          </p:nvSpPr>
          <p:spPr bwMode="auto">
            <a:xfrm>
              <a:off x="3293" y="2355"/>
              <a:ext cx="32" cy="32"/>
            </a:xfrm>
            <a:prstGeom prst="ellipse">
              <a:avLst/>
            </a:prstGeom>
            <a:solidFill>
              <a:schemeClr val="bg2"/>
            </a:solidFill>
            <a:ln w="25400">
              <a:solidFill>
                <a:schemeClr val="bg2"/>
              </a:solidFill>
              <a:round/>
              <a:headEnd/>
              <a:tailEnd/>
            </a:ln>
          </p:spPr>
          <p:txBody>
            <a:bodyPr/>
            <a:lstStyle/>
            <a:p>
              <a:endParaRPr lang="en-US"/>
            </a:p>
          </p:txBody>
        </p:sp>
        <p:sp>
          <p:nvSpPr>
            <p:cNvPr id="105677" name="Oval 588"/>
            <p:cNvSpPr>
              <a:spLocks noChangeArrowheads="1"/>
            </p:cNvSpPr>
            <p:nvPr/>
          </p:nvSpPr>
          <p:spPr bwMode="auto">
            <a:xfrm>
              <a:off x="3293" y="2658"/>
              <a:ext cx="32" cy="40"/>
            </a:xfrm>
            <a:prstGeom prst="ellipse">
              <a:avLst/>
            </a:prstGeom>
            <a:solidFill>
              <a:schemeClr val="bg2"/>
            </a:solidFill>
            <a:ln w="9525">
              <a:solidFill>
                <a:schemeClr val="bg2"/>
              </a:solidFill>
              <a:round/>
              <a:headEnd/>
              <a:tailEnd/>
            </a:ln>
          </p:spPr>
          <p:txBody>
            <a:bodyPr/>
            <a:lstStyle/>
            <a:p>
              <a:endParaRPr lang="en-US"/>
            </a:p>
          </p:txBody>
        </p:sp>
        <p:sp>
          <p:nvSpPr>
            <p:cNvPr id="105678" name="Oval 589"/>
            <p:cNvSpPr>
              <a:spLocks noChangeArrowheads="1"/>
            </p:cNvSpPr>
            <p:nvPr/>
          </p:nvSpPr>
          <p:spPr bwMode="auto">
            <a:xfrm>
              <a:off x="3293" y="2658"/>
              <a:ext cx="32" cy="40"/>
            </a:xfrm>
            <a:prstGeom prst="ellipse">
              <a:avLst/>
            </a:prstGeom>
            <a:solidFill>
              <a:schemeClr val="bg2"/>
            </a:solidFill>
            <a:ln w="25400">
              <a:solidFill>
                <a:schemeClr val="bg2"/>
              </a:solidFill>
              <a:round/>
              <a:headEnd/>
              <a:tailEnd/>
            </a:ln>
          </p:spPr>
          <p:txBody>
            <a:bodyPr/>
            <a:lstStyle/>
            <a:p>
              <a:endParaRPr lang="en-US"/>
            </a:p>
          </p:txBody>
        </p:sp>
        <p:sp>
          <p:nvSpPr>
            <p:cNvPr id="105679" name="Oval 590"/>
            <p:cNvSpPr>
              <a:spLocks noChangeArrowheads="1"/>
            </p:cNvSpPr>
            <p:nvPr/>
          </p:nvSpPr>
          <p:spPr bwMode="auto">
            <a:xfrm>
              <a:off x="3285" y="2969"/>
              <a:ext cx="32" cy="32"/>
            </a:xfrm>
            <a:prstGeom prst="ellipse">
              <a:avLst/>
            </a:prstGeom>
            <a:solidFill>
              <a:schemeClr val="bg2"/>
            </a:solidFill>
            <a:ln w="9525">
              <a:solidFill>
                <a:schemeClr val="bg2"/>
              </a:solidFill>
              <a:round/>
              <a:headEnd/>
              <a:tailEnd/>
            </a:ln>
          </p:spPr>
          <p:txBody>
            <a:bodyPr/>
            <a:lstStyle/>
            <a:p>
              <a:endParaRPr lang="en-US"/>
            </a:p>
          </p:txBody>
        </p:sp>
        <p:sp>
          <p:nvSpPr>
            <p:cNvPr id="105680" name="Oval 591"/>
            <p:cNvSpPr>
              <a:spLocks noChangeArrowheads="1"/>
            </p:cNvSpPr>
            <p:nvPr/>
          </p:nvSpPr>
          <p:spPr bwMode="auto">
            <a:xfrm>
              <a:off x="3285" y="2969"/>
              <a:ext cx="32" cy="32"/>
            </a:xfrm>
            <a:prstGeom prst="ellipse">
              <a:avLst/>
            </a:prstGeom>
            <a:solidFill>
              <a:schemeClr val="bg2"/>
            </a:solidFill>
            <a:ln w="25400">
              <a:solidFill>
                <a:schemeClr val="bg2"/>
              </a:solidFill>
              <a:round/>
              <a:headEnd/>
              <a:tailEnd/>
            </a:ln>
          </p:spPr>
          <p:txBody>
            <a:bodyPr/>
            <a:lstStyle/>
            <a:p>
              <a:endParaRPr lang="en-US"/>
            </a:p>
          </p:txBody>
        </p:sp>
        <p:grpSp>
          <p:nvGrpSpPr>
            <p:cNvPr id="105681" name="Group 592"/>
            <p:cNvGrpSpPr>
              <a:grpSpLocks/>
            </p:cNvGrpSpPr>
            <p:nvPr/>
          </p:nvGrpSpPr>
          <p:grpSpPr bwMode="auto">
            <a:xfrm>
              <a:off x="3748" y="1741"/>
              <a:ext cx="40" cy="1260"/>
              <a:chOff x="3748" y="1741"/>
              <a:chExt cx="40" cy="1260"/>
            </a:xfrm>
          </p:grpSpPr>
          <p:sp>
            <p:nvSpPr>
              <p:cNvPr id="106304" name="Oval 593"/>
              <p:cNvSpPr>
                <a:spLocks noChangeArrowheads="1"/>
              </p:cNvSpPr>
              <p:nvPr/>
            </p:nvSpPr>
            <p:spPr bwMode="auto">
              <a:xfrm>
                <a:off x="3748" y="1741"/>
                <a:ext cx="40" cy="32"/>
              </a:xfrm>
              <a:prstGeom prst="ellipse">
                <a:avLst/>
              </a:prstGeom>
              <a:solidFill>
                <a:schemeClr val="bg2"/>
              </a:solidFill>
              <a:ln w="9525">
                <a:solidFill>
                  <a:schemeClr val="bg2"/>
                </a:solidFill>
                <a:round/>
                <a:headEnd/>
                <a:tailEnd/>
              </a:ln>
            </p:spPr>
            <p:txBody>
              <a:bodyPr/>
              <a:lstStyle/>
              <a:p>
                <a:endParaRPr lang="en-US"/>
              </a:p>
            </p:txBody>
          </p:sp>
          <p:sp>
            <p:nvSpPr>
              <p:cNvPr id="106305" name="Oval 594"/>
              <p:cNvSpPr>
                <a:spLocks noChangeArrowheads="1"/>
              </p:cNvSpPr>
              <p:nvPr/>
            </p:nvSpPr>
            <p:spPr bwMode="auto">
              <a:xfrm>
                <a:off x="3748" y="1741"/>
                <a:ext cx="40" cy="32"/>
              </a:xfrm>
              <a:prstGeom prst="ellipse">
                <a:avLst/>
              </a:prstGeom>
              <a:solidFill>
                <a:schemeClr val="bg2"/>
              </a:solidFill>
              <a:ln w="25400">
                <a:solidFill>
                  <a:schemeClr val="bg2"/>
                </a:solidFill>
                <a:round/>
                <a:headEnd/>
                <a:tailEnd/>
              </a:ln>
            </p:spPr>
            <p:txBody>
              <a:bodyPr/>
              <a:lstStyle/>
              <a:p>
                <a:endParaRPr lang="en-US"/>
              </a:p>
            </p:txBody>
          </p:sp>
          <p:sp>
            <p:nvSpPr>
              <p:cNvPr id="106306" name="Oval 595"/>
              <p:cNvSpPr>
                <a:spLocks noChangeArrowheads="1"/>
              </p:cNvSpPr>
              <p:nvPr/>
            </p:nvSpPr>
            <p:spPr bwMode="auto">
              <a:xfrm>
                <a:off x="3756" y="2044"/>
                <a:ext cx="32" cy="32"/>
              </a:xfrm>
              <a:prstGeom prst="ellipse">
                <a:avLst/>
              </a:prstGeom>
              <a:solidFill>
                <a:schemeClr val="bg2"/>
              </a:solidFill>
              <a:ln w="9525">
                <a:solidFill>
                  <a:schemeClr val="bg2"/>
                </a:solidFill>
                <a:round/>
                <a:headEnd/>
                <a:tailEnd/>
              </a:ln>
            </p:spPr>
            <p:txBody>
              <a:bodyPr/>
              <a:lstStyle/>
              <a:p>
                <a:endParaRPr lang="en-US"/>
              </a:p>
            </p:txBody>
          </p:sp>
          <p:sp>
            <p:nvSpPr>
              <p:cNvPr id="106307" name="Oval 596"/>
              <p:cNvSpPr>
                <a:spLocks noChangeArrowheads="1"/>
              </p:cNvSpPr>
              <p:nvPr/>
            </p:nvSpPr>
            <p:spPr bwMode="auto">
              <a:xfrm>
                <a:off x="3756" y="2044"/>
                <a:ext cx="32" cy="32"/>
              </a:xfrm>
              <a:prstGeom prst="ellipse">
                <a:avLst/>
              </a:prstGeom>
              <a:solidFill>
                <a:schemeClr val="bg2"/>
              </a:solidFill>
              <a:ln w="25400">
                <a:solidFill>
                  <a:schemeClr val="bg2"/>
                </a:solidFill>
                <a:round/>
                <a:headEnd/>
                <a:tailEnd/>
              </a:ln>
            </p:spPr>
            <p:txBody>
              <a:bodyPr/>
              <a:lstStyle/>
              <a:p>
                <a:endParaRPr lang="en-US"/>
              </a:p>
            </p:txBody>
          </p:sp>
          <p:sp>
            <p:nvSpPr>
              <p:cNvPr id="106308" name="Oval 597"/>
              <p:cNvSpPr>
                <a:spLocks noChangeArrowheads="1"/>
              </p:cNvSpPr>
              <p:nvPr/>
            </p:nvSpPr>
            <p:spPr bwMode="auto">
              <a:xfrm>
                <a:off x="3756" y="2355"/>
                <a:ext cx="32" cy="32"/>
              </a:xfrm>
              <a:prstGeom prst="ellipse">
                <a:avLst/>
              </a:prstGeom>
              <a:solidFill>
                <a:schemeClr val="bg2"/>
              </a:solidFill>
              <a:ln w="9525">
                <a:solidFill>
                  <a:schemeClr val="bg2"/>
                </a:solidFill>
                <a:round/>
                <a:headEnd/>
                <a:tailEnd/>
              </a:ln>
            </p:spPr>
            <p:txBody>
              <a:bodyPr/>
              <a:lstStyle/>
              <a:p>
                <a:endParaRPr lang="en-US"/>
              </a:p>
            </p:txBody>
          </p:sp>
          <p:sp>
            <p:nvSpPr>
              <p:cNvPr id="106309" name="Oval 598"/>
              <p:cNvSpPr>
                <a:spLocks noChangeArrowheads="1"/>
              </p:cNvSpPr>
              <p:nvPr/>
            </p:nvSpPr>
            <p:spPr bwMode="auto">
              <a:xfrm>
                <a:off x="3756" y="2355"/>
                <a:ext cx="32" cy="32"/>
              </a:xfrm>
              <a:prstGeom prst="ellipse">
                <a:avLst/>
              </a:prstGeom>
              <a:solidFill>
                <a:schemeClr val="bg2"/>
              </a:solidFill>
              <a:ln w="25400">
                <a:solidFill>
                  <a:schemeClr val="bg2"/>
                </a:solidFill>
                <a:round/>
                <a:headEnd/>
                <a:tailEnd/>
              </a:ln>
            </p:spPr>
            <p:txBody>
              <a:bodyPr/>
              <a:lstStyle/>
              <a:p>
                <a:endParaRPr lang="en-US"/>
              </a:p>
            </p:txBody>
          </p:sp>
          <p:sp>
            <p:nvSpPr>
              <p:cNvPr id="106310" name="Oval 599"/>
              <p:cNvSpPr>
                <a:spLocks noChangeArrowheads="1"/>
              </p:cNvSpPr>
              <p:nvPr/>
            </p:nvSpPr>
            <p:spPr bwMode="auto">
              <a:xfrm>
                <a:off x="3748" y="2658"/>
                <a:ext cx="40" cy="32"/>
              </a:xfrm>
              <a:prstGeom prst="ellipse">
                <a:avLst/>
              </a:prstGeom>
              <a:solidFill>
                <a:schemeClr val="bg2"/>
              </a:solidFill>
              <a:ln w="9525">
                <a:solidFill>
                  <a:schemeClr val="bg2"/>
                </a:solidFill>
                <a:round/>
                <a:headEnd/>
                <a:tailEnd/>
              </a:ln>
            </p:spPr>
            <p:txBody>
              <a:bodyPr/>
              <a:lstStyle/>
              <a:p>
                <a:endParaRPr lang="en-US"/>
              </a:p>
            </p:txBody>
          </p:sp>
          <p:sp>
            <p:nvSpPr>
              <p:cNvPr id="106311" name="Oval 600"/>
              <p:cNvSpPr>
                <a:spLocks noChangeArrowheads="1"/>
              </p:cNvSpPr>
              <p:nvPr/>
            </p:nvSpPr>
            <p:spPr bwMode="auto">
              <a:xfrm>
                <a:off x="3748" y="2658"/>
                <a:ext cx="40" cy="32"/>
              </a:xfrm>
              <a:prstGeom prst="ellipse">
                <a:avLst/>
              </a:prstGeom>
              <a:solidFill>
                <a:schemeClr val="bg2"/>
              </a:solidFill>
              <a:ln w="25400">
                <a:solidFill>
                  <a:schemeClr val="bg2"/>
                </a:solidFill>
                <a:round/>
                <a:headEnd/>
                <a:tailEnd/>
              </a:ln>
            </p:spPr>
            <p:txBody>
              <a:bodyPr/>
              <a:lstStyle/>
              <a:p>
                <a:endParaRPr lang="en-US"/>
              </a:p>
            </p:txBody>
          </p:sp>
          <p:sp>
            <p:nvSpPr>
              <p:cNvPr id="106312" name="Oval 601"/>
              <p:cNvSpPr>
                <a:spLocks noChangeArrowheads="1"/>
              </p:cNvSpPr>
              <p:nvPr/>
            </p:nvSpPr>
            <p:spPr bwMode="auto">
              <a:xfrm>
                <a:off x="3748" y="2969"/>
                <a:ext cx="32" cy="32"/>
              </a:xfrm>
              <a:prstGeom prst="ellipse">
                <a:avLst/>
              </a:prstGeom>
              <a:solidFill>
                <a:schemeClr val="bg2"/>
              </a:solidFill>
              <a:ln w="9525">
                <a:solidFill>
                  <a:schemeClr val="bg2"/>
                </a:solidFill>
                <a:round/>
                <a:headEnd/>
                <a:tailEnd/>
              </a:ln>
            </p:spPr>
            <p:txBody>
              <a:bodyPr/>
              <a:lstStyle/>
              <a:p>
                <a:endParaRPr lang="en-US"/>
              </a:p>
            </p:txBody>
          </p:sp>
          <p:sp>
            <p:nvSpPr>
              <p:cNvPr id="106313" name="Oval 602"/>
              <p:cNvSpPr>
                <a:spLocks noChangeArrowheads="1"/>
              </p:cNvSpPr>
              <p:nvPr/>
            </p:nvSpPr>
            <p:spPr bwMode="auto">
              <a:xfrm>
                <a:off x="3748" y="2969"/>
                <a:ext cx="32" cy="32"/>
              </a:xfrm>
              <a:prstGeom prst="ellipse">
                <a:avLst/>
              </a:prstGeom>
              <a:solidFill>
                <a:schemeClr val="bg2"/>
              </a:solidFill>
              <a:ln w="25400">
                <a:solidFill>
                  <a:schemeClr val="bg2"/>
                </a:solidFill>
                <a:round/>
                <a:headEnd/>
                <a:tailEnd/>
              </a:ln>
            </p:spPr>
            <p:txBody>
              <a:bodyPr/>
              <a:lstStyle/>
              <a:p>
                <a:endParaRPr lang="en-US"/>
              </a:p>
            </p:txBody>
          </p:sp>
        </p:grpSp>
        <p:grpSp>
          <p:nvGrpSpPr>
            <p:cNvPr id="105682" name="Group 603"/>
            <p:cNvGrpSpPr>
              <a:grpSpLocks/>
            </p:cNvGrpSpPr>
            <p:nvPr/>
          </p:nvGrpSpPr>
          <p:grpSpPr bwMode="auto">
            <a:xfrm>
              <a:off x="4203" y="1749"/>
              <a:ext cx="48" cy="1252"/>
              <a:chOff x="4203" y="1749"/>
              <a:chExt cx="48" cy="1252"/>
            </a:xfrm>
          </p:grpSpPr>
          <p:sp>
            <p:nvSpPr>
              <p:cNvPr id="106294" name="Oval 604"/>
              <p:cNvSpPr>
                <a:spLocks noChangeArrowheads="1"/>
              </p:cNvSpPr>
              <p:nvPr/>
            </p:nvSpPr>
            <p:spPr bwMode="auto">
              <a:xfrm>
                <a:off x="4211" y="1749"/>
                <a:ext cx="32" cy="32"/>
              </a:xfrm>
              <a:prstGeom prst="ellipse">
                <a:avLst/>
              </a:prstGeom>
              <a:solidFill>
                <a:schemeClr val="bg2"/>
              </a:solidFill>
              <a:ln w="9525">
                <a:solidFill>
                  <a:schemeClr val="bg2"/>
                </a:solidFill>
                <a:round/>
                <a:headEnd/>
                <a:tailEnd/>
              </a:ln>
            </p:spPr>
            <p:txBody>
              <a:bodyPr/>
              <a:lstStyle/>
              <a:p>
                <a:endParaRPr lang="en-US"/>
              </a:p>
            </p:txBody>
          </p:sp>
          <p:sp>
            <p:nvSpPr>
              <p:cNvPr id="106295" name="Oval 605"/>
              <p:cNvSpPr>
                <a:spLocks noChangeArrowheads="1"/>
              </p:cNvSpPr>
              <p:nvPr/>
            </p:nvSpPr>
            <p:spPr bwMode="auto">
              <a:xfrm>
                <a:off x="4211" y="1749"/>
                <a:ext cx="32" cy="32"/>
              </a:xfrm>
              <a:prstGeom prst="ellipse">
                <a:avLst/>
              </a:prstGeom>
              <a:solidFill>
                <a:schemeClr val="bg2"/>
              </a:solidFill>
              <a:ln w="25400">
                <a:solidFill>
                  <a:schemeClr val="bg2"/>
                </a:solidFill>
                <a:round/>
                <a:headEnd/>
                <a:tailEnd/>
              </a:ln>
            </p:spPr>
            <p:txBody>
              <a:bodyPr/>
              <a:lstStyle/>
              <a:p>
                <a:endParaRPr lang="en-US"/>
              </a:p>
            </p:txBody>
          </p:sp>
          <p:sp>
            <p:nvSpPr>
              <p:cNvPr id="106296" name="Oval 606"/>
              <p:cNvSpPr>
                <a:spLocks noChangeArrowheads="1"/>
              </p:cNvSpPr>
              <p:nvPr/>
            </p:nvSpPr>
            <p:spPr bwMode="auto">
              <a:xfrm>
                <a:off x="4219" y="2052"/>
                <a:ext cx="32" cy="32"/>
              </a:xfrm>
              <a:prstGeom prst="ellipse">
                <a:avLst/>
              </a:prstGeom>
              <a:solidFill>
                <a:schemeClr val="bg2"/>
              </a:solidFill>
              <a:ln w="9525">
                <a:solidFill>
                  <a:schemeClr val="bg2"/>
                </a:solidFill>
                <a:round/>
                <a:headEnd/>
                <a:tailEnd/>
              </a:ln>
            </p:spPr>
            <p:txBody>
              <a:bodyPr/>
              <a:lstStyle/>
              <a:p>
                <a:endParaRPr lang="en-US"/>
              </a:p>
            </p:txBody>
          </p:sp>
          <p:sp>
            <p:nvSpPr>
              <p:cNvPr id="106297" name="Oval 607"/>
              <p:cNvSpPr>
                <a:spLocks noChangeArrowheads="1"/>
              </p:cNvSpPr>
              <p:nvPr/>
            </p:nvSpPr>
            <p:spPr bwMode="auto">
              <a:xfrm>
                <a:off x="4219" y="2052"/>
                <a:ext cx="32" cy="32"/>
              </a:xfrm>
              <a:prstGeom prst="ellipse">
                <a:avLst/>
              </a:prstGeom>
              <a:solidFill>
                <a:schemeClr val="bg2"/>
              </a:solidFill>
              <a:ln w="25400">
                <a:solidFill>
                  <a:schemeClr val="bg2"/>
                </a:solidFill>
                <a:round/>
                <a:headEnd/>
                <a:tailEnd/>
              </a:ln>
            </p:spPr>
            <p:txBody>
              <a:bodyPr/>
              <a:lstStyle/>
              <a:p>
                <a:endParaRPr lang="en-US"/>
              </a:p>
            </p:txBody>
          </p:sp>
          <p:sp>
            <p:nvSpPr>
              <p:cNvPr id="106298" name="Oval 608"/>
              <p:cNvSpPr>
                <a:spLocks noChangeArrowheads="1"/>
              </p:cNvSpPr>
              <p:nvPr/>
            </p:nvSpPr>
            <p:spPr bwMode="auto">
              <a:xfrm>
                <a:off x="4219" y="2355"/>
                <a:ext cx="32" cy="32"/>
              </a:xfrm>
              <a:prstGeom prst="ellipse">
                <a:avLst/>
              </a:prstGeom>
              <a:solidFill>
                <a:schemeClr val="bg2"/>
              </a:solidFill>
              <a:ln w="9525">
                <a:solidFill>
                  <a:schemeClr val="bg2"/>
                </a:solidFill>
                <a:round/>
                <a:headEnd/>
                <a:tailEnd/>
              </a:ln>
            </p:spPr>
            <p:txBody>
              <a:bodyPr/>
              <a:lstStyle/>
              <a:p>
                <a:endParaRPr lang="en-US"/>
              </a:p>
            </p:txBody>
          </p:sp>
          <p:sp>
            <p:nvSpPr>
              <p:cNvPr id="106299" name="Oval 609"/>
              <p:cNvSpPr>
                <a:spLocks noChangeArrowheads="1"/>
              </p:cNvSpPr>
              <p:nvPr/>
            </p:nvSpPr>
            <p:spPr bwMode="auto">
              <a:xfrm>
                <a:off x="4219" y="2355"/>
                <a:ext cx="32" cy="32"/>
              </a:xfrm>
              <a:prstGeom prst="ellipse">
                <a:avLst/>
              </a:prstGeom>
              <a:solidFill>
                <a:schemeClr val="bg2"/>
              </a:solidFill>
              <a:ln w="25400">
                <a:solidFill>
                  <a:schemeClr val="bg2"/>
                </a:solidFill>
                <a:round/>
                <a:headEnd/>
                <a:tailEnd/>
              </a:ln>
            </p:spPr>
            <p:txBody>
              <a:bodyPr/>
              <a:lstStyle/>
              <a:p>
                <a:endParaRPr lang="en-US"/>
              </a:p>
            </p:txBody>
          </p:sp>
          <p:sp>
            <p:nvSpPr>
              <p:cNvPr id="106300" name="Oval 610"/>
              <p:cNvSpPr>
                <a:spLocks noChangeArrowheads="1"/>
              </p:cNvSpPr>
              <p:nvPr/>
            </p:nvSpPr>
            <p:spPr bwMode="auto">
              <a:xfrm>
                <a:off x="4211" y="2666"/>
                <a:ext cx="32" cy="32"/>
              </a:xfrm>
              <a:prstGeom prst="ellipse">
                <a:avLst/>
              </a:prstGeom>
              <a:solidFill>
                <a:schemeClr val="bg2"/>
              </a:solidFill>
              <a:ln w="9525">
                <a:solidFill>
                  <a:schemeClr val="bg2"/>
                </a:solidFill>
                <a:round/>
                <a:headEnd/>
                <a:tailEnd/>
              </a:ln>
            </p:spPr>
            <p:txBody>
              <a:bodyPr/>
              <a:lstStyle/>
              <a:p>
                <a:endParaRPr lang="en-US"/>
              </a:p>
            </p:txBody>
          </p:sp>
          <p:sp>
            <p:nvSpPr>
              <p:cNvPr id="106301" name="Oval 611"/>
              <p:cNvSpPr>
                <a:spLocks noChangeArrowheads="1"/>
              </p:cNvSpPr>
              <p:nvPr/>
            </p:nvSpPr>
            <p:spPr bwMode="auto">
              <a:xfrm>
                <a:off x="4211" y="2666"/>
                <a:ext cx="32" cy="32"/>
              </a:xfrm>
              <a:prstGeom prst="ellipse">
                <a:avLst/>
              </a:prstGeom>
              <a:solidFill>
                <a:schemeClr val="bg2"/>
              </a:solidFill>
              <a:ln w="25400">
                <a:solidFill>
                  <a:schemeClr val="bg2"/>
                </a:solidFill>
                <a:round/>
                <a:headEnd/>
                <a:tailEnd/>
              </a:ln>
            </p:spPr>
            <p:txBody>
              <a:bodyPr/>
              <a:lstStyle/>
              <a:p>
                <a:endParaRPr lang="en-US"/>
              </a:p>
            </p:txBody>
          </p:sp>
          <p:sp>
            <p:nvSpPr>
              <p:cNvPr id="106302" name="Oval 612"/>
              <p:cNvSpPr>
                <a:spLocks noChangeArrowheads="1"/>
              </p:cNvSpPr>
              <p:nvPr/>
            </p:nvSpPr>
            <p:spPr bwMode="auto">
              <a:xfrm>
                <a:off x="4203" y="2969"/>
                <a:ext cx="40" cy="32"/>
              </a:xfrm>
              <a:prstGeom prst="ellipse">
                <a:avLst/>
              </a:prstGeom>
              <a:solidFill>
                <a:schemeClr val="bg2"/>
              </a:solidFill>
              <a:ln w="9525">
                <a:solidFill>
                  <a:schemeClr val="bg2"/>
                </a:solidFill>
                <a:round/>
                <a:headEnd/>
                <a:tailEnd/>
              </a:ln>
            </p:spPr>
            <p:txBody>
              <a:bodyPr/>
              <a:lstStyle/>
              <a:p>
                <a:endParaRPr lang="en-US"/>
              </a:p>
            </p:txBody>
          </p:sp>
          <p:sp>
            <p:nvSpPr>
              <p:cNvPr id="106303" name="Oval 613"/>
              <p:cNvSpPr>
                <a:spLocks noChangeArrowheads="1"/>
              </p:cNvSpPr>
              <p:nvPr/>
            </p:nvSpPr>
            <p:spPr bwMode="auto">
              <a:xfrm>
                <a:off x="4203" y="2969"/>
                <a:ext cx="40" cy="32"/>
              </a:xfrm>
              <a:prstGeom prst="ellipse">
                <a:avLst/>
              </a:prstGeom>
              <a:solidFill>
                <a:schemeClr val="bg2"/>
              </a:solidFill>
              <a:ln w="25400">
                <a:solidFill>
                  <a:schemeClr val="bg2"/>
                </a:solidFill>
                <a:round/>
                <a:headEnd/>
                <a:tailEnd/>
              </a:ln>
            </p:spPr>
            <p:txBody>
              <a:bodyPr/>
              <a:lstStyle/>
              <a:p>
                <a:endParaRPr lang="en-US"/>
              </a:p>
            </p:txBody>
          </p:sp>
        </p:grpSp>
        <p:grpSp>
          <p:nvGrpSpPr>
            <p:cNvPr id="105683" name="Group 614"/>
            <p:cNvGrpSpPr>
              <a:grpSpLocks/>
            </p:cNvGrpSpPr>
            <p:nvPr/>
          </p:nvGrpSpPr>
          <p:grpSpPr bwMode="auto">
            <a:xfrm>
              <a:off x="3317" y="2076"/>
              <a:ext cx="431" cy="284"/>
              <a:chOff x="3317" y="2076"/>
              <a:chExt cx="431" cy="284"/>
            </a:xfrm>
          </p:grpSpPr>
          <p:sp>
            <p:nvSpPr>
              <p:cNvPr id="106292" name="Freeform 615"/>
              <p:cNvSpPr>
                <a:spLocks/>
              </p:cNvSpPr>
              <p:nvPr/>
            </p:nvSpPr>
            <p:spPr bwMode="auto">
              <a:xfrm>
                <a:off x="3620" y="2076"/>
                <a:ext cx="128" cy="104"/>
              </a:xfrm>
              <a:custGeom>
                <a:avLst/>
                <a:gdLst>
                  <a:gd name="T0" fmla="*/ 128 w 128"/>
                  <a:gd name="T1" fmla="*/ 0 h 104"/>
                  <a:gd name="T2" fmla="*/ 40 w 128"/>
                  <a:gd name="T3" fmla="*/ 104 h 104"/>
                  <a:gd name="T4" fmla="*/ 16 w 128"/>
                  <a:gd name="T5" fmla="*/ 72 h 104"/>
                  <a:gd name="T6" fmla="*/ 0 w 128"/>
                  <a:gd name="T7" fmla="*/ 48 h 104"/>
                  <a:gd name="T8" fmla="*/ 128 w 128"/>
                  <a:gd name="T9" fmla="*/ 0 h 104"/>
                  <a:gd name="T10" fmla="*/ 0 60000 65536"/>
                  <a:gd name="T11" fmla="*/ 0 60000 65536"/>
                  <a:gd name="T12" fmla="*/ 0 60000 65536"/>
                  <a:gd name="T13" fmla="*/ 0 60000 65536"/>
                  <a:gd name="T14" fmla="*/ 0 60000 65536"/>
                  <a:gd name="T15" fmla="*/ 0 w 128"/>
                  <a:gd name="T16" fmla="*/ 0 h 104"/>
                  <a:gd name="T17" fmla="*/ 128 w 128"/>
                  <a:gd name="T18" fmla="*/ 104 h 104"/>
                </a:gdLst>
                <a:ahLst/>
                <a:cxnLst>
                  <a:cxn ang="T10">
                    <a:pos x="T0" y="T1"/>
                  </a:cxn>
                  <a:cxn ang="T11">
                    <a:pos x="T2" y="T3"/>
                  </a:cxn>
                  <a:cxn ang="T12">
                    <a:pos x="T4" y="T5"/>
                  </a:cxn>
                  <a:cxn ang="T13">
                    <a:pos x="T6" y="T7"/>
                  </a:cxn>
                  <a:cxn ang="T14">
                    <a:pos x="T8" y="T9"/>
                  </a:cxn>
                </a:cxnLst>
                <a:rect l="T15" t="T16" r="T17" b="T18"/>
                <a:pathLst>
                  <a:path w="128" h="104">
                    <a:moveTo>
                      <a:pt x="128" y="0"/>
                    </a:moveTo>
                    <a:lnTo>
                      <a:pt x="40" y="104"/>
                    </a:lnTo>
                    <a:lnTo>
                      <a:pt x="16" y="72"/>
                    </a:lnTo>
                    <a:lnTo>
                      <a:pt x="0" y="48"/>
                    </a:lnTo>
                    <a:lnTo>
                      <a:pt x="128" y="0"/>
                    </a:lnTo>
                    <a:close/>
                  </a:path>
                </a:pathLst>
              </a:custGeom>
              <a:solidFill>
                <a:schemeClr val="bg2"/>
              </a:solidFill>
              <a:ln w="9525">
                <a:solidFill>
                  <a:schemeClr val="bg2"/>
                </a:solidFill>
                <a:round/>
                <a:headEnd/>
                <a:tailEnd/>
              </a:ln>
            </p:spPr>
            <p:txBody>
              <a:bodyPr/>
              <a:lstStyle/>
              <a:p>
                <a:endParaRPr lang="en-US"/>
              </a:p>
            </p:txBody>
          </p:sp>
          <p:sp>
            <p:nvSpPr>
              <p:cNvPr id="106293" name="Line 616"/>
              <p:cNvSpPr>
                <a:spLocks noChangeShapeType="1"/>
              </p:cNvSpPr>
              <p:nvPr/>
            </p:nvSpPr>
            <p:spPr bwMode="auto">
              <a:xfrm flipV="1">
                <a:off x="3317" y="2143"/>
                <a:ext cx="327" cy="217"/>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5684" name="Group 617"/>
            <p:cNvGrpSpPr>
              <a:grpSpLocks/>
            </p:cNvGrpSpPr>
            <p:nvPr/>
          </p:nvGrpSpPr>
          <p:grpSpPr bwMode="auto">
            <a:xfrm>
              <a:off x="3325" y="1733"/>
              <a:ext cx="415" cy="56"/>
              <a:chOff x="3325" y="1733"/>
              <a:chExt cx="415" cy="56"/>
            </a:xfrm>
          </p:grpSpPr>
          <p:sp>
            <p:nvSpPr>
              <p:cNvPr id="106284" name="Freeform 618"/>
              <p:cNvSpPr>
                <a:spLocks/>
              </p:cNvSpPr>
              <p:nvPr/>
            </p:nvSpPr>
            <p:spPr bwMode="auto">
              <a:xfrm>
                <a:off x="3628" y="1733"/>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solidFill>
                <a:schemeClr val="bg2"/>
              </a:solidFill>
              <a:ln w="9525">
                <a:solidFill>
                  <a:schemeClr val="bg2"/>
                </a:solidFill>
                <a:round/>
                <a:headEnd/>
                <a:tailEnd/>
              </a:ln>
            </p:spPr>
            <p:txBody>
              <a:bodyPr/>
              <a:lstStyle/>
              <a:p>
                <a:endParaRPr lang="en-US"/>
              </a:p>
            </p:txBody>
          </p:sp>
          <p:grpSp>
            <p:nvGrpSpPr>
              <p:cNvPr id="106285" name="Group 619"/>
              <p:cNvGrpSpPr>
                <a:grpSpLocks/>
              </p:cNvGrpSpPr>
              <p:nvPr/>
            </p:nvGrpSpPr>
            <p:grpSpPr bwMode="auto">
              <a:xfrm>
                <a:off x="3325" y="1757"/>
                <a:ext cx="295" cy="1"/>
                <a:chOff x="3325" y="1757"/>
                <a:chExt cx="295" cy="1"/>
              </a:xfrm>
            </p:grpSpPr>
            <p:sp>
              <p:nvSpPr>
                <p:cNvPr id="106286" name="Line 620"/>
                <p:cNvSpPr>
                  <a:spLocks noChangeShapeType="1"/>
                </p:cNvSpPr>
                <p:nvPr/>
              </p:nvSpPr>
              <p:spPr bwMode="auto">
                <a:xfrm>
                  <a:off x="3325"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287" name="Line 621"/>
                <p:cNvSpPr>
                  <a:spLocks noChangeShapeType="1"/>
                </p:cNvSpPr>
                <p:nvPr/>
              </p:nvSpPr>
              <p:spPr bwMode="auto">
                <a:xfrm>
                  <a:off x="3381"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288" name="Line 622"/>
                <p:cNvSpPr>
                  <a:spLocks noChangeShapeType="1"/>
                </p:cNvSpPr>
                <p:nvPr/>
              </p:nvSpPr>
              <p:spPr bwMode="auto">
                <a:xfrm>
                  <a:off x="3437"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289" name="Line 623"/>
                <p:cNvSpPr>
                  <a:spLocks noChangeShapeType="1"/>
                </p:cNvSpPr>
                <p:nvPr/>
              </p:nvSpPr>
              <p:spPr bwMode="auto">
                <a:xfrm>
                  <a:off x="3493" y="1757"/>
                  <a:ext cx="23"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290" name="Line 624"/>
                <p:cNvSpPr>
                  <a:spLocks noChangeShapeType="1"/>
                </p:cNvSpPr>
                <p:nvPr/>
              </p:nvSpPr>
              <p:spPr bwMode="auto">
                <a:xfrm>
                  <a:off x="3548"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291" name="Line 625"/>
                <p:cNvSpPr>
                  <a:spLocks noChangeShapeType="1"/>
                </p:cNvSpPr>
                <p:nvPr/>
              </p:nvSpPr>
              <p:spPr bwMode="auto">
                <a:xfrm>
                  <a:off x="3604" y="1757"/>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5685" name="Group 626"/>
            <p:cNvGrpSpPr>
              <a:grpSpLocks/>
            </p:cNvGrpSpPr>
            <p:nvPr/>
          </p:nvGrpSpPr>
          <p:grpSpPr bwMode="auto">
            <a:xfrm>
              <a:off x="3788" y="1733"/>
              <a:ext cx="415" cy="56"/>
              <a:chOff x="3788" y="1733"/>
              <a:chExt cx="415" cy="56"/>
            </a:xfrm>
          </p:grpSpPr>
          <p:sp>
            <p:nvSpPr>
              <p:cNvPr id="106276" name="Freeform 627"/>
              <p:cNvSpPr>
                <a:spLocks/>
              </p:cNvSpPr>
              <p:nvPr/>
            </p:nvSpPr>
            <p:spPr bwMode="auto">
              <a:xfrm>
                <a:off x="4091" y="1733"/>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solidFill>
                <a:schemeClr val="bg2"/>
              </a:solidFill>
              <a:ln w="9525">
                <a:solidFill>
                  <a:schemeClr val="bg2"/>
                </a:solidFill>
                <a:round/>
                <a:headEnd/>
                <a:tailEnd/>
              </a:ln>
            </p:spPr>
            <p:txBody>
              <a:bodyPr/>
              <a:lstStyle/>
              <a:p>
                <a:endParaRPr lang="en-US"/>
              </a:p>
            </p:txBody>
          </p:sp>
          <p:grpSp>
            <p:nvGrpSpPr>
              <p:cNvPr id="106277" name="Group 628"/>
              <p:cNvGrpSpPr>
                <a:grpSpLocks/>
              </p:cNvGrpSpPr>
              <p:nvPr/>
            </p:nvGrpSpPr>
            <p:grpSpPr bwMode="auto">
              <a:xfrm>
                <a:off x="3788" y="1757"/>
                <a:ext cx="295" cy="1"/>
                <a:chOff x="3788" y="1757"/>
                <a:chExt cx="295" cy="1"/>
              </a:xfrm>
            </p:grpSpPr>
            <p:sp>
              <p:nvSpPr>
                <p:cNvPr id="106278" name="Line 629"/>
                <p:cNvSpPr>
                  <a:spLocks noChangeShapeType="1"/>
                </p:cNvSpPr>
                <p:nvPr/>
              </p:nvSpPr>
              <p:spPr bwMode="auto">
                <a:xfrm>
                  <a:off x="3788"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279" name="Line 630"/>
                <p:cNvSpPr>
                  <a:spLocks noChangeShapeType="1"/>
                </p:cNvSpPr>
                <p:nvPr/>
              </p:nvSpPr>
              <p:spPr bwMode="auto">
                <a:xfrm>
                  <a:off x="3844"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280" name="Line 631"/>
                <p:cNvSpPr>
                  <a:spLocks noChangeShapeType="1"/>
                </p:cNvSpPr>
                <p:nvPr/>
              </p:nvSpPr>
              <p:spPr bwMode="auto">
                <a:xfrm>
                  <a:off x="3900"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281" name="Line 632"/>
                <p:cNvSpPr>
                  <a:spLocks noChangeShapeType="1"/>
                </p:cNvSpPr>
                <p:nvPr/>
              </p:nvSpPr>
              <p:spPr bwMode="auto">
                <a:xfrm>
                  <a:off x="3956"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282" name="Line 633"/>
                <p:cNvSpPr>
                  <a:spLocks noChangeShapeType="1"/>
                </p:cNvSpPr>
                <p:nvPr/>
              </p:nvSpPr>
              <p:spPr bwMode="auto">
                <a:xfrm>
                  <a:off x="4011"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283" name="Line 634"/>
                <p:cNvSpPr>
                  <a:spLocks noChangeShapeType="1"/>
                </p:cNvSpPr>
                <p:nvPr/>
              </p:nvSpPr>
              <p:spPr bwMode="auto">
                <a:xfrm>
                  <a:off x="4067" y="1757"/>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5686" name="Group 635"/>
            <p:cNvGrpSpPr>
              <a:grpSpLocks/>
            </p:cNvGrpSpPr>
            <p:nvPr/>
          </p:nvGrpSpPr>
          <p:grpSpPr bwMode="auto">
            <a:xfrm>
              <a:off x="3325" y="2044"/>
              <a:ext cx="423" cy="56"/>
              <a:chOff x="3325" y="2044"/>
              <a:chExt cx="423" cy="56"/>
            </a:xfrm>
          </p:grpSpPr>
          <p:sp>
            <p:nvSpPr>
              <p:cNvPr id="106268" name="Freeform 636"/>
              <p:cNvSpPr>
                <a:spLocks/>
              </p:cNvSpPr>
              <p:nvPr/>
            </p:nvSpPr>
            <p:spPr bwMode="auto">
              <a:xfrm>
                <a:off x="3628" y="2044"/>
                <a:ext cx="120" cy="56"/>
              </a:xfrm>
              <a:custGeom>
                <a:avLst/>
                <a:gdLst>
                  <a:gd name="T0" fmla="*/ 120 w 120"/>
                  <a:gd name="T1" fmla="*/ 24 h 56"/>
                  <a:gd name="T2" fmla="*/ 0 w 120"/>
                  <a:gd name="T3" fmla="*/ 56 h 56"/>
                  <a:gd name="T4" fmla="*/ 0 w 120"/>
                  <a:gd name="T5" fmla="*/ 24 h 56"/>
                  <a:gd name="T6" fmla="*/ 0 w 120"/>
                  <a:gd name="T7" fmla="*/ 0 h 56"/>
                  <a:gd name="T8" fmla="*/ 120 w 120"/>
                  <a:gd name="T9" fmla="*/ 24 h 56"/>
                  <a:gd name="T10" fmla="*/ 0 60000 65536"/>
                  <a:gd name="T11" fmla="*/ 0 60000 65536"/>
                  <a:gd name="T12" fmla="*/ 0 60000 65536"/>
                  <a:gd name="T13" fmla="*/ 0 60000 65536"/>
                  <a:gd name="T14" fmla="*/ 0 60000 65536"/>
                  <a:gd name="T15" fmla="*/ 0 w 120"/>
                  <a:gd name="T16" fmla="*/ 0 h 56"/>
                  <a:gd name="T17" fmla="*/ 120 w 120"/>
                  <a:gd name="T18" fmla="*/ 56 h 56"/>
                </a:gdLst>
                <a:ahLst/>
                <a:cxnLst>
                  <a:cxn ang="T10">
                    <a:pos x="T0" y="T1"/>
                  </a:cxn>
                  <a:cxn ang="T11">
                    <a:pos x="T2" y="T3"/>
                  </a:cxn>
                  <a:cxn ang="T12">
                    <a:pos x="T4" y="T5"/>
                  </a:cxn>
                  <a:cxn ang="T13">
                    <a:pos x="T6" y="T7"/>
                  </a:cxn>
                  <a:cxn ang="T14">
                    <a:pos x="T8" y="T9"/>
                  </a:cxn>
                </a:cxnLst>
                <a:rect l="T15" t="T16" r="T17" b="T18"/>
                <a:pathLst>
                  <a:path w="120" h="56">
                    <a:moveTo>
                      <a:pt x="120" y="24"/>
                    </a:moveTo>
                    <a:lnTo>
                      <a:pt x="0" y="56"/>
                    </a:lnTo>
                    <a:lnTo>
                      <a:pt x="0" y="24"/>
                    </a:lnTo>
                    <a:lnTo>
                      <a:pt x="0" y="0"/>
                    </a:lnTo>
                    <a:lnTo>
                      <a:pt x="120" y="24"/>
                    </a:lnTo>
                    <a:close/>
                  </a:path>
                </a:pathLst>
              </a:custGeom>
              <a:solidFill>
                <a:schemeClr val="bg2"/>
              </a:solidFill>
              <a:ln w="9525">
                <a:solidFill>
                  <a:schemeClr val="bg2"/>
                </a:solidFill>
                <a:round/>
                <a:headEnd/>
                <a:tailEnd/>
              </a:ln>
            </p:spPr>
            <p:txBody>
              <a:bodyPr/>
              <a:lstStyle/>
              <a:p>
                <a:endParaRPr lang="en-US"/>
              </a:p>
            </p:txBody>
          </p:sp>
          <p:grpSp>
            <p:nvGrpSpPr>
              <p:cNvPr id="106269" name="Group 637"/>
              <p:cNvGrpSpPr>
                <a:grpSpLocks/>
              </p:cNvGrpSpPr>
              <p:nvPr/>
            </p:nvGrpSpPr>
            <p:grpSpPr bwMode="auto">
              <a:xfrm>
                <a:off x="3325" y="2068"/>
                <a:ext cx="295" cy="1"/>
                <a:chOff x="3325" y="2068"/>
                <a:chExt cx="295" cy="1"/>
              </a:xfrm>
            </p:grpSpPr>
            <p:sp>
              <p:nvSpPr>
                <p:cNvPr id="106270" name="Line 638"/>
                <p:cNvSpPr>
                  <a:spLocks noChangeShapeType="1"/>
                </p:cNvSpPr>
                <p:nvPr/>
              </p:nvSpPr>
              <p:spPr bwMode="auto">
                <a:xfrm>
                  <a:off x="3325"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271" name="Line 639"/>
                <p:cNvSpPr>
                  <a:spLocks noChangeShapeType="1"/>
                </p:cNvSpPr>
                <p:nvPr/>
              </p:nvSpPr>
              <p:spPr bwMode="auto">
                <a:xfrm>
                  <a:off x="3381"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272" name="Line 640"/>
                <p:cNvSpPr>
                  <a:spLocks noChangeShapeType="1"/>
                </p:cNvSpPr>
                <p:nvPr/>
              </p:nvSpPr>
              <p:spPr bwMode="auto">
                <a:xfrm>
                  <a:off x="3437"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273" name="Line 641"/>
                <p:cNvSpPr>
                  <a:spLocks noChangeShapeType="1"/>
                </p:cNvSpPr>
                <p:nvPr/>
              </p:nvSpPr>
              <p:spPr bwMode="auto">
                <a:xfrm>
                  <a:off x="3493" y="2068"/>
                  <a:ext cx="23"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274" name="Line 642"/>
                <p:cNvSpPr>
                  <a:spLocks noChangeShapeType="1"/>
                </p:cNvSpPr>
                <p:nvPr/>
              </p:nvSpPr>
              <p:spPr bwMode="auto">
                <a:xfrm>
                  <a:off x="3548"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275" name="Line 643"/>
                <p:cNvSpPr>
                  <a:spLocks noChangeShapeType="1"/>
                </p:cNvSpPr>
                <p:nvPr/>
              </p:nvSpPr>
              <p:spPr bwMode="auto">
                <a:xfrm>
                  <a:off x="3604" y="2068"/>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5687" name="Group 644"/>
            <p:cNvGrpSpPr>
              <a:grpSpLocks/>
            </p:cNvGrpSpPr>
            <p:nvPr/>
          </p:nvGrpSpPr>
          <p:grpSpPr bwMode="auto">
            <a:xfrm>
              <a:off x="3796" y="2036"/>
              <a:ext cx="415" cy="56"/>
              <a:chOff x="3796" y="2036"/>
              <a:chExt cx="415" cy="56"/>
            </a:xfrm>
          </p:grpSpPr>
          <p:sp>
            <p:nvSpPr>
              <p:cNvPr id="106260" name="Freeform 645"/>
              <p:cNvSpPr>
                <a:spLocks/>
              </p:cNvSpPr>
              <p:nvPr/>
            </p:nvSpPr>
            <p:spPr bwMode="auto">
              <a:xfrm>
                <a:off x="4099"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06261" name="Group 646"/>
              <p:cNvGrpSpPr>
                <a:grpSpLocks/>
              </p:cNvGrpSpPr>
              <p:nvPr/>
            </p:nvGrpSpPr>
            <p:grpSpPr bwMode="auto">
              <a:xfrm>
                <a:off x="3796" y="2068"/>
                <a:ext cx="295" cy="1"/>
                <a:chOff x="3796" y="2068"/>
                <a:chExt cx="295" cy="1"/>
              </a:xfrm>
            </p:grpSpPr>
            <p:sp>
              <p:nvSpPr>
                <p:cNvPr id="106262" name="Line 647"/>
                <p:cNvSpPr>
                  <a:spLocks noChangeShapeType="1"/>
                </p:cNvSpPr>
                <p:nvPr/>
              </p:nvSpPr>
              <p:spPr bwMode="auto">
                <a:xfrm>
                  <a:off x="3796"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263" name="Line 648"/>
                <p:cNvSpPr>
                  <a:spLocks noChangeShapeType="1"/>
                </p:cNvSpPr>
                <p:nvPr/>
              </p:nvSpPr>
              <p:spPr bwMode="auto">
                <a:xfrm>
                  <a:off x="3852"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264" name="Line 649"/>
                <p:cNvSpPr>
                  <a:spLocks noChangeShapeType="1"/>
                </p:cNvSpPr>
                <p:nvPr/>
              </p:nvSpPr>
              <p:spPr bwMode="auto">
                <a:xfrm>
                  <a:off x="3908"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265" name="Line 650"/>
                <p:cNvSpPr>
                  <a:spLocks noChangeShapeType="1"/>
                </p:cNvSpPr>
                <p:nvPr/>
              </p:nvSpPr>
              <p:spPr bwMode="auto">
                <a:xfrm>
                  <a:off x="3964"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266" name="Line 651"/>
                <p:cNvSpPr>
                  <a:spLocks noChangeShapeType="1"/>
                </p:cNvSpPr>
                <p:nvPr/>
              </p:nvSpPr>
              <p:spPr bwMode="auto">
                <a:xfrm>
                  <a:off x="4019"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267" name="Line 652"/>
                <p:cNvSpPr>
                  <a:spLocks noChangeShapeType="1"/>
                </p:cNvSpPr>
                <p:nvPr/>
              </p:nvSpPr>
              <p:spPr bwMode="auto">
                <a:xfrm>
                  <a:off x="4075" y="2068"/>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5688" name="Group 653"/>
            <p:cNvGrpSpPr>
              <a:grpSpLocks/>
            </p:cNvGrpSpPr>
            <p:nvPr/>
          </p:nvGrpSpPr>
          <p:grpSpPr bwMode="auto">
            <a:xfrm>
              <a:off x="4267" y="2036"/>
              <a:ext cx="415" cy="56"/>
              <a:chOff x="4267" y="2036"/>
              <a:chExt cx="415" cy="56"/>
            </a:xfrm>
          </p:grpSpPr>
          <p:sp>
            <p:nvSpPr>
              <p:cNvPr id="106252" name="Freeform 654"/>
              <p:cNvSpPr>
                <a:spLocks/>
              </p:cNvSpPr>
              <p:nvPr/>
            </p:nvSpPr>
            <p:spPr bwMode="auto">
              <a:xfrm>
                <a:off x="4570"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06253" name="Group 655"/>
              <p:cNvGrpSpPr>
                <a:grpSpLocks/>
              </p:cNvGrpSpPr>
              <p:nvPr/>
            </p:nvGrpSpPr>
            <p:grpSpPr bwMode="auto">
              <a:xfrm>
                <a:off x="4267" y="2068"/>
                <a:ext cx="295" cy="1"/>
                <a:chOff x="4267" y="2068"/>
                <a:chExt cx="295" cy="1"/>
              </a:xfrm>
            </p:grpSpPr>
            <p:sp>
              <p:nvSpPr>
                <p:cNvPr id="106254" name="Line 656"/>
                <p:cNvSpPr>
                  <a:spLocks noChangeShapeType="1"/>
                </p:cNvSpPr>
                <p:nvPr/>
              </p:nvSpPr>
              <p:spPr bwMode="auto">
                <a:xfrm>
                  <a:off x="4267"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255" name="Line 657"/>
                <p:cNvSpPr>
                  <a:spLocks noChangeShapeType="1"/>
                </p:cNvSpPr>
                <p:nvPr/>
              </p:nvSpPr>
              <p:spPr bwMode="auto">
                <a:xfrm>
                  <a:off x="4323"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256" name="Line 658"/>
                <p:cNvSpPr>
                  <a:spLocks noChangeShapeType="1"/>
                </p:cNvSpPr>
                <p:nvPr/>
              </p:nvSpPr>
              <p:spPr bwMode="auto">
                <a:xfrm>
                  <a:off x="4379"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257" name="Line 659"/>
                <p:cNvSpPr>
                  <a:spLocks noChangeShapeType="1"/>
                </p:cNvSpPr>
                <p:nvPr/>
              </p:nvSpPr>
              <p:spPr bwMode="auto">
                <a:xfrm>
                  <a:off x="4435"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258" name="Line 660"/>
                <p:cNvSpPr>
                  <a:spLocks noChangeShapeType="1"/>
                </p:cNvSpPr>
                <p:nvPr/>
              </p:nvSpPr>
              <p:spPr bwMode="auto">
                <a:xfrm>
                  <a:off x="4491" y="2068"/>
                  <a:ext cx="23"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259" name="Line 661"/>
                <p:cNvSpPr>
                  <a:spLocks noChangeShapeType="1"/>
                </p:cNvSpPr>
                <p:nvPr/>
              </p:nvSpPr>
              <p:spPr bwMode="auto">
                <a:xfrm>
                  <a:off x="4546" y="2068"/>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5689" name="Group 662"/>
            <p:cNvGrpSpPr>
              <a:grpSpLocks/>
            </p:cNvGrpSpPr>
            <p:nvPr/>
          </p:nvGrpSpPr>
          <p:grpSpPr bwMode="auto">
            <a:xfrm>
              <a:off x="4259" y="2347"/>
              <a:ext cx="415" cy="56"/>
              <a:chOff x="4259" y="2347"/>
              <a:chExt cx="415" cy="56"/>
            </a:xfrm>
          </p:grpSpPr>
          <p:sp>
            <p:nvSpPr>
              <p:cNvPr id="106244" name="Freeform 663"/>
              <p:cNvSpPr>
                <a:spLocks/>
              </p:cNvSpPr>
              <p:nvPr/>
            </p:nvSpPr>
            <p:spPr bwMode="auto">
              <a:xfrm>
                <a:off x="4562" y="234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solidFill>
                <a:schemeClr val="bg2"/>
              </a:solidFill>
              <a:ln w="9525">
                <a:solidFill>
                  <a:schemeClr val="bg2"/>
                </a:solidFill>
                <a:round/>
                <a:headEnd/>
                <a:tailEnd/>
              </a:ln>
            </p:spPr>
            <p:txBody>
              <a:bodyPr/>
              <a:lstStyle/>
              <a:p>
                <a:endParaRPr lang="en-US"/>
              </a:p>
            </p:txBody>
          </p:sp>
          <p:grpSp>
            <p:nvGrpSpPr>
              <p:cNvPr id="106245" name="Group 664"/>
              <p:cNvGrpSpPr>
                <a:grpSpLocks/>
              </p:cNvGrpSpPr>
              <p:nvPr/>
            </p:nvGrpSpPr>
            <p:grpSpPr bwMode="auto">
              <a:xfrm>
                <a:off x="4259" y="2371"/>
                <a:ext cx="295" cy="1"/>
                <a:chOff x="4259" y="2371"/>
                <a:chExt cx="295" cy="1"/>
              </a:xfrm>
            </p:grpSpPr>
            <p:sp>
              <p:nvSpPr>
                <p:cNvPr id="106246" name="Line 665"/>
                <p:cNvSpPr>
                  <a:spLocks noChangeShapeType="1"/>
                </p:cNvSpPr>
                <p:nvPr/>
              </p:nvSpPr>
              <p:spPr bwMode="auto">
                <a:xfrm>
                  <a:off x="4259"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247" name="Line 666"/>
                <p:cNvSpPr>
                  <a:spLocks noChangeShapeType="1"/>
                </p:cNvSpPr>
                <p:nvPr/>
              </p:nvSpPr>
              <p:spPr bwMode="auto">
                <a:xfrm>
                  <a:off x="4315"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248" name="Line 667"/>
                <p:cNvSpPr>
                  <a:spLocks noChangeShapeType="1"/>
                </p:cNvSpPr>
                <p:nvPr/>
              </p:nvSpPr>
              <p:spPr bwMode="auto">
                <a:xfrm>
                  <a:off x="4371"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249" name="Line 668"/>
                <p:cNvSpPr>
                  <a:spLocks noChangeShapeType="1"/>
                </p:cNvSpPr>
                <p:nvPr/>
              </p:nvSpPr>
              <p:spPr bwMode="auto">
                <a:xfrm>
                  <a:off x="4427"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250" name="Line 669"/>
                <p:cNvSpPr>
                  <a:spLocks noChangeShapeType="1"/>
                </p:cNvSpPr>
                <p:nvPr/>
              </p:nvSpPr>
              <p:spPr bwMode="auto">
                <a:xfrm>
                  <a:off x="4483" y="2371"/>
                  <a:ext cx="23"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251" name="Line 670"/>
                <p:cNvSpPr>
                  <a:spLocks noChangeShapeType="1"/>
                </p:cNvSpPr>
                <p:nvPr/>
              </p:nvSpPr>
              <p:spPr bwMode="auto">
                <a:xfrm>
                  <a:off x="4538" y="2371"/>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5690" name="Group 671"/>
            <p:cNvGrpSpPr>
              <a:grpSpLocks/>
            </p:cNvGrpSpPr>
            <p:nvPr/>
          </p:nvGrpSpPr>
          <p:grpSpPr bwMode="auto">
            <a:xfrm>
              <a:off x="3796" y="2347"/>
              <a:ext cx="415" cy="56"/>
              <a:chOff x="3796" y="2347"/>
              <a:chExt cx="415" cy="56"/>
            </a:xfrm>
          </p:grpSpPr>
          <p:sp>
            <p:nvSpPr>
              <p:cNvPr id="106236" name="Freeform 672"/>
              <p:cNvSpPr>
                <a:spLocks/>
              </p:cNvSpPr>
              <p:nvPr/>
            </p:nvSpPr>
            <p:spPr bwMode="auto">
              <a:xfrm>
                <a:off x="4099" y="234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solidFill>
                <a:schemeClr val="bg2"/>
              </a:solidFill>
              <a:ln w="9525">
                <a:solidFill>
                  <a:schemeClr val="bg2"/>
                </a:solidFill>
                <a:round/>
                <a:headEnd/>
                <a:tailEnd/>
              </a:ln>
            </p:spPr>
            <p:txBody>
              <a:bodyPr/>
              <a:lstStyle/>
              <a:p>
                <a:endParaRPr lang="en-US"/>
              </a:p>
            </p:txBody>
          </p:sp>
          <p:grpSp>
            <p:nvGrpSpPr>
              <p:cNvPr id="106237" name="Group 673"/>
              <p:cNvGrpSpPr>
                <a:grpSpLocks/>
              </p:cNvGrpSpPr>
              <p:nvPr/>
            </p:nvGrpSpPr>
            <p:grpSpPr bwMode="auto">
              <a:xfrm>
                <a:off x="3796" y="2371"/>
                <a:ext cx="295" cy="1"/>
                <a:chOff x="3796" y="2371"/>
                <a:chExt cx="295" cy="1"/>
              </a:xfrm>
            </p:grpSpPr>
            <p:sp>
              <p:nvSpPr>
                <p:cNvPr id="106238" name="Line 674"/>
                <p:cNvSpPr>
                  <a:spLocks noChangeShapeType="1"/>
                </p:cNvSpPr>
                <p:nvPr/>
              </p:nvSpPr>
              <p:spPr bwMode="auto">
                <a:xfrm>
                  <a:off x="3796"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239" name="Line 675"/>
                <p:cNvSpPr>
                  <a:spLocks noChangeShapeType="1"/>
                </p:cNvSpPr>
                <p:nvPr/>
              </p:nvSpPr>
              <p:spPr bwMode="auto">
                <a:xfrm>
                  <a:off x="3852"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240" name="Line 676"/>
                <p:cNvSpPr>
                  <a:spLocks noChangeShapeType="1"/>
                </p:cNvSpPr>
                <p:nvPr/>
              </p:nvSpPr>
              <p:spPr bwMode="auto">
                <a:xfrm>
                  <a:off x="3908"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241" name="Line 677"/>
                <p:cNvSpPr>
                  <a:spLocks noChangeShapeType="1"/>
                </p:cNvSpPr>
                <p:nvPr/>
              </p:nvSpPr>
              <p:spPr bwMode="auto">
                <a:xfrm>
                  <a:off x="3964"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242" name="Line 678"/>
                <p:cNvSpPr>
                  <a:spLocks noChangeShapeType="1"/>
                </p:cNvSpPr>
                <p:nvPr/>
              </p:nvSpPr>
              <p:spPr bwMode="auto">
                <a:xfrm>
                  <a:off x="4019"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243" name="Line 679"/>
                <p:cNvSpPr>
                  <a:spLocks noChangeShapeType="1"/>
                </p:cNvSpPr>
                <p:nvPr/>
              </p:nvSpPr>
              <p:spPr bwMode="auto">
                <a:xfrm>
                  <a:off x="4075" y="2371"/>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5691" name="Group 680"/>
            <p:cNvGrpSpPr>
              <a:grpSpLocks/>
            </p:cNvGrpSpPr>
            <p:nvPr/>
          </p:nvGrpSpPr>
          <p:grpSpPr bwMode="auto">
            <a:xfrm>
              <a:off x="3333" y="2339"/>
              <a:ext cx="415" cy="64"/>
              <a:chOff x="3333" y="2339"/>
              <a:chExt cx="415" cy="64"/>
            </a:xfrm>
          </p:grpSpPr>
          <p:sp>
            <p:nvSpPr>
              <p:cNvPr id="106228" name="Freeform 681"/>
              <p:cNvSpPr>
                <a:spLocks/>
              </p:cNvSpPr>
              <p:nvPr/>
            </p:nvSpPr>
            <p:spPr bwMode="auto">
              <a:xfrm>
                <a:off x="3636" y="2339"/>
                <a:ext cx="112" cy="64"/>
              </a:xfrm>
              <a:custGeom>
                <a:avLst/>
                <a:gdLst>
                  <a:gd name="T0" fmla="*/ 112 w 112"/>
                  <a:gd name="T1" fmla="*/ 32 h 64"/>
                  <a:gd name="T2" fmla="*/ 0 w 112"/>
                  <a:gd name="T3" fmla="*/ 64 h 64"/>
                  <a:gd name="T4" fmla="*/ 0 w 112"/>
                  <a:gd name="T5" fmla="*/ 32 h 64"/>
                  <a:gd name="T6" fmla="*/ 0 w 112"/>
                  <a:gd name="T7" fmla="*/ 0 h 64"/>
                  <a:gd name="T8" fmla="*/ 112 w 112"/>
                  <a:gd name="T9" fmla="*/ 32 h 64"/>
                  <a:gd name="T10" fmla="*/ 0 60000 65536"/>
                  <a:gd name="T11" fmla="*/ 0 60000 65536"/>
                  <a:gd name="T12" fmla="*/ 0 60000 65536"/>
                  <a:gd name="T13" fmla="*/ 0 60000 65536"/>
                  <a:gd name="T14" fmla="*/ 0 60000 65536"/>
                  <a:gd name="T15" fmla="*/ 0 w 112"/>
                  <a:gd name="T16" fmla="*/ 0 h 64"/>
                  <a:gd name="T17" fmla="*/ 112 w 112"/>
                  <a:gd name="T18" fmla="*/ 64 h 64"/>
                </a:gdLst>
                <a:ahLst/>
                <a:cxnLst>
                  <a:cxn ang="T10">
                    <a:pos x="T0" y="T1"/>
                  </a:cxn>
                  <a:cxn ang="T11">
                    <a:pos x="T2" y="T3"/>
                  </a:cxn>
                  <a:cxn ang="T12">
                    <a:pos x="T4" y="T5"/>
                  </a:cxn>
                  <a:cxn ang="T13">
                    <a:pos x="T6" y="T7"/>
                  </a:cxn>
                  <a:cxn ang="T14">
                    <a:pos x="T8" y="T9"/>
                  </a:cxn>
                </a:cxnLst>
                <a:rect l="T15" t="T16" r="T17" b="T18"/>
                <a:pathLst>
                  <a:path w="112" h="64">
                    <a:moveTo>
                      <a:pt x="112" y="32"/>
                    </a:moveTo>
                    <a:lnTo>
                      <a:pt x="0" y="64"/>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06229" name="Group 682"/>
              <p:cNvGrpSpPr>
                <a:grpSpLocks/>
              </p:cNvGrpSpPr>
              <p:nvPr/>
            </p:nvGrpSpPr>
            <p:grpSpPr bwMode="auto">
              <a:xfrm>
                <a:off x="3333" y="2371"/>
                <a:ext cx="295" cy="1"/>
                <a:chOff x="3333" y="2371"/>
                <a:chExt cx="295" cy="1"/>
              </a:xfrm>
            </p:grpSpPr>
            <p:sp>
              <p:nvSpPr>
                <p:cNvPr id="106230" name="Line 683"/>
                <p:cNvSpPr>
                  <a:spLocks noChangeShapeType="1"/>
                </p:cNvSpPr>
                <p:nvPr/>
              </p:nvSpPr>
              <p:spPr bwMode="auto">
                <a:xfrm>
                  <a:off x="3333"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231" name="Line 684"/>
                <p:cNvSpPr>
                  <a:spLocks noChangeShapeType="1"/>
                </p:cNvSpPr>
                <p:nvPr/>
              </p:nvSpPr>
              <p:spPr bwMode="auto">
                <a:xfrm>
                  <a:off x="3389"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232" name="Line 685"/>
                <p:cNvSpPr>
                  <a:spLocks noChangeShapeType="1"/>
                </p:cNvSpPr>
                <p:nvPr/>
              </p:nvSpPr>
              <p:spPr bwMode="auto">
                <a:xfrm>
                  <a:off x="3445"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233" name="Line 686"/>
                <p:cNvSpPr>
                  <a:spLocks noChangeShapeType="1"/>
                </p:cNvSpPr>
                <p:nvPr/>
              </p:nvSpPr>
              <p:spPr bwMode="auto">
                <a:xfrm>
                  <a:off x="3501" y="2371"/>
                  <a:ext cx="23"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234" name="Line 687"/>
                <p:cNvSpPr>
                  <a:spLocks noChangeShapeType="1"/>
                </p:cNvSpPr>
                <p:nvPr/>
              </p:nvSpPr>
              <p:spPr bwMode="auto">
                <a:xfrm>
                  <a:off x="3556"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235" name="Line 688"/>
                <p:cNvSpPr>
                  <a:spLocks noChangeShapeType="1"/>
                </p:cNvSpPr>
                <p:nvPr/>
              </p:nvSpPr>
              <p:spPr bwMode="auto">
                <a:xfrm>
                  <a:off x="3612" y="2371"/>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5692" name="Group 689"/>
            <p:cNvGrpSpPr>
              <a:grpSpLocks/>
            </p:cNvGrpSpPr>
            <p:nvPr/>
          </p:nvGrpSpPr>
          <p:grpSpPr bwMode="auto">
            <a:xfrm>
              <a:off x="3325" y="2650"/>
              <a:ext cx="415" cy="56"/>
              <a:chOff x="3325" y="2650"/>
              <a:chExt cx="415" cy="56"/>
            </a:xfrm>
          </p:grpSpPr>
          <p:sp>
            <p:nvSpPr>
              <p:cNvPr id="106220" name="Freeform 690"/>
              <p:cNvSpPr>
                <a:spLocks/>
              </p:cNvSpPr>
              <p:nvPr/>
            </p:nvSpPr>
            <p:spPr bwMode="auto">
              <a:xfrm>
                <a:off x="3628" y="2650"/>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solidFill>
                <a:schemeClr val="bg2"/>
              </a:solidFill>
              <a:ln w="9525">
                <a:solidFill>
                  <a:schemeClr val="bg2"/>
                </a:solidFill>
                <a:round/>
                <a:headEnd/>
                <a:tailEnd/>
              </a:ln>
            </p:spPr>
            <p:txBody>
              <a:bodyPr/>
              <a:lstStyle/>
              <a:p>
                <a:endParaRPr lang="en-US"/>
              </a:p>
            </p:txBody>
          </p:sp>
          <p:grpSp>
            <p:nvGrpSpPr>
              <p:cNvPr id="106221" name="Group 691"/>
              <p:cNvGrpSpPr>
                <a:grpSpLocks/>
              </p:cNvGrpSpPr>
              <p:nvPr/>
            </p:nvGrpSpPr>
            <p:grpSpPr bwMode="auto">
              <a:xfrm>
                <a:off x="3325" y="2674"/>
                <a:ext cx="295" cy="1"/>
                <a:chOff x="3325" y="2674"/>
                <a:chExt cx="295" cy="1"/>
              </a:xfrm>
            </p:grpSpPr>
            <p:sp>
              <p:nvSpPr>
                <p:cNvPr id="106222" name="Line 692"/>
                <p:cNvSpPr>
                  <a:spLocks noChangeShapeType="1"/>
                </p:cNvSpPr>
                <p:nvPr/>
              </p:nvSpPr>
              <p:spPr bwMode="auto">
                <a:xfrm>
                  <a:off x="3325"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223" name="Line 693"/>
                <p:cNvSpPr>
                  <a:spLocks noChangeShapeType="1"/>
                </p:cNvSpPr>
                <p:nvPr/>
              </p:nvSpPr>
              <p:spPr bwMode="auto">
                <a:xfrm>
                  <a:off x="3381"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224" name="Line 694"/>
                <p:cNvSpPr>
                  <a:spLocks noChangeShapeType="1"/>
                </p:cNvSpPr>
                <p:nvPr/>
              </p:nvSpPr>
              <p:spPr bwMode="auto">
                <a:xfrm>
                  <a:off x="3437"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225" name="Line 695"/>
                <p:cNvSpPr>
                  <a:spLocks noChangeShapeType="1"/>
                </p:cNvSpPr>
                <p:nvPr/>
              </p:nvSpPr>
              <p:spPr bwMode="auto">
                <a:xfrm>
                  <a:off x="3493" y="2674"/>
                  <a:ext cx="23"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226" name="Line 696"/>
                <p:cNvSpPr>
                  <a:spLocks noChangeShapeType="1"/>
                </p:cNvSpPr>
                <p:nvPr/>
              </p:nvSpPr>
              <p:spPr bwMode="auto">
                <a:xfrm>
                  <a:off x="3548"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227" name="Line 697"/>
                <p:cNvSpPr>
                  <a:spLocks noChangeShapeType="1"/>
                </p:cNvSpPr>
                <p:nvPr/>
              </p:nvSpPr>
              <p:spPr bwMode="auto">
                <a:xfrm>
                  <a:off x="3604" y="2674"/>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5693" name="Group 698"/>
            <p:cNvGrpSpPr>
              <a:grpSpLocks/>
            </p:cNvGrpSpPr>
            <p:nvPr/>
          </p:nvGrpSpPr>
          <p:grpSpPr bwMode="auto">
            <a:xfrm>
              <a:off x="3788" y="2650"/>
              <a:ext cx="415" cy="56"/>
              <a:chOff x="3788" y="2650"/>
              <a:chExt cx="415" cy="56"/>
            </a:xfrm>
          </p:grpSpPr>
          <p:sp>
            <p:nvSpPr>
              <p:cNvPr id="106212" name="Freeform 699"/>
              <p:cNvSpPr>
                <a:spLocks/>
              </p:cNvSpPr>
              <p:nvPr/>
            </p:nvSpPr>
            <p:spPr bwMode="auto">
              <a:xfrm>
                <a:off x="4091" y="2650"/>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solidFill>
                <a:schemeClr val="bg2"/>
              </a:solidFill>
              <a:ln w="9525">
                <a:solidFill>
                  <a:schemeClr val="bg2"/>
                </a:solidFill>
                <a:round/>
                <a:headEnd/>
                <a:tailEnd/>
              </a:ln>
            </p:spPr>
            <p:txBody>
              <a:bodyPr/>
              <a:lstStyle/>
              <a:p>
                <a:endParaRPr lang="en-US"/>
              </a:p>
            </p:txBody>
          </p:sp>
          <p:grpSp>
            <p:nvGrpSpPr>
              <p:cNvPr id="106213" name="Group 700"/>
              <p:cNvGrpSpPr>
                <a:grpSpLocks/>
              </p:cNvGrpSpPr>
              <p:nvPr/>
            </p:nvGrpSpPr>
            <p:grpSpPr bwMode="auto">
              <a:xfrm>
                <a:off x="3788" y="2674"/>
                <a:ext cx="295" cy="1"/>
                <a:chOff x="3788" y="2674"/>
                <a:chExt cx="295" cy="1"/>
              </a:xfrm>
            </p:grpSpPr>
            <p:sp>
              <p:nvSpPr>
                <p:cNvPr id="106214" name="Line 701"/>
                <p:cNvSpPr>
                  <a:spLocks noChangeShapeType="1"/>
                </p:cNvSpPr>
                <p:nvPr/>
              </p:nvSpPr>
              <p:spPr bwMode="auto">
                <a:xfrm>
                  <a:off x="3788"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215" name="Line 702"/>
                <p:cNvSpPr>
                  <a:spLocks noChangeShapeType="1"/>
                </p:cNvSpPr>
                <p:nvPr/>
              </p:nvSpPr>
              <p:spPr bwMode="auto">
                <a:xfrm>
                  <a:off x="3844"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216" name="Line 703"/>
                <p:cNvSpPr>
                  <a:spLocks noChangeShapeType="1"/>
                </p:cNvSpPr>
                <p:nvPr/>
              </p:nvSpPr>
              <p:spPr bwMode="auto">
                <a:xfrm>
                  <a:off x="3900"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217" name="Line 704"/>
                <p:cNvSpPr>
                  <a:spLocks noChangeShapeType="1"/>
                </p:cNvSpPr>
                <p:nvPr/>
              </p:nvSpPr>
              <p:spPr bwMode="auto">
                <a:xfrm>
                  <a:off x="3956"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218" name="Line 705"/>
                <p:cNvSpPr>
                  <a:spLocks noChangeShapeType="1"/>
                </p:cNvSpPr>
                <p:nvPr/>
              </p:nvSpPr>
              <p:spPr bwMode="auto">
                <a:xfrm>
                  <a:off x="4011"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219" name="Line 706"/>
                <p:cNvSpPr>
                  <a:spLocks noChangeShapeType="1"/>
                </p:cNvSpPr>
                <p:nvPr/>
              </p:nvSpPr>
              <p:spPr bwMode="auto">
                <a:xfrm>
                  <a:off x="4067" y="2674"/>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5694" name="Group 707"/>
            <p:cNvGrpSpPr>
              <a:grpSpLocks/>
            </p:cNvGrpSpPr>
            <p:nvPr/>
          </p:nvGrpSpPr>
          <p:grpSpPr bwMode="auto">
            <a:xfrm>
              <a:off x="3325" y="2953"/>
              <a:ext cx="415" cy="56"/>
              <a:chOff x="3325" y="2953"/>
              <a:chExt cx="415" cy="56"/>
            </a:xfrm>
          </p:grpSpPr>
          <p:sp>
            <p:nvSpPr>
              <p:cNvPr id="106204" name="Freeform 708"/>
              <p:cNvSpPr>
                <a:spLocks/>
              </p:cNvSpPr>
              <p:nvPr/>
            </p:nvSpPr>
            <p:spPr bwMode="auto">
              <a:xfrm>
                <a:off x="3628"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06205" name="Group 709"/>
              <p:cNvGrpSpPr>
                <a:grpSpLocks/>
              </p:cNvGrpSpPr>
              <p:nvPr/>
            </p:nvGrpSpPr>
            <p:grpSpPr bwMode="auto">
              <a:xfrm>
                <a:off x="3325" y="2985"/>
                <a:ext cx="295" cy="1"/>
                <a:chOff x="3325" y="2985"/>
                <a:chExt cx="295" cy="1"/>
              </a:xfrm>
            </p:grpSpPr>
            <p:sp>
              <p:nvSpPr>
                <p:cNvPr id="106206" name="Line 710"/>
                <p:cNvSpPr>
                  <a:spLocks noChangeShapeType="1"/>
                </p:cNvSpPr>
                <p:nvPr/>
              </p:nvSpPr>
              <p:spPr bwMode="auto">
                <a:xfrm>
                  <a:off x="3325"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207" name="Line 711"/>
                <p:cNvSpPr>
                  <a:spLocks noChangeShapeType="1"/>
                </p:cNvSpPr>
                <p:nvPr/>
              </p:nvSpPr>
              <p:spPr bwMode="auto">
                <a:xfrm>
                  <a:off x="3381"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208" name="Line 712"/>
                <p:cNvSpPr>
                  <a:spLocks noChangeShapeType="1"/>
                </p:cNvSpPr>
                <p:nvPr/>
              </p:nvSpPr>
              <p:spPr bwMode="auto">
                <a:xfrm>
                  <a:off x="3437"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209" name="Line 713"/>
                <p:cNvSpPr>
                  <a:spLocks noChangeShapeType="1"/>
                </p:cNvSpPr>
                <p:nvPr/>
              </p:nvSpPr>
              <p:spPr bwMode="auto">
                <a:xfrm>
                  <a:off x="3493" y="2985"/>
                  <a:ext cx="23"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210" name="Line 714"/>
                <p:cNvSpPr>
                  <a:spLocks noChangeShapeType="1"/>
                </p:cNvSpPr>
                <p:nvPr/>
              </p:nvSpPr>
              <p:spPr bwMode="auto">
                <a:xfrm>
                  <a:off x="3548"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211" name="Line 715"/>
                <p:cNvSpPr>
                  <a:spLocks noChangeShapeType="1"/>
                </p:cNvSpPr>
                <p:nvPr/>
              </p:nvSpPr>
              <p:spPr bwMode="auto">
                <a:xfrm>
                  <a:off x="3604" y="2985"/>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5695" name="Group 716"/>
            <p:cNvGrpSpPr>
              <a:grpSpLocks/>
            </p:cNvGrpSpPr>
            <p:nvPr/>
          </p:nvGrpSpPr>
          <p:grpSpPr bwMode="auto">
            <a:xfrm>
              <a:off x="3788" y="2953"/>
              <a:ext cx="415" cy="56"/>
              <a:chOff x="3788" y="2953"/>
              <a:chExt cx="415" cy="56"/>
            </a:xfrm>
          </p:grpSpPr>
          <p:sp>
            <p:nvSpPr>
              <p:cNvPr id="106196" name="Freeform 717"/>
              <p:cNvSpPr>
                <a:spLocks/>
              </p:cNvSpPr>
              <p:nvPr/>
            </p:nvSpPr>
            <p:spPr bwMode="auto">
              <a:xfrm>
                <a:off x="4091"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06197" name="Group 718"/>
              <p:cNvGrpSpPr>
                <a:grpSpLocks/>
              </p:cNvGrpSpPr>
              <p:nvPr/>
            </p:nvGrpSpPr>
            <p:grpSpPr bwMode="auto">
              <a:xfrm>
                <a:off x="3788" y="2985"/>
                <a:ext cx="295" cy="1"/>
                <a:chOff x="3788" y="2985"/>
                <a:chExt cx="295" cy="1"/>
              </a:xfrm>
            </p:grpSpPr>
            <p:sp>
              <p:nvSpPr>
                <p:cNvPr id="106198" name="Line 719"/>
                <p:cNvSpPr>
                  <a:spLocks noChangeShapeType="1"/>
                </p:cNvSpPr>
                <p:nvPr/>
              </p:nvSpPr>
              <p:spPr bwMode="auto">
                <a:xfrm>
                  <a:off x="3788"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199" name="Line 720"/>
                <p:cNvSpPr>
                  <a:spLocks noChangeShapeType="1"/>
                </p:cNvSpPr>
                <p:nvPr/>
              </p:nvSpPr>
              <p:spPr bwMode="auto">
                <a:xfrm>
                  <a:off x="3844"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200" name="Line 721"/>
                <p:cNvSpPr>
                  <a:spLocks noChangeShapeType="1"/>
                </p:cNvSpPr>
                <p:nvPr/>
              </p:nvSpPr>
              <p:spPr bwMode="auto">
                <a:xfrm>
                  <a:off x="3900"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201" name="Line 722"/>
                <p:cNvSpPr>
                  <a:spLocks noChangeShapeType="1"/>
                </p:cNvSpPr>
                <p:nvPr/>
              </p:nvSpPr>
              <p:spPr bwMode="auto">
                <a:xfrm>
                  <a:off x="3956"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202" name="Line 723"/>
                <p:cNvSpPr>
                  <a:spLocks noChangeShapeType="1"/>
                </p:cNvSpPr>
                <p:nvPr/>
              </p:nvSpPr>
              <p:spPr bwMode="auto">
                <a:xfrm>
                  <a:off x="4011"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203" name="Line 724"/>
                <p:cNvSpPr>
                  <a:spLocks noChangeShapeType="1"/>
                </p:cNvSpPr>
                <p:nvPr/>
              </p:nvSpPr>
              <p:spPr bwMode="auto">
                <a:xfrm>
                  <a:off x="4067" y="2985"/>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5696" name="Group 725"/>
            <p:cNvGrpSpPr>
              <a:grpSpLocks/>
            </p:cNvGrpSpPr>
            <p:nvPr/>
          </p:nvGrpSpPr>
          <p:grpSpPr bwMode="auto">
            <a:xfrm>
              <a:off x="4251" y="2953"/>
              <a:ext cx="415" cy="56"/>
              <a:chOff x="4251" y="2953"/>
              <a:chExt cx="415" cy="56"/>
            </a:xfrm>
          </p:grpSpPr>
          <p:sp>
            <p:nvSpPr>
              <p:cNvPr id="106188" name="Freeform 726"/>
              <p:cNvSpPr>
                <a:spLocks/>
              </p:cNvSpPr>
              <p:nvPr/>
            </p:nvSpPr>
            <p:spPr bwMode="auto">
              <a:xfrm>
                <a:off x="4554"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06189" name="Group 727"/>
              <p:cNvGrpSpPr>
                <a:grpSpLocks/>
              </p:cNvGrpSpPr>
              <p:nvPr/>
            </p:nvGrpSpPr>
            <p:grpSpPr bwMode="auto">
              <a:xfrm>
                <a:off x="4251" y="2985"/>
                <a:ext cx="295" cy="1"/>
                <a:chOff x="4251" y="2985"/>
                <a:chExt cx="295" cy="1"/>
              </a:xfrm>
            </p:grpSpPr>
            <p:sp>
              <p:nvSpPr>
                <p:cNvPr id="106190" name="Line 728"/>
                <p:cNvSpPr>
                  <a:spLocks noChangeShapeType="1"/>
                </p:cNvSpPr>
                <p:nvPr/>
              </p:nvSpPr>
              <p:spPr bwMode="auto">
                <a:xfrm>
                  <a:off x="4251"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191" name="Line 729"/>
                <p:cNvSpPr>
                  <a:spLocks noChangeShapeType="1"/>
                </p:cNvSpPr>
                <p:nvPr/>
              </p:nvSpPr>
              <p:spPr bwMode="auto">
                <a:xfrm>
                  <a:off x="4307"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192" name="Line 730"/>
                <p:cNvSpPr>
                  <a:spLocks noChangeShapeType="1"/>
                </p:cNvSpPr>
                <p:nvPr/>
              </p:nvSpPr>
              <p:spPr bwMode="auto">
                <a:xfrm>
                  <a:off x="4363"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193" name="Line 731"/>
                <p:cNvSpPr>
                  <a:spLocks noChangeShapeType="1"/>
                </p:cNvSpPr>
                <p:nvPr/>
              </p:nvSpPr>
              <p:spPr bwMode="auto">
                <a:xfrm>
                  <a:off x="4419"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194" name="Line 732"/>
                <p:cNvSpPr>
                  <a:spLocks noChangeShapeType="1"/>
                </p:cNvSpPr>
                <p:nvPr/>
              </p:nvSpPr>
              <p:spPr bwMode="auto">
                <a:xfrm>
                  <a:off x="4475"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195" name="Line 733"/>
                <p:cNvSpPr>
                  <a:spLocks noChangeShapeType="1"/>
                </p:cNvSpPr>
                <p:nvPr/>
              </p:nvSpPr>
              <p:spPr bwMode="auto">
                <a:xfrm>
                  <a:off x="4530" y="2985"/>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5697" name="Group 734"/>
            <p:cNvGrpSpPr>
              <a:grpSpLocks/>
            </p:cNvGrpSpPr>
            <p:nvPr/>
          </p:nvGrpSpPr>
          <p:grpSpPr bwMode="auto">
            <a:xfrm>
              <a:off x="4674" y="1741"/>
              <a:ext cx="40" cy="1260"/>
              <a:chOff x="4674" y="1741"/>
              <a:chExt cx="40" cy="1260"/>
            </a:xfrm>
          </p:grpSpPr>
          <p:sp>
            <p:nvSpPr>
              <p:cNvPr id="106178" name="Oval 735"/>
              <p:cNvSpPr>
                <a:spLocks noChangeArrowheads="1"/>
              </p:cNvSpPr>
              <p:nvPr/>
            </p:nvSpPr>
            <p:spPr bwMode="auto">
              <a:xfrm>
                <a:off x="4674" y="1741"/>
                <a:ext cx="32" cy="40"/>
              </a:xfrm>
              <a:prstGeom prst="ellipse">
                <a:avLst/>
              </a:prstGeom>
              <a:solidFill>
                <a:schemeClr val="bg2"/>
              </a:solidFill>
              <a:ln w="9525">
                <a:solidFill>
                  <a:schemeClr val="bg2"/>
                </a:solidFill>
                <a:round/>
                <a:headEnd/>
                <a:tailEnd/>
              </a:ln>
            </p:spPr>
            <p:txBody>
              <a:bodyPr/>
              <a:lstStyle/>
              <a:p>
                <a:endParaRPr lang="en-US"/>
              </a:p>
            </p:txBody>
          </p:sp>
          <p:sp>
            <p:nvSpPr>
              <p:cNvPr id="106179" name="Oval 736"/>
              <p:cNvSpPr>
                <a:spLocks noChangeArrowheads="1"/>
              </p:cNvSpPr>
              <p:nvPr/>
            </p:nvSpPr>
            <p:spPr bwMode="auto">
              <a:xfrm>
                <a:off x="4674" y="1741"/>
                <a:ext cx="32" cy="40"/>
              </a:xfrm>
              <a:prstGeom prst="ellipse">
                <a:avLst/>
              </a:prstGeom>
              <a:solidFill>
                <a:schemeClr val="bg2"/>
              </a:solidFill>
              <a:ln w="25400">
                <a:solidFill>
                  <a:schemeClr val="bg2"/>
                </a:solidFill>
                <a:round/>
                <a:headEnd/>
                <a:tailEnd/>
              </a:ln>
            </p:spPr>
            <p:txBody>
              <a:bodyPr/>
              <a:lstStyle/>
              <a:p>
                <a:endParaRPr lang="en-US"/>
              </a:p>
            </p:txBody>
          </p:sp>
          <p:sp>
            <p:nvSpPr>
              <p:cNvPr id="106180" name="Oval 737"/>
              <p:cNvSpPr>
                <a:spLocks noChangeArrowheads="1"/>
              </p:cNvSpPr>
              <p:nvPr/>
            </p:nvSpPr>
            <p:spPr bwMode="auto">
              <a:xfrm>
                <a:off x="4682" y="2044"/>
                <a:ext cx="32" cy="40"/>
              </a:xfrm>
              <a:prstGeom prst="ellipse">
                <a:avLst/>
              </a:prstGeom>
              <a:solidFill>
                <a:schemeClr val="bg2"/>
              </a:solidFill>
              <a:ln w="9525">
                <a:solidFill>
                  <a:schemeClr val="bg2"/>
                </a:solidFill>
                <a:round/>
                <a:headEnd/>
                <a:tailEnd/>
              </a:ln>
            </p:spPr>
            <p:txBody>
              <a:bodyPr/>
              <a:lstStyle/>
              <a:p>
                <a:endParaRPr lang="en-US"/>
              </a:p>
            </p:txBody>
          </p:sp>
          <p:sp>
            <p:nvSpPr>
              <p:cNvPr id="106181" name="Oval 738"/>
              <p:cNvSpPr>
                <a:spLocks noChangeArrowheads="1"/>
              </p:cNvSpPr>
              <p:nvPr/>
            </p:nvSpPr>
            <p:spPr bwMode="auto">
              <a:xfrm>
                <a:off x="4682" y="2044"/>
                <a:ext cx="32" cy="40"/>
              </a:xfrm>
              <a:prstGeom prst="ellipse">
                <a:avLst/>
              </a:prstGeom>
              <a:solidFill>
                <a:schemeClr val="bg2"/>
              </a:solidFill>
              <a:ln w="25400">
                <a:solidFill>
                  <a:schemeClr val="bg2"/>
                </a:solidFill>
                <a:round/>
                <a:headEnd/>
                <a:tailEnd/>
              </a:ln>
            </p:spPr>
            <p:txBody>
              <a:bodyPr/>
              <a:lstStyle/>
              <a:p>
                <a:endParaRPr lang="en-US"/>
              </a:p>
            </p:txBody>
          </p:sp>
          <p:sp>
            <p:nvSpPr>
              <p:cNvPr id="106182" name="Oval 739"/>
              <p:cNvSpPr>
                <a:spLocks noChangeArrowheads="1"/>
              </p:cNvSpPr>
              <p:nvPr/>
            </p:nvSpPr>
            <p:spPr bwMode="auto">
              <a:xfrm>
                <a:off x="4682" y="2355"/>
                <a:ext cx="32" cy="32"/>
              </a:xfrm>
              <a:prstGeom prst="ellipse">
                <a:avLst/>
              </a:prstGeom>
              <a:solidFill>
                <a:schemeClr val="bg2"/>
              </a:solidFill>
              <a:ln w="9525">
                <a:solidFill>
                  <a:schemeClr val="bg2"/>
                </a:solidFill>
                <a:round/>
                <a:headEnd/>
                <a:tailEnd/>
              </a:ln>
            </p:spPr>
            <p:txBody>
              <a:bodyPr/>
              <a:lstStyle/>
              <a:p>
                <a:endParaRPr lang="en-US"/>
              </a:p>
            </p:txBody>
          </p:sp>
          <p:sp>
            <p:nvSpPr>
              <p:cNvPr id="106183" name="Oval 740"/>
              <p:cNvSpPr>
                <a:spLocks noChangeArrowheads="1"/>
              </p:cNvSpPr>
              <p:nvPr/>
            </p:nvSpPr>
            <p:spPr bwMode="auto">
              <a:xfrm>
                <a:off x="4682" y="2355"/>
                <a:ext cx="32" cy="32"/>
              </a:xfrm>
              <a:prstGeom prst="ellipse">
                <a:avLst/>
              </a:prstGeom>
              <a:solidFill>
                <a:schemeClr val="bg2"/>
              </a:solidFill>
              <a:ln w="25400">
                <a:solidFill>
                  <a:schemeClr val="bg2"/>
                </a:solidFill>
                <a:round/>
                <a:headEnd/>
                <a:tailEnd/>
              </a:ln>
            </p:spPr>
            <p:txBody>
              <a:bodyPr/>
              <a:lstStyle/>
              <a:p>
                <a:endParaRPr lang="en-US"/>
              </a:p>
            </p:txBody>
          </p:sp>
          <p:sp>
            <p:nvSpPr>
              <p:cNvPr id="106184" name="Oval 741"/>
              <p:cNvSpPr>
                <a:spLocks noChangeArrowheads="1"/>
              </p:cNvSpPr>
              <p:nvPr/>
            </p:nvSpPr>
            <p:spPr bwMode="auto">
              <a:xfrm>
                <a:off x="4674" y="2658"/>
                <a:ext cx="32" cy="40"/>
              </a:xfrm>
              <a:prstGeom prst="ellipse">
                <a:avLst/>
              </a:prstGeom>
              <a:solidFill>
                <a:schemeClr val="bg2"/>
              </a:solidFill>
              <a:ln w="9525">
                <a:solidFill>
                  <a:schemeClr val="bg2"/>
                </a:solidFill>
                <a:round/>
                <a:headEnd/>
                <a:tailEnd/>
              </a:ln>
            </p:spPr>
            <p:txBody>
              <a:bodyPr/>
              <a:lstStyle/>
              <a:p>
                <a:endParaRPr lang="en-US"/>
              </a:p>
            </p:txBody>
          </p:sp>
          <p:sp>
            <p:nvSpPr>
              <p:cNvPr id="106185" name="Oval 742"/>
              <p:cNvSpPr>
                <a:spLocks noChangeArrowheads="1"/>
              </p:cNvSpPr>
              <p:nvPr/>
            </p:nvSpPr>
            <p:spPr bwMode="auto">
              <a:xfrm>
                <a:off x="4674" y="2658"/>
                <a:ext cx="32" cy="40"/>
              </a:xfrm>
              <a:prstGeom prst="ellipse">
                <a:avLst/>
              </a:prstGeom>
              <a:solidFill>
                <a:schemeClr val="bg2"/>
              </a:solidFill>
              <a:ln w="25400">
                <a:solidFill>
                  <a:schemeClr val="bg2"/>
                </a:solidFill>
                <a:round/>
                <a:headEnd/>
                <a:tailEnd/>
              </a:ln>
            </p:spPr>
            <p:txBody>
              <a:bodyPr/>
              <a:lstStyle/>
              <a:p>
                <a:endParaRPr lang="en-US"/>
              </a:p>
            </p:txBody>
          </p:sp>
          <p:sp>
            <p:nvSpPr>
              <p:cNvPr id="106186" name="Oval 743"/>
              <p:cNvSpPr>
                <a:spLocks noChangeArrowheads="1"/>
              </p:cNvSpPr>
              <p:nvPr/>
            </p:nvSpPr>
            <p:spPr bwMode="auto">
              <a:xfrm>
                <a:off x="4674" y="2969"/>
                <a:ext cx="32" cy="32"/>
              </a:xfrm>
              <a:prstGeom prst="ellipse">
                <a:avLst/>
              </a:prstGeom>
              <a:solidFill>
                <a:schemeClr val="bg2"/>
              </a:solidFill>
              <a:ln w="9525">
                <a:solidFill>
                  <a:schemeClr val="bg2"/>
                </a:solidFill>
                <a:round/>
                <a:headEnd/>
                <a:tailEnd/>
              </a:ln>
            </p:spPr>
            <p:txBody>
              <a:bodyPr/>
              <a:lstStyle/>
              <a:p>
                <a:endParaRPr lang="en-US"/>
              </a:p>
            </p:txBody>
          </p:sp>
          <p:sp>
            <p:nvSpPr>
              <p:cNvPr id="106187" name="Oval 744"/>
              <p:cNvSpPr>
                <a:spLocks noChangeArrowheads="1"/>
              </p:cNvSpPr>
              <p:nvPr/>
            </p:nvSpPr>
            <p:spPr bwMode="auto">
              <a:xfrm>
                <a:off x="4674" y="2969"/>
                <a:ext cx="32" cy="32"/>
              </a:xfrm>
              <a:prstGeom prst="ellipse">
                <a:avLst/>
              </a:prstGeom>
              <a:solidFill>
                <a:schemeClr val="bg2"/>
              </a:solidFill>
              <a:ln w="25400">
                <a:solidFill>
                  <a:schemeClr val="bg2"/>
                </a:solidFill>
                <a:round/>
                <a:headEnd/>
                <a:tailEnd/>
              </a:ln>
            </p:spPr>
            <p:txBody>
              <a:bodyPr/>
              <a:lstStyle/>
              <a:p>
                <a:endParaRPr lang="en-US"/>
              </a:p>
            </p:txBody>
          </p:sp>
        </p:grpSp>
        <p:grpSp>
          <p:nvGrpSpPr>
            <p:cNvPr id="105698" name="Group 745"/>
            <p:cNvGrpSpPr>
              <a:grpSpLocks/>
            </p:cNvGrpSpPr>
            <p:nvPr/>
          </p:nvGrpSpPr>
          <p:grpSpPr bwMode="auto">
            <a:xfrm>
              <a:off x="3740" y="3272"/>
              <a:ext cx="40" cy="343"/>
              <a:chOff x="3740" y="3272"/>
              <a:chExt cx="40" cy="343"/>
            </a:xfrm>
          </p:grpSpPr>
          <p:sp>
            <p:nvSpPr>
              <p:cNvPr id="106174" name="Oval 746"/>
              <p:cNvSpPr>
                <a:spLocks noChangeArrowheads="1"/>
              </p:cNvSpPr>
              <p:nvPr/>
            </p:nvSpPr>
            <p:spPr bwMode="auto">
              <a:xfrm>
                <a:off x="3740" y="3272"/>
                <a:ext cx="40" cy="32"/>
              </a:xfrm>
              <a:prstGeom prst="ellipse">
                <a:avLst/>
              </a:prstGeom>
              <a:solidFill>
                <a:schemeClr val="bg2"/>
              </a:solidFill>
              <a:ln w="9525">
                <a:solidFill>
                  <a:schemeClr val="bg2"/>
                </a:solidFill>
                <a:round/>
                <a:headEnd/>
                <a:tailEnd/>
              </a:ln>
            </p:spPr>
            <p:txBody>
              <a:bodyPr/>
              <a:lstStyle/>
              <a:p>
                <a:endParaRPr lang="en-US"/>
              </a:p>
            </p:txBody>
          </p:sp>
          <p:sp>
            <p:nvSpPr>
              <p:cNvPr id="106175" name="Oval 747"/>
              <p:cNvSpPr>
                <a:spLocks noChangeArrowheads="1"/>
              </p:cNvSpPr>
              <p:nvPr/>
            </p:nvSpPr>
            <p:spPr bwMode="auto">
              <a:xfrm>
                <a:off x="3740" y="3272"/>
                <a:ext cx="40" cy="32"/>
              </a:xfrm>
              <a:prstGeom prst="ellipse">
                <a:avLst/>
              </a:prstGeom>
              <a:solidFill>
                <a:schemeClr val="bg2"/>
              </a:solidFill>
              <a:ln w="25400">
                <a:solidFill>
                  <a:schemeClr val="bg2"/>
                </a:solidFill>
                <a:round/>
                <a:headEnd/>
                <a:tailEnd/>
              </a:ln>
            </p:spPr>
            <p:txBody>
              <a:bodyPr/>
              <a:lstStyle/>
              <a:p>
                <a:endParaRPr lang="en-US"/>
              </a:p>
            </p:txBody>
          </p:sp>
          <p:sp>
            <p:nvSpPr>
              <p:cNvPr id="106176" name="Oval 748"/>
              <p:cNvSpPr>
                <a:spLocks noChangeArrowheads="1"/>
              </p:cNvSpPr>
              <p:nvPr/>
            </p:nvSpPr>
            <p:spPr bwMode="auto">
              <a:xfrm>
                <a:off x="3740" y="3575"/>
                <a:ext cx="40" cy="40"/>
              </a:xfrm>
              <a:prstGeom prst="ellipse">
                <a:avLst/>
              </a:prstGeom>
              <a:solidFill>
                <a:schemeClr val="bg2"/>
              </a:solidFill>
              <a:ln w="9525">
                <a:solidFill>
                  <a:schemeClr val="bg2"/>
                </a:solidFill>
                <a:round/>
                <a:headEnd/>
                <a:tailEnd/>
              </a:ln>
            </p:spPr>
            <p:txBody>
              <a:bodyPr/>
              <a:lstStyle/>
              <a:p>
                <a:endParaRPr lang="en-US"/>
              </a:p>
            </p:txBody>
          </p:sp>
          <p:sp>
            <p:nvSpPr>
              <p:cNvPr id="106177" name="Oval 749"/>
              <p:cNvSpPr>
                <a:spLocks noChangeArrowheads="1"/>
              </p:cNvSpPr>
              <p:nvPr/>
            </p:nvSpPr>
            <p:spPr bwMode="auto">
              <a:xfrm>
                <a:off x="3740" y="3575"/>
                <a:ext cx="40" cy="40"/>
              </a:xfrm>
              <a:prstGeom prst="ellipse">
                <a:avLst/>
              </a:prstGeom>
              <a:solidFill>
                <a:schemeClr val="bg2"/>
              </a:solidFill>
              <a:ln w="25400">
                <a:solidFill>
                  <a:schemeClr val="bg2"/>
                </a:solidFill>
                <a:round/>
                <a:headEnd/>
                <a:tailEnd/>
              </a:ln>
            </p:spPr>
            <p:txBody>
              <a:bodyPr/>
              <a:lstStyle/>
              <a:p>
                <a:endParaRPr lang="en-US"/>
              </a:p>
            </p:txBody>
          </p:sp>
        </p:grpSp>
        <p:grpSp>
          <p:nvGrpSpPr>
            <p:cNvPr id="105699" name="Group 750"/>
            <p:cNvGrpSpPr>
              <a:grpSpLocks/>
            </p:cNvGrpSpPr>
            <p:nvPr/>
          </p:nvGrpSpPr>
          <p:grpSpPr bwMode="auto">
            <a:xfrm>
              <a:off x="3285" y="3272"/>
              <a:ext cx="32" cy="343"/>
              <a:chOff x="3285" y="3272"/>
              <a:chExt cx="32" cy="343"/>
            </a:xfrm>
          </p:grpSpPr>
          <p:sp>
            <p:nvSpPr>
              <p:cNvPr id="106170" name="Oval 751"/>
              <p:cNvSpPr>
                <a:spLocks noChangeArrowheads="1"/>
              </p:cNvSpPr>
              <p:nvPr/>
            </p:nvSpPr>
            <p:spPr bwMode="auto">
              <a:xfrm>
                <a:off x="3285" y="3272"/>
                <a:ext cx="32" cy="32"/>
              </a:xfrm>
              <a:prstGeom prst="ellipse">
                <a:avLst/>
              </a:prstGeom>
              <a:solidFill>
                <a:schemeClr val="bg2"/>
              </a:solidFill>
              <a:ln w="9525">
                <a:solidFill>
                  <a:schemeClr val="bg2"/>
                </a:solidFill>
                <a:round/>
                <a:headEnd/>
                <a:tailEnd/>
              </a:ln>
            </p:spPr>
            <p:txBody>
              <a:bodyPr/>
              <a:lstStyle/>
              <a:p>
                <a:endParaRPr lang="en-US"/>
              </a:p>
            </p:txBody>
          </p:sp>
          <p:sp>
            <p:nvSpPr>
              <p:cNvPr id="106171" name="Oval 752"/>
              <p:cNvSpPr>
                <a:spLocks noChangeArrowheads="1"/>
              </p:cNvSpPr>
              <p:nvPr/>
            </p:nvSpPr>
            <p:spPr bwMode="auto">
              <a:xfrm>
                <a:off x="3285" y="3272"/>
                <a:ext cx="32" cy="32"/>
              </a:xfrm>
              <a:prstGeom prst="ellipse">
                <a:avLst/>
              </a:prstGeom>
              <a:solidFill>
                <a:schemeClr val="bg2"/>
              </a:solidFill>
              <a:ln w="25400">
                <a:solidFill>
                  <a:schemeClr val="bg2"/>
                </a:solidFill>
                <a:round/>
                <a:headEnd/>
                <a:tailEnd/>
              </a:ln>
            </p:spPr>
            <p:txBody>
              <a:bodyPr/>
              <a:lstStyle/>
              <a:p>
                <a:endParaRPr lang="en-US"/>
              </a:p>
            </p:txBody>
          </p:sp>
          <p:sp>
            <p:nvSpPr>
              <p:cNvPr id="106172" name="Oval 753"/>
              <p:cNvSpPr>
                <a:spLocks noChangeArrowheads="1"/>
              </p:cNvSpPr>
              <p:nvPr/>
            </p:nvSpPr>
            <p:spPr bwMode="auto">
              <a:xfrm>
                <a:off x="3285" y="3575"/>
                <a:ext cx="32" cy="40"/>
              </a:xfrm>
              <a:prstGeom prst="ellipse">
                <a:avLst/>
              </a:prstGeom>
              <a:solidFill>
                <a:schemeClr val="bg2"/>
              </a:solidFill>
              <a:ln w="9525">
                <a:solidFill>
                  <a:schemeClr val="bg2"/>
                </a:solidFill>
                <a:round/>
                <a:headEnd/>
                <a:tailEnd/>
              </a:ln>
            </p:spPr>
            <p:txBody>
              <a:bodyPr/>
              <a:lstStyle/>
              <a:p>
                <a:endParaRPr lang="en-US"/>
              </a:p>
            </p:txBody>
          </p:sp>
          <p:sp>
            <p:nvSpPr>
              <p:cNvPr id="106173" name="Oval 754"/>
              <p:cNvSpPr>
                <a:spLocks noChangeArrowheads="1"/>
              </p:cNvSpPr>
              <p:nvPr/>
            </p:nvSpPr>
            <p:spPr bwMode="auto">
              <a:xfrm>
                <a:off x="3285" y="3575"/>
                <a:ext cx="32" cy="40"/>
              </a:xfrm>
              <a:prstGeom prst="ellipse">
                <a:avLst/>
              </a:prstGeom>
              <a:solidFill>
                <a:schemeClr val="bg2"/>
              </a:solidFill>
              <a:ln w="25400">
                <a:solidFill>
                  <a:schemeClr val="bg2"/>
                </a:solidFill>
                <a:round/>
                <a:headEnd/>
                <a:tailEnd/>
              </a:ln>
            </p:spPr>
            <p:txBody>
              <a:bodyPr/>
              <a:lstStyle/>
              <a:p>
                <a:endParaRPr lang="en-US"/>
              </a:p>
            </p:txBody>
          </p:sp>
        </p:grpSp>
        <p:grpSp>
          <p:nvGrpSpPr>
            <p:cNvPr id="105700" name="Group 755"/>
            <p:cNvGrpSpPr>
              <a:grpSpLocks/>
            </p:cNvGrpSpPr>
            <p:nvPr/>
          </p:nvGrpSpPr>
          <p:grpSpPr bwMode="auto">
            <a:xfrm>
              <a:off x="4203" y="3272"/>
              <a:ext cx="32" cy="343"/>
              <a:chOff x="4203" y="3272"/>
              <a:chExt cx="32" cy="343"/>
            </a:xfrm>
          </p:grpSpPr>
          <p:sp>
            <p:nvSpPr>
              <p:cNvPr id="106166" name="Oval 756"/>
              <p:cNvSpPr>
                <a:spLocks noChangeArrowheads="1"/>
              </p:cNvSpPr>
              <p:nvPr/>
            </p:nvSpPr>
            <p:spPr bwMode="auto">
              <a:xfrm>
                <a:off x="4203" y="3272"/>
                <a:ext cx="32" cy="32"/>
              </a:xfrm>
              <a:prstGeom prst="ellipse">
                <a:avLst/>
              </a:prstGeom>
              <a:solidFill>
                <a:schemeClr val="bg2"/>
              </a:solidFill>
              <a:ln w="9525">
                <a:solidFill>
                  <a:schemeClr val="bg2"/>
                </a:solidFill>
                <a:round/>
                <a:headEnd/>
                <a:tailEnd/>
              </a:ln>
            </p:spPr>
            <p:txBody>
              <a:bodyPr/>
              <a:lstStyle/>
              <a:p>
                <a:endParaRPr lang="en-US"/>
              </a:p>
            </p:txBody>
          </p:sp>
          <p:sp>
            <p:nvSpPr>
              <p:cNvPr id="106167" name="Oval 757"/>
              <p:cNvSpPr>
                <a:spLocks noChangeArrowheads="1"/>
              </p:cNvSpPr>
              <p:nvPr/>
            </p:nvSpPr>
            <p:spPr bwMode="auto">
              <a:xfrm>
                <a:off x="4203" y="3272"/>
                <a:ext cx="32" cy="32"/>
              </a:xfrm>
              <a:prstGeom prst="ellipse">
                <a:avLst/>
              </a:prstGeom>
              <a:solidFill>
                <a:schemeClr val="bg2"/>
              </a:solidFill>
              <a:ln w="25400">
                <a:solidFill>
                  <a:schemeClr val="bg2"/>
                </a:solidFill>
                <a:round/>
                <a:headEnd/>
                <a:tailEnd/>
              </a:ln>
            </p:spPr>
            <p:txBody>
              <a:bodyPr/>
              <a:lstStyle/>
              <a:p>
                <a:endParaRPr lang="en-US"/>
              </a:p>
            </p:txBody>
          </p:sp>
          <p:sp>
            <p:nvSpPr>
              <p:cNvPr id="106168" name="Oval 758"/>
              <p:cNvSpPr>
                <a:spLocks noChangeArrowheads="1"/>
              </p:cNvSpPr>
              <p:nvPr/>
            </p:nvSpPr>
            <p:spPr bwMode="auto">
              <a:xfrm>
                <a:off x="4203" y="3575"/>
                <a:ext cx="32" cy="40"/>
              </a:xfrm>
              <a:prstGeom prst="ellipse">
                <a:avLst/>
              </a:prstGeom>
              <a:solidFill>
                <a:schemeClr val="bg2"/>
              </a:solidFill>
              <a:ln w="9525">
                <a:solidFill>
                  <a:schemeClr val="bg2"/>
                </a:solidFill>
                <a:round/>
                <a:headEnd/>
                <a:tailEnd/>
              </a:ln>
            </p:spPr>
            <p:txBody>
              <a:bodyPr/>
              <a:lstStyle/>
              <a:p>
                <a:endParaRPr lang="en-US"/>
              </a:p>
            </p:txBody>
          </p:sp>
          <p:sp>
            <p:nvSpPr>
              <p:cNvPr id="106169" name="Oval 759"/>
              <p:cNvSpPr>
                <a:spLocks noChangeArrowheads="1"/>
              </p:cNvSpPr>
              <p:nvPr/>
            </p:nvSpPr>
            <p:spPr bwMode="auto">
              <a:xfrm>
                <a:off x="4203" y="3575"/>
                <a:ext cx="32" cy="40"/>
              </a:xfrm>
              <a:prstGeom prst="ellipse">
                <a:avLst/>
              </a:prstGeom>
              <a:solidFill>
                <a:schemeClr val="bg2"/>
              </a:solidFill>
              <a:ln w="25400">
                <a:solidFill>
                  <a:schemeClr val="bg2"/>
                </a:solidFill>
                <a:round/>
                <a:headEnd/>
                <a:tailEnd/>
              </a:ln>
            </p:spPr>
            <p:txBody>
              <a:bodyPr/>
              <a:lstStyle/>
              <a:p>
                <a:endParaRPr lang="en-US"/>
              </a:p>
            </p:txBody>
          </p:sp>
        </p:grpSp>
        <p:grpSp>
          <p:nvGrpSpPr>
            <p:cNvPr id="105701" name="Group 760"/>
            <p:cNvGrpSpPr>
              <a:grpSpLocks/>
            </p:cNvGrpSpPr>
            <p:nvPr/>
          </p:nvGrpSpPr>
          <p:grpSpPr bwMode="auto">
            <a:xfrm>
              <a:off x="4658" y="3272"/>
              <a:ext cx="32" cy="343"/>
              <a:chOff x="4658" y="3272"/>
              <a:chExt cx="32" cy="343"/>
            </a:xfrm>
          </p:grpSpPr>
          <p:sp>
            <p:nvSpPr>
              <p:cNvPr id="106162" name="Oval 761"/>
              <p:cNvSpPr>
                <a:spLocks noChangeArrowheads="1"/>
              </p:cNvSpPr>
              <p:nvPr/>
            </p:nvSpPr>
            <p:spPr bwMode="auto">
              <a:xfrm>
                <a:off x="4658" y="3272"/>
                <a:ext cx="32" cy="32"/>
              </a:xfrm>
              <a:prstGeom prst="ellipse">
                <a:avLst/>
              </a:prstGeom>
              <a:solidFill>
                <a:schemeClr val="bg2"/>
              </a:solidFill>
              <a:ln w="9525">
                <a:solidFill>
                  <a:schemeClr val="bg2"/>
                </a:solidFill>
                <a:round/>
                <a:headEnd/>
                <a:tailEnd/>
              </a:ln>
            </p:spPr>
            <p:txBody>
              <a:bodyPr/>
              <a:lstStyle/>
              <a:p>
                <a:endParaRPr lang="en-US"/>
              </a:p>
            </p:txBody>
          </p:sp>
          <p:sp>
            <p:nvSpPr>
              <p:cNvPr id="106163" name="Oval 762"/>
              <p:cNvSpPr>
                <a:spLocks noChangeArrowheads="1"/>
              </p:cNvSpPr>
              <p:nvPr/>
            </p:nvSpPr>
            <p:spPr bwMode="auto">
              <a:xfrm>
                <a:off x="4658" y="3272"/>
                <a:ext cx="32" cy="32"/>
              </a:xfrm>
              <a:prstGeom prst="ellipse">
                <a:avLst/>
              </a:prstGeom>
              <a:solidFill>
                <a:schemeClr val="bg2"/>
              </a:solidFill>
              <a:ln w="25400">
                <a:solidFill>
                  <a:schemeClr val="bg2"/>
                </a:solidFill>
                <a:round/>
                <a:headEnd/>
                <a:tailEnd/>
              </a:ln>
            </p:spPr>
            <p:txBody>
              <a:bodyPr/>
              <a:lstStyle/>
              <a:p>
                <a:endParaRPr lang="en-US"/>
              </a:p>
            </p:txBody>
          </p:sp>
          <p:sp>
            <p:nvSpPr>
              <p:cNvPr id="106164" name="Oval 763"/>
              <p:cNvSpPr>
                <a:spLocks noChangeArrowheads="1"/>
              </p:cNvSpPr>
              <p:nvPr/>
            </p:nvSpPr>
            <p:spPr bwMode="auto">
              <a:xfrm>
                <a:off x="4658" y="3575"/>
                <a:ext cx="32" cy="40"/>
              </a:xfrm>
              <a:prstGeom prst="ellipse">
                <a:avLst/>
              </a:prstGeom>
              <a:solidFill>
                <a:schemeClr val="bg2"/>
              </a:solidFill>
              <a:ln w="9525">
                <a:solidFill>
                  <a:schemeClr val="bg2"/>
                </a:solidFill>
                <a:round/>
                <a:headEnd/>
                <a:tailEnd/>
              </a:ln>
            </p:spPr>
            <p:txBody>
              <a:bodyPr/>
              <a:lstStyle/>
              <a:p>
                <a:endParaRPr lang="en-US"/>
              </a:p>
            </p:txBody>
          </p:sp>
          <p:sp>
            <p:nvSpPr>
              <p:cNvPr id="106165" name="Oval 764"/>
              <p:cNvSpPr>
                <a:spLocks noChangeArrowheads="1"/>
              </p:cNvSpPr>
              <p:nvPr/>
            </p:nvSpPr>
            <p:spPr bwMode="auto">
              <a:xfrm>
                <a:off x="4658" y="3575"/>
                <a:ext cx="32" cy="40"/>
              </a:xfrm>
              <a:prstGeom prst="ellipse">
                <a:avLst/>
              </a:prstGeom>
              <a:solidFill>
                <a:schemeClr val="bg2"/>
              </a:solidFill>
              <a:ln w="25400">
                <a:solidFill>
                  <a:schemeClr val="bg2"/>
                </a:solidFill>
                <a:round/>
                <a:headEnd/>
                <a:tailEnd/>
              </a:ln>
            </p:spPr>
            <p:txBody>
              <a:bodyPr/>
              <a:lstStyle/>
              <a:p>
                <a:endParaRPr lang="en-US"/>
              </a:p>
            </p:txBody>
          </p:sp>
        </p:grpSp>
        <p:grpSp>
          <p:nvGrpSpPr>
            <p:cNvPr id="105702" name="Group 765"/>
            <p:cNvGrpSpPr>
              <a:grpSpLocks/>
            </p:cNvGrpSpPr>
            <p:nvPr/>
          </p:nvGrpSpPr>
          <p:grpSpPr bwMode="auto">
            <a:xfrm>
              <a:off x="4251" y="2650"/>
              <a:ext cx="415" cy="56"/>
              <a:chOff x="4251" y="2650"/>
              <a:chExt cx="415" cy="56"/>
            </a:xfrm>
          </p:grpSpPr>
          <p:sp>
            <p:nvSpPr>
              <p:cNvPr id="106154" name="Freeform 766"/>
              <p:cNvSpPr>
                <a:spLocks/>
              </p:cNvSpPr>
              <p:nvPr/>
            </p:nvSpPr>
            <p:spPr bwMode="auto">
              <a:xfrm>
                <a:off x="4554" y="2650"/>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solidFill>
                <a:schemeClr val="bg2"/>
              </a:solidFill>
              <a:ln w="9525">
                <a:solidFill>
                  <a:schemeClr val="bg2"/>
                </a:solidFill>
                <a:round/>
                <a:headEnd/>
                <a:tailEnd/>
              </a:ln>
            </p:spPr>
            <p:txBody>
              <a:bodyPr/>
              <a:lstStyle/>
              <a:p>
                <a:endParaRPr lang="en-US"/>
              </a:p>
            </p:txBody>
          </p:sp>
          <p:grpSp>
            <p:nvGrpSpPr>
              <p:cNvPr id="106155" name="Group 767"/>
              <p:cNvGrpSpPr>
                <a:grpSpLocks/>
              </p:cNvGrpSpPr>
              <p:nvPr/>
            </p:nvGrpSpPr>
            <p:grpSpPr bwMode="auto">
              <a:xfrm>
                <a:off x="4251" y="2674"/>
                <a:ext cx="295" cy="1"/>
                <a:chOff x="4251" y="2674"/>
                <a:chExt cx="295" cy="1"/>
              </a:xfrm>
            </p:grpSpPr>
            <p:sp>
              <p:nvSpPr>
                <p:cNvPr id="106156" name="Line 768"/>
                <p:cNvSpPr>
                  <a:spLocks noChangeShapeType="1"/>
                </p:cNvSpPr>
                <p:nvPr/>
              </p:nvSpPr>
              <p:spPr bwMode="auto">
                <a:xfrm>
                  <a:off x="4251"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157" name="Line 769"/>
                <p:cNvSpPr>
                  <a:spLocks noChangeShapeType="1"/>
                </p:cNvSpPr>
                <p:nvPr/>
              </p:nvSpPr>
              <p:spPr bwMode="auto">
                <a:xfrm>
                  <a:off x="4307"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158" name="Line 770"/>
                <p:cNvSpPr>
                  <a:spLocks noChangeShapeType="1"/>
                </p:cNvSpPr>
                <p:nvPr/>
              </p:nvSpPr>
              <p:spPr bwMode="auto">
                <a:xfrm>
                  <a:off x="4363"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159" name="Line 771"/>
                <p:cNvSpPr>
                  <a:spLocks noChangeShapeType="1"/>
                </p:cNvSpPr>
                <p:nvPr/>
              </p:nvSpPr>
              <p:spPr bwMode="auto">
                <a:xfrm>
                  <a:off x="4419"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160" name="Line 772"/>
                <p:cNvSpPr>
                  <a:spLocks noChangeShapeType="1"/>
                </p:cNvSpPr>
                <p:nvPr/>
              </p:nvSpPr>
              <p:spPr bwMode="auto">
                <a:xfrm>
                  <a:off x="4475"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161" name="Line 773"/>
                <p:cNvSpPr>
                  <a:spLocks noChangeShapeType="1"/>
                </p:cNvSpPr>
                <p:nvPr/>
              </p:nvSpPr>
              <p:spPr bwMode="auto">
                <a:xfrm>
                  <a:off x="4530" y="2674"/>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5703" name="Group 774"/>
            <p:cNvGrpSpPr>
              <a:grpSpLocks/>
            </p:cNvGrpSpPr>
            <p:nvPr/>
          </p:nvGrpSpPr>
          <p:grpSpPr bwMode="auto">
            <a:xfrm>
              <a:off x="4251" y="1733"/>
              <a:ext cx="415" cy="56"/>
              <a:chOff x="4251" y="1733"/>
              <a:chExt cx="415" cy="56"/>
            </a:xfrm>
          </p:grpSpPr>
          <p:sp>
            <p:nvSpPr>
              <p:cNvPr id="106146" name="Freeform 775"/>
              <p:cNvSpPr>
                <a:spLocks/>
              </p:cNvSpPr>
              <p:nvPr/>
            </p:nvSpPr>
            <p:spPr bwMode="auto">
              <a:xfrm>
                <a:off x="4554" y="1733"/>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solidFill>
                <a:schemeClr val="bg2"/>
              </a:solidFill>
              <a:ln w="9525">
                <a:solidFill>
                  <a:schemeClr val="bg2"/>
                </a:solidFill>
                <a:round/>
                <a:headEnd/>
                <a:tailEnd/>
              </a:ln>
            </p:spPr>
            <p:txBody>
              <a:bodyPr/>
              <a:lstStyle/>
              <a:p>
                <a:endParaRPr lang="en-US"/>
              </a:p>
            </p:txBody>
          </p:sp>
          <p:grpSp>
            <p:nvGrpSpPr>
              <p:cNvPr id="106147" name="Group 776"/>
              <p:cNvGrpSpPr>
                <a:grpSpLocks/>
              </p:cNvGrpSpPr>
              <p:nvPr/>
            </p:nvGrpSpPr>
            <p:grpSpPr bwMode="auto">
              <a:xfrm>
                <a:off x="4251" y="1757"/>
                <a:ext cx="295" cy="1"/>
                <a:chOff x="4251" y="1757"/>
                <a:chExt cx="295" cy="1"/>
              </a:xfrm>
            </p:grpSpPr>
            <p:sp>
              <p:nvSpPr>
                <p:cNvPr id="106148" name="Line 777"/>
                <p:cNvSpPr>
                  <a:spLocks noChangeShapeType="1"/>
                </p:cNvSpPr>
                <p:nvPr/>
              </p:nvSpPr>
              <p:spPr bwMode="auto">
                <a:xfrm>
                  <a:off x="4251"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149" name="Line 778"/>
                <p:cNvSpPr>
                  <a:spLocks noChangeShapeType="1"/>
                </p:cNvSpPr>
                <p:nvPr/>
              </p:nvSpPr>
              <p:spPr bwMode="auto">
                <a:xfrm>
                  <a:off x="4307"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150" name="Line 779"/>
                <p:cNvSpPr>
                  <a:spLocks noChangeShapeType="1"/>
                </p:cNvSpPr>
                <p:nvPr/>
              </p:nvSpPr>
              <p:spPr bwMode="auto">
                <a:xfrm>
                  <a:off x="4363"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151" name="Line 780"/>
                <p:cNvSpPr>
                  <a:spLocks noChangeShapeType="1"/>
                </p:cNvSpPr>
                <p:nvPr/>
              </p:nvSpPr>
              <p:spPr bwMode="auto">
                <a:xfrm>
                  <a:off x="4419"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152" name="Line 781"/>
                <p:cNvSpPr>
                  <a:spLocks noChangeShapeType="1"/>
                </p:cNvSpPr>
                <p:nvPr/>
              </p:nvSpPr>
              <p:spPr bwMode="auto">
                <a:xfrm>
                  <a:off x="4475"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153" name="Line 782"/>
                <p:cNvSpPr>
                  <a:spLocks noChangeShapeType="1"/>
                </p:cNvSpPr>
                <p:nvPr/>
              </p:nvSpPr>
              <p:spPr bwMode="auto">
                <a:xfrm>
                  <a:off x="4530" y="1757"/>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5704" name="Group 783"/>
            <p:cNvGrpSpPr>
              <a:grpSpLocks/>
            </p:cNvGrpSpPr>
            <p:nvPr/>
          </p:nvGrpSpPr>
          <p:grpSpPr bwMode="auto">
            <a:xfrm>
              <a:off x="3325" y="3264"/>
              <a:ext cx="415" cy="56"/>
              <a:chOff x="3325" y="3264"/>
              <a:chExt cx="415" cy="56"/>
            </a:xfrm>
          </p:grpSpPr>
          <p:sp>
            <p:nvSpPr>
              <p:cNvPr id="106138" name="Freeform 784"/>
              <p:cNvSpPr>
                <a:spLocks/>
              </p:cNvSpPr>
              <p:nvPr/>
            </p:nvSpPr>
            <p:spPr bwMode="auto">
              <a:xfrm>
                <a:off x="3628" y="3264"/>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solidFill>
                <a:schemeClr val="bg2"/>
              </a:solidFill>
              <a:ln w="9525">
                <a:solidFill>
                  <a:schemeClr val="bg2"/>
                </a:solidFill>
                <a:round/>
                <a:headEnd/>
                <a:tailEnd/>
              </a:ln>
            </p:spPr>
            <p:txBody>
              <a:bodyPr/>
              <a:lstStyle/>
              <a:p>
                <a:endParaRPr lang="en-US"/>
              </a:p>
            </p:txBody>
          </p:sp>
          <p:grpSp>
            <p:nvGrpSpPr>
              <p:cNvPr id="106139" name="Group 785"/>
              <p:cNvGrpSpPr>
                <a:grpSpLocks/>
              </p:cNvGrpSpPr>
              <p:nvPr/>
            </p:nvGrpSpPr>
            <p:grpSpPr bwMode="auto">
              <a:xfrm>
                <a:off x="3325" y="3288"/>
                <a:ext cx="295" cy="1"/>
                <a:chOff x="3325" y="3288"/>
                <a:chExt cx="295" cy="1"/>
              </a:xfrm>
            </p:grpSpPr>
            <p:sp>
              <p:nvSpPr>
                <p:cNvPr id="106140" name="Line 786"/>
                <p:cNvSpPr>
                  <a:spLocks noChangeShapeType="1"/>
                </p:cNvSpPr>
                <p:nvPr/>
              </p:nvSpPr>
              <p:spPr bwMode="auto">
                <a:xfrm>
                  <a:off x="3325"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141" name="Line 787"/>
                <p:cNvSpPr>
                  <a:spLocks noChangeShapeType="1"/>
                </p:cNvSpPr>
                <p:nvPr/>
              </p:nvSpPr>
              <p:spPr bwMode="auto">
                <a:xfrm>
                  <a:off x="3381"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142" name="Line 788"/>
                <p:cNvSpPr>
                  <a:spLocks noChangeShapeType="1"/>
                </p:cNvSpPr>
                <p:nvPr/>
              </p:nvSpPr>
              <p:spPr bwMode="auto">
                <a:xfrm>
                  <a:off x="3437"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143" name="Line 789"/>
                <p:cNvSpPr>
                  <a:spLocks noChangeShapeType="1"/>
                </p:cNvSpPr>
                <p:nvPr/>
              </p:nvSpPr>
              <p:spPr bwMode="auto">
                <a:xfrm>
                  <a:off x="3493" y="3288"/>
                  <a:ext cx="23"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144" name="Line 790"/>
                <p:cNvSpPr>
                  <a:spLocks noChangeShapeType="1"/>
                </p:cNvSpPr>
                <p:nvPr/>
              </p:nvSpPr>
              <p:spPr bwMode="auto">
                <a:xfrm>
                  <a:off x="3548"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145" name="Line 791"/>
                <p:cNvSpPr>
                  <a:spLocks noChangeShapeType="1"/>
                </p:cNvSpPr>
                <p:nvPr/>
              </p:nvSpPr>
              <p:spPr bwMode="auto">
                <a:xfrm>
                  <a:off x="3604" y="3288"/>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5705" name="Group 792"/>
            <p:cNvGrpSpPr>
              <a:grpSpLocks/>
            </p:cNvGrpSpPr>
            <p:nvPr/>
          </p:nvGrpSpPr>
          <p:grpSpPr bwMode="auto">
            <a:xfrm>
              <a:off x="3780" y="3256"/>
              <a:ext cx="415" cy="56"/>
              <a:chOff x="3780" y="3256"/>
              <a:chExt cx="415" cy="56"/>
            </a:xfrm>
          </p:grpSpPr>
          <p:sp>
            <p:nvSpPr>
              <p:cNvPr id="106130" name="Freeform 793"/>
              <p:cNvSpPr>
                <a:spLocks/>
              </p:cNvSpPr>
              <p:nvPr/>
            </p:nvSpPr>
            <p:spPr bwMode="auto">
              <a:xfrm>
                <a:off x="4083" y="325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06131" name="Group 794"/>
              <p:cNvGrpSpPr>
                <a:grpSpLocks/>
              </p:cNvGrpSpPr>
              <p:nvPr/>
            </p:nvGrpSpPr>
            <p:grpSpPr bwMode="auto">
              <a:xfrm>
                <a:off x="3780" y="3288"/>
                <a:ext cx="295" cy="1"/>
                <a:chOff x="3780" y="3288"/>
                <a:chExt cx="295" cy="1"/>
              </a:xfrm>
            </p:grpSpPr>
            <p:sp>
              <p:nvSpPr>
                <p:cNvPr id="106132" name="Line 795"/>
                <p:cNvSpPr>
                  <a:spLocks noChangeShapeType="1"/>
                </p:cNvSpPr>
                <p:nvPr/>
              </p:nvSpPr>
              <p:spPr bwMode="auto">
                <a:xfrm>
                  <a:off x="3780"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133" name="Line 796"/>
                <p:cNvSpPr>
                  <a:spLocks noChangeShapeType="1"/>
                </p:cNvSpPr>
                <p:nvPr/>
              </p:nvSpPr>
              <p:spPr bwMode="auto">
                <a:xfrm>
                  <a:off x="3836"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134" name="Line 797"/>
                <p:cNvSpPr>
                  <a:spLocks noChangeShapeType="1"/>
                </p:cNvSpPr>
                <p:nvPr/>
              </p:nvSpPr>
              <p:spPr bwMode="auto">
                <a:xfrm>
                  <a:off x="3892"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135" name="Line 798"/>
                <p:cNvSpPr>
                  <a:spLocks noChangeShapeType="1"/>
                </p:cNvSpPr>
                <p:nvPr/>
              </p:nvSpPr>
              <p:spPr bwMode="auto">
                <a:xfrm>
                  <a:off x="3948"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136" name="Line 799"/>
                <p:cNvSpPr>
                  <a:spLocks noChangeShapeType="1"/>
                </p:cNvSpPr>
                <p:nvPr/>
              </p:nvSpPr>
              <p:spPr bwMode="auto">
                <a:xfrm>
                  <a:off x="4004" y="3288"/>
                  <a:ext cx="23"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137" name="Line 800"/>
                <p:cNvSpPr>
                  <a:spLocks noChangeShapeType="1"/>
                </p:cNvSpPr>
                <p:nvPr/>
              </p:nvSpPr>
              <p:spPr bwMode="auto">
                <a:xfrm>
                  <a:off x="4059" y="3288"/>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5706" name="Group 801"/>
            <p:cNvGrpSpPr>
              <a:grpSpLocks/>
            </p:cNvGrpSpPr>
            <p:nvPr/>
          </p:nvGrpSpPr>
          <p:grpSpPr bwMode="auto">
            <a:xfrm>
              <a:off x="4251" y="3256"/>
              <a:ext cx="415" cy="56"/>
              <a:chOff x="4251" y="3256"/>
              <a:chExt cx="415" cy="56"/>
            </a:xfrm>
          </p:grpSpPr>
          <p:sp>
            <p:nvSpPr>
              <p:cNvPr id="106122" name="Freeform 802"/>
              <p:cNvSpPr>
                <a:spLocks/>
              </p:cNvSpPr>
              <p:nvPr/>
            </p:nvSpPr>
            <p:spPr bwMode="auto">
              <a:xfrm>
                <a:off x="4554" y="325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06123" name="Group 803"/>
              <p:cNvGrpSpPr>
                <a:grpSpLocks/>
              </p:cNvGrpSpPr>
              <p:nvPr/>
            </p:nvGrpSpPr>
            <p:grpSpPr bwMode="auto">
              <a:xfrm>
                <a:off x="4251" y="3288"/>
                <a:ext cx="295" cy="1"/>
                <a:chOff x="4251" y="3288"/>
                <a:chExt cx="295" cy="1"/>
              </a:xfrm>
            </p:grpSpPr>
            <p:sp>
              <p:nvSpPr>
                <p:cNvPr id="106124" name="Line 804"/>
                <p:cNvSpPr>
                  <a:spLocks noChangeShapeType="1"/>
                </p:cNvSpPr>
                <p:nvPr/>
              </p:nvSpPr>
              <p:spPr bwMode="auto">
                <a:xfrm>
                  <a:off x="4251"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125" name="Line 805"/>
                <p:cNvSpPr>
                  <a:spLocks noChangeShapeType="1"/>
                </p:cNvSpPr>
                <p:nvPr/>
              </p:nvSpPr>
              <p:spPr bwMode="auto">
                <a:xfrm>
                  <a:off x="4307"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126" name="Line 806"/>
                <p:cNvSpPr>
                  <a:spLocks noChangeShapeType="1"/>
                </p:cNvSpPr>
                <p:nvPr/>
              </p:nvSpPr>
              <p:spPr bwMode="auto">
                <a:xfrm>
                  <a:off x="4363"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127" name="Line 807"/>
                <p:cNvSpPr>
                  <a:spLocks noChangeShapeType="1"/>
                </p:cNvSpPr>
                <p:nvPr/>
              </p:nvSpPr>
              <p:spPr bwMode="auto">
                <a:xfrm>
                  <a:off x="4419"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128" name="Line 808"/>
                <p:cNvSpPr>
                  <a:spLocks noChangeShapeType="1"/>
                </p:cNvSpPr>
                <p:nvPr/>
              </p:nvSpPr>
              <p:spPr bwMode="auto">
                <a:xfrm>
                  <a:off x="4475"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129" name="Line 809"/>
                <p:cNvSpPr>
                  <a:spLocks noChangeShapeType="1"/>
                </p:cNvSpPr>
                <p:nvPr/>
              </p:nvSpPr>
              <p:spPr bwMode="auto">
                <a:xfrm>
                  <a:off x="4530" y="3288"/>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5707" name="Group 810"/>
            <p:cNvGrpSpPr>
              <a:grpSpLocks/>
            </p:cNvGrpSpPr>
            <p:nvPr/>
          </p:nvGrpSpPr>
          <p:grpSpPr bwMode="auto">
            <a:xfrm>
              <a:off x="3325" y="3567"/>
              <a:ext cx="415" cy="56"/>
              <a:chOff x="3325" y="3567"/>
              <a:chExt cx="415" cy="56"/>
            </a:xfrm>
          </p:grpSpPr>
          <p:sp>
            <p:nvSpPr>
              <p:cNvPr id="106114" name="Freeform 811"/>
              <p:cNvSpPr>
                <a:spLocks/>
              </p:cNvSpPr>
              <p:nvPr/>
            </p:nvSpPr>
            <p:spPr bwMode="auto">
              <a:xfrm>
                <a:off x="3628" y="3567"/>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06115" name="Group 812"/>
              <p:cNvGrpSpPr>
                <a:grpSpLocks/>
              </p:cNvGrpSpPr>
              <p:nvPr/>
            </p:nvGrpSpPr>
            <p:grpSpPr bwMode="auto">
              <a:xfrm>
                <a:off x="3325" y="3599"/>
                <a:ext cx="295" cy="1"/>
                <a:chOff x="3325" y="3599"/>
                <a:chExt cx="295" cy="1"/>
              </a:xfrm>
            </p:grpSpPr>
            <p:sp>
              <p:nvSpPr>
                <p:cNvPr id="106116" name="Line 813"/>
                <p:cNvSpPr>
                  <a:spLocks noChangeShapeType="1"/>
                </p:cNvSpPr>
                <p:nvPr/>
              </p:nvSpPr>
              <p:spPr bwMode="auto">
                <a:xfrm>
                  <a:off x="3325" y="3599"/>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117" name="Line 814"/>
                <p:cNvSpPr>
                  <a:spLocks noChangeShapeType="1"/>
                </p:cNvSpPr>
                <p:nvPr/>
              </p:nvSpPr>
              <p:spPr bwMode="auto">
                <a:xfrm>
                  <a:off x="3381" y="3599"/>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118" name="Line 815"/>
                <p:cNvSpPr>
                  <a:spLocks noChangeShapeType="1"/>
                </p:cNvSpPr>
                <p:nvPr/>
              </p:nvSpPr>
              <p:spPr bwMode="auto">
                <a:xfrm>
                  <a:off x="3437" y="3599"/>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119" name="Line 816"/>
                <p:cNvSpPr>
                  <a:spLocks noChangeShapeType="1"/>
                </p:cNvSpPr>
                <p:nvPr/>
              </p:nvSpPr>
              <p:spPr bwMode="auto">
                <a:xfrm>
                  <a:off x="3493" y="3599"/>
                  <a:ext cx="23"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120" name="Line 817"/>
                <p:cNvSpPr>
                  <a:spLocks noChangeShapeType="1"/>
                </p:cNvSpPr>
                <p:nvPr/>
              </p:nvSpPr>
              <p:spPr bwMode="auto">
                <a:xfrm>
                  <a:off x="3548" y="3599"/>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121" name="Line 818"/>
                <p:cNvSpPr>
                  <a:spLocks noChangeShapeType="1"/>
                </p:cNvSpPr>
                <p:nvPr/>
              </p:nvSpPr>
              <p:spPr bwMode="auto">
                <a:xfrm>
                  <a:off x="3604" y="3599"/>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5708" name="Group 819"/>
            <p:cNvGrpSpPr>
              <a:grpSpLocks/>
            </p:cNvGrpSpPr>
            <p:nvPr/>
          </p:nvGrpSpPr>
          <p:grpSpPr bwMode="auto">
            <a:xfrm>
              <a:off x="3788" y="3567"/>
              <a:ext cx="415" cy="56"/>
              <a:chOff x="3788" y="3567"/>
              <a:chExt cx="415" cy="56"/>
            </a:xfrm>
          </p:grpSpPr>
          <p:sp>
            <p:nvSpPr>
              <p:cNvPr id="106106" name="Freeform 820"/>
              <p:cNvSpPr>
                <a:spLocks/>
              </p:cNvSpPr>
              <p:nvPr/>
            </p:nvSpPr>
            <p:spPr bwMode="auto">
              <a:xfrm>
                <a:off x="4091"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solidFill>
                <a:schemeClr val="bg2"/>
              </a:solidFill>
              <a:ln w="9525">
                <a:solidFill>
                  <a:schemeClr val="bg2"/>
                </a:solidFill>
                <a:round/>
                <a:headEnd/>
                <a:tailEnd/>
              </a:ln>
            </p:spPr>
            <p:txBody>
              <a:bodyPr/>
              <a:lstStyle/>
              <a:p>
                <a:endParaRPr lang="en-US"/>
              </a:p>
            </p:txBody>
          </p:sp>
          <p:grpSp>
            <p:nvGrpSpPr>
              <p:cNvPr id="106107" name="Group 821"/>
              <p:cNvGrpSpPr>
                <a:grpSpLocks/>
              </p:cNvGrpSpPr>
              <p:nvPr/>
            </p:nvGrpSpPr>
            <p:grpSpPr bwMode="auto">
              <a:xfrm>
                <a:off x="3788" y="3591"/>
                <a:ext cx="295" cy="1"/>
                <a:chOff x="3788" y="3591"/>
                <a:chExt cx="295" cy="1"/>
              </a:xfrm>
            </p:grpSpPr>
            <p:sp>
              <p:nvSpPr>
                <p:cNvPr id="106108" name="Line 822"/>
                <p:cNvSpPr>
                  <a:spLocks noChangeShapeType="1"/>
                </p:cNvSpPr>
                <p:nvPr/>
              </p:nvSpPr>
              <p:spPr bwMode="auto">
                <a:xfrm>
                  <a:off x="3788"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109" name="Line 823"/>
                <p:cNvSpPr>
                  <a:spLocks noChangeShapeType="1"/>
                </p:cNvSpPr>
                <p:nvPr/>
              </p:nvSpPr>
              <p:spPr bwMode="auto">
                <a:xfrm>
                  <a:off x="3844"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110" name="Line 824"/>
                <p:cNvSpPr>
                  <a:spLocks noChangeShapeType="1"/>
                </p:cNvSpPr>
                <p:nvPr/>
              </p:nvSpPr>
              <p:spPr bwMode="auto">
                <a:xfrm>
                  <a:off x="3900"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111" name="Line 825"/>
                <p:cNvSpPr>
                  <a:spLocks noChangeShapeType="1"/>
                </p:cNvSpPr>
                <p:nvPr/>
              </p:nvSpPr>
              <p:spPr bwMode="auto">
                <a:xfrm>
                  <a:off x="3956"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112" name="Line 826"/>
                <p:cNvSpPr>
                  <a:spLocks noChangeShapeType="1"/>
                </p:cNvSpPr>
                <p:nvPr/>
              </p:nvSpPr>
              <p:spPr bwMode="auto">
                <a:xfrm>
                  <a:off x="4011"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113" name="Line 827"/>
                <p:cNvSpPr>
                  <a:spLocks noChangeShapeType="1"/>
                </p:cNvSpPr>
                <p:nvPr/>
              </p:nvSpPr>
              <p:spPr bwMode="auto">
                <a:xfrm>
                  <a:off x="4067" y="3591"/>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5709" name="Group 828"/>
            <p:cNvGrpSpPr>
              <a:grpSpLocks/>
            </p:cNvGrpSpPr>
            <p:nvPr/>
          </p:nvGrpSpPr>
          <p:grpSpPr bwMode="auto">
            <a:xfrm>
              <a:off x="4243" y="3567"/>
              <a:ext cx="415" cy="56"/>
              <a:chOff x="4243" y="3567"/>
              <a:chExt cx="415" cy="56"/>
            </a:xfrm>
          </p:grpSpPr>
          <p:sp>
            <p:nvSpPr>
              <p:cNvPr id="106098" name="Freeform 829"/>
              <p:cNvSpPr>
                <a:spLocks/>
              </p:cNvSpPr>
              <p:nvPr/>
            </p:nvSpPr>
            <p:spPr bwMode="auto">
              <a:xfrm>
                <a:off x="4546" y="3567"/>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06099" name="Group 830"/>
              <p:cNvGrpSpPr>
                <a:grpSpLocks/>
              </p:cNvGrpSpPr>
              <p:nvPr/>
            </p:nvGrpSpPr>
            <p:grpSpPr bwMode="auto">
              <a:xfrm>
                <a:off x="4243" y="3599"/>
                <a:ext cx="295" cy="1"/>
                <a:chOff x="4243" y="3599"/>
                <a:chExt cx="295" cy="1"/>
              </a:xfrm>
            </p:grpSpPr>
            <p:sp>
              <p:nvSpPr>
                <p:cNvPr id="106100" name="Line 831"/>
                <p:cNvSpPr>
                  <a:spLocks noChangeShapeType="1"/>
                </p:cNvSpPr>
                <p:nvPr/>
              </p:nvSpPr>
              <p:spPr bwMode="auto">
                <a:xfrm>
                  <a:off x="4243" y="3599"/>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101" name="Line 832"/>
                <p:cNvSpPr>
                  <a:spLocks noChangeShapeType="1"/>
                </p:cNvSpPr>
                <p:nvPr/>
              </p:nvSpPr>
              <p:spPr bwMode="auto">
                <a:xfrm>
                  <a:off x="4299" y="3599"/>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102" name="Line 833"/>
                <p:cNvSpPr>
                  <a:spLocks noChangeShapeType="1"/>
                </p:cNvSpPr>
                <p:nvPr/>
              </p:nvSpPr>
              <p:spPr bwMode="auto">
                <a:xfrm>
                  <a:off x="4355" y="3599"/>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103" name="Line 834"/>
                <p:cNvSpPr>
                  <a:spLocks noChangeShapeType="1"/>
                </p:cNvSpPr>
                <p:nvPr/>
              </p:nvSpPr>
              <p:spPr bwMode="auto">
                <a:xfrm>
                  <a:off x="4411" y="3599"/>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104" name="Line 835"/>
                <p:cNvSpPr>
                  <a:spLocks noChangeShapeType="1"/>
                </p:cNvSpPr>
                <p:nvPr/>
              </p:nvSpPr>
              <p:spPr bwMode="auto">
                <a:xfrm>
                  <a:off x="4467" y="3599"/>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105" name="Line 836"/>
                <p:cNvSpPr>
                  <a:spLocks noChangeShapeType="1"/>
                </p:cNvSpPr>
                <p:nvPr/>
              </p:nvSpPr>
              <p:spPr bwMode="auto">
                <a:xfrm>
                  <a:off x="4522" y="3599"/>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5710" name="Group 837"/>
            <p:cNvGrpSpPr>
              <a:grpSpLocks/>
            </p:cNvGrpSpPr>
            <p:nvPr/>
          </p:nvGrpSpPr>
          <p:grpSpPr bwMode="auto">
            <a:xfrm>
              <a:off x="3788" y="2376"/>
              <a:ext cx="886" cy="290"/>
              <a:chOff x="3788" y="2376"/>
              <a:chExt cx="886" cy="290"/>
            </a:xfrm>
          </p:grpSpPr>
          <p:sp>
            <p:nvSpPr>
              <p:cNvPr id="106096" name="Freeform 838"/>
              <p:cNvSpPr>
                <a:spLocks/>
              </p:cNvSpPr>
              <p:nvPr/>
            </p:nvSpPr>
            <p:spPr bwMode="auto">
              <a:xfrm>
                <a:off x="4530" y="2594"/>
                <a:ext cx="144" cy="72"/>
              </a:xfrm>
              <a:custGeom>
                <a:avLst/>
                <a:gdLst>
                  <a:gd name="T0" fmla="*/ 144 w 144"/>
                  <a:gd name="T1" fmla="*/ 72 h 72"/>
                  <a:gd name="T2" fmla="*/ 0 w 144"/>
                  <a:gd name="T3" fmla="*/ 64 h 72"/>
                  <a:gd name="T4" fmla="*/ 16 w 144"/>
                  <a:gd name="T5" fmla="*/ 32 h 72"/>
                  <a:gd name="T6" fmla="*/ 24 w 144"/>
                  <a:gd name="T7" fmla="*/ 0 h 72"/>
                  <a:gd name="T8" fmla="*/ 144 w 144"/>
                  <a:gd name="T9" fmla="*/ 72 h 72"/>
                  <a:gd name="T10" fmla="*/ 0 60000 65536"/>
                  <a:gd name="T11" fmla="*/ 0 60000 65536"/>
                  <a:gd name="T12" fmla="*/ 0 60000 65536"/>
                  <a:gd name="T13" fmla="*/ 0 60000 65536"/>
                  <a:gd name="T14" fmla="*/ 0 60000 65536"/>
                  <a:gd name="T15" fmla="*/ 0 w 144"/>
                  <a:gd name="T16" fmla="*/ 0 h 72"/>
                  <a:gd name="T17" fmla="*/ 144 w 144"/>
                  <a:gd name="T18" fmla="*/ 72 h 72"/>
                </a:gdLst>
                <a:ahLst/>
                <a:cxnLst>
                  <a:cxn ang="T10">
                    <a:pos x="T0" y="T1"/>
                  </a:cxn>
                  <a:cxn ang="T11">
                    <a:pos x="T2" y="T3"/>
                  </a:cxn>
                  <a:cxn ang="T12">
                    <a:pos x="T4" y="T5"/>
                  </a:cxn>
                  <a:cxn ang="T13">
                    <a:pos x="T6" y="T7"/>
                  </a:cxn>
                  <a:cxn ang="T14">
                    <a:pos x="T8" y="T9"/>
                  </a:cxn>
                </a:cxnLst>
                <a:rect l="T15" t="T16" r="T17" b="T18"/>
                <a:pathLst>
                  <a:path w="144" h="72">
                    <a:moveTo>
                      <a:pt x="144" y="72"/>
                    </a:moveTo>
                    <a:lnTo>
                      <a:pt x="0" y="64"/>
                    </a:lnTo>
                    <a:lnTo>
                      <a:pt x="16" y="32"/>
                    </a:lnTo>
                    <a:lnTo>
                      <a:pt x="24" y="0"/>
                    </a:lnTo>
                    <a:lnTo>
                      <a:pt x="144" y="72"/>
                    </a:lnTo>
                    <a:close/>
                  </a:path>
                </a:pathLst>
              </a:custGeom>
              <a:solidFill>
                <a:schemeClr val="bg2"/>
              </a:solidFill>
              <a:ln w="9525">
                <a:solidFill>
                  <a:schemeClr val="bg2"/>
                </a:solidFill>
                <a:round/>
                <a:headEnd/>
                <a:tailEnd/>
              </a:ln>
            </p:spPr>
            <p:txBody>
              <a:bodyPr/>
              <a:lstStyle/>
              <a:p>
                <a:endParaRPr lang="en-US"/>
              </a:p>
            </p:txBody>
          </p:sp>
          <p:sp>
            <p:nvSpPr>
              <p:cNvPr id="106097" name="Line 839"/>
              <p:cNvSpPr>
                <a:spLocks noChangeShapeType="1"/>
              </p:cNvSpPr>
              <p:nvPr/>
            </p:nvSpPr>
            <p:spPr bwMode="auto">
              <a:xfrm>
                <a:off x="3788" y="2376"/>
                <a:ext cx="766" cy="252"/>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5711" name="Group 840"/>
            <p:cNvGrpSpPr>
              <a:grpSpLocks/>
            </p:cNvGrpSpPr>
            <p:nvPr/>
          </p:nvGrpSpPr>
          <p:grpSpPr bwMode="auto">
            <a:xfrm>
              <a:off x="3309" y="2084"/>
              <a:ext cx="1381" cy="1507"/>
              <a:chOff x="3309" y="2084"/>
              <a:chExt cx="1381" cy="1507"/>
            </a:xfrm>
          </p:grpSpPr>
          <p:sp>
            <p:nvSpPr>
              <p:cNvPr id="106094" name="Freeform 841"/>
              <p:cNvSpPr>
                <a:spLocks/>
              </p:cNvSpPr>
              <p:nvPr/>
            </p:nvSpPr>
            <p:spPr bwMode="auto">
              <a:xfrm>
                <a:off x="4570" y="2084"/>
                <a:ext cx="120" cy="119"/>
              </a:xfrm>
              <a:custGeom>
                <a:avLst/>
                <a:gdLst>
                  <a:gd name="T0" fmla="*/ 120 w 120"/>
                  <a:gd name="T1" fmla="*/ 0 h 119"/>
                  <a:gd name="T2" fmla="*/ 56 w 120"/>
                  <a:gd name="T3" fmla="*/ 119 h 119"/>
                  <a:gd name="T4" fmla="*/ 24 w 120"/>
                  <a:gd name="T5" fmla="*/ 96 h 119"/>
                  <a:gd name="T6" fmla="*/ 0 w 120"/>
                  <a:gd name="T7" fmla="*/ 72 h 119"/>
                  <a:gd name="T8" fmla="*/ 120 w 120"/>
                  <a:gd name="T9" fmla="*/ 0 h 119"/>
                  <a:gd name="T10" fmla="*/ 0 60000 65536"/>
                  <a:gd name="T11" fmla="*/ 0 60000 65536"/>
                  <a:gd name="T12" fmla="*/ 0 60000 65536"/>
                  <a:gd name="T13" fmla="*/ 0 60000 65536"/>
                  <a:gd name="T14" fmla="*/ 0 60000 65536"/>
                  <a:gd name="T15" fmla="*/ 0 w 120"/>
                  <a:gd name="T16" fmla="*/ 0 h 119"/>
                  <a:gd name="T17" fmla="*/ 120 w 120"/>
                  <a:gd name="T18" fmla="*/ 119 h 119"/>
                </a:gdLst>
                <a:ahLst/>
                <a:cxnLst>
                  <a:cxn ang="T10">
                    <a:pos x="T0" y="T1"/>
                  </a:cxn>
                  <a:cxn ang="T11">
                    <a:pos x="T2" y="T3"/>
                  </a:cxn>
                  <a:cxn ang="T12">
                    <a:pos x="T4" y="T5"/>
                  </a:cxn>
                  <a:cxn ang="T13">
                    <a:pos x="T6" y="T7"/>
                  </a:cxn>
                  <a:cxn ang="T14">
                    <a:pos x="T8" y="T9"/>
                  </a:cxn>
                </a:cxnLst>
                <a:rect l="T15" t="T16" r="T17" b="T18"/>
                <a:pathLst>
                  <a:path w="120" h="119">
                    <a:moveTo>
                      <a:pt x="120" y="0"/>
                    </a:moveTo>
                    <a:lnTo>
                      <a:pt x="56" y="119"/>
                    </a:lnTo>
                    <a:lnTo>
                      <a:pt x="24" y="96"/>
                    </a:lnTo>
                    <a:lnTo>
                      <a:pt x="0" y="72"/>
                    </a:lnTo>
                    <a:lnTo>
                      <a:pt x="120" y="0"/>
                    </a:lnTo>
                    <a:close/>
                  </a:path>
                </a:pathLst>
              </a:custGeom>
              <a:solidFill>
                <a:schemeClr val="bg2"/>
              </a:solidFill>
              <a:ln w="9525">
                <a:solidFill>
                  <a:schemeClr val="bg2"/>
                </a:solidFill>
                <a:round/>
                <a:headEnd/>
                <a:tailEnd/>
              </a:ln>
            </p:spPr>
            <p:txBody>
              <a:bodyPr/>
              <a:lstStyle/>
              <a:p>
                <a:endParaRPr lang="en-US"/>
              </a:p>
            </p:txBody>
          </p:sp>
          <p:sp>
            <p:nvSpPr>
              <p:cNvPr id="106095" name="Line 842"/>
              <p:cNvSpPr>
                <a:spLocks noChangeShapeType="1"/>
              </p:cNvSpPr>
              <p:nvPr/>
            </p:nvSpPr>
            <p:spPr bwMode="auto">
              <a:xfrm flipV="1">
                <a:off x="3309" y="2172"/>
                <a:ext cx="1291" cy="1419"/>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5712" name="Group 843"/>
            <p:cNvGrpSpPr>
              <a:grpSpLocks/>
            </p:cNvGrpSpPr>
            <p:nvPr/>
          </p:nvGrpSpPr>
          <p:grpSpPr bwMode="auto">
            <a:xfrm>
              <a:off x="3773" y="2076"/>
              <a:ext cx="909" cy="893"/>
              <a:chOff x="3773" y="2076"/>
              <a:chExt cx="909" cy="893"/>
            </a:xfrm>
          </p:grpSpPr>
          <p:sp>
            <p:nvSpPr>
              <p:cNvPr id="106092" name="Freeform 844"/>
              <p:cNvSpPr>
                <a:spLocks/>
              </p:cNvSpPr>
              <p:nvPr/>
            </p:nvSpPr>
            <p:spPr bwMode="auto">
              <a:xfrm>
                <a:off x="4562" y="2850"/>
                <a:ext cx="120" cy="119"/>
              </a:xfrm>
              <a:custGeom>
                <a:avLst/>
                <a:gdLst>
                  <a:gd name="T0" fmla="*/ 120 w 120"/>
                  <a:gd name="T1" fmla="*/ 119 h 119"/>
                  <a:gd name="T2" fmla="*/ 0 w 120"/>
                  <a:gd name="T3" fmla="*/ 47 h 119"/>
                  <a:gd name="T4" fmla="*/ 24 w 120"/>
                  <a:gd name="T5" fmla="*/ 23 h 119"/>
                  <a:gd name="T6" fmla="*/ 48 w 120"/>
                  <a:gd name="T7" fmla="*/ 0 h 119"/>
                  <a:gd name="T8" fmla="*/ 120 w 120"/>
                  <a:gd name="T9" fmla="*/ 119 h 119"/>
                  <a:gd name="T10" fmla="*/ 0 60000 65536"/>
                  <a:gd name="T11" fmla="*/ 0 60000 65536"/>
                  <a:gd name="T12" fmla="*/ 0 60000 65536"/>
                  <a:gd name="T13" fmla="*/ 0 60000 65536"/>
                  <a:gd name="T14" fmla="*/ 0 60000 65536"/>
                  <a:gd name="T15" fmla="*/ 0 w 120"/>
                  <a:gd name="T16" fmla="*/ 0 h 119"/>
                  <a:gd name="T17" fmla="*/ 120 w 120"/>
                  <a:gd name="T18" fmla="*/ 119 h 119"/>
                </a:gdLst>
                <a:ahLst/>
                <a:cxnLst>
                  <a:cxn ang="T10">
                    <a:pos x="T0" y="T1"/>
                  </a:cxn>
                  <a:cxn ang="T11">
                    <a:pos x="T2" y="T3"/>
                  </a:cxn>
                  <a:cxn ang="T12">
                    <a:pos x="T4" y="T5"/>
                  </a:cxn>
                  <a:cxn ang="T13">
                    <a:pos x="T6" y="T7"/>
                  </a:cxn>
                  <a:cxn ang="T14">
                    <a:pos x="T8" y="T9"/>
                  </a:cxn>
                </a:cxnLst>
                <a:rect l="T15" t="T16" r="T17" b="T18"/>
                <a:pathLst>
                  <a:path w="120" h="119">
                    <a:moveTo>
                      <a:pt x="120" y="119"/>
                    </a:moveTo>
                    <a:lnTo>
                      <a:pt x="0" y="47"/>
                    </a:lnTo>
                    <a:lnTo>
                      <a:pt x="24" y="23"/>
                    </a:lnTo>
                    <a:lnTo>
                      <a:pt x="48" y="0"/>
                    </a:lnTo>
                    <a:lnTo>
                      <a:pt x="120" y="119"/>
                    </a:lnTo>
                    <a:close/>
                  </a:path>
                </a:pathLst>
              </a:custGeom>
              <a:solidFill>
                <a:schemeClr val="bg2"/>
              </a:solidFill>
              <a:ln w="9525">
                <a:solidFill>
                  <a:schemeClr val="bg2"/>
                </a:solidFill>
                <a:round/>
                <a:headEnd/>
                <a:tailEnd/>
              </a:ln>
            </p:spPr>
            <p:txBody>
              <a:bodyPr/>
              <a:lstStyle/>
              <a:p>
                <a:endParaRPr lang="en-US"/>
              </a:p>
            </p:txBody>
          </p:sp>
          <p:sp>
            <p:nvSpPr>
              <p:cNvPr id="106093" name="Line 845"/>
              <p:cNvSpPr>
                <a:spLocks noChangeShapeType="1"/>
              </p:cNvSpPr>
              <p:nvPr/>
            </p:nvSpPr>
            <p:spPr bwMode="auto">
              <a:xfrm>
                <a:off x="3773" y="2076"/>
                <a:ext cx="821" cy="804"/>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5713" name="Group 846"/>
            <p:cNvGrpSpPr>
              <a:grpSpLocks/>
            </p:cNvGrpSpPr>
            <p:nvPr/>
          </p:nvGrpSpPr>
          <p:grpSpPr bwMode="auto">
            <a:xfrm>
              <a:off x="3317" y="2379"/>
              <a:ext cx="910" cy="893"/>
              <a:chOff x="3317" y="2379"/>
              <a:chExt cx="910" cy="893"/>
            </a:xfrm>
          </p:grpSpPr>
          <p:sp>
            <p:nvSpPr>
              <p:cNvPr id="106090" name="Freeform 847"/>
              <p:cNvSpPr>
                <a:spLocks/>
              </p:cNvSpPr>
              <p:nvPr/>
            </p:nvSpPr>
            <p:spPr bwMode="auto">
              <a:xfrm>
                <a:off x="4107" y="3153"/>
                <a:ext cx="120" cy="119"/>
              </a:xfrm>
              <a:custGeom>
                <a:avLst/>
                <a:gdLst>
                  <a:gd name="T0" fmla="*/ 120 w 120"/>
                  <a:gd name="T1" fmla="*/ 119 h 119"/>
                  <a:gd name="T2" fmla="*/ 0 w 120"/>
                  <a:gd name="T3" fmla="*/ 48 h 119"/>
                  <a:gd name="T4" fmla="*/ 24 w 120"/>
                  <a:gd name="T5" fmla="*/ 24 h 119"/>
                  <a:gd name="T6" fmla="*/ 48 w 120"/>
                  <a:gd name="T7" fmla="*/ 0 h 119"/>
                  <a:gd name="T8" fmla="*/ 120 w 120"/>
                  <a:gd name="T9" fmla="*/ 119 h 119"/>
                  <a:gd name="T10" fmla="*/ 0 60000 65536"/>
                  <a:gd name="T11" fmla="*/ 0 60000 65536"/>
                  <a:gd name="T12" fmla="*/ 0 60000 65536"/>
                  <a:gd name="T13" fmla="*/ 0 60000 65536"/>
                  <a:gd name="T14" fmla="*/ 0 60000 65536"/>
                  <a:gd name="T15" fmla="*/ 0 w 120"/>
                  <a:gd name="T16" fmla="*/ 0 h 119"/>
                  <a:gd name="T17" fmla="*/ 120 w 120"/>
                  <a:gd name="T18" fmla="*/ 119 h 119"/>
                </a:gdLst>
                <a:ahLst/>
                <a:cxnLst>
                  <a:cxn ang="T10">
                    <a:pos x="T0" y="T1"/>
                  </a:cxn>
                  <a:cxn ang="T11">
                    <a:pos x="T2" y="T3"/>
                  </a:cxn>
                  <a:cxn ang="T12">
                    <a:pos x="T4" y="T5"/>
                  </a:cxn>
                  <a:cxn ang="T13">
                    <a:pos x="T6" y="T7"/>
                  </a:cxn>
                  <a:cxn ang="T14">
                    <a:pos x="T8" y="T9"/>
                  </a:cxn>
                </a:cxnLst>
                <a:rect l="T15" t="T16" r="T17" b="T18"/>
                <a:pathLst>
                  <a:path w="120" h="119">
                    <a:moveTo>
                      <a:pt x="120" y="119"/>
                    </a:moveTo>
                    <a:lnTo>
                      <a:pt x="0" y="48"/>
                    </a:lnTo>
                    <a:lnTo>
                      <a:pt x="24" y="24"/>
                    </a:lnTo>
                    <a:lnTo>
                      <a:pt x="48" y="0"/>
                    </a:lnTo>
                    <a:lnTo>
                      <a:pt x="120" y="119"/>
                    </a:lnTo>
                    <a:close/>
                  </a:path>
                </a:pathLst>
              </a:custGeom>
              <a:solidFill>
                <a:schemeClr val="bg2"/>
              </a:solidFill>
              <a:ln w="9525">
                <a:solidFill>
                  <a:schemeClr val="bg2"/>
                </a:solidFill>
                <a:round/>
                <a:headEnd/>
                <a:tailEnd/>
              </a:ln>
            </p:spPr>
            <p:txBody>
              <a:bodyPr/>
              <a:lstStyle/>
              <a:p>
                <a:endParaRPr lang="en-US"/>
              </a:p>
            </p:txBody>
          </p:sp>
          <p:sp>
            <p:nvSpPr>
              <p:cNvPr id="106091" name="Line 848"/>
              <p:cNvSpPr>
                <a:spLocks noChangeShapeType="1"/>
              </p:cNvSpPr>
              <p:nvPr/>
            </p:nvSpPr>
            <p:spPr bwMode="auto">
              <a:xfrm>
                <a:off x="3317" y="2379"/>
                <a:ext cx="822" cy="804"/>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5714" name="Group 849"/>
            <p:cNvGrpSpPr>
              <a:grpSpLocks/>
            </p:cNvGrpSpPr>
            <p:nvPr/>
          </p:nvGrpSpPr>
          <p:grpSpPr bwMode="auto">
            <a:xfrm>
              <a:off x="2878" y="1725"/>
              <a:ext cx="415" cy="56"/>
              <a:chOff x="2878" y="1725"/>
              <a:chExt cx="415" cy="56"/>
            </a:xfrm>
          </p:grpSpPr>
          <p:sp>
            <p:nvSpPr>
              <p:cNvPr id="106082" name="Freeform 850"/>
              <p:cNvSpPr>
                <a:spLocks/>
              </p:cNvSpPr>
              <p:nvPr/>
            </p:nvSpPr>
            <p:spPr bwMode="auto">
              <a:xfrm>
                <a:off x="3181" y="1725"/>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06083" name="Group 851"/>
              <p:cNvGrpSpPr>
                <a:grpSpLocks/>
              </p:cNvGrpSpPr>
              <p:nvPr/>
            </p:nvGrpSpPr>
            <p:grpSpPr bwMode="auto">
              <a:xfrm>
                <a:off x="2878" y="1757"/>
                <a:ext cx="295" cy="1"/>
                <a:chOff x="2878" y="1757"/>
                <a:chExt cx="295" cy="1"/>
              </a:xfrm>
            </p:grpSpPr>
            <p:sp>
              <p:nvSpPr>
                <p:cNvPr id="106084" name="Line 852"/>
                <p:cNvSpPr>
                  <a:spLocks noChangeShapeType="1"/>
                </p:cNvSpPr>
                <p:nvPr/>
              </p:nvSpPr>
              <p:spPr bwMode="auto">
                <a:xfrm>
                  <a:off x="2878"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085" name="Line 853"/>
                <p:cNvSpPr>
                  <a:spLocks noChangeShapeType="1"/>
                </p:cNvSpPr>
                <p:nvPr/>
              </p:nvSpPr>
              <p:spPr bwMode="auto">
                <a:xfrm>
                  <a:off x="2934"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086" name="Line 854"/>
                <p:cNvSpPr>
                  <a:spLocks noChangeShapeType="1"/>
                </p:cNvSpPr>
                <p:nvPr/>
              </p:nvSpPr>
              <p:spPr bwMode="auto">
                <a:xfrm>
                  <a:off x="2990" y="1757"/>
                  <a:ext cx="23"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087" name="Line 855"/>
                <p:cNvSpPr>
                  <a:spLocks noChangeShapeType="1"/>
                </p:cNvSpPr>
                <p:nvPr/>
              </p:nvSpPr>
              <p:spPr bwMode="auto">
                <a:xfrm>
                  <a:off x="3045"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088" name="Line 856"/>
                <p:cNvSpPr>
                  <a:spLocks noChangeShapeType="1"/>
                </p:cNvSpPr>
                <p:nvPr/>
              </p:nvSpPr>
              <p:spPr bwMode="auto">
                <a:xfrm>
                  <a:off x="3101"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089" name="Line 857"/>
                <p:cNvSpPr>
                  <a:spLocks noChangeShapeType="1"/>
                </p:cNvSpPr>
                <p:nvPr/>
              </p:nvSpPr>
              <p:spPr bwMode="auto">
                <a:xfrm>
                  <a:off x="3157" y="1757"/>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5715" name="Group 858"/>
            <p:cNvGrpSpPr>
              <a:grpSpLocks/>
            </p:cNvGrpSpPr>
            <p:nvPr/>
          </p:nvGrpSpPr>
          <p:grpSpPr bwMode="auto">
            <a:xfrm>
              <a:off x="2878" y="2036"/>
              <a:ext cx="415" cy="56"/>
              <a:chOff x="2878" y="2036"/>
              <a:chExt cx="415" cy="56"/>
            </a:xfrm>
          </p:grpSpPr>
          <p:sp>
            <p:nvSpPr>
              <p:cNvPr id="106074" name="Freeform 859"/>
              <p:cNvSpPr>
                <a:spLocks/>
              </p:cNvSpPr>
              <p:nvPr/>
            </p:nvSpPr>
            <p:spPr bwMode="auto">
              <a:xfrm>
                <a:off x="3181" y="2036"/>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solidFill>
                <a:schemeClr val="bg2"/>
              </a:solidFill>
              <a:ln w="9525">
                <a:solidFill>
                  <a:schemeClr val="bg2"/>
                </a:solidFill>
                <a:round/>
                <a:headEnd/>
                <a:tailEnd/>
              </a:ln>
            </p:spPr>
            <p:txBody>
              <a:bodyPr/>
              <a:lstStyle/>
              <a:p>
                <a:endParaRPr lang="en-US"/>
              </a:p>
            </p:txBody>
          </p:sp>
          <p:grpSp>
            <p:nvGrpSpPr>
              <p:cNvPr id="106075" name="Group 860"/>
              <p:cNvGrpSpPr>
                <a:grpSpLocks/>
              </p:cNvGrpSpPr>
              <p:nvPr/>
            </p:nvGrpSpPr>
            <p:grpSpPr bwMode="auto">
              <a:xfrm>
                <a:off x="2878" y="2060"/>
                <a:ext cx="295" cy="1"/>
                <a:chOff x="2878" y="2060"/>
                <a:chExt cx="295" cy="1"/>
              </a:xfrm>
            </p:grpSpPr>
            <p:sp>
              <p:nvSpPr>
                <p:cNvPr id="106076" name="Line 861"/>
                <p:cNvSpPr>
                  <a:spLocks noChangeShapeType="1"/>
                </p:cNvSpPr>
                <p:nvPr/>
              </p:nvSpPr>
              <p:spPr bwMode="auto">
                <a:xfrm>
                  <a:off x="2878" y="2060"/>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077" name="Line 862"/>
                <p:cNvSpPr>
                  <a:spLocks noChangeShapeType="1"/>
                </p:cNvSpPr>
                <p:nvPr/>
              </p:nvSpPr>
              <p:spPr bwMode="auto">
                <a:xfrm>
                  <a:off x="2934" y="2060"/>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078" name="Line 863"/>
                <p:cNvSpPr>
                  <a:spLocks noChangeShapeType="1"/>
                </p:cNvSpPr>
                <p:nvPr/>
              </p:nvSpPr>
              <p:spPr bwMode="auto">
                <a:xfrm>
                  <a:off x="2990" y="2060"/>
                  <a:ext cx="23"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079" name="Line 864"/>
                <p:cNvSpPr>
                  <a:spLocks noChangeShapeType="1"/>
                </p:cNvSpPr>
                <p:nvPr/>
              </p:nvSpPr>
              <p:spPr bwMode="auto">
                <a:xfrm>
                  <a:off x="3045" y="2060"/>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080" name="Line 865"/>
                <p:cNvSpPr>
                  <a:spLocks noChangeShapeType="1"/>
                </p:cNvSpPr>
                <p:nvPr/>
              </p:nvSpPr>
              <p:spPr bwMode="auto">
                <a:xfrm>
                  <a:off x="3101" y="2060"/>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081" name="Line 866"/>
                <p:cNvSpPr>
                  <a:spLocks noChangeShapeType="1"/>
                </p:cNvSpPr>
                <p:nvPr/>
              </p:nvSpPr>
              <p:spPr bwMode="auto">
                <a:xfrm>
                  <a:off x="3157" y="2060"/>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5716" name="Group 867"/>
            <p:cNvGrpSpPr>
              <a:grpSpLocks/>
            </p:cNvGrpSpPr>
            <p:nvPr/>
          </p:nvGrpSpPr>
          <p:grpSpPr bwMode="auto">
            <a:xfrm>
              <a:off x="2886" y="2339"/>
              <a:ext cx="415" cy="56"/>
              <a:chOff x="2886" y="2339"/>
              <a:chExt cx="415" cy="56"/>
            </a:xfrm>
          </p:grpSpPr>
          <p:sp>
            <p:nvSpPr>
              <p:cNvPr id="106066" name="Freeform 868"/>
              <p:cNvSpPr>
                <a:spLocks/>
              </p:cNvSpPr>
              <p:nvPr/>
            </p:nvSpPr>
            <p:spPr bwMode="auto">
              <a:xfrm>
                <a:off x="3189" y="2339"/>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06067" name="Group 869"/>
              <p:cNvGrpSpPr>
                <a:grpSpLocks/>
              </p:cNvGrpSpPr>
              <p:nvPr/>
            </p:nvGrpSpPr>
            <p:grpSpPr bwMode="auto">
              <a:xfrm>
                <a:off x="2886" y="2371"/>
                <a:ext cx="295" cy="1"/>
                <a:chOff x="2886" y="2371"/>
                <a:chExt cx="295" cy="1"/>
              </a:xfrm>
            </p:grpSpPr>
            <p:sp>
              <p:nvSpPr>
                <p:cNvPr id="106068" name="Line 870"/>
                <p:cNvSpPr>
                  <a:spLocks noChangeShapeType="1"/>
                </p:cNvSpPr>
                <p:nvPr/>
              </p:nvSpPr>
              <p:spPr bwMode="auto">
                <a:xfrm>
                  <a:off x="2886"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069" name="Line 871"/>
                <p:cNvSpPr>
                  <a:spLocks noChangeShapeType="1"/>
                </p:cNvSpPr>
                <p:nvPr/>
              </p:nvSpPr>
              <p:spPr bwMode="auto">
                <a:xfrm>
                  <a:off x="2942"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070" name="Line 872"/>
                <p:cNvSpPr>
                  <a:spLocks noChangeShapeType="1"/>
                </p:cNvSpPr>
                <p:nvPr/>
              </p:nvSpPr>
              <p:spPr bwMode="auto">
                <a:xfrm>
                  <a:off x="2998" y="2371"/>
                  <a:ext cx="23"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071" name="Line 873"/>
                <p:cNvSpPr>
                  <a:spLocks noChangeShapeType="1"/>
                </p:cNvSpPr>
                <p:nvPr/>
              </p:nvSpPr>
              <p:spPr bwMode="auto">
                <a:xfrm>
                  <a:off x="3053"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072" name="Line 874"/>
                <p:cNvSpPr>
                  <a:spLocks noChangeShapeType="1"/>
                </p:cNvSpPr>
                <p:nvPr/>
              </p:nvSpPr>
              <p:spPr bwMode="auto">
                <a:xfrm>
                  <a:off x="3109"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073" name="Line 875"/>
                <p:cNvSpPr>
                  <a:spLocks noChangeShapeType="1"/>
                </p:cNvSpPr>
                <p:nvPr/>
              </p:nvSpPr>
              <p:spPr bwMode="auto">
                <a:xfrm>
                  <a:off x="3165" y="2371"/>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5717" name="Group 876"/>
            <p:cNvGrpSpPr>
              <a:grpSpLocks/>
            </p:cNvGrpSpPr>
            <p:nvPr/>
          </p:nvGrpSpPr>
          <p:grpSpPr bwMode="auto">
            <a:xfrm>
              <a:off x="2878" y="2642"/>
              <a:ext cx="415" cy="56"/>
              <a:chOff x="2878" y="2642"/>
              <a:chExt cx="415" cy="56"/>
            </a:xfrm>
          </p:grpSpPr>
          <p:sp>
            <p:nvSpPr>
              <p:cNvPr id="106058" name="Freeform 877"/>
              <p:cNvSpPr>
                <a:spLocks/>
              </p:cNvSpPr>
              <p:nvPr/>
            </p:nvSpPr>
            <p:spPr bwMode="auto">
              <a:xfrm>
                <a:off x="3181" y="2642"/>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06059" name="Group 878"/>
              <p:cNvGrpSpPr>
                <a:grpSpLocks/>
              </p:cNvGrpSpPr>
              <p:nvPr/>
            </p:nvGrpSpPr>
            <p:grpSpPr bwMode="auto">
              <a:xfrm>
                <a:off x="2878" y="2674"/>
                <a:ext cx="295" cy="1"/>
                <a:chOff x="2878" y="2674"/>
                <a:chExt cx="295" cy="1"/>
              </a:xfrm>
            </p:grpSpPr>
            <p:sp>
              <p:nvSpPr>
                <p:cNvPr id="106060" name="Line 879"/>
                <p:cNvSpPr>
                  <a:spLocks noChangeShapeType="1"/>
                </p:cNvSpPr>
                <p:nvPr/>
              </p:nvSpPr>
              <p:spPr bwMode="auto">
                <a:xfrm>
                  <a:off x="2878"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061" name="Line 880"/>
                <p:cNvSpPr>
                  <a:spLocks noChangeShapeType="1"/>
                </p:cNvSpPr>
                <p:nvPr/>
              </p:nvSpPr>
              <p:spPr bwMode="auto">
                <a:xfrm>
                  <a:off x="2934"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062" name="Line 881"/>
                <p:cNvSpPr>
                  <a:spLocks noChangeShapeType="1"/>
                </p:cNvSpPr>
                <p:nvPr/>
              </p:nvSpPr>
              <p:spPr bwMode="auto">
                <a:xfrm>
                  <a:off x="2990" y="2674"/>
                  <a:ext cx="23"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063" name="Line 882"/>
                <p:cNvSpPr>
                  <a:spLocks noChangeShapeType="1"/>
                </p:cNvSpPr>
                <p:nvPr/>
              </p:nvSpPr>
              <p:spPr bwMode="auto">
                <a:xfrm>
                  <a:off x="3045"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064" name="Line 883"/>
                <p:cNvSpPr>
                  <a:spLocks noChangeShapeType="1"/>
                </p:cNvSpPr>
                <p:nvPr/>
              </p:nvSpPr>
              <p:spPr bwMode="auto">
                <a:xfrm>
                  <a:off x="3101"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065" name="Line 884"/>
                <p:cNvSpPr>
                  <a:spLocks noChangeShapeType="1"/>
                </p:cNvSpPr>
                <p:nvPr/>
              </p:nvSpPr>
              <p:spPr bwMode="auto">
                <a:xfrm>
                  <a:off x="3157" y="2674"/>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5718" name="Group 885"/>
            <p:cNvGrpSpPr>
              <a:grpSpLocks/>
            </p:cNvGrpSpPr>
            <p:nvPr/>
          </p:nvGrpSpPr>
          <p:grpSpPr bwMode="auto">
            <a:xfrm>
              <a:off x="2878" y="2953"/>
              <a:ext cx="415" cy="56"/>
              <a:chOff x="2878" y="2953"/>
              <a:chExt cx="415" cy="56"/>
            </a:xfrm>
          </p:grpSpPr>
          <p:sp>
            <p:nvSpPr>
              <p:cNvPr id="106050" name="Freeform 886"/>
              <p:cNvSpPr>
                <a:spLocks/>
              </p:cNvSpPr>
              <p:nvPr/>
            </p:nvSpPr>
            <p:spPr bwMode="auto">
              <a:xfrm>
                <a:off x="3181"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06051" name="Group 887"/>
              <p:cNvGrpSpPr>
                <a:grpSpLocks/>
              </p:cNvGrpSpPr>
              <p:nvPr/>
            </p:nvGrpSpPr>
            <p:grpSpPr bwMode="auto">
              <a:xfrm>
                <a:off x="2878" y="2985"/>
                <a:ext cx="295" cy="1"/>
                <a:chOff x="2878" y="2985"/>
                <a:chExt cx="295" cy="1"/>
              </a:xfrm>
            </p:grpSpPr>
            <p:sp>
              <p:nvSpPr>
                <p:cNvPr id="106052" name="Line 888"/>
                <p:cNvSpPr>
                  <a:spLocks noChangeShapeType="1"/>
                </p:cNvSpPr>
                <p:nvPr/>
              </p:nvSpPr>
              <p:spPr bwMode="auto">
                <a:xfrm>
                  <a:off x="2878"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053" name="Line 889"/>
                <p:cNvSpPr>
                  <a:spLocks noChangeShapeType="1"/>
                </p:cNvSpPr>
                <p:nvPr/>
              </p:nvSpPr>
              <p:spPr bwMode="auto">
                <a:xfrm>
                  <a:off x="2934"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054" name="Line 890"/>
                <p:cNvSpPr>
                  <a:spLocks noChangeShapeType="1"/>
                </p:cNvSpPr>
                <p:nvPr/>
              </p:nvSpPr>
              <p:spPr bwMode="auto">
                <a:xfrm>
                  <a:off x="2990" y="2985"/>
                  <a:ext cx="23"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055" name="Line 891"/>
                <p:cNvSpPr>
                  <a:spLocks noChangeShapeType="1"/>
                </p:cNvSpPr>
                <p:nvPr/>
              </p:nvSpPr>
              <p:spPr bwMode="auto">
                <a:xfrm>
                  <a:off x="3045"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056" name="Line 892"/>
                <p:cNvSpPr>
                  <a:spLocks noChangeShapeType="1"/>
                </p:cNvSpPr>
                <p:nvPr/>
              </p:nvSpPr>
              <p:spPr bwMode="auto">
                <a:xfrm>
                  <a:off x="3101"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057" name="Line 893"/>
                <p:cNvSpPr>
                  <a:spLocks noChangeShapeType="1"/>
                </p:cNvSpPr>
                <p:nvPr/>
              </p:nvSpPr>
              <p:spPr bwMode="auto">
                <a:xfrm>
                  <a:off x="3157" y="2985"/>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5719" name="Group 894"/>
            <p:cNvGrpSpPr>
              <a:grpSpLocks/>
            </p:cNvGrpSpPr>
            <p:nvPr/>
          </p:nvGrpSpPr>
          <p:grpSpPr bwMode="auto">
            <a:xfrm>
              <a:off x="2870" y="3256"/>
              <a:ext cx="415" cy="56"/>
              <a:chOff x="2870" y="3256"/>
              <a:chExt cx="415" cy="56"/>
            </a:xfrm>
          </p:grpSpPr>
          <p:sp>
            <p:nvSpPr>
              <p:cNvPr id="106042" name="Freeform 895"/>
              <p:cNvSpPr>
                <a:spLocks/>
              </p:cNvSpPr>
              <p:nvPr/>
            </p:nvSpPr>
            <p:spPr bwMode="auto">
              <a:xfrm>
                <a:off x="3173" y="3256"/>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solidFill>
                <a:schemeClr val="bg2"/>
              </a:solidFill>
              <a:ln w="9525">
                <a:solidFill>
                  <a:schemeClr val="bg2"/>
                </a:solidFill>
                <a:round/>
                <a:headEnd/>
                <a:tailEnd/>
              </a:ln>
            </p:spPr>
            <p:txBody>
              <a:bodyPr/>
              <a:lstStyle/>
              <a:p>
                <a:endParaRPr lang="en-US"/>
              </a:p>
            </p:txBody>
          </p:sp>
          <p:grpSp>
            <p:nvGrpSpPr>
              <p:cNvPr id="106043" name="Group 896"/>
              <p:cNvGrpSpPr>
                <a:grpSpLocks/>
              </p:cNvGrpSpPr>
              <p:nvPr/>
            </p:nvGrpSpPr>
            <p:grpSpPr bwMode="auto">
              <a:xfrm>
                <a:off x="2870" y="3280"/>
                <a:ext cx="295" cy="1"/>
                <a:chOff x="2870" y="3280"/>
                <a:chExt cx="295" cy="1"/>
              </a:xfrm>
            </p:grpSpPr>
            <p:sp>
              <p:nvSpPr>
                <p:cNvPr id="106044" name="Line 897"/>
                <p:cNvSpPr>
                  <a:spLocks noChangeShapeType="1"/>
                </p:cNvSpPr>
                <p:nvPr/>
              </p:nvSpPr>
              <p:spPr bwMode="auto">
                <a:xfrm>
                  <a:off x="2870" y="3280"/>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045" name="Line 898"/>
                <p:cNvSpPr>
                  <a:spLocks noChangeShapeType="1"/>
                </p:cNvSpPr>
                <p:nvPr/>
              </p:nvSpPr>
              <p:spPr bwMode="auto">
                <a:xfrm>
                  <a:off x="2926" y="3280"/>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046" name="Line 899"/>
                <p:cNvSpPr>
                  <a:spLocks noChangeShapeType="1"/>
                </p:cNvSpPr>
                <p:nvPr/>
              </p:nvSpPr>
              <p:spPr bwMode="auto">
                <a:xfrm>
                  <a:off x="2982" y="3280"/>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047" name="Line 900"/>
                <p:cNvSpPr>
                  <a:spLocks noChangeShapeType="1"/>
                </p:cNvSpPr>
                <p:nvPr/>
              </p:nvSpPr>
              <p:spPr bwMode="auto">
                <a:xfrm>
                  <a:off x="3037" y="3280"/>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048" name="Line 901"/>
                <p:cNvSpPr>
                  <a:spLocks noChangeShapeType="1"/>
                </p:cNvSpPr>
                <p:nvPr/>
              </p:nvSpPr>
              <p:spPr bwMode="auto">
                <a:xfrm>
                  <a:off x="3093" y="3280"/>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049" name="Line 902"/>
                <p:cNvSpPr>
                  <a:spLocks noChangeShapeType="1"/>
                </p:cNvSpPr>
                <p:nvPr/>
              </p:nvSpPr>
              <p:spPr bwMode="auto">
                <a:xfrm>
                  <a:off x="3149" y="3280"/>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5720" name="Group 903"/>
            <p:cNvGrpSpPr>
              <a:grpSpLocks/>
            </p:cNvGrpSpPr>
            <p:nvPr/>
          </p:nvGrpSpPr>
          <p:grpSpPr bwMode="auto">
            <a:xfrm>
              <a:off x="2870" y="3567"/>
              <a:ext cx="415" cy="56"/>
              <a:chOff x="2870" y="3567"/>
              <a:chExt cx="415" cy="56"/>
            </a:xfrm>
          </p:grpSpPr>
          <p:sp>
            <p:nvSpPr>
              <p:cNvPr id="106034" name="Freeform 904"/>
              <p:cNvSpPr>
                <a:spLocks/>
              </p:cNvSpPr>
              <p:nvPr/>
            </p:nvSpPr>
            <p:spPr bwMode="auto">
              <a:xfrm>
                <a:off x="3173"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solidFill>
                <a:schemeClr val="bg2"/>
              </a:solidFill>
              <a:ln w="9525">
                <a:solidFill>
                  <a:schemeClr val="bg2"/>
                </a:solidFill>
                <a:round/>
                <a:headEnd/>
                <a:tailEnd/>
              </a:ln>
            </p:spPr>
            <p:txBody>
              <a:bodyPr/>
              <a:lstStyle/>
              <a:p>
                <a:endParaRPr lang="en-US"/>
              </a:p>
            </p:txBody>
          </p:sp>
          <p:grpSp>
            <p:nvGrpSpPr>
              <p:cNvPr id="106035" name="Group 905"/>
              <p:cNvGrpSpPr>
                <a:grpSpLocks/>
              </p:cNvGrpSpPr>
              <p:nvPr/>
            </p:nvGrpSpPr>
            <p:grpSpPr bwMode="auto">
              <a:xfrm>
                <a:off x="2870" y="3591"/>
                <a:ext cx="295" cy="1"/>
                <a:chOff x="2870" y="3591"/>
                <a:chExt cx="295" cy="1"/>
              </a:xfrm>
            </p:grpSpPr>
            <p:sp>
              <p:nvSpPr>
                <p:cNvPr id="106036" name="Line 906"/>
                <p:cNvSpPr>
                  <a:spLocks noChangeShapeType="1"/>
                </p:cNvSpPr>
                <p:nvPr/>
              </p:nvSpPr>
              <p:spPr bwMode="auto">
                <a:xfrm>
                  <a:off x="2870"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037" name="Line 907"/>
                <p:cNvSpPr>
                  <a:spLocks noChangeShapeType="1"/>
                </p:cNvSpPr>
                <p:nvPr/>
              </p:nvSpPr>
              <p:spPr bwMode="auto">
                <a:xfrm>
                  <a:off x="2926"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038" name="Line 908"/>
                <p:cNvSpPr>
                  <a:spLocks noChangeShapeType="1"/>
                </p:cNvSpPr>
                <p:nvPr/>
              </p:nvSpPr>
              <p:spPr bwMode="auto">
                <a:xfrm>
                  <a:off x="2982"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039" name="Line 909"/>
                <p:cNvSpPr>
                  <a:spLocks noChangeShapeType="1"/>
                </p:cNvSpPr>
                <p:nvPr/>
              </p:nvSpPr>
              <p:spPr bwMode="auto">
                <a:xfrm>
                  <a:off x="3037"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040" name="Line 910"/>
                <p:cNvSpPr>
                  <a:spLocks noChangeShapeType="1"/>
                </p:cNvSpPr>
                <p:nvPr/>
              </p:nvSpPr>
              <p:spPr bwMode="auto">
                <a:xfrm>
                  <a:off x="3093"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041" name="Line 911"/>
                <p:cNvSpPr>
                  <a:spLocks noChangeShapeType="1"/>
                </p:cNvSpPr>
                <p:nvPr/>
              </p:nvSpPr>
              <p:spPr bwMode="auto">
                <a:xfrm>
                  <a:off x="3149" y="3591"/>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5721" name="Group 912"/>
            <p:cNvGrpSpPr>
              <a:grpSpLocks/>
            </p:cNvGrpSpPr>
            <p:nvPr/>
          </p:nvGrpSpPr>
          <p:grpSpPr bwMode="auto">
            <a:xfrm>
              <a:off x="2399" y="1765"/>
              <a:ext cx="1357" cy="1196"/>
              <a:chOff x="2399" y="1765"/>
              <a:chExt cx="1357" cy="1196"/>
            </a:xfrm>
          </p:grpSpPr>
          <p:sp>
            <p:nvSpPr>
              <p:cNvPr id="106032" name="Freeform 913"/>
              <p:cNvSpPr>
                <a:spLocks/>
              </p:cNvSpPr>
              <p:nvPr/>
            </p:nvSpPr>
            <p:spPr bwMode="auto">
              <a:xfrm>
                <a:off x="3636" y="2850"/>
                <a:ext cx="120" cy="111"/>
              </a:xfrm>
              <a:custGeom>
                <a:avLst/>
                <a:gdLst>
                  <a:gd name="T0" fmla="*/ 120 w 120"/>
                  <a:gd name="T1" fmla="*/ 111 h 111"/>
                  <a:gd name="T2" fmla="*/ 0 w 120"/>
                  <a:gd name="T3" fmla="*/ 47 h 111"/>
                  <a:gd name="T4" fmla="*/ 16 w 120"/>
                  <a:gd name="T5" fmla="*/ 23 h 111"/>
                  <a:gd name="T6" fmla="*/ 40 w 120"/>
                  <a:gd name="T7" fmla="*/ 0 h 111"/>
                  <a:gd name="T8" fmla="*/ 120 w 120"/>
                  <a:gd name="T9" fmla="*/ 111 h 111"/>
                  <a:gd name="T10" fmla="*/ 0 60000 65536"/>
                  <a:gd name="T11" fmla="*/ 0 60000 65536"/>
                  <a:gd name="T12" fmla="*/ 0 60000 65536"/>
                  <a:gd name="T13" fmla="*/ 0 60000 65536"/>
                  <a:gd name="T14" fmla="*/ 0 60000 65536"/>
                  <a:gd name="T15" fmla="*/ 0 w 120"/>
                  <a:gd name="T16" fmla="*/ 0 h 111"/>
                  <a:gd name="T17" fmla="*/ 120 w 120"/>
                  <a:gd name="T18" fmla="*/ 111 h 111"/>
                </a:gdLst>
                <a:ahLst/>
                <a:cxnLst>
                  <a:cxn ang="T10">
                    <a:pos x="T0" y="T1"/>
                  </a:cxn>
                  <a:cxn ang="T11">
                    <a:pos x="T2" y="T3"/>
                  </a:cxn>
                  <a:cxn ang="T12">
                    <a:pos x="T4" y="T5"/>
                  </a:cxn>
                  <a:cxn ang="T13">
                    <a:pos x="T6" y="T7"/>
                  </a:cxn>
                  <a:cxn ang="T14">
                    <a:pos x="T8" y="T9"/>
                  </a:cxn>
                </a:cxnLst>
                <a:rect l="T15" t="T16" r="T17" b="T18"/>
                <a:pathLst>
                  <a:path w="120" h="111">
                    <a:moveTo>
                      <a:pt x="120" y="111"/>
                    </a:moveTo>
                    <a:lnTo>
                      <a:pt x="0" y="47"/>
                    </a:lnTo>
                    <a:lnTo>
                      <a:pt x="16" y="23"/>
                    </a:lnTo>
                    <a:lnTo>
                      <a:pt x="40" y="0"/>
                    </a:lnTo>
                    <a:lnTo>
                      <a:pt x="120" y="111"/>
                    </a:lnTo>
                    <a:close/>
                  </a:path>
                </a:pathLst>
              </a:custGeom>
              <a:solidFill>
                <a:schemeClr val="bg2"/>
              </a:solidFill>
              <a:ln w="9525">
                <a:solidFill>
                  <a:schemeClr val="bg2"/>
                </a:solidFill>
                <a:round/>
                <a:headEnd/>
                <a:tailEnd/>
              </a:ln>
            </p:spPr>
            <p:txBody>
              <a:bodyPr/>
              <a:lstStyle/>
              <a:p>
                <a:endParaRPr lang="en-US"/>
              </a:p>
            </p:txBody>
          </p:sp>
          <p:sp>
            <p:nvSpPr>
              <p:cNvPr id="106033" name="Line 914"/>
              <p:cNvSpPr>
                <a:spLocks noChangeShapeType="1"/>
              </p:cNvSpPr>
              <p:nvPr/>
            </p:nvSpPr>
            <p:spPr bwMode="auto">
              <a:xfrm>
                <a:off x="2399" y="1765"/>
                <a:ext cx="1261" cy="1114"/>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5722" name="Group 915"/>
            <p:cNvGrpSpPr>
              <a:grpSpLocks/>
            </p:cNvGrpSpPr>
            <p:nvPr/>
          </p:nvGrpSpPr>
          <p:grpSpPr bwMode="auto">
            <a:xfrm>
              <a:off x="2862" y="1765"/>
              <a:ext cx="1349" cy="1204"/>
              <a:chOff x="2862" y="1765"/>
              <a:chExt cx="1349" cy="1204"/>
            </a:xfrm>
          </p:grpSpPr>
          <p:sp>
            <p:nvSpPr>
              <p:cNvPr id="106030" name="Freeform 916"/>
              <p:cNvSpPr>
                <a:spLocks/>
              </p:cNvSpPr>
              <p:nvPr/>
            </p:nvSpPr>
            <p:spPr bwMode="auto">
              <a:xfrm>
                <a:off x="4091" y="2850"/>
                <a:ext cx="120" cy="119"/>
              </a:xfrm>
              <a:custGeom>
                <a:avLst/>
                <a:gdLst>
                  <a:gd name="T0" fmla="*/ 120 w 120"/>
                  <a:gd name="T1" fmla="*/ 119 h 119"/>
                  <a:gd name="T2" fmla="*/ 0 w 120"/>
                  <a:gd name="T3" fmla="*/ 55 h 119"/>
                  <a:gd name="T4" fmla="*/ 24 w 120"/>
                  <a:gd name="T5" fmla="*/ 23 h 119"/>
                  <a:gd name="T6" fmla="*/ 48 w 120"/>
                  <a:gd name="T7" fmla="*/ 0 h 119"/>
                  <a:gd name="T8" fmla="*/ 120 w 120"/>
                  <a:gd name="T9" fmla="*/ 119 h 119"/>
                  <a:gd name="T10" fmla="*/ 0 60000 65536"/>
                  <a:gd name="T11" fmla="*/ 0 60000 65536"/>
                  <a:gd name="T12" fmla="*/ 0 60000 65536"/>
                  <a:gd name="T13" fmla="*/ 0 60000 65536"/>
                  <a:gd name="T14" fmla="*/ 0 60000 65536"/>
                  <a:gd name="T15" fmla="*/ 0 w 120"/>
                  <a:gd name="T16" fmla="*/ 0 h 119"/>
                  <a:gd name="T17" fmla="*/ 120 w 120"/>
                  <a:gd name="T18" fmla="*/ 119 h 119"/>
                </a:gdLst>
                <a:ahLst/>
                <a:cxnLst>
                  <a:cxn ang="T10">
                    <a:pos x="T0" y="T1"/>
                  </a:cxn>
                  <a:cxn ang="T11">
                    <a:pos x="T2" y="T3"/>
                  </a:cxn>
                  <a:cxn ang="T12">
                    <a:pos x="T4" y="T5"/>
                  </a:cxn>
                  <a:cxn ang="T13">
                    <a:pos x="T6" y="T7"/>
                  </a:cxn>
                  <a:cxn ang="T14">
                    <a:pos x="T8" y="T9"/>
                  </a:cxn>
                </a:cxnLst>
                <a:rect l="T15" t="T16" r="T17" b="T18"/>
                <a:pathLst>
                  <a:path w="120" h="119">
                    <a:moveTo>
                      <a:pt x="120" y="119"/>
                    </a:moveTo>
                    <a:lnTo>
                      <a:pt x="0" y="55"/>
                    </a:lnTo>
                    <a:lnTo>
                      <a:pt x="24" y="23"/>
                    </a:lnTo>
                    <a:lnTo>
                      <a:pt x="48" y="0"/>
                    </a:lnTo>
                    <a:lnTo>
                      <a:pt x="120" y="119"/>
                    </a:lnTo>
                    <a:close/>
                  </a:path>
                </a:pathLst>
              </a:custGeom>
              <a:solidFill>
                <a:schemeClr val="bg2"/>
              </a:solidFill>
              <a:ln w="9525">
                <a:solidFill>
                  <a:schemeClr val="bg2"/>
                </a:solidFill>
                <a:round/>
                <a:headEnd/>
                <a:tailEnd/>
              </a:ln>
            </p:spPr>
            <p:txBody>
              <a:bodyPr/>
              <a:lstStyle/>
              <a:p>
                <a:endParaRPr lang="en-US"/>
              </a:p>
            </p:txBody>
          </p:sp>
          <p:sp>
            <p:nvSpPr>
              <p:cNvPr id="106031" name="Line 917"/>
              <p:cNvSpPr>
                <a:spLocks noChangeShapeType="1"/>
              </p:cNvSpPr>
              <p:nvPr/>
            </p:nvSpPr>
            <p:spPr bwMode="auto">
              <a:xfrm>
                <a:off x="2862" y="1765"/>
                <a:ext cx="1261" cy="1114"/>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5723" name="Group 918"/>
            <p:cNvGrpSpPr>
              <a:grpSpLocks/>
            </p:cNvGrpSpPr>
            <p:nvPr/>
          </p:nvGrpSpPr>
          <p:grpSpPr bwMode="auto">
            <a:xfrm>
              <a:off x="2870" y="2990"/>
              <a:ext cx="886" cy="290"/>
              <a:chOff x="2870" y="2990"/>
              <a:chExt cx="886" cy="290"/>
            </a:xfrm>
          </p:grpSpPr>
          <p:sp>
            <p:nvSpPr>
              <p:cNvPr id="106028" name="Freeform 919"/>
              <p:cNvSpPr>
                <a:spLocks/>
              </p:cNvSpPr>
              <p:nvPr/>
            </p:nvSpPr>
            <p:spPr bwMode="auto">
              <a:xfrm>
                <a:off x="3612" y="3208"/>
                <a:ext cx="144" cy="72"/>
              </a:xfrm>
              <a:custGeom>
                <a:avLst/>
                <a:gdLst>
                  <a:gd name="T0" fmla="*/ 144 w 144"/>
                  <a:gd name="T1" fmla="*/ 72 h 72"/>
                  <a:gd name="T2" fmla="*/ 0 w 144"/>
                  <a:gd name="T3" fmla="*/ 64 h 72"/>
                  <a:gd name="T4" fmla="*/ 16 w 144"/>
                  <a:gd name="T5" fmla="*/ 32 h 72"/>
                  <a:gd name="T6" fmla="*/ 24 w 144"/>
                  <a:gd name="T7" fmla="*/ 0 h 72"/>
                  <a:gd name="T8" fmla="*/ 144 w 144"/>
                  <a:gd name="T9" fmla="*/ 72 h 72"/>
                  <a:gd name="T10" fmla="*/ 0 60000 65536"/>
                  <a:gd name="T11" fmla="*/ 0 60000 65536"/>
                  <a:gd name="T12" fmla="*/ 0 60000 65536"/>
                  <a:gd name="T13" fmla="*/ 0 60000 65536"/>
                  <a:gd name="T14" fmla="*/ 0 60000 65536"/>
                  <a:gd name="T15" fmla="*/ 0 w 144"/>
                  <a:gd name="T16" fmla="*/ 0 h 72"/>
                  <a:gd name="T17" fmla="*/ 144 w 144"/>
                  <a:gd name="T18" fmla="*/ 72 h 72"/>
                </a:gdLst>
                <a:ahLst/>
                <a:cxnLst>
                  <a:cxn ang="T10">
                    <a:pos x="T0" y="T1"/>
                  </a:cxn>
                  <a:cxn ang="T11">
                    <a:pos x="T2" y="T3"/>
                  </a:cxn>
                  <a:cxn ang="T12">
                    <a:pos x="T4" y="T5"/>
                  </a:cxn>
                  <a:cxn ang="T13">
                    <a:pos x="T6" y="T7"/>
                  </a:cxn>
                  <a:cxn ang="T14">
                    <a:pos x="T8" y="T9"/>
                  </a:cxn>
                </a:cxnLst>
                <a:rect l="T15" t="T16" r="T17" b="T18"/>
                <a:pathLst>
                  <a:path w="144" h="72">
                    <a:moveTo>
                      <a:pt x="144" y="72"/>
                    </a:moveTo>
                    <a:lnTo>
                      <a:pt x="0" y="64"/>
                    </a:lnTo>
                    <a:lnTo>
                      <a:pt x="16" y="32"/>
                    </a:lnTo>
                    <a:lnTo>
                      <a:pt x="24" y="0"/>
                    </a:lnTo>
                    <a:lnTo>
                      <a:pt x="144" y="72"/>
                    </a:lnTo>
                    <a:close/>
                  </a:path>
                </a:pathLst>
              </a:custGeom>
              <a:solidFill>
                <a:schemeClr val="bg2"/>
              </a:solidFill>
              <a:ln w="9525">
                <a:solidFill>
                  <a:schemeClr val="bg2"/>
                </a:solidFill>
                <a:round/>
                <a:headEnd/>
                <a:tailEnd/>
              </a:ln>
            </p:spPr>
            <p:txBody>
              <a:bodyPr/>
              <a:lstStyle/>
              <a:p>
                <a:endParaRPr lang="en-US"/>
              </a:p>
            </p:txBody>
          </p:sp>
          <p:sp>
            <p:nvSpPr>
              <p:cNvPr id="106029" name="Line 920"/>
              <p:cNvSpPr>
                <a:spLocks noChangeShapeType="1"/>
              </p:cNvSpPr>
              <p:nvPr/>
            </p:nvSpPr>
            <p:spPr bwMode="auto">
              <a:xfrm>
                <a:off x="2870" y="2990"/>
                <a:ext cx="766" cy="252"/>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5724" name="Group 921"/>
            <p:cNvGrpSpPr>
              <a:grpSpLocks/>
            </p:cNvGrpSpPr>
            <p:nvPr/>
          </p:nvGrpSpPr>
          <p:grpSpPr bwMode="auto">
            <a:xfrm>
              <a:off x="2393" y="2993"/>
              <a:ext cx="437" cy="598"/>
              <a:chOff x="2393" y="2993"/>
              <a:chExt cx="437" cy="598"/>
            </a:xfrm>
          </p:grpSpPr>
          <p:sp>
            <p:nvSpPr>
              <p:cNvPr id="106026" name="Freeform 922"/>
              <p:cNvSpPr>
                <a:spLocks/>
              </p:cNvSpPr>
              <p:nvPr/>
            </p:nvSpPr>
            <p:spPr bwMode="auto">
              <a:xfrm>
                <a:off x="2726" y="2993"/>
                <a:ext cx="104" cy="128"/>
              </a:xfrm>
              <a:custGeom>
                <a:avLst/>
                <a:gdLst>
                  <a:gd name="T0" fmla="*/ 104 w 104"/>
                  <a:gd name="T1" fmla="*/ 0 h 128"/>
                  <a:gd name="T2" fmla="*/ 56 w 104"/>
                  <a:gd name="T3" fmla="*/ 128 h 128"/>
                  <a:gd name="T4" fmla="*/ 24 w 104"/>
                  <a:gd name="T5" fmla="*/ 112 h 128"/>
                  <a:gd name="T6" fmla="*/ 0 w 104"/>
                  <a:gd name="T7" fmla="*/ 88 h 128"/>
                  <a:gd name="T8" fmla="*/ 104 w 104"/>
                  <a:gd name="T9" fmla="*/ 0 h 128"/>
                  <a:gd name="T10" fmla="*/ 0 60000 65536"/>
                  <a:gd name="T11" fmla="*/ 0 60000 65536"/>
                  <a:gd name="T12" fmla="*/ 0 60000 65536"/>
                  <a:gd name="T13" fmla="*/ 0 60000 65536"/>
                  <a:gd name="T14" fmla="*/ 0 60000 65536"/>
                  <a:gd name="T15" fmla="*/ 0 w 104"/>
                  <a:gd name="T16" fmla="*/ 0 h 128"/>
                  <a:gd name="T17" fmla="*/ 104 w 104"/>
                  <a:gd name="T18" fmla="*/ 128 h 128"/>
                </a:gdLst>
                <a:ahLst/>
                <a:cxnLst>
                  <a:cxn ang="T10">
                    <a:pos x="T0" y="T1"/>
                  </a:cxn>
                  <a:cxn ang="T11">
                    <a:pos x="T2" y="T3"/>
                  </a:cxn>
                  <a:cxn ang="T12">
                    <a:pos x="T4" y="T5"/>
                  </a:cxn>
                  <a:cxn ang="T13">
                    <a:pos x="T6" y="T7"/>
                  </a:cxn>
                  <a:cxn ang="T14">
                    <a:pos x="T8" y="T9"/>
                  </a:cxn>
                </a:cxnLst>
                <a:rect l="T15" t="T16" r="T17" b="T18"/>
                <a:pathLst>
                  <a:path w="104" h="128">
                    <a:moveTo>
                      <a:pt x="104" y="0"/>
                    </a:moveTo>
                    <a:lnTo>
                      <a:pt x="56" y="128"/>
                    </a:lnTo>
                    <a:lnTo>
                      <a:pt x="24" y="112"/>
                    </a:lnTo>
                    <a:lnTo>
                      <a:pt x="0" y="88"/>
                    </a:lnTo>
                    <a:lnTo>
                      <a:pt x="104" y="0"/>
                    </a:lnTo>
                    <a:close/>
                  </a:path>
                </a:pathLst>
              </a:custGeom>
              <a:solidFill>
                <a:schemeClr val="bg2"/>
              </a:solidFill>
              <a:ln w="9525">
                <a:solidFill>
                  <a:schemeClr val="bg2"/>
                </a:solidFill>
                <a:round/>
                <a:headEnd/>
                <a:tailEnd/>
              </a:ln>
            </p:spPr>
            <p:txBody>
              <a:bodyPr/>
              <a:lstStyle/>
              <a:p>
                <a:endParaRPr lang="en-US"/>
              </a:p>
            </p:txBody>
          </p:sp>
          <p:sp>
            <p:nvSpPr>
              <p:cNvPr id="106027" name="Line 923"/>
              <p:cNvSpPr>
                <a:spLocks noChangeShapeType="1"/>
              </p:cNvSpPr>
              <p:nvPr/>
            </p:nvSpPr>
            <p:spPr bwMode="auto">
              <a:xfrm flipV="1">
                <a:off x="2393" y="3097"/>
                <a:ext cx="362" cy="494"/>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5725" name="Group 924"/>
            <p:cNvGrpSpPr>
              <a:grpSpLocks/>
            </p:cNvGrpSpPr>
            <p:nvPr/>
          </p:nvGrpSpPr>
          <p:grpSpPr bwMode="auto">
            <a:xfrm>
              <a:off x="2854" y="2690"/>
              <a:ext cx="902" cy="596"/>
              <a:chOff x="2854" y="2690"/>
              <a:chExt cx="902" cy="596"/>
            </a:xfrm>
          </p:grpSpPr>
          <p:sp>
            <p:nvSpPr>
              <p:cNvPr id="106024" name="Freeform 925"/>
              <p:cNvSpPr>
                <a:spLocks/>
              </p:cNvSpPr>
              <p:nvPr/>
            </p:nvSpPr>
            <p:spPr bwMode="auto">
              <a:xfrm>
                <a:off x="3620" y="2690"/>
                <a:ext cx="136" cy="104"/>
              </a:xfrm>
              <a:custGeom>
                <a:avLst/>
                <a:gdLst>
                  <a:gd name="T0" fmla="*/ 136 w 136"/>
                  <a:gd name="T1" fmla="*/ 0 h 104"/>
                  <a:gd name="T2" fmla="*/ 40 w 136"/>
                  <a:gd name="T3" fmla="*/ 104 h 104"/>
                  <a:gd name="T4" fmla="*/ 24 w 136"/>
                  <a:gd name="T5" fmla="*/ 80 h 104"/>
                  <a:gd name="T6" fmla="*/ 0 w 136"/>
                  <a:gd name="T7" fmla="*/ 48 h 104"/>
                  <a:gd name="T8" fmla="*/ 136 w 136"/>
                  <a:gd name="T9" fmla="*/ 0 h 104"/>
                  <a:gd name="T10" fmla="*/ 0 60000 65536"/>
                  <a:gd name="T11" fmla="*/ 0 60000 65536"/>
                  <a:gd name="T12" fmla="*/ 0 60000 65536"/>
                  <a:gd name="T13" fmla="*/ 0 60000 65536"/>
                  <a:gd name="T14" fmla="*/ 0 60000 65536"/>
                  <a:gd name="T15" fmla="*/ 0 w 136"/>
                  <a:gd name="T16" fmla="*/ 0 h 104"/>
                  <a:gd name="T17" fmla="*/ 136 w 136"/>
                  <a:gd name="T18" fmla="*/ 104 h 104"/>
                </a:gdLst>
                <a:ahLst/>
                <a:cxnLst>
                  <a:cxn ang="T10">
                    <a:pos x="T0" y="T1"/>
                  </a:cxn>
                  <a:cxn ang="T11">
                    <a:pos x="T2" y="T3"/>
                  </a:cxn>
                  <a:cxn ang="T12">
                    <a:pos x="T4" y="T5"/>
                  </a:cxn>
                  <a:cxn ang="T13">
                    <a:pos x="T6" y="T7"/>
                  </a:cxn>
                  <a:cxn ang="T14">
                    <a:pos x="T8" y="T9"/>
                  </a:cxn>
                </a:cxnLst>
                <a:rect l="T15" t="T16" r="T17" b="T18"/>
                <a:pathLst>
                  <a:path w="136" h="104">
                    <a:moveTo>
                      <a:pt x="136" y="0"/>
                    </a:moveTo>
                    <a:lnTo>
                      <a:pt x="40" y="104"/>
                    </a:lnTo>
                    <a:lnTo>
                      <a:pt x="24" y="80"/>
                    </a:lnTo>
                    <a:lnTo>
                      <a:pt x="0" y="48"/>
                    </a:lnTo>
                    <a:lnTo>
                      <a:pt x="136" y="0"/>
                    </a:lnTo>
                    <a:close/>
                  </a:path>
                </a:pathLst>
              </a:custGeom>
              <a:solidFill>
                <a:schemeClr val="bg2"/>
              </a:solidFill>
              <a:ln w="9525">
                <a:solidFill>
                  <a:schemeClr val="bg2"/>
                </a:solidFill>
                <a:round/>
                <a:headEnd/>
                <a:tailEnd/>
              </a:ln>
            </p:spPr>
            <p:txBody>
              <a:bodyPr/>
              <a:lstStyle/>
              <a:p>
                <a:endParaRPr lang="en-US"/>
              </a:p>
            </p:txBody>
          </p:sp>
          <p:sp>
            <p:nvSpPr>
              <p:cNvPr id="106025" name="Line 926"/>
              <p:cNvSpPr>
                <a:spLocks noChangeShapeType="1"/>
              </p:cNvSpPr>
              <p:nvPr/>
            </p:nvSpPr>
            <p:spPr bwMode="auto">
              <a:xfrm flipV="1">
                <a:off x="2854" y="2766"/>
                <a:ext cx="798" cy="520"/>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5726" name="Group 927"/>
            <p:cNvGrpSpPr>
              <a:grpSpLocks/>
            </p:cNvGrpSpPr>
            <p:nvPr/>
          </p:nvGrpSpPr>
          <p:grpSpPr bwMode="auto">
            <a:xfrm>
              <a:off x="2862" y="1781"/>
              <a:ext cx="1349" cy="1188"/>
              <a:chOff x="2862" y="1781"/>
              <a:chExt cx="1349" cy="1188"/>
            </a:xfrm>
          </p:grpSpPr>
          <p:sp>
            <p:nvSpPr>
              <p:cNvPr id="106022" name="Freeform 928"/>
              <p:cNvSpPr>
                <a:spLocks/>
              </p:cNvSpPr>
              <p:nvPr/>
            </p:nvSpPr>
            <p:spPr bwMode="auto">
              <a:xfrm>
                <a:off x="4091" y="1781"/>
                <a:ext cx="120" cy="111"/>
              </a:xfrm>
              <a:custGeom>
                <a:avLst/>
                <a:gdLst>
                  <a:gd name="T0" fmla="*/ 120 w 120"/>
                  <a:gd name="T1" fmla="*/ 0 h 111"/>
                  <a:gd name="T2" fmla="*/ 40 w 120"/>
                  <a:gd name="T3" fmla="*/ 111 h 111"/>
                  <a:gd name="T4" fmla="*/ 16 w 120"/>
                  <a:gd name="T5" fmla="*/ 87 h 111"/>
                  <a:gd name="T6" fmla="*/ 0 w 120"/>
                  <a:gd name="T7" fmla="*/ 64 h 111"/>
                  <a:gd name="T8" fmla="*/ 120 w 120"/>
                  <a:gd name="T9" fmla="*/ 0 h 111"/>
                  <a:gd name="T10" fmla="*/ 0 60000 65536"/>
                  <a:gd name="T11" fmla="*/ 0 60000 65536"/>
                  <a:gd name="T12" fmla="*/ 0 60000 65536"/>
                  <a:gd name="T13" fmla="*/ 0 60000 65536"/>
                  <a:gd name="T14" fmla="*/ 0 60000 65536"/>
                  <a:gd name="T15" fmla="*/ 0 w 120"/>
                  <a:gd name="T16" fmla="*/ 0 h 111"/>
                  <a:gd name="T17" fmla="*/ 120 w 120"/>
                  <a:gd name="T18" fmla="*/ 111 h 111"/>
                </a:gdLst>
                <a:ahLst/>
                <a:cxnLst>
                  <a:cxn ang="T10">
                    <a:pos x="T0" y="T1"/>
                  </a:cxn>
                  <a:cxn ang="T11">
                    <a:pos x="T2" y="T3"/>
                  </a:cxn>
                  <a:cxn ang="T12">
                    <a:pos x="T4" y="T5"/>
                  </a:cxn>
                  <a:cxn ang="T13">
                    <a:pos x="T6" y="T7"/>
                  </a:cxn>
                  <a:cxn ang="T14">
                    <a:pos x="T8" y="T9"/>
                  </a:cxn>
                </a:cxnLst>
                <a:rect l="T15" t="T16" r="T17" b="T18"/>
                <a:pathLst>
                  <a:path w="120" h="111">
                    <a:moveTo>
                      <a:pt x="120" y="0"/>
                    </a:moveTo>
                    <a:lnTo>
                      <a:pt x="40" y="111"/>
                    </a:lnTo>
                    <a:lnTo>
                      <a:pt x="16" y="87"/>
                    </a:lnTo>
                    <a:lnTo>
                      <a:pt x="0" y="64"/>
                    </a:lnTo>
                    <a:lnTo>
                      <a:pt x="120" y="0"/>
                    </a:lnTo>
                    <a:close/>
                  </a:path>
                </a:pathLst>
              </a:custGeom>
              <a:solidFill>
                <a:schemeClr val="bg2"/>
              </a:solidFill>
              <a:ln w="9525">
                <a:solidFill>
                  <a:schemeClr val="bg2"/>
                </a:solidFill>
                <a:round/>
                <a:headEnd/>
                <a:tailEnd/>
              </a:ln>
            </p:spPr>
            <p:txBody>
              <a:bodyPr/>
              <a:lstStyle/>
              <a:p>
                <a:endParaRPr lang="en-US"/>
              </a:p>
            </p:txBody>
          </p:sp>
          <p:sp>
            <p:nvSpPr>
              <p:cNvPr id="106023" name="Line 929"/>
              <p:cNvSpPr>
                <a:spLocks noChangeShapeType="1"/>
              </p:cNvSpPr>
              <p:nvPr/>
            </p:nvSpPr>
            <p:spPr bwMode="auto">
              <a:xfrm flipV="1">
                <a:off x="2862" y="1863"/>
                <a:ext cx="1253" cy="1106"/>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5727" name="Group 930"/>
            <p:cNvGrpSpPr>
              <a:grpSpLocks/>
            </p:cNvGrpSpPr>
            <p:nvPr/>
          </p:nvGrpSpPr>
          <p:grpSpPr bwMode="auto">
            <a:xfrm>
              <a:off x="1944" y="2687"/>
              <a:ext cx="886" cy="282"/>
              <a:chOff x="1944" y="2687"/>
              <a:chExt cx="886" cy="282"/>
            </a:xfrm>
          </p:grpSpPr>
          <p:sp>
            <p:nvSpPr>
              <p:cNvPr id="106020" name="Freeform 931"/>
              <p:cNvSpPr>
                <a:spLocks/>
              </p:cNvSpPr>
              <p:nvPr/>
            </p:nvSpPr>
            <p:spPr bwMode="auto">
              <a:xfrm>
                <a:off x="2694" y="2897"/>
                <a:ext cx="136" cy="72"/>
              </a:xfrm>
              <a:custGeom>
                <a:avLst/>
                <a:gdLst>
                  <a:gd name="T0" fmla="*/ 136 w 136"/>
                  <a:gd name="T1" fmla="*/ 72 h 72"/>
                  <a:gd name="T2" fmla="*/ 0 w 136"/>
                  <a:gd name="T3" fmla="*/ 64 h 72"/>
                  <a:gd name="T4" fmla="*/ 8 w 136"/>
                  <a:gd name="T5" fmla="*/ 32 h 72"/>
                  <a:gd name="T6" fmla="*/ 24 w 136"/>
                  <a:gd name="T7" fmla="*/ 0 h 72"/>
                  <a:gd name="T8" fmla="*/ 136 w 136"/>
                  <a:gd name="T9" fmla="*/ 72 h 72"/>
                  <a:gd name="T10" fmla="*/ 0 60000 65536"/>
                  <a:gd name="T11" fmla="*/ 0 60000 65536"/>
                  <a:gd name="T12" fmla="*/ 0 60000 65536"/>
                  <a:gd name="T13" fmla="*/ 0 60000 65536"/>
                  <a:gd name="T14" fmla="*/ 0 60000 65536"/>
                  <a:gd name="T15" fmla="*/ 0 w 136"/>
                  <a:gd name="T16" fmla="*/ 0 h 72"/>
                  <a:gd name="T17" fmla="*/ 136 w 136"/>
                  <a:gd name="T18" fmla="*/ 72 h 72"/>
                </a:gdLst>
                <a:ahLst/>
                <a:cxnLst>
                  <a:cxn ang="T10">
                    <a:pos x="T0" y="T1"/>
                  </a:cxn>
                  <a:cxn ang="T11">
                    <a:pos x="T2" y="T3"/>
                  </a:cxn>
                  <a:cxn ang="T12">
                    <a:pos x="T4" y="T5"/>
                  </a:cxn>
                  <a:cxn ang="T13">
                    <a:pos x="T6" y="T7"/>
                  </a:cxn>
                  <a:cxn ang="T14">
                    <a:pos x="T8" y="T9"/>
                  </a:cxn>
                </a:cxnLst>
                <a:rect l="T15" t="T16" r="T17" b="T18"/>
                <a:pathLst>
                  <a:path w="136" h="72">
                    <a:moveTo>
                      <a:pt x="136" y="72"/>
                    </a:moveTo>
                    <a:lnTo>
                      <a:pt x="0" y="64"/>
                    </a:lnTo>
                    <a:lnTo>
                      <a:pt x="8" y="32"/>
                    </a:lnTo>
                    <a:lnTo>
                      <a:pt x="24" y="0"/>
                    </a:lnTo>
                    <a:lnTo>
                      <a:pt x="136" y="72"/>
                    </a:lnTo>
                    <a:close/>
                  </a:path>
                </a:pathLst>
              </a:custGeom>
              <a:solidFill>
                <a:schemeClr val="bg2"/>
              </a:solidFill>
              <a:ln w="9525">
                <a:solidFill>
                  <a:schemeClr val="bg2"/>
                </a:solidFill>
                <a:round/>
                <a:headEnd/>
                <a:tailEnd/>
              </a:ln>
            </p:spPr>
            <p:txBody>
              <a:bodyPr/>
              <a:lstStyle/>
              <a:p>
                <a:endParaRPr lang="en-US"/>
              </a:p>
            </p:txBody>
          </p:sp>
          <p:sp>
            <p:nvSpPr>
              <p:cNvPr id="106021" name="Line 932"/>
              <p:cNvSpPr>
                <a:spLocks noChangeShapeType="1"/>
              </p:cNvSpPr>
              <p:nvPr/>
            </p:nvSpPr>
            <p:spPr bwMode="auto">
              <a:xfrm>
                <a:off x="1944" y="2687"/>
                <a:ext cx="766" cy="244"/>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5728" name="Group 933"/>
            <p:cNvGrpSpPr>
              <a:grpSpLocks/>
            </p:cNvGrpSpPr>
            <p:nvPr/>
          </p:nvGrpSpPr>
          <p:grpSpPr bwMode="auto">
            <a:xfrm>
              <a:off x="1944" y="2395"/>
              <a:ext cx="1357" cy="1196"/>
              <a:chOff x="1944" y="2395"/>
              <a:chExt cx="1357" cy="1196"/>
            </a:xfrm>
          </p:grpSpPr>
          <p:sp>
            <p:nvSpPr>
              <p:cNvPr id="106018" name="Freeform 934"/>
              <p:cNvSpPr>
                <a:spLocks/>
              </p:cNvSpPr>
              <p:nvPr/>
            </p:nvSpPr>
            <p:spPr bwMode="auto">
              <a:xfrm>
                <a:off x="3173" y="2395"/>
                <a:ext cx="128" cy="112"/>
              </a:xfrm>
              <a:custGeom>
                <a:avLst/>
                <a:gdLst>
                  <a:gd name="T0" fmla="*/ 128 w 128"/>
                  <a:gd name="T1" fmla="*/ 0 h 112"/>
                  <a:gd name="T2" fmla="*/ 48 w 128"/>
                  <a:gd name="T3" fmla="*/ 112 h 112"/>
                  <a:gd name="T4" fmla="*/ 24 w 128"/>
                  <a:gd name="T5" fmla="*/ 88 h 112"/>
                  <a:gd name="T6" fmla="*/ 0 w 128"/>
                  <a:gd name="T7" fmla="*/ 64 h 112"/>
                  <a:gd name="T8" fmla="*/ 128 w 128"/>
                  <a:gd name="T9" fmla="*/ 0 h 112"/>
                  <a:gd name="T10" fmla="*/ 0 60000 65536"/>
                  <a:gd name="T11" fmla="*/ 0 60000 65536"/>
                  <a:gd name="T12" fmla="*/ 0 60000 65536"/>
                  <a:gd name="T13" fmla="*/ 0 60000 65536"/>
                  <a:gd name="T14" fmla="*/ 0 60000 65536"/>
                  <a:gd name="T15" fmla="*/ 0 w 128"/>
                  <a:gd name="T16" fmla="*/ 0 h 112"/>
                  <a:gd name="T17" fmla="*/ 128 w 128"/>
                  <a:gd name="T18" fmla="*/ 112 h 112"/>
                </a:gdLst>
                <a:ahLst/>
                <a:cxnLst>
                  <a:cxn ang="T10">
                    <a:pos x="T0" y="T1"/>
                  </a:cxn>
                  <a:cxn ang="T11">
                    <a:pos x="T2" y="T3"/>
                  </a:cxn>
                  <a:cxn ang="T12">
                    <a:pos x="T4" y="T5"/>
                  </a:cxn>
                  <a:cxn ang="T13">
                    <a:pos x="T6" y="T7"/>
                  </a:cxn>
                  <a:cxn ang="T14">
                    <a:pos x="T8" y="T9"/>
                  </a:cxn>
                </a:cxnLst>
                <a:rect l="T15" t="T16" r="T17" b="T18"/>
                <a:pathLst>
                  <a:path w="128" h="112">
                    <a:moveTo>
                      <a:pt x="128" y="0"/>
                    </a:moveTo>
                    <a:lnTo>
                      <a:pt x="48" y="112"/>
                    </a:lnTo>
                    <a:lnTo>
                      <a:pt x="24" y="88"/>
                    </a:lnTo>
                    <a:lnTo>
                      <a:pt x="0" y="64"/>
                    </a:lnTo>
                    <a:lnTo>
                      <a:pt x="128" y="0"/>
                    </a:lnTo>
                    <a:close/>
                  </a:path>
                </a:pathLst>
              </a:custGeom>
              <a:solidFill>
                <a:schemeClr val="bg2"/>
              </a:solidFill>
              <a:ln w="9525">
                <a:solidFill>
                  <a:schemeClr val="bg2"/>
                </a:solidFill>
                <a:round/>
                <a:headEnd/>
                <a:tailEnd/>
              </a:ln>
            </p:spPr>
            <p:txBody>
              <a:bodyPr/>
              <a:lstStyle/>
              <a:p>
                <a:endParaRPr lang="en-US"/>
              </a:p>
            </p:txBody>
          </p:sp>
          <p:sp>
            <p:nvSpPr>
              <p:cNvPr id="106019" name="Line 935"/>
              <p:cNvSpPr>
                <a:spLocks noChangeShapeType="1"/>
              </p:cNvSpPr>
              <p:nvPr/>
            </p:nvSpPr>
            <p:spPr bwMode="auto">
              <a:xfrm flipV="1">
                <a:off x="1944" y="2477"/>
                <a:ext cx="1261" cy="1114"/>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5729" name="Group 936"/>
            <p:cNvGrpSpPr>
              <a:grpSpLocks/>
            </p:cNvGrpSpPr>
            <p:nvPr/>
          </p:nvGrpSpPr>
          <p:grpSpPr bwMode="auto">
            <a:xfrm>
              <a:off x="3317" y="3293"/>
              <a:ext cx="886" cy="282"/>
              <a:chOff x="3317" y="3293"/>
              <a:chExt cx="886" cy="282"/>
            </a:xfrm>
          </p:grpSpPr>
          <p:sp>
            <p:nvSpPr>
              <p:cNvPr id="106016" name="Freeform 937"/>
              <p:cNvSpPr>
                <a:spLocks/>
              </p:cNvSpPr>
              <p:nvPr/>
            </p:nvSpPr>
            <p:spPr bwMode="auto">
              <a:xfrm>
                <a:off x="4067" y="3504"/>
                <a:ext cx="136" cy="71"/>
              </a:xfrm>
              <a:custGeom>
                <a:avLst/>
                <a:gdLst>
                  <a:gd name="T0" fmla="*/ 136 w 136"/>
                  <a:gd name="T1" fmla="*/ 71 h 71"/>
                  <a:gd name="T2" fmla="*/ 0 w 136"/>
                  <a:gd name="T3" fmla="*/ 63 h 71"/>
                  <a:gd name="T4" fmla="*/ 8 w 136"/>
                  <a:gd name="T5" fmla="*/ 32 h 71"/>
                  <a:gd name="T6" fmla="*/ 16 w 136"/>
                  <a:gd name="T7" fmla="*/ 0 h 71"/>
                  <a:gd name="T8" fmla="*/ 136 w 136"/>
                  <a:gd name="T9" fmla="*/ 71 h 71"/>
                  <a:gd name="T10" fmla="*/ 0 60000 65536"/>
                  <a:gd name="T11" fmla="*/ 0 60000 65536"/>
                  <a:gd name="T12" fmla="*/ 0 60000 65536"/>
                  <a:gd name="T13" fmla="*/ 0 60000 65536"/>
                  <a:gd name="T14" fmla="*/ 0 60000 65536"/>
                  <a:gd name="T15" fmla="*/ 0 w 136"/>
                  <a:gd name="T16" fmla="*/ 0 h 71"/>
                  <a:gd name="T17" fmla="*/ 136 w 136"/>
                  <a:gd name="T18" fmla="*/ 71 h 71"/>
                </a:gdLst>
                <a:ahLst/>
                <a:cxnLst>
                  <a:cxn ang="T10">
                    <a:pos x="T0" y="T1"/>
                  </a:cxn>
                  <a:cxn ang="T11">
                    <a:pos x="T2" y="T3"/>
                  </a:cxn>
                  <a:cxn ang="T12">
                    <a:pos x="T4" y="T5"/>
                  </a:cxn>
                  <a:cxn ang="T13">
                    <a:pos x="T6" y="T7"/>
                  </a:cxn>
                  <a:cxn ang="T14">
                    <a:pos x="T8" y="T9"/>
                  </a:cxn>
                </a:cxnLst>
                <a:rect l="T15" t="T16" r="T17" b="T18"/>
                <a:pathLst>
                  <a:path w="136" h="71">
                    <a:moveTo>
                      <a:pt x="136" y="71"/>
                    </a:moveTo>
                    <a:lnTo>
                      <a:pt x="0" y="63"/>
                    </a:lnTo>
                    <a:lnTo>
                      <a:pt x="8" y="32"/>
                    </a:lnTo>
                    <a:lnTo>
                      <a:pt x="16" y="0"/>
                    </a:lnTo>
                    <a:lnTo>
                      <a:pt x="136" y="71"/>
                    </a:lnTo>
                    <a:close/>
                  </a:path>
                </a:pathLst>
              </a:custGeom>
              <a:solidFill>
                <a:schemeClr val="bg2"/>
              </a:solidFill>
              <a:ln w="9525">
                <a:solidFill>
                  <a:schemeClr val="bg2"/>
                </a:solidFill>
                <a:round/>
                <a:headEnd/>
                <a:tailEnd/>
              </a:ln>
            </p:spPr>
            <p:txBody>
              <a:bodyPr/>
              <a:lstStyle/>
              <a:p>
                <a:endParaRPr lang="en-US"/>
              </a:p>
            </p:txBody>
          </p:sp>
          <p:sp>
            <p:nvSpPr>
              <p:cNvPr id="106017" name="Line 938"/>
              <p:cNvSpPr>
                <a:spLocks noChangeShapeType="1"/>
              </p:cNvSpPr>
              <p:nvPr/>
            </p:nvSpPr>
            <p:spPr bwMode="auto">
              <a:xfrm>
                <a:off x="3317" y="3293"/>
                <a:ext cx="766" cy="244"/>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5730" name="Group 939"/>
            <p:cNvGrpSpPr>
              <a:grpSpLocks/>
            </p:cNvGrpSpPr>
            <p:nvPr/>
          </p:nvGrpSpPr>
          <p:grpSpPr bwMode="auto">
            <a:xfrm>
              <a:off x="3317" y="2682"/>
              <a:ext cx="1349" cy="619"/>
              <a:chOff x="3317" y="2682"/>
              <a:chExt cx="1349" cy="619"/>
            </a:xfrm>
          </p:grpSpPr>
          <p:sp>
            <p:nvSpPr>
              <p:cNvPr id="106014" name="Freeform 940"/>
              <p:cNvSpPr>
                <a:spLocks/>
              </p:cNvSpPr>
              <p:nvPr/>
            </p:nvSpPr>
            <p:spPr bwMode="auto">
              <a:xfrm>
                <a:off x="4530" y="2682"/>
                <a:ext cx="136" cy="88"/>
              </a:xfrm>
              <a:custGeom>
                <a:avLst/>
                <a:gdLst>
                  <a:gd name="T0" fmla="*/ 136 w 136"/>
                  <a:gd name="T1" fmla="*/ 0 h 88"/>
                  <a:gd name="T2" fmla="*/ 32 w 136"/>
                  <a:gd name="T3" fmla="*/ 88 h 88"/>
                  <a:gd name="T4" fmla="*/ 16 w 136"/>
                  <a:gd name="T5" fmla="*/ 56 h 88"/>
                  <a:gd name="T6" fmla="*/ 0 w 136"/>
                  <a:gd name="T7" fmla="*/ 32 h 88"/>
                  <a:gd name="T8" fmla="*/ 136 w 136"/>
                  <a:gd name="T9" fmla="*/ 0 h 88"/>
                  <a:gd name="T10" fmla="*/ 0 60000 65536"/>
                  <a:gd name="T11" fmla="*/ 0 60000 65536"/>
                  <a:gd name="T12" fmla="*/ 0 60000 65536"/>
                  <a:gd name="T13" fmla="*/ 0 60000 65536"/>
                  <a:gd name="T14" fmla="*/ 0 60000 65536"/>
                  <a:gd name="T15" fmla="*/ 0 w 136"/>
                  <a:gd name="T16" fmla="*/ 0 h 88"/>
                  <a:gd name="T17" fmla="*/ 136 w 136"/>
                  <a:gd name="T18" fmla="*/ 88 h 88"/>
                </a:gdLst>
                <a:ahLst/>
                <a:cxnLst>
                  <a:cxn ang="T10">
                    <a:pos x="T0" y="T1"/>
                  </a:cxn>
                  <a:cxn ang="T11">
                    <a:pos x="T2" y="T3"/>
                  </a:cxn>
                  <a:cxn ang="T12">
                    <a:pos x="T4" y="T5"/>
                  </a:cxn>
                  <a:cxn ang="T13">
                    <a:pos x="T6" y="T7"/>
                  </a:cxn>
                  <a:cxn ang="T14">
                    <a:pos x="T8" y="T9"/>
                  </a:cxn>
                </a:cxnLst>
                <a:rect l="T15" t="T16" r="T17" b="T18"/>
                <a:pathLst>
                  <a:path w="136" h="88">
                    <a:moveTo>
                      <a:pt x="136" y="0"/>
                    </a:moveTo>
                    <a:lnTo>
                      <a:pt x="32" y="88"/>
                    </a:lnTo>
                    <a:lnTo>
                      <a:pt x="16" y="56"/>
                    </a:lnTo>
                    <a:lnTo>
                      <a:pt x="0" y="32"/>
                    </a:lnTo>
                    <a:lnTo>
                      <a:pt x="136" y="0"/>
                    </a:lnTo>
                    <a:close/>
                  </a:path>
                </a:pathLst>
              </a:custGeom>
              <a:solidFill>
                <a:schemeClr val="bg2"/>
              </a:solidFill>
              <a:ln w="9525">
                <a:solidFill>
                  <a:schemeClr val="bg2"/>
                </a:solidFill>
                <a:round/>
                <a:headEnd/>
                <a:tailEnd/>
              </a:ln>
            </p:spPr>
            <p:txBody>
              <a:bodyPr/>
              <a:lstStyle/>
              <a:p>
                <a:endParaRPr lang="en-US"/>
              </a:p>
            </p:txBody>
          </p:sp>
          <p:sp>
            <p:nvSpPr>
              <p:cNvPr id="106015" name="Line 941"/>
              <p:cNvSpPr>
                <a:spLocks noChangeShapeType="1"/>
              </p:cNvSpPr>
              <p:nvPr/>
            </p:nvSpPr>
            <p:spPr bwMode="auto">
              <a:xfrm flipV="1">
                <a:off x="3317" y="2736"/>
                <a:ext cx="1237" cy="565"/>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5731" name="Group 942"/>
            <p:cNvGrpSpPr>
              <a:grpSpLocks/>
            </p:cNvGrpSpPr>
            <p:nvPr/>
          </p:nvGrpSpPr>
          <p:grpSpPr bwMode="auto">
            <a:xfrm>
              <a:off x="3317" y="2387"/>
              <a:ext cx="886" cy="282"/>
              <a:chOff x="3317" y="2387"/>
              <a:chExt cx="886" cy="282"/>
            </a:xfrm>
          </p:grpSpPr>
          <p:sp>
            <p:nvSpPr>
              <p:cNvPr id="106012" name="Freeform 943"/>
              <p:cNvSpPr>
                <a:spLocks/>
              </p:cNvSpPr>
              <p:nvPr/>
            </p:nvSpPr>
            <p:spPr bwMode="auto">
              <a:xfrm>
                <a:off x="4067" y="2387"/>
                <a:ext cx="136" cy="72"/>
              </a:xfrm>
              <a:custGeom>
                <a:avLst/>
                <a:gdLst>
                  <a:gd name="T0" fmla="*/ 136 w 136"/>
                  <a:gd name="T1" fmla="*/ 0 h 72"/>
                  <a:gd name="T2" fmla="*/ 16 w 136"/>
                  <a:gd name="T3" fmla="*/ 72 h 72"/>
                  <a:gd name="T4" fmla="*/ 8 w 136"/>
                  <a:gd name="T5" fmla="*/ 40 h 72"/>
                  <a:gd name="T6" fmla="*/ 0 w 136"/>
                  <a:gd name="T7" fmla="*/ 8 h 72"/>
                  <a:gd name="T8" fmla="*/ 136 w 136"/>
                  <a:gd name="T9" fmla="*/ 0 h 72"/>
                  <a:gd name="T10" fmla="*/ 0 60000 65536"/>
                  <a:gd name="T11" fmla="*/ 0 60000 65536"/>
                  <a:gd name="T12" fmla="*/ 0 60000 65536"/>
                  <a:gd name="T13" fmla="*/ 0 60000 65536"/>
                  <a:gd name="T14" fmla="*/ 0 60000 65536"/>
                  <a:gd name="T15" fmla="*/ 0 w 136"/>
                  <a:gd name="T16" fmla="*/ 0 h 72"/>
                  <a:gd name="T17" fmla="*/ 136 w 136"/>
                  <a:gd name="T18" fmla="*/ 72 h 72"/>
                </a:gdLst>
                <a:ahLst/>
                <a:cxnLst>
                  <a:cxn ang="T10">
                    <a:pos x="T0" y="T1"/>
                  </a:cxn>
                  <a:cxn ang="T11">
                    <a:pos x="T2" y="T3"/>
                  </a:cxn>
                  <a:cxn ang="T12">
                    <a:pos x="T4" y="T5"/>
                  </a:cxn>
                  <a:cxn ang="T13">
                    <a:pos x="T6" y="T7"/>
                  </a:cxn>
                  <a:cxn ang="T14">
                    <a:pos x="T8" y="T9"/>
                  </a:cxn>
                </a:cxnLst>
                <a:rect l="T15" t="T16" r="T17" b="T18"/>
                <a:pathLst>
                  <a:path w="136" h="72">
                    <a:moveTo>
                      <a:pt x="136" y="0"/>
                    </a:moveTo>
                    <a:lnTo>
                      <a:pt x="16" y="72"/>
                    </a:lnTo>
                    <a:lnTo>
                      <a:pt x="8" y="40"/>
                    </a:lnTo>
                    <a:lnTo>
                      <a:pt x="0" y="8"/>
                    </a:lnTo>
                    <a:lnTo>
                      <a:pt x="136" y="0"/>
                    </a:lnTo>
                    <a:close/>
                  </a:path>
                </a:pathLst>
              </a:custGeom>
              <a:solidFill>
                <a:schemeClr val="bg2"/>
              </a:solidFill>
              <a:ln w="9525">
                <a:solidFill>
                  <a:schemeClr val="bg2"/>
                </a:solidFill>
                <a:round/>
                <a:headEnd/>
                <a:tailEnd/>
              </a:ln>
            </p:spPr>
            <p:txBody>
              <a:bodyPr/>
              <a:lstStyle/>
              <a:p>
                <a:endParaRPr lang="en-US"/>
              </a:p>
            </p:txBody>
          </p:sp>
          <p:sp>
            <p:nvSpPr>
              <p:cNvPr id="106013" name="Line 944"/>
              <p:cNvSpPr>
                <a:spLocks noChangeShapeType="1"/>
              </p:cNvSpPr>
              <p:nvPr/>
            </p:nvSpPr>
            <p:spPr bwMode="auto">
              <a:xfrm flipV="1">
                <a:off x="3317" y="2426"/>
                <a:ext cx="766" cy="243"/>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5732" name="Group 945"/>
            <p:cNvGrpSpPr>
              <a:grpSpLocks/>
            </p:cNvGrpSpPr>
            <p:nvPr/>
          </p:nvGrpSpPr>
          <p:grpSpPr bwMode="auto">
            <a:xfrm>
              <a:off x="3780" y="2387"/>
              <a:ext cx="886" cy="282"/>
              <a:chOff x="3780" y="2387"/>
              <a:chExt cx="886" cy="282"/>
            </a:xfrm>
          </p:grpSpPr>
          <p:sp>
            <p:nvSpPr>
              <p:cNvPr id="106010" name="Freeform 946"/>
              <p:cNvSpPr>
                <a:spLocks/>
              </p:cNvSpPr>
              <p:nvPr/>
            </p:nvSpPr>
            <p:spPr bwMode="auto">
              <a:xfrm>
                <a:off x="4522" y="2387"/>
                <a:ext cx="144" cy="72"/>
              </a:xfrm>
              <a:custGeom>
                <a:avLst/>
                <a:gdLst>
                  <a:gd name="T0" fmla="*/ 144 w 144"/>
                  <a:gd name="T1" fmla="*/ 0 h 72"/>
                  <a:gd name="T2" fmla="*/ 24 w 144"/>
                  <a:gd name="T3" fmla="*/ 72 h 72"/>
                  <a:gd name="T4" fmla="*/ 16 w 144"/>
                  <a:gd name="T5" fmla="*/ 40 h 72"/>
                  <a:gd name="T6" fmla="*/ 0 w 144"/>
                  <a:gd name="T7" fmla="*/ 8 h 72"/>
                  <a:gd name="T8" fmla="*/ 144 w 144"/>
                  <a:gd name="T9" fmla="*/ 0 h 72"/>
                  <a:gd name="T10" fmla="*/ 0 60000 65536"/>
                  <a:gd name="T11" fmla="*/ 0 60000 65536"/>
                  <a:gd name="T12" fmla="*/ 0 60000 65536"/>
                  <a:gd name="T13" fmla="*/ 0 60000 65536"/>
                  <a:gd name="T14" fmla="*/ 0 60000 65536"/>
                  <a:gd name="T15" fmla="*/ 0 w 144"/>
                  <a:gd name="T16" fmla="*/ 0 h 72"/>
                  <a:gd name="T17" fmla="*/ 144 w 144"/>
                  <a:gd name="T18" fmla="*/ 72 h 72"/>
                </a:gdLst>
                <a:ahLst/>
                <a:cxnLst>
                  <a:cxn ang="T10">
                    <a:pos x="T0" y="T1"/>
                  </a:cxn>
                  <a:cxn ang="T11">
                    <a:pos x="T2" y="T3"/>
                  </a:cxn>
                  <a:cxn ang="T12">
                    <a:pos x="T4" y="T5"/>
                  </a:cxn>
                  <a:cxn ang="T13">
                    <a:pos x="T6" y="T7"/>
                  </a:cxn>
                  <a:cxn ang="T14">
                    <a:pos x="T8" y="T9"/>
                  </a:cxn>
                </a:cxnLst>
                <a:rect l="T15" t="T16" r="T17" b="T18"/>
                <a:pathLst>
                  <a:path w="144" h="72">
                    <a:moveTo>
                      <a:pt x="144" y="0"/>
                    </a:moveTo>
                    <a:lnTo>
                      <a:pt x="24" y="72"/>
                    </a:lnTo>
                    <a:lnTo>
                      <a:pt x="16" y="40"/>
                    </a:lnTo>
                    <a:lnTo>
                      <a:pt x="0" y="8"/>
                    </a:lnTo>
                    <a:lnTo>
                      <a:pt x="144" y="0"/>
                    </a:lnTo>
                    <a:close/>
                  </a:path>
                </a:pathLst>
              </a:custGeom>
              <a:solidFill>
                <a:schemeClr val="bg2"/>
              </a:solidFill>
              <a:ln w="9525">
                <a:solidFill>
                  <a:schemeClr val="bg2"/>
                </a:solidFill>
                <a:round/>
                <a:headEnd/>
                <a:tailEnd/>
              </a:ln>
            </p:spPr>
            <p:txBody>
              <a:bodyPr/>
              <a:lstStyle/>
              <a:p>
                <a:endParaRPr lang="en-US"/>
              </a:p>
            </p:txBody>
          </p:sp>
          <p:sp>
            <p:nvSpPr>
              <p:cNvPr id="106011" name="Line 947"/>
              <p:cNvSpPr>
                <a:spLocks noChangeShapeType="1"/>
              </p:cNvSpPr>
              <p:nvPr/>
            </p:nvSpPr>
            <p:spPr bwMode="auto">
              <a:xfrm flipV="1">
                <a:off x="3780" y="2426"/>
                <a:ext cx="766" cy="243"/>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5733" name="Group 948"/>
            <p:cNvGrpSpPr>
              <a:grpSpLocks/>
            </p:cNvGrpSpPr>
            <p:nvPr/>
          </p:nvGrpSpPr>
          <p:grpSpPr bwMode="auto">
            <a:xfrm>
              <a:off x="1473" y="2993"/>
              <a:ext cx="886" cy="291"/>
              <a:chOff x="1473" y="2993"/>
              <a:chExt cx="886" cy="291"/>
            </a:xfrm>
          </p:grpSpPr>
          <p:sp>
            <p:nvSpPr>
              <p:cNvPr id="106008" name="Freeform 949"/>
              <p:cNvSpPr>
                <a:spLocks/>
              </p:cNvSpPr>
              <p:nvPr/>
            </p:nvSpPr>
            <p:spPr bwMode="auto">
              <a:xfrm>
                <a:off x="2223" y="2993"/>
                <a:ext cx="136" cy="72"/>
              </a:xfrm>
              <a:custGeom>
                <a:avLst/>
                <a:gdLst>
                  <a:gd name="T0" fmla="*/ 136 w 136"/>
                  <a:gd name="T1" fmla="*/ 0 h 72"/>
                  <a:gd name="T2" fmla="*/ 24 w 136"/>
                  <a:gd name="T3" fmla="*/ 72 h 72"/>
                  <a:gd name="T4" fmla="*/ 8 w 136"/>
                  <a:gd name="T5" fmla="*/ 40 h 72"/>
                  <a:gd name="T6" fmla="*/ 0 w 136"/>
                  <a:gd name="T7" fmla="*/ 8 h 72"/>
                  <a:gd name="T8" fmla="*/ 136 w 136"/>
                  <a:gd name="T9" fmla="*/ 0 h 72"/>
                  <a:gd name="T10" fmla="*/ 0 60000 65536"/>
                  <a:gd name="T11" fmla="*/ 0 60000 65536"/>
                  <a:gd name="T12" fmla="*/ 0 60000 65536"/>
                  <a:gd name="T13" fmla="*/ 0 60000 65536"/>
                  <a:gd name="T14" fmla="*/ 0 60000 65536"/>
                  <a:gd name="T15" fmla="*/ 0 w 136"/>
                  <a:gd name="T16" fmla="*/ 0 h 72"/>
                  <a:gd name="T17" fmla="*/ 136 w 136"/>
                  <a:gd name="T18" fmla="*/ 72 h 72"/>
                </a:gdLst>
                <a:ahLst/>
                <a:cxnLst>
                  <a:cxn ang="T10">
                    <a:pos x="T0" y="T1"/>
                  </a:cxn>
                  <a:cxn ang="T11">
                    <a:pos x="T2" y="T3"/>
                  </a:cxn>
                  <a:cxn ang="T12">
                    <a:pos x="T4" y="T5"/>
                  </a:cxn>
                  <a:cxn ang="T13">
                    <a:pos x="T6" y="T7"/>
                  </a:cxn>
                  <a:cxn ang="T14">
                    <a:pos x="T8" y="T9"/>
                  </a:cxn>
                </a:cxnLst>
                <a:rect l="T15" t="T16" r="T17" b="T18"/>
                <a:pathLst>
                  <a:path w="136" h="72">
                    <a:moveTo>
                      <a:pt x="136" y="0"/>
                    </a:moveTo>
                    <a:lnTo>
                      <a:pt x="24" y="72"/>
                    </a:lnTo>
                    <a:lnTo>
                      <a:pt x="8" y="40"/>
                    </a:lnTo>
                    <a:lnTo>
                      <a:pt x="0" y="8"/>
                    </a:lnTo>
                    <a:lnTo>
                      <a:pt x="136" y="0"/>
                    </a:lnTo>
                    <a:close/>
                  </a:path>
                </a:pathLst>
              </a:custGeom>
              <a:solidFill>
                <a:schemeClr val="bg2"/>
              </a:solidFill>
              <a:ln w="9525">
                <a:solidFill>
                  <a:schemeClr val="bg2"/>
                </a:solidFill>
                <a:round/>
                <a:headEnd/>
                <a:tailEnd/>
              </a:ln>
            </p:spPr>
            <p:txBody>
              <a:bodyPr/>
              <a:lstStyle/>
              <a:p>
                <a:endParaRPr lang="en-US"/>
              </a:p>
            </p:txBody>
          </p:sp>
          <p:sp>
            <p:nvSpPr>
              <p:cNvPr id="106009" name="Line 950"/>
              <p:cNvSpPr>
                <a:spLocks noChangeShapeType="1"/>
              </p:cNvSpPr>
              <p:nvPr/>
            </p:nvSpPr>
            <p:spPr bwMode="auto">
              <a:xfrm flipV="1">
                <a:off x="1473" y="3032"/>
                <a:ext cx="766" cy="252"/>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5734" name="Group 951"/>
            <p:cNvGrpSpPr>
              <a:grpSpLocks/>
            </p:cNvGrpSpPr>
            <p:nvPr/>
          </p:nvGrpSpPr>
          <p:grpSpPr bwMode="auto">
            <a:xfrm>
              <a:off x="1497" y="1765"/>
              <a:ext cx="878" cy="290"/>
              <a:chOff x="1497" y="1765"/>
              <a:chExt cx="878" cy="290"/>
            </a:xfrm>
          </p:grpSpPr>
          <p:sp>
            <p:nvSpPr>
              <p:cNvPr id="106006" name="Freeform 952"/>
              <p:cNvSpPr>
                <a:spLocks/>
              </p:cNvSpPr>
              <p:nvPr/>
            </p:nvSpPr>
            <p:spPr bwMode="auto">
              <a:xfrm>
                <a:off x="2239" y="1765"/>
                <a:ext cx="136" cy="72"/>
              </a:xfrm>
              <a:custGeom>
                <a:avLst/>
                <a:gdLst>
                  <a:gd name="T0" fmla="*/ 136 w 136"/>
                  <a:gd name="T1" fmla="*/ 0 h 72"/>
                  <a:gd name="T2" fmla="*/ 24 w 136"/>
                  <a:gd name="T3" fmla="*/ 72 h 72"/>
                  <a:gd name="T4" fmla="*/ 8 w 136"/>
                  <a:gd name="T5" fmla="*/ 40 h 72"/>
                  <a:gd name="T6" fmla="*/ 0 w 136"/>
                  <a:gd name="T7" fmla="*/ 8 h 72"/>
                  <a:gd name="T8" fmla="*/ 136 w 136"/>
                  <a:gd name="T9" fmla="*/ 0 h 72"/>
                  <a:gd name="T10" fmla="*/ 0 60000 65536"/>
                  <a:gd name="T11" fmla="*/ 0 60000 65536"/>
                  <a:gd name="T12" fmla="*/ 0 60000 65536"/>
                  <a:gd name="T13" fmla="*/ 0 60000 65536"/>
                  <a:gd name="T14" fmla="*/ 0 60000 65536"/>
                  <a:gd name="T15" fmla="*/ 0 w 136"/>
                  <a:gd name="T16" fmla="*/ 0 h 72"/>
                  <a:gd name="T17" fmla="*/ 136 w 136"/>
                  <a:gd name="T18" fmla="*/ 72 h 72"/>
                </a:gdLst>
                <a:ahLst/>
                <a:cxnLst>
                  <a:cxn ang="T10">
                    <a:pos x="T0" y="T1"/>
                  </a:cxn>
                  <a:cxn ang="T11">
                    <a:pos x="T2" y="T3"/>
                  </a:cxn>
                  <a:cxn ang="T12">
                    <a:pos x="T4" y="T5"/>
                  </a:cxn>
                  <a:cxn ang="T13">
                    <a:pos x="T6" y="T7"/>
                  </a:cxn>
                  <a:cxn ang="T14">
                    <a:pos x="T8" y="T9"/>
                  </a:cxn>
                </a:cxnLst>
                <a:rect l="T15" t="T16" r="T17" b="T18"/>
                <a:pathLst>
                  <a:path w="136" h="72">
                    <a:moveTo>
                      <a:pt x="136" y="0"/>
                    </a:moveTo>
                    <a:lnTo>
                      <a:pt x="24" y="72"/>
                    </a:lnTo>
                    <a:lnTo>
                      <a:pt x="8" y="40"/>
                    </a:lnTo>
                    <a:lnTo>
                      <a:pt x="0" y="8"/>
                    </a:lnTo>
                    <a:lnTo>
                      <a:pt x="136" y="0"/>
                    </a:lnTo>
                    <a:close/>
                  </a:path>
                </a:pathLst>
              </a:custGeom>
              <a:solidFill>
                <a:schemeClr val="bg2"/>
              </a:solidFill>
              <a:ln w="9525">
                <a:solidFill>
                  <a:schemeClr val="bg2"/>
                </a:solidFill>
                <a:round/>
                <a:headEnd/>
                <a:tailEnd/>
              </a:ln>
            </p:spPr>
            <p:txBody>
              <a:bodyPr/>
              <a:lstStyle/>
              <a:p>
                <a:endParaRPr lang="en-US"/>
              </a:p>
            </p:txBody>
          </p:sp>
          <p:sp>
            <p:nvSpPr>
              <p:cNvPr id="106007" name="Line 953"/>
              <p:cNvSpPr>
                <a:spLocks noChangeShapeType="1"/>
              </p:cNvSpPr>
              <p:nvPr/>
            </p:nvSpPr>
            <p:spPr bwMode="auto">
              <a:xfrm flipV="1">
                <a:off x="1497" y="1803"/>
                <a:ext cx="758" cy="252"/>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5735" name="Group 954"/>
            <p:cNvGrpSpPr>
              <a:grpSpLocks/>
            </p:cNvGrpSpPr>
            <p:nvPr/>
          </p:nvGrpSpPr>
          <p:grpSpPr bwMode="auto">
            <a:xfrm>
              <a:off x="1938" y="1765"/>
              <a:ext cx="892" cy="1507"/>
              <a:chOff x="1938" y="1765"/>
              <a:chExt cx="892" cy="1507"/>
            </a:xfrm>
          </p:grpSpPr>
          <p:sp>
            <p:nvSpPr>
              <p:cNvPr id="106004" name="Freeform 955"/>
              <p:cNvSpPr>
                <a:spLocks/>
              </p:cNvSpPr>
              <p:nvPr/>
            </p:nvSpPr>
            <p:spPr bwMode="auto">
              <a:xfrm>
                <a:off x="2726" y="3145"/>
                <a:ext cx="104" cy="127"/>
              </a:xfrm>
              <a:custGeom>
                <a:avLst/>
                <a:gdLst>
                  <a:gd name="T0" fmla="*/ 104 w 104"/>
                  <a:gd name="T1" fmla="*/ 127 h 127"/>
                  <a:gd name="T2" fmla="*/ 0 w 104"/>
                  <a:gd name="T3" fmla="*/ 32 h 127"/>
                  <a:gd name="T4" fmla="*/ 32 w 104"/>
                  <a:gd name="T5" fmla="*/ 16 h 127"/>
                  <a:gd name="T6" fmla="*/ 64 w 104"/>
                  <a:gd name="T7" fmla="*/ 0 h 127"/>
                  <a:gd name="T8" fmla="*/ 104 w 104"/>
                  <a:gd name="T9" fmla="*/ 127 h 127"/>
                  <a:gd name="T10" fmla="*/ 0 60000 65536"/>
                  <a:gd name="T11" fmla="*/ 0 60000 65536"/>
                  <a:gd name="T12" fmla="*/ 0 60000 65536"/>
                  <a:gd name="T13" fmla="*/ 0 60000 65536"/>
                  <a:gd name="T14" fmla="*/ 0 60000 65536"/>
                  <a:gd name="T15" fmla="*/ 0 w 104"/>
                  <a:gd name="T16" fmla="*/ 0 h 127"/>
                  <a:gd name="T17" fmla="*/ 104 w 104"/>
                  <a:gd name="T18" fmla="*/ 127 h 127"/>
                </a:gdLst>
                <a:ahLst/>
                <a:cxnLst>
                  <a:cxn ang="T10">
                    <a:pos x="T0" y="T1"/>
                  </a:cxn>
                  <a:cxn ang="T11">
                    <a:pos x="T2" y="T3"/>
                  </a:cxn>
                  <a:cxn ang="T12">
                    <a:pos x="T4" y="T5"/>
                  </a:cxn>
                  <a:cxn ang="T13">
                    <a:pos x="T6" y="T7"/>
                  </a:cxn>
                  <a:cxn ang="T14">
                    <a:pos x="T8" y="T9"/>
                  </a:cxn>
                </a:cxnLst>
                <a:rect l="T15" t="T16" r="T17" b="T18"/>
                <a:pathLst>
                  <a:path w="104" h="127">
                    <a:moveTo>
                      <a:pt x="104" y="127"/>
                    </a:moveTo>
                    <a:lnTo>
                      <a:pt x="0" y="32"/>
                    </a:lnTo>
                    <a:lnTo>
                      <a:pt x="32" y="16"/>
                    </a:lnTo>
                    <a:lnTo>
                      <a:pt x="64" y="0"/>
                    </a:lnTo>
                    <a:lnTo>
                      <a:pt x="104" y="127"/>
                    </a:lnTo>
                    <a:close/>
                  </a:path>
                </a:pathLst>
              </a:custGeom>
              <a:solidFill>
                <a:schemeClr val="bg2"/>
              </a:solidFill>
              <a:ln w="9525">
                <a:solidFill>
                  <a:schemeClr val="bg2"/>
                </a:solidFill>
                <a:round/>
                <a:headEnd/>
                <a:tailEnd/>
              </a:ln>
            </p:spPr>
            <p:txBody>
              <a:bodyPr/>
              <a:lstStyle/>
              <a:p>
                <a:endParaRPr lang="en-US"/>
              </a:p>
            </p:txBody>
          </p:sp>
          <p:sp>
            <p:nvSpPr>
              <p:cNvPr id="106005" name="Line 956"/>
              <p:cNvSpPr>
                <a:spLocks noChangeShapeType="1"/>
              </p:cNvSpPr>
              <p:nvPr/>
            </p:nvSpPr>
            <p:spPr bwMode="auto">
              <a:xfrm>
                <a:off x="1938" y="1765"/>
                <a:ext cx="823" cy="1404"/>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5736" name="Group 957"/>
            <p:cNvGrpSpPr>
              <a:grpSpLocks/>
            </p:cNvGrpSpPr>
            <p:nvPr/>
          </p:nvGrpSpPr>
          <p:grpSpPr bwMode="auto">
            <a:xfrm>
              <a:off x="1482" y="1781"/>
              <a:ext cx="438" cy="263"/>
              <a:chOff x="1482" y="1781"/>
              <a:chExt cx="438" cy="263"/>
            </a:xfrm>
          </p:grpSpPr>
          <p:sp>
            <p:nvSpPr>
              <p:cNvPr id="105999" name="Freeform 958"/>
              <p:cNvSpPr>
                <a:spLocks/>
              </p:cNvSpPr>
              <p:nvPr/>
            </p:nvSpPr>
            <p:spPr bwMode="auto">
              <a:xfrm>
                <a:off x="1808" y="1964"/>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 name="T15" fmla="*/ 0 w 112"/>
                  <a:gd name="T16" fmla="*/ 0 h 80"/>
                  <a:gd name="T17" fmla="*/ 112 w 112"/>
                  <a:gd name="T18" fmla="*/ 80 h 80"/>
                </a:gdLst>
                <a:ahLst/>
                <a:cxnLst>
                  <a:cxn ang="T10">
                    <a:pos x="T0" y="T1"/>
                  </a:cxn>
                  <a:cxn ang="T11">
                    <a:pos x="T2" y="T3"/>
                  </a:cxn>
                  <a:cxn ang="T12">
                    <a:pos x="T4" y="T5"/>
                  </a:cxn>
                  <a:cxn ang="T13">
                    <a:pos x="T6" y="T7"/>
                  </a:cxn>
                  <a:cxn ang="T14">
                    <a:pos x="T8" y="T9"/>
                  </a:cxn>
                </a:cxnLst>
                <a:rect l="T15" t="T16" r="T17" b="T18"/>
                <a:pathLst>
                  <a:path w="112" h="80">
                    <a:moveTo>
                      <a:pt x="112" y="80"/>
                    </a:moveTo>
                    <a:lnTo>
                      <a:pt x="0" y="48"/>
                    </a:lnTo>
                    <a:lnTo>
                      <a:pt x="16" y="24"/>
                    </a:lnTo>
                    <a:lnTo>
                      <a:pt x="32" y="0"/>
                    </a:lnTo>
                    <a:lnTo>
                      <a:pt x="112" y="80"/>
                    </a:lnTo>
                    <a:close/>
                  </a:path>
                </a:pathLst>
              </a:custGeom>
              <a:solidFill>
                <a:schemeClr val="bg2"/>
              </a:solidFill>
              <a:ln w="9525">
                <a:solidFill>
                  <a:schemeClr val="bg2"/>
                </a:solidFill>
                <a:round/>
                <a:headEnd/>
                <a:tailEnd/>
              </a:ln>
            </p:spPr>
            <p:txBody>
              <a:bodyPr/>
              <a:lstStyle/>
              <a:p>
                <a:endParaRPr lang="en-US"/>
              </a:p>
            </p:txBody>
          </p:sp>
          <p:sp>
            <p:nvSpPr>
              <p:cNvPr id="106000" name="Line 959"/>
              <p:cNvSpPr>
                <a:spLocks noChangeShapeType="1"/>
              </p:cNvSpPr>
              <p:nvPr/>
            </p:nvSpPr>
            <p:spPr bwMode="auto">
              <a:xfrm>
                <a:off x="1482" y="1781"/>
                <a:ext cx="70" cy="46"/>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001" name="Line 960"/>
              <p:cNvSpPr>
                <a:spLocks noChangeShapeType="1"/>
              </p:cNvSpPr>
              <p:nvPr/>
            </p:nvSpPr>
            <p:spPr bwMode="auto">
              <a:xfrm>
                <a:off x="1577" y="1837"/>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002" name="Line 961"/>
              <p:cNvSpPr>
                <a:spLocks noChangeShapeType="1"/>
              </p:cNvSpPr>
              <p:nvPr/>
            </p:nvSpPr>
            <p:spPr bwMode="auto">
              <a:xfrm>
                <a:off x="1672" y="1892"/>
                <a:ext cx="72"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003" name="Line 962"/>
              <p:cNvSpPr>
                <a:spLocks noChangeShapeType="1"/>
              </p:cNvSpPr>
              <p:nvPr/>
            </p:nvSpPr>
            <p:spPr bwMode="auto">
              <a:xfrm>
                <a:off x="1768" y="1956"/>
                <a:ext cx="56" cy="3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5737" name="Group 963"/>
            <p:cNvGrpSpPr>
              <a:grpSpLocks/>
            </p:cNvGrpSpPr>
            <p:nvPr/>
          </p:nvGrpSpPr>
          <p:grpSpPr bwMode="auto">
            <a:xfrm>
              <a:off x="1481" y="1789"/>
              <a:ext cx="455" cy="550"/>
              <a:chOff x="1481" y="1789"/>
              <a:chExt cx="455" cy="550"/>
            </a:xfrm>
          </p:grpSpPr>
          <p:sp>
            <p:nvSpPr>
              <p:cNvPr id="105992" name="Freeform 964"/>
              <p:cNvSpPr>
                <a:spLocks/>
              </p:cNvSpPr>
              <p:nvPr/>
            </p:nvSpPr>
            <p:spPr bwMode="auto">
              <a:xfrm>
                <a:off x="1840" y="2235"/>
                <a:ext cx="96" cy="104"/>
              </a:xfrm>
              <a:custGeom>
                <a:avLst/>
                <a:gdLst>
                  <a:gd name="T0" fmla="*/ 96 w 96"/>
                  <a:gd name="T1" fmla="*/ 104 h 104"/>
                  <a:gd name="T2" fmla="*/ 0 w 96"/>
                  <a:gd name="T3" fmla="*/ 32 h 104"/>
                  <a:gd name="T4" fmla="*/ 24 w 96"/>
                  <a:gd name="T5" fmla="*/ 16 h 104"/>
                  <a:gd name="T6" fmla="*/ 48 w 96"/>
                  <a:gd name="T7" fmla="*/ 0 h 104"/>
                  <a:gd name="T8" fmla="*/ 96 w 96"/>
                  <a:gd name="T9" fmla="*/ 104 h 104"/>
                  <a:gd name="T10" fmla="*/ 0 60000 65536"/>
                  <a:gd name="T11" fmla="*/ 0 60000 65536"/>
                  <a:gd name="T12" fmla="*/ 0 60000 65536"/>
                  <a:gd name="T13" fmla="*/ 0 60000 65536"/>
                  <a:gd name="T14" fmla="*/ 0 60000 65536"/>
                  <a:gd name="T15" fmla="*/ 0 w 96"/>
                  <a:gd name="T16" fmla="*/ 0 h 104"/>
                  <a:gd name="T17" fmla="*/ 96 w 96"/>
                  <a:gd name="T18" fmla="*/ 104 h 104"/>
                </a:gdLst>
                <a:ahLst/>
                <a:cxnLst>
                  <a:cxn ang="T10">
                    <a:pos x="T0" y="T1"/>
                  </a:cxn>
                  <a:cxn ang="T11">
                    <a:pos x="T2" y="T3"/>
                  </a:cxn>
                  <a:cxn ang="T12">
                    <a:pos x="T4" y="T5"/>
                  </a:cxn>
                  <a:cxn ang="T13">
                    <a:pos x="T6" y="T7"/>
                  </a:cxn>
                  <a:cxn ang="T14">
                    <a:pos x="T8" y="T9"/>
                  </a:cxn>
                </a:cxnLst>
                <a:rect l="T15" t="T16" r="T17" b="T18"/>
                <a:pathLst>
                  <a:path w="96" h="104">
                    <a:moveTo>
                      <a:pt x="96" y="104"/>
                    </a:moveTo>
                    <a:lnTo>
                      <a:pt x="0" y="32"/>
                    </a:lnTo>
                    <a:lnTo>
                      <a:pt x="24" y="16"/>
                    </a:lnTo>
                    <a:lnTo>
                      <a:pt x="48" y="0"/>
                    </a:lnTo>
                    <a:lnTo>
                      <a:pt x="96" y="104"/>
                    </a:lnTo>
                    <a:close/>
                  </a:path>
                </a:pathLst>
              </a:custGeom>
              <a:solidFill>
                <a:schemeClr val="bg2"/>
              </a:solidFill>
              <a:ln w="9525">
                <a:solidFill>
                  <a:schemeClr val="bg2"/>
                </a:solidFill>
                <a:round/>
                <a:headEnd/>
                <a:tailEnd/>
              </a:ln>
            </p:spPr>
            <p:txBody>
              <a:bodyPr/>
              <a:lstStyle/>
              <a:p>
                <a:endParaRPr lang="en-US"/>
              </a:p>
            </p:txBody>
          </p:sp>
          <p:sp>
            <p:nvSpPr>
              <p:cNvPr id="105993" name="Line 965"/>
              <p:cNvSpPr>
                <a:spLocks noChangeShapeType="1"/>
              </p:cNvSpPr>
              <p:nvPr/>
            </p:nvSpPr>
            <p:spPr bwMode="auto">
              <a:xfrm>
                <a:off x="1481" y="1789"/>
                <a:ext cx="55" cy="6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994" name="Line 966"/>
              <p:cNvSpPr>
                <a:spLocks noChangeShapeType="1"/>
              </p:cNvSpPr>
              <p:nvPr/>
            </p:nvSpPr>
            <p:spPr bwMode="auto">
              <a:xfrm>
                <a:off x="1552" y="1876"/>
                <a:ext cx="56" cy="64"/>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995" name="Line 967"/>
              <p:cNvSpPr>
                <a:spLocks noChangeShapeType="1"/>
              </p:cNvSpPr>
              <p:nvPr/>
            </p:nvSpPr>
            <p:spPr bwMode="auto">
              <a:xfrm>
                <a:off x="1624" y="1964"/>
                <a:ext cx="56" cy="64"/>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996" name="Line 968"/>
              <p:cNvSpPr>
                <a:spLocks noChangeShapeType="1"/>
              </p:cNvSpPr>
              <p:nvPr/>
            </p:nvSpPr>
            <p:spPr bwMode="auto">
              <a:xfrm>
                <a:off x="1696" y="2044"/>
                <a:ext cx="56" cy="7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997" name="Line 969"/>
              <p:cNvSpPr>
                <a:spLocks noChangeShapeType="1"/>
              </p:cNvSpPr>
              <p:nvPr/>
            </p:nvSpPr>
            <p:spPr bwMode="auto">
              <a:xfrm>
                <a:off x="1768" y="2132"/>
                <a:ext cx="56" cy="7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998" name="Line 970"/>
              <p:cNvSpPr>
                <a:spLocks noChangeShapeType="1"/>
              </p:cNvSpPr>
              <p:nvPr/>
            </p:nvSpPr>
            <p:spPr bwMode="auto">
              <a:xfrm>
                <a:off x="1840" y="2219"/>
                <a:ext cx="24" cy="3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5738" name="Group 971"/>
            <p:cNvGrpSpPr>
              <a:grpSpLocks/>
            </p:cNvGrpSpPr>
            <p:nvPr/>
          </p:nvGrpSpPr>
          <p:grpSpPr bwMode="auto">
            <a:xfrm>
              <a:off x="1489" y="2084"/>
              <a:ext cx="439" cy="574"/>
              <a:chOff x="1489" y="2084"/>
              <a:chExt cx="439" cy="574"/>
            </a:xfrm>
          </p:grpSpPr>
          <p:sp>
            <p:nvSpPr>
              <p:cNvPr id="105985" name="Freeform 972"/>
              <p:cNvSpPr>
                <a:spLocks/>
              </p:cNvSpPr>
              <p:nvPr/>
            </p:nvSpPr>
            <p:spPr bwMode="auto">
              <a:xfrm>
                <a:off x="1840" y="2554"/>
                <a:ext cx="88" cy="104"/>
              </a:xfrm>
              <a:custGeom>
                <a:avLst/>
                <a:gdLst>
                  <a:gd name="T0" fmla="*/ 88 w 88"/>
                  <a:gd name="T1" fmla="*/ 104 h 104"/>
                  <a:gd name="T2" fmla="*/ 0 w 88"/>
                  <a:gd name="T3" fmla="*/ 32 h 104"/>
                  <a:gd name="T4" fmla="*/ 16 w 88"/>
                  <a:gd name="T5" fmla="*/ 16 h 104"/>
                  <a:gd name="T6" fmla="*/ 40 w 88"/>
                  <a:gd name="T7" fmla="*/ 0 h 104"/>
                  <a:gd name="T8" fmla="*/ 88 w 88"/>
                  <a:gd name="T9" fmla="*/ 104 h 104"/>
                  <a:gd name="T10" fmla="*/ 0 60000 65536"/>
                  <a:gd name="T11" fmla="*/ 0 60000 65536"/>
                  <a:gd name="T12" fmla="*/ 0 60000 65536"/>
                  <a:gd name="T13" fmla="*/ 0 60000 65536"/>
                  <a:gd name="T14" fmla="*/ 0 60000 65536"/>
                  <a:gd name="T15" fmla="*/ 0 w 88"/>
                  <a:gd name="T16" fmla="*/ 0 h 104"/>
                  <a:gd name="T17" fmla="*/ 88 w 88"/>
                  <a:gd name="T18" fmla="*/ 104 h 104"/>
                </a:gdLst>
                <a:ahLst/>
                <a:cxnLst>
                  <a:cxn ang="T10">
                    <a:pos x="T0" y="T1"/>
                  </a:cxn>
                  <a:cxn ang="T11">
                    <a:pos x="T2" y="T3"/>
                  </a:cxn>
                  <a:cxn ang="T12">
                    <a:pos x="T4" y="T5"/>
                  </a:cxn>
                  <a:cxn ang="T13">
                    <a:pos x="T6" y="T7"/>
                  </a:cxn>
                  <a:cxn ang="T14">
                    <a:pos x="T8" y="T9"/>
                  </a:cxn>
                </a:cxnLst>
                <a:rect l="T15" t="T16" r="T17" b="T18"/>
                <a:pathLst>
                  <a:path w="88" h="104">
                    <a:moveTo>
                      <a:pt x="88" y="104"/>
                    </a:moveTo>
                    <a:lnTo>
                      <a:pt x="0" y="32"/>
                    </a:lnTo>
                    <a:lnTo>
                      <a:pt x="16" y="16"/>
                    </a:lnTo>
                    <a:lnTo>
                      <a:pt x="40" y="0"/>
                    </a:lnTo>
                    <a:lnTo>
                      <a:pt x="88" y="104"/>
                    </a:lnTo>
                    <a:close/>
                  </a:path>
                </a:pathLst>
              </a:custGeom>
              <a:solidFill>
                <a:schemeClr val="bg2"/>
              </a:solidFill>
              <a:ln w="9525">
                <a:solidFill>
                  <a:schemeClr val="bg2"/>
                </a:solidFill>
                <a:round/>
                <a:headEnd/>
                <a:tailEnd/>
              </a:ln>
            </p:spPr>
            <p:txBody>
              <a:bodyPr/>
              <a:lstStyle/>
              <a:p>
                <a:endParaRPr lang="en-US"/>
              </a:p>
            </p:txBody>
          </p:sp>
          <p:sp>
            <p:nvSpPr>
              <p:cNvPr id="105986" name="Line 973"/>
              <p:cNvSpPr>
                <a:spLocks noChangeShapeType="1"/>
              </p:cNvSpPr>
              <p:nvPr/>
            </p:nvSpPr>
            <p:spPr bwMode="auto">
              <a:xfrm>
                <a:off x="1489" y="2084"/>
                <a:ext cx="55" cy="7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987" name="Line 974"/>
              <p:cNvSpPr>
                <a:spLocks noChangeShapeType="1"/>
              </p:cNvSpPr>
              <p:nvPr/>
            </p:nvSpPr>
            <p:spPr bwMode="auto">
              <a:xfrm>
                <a:off x="1553" y="2172"/>
                <a:ext cx="55" cy="7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988" name="Line 975"/>
              <p:cNvSpPr>
                <a:spLocks noChangeShapeType="1"/>
              </p:cNvSpPr>
              <p:nvPr/>
            </p:nvSpPr>
            <p:spPr bwMode="auto">
              <a:xfrm>
                <a:off x="1624" y="2259"/>
                <a:ext cx="56" cy="7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989" name="Line 976"/>
              <p:cNvSpPr>
                <a:spLocks noChangeShapeType="1"/>
              </p:cNvSpPr>
              <p:nvPr/>
            </p:nvSpPr>
            <p:spPr bwMode="auto">
              <a:xfrm>
                <a:off x="1688" y="2347"/>
                <a:ext cx="56" cy="7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990" name="Line 977"/>
              <p:cNvSpPr>
                <a:spLocks noChangeShapeType="1"/>
              </p:cNvSpPr>
              <p:nvPr/>
            </p:nvSpPr>
            <p:spPr bwMode="auto">
              <a:xfrm>
                <a:off x="1760" y="2443"/>
                <a:ext cx="56" cy="63"/>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991" name="Line 978"/>
              <p:cNvSpPr>
                <a:spLocks noChangeShapeType="1"/>
              </p:cNvSpPr>
              <p:nvPr/>
            </p:nvSpPr>
            <p:spPr bwMode="auto">
              <a:xfrm>
                <a:off x="1824" y="2531"/>
                <a:ext cx="32" cy="39"/>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5739" name="Group 979"/>
            <p:cNvGrpSpPr>
              <a:grpSpLocks/>
            </p:cNvGrpSpPr>
            <p:nvPr/>
          </p:nvGrpSpPr>
          <p:grpSpPr bwMode="auto">
            <a:xfrm>
              <a:off x="1481" y="2084"/>
              <a:ext cx="447" cy="574"/>
              <a:chOff x="1481" y="2084"/>
              <a:chExt cx="447" cy="574"/>
            </a:xfrm>
          </p:grpSpPr>
          <p:sp>
            <p:nvSpPr>
              <p:cNvPr id="105978" name="Freeform 980"/>
              <p:cNvSpPr>
                <a:spLocks/>
              </p:cNvSpPr>
              <p:nvPr/>
            </p:nvSpPr>
            <p:spPr bwMode="auto">
              <a:xfrm>
                <a:off x="1840" y="2084"/>
                <a:ext cx="88" cy="104"/>
              </a:xfrm>
              <a:custGeom>
                <a:avLst/>
                <a:gdLst>
                  <a:gd name="T0" fmla="*/ 88 w 88"/>
                  <a:gd name="T1" fmla="*/ 0 h 104"/>
                  <a:gd name="T2" fmla="*/ 40 w 88"/>
                  <a:gd name="T3" fmla="*/ 104 h 104"/>
                  <a:gd name="T4" fmla="*/ 16 w 88"/>
                  <a:gd name="T5" fmla="*/ 88 h 104"/>
                  <a:gd name="T6" fmla="*/ 0 w 88"/>
                  <a:gd name="T7" fmla="*/ 72 h 104"/>
                  <a:gd name="T8" fmla="*/ 88 w 88"/>
                  <a:gd name="T9" fmla="*/ 0 h 104"/>
                  <a:gd name="T10" fmla="*/ 0 60000 65536"/>
                  <a:gd name="T11" fmla="*/ 0 60000 65536"/>
                  <a:gd name="T12" fmla="*/ 0 60000 65536"/>
                  <a:gd name="T13" fmla="*/ 0 60000 65536"/>
                  <a:gd name="T14" fmla="*/ 0 60000 65536"/>
                  <a:gd name="T15" fmla="*/ 0 w 88"/>
                  <a:gd name="T16" fmla="*/ 0 h 104"/>
                  <a:gd name="T17" fmla="*/ 88 w 88"/>
                  <a:gd name="T18" fmla="*/ 104 h 104"/>
                </a:gdLst>
                <a:ahLst/>
                <a:cxnLst>
                  <a:cxn ang="T10">
                    <a:pos x="T0" y="T1"/>
                  </a:cxn>
                  <a:cxn ang="T11">
                    <a:pos x="T2" y="T3"/>
                  </a:cxn>
                  <a:cxn ang="T12">
                    <a:pos x="T4" y="T5"/>
                  </a:cxn>
                  <a:cxn ang="T13">
                    <a:pos x="T6" y="T7"/>
                  </a:cxn>
                  <a:cxn ang="T14">
                    <a:pos x="T8" y="T9"/>
                  </a:cxn>
                </a:cxnLst>
                <a:rect l="T15" t="T16" r="T17" b="T18"/>
                <a:pathLst>
                  <a:path w="88" h="104">
                    <a:moveTo>
                      <a:pt x="88" y="0"/>
                    </a:moveTo>
                    <a:lnTo>
                      <a:pt x="40" y="104"/>
                    </a:lnTo>
                    <a:lnTo>
                      <a:pt x="16" y="88"/>
                    </a:lnTo>
                    <a:lnTo>
                      <a:pt x="0" y="72"/>
                    </a:lnTo>
                    <a:lnTo>
                      <a:pt x="88" y="0"/>
                    </a:lnTo>
                    <a:close/>
                  </a:path>
                </a:pathLst>
              </a:custGeom>
              <a:solidFill>
                <a:schemeClr val="bg2"/>
              </a:solidFill>
              <a:ln w="9525">
                <a:solidFill>
                  <a:schemeClr val="bg2"/>
                </a:solidFill>
                <a:round/>
                <a:headEnd/>
                <a:tailEnd/>
              </a:ln>
            </p:spPr>
            <p:txBody>
              <a:bodyPr/>
              <a:lstStyle/>
              <a:p>
                <a:endParaRPr lang="en-US"/>
              </a:p>
            </p:txBody>
          </p:sp>
          <p:sp>
            <p:nvSpPr>
              <p:cNvPr id="105979" name="Line 981"/>
              <p:cNvSpPr>
                <a:spLocks noChangeShapeType="1"/>
              </p:cNvSpPr>
              <p:nvPr/>
            </p:nvSpPr>
            <p:spPr bwMode="auto">
              <a:xfrm flipV="1">
                <a:off x="1481" y="2588"/>
                <a:ext cx="55" cy="7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980" name="Line 982"/>
              <p:cNvSpPr>
                <a:spLocks noChangeShapeType="1"/>
              </p:cNvSpPr>
              <p:nvPr/>
            </p:nvSpPr>
            <p:spPr bwMode="auto">
              <a:xfrm flipV="1">
                <a:off x="1553" y="2500"/>
                <a:ext cx="47" cy="7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981" name="Line 983"/>
              <p:cNvSpPr>
                <a:spLocks noChangeShapeType="1"/>
              </p:cNvSpPr>
              <p:nvPr/>
            </p:nvSpPr>
            <p:spPr bwMode="auto">
              <a:xfrm flipV="1">
                <a:off x="1616" y="2412"/>
                <a:ext cx="56" cy="7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982" name="Line 984"/>
              <p:cNvSpPr>
                <a:spLocks noChangeShapeType="1"/>
              </p:cNvSpPr>
              <p:nvPr/>
            </p:nvSpPr>
            <p:spPr bwMode="auto">
              <a:xfrm flipV="1">
                <a:off x="1688" y="2323"/>
                <a:ext cx="56" cy="7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983" name="Line 985"/>
              <p:cNvSpPr>
                <a:spLocks noChangeShapeType="1"/>
              </p:cNvSpPr>
              <p:nvPr/>
            </p:nvSpPr>
            <p:spPr bwMode="auto">
              <a:xfrm flipV="1">
                <a:off x="1752" y="2236"/>
                <a:ext cx="56" cy="7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984" name="Line 986"/>
              <p:cNvSpPr>
                <a:spLocks noChangeShapeType="1"/>
              </p:cNvSpPr>
              <p:nvPr/>
            </p:nvSpPr>
            <p:spPr bwMode="auto">
              <a:xfrm flipV="1">
                <a:off x="1824" y="2172"/>
                <a:ext cx="32"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5740" name="Group 987"/>
            <p:cNvGrpSpPr>
              <a:grpSpLocks/>
            </p:cNvGrpSpPr>
            <p:nvPr/>
          </p:nvGrpSpPr>
          <p:grpSpPr bwMode="auto">
            <a:xfrm>
              <a:off x="1944" y="2076"/>
              <a:ext cx="447" cy="263"/>
              <a:chOff x="1944" y="2076"/>
              <a:chExt cx="447" cy="263"/>
            </a:xfrm>
          </p:grpSpPr>
          <p:sp>
            <p:nvSpPr>
              <p:cNvPr id="105973" name="Freeform 988"/>
              <p:cNvSpPr>
                <a:spLocks/>
              </p:cNvSpPr>
              <p:nvPr/>
            </p:nvSpPr>
            <p:spPr bwMode="auto">
              <a:xfrm>
                <a:off x="2279" y="2076"/>
                <a:ext cx="112" cy="80"/>
              </a:xfrm>
              <a:custGeom>
                <a:avLst/>
                <a:gdLst>
                  <a:gd name="T0" fmla="*/ 112 w 112"/>
                  <a:gd name="T1" fmla="*/ 0 h 80"/>
                  <a:gd name="T2" fmla="*/ 32 w 112"/>
                  <a:gd name="T3" fmla="*/ 80 h 80"/>
                  <a:gd name="T4" fmla="*/ 16 w 112"/>
                  <a:gd name="T5" fmla="*/ 56 h 80"/>
                  <a:gd name="T6" fmla="*/ 0 w 112"/>
                  <a:gd name="T7" fmla="*/ 32 h 80"/>
                  <a:gd name="T8" fmla="*/ 112 w 112"/>
                  <a:gd name="T9" fmla="*/ 0 h 80"/>
                  <a:gd name="T10" fmla="*/ 0 60000 65536"/>
                  <a:gd name="T11" fmla="*/ 0 60000 65536"/>
                  <a:gd name="T12" fmla="*/ 0 60000 65536"/>
                  <a:gd name="T13" fmla="*/ 0 60000 65536"/>
                  <a:gd name="T14" fmla="*/ 0 60000 65536"/>
                  <a:gd name="T15" fmla="*/ 0 w 112"/>
                  <a:gd name="T16" fmla="*/ 0 h 80"/>
                  <a:gd name="T17" fmla="*/ 112 w 112"/>
                  <a:gd name="T18" fmla="*/ 80 h 80"/>
                </a:gdLst>
                <a:ahLst/>
                <a:cxnLst>
                  <a:cxn ang="T10">
                    <a:pos x="T0" y="T1"/>
                  </a:cxn>
                  <a:cxn ang="T11">
                    <a:pos x="T2" y="T3"/>
                  </a:cxn>
                  <a:cxn ang="T12">
                    <a:pos x="T4" y="T5"/>
                  </a:cxn>
                  <a:cxn ang="T13">
                    <a:pos x="T6" y="T7"/>
                  </a:cxn>
                  <a:cxn ang="T14">
                    <a:pos x="T8" y="T9"/>
                  </a:cxn>
                </a:cxnLst>
                <a:rect l="T15" t="T16" r="T17" b="T18"/>
                <a:pathLst>
                  <a:path w="112" h="80">
                    <a:moveTo>
                      <a:pt x="112" y="0"/>
                    </a:moveTo>
                    <a:lnTo>
                      <a:pt x="32" y="80"/>
                    </a:lnTo>
                    <a:lnTo>
                      <a:pt x="16" y="56"/>
                    </a:lnTo>
                    <a:lnTo>
                      <a:pt x="0" y="32"/>
                    </a:lnTo>
                    <a:lnTo>
                      <a:pt x="112" y="0"/>
                    </a:lnTo>
                    <a:close/>
                  </a:path>
                </a:pathLst>
              </a:custGeom>
              <a:solidFill>
                <a:schemeClr val="bg2"/>
              </a:solidFill>
              <a:ln w="9525">
                <a:solidFill>
                  <a:schemeClr val="bg2"/>
                </a:solidFill>
                <a:round/>
                <a:headEnd/>
                <a:tailEnd/>
              </a:ln>
            </p:spPr>
            <p:txBody>
              <a:bodyPr/>
              <a:lstStyle/>
              <a:p>
                <a:endParaRPr lang="en-US"/>
              </a:p>
            </p:txBody>
          </p:sp>
          <p:sp>
            <p:nvSpPr>
              <p:cNvPr id="105974" name="Line 989"/>
              <p:cNvSpPr>
                <a:spLocks noChangeShapeType="1"/>
              </p:cNvSpPr>
              <p:nvPr/>
            </p:nvSpPr>
            <p:spPr bwMode="auto">
              <a:xfrm flipV="1">
                <a:off x="1944" y="2292"/>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975" name="Line 990"/>
              <p:cNvSpPr>
                <a:spLocks noChangeShapeType="1"/>
              </p:cNvSpPr>
              <p:nvPr/>
            </p:nvSpPr>
            <p:spPr bwMode="auto">
              <a:xfrm flipV="1">
                <a:off x="2040" y="2236"/>
                <a:ext cx="79"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976" name="Line 991"/>
              <p:cNvSpPr>
                <a:spLocks noChangeShapeType="1"/>
              </p:cNvSpPr>
              <p:nvPr/>
            </p:nvSpPr>
            <p:spPr bwMode="auto">
              <a:xfrm flipV="1">
                <a:off x="2136" y="2180"/>
                <a:ext cx="79"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977" name="Line 992"/>
              <p:cNvSpPr>
                <a:spLocks noChangeShapeType="1"/>
              </p:cNvSpPr>
              <p:nvPr/>
            </p:nvSpPr>
            <p:spPr bwMode="auto">
              <a:xfrm flipV="1">
                <a:off x="2231" y="2133"/>
                <a:ext cx="64" cy="39"/>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5741" name="Group 993"/>
            <p:cNvGrpSpPr>
              <a:grpSpLocks/>
            </p:cNvGrpSpPr>
            <p:nvPr/>
          </p:nvGrpSpPr>
          <p:grpSpPr bwMode="auto">
            <a:xfrm>
              <a:off x="1944" y="1781"/>
              <a:ext cx="431" cy="263"/>
              <a:chOff x="1944" y="1781"/>
              <a:chExt cx="431" cy="263"/>
            </a:xfrm>
          </p:grpSpPr>
          <p:sp>
            <p:nvSpPr>
              <p:cNvPr id="105968" name="Freeform 994"/>
              <p:cNvSpPr>
                <a:spLocks/>
              </p:cNvSpPr>
              <p:nvPr/>
            </p:nvSpPr>
            <p:spPr bwMode="auto">
              <a:xfrm>
                <a:off x="2263" y="1781"/>
                <a:ext cx="112" cy="80"/>
              </a:xfrm>
              <a:custGeom>
                <a:avLst/>
                <a:gdLst>
                  <a:gd name="T0" fmla="*/ 112 w 112"/>
                  <a:gd name="T1" fmla="*/ 0 h 80"/>
                  <a:gd name="T2" fmla="*/ 32 w 112"/>
                  <a:gd name="T3" fmla="*/ 80 h 80"/>
                  <a:gd name="T4" fmla="*/ 16 w 112"/>
                  <a:gd name="T5" fmla="*/ 56 h 80"/>
                  <a:gd name="T6" fmla="*/ 0 w 112"/>
                  <a:gd name="T7" fmla="*/ 32 h 80"/>
                  <a:gd name="T8" fmla="*/ 112 w 112"/>
                  <a:gd name="T9" fmla="*/ 0 h 80"/>
                  <a:gd name="T10" fmla="*/ 0 60000 65536"/>
                  <a:gd name="T11" fmla="*/ 0 60000 65536"/>
                  <a:gd name="T12" fmla="*/ 0 60000 65536"/>
                  <a:gd name="T13" fmla="*/ 0 60000 65536"/>
                  <a:gd name="T14" fmla="*/ 0 60000 65536"/>
                  <a:gd name="T15" fmla="*/ 0 w 112"/>
                  <a:gd name="T16" fmla="*/ 0 h 80"/>
                  <a:gd name="T17" fmla="*/ 112 w 112"/>
                  <a:gd name="T18" fmla="*/ 80 h 80"/>
                </a:gdLst>
                <a:ahLst/>
                <a:cxnLst>
                  <a:cxn ang="T10">
                    <a:pos x="T0" y="T1"/>
                  </a:cxn>
                  <a:cxn ang="T11">
                    <a:pos x="T2" y="T3"/>
                  </a:cxn>
                  <a:cxn ang="T12">
                    <a:pos x="T4" y="T5"/>
                  </a:cxn>
                  <a:cxn ang="T13">
                    <a:pos x="T6" y="T7"/>
                  </a:cxn>
                  <a:cxn ang="T14">
                    <a:pos x="T8" y="T9"/>
                  </a:cxn>
                </a:cxnLst>
                <a:rect l="T15" t="T16" r="T17" b="T18"/>
                <a:pathLst>
                  <a:path w="112" h="80">
                    <a:moveTo>
                      <a:pt x="112" y="0"/>
                    </a:moveTo>
                    <a:lnTo>
                      <a:pt x="32" y="80"/>
                    </a:lnTo>
                    <a:lnTo>
                      <a:pt x="16" y="56"/>
                    </a:lnTo>
                    <a:lnTo>
                      <a:pt x="0" y="32"/>
                    </a:lnTo>
                    <a:lnTo>
                      <a:pt x="112" y="0"/>
                    </a:lnTo>
                    <a:close/>
                  </a:path>
                </a:pathLst>
              </a:custGeom>
              <a:solidFill>
                <a:schemeClr val="bg2"/>
              </a:solidFill>
              <a:ln w="9525">
                <a:solidFill>
                  <a:schemeClr val="bg2"/>
                </a:solidFill>
                <a:round/>
                <a:headEnd/>
                <a:tailEnd/>
              </a:ln>
            </p:spPr>
            <p:txBody>
              <a:bodyPr/>
              <a:lstStyle/>
              <a:p>
                <a:endParaRPr lang="en-US"/>
              </a:p>
            </p:txBody>
          </p:sp>
          <p:sp>
            <p:nvSpPr>
              <p:cNvPr id="105969" name="Line 995"/>
              <p:cNvSpPr>
                <a:spLocks noChangeShapeType="1"/>
              </p:cNvSpPr>
              <p:nvPr/>
            </p:nvSpPr>
            <p:spPr bwMode="auto">
              <a:xfrm flipV="1">
                <a:off x="1944" y="1997"/>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970" name="Line 996"/>
              <p:cNvSpPr>
                <a:spLocks noChangeShapeType="1"/>
              </p:cNvSpPr>
              <p:nvPr/>
            </p:nvSpPr>
            <p:spPr bwMode="auto">
              <a:xfrm flipV="1">
                <a:off x="2040" y="1941"/>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971" name="Line 997"/>
              <p:cNvSpPr>
                <a:spLocks noChangeShapeType="1"/>
              </p:cNvSpPr>
              <p:nvPr/>
            </p:nvSpPr>
            <p:spPr bwMode="auto">
              <a:xfrm flipV="1">
                <a:off x="2136" y="1885"/>
                <a:ext cx="71" cy="39"/>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972" name="Line 998"/>
              <p:cNvSpPr>
                <a:spLocks noChangeShapeType="1"/>
              </p:cNvSpPr>
              <p:nvPr/>
            </p:nvSpPr>
            <p:spPr bwMode="auto">
              <a:xfrm flipV="1">
                <a:off x="2232" y="1837"/>
                <a:ext cx="47" cy="3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5742" name="Group 999"/>
            <p:cNvGrpSpPr>
              <a:grpSpLocks/>
            </p:cNvGrpSpPr>
            <p:nvPr/>
          </p:nvGrpSpPr>
          <p:grpSpPr bwMode="auto">
            <a:xfrm>
              <a:off x="2415" y="1781"/>
              <a:ext cx="423" cy="271"/>
              <a:chOff x="2415" y="1781"/>
              <a:chExt cx="423" cy="271"/>
            </a:xfrm>
          </p:grpSpPr>
          <p:sp>
            <p:nvSpPr>
              <p:cNvPr id="105963" name="Freeform 1000"/>
              <p:cNvSpPr>
                <a:spLocks/>
              </p:cNvSpPr>
              <p:nvPr/>
            </p:nvSpPr>
            <p:spPr bwMode="auto">
              <a:xfrm>
                <a:off x="2726" y="1781"/>
                <a:ext cx="112" cy="87"/>
              </a:xfrm>
              <a:custGeom>
                <a:avLst/>
                <a:gdLst>
                  <a:gd name="T0" fmla="*/ 112 w 112"/>
                  <a:gd name="T1" fmla="*/ 0 h 87"/>
                  <a:gd name="T2" fmla="*/ 32 w 112"/>
                  <a:gd name="T3" fmla="*/ 87 h 87"/>
                  <a:gd name="T4" fmla="*/ 16 w 112"/>
                  <a:gd name="T5" fmla="*/ 64 h 87"/>
                  <a:gd name="T6" fmla="*/ 0 w 112"/>
                  <a:gd name="T7" fmla="*/ 40 h 87"/>
                  <a:gd name="T8" fmla="*/ 112 w 112"/>
                  <a:gd name="T9" fmla="*/ 0 h 87"/>
                  <a:gd name="T10" fmla="*/ 0 60000 65536"/>
                  <a:gd name="T11" fmla="*/ 0 60000 65536"/>
                  <a:gd name="T12" fmla="*/ 0 60000 65536"/>
                  <a:gd name="T13" fmla="*/ 0 60000 65536"/>
                  <a:gd name="T14" fmla="*/ 0 60000 65536"/>
                  <a:gd name="T15" fmla="*/ 0 w 112"/>
                  <a:gd name="T16" fmla="*/ 0 h 87"/>
                  <a:gd name="T17" fmla="*/ 112 w 112"/>
                  <a:gd name="T18" fmla="*/ 87 h 87"/>
                </a:gdLst>
                <a:ahLst/>
                <a:cxnLst>
                  <a:cxn ang="T10">
                    <a:pos x="T0" y="T1"/>
                  </a:cxn>
                  <a:cxn ang="T11">
                    <a:pos x="T2" y="T3"/>
                  </a:cxn>
                  <a:cxn ang="T12">
                    <a:pos x="T4" y="T5"/>
                  </a:cxn>
                  <a:cxn ang="T13">
                    <a:pos x="T6" y="T7"/>
                  </a:cxn>
                  <a:cxn ang="T14">
                    <a:pos x="T8" y="T9"/>
                  </a:cxn>
                </a:cxnLst>
                <a:rect l="T15" t="T16" r="T17" b="T18"/>
                <a:pathLst>
                  <a:path w="112" h="87">
                    <a:moveTo>
                      <a:pt x="112" y="0"/>
                    </a:moveTo>
                    <a:lnTo>
                      <a:pt x="32" y="87"/>
                    </a:lnTo>
                    <a:lnTo>
                      <a:pt x="16" y="64"/>
                    </a:lnTo>
                    <a:lnTo>
                      <a:pt x="0" y="40"/>
                    </a:lnTo>
                    <a:lnTo>
                      <a:pt x="112" y="0"/>
                    </a:lnTo>
                    <a:close/>
                  </a:path>
                </a:pathLst>
              </a:custGeom>
              <a:solidFill>
                <a:schemeClr val="bg2"/>
              </a:solidFill>
              <a:ln w="9525">
                <a:solidFill>
                  <a:schemeClr val="bg2"/>
                </a:solidFill>
                <a:round/>
                <a:headEnd/>
                <a:tailEnd/>
              </a:ln>
            </p:spPr>
            <p:txBody>
              <a:bodyPr/>
              <a:lstStyle/>
              <a:p>
                <a:endParaRPr lang="en-US"/>
              </a:p>
            </p:txBody>
          </p:sp>
          <p:sp>
            <p:nvSpPr>
              <p:cNvPr id="105964" name="Line 1001"/>
              <p:cNvSpPr>
                <a:spLocks noChangeShapeType="1"/>
              </p:cNvSpPr>
              <p:nvPr/>
            </p:nvSpPr>
            <p:spPr bwMode="auto">
              <a:xfrm flipV="1">
                <a:off x="2415" y="2004"/>
                <a:ext cx="72"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965" name="Line 1002"/>
              <p:cNvSpPr>
                <a:spLocks noChangeShapeType="1"/>
              </p:cNvSpPr>
              <p:nvPr/>
            </p:nvSpPr>
            <p:spPr bwMode="auto">
              <a:xfrm flipV="1">
                <a:off x="2511" y="1949"/>
                <a:ext cx="71" cy="39"/>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966" name="Line 1003"/>
              <p:cNvSpPr>
                <a:spLocks noChangeShapeType="1"/>
              </p:cNvSpPr>
              <p:nvPr/>
            </p:nvSpPr>
            <p:spPr bwMode="auto">
              <a:xfrm flipV="1">
                <a:off x="2607" y="1885"/>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967" name="Line 1004"/>
              <p:cNvSpPr>
                <a:spLocks noChangeShapeType="1"/>
              </p:cNvSpPr>
              <p:nvPr/>
            </p:nvSpPr>
            <p:spPr bwMode="auto">
              <a:xfrm flipV="1">
                <a:off x="2696" y="1846"/>
                <a:ext cx="46" cy="2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5743" name="Group 1005"/>
            <p:cNvGrpSpPr>
              <a:grpSpLocks/>
            </p:cNvGrpSpPr>
            <p:nvPr/>
          </p:nvGrpSpPr>
          <p:grpSpPr bwMode="auto">
            <a:xfrm>
              <a:off x="2886" y="1773"/>
              <a:ext cx="415" cy="271"/>
              <a:chOff x="2886" y="1773"/>
              <a:chExt cx="415" cy="271"/>
            </a:xfrm>
          </p:grpSpPr>
          <p:sp>
            <p:nvSpPr>
              <p:cNvPr id="105958" name="Freeform 1006"/>
              <p:cNvSpPr>
                <a:spLocks/>
              </p:cNvSpPr>
              <p:nvPr/>
            </p:nvSpPr>
            <p:spPr bwMode="auto">
              <a:xfrm>
                <a:off x="3189" y="1773"/>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32" y="88"/>
                    </a:lnTo>
                    <a:lnTo>
                      <a:pt x="16" y="64"/>
                    </a:lnTo>
                    <a:lnTo>
                      <a:pt x="0" y="40"/>
                    </a:lnTo>
                    <a:lnTo>
                      <a:pt x="112" y="0"/>
                    </a:lnTo>
                    <a:close/>
                  </a:path>
                </a:pathLst>
              </a:custGeom>
              <a:solidFill>
                <a:schemeClr val="bg2"/>
              </a:solidFill>
              <a:ln w="9525">
                <a:solidFill>
                  <a:schemeClr val="bg2"/>
                </a:solidFill>
                <a:round/>
                <a:headEnd/>
                <a:tailEnd/>
              </a:ln>
            </p:spPr>
            <p:txBody>
              <a:bodyPr/>
              <a:lstStyle/>
              <a:p>
                <a:endParaRPr lang="en-US"/>
              </a:p>
            </p:txBody>
          </p:sp>
          <p:sp>
            <p:nvSpPr>
              <p:cNvPr id="105959" name="Line 1007"/>
              <p:cNvSpPr>
                <a:spLocks noChangeShapeType="1"/>
              </p:cNvSpPr>
              <p:nvPr/>
            </p:nvSpPr>
            <p:spPr bwMode="auto">
              <a:xfrm flipV="1">
                <a:off x="2886" y="1996"/>
                <a:ext cx="72"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960" name="Line 1008"/>
              <p:cNvSpPr>
                <a:spLocks noChangeShapeType="1"/>
              </p:cNvSpPr>
              <p:nvPr/>
            </p:nvSpPr>
            <p:spPr bwMode="auto">
              <a:xfrm flipV="1">
                <a:off x="2982" y="1933"/>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961" name="Line 1009"/>
              <p:cNvSpPr>
                <a:spLocks noChangeShapeType="1"/>
              </p:cNvSpPr>
              <p:nvPr/>
            </p:nvSpPr>
            <p:spPr bwMode="auto">
              <a:xfrm flipV="1">
                <a:off x="3070" y="1877"/>
                <a:ext cx="79"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962" name="Line 1010"/>
              <p:cNvSpPr>
                <a:spLocks noChangeShapeType="1"/>
              </p:cNvSpPr>
              <p:nvPr/>
            </p:nvSpPr>
            <p:spPr bwMode="auto">
              <a:xfrm flipV="1">
                <a:off x="3165" y="1838"/>
                <a:ext cx="40" cy="23"/>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5744" name="Group 1011"/>
            <p:cNvGrpSpPr>
              <a:grpSpLocks/>
            </p:cNvGrpSpPr>
            <p:nvPr/>
          </p:nvGrpSpPr>
          <p:grpSpPr bwMode="auto">
            <a:xfrm>
              <a:off x="3325" y="1773"/>
              <a:ext cx="423" cy="271"/>
              <a:chOff x="3325" y="1773"/>
              <a:chExt cx="423" cy="271"/>
            </a:xfrm>
          </p:grpSpPr>
          <p:sp>
            <p:nvSpPr>
              <p:cNvPr id="105953" name="Freeform 1012"/>
              <p:cNvSpPr>
                <a:spLocks/>
              </p:cNvSpPr>
              <p:nvPr/>
            </p:nvSpPr>
            <p:spPr bwMode="auto">
              <a:xfrm>
                <a:off x="3636" y="1773"/>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32" y="88"/>
                    </a:lnTo>
                    <a:lnTo>
                      <a:pt x="16" y="64"/>
                    </a:lnTo>
                    <a:lnTo>
                      <a:pt x="0" y="40"/>
                    </a:lnTo>
                    <a:lnTo>
                      <a:pt x="112" y="0"/>
                    </a:lnTo>
                    <a:close/>
                  </a:path>
                </a:pathLst>
              </a:custGeom>
              <a:solidFill>
                <a:schemeClr val="bg2"/>
              </a:solidFill>
              <a:ln w="9525">
                <a:solidFill>
                  <a:schemeClr val="bg2"/>
                </a:solidFill>
                <a:round/>
                <a:headEnd/>
                <a:tailEnd/>
              </a:ln>
            </p:spPr>
            <p:txBody>
              <a:bodyPr/>
              <a:lstStyle/>
              <a:p>
                <a:endParaRPr lang="en-US"/>
              </a:p>
            </p:txBody>
          </p:sp>
          <p:sp>
            <p:nvSpPr>
              <p:cNvPr id="105954" name="Line 1013"/>
              <p:cNvSpPr>
                <a:spLocks noChangeShapeType="1"/>
              </p:cNvSpPr>
              <p:nvPr/>
            </p:nvSpPr>
            <p:spPr bwMode="auto">
              <a:xfrm flipV="1">
                <a:off x="3325" y="1996"/>
                <a:ext cx="72"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955" name="Line 1014"/>
              <p:cNvSpPr>
                <a:spLocks noChangeShapeType="1"/>
              </p:cNvSpPr>
              <p:nvPr/>
            </p:nvSpPr>
            <p:spPr bwMode="auto">
              <a:xfrm flipV="1">
                <a:off x="3421" y="1940"/>
                <a:ext cx="72" cy="4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956" name="Line 1015"/>
              <p:cNvSpPr>
                <a:spLocks noChangeShapeType="1"/>
              </p:cNvSpPr>
              <p:nvPr/>
            </p:nvSpPr>
            <p:spPr bwMode="auto">
              <a:xfrm flipV="1">
                <a:off x="3517" y="1877"/>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957" name="Line 1016"/>
              <p:cNvSpPr>
                <a:spLocks noChangeShapeType="1"/>
              </p:cNvSpPr>
              <p:nvPr/>
            </p:nvSpPr>
            <p:spPr bwMode="auto">
              <a:xfrm flipV="1">
                <a:off x="3604" y="1838"/>
                <a:ext cx="48" cy="23"/>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5745" name="Group 1017"/>
            <p:cNvGrpSpPr>
              <a:grpSpLocks/>
            </p:cNvGrpSpPr>
            <p:nvPr/>
          </p:nvGrpSpPr>
          <p:grpSpPr bwMode="auto">
            <a:xfrm>
              <a:off x="2878" y="2379"/>
              <a:ext cx="407" cy="287"/>
              <a:chOff x="2878" y="2379"/>
              <a:chExt cx="407" cy="287"/>
            </a:xfrm>
          </p:grpSpPr>
          <p:sp>
            <p:nvSpPr>
              <p:cNvPr id="105948" name="Freeform 1018"/>
              <p:cNvSpPr>
                <a:spLocks/>
              </p:cNvSpPr>
              <p:nvPr/>
            </p:nvSpPr>
            <p:spPr bwMode="auto">
              <a:xfrm>
                <a:off x="3173" y="2379"/>
                <a:ext cx="112" cy="88"/>
              </a:xfrm>
              <a:custGeom>
                <a:avLst/>
                <a:gdLst>
                  <a:gd name="T0" fmla="*/ 112 w 112"/>
                  <a:gd name="T1" fmla="*/ 0 h 88"/>
                  <a:gd name="T2" fmla="*/ 40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40" y="88"/>
                    </a:lnTo>
                    <a:lnTo>
                      <a:pt x="16" y="64"/>
                    </a:lnTo>
                    <a:lnTo>
                      <a:pt x="0" y="40"/>
                    </a:lnTo>
                    <a:lnTo>
                      <a:pt x="112" y="0"/>
                    </a:lnTo>
                    <a:close/>
                  </a:path>
                </a:pathLst>
              </a:custGeom>
              <a:solidFill>
                <a:schemeClr val="bg2"/>
              </a:solidFill>
              <a:ln w="9525">
                <a:solidFill>
                  <a:schemeClr val="bg2"/>
                </a:solidFill>
                <a:round/>
                <a:headEnd/>
                <a:tailEnd/>
              </a:ln>
            </p:spPr>
            <p:txBody>
              <a:bodyPr/>
              <a:lstStyle/>
              <a:p>
                <a:endParaRPr lang="en-US"/>
              </a:p>
            </p:txBody>
          </p:sp>
          <p:sp>
            <p:nvSpPr>
              <p:cNvPr id="105949" name="Line 1019"/>
              <p:cNvSpPr>
                <a:spLocks noChangeShapeType="1"/>
              </p:cNvSpPr>
              <p:nvPr/>
            </p:nvSpPr>
            <p:spPr bwMode="auto">
              <a:xfrm flipV="1">
                <a:off x="2878" y="2618"/>
                <a:ext cx="72"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950" name="Line 1020"/>
              <p:cNvSpPr>
                <a:spLocks noChangeShapeType="1"/>
              </p:cNvSpPr>
              <p:nvPr/>
            </p:nvSpPr>
            <p:spPr bwMode="auto">
              <a:xfrm flipV="1">
                <a:off x="2967" y="2556"/>
                <a:ext cx="70" cy="46"/>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951" name="Line 1021"/>
              <p:cNvSpPr>
                <a:spLocks noChangeShapeType="1"/>
              </p:cNvSpPr>
              <p:nvPr/>
            </p:nvSpPr>
            <p:spPr bwMode="auto">
              <a:xfrm flipV="1">
                <a:off x="3062" y="2491"/>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952" name="Line 1022"/>
              <p:cNvSpPr>
                <a:spLocks noChangeShapeType="1"/>
              </p:cNvSpPr>
              <p:nvPr/>
            </p:nvSpPr>
            <p:spPr bwMode="auto">
              <a:xfrm flipV="1">
                <a:off x="3149" y="2443"/>
                <a:ext cx="40" cy="3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5746" name="Group 1023"/>
            <p:cNvGrpSpPr>
              <a:grpSpLocks/>
            </p:cNvGrpSpPr>
            <p:nvPr/>
          </p:nvGrpSpPr>
          <p:grpSpPr bwMode="auto">
            <a:xfrm>
              <a:off x="2878" y="2076"/>
              <a:ext cx="415" cy="279"/>
              <a:chOff x="2878" y="2076"/>
              <a:chExt cx="415" cy="279"/>
            </a:xfrm>
          </p:grpSpPr>
          <p:sp>
            <p:nvSpPr>
              <p:cNvPr id="105943" name="Freeform 1024"/>
              <p:cNvSpPr>
                <a:spLocks/>
              </p:cNvSpPr>
              <p:nvPr/>
            </p:nvSpPr>
            <p:spPr bwMode="auto">
              <a:xfrm>
                <a:off x="3181" y="2076"/>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32" y="88"/>
                    </a:lnTo>
                    <a:lnTo>
                      <a:pt x="16" y="64"/>
                    </a:lnTo>
                    <a:lnTo>
                      <a:pt x="0" y="40"/>
                    </a:lnTo>
                    <a:lnTo>
                      <a:pt x="112" y="0"/>
                    </a:lnTo>
                    <a:close/>
                  </a:path>
                </a:pathLst>
              </a:custGeom>
              <a:solidFill>
                <a:schemeClr val="bg2"/>
              </a:solidFill>
              <a:ln w="9525">
                <a:solidFill>
                  <a:schemeClr val="bg2"/>
                </a:solidFill>
                <a:round/>
                <a:headEnd/>
                <a:tailEnd/>
              </a:ln>
            </p:spPr>
            <p:txBody>
              <a:bodyPr/>
              <a:lstStyle/>
              <a:p>
                <a:endParaRPr lang="en-US"/>
              </a:p>
            </p:txBody>
          </p:sp>
          <p:sp>
            <p:nvSpPr>
              <p:cNvPr id="105944" name="Line 1025"/>
              <p:cNvSpPr>
                <a:spLocks noChangeShapeType="1"/>
              </p:cNvSpPr>
              <p:nvPr/>
            </p:nvSpPr>
            <p:spPr bwMode="auto">
              <a:xfrm flipV="1">
                <a:off x="2878" y="2307"/>
                <a:ext cx="72"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945" name="Line 1026"/>
              <p:cNvSpPr>
                <a:spLocks noChangeShapeType="1"/>
              </p:cNvSpPr>
              <p:nvPr/>
            </p:nvSpPr>
            <p:spPr bwMode="auto">
              <a:xfrm flipV="1">
                <a:off x="2975" y="2245"/>
                <a:ext cx="70" cy="46"/>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946" name="Line 1027"/>
              <p:cNvSpPr>
                <a:spLocks noChangeShapeType="1"/>
              </p:cNvSpPr>
              <p:nvPr/>
            </p:nvSpPr>
            <p:spPr bwMode="auto">
              <a:xfrm flipV="1">
                <a:off x="3062" y="2180"/>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947" name="Line 1028"/>
              <p:cNvSpPr>
                <a:spLocks noChangeShapeType="1"/>
              </p:cNvSpPr>
              <p:nvPr/>
            </p:nvSpPr>
            <p:spPr bwMode="auto">
              <a:xfrm flipV="1">
                <a:off x="3157" y="2141"/>
                <a:ext cx="40" cy="3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5747" name="Group 1029"/>
            <p:cNvGrpSpPr>
              <a:grpSpLocks/>
            </p:cNvGrpSpPr>
            <p:nvPr/>
          </p:nvGrpSpPr>
          <p:grpSpPr bwMode="auto">
            <a:xfrm>
              <a:off x="2415" y="2068"/>
              <a:ext cx="431" cy="279"/>
              <a:chOff x="2415" y="2068"/>
              <a:chExt cx="431" cy="279"/>
            </a:xfrm>
          </p:grpSpPr>
          <p:sp>
            <p:nvSpPr>
              <p:cNvPr id="105938" name="Freeform 1030"/>
              <p:cNvSpPr>
                <a:spLocks/>
              </p:cNvSpPr>
              <p:nvPr/>
            </p:nvSpPr>
            <p:spPr bwMode="auto">
              <a:xfrm>
                <a:off x="2734" y="2068"/>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32" y="88"/>
                    </a:lnTo>
                    <a:lnTo>
                      <a:pt x="16" y="64"/>
                    </a:lnTo>
                    <a:lnTo>
                      <a:pt x="0" y="40"/>
                    </a:lnTo>
                    <a:lnTo>
                      <a:pt x="112" y="0"/>
                    </a:lnTo>
                    <a:close/>
                  </a:path>
                </a:pathLst>
              </a:custGeom>
              <a:solidFill>
                <a:schemeClr val="bg2"/>
              </a:solidFill>
              <a:ln w="9525">
                <a:solidFill>
                  <a:schemeClr val="bg2"/>
                </a:solidFill>
                <a:round/>
                <a:headEnd/>
                <a:tailEnd/>
              </a:ln>
            </p:spPr>
            <p:txBody>
              <a:bodyPr/>
              <a:lstStyle/>
              <a:p>
                <a:endParaRPr lang="en-US"/>
              </a:p>
            </p:txBody>
          </p:sp>
          <p:sp>
            <p:nvSpPr>
              <p:cNvPr id="105939" name="Line 1031"/>
              <p:cNvSpPr>
                <a:spLocks noChangeShapeType="1"/>
              </p:cNvSpPr>
              <p:nvPr/>
            </p:nvSpPr>
            <p:spPr bwMode="auto">
              <a:xfrm flipV="1">
                <a:off x="2415" y="2299"/>
                <a:ext cx="72"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940" name="Line 1032"/>
              <p:cNvSpPr>
                <a:spLocks noChangeShapeType="1"/>
              </p:cNvSpPr>
              <p:nvPr/>
            </p:nvSpPr>
            <p:spPr bwMode="auto">
              <a:xfrm flipV="1">
                <a:off x="2512" y="2237"/>
                <a:ext cx="70" cy="46"/>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941" name="Line 1033"/>
              <p:cNvSpPr>
                <a:spLocks noChangeShapeType="1"/>
              </p:cNvSpPr>
              <p:nvPr/>
            </p:nvSpPr>
            <p:spPr bwMode="auto">
              <a:xfrm flipV="1">
                <a:off x="2599" y="2180"/>
                <a:ext cx="79"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942" name="Line 1034"/>
              <p:cNvSpPr>
                <a:spLocks noChangeShapeType="1"/>
              </p:cNvSpPr>
              <p:nvPr/>
            </p:nvSpPr>
            <p:spPr bwMode="auto">
              <a:xfrm flipV="1">
                <a:off x="2694" y="2132"/>
                <a:ext cx="56" cy="3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5748" name="Group 1035"/>
            <p:cNvGrpSpPr>
              <a:grpSpLocks/>
            </p:cNvGrpSpPr>
            <p:nvPr/>
          </p:nvGrpSpPr>
          <p:grpSpPr bwMode="auto">
            <a:xfrm>
              <a:off x="2399" y="2387"/>
              <a:ext cx="439" cy="582"/>
              <a:chOff x="2399" y="2387"/>
              <a:chExt cx="439" cy="582"/>
            </a:xfrm>
          </p:grpSpPr>
          <p:sp>
            <p:nvSpPr>
              <p:cNvPr id="105931" name="Freeform 1036"/>
              <p:cNvSpPr>
                <a:spLocks/>
              </p:cNvSpPr>
              <p:nvPr/>
            </p:nvSpPr>
            <p:spPr bwMode="auto">
              <a:xfrm>
                <a:off x="2750" y="2387"/>
                <a:ext cx="88" cy="104"/>
              </a:xfrm>
              <a:custGeom>
                <a:avLst/>
                <a:gdLst>
                  <a:gd name="T0" fmla="*/ 88 w 88"/>
                  <a:gd name="T1" fmla="*/ 0 h 104"/>
                  <a:gd name="T2" fmla="*/ 40 w 88"/>
                  <a:gd name="T3" fmla="*/ 104 h 104"/>
                  <a:gd name="T4" fmla="*/ 24 w 88"/>
                  <a:gd name="T5" fmla="*/ 88 h 104"/>
                  <a:gd name="T6" fmla="*/ 0 w 88"/>
                  <a:gd name="T7" fmla="*/ 72 h 104"/>
                  <a:gd name="T8" fmla="*/ 88 w 88"/>
                  <a:gd name="T9" fmla="*/ 0 h 104"/>
                  <a:gd name="T10" fmla="*/ 0 60000 65536"/>
                  <a:gd name="T11" fmla="*/ 0 60000 65536"/>
                  <a:gd name="T12" fmla="*/ 0 60000 65536"/>
                  <a:gd name="T13" fmla="*/ 0 60000 65536"/>
                  <a:gd name="T14" fmla="*/ 0 60000 65536"/>
                  <a:gd name="T15" fmla="*/ 0 w 88"/>
                  <a:gd name="T16" fmla="*/ 0 h 104"/>
                  <a:gd name="T17" fmla="*/ 88 w 88"/>
                  <a:gd name="T18" fmla="*/ 104 h 104"/>
                </a:gdLst>
                <a:ahLst/>
                <a:cxnLst>
                  <a:cxn ang="T10">
                    <a:pos x="T0" y="T1"/>
                  </a:cxn>
                  <a:cxn ang="T11">
                    <a:pos x="T2" y="T3"/>
                  </a:cxn>
                  <a:cxn ang="T12">
                    <a:pos x="T4" y="T5"/>
                  </a:cxn>
                  <a:cxn ang="T13">
                    <a:pos x="T6" y="T7"/>
                  </a:cxn>
                  <a:cxn ang="T14">
                    <a:pos x="T8" y="T9"/>
                  </a:cxn>
                </a:cxnLst>
                <a:rect l="T15" t="T16" r="T17" b="T18"/>
                <a:pathLst>
                  <a:path w="88" h="104">
                    <a:moveTo>
                      <a:pt x="88" y="0"/>
                    </a:moveTo>
                    <a:lnTo>
                      <a:pt x="40" y="104"/>
                    </a:lnTo>
                    <a:lnTo>
                      <a:pt x="24" y="88"/>
                    </a:lnTo>
                    <a:lnTo>
                      <a:pt x="0" y="72"/>
                    </a:lnTo>
                    <a:lnTo>
                      <a:pt x="88" y="0"/>
                    </a:lnTo>
                    <a:close/>
                  </a:path>
                </a:pathLst>
              </a:custGeom>
              <a:solidFill>
                <a:schemeClr val="bg2"/>
              </a:solidFill>
              <a:ln w="9525">
                <a:solidFill>
                  <a:schemeClr val="bg2"/>
                </a:solidFill>
                <a:round/>
                <a:headEnd/>
                <a:tailEnd/>
              </a:ln>
            </p:spPr>
            <p:txBody>
              <a:bodyPr/>
              <a:lstStyle/>
              <a:p>
                <a:endParaRPr lang="en-US"/>
              </a:p>
            </p:txBody>
          </p:sp>
          <p:sp>
            <p:nvSpPr>
              <p:cNvPr id="105932" name="Line 1037"/>
              <p:cNvSpPr>
                <a:spLocks noChangeShapeType="1"/>
              </p:cNvSpPr>
              <p:nvPr/>
            </p:nvSpPr>
            <p:spPr bwMode="auto">
              <a:xfrm flipV="1">
                <a:off x="2399" y="2898"/>
                <a:ext cx="56" cy="7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933" name="Line 1038"/>
              <p:cNvSpPr>
                <a:spLocks noChangeShapeType="1"/>
              </p:cNvSpPr>
              <p:nvPr/>
            </p:nvSpPr>
            <p:spPr bwMode="auto">
              <a:xfrm flipV="1">
                <a:off x="2463" y="2811"/>
                <a:ext cx="55" cy="7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934" name="Line 1039"/>
              <p:cNvSpPr>
                <a:spLocks noChangeShapeType="1"/>
              </p:cNvSpPr>
              <p:nvPr/>
            </p:nvSpPr>
            <p:spPr bwMode="auto">
              <a:xfrm flipV="1">
                <a:off x="2535" y="2724"/>
                <a:ext cx="47" cy="7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935" name="Line 1040"/>
              <p:cNvSpPr>
                <a:spLocks noChangeShapeType="1"/>
              </p:cNvSpPr>
              <p:nvPr/>
            </p:nvSpPr>
            <p:spPr bwMode="auto">
              <a:xfrm flipV="1">
                <a:off x="2598" y="2634"/>
                <a:ext cx="56" cy="64"/>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936" name="Line 1041"/>
              <p:cNvSpPr>
                <a:spLocks noChangeShapeType="1"/>
              </p:cNvSpPr>
              <p:nvPr/>
            </p:nvSpPr>
            <p:spPr bwMode="auto">
              <a:xfrm flipV="1">
                <a:off x="2670" y="2539"/>
                <a:ext cx="48" cy="7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937" name="Line 1042"/>
              <p:cNvSpPr>
                <a:spLocks noChangeShapeType="1"/>
              </p:cNvSpPr>
              <p:nvPr/>
            </p:nvSpPr>
            <p:spPr bwMode="auto">
              <a:xfrm flipV="1">
                <a:off x="2734" y="2476"/>
                <a:ext cx="40"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5749" name="Group 1043"/>
            <p:cNvGrpSpPr>
              <a:grpSpLocks/>
            </p:cNvGrpSpPr>
            <p:nvPr/>
          </p:nvGrpSpPr>
          <p:grpSpPr bwMode="auto">
            <a:xfrm>
              <a:off x="1498" y="3296"/>
              <a:ext cx="406" cy="287"/>
              <a:chOff x="1498" y="3296"/>
              <a:chExt cx="406" cy="287"/>
            </a:xfrm>
          </p:grpSpPr>
          <p:sp>
            <p:nvSpPr>
              <p:cNvPr id="105926" name="Freeform 1044"/>
              <p:cNvSpPr>
                <a:spLocks/>
              </p:cNvSpPr>
              <p:nvPr/>
            </p:nvSpPr>
            <p:spPr bwMode="auto">
              <a:xfrm>
                <a:off x="1792" y="3296"/>
                <a:ext cx="112" cy="88"/>
              </a:xfrm>
              <a:custGeom>
                <a:avLst/>
                <a:gdLst>
                  <a:gd name="T0" fmla="*/ 112 w 112"/>
                  <a:gd name="T1" fmla="*/ 0 h 88"/>
                  <a:gd name="T2" fmla="*/ 40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40" y="88"/>
                    </a:lnTo>
                    <a:lnTo>
                      <a:pt x="16" y="64"/>
                    </a:lnTo>
                    <a:lnTo>
                      <a:pt x="0" y="40"/>
                    </a:lnTo>
                    <a:lnTo>
                      <a:pt x="112" y="0"/>
                    </a:lnTo>
                    <a:close/>
                  </a:path>
                </a:pathLst>
              </a:custGeom>
              <a:solidFill>
                <a:schemeClr val="bg2"/>
              </a:solidFill>
              <a:ln w="9525">
                <a:solidFill>
                  <a:schemeClr val="bg2"/>
                </a:solidFill>
                <a:round/>
                <a:headEnd/>
                <a:tailEnd/>
              </a:ln>
            </p:spPr>
            <p:txBody>
              <a:bodyPr/>
              <a:lstStyle/>
              <a:p>
                <a:endParaRPr lang="en-US"/>
              </a:p>
            </p:txBody>
          </p:sp>
          <p:sp>
            <p:nvSpPr>
              <p:cNvPr id="105927" name="Line 1045"/>
              <p:cNvSpPr>
                <a:spLocks noChangeShapeType="1"/>
              </p:cNvSpPr>
              <p:nvPr/>
            </p:nvSpPr>
            <p:spPr bwMode="auto">
              <a:xfrm flipV="1">
                <a:off x="1498" y="3537"/>
                <a:ext cx="70" cy="46"/>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928" name="Line 1046"/>
              <p:cNvSpPr>
                <a:spLocks noChangeShapeType="1"/>
              </p:cNvSpPr>
              <p:nvPr/>
            </p:nvSpPr>
            <p:spPr bwMode="auto">
              <a:xfrm flipV="1">
                <a:off x="1584" y="3473"/>
                <a:ext cx="72"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929" name="Line 1047"/>
              <p:cNvSpPr>
                <a:spLocks noChangeShapeType="1"/>
              </p:cNvSpPr>
              <p:nvPr/>
            </p:nvSpPr>
            <p:spPr bwMode="auto">
              <a:xfrm flipV="1">
                <a:off x="1680" y="3408"/>
                <a:ext cx="72"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930" name="Line 1048"/>
              <p:cNvSpPr>
                <a:spLocks noChangeShapeType="1"/>
              </p:cNvSpPr>
              <p:nvPr/>
            </p:nvSpPr>
            <p:spPr bwMode="auto">
              <a:xfrm flipV="1">
                <a:off x="1768" y="3360"/>
                <a:ext cx="40" cy="3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5750" name="Group 1049"/>
            <p:cNvGrpSpPr>
              <a:grpSpLocks/>
            </p:cNvGrpSpPr>
            <p:nvPr/>
          </p:nvGrpSpPr>
          <p:grpSpPr bwMode="auto">
            <a:xfrm>
              <a:off x="1489" y="2690"/>
              <a:ext cx="423" cy="279"/>
              <a:chOff x="1489" y="2690"/>
              <a:chExt cx="423" cy="279"/>
            </a:xfrm>
          </p:grpSpPr>
          <p:sp>
            <p:nvSpPr>
              <p:cNvPr id="105921" name="Freeform 1050"/>
              <p:cNvSpPr>
                <a:spLocks/>
              </p:cNvSpPr>
              <p:nvPr/>
            </p:nvSpPr>
            <p:spPr bwMode="auto">
              <a:xfrm>
                <a:off x="1800" y="2690"/>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32" y="88"/>
                    </a:lnTo>
                    <a:lnTo>
                      <a:pt x="16" y="64"/>
                    </a:lnTo>
                    <a:lnTo>
                      <a:pt x="0" y="40"/>
                    </a:lnTo>
                    <a:lnTo>
                      <a:pt x="112" y="0"/>
                    </a:lnTo>
                    <a:close/>
                  </a:path>
                </a:pathLst>
              </a:custGeom>
              <a:solidFill>
                <a:schemeClr val="bg2"/>
              </a:solidFill>
              <a:ln w="9525">
                <a:solidFill>
                  <a:schemeClr val="bg2"/>
                </a:solidFill>
                <a:round/>
                <a:headEnd/>
                <a:tailEnd/>
              </a:ln>
            </p:spPr>
            <p:txBody>
              <a:bodyPr/>
              <a:lstStyle/>
              <a:p>
                <a:endParaRPr lang="en-US"/>
              </a:p>
            </p:txBody>
          </p:sp>
          <p:sp>
            <p:nvSpPr>
              <p:cNvPr id="105922" name="Line 1051"/>
              <p:cNvSpPr>
                <a:spLocks noChangeShapeType="1"/>
              </p:cNvSpPr>
              <p:nvPr/>
            </p:nvSpPr>
            <p:spPr bwMode="auto">
              <a:xfrm flipV="1">
                <a:off x="1489" y="2922"/>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923" name="Line 1052"/>
              <p:cNvSpPr>
                <a:spLocks noChangeShapeType="1"/>
              </p:cNvSpPr>
              <p:nvPr/>
            </p:nvSpPr>
            <p:spPr bwMode="auto">
              <a:xfrm flipV="1">
                <a:off x="1585" y="2858"/>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924" name="Line 1053"/>
              <p:cNvSpPr>
                <a:spLocks noChangeShapeType="1"/>
              </p:cNvSpPr>
              <p:nvPr/>
            </p:nvSpPr>
            <p:spPr bwMode="auto">
              <a:xfrm flipV="1">
                <a:off x="1672" y="2803"/>
                <a:ext cx="80"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925" name="Line 1054"/>
              <p:cNvSpPr>
                <a:spLocks noChangeShapeType="1"/>
              </p:cNvSpPr>
              <p:nvPr/>
            </p:nvSpPr>
            <p:spPr bwMode="auto">
              <a:xfrm flipV="1">
                <a:off x="1768" y="2754"/>
                <a:ext cx="48" cy="3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5751" name="Group 1055"/>
            <p:cNvGrpSpPr>
              <a:grpSpLocks/>
            </p:cNvGrpSpPr>
            <p:nvPr/>
          </p:nvGrpSpPr>
          <p:grpSpPr bwMode="auto">
            <a:xfrm>
              <a:off x="1490" y="2993"/>
              <a:ext cx="414" cy="271"/>
              <a:chOff x="1490" y="2993"/>
              <a:chExt cx="414" cy="271"/>
            </a:xfrm>
          </p:grpSpPr>
          <p:sp>
            <p:nvSpPr>
              <p:cNvPr id="105916" name="Freeform 1056"/>
              <p:cNvSpPr>
                <a:spLocks/>
              </p:cNvSpPr>
              <p:nvPr/>
            </p:nvSpPr>
            <p:spPr bwMode="auto">
              <a:xfrm>
                <a:off x="1792" y="2993"/>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32" y="88"/>
                    </a:lnTo>
                    <a:lnTo>
                      <a:pt x="16" y="64"/>
                    </a:lnTo>
                    <a:lnTo>
                      <a:pt x="0" y="40"/>
                    </a:lnTo>
                    <a:lnTo>
                      <a:pt x="112" y="0"/>
                    </a:lnTo>
                    <a:close/>
                  </a:path>
                </a:pathLst>
              </a:custGeom>
              <a:solidFill>
                <a:schemeClr val="bg2"/>
              </a:solidFill>
              <a:ln w="9525">
                <a:solidFill>
                  <a:schemeClr val="bg2"/>
                </a:solidFill>
                <a:round/>
                <a:headEnd/>
                <a:tailEnd/>
              </a:ln>
            </p:spPr>
            <p:txBody>
              <a:bodyPr/>
              <a:lstStyle/>
              <a:p>
                <a:endParaRPr lang="en-US"/>
              </a:p>
            </p:txBody>
          </p:sp>
          <p:sp>
            <p:nvSpPr>
              <p:cNvPr id="105917" name="Line 1057"/>
              <p:cNvSpPr>
                <a:spLocks noChangeShapeType="1"/>
              </p:cNvSpPr>
              <p:nvPr/>
            </p:nvSpPr>
            <p:spPr bwMode="auto">
              <a:xfrm flipV="1">
                <a:off x="1490" y="3218"/>
                <a:ext cx="70" cy="46"/>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918" name="Line 1058"/>
              <p:cNvSpPr>
                <a:spLocks noChangeShapeType="1"/>
              </p:cNvSpPr>
              <p:nvPr/>
            </p:nvSpPr>
            <p:spPr bwMode="auto">
              <a:xfrm flipV="1">
                <a:off x="1584" y="3154"/>
                <a:ext cx="72"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919" name="Line 1059"/>
              <p:cNvSpPr>
                <a:spLocks noChangeShapeType="1"/>
              </p:cNvSpPr>
              <p:nvPr/>
            </p:nvSpPr>
            <p:spPr bwMode="auto">
              <a:xfrm flipV="1">
                <a:off x="1672" y="3097"/>
                <a:ext cx="80"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920" name="Line 1060"/>
              <p:cNvSpPr>
                <a:spLocks noChangeShapeType="1"/>
              </p:cNvSpPr>
              <p:nvPr/>
            </p:nvSpPr>
            <p:spPr bwMode="auto">
              <a:xfrm flipV="1">
                <a:off x="1768" y="3057"/>
                <a:ext cx="40" cy="24"/>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5752" name="Group 1061"/>
            <p:cNvGrpSpPr>
              <a:grpSpLocks/>
            </p:cNvGrpSpPr>
            <p:nvPr/>
          </p:nvGrpSpPr>
          <p:grpSpPr bwMode="auto">
            <a:xfrm>
              <a:off x="1936" y="2993"/>
              <a:ext cx="439" cy="582"/>
              <a:chOff x="1936" y="2993"/>
              <a:chExt cx="439" cy="582"/>
            </a:xfrm>
          </p:grpSpPr>
          <p:sp>
            <p:nvSpPr>
              <p:cNvPr id="105909" name="Freeform 1062"/>
              <p:cNvSpPr>
                <a:spLocks/>
              </p:cNvSpPr>
              <p:nvPr/>
            </p:nvSpPr>
            <p:spPr bwMode="auto">
              <a:xfrm>
                <a:off x="2287" y="3472"/>
                <a:ext cx="88" cy="103"/>
              </a:xfrm>
              <a:custGeom>
                <a:avLst/>
                <a:gdLst>
                  <a:gd name="T0" fmla="*/ 88 w 88"/>
                  <a:gd name="T1" fmla="*/ 103 h 103"/>
                  <a:gd name="T2" fmla="*/ 0 w 88"/>
                  <a:gd name="T3" fmla="*/ 32 h 103"/>
                  <a:gd name="T4" fmla="*/ 24 w 88"/>
                  <a:gd name="T5" fmla="*/ 16 h 103"/>
                  <a:gd name="T6" fmla="*/ 40 w 88"/>
                  <a:gd name="T7" fmla="*/ 0 h 103"/>
                  <a:gd name="T8" fmla="*/ 88 w 88"/>
                  <a:gd name="T9" fmla="*/ 103 h 103"/>
                  <a:gd name="T10" fmla="*/ 0 60000 65536"/>
                  <a:gd name="T11" fmla="*/ 0 60000 65536"/>
                  <a:gd name="T12" fmla="*/ 0 60000 65536"/>
                  <a:gd name="T13" fmla="*/ 0 60000 65536"/>
                  <a:gd name="T14" fmla="*/ 0 60000 65536"/>
                  <a:gd name="T15" fmla="*/ 0 w 88"/>
                  <a:gd name="T16" fmla="*/ 0 h 103"/>
                  <a:gd name="T17" fmla="*/ 88 w 88"/>
                  <a:gd name="T18" fmla="*/ 103 h 103"/>
                </a:gdLst>
                <a:ahLst/>
                <a:cxnLst>
                  <a:cxn ang="T10">
                    <a:pos x="T0" y="T1"/>
                  </a:cxn>
                  <a:cxn ang="T11">
                    <a:pos x="T2" y="T3"/>
                  </a:cxn>
                  <a:cxn ang="T12">
                    <a:pos x="T4" y="T5"/>
                  </a:cxn>
                  <a:cxn ang="T13">
                    <a:pos x="T6" y="T7"/>
                  </a:cxn>
                  <a:cxn ang="T14">
                    <a:pos x="T8" y="T9"/>
                  </a:cxn>
                </a:cxnLst>
                <a:rect l="T15" t="T16" r="T17" b="T18"/>
                <a:pathLst>
                  <a:path w="88" h="103">
                    <a:moveTo>
                      <a:pt x="88" y="103"/>
                    </a:moveTo>
                    <a:lnTo>
                      <a:pt x="0" y="32"/>
                    </a:lnTo>
                    <a:lnTo>
                      <a:pt x="24" y="16"/>
                    </a:lnTo>
                    <a:lnTo>
                      <a:pt x="40" y="0"/>
                    </a:lnTo>
                    <a:lnTo>
                      <a:pt x="88" y="103"/>
                    </a:lnTo>
                    <a:close/>
                  </a:path>
                </a:pathLst>
              </a:custGeom>
              <a:solidFill>
                <a:schemeClr val="bg2"/>
              </a:solidFill>
              <a:ln w="9525">
                <a:solidFill>
                  <a:schemeClr val="bg2"/>
                </a:solidFill>
                <a:round/>
                <a:headEnd/>
                <a:tailEnd/>
              </a:ln>
            </p:spPr>
            <p:txBody>
              <a:bodyPr/>
              <a:lstStyle/>
              <a:p>
                <a:endParaRPr lang="en-US"/>
              </a:p>
            </p:txBody>
          </p:sp>
          <p:sp>
            <p:nvSpPr>
              <p:cNvPr id="105910" name="Line 1063"/>
              <p:cNvSpPr>
                <a:spLocks noChangeShapeType="1"/>
              </p:cNvSpPr>
              <p:nvPr/>
            </p:nvSpPr>
            <p:spPr bwMode="auto">
              <a:xfrm>
                <a:off x="1936" y="2993"/>
                <a:ext cx="56" cy="7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911" name="Line 1064"/>
              <p:cNvSpPr>
                <a:spLocks noChangeShapeType="1"/>
              </p:cNvSpPr>
              <p:nvPr/>
            </p:nvSpPr>
            <p:spPr bwMode="auto">
              <a:xfrm>
                <a:off x="2000" y="3081"/>
                <a:ext cx="55" cy="7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912" name="Line 1065"/>
              <p:cNvSpPr>
                <a:spLocks noChangeShapeType="1"/>
              </p:cNvSpPr>
              <p:nvPr/>
            </p:nvSpPr>
            <p:spPr bwMode="auto">
              <a:xfrm>
                <a:off x="2071" y="3169"/>
                <a:ext cx="48" cy="7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913" name="Line 1066"/>
              <p:cNvSpPr>
                <a:spLocks noChangeShapeType="1"/>
              </p:cNvSpPr>
              <p:nvPr/>
            </p:nvSpPr>
            <p:spPr bwMode="auto">
              <a:xfrm>
                <a:off x="2135" y="3264"/>
                <a:ext cx="56" cy="63"/>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914" name="Line 1067"/>
              <p:cNvSpPr>
                <a:spLocks noChangeShapeType="1"/>
              </p:cNvSpPr>
              <p:nvPr/>
            </p:nvSpPr>
            <p:spPr bwMode="auto">
              <a:xfrm>
                <a:off x="2207" y="3352"/>
                <a:ext cx="48" cy="7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915" name="Line 1068"/>
              <p:cNvSpPr>
                <a:spLocks noChangeShapeType="1"/>
              </p:cNvSpPr>
              <p:nvPr/>
            </p:nvSpPr>
            <p:spPr bwMode="auto">
              <a:xfrm>
                <a:off x="2271" y="3440"/>
                <a:ext cx="40"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5753" name="Group 1069"/>
            <p:cNvGrpSpPr>
              <a:grpSpLocks/>
            </p:cNvGrpSpPr>
            <p:nvPr/>
          </p:nvGrpSpPr>
          <p:grpSpPr bwMode="auto">
            <a:xfrm>
              <a:off x="1944" y="2690"/>
              <a:ext cx="447" cy="279"/>
              <a:chOff x="1944" y="2690"/>
              <a:chExt cx="447" cy="279"/>
            </a:xfrm>
          </p:grpSpPr>
          <p:sp>
            <p:nvSpPr>
              <p:cNvPr id="105904" name="Freeform 1070"/>
              <p:cNvSpPr>
                <a:spLocks/>
              </p:cNvSpPr>
              <p:nvPr/>
            </p:nvSpPr>
            <p:spPr bwMode="auto">
              <a:xfrm>
                <a:off x="2279" y="2889"/>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 name="T15" fmla="*/ 0 w 112"/>
                  <a:gd name="T16" fmla="*/ 0 h 80"/>
                  <a:gd name="T17" fmla="*/ 112 w 112"/>
                  <a:gd name="T18" fmla="*/ 80 h 80"/>
                </a:gdLst>
                <a:ahLst/>
                <a:cxnLst>
                  <a:cxn ang="T10">
                    <a:pos x="T0" y="T1"/>
                  </a:cxn>
                  <a:cxn ang="T11">
                    <a:pos x="T2" y="T3"/>
                  </a:cxn>
                  <a:cxn ang="T12">
                    <a:pos x="T4" y="T5"/>
                  </a:cxn>
                  <a:cxn ang="T13">
                    <a:pos x="T6" y="T7"/>
                  </a:cxn>
                  <a:cxn ang="T14">
                    <a:pos x="T8" y="T9"/>
                  </a:cxn>
                </a:cxnLst>
                <a:rect l="T15" t="T16" r="T17" b="T18"/>
                <a:pathLst>
                  <a:path w="112" h="80">
                    <a:moveTo>
                      <a:pt x="112" y="80"/>
                    </a:moveTo>
                    <a:lnTo>
                      <a:pt x="0" y="48"/>
                    </a:lnTo>
                    <a:lnTo>
                      <a:pt x="16" y="24"/>
                    </a:lnTo>
                    <a:lnTo>
                      <a:pt x="32" y="0"/>
                    </a:lnTo>
                    <a:lnTo>
                      <a:pt x="112" y="80"/>
                    </a:lnTo>
                    <a:close/>
                  </a:path>
                </a:pathLst>
              </a:custGeom>
              <a:solidFill>
                <a:schemeClr val="bg2"/>
              </a:solidFill>
              <a:ln w="9525">
                <a:solidFill>
                  <a:schemeClr val="bg2"/>
                </a:solidFill>
                <a:round/>
                <a:headEnd/>
                <a:tailEnd/>
              </a:ln>
            </p:spPr>
            <p:txBody>
              <a:bodyPr/>
              <a:lstStyle/>
              <a:p>
                <a:endParaRPr lang="en-US"/>
              </a:p>
            </p:txBody>
          </p:sp>
          <p:sp>
            <p:nvSpPr>
              <p:cNvPr id="105905" name="Line 1071"/>
              <p:cNvSpPr>
                <a:spLocks noChangeShapeType="1"/>
              </p:cNvSpPr>
              <p:nvPr/>
            </p:nvSpPr>
            <p:spPr bwMode="auto">
              <a:xfrm>
                <a:off x="1944" y="2690"/>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906" name="Line 1072"/>
              <p:cNvSpPr>
                <a:spLocks noChangeShapeType="1"/>
              </p:cNvSpPr>
              <p:nvPr/>
            </p:nvSpPr>
            <p:spPr bwMode="auto">
              <a:xfrm>
                <a:off x="2040" y="2746"/>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907" name="Line 1073"/>
              <p:cNvSpPr>
                <a:spLocks noChangeShapeType="1"/>
              </p:cNvSpPr>
              <p:nvPr/>
            </p:nvSpPr>
            <p:spPr bwMode="auto">
              <a:xfrm>
                <a:off x="2136" y="2810"/>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908" name="Line 1074"/>
              <p:cNvSpPr>
                <a:spLocks noChangeShapeType="1"/>
              </p:cNvSpPr>
              <p:nvPr/>
            </p:nvSpPr>
            <p:spPr bwMode="auto">
              <a:xfrm>
                <a:off x="2232" y="2866"/>
                <a:ext cx="63" cy="46"/>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5754" name="Group 1075"/>
            <p:cNvGrpSpPr>
              <a:grpSpLocks/>
            </p:cNvGrpSpPr>
            <p:nvPr/>
          </p:nvGrpSpPr>
          <p:grpSpPr bwMode="auto">
            <a:xfrm>
              <a:off x="2407" y="3001"/>
              <a:ext cx="423" cy="271"/>
              <a:chOff x="2407" y="3001"/>
              <a:chExt cx="423" cy="271"/>
            </a:xfrm>
          </p:grpSpPr>
          <p:sp>
            <p:nvSpPr>
              <p:cNvPr id="105899" name="Freeform 1076"/>
              <p:cNvSpPr>
                <a:spLocks/>
              </p:cNvSpPr>
              <p:nvPr/>
            </p:nvSpPr>
            <p:spPr bwMode="auto">
              <a:xfrm>
                <a:off x="2718" y="3185"/>
                <a:ext cx="112" cy="87"/>
              </a:xfrm>
              <a:custGeom>
                <a:avLst/>
                <a:gdLst>
                  <a:gd name="T0" fmla="*/ 112 w 112"/>
                  <a:gd name="T1" fmla="*/ 87 h 87"/>
                  <a:gd name="T2" fmla="*/ 0 w 112"/>
                  <a:gd name="T3" fmla="*/ 47 h 87"/>
                  <a:gd name="T4" fmla="*/ 16 w 112"/>
                  <a:gd name="T5" fmla="*/ 23 h 87"/>
                  <a:gd name="T6" fmla="*/ 32 w 112"/>
                  <a:gd name="T7" fmla="*/ 0 h 87"/>
                  <a:gd name="T8" fmla="*/ 112 w 112"/>
                  <a:gd name="T9" fmla="*/ 87 h 87"/>
                  <a:gd name="T10" fmla="*/ 0 60000 65536"/>
                  <a:gd name="T11" fmla="*/ 0 60000 65536"/>
                  <a:gd name="T12" fmla="*/ 0 60000 65536"/>
                  <a:gd name="T13" fmla="*/ 0 60000 65536"/>
                  <a:gd name="T14" fmla="*/ 0 60000 65536"/>
                  <a:gd name="T15" fmla="*/ 0 w 112"/>
                  <a:gd name="T16" fmla="*/ 0 h 87"/>
                  <a:gd name="T17" fmla="*/ 112 w 112"/>
                  <a:gd name="T18" fmla="*/ 87 h 87"/>
                </a:gdLst>
                <a:ahLst/>
                <a:cxnLst>
                  <a:cxn ang="T10">
                    <a:pos x="T0" y="T1"/>
                  </a:cxn>
                  <a:cxn ang="T11">
                    <a:pos x="T2" y="T3"/>
                  </a:cxn>
                  <a:cxn ang="T12">
                    <a:pos x="T4" y="T5"/>
                  </a:cxn>
                  <a:cxn ang="T13">
                    <a:pos x="T6" y="T7"/>
                  </a:cxn>
                  <a:cxn ang="T14">
                    <a:pos x="T8" y="T9"/>
                  </a:cxn>
                </a:cxnLst>
                <a:rect l="T15" t="T16" r="T17" b="T18"/>
                <a:pathLst>
                  <a:path w="112" h="87">
                    <a:moveTo>
                      <a:pt x="112" y="87"/>
                    </a:moveTo>
                    <a:lnTo>
                      <a:pt x="0" y="47"/>
                    </a:lnTo>
                    <a:lnTo>
                      <a:pt x="16" y="23"/>
                    </a:lnTo>
                    <a:lnTo>
                      <a:pt x="32" y="0"/>
                    </a:lnTo>
                    <a:lnTo>
                      <a:pt x="112" y="87"/>
                    </a:lnTo>
                    <a:close/>
                  </a:path>
                </a:pathLst>
              </a:custGeom>
              <a:solidFill>
                <a:schemeClr val="bg2"/>
              </a:solidFill>
              <a:ln w="9525">
                <a:solidFill>
                  <a:schemeClr val="bg2"/>
                </a:solidFill>
                <a:round/>
                <a:headEnd/>
                <a:tailEnd/>
              </a:ln>
            </p:spPr>
            <p:txBody>
              <a:bodyPr/>
              <a:lstStyle/>
              <a:p>
                <a:endParaRPr lang="en-US"/>
              </a:p>
            </p:txBody>
          </p:sp>
          <p:sp>
            <p:nvSpPr>
              <p:cNvPr id="105900" name="Line 1077"/>
              <p:cNvSpPr>
                <a:spLocks noChangeShapeType="1"/>
              </p:cNvSpPr>
              <p:nvPr/>
            </p:nvSpPr>
            <p:spPr bwMode="auto">
              <a:xfrm>
                <a:off x="2407" y="3001"/>
                <a:ext cx="72"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901" name="Line 1078"/>
              <p:cNvSpPr>
                <a:spLocks noChangeShapeType="1"/>
              </p:cNvSpPr>
              <p:nvPr/>
            </p:nvSpPr>
            <p:spPr bwMode="auto">
              <a:xfrm>
                <a:off x="2503" y="3065"/>
                <a:ext cx="71" cy="39"/>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902" name="Line 1079"/>
              <p:cNvSpPr>
                <a:spLocks noChangeShapeType="1"/>
              </p:cNvSpPr>
              <p:nvPr/>
            </p:nvSpPr>
            <p:spPr bwMode="auto">
              <a:xfrm>
                <a:off x="2599" y="3121"/>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903" name="Line 1080"/>
              <p:cNvSpPr>
                <a:spLocks noChangeShapeType="1"/>
              </p:cNvSpPr>
              <p:nvPr/>
            </p:nvSpPr>
            <p:spPr bwMode="auto">
              <a:xfrm>
                <a:off x="2688" y="3185"/>
                <a:ext cx="46" cy="2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5755" name="Group 1081"/>
            <p:cNvGrpSpPr>
              <a:grpSpLocks/>
            </p:cNvGrpSpPr>
            <p:nvPr/>
          </p:nvGrpSpPr>
          <p:grpSpPr bwMode="auto">
            <a:xfrm>
              <a:off x="2854" y="3296"/>
              <a:ext cx="439" cy="279"/>
              <a:chOff x="2854" y="3296"/>
              <a:chExt cx="439" cy="279"/>
            </a:xfrm>
          </p:grpSpPr>
          <p:sp>
            <p:nvSpPr>
              <p:cNvPr id="105894" name="Freeform 1082"/>
              <p:cNvSpPr>
                <a:spLocks/>
              </p:cNvSpPr>
              <p:nvPr/>
            </p:nvSpPr>
            <p:spPr bwMode="auto">
              <a:xfrm>
                <a:off x="3181" y="3488"/>
                <a:ext cx="112" cy="87"/>
              </a:xfrm>
              <a:custGeom>
                <a:avLst/>
                <a:gdLst>
                  <a:gd name="T0" fmla="*/ 112 w 112"/>
                  <a:gd name="T1" fmla="*/ 87 h 87"/>
                  <a:gd name="T2" fmla="*/ 0 w 112"/>
                  <a:gd name="T3" fmla="*/ 48 h 87"/>
                  <a:gd name="T4" fmla="*/ 16 w 112"/>
                  <a:gd name="T5" fmla="*/ 24 h 87"/>
                  <a:gd name="T6" fmla="*/ 32 w 112"/>
                  <a:gd name="T7" fmla="*/ 0 h 87"/>
                  <a:gd name="T8" fmla="*/ 112 w 112"/>
                  <a:gd name="T9" fmla="*/ 87 h 87"/>
                  <a:gd name="T10" fmla="*/ 0 60000 65536"/>
                  <a:gd name="T11" fmla="*/ 0 60000 65536"/>
                  <a:gd name="T12" fmla="*/ 0 60000 65536"/>
                  <a:gd name="T13" fmla="*/ 0 60000 65536"/>
                  <a:gd name="T14" fmla="*/ 0 60000 65536"/>
                  <a:gd name="T15" fmla="*/ 0 w 112"/>
                  <a:gd name="T16" fmla="*/ 0 h 87"/>
                  <a:gd name="T17" fmla="*/ 112 w 112"/>
                  <a:gd name="T18" fmla="*/ 87 h 87"/>
                </a:gdLst>
                <a:ahLst/>
                <a:cxnLst>
                  <a:cxn ang="T10">
                    <a:pos x="T0" y="T1"/>
                  </a:cxn>
                  <a:cxn ang="T11">
                    <a:pos x="T2" y="T3"/>
                  </a:cxn>
                  <a:cxn ang="T12">
                    <a:pos x="T4" y="T5"/>
                  </a:cxn>
                  <a:cxn ang="T13">
                    <a:pos x="T6" y="T7"/>
                  </a:cxn>
                  <a:cxn ang="T14">
                    <a:pos x="T8" y="T9"/>
                  </a:cxn>
                </a:cxnLst>
                <a:rect l="T15" t="T16" r="T17" b="T18"/>
                <a:pathLst>
                  <a:path w="112" h="87">
                    <a:moveTo>
                      <a:pt x="112" y="87"/>
                    </a:moveTo>
                    <a:lnTo>
                      <a:pt x="0" y="48"/>
                    </a:lnTo>
                    <a:lnTo>
                      <a:pt x="16" y="24"/>
                    </a:lnTo>
                    <a:lnTo>
                      <a:pt x="32" y="0"/>
                    </a:lnTo>
                    <a:lnTo>
                      <a:pt x="112" y="87"/>
                    </a:lnTo>
                    <a:close/>
                  </a:path>
                </a:pathLst>
              </a:custGeom>
              <a:solidFill>
                <a:schemeClr val="bg2"/>
              </a:solidFill>
              <a:ln w="9525">
                <a:solidFill>
                  <a:schemeClr val="bg2"/>
                </a:solidFill>
                <a:round/>
                <a:headEnd/>
                <a:tailEnd/>
              </a:ln>
            </p:spPr>
            <p:txBody>
              <a:bodyPr/>
              <a:lstStyle/>
              <a:p>
                <a:endParaRPr lang="en-US"/>
              </a:p>
            </p:txBody>
          </p:sp>
          <p:sp>
            <p:nvSpPr>
              <p:cNvPr id="105895" name="Line 1083"/>
              <p:cNvSpPr>
                <a:spLocks noChangeShapeType="1"/>
              </p:cNvSpPr>
              <p:nvPr/>
            </p:nvSpPr>
            <p:spPr bwMode="auto">
              <a:xfrm>
                <a:off x="2854" y="3296"/>
                <a:ext cx="72"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896" name="Line 1084"/>
              <p:cNvSpPr>
                <a:spLocks noChangeShapeType="1"/>
              </p:cNvSpPr>
              <p:nvPr/>
            </p:nvSpPr>
            <p:spPr bwMode="auto">
              <a:xfrm>
                <a:off x="2950" y="3360"/>
                <a:ext cx="71" cy="39"/>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897" name="Line 1085"/>
              <p:cNvSpPr>
                <a:spLocks noChangeShapeType="1"/>
              </p:cNvSpPr>
              <p:nvPr/>
            </p:nvSpPr>
            <p:spPr bwMode="auto">
              <a:xfrm>
                <a:off x="3046" y="3416"/>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898" name="Line 1086"/>
              <p:cNvSpPr>
                <a:spLocks noChangeShapeType="1"/>
              </p:cNvSpPr>
              <p:nvPr/>
            </p:nvSpPr>
            <p:spPr bwMode="auto">
              <a:xfrm>
                <a:off x="3135" y="3480"/>
                <a:ext cx="62" cy="3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5756" name="Group 1087"/>
            <p:cNvGrpSpPr>
              <a:grpSpLocks/>
            </p:cNvGrpSpPr>
            <p:nvPr/>
          </p:nvGrpSpPr>
          <p:grpSpPr bwMode="auto">
            <a:xfrm>
              <a:off x="2863" y="3304"/>
              <a:ext cx="422" cy="279"/>
              <a:chOff x="2863" y="3304"/>
              <a:chExt cx="422" cy="279"/>
            </a:xfrm>
          </p:grpSpPr>
          <p:sp>
            <p:nvSpPr>
              <p:cNvPr id="105889" name="Freeform 1088"/>
              <p:cNvSpPr>
                <a:spLocks/>
              </p:cNvSpPr>
              <p:nvPr/>
            </p:nvSpPr>
            <p:spPr bwMode="auto">
              <a:xfrm>
                <a:off x="3173" y="3304"/>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32" y="88"/>
                    </a:lnTo>
                    <a:lnTo>
                      <a:pt x="16" y="64"/>
                    </a:lnTo>
                    <a:lnTo>
                      <a:pt x="0" y="40"/>
                    </a:lnTo>
                    <a:lnTo>
                      <a:pt x="112" y="0"/>
                    </a:lnTo>
                    <a:close/>
                  </a:path>
                </a:pathLst>
              </a:custGeom>
              <a:solidFill>
                <a:schemeClr val="bg2"/>
              </a:solidFill>
              <a:ln w="9525">
                <a:solidFill>
                  <a:schemeClr val="bg2"/>
                </a:solidFill>
                <a:round/>
                <a:headEnd/>
                <a:tailEnd/>
              </a:ln>
            </p:spPr>
            <p:txBody>
              <a:bodyPr/>
              <a:lstStyle/>
              <a:p>
                <a:endParaRPr lang="en-US"/>
              </a:p>
            </p:txBody>
          </p:sp>
          <p:sp>
            <p:nvSpPr>
              <p:cNvPr id="105890" name="Line 1089"/>
              <p:cNvSpPr>
                <a:spLocks noChangeShapeType="1"/>
              </p:cNvSpPr>
              <p:nvPr/>
            </p:nvSpPr>
            <p:spPr bwMode="auto">
              <a:xfrm flipV="1">
                <a:off x="2863" y="3536"/>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891" name="Line 1090"/>
              <p:cNvSpPr>
                <a:spLocks noChangeShapeType="1"/>
              </p:cNvSpPr>
              <p:nvPr/>
            </p:nvSpPr>
            <p:spPr bwMode="auto">
              <a:xfrm flipV="1">
                <a:off x="2958" y="3473"/>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892" name="Line 1091"/>
              <p:cNvSpPr>
                <a:spLocks noChangeShapeType="1"/>
              </p:cNvSpPr>
              <p:nvPr/>
            </p:nvSpPr>
            <p:spPr bwMode="auto">
              <a:xfrm flipV="1">
                <a:off x="3046" y="3417"/>
                <a:ext cx="79"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893" name="Line 1092"/>
              <p:cNvSpPr>
                <a:spLocks noChangeShapeType="1"/>
              </p:cNvSpPr>
              <p:nvPr/>
            </p:nvSpPr>
            <p:spPr bwMode="auto">
              <a:xfrm flipV="1">
                <a:off x="3141" y="3368"/>
                <a:ext cx="48" cy="3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5757" name="Group 1093"/>
            <p:cNvGrpSpPr>
              <a:grpSpLocks/>
            </p:cNvGrpSpPr>
            <p:nvPr/>
          </p:nvGrpSpPr>
          <p:grpSpPr bwMode="auto">
            <a:xfrm>
              <a:off x="2870" y="2690"/>
              <a:ext cx="415" cy="287"/>
              <a:chOff x="2870" y="2690"/>
              <a:chExt cx="415" cy="287"/>
            </a:xfrm>
          </p:grpSpPr>
          <p:sp>
            <p:nvSpPr>
              <p:cNvPr id="105884" name="Freeform 1094"/>
              <p:cNvSpPr>
                <a:spLocks/>
              </p:cNvSpPr>
              <p:nvPr/>
            </p:nvSpPr>
            <p:spPr bwMode="auto">
              <a:xfrm>
                <a:off x="3173" y="2690"/>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32" y="88"/>
                    </a:lnTo>
                    <a:lnTo>
                      <a:pt x="16" y="64"/>
                    </a:lnTo>
                    <a:lnTo>
                      <a:pt x="0" y="40"/>
                    </a:lnTo>
                    <a:lnTo>
                      <a:pt x="112" y="0"/>
                    </a:lnTo>
                    <a:close/>
                  </a:path>
                </a:pathLst>
              </a:custGeom>
              <a:solidFill>
                <a:schemeClr val="bg2"/>
              </a:solidFill>
              <a:ln w="9525">
                <a:solidFill>
                  <a:schemeClr val="bg2"/>
                </a:solidFill>
                <a:round/>
                <a:headEnd/>
                <a:tailEnd/>
              </a:ln>
            </p:spPr>
            <p:txBody>
              <a:bodyPr/>
              <a:lstStyle/>
              <a:p>
                <a:endParaRPr lang="en-US"/>
              </a:p>
            </p:txBody>
          </p:sp>
          <p:sp>
            <p:nvSpPr>
              <p:cNvPr id="105885" name="Line 1095"/>
              <p:cNvSpPr>
                <a:spLocks noChangeShapeType="1"/>
              </p:cNvSpPr>
              <p:nvPr/>
            </p:nvSpPr>
            <p:spPr bwMode="auto">
              <a:xfrm flipV="1">
                <a:off x="2870" y="2929"/>
                <a:ext cx="72"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886" name="Line 1096"/>
              <p:cNvSpPr>
                <a:spLocks noChangeShapeType="1"/>
              </p:cNvSpPr>
              <p:nvPr/>
            </p:nvSpPr>
            <p:spPr bwMode="auto">
              <a:xfrm flipV="1">
                <a:off x="2967" y="2867"/>
                <a:ext cx="70" cy="46"/>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887" name="Line 1097"/>
              <p:cNvSpPr>
                <a:spLocks noChangeShapeType="1"/>
              </p:cNvSpPr>
              <p:nvPr/>
            </p:nvSpPr>
            <p:spPr bwMode="auto">
              <a:xfrm flipV="1">
                <a:off x="3053" y="2803"/>
                <a:ext cx="72"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888" name="Line 1098"/>
              <p:cNvSpPr>
                <a:spLocks noChangeShapeType="1"/>
              </p:cNvSpPr>
              <p:nvPr/>
            </p:nvSpPr>
            <p:spPr bwMode="auto">
              <a:xfrm flipV="1">
                <a:off x="3149" y="2754"/>
                <a:ext cx="40" cy="3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5758" name="Group 1099"/>
            <p:cNvGrpSpPr>
              <a:grpSpLocks/>
            </p:cNvGrpSpPr>
            <p:nvPr/>
          </p:nvGrpSpPr>
          <p:grpSpPr bwMode="auto">
            <a:xfrm>
              <a:off x="2878" y="2068"/>
              <a:ext cx="431" cy="287"/>
              <a:chOff x="2878" y="2068"/>
              <a:chExt cx="431" cy="287"/>
            </a:xfrm>
          </p:grpSpPr>
          <p:sp>
            <p:nvSpPr>
              <p:cNvPr id="105879" name="Freeform 1100"/>
              <p:cNvSpPr>
                <a:spLocks/>
              </p:cNvSpPr>
              <p:nvPr/>
            </p:nvSpPr>
            <p:spPr bwMode="auto">
              <a:xfrm>
                <a:off x="3197" y="2267"/>
                <a:ext cx="112" cy="88"/>
              </a:xfrm>
              <a:custGeom>
                <a:avLst/>
                <a:gdLst>
                  <a:gd name="T0" fmla="*/ 112 w 112"/>
                  <a:gd name="T1" fmla="*/ 88 h 88"/>
                  <a:gd name="T2" fmla="*/ 0 w 112"/>
                  <a:gd name="T3" fmla="*/ 48 h 88"/>
                  <a:gd name="T4" fmla="*/ 16 w 112"/>
                  <a:gd name="T5" fmla="*/ 24 h 88"/>
                  <a:gd name="T6" fmla="*/ 32 w 112"/>
                  <a:gd name="T7" fmla="*/ 0 h 88"/>
                  <a:gd name="T8" fmla="*/ 112 w 112"/>
                  <a:gd name="T9" fmla="*/ 88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88"/>
                    </a:moveTo>
                    <a:lnTo>
                      <a:pt x="0" y="48"/>
                    </a:lnTo>
                    <a:lnTo>
                      <a:pt x="16" y="24"/>
                    </a:lnTo>
                    <a:lnTo>
                      <a:pt x="32" y="0"/>
                    </a:lnTo>
                    <a:lnTo>
                      <a:pt x="112" y="88"/>
                    </a:lnTo>
                    <a:close/>
                  </a:path>
                </a:pathLst>
              </a:custGeom>
              <a:solidFill>
                <a:schemeClr val="bg2"/>
              </a:solidFill>
              <a:ln w="9525">
                <a:solidFill>
                  <a:schemeClr val="bg2"/>
                </a:solidFill>
                <a:round/>
                <a:headEnd/>
                <a:tailEnd/>
              </a:ln>
            </p:spPr>
            <p:txBody>
              <a:bodyPr/>
              <a:lstStyle/>
              <a:p>
                <a:endParaRPr lang="en-US"/>
              </a:p>
            </p:txBody>
          </p:sp>
          <p:sp>
            <p:nvSpPr>
              <p:cNvPr id="105880" name="Line 1101"/>
              <p:cNvSpPr>
                <a:spLocks noChangeShapeType="1"/>
              </p:cNvSpPr>
              <p:nvPr/>
            </p:nvSpPr>
            <p:spPr bwMode="auto">
              <a:xfrm>
                <a:off x="2878" y="2068"/>
                <a:ext cx="72"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881" name="Line 1102"/>
              <p:cNvSpPr>
                <a:spLocks noChangeShapeType="1"/>
              </p:cNvSpPr>
              <p:nvPr/>
            </p:nvSpPr>
            <p:spPr bwMode="auto">
              <a:xfrm>
                <a:off x="2975" y="2132"/>
                <a:ext cx="70" cy="46"/>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882" name="Line 1103"/>
              <p:cNvSpPr>
                <a:spLocks noChangeShapeType="1"/>
              </p:cNvSpPr>
              <p:nvPr/>
            </p:nvSpPr>
            <p:spPr bwMode="auto">
              <a:xfrm>
                <a:off x="3062" y="2196"/>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883" name="Line 1104"/>
              <p:cNvSpPr>
                <a:spLocks noChangeShapeType="1"/>
              </p:cNvSpPr>
              <p:nvPr/>
            </p:nvSpPr>
            <p:spPr bwMode="auto">
              <a:xfrm>
                <a:off x="3157" y="2251"/>
                <a:ext cx="56" cy="4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5759" name="Group 1105"/>
            <p:cNvGrpSpPr>
              <a:grpSpLocks/>
            </p:cNvGrpSpPr>
            <p:nvPr/>
          </p:nvGrpSpPr>
          <p:grpSpPr bwMode="auto">
            <a:xfrm>
              <a:off x="2415" y="2387"/>
              <a:ext cx="439" cy="271"/>
              <a:chOff x="2415" y="2387"/>
              <a:chExt cx="439" cy="271"/>
            </a:xfrm>
          </p:grpSpPr>
          <p:sp>
            <p:nvSpPr>
              <p:cNvPr id="105874" name="Freeform 1106"/>
              <p:cNvSpPr>
                <a:spLocks/>
              </p:cNvSpPr>
              <p:nvPr/>
            </p:nvSpPr>
            <p:spPr bwMode="auto">
              <a:xfrm>
                <a:off x="2742" y="2578"/>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 name="T15" fmla="*/ 0 w 112"/>
                  <a:gd name="T16" fmla="*/ 0 h 80"/>
                  <a:gd name="T17" fmla="*/ 112 w 112"/>
                  <a:gd name="T18" fmla="*/ 80 h 80"/>
                </a:gdLst>
                <a:ahLst/>
                <a:cxnLst>
                  <a:cxn ang="T10">
                    <a:pos x="T0" y="T1"/>
                  </a:cxn>
                  <a:cxn ang="T11">
                    <a:pos x="T2" y="T3"/>
                  </a:cxn>
                  <a:cxn ang="T12">
                    <a:pos x="T4" y="T5"/>
                  </a:cxn>
                  <a:cxn ang="T13">
                    <a:pos x="T6" y="T7"/>
                  </a:cxn>
                  <a:cxn ang="T14">
                    <a:pos x="T8" y="T9"/>
                  </a:cxn>
                </a:cxnLst>
                <a:rect l="T15" t="T16" r="T17" b="T18"/>
                <a:pathLst>
                  <a:path w="112" h="80">
                    <a:moveTo>
                      <a:pt x="112" y="80"/>
                    </a:moveTo>
                    <a:lnTo>
                      <a:pt x="0" y="48"/>
                    </a:lnTo>
                    <a:lnTo>
                      <a:pt x="16" y="24"/>
                    </a:lnTo>
                    <a:lnTo>
                      <a:pt x="32" y="0"/>
                    </a:lnTo>
                    <a:lnTo>
                      <a:pt x="112" y="80"/>
                    </a:lnTo>
                    <a:close/>
                  </a:path>
                </a:pathLst>
              </a:custGeom>
              <a:solidFill>
                <a:schemeClr val="bg2"/>
              </a:solidFill>
              <a:ln w="9525">
                <a:solidFill>
                  <a:schemeClr val="bg2"/>
                </a:solidFill>
                <a:round/>
                <a:headEnd/>
                <a:tailEnd/>
              </a:ln>
            </p:spPr>
            <p:txBody>
              <a:bodyPr/>
              <a:lstStyle/>
              <a:p>
                <a:endParaRPr lang="en-US"/>
              </a:p>
            </p:txBody>
          </p:sp>
          <p:sp>
            <p:nvSpPr>
              <p:cNvPr id="105875" name="Line 1107"/>
              <p:cNvSpPr>
                <a:spLocks noChangeShapeType="1"/>
              </p:cNvSpPr>
              <p:nvPr/>
            </p:nvSpPr>
            <p:spPr bwMode="auto">
              <a:xfrm>
                <a:off x="2415" y="2387"/>
                <a:ext cx="72"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876" name="Line 1108"/>
              <p:cNvSpPr>
                <a:spLocks noChangeShapeType="1"/>
              </p:cNvSpPr>
              <p:nvPr/>
            </p:nvSpPr>
            <p:spPr bwMode="auto">
              <a:xfrm>
                <a:off x="2512" y="2443"/>
                <a:ext cx="70" cy="46"/>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877" name="Line 1109"/>
              <p:cNvSpPr>
                <a:spLocks noChangeShapeType="1"/>
              </p:cNvSpPr>
              <p:nvPr/>
            </p:nvSpPr>
            <p:spPr bwMode="auto">
              <a:xfrm>
                <a:off x="2607" y="2507"/>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878" name="Line 1110"/>
              <p:cNvSpPr>
                <a:spLocks noChangeShapeType="1"/>
              </p:cNvSpPr>
              <p:nvPr/>
            </p:nvSpPr>
            <p:spPr bwMode="auto">
              <a:xfrm>
                <a:off x="2702" y="2562"/>
                <a:ext cx="56" cy="39"/>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5760" name="Group 1111"/>
            <p:cNvGrpSpPr>
              <a:grpSpLocks/>
            </p:cNvGrpSpPr>
            <p:nvPr/>
          </p:nvGrpSpPr>
          <p:grpSpPr bwMode="auto">
            <a:xfrm>
              <a:off x="1944" y="2387"/>
              <a:ext cx="439" cy="271"/>
              <a:chOff x="1944" y="2387"/>
              <a:chExt cx="439" cy="271"/>
            </a:xfrm>
          </p:grpSpPr>
          <p:sp>
            <p:nvSpPr>
              <p:cNvPr id="105869" name="Freeform 1112"/>
              <p:cNvSpPr>
                <a:spLocks/>
              </p:cNvSpPr>
              <p:nvPr/>
            </p:nvSpPr>
            <p:spPr bwMode="auto">
              <a:xfrm>
                <a:off x="2271" y="2578"/>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 name="T15" fmla="*/ 0 w 112"/>
                  <a:gd name="T16" fmla="*/ 0 h 80"/>
                  <a:gd name="T17" fmla="*/ 112 w 112"/>
                  <a:gd name="T18" fmla="*/ 80 h 80"/>
                </a:gdLst>
                <a:ahLst/>
                <a:cxnLst>
                  <a:cxn ang="T10">
                    <a:pos x="T0" y="T1"/>
                  </a:cxn>
                  <a:cxn ang="T11">
                    <a:pos x="T2" y="T3"/>
                  </a:cxn>
                  <a:cxn ang="T12">
                    <a:pos x="T4" y="T5"/>
                  </a:cxn>
                  <a:cxn ang="T13">
                    <a:pos x="T6" y="T7"/>
                  </a:cxn>
                  <a:cxn ang="T14">
                    <a:pos x="T8" y="T9"/>
                  </a:cxn>
                </a:cxnLst>
                <a:rect l="T15" t="T16" r="T17" b="T18"/>
                <a:pathLst>
                  <a:path w="112" h="80">
                    <a:moveTo>
                      <a:pt x="112" y="80"/>
                    </a:moveTo>
                    <a:lnTo>
                      <a:pt x="0" y="48"/>
                    </a:lnTo>
                    <a:lnTo>
                      <a:pt x="16" y="24"/>
                    </a:lnTo>
                    <a:lnTo>
                      <a:pt x="32" y="0"/>
                    </a:lnTo>
                    <a:lnTo>
                      <a:pt x="112" y="80"/>
                    </a:lnTo>
                    <a:close/>
                  </a:path>
                </a:pathLst>
              </a:custGeom>
              <a:solidFill>
                <a:schemeClr val="bg2"/>
              </a:solidFill>
              <a:ln w="9525">
                <a:solidFill>
                  <a:schemeClr val="bg2"/>
                </a:solidFill>
                <a:round/>
                <a:headEnd/>
                <a:tailEnd/>
              </a:ln>
            </p:spPr>
            <p:txBody>
              <a:bodyPr/>
              <a:lstStyle/>
              <a:p>
                <a:endParaRPr lang="en-US"/>
              </a:p>
            </p:txBody>
          </p:sp>
          <p:sp>
            <p:nvSpPr>
              <p:cNvPr id="105870" name="Line 1113"/>
              <p:cNvSpPr>
                <a:spLocks noChangeShapeType="1"/>
              </p:cNvSpPr>
              <p:nvPr/>
            </p:nvSpPr>
            <p:spPr bwMode="auto">
              <a:xfrm>
                <a:off x="1944" y="2387"/>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871" name="Line 1114"/>
              <p:cNvSpPr>
                <a:spLocks noChangeShapeType="1"/>
              </p:cNvSpPr>
              <p:nvPr/>
            </p:nvSpPr>
            <p:spPr bwMode="auto">
              <a:xfrm>
                <a:off x="2040" y="2443"/>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872" name="Line 1115"/>
              <p:cNvSpPr>
                <a:spLocks noChangeShapeType="1"/>
              </p:cNvSpPr>
              <p:nvPr/>
            </p:nvSpPr>
            <p:spPr bwMode="auto">
              <a:xfrm>
                <a:off x="2136" y="2507"/>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873" name="Line 1116"/>
              <p:cNvSpPr>
                <a:spLocks noChangeShapeType="1"/>
              </p:cNvSpPr>
              <p:nvPr/>
            </p:nvSpPr>
            <p:spPr bwMode="auto">
              <a:xfrm>
                <a:off x="2231" y="2562"/>
                <a:ext cx="56" cy="39"/>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5761" name="Group 1117"/>
            <p:cNvGrpSpPr>
              <a:grpSpLocks/>
            </p:cNvGrpSpPr>
            <p:nvPr/>
          </p:nvGrpSpPr>
          <p:grpSpPr bwMode="auto">
            <a:xfrm>
              <a:off x="2399" y="3304"/>
              <a:ext cx="447" cy="279"/>
              <a:chOff x="2399" y="3304"/>
              <a:chExt cx="447" cy="279"/>
            </a:xfrm>
          </p:grpSpPr>
          <p:sp>
            <p:nvSpPr>
              <p:cNvPr id="105864" name="Freeform 1118"/>
              <p:cNvSpPr>
                <a:spLocks/>
              </p:cNvSpPr>
              <p:nvPr/>
            </p:nvSpPr>
            <p:spPr bwMode="auto">
              <a:xfrm>
                <a:off x="2734" y="3504"/>
                <a:ext cx="112" cy="79"/>
              </a:xfrm>
              <a:custGeom>
                <a:avLst/>
                <a:gdLst>
                  <a:gd name="T0" fmla="*/ 112 w 112"/>
                  <a:gd name="T1" fmla="*/ 79 h 79"/>
                  <a:gd name="T2" fmla="*/ 0 w 112"/>
                  <a:gd name="T3" fmla="*/ 47 h 79"/>
                  <a:gd name="T4" fmla="*/ 16 w 112"/>
                  <a:gd name="T5" fmla="*/ 24 h 79"/>
                  <a:gd name="T6" fmla="*/ 32 w 112"/>
                  <a:gd name="T7" fmla="*/ 0 h 79"/>
                  <a:gd name="T8" fmla="*/ 112 w 112"/>
                  <a:gd name="T9" fmla="*/ 79 h 79"/>
                  <a:gd name="T10" fmla="*/ 0 60000 65536"/>
                  <a:gd name="T11" fmla="*/ 0 60000 65536"/>
                  <a:gd name="T12" fmla="*/ 0 60000 65536"/>
                  <a:gd name="T13" fmla="*/ 0 60000 65536"/>
                  <a:gd name="T14" fmla="*/ 0 60000 65536"/>
                  <a:gd name="T15" fmla="*/ 0 w 112"/>
                  <a:gd name="T16" fmla="*/ 0 h 79"/>
                  <a:gd name="T17" fmla="*/ 112 w 112"/>
                  <a:gd name="T18" fmla="*/ 79 h 79"/>
                </a:gdLst>
                <a:ahLst/>
                <a:cxnLst>
                  <a:cxn ang="T10">
                    <a:pos x="T0" y="T1"/>
                  </a:cxn>
                  <a:cxn ang="T11">
                    <a:pos x="T2" y="T3"/>
                  </a:cxn>
                  <a:cxn ang="T12">
                    <a:pos x="T4" y="T5"/>
                  </a:cxn>
                  <a:cxn ang="T13">
                    <a:pos x="T6" y="T7"/>
                  </a:cxn>
                  <a:cxn ang="T14">
                    <a:pos x="T8" y="T9"/>
                  </a:cxn>
                </a:cxnLst>
                <a:rect l="T15" t="T16" r="T17" b="T18"/>
                <a:pathLst>
                  <a:path w="112" h="79">
                    <a:moveTo>
                      <a:pt x="112" y="79"/>
                    </a:moveTo>
                    <a:lnTo>
                      <a:pt x="0" y="47"/>
                    </a:lnTo>
                    <a:lnTo>
                      <a:pt x="16" y="24"/>
                    </a:lnTo>
                    <a:lnTo>
                      <a:pt x="32" y="0"/>
                    </a:lnTo>
                    <a:lnTo>
                      <a:pt x="112" y="79"/>
                    </a:lnTo>
                    <a:close/>
                  </a:path>
                </a:pathLst>
              </a:custGeom>
              <a:solidFill>
                <a:schemeClr val="bg2"/>
              </a:solidFill>
              <a:ln w="9525">
                <a:solidFill>
                  <a:schemeClr val="bg2"/>
                </a:solidFill>
                <a:round/>
                <a:headEnd/>
                <a:tailEnd/>
              </a:ln>
            </p:spPr>
            <p:txBody>
              <a:bodyPr/>
              <a:lstStyle/>
              <a:p>
                <a:endParaRPr lang="en-US"/>
              </a:p>
            </p:txBody>
          </p:sp>
          <p:sp>
            <p:nvSpPr>
              <p:cNvPr id="105865" name="Line 1119"/>
              <p:cNvSpPr>
                <a:spLocks noChangeShapeType="1"/>
              </p:cNvSpPr>
              <p:nvPr/>
            </p:nvSpPr>
            <p:spPr bwMode="auto">
              <a:xfrm>
                <a:off x="2399" y="3304"/>
                <a:ext cx="72"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866" name="Line 1120"/>
              <p:cNvSpPr>
                <a:spLocks noChangeShapeType="1"/>
              </p:cNvSpPr>
              <p:nvPr/>
            </p:nvSpPr>
            <p:spPr bwMode="auto">
              <a:xfrm>
                <a:off x="2495" y="3360"/>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867" name="Line 1121"/>
              <p:cNvSpPr>
                <a:spLocks noChangeShapeType="1"/>
              </p:cNvSpPr>
              <p:nvPr/>
            </p:nvSpPr>
            <p:spPr bwMode="auto">
              <a:xfrm>
                <a:off x="2590" y="3424"/>
                <a:ext cx="72"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868" name="Line 1122"/>
              <p:cNvSpPr>
                <a:spLocks noChangeShapeType="1"/>
              </p:cNvSpPr>
              <p:nvPr/>
            </p:nvSpPr>
            <p:spPr bwMode="auto">
              <a:xfrm>
                <a:off x="2687" y="3480"/>
                <a:ext cx="63" cy="46"/>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5762" name="Group 1123"/>
            <p:cNvGrpSpPr>
              <a:grpSpLocks/>
            </p:cNvGrpSpPr>
            <p:nvPr/>
          </p:nvGrpSpPr>
          <p:grpSpPr bwMode="auto">
            <a:xfrm>
              <a:off x="1936" y="3304"/>
              <a:ext cx="431" cy="271"/>
              <a:chOff x="1936" y="3304"/>
              <a:chExt cx="431" cy="271"/>
            </a:xfrm>
          </p:grpSpPr>
          <p:sp>
            <p:nvSpPr>
              <p:cNvPr id="105859" name="Freeform 1124"/>
              <p:cNvSpPr>
                <a:spLocks/>
              </p:cNvSpPr>
              <p:nvPr/>
            </p:nvSpPr>
            <p:spPr bwMode="auto">
              <a:xfrm>
                <a:off x="2255" y="3496"/>
                <a:ext cx="112" cy="79"/>
              </a:xfrm>
              <a:custGeom>
                <a:avLst/>
                <a:gdLst>
                  <a:gd name="T0" fmla="*/ 112 w 112"/>
                  <a:gd name="T1" fmla="*/ 79 h 79"/>
                  <a:gd name="T2" fmla="*/ 0 w 112"/>
                  <a:gd name="T3" fmla="*/ 40 h 79"/>
                  <a:gd name="T4" fmla="*/ 16 w 112"/>
                  <a:gd name="T5" fmla="*/ 16 h 79"/>
                  <a:gd name="T6" fmla="*/ 32 w 112"/>
                  <a:gd name="T7" fmla="*/ 0 h 79"/>
                  <a:gd name="T8" fmla="*/ 112 w 112"/>
                  <a:gd name="T9" fmla="*/ 79 h 79"/>
                  <a:gd name="T10" fmla="*/ 0 60000 65536"/>
                  <a:gd name="T11" fmla="*/ 0 60000 65536"/>
                  <a:gd name="T12" fmla="*/ 0 60000 65536"/>
                  <a:gd name="T13" fmla="*/ 0 60000 65536"/>
                  <a:gd name="T14" fmla="*/ 0 60000 65536"/>
                  <a:gd name="T15" fmla="*/ 0 w 112"/>
                  <a:gd name="T16" fmla="*/ 0 h 79"/>
                  <a:gd name="T17" fmla="*/ 112 w 112"/>
                  <a:gd name="T18" fmla="*/ 79 h 79"/>
                </a:gdLst>
                <a:ahLst/>
                <a:cxnLst>
                  <a:cxn ang="T10">
                    <a:pos x="T0" y="T1"/>
                  </a:cxn>
                  <a:cxn ang="T11">
                    <a:pos x="T2" y="T3"/>
                  </a:cxn>
                  <a:cxn ang="T12">
                    <a:pos x="T4" y="T5"/>
                  </a:cxn>
                  <a:cxn ang="T13">
                    <a:pos x="T6" y="T7"/>
                  </a:cxn>
                  <a:cxn ang="T14">
                    <a:pos x="T8" y="T9"/>
                  </a:cxn>
                </a:cxnLst>
                <a:rect l="T15" t="T16" r="T17" b="T18"/>
                <a:pathLst>
                  <a:path w="112" h="79">
                    <a:moveTo>
                      <a:pt x="112" y="79"/>
                    </a:moveTo>
                    <a:lnTo>
                      <a:pt x="0" y="40"/>
                    </a:lnTo>
                    <a:lnTo>
                      <a:pt x="16" y="16"/>
                    </a:lnTo>
                    <a:lnTo>
                      <a:pt x="32" y="0"/>
                    </a:lnTo>
                    <a:lnTo>
                      <a:pt x="112" y="79"/>
                    </a:lnTo>
                    <a:close/>
                  </a:path>
                </a:pathLst>
              </a:custGeom>
              <a:solidFill>
                <a:schemeClr val="bg2"/>
              </a:solidFill>
              <a:ln w="9525">
                <a:solidFill>
                  <a:schemeClr val="bg2"/>
                </a:solidFill>
                <a:round/>
                <a:headEnd/>
                <a:tailEnd/>
              </a:ln>
            </p:spPr>
            <p:txBody>
              <a:bodyPr/>
              <a:lstStyle/>
              <a:p>
                <a:endParaRPr lang="en-US"/>
              </a:p>
            </p:txBody>
          </p:sp>
          <p:sp>
            <p:nvSpPr>
              <p:cNvPr id="105860" name="Line 1125"/>
              <p:cNvSpPr>
                <a:spLocks noChangeShapeType="1"/>
              </p:cNvSpPr>
              <p:nvPr/>
            </p:nvSpPr>
            <p:spPr bwMode="auto">
              <a:xfrm>
                <a:off x="1936" y="3304"/>
                <a:ext cx="72"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861" name="Line 1126"/>
              <p:cNvSpPr>
                <a:spLocks noChangeShapeType="1"/>
              </p:cNvSpPr>
              <p:nvPr/>
            </p:nvSpPr>
            <p:spPr bwMode="auto">
              <a:xfrm>
                <a:off x="2032" y="3360"/>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862" name="Line 1127"/>
              <p:cNvSpPr>
                <a:spLocks noChangeShapeType="1"/>
              </p:cNvSpPr>
              <p:nvPr/>
            </p:nvSpPr>
            <p:spPr bwMode="auto">
              <a:xfrm>
                <a:off x="2127" y="3424"/>
                <a:ext cx="72"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863" name="Line 1128"/>
              <p:cNvSpPr>
                <a:spLocks noChangeShapeType="1"/>
              </p:cNvSpPr>
              <p:nvPr/>
            </p:nvSpPr>
            <p:spPr bwMode="auto">
              <a:xfrm>
                <a:off x="2224" y="3480"/>
                <a:ext cx="47" cy="3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5763" name="Group 1129"/>
            <p:cNvGrpSpPr>
              <a:grpSpLocks/>
            </p:cNvGrpSpPr>
            <p:nvPr/>
          </p:nvGrpSpPr>
          <p:grpSpPr bwMode="auto">
            <a:xfrm>
              <a:off x="2400" y="3304"/>
              <a:ext cx="414" cy="279"/>
              <a:chOff x="2400" y="3304"/>
              <a:chExt cx="414" cy="279"/>
            </a:xfrm>
          </p:grpSpPr>
          <p:sp>
            <p:nvSpPr>
              <p:cNvPr id="105854" name="Freeform 1130"/>
              <p:cNvSpPr>
                <a:spLocks/>
              </p:cNvSpPr>
              <p:nvPr/>
            </p:nvSpPr>
            <p:spPr bwMode="auto">
              <a:xfrm>
                <a:off x="2702" y="3304"/>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32" y="88"/>
                    </a:lnTo>
                    <a:lnTo>
                      <a:pt x="16" y="64"/>
                    </a:lnTo>
                    <a:lnTo>
                      <a:pt x="0" y="40"/>
                    </a:lnTo>
                    <a:lnTo>
                      <a:pt x="112" y="0"/>
                    </a:lnTo>
                    <a:close/>
                  </a:path>
                </a:pathLst>
              </a:custGeom>
              <a:solidFill>
                <a:schemeClr val="bg2"/>
              </a:solidFill>
              <a:ln w="9525">
                <a:solidFill>
                  <a:schemeClr val="bg2"/>
                </a:solidFill>
                <a:round/>
                <a:headEnd/>
                <a:tailEnd/>
              </a:ln>
            </p:spPr>
            <p:txBody>
              <a:bodyPr/>
              <a:lstStyle/>
              <a:p>
                <a:endParaRPr lang="en-US"/>
              </a:p>
            </p:txBody>
          </p:sp>
          <p:sp>
            <p:nvSpPr>
              <p:cNvPr id="105855" name="Line 1131"/>
              <p:cNvSpPr>
                <a:spLocks noChangeShapeType="1"/>
              </p:cNvSpPr>
              <p:nvPr/>
            </p:nvSpPr>
            <p:spPr bwMode="auto">
              <a:xfrm flipV="1">
                <a:off x="2400" y="3536"/>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856" name="Line 1132"/>
              <p:cNvSpPr>
                <a:spLocks noChangeShapeType="1"/>
              </p:cNvSpPr>
              <p:nvPr/>
            </p:nvSpPr>
            <p:spPr bwMode="auto">
              <a:xfrm flipV="1">
                <a:off x="2495" y="3473"/>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857" name="Line 1133"/>
              <p:cNvSpPr>
                <a:spLocks noChangeShapeType="1"/>
              </p:cNvSpPr>
              <p:nvPr/>
            </p:nvSpPr>
            <p:spPr bwMode="auto">
              <a:xfrm flipV="1">
                <a:off x="2583" y="3409"/>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858" name="Line 1134"/>
              <p:cNvSpPr>
                <a:spLocks noChangeShapeType="1"/>
              </p:cNvSpPr>
              <p:nvPr/>
            </p:nvSpPr>
            <p:spPr bwMode="auto">
              <a:xfrm flipV="1">
                <a:off x="2678" y="3368"/>
                <a:ext cx="40" cy="3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5764" name="Group 1135"/>
            <p:cNvGrpSpPr>
              <a:grpSpLocks/>
            </p:cNvGrpSpPr>
            <p:nvPr/>
          </p:nvGrpSpPr>
          <p:grpSpPr bwMode="auto">
            <a:xfrm>
              <a:off x="2400" y="3001"/>
              <a:ext cx="422" cy="271"/>
              <a:chOff x="2400" y="3001"/>
              <a:chExt cx="422" cy="271"/>
            </a:xfrm>
          </p:grpSpPr>
          <p:sp>
            <p:nvSpPr>
              <p:cNvPr id="105849" name="Freeform 1136"/>
              <p:cNvSpPr>
                <a:spLocks/>
              </p:cNvSpPr>
              <p:nvPr/>
            </p:nvSpPr>
            <p:spPr bwMode="auto">
              <a:xfrm>
                <a:off x="2710" y="3001"/>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32" y="88"/>
                    </a:lnTo>
                    <a:lnTo>
                      <a:pt x="16" y="64"/>
                    </a:lnTo>
                    <a:lnTo>
                      <a:pt x="0" y="40"/>
                    </a:lnTo>
                    <a:lnTo>
                      <a:pt x="112" y="0"/>
                    </a:lnTo>
                    <a:close/>
                  </a:path>
                </a:pathLst>
              </a:custGeom>
              <a:solidFill>
                <a:schemeClr val="bg2"/>
              </a:solidFill>
              <a:ln w="9525">
                <a:solidFill>
                  <a:schemeClr val="bg2"/>
                </a:solidFill>
                <a:round/>
                <a:headEnd/>
                <a:tailEnd/>
              </a:ln>
            </p:spPr>
            <p:txBody>
              <a:bodyPr/>
              <a:lstStyle/>
              <a:p>
                <a:endParaRPr lang="en-US"/>
              </a:p>
            </p:txBody>
          </p:sp>
          <p:sp>
            <p:nvSpPr>
              <p:cNvPr id="105850" name="Line 1137"/>
              <p:cNvSpPr>
                <a:spLocks noChangeShapeType="1"/>
              </p:cNvSpPr>
              <p:nvPr/>
            </p:nvSpPr>
            <p:spPr bwMode="auto">
              <a:xfrm flipV="1">
                <a:off x="2400" y="3225"/>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851" name="Line 1138"/>
              <p:cNvSpPr>
                <a:spLocks noChangeShapeType="1"/>
              </p:cNvSpPr>
              <p:nvPr/>
            </p:nvSpPr>
            <p:spPr bwMode="auto">
              <a:xfrm flipV="1">
                <a:off x="2496" y="3170"/>
                <a:ext cx="70" cy="3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852" name="Line 1139"/>
              <p:cNvSpPr>
                <a:spLocks noChangeShapeType="1"/>
              </p:cNvSpPr>
              <p:nvPr/>
            </p:nvSpPr>
            <p:spPr bwMode="auto">
              <a:xfrm flipV="1">
                <a:off x="2590" y="3105"/>
                <a:ext cx="72"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853" name="Line 1140"/>
              <p:cNvSpPr>
                <a:spLocks noChangeShapeType="1"/>
              </p:cNvSpPr>
              <p:nvPr/>
            </p:nvSpPr>
            <p:spPr bwMode="auto">
              <a:xfrm flipV="1">
                <a:off x="2678" y="3065"/>
                <a:ext cx="48" cy="24"/>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5765" name="Group 1141"/>
            <p:cNvGrpSpPr>
              <a:grpSpLocks/>
            </p:cNvGrpSpPr>
            <p:nvPr/>
          </p:nvGrpSpPr>
          <p:grpSpPr bwMode="auto">
            <a:xfrm>
              <a:off x="3318" y="3001"/>
              <a:ext cx="422" cy="271"/>
              <a:chOff x="3318" y="3001"/>
              <a:chExt cx="422" cy="271"/>
            </a:xfrm>
          </p:grpSpPr>
          <p:sp>
            <p:nvSpPr>
              <p:cNvPr id="105844" name="Freeform 1142"/>
              <p:cNvSpPr>
                <a:spLocks/>
              </p:cNvSpPr>
              <p:nvPr/>
            </p:nvSpPr>
            <p:spPr bwMode="auto">
              <a:xfrm>
                <a:off x="3628" y="3001"/>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32" y="88"/>
                    </a:lnTo>
                    <a:lnTo>
                      <a:pt x="16" y="64"/>
                    </a:lnTo>
                    <a:lnTo>
                      <a:pt x="0" y="40"/>
                    </a:lnTo>
                    <a:lnTo>
                      <a:pt x="112" y="0"/>
                    </a:lnTo>
                    <a:close/>
                  </a:path>
                </a:pathLst>
              </a:custGeom>
              <a:solidFill>
                <a:schemeClr val="bg2"/>
              </a:solidFill>
              <a:ln w="9525">
                <a:solidFill>
                  <a:schemeClr val="bg2"/>
                </a:solidFill>
                <a:round/>
                <a:headEnd/>
                <a:tailEnd/>
              </a:ln>
            </p:spPr>
            <p:txBody>
              <a:bodyPr/>
              <a:lstStyle/>
              <a:p>
                <a:endParaRPr lang="en-US"/>
              </a:p>
            </p:txBody>
          </p:sp>
          <p:sp>
            <p:nvSpPr>
              <p:cNvPr id="105845" name="Line 1143"/>
              <p:cNvSpPr>
                <a:spLocks noChangeShapeType="1"/>
              </p:cNvSpPr>
              <p:nvPr/>
            </p:nvSpPr>
            <p:spPr bwMode="auto">
              <a:xfrm flipV="1">
                <a:off x="3318" y="3225"/>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846" name="Line 1144"/>
              <p:cNvSpPr>
                <a:spLocks noChangeShapeType="1"/>
              </p:cNvSpPr>
              <p:nvPr/>
            </p:nvSpPr>
            <p:spPr bwMode="auto">
              <a:xfrm flipV="1">
                <a:off x="3414" y="3169"/>
                <a:ext cx="71" cy="39"/>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847" name="Line 1145"/>
              <p:cNvSpPr>
                <a:spLocks noChangeShapeType="1"/>
              </p:cNvSpPr>
              <p:nvPr/>
            </p:nvSpPr>
            <p:spPr bwMode="auto">
              <a:xfrm flipV="1">
                <a:off x="3509" y="3106"/>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848" name="Line 1146"/>
              <p:cNvSpPr>
                <a:spLocks noChangeShapeType="1"/>
              </p:cNvSpPr>
              <p:nvPr/>
            </p:nvSpPr>
            <p:spPr bwMode="auto">
              <a:xfrm flipV="1">
                <a:off x="3596" y="3065"/>
                <a:ext cx="48" cy="24"/>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5766" name="Group 1147"/>
            <p:cNvGrpSpPr>
              <a:grpSpLocks/>
            </p:cNvGrpSpPr>
            <p:nvPr/>
          </p:nvGrpSpPr>
          <p:grpSpPr bwMode="auto">
            <a:xfrm>
              <a:off x="3325" y="2076"/>
              <a:ext cx="439" cy="271"/>
              <a:chOff x="3325" y="2076"/>
              <a:chExt cx="439" cy="271"/>
            </a:xfrm>
          </p:grpSpPr>
          <p:sp>
            <p:nvSpPr>
              <p:cNvPr id="105839" name="Freeform 1148"/>
              <p:cNvSpPr>
                <a:spLocks/>
              </p:cNvSpPr>
              <p:nvPr/>
            </p:nvSpPr>
            <p:spPr bwMode="auto">
              <a:xfrm>
                <a:off x="3652" y="2267"/>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 name="T15" fmla="*/ 0 w 112"/>
                  <a:gd name="T16" fmla="*/ 0 h 80"/>
                  <a:gd name="T17" fmla="*/ 112 w 112"/>
                  <a:gd name="T18" fmla="*/ 80 h 80"/>
                </a:gdLst>
                <a:ahLst/>
                <a:cxnLst>
                  <a:cxn ang="T10">
                    <a:pos x="T0" y="T1"/>
                  </a:cxn>
                  <a:cxn ang="T11">
                    <a:pos x="T2" y="T3"/>
                  </a:cxn>
                  <a:cxn ang="T12">
                    <a:pos x="T4" y="T5"/>
                  </a:cxn>
                  <a:cxn ang="T13">
                    <a:pos x="T6" y="T7"/>
                  </a:cxn>
                  <a:cxn ang="T14">
                    <a:pos x="T8" y="T9"/>
                  </a:cxn>
                </a:cxnLst>
                <a:rect l="T15" t="T16" r="T17" b="T18"/>
                <a:pathLst>
                  <a:path w="112" h="80">
                    <a:moveTo>
                      <a:pt x="112" y="80"/>
                    </a:moveTo>
                    <a:lnTo>
                      <a:pt x="0" y="48"/>
                    </a:lnTo>
                    <a:lnTo>
                      <a:pt x="16" y="24"/>
                    </a:lnTo>
                    <a:lnTo>
                      <a:pt x="32" y="0"/>
                    </a:lnTo>
                    <a:lnTo>
                      <a:pt x="112" y="80"/>
                    </a:lnTo>
                    <a:close/>
                  </a:path>
                </a:pathLst>
              </a:custGeom>
              <a:solidFill>
                <a:schemeClr val="bg2"/>
              </a:solidFill>
              <a:ln w="9525">
                <a:solidFill>
                  <a:schemeClr val="bg2"/>
                </a:solidFill>
                <a:round/>
                <a:headEnd/>
                <a:tailEnd/>
              </a:ln>
            </p:spPr>
            <p:txBody>
              <a:bodyPr/>
              <a:lstStyle/>
              <a:p>
                <a:endParaRPr lang="en-US"/>
              </a:p>
            </p:txBody>
          </p:sp>
          <p:sp>
            <p:nvSpPr>
              <p:cNvPr id="105840" name="Line 1149"/>
              <p:cNvSpPr>
                <a:spLocks noChangeShapeType="1"/>
              </p:cNvSpPr>
              <p:nvPr/>
            </p:nvSpPr>
            <p:spPr bwMode="auto">
              <a:xfrm>
                <a:off x="3325" y="2076"/>
                <a:ext cx="72"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841" name="Line 1150"/>
              <p:cNvSpPr>
                <a:spLocks noChangeShapeType="1"/>
              </p:cNvSpPr>
              <p:nvPr/>
            </p:nvSpPr>
            <p:spPr bwMode="auto">
              <a:xfrm>
                <a:off x="3422" y="2132"/>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842" name="Line 1151"/>
              <p:cNvSpPr>
                <a:spLocks noChangeShapeType="1"/>
              </p:cNvSpPr>
              <p:nvPr/>
            </p:nvSpPr>
            <p:spPr bwMode="auto">
              <a:xfrm>
                <a:off x="3517" y="2196"/>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843" name="Line 1152"/>
              <p:cNvSpPr>
                <a:spLocks noChangeShapeType="1"/>
              </p:cNvSpPr>
              <p:nvPr/>
            </p:nvSpPr>
            <p:spPr bwMode="auto">
              <a:xfrm>
                <a:off x="3612" y="2251"/>
                <a:ext cx="56" cy="4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5767" name="Group 1153"/>
            <p:cNvGrpSpPr>
              <a:grpSpLocks/>
            </p:cNvGrpSpPr>
            <p:nvPr/>
          </p:nvGrpSpPr>
          <p:grpSpPr bwMode="auto">
            <a:xfrm>
              <a:off x="3788" y="2068"/>
              <a:ext cx="431" cy="287"/>
              <a:chOff x="3788" y="2068"/>
              <a:chExt cx="431" cy="287"/>
            </a:xfrm>
          </p:grpSpPr>
          <p:sp>
            <p:nvSpPr>
              <p:cNvPr id="105834" name="Freeform 1154"/>
              <p:cNvSpPr>
                <a:spLocks/>
              </p:cNvSpPr>
              <p:nvPr/>
            </p:nvSpPr>
            <p:spPr bwMode="auto">
              <a:xfrm>
                <a:off x="4107" y="2267"/>
                <a:ext cx="112" cy="88"/>
              </a:xfrm>
              <a:custGeom>
                <a:avLst/>
                <a:gdLst>
                  <a:gd name="T0" fmla="*/ 112 w 112"/>
                  <a:gd name="T1" fmla="*/ 88 h 88"/>
                  <a:gd name="T2" fmla="*/ 0 w 112"/>
                  <a:gd name="T3" fmla="*/ 48 h 88"/>
                  <a:gd name="T4" fmla="*/ 16 w 112"/>
                  <a:gd name="T5" fmla="*/ 24 h 88"/>
                  <a:gd name="T6" fmla="*/ 32 w 112"/>
                  <a:gd name="T7" fmla="*/ 0 h 88"/>
                  <a:gd name="T8" fmla="*/ 112 w 112"/>
                  <a:gd name="T9" fmla="*/ 88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88"/>
                    </a:moveTo>
                    <a:lnTo>
                      <a:pt x="0" y="48"/>
                    </a:lnTo>
                    <a:lnTo>
                      <a:pt x="16" y="24"/>
                    </a:lnTo>
                    <a:lnTo>
                      <a:pt x="32" y="0"/>
                    </a:lnTo>
                    <a:lnTo>
                      <a:pt x="112" y="88"/>
                    </a:lnTo>
                    <a:close/>
                  </a:path>
                </a:pathLst>
              </a:custGeom>
              <a:solidFill>
                <a:schemeClr val="bg2"/>
              </a:solidFill>
              <a:ln w="9525">
                <a:solidFill>
                  <a:schemeClr val="bg2"/>
                </a:solidFill>
                <a:round/>
                <a:headEnd/>
                <a:tailEnd/>
              </a:ln>
            </p:spPr>
            <p:txBody>
              <a:bodyPr/>
              <a:lstStyle/>
              <a:p>
                <a:endParaRPr lang="en-US"/>
              </a:p>
            </p:txBody>
          </p:sp>
          <p:sp>
            <p:nvSpPr>
              <p:cNvPr id="105835" name="Line 1155"/>
              <p:cNvSpPr>
                <a:spLocks noChangeShapeType="1"/>
              </p:cNvSpPr>
              <p:nvPr/>
            </p:nvSpPr>
            <p:spPr bwMode="auto">
              <a:xfrm>
                <a:off x="3788" y="2068"/>
                <a:ext cx="72"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836" name="Line 1156"/>
              <p:cNvSpPr>
                <a:spLocks noChangeShapeType="1"/>
              </p:cNvSpPr>
              <p:nvPr/>
            </p:nvSpPr>
            <p:spPr bwMode="auto">
              <a:xfrm>
                <a:off x="3885" y="2132"/>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837" name="Line 1157"/>
              <p:cNvSpPr>
                <a:spLocks noChangeShapeType="1"/>
              </p:cNvSpPr>
              <p:nvPr/>
            </p:nvSpPr>
            <p:spPr bwMode="auto">
              <a:xfrm>
                <a:off x="3973" y="2196"/>
                <a:ext cx="70" cy="46"/>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838" name="Line 1158"/>
              <p:cNvSpPr>
                <a:spLocks noChangeShapeType="1"/>
              </p:cNvSpPr>
              <p:nvPr/>
            </p:nvSpPr>
            <p:spPr bwMode="auto">
              <a:xfrm>
                <a:off x="4067" y="2251"/>
                <a:ext cx="56" cy="4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5768" name="Group 1159"/>
            <p:cNvGrpSpPr>
              <a:grpSpLocks/>
            </p:cNvGrpSpPr>
            <p:nvPr/>
          </p:nvGrpSpPr>
          <p:grpSpPr bwMode="auto">
            <a:xfrm>
              <a:off x="4251" y="2084"/>
              <a:ext cx="431" cy="263"/>
              <a:chOff x="4251" y="2084"/>
              <a:chExt cx="431" cy="263"/>
            </a:xfrm>
          </p:grpSpPr>
          <p:sp>
            <p:nvSpPr>
              <p:cNvPr id="105829" name="Freeform 1160"/>
              <p:cNvSpPr>
                <a:spLocks/>
              </p:cNvSpPr>
              <p:nvPr/>
            </p:nvSpPr>
            <p:spPr bwMode="auto">
              <a:xfrm>
                <a:off x="4570" y="2267"/>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 name="T15" fmla="*/ 0 w 112"/>
                  <a:gd name="T16" fmla="*/ 0 h 80"/>
                  <a:gd name="T17" fmla="*/ 112 w 112"/>
                  <a:gd name="T18" fmla="*/ 80 h 80"/>
                </a:gdLst>
                <a:ahLst/>
                <a:cxnLst>
                  <a:cxn ang="T10">
                    <a:pos x="T0" y="T1"/>
                  </a:cxn>
                  <a:cxn ang="T11">
                    <a:pos x="T2" y="T3"/>
                  </a:cxn>
                  <a:cxn ang="T12">
                    <a:pos x="T4" y="T5"/>
                  </a:cxn>
                  <a:cxn ang="T13">
                    <a:pos x="T6" y="T7"/>
                  </a:cxn>
                  <a:cxn ang="T14">
                    <a:pos x="T8" y="T9"/>
                  </a:cxn>
                </a:cxnLst>
                <a:rect l="T15" t="T16" r="T17" b="T18"/>
                <a:pathLst>
                  <a:path w="112" h="80">
                    <a:moveTo>
                      <a:pt x="112" y="80"/>
                    </a:moveTo>
                    <a:lnTo>
                      <a:pt x="0" y="48"/>
                    </a:lnTo>
                    <a:lnTo>
                      <a:pt x="16" y="24"/>
                    </a:lnTo>
                    <a:lnTo>
                      <a:pt x="32" y="0"/>
                    </a:lnTo>
                    <a:lnTo>
                      <a:pt x="112" y="80"/>
                    </a:lnTo>
                    <a:close/>
                  </a:path>
                </a:pathLst>
              </a:custGeom>
              <a:solidFill>
                <a:schemeClr val="bg2"/>
              </a:solidFill>
              <a:ln w="9525">
                <a:solidFill>
                  <a:schemeClr val="bg2"/>
                </a:solidFill>
                <a:round/>
                <a:headEnd/>
                <a:tailEnd/>
              </a:ln>
            </p:spPr>
            <p:txBody>
              <a:bodyPr/>
              <a:lstStyle/>
              <a:p>
                <a:endParaRPr lang="en-US"/>
              </a:p>
            </p:txBody>
          </p:sp>
          <p:sp>
            <p:nvSpPr>
              <p:cNvPr id="105830" name="Line 1161"/>
              <p:cNvSpPr>
                <a:spLocks noChangeShapeType="1"/>
              </p:cNvSpPr>
              <p:nvPr/>
            </p:nvSpPr>
            <p:spPr bwMode="auto">
              <a:xfrm>
                <a:off x="4251" y="2084"/>
                <a:ext cx="72"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831" name="Line 1162"/>
              <p:cNvSpPr>
                <a:spLocks noChangeShapeType="1"/>
              </p:cNvSpPr>
              <p:nvPr/>
            </p:nvSpPr>
            <p:spPr bwMode="auto">
              <a:xfrm>
                <a:off x="4348" y="2140"/>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832" name="Line 1163"/>
              <p:cNvSpPr>
                <a:spLocks noChangeShapeType="1"/>
              </p:cNvSpPr>
              <p:nvPr/>
            </p:nvSpPr>
            <p:spPr bwMode="auto">
              <a:xfrm>
                <a:off x="4443" y="2203"/>
                <a:ext cx="71" cy="39"/>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833" name="Line 1164"/>
              <p:cNvSpPr>
                <a:spLocks noChangeShapeType="1"/>
              </p:cNvSpPr>
              <p:nvPr/>
            </p:nvSpPr>
            <p:spPr bwMode="auto">
              <a:xfrm>
                <a:off x="4539" y="2259"/>
                <a:ext cx="47" cy="3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5769" name="Group 1165"/>
            <p:cNvGrpSpPr>
              <a:grpSpLocks/>
            </p:cNvGrpSpPr>
            <p:nvPr/>
          </p:nvGrpSpPr>
          <p:grpSpPr bwMode="auto">
            <a:xfrm>
              <a:off x="4236" y="3001"/>
              <a:ext cx="430" cy="279"/>
              <a:chOff x="4236" y="3001"/>
              <a:chExt cx="430" cy="279"/>
            </a:xfrm>
          </p:grpSpPr>
          <p:sp>
            <p:nvSpPr>
              <p:cNvPr id="105824" name="Freeform 1166"/>
              <p:cNvSpPr>
                <a:spLocks/>
              </p:cNvSpPr>
              <p:nvPr/>
            </p:nvSpPr>
            <p:spPr bwMode="auto">
              <a:xfrm>
                <a:off x="4554" y="3001"/>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32" y="88"/>
                    </a:lnTo>
                    <a:lnTo>
                      <a:pt x="16" y="64"/>
                    </a:lnTo>
                    <a:lnTo>
                      <a:pt x="0" y="40"/>
                    </a:lnTo>
                    <a:lnTo>
                      <a:pt x="112" y="0"/>
                    </a:lnTo>
                    <a:close/>
                  </a:path>
                </a:pathLst>
              </a:custGeom>
              <a:solidFill>
                <a:schemeClr val="bg2"/>
              </a:solidFill>
              <a:ln w="9525">
                <a:solidFill>
                  <a:schemeClr val="bg2"/>
                </a:solidFill>
                <a:round/>
                <a:headEnd/>
                <a:tailEnd/>
              </a:ln>
            </p:spPr>
            <p:txBody>
              <a:bodyPr/>
              <a:lstStyle/>
              <a:p>
                <a:endParaRPr lang="en-US"/>
              </a:p>
            </p:txBody>
          </p:sp>
          <p:sp>
            <p:nvSpPr>
              <p:cNvPr id="105825" name="Line 1167"/>
              <p:cNvSpPr>
                <a:spLocks noChangeShapeType="1"/>
              </p:cNvSpPr>
              <p:nvPr/>
            </p:nvSpPr>
            <p:spPr bwMode="auto">
              <a:xfrm flipV="1">
                <a:off x="4236" y="3233"/>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826" name="Line 1168"/>
              <p:cNvSpPr>
                <a:spLocks noChangeShapeType="1"/>
              </p:cNvSpPr>
              <p:nvPr/>
            </p:nvSpPr>
            <p:spPr bwMode="auto">
              <a:xfrm flipV="1">
                <a:off x="4332" y="3169"/>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827" name="Line 1169"/>
              <p:cNvSpPr>
                <a:spLocks noChangeShapeType="1"/>
              </p:cNvSpPr>
              <p:nvPr/>
            </p:nvSpPr>
            <p:spPr bwMode="auto">
              <a:xfrm flipV="1">
                <a:off x="4419" y="3114"/>
                <a:ext cx="80"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828" name="Line 1170"/>
              <p:cNvSpPr>
                <a:spLocks noChangeShapeType="1"/>
              </p:cNvSpPr>
              <p:nvPr/>
            </p:nvSpPr>
            <p:spPr bwMode="auto">
              <a:xfrm flipV="1">
                <a:off x="4515" y="3066"/>
                <a:ext cx="55" cy="3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5770" name="Group 1171"/>
            <p:cNvGrpSpPr>
              <a:grpSpLocks/>
            </p:cNvGrpSpPr>
            <p:nvPr/>
          </p:nvGrpSpPr>
          <p:grpSpPr bwMode="auto">
            <a:xfrm>
              <a:off x="3772" y="2682"/>
              <a:ext cx="423" cy="287"/>
              <a:chOff x="3772" y="2682"/>
              <a:chExt cx="423" cy="287"/>
            </a:xfrm>
          </p:grpSpPr>
          <p:sp>
            <p:nvSpPr>
              <p:cNvPr id="105819" name="Freeform 1172"/>
              <p:cNvSpPr>
                <a:spLocks/>
              </p:cNvSpPr>
              <p:nvPr/>
            </p:nvSpPr>
            <p:spPr bwMode="auto">
              <a:xfrm>
                <a:off x="4083" y="2881"/>
                <a:ext cx="112" cy="88"/>
              </a:xfrm>
              <a:custGeom>
                <a:avLst/>
                <a:gdLst>
                  <a:gd name="T0" fmla="*/ 112 w 112"/>
                  <a:gd name="T1" fmla="*/ 88 h 88"/>
                  <a:gd name="T2" fmla="*/ 0 w 112"/>
                  <a:gd name="T3" fmla="*/ 48 h 88"/>
                  <a:gd name="T4" fmla="*/ 16 w 112"/>
                  <a:gd name="T5" fmla="*/ 24 h 88"/>
                  <a:gd name="T6" fmla="*/ 32 w 112"/>
                  <a:gd name="T7" fmla="*/ 0 h 88"/>
                  <a:gd name="T8" fmla="*/ 112 w 112"/>
                  <a:gd name="T9" fmla="*/ 88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88"/>
                    </a:moveTo>
                    <a:lnTo>
                      <a:pt x="0" y="48"/>
                    </a:lnTo>
                    <a:lnTo>
                      <a:pt x="16" y="24"/>
                    </a:lnTo>
                    <a:lnTo>
                      <a:pt x="32" y="0"/>
                    </a:lnTo>
                    <a:lnTo>
                      <a:pt x="112" y="88"/>
                    </a:lnTo>
                    <a:close/>
                  </a:path>
                </a:pathLst>
              </a:custGeom>
              <a:solidFill>
                <a:schemeClr val="bg2"/>
              </a:solidFill>
              <a:ln w="9525">
                <a:solidFill>
                  <a:schemeClr val="bg2"/>
                </a:solidFill>
                <a:round/>
                <a:headEnd/>
                <a:tailEnd/>
              </a:ln>
            </p:spPr>
            <p:txBody>
              <a:bodyPr/>
              <a:lstStyle/>
              <a:p>
                <a:endParaRPr lang="en-US"/>
              </a:p>
            </p:txBody>
          </p:sp>
          <p:sp>
            <p:nvSpPr>
              <p:cNvPr id="105820" name="Line 1173"/>
              <p:cNvSpPr>
                <a:spLocks noChangeShapeType="1"/>
              </p:cNvSpPr>
              <p:nvPr/>
            </p:nvSpPr>
            <p:spPr bwMode="auto">
              <a:xfrm>
                <a:off x="3772" y="2682"/>
                <a:ext cx="72"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821" name="Line 1174"/>
              <p:cNvSpPr>
                <a:spLocks noChangeShapeType="1"/>
              </p:cNvSpPr>
              <p:nvPr/>
            </p:nvSpPr>
            <p:spPr bwMode="auto">
              <a:xfrm>
                <a:off x="3868" y="2746"/>
                <a:ext cx="72"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822" name="Line 1175"/>
              <p:cNvSpPr>
                <a:spLocks noChangeShapeType="1"/>
              </p:cNvSpPr>
              <p:nvPr/>
            </p:nvSpPr>
            <p:spPr bwMode="auto">
              <a:xfrm>
                <a:off x="3957" y="2810"/>
                <a:ext cx="70" cy="46"/>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823" name="Line 1176"/>
              <p:cNvSpPr>
                <a:spLocks noChangeShapeType="1"/>
              </p:cNvSpPr>
              <p:nvPr/>
            </p:nvSpPr>
            <p:spPr bwMode="auto">
              <a:xfrm>
                <a:off x="4051" y="2873"/>
                <a:ext cx="48" cy="3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5771" name="Group 1177"/>
            <p:cNvGrpSpPr>
              <a:grpSpLocks/>
            </p:cNvGrpSpPr>
            <p:nvPr/>
          </p:nvGrpSpPr>
          <p:grpSpPr bwMode="auto">
            <a:xfrm>
              <a:off x="3780" y="2387"/>
              <a:ext cx="431" cy="279"/>
              <a:chOff x="3780" y="2387"/>
              <a:chExt cx="431" cy="279"/>
            </a:xfrm>
          </p:grpSpPr>
          <p:sp>
            <p:nvSpPr>
              <p:cNvPr id="105814" name="Freeform 1178"/>
              <p:cNvSpPr>
                <a:spLocks/>
              </p:cNvSpPr>
              <p:nvPr/>
            </p:nvSpPr>
            <p:spPr bwMode="auto">
              <a:xfrm>
                <a:off x="4099" y="2578"/>
                <a:ext cx="112" cy="88"/>
              </a:xfrm>
              <a:custGeom>
                <a:avLst/>
                <a:gdLst>
                  <a:gd name="T0" fmla="*/ 112 w 112"/>
                  <a:gd name="T1" fmla="*/ 88 h 88"/>
                  <a:gd name="T2" fmla="*/ 0 w 112"/>
                  <a:gd name="T3" fmla="*/ 48 h 88"/>
                  <a:gd name="T4" fmla="*/ 16 w 112"/>
                  <a:gd name="T5" fmla="*/ 24 h 88"/>
                  <a:gd name="T6" fmla="*/ 32 w 112"/>
                  <a:gd name="T7" fmla="*/ 0 h 88"/>
                  <a:gd name="T8" fmla="*/ 112 w 112"/>
                  <a:gd name="T9" fmla="*/ 88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88"/>
                    </a:moveTo>
                    <a:lnTo>
                      <a:pt x="0" y="48"/>
                    </a:lnTo>
                    <a:lnTo>
                      <a:pt x="16" y="24"/>
                    </a:lnTo>
                    <a:lnTo>
                      <a:pt x="32" y="0"/>
                    </a:lnTo>
                    <a:lnTo>
                      <a:pt x="112" y="88"/>
                    </a:lnTo>
                    <a:close/>
                  </a:path>
                </a:pathLst>
              </a:custGeom>
              <a:solidFill>
                <a:schemeClr val="bg2"/>
              </a:solidFill>
              <a:ln w="9525">
                <a:solidFill>
                  <a:schemeClr val="bg2"/>
                </a:solidFill>
                <a:round/>
                <a:headEnd/>
                <a:tailEnd/>
              </a:ln>
            </p:spPr>
            <p:txBody>
              <a:bodyPr/>
              <a:lstStyle/>
              <a:p>
                <a:endParaRPr lang="en-US"/>
              </a:p>
            </p:txBody>
          </p:sp>
          <p:sp>
            <p:nvSpPr>
              <p:cNvPr id="105815" name="Line 1179"/>
              <p:cNvSpPr>
                <a:spLocks noChangeShapeType="1"/>
              </p:cNvSpPr>
              <p:nvPr/>
            </p:nvSpPr>
            <p:spPr bwMode="auto">
              <a:xfrm>
                <a:off x="3780" y="2387"/>
                <a:ext cx="72"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816" name="Line 1180"/>
              <p:cNvSpPr>
                <a:spLocks noChangeShapeType="1"/>
              </p:cNvSpPr>
              <p:nvPr/>
            </p:nvSpPr>
            <p:spPr bwMode="auto">
              <a:xfrm>
                <a:off x="3877" y="2451"/>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817" name="Line 1181"/>
              <p:cNvSpPr>
                <a:spLocks noChangeShapeType="1"/>
              </p:cNvSpPr>
              <p:nvPr/>
            </p:nvSpPr>
            <p:spPr bwMode="auto">
              <a:xfrm>
                <a:off x="3965" y="2507"/>
                <a:ext cx="78" cy="46"/>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818" name="Line 1182"/>
              <p:cNvSpPr>
                <a:spLocks noChangeShapeType="1"/>
              </p:cNvSpPr>
              <p:nvPr/>
            </p:nvSpPr>
            <p:spPr bwMode="auto">
              <a:xfrm>
                <a:off x="4060" y="2570"/>
                <a:ext cx="55" cy="3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5772" name="Group 1183"/>
            <p:cNvGrpSpPr>
              <a:grpSpLocks/>
            </p:cNvGrpSpPr>
            <p:nvPr/>
          </p:nvGrpSpPr>
          <p:grpSpPr bwMode="auto">
            <a:xfrm>
              <a:off x="3780" y="1781"/>
              <a:ext cx="415" cy="263"/>
              <a:chOff x="3780" y="1781"/>
              <a:chExt cx="415" cy="263"/>
            </a:xfrm>
          </p:grpSpPr>
          <p:sp>
            <p:nvSpPr>
              <p:cNvPr id="105809" name="Freeform 1184"/>
              <p:cNvSpPr>
                <a:spLocks/>
              </p:cNvSpPr>
              <p:nvPr/>
            </p:nvSpPr>
            <p:spPr bwMode="auto">
              <a:xfrm>
                <a:off x="4083" y="1781"/>
                <a:ext cx="112" cy="87"/>
              </a:xfrm>
              <a:custGeom>
                <a:avLst/>
                <a:gdLst>
                  <a:gd name="T0" fmla="*/ 112 w 112"/>
                  <a:gd name="T1" fmla="*/ 0 h 87"/>
                  <a:gd name="T2" fmla="*/ 32 w 112"/>
                  <a:gd name="T3" fmla="*/ 87 h 87"/>
                  <a:gd name="T4" fmla="*/ 16 w 112"/>
                  <a:gd name="T5" fmla="*/ 64 h 87"/>
                  <a:gd name="T6" fmla="*/ 0 w 112"/>
                  <a:gd name="T7" fmla="*/ 40 h 87"/>
                  <a:gd name="T8" fmla="*/ 112 w 112"/>
                  <a:gd name="T9" fmla="*/ 0 h 87"/>
                  <a:gd name="T10" fmla="*/ 0 60000 65536"/>
                  <a:gd name="T11" fmla="*/ 0 60000 65536"/>
                  <a:gd name="T12" fmla="*/ 0 60000 65536"/>
                  <a:gd name="T13" fmla="*/ 0 60000 65536"/>
                  <a:gd name="T14" fmla="*/ 0 60000 65536"/>
                  <a:gd name="T15" fmla="*/ 0 w 112"/>
                  <a:gd name="T16" fmla="*/ 0 h 87"/>
                  <a:gd name="T17" fmla="*/ 112 w 112"/>
                  <a:gd name="T18" fmla="*/ 87 h 87"/>
                </a:gdLst>
                <a:ahLst/>
                <a:cxnLst>
                  <a:cxn ang="T10">
                    <a:pos x="T0" y="T1"/>
                  </a:cxn>
                  <a:cxn ang="T11">
                    <a:pos x="T2" y="T3"/>
                  </a:cxn>
                  <a:cxn ang="T12">
                    <a:pos x="T4" y="T5"/>
                  </a:cxn>
                  <a:cxn ang="T13">
                    <a:pos x="T6" y="T7"/>
                  </a:cxn>
                  <a:cxn ang="T14">
                    <a:pos x="T8" y="T9"/>
                  </a:cxn>
                </a:cxnLst>
                <a:rect l="T15" t="T16" r="T17" b="T18"/>
                <a:pathLst>
                  <a:path w="112" h="87">
                    <a:moveTo>
                      <a:pt x="112" y="0"/>
                    </a:moveTo>
                    <a:lnTo>
                      <a:pt x="32" y="87"/>
                    </a:lnTo>
                    <a:lnTo>
                      <a:pt x="16" y="64"/>
                    </a:lnTo>
                    <a:lnTo>
                      <a:pt x="0" y="40"/>
                    </a:lnTo>
                    <a:lnTo>
                      <a:pt x="112" y="0"/>
                    </a:lnTo>
                    <a:close/>
                  </a:path>
                </a:pathLst>
              </a:custGeom>
              <a:solidFill>
                <a:schemeClr val="bg2"/>
              </a:solidFill>
              <a:ln w="9525">
                <a:solidFill>
                  <a:schemeClr val="bg2"/>
                </a:solidFill>
                <a:round/>
                <a:headEnd/>
                <a:tailEnd/>
              </a:ln>
            </p:spPr>
            <p:txBody>
              <a:bodyPr/>
              <a:lstStyle/>
              <a:p>
                <a:endParaRPr lang="en-US"/>
              </a:p>
            </p:txBody>
          </p:sp>
          <p:sp>
            <p:nvSpPr>
              <p:cNvPr id="105810" name="Line 1185"/>
              <p:cNvSpPr>
                <a:spLocks noChangeShapeType="1"/>
              </p:cNvSpPr>
              <p:nvPr/>
            </p:nvSpPr>
            <p:spPr bwMode="auto">
              <a:xfrm flipV="1">
                <a:off x="3780" y="1996"/>
                <a:ext cx="72"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811" name="Line 1186"/>
              <p:cNvSpPr>
                <a:spLocks noChangeShapeType="1"/>
              </p:cNvSpPr>
              <p:nvPr/>
            </p:nvSpPr>
            <p:spPr bwMode="auto">
              <a:xfrm flipV="1">
                <a:off x="3876" y="1940"/>
                <a:ext cx="72" cy="4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812" name="Line 1187"/>
              <p:cNvSpPr>
                <a:spLocks noChangeShapeType="1"/>
              </p:cNvSpPr>
              <p:nvPr/>
            </p:nvSpPr>
            <p:spPr bwMode="auto">
              <a:xfrm flipV="1">
                <a:off x="3973" y="1878"/>
                <a:ext cx="70" cy="46"/>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813" name="Line 1188"/>
              <p:cNvSpPr>
                <a:spLocks noChangeShapeType="1"/>
              </p:cNvSpPr>
              <p:nvPr/>
            </p:nvSpPr>
            <p:spPr bwMode="auto">
              <a:xfrm flipV="1">
                <a:off x="4059" y="1846"/>
                <a:ext cx="40" cy="15"/>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5773" name="Group 1189"/>
            <p:cNvGrpSpPr>
              <a:grpSpLocks/>
            </p:cNvGrpSpPr>
            <p:nvPr/>
          </p:nvGrpSpPr>
          <p:grpSpPr bwMode="auto">
            <a:xfrm>
              <a:off x="3780" y="1765"/>
              <a:ext cx="447" cy="279"/>
              <a:chOff x="3780" y="1765"/>
              <a:chExt cx="447" cy="279"/>
            </a:xfrm>
          </p:grpSpPr>
          <p:sp>
            <p:nvSpPr>
              <p:cNvPr id="105804" name="Freeform 1190"/>
              <p:cNvSpPr>
                <a:spLocks/>
              </p:cNvSpPr>
              <p:nvPr/>
            </p:nvSpPr>
            <p:spPr bwMode="auto">
              <a:xfrm>
                <a:off x="4115" y="1964"/>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 name="T15" fmla="*/ 0 w 112"/>
                  <a:gd name="T16" fmla="*/ 0 h 80"/>
                  <a:gd name="T17" fmla="*/ 112 w 112"/>
                  <a:gd name="T18" fmla="*/ 80 h 80"/>
                </a:gdLst>
                <a:ahLst/>
                <a:cxnLst>
                  <a:cxn ang="T10">
                    <a:pos x="T0" y="T1"/>
                  </a:cxn>
                  <a:cxn ang="T11">
                    <a:pos x="T2" y="T3"/>
                  </a:cxn>
                  <a:cxn ang="T12">
                    <a:pos x="T4" y="T5"/>
                  </a:cxn>
                  <a:cxn ang="T13">
                    <a:pos x="T6" y="T7"/>
                  </a:cxn>
                  <a:cxn ang="T14">
                    <a:pos x="T8" y="T9"/>
                  </a:cxn>
                </a:cxnLst>
                <a:rect l="T15" t="T16" r="T17" b="T18"/>
                <a:pathLst>
                  <a:path w="112" h="80">
                    <a:moveTo>
                      <a:pt x="112" y="80"/>
                    </a:moveTo>
                    <a:lnTo>
                      <a:pt x="0" y="48"/>
                    </a:lnTo>
                    <a:lnTo>
                      <a:pt x="16" y="24"/>
                    </a:lnTo>
                    <a:lnTo>
                      <a:pt x="32" y="0"/>
                    </a:lnTo>
                    <a:lnTo>
                      <a:pt x="112" y="80"/>
                    </a:lnTo>
                    <a:close/>
                  </a:path>
                </a:pathLst>
              </a:custGeom>
              <a:solidFill>
                <a:schemeClr val="bg2"/>
              </a:solidFill>
              <a:ln w="9525">
                <a:solidFill>
                  <a:schemeClr val="bg2"/>
                </a:solidFill>
                <a:round/>
                <a:headEnd/>
                <a:tailEnd/>
              </a:ln>
            </p:spPr>
            <p:txBody>
              <a:bodyPr/>
              <a:lstStyle/>
              <a:p>
                <a:endParaRPr lang="en-US"/>
              </a:p>
            </p:txBody>
          </p:sp>
          <p:sp>
            <p:nvSpPr>
              <p:cNvPr id="105805" name="Line 1191"/>
              <p:cNvSpPr>
                <a:spLocks noChangeShapeType="1"/>
              </p:cNvSpPr>
              <p:nvPr/>
            </p:nvSpPr>
            <p:spPr bwMode="auto">
              <a:xfrm>
                <a:off x="3780" y="1765"/>
                <a:ext cx="72"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806" name="Line 1192"/>
              <p:cNvSpPr>
                <a:spLocks noChangeShapeType="1"/>
              </p:cNvSpPr>
              <p:nvPr/>
            </p:nvSpPr>
            <p:spPr bwMode="auto">
              <a:xfrm>
                <a:off x="3877" y="1821"/>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807" name="Line 1193"/>
              <p:cNvSpPr>
                <a:spLocks noChangeShapeType="1"/>
              </p:cNvSpPr>
              <p:nvPr/>
            </p:nvSpPr>
            <p:spPr bwMode="auto">
              <a:xfrm>
                <a:off x="3972" y="1884"/>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808" name="Line 1194"/>
              <p:cNvSpPr>
                <a:spLocks noChangeShapeType="1"/>
              </p:cNvSpPr>
              <p:nvPr/>
            </p:nvSpPr>
            <p:spPr bwMode="auto">
              <a:xfrm>
                <a:off x="4068" y="1940"/>
                <a:ext cx="63"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5774" name="Group 1195"/>
            <p:cNvGrpSpPr>
              <a:grpSpLocks/>
            </p:cNvGrpSpPr>
            <p:nvPr/>
          </p:nvGrpSpPr>
          <p:grpSpPr bwMode="auto">
            <a:xfrm>
              <a:off x="3326" y="1781"/>
              <a:ext cx="430" cy="255"/>
              <a:chOff x="3326" y="1781"/>
              <a:chExt cx="430" cy="255"/>
            </a:xfrm>
          </p:grpSpPr>
          <p:sp>
            <p:nvSpPr>
              <p:cNvPr id="105799" name="Freeform 1196"/>
              <p:cNvSpPr>
                <a:spLocks/>
              </p:cNvSpPr>
              <p:nvPr/>
            </p:nvSpPr>
            <p:spPr bwMode="auto">
              <a:xfrm>
                <a:off x="3644" y="1956"/>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 name="T15" fmla="*/ 0 w 112"/>
                  <a:gd name="T16" fmla="*/ 0 h 80"/>
                  <a:gd name="T17" fmla="*/ 112 w 112"/>
                  <a:gd name="T18" fmla="*/ 80 h 80"/>
                </a:gdLst>
                <a:ahLst/>
                <a:cxnLst>
                  <a:cxn ang="T10">
                    <a:pos x="T0" y="T1"/>
                  </a:cxn>
                  <a:cxn ang="T11">
                    <a:pos x="T2" y="T3"/>
                  </a:cxn>
                  <a:cxn ang="T12">
                    <a:pos x="T4" y="T5"/>
                  </a:cxn>
                  <a:cxn ang="T13">
                    <a:pos x="T6" y="T7"/>
                  </a:cxn>
                  <a:cxn ang="T14">
                    <a:pos x="T8" y="T9"/>
                  </a:cxn>
                </a:cxnLst>
                <a:rect l="T15" t="T16" r="T17" b="T18"/>
                <a:pathLst>
                  <a:path w="112" h="80">
                    <a:moveTo>
                      <a:pt x="112" y="80"/>
                    </a:moveTo>
                    <a:lnTo>
                      <a:pt x="0" y="48"/>
                    </a:lnTo>
                    <a:lnTo>
                      <a:pt x="16" y="24"/>
                    </a:lnTo>
                    <a:lnTo>
                      <a:pt x="32" y="0"/>
                    </a:lnTo>
                    <a:lnTo>
                      <a:pt x="112" y="80"/>
                    </a:lnTo>
                    <a:close/>
                  </a:path>
                </a:pathLst>
              </a:custGeom>
              <a:solidFill>
                <a:schemeClr val="bg2"/>
              </a:solidFill>
              <a:ln w="9525">
                <a:solidFill>
                  <a:schemeClr val="bg2"/>
                </a:solidFill>
                <a:round/>
                <a:headEnd/>
                <a:tailEnd/>
              </a:ln>
            </p:spPr>
            <p:txBody>
              <a:bodyPr/>
              <a:lstStyle/>
              <a:p>
                <a:endParaRPr lang="en-US"/>
              </a:p>
            </p:txBody>
          </p:sp>
          <p:sp>
            <p:nvSpPr>
              <p:cNvPr id="105800" name="Line 1197"/>
              <p:cNvSpPr>
                <a:spLocks noChangeShapeType="1"/>
              </p:cNvSpPr>
              <p:nvPr/>
            </p:nvSpPr>
            <p:spPr bwMode="auto">
              <a:xfrm>
                <a:off x="3326" y="1781"/>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801" name="Line 1198"/>
              <p:cNvSpPr>
                <a:spLocks noChangeShapeType="1"/>
              </p:cNvSpPr>
              <p:nvPr/>
            </p:nvSpPr>
            <p:spPr bwMode="auto">
              <a:xfrm>
                <a:off x="3422" y="1837"/>
                <a:ext cx="79"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802" name="Line 1199"/>
              <p:cNvSpPr>
                <a:spLocks noChangeShapeType="1"/>
              </p:cNvSpPr>
              <p:nvPr/>
            </p:nvSpPr>
            <p:spPr bwMode="auto">
              <a:xfrm>
                <a:off x="3516" y="1892"/>
                <a:ext cx="80"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803" name="Line 1200"/>
              <p:cNvSpPr>
                <a:spLocks noChangeShapeType="1"/>
              </p:cNvSpPr>
              <p:nvPr/>
            </p:nvSpPr>
            <p:spPr bwMode="auto">
              <a:xfrm>
                <a:off x="3612" y="1948"/>
                <a:ext cx="48" cy="3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5775" name="Group 1201"/>
            <p:cNvGrpSpPr>
              <a:grpSpLocks/>
            </p:cNvGrpSpPr>
            <p:nvPr/>
          </p:nvGrpSpPr>
          <p:grpSpPr bwMode="auto">
            <a:xfrm>
              <a:off x="3325" y="2698"/>
              <a:ext cx="415" cy="279"/>
              <a:chOff x="3325" y="2698"/>
              <a:chExt cx="415" cy="279"/>
            </a:xfrm>
          </p:grpSpPr>
          <p:sp>
            <p:nvSpPr>
              <p:cNvPr id="105794" name="Freeform 1202"/>
              <p:cNvSpPr>
                <a:spLocks/>
              </p:cNvSpPr>
              <p:nvPr/>
            </p:nvSpPr>
            <p:spPr bwMode="auto">
              <a:xfrm>
                <a:off x="3628" y="2889"/>
                <a:ext cx="112" cy="88"/>
              </a:xfrm>
              <a:custGeom>
                <a:avLst/>
                <a:gdLst>
                  <a:gd name="T0" fmla="*/ 112 w 112"/>
                  <a:gd name="T1" fmla="*/ 88 h 88"/>
                  <a:gd name="T2" fmla="*/ 0 w 112"/>
                  <a:gd name="T3" fmla="*/ 48 h 88"/>
                  <a:gd name="T4" fmla="*/ 16 w 112"/>
                  <a:gd name="T5" fmla="*/ 24 h 88"/>
                  <a:gd name="T6" fmla="*/ 32 w 112"/>
                  <a:gd name="T7" fmla="*/ 0 h 88"/>
                  <a:gd name="T8" fmla="*/ 112 w 112"/>
                  <a:gd name="T9" fmla="*/ 88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88"/>
                    </a:moveTo>
                    <a:lnTo>
                      <a:pt x="0" y="48"/>
                    </a:lnTo>
                    <a:lnTo>
                      <a:pt x="16" y="24"/>
                    </a:lnTo>
                    <a:lnTo>
                      <a:pt x="32" y="0"/>
                    </a:lnTo>
                    <a:lnTo>
                      <a:pt x="112" y="88"/>
                    </a:lnTo>
                    <a:close/>
                  </a:path>
                </a:pathLst>
              </a:custGeom>
              <a:solidFill>
                <a:schemeClr val="bg2"/>
              </a:solidFill>
              <a:ln w="9525">
                <a:solidFill>
                  <a:schemeClr val="bg2"/>
                </a:solidFill>
                <a:round/>
                <a:headEnd/>
                <a:tailEnd/>
              </a:ln>
            </p:spPr>
            <p:txBody>
              <a:bodyPr/>
              <a:lstStyle/>
              <a:p>
                <a:endParaRPr lang="en-US"/>
              </a:p>
            </p:txBody>
          </p:sp>
          <p:sp>
            <p:nvSpPr>
              <p:cNvPr id="105795" name="Line 1203"/>
              <p:cNvSpPr>
                <a:spLocks noChangeShapeType="1"/>
              </p:cNvSpPr>
              <p:nvPr/>
            </p:nvSpPr>
            <p:spPr bwMode="auto">
              <a:xfrm>
                <a:off x="3325" y="2698"/>
                <a:ext cx="72"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796" name="Line 1204"/>
              <p:cNvSpPr>
                <a:spLocks noChangeShapeType="1"/>
              </p:cNvSpPr>
              <p:nvPr/>
            </p:nvSpPr>
            <p:spPr bwMode="auto">
              <a:xfrm>
                <a:off x="3421" y="2762"/>
                <a:ext cx="72"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797" name="Line 1205"/>
              <p:cNvSpPr>
                <a:spLocks noChangeShapeType="1"/>
              </p:cNvSpPr>
              <p:nvPr/>
            </p:nvSpPr>
            <p:spPr bwMode="auto">
              <a:xfrm>
                <a:off x="3510" y="2826"/>
                <a:ext cx="70" cy="46"/>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798" name="Line 1206"/>
              <p:cNvSpPr>
                <a:spLocks noChangeShapeType="1"/>
              </p:cNvSpPr>
              <p:nvPr/>
            </p:nvSpPr>
            <p:spPr bwMode="auto">
              <a:xfrm>
                <a:off x="3604" y="2881"/>
                <a:ext cx="40" cy="3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5776" name="Group 1207"/>
            <p:cNvGrpSpPr>
              <a:grpSpLocks/>
            </p:cNvGrpSpPr>
            <p:nvPr/>
          </p:nvGrpSpPr>
          <p:grpSpPr bwMode="auto">
            <a:xfrm>
              <a:off x="2878" y="2395"/>
              <a:ext cx="423" cy="271"/>
              <a:chOff x="2878" y="2395"/>
              <a:chExt cx="423" cy="271"/>
            </a:xfrm>
          </p:grpSpPr>
          <p:sp>
            <p:nvSpPr>
              <p:cNvPr id="105789" name="Freeform 1208"/>
              <p:cNvSpPr>
                <a:spLocks/>
              </p:cNvSpPr>
              <p:nvPr/>
            </p:nvSpPr>
            <p:spPr bwMode="auto">
              <a:xfrm>
                <a:off x="3189" y="2578"/>
                <a:ext cx="112" cy="88"/>
              </a:xfrm>
              <a:custGeom>
                <a:avLst/>
                <a:gdLst>
                  <a:gd name="T0" fmla="*/ 112 w 112"/>
                  <a:gd name="T1" fmla="*/ 88 h 88"/>
                  <a:gd name="T2" fmla="*/ 0 w 112"/>
                  <a:gd name="T3" fmla="*/ 48 h 88"/>
                  <a:gd name="T4" fmla="*/ 16 w 112"/>
                  <a:gd name="T5" fmla="*/ 24 h 88"/>
                  <a:gd name="T6" fmla="*/ 32 w 112"/>
                  <a:gd name="T7" fmla="*/ 0 h 88"/>
                  <a:gd name="T8" fmla="*/ 112 w 112"/>
                  <a:gd name="T9" fmla="*/ 88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88"/>
                    </a:moveTo>
                    <a:lnTo>
                      <a:pt x="0" y="48"/>
                    </a:lnTo>
                    <a:lnTo>
                      <a:pt x="16" y="24"/>
                    </a:lnTo>
                    <a:lnTo>
                      <a:pt x="32" y="0"/>
                    </a:lnTo>
                    <a:lnTo>
                      <a:pt x="112" y="88"/>
                    </a:lnTo>
                    <a:close/>
                  </a:path>
                </a:pathLst>
              </a:custGeom>
              <a:solidFill>
                <a:schemeClr val="bg2"/>
              </a:solidFill>
              <a:ln w="9525">
                <a:solidFill>
                  <a:schemeClr val="bg2"/>
                </a:solidFill>
                <a:round/>
                <a:headEnd/>
                <a:tailEnd/>
              </a:ln>
            </p:spPr>
            <p:txBody>
              <a:bodyPr/>
              <a:lstStyle/>
              <a:p>
                <a:endParaRPr lang="en-US"/>
              </a:p>
            </p:txBody>
          </p:sp>
          <p:sp>
            <p:nvSpPr>
              <p:cNvPr id="105790" name="Line 1209"/>
              <p:cNvSpPr>
                <a:spLocks noChangeShapeType="1"/>
              </p:cNvSpPr>
              <p:nvPr/>
            </p:nvSpPr>
            <p:spPr bwMode="auto">
              <a:xfrm>
                <a:off x="2878" y="2395"/>
                <a:ext cx="72"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791" name="Line 1210"/>
              <p:cNvSpPr>
                <a:spLocks noChangeShapeType="1"/>
              </p:cNvSpPr>
              <p:nvPr/>
            </p:nvSpPr>
            <p:spPr bwMode="auto">
              <a:xfrm>
                <a:off x="2975" y="2459"/>
                <a:ext cx="70" cy="3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792" name="Line 1211"/>
              <p:cNvSpPr>
                <a:spLocks noChangeShapeType="1"/>
              </p:cNvSpPr>
              <p:nvPr/>
            </p:nvSpPr>
            <p:spPr bwMode="auto">
              <a:xfrm>
                <a:off x="3070" y="2515"/>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793" name="Line 1212"/>
              <p:cNvSpPr>
                <a:spLocks noChangeShapeType="1"/>
              </p:cNvSpPr>
              <p:nvPr/>
            </p:nvSpPr>
            <p:spPr bwMode="auto">
              <a:xfrm>
                <a:off x="3157" y="2578"/>
                <a:ext cx="48" cy="24"/>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5777" name="Group 1213"/>
            <p:cNvGrpSpPr>
              <a:grpSpLocks/>
            </p:cNvGrpSpPr>
            <p:nvPr/>
          </p:nvGrpSpPr>
          <p:grpSpPr bwMode="auto">
            <a:xfrm>
              <a:off x="2862" y="3001"/>
              <a:ext cx="423" cy="263"/>
              <a:chOff x="2862" y="3001"/>
              <a:chExt cx="423" cy="263"/>
            </a:xfrm>
          </p:grpSpPr>
          <p:sp>
            <p:nvSpPr>
              <p:cNvPr id="105784" name="Freeform 1214"/>
              <p:cNvSpPr>
                <a:spLocks/>
              </p:cNvSpPr>
              <p:nvPr/>
            </p:nvSpPr>
            <p:spPr bwMode="auto">
              <a:xfrm>
                <a:off x="3173" y="3185"/>
                <a:ext cx="112" cy="79"/>
              </a:xfrm>
              <a:custGeom>
                <a:avLst/>
                <a:gdLst>
                  <a:gd name="T0" fmla="*/ 112 w 112"/>
                  <a:gd name="T1" fmla="*/ 79 h 79"/>
                  <a:gd name="T2" fmla="*/ 0 w 112"/>
                  <a:gd name="T3" fmla="*/ 47 h 79"/>
                  <a:gd name="T4" fmla="*/ 16 w 112"/>
                  <a:gd name="T5" fmla="*/ 23 h 79"/>
                  <a:gd name="T6" fmla="*/ 32 w 112"/>
                  <a:gd name="T7" fmla="*/ 0 h 79"/>
                  <a:gd name="T8" fmla="*/ 112 w 112"/>
                  <a:gd name="T9" fmla="*/ 79 h 79"/>
                  <a:gd name="T10" fmla="*/ 0 60000 65536"/>
                  <a:gd name="T11" fmla="*/ 0 60000 65536"/>
                  <a:gd name="T12" fmla="*/ 0 60000 65536"/>
                  <a:gd name="T13" fmla="*/ 0 60000 65536"/>
                  <a:gd name="T14" fmla="*/ 0 60000 65536"/>
                  <a:gd name="T15" fmla="*/ 0 w 112"/>
                  <a:gd name="T16" fmla="*/ 0 h 79"/>
                  <a:gd name="T17" fmla="*/ 112 w 112"/>
                  <a:gd name="T18" fmla="*/ 79 h 79"/>
                </a:gdLst>
                <a:ahLst/>
                <a:cxnLst>
                  <a:cxn ang="T10">
                    <a:pos x="T0" y="T1"/>
                  </a:cxn>
                  <a:cxn ang="T11">
                    <a:pos x="T2" y="T3"/>
                  </a:cxn>
                  <a:cxn ang="T12">
                    <a:pos x="T4" y="T5"/>
                  </a:cxn>
                  <a:cxn ang="T13">
                    <a:pos x="T6" y="T7"/>
                  </a:cxn>
                  <a:cxn ang="T14">
                    <a:pos x="T8" y="T9"/>
                  </a:cxn>
                </a:cxnLst>
                <a:rect l="T15" t="T16" r="T17" b="T18"/>
                <a:pathLst>
                  <a:path w="112" h="79">
                    <a:moveTo>
                      <a:pt x="112" y="79"/>
                    </a:moveTo>
                    <a:lnTo>
                      <a:pt x="0" y="47"/>
                    </a:lnTo>
                    <a:lnTo>
                      <a:pt x="16" y="23"/>
                    </a:lnTo>
                    <a:lnTo>
                      <a:pt x="32" y="0"/>
                    </a:lnTo>
                    <a:lnTo>
                      <a:pt x="112" y="79"/>
                    </a:lnTo>
                    <a:close/>
                  </a:path>
                </a:pathLst>
              </a:custGeom>
              <a:solidFill>
                <a:schemeClr val="bg2"/>
              </a:solidFill>
              <a:ln w="9525">
                <a:solidFill>
                  <a:schemeClr val="bg2"/>
                </a:solidFill>
                <a:round/>
                <a:headEnd/>
                <a:tailEnd/>
              </a:ln>
            </p:spPr>
            <p:txBody>
              <a:bodyPr/>
              <a:lstStyle/>
              <a:p>
                <a:endParaRPr lang="en-US"/>
              </a:p>
            </p:txBody>
          </p:sp>
          <p:sp>
            <p:nvSpPr>
              <p:cNvPr id="105785" name="Line 1215"/>
              <p:cNvSpPr>
                <a:spLocks noChangeShapeType="1"/>
              </p:cNvSpPr>
              <p:nvPr/>
            </p:nvSpPr>
            <p:spPr bwMode="auto">
              <a:xfrm>
                <a:off x="2862" y="3001"/>
                <a:ext cx="72"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786" name="Line 1216"/>
              <p:cNvSpPr>
                <a:spLocks noChangeShapeType="1"/>
              </p:cNvSpPr>
              <p:nvPr/>
            </p:nvSpPr>
            <p:spPr bwMode="auto">
              <a:xfrm>
                <a:off x="2958" y="3057"/>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787" name="Line 1217"/>
              <p:cNvSpPr>
                <a:spLocks noChangeShapeType="1"/>
              </p:cNvSpPr>
              <p:nvPr/>
            </p:nvSpPr>
            <p:spPr bwMode="auto">
              <a:xfrm>
                <a:off x="3054" y="3121"/>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788" name="Line 1218"/>
              <p:cNvSpPr>
                <a:spLocks noChangeShapeType="1"/>
              </p:cNvSpPr>
              <p:nvPr/>
            </p:nvSpPr>
            <p:spPr bwMode="auto">
              <a:xfrm>
                <a:off x="3150" y="3177"/>
                <a:ext cx="39" cy="3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5778" name="Group 1219"/>
            <p:cNvGrpSpPr>
              <a:grpSpLocks/>
            </p:cNvGrpSpPr>
            <p:nvPr/>
          </p:nvGrpSpPr>
          <p:grpSpPr bwMode="auto">
            <a:xfrm>
              <a:off x="3318" y="3304"/>
              <a:ext cx="422" cy="287"/>
              <a:chOff x="3318" y="3304"/>
              <a:chExt cx="422" cy="287"/>
            </a:xfrm>
          </p:grpSpPr>
          <p:sp>
            <p:nvSpPr>
              <p:cNvPr id="105779" name="Freeform 1220"/>
              <p:cNvSpPr>
                <a:spLocks/>
              </p:cNvSpPr>
              <p:nvPr/>
            </p:nvSpPr>
            <p:spPr bwMode="auto">
              <a:xfrm>
                <a:off x="3628" y="3304"/>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32" y="88"/>
                    </a:lnTo>
                    <a:lnTo>
                      <a:pt x="16" y="64"/>
                    </a:lnTo>
                    <a:lnTo>
                      <a:pt x="0" y="40"/>
                    </a:lnTo>
                    <a:lnTo>
                      <a:pt x="112" y="0"/>
                    </a:lnTo>
                    <a:close/>
                  </a:path>
                </a:pathLst>
              </a:custGeom>
              <a:solidFill>
                <a:schemeClr val="bg2"/>
              </a:solidFill>
              <a:ln w="9525">
                <a:solidFill>
                  <a:schemeClr val="bg2"/>
                </a:solidFill>
                <a:round/>
                <a:headEnd/>
                <a:tailEnd/>
              </a:ln>
            </p:spPr>
            <p:txBody>
              <a:bodyPr/>
              <a:lstStyle/>
              <a:p>
                <a:endParaRPr lang="en-US"/>
              </a:p>
            </p:txBody>
          </p:sp>
          <p:sp>
            <p:nvSpPr>
              <p:cNvPr id="105780" name="Line 1221"/>
              <p:cNvSpPr>
                <a:spLocks noChangeShapeType="1"/>
              </p:cNvSpPr>
              <p:nvPr/>
            </p:nvSpPr>
            <p:spPr bwMode="auto">
              <a:xfrm flipV="1">
                <a:off x="3318" y="3544"/>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781" name="Line 1222"/>
              <p:cNvSpPr>
                <a:spLocks noChangeShapeType="1"/>
              </p:cNvSpPr>
              <p:nvPr/>
            </p:nvSpPr>
            <p:spPr bwMode="auto">
              <a:xfrm flipV="1">
                <a:off x="3413" y="3481"/>
                <a:ext cx="72"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782" name="Line 1223"/>
              <p:cNvSpPr>
                <a:spLocks noChangeShapeType="1"/>
              </p:cNvSpPr>
              <p:nvPr/>
            </p:nvSpPr>
            <p:spPr bwMode="auto">
              <a:xfrm flipV="1">
                <a:off x="3501" y="3417"/>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783" name="Line 1224"/>
              <p:cNvSpPr>
                <a:spLocks noChangeShapeType="1"/>
              </p:cNvSpPr>
              <p:nvPr/>
            </p:nvSpPr>
            <p:spPr bwMode="auto">
              <a:xfrm flipV="1">
                <a:off x="3596" y="3368"/>
                <a:ext cx="48" cy="3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105477" name="Rectangle 1225"/>
          <p:cNvSpPr>
            <a:spLocks noGrp="1" noChangeArrowheads="1"/>
          </p:cNvSpPr>
          <p:nvPr>
            <p:ph type="title"/>
          </p:nvPr>
        </p:nvSpPr>
        <p:spPr/>
        <p:txBody>
          <a:bodyPr/>
          <a:lstStyle/>
          <a:p>
            <a:r>
              <a:rPr lang="en-US" sz="3600" dirty="0"/>
              <a:t>Blood management</a:t>
            </a:r>
            <a:endParaRPr lang="en-US" dirty="0"/>
          </a:p>
        </p:txBody>
      </p:sp>
      <p:grpSp>
        <p:nvGrpSpPr>
          <p:cNvPr id="90335" name="Group 1226"/>
          <p:cNvGrpSpPr>
            <a:grpSpLocks/>
          </p:cNvGrpSpPr>
          <p:nvPr/>
        </p:nvGrpSpPr>
        <p:grpSpPr bwMode="auto">
          <a:xfrm>
            <a:off x="4368800" y="2235200"/>
            <a:ext cx="3481388" cy="4038600"/>
            <a:chOff x="1224" y="1416"/>
            <a:chExt cx="2193" cy="2544"/>
          </a:xfrm>
        </p:grpSpPr>
        <p:sp>
          <p:nvSpPr>
            <p:cNvPr id="105548" name="Line 1227"/>
            <p:cNvSpPr>
              <a:spLocks noChangeShapeType="1"/>
            </p:cNvSpPr>
            <p:nvPr/>
          </p:nvSpPr>
          <p:spPr bwMode="auto">
            <a:xfrm flipV="1">
              <a:off x="1500" y="2033"/>
              <a:ext cx="973" cy="313"/>
            </a:xfrm>
            <a:prstGeom prst="line">
              <a:avLst/>
            </a:prstGeom>
            <a:noFill/>
            <a:ln w="76200">
              <a:solidFill>
                <a:schemeClr val="tx1"/>
              </a:solidFill>
              <a:round/>
              <a:headEnd type="none" w="lg" len="lg"/>
              <a:tailEnd type="triangle" w="med" len="lg"/>
            </a:ln>
            <a:extLst>
              <a:ext uri="{909E8E84-426E-40DD-AFC4-6F175D3DCCD1}">
                <a14:hiddenFill xmlns:a14="http://schemas.microsoft.com/office/drawing/2010/main">
                  <a:noFill/>
                </a14:hiddenFill>
              </a:ext>
            </a:extLst>
          </p:spPr>
          <p:txBody>
            <a:bodyPr wrap="none" anchor="ctr"/>
            <a:lstStyle/>
            <a:p>
              <a:endParaRPr lang="en-US"/>
            </a:p>
          </p:txBody>
        </p:sp>
        <p:sp>
          <p:nvSpPr>
            <p:cNvPr id="105549" name="Line 1228"/>
            <p:cNvSpPr>
              <a:spLocks noChangeShapeType="1"/>
            </p:cNvSpPr>
            <p:nvPr/>
          </p:nvSpPr>
          <p:spPr bwMode="auto">
            <a:xfrm flipV="1">
              <a:off x="1500" y="2373"/>
              <a:ext cx="1618" cy="1336"/>
            </a:xfrm>
            <a:prstGeom prst="line">
              <a:avLst/>
            </a:prstGeom>
            <a:noFill/>
            <a:ln w="76200">
              <a:solidFill>
                <a:schemeClr val="tx1"/>
              </a:solidFill>
              <a:round/>
              <a:headEnd type="none" w="lg" len="lg"/>
              <a:tailEnd type="triangle" w="med" len="lg"/>
            </a:ln>
            <a:extLst>
              <a:ext uri="{909E8E84-426E-40DD-AFC4-6F175D3DCCD1}">
                <a14:hiddenFill xmlns:a14="http://schemas.microsoft.com/office/drawing/2010/main">
                  <a:noFill/>
                </a14:hiddenFill>
              </a:ext>
            </a:extLst>
          </p:spPr>
          <p:txBody>
            <a:bodyPr wrap="none" anchor="ctr"/>
            <a:lstStyle/>
            <a:p>
              <a:endParaRPr lang="en-US"/>
            </a:p>
          </p:txBody>
        </p:sp>
        <p:sp>
          <p:nvSpPr>
            <p:cNvPr id="105550" name="Line 1229"/>
            <p:cNvSpPr>
              <a:spLocks noChangeShapeType="1"/>
            </p:cNvSpPr>
            <p:nvPr/>
          </p:nvSpPr>
          <p:spPr bwMode="auto">
            <a:xfrm>
              <a:off x="1500" y="1682"/>
              <a:ext cx="1072" cy="1709"/>
            </a:xfrm>
            <a:prstGeom prst="line">
              <a:avLst/>
            </a:prstGeom>
            <a:noFill/>
            <a:ln w="76200">
              <a:solidFill>
                <a:schemeClr val="tx1"/>
              </a:solidFill>
              <a:round/>
              <a:headEnd type="none" w="lg" len="lg"/>
              <a:tailEnd type="triangle" w="med" len="lg"/>
            </a:ln>
            <a:extLst>
              <a:ext uri="{909E8E84-426E-40DD-AFC4-6F175D3DCCD1}">
                <a14:hiddenFill xmlns:a14="http://schemas.microsoft.com/office/drawing/2010/main">
                  <a:noFill/>
                </a14:hiddenFill>
              </a:ext>
            </a:extLst>
          </p:spPr>
          <p:txBody>
            <a:bodyPr wrap="none" anchor="ctr"/>
            <a:lstStyle/>
            <a:p>
              <a:endParaRPr lang="en-US"/>
            </a:p>
          </p:txBody>
        </p:sp>
        <p:sp>
          <p:nvSpPr>
            <p:cNvPr id="105551" name="Rectangle 1230"/>
            <p:cNvSpPr>
              <a:spLocks noChangeArrowheads="1"/>
            </p:cNvSpPr>
            <p:nvPr/>
          </p:nvSpPr>
          <p:spPr bwMode="auto">
            <a:xfrm>
              <a:off x="1224" y="1416"/>
              <a:ext cx="464" cy="2544"/>
            </a:xfrm>
            <a:prstGeom prst="rect">
              <a:avLst/>
            </a:prstGeom>
            <a:solidFill>
              <a:srgbClr val="477BFD">
                <a:alpha val="50195"/>
              </a:srgbClr>
            </a:solidFill>
            <a:ln>
              <a:noFill/>
            </a:ln>
            <a:extLst>
              <a:ext uri="{91240B29-F687-4F45-9708-019B960494DF}">
                <a14:hiddenLine xmlns:a14="http://schemas.microsoft.com/office/drawing/2010/main" w="38100">
                  <a:solidFill>
                    <a:srgbClr val="000000"/>
                  </a:solidFill>
                  <a:miter lim="800000"/>
                  <a:headEnd type="none" w="lg" len="lg"/>
                  <a:tailEnd type="none" w="lg" len="lg"/>
                </a14:hiddenLine>
              </a:ext>
            </a:extLst>
          </p:spPr>
          <p:txBody>
            <a:bodyPr wrap="none" anchor="ctr"/>
            <a:lstStyle/>
            <a:p>
              <a:endParaRPr lang="en-US"/>
            </a:p>
          </p:txBody>
        </p:sp>
        <p:grpSp>
          <p:nvGrpSpPr>
            <p:cNvPr id="105552" name="Group 1231"/>
            <p:cNvGrpSpPr>
              <a:grpSpLocks/>
            </p:cNvGrpSpPr>
            <p:nvPr/>
          </p:nvGrpSpPr>
          <p:grpSpPr bwMode="auto">
            <a:xfrm>
              <a:off x="2308" y="1754"/>
              <a:ext cx="621" cy="511"/>
              <a:chOff x="2700" y="1858"/>
              <a:chExt cx="948" cy="780"/>
            </a:xfrm>
          </p:grpSpPr>
          <p:sp>
            <p:nvSpPr>
              <p:cNvPr id="105565" name="Rectangle 1232"/>
              <p:cNvSpPr>
                <a:spLocks noChangeArrowheads="1"/>
              </p:cNvSpPr>
              <p:nvPr/>
            </p:nvSpPr>
            <p:spPr bwMode="auto">
              <a:xfrm>
                <a:off x="2700" y="1858"/>
                <a:ext cx="948" cy="780"/>
              </a:xfrm>
              <a:prstGeom prst="rect">
                <a:avLst/>
              </a:prstGeom>
              <a:solidFill>
                <a:srgbClr val="3770FD">
                  <a:alpha val="50195"/>
                </a:srgbClr>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p>
                <a:endParaRPr lang="en-US"/>
              </a:p>
            </p:txBody>
          </p:sp>
          <p:grpSp>
            <p:nvGrpSpPr>
              <p:cNvPr id="105566" name="Group 1233"/>
              <p:cNvGrpSpPr>
                <a:grpSpLocks/>
              </p:cNvGrpSpPr>
              <p:nvPr/>
            </p:nvGrpSpPr>
            <p:grpSpPr bwMode="auto">
              <a:xfrm>
                <a:off x="2931" y="2061"/>
                <a:ext cx="506" cy="416"/>
                <a:chOff x="4101" y="2013"/>
                <a:chExt cx="506" cy="416"/>
              </a:xfrm>
            </p:grpSpPr>
            <p:sp>
              <p:nvSpPr>
                <p:cNvPr id="105567" name="Line 1234"/>
                <p:cNvSpPr>
                  <a:spLocks noChangeShapeType="1"/>
                </p:cNvSpPr>
                <p:nvPr/>
              </p:nvSpPr>
              <p:spPr bwMode="auto">
                <a:xfrm flipV="1">
                  <a:off x="4101" y="2013"/>
                  <a:ext cx="0" cy="416"/>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5568" name="Line 1235"/>
                <p:cNvSpPr>
                  <a:spLocks noChangeShapeType="1"/>
                </p:cNvSpPr>
                <p:nvPr/>
              </p:nvSpPr>
              <p:spPr bwMode="auto">
                <a:xfrm>
                  <a:off x="4107" y="2423"/>
                  <a:ext cx="500"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5569" name="Arc 1236"/>
                <p:cNvSpPr>
                  <a:spLocks/>
                </p:cNvSpPr>
                <p:nvPr/>
              </p:nvSpPr>
              <p:spPr bwMode="auto">
                <a:xfrm flipH="1" flipV="1">
                  <a:off x="4109" y="2068"/>
                  <a:ext cx="379" cy="331"/>
                </a:xfrm>
                <a:custGeom>
                  <a:avLst/>
                  <a:gdLst>
                    <a:gd name="T0" fmla="*/ 7 w 21600"/>
                    <a:gd name="T1" fmla="*/ 0 h 21600"/>
                    <a:gd name="T2" fmla="*/ 0 w 21600"/>
                    <a:gd name="T3" fmla="*/ 5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21600" y="0"/>
                      </a:moveTo>
                      <a:cubicBezTo>
                        <a:pt x="21600" y="11929"/>
                        <a:pt x="11929" y="21599"/>
                        <a:pt x="0" y="21600"/>
                      </a:cubicBezTo>
                    </a:path>
                    <a:path w="21600" h="21600" stroke="0" extrusionOk="0">
                      <a:moveTo>
                        <a:pt x="21600" y="0"/>
                      </a:moveTo>
                      <a:cubicBezTo>
                        <a:pt x="21600" y="11929"/>
                        <a:pt x="11929" y="21599"/>
                        <a:pt x="0" y="21600"/>
                      </a:cubicBezTo>
                      <a:lnTo>
                        <a:pt x="0" y="0"/>
                      </a:lnTo>
                      <a:close/>
                    </a:path>
                  </a:pathLst>
                </a:custGeom>
                <a:noFill/>
                <a:ln w="28575" cap="rnd">
                  <a:solidFill>
                    <a:schemeClr val="bg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grpSp>
        <p:grpSp>
          <p:nvGrpSpPr>
            <p:cNvPr id="105553" name="Group 1237"/>
            <p:cNvGrpSpPr>
              <a:grpSpLocks/>
            </p:cNvGrpSpPr>
            <p:nvPr/>
          </p:nvGrpSpPr>
          <p:grpSpPr bwMode="auto">
            <a:xfrm>
              <a:off x="2796" y="2145"/>
              <a:ext cx="621" cy="511"/>
              <a:chOff x="2700" y="1858"/>
              <a:chExt cx="948" cy="780"/>
            </a:xfrm>
          </p:grpSpPr>
          <p:sp>
            <p:nvSpPr>
              <p:cNvPr id="105560" name="Rectangle 1238"/>
              <p:cNvSpPr>
                <a:spLocks noChangeArrowheads="1"/>
              </p:cNvSpPr>
              <p:nvPr/>
            </p:nvSpPr>
            <p:spPr bwMode="auto">
              <a:xfrm>
                <a:off x="2700" y="1858"/>
                <a:ext cx="948" cy="780"/>
              </a:xfrm>
              <a:prstGeom prst="rect">
                <a:avLst/>
              </a:prstGeom>
              <a:solidFill>
                <a:srgbClr val="3770FD">
                  <a:alpha val="50195"/>
                </a:srgbClr>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p>
                <a:endParaRPr lang="en-US"/>
              </a:p>
            </p:txBody>
          </p:sp>
          <p:grpSp>
            <p:nvGrpSpPr>
              <p:cNvPr id="105561" name="Group 1239"/>
              <p:cNvGrpSpPr>
                <a:grpSpLocks/>
              </p:cNvGrpSpPr>
              <p:nvPr/>
            </p:nvGrpSpPr>
            <p:grpSpPr bwMode="auto">
              <a:xfrm>
                <a:off x="2931" y="2061"/>
                <a:ext cx="506" cy="416"/>
                <a:chOff x="4101" y="2013"/>
                <a:chExt cx="506" cy="416"/>
              </a:xfrm>
            </p:grpSpPr>
            <p:sp>
              <p:nvSpPr>
                <p:cNvPr id="105562" name="Line 1240"/>
                <p:cNvSpPr>
                  <a:spLocks noChangeShapeType="1"/>
                </p:cNvSpPr>
                <p:nvPr/>
              </p:nvSpPr>
              <p:spPr bwMode="auto">
                <a:xfrm flipV="1">
                  <a:off x="4101" y="2013"/>
                  <a:ext cx="0" cy="416"/>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5563" name="Line 1241"/>
                <p:cNvSpPr>
                  <a:spLocks noChangeShapeType="1"/>
                </p:cNvSpPr>
                <p:nvPr/>
              </p:nvSpPr>
              <p:spPr bwMode="auto">
                <a:xfrm>
                  <a:off x="4107" y="2423"/>
                  <a:ext cx="500"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5564" name="Arc 1242"/>
                <p:cNvSpPr>
                  <a:spLocks/>
                </p:cNvSpPr>
                <p:nvPr/>
              </p:nvSpPr>
              <p:spPr bwMode="auto">
                <a:xfrm flipH="1" flipV="1">
                  <a:off x="4109" y="2068"/>
                  <a:ext cx="379" cy="331"/>
                </a:xfrm>
                <a:custGeom>
                  <a:avLst/>
                  <a:gdLst>
                    <a:gd name="T0" fmla="*/ 7 w 21600"/>
                    <a:gd name="T1" fmla="*/ 0 h 21600"/>
                    <a:gd name="T2" fmla="*/ 0 w 21600"/>
                    <a:gd name="T3" fmla="*/ 5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21600" y="0"/>
                      </a:moveTo>
                      <a:cubicBezTo>
                        <a:pt x="21600" y="11929"/>
                        <a:pt x="11929" y="21599"/>
                        <a:pt x="0" y="21600"/>
                      </a:cubicBezTo>
                    </a:path>
                    <a:path w="21600" h="21600" stroke="0" extrusionOk="0">
                      <a:moveTo>
                        <a:pt x="21600" y="0"/>
                      </a:moveTo>
                      <a:cubicBezTo>
                        <a:pt x="21600" y="11929"/>
                        <a:pt x="11929" y="21599"/>
                        <a:pt x="0" y="21600"/>
                      </a:cubicBezTo>
                      <a:lnTo>
                        <a:pt x="0" y="0"/>
                      </a:lnTo>
                      <a:close/>
                    </a:path>
                  </a:pathLst>
                </a:custGeom>
                <a:noFill/>
                <a:ln w="28575" cap="rnd">
                  <a:solidFill>
                    <a:schemeClr val="bg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grpSp>
        <p:grpSp>
          <p:nvGrpSpPr>
            <p:cNvPr id="105554" name="Group 1243"/>
            <p:cNvGrpSpPr>
              <a:grpSpLocks/>
            </p:cNvGrpSpPr>
            <p:nvPr/>
          </p:nvGrpSpPr>
          <p:grpSpPr bwMode="auto">
            <a:xfrm>
              <a:off x="2223" y="3055"/>
              <a:ext cx="621" cy="511"/>
              <a:chOff x="2700" y="1858"/>
              <a:chExt cx="948" cy="780"/>
            </a:xfrm>
          </p:grpSpPr>
          <p:sp>
            <p:nvSpPr>
              <p:cNvPr id="105555" name="Rectangle 1244"/>
              <p:cNvSpPr>
                <a:spLocks noChangeArrowheads="1"/>
              </p:cNvSpPr>
              <p:nvPr/>
            </p:nvSpPr>
            <p:spPr bwMode="auto">
              <a:xfrm>
                <a:off x="2700" y="1858"/>
                <a:ext cx="948" cy="780"/>
              </a:xfrm>
              <a:prstGeom prst="rect">
                <a:avLst/>
              </a:prstGeom>
              <a:solidFill>
                <a:srgbClr val="3770FD">
                  <a:alpha val="50195"/>
                </a:srgbClr>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p>
                <a:endParaRPr lang="en-US"/>
              </a:p>
            </p:txBody>
          </p:sp>
          <p:grpSp>
            <p:nvGrpSpPr>
              <p:cNvPr id="105556" name="Group 1245"/>
              <p:cNvGrpSpPr>
                <a:grpSpLocks/>
              </p:cNvGrpSpPr>
              <p:nvPr/>
            </p:nvGrpSpPr>
            <p:grpSpPr bwMode="auto">
              <a:xfrm>
                <a:off x="2931" y="2061"/>
                <a:ext cx="506" cy="416"/>
                <a:chOff x="4101" y="2013"/>
                <a:chExt cx="506" cy="416"/>
              </a:xfrm>
            </p:grpSpPr>
            <p:sp>
              <p:nvSpPr>
                <p:cNvPr id="105557" name="Line 1246"/>
                <p:cNvSpPr>
                  <a:spLocks noChangeShapeType="1"/>
                </p:cNvSpPr>
                <p:nvPr/>
              </p:nvSpPr>
              <p:spPr bwMode="auto">
                <a:xfrm flipV="1">
                  <a:off x="4101" y="2013"/>
                  <a:ext cx="0" cy="416"/>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5558" name="Line 1247"/>
                <p:cNvSpPr>
                  <a:spLocks noChangeShapeType="1"/>
                </p:cNvSpPr>
                <p:nvPr/>
              </p:nvSpPr>
              <p:spPr bwMode="auto">
                <a:xfrm>
                  <a:off x="4107" y="2423"/>
                  <a:ext cx="500"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5559" name="Arc 1248"/>
                <p:cNvSpPr>
                  <a:spLocks/>
                </p:cNvSpPr>
                <p:nvPr/>
              </p:nvSpPr>
              <p:spPr bwMode="auto">
                <a:xfrm flipH="1" flipV="1">
                  <a:off x="4109" y="2068"/>
                  <a:ext cx="379" cy="331"/>
                </a:xfrm>
                <a:custGeom>
                  <a:avLst/>
                  <a:gdLst>
                    <a:gd name="T0" fmla="*/ 7 w 21600"/>
                    <a:gd name="T1" fmla="*/ 0 h 21600"/>
                    <a:gd name="T2" fmla="*/ 0 w 21600"/>
                    <a:gd name="T3" fmla="*/ 5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21600" y="0"/>
                      </a:moveTo>
                      <a:cubicBezTo>
                        <a:pt x="21600" y="11929"/>
                        <a:pt x="11929" y="21599"/>
                        <a:pt x="0" y="21600"/>
                      </a:cubicBezTo>
                    </a:path>
                    <a:path w="21600" h="21600" stroke="0" extrusionOk="0">
                      <a:moveTo>
                        <a:pt x="21600" y="0"/>
                      </a:moveTo>
                      <a:cubicBezTo>
                        <a:pt x="21600" y="11929"/>
                        <a:pt x="11929" y="21599"/>
                        <a:pt x="0" y="21600"/>
                      </a:cubicBezTo>
                      <a:lnTo>
                        <a:pt x="0" y="0"/>
                      </a:lnTo>
                      <a:close/>
                    </a:path>
                  </a:pathLst>
                </a:custGeom>
                <a:noFill/>
                <a:ln w="28575" cap="rnd">
                  <a:solidFill>
                    <a:schemeClr val="bg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grpSp>
      </p:grpSp>
      <p:grpSp>
        <p:nvGrpSpPr>
          <p:cNvPr id="90406" name="Group 1249"/>
          <p:cNvGrpSpPr>
            <a:grpSpLocks/>
          </p:cNvGrpSpPr>
          <p:nvPr/>
        </p:nvGrpSpPr>
        <p:grpSpPr bwMode="auto">
          <a:xfrm>
            <a:off x="5232400" y="2222500"/>
            <a:ext cx="3481388" cy="4038600"/>
            <a:chOff x="1224" y="1416"/>
            <a:chExt cx="2193" cy="2544"/>
          </a:xfrm>
        </p:grpSpPr>
        <p:sp>
          <p:nvSpPr>
            <p:cNvPr id="105526" name="Line 1250"/>
            <p:cNvSpPr>
              <a:spLocks noChangeShapeType="1"/>
            </p:cNvSpPr>
            <p:nvPr/>
          </p:nvSpPr>
          <p:spPr bwMode="auto">
            <a:xfrm flipV="1">
              <a:off x="1500" y="2033"/>
              <a:ext cx="973" cy="313"/>
            </a:xfrm>
            <a:prstGeom prst="line">
              <a:avLst/>
            </a:prstGeom>
            <a:noFill/>
            <a:ln w="76200">
              <a:solidFill>
                <a:schemeClr val="tx1"/>
              </a:solidFill>
              <a:round/>
              <a:headEnd type="none" w="lg" len="lg"/>
              <a:tailEnd type="triangle" w="med" len="lg"/>
            </a:ln>
            <a:extLst>
              <a:ext uri="{909E8E84-426E-40DD-AFC4-6F175D3DCCD1}">
                <a14:hiddenFill xmlns:a14="http://schemas.microsoft.com/office/drawing/2010/main">
                  <a:noFill/>
                </a14:hiddenFill>
              </a:ext>
            </a:extLst>
          </p:spPr>
          <p:txBody>
            <a:bodyPr wrap="none" anchor="ctr"/>
            <a:lstStyle/>
            <a:p>
              <a:endParaRPr lang="en-US"/>
            </a:p>
          </p:txBody>
        </p:sp>
        <p:sp>
          <p:nvSpPr>
            <p:cNvPr id="105527" name="Line 1251"/>
            <p:cNvSpPr>
              <a:spLocks noChangeShapeType="1"/>
            </p:cNvSpPr>
            <p:nvPr/>
          </p:nvSpPr>
          <p:spPr bwMode="auto">
            <a:xfrm flipV="1">
              <a:off x="1500" y="2373"/>
              <a:ext cx="1618" cy="1336"/>
            </a:xfrm>
            <a:prstGeom prst="line">
              <a:avLst/>
            </a:prstGeom>
            <a:noFill/>
            <a:ln w="76200">
              <a:solidFill>
                <a:schemeClr val="tx1"/>
              </a:solidFill>
              <a:round/>
              <a:headEnd type="none" w="lg" len="lg"/>
              <a:tailEnd type="triangle" w="med" len="lg"/>
            </a:ln>
            <a:extLst>
              <a:ext uri="{909E8E84-426E-40DD-AFC4-6F175D3DCCD1}">
                <a14:hiddenFill xmlns:a14="http://schemas.microsoft.com/office/drawing/2010/main">
                  <a:noFill/>
                </a14:hiddenFill>
              </a:ext>
            </a:extLst>
          </p:spPr>
          <p:txBody>
            <a:bodyPr wrap="none" anchor="ctr"/>
            <a:lstStyle/>
            <a:p>
              <a:endParaRPr lang="en-US"/>
            </a:p>
          </p:txBody>
        </p:sp>
        <p:sp>
          <p:nvSpPr>
            <p:cNvPr id="105528" name="Line 1252"/>
            <p:cNvSpPr>
              <a:spLocks noChangeShapeType="1"/>
            </p:cNvSpPr>
            <p:nvPr/>
          </p:nvSpPr>
          <p:spPr bwMode="auto">
            <a:xfrm>
              <a:off x="1500" y="1682"/>
              <a:ext cx="1072" cy="1709"/>
            </a:xfrm>
            <a:prstGeom prst="line">
              <a:avLst/>
            </a:prstGeom>
            <a:noFill/>
            <a:ln w="76200">
              <a:solidFill>
                <a:schemeClr val="tx1"/>
              </a:solidFill>
              <a:round/>
              <a:headEnd type="none" w="lg" len="lg"/>
              <a:tailEnd type="triangle" w="med" len="lg"/>
            </a:ln>
            <a:extLst>
              <a:ext uri="{909E8E84-426E-40DD-AFC4-6F175D3DCCD1}">
                <a14:hiddenFill xmlns:a14="http://schemas.microsoft.com/office/drawing/2010/main">
                  <a:noFill/>
                </a14:hiddenFill>
              </a:ext>
            </a:extLst>
          </p:spPr>
          <p:txBody>
            <a:bodyPr wrap="none" anchor="ctr"/>
            <a:lstStyle/>
            <a:p>
              <a:endParaRPr lang="en-US"/>
            </a:p>
          </p:txBody>
        </p:sp>
        <p:sp>
          <p:nvSpPr>
            <p:cNvPr id="105529" name="Rectangle 1253"/>
            <p:cNvSpPr>
              <a:spLocks noChangeArrowheads="1"/>
            </p:cNvSpPr>
            <p:nvPr/>
          </p:nvSpPr>
          <p:spPr bwMode="auto">
            <a:xfrm>
              <a:off x="1224" y="1416"/>
              <a:ext cx="464" cy="2544"/>
            </a:xfrm>
            <a:prstGeom prst="rect">
              <a:avLst/>
            </a:prstGeom>
            <a:solidFill>
              <a:srgbClr val="477BFD">
                <a:alpha val="50195"/>
              </a:srgbClr>
            </a:solidFill>
            <a:ln>
              <a:noFill/>
            </a:ln>
            <a:extLst>
              <a:ext uri="{91240B29-F687-4F45-9708-019B960494DF}">
                <a14:hiddenLine xmlns:a14="http://schemas.microsoft.com/office/drawing/2010/main" w="38100">
                  <a:solidFill>
                    <a:srgbClr val="000000"/>
                  </a:solidFill>
                  <a:miter lim="800000"/>
                  <a:headEnd type="none" w="lg" len="lg"/>
                  <a:tailEnd type="none" w="lg" len="lg"/>
                </a14:hiddenLine>
              </a:ext>
            </a:extLst>
          </p:spPr>
          <p:txBody>
            <a:bodyPr wrap="none" anchor="ctr"/>
            <a:lstStyle/>
            <a:p>
              <a:endParaRPr lang="en-US"/>
            </a:p>
          </p:txBody>
        </p:sp>
        <p:grpSp>
          <p:nvGrpSpPr>
            <p:cNvPr id="105530" name="Group 1254"/>
            <p:cNvGrpSpPr>
              <a:grpSpLocks/>
            </p:cNvGrpSpPr>
            <p:nvPr/>
          </p:nvGrpSpPr>
          <p:grpSpPr bwMode="auto">
            <a:xfrm>
              <a:off x="2308" y="1754"/>
              <a:ext cx="621" cy="511"/>
              <a:chOff x="2700" y="1858"/>
              <a:chExt cx="948" cy="780"/>
            </a:xfrm>
          </p:grpSpPr>
          <p:sp>
            <p:nvSpPr>
              <p:cNvPr id="105543" name="Rectangle 1255"/>
              <p:cNvSpPr>
                <a:spLocks noChangeArrowheads="1"/>
              </p:cNvSpPr>
              <p:nvPr/>
            </p:nvSpPr>
            <p:spPr bwMode="auto">
              <a:xfrm>
                <a:off x="2700" y="1858"/>
                <a:ext cx="948" cy="780"/>
              </a:xfrm>
              <a:prstGeom prst="rect">
                <a:avLst/>
              </a:prstGeom>
              <a:solidFill>
                <a:srgbClr val="3770FD">
                  <a:alpha val="50195"/>
                </a:srgbClr>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p>
                <a:endParaRPr lang="en-US"/>
              </a:p>
            </p:txBody>
          </p:sp>
          <p:grpSp>
            <p:nvGrpSpPr>
              <p:cNvPr id="105544" name="Group 1256"/>
              <p:cNvGrpSpPr>
                <a:grpSpLocks/>
              </p:cNvGrpSpPr>
              <p:nvPr/>
            </p:nvGrpSpPr>
            <p:grpSpPr bwMode="auto">
              <a:xfrm>
                <a:off x="2931" y="2061"/>
                <a:ext cx="506" cy="416"/>
                <a:chOff x="4101" y="2013"/>
                <a:chExt cx="506" cy="416"/>
              </a:xfrm>
            </p:grpSpPr>
            <p:sp>
              <p:nvSpPr>
                <p:cNvPr id="105545" name="Line 1257"/>
                <p:cNvSpPr>
                  <a:spLocks noChangeShapeType="1"/>
                </p:cNvSpPr>
                <p:nvPr/>
              </p:nvSpPr>
              <p:spPr bwMode="auto">
                <a:xfrm flipV="1">
                  <a:off x="4101" y="2013"/>
                  <a:ext cx="0" cy="416"/>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5546" name="Line 1258"/>
                <p:cNvSpPr>
                  <a:spLocks noChangeShapeType="1"/>
                </p:cNvSpPr>
                <p:nvPr/>
              </p:nvSpPr>
              <p:spPr bwMode="auto">
                <a:xfrm>
                  <a:off x="4107" y="2423"/>
                  <a:ext cx="500"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5547" name="Arc 1259"/>
                <p:cNvSpPr>
                  <a:spLocks/>
                </p:cNvSpPr>
                <p:nvPr/>
              </p:nvSpPr>
              <p:spPr bwMode="auto">
                <a:xfrm flipH="1" flipV="1">
                  <a:off x="4109" y="2068"/>
                  <a:ext cx="379" cy="331"/>
                </a:xfrm>
                <a:custGeom>
                  <a:avLst/>
                  <a:gdLst>
                    <a:gd name="T0" fmla="*/ 7 w 21600"/>
                    <a:gd name="T1" fmla="*/ 0 h 21600"/>
                    <a:gd name="T2" fmla="*/ 0 w 21600"/>
                    <a:gd name="T3" fmla="*/ 5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21600" y="0"/>
                      </a:moveTo>
                      <a:cubicBezTo>
                        <a:pt x="21600" y="11929"/>
                        <a:pt x="11929" y="21599"/>
                        <a:pt x="0" y="21600"/>
                      </a:cubicBezTo>
                    </a:path>
                    <a:path w="21600" h="21600" stroke="0" extrusionOk="0">
                      <a:moveTo>
                        <a:pt x="21600" y="0"/>
                      </a:moveTo>
                      <a:cubicBezTo>
                        <a:pt x="21600" y="11929"/>
                        <a:pt x="11929" y="21599"/>
                        <a:pt x="0" y="21600"/>
                      </a:cubicBezTo>
                      <a:lnTo>
                        <a:pt x="0" y="0"/>
                      </a:lnTo>
                      <a:close/>
                    </a:path>
                  </a:pathLst>
                </a:custGeom>
                <a:noFill/>
                <a:ln w="28575" cap="rnd">
                  <a:solidFill>
                    <a:schemeClr val="bg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grpSp>
        <p:grpSp>
          <p:nvGrpSpPr>
            <p:cNvPr id="105531" name="Group 1260"/>
            <p:cNvGrpSpPr>
              <a:grpSpLocks/>
            </p:cNvGrpSpPr>
            <p:nvPr/>
          </p:nvGrpSpPr>
          <p:grpSpPr bwMode="auto">
            <a:xfrm>
              <a:off x="2796" y="2145"/>
              <a:ext cx="621" cy="511"/>
              <a:chOff x="2700" y="1858"/>
              <a:chExt cx="948" cy="780"/>
            </a:xfrm>
          </p:grpSpPr>
          <p:sp>
            <p:nvSpPr>
              <p:cNvPr id="105538" name="Rectangle 1261"/>
              <p:cNvSpPr>
                <a:spLocks noChangeArrowheads="1"/>
              </p:cNvSpPr>
              <p:nvPr/>
            </p:nvSpPr>
            <p:spPr bwMode="auto">
              <a:xfrm>
                <a:off x="2700" y="1858"/>
                <a:ext cx="948" cy="780"/>
              </a:xfrm>
              <a:prstGeom prst="rect">
                <a:avLst/>
              </a:prstGeom>
              <a:solidFill>
                <a:srgbClr val="3770FD">
                  <a:alpha val="50195"/>
                </a:srgbClr>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p>
                <a:endParaRPr lang="en-US"/>
              </a:p>
            </p:txBody>
          </p:sp>
          <p:grpSp>
            <p:nvGrpSpPr>
              <p:cNvPr id="105539" name="Group 1262"/>
              <p:cNvGrpSpPr>
                <a:grpSpLocks/>
              </p:cNvGrpSpPr>
              <p:nvPr/>
            </p:nvGrpSpPr>
            <p:grpSpPr bwMode="auto">
              <a:xfrm>
                <a:off x="2931" y="2061"/>
                <a:ext cx="506" cy="416"/>
                <a:chOff x="4101" y="2013"/>
                <a:chExt cx="506" cy="416"/>
              </a:xfrm>
            </p:grpSpPr>
            <p:sp>
              <p:nvSpPr>
                <p:cNvPr id="105540" name="Line 1263"/>
                <p:cNvSpPr>
                  <a:spLocks noChangeShapeType="1"/>
                </p:cNvSpPr>
                <p:nvPr/>
              </p:nvSpPr>
              <p:spPr bwMode="auto">
                <a:xfrm flipV="1">
                  <a:off x="4101" y="2013"/>
                  <a:ext cx="0" cy="416"/>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5541" name="Line 1264"/>
                <p:cNvSpPr>
                  <a:spLocks noChangeShapeType="1"/>
                </p:cNvSpPr>
                <p:nvPr/>
              </p:nvSpPr>
              <p:spPr bwMode="auto">
                <a:xfrm>
                  <a:off x="4107" y="2423"/>
                  <a:ext cx="500"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5542" name="Arc 1265"/>
                <p:cNvSpPr>
                  <a:spLocks/>
                </p:cNvSpPr>
                <p:nvPr/>
              </p:nvSpPr>
              <p:spPr bwMode="auto">
                <a:xfrm flipH="1" flipV="1">
                  <a:off x="4109" y="2068"/>
                  <a:ext cx="379" cy="331"/>
                </a:xfrm>
                <a:custGeom>
                  <a:avLst/>
                  <a:gdLst>
                    <a:gd name="T0" fmla="*/ 7 w 21600"/>
                    <a:gd name="T1" fmla="*/ 0 h 21600"/>
                    <a:gd name="T2" fmla="*/ 0 w 21600"/>
                    <a:gd name="T3" fmla="*/ 5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21600" y="0"/>
                      </a:moveTo>
                      <a:cubicBezTo>
                        <a:pt x="21600" y="11929"/>
                        <a:pt x="11929" y="21599"/>
                        <a:pt x="0" y="21600"/>
                      </a:cubicBezTo>
                    </a:path>
                    <a:path w="21600" h="21600" stroke="0" extrusionOk="0">
                      <a:moveTo>
                        <a:pt x="21600" y="0"/>
                      </a:moveTo>
                      <a:cubicBezTo>
                        <a:pt x="21600" y="11929"/>
                        <a:pt x="11929" y="21599"/>
                        <a:pt x="0" y="21600"/>
                      </a:cubicBezTo>
                      <a:lnTo>
                        <a:pt x="0" y="0"/>
                      </a:lnTo>
                      <a:close/>
                    </a:path>
                  </a:pathLst>
                </a:custGeom>
                <a:noFill/>
                <a:ln w="28575" cap="rnd">
                  <a:solidFill>
                    <a:schemeClr val="bg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grpSp>
        <p:grpSp>
          <p:nvGrpSpPr>
            <p:cNvPr id="105532" name="Group 1266"/>
            <p:cNvGrpSpPr>
              <a:grpSpLocks/>
            </p:cNvGrpSpPr>
            <p:nvPr/>
          </p:nvGrpSpPr>
          <p:grpSpPr bwMode="auto">
            <a:xfrm>
              <a:off x="2223" y="3055"/>
              <a:ext cx="621" cy="511"/>
              <a:chOff x="2700" y="1858"/>
              <a:chExt cx="948" cy="780"/>
            </a:xfrm>
          </p:grpSpPr>
          <p:sp>
            <p:nvSpPr>
              <p:cNvPr id="105533" name="Rectangle 1267"/>
              <p:cNvSpPr>
                <a:spLocks noChangeArrowheads="1"/>
              </p:cNvSpPr>
              <p:nvPr/>
            </p:nvSpPr>
            <p:spPr bwMode="auto">
              <a:xfrm>
                <a:off x="2700" y="1858"/>
                <a:ext cx="948" cy="780"/>
              </a:xfrm>
              <a:prstGeom prst="rect">
                <a:avLst/>
              </a:prstGeom>
              <a:solidFill>
                <a:srgbClr val="3770FD">
                  <a:alpha val="50195"/>
                </a:srgbClr>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p>
                <a:endParaRPr lang="en-US"/>
              </a:p>
            </p:txBody>
          </p:sp>
          <p:grpSp>
            <p:nvGrpSpPr>
              <p:cNvPr id="105534" name="Group 1268"/>
              <p:cNvGrpSpPr>
                <a:grpSpLocks/>
              </p:cNvGrpSpPr>
              <p:nvPr/>
            </p:nvGrpSpPr>
            <p:grpSpPr bwMode="auto">
              <a:xfrm>
                <a:off x="2931" y="2061"/>
                <a:ext cx="506" cy="416"/>
                <a:chOff x="4101" y="2013"/>
                <a:chExt cx="506" cy="416"/>
              </a:xfrm>
            </p:grpSpPr>
            <p:sp>
              <p:nvSpPr>
                <p:cNvPr id="105535" name="Line 1269"/>
                <p:cNvSpPr>
                  <a:spLocks noChangeShapeType="1"/>
                </p:cNvSpPr>
                <p:nvPr/>
              </p:nvSpPr>
              <p:spPr bwMode="auto">
                <a:xfrm flipV="1">
                  <a:off x="4101" y="2013"/>
                  <a:ext cx="0" cy="416"/>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5536" name="Line 1270"/>
                <p:cNvSpPr>
                  <a:spLocks noChangeShapeType="1"/>
                </p:cNvSpPr>
                <p:nvPr/>
              </p:nvSpPr>
              <p:spPr bwMode="auto">
                <a:xfrm>
                  <a:off x="4107" y="2423"/>
                  <a:ext cx="500"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5537" name="Arc 1271"/>
                <p:cNvSpPr>
                  <a:spLocks/>
                </p:cNvSpPr>
                <p:nvPr/>
              </p:nvSpPr>
              <p:spPr bwMode="auto">
                <a:xfrm flipH="1" flipV="1">
                  <a:off x="4109" y="2068"/>
                  <a:ext cx="379" cy="331"/>
                </a:xfrm>
                <a:custGeom>
                  <a:avLst/>
                  <a:gdLst>
                    <a:gd name="T0" fmla="*/ 7 w 21600"/>
                    <a:gd name="T1" fmla="*/ 0 h 21600"/>
                    <a:gd name="T2" fmla="*/ 0 w 21600"/>
                    <a:gd name="T3" fmla="*/ 5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21600" y="0"/>
                      </a:moveTo>
                      <a:cubicBezTo>
                        <a:pt x="21600" y="11929"/>
                        <a:pt x="11929" y="21599"/>
                        <a:pt x="0" y="21600"/>
                      </a:cubicBezTo>
                    </a:path>
                    <a:path w="21600" h="21600" stroke="0" extrusionOk="0">
                      <a:moveTo>
                        <a:pt x="21600" y="0"/>
                      </a:moveTo>
                      <a:cubicBezTo>
                        <a:pt x="21600" y="11929"/>
                        <a:pt x="11929" y="21599"/>
                        <a:pt x="0" y="21600"/>
                      </a:cubicBezTo>
                      <a:lnTo>
                        <a:pt x="0" y="0"/>
                      </a:lnTo>
                      <a:close/>
                    </a:path>
                  </a:pathLst>
                </a:custGeom>
                <a:noFill/>
                <a:ln w="28575" cap="rnd">
                  <a:solidFill>
                    <a:schemeClr val="bg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grpSp>
      </p:grpSp>
      <p:grpSp>
        <p:nvGrpSpPr>
          <p:cNvPr id="90413" name="Group 1272"/>
          <p:cNvGrpSpPr>
            <a:grpSpLocks/>
          </p:cNvGrpSpPr>
          <p:nvPr/>
        </p:nvGrpSpPr>
        <p:grpSpPr bwMode="auto">
          <a:xfrm>
            <a:off x="6096000" y="2222500"/>
            <a:ext cx="3481388" cy="4038600"/>
            <a:chOff x="1224" y="1416"/>
            <a:chExt cx="2193" cy="2544"/>
          </a:xfrm>
        </p:grpSpPr>
        <p:sp>
          <p:nvSpPr>
            <p:cNvPr id="105504" name="Line 1273"/>
            <p:cNvSpPr>
              <a:spLocks noChangeShapeType="1"/>
            </p:cNvSpPr>
            <p:nvPr/>
          </p:nvSpPr>
          <p:spPr bwMode="auto">
            <a:xfrm flipV="1">
              <a:off x="1500" y="2033"/>
              <a:ext cx="973" cy="313"/>
            </a:xfrm>
            <a:prstGeom prst="line">
              <a:avLst/>
            </a:prstGeom>
            <a:noFill/>
            <a:ln w="76200">
              <a:solidFill>
                <a:schemeClr val="tx1"/>
              </a:solidFill>
              <a:round/>
              <a:headEnd type="none" w="lg" len="lg"/>
              <a:tailEnd type="triangle" w="med" len="lg"/>
            </a:ln>
            <a:extLst>
              <a:ext uri="{909E8E84-426E-40DD-AFC4-6F175D3DCCD1}">
                <a14:hiddenFill xmlns:a14="http://schemas.microsoft.com/office/drawing/2010/main">
                  <a:noFill/>
                </a14:hiddenFill>
              </a:ext>
            </a:extLst>
          </p:spPr>
          <p:txBody>
            <a:bodyPr wrap="none" anchor="ctr"/>
            <a:lstStyle/>
            <a:p>
              <a:endParaRPr lang="en-US"/>
            </a:p>
          </p:txBody>
        </p:sp>
        <p:sp>
          <p:nvSpPr>
            <p:cNvPr id="105505" name="Line 1274"/>
            <p:cNvSpPr>
              <a:spLocks noChangeShapeType="1"/>
            </p:cNvSpPr>
            <p:nvPr/>
          </p:nvSpPr>
          <p:spPr bwMode="auto">
            <a:xfrm flipV="1">
              <a:off x="1500" y="2373"/>
              <a:ext cx="1618" cy="1336"/>
            </a:xfrm>
            <a:prstGeom prst="line">
              <a:avLst/>
            </a:prstGeom>
            <a:noFill/>
            <a:ln w="76200">
              <a:solidFill>
                <a:schemeClr val="tx1"/>
              </a:solidFill>
              <a:round/>
              <a:headEnd type="none" w="lg" len="lg"/>
              <a:tailEnd type="triangle" w="med" len="lg"/>
            </a:ln>
            <a:extLst>
              <a:ext uri="{909E8E84-426E-40DD-AFC4-6F175D3DCCD1}">
                <a14:hiddenFill xmlns:a14="http://schemas.microsoft.com/office/drawing/2010/main">
                  <a:noFill/>
                </a14:hiddenFill>
              </a:ext>
            </a:extLst>
          </p:spPr>
          <p:txBody>
            <a:bodyPr wrap="none" anchor="ctr"/>
            <a:lstStyle/>
            <a:p>
              <a:endParaRPr lang="en-US"/>
            </a:p>
          </p:txBody>
        </p:sp>
        <p:sp>
          <p:nvSpPr>
            <p:cNvPr id="105506" name="Line 1275"/>
            <p:cNvSpPr>
              <a:spLocks noChangeShapeType="1"/>
            </p:cNvSpPr>
            <p:nvPr/>
          </p:nvSpPr>
          <p:spPr bwMode="auto">
            <a:xfrm>
              <a:off x="1500" y="1682"/>
              <a:ext cx="1072" cy="1709"/>
            </a:xfrm>
            <a:prstGeom prst="line">
              <a:avLst/>
            </a:prstGeom>
            <a:noFill/>
            <a:ln w="76200">
              <a:solidFill>
                <a:schemeClr val="tx1"/>
              </a:solidFill>
              <a:round/>
              <a:headEnd type="none" w="lg" len="lg"/>
              <a:tailEnd type="triangle" w="med" len="lg"/>
            </a:ln>
            <a:extLst>
              <a:ext uri="{909E8E84-426E-40DD-AFC4-6F175D3DCCD1}">
                <a14:hiddenFill xmlns:a14="http://schemas.microsoft.com/office/drawing/2010/main">
                  <a:noFill/>
                </a14:hiddenFill>
              </a:ext>
            </a:extLst>
          </p:spPr>
          <p:txBody>
            <a:bodyPr wrap="none" anchor="ctr"/>
            <a:lstStyle/>
            <a:p>
              <a:endParaRPr lang="en-US"/>
            </a:p>
          </p:txBody>
        </p:sp>
        <p:sp>
          <p:nvSpPr>
            <p:cNvPr id="105507" name="Rectangle 1276"/>
            <p:cNvSpPr>
              <a:spLocks noChangeArrowheads="1"/>
            </p:cNvSpPr>
            <p:nvPr/>
          </p:nvSpPr>
          <p:spPr bwMode="auto">
            <a:xfrm>
              <a:off x="1224" y="1416"/>
              <a:ext cx="464" cy="2544"/>
            </a:xfrm>
            <a:prstGeom prst="rect">
              <a:avLst/>
            </a:prstGeom>
            <a:solidFill>
              <a:srgbClr val="477BFD">
                <a:alpha val="50195"/>
              </a:srgbClr>
            </a:solidFill>
            <a:ln>
              <a:noFill/>
            </a:ln>
            <a:extLst>
              <a:ext uri="{91240B29-F687-4F45-9708-019B960494DF}">
                <a14:hiddenLine xmlns:a14="http://schemas.microsoft.com/office/drawing/2010/main" w="38100">
                  <a:solidFill>
                    <a:srgbClr val="000000"/>
                  </a:solidFill>
                  <a:miter lim="800000"/>
                  <a:headEnd type="none" w="lg" len="lg"/>
                  <a:tailEnd type="none" w="lg" len="lg"/>
                </a14:hiddenLine>
              </a:ext>
            </a:extLst>
          </p:spPr>
          <p:txBody>
            <a:bodyPr wrap="none" anchor="ctr"/>
            <a:lstStyle/>
            <a:p>
              <a:endParaRPr lang="en-US"/>
            </a:p>
          </p:txBody>
        </p:sp>
        <p:grpSp>
          <p:nvGrpSpPr>
            <p:cNvPr id="105508" name="Group 1277"/>
            <p:cNvGrpSpPr>
              <a:grpSpLocks/>
            </p:cNvGrpSpPr>
            <p:nvPr/>
          </p:nvGrpSpPr>
          <p:grpSpPr bwMode="auto">
            <a:xfrm>
              <a:off x="2308" y="1754"/>
              <a:ext cx="621" cy="511"/>
              <a:chOff x="2700" y="1858"/>
              <a:chExt cx="948" cy="780"/>
            </a:xfrm>
          </p:grpSpPr>
          <p:sp>
            <p:nvSpPr>
              <p:cNvPr id="105521" name="Rectangle 1278"/>
              <p:cNvSpPr>
                <a:spLocks noChangeArrowheads="1"/>
              </p:cNvSpPr>
              <p:nvPr/>
            </p:nvSpPr>
            <p:spPr bwMode="auto">
              <a:xfrm>
                <a:off x="2700" y="1858"/>
                <a:ext cx="948" cy="780"/>
              </a:xfrm>
              <a:prstGeom prst="rect">
                <a:avLst/>
              </a:prstGeom>
              <a:solidFill>
                <a:srgbClr val="3770FD">
                  <a:alpha val="50195"/>
                </a:srgbClr>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p>
                <a:endParaRPr lang="en-US"/>
              </a:p>
            </p:txBody>
          </p:sp>
          <p:grpSp>
            <p:nvGrpSpPr>
              <p:cNvPr id="105522" name="Group 1279"/>
              <p:cNvGrpSpPr>
                <a:grpSpLocks/>
              </p:cNvGrpSpPr>
              <p:nvPr/>
            </p:nvGrpSpPr>
            <p:grpSpPr bwMode="auto">
              <a:xfrm>
                <a:off x="2931" y="2061"/>
                <a:ext cx="506" cy="416"/>
                <a:chOff x="4101" y="2013"/>
                <a:chExt cx="506" cy="416"/>
              </a:xfrm>
            </p:grpSpPr>
            <p:sp>
              <p:nvSpPr>
                <p:cNvPr id="105523" name="Line 1280"/>
                <p:cNvSpPr>
                  <a:spLocks noChangeShapeType="1"/>
                </p:cNvSpPr>
                <p:nvPr/>
              </p:nvSpPr>
              <p:spPr bwMode="auto">
                <a:xfrm flipV="1">
                  <a:off x="4101" y="2013"/>
                  <a:ext cx="0" cy="416"/>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5524" name="Line 1281"/>
                <p:cNvSpPr>
                  <a:spLocks noChangeShapeType="1"/>
                </p:cNvSpPr>
                <p:nvPr/>
              </p:nvSpPr>
              <p:spPr bwMode="auto">
                <a:xfrm>
                  <a:off x="4107" y="2423"/>
                  <a:ext cx="500"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5525" name="Arc 1282"/>
                <p:cNvSpPr>
                  <a:spLocks/>
                </p:cNvSpPr>
                <p:nvPr/>
              </p:nvSpPr>
              <p:spPr bwMode="auto">
                <a:xfrm flipH="1" flipV="1">
                  <a:off x="4109" y="2068"/>
                  <a:ext cx="379" cy="331"/>
                </a:xfrm>
                <a:custGeom>
                  <a:avLst/>
                  <a:gdLst>
                    <a:gd name="T0" fmla="*/ 7 w 21600"/>
                    <a:gd name="T1" fmla="*/ 0 h 21600"/>
                    <a:gd name="T2" fmla="*/ 0 w 21600"/>
                    <a:gd name="T3" fmla="*/ 5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21600" y="0"/>
                      </a:moveTo>
                      <a:cubicBezTo>
                        <a:pt x="21600" y="11929"/>
                        <a:pt x="11929" y="21599"/>
                        <a:pt x="0" y="21600"/>
                      </a:cubicBezTo>
                    </a:path>
                    <a:path w="21600" h="21600" stroke="0" extrusionOk="0">
                      <a:moveTo>
                        <a:pt x="21600" y="0"/>
                      </a:moveTo>
                      <a:cubicBezTo>
                        <a:pt x="21600" y="11929"/>
                        <a:pt x="11929" y="21599"/>
                        <a:pt x="0" y="21600"/>
                      </a:cubicBezTo>
                      <a:lnTo>
                        <a:pt x="0" y="0"/>
                      </a:lnTo>
                      <a:close/>
                    </a:path>
                  </a:pathLst>
                </a:custGeom>
                <a:noFill/>
                <a:ln w="28575" cap="rnd">
                  <a:solidFill>
                    <a:schemeClr val="bg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grpSp>
        <p:grpSp>
          <p:nvGrpSpPr>
            <p:cNvPr id="105509" name="Group 1283"/>
            <p:cNvGrpSpPr>
              <a:grpSpLocks/>
            </p:cNvGrpSpPr>
            <p:nvPr/>
          </p:nvGrpSpPr>
          <p:grpSpPr bwMode="auto">
            <a:xfrm>
              <a:off x="2796" y="2145"/>
              <a:ext cx="621" cy="511"/>
              <a:chOff x="2700" y="1858"/>
              <a:chExt cx="948" cy="780"/>
            </a:xfrm>
          </p:grpSpPr>
          <p:sp>
            <p:nvSpPr>
              <p:cNvPr id="105516" name="Rectangle 1284"/>
              <p:cNvSpPr>
                <a:spLocks noChangeArrowheads="1"/>
              </p:cNvSpPr>
              <p:nvPr/>
            </p:nvSpPr>
            <p:spPr bwMode="auto">
              <a:xfrm>
                <a:off x="2700" y="1858"/>
                <a:ext cx="948" cy="780"/>
              </a:xfrm>
              <a:prstGeom prst="rect">
                <a:avLst/>
              </a:prstGeom>
              <a:solidFill>
                <a:srgbClr val="3770FD">
                  <a:alpha val="50195"/>
                </a:srgbClr>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p>
                <a:endParaRPr lang="en-US"/>
              </a:p>
            </p:txBody>
          </p:sp>
          <p:grpSp>
            <p:nvGrpSpPr>
              <p:cNvPr id="105517" name="Group 1285"/>
              <p:cNvGrpSpPr>
                <a:grpSpLocks/>
              </p:cNvGrpSpPr>
              <p:nvPr/>
            </p:nvGrpSpPr>
            <p:grpSpPr bwMode="auto">
              <a:xfrm>
                <a:off x="2931" y="2061"/>
                <a:ext cx="506" cy="416"/>
                <a:chOff x="4101" y="2013"/>
                <a:chExt cx="506" cy="416"/>
              </a:xfrm>
            </p:grpSpPr>
            <p:sp>
              <p:nvSpPr>
                <p:cNvPr id="105518" name="Line 1286"/>
                <p:cNvSpPr>
                  <a:spLocks noChangeShapeType="1"/>
                </p:cNvSpPr>
                <p:nvPr/>
              </p:nvSpPr>
              <p:spPr bwMode="auto">
                <a:xfrm flipV="1">
                  <a:off x="4101" y="2013"/>
                  <a:ext cx="0" cy="416"/>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5519" name="Line 1287"/>
                <p:cNvSpPr>
                  <a:spLocks noChangeShapeType="1"/>
                </p:cNvSpPr>
                <p:nvPr/>
              </p:nvSpPr>
              <p:spPr bwMode="auto">
                <a:xfrm>
                  <a:off x="4107" y="2423"/>
                  <a:ext cx="500"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5520" name="Arc 1288"/>
                <p:cNvSpPr>
                  <a:spLocks/>
                </p:cNvSpPr>
                <p:nvPr/>
              </p:nvSpPr>
              <p:spPr bwMode="auto">
                <a:xfrm flipH="1" flipV="1">
                  <a:off x="4109" y="2068"/>
                  <a:ext cx="379" cy="331"/>
                </a:xfrm>
                <a:custGeom>
                  <a:avLst/>
                  <a:gdLst>
                    <a:gd name="T0" fmla="*/ 7 w 21600"/>
                    <a:gd name="T1" fmla="*/ 0 h 21600"/>
                    <a:gd name="T2" fmla="*/ 0 w 21600"/>
                    <a:gd name="T3" fmla="*/ 5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21600" y="0"/>
                      </a:moveTo>
                      <a:cubicBezTo>
                        <a:pt x="21600" y="11929"/>
                        <a:pt x="11929" y="21599"/>
                        <a:pt x="0" y="21600"/>
                      </a:cubicBezTo>
                    </a:path>
                    <a:path w="21600" h="21600" stroke="0" extrusionOk="0">
                      <a:moveTo>
                        <a:pt x="21600" y="0"/>
                      </a:moveTo>
                      <a:cubicBezTo>
                        <a:pt x="21600" y="11929"/>
                        <a:pt x="11929" y="21599"/>
                        <a:pt x="0" y="21600"/>
                      </a:cubicBezTo>
                      <a:lnTo>
                        <a:pt x="0" y="0"/>
                      </a:lnTo>
                      <a:close/>
                    </a:path>
                  </a:pathLst>
                </a:custGeom>
                <a:noFill/>
                <a:ln w="28575" cap="rnd">
                  <a:solidFill>
                    <a:schemeClr val="bg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grpSp>
        <p:grpSp>
          <p:nvGrpSpPr>
            <p:cNvPr id="105510" name="Group 1289"/>
            <p:cNvGrpSpPr>
              <a:grpSpLocks/>
            </p:cNvGrpSpPr>
            <p:nvPr/>
          </p:nvGrpSpPr>
          <p:grpSpPr bwMode="auto">
            <a:xfrm>
              <a:off x="2223" y="3055"/>
              <a:ext cx="621" cy="511"/>
              <a:chOff x="2700" y="1858"/>
              <a:chExt cx="948" cy="780"/>
            </a:xfrm>
          </p:grpSpPr>
          <p:sp>
            <p:nvSpPr>
              <p:cNvPr id="105511" name="Rectangle 1290"/>
              <p:cNvSpPr>
                <a:spLocks noChangeArrowheads="1"/>
              </p:cNvSpPr>
              <p:nvPr/>
            </p:nvSpPr>
            <p:spPr bwMode="auto">
              <a:xfrm>
                <a:off x="2700" y="1858"/>
                <a:ext cx="948" cy="780"/>
              </a:xfrm>
              <a:prstGeom prst="rect">
                <a:avLst/>
              </a:prstGeom>
              <a:solidFill>
                <a:srgbClr val="3770FD">
                  <a:alpha val="50195"/>
                </a:srgbClr>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p>
                <a:endParaRPr lang="en-US"/>
              </a:p>
            </p:txBody>
          </p:sp>
          <p:grpSp>
            <p:nvGrpSpPr>
              <p:cNvPr id="105512" name="Group 1291"/>
              <p:cNvGrpSpPr>
                <a:grpSpLocks/>
              </p:cNvGrpSpPr>
              <p:nvPr/>
            </p:nvGrpSpPr>
            <p:grpSpPr bwMode="auto">
              <a:xfrm>
                <a:off x="2931" y="2061"/>
                <a:ext cx="506" cy="416"/>
                <a:chOff x="4101" y="2013"/>
                <a:chExt cx="506" cy="416"/>
              </a:xfrm>
            </p:grpSpPr>
            <p:sp>
              <p:nvSpPr>
                <p:cNvPr id="105513" name="Line 1292"/>
                <p:cNvSpPr>
                  <a:spLocks noChangeShapeType="1"/>
                </p:cNvSpPr>
                <p:nvPr/>
              </p:nvSpPr>
              <p:spPr bwMode="auto">
                <a:xfrm flipV="1">
                  <a:off x="4101" y="2013"/>
                  <a:ext cx="0" cy="416"/>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5514" name="Line 1293"/>
                <p:cNvSpPr>
                  <a:spLocks noChangeShapeType="1"/>
                </p:cNvSpPr>
                <p:nvPr/>
              </p:nvSpPr>
              <p:spPr bwMode="auto">
                <a:xfrm>
                  <a:off x="4107" y="2423"/>
                  <a:ext cx="500"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5515" name="Arc 1294"/>
                <p:cNvSpPr>
                  <a:spLocks/>
                </p:cNvSpPr>
                <p:nvPr/>
              </p:nvSpPr>
              <p:spPr bwMode="auto">
                <a:xfrm flipH="1" flipV="1">
                  <a:off x="4109" y="2068"/>
                  <a:ext cx="379" cy="331"/>
                </a:xfrm>
                <a:custGeom>
                  <a:avLst/>
                  <a:gdLst>
                    <a:gd name="T0" fmla="*/ 7 w 21600"/>
                    <a:gd name="T1" fmla="*/ 0 h 21600"/>
                    <a:gd name="T2" fmla="*/ 0 w 21600"/>
                    <a:gd name="T3" fmla="*/ 5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21600" y="0"/>
                      </a:moveTo>
                      <a:cubicBezTo>
                        <a:pt x="21600" y="11929"/>
                        <a:pt x="11929" y="21599"/>
                        <a:pt x="0" y="21600"/>
                      </a:cubicBezTo>
                    </a:path>
                    <a:path w="21600" h="21600" stroke="0" extrusionOk="0">
                      <a:moveTo>
                        <a:pt x="21600" y="0"/>
                      </a:moveTo>
                      <a:cubicBezTo>
                        <a:pt x="21600" y="11929"/>
                        <a:pt x="11929" y="21599"/>
                        <a:pt x="0" y="21600"/>
                      </a:cubicBezTo>
                      <a:lnTo>
                        <a:pt x="0" y="0"/>
                      </a:lnTo>
                      <a:close/>
                    </a:path>
                  </a:pathLst>
                </a:custGeom>
                <a:noFill/>
                <a:ln w="28575" cap="rnd">
                  <a:solidFill>
                    <a:schemeClr val="bg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grpSp>
      </p:grpSp>
      <p:grpSp>
        <p:nvGrpSpPr>
          <p:cNvPr id="91457" name="Group 1295"/>
          <p:cNvGrpSpPr>
            <a:grpSpLocks/>
          </p:cNvGrpSpPr>
          <p:nvPr/>
        </p:nvGrpSpPr>
        <p:grpSpPr bwMode="auto">
          <a:xfrm>
            <a:off x="6953250" y="2222500"/>
            <a:ext cx="3481388" cy="4038600"/>
            <a:chOff x="1224" y="1416"/>
            <a:chExt cx="2193" cy="2544"/>
          </a:xfrm>
        </p:grpSpPr>
        <p:sp>
          <p:nvSpPr>
            <p:cNvPr id="105482" name="Line 1296"/>
            <p:cNvSpPr>
              <a:spLocks noChangeShapeType="1"/>
            </p:cNvSpPr>
            <p:nvPr/>
          </p:nvSpPr>
          <p:spPr bwMode="auto">
            <a:xfrm flipV="1">
              <a:off x="1500" y="2033"/>
              <a:ext cx="973" cy="313"/>
            </a:xfrm>
            <a:prstGeom prst="line">
              <a:avLst/>
            </a:prstGeom>
            <a:noFill/>
            <a:ln w="76200">
              <a:solidFill>
                <a:schemeClr val="tx1"/>
              </a:solidFill>
              <a:round/>
              <a:headEnd type="none" w="lg" len="lg"/>
              <a:tailEnd type="triangle" w="med" len="lg"/>
            </a:ln>
            <a:extLst>
              <a:ext uri="{909E8E84-426E-40DD-AFC4-6F175D3DCCD1}">
                <a14:hiddenFill xmlns:a14="http://schemas.microsoft.com/office/drawing/2010/main">
                  <a:noFill/>
                </a14:hiddenFill>
              </a:ext>
            </a:extLst>
          </p:spPr>
          <p:txBody>
            <a:bodyPr wrap="none" anchor="ctr"/>
            <a:lstStyle/>
            <a:p>
              <a:endParaRPr lang="en-US"/>
            </a:p>
          </p:txBody>
        </p:sp>
        <p:sp>
          <p:nvSpPr>
            <p:cNvPr id="105483" name="Line 1297"/>
            <p:cNvSpPr>
              <a:spLocks noChangeShapeType="1"/>
            </p:cNvSpPr>
            <p:nvPr/>
          </p:nvSpPr>
          <p:spPr bwMode="auto">
            <a:xfrm flipV="1">
              <a:off x="1500" y="2373"/>
              <a:ext cx="1618" cy="1336"/>
            </a:xfrm>
            <a:prstGeom prst="line">
              <a:avLst/>
            </a:prstGeom>
            <a:noFill/>
            <a:ln w="76200">
              <a:solidFill>
                <a:schemeClr val="tx1"/>
              </a:solidFill>
              <a:round/>
              <a:headEnd type="none" w="lg" len="lg"/>
              <a:tailEnd type="triangle" w="med" len="lg"/>
            </a:ln>
            <a:extLst>
              <a:ext uri="{909E8E84-426E-40DD-AFC4-6F175D3DCCD1}">
                <a14:hiddenFill xmlns:a14="http://schemas.microsoft.com/office/drawing/2010/main">
                  <a:noFill/>
                </a14:hiddenFill>
              </a:ext>
            </a:extLst>
          </p:spPr>
          <p:txBody>
            <a:bodyPr wrap="none" anchor="ctr"/>
            <a:lstStyle/>
            <a:p>
              <a:endParaRPr lang="en-US"/>
            </a:p>
          </p:txBody>
        </p:sp>
        <p:sp>
          <p:nvSpPr>
            <p:cNvPr id="105484" name="Line 1298"/>
            <p:cNvSpPr>
              <a:spLocks noChangeShapeType="1"/>
            </p:cNvSpPr>
            <p:nvPr/>
          </p:nvSpPr>
          <p:spPr bwMode="auto">
            <a:xfrm>
              <a:off x="1500" y="1682"/>
              <a:ext cx="1072" cy="1709"/>
            </a:xfrm>
            <a:prstGeom prst="line">
              <a:avLst/>
            </a:prstGeom>
            <a:noFill/>
            <a:ln w="76200">
              <a:solidFill>
                <a:schemeClr val="tx1"/>
              </a:solidFill>
              <a:round/>
              <a:headEnd type="none" w="lg" len="lg"/>
              <a:tailEnd type="triangle" w="med" len="lg"/>
            </a:ln>
            <a:extLst>
              <a:ext uri="{909E8E84-426E-40DD-AFC4-6F175D3DCCD1}">
                <a14:hiddenFill xmlns:a14="http://schemas.microsoft.com/office/drawing/2010/main">
                  <a:noFill/>
                </a14:hiddenFill>
              </a:ext>
            </a:extLst>
          </p:spPr>
          <p:txBody>
            <a:bodyPr wrap="none" anchor="ctr"/>
            <a:lstStyle/>
            <a:p>
              <a:endParaRPr lang="en-US"/>
            </a:p>
          </p:txBody>
        </p:sp>
        <p:sp>
          <p:nvSpPr>
            <p:cNvPr id="105485" name="Rectangle 1299"/>
            <p:cNvSpPr>
              <a:spLocks noChangeArrowheads="1"/>
            </p:cNvSpPr>
            <p:nvPr/>
          </p:nvSpPr>
          <p:spPr bwMode="auto">
            <a:xfrm>
              <a:off x="1224" y="1416"/>
              <a:ext cx="464" cy="2544"/>
            </a:xfrm>
            <a:prstGeom prst="rect">
              <a:avLst/>
            </a:prstGeom>
            <a:solidFill>
              <a:srgbClr val="477BFD">
                <a:alpha val="50195"/>
              </a:srgbClr>
            </a:solidFill>
            <a:ln>
              <a:noFill/>
            </a:ln>
            <a:extLst>
              <a:ext uri="{91240B29-F687-4F45-9708-019B960494DF}">
                <a14:hiddenLine xmlns:a14="http://schemas.microsoft.com/office/drawing/2010/main" w="38100">
                  <a:solidFill>
                    <a:srgbClr val="000000"/>
                  </a:solidFill>
                  <a:miter lim="800000"/>
                  <a:headEnd type="none" w="lg" len="lg"/>
                  <a:tailEnd type="none" w="lg" len="lg"/>
                </a14:hiddenLine>
              </a:ext>
            </a:extLst>
          </p:spPr>
          <p:txBody>
            <a:bodyPr wrap="none" anchor="ctr"/>
            <a:lstStyle/>
            <a:p>
              <a:endParaRPr lang="en-US"/>
            </a:p>
          </p:txBody>
        </p:sp>
        <p:grpSp>
          <p:nvGrpSpPr>
            <p:cNvPr id="105486" name="Group 1300"/>
            <p:cNvGrpSpPr>
              <a:grpSpLocks/>
            </p:cNvGrpSpPr>
            <p:nvPr/>
          </p:nvGrpSpPr>
          <p:grpSpPr bwMode="auto">
            <a:xfrm>
              <a:off x="2308" y="1754"/>
              <a:ext cx="621" cy="511"/>
              <a:chOff x="2700" y="1858"/>
              <a:chExt cx="948" cy="780"/>
            </a:xfrm>
          </p:grpSpPr>
          <p:sp>
            <p:nvSpPr>
              <p:cNvPr id="105499" name="Rectangle 1301"/>
              <p:cNvSpPr>
                <a:spLocks noChangeArrowheads="1"/>
              </p:cNvSpPr>
              <p:nvPr/>
            </p:nvSpPr>
            <p:spPr bwMode="auto">
              <a:xfrm>
                <a:off x="2700" y="1858"/>
                <a:ext cx="948" cy="780"/>
              </a:xfrm>
              <a:prstGeom prst="rect">
                <a:avLst/>
              </a:prstGeom>
              <a:solidFill>
                <a:srgbClr val="3770FD">
                  <a:alpha val="50195"/>
                </a:srgbClr>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p>
                <a:endParaRPr lang="en-US"/>
              </a:p>
            </p:txBody>
          </p:sp>
          <p:grpSp>
            <p:nvGrpSpPr>
              <p:cNvPr id="105500" name="Group 1302"/>
              <p:cNvGrpSpPr>
                <a:grpSpLocks/>
              </p:cNvGrpSpPr>
              <p:nvPr/>
            </p:nvGrpSpPr>
            <p:grpSpPr bwMode="auto">
              <a:xfrm>
                <a:off x="2931" y="2061"/>
                <a:ext cx="506" cy="416"/>
                <a:chOff x="4101" y="2013"/>
                <a:chExt cx="506" cy="416"/>
              </a:xfrm>
            </p:grpSpPr>
            <p:sp>
              <p:nvSpPr>
                <p:cNvPr id="105501" name="Line 1303"/>
                <p:cNvSpPr>
                  <a:spLocks noChangeShapeType="1"/>
                </p:cNvSpPr>
                <p:nvPr/>
              </p:nvSpPr>
              <p:spPr bwMode="auto">
                <a:xfrm flipV="1">
                  <a:off x="4101" y="2013"/>
                  <a:ext cx="0" cy="416"/>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5502" name="Line 1304"/>
                <p:cNvSpPr>
                  <a:spLocks noChangeShapeType="1"/>
                </p:cNvSpPr>
                <p:nvPr/>
              </p:nvSpPr>
              <p:spPr bwMode="auto">
                <a:xfrm>
                  <a:off x="4107" y="2423"/>
                  <a:ext cx="500"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5503" name="Arc 1305"/>
                <p:cNvSpPr>
                  <a:spLocks/>
                </p:cNvSpPr>
                <p:nvPr/>
              </p:nvSpPr>
              <p:spPr bwMode="auto">
                <a:xfrm flipH="1" flipV="1">
                  <a:off x="4109" y="2068"/>
                  <a:ext cx="379" cy="331"/>
                </a:xfrm>
                <a:custGeom>
                  <a:avLst/>
                  <a:gdLst>
                    <a:gd name="T0" fmla="*/ 7 w 21600"/>
                    <a:gd name="T1" fmla="*/ 0 h 21600"/>
                    <a:gd name="T2" fmla="*/ 0 w 21600"/>
                    <a:gd name="T3" fmla="*/ 5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21600" y="0"/>
                      </a:moveTo>
                      <a:cubicBezTo>
                        <a:pt x="21600" y="11929"/>
                        <a:pt x="11929" y="21599"/>
                        <a:pt x="0" y="21600"/>
                      </a:cubicBezTo>
                    </a:path>
                    <a:path w="21600" h="21600" stroke="0" extrusionOk="0">
                      <a:moveTo>
                        <a:pt x="21600" y="0"/>
                      </a:moveTo>
                      <a:cubicBezTo>
                        <a:pt x="21600" y="11929"/>
                        <a:pt x="11929" y="21599"/>
                        <a:pt x="0" y="21600"/>
                      </a:cubicBezTo>
                      <a:lnTo>
                        <a:pt x="0" y="0"/>
                      </a:lnTo>
                      <a:close/>
                    </a:path>
                  </a:pathLst>
                </a:custGeom>
                <a:noFill/>
                <a:ln w="28575" cap="rnd">
                  <a:solidFill>
                    <a:schemeClr val="bg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grpSp>
        <p:grpSp>
          <p:nvGrpSpPr>
            <p:cNvPr id="105487" name="Group 1306"/>
            <p:cNvGrpSpPr>
              <a:grpSpLocks/>
            </p:cNvGrpSpPr>
            <p:nvPr/>
          </p:nvGrpSpPr>
          <p:grpSpPr bwMode="auto">
            <a:xfrm>
              <a:off x="2796" y="2145"/>
              <a:ext cx="621" cy="511"/>
              <a:chOff x="2700" y="1858"/>
              <a:chExt cx="948" cy="780"/>
            </a:xfrm>
          </p:grpSpPr>
          <p:sp>
            <p:nvSpPr>
              <p:cNvPr id="105494" name="Rectangle 1307"/>
              <p:cNvSpPr>
                <a:spLocks noChangeArrowheads="1"/>
              </p:cNvSpPr>
              <p:nvPr/>
            </p:nvSpPr>
            <p:spPr bwMode="auto">
              <a:xfrm>
                <a:off x="2700" y="1858"/>
                <a:ext cx="948" cy="780"/>
              </a:xfrm>
              <a:prstGeom prst="rect">
                <a:avLst/>
              </a:prstGeom>
              <a:solidFill>
                <a:srgbClr val="3770FD">
                  <a:alpha val="50195"/>
                </a:srgbClr>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p>
                <a:endParaRPr lang="en-US"/>
              </a:p>
            </p:txBody>
          </p:sp>
          <p:grpSp>
            <p:nvGrpSpPr>
              <p:cNvPr id="105495" name="Group 1308"/>
              <p:cNvGrpSpPr>
                <a:grpSpLocks/>
              </p:cNvGrpSpPr>
              <p:nvPr/>
            </p:nvGrpSpPr>
            <p:grpSpPr bwMode="auto">
              <a:xfrm>
                <a:off x="2931" y="2061"/>
                <a:ext cx="506" cy="416"/>
                <a:chOff x="4101" y="2013"/>
                <a:chExt cx="506" cy="416"/>
              </a:xfrm>
            </p:grpSpPr>
            <p:sp>
              <p:nvSpPr>
                <p:cNvPr id="105496" name="Line 1309"/>
                <p:cNvSpPr>
                  <a:spLocks noChangeShapeType="1"/>
                </p:cNvSpPr>
                <p:nvPr/>
              </p:nvSpPr>
              <p:spPr bwMode="auto">
                <a:xfrm flipV="1">
                  <a:off x="4101" y="2013"/>
                  <a:ext cx="0" cy="416"/>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5497" name="Line 1310"/>
                <p:cNvSpPr>
                  <a:spLocks noChangeShapeType="1"/>
                </p:cNvSpPr>
                <p:nvPr/>
              </p:nvSpPr>
              <p:spPr bwMode="auto">
                <a:xfrm>
                  <a:off x="4107" y="2423"/>
                  <a:ext cx="500"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5498" name="Arc 1311"/>
                <p:cNvSpPr>
                  <a:spLocks/>
                </p:cNvSpPr>
                <p:nvPr/>
              </p:nvSpPr>
              <p:spPr bwMode="auto">
                <a:xfrm flipH="1" flipV="1">
                  <a:off x="4109" y="2068"/>
                  <a:ext cx="379" cy="331"/>
                </a:xfrm>
                <a:custGeom>
                  <a:avLst/>
                  <a:gdLst>
                    <a:gd name="T0" fmla="*/ 7 w 21600"/>
                    <a:gd name="T1" fmla="*/ 0 h 21600"/>
                    <a:gd name="T2" fmla="*/ 0 w 21600"/>
                    <a:gd name="T3" fmla="*/ 5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21600" y="0"/>
                      </a:moveTo>
                      <a:cubicBezTo>
                        <a:pt x="21600" y="11929"/>
                        <a:pt x="11929" y="21599"/>
                        <a:pt x="0" y="21600"/>
                      </a:cubicBezTo>
                    </a:path>
                    <a:path w="21600" h="21600" stroke="0" extrusionOk="0">
                      <a:moveTo>
                        <a:pt x="21600" y="0"/>
                      </a:moveTo>
                      <a:cubicBezTo>
                        <a:pt x="21600" y="11929"/>
                        <a:pt x="11929" y="21599"/>
                        <a:pt x="0" y="21600"/>
                      </a:cubicBezTo>
                      <a:lnTo>
                        <a:pt x="0" y="0"/>
                      </a:lnTo>
                      <a:close/>
                    </a:path>
                  </a:pathLst>
                </a:custGeom>
                <a:noFill/>
                <a:ln w="28575" cap="rnd">
                  <a:solidFill>
                    <a:schemeClr val="bg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grpSp>
        <p:grpSp>
          <p:nvGrpSpPr>
            <p:cNvPr id="105488" name="Group 1312"/>
            <p:cNvGrpSpPr>
              <a:grpSpLocks/>
            </p:cNvGrpSpPr>
            <p:nvPr/>
          </p:nvGrpSpPr>
          <p:grpSpPr bwMode="auto">
            <a:xfrm>
              <a:off x="2223" y="3055"/>
              <a:ext cx="621" cy="511"/>
              <a:chOff x="2700" y="1858"/>
              <a:chExt cx="948" cy="780"/>
            </a:xfrm>
          </p:grpSpPr>
          <p:sp>
            <p:nvSpPr>
              <p:cNvPr id="105489" name="Rectangle 1313"/>
              <p:cNvSpPr>
                <a:spLocks noChangeArrowheads="1"/>
              </p:cNvSpPr>
              <p:nvPr/>
            </p:nvSpPr>
            <p:spPr bwMode="auto">
              <a:xfrm>
                <a:off x="2700" y="1858"/>
                <a:ext cx="948" cy="780"/>
              </a:xfrm>
              <a:prstGeom prst="rect">
                <a:avLst/>
              </a:prstGeom>
              <a:solidFill>
                <a:srgbClr val="3770FD">
                  <a:alpha val="50195"/>
                </a:srgbClr>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p>
                <a:endParaRPr lang="en-US"/>
              </a:p>
            </p:txBody>
          </p:sp>
          <p:grpSp>
            <p:nvGrpSpPr>
              <p:cNvPr id="105490" name="Group 1314"/>
              <p:cNvGrpSpPr>
                <a:grpSpLocks/>
              </p:cNvGrpSpPr>
              <p:nvPr/>
            </p:nvGrpSpPr>
            <p:grpSpPr bwMode="auto">
              <a:xfrm>
                <a:off x="2931" y="2061"/>
                <a:ext cx="506" cy="416"/>
                <a:chOff x="4101" y="2013"/>
                <a:chExt cx="506" cy="416"/>
              </a:xfrm>
            </p:grpSpPr>
            <p:sp>
              <p:nvSpPr>
                <p:cNvPr id="105491" name="Line 1315"/>
                <p:cNvSpPr>
                  <a:spLocks noChangeShapeType="1"/>
                </p:cNvSpPr>
                <p:nvPr/>
              </p:nvSpPr>
              <p:spPr bwMode="auto">
                <a:xfrm flipV="1">
                  <a:off x="4101" y="2013"/>
                  <a:ext cx="0" cy="416"/>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5492" name="Line 1316"/>
                <p:cNvSpPr>
                  <a:spLocks noChangeShapeType="1"/>
                </p:cNvSpPr>
                <p:nvPr/>
              </p:nvSpPr>
              <p:spPr bwMode="auto">
                <a:xfrm>
                  <a:off x="4107" y="2423"/>
                  <a:ext cx="500"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5493" name="Arc 1317"/>
                <p:cNvSpPr>
                  <a:spLocks/>
                </p:cNvSpPr>
                <p:nvPr/>
              </p:nvSpPr>
              <p:spPr bwMode="auto">
                <a:xfrm flipH="1" flipV="1">
                  <a:off x="4109" y="2068"/>
                  <a:ext cx="379" cy="331"/>
                </a:xfrm>
                <a:custGeom>
                  <a:avLst/>
                  <a:gdLst>
                    <a:gd name="T0" fmla="*/ 7 w 21600"/>
                    <a:gd name="T1" fmla="*/ 0 h 21600"/>
                    <a:gd name="T2" fmla="*/ 0 w 21600"/>
                    <a:gd name="T3" fmla="*/ 5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21600" y="0"/>
                      </a:moveTo>
                      <a:cubicBezTo>
                        <a:pt x="21600" y="11929"/>
                        <a:pt x="11929" y="21599"/>
                        <a:pt x="0" y="21600"/>
                      </a:cubicBezTo>
                    </a:path>
                    <a:path w="21600" h="21600" stroke="0" extrusionOk="0">
                      <a:moveTo>
                        <a:pt x="21600" y="0"/>
                      </a:moveTo>
                      <a:cubicBezTo>
                        <a:pt x="21600" y="11929"/>
                        <a:pt x="11929" y="21599"/>
                        <a:pt x="0" y="21600"/>
                      </a:cubicBezTo>
                      <a:lnTo>
                        <a:pt x="0" y="0"/>
                      </a:lnTo>
                      <a:close/>
                    </a:path>
                  </a:pathLst>
                </a:custGeom>
                <a:noFill/>
                <a:ln w="28575" cap="rnd">
                  <a:solidFill>
                    <a:schemeClr val="bg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grpSp>
      </p:grpSp>
    </p:spTree>
    <p:extLst>
      <p:ext uri="{BB962C8B-B14F-4D97-AF65-F5344CB8AC3E}">
        <p14:creationId xmlns:p14="http://schemas.microsoft.com/office/powerpoint/2010/main" val="2111160920"/>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nodeType="afterEffect">
                                  <p:stCondLst>
                                    <p:cond delay="0"/>
                                  </p:stCondLst>
                                  <p:childTnLst>
                                    <p:set>
                                      <p:cBhvr>
                                        <p:cTn id="6" dur="1" fill="hold">
                                          <p:stCondLst>
                                            <p:cond delay="0"/>
                                          </p:stCondLst>
                                        </p:cTn>
                                        <p:tgtEl>
                                          <p:spTgt spid="90335"/>
                                        </p:tgtEl>
                                        <p:attrNameLst>
                                          <p:attrName>style.visibility</p:attrName>
                                        </p:attrNameLst>
                                      </p:cBhvr>
                                      <p:to>
                                        <p:strVal val="visible"/>
                                      </p:to>
                                    </p:set>
                                    <p:animEffect transition="in" filter="wipe(left)">
                                      <p:cBhvr>
                                        <p:cTn id="7" dur="500"/>
                                        <p:tgtEl>
                                          <p:spTgt spid="90335"/>
                                        </p:tgtEl>
                                      </p:cBhvr>
                                    </p:animEffect>
                                  </p:childTnLst>
                                  <p:subTnLst>
                                    <p:set>
                                      <p:cBhvr override="childStyle">
                                        <p:cTn dur="1" fill="hold" display="0" masterRel="sameClick" afterEffect="1">
                                          <p:stCondLst>
                                            <p:cond evt="end" delay="0">
                                              <p:tn val="5"/>
                                            </p:cond>
                                          </p:stCondLst>
                                        </p:cTn>
                                        <p:tgtEl>
                                          <p:spTgt spid="90335"/>
                                        </p:tgtEl>
                                        <p:attrNameLst>
                                          <p:attrName>style.visibility</p:attrName>
                                        </p:attrNameLst>
                                      </p:cBhvr>
                                      <p:to>
                                        <p:strVal val="hidden"/>
                                      </p:to>
                                    </p:set>
                                  </p:subTnLst>
                                </p:cTn>
                              </p:par>
                            </p:childTnLst>
                          </p:cTn>
                        </p:par>
                        <p:par>
                          <p:cTn id="8" fill="hold" nodeType="afterGroup">
                            <p:stCondLst>
                              <p:cond delay="500"/>
                            </p:stCondLst>
                            <p:childTnLst>
                              <p:par>
                                <p:cTn id="9" presetID="22" presetClass="entr" presetSubtype="8" fill="hold" nodeType="afterEffect">
                                  <p:stCondLst>
                                    <p:cond delay="0"/>
                                  </p:stCondLst>
                                  <p:childTnLst>
                                    <p:set>
                                      <p:cBhvr>
                                        <p:cTn id="10" dur="1" fill="hold">
                                          <p:stCondLst>
                                            <p:cond delay="0"/>
                                          </p:stCondLst>
                                        </p:cTn>
                                        <p:tgtEl>
                                          <p:spTgt spid="90406"/>
                                        </p:tgtEl>
                                        <p:attrNameLst>
                                          <p:attrName>style.visibility</p:attrName>
                                        </p:attrNameLst>
                                      </p:cBhvr>
                                      <p:to>
                                        <p:strVal val="visible"/>
                                      </p:to>
                                    </p:set>
                                    <p:animEffect transition="in" filter="wipe(left)">
                                      <p:cBhvr>
                                        <p:cTn id="11" dur="500"/>
                                        <p:tgtEl>
                                          <p:spTgt spid="90406"/>
                                        </p:tgtEl>
                                      </p:cBhvr>
                                    </p:animEffect>
                                  </p:childTnLst>
                                  <p:subTnLst>
                                    <p:set>
                                      <p:cBhvr override="childStyle">
                                        <p:cTn dur="1" fill="hold" display="0" masterRel="sameClick" afterEffect="1">
                                          <p:stCondLst>
                                            <p:cond evt="end" delay="0">
                                              <p:tn val="9"/>
                                            </p:cond>
                                          </p:stCondLst>
                                        </p:cTn>
                                        <p:tgtEl>
                                          <p:spTgt spid="90406"/>
                                        </p:tgtEl>
                                        <p:attrNameLst>
                                          <p:attrName>style.visibility</p:attrName>
                                        </p:attrNameLst>
                                      </p:cBhvr>
                                      <p:to>
                                        <p:strVal val="hidden"/>
                                      </p:to>
                                    </p:set>
                                  </p:subTnLst>
                                </p:cTn>
                              </p:par>
                            </p:childTnLst>
                          </p:cTn>
                        </p:par>
                        <p:par>
                          <p:cTn id="12" fill="hold" nodeType="afterGroup">
                            <p:stCondLst>
                              <p:cond delay="1000"/>
                            </p:stCondLst>
                            <p:childTnLst>
                              <p:par>
                                <p:cTn id="13" presetID="22" presetClass="entr" presetSubtype="8" fill="hold" nodeType="afterEffect">
                                  <p:stCondLst>
                                    <p:cond delay="0"/>
                                  </p:stCondLst>
                                  <p:childTnLst>
                                    <p:set>
                                      <p:cBhvr>
                                        <p:cTn id="14" dur="1" fill="hold">
                                          <p:stCondLst>
                                            <p:cond delay="0"/>
                                          </p:stCondLst>
                                        </p:cTn>
                                        <p:tgtEl>
                                          <p:spTgt spid="90413"/>
                                        </p:tgtEl>
                                        <p:attrNameLst>
                                          <p:attrName>style.visibility</p:attrName>
                                        </p:attrNameLst>
                                      </p:cBhvr>
                                      <p:to>
                                        <p:strVal val="visible"/>
                                      </p:to>
                                    </p:set>
                                    <p:animEffect transition="in" filter="wipe(left)">
                                      <p:cBhvr>
                                        <p:cTn id="15" dur="500"/>
                                        <p:tgtEl>
                                          <p:spTgt spid="90413"/>
                                        </p:tgtEl>
                                      </p:cBhvr>
                                    </p:animEffect>
                                  </p:childTnLst>
                                  <p:subTnLst>
                                    <p:set>
                                      <p:cBhvr override="childStyle">
                                        <p:cTn dur="1" fill="hold" display="0" masterRel="sameClick" afterEffect="1">
                                          <p:stCondLst>
                                            <p:cond evt="end" delay="0">
                                              <p:tn val="13"/>
                                            </p:cond>
                                          </p:stCondLst>
                                        </p:cTn>
                                        <p:tgtEl>
                                          <p:spTgt spid="90413"/>
                                        </p:tgtEl>
                                        <p:attrNameLst>
                                          <p:attrName>style.visibility</p:attrName>
                                        </p:attrNameLst>
                                      </p:cBhvr>
                                      <p:to>
                                        <p:strVal val="hidden"/>
                                      </p:to>
                                    </p:set>
                                  </p:subTnLst>
                                </p:cTn>
                              </p:par>
                            </p:childTnLst>
                          </p:cTn>
                        </p:par>
                        <p:par>
                          <p:cTn id="16" fill="hold" nodeType="afterGroup">
                            <p:stCondLst>
                              <p:cond delay="1500"/>
                            </p:stCondLst>
                            <p:childTnLst>
                              <p:par>
                                <p:cTn id="17" presetID="22" presetClass="entr" presetSubtype="8" fill="hold" nodeType="afterEffect">
                                  <p:stCondLst>
                                    <p:cond delay="0"/>
                                  </p:stCondLst>
                                  <p:childTnLst>
                                    <p:set>
                                      <p:cBhvr>
                                        <p:cTn id="18" dur="1" fill="hold">
                                          <p:stCondLst>
                                            <p:cond delay="0"/>
                                          </p:stCondLst>
                                        </p:cTn>
                                        <p:tgtEl>
                                          <p:spTgt spid="91457"/>
                                        </p:tgtEl>
                                        <p:attrNameLst>
                                          <p:attrName>style.visibility</p:attrName>
                                        </p:attrNameLst>
                                      </p:cBhvr>
                                      <p:to>
                                        <p:strVal val="visible"/>
                                      </p:to>
                                    </p:set>
                                    <p:animEffect transition="in" filter="wipe(left)">
                                      <p:cBhvr>
                                        <p:cTn id="19" dur="500"/>
                                        <p:tgtEl>
                                          <p:spTgt spid="914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7524" name="Group 2"/>
          <p:cNvGrpSpPr>
            <a:grpSpLocks/>
          </p:cNvGrpSpPr>
          <p:nvPr/>
        </p:nvGrpSpPr>
        <p:grpSpPr bwMode="auto">
          <a:xfrm>
            <a:off x="3011488" y="2598738"/>
            <a:ext cx="6081712" cy="3332162"/>
            <a:chOff x="1449" y="1725"/>
            <a:chExt cx="3265" cy="1898"/>
          </a:xfrm>
        </p:grpSpPr>
        <p:grpSp>
          <p:nvGrpSpPr>
            <p:cNvPr id="107641" name="Group 3"/>
            <p:cNvGrpSpPr>
              <a:grpSpLocks/>
            </p:cNvGrpSpPr>
            <p:nvPr/>
          </p:nvGrpSpPr>
          <p:grpSpPr bwMode="auto">
            <a:xfrm>
              <a:off x="3772" y="2690"/>
              <a:ext cx="894" cy="596"/>
              <a:chOff x="3772" y="2690"/>
              <a:chExt cx="894" cy="596"/>
            </a:xfrm>
          </p:grpSpPr>
          <p:sp>
            <p:nvSpPr>
              <p:cNvPr id="108861" name="Freeform 4"/>
              <p:cNvSpPr>
                <a:spLocks/>
              </p:cNvSpPr>
              <p:nvPr/>
            </p:nvSpPr>
            <p:spPr bwMode="auto">
              <a:xfrm>
                <a:off x="4538" y="2690"/>
                <a:ext cx="128" cy="104"/>
              </a:xfrm>
              <a:custGeom>
                <a:avLst/>
                <a:gdLst>
                  <a:gd name="T0" fmla="*/ 128 w 128"/>
                  <a:gd name="T1" fmla="*/ 0 h 104"/>
                  <a:gd name="T2" fmla="*/ 40 w 128"/>
                  <a:gd name="T3" fmla="*/ 104 h 104"/>
                  <a:gd name="T4" fmla="*/ 16 w 128"/>
                  <a:gd name="T5" fmla="*/ 72 h 104"/>
                  <a:gd name="T6" fmla="*/ 0 w 128"/>
                  <a:gd name="T7" fmla="*/ 48 h 104"/>
                  <a:gd name="T8" fmla="*/ 128 w 128"/>
                  <a:gd name="T9" fmla="*/ 0 h 104"/>
                  <a:gd name="T10" fmla="*/ 0 60000 65536"/>
                  <a:gd name="T11" fmla="*/ 0 60000 65536"/>
                  <a:gd name="T12" fmla="*/ 0 60000 65536"/>
                  <a:gd name="T13" fmla="*/ 0 60000 65536"/>
                  <a:gd name="T14" fmla="*/ 0 60000 65536"/>
                  <a:gd name="T15" fmla="*/ 0 w 128"/>
                  <a:gd name="T16" fmla="*/ 0 h 104"/>
                  <a:gd name="T17" fmla="*/ 128 w 128"/>
                  <a:gd name="T18" fmla="*/ 104 h 104"/>
                </a:gdLst>
                <a:ahLst/>
                <a:cxnLst>
                  <a:cxn ang="T10">
                    <a:pos x="T0" y="T1"/>
                  </a:cxn>
                  <a:cxn ang="T11">
                    <a:pos x="T2" y="T3"/>
                  </a:cxn>
                  <a:cxn ang="T12">
                    <a:pos x="T4" y="T5"/>
                  </a:cxn>
                  <a:cxn ang="T13">
                    <a:pos x="T6" y="T7"/>
                  </a:cxn>
                  <a:cxn ang="T14">
                    <a:pos x="T8" y="T9"/>
                  </a:cxn>
                </a:cxnLst>
                <a:rect l="T15" t="T16" r="T17" b="T18"/>
                <a:pathLst>
                  <a:path w="128" h="104">
                    <a:moveTo>
                      <a:pt x="128" y="0"/>
                    </a:moveTo>
                    <a:lnTo>
                      <a:pt x="40" y="104"/>
                    </a:lnTo>
                    <a:lnTo>
                      <a:pt x="16" y="72"/>
                    </a:lnTo>
                    <a:lnTo>
                      <a:pt x="0" y="48"/>
                    </a:lnTo>
                    <a:lnTo>
                      <a:pt x="128" y="0"/>
                    </a:lnTo>
                    <a:close/>
                  </a:path>
                </a:pathLst>
              </a:custGeom>
              <a:solidFill>
                <a:schemeClr val="bg2"/>
              </a:solidFill>
              <a:ln w="9525">
                <a:solidFill>
                  <a:schemeClr val="bg2"/>
                </a:solidFill>
                <a:round/>
                <a:headEnd/>
                <a:tailEnd/>
              </a:ln>
            </p:spPr>
            <p:txBody>
              <a:bodyPr/>
              <a:lstStyle/>
              <a:p>
                <a:endParaRPr lang="en-US"/>
              </a:p>
            </p:txBody>
          </p:sp>
          <p:sp>
            <p:nvSpPr>
              <p:cNvPr id="108862" name="Line 5"/>
              <p:cNvSpPr>
                <a:spLocks noChangeShapeType="1"/>
              </p:cNvSpPr>
              <p:nvPr/>
            </p:nvSpPr>
            <p:spPr bwMode="auto">
              <a:xfrm flipV="1">
                <a:off x="3772" y="2757"/>
                <a:ext cx="790" cy="529"/>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7642" name="Group 6"/>
            <p:cNvGrpSpPr>
              <a:grpSpLocks/>
            </p:cNvGrpSpPr>
            <p:nvPr/>
          </p:nvGrpSpPr>
          <p:grpSpPr bwMode="auto">
            <a:xfrm>
              <a:off x="1944" y="2690"/>
              <a:ext cx="894" cy="596"/>
              <a:chOff x="1944" y="2690"/>
              <a:chExt cx="894" cy="596"/>
            </a:xfrm>
          </p:grpSpPr>
          <p:sp>
            <p:nvSpPr>
              <p:cNvPr id="108859" name="Freeform 7"/>
              <p:cNvSpPr>
                <a:spLocks/>
              </p:cNvSpPr>
              <p:nvPr/>
            </p:nvSpPr>
            <p:spPr bwMode="auto">
              <a:xfrm>
                <a:off x="2702" y="2690"/>
                <a:ext cx="136" cy="104"/>
              </a:xfrm>
              <a:custGeom>
                <a:avLst/>
                <a:gdLst>
                  <a:gd name="T0" fmla="*/ 136 w 136"/>
                  <a:gd name="T1" fmla="*/ 0 h 104"/>
                  <a:gd name="T2" fmla="*/ 40 w 136"/>
                  <a:gd name="T3" fmla="*/ 104 h 104"/>
                  <a:gd name="T4" fmla="*/ 24 w 136"/>
                  <a:gd name="T5" fmla="*/ 72 h 104"/>
                  <a:gd name="T6" fmla="*/ 0 w 136"/>
                  <a:gd name="T7" fmla="*/ 48 h 104"/>
                  <a:gd name="T8" fmla="*/ 136 w 136"/>
                  <a:gd name="T9" fmla="*/ 0 h 104"/>
                  <a:gd name="T10" fmla="*/ 0 60000 65536"/>
                  <a:gd name="T11" fmla="*/ 0 60000 65536"/>
                  <a:gd name="T12" fmla="*/ 0 60000 65536"/>
                  <a:gd name="T13" fmla="*/ 0 60000 65536"/>
                  <a:gd name="T14" fmla="*/ 0 60000 65536"/>
                  <a:gd name="T15" fmla="*/ 0 w 136"/>
                  <a:gd name="T16" fmla="*/ 0 h 104"/>
                  <a:gd name="T17" fmla="*/ 136 w 136"/>
                  <a:gd name="T18" fmla="*/ 104 h 104"/>
                </a:gdLst>
                <a:ahLst/>
                <a:cxnLst>
                  <a:cxn ang="T10">
                    <a:pos x="T0" y="T1"/>
                  </a:cxn>
                  <a:cxn ang="T11">
                    <a:pos x="T2" y="T3"/>
                  </a:cxn>
                  <a:cxn ang="T12">
                    <a:pos x="T4" y="T5"/>
                  </a:cxn>
                  <a:cxn ang="T13">
                    <a:pos x="T6" y="T7"/>
                  </a:cxn>
                  <a:cxn ang="T14">
                    <a:pos x="T8" y="T9"/>
                  </a:cxn>
                </a:cxnLst>
                <a:rect l="T15" t="T16" r="T17" b="T18"/>
                <a:pathLst>
                  <a:path w="136" h="104">
                    <a:moveTo>
                      <a:pt x="136" y="0"/>
                    </a:moveTo>
                    <a:lnTo>
                      <a:pt x="40" y="104"/>
                    </a:lnTo>
                    <a:lnTo>
                      <a:pt x="24" y="72"/>
                    </a:lnTo>
                    <a:lnTo>
                      <a:pt x="0" y="48"/>
                    </a:lnTo>
                    <a:lnTo>
                      <a:pt x="136" y="0"/>
                    </a:lnTo>
                    <a:close/>
                  </a:path>
                </a:pathLst>
              </a:custGeom>
              <a:solidFill>
                <a:schemeClr val="bg2"/>
              </a:solidFill>
              <a:ln w="9525">
                <a:solidFill>
                  <a:schemeClr val="bg2"/>
                </a:solidFill>
                <a:round/>
                <a:headEnd/>
                <a:tailEnd/>
              </a:ln>
            </p:spPr>
            <p:txBody>
              <a:bodyPr/>
              <a:lstStyle/>
              <a:p>
                <a:endParaRPr lang="en-US"/>
              </a:p>
            </p:txBody>
          </p:sp>
          <p:sp>
            <p:nvSpPr>
              <p:cNvPr id="108860" name="Line 8"/>
              <p:cNvSpPr>
                <a:spLocks noChangeShapeType="1"/>
              </p:cNvSpPr>
              <p:nvPr/>
            </p:nvSpPr>
            <p:spPr bwMode="auto">
              <a:xfrm flipV="1">
                <a:off x="1944" y="2758"/>
                <a:ext cx="790" cy="528"/>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7643" name="Group 9"/>
            <p:cNvGrpSpPr>
              <a:grpSpLocks/>
            </p:cNvGrpSpPr>
            <p:nvPr/>
          </p:nvGrpSpPr>
          <p:grpSpPr bwMode="auto">
            <a:xfrm>
              <a:off x="1483" y="2379"/>
              <a:ext cx="429" cy="598"/>
              <a:chOff x="1483" y="2379"/>
              <a:chExt cx="429" cy="598"/>
            </a:xfrm>
          </p:grpSpPr>
          <p:sp>
            <p:nvSpPr>
              <p:cNvPr id="108857" name="Freeform 10"/>
              <p:cNvSpPr>
                <a:spLocks/>
              </p:cNvSpPr>
              <p:nvPr/>
            </p:nvSpPr>
            <p:spPr bwMode="auto">
              <a:xfrm>
                <a:off x="1808" y="2379"/>
                <a:ext cx="104" cy="136"/>
              </a:xfrm>
              <a:custGeom>
                <a:avLst/>
                <a:gdLst>
                  <a:gd name="T0" fmla="*/ 104 w 104"/>
                  <a:gd name="T1" fmla="*/ 0 h 136"/>
                  <a:gd name="T2" fmla="*/ 56 w 104"/>
                  <a:gd name="T3" fmla="*/ 136 h 136"/>
                  <a:gd name="T4" fmla="*/ 32 w 104"/>
                  <a:gd name="T5" fmla="*/ 112 h 136"/>
                  <a:gd name="T6" fmla="*/ 0 w 104"/>
                  <a:gd name="T7" fmla="*/ 96 h 136"/>
                  <a:gd name="T8" fmla="*/ 104 w 104"/>
                  <a:gd name="T9" fmla="*/ 0 h 136"/>
                  <a:gd name="T10" fmla="*/ 0 60000 65536"/>
                  <a:gd name="T11" fmla="*/ 0 60000 65536"/>
                  <a:gd name="T12" fmla="*/ 0 60000 65536"/>
                  <a:gd name="T13" fmla="*/ 0 60000 65536"/>
                  <a:gd name="T14" fmla="*/ 0 60000 65536"/>
                  <a:gd name="T15" fmla="*/ 0 w 104"/>
                  <a:gd name="T16" fmla="*/ 0 h 136"/>
                  <a:gd name="T17" fmla="*/ 104 w 104"/>
                  <a:gd name="T18" fmla="*/ 136 h 136"/>
                </a:gdLst>
                <a:ahLst/>
                <a:cxnLst>
                  <a:cxn ang="T10">
                    <a:pos x="T0" y="T1"/>
                  </a:cxn>
                  <a:cxn ang="T11">
                    <a:pos x="T2" y="T3"/>
                  </a:cxn>
                  <a:cxn ang="T12">
                    <a:pos x="T4" y="T5"/>
                  </a:cxn>
                  <a:cxn ang="T13">
                    <a:pos x="T6" y="T7"/>
                  </a:cxn>
                  <a:cxn ang="T14">
                    <a:pos x="T8" y="T9"/>
                  </a:cxn>
                </a:cxnLst>
                <a:rect l="T15" t="T16" r="T17" b="T18"/>
                <a:pathLst>
                  <a:path w="104" h="136">
                    <a:moveTo>
                      <a:pt x="104" y="0"/>
                    </a:moveTo>
                    <a:lnTo>
                      <a:pt x="56" y="136"/>
                    </a:lnTo>
                    <a:lnTo>
                      <a:pt x="32" y="112"/>
                    </a:lnTo>
                    <a:lnTo>
                      <a:pt x="0" y="96"/>
                    </a:lnTo>
                    <a:lnTo>
                      <a:pt x="104" y="0"/>
                    </a:lnTo>
                    <a:close/>
                  </a:path>
                </a:pathLst>
              </a:custGeom>
              <a:solidFill>
                <a:schemeClr val="bg2"/>
              </a:solidFill>
              <a:ln w="9525">
                <a:solidFill>
                  <a:schemeClr val="bg2"/>
                </a:solidFill>
                <a:round/>
                <a:headEnd/>
                <a:tailEnd/>
              </a:ln>
            </p:spPr>
            <p:txBody>
              <a:bodyPr/>
              <a:lstStyle/>
              <a:p>
                <a:endParaRPr lang="en-US"/>
              </a:p>
            </p:txBody>
          </p:sp>
          <p:sp>
            <p:nvSpPr>
              <p:cNvPr id="108858" name="Line 11"/>
              <p:cNvSpPr>
                <a:spLocks noChangeShapeType="1"/>
              </p:cNvSpPr>
              <p:nvPr/>
            </p:nvSpPr>
            <p:spPr bwMode="auto">
              <a:xfrm flipV="1">
                <a:off x="1483" y="2483"/>
                <a:ext cx="362" cy="494"/>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7644" name="Group 12"/>
            <p:cNvGrpSpPr>
              <a:grpSpLocks/>
            </p:cNvGrpSpPr>
            <p:nvPr/>
          </p:nvGrpSpPr>
          <p:grpSpPr bwMode="auto">
            <a:xfrm>
              <a:off x="1936" y="2379"/>
              <a:ext cx="894" cy="604"/>
              <a:chOff x="1936" y="2379"/>
              <a:chExt cx="894" cy="604"/>
            </a:xfrm>
          </p:grpSpPr>
          <p:sp>
            <p:nvSpPr>
              <p:cNvPr id="108855" name="Freeform 13"/>
              <p:cNvSpPr>
                <a:spLocks/>
              </p:cNvSpPr>
              <p:nvPr/>
            </p:nvSpPr>
            <p:spPr bwMode="auto">
              <a:xfrm>
                <a:off x="2702" y="2379"/>
                <a:ext cx="128" cy="104"/>
              </a:xfrm>
              <a:custGeom>
                <a:avLst/>
                <a:gdLst>
                  <a:gd name="T0" fmla="*/ 128 w 128"/>
                  <a:gd name="T1" fmla="*/ 0 h 104"/>
                  <a:gd name="T2" fmla="*/ 40 w 128"/>
                  <a:gd name="T3" fmla="*/ 104 h 104"/>
                  <a:gd name="T4" fmla="*/ 16 w 128"/>
                  <a:gd name="T5" fmla="*/ 80 h 104"/>
                  <a:gd name="T6" fmla="*/ 0 w 128"/>
                  <a:gd name="T7" fmla="*/ 48 h 104"/>
                  <a:gd name="T8" fmla="*/ 128 w 128"/>
                  <a:gd name="T9" fmla="*/ 0 h 104"/>
                  <a:gd name="T10" fmla="*/ 0 60000 65536"/>
                  <a:gd name="T11" fmla="*/ 0 60000 65536"/>
                  <a:gd name="T12" fmla="*/ 0 60000 65536"/>
                  <a:gd name="T13" fmla="*/ 0 60000 65536"/>
                  <a:gd name="T14" fmla="*/ 0 60000 65536"/>
                  <a:gd name="T15" fmla="*/ 0 w 128"/>
                  <a:gd name="T16" fmla="*/ 0 h 104"/>
                  <a:gd name="T17" fmla="*/ 128 w 128"/>
                  <a:gd name="T18" fmla="*/ 104 h 104"/>
                </a:gdLst>
                <a:ahLst/>
                <a:cxnLst>
                  <a:cxn ang="T10">
                    <a:pos x="T0" y="T1"/>
                  </a:cxn>
                  <a:cxn ang="T11">
                    <a:pos x="T2" y="T3"/>
                  </a:cxn>
                  <a:cxn ang="T12">
                    <a:pos x="T4" y="T5"/>
                  </a:cxn>
                  <a:cxn ang="T13">
                    <a:pos x="T6" y="T7"/>
                  </a:cxn>
                  <a:cxn ang="T14">
                    <a:pos x="T8" y="T9"/>
                  </a:cxn>
                </a:cxnLst>
                <a:rect l="T15" t="T16" r="T17" b="T18"/>
                <a:pathLst>
                  <a:path w="128" h="104">
                    <a:moveTo>
                      <a:pt x="128" y="0"/>
                    </a:moveTo>
                    <a:lnTo>
                      <a:pt x="40" y="104"/>
                    </a:lnTo>
                    <a:lnTo>
                      <a:pt x="16" y="80"/>
                    </a:lnTo>
                    <a:lnTo>
                      <a:pt x="0" y="48"/>
                    </a:lnTo>
                    <a:lnTo>
                      <a:pt x="128" y="0"/>
                    </a:lnTo>
                    <a:close/>
                  </a:path>
                </a:pathLst>
              </a:custGeom>
              <a:solidFill>
                <a:schemeClr val="bg2"/>
              </a:solidFill>
              <a:ln w="9525">
                <a:solidFill>
                  <a:schemeClr val="bg2"/>
                </a:solidFill>
                <a:round/>
                <a:headEnd/>
                <a:tailEnd/>
              </a:ln>
            </p:spPr>
            <p:txBody>
              <a:bodyPr/>
              <a:lstStyle/>
              <a:p>
                <a:endParaRPr lang="en-US"/>
              </a:p>
            </p:txBody>
          </p:sp>
          <p:sp>
            <p:nvSpPr>
              <p:cNvPr id="108856" name="Line 14"/>
              <p:cNvSpPr>
                <a:spLocks noChangeShapeType="1"/>
              </p:cNvSpPr>
              <p:nvPr/>
            </p:nvSpPr>
            <p:spPr bwMode="auto">
              <a:xfrm flipV="1">
                <a:off x="1936" y="2455"/>
                <a:ext cx="790" cy="528"/>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7645" name="Group 15"/>
            <p:cNvGrpSpPr>
              <a:grpSpLocks/>
            </p:cNvGrpSpPr>
            <p:nvPr/>
          </p:nvGrpSpPr>
          <p:grpSpPr bwMode="auto">
            <a:xfrm>
              <a:off x="1952" y="2076"/>
              <a:ext cx="886" cy="290"/>
              <a:chOff x="1952" y="2076"/>
              <a:chExt cx="886" cy="290"/>
            </a:xfrm>
          </p:grpSpPr>
          <p:sp>
            <p:nvSpPr>
              <p:cNvPr id="108853" name="Freeform 16"/>
              <p:cNvSpPr>
                <a:spLocks/>
              </p:cNvSpPr>
              <p:nvPr/>
            </p:nvSpPr>
            <p:spPr bwMode="auto">
              <a:xfrm>
                <a:off x="2702" y="2076"/>
                <a:ext cx="136" cy="72"/>
              </a:xfrm>
              <a:custGeom>
                <a:avLst/>
                <a:gdLst>
                  <a:gd name="T0" fmla="*/ 136 w 136"/>
                  <a:gd name="T1" fmla="*/ 0 h 72"/>
                  <a:gd name="T2" fmla="*/ 16 w 136"/>
                  <a:gd name="T3" fmla="*/ 72 h 72"/>
                  <a:gd name="T4" fmla="*/ 8 w 136"/>
                  <a:gd name="T5" fmla="*/ 40 h 72"/>
                  <a:gd name="T6" fmla="*/ 0 w 136"/>
                  <a:gd name="T7" fmla="*/ 8 h 72"/>
                  <a:gd name="T8" fmla="*/ 136 w 136"/>
                  <a:gd name="T9" fmla="*/ 0 h 72"/>
                  <a:gd name="T10" fmla="*/ 0 60000 65536"/>
                  <a:gd name="T11" fmla="*/ 0 60000 65536"/>
                  <a:gd name="T12" fmla="*/ 0 60000 65536"/>
                  <a:gd name="T13" fmla="*/ 0 60000 65536"/>
                  <a:gd name="T14" fmla="*/ 0 60000 65536"/>
                  <a:gd name="T15" fmla="*/ 0 w 136"/>
                  <a:gd name="T16" fmla="*/ 0 h 72"/>
                  <a:gd name="T17" fmla="*/ 136 w 136"/>
                  <a:gd name="T18" fmla="*/ 72 h 72"/>
                </a:gdLst>
                <a:ahLst/>
                <a:cxnLst>
                  <a:cxn ang="T10">
                    <a:pos x="T0" y="T1"/>
                  </a:cxn>
                  <a:cxn ang="T11">
                    <a:pos x="T2" y="T3"/>
                  </a:cxn>
                  <a:cxn ang="T12">
                    <a:pos x="T4" y="T5"/>
                  </a:cxn>
                  <a:cxn ang="T13">
                    <a:pos x="T6" y="T7"/>
                  </a:cxn>
                  <a:cxn ang="T14">
                    <a:pos x="T8" y="T9"/>
                  </a:cxn>
                </a:cxnLst>
                <a:rect l="T15" t="T16" r="T17" b="T18"/>
                <a:pathLst>
                  <a:path w="136" h="72">
                    <a:moveTo>
                      <a:pt x="136" y="0"/>
                    </a:moveTo>
                    <a:lnTo>
                      <a:pt x="16" y="72"/>
                    </a:lnTo>
                    <a:lnTo>
                      <a:pt x="8" y="40"/>
                    </a:lnTo>
                    <a:lnTo>
                      <a:pt x="0" y="8"/>
                    </a:lnTo>
                    <a:lnTo>
                      <a:pt x="136" y="0"/>
                    </a:lnTo>
                    <a:close/>
                  </a:path>
                </a:pathLst>
              </a:custGeom>
              <a:solidFill>
                <a:schemeClr val="bg2"/>
              </a:solidFill>
              <a:ln w="9525">
                <a:solidFill>
                  <a:schemeClr val="bg2"/>
                </a:solidFill>
                <a:round/>
                <a:headEnd/>
                <a:tailEnd/>
              </a:ln>
            </p:spPr>
            <p:txBody>
              <a:bodyPr/>
              <a:lstStyle/>
              <a:p>
                <a:endParaRPr lang="en-US"/>
              </a:p>
            </p:txBody>
          </p:sp>
          <p:sp>
            <p:nvSpPr>
              <p:cNvPr id="108854" name="Line 17"/>
              <p:cNvSpPr>
                <a:spLocks noChangeShapeType="1"/>
              </p:cNvSpPr>
              <p:nvPr/>
            </p:nvSpPr>
            <p:spPr bwMode="auto">
              <a:xfrm flipV="1">
                <a:off x="1952" y="2114"/>
                <a:ext cx="766" cy="252"/>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7646" name="Group 18"/>
            <p:cNvGrpSpPr>
              <a:grpSpLocks/>
            </p:cNvGrpSpPr>
            <p:nvPr/>
          </p:nvGrpSpPr>
          <p:grpSpPr bwMode="auto">
            <a:xfrm>
              <a:off x="1481" y="1769"/>
              <a:ext cx="894" cy="283"/>
              <a:chOff x="1481" y="1769"/>
              <a:chExt cx="894" cy="283"/>
            </a:xfrm>
          </p:grpSpPr>
          <p:sp>
            <p:nvSpPr>
              <p:cNvPr id="108851" name="Freeform 19"/>
              <p:cNvSpPr>
                <a:spLocks/>
              </p:cNvSpPr>
              <p:nvPr/>
            </p:nvSpPr>
            <p:spPr bwMode="auto">
              <a:xfrm>
                <a:off x="2231" y="1980"/>
                <a:ext cx="144" cy="72"/>
              </a:xfrm>
              <a:custGeom>
                <a:avLst/>
                <a:gdLst>
                  <a:gd name="T0" fmla="*/ 144 w 144"/>
                  <a:gd name="T1" fmla="*/ 72 h 72"/>
                  <a:gd name="T2" fmla="*/ 0 w 144"/>
                  <a:gd name="T3" fmla="*/ 64 h 72"/>
                  <a:gd name="T4" fmla="*/ 16 w 144"/>
                  <a:gd name="T5" fmla="*/ 32 h 72"/>
                  <a:gd name="T6" fmla="*/ 24 w 144"/>
                  <a:gd name="T7" fmla="*/ 0 h 72"/>
                  <a:gd name="T8" fmla="*/ 144 w 144"/>
                  <a:gd name="T9" fmla="*/ 72 h 72"/>
                  <a:gd name="T10" fmla="*/ 0 60000 65536"/>
                  <a:gd name="T11" fmla="*/ 0 60000 65536"/>
                  <a:gd name="T12" fmla="*/ 0 60000 65536"/>
                  <a:gd name="T13" fmla="*/ 0 60000 65536"/>
                  <a:gd name="T14" fmla="*/ 0 60000 65536"/>
                  <a:gd name="T15" fmla="*/ 0 w 144"/>
                  <a:gd name="T16" fmla="*/ 0 h 72"/>
                  <a:gd name="T17" fmla="*/ 144 w 144"/>
                  <a:gd name="T18" fmla="*/ 72 h 72"/>
                </a:gdLst>
                <a:ahLst/>
                <a:cxnLst>
                  <a:cxn ang="T10">
                    <a:pos x="T0" y="T1"/>
                  </a:cxn>
                  <a:cxn ang="T11">
                    <a:pos x="T2" y="T3"/>
                  </a:cxn>
                  <a:cxn ang="T12">
                    <a:pos x="T4" y="T5"/>
                  </a:cxn>
                  <a:cxn ang="T13">
                    <a:pos x="T6" y="T7"/>
                  </a:cxn>
                  <a:cxn ang="T14">
                    <a:pos x="T8" y="T9"/>
                  </a:cxn>
                </a:cxnLst>
                <a:rect l="T15" t="T16" r="T17" b="T18"/>
                <a:pathLst>
                  <a:path w="144" h="72">
                    <a:moveTo>
                      <a:pt x="144" y="72"/>
                    </a:moveTo>
                    <a:lnTo>
                      <a:pt x="0" y="64"/>
                    </a:lnTo>
                    <a:lnTo>
                      <a:pt x="16" y="32"/>
                    </a:lnTo>
                    <a:lnTo>
                      <a:pt x="24" y="0"/>
                    </a:lnTo>
                    <a:lnTo>
                      <a:pt x="144" y="72"/>
                    </a:lnTo>
                    <a:close/>
                  </a:path>
                </a:pathLst>
              </a:custGeom>
              <a:solidFill>
                <a:schemeClr val="bg2"/>
              </a:solidFill>
              <a:ln w="9525">
                <a:solidFill>
                  <a:schemeClr val="bg2"/>
                </a:solidFill>
                <a:round/>
                <a:headEnd/>
                <a:tailEnd/>
              </a:ln>
            </p:spPr>
            <p:txBody>
              <a:bodyPr/>
              <a:lstStyle/>
              <a:p>
                <a:endParaRPr lang="en-US"/>
              </a:p>
            </p:txBody>
          </p:sp>
          <p:sp>
            <p:nvSpPr>
              <p:cNvPr id="108852" name="Line 20"/>
              <p:cNvSpPr>
                <a:spLocks noChangeShapeType="1"/>
              </p:cNvSpPr>
              <p:nvPr/>
            </p:nvSpPr>
            <p:spPr bwMode="auto">
              <a:xfrm>
                <a:off x="1481" y="1769"/>
                <a:ext cx="774" cy="244"/>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107647" name="Oval 21"/>
            <p:cNvSpPr>
              <a:spLocks noChangeArrowheads="1"/>
            </p:cNvSpPr>
            <p:nvPr/>
          </p:nvSpPr>
          <p:spPr bwMode="auto">
            <a:xfrm>
              <a:off x="1457" y="1741"/>
              <a:ext cx="32" cy="40"/>
            </a:xfrm>
            <a:prstGeom prst="ellipse">
              <a:avLst/>
            </a:prstGeom>
            <a:solidFill>
              <a:schemeClr val="bg2"/>
            </a:solidFill>
            <a:ln w="9525">
              <a:solidFill>
                <a:schemeClr val="bg2"/>
              </a:solidFill>
              <a:round/>
              <a:headEnd/>
              <a:tailEnd/>
            </a:ln>
          </p:spPr>
          <p:txBody>
            <a:bodyPr/>
            <a:lstStyle/>
            <a:p>
              <a:endParaRPr lang="en-US"/>
            </a:p>
          </p:txBody>
        </p:sp>
        <p:sp>
          <p:nvSpPr>
            <p:cNvPr id="107648" name="Oval 22"/>
            <p:cNvSpPr>
              <a:spLocks noChangeArrowheads="1"/>
            </p:cNvSpPr>
            <p:nvPr/>
          </p:nvSpPr>
          <p:spPr bwMode="auto">
            <a:xfrm>
              <a:off x="1457" y="1741"/>
              <a:ext cx="32" cy="40"/>
            </a:xfrm>
            <a:prstGeom prst="ellipse">
              <a:avLst/>
            </a:prstGeom>
            <a:solidFill>
              <a:schemeClr val="bg2"/>
            </a:solidFill>
            <a:ln w="25400">
              <a:solidFill>
                <a:schemeClr val="bg2"/>
              </a:solidFill>
              <a:round/>
              <a:headEnd/>
              <a:tailEnd/>
            </a:ln>
          </p:spPr>
          <p:txBody>
            <a:bodyPr/>
            <a:lstStyle/>
            <a:p>
              <a:endParaRPr lang="en-US"/>
            </a:p>
          </p:txBody>
        </p:sp>
        <p:sp>
          <p:nvSpPr>
            <p:cNvPr id="107649" name="Oval 23"/>
            <p:cNvSpPr>
              <a:spLocks noChangeArrowheads="1"/>
            </p:cNvSpPr>
            <p:nvPr/>
          </p:nvSpPr>
          <p:spPr bwMode="auto">
            <a:xfrm>
              <a:off x="1457" y="2044"/>
              <a:ext cx="40" cy="40"/>
            </a:xfrm>
            <a:prstGeom prst="ellipse">
              <a:avLst/>
            </a:prstGeom>
            <a:solidFill>
              <a:schemeClr val="bg2"/>
            </a:solidFill>
            <a:ln w="9525">
              <a:solidFill>
                <a:schemeClr val="bg2"/>
              </a:solidFill>
              <a:round/>
              <a:headEnd/>
              <a:tailEnd/>
            </a:ln>
          </p:spPr>
          <p:txBody>
            <a:bodyPr/>
            <a:lstStyle/>
            <a:p>
              <a:endParaRPr lang="en-US"/>
            </a:p>
          </p:txBody>
        </p:sp>
        <p:sp>
          <p:nvSpPr>
            <p:cNvPr id="107650" name="Oval 24"/>
            <p:cNvSpPr>
              <a:spLocks noChangeArrowheads="1"/>
            </p:cNvSpPr>
            <p:nvPr/>
          </p:nvSpPr>
          <p:spPr bwMode="auto">
            <a:xfrm>
              <a:off x="1457" y="2044"/>
              <a:ext cx="40" cy="40"/>
            </a:xfrm>
            <a:prstGeom prst="ellipse">
              <a:avLst/>
            </a:prstGeom>
            <a:solidFill>
              <a:schemeClr val="bg2"/>
            </a:solidFill>
            <a:ln w="25400">
              <a:solidFill>
                <a:schemeClr val="bg2"/>
              </a:solidFill>
              <a:round/>
              <a:headEnd/>
              <a:tailEnd/>
            </a:ln>
          </p:spPr>
          <p:txBody>
            <a:bodyPr/>
            <a:lstStyle/>
            <a:p>
              <a:endParaRPr lang="en-US"/>
            </a:p>
          </p:txBody>
        </p:sp>
        <p:sp>
          <p:nvSpPr>
            <p:cNvPr id="107651" name="Oval 25"/>
            <p:cNvSpPr>
              <a:spLocks noChangeArrowheads="1"/>
            </p:cNvSpPr>
            <p:nvPr/>
          </p:nvSpPr>
          <p:spPr bwMode="auto">
            <a:xfrm>
              <a:off x="1457" y="2355"/>
              <a:ext cx="40" cy="32"/>
            </a:xfrm>
            <a:prstGeom prst="ellipse">
              <a:avLst/>
            </a:prstGeom>
            <a:solidFill>
              <a:schemeClr val="bg2"/>
            </a:solidFill>
            <a:ln w="9525">
              <a:solidFill>
                <a:schemeClr val="bg2"/>
              </a:solidFill>
              <a:round/>
              <a:headEnd/>
              <a:tailEnd/>
            </a:ln>
          </p:spPr>
          <p:txBody>
            <a:bodyPr/>
            <a:lstStyle/>
            <a:p>
              <a:endParaRPr lang="en-US"/>
            </a:p>
          </p:txBody>
        </p:sp>
        <p:sp>
          <p:nvSpPr>
            <p:cNvPr id="107652" name="Oval 26"/>
            <p:cNvSpPr>
              <a:spLocks noChangeArrowheads="1"/>
            </p:cNvSpPr>
            <p:nvPr/>
          </p:nvSpPr>
          <p:spPr bwMode="auto">
            <a:xfrm>
              <a:off x="1457" y="2355"/>
              <a:ext cx="40" cy="32"/>
            </a:xfrm>
            <a:prstGeom prst="ellipse">
              <a:avLst/>
            </a:prstGeom>
            <a:solidFill>
              <a:schemeClr val="bg2"/>
            </a:solidFill>
            <a:ln w="25400">
              <a:solidFill>
                <a:schemeClr val="bg2"/>
              </a:solidFill>
              <a:round/>
              <a:headEnd/>
              <a:tailEnd/>
            </a:ln>
          </p:spPr>
          <p:txBody>
            <a:bodyPr/>
            <a:lstStyle/>
            <a:p>
              <a:endParaRPr lang="en-US"/>
            </a:p>
          </p:txBody>
        </p:sp>
        <p:sp>
          <p:nvSpPr>
            <p:cNvPr id="107653" name="Oval 27"/>
            <p:cNvSpPr>
              <a:spLocks noChangeArrowheads="1"/>
            </p:cNvSpPr>
            <p:nvPr/>
          </p:nvSpPr>
          <p:spPr bwMode="auto">
            <a:xfrm>
              <a:off x="1457" y="2658"/>
              <a:ext cx="32" cy="32"/>
            </a:xfrm>
            <a:prstGeom prst="ellipse">
              <a:avLst/>
            </a:prstGeom>
            <a:solidFill>
              <a:schemeClr val="bg2"/>
            </a:solidFill>
            <a:ln w="9525">
              <a:solidFill>
                <a:schemeClr val="bg2"/>
              </a:solidFill>
              <a:round/>
              <a:headEnd/>
              <a:tailEnd/>
            </a:ln>
          </p:spPr>
          <p:txBody>
            <a:bodyPr/>
            <a:lstStyle/>
            <a:p>
              <a:endParaRPr lang="en-US"/>
            </a:p>
          </p:txBody>
        </p:sp>
        <p:sp>
          <p:nvSpPr>
            <p:cNvPr id="107654" name="Oval 28"/>
            <p:cNvSpPr>
              <a:spLocks noChangeArrowheads="1"/>
            </p:cNvSpPr>
            <p:nvPr/>
          </p:nvSpPr>
          <p:spPr bwMode="auto">
            <a:xfrm>
              <a:off x="1457" y="2658"/>
              <a:ext cx="32" cy="32"/>
            </a:xfrm>
            <a:prstGeom prst="ellipse">
              <a:avLst/>
            </a:prstGeom>
            <a:solidFill>
              <a:schemeClr val="bg2"/>
            </a:solidFill>
            <a:ln w="25400">
              <a:solidFill>
                <a:schemeClr val="bg2"/>
              </a:solidFill>
              <a:round/>
              <a:headEnd/>
              <a:tailEnd/>
            </a:ln>
          </p:spPr>
          <p:txBody>
            <a:bodyPr/>
            <a:lstStyle/>
            <a:p>
              <a:endParaRPr lang="en-US"/>
            </a:p>
          </p:txBody>
        </p:sp>
        <p:sp>
          <p:nvSpPr>
            <p:cNvPr id="107655" name="Oval 29"/>
            <p:cNvSpPr>
              <a:spLocks noChangeArrowheads="1"/>
            </p:cNvSpPr>
            <p:nvPr/>
          </p:nvSpPr>
          <p:spPr bwMode="auto">
            <a:xfrm>
              <a:off x="1449" y="2969"/>
              <a:ext cx="40" cy="32"/>
            </a:xfrm>
            <a:prstGeom prst="ellipse">
              <a:avLst/>
            </a:prstGeom>
            <a:solidFill>
              <a:schemeClr val="bg2"/>
            </a:solidFill>
            <a:ln w="9525">
              <a:solidFill>
                <a:schemeClr val="bg2"/>
              </a:solidFill>
              <a:round/>
              <a:headEnd/>
              <a:tailEnd/>
            </a:ln>
          </p:spPr>
          <p:txBody>
            <a:bodyPr/>
            <a:lstStyle/>
            <a:p>
              <a:endParaRPr lang="en-US"/>
            </a:p>
          </p:txBody>
        </p:sp>
        <p:sp>
          <p:nvSpPr>
            <p:cNvPr id="107656" name="Oval 30"/>
            <p:cNvSpPr>
              <a:spLocks noChangeArrowheads="1"/>
            </p:cNvSpPr>
            <p:nvPr/>
          </p:nvSpPr>
          <p:spPr bwMode="auto">
            <a:xfrm>
              <a:off x="1449" y="2969"/>
              <a:ext cx="40" cy="32"/>
            </a:xfrm>
            <a:prstGeom prst="ellipse">
              <a:avLst/>
            </a:prstGeom>
            <a:solidFill>
              <a:schemeClr val="bg2"/>
            </a:solidFill>
            <a:ln w="25400">
              <a:solidFill>
                <a:schemeClr val="bg2"/>
              </a:solidFill>
              <a:round/>
              <a:headEnd/>
              <a:tailEnd/>
            </a:ln>
          </p:spPr>
          <p:txBody>
            <a:bodyPr/>
            <a:lstStyle/>
            <a:p>
              <a:endParaRPr lang="en-US"/>
            </a:p>
          </p:txBody>
        </p:sp>
        <p:grpSp>
          <p:nvGrpSpPr>
            <p:cNvPr id="107657" name="Group 31"/>
            <p:cNvGrpSpPr>
              <a:grpSpLocks/>
            </p:cNvGrpSpPr>
            <p:nvPr/>
          </p:nvGrpSpPr>
          <p:grpSpPr bwMode="auto">
            <a:xfrm>
              <a:off x="1912" y="1741"/>
              <a:ext cx="40" cy="1260"/>
              <a:chOff x="1912" y="1741"/>
              <a:chExt cx="40" cy="1260"/>
            </a:xfrm>
          </p:grpSpPr>
          <p:sp>
            <p:nvSpPr>
              <p:cNvPr id="108841" name="Oval 32"/>
              <p:cNvSpPr>
                <a:spLocks noChangeArrowheads="1"/>
              </p:cNvSpPr>
              <p:nvPr/>
            </p:nvSpPr>
            <p:spPr bwMode="auto">
              <a:xfrm>
                <a:off x="1920" y="1741"/>
                <a:ext cx="32" cy="32"/>
              </a:xfrm>
              <a:prstGeom prst="ellipse">
                <a:avLst/>
              </a:prstGeom>
              <a:solidFill>
                <a:schemeClr val="bg2"/>
              </a:solidFill>
              <a:ln w="9525">
                <a:solidFill>
                  <a:schemeClr val="bg2"/>
                </a:solidFill>
                <a:round/>
                <a:headEnd/>
                <a:tailEnd/>
              </a:ln>
            </p:spPr>
            <p:txBody>
              <a:bodyPr/>
              <a:lstStyle/>
              <a:p>
                <a:endParaRPr lang="en-US"/>
              </a:p>
            </p:txBody>
          </p:sp>
          <p:sp>
            <p:nvSpPr>
              <p:cNvPr id="108842" name="Oval 33"/>
              <p:cNvSpPr>
                <a:spLocks noChangeArrowheads="1"/>
              </p:cNvSpPr>
              <p:nvPr/>
            </p:nvSpPr>
            <p:spPr bwMode="auto">
              <a:xfrm>
                <a:off x="1920" y="1741"/>
                <a:ext cx="32" cy="32"/>
              </a:xfrm>
              <a:prstGeom prst="ellipse">
                <a:avLst/>
              </a:prstGeom>
              <a:solidFill>
                <a:schemeClr val="bg2"/>
              </a:solidFill>
              <a:ln w="25400">
                <a:solidFill>
                  <a:schemeClr val="bg2"/>
                </a:solidFill>
                <a:round/>
                <a:headEnd/>
                <a:tailEnd/>
              </a:ln>
            </p:spPr>
            <p:txBody>
              <a:bodyPr/>
              <a:lstStyle/>
              <a:p>
                <a:endParaRPr lang="en-US"/>
              </a:p>
            </p:txBody>
          </p:sp>
          <p:sp>
            <p:nvSpPr>
              <p:cNvPr id="108843" name="Oval 34"/>
              <p:cNvSpPr>
                <a:spLocks noChangeArrowheads="1"/>
              </p:cNvSpPr>
              <p:nvPr/>
            </p:nvSpPr>
            <p:spPr bwMode="auto">
              <a:xfrm>
                <a:off x="1920" y="2044"/>
                <a:ext cx="32" cy="32"/>
              </a:xfrm>
              <a:prstGeom prst="ellipse">
                <a:avLst/>
              </a:prstGeom>
              <a:solidFill>
                <a:schemeClr val="bg2"/>
              </a:solidFill>
              <a:ln w="9525">
                <a:solidFill>
                  <a:schemeClr val="bg2"/>
                </a:solidFill>
                <a:round/>
                <a:headEnd/>
                <a:tailEnd/>
              </a:ln>
            </p:spPr>
            <p:txBody>
              <a:bodyPr/>
              <a:lstStyle/>
              <a:p>
                <a:endParaRPr lang="en-US"/>
              </a:p>
            </p:txBody>
          </p:sp>
          <p:sp>
            <p:nvSpPr>
              <p:cNvPr id="108844" name="Oval 35"/>
              <p:cNvSpPr>
                <a:spLocks noChangeArrowheads="1"/>
              </p:cNvSpPr>
              <p:nvPr/>
            </p:nvSpPr>
            <p:spPr bwMode="auto">
              <a:xfrm>
                <a:off x="1920" y="2044"/>
                <a:ext cx="32" cy="32"/>
              </a:xfrm>
              <a:prstGeom prst="ellipse">
                <a:avLst/>
              </a:prstGeom>
              <a:solidFill>
                <a:schemeClr val="bg2"/>
              </a:solidFill>
              <a:ln w="25400">
                <a:solidFill>
                  <a:schemeClr val="bg2"/>
                </a:solidFill>
                <a:round/>
                <a:headEnd/>
                <a:tailEnd/>
              </a:ln>
            </p:spPr>
            <p:txBody>
              <a:bodyPr/>
              <a:lstStyle/>
              <a:p>
                <a:endParaRPr lang="en-US"/>
              </a:p>
            </p:txBody>
          </p:sp>
          <p:sp>
            <p:nvSpPr>
              <p:cNvPr id="108845" name="Oval 36"/>
              <p:cNvSpPr>
                <a:spLocks noChangeArrowheads="1"/>
              </p:cNvSpPr>
              <p:nvPr/>
            </p:nvSpPr>
            <p:spPr bwMode="auto">
              <a:xfrm>
                <a:off x="1920" y="2347"/>
                <a:ext cx="32" cy="40"/>
              </a:xfrm>
              <a:prstGeom prst="ellipse">
                <a:avLst/>
              </a:prstGeom>
              <a:solidFill>
                <a:schemeClr val="bg2"/>
              </a:solidFill>
              <a:ln w="9525">
                <a:solidFill>
                  <a:schemeClr val="bg2"/>
                </a:solidFill>
                <a:round/>
                <a:headEnd/>
                <a:tailEnd/>
              </a:ln>
            </p:spPr>
            <p:txBody>
              <a:bodyPr/>
              <a:lstStyle/>
              <a:p>
                <a:endParaRPr lang="en-US"/>
              </a:p>
            </p:txBody>
          </p:sp>
          <p:sp>
            <p:nvSpPr>
              <p:cNvPr id="108846" name="Oval 37"/>
              <p:cNvSpPr>
                <a:spLocks noChangeArrowheads="1"/>
              </p:cNvSpPr>
              <p:nvPr/>
            </p:nvSpPr>
            <p:spPr bwMode="auto">
              <a:xfrm>
                <a:off x="1920" y="2347"/>
                <a:ext cx="32" cy="40"/>
              </a:xfrm>
              <a:prstGeom prst="ellipse">
                <a:avLst/>
              </a:prstGeom>
              <a:solidFill>
                <a:schemeClr val="bg2"/>
              </a:solidFill>
              <a:ln w="25400">
                <a:solidFill>
                  <a:schemeClr val="bg2"/>
                </a:solidFill>
                <a:round/>
                <a:headEnd/>
                <a:tailEnd/>
              </a:ln>
            </p:spPr>
            <p:txBody>
              <a:bodyPr/>
              <a:lstStyle/>
              <a:p>
                <a:endParaRPr lang="en-US"/>
              </a:p>
            </p:txBody>
          </p:sp>
          <p:sp>
            <p:nvSpPr>
              <p:cNvPr id="108847" name="Oval 38"/>
              <p:cNvSpPr>
                <a:spLocks noChangeArrowheads="1"/>
              </p:cNvSpPr>
              <p:nvPr/>
            </p:nvSpPr>
            <p:spPr bwMode="auto">
              <a:xfrm>
                <a:off x="1920" y="2658"/>
                <a:ext cx="32" cy="32"/>
              </a:xfrm>
              <a:prstGeom prst="ellipse">
                <a:avLst/>
              </a:prstGeom>
              <a:solidFill>
                <a:schemeClr val="bg2"/>
              </a:solidFill>
              <a:ln w="9525">
                <a:solidFill>
                  <a:schemeClr val="bg2"/>
                </a:solidFill>
                <a:round/>
                <a:headEnd/>
                <a:tailEnd/>
              </a:ln>
            </p:spPr>
            <p:txBody>
              <a:bodyPr/>
              <a:lstStyle/>
              <a:p>
                <a:endParaRPr lang="en-US"/>
              </a:p>
            </p:txBody>
          </p:sp>
          <p:sp>
            <p:nvSpPr>
              <p:cNvPr id="108848" name="Oval 39"/>
              <p:cNvSpPr>
                <a:spLocks noChangeArrowheads="1"/>
              </p:cNvSpPr>
              <p:nvPr/>
            </p:nvSpPr>
            <p:spPr bwMode="auto">
              <a:xfrm>
                <a:off x="1920" y="2658"/>
                <a:ext cx="32" cy="32"/>
              </a:xfrm>
              <a:prstGeom prst="ellipse">
                <a:avLst/>
              </a:prstGeom>
              <a:solidFill>
                <a:schemeClr val="bg2"/>
              </a:solidFill>
              <a:ln w="25400">
                <a:solidFill>
                  <a:schemeClr val="bg2"/>
                </a:solidFill>
                <a:round/>
                <a:headEnd/>
                <a:tailEnd/>
              </a:ln>
            </p:spPr>
            <p:txBody>
              <a:bodyPr/>
              <a:lstStyle/>
              <a:p>
                <a:endParaRPr lang="en-US"/>
              </a:p>
            </p:txBody>
          </p:sp>
          <p:sp>
            <p:nvSpPr>
              <p:cNvPr id="108849" name="Oval 40"/>
              <p:cNvSpPr>
                <a:spLocks noChangeArrowheads="1"/>
              </p:cNvSpPr>
              <p:nvPr/>
            </p:nvSpPr>
            <p:spPr bwMode="auto">
              <a:xfrm>
                <a:off x="1912" y="2961"/>
                <a:ext cx="32" cy="40"/>
              </a:xfrm>
              <a:prstGeom prst="ellipse">
                <a:avLst/>
              </a:prstGeom>
              <a:solidFill>
                <a:schemeClr val="bg2"/>
              </a:solidFill>
              <a:ln w="9525">
                <a:solidFill>
                  <a:schemeClr val="bg2"/>
                </a:solidFill>
                <a:round/>
                <a:headEnd/>
                <a:tailEnd/>
              </a:ln>
            </p:spPr>
            <p:txBody>
              <a:bodyPr/>
              <a:lstStyle/>
              <a:p>
                <a:endParaRPr lang="en-US"/>
              </a:p>
            </p:txBody>
          </p:sp>
          <p:sp>
            <p:nvSpPr>
              <p:cNvPr id="108850" name="Oval 41"/>
              <p:cNvSpPr>
                <a:spLocks noChangeArrowheads="1"/>
              </p:cNvSpPr>
              <p:nvPr/>
            </p:nvSpPr>
            <p:spPr bwMode="auto">
              <a:xfrm>
                <a:off x="1912" y="2961"/>
                <a:ext cx="32" cy="40"/>
              </a:xfrm>
              <a:prstGeom prst="ellipse">
                <a:avLst/>
              </a:prstGeom>
              <a:solidFill>
                <a:schemeClr val="bg2"/>
              </a:solidFill>
              <a:ln w="25400">
                <a:solidFill>
                  <a:schemeClr val="bg2"/>
                </a:solidFill>
                <a:round/>
                <a:headEnd/>
                <a:tailEnd/>
              </a:ln>
            </p:spPr>
            <p:txBody>
              <a:bodyPr/>
              <a:lstStyle/>
              <a:p>
                <a:endParaRPr lang="en-US"/>
              </a:p>
            </p:txBody>
          </p:sp>
        </p:grpSp>
        <p:grpSp>
          <p:nvGrpSpPr>
            <p:cNvPr id="107658" name="Group 42"/>
            <p:cNvGrpSpPr>
              <a:grpSpLocks/>
            </p:cNvGrpSpPr>
            <p:nvPr/>
          </p:nvGrpSpPr>
          <p:grpSpPr bwMode="auto">
            <a:xfrm>
              <a:off x="2375" y="1749"/>
              <a:ext cx="40" cy="1252"/>
              <a:chOff x="2375" y="1749"/>
              <a:chExt cx="40" cy="1252"/>
            </a:xfrm>
          </p:grpSpPr>
          <p:sp>
            <p:nvSpPr>
              <p:cNvPr id="108831" name="Oval 43"/>
              <p:cNvSpPr>
                <a:spLocks noChangeArrowheads="1"/>
              </p:cNvSpPr>
              <p:nvPr/>
            </p:nvSpPr>
            <p:spPr bwMode="auto">
              <a:xfrm>
                <a:off x="2375" y="1749"/>
                <a:ext cx="32" cy="32"/>
              </a:xfrm>
              <a:prstGeom prst="ellipse">
                <a:avLst/>
              </a:prstGeom>
              <a:solidFill>
                <a:schemeClr val="bg2"/>
              </a:solidFill>
              <a:ln w="9525">
                <a:solidFill>
                  <a:schemeClr val="bg2"/>
                </a:solidFill>
                <a:round/>
                <a:headEnd/>
                <a:tailEnd/>
              </a:ln>
            </p:spPr>
            <p:txBody>
              <a:bodyPr/>
              <a:lstStyle/>
              <a:p>
                <a:endParaRPr lang="en-US"/>
              </a:p>
            </p:txBody>
          </p:sp>
          <p:sp>
            <p:nvSpPr>
              <p:cNvPr id="108832" name="Oval 44"/>
              <p:cNvSpPr>
                <a:spLocks noChangeArrowheads="1"/>
              </p:cNvSpPr>
              <p:nvPr/>
            </p:nvSpPr>
            <p:spPr bwMode="auto">
              <a:xfrm>
                <a:off x="2375" y="1749"/>
                <a:ext cx="32" cy="32"/>
              </a:xfrm>
              <a:prstGeom prst="ellipse">
                <a:avLst/>
              </a:prstGeom>
              <a:solidFill>
                <a:schemeClr val="bg2"/>
              </a:solidFill>
              <a:ln w="25400">
                <a:solidFill>
                  <a:schemeClr val="bg2"/>
                </a:solidFill>
                <a:round/>
                <a:headEnd/>
                <a:tailEnd/>
              </a:ln>
            </p:spPr>
            <p:txBody>
              <a:bodyPr/>
              <a:lstStyle/>
              <a:p>
                <a:endParaRPr lang="en-US"/>
              </a:p>
            </p:txBody>
          </p:sp>
          <p:sp>
            <p:nvSpPr>
              <p:cNvPr id="108833" name="Oval 45"/>
              <p:cNvSpPr>
                <a:spLocks noChangeArrowheads="1"/>
              </p:cNvSpPr>
              <p:nvPr/>
            </p:nvSpPr>
            <p:spPr bwMode="auto">
              <a:xfrm>
                <a:off x="2383" y="2052"/>
                <a:ext cx="32" cy="32"/>
              </a:xfrm>
              <a:prstGeom prst="ellipse">
                <a:avLst/>
              </a:prstGeom>
              <a:solidFill>
                <a:schemeClr val="bg2"/>
              </a:solidFill>
              <a:ln w="9525">
                <a:solidFill>
                  <a:schemeClr val="bg2"/>
                </a:solidFill>
                <a:round/>
                <a:headEnd/>
                <a:tailEnd/>
              </a:ln>
            </p:spPr>
            <p:txBody>
              <a:bodyPr/>
              <a:lstStyle/>
              <a:p>
                <a:endParaRPr lang="en-US"/>
              </a:p>
            </p:txBody>
          </p:sp>
          <p:sp>
            <p:nvSpPr>
              <p:cNvPr id="108834" name="Oval 46"/>
              <p:cNvSpPr>
                <a:spLocks noChangeArrowheads="1"/>
              </p:cNvSpPr>
              <p:nvPr/>
            </p:nvSpPr>
            <p:spPr bwMode="auto">
              <a:xfrm>
                <a:off x="2383" y="2052"/>
                <a:ext cx="32" cy="32"/>
              </a:xfrm>
              <a:prstGeom prst="ellipse">
                <a:avLst/>
              </a:prstGeom>
              <a:solidFill>
                <a:schemeClr val="bg2"/>
              </a:solidFill>
              <a:ln w="25400">
                <a:solidFill>
                  <a:schemeClr val="bg2"/>
                </a:solidFill>
                <a:round/>
                <a:headEnd/>
                <a:tailEnd/>
              </a:ln>
            </p:spPr>
            <p:txBody>
              <a:bodyPr/>
              <a:lstStyle/>
              <a:p>
                <a:endParaRPr lang="en-US"/>
              </a:p>
            </p:txBody>
          </p:sp>
          <p:sp>
            <p:nvSpPr>
              <p:cNvPr id="108835" name="Oval 47"/>
              <p:cNvSpPr>
                <a:spLocks noChangeArrowheads="1"/>
              </p:cNvSpPr>
              <p:nvPr/>
            </p:nvSpPr>
            <p:spPr bwMode="auto">
              <a:xfrm>
                <a:off x="2383" y="2355"/>
                <a:ext cx="32" cy="32"/>
              </a:xfrm>
              <a:prstGeom prst="ellipse">
                <a:avLst/>
              </a:prstGeom>
              <a:solidFill>
                <a:schemeClr val="bg2"/>
              </a:solidFill>
              <a:ln w="9525">
                <a:solidFill>
                  <a:schemeClr val="bg2"/>
                </a:solidFill>
                <a:round/>
                <a:headEnd/>
                <a:tailEnd/>
              </a:ln>
            </p:spPr>
            <p:txBody>
              <a:bodyPr/>
              <a:lstStyle/>
              <a:p>
                <a:endParaRPr lang="en-US"/>
              </a:p>
            </p:txBody>
          </p:sp>
          <p:sp>
            <p:nvSpPr>
              <p:cNvPr id="108836" name="Oval 48"/>
              <p:cNvSpPr>
                <a:spLocks noChangeArrowheads="1"/>
              </p:cNvSpPr>
              <p:nvPr/>
            </p:nvSpPr>
            <p:spPr bwMode="auto">
              <a:xfrm>
                <a:off x="2383" y="2355"/>
                <a:ext cx="32" cy="32"/>
              </a:xfrm>
              <a:prstGeom prst="ellipse">
                <a:avLst/>
              </a:prstGeom>
              <a:solidFill>
                <a:schemeClr val="bg2"/>
              </a:solidFill>
              <a:ln w="25400">
                <a:solidFill>
                  <a:schemeClr val="bg2"/>
                </a:solidFill>
                <a:round/>
                <a:headEnd/>
                <a:tailEnd/>
              </a:ln>
            </p:spPr>
            <p:txBody>
              <a:bodyPr/>
              <a:lstStyle/>
              <a:p>
                <a:endParaRPr lang="en-US"/>
              </a:p>
            </p:txBody>
          </p:sp>
          <p:sp>
            <p:nvSpPr>
              <p:cNvPr id="108837" name="Oval 49"/>
              <p:cNvSpPr>
                <a:spLocks noChangeArrowheads="1"/>
              </p:cNvSpPr>
              <p:nvPr/>
            </p:nvSpPr>
            <p:spPr bwMode="auto">
              <a:xfrm>
                <a:off x="2375" y="2658"/>
                <a:ext cx="32" cy="40"/>
              </a:xfrm>
              <a:prstGeom prst="ellipse">
                <a:avLst/>
              </a:prstGeom>
              <a:solidFill>
                <a:schemeClr val="bg2"/>
              </a:solidFill>
              <a:ln w="9525">
                <a:solidFill>
                  <a:schemeClr val="bg2"/>
                </a:solidFill>
                <a:round/>
                <a:headEnd/>
                <a:tailEnd/>
              </a:ln>
            </p:spPr>
            <p:txBody>
              <a:bodyPr/>
              <a:lstStyle/>
              <a:p>
                <a:endParaRPr lang="en-US"/>
              </a:p>
            </p:txBody>
          </p:sp>
          <p:sp>
            <p:nvSpPr>
              <p:cNvPr id="108838" name="Oval 50"/>
              <p:cNvSpPr>
                <a:spLocks noChangeArrowheads="1"/>
              </p:cNvSpPr>
              <p:nvPr/>
            </p:nvSpPr>
            <p:spPr bwMode="auto">
              <a:xfrm>
                <a:off x="2375" y="2658"/>
                <a:ext cx="32" cy="40"/>
              </a:xfrm>
              <a:prstGeom prst="ellipse">
                <a:avLst/>
              </a:prstGeom>
              <a:solidFill>
                <a:schemeClr val="bg2"/>
              </a:solidFill>
              <a:ln w="25400">
                <a:solidFill>
                  <a:schemeClr val="bg2"/>
                </a:solidFill>
                <a:round/>
                <a:headEnd/>
                <a:tailEnd/>
              </a:ln>
            </p:spPr>
            <p:txBody>
              <a:bodyPr/>
              <a:lstStyle/>
              <a:p>
                <a:endParaRPr lang="en-US"/>
              </a:p>
            </p:txBody>
          </p:sp>
          <p:sp>
            <p:nvSpPr>
              <p:cNvPr id="108839" name="Oval 51"/>
              <p:cNvSpPr>
                <a:spLocks noChangeArrowheads="1"/>
              </p:cNvSpPr>
              <p:nvPr/>
            </p:nvSpPr>
            <p:spPr bwMode="auto">
              <a:xfrm>
                <a:off x="2375" y="2969"/>
                <a:ext cx="32" cy="32"/>
              </a:xfrm>
              <a:prstGeom prst="ellipse">
                <a:avLst/>
              </a:prstGeom>
              <a:solidFill>
                <a:schemeClr val="bg2"/>
              </a:solidFill>
              <a:ln w="9525">
                <a:solidFill>
                  <a:schemeClr val="bg2"/>
                </a:solidFill>
                <a:round/>
                <a:headEnd/>
                <a:tailEnd/>
              </a:ln>
            </p:spPr>
            <p:txBody>
              <a:bodyPr/>
              <a:lstStyle/>
              <a:p>
                <a:endParaRPr lang="en-US"/>
              </a:p>
            </p:txBody>
          </p:sp>
          <p:sp>
            <p:nvSpPr>
              <p:cNvPr id="108840" name="Oval 52"/>
              <p:cNvSpPr>
                <a:spLocks noChangeArrowheads="1"/>
              </p:cNvSpPr>
              <p:nvPr/>
            </p:nvSpPr>
            <p:spPr bwMode="auto">
              <a:xfrm>
                <a:off x="2375" y="2969"/>
                <a:ext cx="32" cy="32"/>
              </a:xfrm>
              <a:prstGeom prst="ellipse">
                <a:avLst/>
              </a:prstGeom>
              <a:solidFill>
                <a:schemeClr val="bg2"/>
              </a:solidFill>
              <a:ln w="25400">
                <a:solidFill>
                  <a:schemeClr val="bg2"/>
                </a:solidFill>
                <a:round/>
                <a:headEnd/>
                <a:tailEnd/>
              </a:ln>
            </p:spPr>
            <p:txBody>
              <a:bodyPr/>
              <a:lstStyle/>
              <a:p>
                <a:endParaRPr lang="en-US"/>
              </a:p>
            </p:txBody>
          </p:sp>
        </p:grpSp>
        <p:grpSp>
          <p:nvGrpSpPr>
            <p:cNvPr id="107659" name="Group 53"/>
            <p:cNvGrpSpPr>
              <a:grpSpLocks/>
            </p:cNvGrpSpPr>
            <p:nvPr/>
          </p:nvGrpSpPr>
          <p:grpSpPr bwMode="auto">
            <a:xfrm>
              <a:off x="1489" y="2076"/>
              <a:ext cx="431" cy="284"/>
              <a:chOff x="1489" y="2076"/>
              <a:chExt cx="431" cy="284"/>
            </a:xfrm>
          </p:grpSpPr>
          <p:sp>
            <p:nvSpPr>
              <p:cNvPr id="108829" name="Freeform 54"/>
              <p:cNvSpPr>
                <a:spLocks/>
              </p:cNvSpPr>
              <p:nvPr/>
            </p:nvSpPr>
            <p:spPr bwMode="auto">
              <a:xfrm>
                <a:off x="1784" y="2076"/>
                <a:ext cx="136" cy="96"/>
              </a:xfrm>
              <a:custGeom>
                <a:avLst/>
                <a:gdLst>
                  <a:gd name="T0" fmla="*/ 136 w 136"/>
                  <a:gd name="T1" fmla="*/ 0 h 96"/>
                  <a:gd name="T2" fmla="*/ 40 w 136"/>
                  <a:gd name="T3" fmla="*/ 96 h 96"/>
                  <a:gd name="T4" fmla="*/ 24 w 136"/>
                  <a:gd name="T5" fmla="*/ 72 h 96"/>
                  <a:gd name="T6" fmla="*/ 0 w 136"/>
                  <a:gd name="T7" fmla="*/ 40 h 96"/>
                  <a:gd name="T8" fmla="*/ 136 w 136"/>
                  <a:gd name="T9" fmla="*/ 0 h 96"/>
                  <a:gd name="T10" fmla="*/ 0 60000 65536"/>
                  <a:gd name="T11" fmla="*/ 0 60000 65536"/>
                  <a:gd name="T12" fmla="*/ 0 60000 65536"/>
                  <a:gd name="T13" fmla="*/ 0 60000 65536"/>
                  <a:gd name="T14" fmla="*/ 0 60000 65536"/>
                  <a:gd name="T15" fmla="*/ 0 w 136"/>
                  <a:gd name="T16" fmla="*/ 0 h 96"/>
                  <a:gd name="T17" fmla="*/ 136 w 136"/>
                  <a:gd name="T18" fmla="*/ 96 h 96"/>
                </a:gdLst>
                <a:ahLst/>
                <a:cxnLst>
                  <a:cxn ang="T10">
                    <a:pos x="T0" y="T1"/>
                  </a:cxn>
                  <a:cxn ang="T11">
                    <a:pos x="T2" y="T3"/>
                  </a:cxn>
                  <a:cxn ang="T12">
                    <a:pos x="T4" y="T5"/>
                  </a:cxn>
                  <a:cxn ang="T13">
                    <a:pos x="T6" y="T7"/>
                  </a:cxn>
                  <a:cxn ang="T14">
                    <a:pos x="T8" y="T9"/>
                  </a:cxn>
                </a:cxnLst>
                <a:rect l="T15" t="T16" r="T17" b="T18"/>
                <a:pathLst>
                  <a:path w="136" h="96">
                    <a:moveTo>
                      <a:pt x="136" y="0"/>
                    </a:moveTo>
                    <a:lnTo>
                      <a:pt x="40" y="96"/>
                    </a:lnTo>
                    <a:lnTo>
                      <a:pt x="24" y="72"/>
                    </a:lnTo>
                    <a:lnTo>
                      <a:pt x="0" y="40"/>
                    </a:lnTo>
                    <a:lnTo>
                      <a:pt x="136" y="0"/>
                    </a:lnTo>
                    <a:close/>
                  </a:path>
                </a:pathLst>
              </a:custGeom>
              <a:solidFill>
                <a:schemeClr val="bg2"/>
              </a:solidFill>
              <a:ln w="9525">
                <a:solidFill>
                  <a:schemeClr val="bg2"/>
                </a:solidFill>
                <a:round/>
                <a:headEnd/>
                <a:tailEnd/>
              </a:ln>
            </p:spPr>
            <p:txBody>
              <a:bodyPr/>
              <a:lstStyle/>
              <a:p>
                <a:endParaRPr lang="en-US"/>
              </a:p>
            </p:txBody>
          </p:sp>
          <p:sp>
            <p:nvSpPr>
              <p:cNvPr id="108830" name="Line 55"/>
              <p:cNvSpPr>
                <a:spLocks noChangeShapeType="1"/>
              </p:cNvSpPr>
              <p:nvPr/>
            </p:nvSpPr>
            <p:spPr bwMode="auto">
              <a:xfrm flipV="1">
                <a:off x="1489" y="2143"/>
                <a:ext cx="327" cy="217"/>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7660" name="Group 56"/>
            <p:cNvGrpSpPr>
              <a:grpSpLocks/>
            </p:cNvGrpSpPr>
            <p:nvPr/>
          </p:nvGrpSpPr>
          <p:grpSpPr bwMode="auto">
            <a:xfrm>
              <a:off x="1489" y="1733"/>
              <a:ext cx="423" cy="56"/>
              <a:chOff x="1489" y="1733"/>
              <a:chExt cx="423" cy="56"/>
            </a:xfrm>
          </p:grpSpPr>
          <p:sp>
            <p:nvSpPr>
              <p:cNvPr id="108821" name="Freeform 57"/>
              <p:cNvSpPr>
                <a:spLocks/>
              </p:cNvSpPr>
              <p:nvPr/>
            </p:nvSpPr>
            <p:spPr bwMode="auto">
              <a:xfrm>
                <a:off x="1792" y="1733"/>
                <a:ext cx="120" cy="56"/>
              </a:xfrm>
              <a:custGeom>
                <a:avLst/>
                <a:gdLst>
                  <a:gd name="T0" fmla="*/ 120 w 120"/>
                  <a:gd name="T1" fmla="*/ 24 h 56"/>
                  <a:gd name="T2" fmla="*/ 0 w 120"/>
                  <a:gd name="T3" fmla="*/ 56 h 56"/>
                  <a:gd name="T4" fmla="*/ 0 w 120"/>
                  <a:gd name="T5" fmla="*/ 24 h 56"/>
                  <a:gd name="T6" fmla="*/ 0 w 120"/>
                  <a:gd name="T7" fmla="*/ 0 h 56"/>
                  <a:gd name="T8" fmla="*/ 120 w 120"/>
                  <a:gd name="T9" fmla="*/ 24 h 56"/>
                  <a:gd name="T10" fmla="*/ 0 60000 65536"/>
                  <a:gd name="T11" fmla="*/ 0 60000 65536"/>
                  <a:gd name="T12" fmla="*/ 0 60000 65536"/>
                  <a:gd name="T13" fmla="*/ 0 60000 65536"/>
                  <a:gd name="T14" fmla="*/ 0 60000 65536"/>
                  <a:gd name="T15" fmla="*/ 0 w 120"/>
                  <a:gd name="T16" fmla="*/ 0 h 56"/>
                  <a:gd name="T17" fmla="*/ 120 w 120"/>
                  <a:gd name="T18" fmla="*/ 56 h 56"/>
                </a:gdLst>
                <a:ahLst/>
                <a:cxnLst>
                  <a:cxn ang="T10">
                    <a:pos x="T0" y="T1"/>
                  </a:cxn>
                  <a:cxn ang="T11">
                    <a:pos x="T2" y="T3"/>
                  </a:cxn>
                  <a:cxn ang="T12">
                    <a:pos x="T4" y="T5"/>
                  </a:cxn>
                  <a:cxn ang="T13">
                    <a:pos x="T6" y="T7"/>
                  </a:cxn>
                  <a:cxn ang="T14">
                    <a:pos x="T8" y="T9"/>
                  </a:cxn>
                </a:cxnLst>
                <a:rect l="T15" t="T16" r="T17" b="T18"/>
                <a:pathLst>
                  <a:path w="120" h="56">
                    <a:moveTo>
                      <a:pt x="120" y="24"/>
                    </a:moveTo>
                    <a:lnTo>
                      <a:pt x="0" y="56"/>
                    </a:lnTo>
                    <a:lnTo>
                      <a:pt x="0" y="24"/>
                    </a:lnTo>
                    <a:lnTo>
                      <a:pt x="0" y="0"/>
                    </a:lnTo>
                    <a:lnTo>
                      <a:pt x="120" y="24"/>
                    </a:lnTo>
                    <a:close/>
                  </a:path>
                </a:pathLst>
              </a:custGeom>
              <a:solidFill>
                <a:schemeClr val="bg2"/>
              </a:solidFill>
              <a:ln w="9525">
                <a:solidFill>
                  <a:schemeClr val="bg2"/>
                </a:solidFill>
                <a:round/>
                <a:headEnd/>
                <a:tailEnd/>
              </a:ln>
            </p:spPr>
            <p:txBody>
              <a:bodyPr/>
              <a:lstStyle/>
              <a:p>
                <a:endParaRPr lang="en-US"/>
              </a:p>
            </p:txBody>
          </p:sp>
          <p:grpSp>
            <p:nvGrpSpPr>
              <p:cNvPr id="108822" name="Group 58"/>
              <p:cNvGrpSpPr>
                <a:grpSpLocks/>
              </p:cNvGrpSpPr>
              <p:nvPr/>
            </p:nvGrpSpPr>
            <p:grpSpPr bwMode="auto">
              <a:xfrm>
                <a:off x="1489" y="1757"/>
                <a:ext cx="295" cy="1"/>
                <a:chOff x="1489" y="1757"/>
                <a:chExt cx="295" cy="1"/>
              </a:xfrm>
            </p:grpSpPr>
            <p:sp>
              <p:nvSpPr>
                <p:cNvPr id="108823" name="Line 59"/>
                <p:cNvSpPr>
                  <a:spLocks noChangeShapeType="1"/>
                </p:cNvSpPr>
                <p:nvPr/>
              </p:nvSpPr>
              <p:spPr bwMode="auto">
                <a:xfrm>
                  <a:off x="1489"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824" name="Line 60"/>
                <p:cNvSpPr>
                  <a:spLocks noChangeShapeType="1"/>
                </p:cNvSpPr>
                <p:nvPr/>
              </p:nvSpPr>
              <p:spPr bwMode="auto">
                <a:xfrm>
                  <a:off x="1544"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825" name="Line 61"/>
                <p:cNvSpPr>
                  <a:spLocks noChangeShapeType="1"/>
                </p:cNvSpPr>
                <p:nvPr/>
              </p:nvSpPr>
              <p:spPr bwMode="auto">
                <a:xfrm>
                  <a:off x="1600"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826" name="Line 62"/>
                <p:cNvSpPr>
                  <a:spLocks noChangeShapeType="1"/>
                </p:cNvSpPr>
                <p:nvPr/>
              </p:nvSpPr>
              <p:spPr bwMode="auto">
                <a:xfrm>
                  <a:off x="1656"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827" name="Line 63"/>
                <p:cNvSpPr>
                  <a:spLocks noChangeShapeType="1"/>
                </p:cNvSpPr>
                <p:nvPr/>
              </p:nvSpPr>
              <p:spPr bwMode="auto">
                <a:xfrm>
                  <a:off x="1712"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828" name="Line 64"/>
                <p:cNvSpPr>
                  <a:spLocks noChangeShapeType="1"/>
                </p:cNvSpPr>
                <p:nvPr/>
              </p:nvSpPr>
              <p:spPr bwMode="auto">
                <a:xfrm>
                  <a:off x="1768" y="1757"/>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7661" name="Group 65"/>
            <p:cNvGrpSpPr>
              <a:grpSpLocks/>
            </p:cNvGrpSpPr>
            <p:nvPr/>
          </p:nvGrpSpPr>
          <p:grpSpPr bwMode="auto">
            <a:xfrm>
              <a:off x="1952" y="1725"/>
              <a:ext cx="415" cy="56"/>
              <a:chOff x="1952" y="1725"/>
              <a:chExt cx="415" cy="56"/>
            </a:xfrm>
          </p:grpSpPr>
          <p:sp>
            <p:nvSpPr>
              <p:cNvPr id="108813" name="Freeform 66"/>
              <p:cNvSpPr>
                <a:spLocks/>
              </p:cNvSpPr>
              <p:nvPr/>
            </p:nvSpPr>
            <p:spPr bwMode="auto">
              <a:xfrm>
                <a:off x="2255" y="1725"/>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08814" name="Group 67"/>
              <p:cNvGrpSpPr>
                <a:grpSpLocks/>
              </p:cNvGrpSpPr>
              <p:nvPr/>
            </p:nvGrpSpPr>
            <p:grpSpPr bwMode="auto">
              <a:xfrm>
                <a:off x="1952" y="1757"/>
                <a:ext cx="295" cy="1"/>
                <a:chOff x="1952" y="1757"/>
                <a:chExt cx="295" cy="1"/>
              </a:xfrm>
            </p:grpSpPr>
            <p:sp>
              <p:nvSpPr>
                <p:cNvPr id="108815" name="Line 68"/>
                <p:cNvSpPr>
                  <a:spLocks noChangeShapeType="1"/>
                </p:cNvSpPr>
                <p:nvPr/>
              </p:nvSpPr>
              <p:spPr bwMode="auto">
                <a:xfrm>
                  <a:off x="1952"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816" name="Line 69"/>
                <p:cNvSpPr>
                  <a:spLocks noChangeShapeType="1"/>
                </p:cNvSpPr>
                <p:nvPr/>
              </p:nvSpPr>
              <p:spPr bwMode="auto">
                <a:xfrm>
                  <a:off x="2008" y="1757"/>
                  <a:ext cx="23"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817" name="Line 70"/>
                <p:cNvSpPr>
                  <a:spLocks noChangeShapeType="1"/>
                </p:cNvSpPr>
                <p:nvPr/>
              </p:nvSpPr>
              <p:spPr bwMode="auto">
                <a:xfrm>
                  <a:off x="2063"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818" name="Line 71"/>
                <p:cNvSpPr>
                  <a:spLocks noChangeShapeType="1"/>
                </p:cNvSpPr>
                <p:nvPr/>
              </p:nvSpPr>
              <p:spPr bwMode="auto">
                <a:xfrm>
                  <a:off x="2119"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819" name="Line 72"/>
                <p:cNvSpPr>
                  <a:spLocks noChangeShapeType="1"/>
                </p:cNvSpPr>
                <p:nvPr/>
              </p:nvSpPr>
              <p:spPr bwMode="auto">
                <a:xfrm>
                  <a:off x="2175"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820" name="Line 73"/>
                <p:cNvSpPr>
                  <a:spLocks noChangeShapeType="1"/>
                </p:cNvSpPr>
                <p:nvPr/>
              </p:nvSpPr>
              <p:spPr bwMode="auto">
                <a:xfrm>
                  <a:off x="2231" y="1757"/>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7662" name="Group 74"/>
            <p:cNvGrpSpPr>
              <a:grpSpLocks/>
            </p:cNvGrpSpPr>
            <p:nvPr/>
          </p:nvGrpSpPr>
          <p:grpSpPr bwMode="auto">
            <a:xfrm>
              <a:off x="1497" y="2036"/>
              <a:ext cx="415" cy="56"/>
              <a:chOff x="1497" y="2036"/>
              <a:chExt cx="415" cy="56"/>
            </a:xfrm>
          </p:grpSpPr>
          <p:sp>
            <p:nvSpPr>
              <p:cNvPr id="108805" name="Freeform 75"/>
              <p:cNvSpPr>
                <a:spLocks/>
              </p:cNvSpPr>
              <p:nvPr/>
            </p:nvSpPr>
            <p:spPr bwMode="auto">
              <a:xfrm>
                <a:off x="1800"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08806" name="Group 76"/>
              <p:cNvGrpSpPr>
                <a:grpSpLocks/>
              </p:cNvGrpSpPr>
              <p:nvPr/>
            </p:nvGrpSpPr>
            <p:grpSpPr bwMode="auto">
              <a:xfrm>
                <a:off x="1497" y="2068"/>
                <a:ext cx="295" cy="1"/>
                <a:chOff x="1497" y="2068"/>
                <a:chExt cx="295" cy="1"/>
              </a:xfrm>
            </p:grpSpPr>
            <p:sp>
              <p:nvSpPr>
                <p:cNvPr id="108807" name="Line 77"/>
                <p:cNvSpPr>
                  <a:spLocks noChangeShapeType="1"/>
                </p:cNvSpPr>
                <p:nvPr/>
              </p:nvSpPr>
              <p:spPr bwMode="auto">
                <a:xfrm>
                  <a:off x="1497" y="2068"/>
                  <a:ext cx="23"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808" name="Line 78"/>
                <p:cNvSpPr>
                  <a:spLocks noChangeShapeType="1"/>
                </p:cNvSpPr>
                <p:nvPr/>
              </p:nvSpPr>
              <p:spPr bwMode="auto">
                <a:xfrm>
                  <a:off x="1552"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809" name="Line 79"/>
                <p:cNvSpPr>
                  <a:spLocks noChangeShapeType="1"/>
                </p:cNvSpPr>
                <p:nvPr/>
              </p:nvSpPr>
              <p:spPr bwMode="auto">
                <a:xfrm>
                  <a:off x="1608"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810" name="Line 80"/>
                <p:cNvSpPr>
                  <a:spLocks noChangeShapeType="1"/>
                </p:cNvSpPr>
                <p:nvPr/>
              </p:nvSpPr>
              <p:spPr bwMode="auto">
                <a:xfrm>
                  <a:off x="1664"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811" name="Line 81"/>
                <p:cNvSpPr>
                  <a:spLocks noChangeShapeType="1"/>
                </p:cNvSpPr>
                <p:nvPr/>
              </p:nvSpPr>
              <p:spPr bwMode="auto">
                <a:xfrm>
                  <a:off x="1720"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812" name="Line 82"/>
                <p:cNvSpPr>
                  <a:spLocks noChangeShapeType="1"/>
                </p:cNvSpPr>
                <p:nvPr/>
              </p:nvSpPr>
              <p:spPr bwMode="auto">
                <a:xfrm>
                  <a:off x="1776" y="2068"/>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7663" name="Group 83"/>
            <p:cNvGrpSpPr>
              <a:grpSpLocks/>
            </p:cNvGrpSpPr>
            <p:nvPr/>
          </p:nvGrpSpPr>
          <p:grpSpPr bwMode="auto">
            <a:xfrm>
              <a:off x="1960" y="2036"/>
              <a:ext cx="423" cy="56"/>
              <a:chOff x="1960" y="2036"/>
              <a:chExt cx="423" cy="56"/>
            </a:xfrm>
          </p:grpSpPr>
          <p:sp>
            <p:nvSpPr>
              <p:cNvPr id="108797" name="Freeform 84"/>
              <p:cNvSpPr>
                <a:spLocks/>
              </p:cNvSpPr>
              <p:nvPr/>
            </p:nvSpPr>
            <p:spPr bwMode="auto">
              <a:xfrm>
                <a:off x="2271"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08798" name="Group 85"/>
              <p:cNvGrpSpPr>
                <a:grpSpLocks/>
              </p:cNvGrpSpPr>
              <p:nvPr/>
            </p:nvGrpSpPr>
            <p:grpSpPr bwMode="auto">
              <a:xfrm>
                <a:off x="1960" y="2068"/>
                <a:ext cx="303" cy="1"/>
                <a:chOff x="1960" y="2068"/>
                <a:chExt cx="303" cy="1"/>
              </a:xfrm>
            </p:grpSpPr>
            <p:sp>
              <p:nvSpPr>
                <p:cNvPr id="108799" name="Line 86"/>
                <p:cNvSpPr>
                  <a:spLocks noChangeShapeType="1"/>
                </p:cNvSpPr>
                <p:nvPr/>
              </p:nvSpPr>
              <p:spPr bwMode="auto">
                <a:xfrm>
                  <a:off x="1960"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800" name="Line 87"/>
                <p:cNvSpPr>
                  <a:spLocks noChangeShapeType="1"/>
                </p:cNvSpPr>
                <p:nvPr/>
              </p:nvSpPr>
              <p:spPr bwMode="auto">
                <a:xfrm>
                  <a:off x="2015"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801" name="Line 88"/>
                <p:cNvSpPr>
                  <a:spLocks noChangeShapeType="1"/>
                </p:cNvSpPr>
                <p:nvPr/>
              </p:nvSpPr>
              <p:spPr bwMode="auto">
                <a:xfrm>
                  <a:off x="2071"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802" name="Line 89"/>
                <p:cNvSpPr>
                  <a:spLocks noChangeShapeType="1"/>
                </p:cNvSpPr>
                <p:nvPr/>
              </p:nvSpPr>
              <p:spPr bwMode="auto">
                <a:xfrm>
                  <a:off x="2127"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803" name="Line 90"/>
                <p:cNvSpPr>
                  <a:spLocks noChangeShapeType="1"/>
                </p:cNvSpPr>
                <p:nvPr/>
              </p:nvSpPr>
              <p:spPr bwMode="auto">
                <a:xfrm>
                  <a:off x="2183"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804" name="Line 91"/>
                <p:cNvSpPr>
                  <a:spLocks noChangeShapeType="1"/>
                </p:cNvSpPr>
                <p:nvPr/>
              </p:nvSpPr>
              <p:spPr bwMode="auto">
                <a:xfrm>
                  <a:off x="2239"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7664" name="Group 92"/>
            <p:cNvGrpSpPr>
              <a:grpSpLocks/>
            </p:cNvGrpSpPr>
            <p:nvPr/>
          </p:nvGrpSpPr>
          <p:grpSpPr bwMode="auto">
            <a:xfrm>
              <a:off x="2431" y="2036"/>
              <a:ext cx="415" cy="56"/>
              <a:chOff x="2431" y="2036"/>
              <a:chExt cx="415" cy="56"/>
            </a:xfrm>
          </p:grpSpPr>
          <p:sp>
            <p:nvSpPr>
              <p:cNvPr id="108789" name="Freeform 93"/>
              <p:cNvSpPr>
                <a:spLocks/>
              </p:cNvSpPr>
              <p:nvPr/>
            </p:nvSpPr>
            <p:spPr bwMode="auto">
              <a:xfrm>
                <a:off x="2734"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08790" name="Group 94"/>
              <p:cNvGrpSpPr>
                <a:grpSpLocks/>
              </p:cNvGrpSpPr>
              <p:nvPr/>
            </p:nvGrpSpPr>
            <p:grpSpPr bwMode="auto">
              <a:xfrm>
                <a:off x="2431" y="2068"/>
                <a:ext cx="295" cy="1"/>
                <a:chOff x="2431" y="2068"/>
                <a:chExt cx="295" cy="1"/>
              </a:xfrm>
            </p:grpSpPr>
            <p:sp>
              <p:nvSpPr>
                <p:cNvPr id="108791" name="Line 95"/>
                <p:cNvSpPr>
                  <a:spLocks noChangeShapeType="1"/>
                </p:cNvSpPr>
                <p:nvPr/>
              </p:nvSpPr>
              <p:spPr bwMode="auto">
                <a:xfrm>
                  <a:off x="2431"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792" name="Line 96"/>
                <p:cNvSpPr>
                  <a:spLocks noChangeShapeType="1"/>
                </p:cNvSpPr>
                <p:nvPr/>
              </p:nvSpPr>
              <p:spPr bwMode="auto">
                <a:xfrm>
                  <a:off x="2487"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793" name="Line 97"/>
                <p:cNvSpPr>
                  <a:spLocks noChangeShapeType="1"/>
                </p:cNvSpPr>
                <p:nvPr/>
              </p:nvSpPr>
              <p:spPr bwMode="auto">
                <a:xfrm>
                  <a:off x="2542"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794" name="Line 98"/>
                <p:cNvSpPr>
                  <a:spLocks noChangeShapeType="1"/>
                </p:cNvSpPr>
                <p:nvPr/>
              </p:nvSpPr>
              <p:spPr bwMode="auto">
                <a:xfrm>
                  <a:off x="2598"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795" name="Line 99"/>
                <p:cNvSpPr>
                  <a:spLocks noChangeShapeType="1"/>
                </p:cNvSpPr>
                <p:nvPr/>
              </p:nvSpPr>
              <p:spPr bwMode="auto">
                <a:xfrm>
                  <a:off x="2654"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796" name="Line 100"/>
                <p:cNvSpPr>
                  <a:spLocks noChangeShapeType="1"/>
                </p:cNvSpPr>
                <p:nvPr/>
              </p:nvSpPr>
              <p:spPr bwMode="auto">
                <a:xfrm>
                  <a:off x="2710" y="2068"/>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7665" name="Group 101"/>
            <p:cNvGrpSpPr>
              <a:grpSpLocks/>
            </p:cNvGrpSpPr>
            <p:nvPr/>
          </p:nvGrpSpPr>
          <p:grpSpPr bwMode="auto">
            <a:xfrm>
              <a:off x="2423" y="2347"/>
              <a:ext cx="415" cy="56"/>
              <a:chOff x="2423" y="2347"/>
              <a:chExt cx="415" cy="56"/>
            </a:xfrm>
          </p:grpSpPr>
          <p:sp>
            <p:nvSpPr>
              <p:cNvPr id="108781" name="Freeform 102"/>
              <p:cNvSpPr>
                <a:spLocks/>
              </p:cNvSpPr>
              <p:nvPr/>
            </p:nvSpPr>
            <p:spPr bwMode="auto">
              <a:xfrm>
                <a:off x="2726" y="234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solidFill>
                <a:schemeClr val="bg2"/>
              </a:solidFill>
              <a:ln w="9525">
                <a:solidFill>
                  <a:schemeClr val="bg2"/>
                </a:solidFill>
                <a:round/>
                <a:headEnd/>
                <a:tailEnd/>
              </a:ln>
            </p:spPr>
            <p:txBody>
              <a:bodyPr/>
              <a:lstStyle/>
              <a:p>
                <a:endParaRPr lang="en-US"/>
              </a:p>
            </p:txBody>
          </p:sp>
          <p:grpSp>
            <p:nvGrpSpPr>
              <p:cNvPr id="108782" name="Group 103"/>
              <p:cNvGrpSpPr>
                <a:grpSpLocks/>
              </p:cNvGrpSpPr>
              <p:nvPr/>
            </p:nvGrpSpPr>
            <p:grpSpPr bwMode="auto">
              <a:xfrm>
                <a:off x="2423" y="2371"/>
                <a:ext cx="295" cy="1"/>
                <a:chOff x="2423" y="2371"/>
                <a:chExt cx="295" cy="1"/>
              </a:xfrm>
            </p:grpSpPr>
            <p:sp>
              <p:nvSpPr>
                <p:cNvPr id="108783" name="Line 104"/>
                <p:cNvSpPr>
                  <a:spLocks noChangeShapeType="1"/>
                </p:cNvSpPr>
                <p:nvPr/>
              </p:nvSpPr>
              <p:spPr bwMode="auto">
                <a:xfrm>
                  <a:off x="2423"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784" name="Line 105"/>
                <p:cNvSpPr>
                  <a:spLocks noChangeShapeType="1"/>
                </p:cNvSpPr>
                <p:nvPr/>
              </p:nvSpPr>
              <p:spPr bwMode="auto">
                <a:xfrm>
                  <a:off x="2479"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785" name="Line 106"/>
                <p:cNvSpPr>
                  <a:spLocks noChangeShapeType="1"/>
                </p:cNvSpPr>
                <p:nvPr/>
              </p:nvSpPr>
              <p:spPr bwMode="auto">
                <a:xfrm>
                  <a:off x="2534"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786" name="Line 107"/>
                <p:cNvSpPr>
                  <a:spLocks noChangeShapeType="1"/>
                </p:cNvSpPr>
                <p:nvPr/>
              </p:nvSpPr>
              <p:spPr bwMode="auto">
                <a:xfrm>
                  <a:off x="2590"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787" name="Line 108"/>
                <p:cNvSpPr>
                  <a:spLocks noChangeShapeType="1"/>
                </p:cNvSpPr>
                <p:nvPr/>
              </p:nvSpPr>
              <p:spPr bwMode="auto">
                <a:xfrm>
                  <a:off x="2646"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788" name="Line 109"/>
                <p:cNvSpPr>
                  <a:spLocks noChangeShapeType="1"/>
                </p:cNvSpPr>
                <p:nvPr/>
              </p:nvSpPr>
              <p:spPr bwMode="auto">
                <a:xfrm>
                  <a:off x="2702" y="2371"/>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7666" name="Group 110"/>
            <p:cNvGrpSpPr>
              <a:grpSpLocks/>
            </p:cNvGrpSpPr>
            <p:nvPr/>
          </p:nvGrpSpPr>
          <p:grpSpPr bwMode="auto">
            <a:xfrm>
              <a:off x="1960" y="2347"/>
              <a:ext cx="415" cy="56"/>
              <a:chOff x="1960" y="2347"/>
              <a:chExt cx="415" cy="56"/>
            </a:xfrm>
          </p:grpSpPr>
          <p:sp>
            <p:nvSpPr>
              <p:cNvPr id="108773" name="Freeform 111"/>
              <p:cNvSpPr>
                <a:spLocks/>
              </p:cNvSpPr>
              <p:nvPr/>
            </p:nvSpPr>
            <p:spPr bwMode="auto">
              <a:xfrm>
                <a:off x="2263" y="234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solidFill>
                <a:schemeClr val="bg2"/>
              </a:solidFill>
              <a:ln w="9525">
                <a:solidFill>
                  <a:schemeClr val="bg2"/>
                </a:solidFill>
                <a:round/>
                <a:headEnd/>
                <a:tailEnd/>
              </a:ln>
            </p:spPr>
            <p:txBody>
              <a:bodyPr/>
              <a:lstStyle/>
              <a:p>
                <a:endParaRPr lang="en-US"/>
              </a:p>
            </p:txBody>
          </p:sp>
          <p:grpSp>
            <p:nvGrpSpPr>
              <p:cNvPr id="108774" name="Group 112"/>
              <p:cNvGrpSpPr>
                <a:grpSpLocks/>
              </p:cNvGrpSpPr>
              <p:nvPr/>
            </p:nvGrpSpPr>
            <p:grpSpPr bwMode="auto">
              <a:xfrm>
                <a:off x="1960" y="2371"/>
                <a:ext cx="295" cy="1"/>
                <a:chOff x="1960" y="2371"/>
                <a:chExt cx="295" cy="1"/>
              </a:xfrm>
            </p:grpSpPr>
            <p:sp>
              <p:nvSpPr>
                <p:cNvPr id="108775" name="Line 113"/>
                <p:cNvSpPr>
                  <a:spLocks noChangeShapeType="1"/>
                </p:cNvSpPr>
                <p:nvPr/>
              </p:nvSpPr>
              <p:spPr bwMode="auto">
                <a:xfrm>
                  <a:off x="1960"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776" name="Line 114"/>
                <p:cNvSpPr>
                  <a:spLocks noChangeShapeType="1"/>
                </p:cNvSpPr>
                <p:nvPr/>
              </p:nvSpPr>
              <p:spPr bwMode="auto">
                <a:xfrm>
                  <a:off x="2015"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777" name="Line 115"/>
                <p:cNvSpPr>
                  <a:spLocks noChangeShapeType="1"/>
                </p:cNvSpPr>
                <p:nvPr/>
              </p:nvSpPr>
              <p:spPr bwMode="auto">
                <a:xfrm>
                  <a:off x="2071"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778" name="Line 116"/>
                <p:cNvSpPr>
                  <a:spLocks noChangeShapeType="1"/>
                </p:cNvSpPr>
                <p:nvPr/>
              </p:nvSpPr>
              <p:spPr bwMode="auto">
                <a:xfrm>
                  <a:off x="2127"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779" name="Line 117"/>
                <p:cNvSpPr>
                  <a:spLocks noChangeShapeType="1"/>
                </p:cNvSpPr>
                <p:nvPr/>
              </p:nvSpPr>
              <p:spPr bwMode="auto">
                <a:xfrm>
                  <a:off x="2183"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780" name="Line 118"/>
                <p:cNvSpPr>
                  <a:spLocks noChangeShapeType="1"/>
                </p:cNvSpPr>
                <p:nvPr/>
              </p:nvSpPr>
              <p:spPr bwMode="auto">
                <a:xfrm>
                  <a:off x="2239" y="2371"/>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7667" name="Group 119"/>
            <p:cNvGrpSpPr>
              <a:grpSpLocks/>
            </p:cNvGrpSpPr>
            <p:nvPr/>
          </p:nvGrpSpPr>
          <p:grpSpPr bwMode="auto">
            <a:xfrm>
              <a:off x="1497" y="2339"/>
              <a:ext cx="415" cy="56"/>
              <a:chOff x="1497" y="2339"/>
              <a:chExt cx="415" cy="56"/>
            </a:xfrm>
          </p:grpSpPr>
          <p:sp>
            <p:nvSpPr>
              <p:cNvPr id="108765" name="Freeform 120"/>
              <p:cNvSpPr>
                <a:spLocks/>
              </p:cNvSpPr>
              <p:nvPr/>
            </p:nvSpPr>
            <p:spPr bwMode="auto">
              <a:xfrm>
                <a:off x="1800" y="2339"/>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08766" name="Group 121"/>
              <p:cNvGrpSpPr>
                <a:grpSpLocks/>
              </p:cNvGrpSpPr>
              <p:nvPr/>
            </p:nvGrpSpPr>
            <p:grpSpPr bwMode="auto">
              <a:xfrm>
                <a:off x="1497" y="2371"/>
                <a:ext cx="295" cy="1"/>
                <a:chOff x="1497" y="2371"/>
                <a:chExt cx="295" cy="1"/>
              </a:xfrm>
            </p:grpSpPr>
            <p:sp>
              <p:nvSpPr>
                <p:cNvPr id="108767" name="Line 122"/>
                <p:cNvSpPr>
                  <a:spLocks noChangeShapeType="1"/>
                </p:cNvSpPr>
                <p:nvPr/>
              </p:nvSpPr>
              <p:spPr bwMode="auto">
                <a:xfrm>
                  <a:off x="1497" y="2371"/>
                  <a:ext cx="23"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768" name="Line 123"/>
                <p:cNvSpPr>
                  <a:spLocks noChangeShapeType="1"/>
                </p:cNvSpPr>
                <p:nvPr/>
              </p:nvSpPr>
              <p:spPr bwMode="auto">
                <a:xfrm>
                  <a:off x="1552"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769" name="Line 124"/>
                <p:cNvSpPr>
                  <a:spLocks noChangeShapeType="1"/>
                </p:cNvSpPr>
                <p:nvPr/>
              </p:nvSpPr>
              <p:spPr bwMode="auto">
                <a:xfrm>
                  <a:off x="1608"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770" name="Line 125"/>
                <p:cNvSpPr>
                  <a:spLocks noChangeShapeType="1"/>
                </p:cNvSpPr>
                <p:nvPr/>
              </p:nvSpPr>
              <p:spPr bwMode="auto">
                <a:xfrm>
                  <a:off x="1664"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771" name="Line 126"/>
                <p:cNvSpPr>
                  <a:spLocks noChangeShapeType="1"/>
                </p:cNvSpPr>
                <p:nvPr/>
              </p:nvSpPr>
              <p:spPr bwMode="auto">
                <a:xfrm>
                  <a:off x="1720"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772" name="Line 127"/>
                <p:cNvSpPr>
                  <a:spLocks noChangeShapeType="1"/>
                </p:cNvSpPr>
                <p:nvPr/>
              </p:nvSpPr>
              <p:spPr bwMode="auto">
                <a:xfrm>
                  <a:off x="1776" y="2371"/>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7668" name="Group 128"/>
            <p:cNvGrpSpPr>
              <a:grpSpLocks/>
            </p:cNvGrpSpPr>
            <p:nvPr/>
          </p:nvGrpSpPr>
          <p:grpSpPr bwMode="auto">
            <a:xfrm>
              <a:off x="1489" y="2650"/>
              <a:ext cx="423" cy="56"/>
              <a:chOff x="1489" y="2650"/>
              <a:chExt cx="423" cy="56"/>
            </a:xfrm>
          </p:grpSpPr>
          <p:sp>
            <p:nvSpPr>
              <p:cNvPr id="108757" name="Freeform 129"/>
              <p:cNvSpPr>
                <a:spLocks/>
              </p:cNvSpPr>
              <p:nvPr/>
            </p:nvSpPr>
            <p:spPr bwMode="auto">
              <a:xfrm>
                <a:off x="1792" y="2650"/>
                <a:ext cx="120" cy="56"/>
              </a:xfrm>
              <a:custGeom>
                <a:avLst/>
                <a:gdLst>
                  <a:gd name="T0" fmla="*/ 120 w 120"/>
                  <a:gd name="T1" fmla="*/ 24 h 56"/>
                  <a:gd name="T2" fmla="*/ 0 w 120"/>
                  <a:gd name="T3" fmla="*/ 56 h 56"/>
                  <a:gd name="T4" fmla="*/ 0 w 120"/>
                  <a:gd name="T5" fmla="*/ 24 h 56"/>
                  <a:gd name="T6" fmla="*/ 0 w 120"/>
                  <a:gd name="T7" fmla="*/ 0 h 56"/>
                  <a:gd name="T8" fmla="*/ 120 w 120"/>
                  <a:gd name="T9" fmla="*/ 24 h 56"/>
                  <a:gd name="T10" fmla="*/ 0 60000 65536"/>
                  <a:gd name="T11" fmla="*/ 0 60000 65536"/>
                  <a:gd name="T12" fmla="*/ 0 60000 65536"/>
                  <a:gd name="T13" fmla="*/ 0 60000 65536"/>
                  <a:gd name="T14" fmla="*/ 0 60000 65536"/>
                  <a:gd name="T15" fmla="*/ 0 w 120"/>
                  <a:gd name="T16" fmla="*/ 0 h 56"/>
                  <a:gd name="T17" fmla="*/ 120 w 120"/>
                  <a:gd name="T18" fmla="*/ 56 h 56"/>
                </a:gdLst>
                <a:ahLst/>
                <a:cxnLst>
                  <a:cxn ang="T10">
                    <a:pos x="T0" y="T1"/>
                  </a:cxn>
                  <a:cxn ang="T11">
                    <a:pos x="T2" y="T3"/>
                  </a:cxn>
                  <a:cxn ang="T12">
                    <a:pos x="T4" y="T5"/>
                  </a:cxn>
                  <a:cxn ang="T13">
                    <a:pos x="T6" y="T7"/>
                  </a:cxn>
                  <a:cxn ang="T14">
                    <a:pos x="T8" y="T9"/>
                  </a:cxn>
                </a:cxnLst>
                <a:rect l="T15" t="T16" r="T17" b="T18"/>
                <a:pathLst>
                  <a:path w="120" h="56">
                    <a:moveTo>
                      <a:pt x="120" y="24"/>
                    </a:moveTo>
                    <a:lnTo>
                      <a:pt x="0" y="56"/>
                    </a:lnTo>
                    <a:lnTo>
                      <a:pt x="0" y="24"/>
                    </a:lnTo>
                    <a:lnTo>
                      <a:pt x="0" y="0"/>
                    </a:lnTo>
                    <a:lnTo>
                      <a:pt x="120" y="24"/>
                    </a:lnTo>
                    <a:close/>
                  </a:path>
                </a:pathLst>
              </a:custGeom>
              <a:solidFill>
                <a:schemeClr val="bg2"/>
              </a:solidFill>
              <a:ln w="9525">
                <a:solidFill>
                  <a:schemeClr val="bg2"/>
                </a:solidFill>
                <a:round/>
                <a:headEnd/>
                <a:tailEnd/>
              </a:ln>
            </p:spPr>
            <p:txBody>
              <a:bodyPr/>
              <a:lstStyle/>
              <a:p>
                <a:endParaRPr lang="en-US"/>
              </a:p>
            </p:txBody>
          </p:sp>
          <p:grpSp>
            <p:nvGrpSpPr>
              <p:cNvPr id="108758" name="Group 130"/>
              <p:cNvGrpSpPr>
                <a:grpSpLocks/>
              </p:cNvGrpSpPr>
              <p:nvPr/>
            </p:nvGrpSpPr>
            <p:grpSpPr bwMode="auto">
              <a:xfrm>
                <a:off x="1489" y="2674"/>
                <a:ext cx="295" cy="1"/>
                <a:chOff x="1489" y="2674"/>
                <a:chExt cx="295" cy="1"/>
              </a:xfrm>
            </p:grpSpPr>
            <p:sp>
              <p:nvSpPr>
                <p:cNvPr id="108759" name="Line 131"/>
                <p:cNvSpPr>
                  <a:spLocks noChangeShapeType="1"/>
                </p:cNvSpPr>
                <p:nvPr/>
              </p:nvSpPr>
              <p:spPr bwMode="auto">
                <a:xfrm>
                  <a:off x="1489"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760" name="Line 132"/>
                <p:cNvSpPr>
                  <a:spLocks noChangeShapeType="1"/>
                </p:cNvSpPr>
                <p:nvPr/>
              </p:nvSpPr>
              <p:spPr bwMode="auto">
                <a:xfrm>
                  <a:off x="1544"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761" name="Line 133"/>
                <p:cNvSpPr>
                  <a:spLocks noChangeShapeType="1"/>
                </p:cNvSpPr>
                <p:nvPr/>
              </p:nvSpPr>
              <p:spPr bwMode="auto">
                <a:xfrm>
                  <a:off x="1600"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762" name="Line 134"/>
                <p:cNvSpPr>
                  <a:spLocks noChangeShapeType="1"/>
                </p:cNvSpPr>
                <p:nvPr/>
              </p:nvSpPr>
              <p:spPr bwMode="auto">
                <a:xfrm>
                  <a:off x="1656"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763" name="Line 135"/>
                <p:cNvSpPr>
                  <a:spLocks noChangeShapeType="1"/>
                </p:cNvSpPr>
                <p:nvPr/>
              </p:nvSpPr>
              <p:spPr bwMode="auto">
                <a:xfrm>
                  <a:off x="1712"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764" name="Line 136"/>
                <p:cNvSpPr>
                  <a:spLocks noChangeShapeType="1"/>
                </p:cNvSpPr>
                <p:nvPr/>
              </p:nvSpPr>
              <p:spPr bwMode="auto">
                <a:xfrm>
                  <a:off x="1768" y="2674"/>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7669" name="Group 137"/>
            <p:cNvGrpSpPr>
              <a:grpSpLocks/>
            </p:cNvGrpSpPr>
            <p:nvPr/>
          </p:nvGrpSpPr>
          <p:grpSpPr bwMode="auto">
            <a:xfrm>
              <a:off x="1968" y="2650"/>
              <a:ext cx="415" cy="56"/>
              <a:chOff x="1968" y="2650"/>
              <a:chExt cx="415" cy="56"/>
            </a:xfrm>
          </p:grpSpPr>
          <p:sp>
            <p:nvSpPr>
              <p:cNvPr id="108749" name="Freeform 138"/>
              <p:cNvSpPr>
                <a:spLocks/>
              </p:cNvSpPr>
              <p:nvPr/>
            </p:nvSpPr>
            <p:spPr bwMode="auto">
              <a:xfrm>
                <a:off x="2271" y="2650"/>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solidFill>
                <a:schemeClr val="bg2"/>
              </a:solidFill>
              <a:ln w="9525">
                <a:solidFill>
                  <a:schemeClr val="bg2"/>
                </a:solidFill>
                <a:round/>
                <a:headEnd/>
                <a:tailEnd/>
              </a:ln>
            </p:spPr>
            <p:txBody>
              <a:bodyPr/>
              <a:lstStyle/>
              <a:p>
                <a:endParaRPr lang="en-US"/>
              </a:p>
            </p:txBody>
          </p:sp>
          <p:grpSp>
            <p:nvGrpSpPr>
              <p:cNvPr id="108750" name="Group 139"/>
              <p:cNvGrpSpPr>
                <a:grpSpLocks/>
              </p:cNvGrpSpPr>
              <p:nvPr/>
            </p:nvGrpSpPr>
            <p:grpSpPr bwMode="auto">
              <a:xfrm>
                <a:off x="1968" y="2674"/>
                <a:ext cx="295" cy="1"/>
                <a:chOff x="1968" y="2674"/>
                <a:chExt cx="295" cy="1"/>
              </a:xfrm>
            </p:grpSpPr>
            <p:sp>
              <p:nvSpPr>
                <p:cNvPr id="108751" name="Line 140"/>
                <p:cNvSpPr>
                  <a:spLocks noChangeShapeType="1"/>
                </p:cNvSpPr>
                <p:nvPr/>
              </p:nvSpPr>
              <p:spPr bwMode="auto">
                <a:xfrm>
                  <a:off x="1968"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752" name="Line 141"/>
                <p:cNvSpPr>
                  <a:spLocks noChangeShapeType="1"/>
                </p:cNvSpPr>
                <p:nvPr/>
              </p:nvSpPr>
              <p:spPr bwMode="auto">
                <a:xfrm>
                  <a:off x="2023"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753" name="Line 142"/>
                <p:cNvSpPr>
                  <a:spLocks noChangeShapeType="1"/>
                </p:cNvSpPr>
                <p:nvPr/>
              </p:nvSpPr>
              <p:spPr bwMode="auto">
                <a:xfrm>
                  <a:off x="2079"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754" name="Line 143"/>
                <p:cNvSpPr>
                  <a:spLocks noChangeShapeType="1"/>
                </p:cNvSpPr>
                <p:nvPr/>
              </p:nvSpPr>
              <p:spPr bwMode="auto">
                <a:xfrm>
                  <a:off x="2135"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755" name="Line 144"/>
                <p:cNvSpPr>
                  <a:spLocks noChangeShapeType="1"/>
                </p:cNvSpPr>
                <p:nvPr/>
              </p:nvSpPr>
              <p:spPr bwMode="auto">
                <a:xfrm>
                  <a:off x="2191"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756" name="Line 145"/>
                <p:cNvSpPr>
                  <a:spLocks noChangeShapeType="1"/>
                </p:cNvSpPr>
                <p:nvPr/>
              </p:nvSpPr>
              <p:spPr bwMode="auto">
                <a:xfrm>
                  <a:off x="2247" y="2674"/>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7670" name="Group 146"/>
            <p:cNvGrpSpPr>
              <a:grpSpLocks/>
            </p:cNvGrpSpPr>
            <p:nvPr/>
          </p:nvGrpSpPr>
          <p:grpSpPr bwMode="auto">
            <a:xfrm>
              <a:off x="1489" y="2953"/>
              <a:ext cx="423" cy="56"/>
              <a:chOff x="1489" y="2953"/>
              <a:chExt cx="423" cy="56"/>
            </a:xfrm>
          </p:grpSpPr>
          <p:sp>
            <p:nvSpPr>
              <p:cNvPr id="108741" name="Freeform 147"/>
              <p:cNvSpPr>
                <a:spLocks/>
              </p:cNvSpPr>
              <p:nvPr/>
            </p:nvSpPr>
            <p:spPr bwMode="auto">
              <a:xfrm>
                <a:off x="1792" y="2953"/>
                <a:ext cx="120" cy="56"/>
              </a:xfrm>
              <a:custGeom>
                <a:avLst/>
                <a:gdLst>
                  <a:gd name="T0" fmla="*/ 120 w 120"/>
                  <a:gd name="T1" fmla="*/ 32 h 56"/>
                  <a:gd name="T2" fmla="*/ 0 w 120"/>
                  <a:gd name="T3" fmla="*/ 56 h 56"/>
                  <a:gd name="T4" fmla="*/ 0 w 120"/>
                  <a:gd name="T5" fmla="*/ 32 h 56"/>
                  <a:gd name="T6" fmla="*/ 0 w 120"/>
                  <a:gd name="T7" fmla="*/ 0 h 56"/>
                  <a:gd name="T8" fmla="*/ 120 w 120"/>
                  <a:gd name="T9" fmla="*/ 32 h 56"/>
                  <a:gd name="T10" fmla="*/ 0 60000 65536"/>
                  <a:gd name="T11" fmla="*/ 0 60000 65536"/>
                  <a:gd name="T12" fmla="*/ 0 60000 65536"/>
                  <a:gd name="T13" fmla="*/ 0 60000 65536"/>
                  <a:gd name="T14" fmla="*/ 0 60000 65536"/>
                  <a:gd name="T15" fmla="*/ 0 w 120"/>
                  <a:gd name="T16" fmla="*/ 0 h 56"/>
                  <a:gd name="T17" fmla="*/ 120 w 120"/>
                  <a:gd name="T18" fmla="*/ 56 h 56"/>
                </a:gdLst>
                <a:ahLst/>
                <a:cxnLst>
                  <a:cxn ang="T10">
                    <a:pos x="T0" y="T1"/>
                  </a:cxn>
                  <a:cxn ang="T11">
                    <a:pos x="T2" y="T3"/>
                  </a:cxn>
                  <a:cxn ang="T12">
                    <a:pos x="T4" y="T5"/>
                  </a:cxn>
                  <a:cxn ang="T13">
                    <a:pos x="T6" y="T7"/>
                  </a:cxn>
                  <a:cxn ang="T14">
                    <a:pos x="T8" y="T9"/>
                  </a:cxn>
                </a:cxnLst>
                <a:rect l="T15" t="T16" r="T17" b="T18"/>
                <a:pathLst>
                  <a:path w="120" h="56">
                    <a:moveTo>
                      <a:pt x="120" y="32"/>
                    </a:moveTo>
                    <a:lnTo>
                      <a:pt x="0" y="56"/>
                    </a:lnTo>
                    <a:lnTo>
                      <a:pt x="0" y="32"/>
                    </a:lnTo>
                    <a:lnTo>
                      <a:pt x="0" y="0"/>
                    </a:lnTo>
                    <a:lnTo>
                      <a:pt x="120" y="32"/>
                    </a:lnTo>
                    <a:close/>
                  </a:path>
                </a:pathLst>
              </a:custGeom>
              <a:solidFill>
                <a:schemeClr val="bg2"/>
              </a:solidFill>
              <a:ln w="9525">
                <a:solidFill>
                  <a:schemeClr val="bg2"/>
                </a:solidFill>
                <a:round/>
                <a:headEnd/>
                <a:tailEnd/>
              </a:ln>
            </p:spPr>
            <p:txBody>
              <a:bodyPr/>
              <a:lstStyle/>
              <a:p>
                <a:endParaRPr lang="en-US"/>
              </a:p>
            </p:txBody>
          </p:sp>
          <p:grpSp>
            <p:nvGrpSpPr>
              <p:cNvPr id="108742" name="Group 148"/>
              <p:cNvGrpSpPr>
                <a:grpSpLocks/>
              </p:cNvGrpSpPr>
              <p:nvPr/>
            </p:nvGrpSpPr>
            <p:grpSpPr bwMode="auto">
              <a:xfrm>
                <a:off x="1489" y="2985"/>
                <a:ext cx="295" cy="1"/>
                <a:chOff x="1489" y="2985"/>
                <a:chExt cx="295" cy="1"/>
              </a:xfrm>
            </p:grpSpPr>
            <p:sp>
              <p:nvSpPr>
                <p:cNvPr id="108743" name="Line 149"/>
                <p:cNvSpPr>
                  <a:spLocks noChangeShapeType="1"/>
                </p:cNvSpPr>
                <p:nvPr/>
              </p:nvSpPr>
              <p:spPr bwMode="auto">
                <a:xfrm>
                  <a:off x="1489"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744" name="Line 150"/>
                <p:cNvSpPr>
                  <a:spLocks noChangeShapeType="1"/>
                </p:cNvSpPr>
                <p:nvPr/>
              </p:nvSpPr>
              <p:spPr bwMode="auto">
                <a:xfrm>
                  <a:off x="1544"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745" name="Line 151"/>
                <p:cNvSpPr>
                  <a:spLocks noChangeShapeType="1"/>
                </p:cNvSpPr>
                <p:nvPr/>
              </p:nvSpPr>
              <p:spPr bwMode="auto">
                <a:xfrm>
                  <a:off x="1600"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746" name="Line 152"/>
                <p:cNvSpPr>
                  <a:spLocks noChangeShapeType="1"/>
                </p:cNvSpPr>
                <p:nvPr/>
              </p:nvSpPr>
              <p:spPr bwMode="auto">
                <a:xfrm>
                  <a:off x="1656"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747" name="Line 153"/>
                <p:cNvSpPr>
                  <a:spLocks noChangeShapeType="1"/>
                </p:cNvSpPr>
                <p:nvPr/>
              </p:nvSpPr>
              <p:spPr bwMode="auto">
                <a:xfrm>
                  <a:off x="1712"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748" name="Line 154"/>
                <p:cNvSpPr>
                  <a:spLocks noChangeShapeType="1"/>
                </p:cNvSpPr>
                <p:nvPr/>
              </p:nvSpPr>
              <p:spPr bwMode="auto">
                <a:xfrm>
                  <a:off x="1768" y="2985"/>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7671" name="Group 155"/>
            <p:cNvGrpSpPr>
              <a:grpSpLocks/>
            </p:cNvGrpSpPr>
            <p:nvPr/>
          </p:nvGrpSpPr>
          <p:grpSpPr bwMode="auto">
            <a:xfrm>
              <a:off x="1952" y="2953"/>
              <a:ext cx="415" cy="56"/>
              <a:chOff x="1952" y="2953"/>
              <a:chExt cx="415" cy="56"/>
            </a:xfrm>
          </p:grpSpPr>
          <p:sp>
            <p:nvSpPr>
              <p:cNvPr id="108733" name="Freeform 156"/>
              <p:cNvSpPr>
                <a:spLocks/>
              </p:cNvSpPr>
              <p:nvPr/>
            </p:nvSpPr>
            <p:spPr bwMode="auto">
              <a:xfrm>
                <a:off x="2255"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08734" name="Group 157"/>
              <p:cNvGrpSpPr>
                <a:grpSpLocks/>
              </p:cNvGrpSpPr>
              <p:nvPr/>
            </p:nvGrpSpPr>
            <p:grpSpPr bwMode="auto">
              <a:xfrm>
                <a:off x="1952" y="2985"/>
                <a:ext cx="295" cy="1"/>
                <a:chOff x="1952" y="2985"/>
                <a:chExt cx="295" cy="1"/>
              </a:xfrm>
            </p:grpSpPr>
            <p:sp>
              <p:nvSpPr>
                <p:cNvPr id="108735" name="Line 158"/>
                <p:cNvSpPr>
                  <a:spLocks noChangeShapeType="1"/>
                </p:cNvSpPr>
                <p:nvPr/>
              </p:nvSpPr>
              <p:spPr bwMode="auto">
                <a:xfrm>
                  <a:off x="1952"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736" name="Line 159"/>
                <p:cNvSpPr>
                  <a:spLocks noChangeShapeType="1"/>
                </p:cNvSpPr>
                <p:nvPr/>
              </p:nvSpPr>
              <p:spPr bwMode="auto">
                <a:xfrm>
                  <a:off x="2008" y="2985"/>
                  <a:ext cx="23"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737" name="Line 160"/>
                <p:cNvSpPr>
                  <a:spLocks noChangeShapeType="1"/>
                </p:cNvSpPr>
                <p:nvPr/>
              </p:nvSpPr>
              <p:spPr bwMode="auto">
                <a:xfrm>
                  <a:off x="2063"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738" name="Line 161"/>
                <p:cNvSpPr>
                  <a:spLocks noChangeShapeType="1"/>
                </p:cNvSpPr>
                <p:nvPr/>
              </p:nvSpPr>
              <p:spPr bwMode="auto">
                <a:xfrm>
                  <a:off x="2119"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739" name="Line 162"/>
                <p:cNvSpPr>
                  <a:spLocks noChangeShapeType="1"/>
                </p:cNvSpPr>
                <p:nvPr/>
              </p:nvSpPr>
              <p:spPr bwMode="auto">
                <a:xfrm>
                  <a:off x="2175"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740" name="Line 163"/>
                <p:cNvSpPr>
                  <a:spLocks noChangeShapeType="1"/>
                </p:cNvSpPr>
                <p:nvPr/>
              </p:nvSpPr>
              <p:spPr bwMode="auto">
                <a:xfrm>
                  <a:off x="2231" y="2985"/>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7672" name="Group 164"/>
            <p:cNvGrpSpPr>
              <a:grpSpLocks/>
            </p:cNvGrpSpPr>
            <p:nvPr/>
          </p:nvGrpSpPr>
          <p:grpSpPr bwMode="auto">
            <a:xfrm>
              <a:off x="2415" y="2953"/>
              <a:ext cx="415" cy="56"/>
              <a:chOff x="2415" y="2953"/>
              <a:chExt cx="415" cy="56"/>
            </a:xfrm>
          </p:grpSpPr>
          <p:sp>
            <p:nvSpPr>
              <p:cNvPr id="108725" name="Freeform 165"/>
              <p:cNvSpPr>
                <a:spLocks/>
              </p:cNvSpPr>
              <p:nvPr/>
            </p:nvSpPr>
            <p:spPr bwMode="auto">
              <a:xfrm>
                <a:off x="2718"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08726" name="Group 166"/>
              <p:cNvGrpSpPr>
                <a:grpSpLocks/>
              </p:cNvGrpSpPr>
              <p:nvPr/>
            </p:nvGrpSpPr>
            <p:grpSpPr bwMode="auto">
              <a:xfrm>
                <a:off x="2415" y="2985"/>
                <a:ext cx="295" cy="1"/>
                <a:chOff x="2415" y="2985"/>
                <a:chExt cx="295" cy="1"/>
              </a:xfrm>
            </p:grpSpPr>
            <p:sp>
              <p:nvSpPr>
                <p:cNvPr id="108727" name="Line 167"/>
                <p:cNvSpPr>
                  <a:spLocks noChangeShapeType="1"/>
                </p:cNvSpPr>
                <p:nvPr/>
              </p:nvSpPr>
              <p:spPr bwMode="auto">
                <a:xfrm>
                  <a:off x="2415"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728" name="Line 168"/>
                <p:cNvSpPr>
                  <a:spLocks noChangeShapeType="1"/>
                </p:cNvSpPr>
                <p:nvPr/>
              </p:nvSpPr>
              <p:spPr bwMode="auto">
                <a:xfrm>
                  <a:off x="2471"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729" name="Line 169"/>
                <p:cNvSpPr>
                  <a:spLocks noChangeShapeType="1"/>
                </p:cNvSpPr>
                <p:nvPr/>
              </p:nvSpPr>
              <p:spPr bwMode="auto">
                <a:xfrm>
                  <a:off x="2526"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730" name="Line 170"/>
                <p:cNvSpPr>
                  <a:spLocks noChangeShapeType="1"/>
                </p:cNvSpPr>
                <p:nvPr/>
              </p:nvSpPr>
              <p:spPr bwMode="auto">
                <a:xfrm>
                  <a:off x="2582"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731" name="Line 171"/>
                <p:cNvSpPr>
                  <a:spLocks noChangeShapeType="1"/>
                </p:cNvSpPr>
                <p:nvPr/>
              </p:nvSpPr>
              <p:spPr bwMode="auto">
                <a:xfrm>
                  <a:off x="2638"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732" name="Line 172"/>
                <p:cNvSpPr>
                  <a:spLocks noChangeShapeType="1"/>
                </p:cNvSpPr>
                <p:nvPr/>
              </p:nvSpPr>
              <p:spPr bwMode="auto">
                <a:xfrm>
                  <a:off x="2694" y="2985"/>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7673" name="Group 173"/>
            <p:cNvGrpSpPr>
              <a:grpSpLocks/>
            </p:cNvGrpSpPr>
            <p:nvPr/>
          </p:nvGrpSpPr>
          <p:grpSpPr bwMode="auto">
            <a:xfrm>
              <a:off x="2838" y="1741"/>
              <a:ext cx="40" cy="1260"/>
              <a:chOff x="2838" y="1741"/>
              <a:chExt cx="40" cy="1260"/>
            </a:xfrm>
          </p:grpSpPr>
          <p:sp>
            <p:nvSpPr>
              <p:cNvPr id="108715" name="Oval 174"/>
              <p:cNvSpPr>
                <a:spLocks noChangeArrowheads="1"/>
              </p:cNvSpPr>
              <p:nvPr/>
            </p:nvSpPr>
            <p:spPr bwMode="auto">
              <a:xfrm>
                <a:off x="2838" y="1741"/>
                <a:ext cx="40" cy="40"/>
              </a:xfrm>
              <a:prstGeom prst="ellipse">
                <a:avLst/>
              </a:prstGeom>
              <a:solidFill>
                <a:schemeClr val="bg2"/>
              </a:solidFill>
              <a:ln w="9525">
                <a:solidFill>
                  <a:schemeClr val="bg2"/>
                </a:solidFill>
                <a:round/>
                <a:headEnd/>
                <a:tailEnd/>
              </a:ln>
            </p:spPr>
            <p:txBody>
              <a:bodyPr/>
              <a:lstStyle/>
              <a:p>
                <a:endParaRPr lang="en-US"/>
              </a:p>
            </p:txBody>
          </p:sp>
          <p:sp>
            <p:nvSpPr>
              <p:cNvPr id="108716" name="Oval 175"/>
              <p:cNvSpPr>
                <a:spLocks noChangeArrowheads="1"/>
              </p:cNvSpPr>
              <p:nvPr/>
            </p:nvSpPr>
            <p:spPr bwMode="auto">
              <a:xfrm>
                <a:off x="2838" y="1741"/>
                <a:ext cx="40" cy="40"/>
              </a:xfrm>
              <a:prstGeom prst="ellipse">
                <a:avLst/>
              </a:prstGeom>
              <a:solidFill>
                <a:schemeClr val="bg2"/>
              </a:solidFill>
              <a:ln w="25400">
                <a:solidFill>
                  <a:schemeClr val="bg2"/>
                </a:solidFill>
                <a:round/>
                <a:headEnd/>
                <a:tailEnd/>
              </a:ln>
            </p:spPr>
            <p:txBody>
              <a:bodyPr/>
              <a:lstStyle/>
              <a:p>
                <a:endParaRPr lang="en-US"/>
              </a:p>
            </p:txBody>
          </p:sp>
          <p:sp>
            <p:nvSpPr>
              <p:cNvPr id="108717" name="Oval 176"/>
              <p:cNvSpPr>
                <a:spLocks noChangeArrowheads="1"/>
              </p:cNvSpPr>
              <p:nvPr/>
            </p:nvSpPr>
            <p:spPr bwMode="auto">
              <a:xfrm>
                <a:off x="2846" y="2044"/>
                <a:ext cx="32" cy="32"/>
              </a:xfrm>
              <a:prstGeom prst="ellipse">
                <a:avLst/>
              </a:prstGeom>
              <a:solidFill>
                <a:schemeClr val="bg2"/>
              </a:solidFill>
              <a:ln w="9525">
                <a:solidFill>
                  <a:schemeClr val="bg2"/>
                </a:solidFill>
                <a:round/>
                <a:headEnd/>
                <a:tailEnd/>
              </a:ln>
            </p:spPr>
            <p:txBody>
              <a:bodyPr/>
              <a:lstStyle/>
              <a:p>
                <a:endParaRPr lang="en-US"/>
              </a:p>
            </p:txBody>
          </p:sp>
          <p:sp>
            <p:nvSpPr>
              <p:cNvPr id="108718" name="Oval 177"/>
              <p:cNvSpPr>
                <a:spLocks noChangeArrowheads="1"/>
              </p:cNvSpPr>
              <p:nvPr/>
            </p:nvSpPr>
            <p:spPr bwMode="auto">
              <a:xfrm>
                <a:off x="2846" y="2044"/>
                <a:ext cx="32" cy="32"/>
              </a:xfrm>
              <a:prstGeom prst="ellipse">
                <a:avLst/>
              </a:prstGeom>
              <a:solidFill>
                <a:schemeClr val="bg2"/>
              </a:solidFill>
              <a:ln w="25400">
                <a:solidFill>
                  <a:schemeClr val="bg2"/>
                </a:solidFill>
                <a:round/>
                <a:headEnd/>
                <a:tailEnd/>
              </a:ln>
            </p:spPr>
            <p:txBody>
              <a:bodyPr/>
              <a:lstStyle/>
              <a:p>
                <a:endParaRPr lang="en-US"/>
              </a:p>
            </p:txBody>
          </p:sp>
          <p:sp>
            <p:nvSpPr>
              <p:cNvPr id="108719" name="Oval 178"/>
              <p:cNvSpPr>
                <a:spLocks noChangeArrowheads="1"/>
              </p:cNvSpPr>
              <p:nvPr/>
            </p:nvSpPr>
            <p:spPr bwMode="auto">
              <a:xfrm>
                <a:off x="2846" y="2355"/>
                <a:ext cx="32" cy="32"/>
              </a:xfrm>
              <a:prstGeom prst="ellipse">
                <a:avLst/>
              </a:prstGeom>
              <a:solidFill>
                <a:schemeClr val="bg2"/>
              </a:solidFill>
              <a:ln w="9525">
                <a:solidFill>
                  <a:schemeClr val="bg2"/>
                </a:solidFill>
                <a:round/>
                <a:headEnd/>
                <a:tailEnd/>
              </a:ln>
            </p:spPr>
            <p:txBody>
              <a:bodyPr/>
              <a:lstStyle/>
              <a:p>
                <a:endParaRPr lang="en-US"/>
              </a:p>
            </p:txBody>
          </p:sp>
          <p:sp>
            <p:nvSpPr>
              <p:cNvPr id="108720" name="Oval 179"/>
              <p:cNvSpPr>
                <a:spLocks noChangeArrowheads="1"/>
              </p:cNvSpPr>
              <p:nvPr/>
            </p:nvSpPr>
            <p:spPr bwMode="auto">
              <a:xfrm>
                <a:off x="2846" y="2355"/>
                <a:ext cx="32" cy="32"/>
              </a:xfrm>
              <a:prstGeom prst="ellipse">
                <a:avLst/>
              </a:prstGeom>
              <a:solidFill>
                <a:schemeClr val="bg2"/>
              </a:solidFill>
              <a:ln w="25400">
                <a:solidFill>
                  <a:schemeClr val="bg2"/>
                </a:solidFill>
                <a:round/>
                <a:headEnd/>
                <a:tailEnd/>
              </a:ln>
            </p:spPr>
            <p:txBody>
              <a:bodyPr/>
              <a:lstStyle/>
              <a:p>
                <a:endParaRPr lang="en-US"/>
              </a:p>
            </p:txBody>
          </p:sp>
          <p:sp>
            <p:nvSpPr>
              <p:cNvPr id="108721" name="Oval 180"/>
              <p:cNvSpPr>
                <a:spLocks noChangeArrowheads="1"/>
              </p:cNvSpPr>
              <p:nvPr/>
            </p:nvSpPr>
            <p:spPr bwMode="auto">
              <a:xfrm>
                <a:off x="2838" y="2658"/>
                <a:ext cx="40" cy="32"/>
              </a:xfrm>
              <a:prstGeom prst="ellipse">
                <a:avLst/>
              </a:prstGeom>
              <a:solidFill>
                <a:schemeClr val="bg2"/>
              </a:solidFill>
              <a:ln w="9525">
                <a:solidFill>
                  <a:schemeClr val="bg2"/>
                </a:solidFill>
                <a:round/>
                <a:headEnd/>
                <a:tailEnd/>
              </a:ln>
            </p:spPr>
            <p:txBody>
              <a:bodyPr/>
              <a:lstStyle/>
              <a:p>
                <a:endParaRPr lang="en-US"/>
              </a:p>
            </p:txBody>
          </p:sp>
          <p:sp>
            <p:nvSpPr>
              <p:cNvPr id="108722" name="Oval 181"/>
              <p:cNvSpPr>
                <a:spLocks noChangeArrowheads="1"/>
              </p:cNvSpPr>
              <p:nvPr/>
            </p:nvSpPr>
            <p:spPr bwMode="auto">
              <a:xfrm>
                <a:off x="2838" y="2658"/>
                <a:ext cx="40" cy="32"/>
              </a:xfrm>
              <a:prstGeom prst="ellipse">
                <a:avLst/>
              </a:prstGeom>
              <a:solidFill>
                <a:schemeClr val="bg2"/>
              </a:solidFill>
              <a:ln w="25400">
                <a:solidFill>
                  <a:schemeClr val="bg2"/>
                </a:solidFill>
                <a:round/>
                <a:headEnd/>
                <a:tailEnd/>
              </a:ln>
            </p:spPr>
            <p:txBody>
              <a:bodyPr/>
              <a:lstStyle/>
              <a:p>
                <a:endParaRPr lang="en-US"/>
              </a:p>
            </p:txBody>
          </p:sp>
          <p:sp>
            <p:nvSpPr>
              <p:cNvPr id="108723" name="Oval 182"/>
              <p:cNvSpPr>
                <a:spLocks noChangeArrowheads="1"/>
              </p:cNvSpPr>
              <p:nvPr/>
            </p:nvSpPr>
            <p:spPr bwMode="auto">
              <a:xfrm>
                <a:off x="2838" y="2969"/>
                <a:ext cx="32" cy="32"/>
              </a:xfrm>
              <a:prstGeom prst="ellipse">
                <a:avLst/>
              </a:prstGeom>
              <a:solidFill>
                <a:schemeClr val="bg2"/>
              </a:solidFill>
              <a:ln w="9525">
                <a:solidFill>
                  <a:schemeClr val="bg2"/>
                </a:solidFill>
                <a:round/>
                <a:headEnd/>
                <a:tailEnd/>
              </a:ln>
            </p:spPr>
            <p:txBody>
              <a:bodyPr/>
              <a:lstStyle/>
              <a:p>
                <a:endParaRPr lang="en-US"/>
              </a:p>
            </p:txBody>
          </p:sp>
          <p:sp>
            <p:nvSpPr>
              <p:cNvPr id="108724" name="Oval 183"/>
              <p:cNvSpPr>
                <a:spLocks noChangeArrowheads="1"/>
              </p:cNvSpPr>
              <p:nvPr/>
            </p:nvSpPr>
            <p:spPr bwMode="auto">
              <a:xfrm>
                <a:off x="2838" y="2969"/>
                <a:ext cx="32" cy="32"/>
              </a:xfrm>
              <a:prstGeom prst="ellipse">
                <a:avLst/>
              </a:prstGeom>
              <a:solidFill>
                <a:schemeClr val="bg2"/>
              </a:solidFill>
              <a:ln w="25400">
                <a:solidFill>
                  <a:schemeClr val="bg2"/>
                </a:solidFill>
                <a:round/>
                <a:headEnd/>
                <a:tailEnd/>
              </a:ln>
            </p:spPr>
            <p:txBody>
              <a:bodyPr/>
              <a:lstStyle/>
              <a:p>
                <a:endParaRPr lang="en-US"/>
              </a:p>
            </p:txBody>
          </p:sp>
        </p:grpSp>
        <p:grpSp>
          <p:nvGrpSpPr>
            <p:cNvPr id="107674" name="Group 184"/>
            <p:cNvGrpSpPr>
              <a:grpSpLocks/>
            </p:cNvGrpSpPr>
            <p:nvPr/>
          </p:nvGrpSpPr>
          <p:grpSpPr bwMode="auto">
            <a:xfrm>
              <a:off x="1912" y="3272"/>
              <a:ext cx="32" cy="335"/>
              <a:chOff x="1912" y="3272"/>
              <a:chExt cx="32" cy="335"/>
            </a:xfrm>
          </p:grpSpPr>
          <p:sp>
            <p:nvSpPr>
              <p:cNvPr id="108711" name="Oval 185"/>
              <p:cNvSpPr>
                <a:spLocks noChangeArrowheads="1"/>
              </p:cNvSpPr>
              <p:nvPr/>
            </p:nvSpPr>
            <p:spPr bwMode="auto">
              <a:xfrm>
                <a:off x="1912" y="3272"/>
                <a:ext cx="32" cy="32"/>
              </a:xfrm>
              <a:prstGeom prst="ellipse">
                <a:avLst/>
              </a:prstGeom>
              <a:solidFill>
                <a:schemeClr val="bg2"/>
              </a:solidFill>
              <a:ln w="9525">
                <a:solidFill>
                  <a:schemeClr val="bg2"/>
                </a:solidFill>
                <a:round/>
                <a:headEnd/>
                <a:tailEnd/>
              </a:ln>
            </p:spPr>
            <p:txBody>
              <a:bodyPr/>
              <a:lstStyle/>
              <a:p>
                <a:endParaRPr lang="en-US"/>
              </a:p>
            </p:txBody>
          </p:sp>
          <p:sp>
            <p:nvSpPr>
              <p:cNvPr id="108712" name="Oval 186"/>
              <p:cNvSpPr>
                <a:spLocks noChangeArrowheads="1"/>
              </p:cNvSpPr>
              <p:nvPr/>
            </p:nvSpPr>
            <p:spPr bwMode="auto">
              <a:xfrm>
                <a:off x="1912" y="3272"/>
                <a:ext cx="32" cy="32"/>
              </a:xfrm>
              <a:prstGeom prst="ellipse">
                <a:avLst/>
              </a:prstGeom>
              <a:solidFill>
                <a:schemeClr val="bg2"/>
              </a:solidFill>
              <a:ln w="25400">
                <a:solidFill>
                  <a:schemeClr val="bg2"/>
                </a:solidFill>
                <a:round/>
                <a:headEnd/>
                <a:tailEnd/>
              </a:ln>
            </p:spPr>
            <p:txBody>
              <a:bodyPr/>
              <a:lstStyle/>
              <a:p>
                <a:endParaRPr lang="en-US"/>
              </a:p>
            </p:txBody>
          </p:sp>
          <p:sp>
            <p:nvSpPr>
              <p:cNvPr id="108713" name="Oval 187"/>
              <p:cNvSpPr>
                <a:spLocks noChangeArrowheads="1"/>
              </p:cNvSpPr>
              <p:nvPr/>
            </p:nvSpPr>
            <p:spPr bwMode="auto">
              <a:xfrm>
                <a:off x="1912" y="3575"/>
                <a:ext cx="32" cy="32"/>
              </a:xfrm>
              <a:prstGeom prst="ellipse">
                <a:avLst/>
              </a:prstGeom>
              <a:solidFill>
                <a:schemeClr val="bg2"/>
              </a:solidFill>
              <a:ln w="9525">
                <a:solidFill>
                  <a:schemeClr val="bg2"/>
                </a:solidFill>
                <a:round/>
                <a:headEnd/>
                <a:tailEnd/>
              </a:ln>
            </p:spPr>
            <p:txBody>
              <a:bodyPr/>
              <a:lstStyle/>
              <a:p>
                <a:endParaRPr lang="en-US"/>
              </a:p>
            </p:txBody>
          </p:sp>
          <p:sp>
            <p:nvSpPr>
              <p:cNvPr id="108714" name="Oval 188"/>
              <p:cNvSpPr>
                <a:spLocks noChangeArrowheads="1"/>
              </p:cNvSpPr>
              <p:nvPr/>
            </p:nvSpPr>
            <p:spPr bwMode="auto">
              <a:xfrm>
                <a:off x="1912" y="3575"/>
                <a:ext cx="32" cy="32"/>
              </a:xfrm>
              <a:prstGeom prst="ellipse">
                <a:avLst/>
              </a:prstGeom>
              <a:solidFill>
                <a:schemeClr val="bg2"/>
              </a:solidFill>
              <a:ln w="25400">
                <a:solidFill>
                  <a:schemeClr val="bg2"/>
                </a:solidFill>
                <a:round/>
                <a:headEnd/>
                <a:tailEnd/>
              </a:ln>
            </p:spPr>
            <p:txBody>
              <a:bodyPr/>
              <a:lstStyle/>
              <a:p>
                <a:endParaRPr lang="en-US"/>
              </a:p>
            </p:txBody>
          </p:sp>
        </p:grpSp>
        <p:grpSp>
          <p:nvGrpSpPr>
            <p:cNvPr id="107675" name="Group 189"/>
            <p:cNvGrpSpPr>
              <a:grpSpLocks/>
            </p:cNvGrpSpPr>
            <p:nvPr/>
          </p:nvGrpSpPr>
          <p:grpSpPr bwMode="auto">
            <a:xfrm>
              <a:off x="1449" y="3272"/>
              <a:ext cx="40" cy="335"/>
              <a:chOff x="1449" y="3272"/>
              <a:chExt cx="40" cy="335"/>
            </a:xfrm>
          </p:grpSpPr>
          <p:sp>
            <p:nvSpPr>
              <p:cNvPr id="108707" name="Oval 190"/>
              <p:cNvSpPr>
                <a:spLocks noChangeArrowheads="1"/>
              </p:cNvSpPr>
              <p:nvPr/>
            </p:nvSpPr>
            <p:spPr bwMode="auto">
              <a:xfrm>
                <a:off x="1449" y="3272"/>
                <a:ext cx="40" cy="32"/>
              </a:xfrm>
              <a:prstGeom prst="ellipse">
                <a:avLst/>
              </a:prstGeom>
              <a:solidFill>
                <a:schemeClr val="bg2"/>
              </a:solidFill>
              <a:ln w="9525">
                <a:solidFill>
                  <a:schemeClr val="bg2"/>
                </a:solidFill>
                <a:round/>
                <a:headEnd/>
                <a:tailEnd/>
              </a:ln>
            </p:spPr>
            <p:txBody>
              <a:bodyPr/>
              <a:lstStyle/>
              <a:p>
                <a:endParaRPr lang="en-US"/>
              </a:p>
            </p:txBody>
          </p:sp>
          <p:sp>
            <p:nvSpPr>
              <p:cNvPr id="108708" name="Oval 191"/>
              <p:cNvSpPr>
                <a:spLocks noChangeArrowheads="1"/>
              </p:cNvSpPr>
              <p:nvPr/>
            </p:nvSpPr>
            <p:spPr bwMode="auto">
              <a:xfrm>
                <a:off x="1449" y="3272"/>
                <a:ext cx="40" cy="32"/>
              </a:xfrm>
              <a:prstGeom prst="ellipse">
                <a:avLst/>
              </a:prstGeom>
              <a:solidFill>
                <a:schemeClr val="bg2"/>
              </a:solidFill>
              <a:ln w="25400">
                <a:solidFill>
                  <a:schemeClr val="bg2"/>
                </a:solidFill>
                <a:round/>
                <a:headEnd/>
                <a:tailEnd/>
              </a:ln>
            </p:spPr>
            <p:txBody>
              <a:bodyPr/>
              <a:lstStyle/>
              <a:p>
                <a:endParaRPr lang="en-US"/>
              </a:p>
            </p:txBody>
          </p:sp>
          <p:sp>
            <p:nvSpPr>
              <p:cNvPr id="108709" name="Oval 192"/>
              <p:cNvSpPr>
                <a:spLocks noChangeArrowheads="1"/>
              </p:cNvSpPr>
              <p:nvPr/>
            </p:nvSpPr>
            <p:spPr bwMode="auto">
              <a:xfrm>
                <a:off x="1449" y="3575"/>
                <a:ext cx="40" cy="32"/>
              </a:xfrm>
              <a:prstGeom prst="ellipse">
                <a:avLst/>
              </a:prstGeom>
              <a:solidFill>
                <a:schemeClr val="bg2"/>
              </a:solidFill>
              <a:ln w="9525">
                <a:solidFill>
                  <a:schemeClr val="bg2"/>
                </a:solidFill>
                <a:round/>
                <a:headEnd/>
                <a:tailEnd/>
              </a:ln>
            </p:spPr>
            <p:txBody>
              <a:bodyPr/>
              <a:lstStyle/>
              <a:p>
                <a:endParaRPr lang="en-US"/>
              </a:p>
            </p:txBody>
          </p:sp>
          <p:sp>
            <p:nvSpPr>
              <p:cNvPr id="108710" name="Oval 193"/>
              <p:cNvSpPr>
                <a:spLocks noChangeArrowheads="1"/>
              </p:cNvSpPr>
              <p:nvPr/>
            </p:nvSpPr>
            <p:spPr bwMode="auto">
              <a:xfrm>
                <a:off x="1449" y="3575"/>
                <a:ext cx="40" cy="32"/>
              </a:xfrm>
              <a:prstGeom prst="ellipse">
                <a:avLst/>
              </a:prstGeom>
              <a:solidFill>
                <a:schemeClr val="bg2"/>
              </a:solidFill>
              <a:ln w="25400">
                <a:solidFill>
                  <a:schemeClr val="bg2"/>
                </a:solidFill>
                <a:round/>
                <a:headEnd/>
                <a:tailEnd/>
              </a:ln>
            </p:spPr>
            <p:txBody>
              <a:bodyPr/>
              <a:lstStyle/>
              <a:p>
                <a:endParaRPr lang="en-US"/>
              </a:p>
            </p:txBody>
          </p:sp>
        </p:grpSp>
        <p:grpSp>
          <p:nvGrpSpPr>
            <p:cNvPr id="107676" name="Group 194"/>
            <p:cNvGrpSpPr>
              <a:grpSpLocks/>
            </p:cNvGrpSpPr>
            <p:nvPr/>
          </p:nvGrpSpPr>
          <p:grpSpPr bwMode="auto">
            <a:xfrm>
              <a:off x="2367" y="3272"/>
              <a:ext cx="32" cy="335"/>
              <a:chOff x="2367" y="3272"/>
              <a:chExt cx="32" cy="335"/>
            </a:xfrm>
          </p:grpSpPr>
          <p:sp>
            <p:nvSpPr>
              <p:cNvPr id="108703" name="Oval 195"/>
              <p:cNvSpPr>
                <a:spLocks noChangeArrowheads="1"/>
              </p:cNvSpPr>
              <p:nvPr/>
            </p:nvSpPr>
            <p:spPr bwMode="auto">
              <a:xfrm>
                <a:off x="2367" y="3272"/>
                <a:ext cx="32" cy="32"/>
              </a:xfrm>
              <a:prstGeom prst="ellipse">
                <a:avLst/>
              </a:prstGeom>
              <a:solidFill>
                <a:schemeClr val="bg2"/>
              </a:solidFill>
              <a:ln w="9525">
                <a:solidFill>
                  <a:schemeClr val="bg2"/>
                </a:solidFill>
                <a:round/>
                <a:headEnd/>
                <a:tailEnd/>
              </a:ln>
            </p:spPr>
            <p:txBody>
              <a:bodyPr/>
              <a:lstStyle/>
              <a:p>
                <a:endParaRPr lang="en-US"/>
              </a:p>
            </p:txBody>
          </p:sp>
          <p:sp>
            <p:nvSpPr>
              <p:cNvPr id="108704" name="Oval 196"/>
              <p:cNvSpPr>
                <a:spLocks noChangeArrowheads="1"/>
              </p:cNvSpPr>
              <p:nvPr/>
            </p:nvSpPr>
            <p:spPr bwMode="auto">
              <a:xfrm>
                <a:off x="2367" y="3272"/>
                <a:ext cx="32" cy="32"/>
              </a:xfrm>
              <a:prstGeom prst="ellipse">
                <a:avLst/>
              </a:prstGeom>
              <a:solidFill>
                <a:schemeClr val="bg2"/>
              </a:solidFill>
              <a:ln w="25400">
                <a:solidFill>
                  <a:schemeClr val="bg2"/>
                </a:solidFill>
                <a:round/>
                <a:headEnd/>
                <a:tailEnd/>
              </a:ln>
            </p:spPr>
            <p:txBody>
              <a:bodyPr/>
              <a:lstStyle/>
              <a:p>
                <a:endParaRPr lang="en-US"/>
              </a:p>
            </p:txBody>
          </p:sp>
          <p:sp>
            <p:nvSpPr>
              <p:cNvPr id="108705" name="Oval 197"/>
              <p:cNvSpPr>
                <a:spLocks noChangeArrowheads="1"/>
              </p:cNvSpPr>
              <p:nvPr/>
            </p:nvSpPr>
            <p:spPr bwMode="auto">
              <a:xfrm>
                <a:off x="2367" y="3575"/>
                <a:ext cx="32" cy="32"/>
              </a:xfrm>
              <a:prstGeom prst="ellipse">
                <a:avLst/>
              </a:prstGeom>
              <a:solidFill>
                <a:schemeClr val="bg2"/>
              </a:solidFill>
              <a:ln w="9525">
                <a:solidFill>
                  <a:schemeClr val="bg2"/>
                </a:solidFill>
                <a:round/>
                <a:headEnd/>
                <a:tailEnd/>
              </a:ln>
            </p:spPr>
            <p:txBody>
              <a:bodyPr/>
              <a:lstStyle/>
              <a:p>
                <a:endParaRPr lang="en-US"/>
              </a:p>
            </p:txBody>
          </p:sp>
          <p:sp>
            <p:nvSpPr>
              <p:cNvPr id="108706" name="Oval 198"/>
              <p:cNvSpPr>
                <a:spLocks noChangeArrowheads="1"/>
              </p:cNvSpPr>
              <p:nvPr/>
            </p:nvSpPr>
            <p:spPr bwMode="auto">
              <a:xfrm>
                <a:off x="2367" y="3575"/>
                <a:ext cx="32" cy="32"/>
              </a:xfrm>
              <a:prstGeom prst="ellipse">
                <a:avLst/>
              </a:prstGeom>
              <a:solidFill>
                <a:schemeClr val="bg2"/>
              </a:solidFill>
              <a:ln w="25400">
                <a:solidFill>
                  <a:schemeClr val="bg2"/>
                </a:solidFill>
                <a:round/>
                <a:headEnd/>
                <a:tailEnd/>
              </a:ln>
            </p:spPr>
            <p:txBody>
              <a:bodyPr/>
              <a:lstStyle/>
              <a:p>
                <a:endParaRPr lang="en-US"/>
              </a:p>
            </p:txBody>
          </p:sp>
        </p:grpSp>
        <p:grpSp>
          <p:nvGrpSpPr>
            <p:cNvPr id="107677" name="Group 199"/>
            <p:cNvGrpSpPr>
              <a:grpSpLocks/>
            </p:cNvGrpSpPr>
            <p:nvPr/>
          </p:nvGrpSpPr>
          <p:grpSpPr bwMode="auto">
            <a:xfrm>
              <a:off x="2822" y="3272"/>
              <a:ext cx="40" cy="335"/>
              <a:chOff x="2822" y="3272"/>
              <a:chExt cx="40" cy="335"/>
            </a:xfrm>
          </p:grpSpPr>
          <p:sp>
            <p:nvSpPr>
              <p:cNvPr id="108699" name="Oval 200"/>
              <p:cNvSpPr>
                <a:spLocks noChangeArrowheads="1"/>
              </p:cNvSpPr>
              <p:nvPr/>
            </p:nvSpPr>
            <p:spPr bwMode="auto">
              <a:xfrm>
                <a:off x="2822" y="3272"/>
                <a:ext cx="40" cy="32"/>
              </a:xfrm>
              <a:prstGeom prst="ellipse">
                <a:avLst/>
              </a:prstGeom>
              <a:solidFill>
                <a:schemeClr val="bg2"/>
              </a:solidFill>
              <a:ln w="9525">
                <a:solidFill>
                  <a:schemeClr val="bg2"/>
                </a:solidFill>
                <a:round/>
                <a:headEnd/>
                <a:tailEnd/>
              </a:ln>
            </p:spPr>
            <p:txBody>
              <a:bodyPr/>
              <a:lstStyle/>
              <a:p>
                <a:endParaRPr lang="en-US"/>
              </a:p>
            </p:txBody>
          </p:sp>
          <p:sp>
            <p:nvSpPr>
              <p:cNvPr id="108700" name="Oval 201"/>
              <p:cNvSpPr>
                <a:spLocks noChangeArrowheads="1"/>
              </p:cNvSpPr>
              <p:nvPr/>
            </p:nvSpPr>
            <p:spPr bwMode="auto">
              <a:xfrm>
                <a:off x="2822" y="3272"/>
                <a:ext cx="40" cy="32"/>
              </a:xfrm>
              <a:prstGeom prst="ellipse">
                <a:avLst/>
              </a:prstGeom>
              <a:solidFill>
                <a:schemeClr val="bg2"/>
              </a:solidFill>
              <a:ln w="25400">
                <a:solidFill>
                  <a:schemeClr val="bg2"/>
                </a:solidFill>
                <a:round/>
                <a:headEnd/>
                <a:tailEnd/>
              </a:ln>
            </p:spPr>
            <p:txBody>
              <a:bodyPr/>
              <a:lstStyle/>
              <a:p>
                <a:endParaRPr lang="en-US"/>
              </a:p>
            </p:txBody>
          </p:sp>
          <p:sp>
            <p:nvSpPr>
              <p:cNvPr id="108701" name="Oval 202"/>
              <p:cNvSpPr>
                <a:spLocks noChangeArrowheads="1"/>
              </p:cNvSpPr>
              <p:nvPr/>
            </p:nvSpPr>
            <p:spPr bwMode="auto">
              <a:xfrm>
                <a:off x="2822" y="3575"/>
                <a:ext cx="40" cy="32"/>
              </a:xfrm>
              <a:prstGeom prst="ellipse">
                <a:avLst/>
              </a:prstGeom>
              <a:solidFill>
                <a:schemeClr val="bg2"/>
              </a:solidFill>
              <a:ln w="9525">
                <a:solidFill>
                  <a:schemeClr val="bg2"/>
                </a:solidFill>
                <a:round/>
                <a:headEnd/>
                <a:tailEnd/>
              </a:ln>
            </p:spPr>
            <p:txBody>
              <a:bodyPr/>
              <a:lstStyle/>
              <a:p>
                <a:endParaRPr lang="en-US"/>
              </a:p>
            </p:txBody>
          </p:sp>
          <p:sp>
            <p:nvSpPr>
              <p:cNvPr id="108702" name="Oval 203"/>
              <p:cNvSpPr>
                <a:spLocks noChangeArrowheads="1"/>
              </p:cNvSpPr>
              <p:nvPr/>
            </p:nvSpPr>
            <p:spPr bwMode="auto">
              <a:xfrm>
                <a:off x="2822" y="3575"/>
                <a:ext cx="40" cy="32"/>
              </a:xfrm>
              <a:prstGeom prst="ellipse">
                <a:avLst/>
              </a:prstGeom>
              <a:solidFill>
                <a:schemeClr val="bg2"/>
              </a:solidFill>
              <a:ln w="25400">
                <a:solidFill>
                  <a:schemeClr val="bg2"/>
                </a:solidFill>
                <a:round/>
                <a:headEnd/>
                <a:tailEnd/>
              </a:ln>
            </p:spPr>
            <p:txBody>
              <a:bodyPr/>
              <a:lstStyle/>
              <a:p>
                <a:endParaRPr lang="en-US"/>
              </a:p>
            </p:txBody>
          </p:sp>
        </p:grpSp>
        <p:grpSp>
          <p:nvGrpSpPr>
            <p:cNvPr id="107678" name="Group 204"/>
            <p:cNvGrpSpPr>
              <a:grpSpLocks/>
            </p:cNvGrpSpPr>
            <p:nvPr/>
          </p:nvGrpSpPr>
          <p:grpSpPr bwMode="auto">
            <a:xfrm>
              <a:off x="2415" y="2650"/>
              <a:ext cx="415" cy="56"/>
              <a:chOff x="2415" y="2650"/>
              <a:chExt cx="415" cy="56"/>
            </a:xfrm>
          </p:grpSpPr>
          <p:sp>
            <p:nvSpPr>
              <p:cNvPr id="108691" name="Freeform 205"/>
              <p:cNvSpPr>
                <a:spLocks/>
              </p:cNvSpPr>
              <p:nvPr/>
            </p:nvSpPr>
            <p:spPr bwMode="auto">
              <a:xfrm>
                <a:off x="2718" y="2650"/>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solidFill>
                <a:schemeClr val="bg2"/>
              </a:solidFill>
              <a:ln w="9525">
                <a:solidFill>
                  <a:schemeClr val="bg2"/>
                </a:solidFill>
                <a:round/>
                <a:headEnd/>
                <a:tailEnd/>
              </a:ln>
            </p:spPr>
            <p:txBody>
              <a:bodyPr/>
              <a:lstStyle/>
              <a:p>
                <a:endParaRPr lang="en-US"/>
              </a:p>
            </p:txBody>
          </p:sp>
          <p:grpSp>
            <p:nvGrpSpPr>
              <p:cNvPr id="108692" name="Group 206"/>
              <p:cNvGrpSpPr>
                <a:grpSpLocks/>
              </p:cNvGrpSpPr>
              <p:nvPr/>
            </p:nvGrpSpPr>
            <p:grpSpPr bwMode="auto">
              <a:xfrm>
                <a:off x="2415" y="2674"/>
                <a:ext cx="295" cy="1"/>
                <a:chOff x="2415" y="2674"/>
                <a:chExt cx="295" cy="1"/>
              </a:xfrm>
            </p:grpSpPr>
            <p:sp>
              <p:nvSpPr>
                <p:cNvPr id="108693" name="Line 207"/>
                <p:cNvSpPr>
                  <a:spLocks noChangeShapeType="1"/>
                </p:cNvSpPr>
                <p:nvPr/>
              </p:nvSpPr>
              <p:spPr bwMode="auto">
                <a:xfrm>
                  <a:off x="2415"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694" name="Line 208"/>
                <p:cNvSpPr>
                  <a:spLocks noChangeShapeType="1"/>
                </p:cNvSpPr>
                <p:nvPr/>
              </p:nvSpPr>
              <p:spPr bwMode="auto">
                <a:xfrm>
                  <a:off x="2471"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695" name="Line 209"/>
                <p:cNvSpPr>
                  <a:spLocks noChangeShapeType="1"/>
                </p:cNvSpPr>
                <p:nvPr/>
              </p:nvSpPr>
              <p:spPr bwMode="auto">
                <a:xfrm>
                  <a:off x="2526"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696" name="Line 210"/>
                <p:cNvSpPr>
                  <a:spLocks noChangeShapeType="1"/>
                </p:cNvSpPr>
                <p:nvPr/>
              </p:nvSpPr>
              <p:spPr bwMode="auto">
                <a:xfrm>
                  <a:off x="2582"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697" name="Line 211"/>
                <p:cNvSpPr>
                  <a:spLocks noChangeShapeType="1"/>
                </p:cNvSpPr>
                <p:nvPr/>
              </p:nvSpPr>
              <p:spPr bwMode="auto">
                <a:xfrm>
                  <a:off x="2638"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698" name="Line 212"/>
                <p:cNvSpPr>
                  <a:spLocks noChangeShapeType="1"/>
                </p:cNvSpPr>
                <p:nvPr/>
              </p:nvSpPr>
              <p:spPr bwMode="auto">
                <a:xfrm>
                  <a:off x="2694" y="2674"/>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7679" name="Group 213"/>
            <p:cNvGrpSpPr>
              <a:grpSpLocks/>
            </p:cNvGrpSpPr>
            <p:nvPr/>
          </p:nvGrpSpPr>
          <p:grpSpPr bwMode="auto">
            <a:xfrm>
              <a:off x="2415" y="1733"/>
              <a:ext cx="415" cy="56"/>
              <a:chOff x="2415" y="1733"/>
              <a:chExt cx="415" cy="56"/>
            </a:xfrm>
          </p:grpSpPr>
          <p:sp>
            <p:nvSpPr>
              <p:cNvPr id="108683" name="Freeform 214"/>
              <p:cNvSpPr>
                <a:spLocks/>
              </p:cNvSpPr>
              <p:nvPr/>
            </p:nvSpPr>
            <p:spPr bwMode="auto">
              <a:xfrm>
                <a:off x="2718" y="1733"/>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solidFill>
                <a:schemeClr val="bg2"/>
              </a:solidFill>
              <a:ln w="9525">
                <a:solidFill>
                  <a:schemeClr val="bg2"/>
                </a:solidFill>
                <a:round/>
                <a:headEnd/>
                <a:tailEnd/>
              </a:ln>
            </p:spPr>
            <p:txBody>
              <a:bodyPr/>
              <a:lstStyle/>
              <a:p>
                <a:endParaRPr lang="en-US"/>
              </a:p>
            </p:txBody>
          </p:sp>
          <p:grpSp>
            <p:nvGrpSpPr>
              <p:cNvPr id="108684" name="Group 215"/>
              <p:cNvGrpSpPr>
                <a:grpSpLocks/>
              </p:cNvGrpSpPr>
              <p:nvPr/>
            </p:nvGrpSpPr>
            <p:grpSpPr bwMode="auto">
              <a:xfrm>
                <a:off x="2415" y="1757"/>
                <a:ext cx="295" cy="1"/>
                <a:chOff x="2415" y="1757"/>
                <a:chExt cx="295" cy="1"/>
              </a:xfrm>
            </p:grpSpPr>
            <p:sp>
              <p:nvSpPr>
                <p:cNvPr id="108685" name="Line 216"/>
                <p:cNvSpPr>
                  <a:spLocks noChangeShapeType="1"/>
                </p:cNvSpPr>
                <p:nvPr/>
              </p:nvSpPr>
              <p:spPr bwMode="auto">
                <a:xfrm>
                  <a:off x="2415"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686" name="Line 217"/>
                <p:cNvSpPr>
                  <a:spLocks noChangeShapeType="1"/>
                </p:cNvSpPr>
                <p:nvPr/>
              </p:nvSpPr>
              <p:spPr bwMode="auto">
                <a:xfrm>
                  <a:off x="2471"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687" name="Line 218"/>
                <p:cNvSpPr>
                  <a:spLocks noChangeShapeType="1"/>
                </p:cNvSpPr>
                <p:nvPr/>
              </p:nvSpPr>
              <p:spPr bwMode="auto">
                <a:xfrm>
                  <a:off x="2526"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688" name="Line 219"/>
                <p:cNvSpPr>
                  <a:spLocks noChangeShapeType="1"/>
                </p:cNvSpPr>
                <p:nvPr/>
              </p:nvSpPr>
              <p:spPr bwMode="auto">
                <a:xfrm>
                  <a:off x="2582"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689" name="Line 220"/>
                <p:cNvSpPr>
                  <a:spLocks noChangeShapeType="1"/>
                </p:cNvSpPr>
                <p:nvPr/>
              </p:nvSpPr>
              <p:spPr bwMode="auto">
                <a:xfrm>
                  <a:off x="2638"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690" name="Line 221"/>
                <p:cNvSpPr>
                  <a:spLocks noChangeShapeType="1"/>
                </p:cNvSpPr>
                <p:nvPr/>
              </p:nvSpPr>
              <p:spPr bwMode="auto">
                <a:xfrm>
                  <a:off x="2694" y="1757"/>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7680" name="Group 222"/>
            <p:cNvGrpSpPr>
              <a:grpSpLocks/>
            </p:cNvGrpSpPr>
            <p:nvPr/>
          </p:nvGrpSpPr>
          <p:grpSpPr bwMode="auto">
            <a:xfrm>
              <a:off x="1489" y="3264"/>
              <a:ext cx="423" cy="56"/>
              <a:chOff x="1489" y="3264"/>
              <a:chExt cx="423" cy="56"/>
            </a:xfrm>
          </p:grpSpPr>
          <p:sp>
            <p:nvSpPr>
              <p:cNvPr id="108675" name="Freeform 223"/>
              <p:cNvSpPr>
                <a:spLocks/>
              </p:cNvSpPr>
              <p:nvPr/>
            </p:nvSpPr>
            <p:spPr bwMode="auto">
              <a:xfrm>
                <a:off x="1792" y="3264"/>
                <a:ext cx="120" cy="56"/>
              </a:xfrm>
              <a:custGeom>
                <a:avLst/>
                <a:gdLst>
                  <a:gd name="T0" fmla="*/ 120 w 120"/>
                  <a:gd name="T1" fmla="*/ 24 h 56"/>
                  <a:gd name="T2" fmla="*/ 0 w 120"/>
                  <a:gd name="T3" fmla="*/ 56 h 56"/>
                  <a:gd name="T4" fmla="*/ 0 w 120"/>
                  <a:gd name="T5" fmla="*/ 24 h 56"/>
                  <a:gd name="T6" fmla="*/ 0 w 120"/>
                  <a:gd name="T7" fmla="*/ 0 h 56"/>
                  <a:gd name="T8" fmla="*/ 120 w 120"/>
                  <a:gd name="T9" fmla="*/ 24 h 56"/>
                  <a:gd name="T10" fmla="*/ 0 60000 65536"/>
                  <a:gd name="T11" fmla="*/ 0 60000 65536"/>
                  <a:gd name="T12" fmla="*/ 0 60000 65536"/>
                  <a:gd name="T13" fmla="*/ 0 60000 65536"/>
                  <a:gd name="T14" fmla="*/ 0 60000 65536"/>
                  <a:gd name="T15" fmla="*/ 0 w 120"/>
                  <a:gd name="T16" fmla="*/ 0 h 56"/>
                  <a:gd name="T17" fmla="*/ 120 w 120"/>
                  <a:gd name="T18" fmla="*/ 56 h 56"/>
                </a:gdLst>
                <a:ahLst/>
                <a:cxnLst>
                  <a:cxn ang="T10">
                    <a:pos x="T0" y="T1"/>
                  </a:cxn>
                  <a:cxn ang="T11">
                    <a:pos x="T2" y="T3"/>
                  </a:cxn>
                  <a:cxn ang="T12">
                    <a:pos x="T4" y="T5"/>
                  </a:cxn>
                  <a:cxn ang="T13">
                    <a:pos x="T6" y="T7"/>
                  </a:cxn>
                  <a:cxn ang="T14">
                    <a:pos x="T8" y="T9"/>
                  </a:cxn>
                </a:cxnLst>
                <a:rect l="T15" t="T16" r="T17" b="T18"/>
                <a:pathLst>
                  <a:path w="120" h="56">
                    <a:moveTo>
                      <a:pt x="120" y="24"/>
                    </a:moveTo>
                    <a:lnTo>
                      <a:pt x="0" y="56"/>
                    </a:lnTo>
                    <a:lnTo>
                      <a:pt x="0" y="24"/>
                    </a:lnTo>
                    <a:lnTo>
                      <a:pt x="0" y="0"/>
                    </a:lnTo>
                    <a:lnTo>
                      <a:pt x="120" y="24"/>
                    </a:lnTo>
                    <a:close/>
                  </a:path>
                </a:pathLst>
              </a:custGeom>
              <a:solidFill>
                <a:schemeClr val="bg2"/>
              </a:solidFill>
              <a:ln w="9525">
                <a:solidFill>
                  <a:schemeClr val="bg2"/>
                </a:solidFill>
                <a:round/>
                <a:headEnd/>
                <a:tailEnd/>
              </a:ln>
            </p:spPr>
            <p:txBody>
              <a:bodyPr/>
              <a:lstStyle/>
              <a:p>
                <a:endParaRPr lang="en-US"/>
              </a:p>
            </p:txBody>
          </p:sp>
          <p:grpSp>
            <p:nvGrpSpPr>
              <p:cNvPr id="108676" name="Group 224"/>
              <p:cNvGrpSpPr>
                <a:grpSpLocks/>
              </p:cNvGrpSpPr>
              <p:nvPr/>
            </p:nvGrpSpPr>
            <p:grpSpPr bwMode="auto">
              <a:xfrm>
                <a:off x="1489" y="3288"/>
                <a:ext cx="295" cy="1"/>
                <a:chOff x="1489" y="3288"/>
                <a:chExt cx="295" cy="1"/>
              </a:xfrm>
            </p:grpSpPr>
            <p:sp>
              <p:nvSpPr>
                <p:cNvPr id="108677" name="Line 225"/>
                <p:cNvSpPr>
                  <a:spLocks noChangeShapeType="1"/>
                </p:cNvSpPr>
                <p:nvPr/>
              </p:nvSpPr>
              <p:spPr bwMode="auto">
                <a:xfrm>
                  <a:off x="1489"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678" name="Line 226"/>
                <p:cNvSpPr>
                  <a:spLocks noChangeShapeType="1"/>
                </p:cNvSpPr>
                <p:nvPr/>
              </p:nvSpPr>
              <p:spPr bwMode="auto">
                <a:xfrm>
                  <a:off x="1544"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679" name="Line 227"/>
                <p:cNvSpPr>
                  <a:spLocks noChangeShapeType="1"/>
                </p:cNvSpPr>
                <p:nvPr/>
              </p:nvSpPr>
              <p:spPr bwMode="auto">
                <a:xfrm>
                  <a:off x="1600"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680" name="Line 228"/>
                <p:cNvSpPr>
                  <a:spLocks noChangeShapeType="1"/>
                </p:cNvSpPr>
                <p:nvPr/>
              </p:nvSpPr>
              <p:spPr bwMode="auto">
                <a:xfrm>
                  <a:off x="1656"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681" name="Line 229"/>
                <p:cNvSpPr>
                  <a:spLocks noChangeShapeType="1"/>
                </p:cNvSpPr>
                <p:nvPr/>
              </p:nvSpPr>
              <p:spPr bwMode="auto">
                <a:xfrm>
                  <a:off x="1712"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682" name="Line 230"/>
                <p:cNvSpPr>
                  <a:spLocks noChangeShapeType="1"/>
                </p:cNvSpPr>
                <p:nvPr/>
              </p:nvSpPr>
              <p:spPr bwMode="auto">
                <a:xfrm>
                  <a:off x="1768" y="3288"/>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7681" name="Group 231"/>
            <p:cNvGrpSpPr>
              <a:grpSpLocks/>
            </p:cNvGrpSpPr>
            <p:nvPr/>
          </p:nvGrpSpPr>
          <p:grpSpPr bwMode="auto">
            <a:xfrm>
              <a:off x="1944" y="3256"/>
              <a:ext cx="423" cy="56"/>
              <a:chOff x="1944" y="3256"/>
              <a:chExt cx="423" cy="56"/>
            </a:xfrm>
          </p:grpSpPr>
          <p:sp>
            <p:nvSpPr>
              <p:cNvPr id="108667" name="Freeform 232"/>
              <p:cNvSpPr>
                <a:spLocks/>
              </p:cNvSpPr>
              <p:nvPr/>
            </p:nvSpPr>
            <p:spPr bwMode="auto">
              <a:xfrm>
                <a:off x="2255" y="325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08668" name="Group 233"/>
              <p:cNvGrpSpPr>
                <a:grpSpLocks/>
              </p:cNvGrpSpPr>
              <p:nvPr/>
            </p:nvGrpSpPr>
            <p:grpSpPr bwMode="auto">
              <a:xfrm>
                <a:off x="1944" y="3288"/>
                <a:ext cx="303" cy="1"/>
                <a:chOff x="1944" y="3288"/>
                <a:chExt cx="303" cy="1"/>
              </a:xfrm>
            </p:grpSpPr>
            <p:sp>
              <p:nvSpPr>
                <p:cNvPr id="108669" name="Line 234"/>
                <p:cNvSpPr>
                  <a:spLocks noChangeShapeType="1"/>
                </p:cNvSpPr>
                <p:nvPr/>
              </p:nvSpPr>
              <p:spPr bwMode="auto">
                <a:xfrm>
                  <a:off x="1944"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670" name="Line 235"/>
                <p:cNvSpPr>
                  <a:spLocks noChangeShapeType="1"/>
                </p:cNvSpPr>
                <p:nvPr/>
              </p:nvSpPr>
              <p:spPr bwMode="auto">
                <a:xfrm>
                  <a:off x="2000" y="3288"/>
                  <a:ext cx="23"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671" name="Line 236"/>
                <p:cNvSpPr>
                  <a:spLocks noChangeShapeType="1"/>
                </p:cNvSpPr>
                <p:nvPr/>
              </p:nvSpPr>
              <p:spPr bwMode="auto">
                <a:xfrm>
                  <a:off x="2055"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672" name="Line 237"/>
                <p:cNvSpPr>
                  <a:spLocks noChangeShapeType="1"/>
                </p:cNvSpPr>
                <p:nvPr/>
              </p:nvSpPr>
              <p:spPr bwMode="auto">
                <a:xfrm>
                  <a:off x="2111"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673" name="Line 238"/>
                <p:cNvSpPr>
                  <a:spLocks noChangeShapeType="1"/>
                </p:cNvSpPr>
                <p:nvPr/>
              </p:nvSpPr>
              <p:spPr bwMode="auto">
                <a:xfrm>
                  <a:off x="2167"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674" name="Line 239"/>
                <p:cNvSpPr>
                  <a:spLocks noChangeShapeType="1"/>
                </p:cNvSpPr>
                <p:nvPr/>
              </p:nvSpPr>
              <p:spPr bwMode="auto">
                <a:xfrm>
                  <a:off x="2223"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7682" name="Group 240"/>
            <p:cNvGrpSpPr>
              <a:grpSpLocks/>
            </p:cNvGrpSpPr>
            <p:nvPr/>
          </p:nvGrpSpPr>
          <p:grpSpPr bwMode="auto">
            <a:xfrm>
              <a:off x="2415" y="3256"/>
              <a:ext cx="415" cy="56"/>
              <a:chOff x="2415" y="3256"/>
              <a:chExt cx="415" cy="56"/>
            </a:xfrm>
          </p:grpSpPr>
          <p:sp>
            <p:nvSpPr>
              <p:cNvPr id="108659" name="Freeform 241"/>
              <p:cNvSpPr>
                <a:spLocks/>
              </p:cNvSpPr>
              <p:nvPr/>
            </p:nvSpPr>
            <p:spPr bwMode="auto">
              <a:xfrm>
                <a:off x="2718" y="325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08660" name="Group 242"/>
              <p:cNvGrpSpPr>
                <a:grpSpLocks/>
              </p:cNvGrpSpPr>
              <p:nvPr/>
            </p:nvGrpSpPr>
            <p:grpSpPr bwMode="auto">
              <a:xfrm>
                <a:off x="2415" y="3288"/>
                <a:ext cx="295" cy="1"/>
                <a:chOff x="2415" y="3288"/>
                <a:chExt cx="295" cy="1"/>
              </a:xfrm>
            </p:grpSpPr>
            <p:sp>
              <p:nvSpPr>
                <p:cNvPr id="108661" name="Line 243"/>
                <p:cNvSpPr>
                  <a:spLocks noChangeShapeType="1"/>
                </p:cNvSpPr>
                <p:nvPr/>
              </p:nvSpPr>
              <p:spPr bwMode="auto">
                <a:xfrm>
                  <a:off x="2415"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662" name="Line 244"/>
                <p:cNvSpPr>
                  <a:spLocks noChangeShapeType="1"/>
                </p:cNvSpPr>
                <p:nvPr/>
              </p:nvSpPr>
              <p:spPr bwMode="auto">
                <a:xfrm>
                  <a:off x="2471"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663" name="Line 245"/>
                <p:cNvSpPr>
                  <a:spLocks noChangeShapeType="1"/>
                </p:cNvSpPr>
                <p:nvPr/>
              </p:nvSpPr>
              <p:spPr bwMode="auto">
                <a:xfrm>
                  <a:off x="2526"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664" name="Line 246"/>
                <p:cNvSpPr>
                  <a:spLocks noChangeShapeType="1"/>
                </p:cNvSpPr>
                <p:nvPr/>
              </p:nvSpPr>
              <p:spPr bwMode="auto">
                <a:xfrm>
                  <a:off x="2582"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665" name="Line 247"/>
                <p:cNvSpPr>
                  <a:spLocks noChangeShapeType="1"/>
                </p:cNvSpPr>
                <p:nvPr/>
              </p:nvSpPr>
              <p:spPr bwMode="auto">
                <a:xfrm>
                  <a:off x="2638"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666" name="Line 248"/>
                <p:cNvSpPr>
                  <a:spLocks noChangeShapeType="1"/>
                </p:cNvSpPr>
                <p:nvPr/>
              </p:nvSpPr>
              <p:spPr bwMode="auto">
                <a:xfrm>
                  <a:off x="2694" y="3288"/>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7683" name="Group 249"/>
            <p:cNvGrpSpPr>
              <a:grpSpLocks/>
            </p:cNvGrpSpPr>
            <p:nvPr/>
          </p:nvGrpSpPr>
          <p:grpSpPr bwMode="auto">
            <a:xfrm>
              <a:off x="1489" y="3567"/>
              <a:ext cx="423" cy="56"/>
              <a:chOff x="1489" y="3567"/>
              <a:chExt cx="423" cy="56"/>
            </a:xfrm>
          </p:grpSpPr>
          <p:sp>
            <p:nvSpPr>
              <p:cNvPr id="108651" name="Freeform 250"/>
              <p:cNvSpPr>
                <a:spLocks/>
              </p:cNvSpPr>
              <p:nvPr/>
            </p:nvSpPr>
            <p:spPr bwMode="auto">
              <a:xfrm>
                <a:off x="1800"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solidFill>
                <a:schemeClr val="bg2"/>
              </a:solidFill>
              <a:ln w="9525">
                <a:solidFill>
                  <a:schemeClr val="bg2"/>
                </a:solidFill>
                <a:round/>
                <a:headEnd/>
                <a:tailEnd/>
              </a:ln>
            </p:spPr>
            <p:txBody>
              <a:bodyPr/>
              <a:lstStyle/>
              <a:p>
                <a:endParaRPr lang="en-US"/>
              </a:p>
            </p:txBody>
          </p:sp>
          <p:grpSp>
            <p:nvGrpSpPr>
              <p:cNvPr id="108652" name="Group 251"/>
              <p:cNvGrpSpPr>
                <a:grpSpLocks/>
              </p:cNvGrpSpPr>
              <p:nvPr/>
            </p:nvGrpSpPr>
            <p:grpSpPr bwMode="auto">
              <a:xfrm>
                <a:off x="1489" y="3591"/>
                <a:ext cx="303" cy="1"/>
                <a:chOff x="1489" y="3591"/>
                <a:chExt cx="303" cy="1"/>
              </a:xfrm>
            </p:grpSpPr>
            <p:sp>
              <p:nvSpPr>
                <p:cNvPr id="108653" name="Line 252"/>
                <p:cNvSpPr>
                  <a:spLocks noChangeShapeType="1"/>
                </p:cNvSpPr>
                <p:nvPr/>
              </p:nvSpPr>
              <p:spPr bwMode="auto">
                <a:xfrm>
                  <a:off x="1489"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654" name="Line 253"/>
                <p:cNvSpPr>
                  <a:spLocks noChangeShapeType="1"/>
                </p:cNvSpPr>
                <p:nvPr/>
              </p:nvSpPr>
              <p:spPr bwMode="auto">
                <a:xfrm>
                  <a:off x="1544"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655" name="Line 254"/>
                <p:cNvSpPr>
                  <a:spLocks noChangeShapeType="1"/>
                </p:cNvSpPr>
                <p:nvPr/>
              </p:nvSpPr>
              <p:spPr bwMode="auto">
                <a:xfrm>
                  <a:off x="1600"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656" name="Line 255"/>
                <p:cNvSpPr>
                  <a:spLocks noChangeShapeType="1"/>
                </p:cNvSpPr>
                <p:nvPr/>
              </p:nvSpPr>
              <p:spPr bwMode="auto">
                <a:xfrm>
                  <a:off x="1656"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657" name="Line 256"/>
                <p:cNvSpPr>
                  <a:spLocks noChangeShapeType="1"/>
                </p:cNvSpPr>
                <p:nvPr/>
              </p:nvSpPr>
              <p:spPr bwMode="auto">
                <a:xfrm>
                  <a:off x="1712"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658" name="Line 257"/>
                <p:cNvSpPr>
                  <a:spLocks noChangeShapeType="1"/>
                </p:cNvSpPr>
                <p:nvPr/>
              </p:nvSpPr>
              <p:spPr bwMode="auto">
                <a:xfrm>
                  <a:off x="1768"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7684" name="Group 258"/>
            <p:cNvGrpSpPr>
              <a:grpSpLocks/>
            </p:cNvGrpSpPr>
            <p:nvPr/>
          </p:nvGrpSpPr>
          <p:grpSpPr bwMode="auto">
            <a:xfrm>
              <a:off x="1952" y="3567"/>
              <a:ext cx="415" cy="56"/>
              <a:chOff x="1952" y="3567"/>
              <a:chExt cx="415" cy="56"/>
            </a:xfrm>
          </p:grpSpPr>
          <p:sp>
            <p:nvSpPr>
              <p:cNvPr id="108643" name="Freeform 259"/>
              <p:cNvSpPr>
                <a:spLocks/>
              </p:cNvSpPr>
              <p:nvPr/>
            </p:nvSpPr>
            <p:spPr bwMode="auto">
              <a:xfrm>
                <a:off x="2255"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solidFill>
                <a:schemeClr val="bg2"/>
              </a:solidFill>
              <a:ln w="9525">
                <a:solidFill>
                  <a:schemeClr val="bg2"/>
                </a:solidFill>
                <a:round/>
                <a:headEnd/>
                <a:tailEnd/>
              </a:ln>
            </p:spPr>
            <p:txBody>
              <a:bodyPr/>
              <a:lstStyle/>
              <a:p>
                <a:endParaRPr lang="en-US"/>
              </a:p>
            </p:txBody>
          </p:sp>
          <p:grpSp>
            <p:nvGrpSpPr>
              <p:cNvPr id="108644" name="Group 260"/>
              <p:cNvGrpSpPr>
                <a:grpSpLocks/>
              </p:cNvGrpSpPr>
              <p:nvPr/>
            </p:nvGrpSpPr>
            <p:grpSpPr bwMode="auto">
              <a:xfrm>
                <a:off x="1952" y="3591"/>
                <a:ext cx="295" cy="1"/>
                <a:chOff x="1952" y="3591"/>
                <a:chExt cx="295" cy="1"/>
              </a:xfrm>
            </p:grpSpPr>
            <p:sp>
              <p:nvSpPr>
                <p:cNvPr id="108645" name="Line 261"/>
                <p:cNvSpPr>
                  <a:spLocks noChangeShapeType="1"/>
                </p:cNvSpPr>
                <p:nvPr/>
              </p:nvSpPr>
              <p:spPr bwMode="auto">
                <a:xfrm>
                  <a:off x="1952"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646" name="Line 262"/>
                <p:cNvSpPr>
                  <a:spLocks noChangeShapeType="1"/>
                </p:cNvSpPr>
                <p:nvPr/>
              </p:nvSpPr>
              <p:spPr bwMode="auto">
                <a:xfrm>
                  <a:off x="2008" y="3591"/>
                  <a:ext cx="23"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647" name="Line 263"/>
                <p:cNvSpPr>
                  <a:spLocks noChangeShapeType="1"/>
                </p:cNvSpPr>
                <p:nvPr/>
              </p:nvSpPr>
              <p:spPr bwMode="auto">
                <a:xfrm>
                  <a:off x="2063"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648" name="Line 264"/>
                <p:cNvSpPr>
                  <a:spLocks noChangeShapeType="1"/>
                </p:cNvSpPr>
                <p:nvPr/>
              </p:nvSpPr>
              <p:spPr bwMode="auto">
                <a:xfrm>
                  <a:off x="2119"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649" name="Line 265"/>
                <p:cNvSpPr>
                  <a:spLocks noChangeShapeType="1"/>
                </p:cNvSpPr>
                <p:nvPr/>
              </p:nvSpPr>
              <p:spPr bwMode="auto">
                <a:xfrm>
                  <a:off x="2175"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650" name="Line 266"/>
                <p:cNvSpPr>
                  <a:spLocks noChangeShapeType="1"/>
                </p:cNvSpPr>
                <p:nvPr/>
              </p:nvSpPr>
              <p:spPr bwMode="auto">
                <a:xfrm>
                  <a:off x="2231" y="3591"/>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7685" name="Group 267"/>
            <p:cNvGrpSpPr>
              <a:grpSpLocks/>
            </p:cNvGrpSpPr>
            <p:nvPr/>
          </p:nvGrpSpPr>
          <p:grpSpPr bwMode="auto">
            <a:xfrm>
              <a:off x="2407" y="3567"/>
              <a:ext cx="415" cy="56"/>
              <a:chOff x="2407" y="3567"/>
              <a:chExt cx="415" cy="56"/>
            </a:xfrm>
          </p:grpSpPr>
          <p:sp>
            <p:nvSpPr>
              <p:cNvPr id="108635" name="Freeform 268"/>
              <p:cNvSpPr>
                <a:spLocks/>
              </p:cNvSpPr>
              <p:nvPr/>
            </p:nvSpPr>
            <p:spPr bwMode="auto">
              <a:xfrm>
                <a:off x="2710"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solidFill>
                <a:schemeClr val="bg2"/>
              </a:solidFill>
              <a:ln w="9525">
                <a:solidFill>
                  <a:schemeClr val="bg2"/>
                </a:solidFill>
                <a:round/>
                <a:headEnd/>
                <a:tailEnd/>
              </a:ln>
            </p:spPr>
            <p:txBody>
              <a:bodyPr/>
              <a:lstStyle/>
              <a:p>
                <a:endParaRPr lang="en-US"/>
              </a:p>
            </p:txBody>
          </p:sp>
          <p:grpSp>
            <p:nvGrpSpPr>
              <p:cNvPr id="108636" name="Group 269"/>
              <p:cNvGrpSpPr>
                <a:grpSpLocks/>
              </p:cNvGrpSpPr>
              <p:nvPr/>
            </p:nvGrpSpPr>
            <p:grpSpPr bwMode="auto">
              <a:xfrm>
                <a:off x="2407" y="3591"/>
                <a:ext cx="295" cy="1"/>
                <a:chOff x="2407" y="3591"/>
                <a:chExt cx="295" cy="1"/>
              </a:xfrm>
            </p:grpSpPr>
            <p:sp>
              <p:nvSpPr>
                <p:cNvPr id="108637" name="Line 270"/>
                <p:cNvSpPr>
                  <a:spLocks noChangeShapeType="1"/>
                </p:cNvSpPr>
                <p:nvPr/>
              </p:nvSpPr>
              <p:spPr bwMode="auto">
                <a:xfrm>
                  <a:off x="2407"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638" name="Line 271"/>
                <p:cNvSpPr>
                  <a:spLocks noChangeShapeType="1"/>
                </p:cNvSpPr>
                <p:nvPr/>
              </p:nvSpPr>
              <p:spPr bwMode="auto">
                <a:xfrm>
                  <a:off x="2463"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639" name="Line 272"/>
                <p:cNvSpPr>
                  <a:spLocks noChangeShapeType="1"/>
                </p:cNvSpPr>
                <p:nvPr/>
              </p:nvSpPr>
              <p:spPr bwMode="auto">
                <a:xfrm>
                  <a:off x="2518"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640" name="Line 273"/>
                <p:cNvSpPr>
                  <a:spLocks noChangeShapeType="1"/>
                </p:cNvSpPr>
                <p:nvPr/>
              </p:nvSpPr>
              <p:spPr bwMode="auto">
                <a:xfrm>
                  <a:off x="2574"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641" name="Line 274"/>
                <p:cNvSpPr>
                  <a:spLocks noChangeShapeType="1"/>
                </p:cNvSpPr>
                <p:nvPr/>
              </p:nvSpPr>
              <p:spPr bwMode="auto">
                <a:xfrm>
                  <a:off x="2630"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642" name="Line 275"/>
                <p:cNvSpPr>
                  <a:spLocks noChangeShapeType="1"/>
                </p:cNvSpPr>
                <p:nvPr/>
              </p:nvSpPr>
              <p:spPr bwMode="auto">
                <a:xfrm>
                  <a:off x="2686" y="3591"/>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7686" name="Group 276"/>
            <p:cNvGrpSpPr>
              <a:grpSpLocks/>
            </p:cNvGrpSpPr>
            <p:nvPr/>
          </p:nvGrpSpPr>
          <p:grpSpPr bwMode="auto">
            <a:xfrm>
              <a:off x="1944" y="2690"/>
              <a:ext cx="894" cy="596"/>
              <a:chOff x="1944" y="2690"/>
              <a:chExt cx="894" cy="596"/>
            </a:xfrm>
          </p:grpSpPr>
          <p:sp>
            <p:nvSpPr>
              <p:cNvPr id="108633" name="Freeform 277"/>
              <p:cNvSpPr>
                <a:spLocks/>
              </p:cNvSpPr>
              <p:nvPr/>
            </p:nvSpPr>
            <p:spPr bwMode="auto">
              <a:xfrm>
                <a:off x="2702" y="2690"/>
                <a:ext cx="136" cy="104"/>
              </a:xfrm>
              <a:custGeom>
                <a:avLst/>
                <a:gdLst>
                  <a:gd name="T0" fmla="*/ 136 w 136"/>
                  <a:gd name="T1" fmla="*/ 0 h 104"/>
                  <a:gd name="T2" fmla="*/ 40 w 136"/>
                  <a:gd name="T3" fmla="*/ 104 h 104"/>
                  <a:gd name="T4" fmla="*/ 24 w 136"/>
                  <a:gd name="T5" fmla="*/ 72 h 104"/>
                  <a:gd name="T6" fmla="*/ 0 w 136"/>
                  <a:gd name="T7" fmla="*/ 48 h 104"/>
                  <a:gd name="T8" fmla="*/ 136 w 136"/>
                  <a:gd name="T9" fmla="*/ 0 h 104"/>
                  <a:gd name="T10" fmla="*/ 0 60000 65536"/>
                  <a:gd name="T11" fmla="*/ 0 60000 65536"/>
                  <a:gd name="T12" fmla="*/ 0 60000 65536"/>
                  <a:gd name="T13" fmla="*/ 0 60000 65536"/>
                  <a:gd name="T14" fmla="*/ 0 60000 65536"/>
                  <a:gd name="T15" fmla="*/ 0 w 136"/>
                  <a:gd name="T16" fmla="*/ 0 h 104"/>
                  <a:gd name="T17" fmla="*/ 136 w 136"/>
                  <a:gd name="T18" fmla="*/ 104 h 104"/>
                </a:gdLst>
                <a:ahLst/>
                <a:cxnLst>
                  <a:cxn ang="T10">
                    <a:pos x="T0" y="T1"/>
                  </a:cxn>
                  <a:cxn ang="T11">
                    <a:pos x="T2" y="T3"/>
                  </a:cxn>
                  <a:cxn ang="T12">
                    <a:pos x="T4" y="T5"/>
                  </a:cxn>
                  <a:cxn ang="T13">
                    <a:pos x="T6" y="T7"/>
                  </a:cxn>
                  <a:cxn ang="T14">
                    <a:pos x="T8" y="T9"/>
                  </a:cxn>
                </a:cxnLst>
                <a:rect l="T15" t="T16" r="T17" b="T18"/>
                <a:pathLst>
                  <a:path w="136" h="104">
                    <a:moveTo>
                      <a:pt x="136" y="0"/>
                    </a:moveTo>
                    <a:lnTo>
                      <a:pt x="40" y="104"/>
                    </a:lnTo>
                    <a:lnTo>
                      <a:pt x="24" y="72"/>
                    </a:lnTo>
                    <a:lnTo>
                      <a:pt x="0" y="48"/>
                    </a:lnTo>
                    <a:lnTo>
                      <a:pt x="136" y="0"/>
                    </a:lnTo>
                    <a:close/>
                  </a:path>
                </a:pathLst>
              </a:custGeom>
              <a:solidFill>
                <a:schemeClr val="bg2"/>
              </a:solidFill>
              <a:ln w="9525">
                <a:solidFill>
                  <a:schemeClr val="bg2"/>
                </a:solidFill>
                <a:round/>
                <a:headEnd/>
                <a:tailEnd/>
              </a:ln>
            </p:spPr>
            <p:txBody>
              <a:bodyPr/>
              <a:lstStyle/>
              <a:p>
                <a:endParaRPr lang="en-US"/>
              </a:p>
            </p:txBody>
          </p:sp>
          <p:sp>
            <p:nvSpPr>
              <p:cNvPr id="108634" name="Line 278"/>
              <p:cNvSpPr>
                <a:spLocks noChangeShapeType="1"/>
              </p:cNvSpPr>
              <p:nvPr/>
            </p:nvSpPr>
            <p:spPr bwMode="auto">
              <a:xfrm flipV="1">
                <a:off x="1944" y="2758"/>
                <a:ext cx="790" cy="528"/>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7687" name="Group 279"/>
            <p:cNvGrpSpPr>
              <a:grpSpLocks/>
            </p:cNvGrpSpPr>
            <p:nvPr/>
          </p:nvGrpSpPr>
          <p:grpSpPr bwMode="auto">
            <a:xfrm>
              <a:off x="1952" y="2376"/>
              <a:ext cx="886" cy="290"/>
              <a:chOff x="1952" y="2376"/>
              <a:chExt cx="886" cy="290"/>
            </a:xfrm>
          </p:grpSpPr>
          <p:sp>
            <p:nvSpPr>
              <p:cNvPr id="108631" name="Freeform 280"/>
              <p:cNvSpPr>
                <a:spLocks/>
              </p:cNvSpPr>
              <p:nvPr/>
            </p:nvSpPr>
            <p:spPr bwMode="auto">
              <a:xfrm>
                <a:off x="2702" y="2586"/>
                <a:ext cx="136" cy="80"/>
              </a:xfrm>
              <a:custGeom>
                <a:avLst/>
                <a:gdLst>
                  <a:gd name="T0" fmla="*/ 136 w 136"/>
                  <a:gd name="T1" fmla="*/ 80 h 80"/>
                  <a:gd name="T2" fmla="*/ 0 w 136"/>
                  <a:gd name="T3" fmla="*/ 64 h 80"/>
                  <a:gd name="T4" fmla="*/ 8 w 136"/>
                  <a:gd name="T5" fmla="*/ 32 h 80"/>
                  <a:gd name="T6" fmla="*/ 16 w 136"/>
                  <a:gd name="T7" fmla="*/ 0 h 80"/>
                  <a:gd name="T8" fmla="*/ 136 w 136"/>
                  <a:gd name="T9" fmla="*/ 80 h 80"/>
                  <a:gd name="T10" fmla="*/ 0 60000 65536"/>
                  <a:gd name="T11" fmla="*/ 0 60000 65536"/>
                  <a:gd name="T12" fmla="*/ 0 60000 65536"/>
                  <a:gd name="T13" fmla="*/ 0 60000 65536"/>
                  <a:gd name="T14" fmla="*/ 0 60000 65536"/>
                  <a:gd name="T15" fmla="*/ 0 w 136"/>
                  <a:gd name="T16" fmla="*/ 0 h 80"/>
                  <a:gd name="T17" fmla="*/ 136 w 136"/>
                  <a:gd name="T18" fmla="*/ 80 h 80"/>
                </a:gdLst>
                <a:ahLst/>
                <a:cxnLst>
                  <a:cxn ang="T10">
                    <a:pos x="T0" y="T1"/>
                  </a:cxn>
                  <a:cxn ang="T11">
                    <a:pos x="T2" y="T3"/>
                  </a:cxn>
                  <a:cxn ang="T12">
                    <a:pos x="T4" y="T5"/>
                  </a:cxn>
                  <a:cxn ang="T13">
                    <a:pos x="T6" y="T7"/>
                  </a:cxn>
                  <a:cxn ang="T14">
                    <a:pos x="T8" y="T9"/>
                  </a:cxn>
                </a:cxnLst>
                <a:rect l="T15" t="T16" r="T17" b="T18"/>
                <a:pathLst>
                  <a:path w="136" h="80">
                    <a:moveTo>
                      <a:pt x="136" y="80"/>
                    </a:moveTo>
                    <a:lnTo>
                      <a:pt x="0" y="64"/>
                    </a:lnTo>
                    <a:lnTo>
                      <a:pt x="8" y="32"/>
                    </a:lnTo>
                    <a:lnTo>
                      <a:pt x="16" y="0"/>
                    </a:lnTo>
                    <a:lnTo>
                      <a:pt x="136" y="80"/>
                    </a:lnTo>
                    <a:close/>
                  </a:path>
                </a:pathLst>
              </a:custGeom>
              <a:solidFill>
                <a:schemeClr val="bg2"/>
              </a:solidFill>
              <a:ln w="9525">
                <a:solidFill>
                  <a:schemeClr val="bg2"/>
                </a:solidFill>
                <a:round/>
                <a:headEnd/>
                <a:tailEnd/>
              </a:ln>
            </p:spPr>
            <p:txBody>
              <a:bodyPr/>
              <a:lstStyle/>
              <a:p>
                <a:endParaRPr lang="en-US"/>
              </a:p>
            </p:txBody>
          </p:sp>
          <p:sp>
            <p:nvSpPr>
              <p:cNvPr id="108632" name="Line 281"/>
              <p:cNvSpPr>
                <a:spLocks noChangeShapeType="1"/>
              </p:cNvSpPr>
              <p:nvPr/>
            </p:nvSpPr>
            <p:spPr bwMode="auto">
              <a:xfrm>
                <a:off x="1952" y="2376"/>
                <a:ext cx="766" cy="244"/>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7688" name="Group 282"/>
            <p:cNvGrpSpPr>
              <a:grpSpLocks/>
            </p:cNvGrpSpPr>
            <p:nvPr/>
          </p:nvGrpSpPr>
          <p:grpSpPr bwMode="auto">
            <a:xfrm>
              <a:off x="1481" y="2084"/>
              <a:ext cx="1373" cy="1507"/>
              <a:chOff x="1481" y="2084"/>
              <a:chExt cx="1373" cy="1507"/>
            </a:xfrm>
          </p:grpSpPr>
          <p:sp>
            <p:nvSpPr>
              <p:cNvPr id="108629" name="Freeform 283"/>
              <p:cNvSpPr>
                <a:spLocks/>
              </p:cNvSpPr>
              <p:nvPr/>
            </p:nvSpPr>
            <p:spPr bwMode="auto">
              <a:xfrm>
                <a:off x="2742" y="2084"/>
                <a:ext cx="112" cy="119"/>
              </a:xfrm>
              <a:custGeom>
                <a:avLst/>
                <a:gdLst>
                  <a:gd name="T0" fmla="*/ 112 w 112"/>
                  <a:gd name="T1" fmla="*/ 0 h 119"/>
                  <a:gd name="T2" fmla="*/ 48 w 112"/>
                  <a:gd name="T3" fmla="*/ 119 h 119"/>
                  <a:gd name="T4" fmla="*/ 24 w 112"/>
                  <a:gd name="T5" fmla="*/ 96 h 119"/>
                  <a:gd name="T6" fmla="*/ 0 w 112"/>
                  <a:gd name="T7" fmla="*/ 72 h 119"/>
                  <a:gd name="T8" fmla="*/ 112 w 112"/>
                  <a:gd name="T9" fmla="*/ 0 h 119"/>
                  <a:gd name="T10" fmla="*/ 0 60000 65536"/>
                  <a:gd name="T11" fmla="*/ 0 60000 65536"/>
                  <a:gd name="T12" fmla="*/ 0 60000 65536"/>
                  <a:gd name="T13" fmla="*/ 0 60000 65536"/>
                  <a:gd name="T14" fmla="*/ 0 60000 65536"/>
                  <a:gd name="T15" fmla="*/ 0 w 112"/>
                  <a:gd name="T16" fmla="*/ 0 h 119"/>
                  <a:gd name="T17" fmla="*/ 112 w 112"/>
                  <a:gd name="T18" fmla="*/ 119 h 119"/>
                </a:gdLst>
                <a:ahLst/>
                <a:cxnLst>
                  <a:cxn ang="T10">
                    <a:pos x="T0" y="T1"/>
                  </a:cxn>
                  <a:cxn ang="T11">
                    <a:pos x="T2" y="T3"/>
                  </a:cxn>
                  <a:cxn ang="T12">
                    <a:pos x="T4" y="T5"/>
                  </a:cxn>
                  <a:cxn ang="T13">
                    <a:pos x="T6" y="T7"/>
                  </a:cxn>
                  <a:cxn ang="T14">
                    <a:pos x="T8" y="T9"/>
                  </a:cxn>
                </a:cxnLst>
                <a:rect l="T15" t="T16" r="T17" b="T18"/>
                <a:pathLst>
                  <a:path w="112" h="119">
                    <a:moveTo>
                      <a:pt x="112" y="0"/>
                    </a:moveTo>
                    <a:lnTo>
                      <a:pt x="48" y="119"/>
                    </a:lnTo>
                    <a:lnTo>
                      <a:pt x="24" y="96"/>
                    </a:lnTo>
                    <a:lnTo>
                      <a:pt x="0" y="72"/>
                    </a:lnTo>
                    <a:lnTo>
                      <a:pt x="112" y="0"/>
                    </a:lnTo>
                    <a:close/>
                  </a:path>
                </a:pathLst>
              </a:custGeom>
              <a:solidFill>
                <a:schemeClr val="bg2"/>
              </a:solidFill>
              <a:ln w="9525">
                <a:solidFill>
                  <a:schemeClr val="bg2"/>
                </a:solidFill>
                <a:round/>
                <a:headEnd/>
                <a:tailEnd/>
              </a:ln>
            </p:spPr>
            <p:txBody>
              <a:bodyPr/>
              <a:lstStyle/>
              <a:p>
                <a:endParaRPr lang="en-US"/>
              </a:p>
            </p:txBody>
          </p:sp>
          <p:sp>
            <p:nvSpPr>
              <p:cNvPr id="108630" name="Line 284"/>
              <p:cNvSpPr>
                <a:spLocks noChangeShapeType="1"/>
              </p:cNvSpPr>
              <p:nvPr/>
            </p:nvSpPr>
            <p:spPr bwMode="auto">
              <a:xfrm flipV="1">
                <a:off x="1481" y="2172"/>
                <a:ext cx="1291" cy="1419"/>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7689" name="Group 285"/>
            <p:cNvGrpSpPr>
              <a:grpSpLocks/>
            </p:cNvGrpSpPr>
            <p:nvPr/>
          </p:nvGrpSpPr>
          <p:grpSpPr bwMode="auto">
            <a:xfrm>
              <a:off x="1944" y="2076"/>
              <a:ext cx="902" cy="885"/>
              <a:chOff x="1944" y="2076"/>
              <a:chExt cx="902" cy="885"/>
            </a:xfrm>
          </p:grpSpPr>
          <p:sp>
            <p:nvSpPr>
              <p:cNvPr id="108627" name="Freeform 286"/>
              <p:cNvSpPr>
                <a:spLocks/>
              </p:cNvSpPr>
              <p:nvPr/>
            </p:nvSpPr>
            <p:spPr bwMode="auto">
              <a:xfrm>
                <a:off x="2726" y="2850"/>
                <a:ext cx="120" cy="111"/>
              </a:xfrm>
              <a:custGeom>
                <a:avLst/>
                <a:gdLst>
                  <a:gd name="T0" fmla="*/ 120 w 120"/>
                  <a:gd name="T1" fmla="*/ 111 h 111"/>
                  <a:gd name="T2" fmla="*/ 0 w 120"/>
                  <a:gd name="T3" fmla="*/ 47 h 111"/>
                  <a:gd name="T4" fmla="*/ 24 w 120"/>
                  <a:gd name="T5" fmla="*/ 23 h 111"/>
                  <a:gd name="T6" fmla="*/ 48 w 120"/>
                  <a:gd name="T7" fmla="*/ 0 h 111"/>
                  <a:gd name="T8" fmla="*/ 120 w 120"/>
                  <a:gd name="T9" fmla="*/ 111 h 111"/>
                  <a:gd name="T10" fmla="*/ 0 60000 65536"/>
                  <a:gd name="T11" fmla="*/ 0 60000 65536"/>
                  <a:gd name="T12" fmla="*/ 0 60000 65536"/>
                  <a:gd name="T13" fmla="*/ 0 60000 65536"/>
                  <a:gd name="T14" fmla="*/ 0 60000 65536"/>
                  <a:gd name="T15" fmla="*/ 0 w 120"/>
                  <a:gd name="T16" fmla="*/ 0 h 111"/>
                  <a:gd name="T17" fmla="*/ 120 w 120"/>
                  <a:gd name="T18" fmla="*/ 111 h 111"/>
                </a:gdLst>
                <a:ahLst/>
                <a:cxnLst>
                  <a:cxn ang="T10">
                    <a:pos x="T0" y="T1"/>
                  </a:cxn>
                  <a:cxn ang="T11">
                    <a:pos x="T2" y="T3"/>
                  </a:cxn>
                  <a:cxn ang="T12">
                    <a:pos x="T4" y="T5"/>
                  </a:cxn>
                  <a:cxn ang="T13">
                    <a:pos x="T6" y="T7"/>
                  </a:cxn>
                  <a:cxn ang="T14">
                    <a:pos x="T8" y="T9"/>
                  </a:cxn>
                </a:cxnLst>
                <a:rect l="T15" t="T16" r="T17" b="T18"/>
                <a:pathLst>
                  <a:path w="120" h="111">
                    <a:moveTo>
                      <a:pt x="120" y="111"/>
                    </a:moveTo>
                    <a:lnTo>
                      <a:pt x="0" y="47"/>
                    </a:lnTo>
                    <a:lnTo>
                      <a:pt x="24" y="23"/>
                    </a:lnTo>
                    <a:lnTo>
                      <a:pt x="48" y="0"/>
                    </a:lnTo>
                    <a:lnTo>
                      <a:pt x="120" y="111"/>
                    </a:lnTo>
                    <a:close/>
                  </a:path>
                </a:pathLst>
              </a:custGeom>
              <a:solidFill>
                <a:schemeClr val="bg2"/>
              </a:solidFill>
              <a:ln w="9525">
                <a:solidFill>
                  <a:schemeClr val="bg2"/>
                </a:solidFill>
                <a:round/>
                <a:headEnd/>
                <a:tailEnd/>
              </a:ln>
            </p:spPr>
            <p:txBody>
              <a:bodyPr/>
              <a:lstStyle/>
              <a:p>
                <a:endParaRPr lang="en-US"/>
              </a:p>
            </p:txBody>
          </p:sp>
          <p:sp>
            <p:nvSpPr>
              <p:cNvPr id="108628" name="Line 287"/>
              <p:cNvSpPr>
                <a:spLocks noChangeShapeType="1"/>
              </p:cNvSpPr>
              <p:nvPr/>
            </p:nvSpPr>
            <p:spPr bwMode="auto">
              <a:xfrm>
                <a:off x="1944" y="2076"/>
                <a:ext cx="814" cy="805"/>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7690" name="Group 288"/>
            <p:cNvGrpSpPr>
              <a:grpSpLocks/>
            </p:cNvGrpSpPr>
            <p:nvPr/>
          </p:nvGrpSpPr>
          <p:grpSpPr bwMode="auto">
            <a:xfrm>
              <a:off x="1489" y="2379"/>
              <a:ext cx="902" cy="893"/>
              <a:chOff x="1489" y="2379"/>
              <a:chExt cx="902" cy="893"/>
            </a:xfrm>
          </p:grpSpPr>
          <p:sp>
            <p:nvSpPr>
              <p:cNvPr id="108625" name="Freeform 289"/>
              <p:cNvSpPr>
                <a:spLocks/>
              </p:cNvSpPr>
              <p:nvPr/>
            </p:nvSpPr>
            <p:spPr bwMode="auto">
              <a:xfrm>
                <a:off x="2271" y="3153"/>
                <a:ext cx="120" cy="119"/>
              </a:xfrm>
              <a:custGeom>
                <a:avLst/>
                <a:gdLst>
                  <a:gd name="T0" fmla="*/ 120 w 120"/>
                  <a:gd name="T1" fmla="*/ 119 h 119"/>
                  <a:gd name="T2" fmla="*/ 0 w 120"/>
                  <a:gd name="T3" fmla="*/ 48 h 119"/>
                  <a:gd name="T4" fmla="*/ 24 w 120"/>
                  <a:gd name="T5" fmla="*/ 24 h 119"/>
                  <a:gd name="T6" fmla="*/ 48 w 120"/>
                  <a:gd name="T7" fmla="*/ 0 h 119"/>
                  <a:gd name="T8" fmla="*/ 120 w 120"/>
                  <a:gd name="T9" fmla="*/ 119 h 119"/>
                  <a:gd name="T10" fmla="*/ 0 60000 65536"/>
                  <a:gd name="T11" fmla="*/ 0 60000 65536"/>
                  <a:gd name="T12" fmla="*/ 0 60000 65536"/>
                  <a:gd name="T13" fmla="*/ 0 60000 65536"/>
                  <a:gd name="T14" fmla="*/ 0 60000 65536"/>
                  <a:gd name="T15" fmla="*/ 0 w 120"/>
                  <a:gd name="T16" fmla="*/ 0 h 119"/>
                  <a:gd name="T17" fmla="*/ 120 w 120"/>
                  <a:gd name="T18" fmla="*/ 119 h 119"/>
                </a:gdLst>
                <a:ahLst/>
                <a:cxnLst>
                  <a:cxn ang="T10">
                    <a:pos x="T0" y="T1"/>
                  </a:cxn>
                  <a:cxn ang="T11">
                    <a:pos x="T2" y="T3"/>
                  </a:cxn>
                  <a:cxn ang="T12">
                    <a:pos x="T4" y="T5"/>
                  </a:cxn>
                  <a:cxn ang="T13">
                    <a:pos x="T6" y="T7"/>
                  </a:cxn>
                  <a:cxn ang="T14">
                    <a:pos x="T8" y="T9"/>
                  </a:cxn>
                </a:cxnLst>
                <a:rect l="T15" t="T16" r="T17" b="T18"/>
                <a:pathLst>
                  <a:path w="120" h="119">
                    <a:moveTo>
                      <a:pt x="120" y="119"/>
                    </a:moveTo>
                    <a:lnTo>
                      <a:pt x="0" y="48"/>
                    </a:lnTo>
                    <a:lnTo>
                      <a:pt x="24" y="24"/>
                    </a:lnTo>
                    <a:lnTo>
                      <a:pt x="48" y="0"/>
                    </a:lnTo>
                    <a:lnTo>
                      <a:pt x="120" y="119"/>
                    </a:lnTo>
                    <a:close/>
                  </a:path>
                </a:pathLst>
              </a:custGeom>
              <a:solidFill>
                <a:schemeClr val="bg2"/>
              </a:solidFill>
              <a:ln w="9525">
                <a:solidFill>
                  <a:schemeClr val="bg2"/>
                </a:solidFill>
                <a:round/>
                <a:headEnd/>
                <a:tailEnd/>
              </a:ln>
            </p:spPr>
            <p:txBody>
              <a:bodyPr/>
              <a:lstStyle/>
              <a:p>
                <a:endParaRPr lang="en-US"/>
              </a:p>
            </p:txBody>
          </p:sp>
          <p:sp>
            <p:nvSpPr>
              <p:cNvPr id="108626" name="Line 290"/>
              <p:cNvSpPr>
                <a:spLocks noChangeShapeType="1"/>
              </p:cNvSpPr>
              <p:nvPr/>
            </p:nvSpPr>
            <p:spPr bwMode="auto">
              <a:xfrm>
                <a:off x="1489" y="2379"/>
                <a:ext cx="814" cy="805"/>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7691" name="Group 291"/>
            <p:cNvGrpSpPr>
              <a:grpSpLocks/>
            </p:cNvGrpSpPr>
            <p:nvPr/>
          </p:nvGrpSpPr>
          <p:grpSpPr bwMode="auto">
            <a:xfrm>
              <a:off x="1483" y="2379"/>
              <a:ext cx="429" cy="598"/>
              <a:chOff x="1483" y="2379"/>
              <a:chExt cx="429" cy="598"/>
            </a:xfrm>
          </p:grpSpPr>
          <p:sp>
            <p:nvSpPr>
              <p:cNvPr id="108623" name="Freeform 292"/>
              <p:cNvSpPr>
                <a:spLocks/>
              </p:cNvSpPr>
              <p:nvPr/>
            </p:nvSpPr>
            <p:spPr bwMode="auto">
              <a:xfrm>
                <a:off x="1808" y="2379"/>
                <a:ext cx="104" cy="136"/>
              </a:xfrm>
              <a:custGeom>
                <a:avLst/>
                <a:gdLst>
                  <a:gd name="T0" fmla="*/ 104 w 104"/>
                  <a:gd name="T1" fmla="*/ 0 h 136"/>
                  <a:gd name="T2" fmla="*/ 56 w 104"/>
                  <a:gd name="T3" fmla="*/ 136 h 136"/>
                  <a:gd name="T4" fmla="*/ 32 w 104"/>
                  <a:gd name="T5" fmla="*/ 112 h 136"/>
                  <a:gd name="T6" fmla="*/ 0 w 104"/>
                  <a:gd name="T7" fmla="*/ 96 h 136"/>
                  <a:gd name="T8" fmla="*/ 104 w 104"/>
                  <a:gd name="T9" fmla="*/ 0 h 136"/>
                  <a:gd name="T10" fmla="*/ 0 60000 65536"/>
                  <a:gd name="T11" fmla="*/ 0 60000 65536"/>
                  <a:gd name="T12" fmla="*/ 0 60000 65536"/>
                  <a:gd name="T13" fmla="*/ 0 60000 65536"/>
                  <a:gd name="T14" fmla="*/ 0 60000 65536"/>
                  <a:gd name="T15" fmla="*/ 0 w 104"/>
                  <a:gd name="T16" fmla="*/ 0 h 136"/>
                  <a:gd name="T17" fmla="*/ 104 w 104"/>
                  <a:gd name="T18" fmla="*/ 136 h 136"/>
                </a:gdLst>
                <a:ahLst/>
                <a:cxnLst>
                  <a:cxn ang="T10">
                    <a:pos x="T0" y="T1"/>
                  </a:cxn>
                  <a:cxn ang="T11">
                    <a:pos x="T2" y="T3"/>
                  </a:cxn>
                  <a:cxn ang="T12">
                    <a:pos x="T4" y="T5"/>
                  </a:cxn>
                  <a:cxn ang="T13">
                    <a:pos x="T6" y="T7"/>
                  </a:cxn>
                  <a:cxn ang="T14">
                    <a:pos x="T8" y="T9"/>
                  </a:cxn>
                </a:cxnLst>
                <a:rect l="T15" t="T16" r="T17" b="T18"/>
                <a:pathLst>
                  <a:path w="104" h="136">
                    <a:moveTo>
                      <a:pt x="104" y="0"/>
                    </a:moveTo>
                    <a:lnTo>
                      <a:pt x="56" y="136"/>
                    </a:lnTo>
                    <a:lnTo>
                      <a:pt x="32" y="112"/>
                    </a:lnTo>
                    <a:lnTo>
                      <a:pt x="0" y="96"/>
                    </a:lnTo>
                    <a:lnTo>
                      <a:pt x="104" y="0"/>
                    </a:lnTo>
                    <a:close/>
                  </a:path>
                </a:pathLst>
              </a:custGeom>
              <a:solidFill>
                <a:schemeClr val="bg2"/>
              </a:solidFill>
              <a:ln w="9525">
                <a:solidFill>
                  <a:schemeClr val="bg2"/>
                </a:solidFill>
                <a:round/>
                <a:headEnd/>
                <a:tailEnd/>
              </a:ln>
            </p:spPr>
            <p:txBody>
              <a:bodyPr/>
              <a:lstStyle/>
              <a:p>
                <a:endParaRPr lang="en-US"/>
              </a:p>
            </p:txBody>
          </p:sp>
          <p:sp>
            <p:nvSpPr>
              <p:cNvPr id="108624" name="Line 293"/>
              <p:cNvSpPr>
                <a:spLocks noChangeShapeType="1"/>
              </p:cNvSpPr>
              <p:nvPr/>
            </p:nvSpPr>
            <p:spPr bwMode="auto">
              <a:xfrm flipV="1">
                <a:off x="1483" y="2483"/>
                <a:ext cx="362" cy="494"/>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7692" name="Group 294"/>
            <p:cNvGrpSpPr>
              <a:grpSpLocks/>
            </p:cNvGrpSpPr>
            <p:nvPr/>
          </p:nvGrpSpPr>
          <p:grpSpPr bwMode="auto">
            <a:xfrm>
              <a:off x="1936" y="2379"/>
              <a:ext cx="894" cy="604"/>
              <a:chOff x="1936" y="2379"/>
              <a:chExt cx="894" cy="604"/>
            </a:xfrm>
          </p:grpSpPr>
          <p:sp>
            <p:nvSpPr>
              <p:cNvPr id="108621" name="Freeform 295"/>
              <p:cNvSpPr>
                <a:spLocks/>
              </p:cNvSpPr>
              <p:nvPr/>
            </p:nvSpPr>
            <p:spPr bwMode="auto">
              <a:xfrm>
                <a:off x="2702" y="2379"/>
                <a:ext cx="128" cy="104"/>
              </a:xfrm>
              <a:custGeom>
                <a:avLst/>
                <a:gdLst>
                  <a:gd name="T0" fmla="*/ 128 w 128"/>
                  <a:gd name="T1" fmla="*/ 0 h 104"/>
                  <a:gd name="T2" fmla="*/ 40 w 128"/>
                  <a:gd name="T3" fmla="*/ 104 h 104"/>
                  <a:gd name="T4" fmla="*/ 16 w 128"/>
                  <a:gd name="T5" fmla="*/ 80 h 104"/>
                  <a:gd name="T6" fmla="*/ 0 w 128"/>
                  <a:gd name="T7" fmla="*/ 48 h 104"/>
                  <a:gd name="T8" fmla="*/ 128 w 128"/>
                  <a:gd name="T9" fmla="*/ 0 h 104"/>
                  <a:gd name="T10" fmla="*/ 0 60000 65536"/>
                  <a:gd name="T11" fmla="*/ 0 60000 65536"/>
                  <a:gd name="T12" fmla="*/ 0 60000 65536"/>
                  <a:gd name="T13" fmla="*/ 0 60000 65536"/>
                  <a:gd name="T14" fmla="*/ 0 60000 65536"/>
                  <a:gd name="T15" fmla="*/ 0 w 128"/>
                  <a:gd name="T16" fmla="*/ 0 h 104"/>
                  <a:gd name="T17" fmla="*/ 128 w 128"/>
                  <a:gd name="T18" fmla="*/ 104 h 104"/>
                </a:gdLst>
                <a:ahLst/>
                <a:cxnLst>
                  <a:cxn ang="T10">
                    <a:pos x="T0" y="T1"/>
                  </a:cxn>
                  <a:cxn ang="T11">
                    <a:pos x="T2" y="T3"/>
                  </a:cxn>
                  <a:cxn ang="T12">
                    <a:pos x="T4" y="T5"/>
                  </a:cxn>
                  <a:cxn ang="T13">
                    <a:pos x="T6" y="T7"/>
                  </a:cxn>
                  <a:cxn ang="T14">
                    <a:pos x="T8" y="T9"/>
                  </a:cxn>
                </a:cxnLst>
                <a:rect l="T15" t="T16" r="T17" b="T18"/>
                <a:pathLst>
                  <a:path w="128" h="104">
                    <a:moveTo>
                      <a:pt x="128" y="0"/>
                    </a:moveTo>
                    <a:lnTo>
                      <a:pt x="40" y="104"/>
                    </a:lnTo>
                    <a:lnTo>
                      <a:pt x="16" y="80"/>
                    </a:lnTo>
                    <a:lnTo>
                      <a:pt x="0" y="48"/>
                    </a:lnTo>
                    <a:lnTo>
                      <a:pt x="128" y="0"/>
                    </a:lnTo>
                    <a:close/>
                  </a:path>
                </a:pathLst>
              </a:custGeom>
              <a:solidFill>
                <a:schemeClr val="bg2"/>
              </a:solidFill>
              <a:ln w="9525">
                <a:solidFill>
                  <a:schemeClr val="bg2"/>
                </a:solidFill>
                <a:round/>
                <a:headEnd/>
                <a:tailEnd/>
              </a:ln>
            </p:spPr>
            <p:txBody>
              <a:bodyPr/>
              <a:lstStyle/>
              <a:p>
                <a:endParaRPr lang="en-US"/>
              </a:p>
            </p:txBody>
          </p:sp>
          <p:sp>
            <p:nvSpPr>
              <p:cNvPr id="108622" name="Line 296"/>
              <p:cNvSpPr>
                <a:spLocks noChangeShapeType="1"/>
              </p:cNvSpPr>
              <p:nvPr/>
            </p:nvSpPr>
            <p:spPr bwMode="auto">
              <a:xfrm flipV="1">
                <a:off x="1936" y="2455"/>
                <a:ext cx="790" cy="528"/>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7693" name="Group 297"/>
            <p:cNvGrpSpPr>
              <a:grpSpLocks/>
            </p:cNvGrpSpPr>
            <p:nvPr/>
          </p:nvGrpSpPr>
          <p:grpSpPr bwMode="auto">
            <a:xfrm>
              <a:off x="1952" y="2076"/>
              <a:ext cx="886" cy="290"/>
              <a:chOff x="1952" y="2076"/>
              <a:chExt cx="886" cy="290"/>
            </a:xfrm>
          </p:grpSpPr>
          <p:sp>
            <p:nvSpPr>
              <p:cNvPr id="108619" name="Freeform 298"/>
              <p:cNvSpPr>
                <a:spLocks/>
              </p:cNvSpPr>
              <p:nvPr/>
            </p:nvSpPr>
            <p:spPr bwMode="auto">
              <a:xfrm>
                <a:off x="2702" y="2076"/>
                <a:ext cx="136" cy="72"/>
              </a:xfrm>
              <a:custGeom>
                <a:avLst/>
                <a:gdLst>
                  <a:gd name="T0" fmla="*/ 136 w 136"/>
                  <a:gd name="T1" fmla="*/ 0 h 72"/>
                  <a:gd name="T2" fmla="*/ 16 w 136"/>
                  <a:gd name="T3" fmla="*/ 72 h 72"/>
                  <a:gd name="T4" fmla="*/ 8 w 136"/>
                  <a:gd name="T5" fmla="*/ 40 h 72"/>
                  <a:gd name="T6" fmla="*/ 0 w 136"/>
                  <a:gd name="T7" fmla="*/ 8 h 72"/>
                  <a:gd name="T8" fmla="*/ 136 w 136"/>
                  <a:gd name="T9" fmla="*/ 0 h 72"/>
                  <a:gd name="T10" fmla="*/ 0 60000 65536"/>
                  <a:gd name="T11" fmla="*/ 0 60000 65536"/>
                  <a:gd name="T12" fmla="*/ 0 60000 65536"/>
                  <a:gd name="T13" fmla="*/ 0 60000 65536"/>
                  <a:gd name="T14" fmla="*/ 0 60000 65536"/>
                  <a:gd name="T15" fmla="*/ 0 w 136"/>
                  <a:gd name="T16" fmla="*/ 0 h 72"/>
                  <a:gd name="T17" fmla="*/ 136 w 136"/>
                  <a:gd name="T18" fmla="*/ 72 h 72"/>
                </a:gdLst>
                <a:ahLst/>
                <a:cxnLst>
                  <a:cxn ang="T10">
                    <a:pos x="T0" y="T1"/>
                  </a:cxn>
                  <a:cxn ang="T11">
                    <a:pos x="T2" y="T3"/>
                  </a:cxn>
                  <a:cxn ang="T12">
                    <a:pos x="T4" y="T5"/>
                  </a:cxn>
                  <a:cxn ang="T13">
                    <a:pos x="T6" y="T7"/>
                  </a:cxn>
                  <a:cxn ang="T14">
                    <a:pos x="T8" y="T9"/>
                  </a:cxn>
                </a:cxnLst>
                <a:rect l="T15" t="T16" r="T17" b="T18"/>
                <a:pathLst>
                  <a:path w="136" h="72">
                    <a:moveTo>
                      <a:pt x="136" y="0"/>
                    </a:moveTo>
                    <a:lnTo>
                      <a:pt x="16" y="72"/>
                    </a:lnTo>
                    <a:lnTo>
                      <a:pt x="8" y="40"/>
                    </a:lnTo>
                    <a:lnTo>
                      <a:pt x="0" y="8"/>
                    </a:lnTo>
                    <a:lnTo>
                      <a:pt x="136" y="0"/>
                    </a:lnTo>
                    <a:close/>
                  </a:path>
                </a:pathLst>
              </a:custGeom>
              <a:solidFill>
                <a:schemeClr val="bg2"/>
              </a:solidFill>
              <a:ln w="9525">
                <a:solidFill>
                  <a:schemeClr val="bg2"/>
                </a:solidFill>
                <a:round/>
                <a:headEnd/>
                <a:tailEnd/>
              </a:ln>
            </p:spPr>
            <p:txBody>
              <a:bodyPr/>
              <a:lstStyle/>
              <a:p>
                <a:endParaRPr lang="en-US"/>
              </a:p>
            </p:txBody>
          </p:sp>
          <p:sp>
            <p:nvSpPr>
              <p:cNvPr id="108620" name="Line 299"/>
              <p:cNvSpPr>
                <a:spLocks noChangeShapeType="1"/>
              </p:cNvSpPr>
              <p:nvPr/>
            </p:nvSpPr>
            <p:spPr bwMode="auto">
              <a:xfrm flipV="1">
                <a:off x="1952" y="2114"/>
                <a:ext cx="766" cy="252"/>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7694" name="Group 300"/>
            <p:cNvGrpSpPr>
              <a:grpSpLocks/>
            </p:cNvGrpSpPr>
            <p:nvPr/>
          </p:nvGrpSpPr>
          <p:grpSpPr bwMode="auto">
            <a:xfrm>
              <a:off x="1481" y="1769"/>
              <a:ext cx="894" cy="283"/>
              <a:chOff x="1481" y="1769"/>
              <a:chExt cx="894" cy="283"/>
            </a:xfrm>
          </p:grpSpPr>
          <p:sp>
            <p:nvSpPr>
              <p:cNvPr id="108617" name="Freeform 301"/>
              <p:cNvSpPr>
                <a:spLocks/>
              </p:cNvSpPr>
              <p:nvPr/>
            </p:nvSpPr>
            <p:spPr bwMode="auto">
              <a:xfrm>
                <a:off x="2231" y="1980"/>
                <a:ext cx="144" cy="72"/>
              </a:xfrm>
              <a:custGeom>
                <a:avLst/>
                <a:gdLst>
                  <a:gd name="T0" fmla="*/ 144 w 144"/>
                  <a:gd name="T1" fmla="*/ 72 h 72"/>
                  <a:gd name="T2" fmla="*/ 0 w 144"/>
                  <a:gd name="T3" fmla="*/ 64 h 72"/>
                  <a:gd name="T4" fmla="*/ 16 w 144"/>
                  <a:gd name="T5" fmla="*/ 32 h 72"/>
                  <a:gd name="T6" fmla="*/ 24 w 144"/>
                  <a:gd name="T7" fmla="*/ 0 h 72"/>
                  <a:gd name="T8" fmla="*/ 144 w 144"/>
                  <a:gd name="T9" fmla="*/ 72 h 72"/>
                  <a:gd name="T10" fmla="*/ 0 60000 65536"/>
                  <a:gd name="T11" fmla="*/ 0 60000 65536"/>
                  <a:gd name="T12" fmla="*/ 0 60000 65536"/>
                  <a:gd name="T13" fmla="*/ 0 60000 65536"/>
                  <a:gd name="T14" fmla="*/ 0 60000 65536"/>
                  <a:gd name="T15" fmla="*/ 0 w 144"/>
                  <a:gd name="T16" fmla="*/ 0 h 72"/>
                  <a:gd name="T17" fmla="*/ 144 w 144"/>
                  <a:gd name="T18" fmla="*/ 72 h 72"/>
                </a:gdLst>
                <a:ahLst/>
                <a:cxnLst>
                  <a:cxn ang="T10">
                    <a:pos x="T0" y="T1"/>
                  </a:cxn>
                  <a:cxn ang="T11">
                    <a:pos x="T2" y="T3"/>
                  </a:cxn>
                  <a:cxn ang="T12">
                    <a:pos x="T4" y="T5"/>
                  </a:cxn>
                  <a:cxn ang="T13">
                    <a:pos x="T6" y="T7"/>
                  </a:cxn>
                  <a:cxn ang="T14">
                    <a:pos x="T8" y="T9"/>
                  </a:cxn>
                </a:cxnLst>
                <a:rect l="T15" t="T16" r="T17" b="T18"/>
                <a:pathLst>
                  <a:path w="144" h="72">
                    <a:moveTo>
                      <a:pt x="144" y="72"/>
                    </a:moveTo>
                    <a:lnTo>
                      <a:pt x="0" y="64"/>
                    </a:lnTo>
                    <a:lnTo>
                      <a:pt x="16" y="32"/>
                    </a:lnTo>
                    <a:lnTo>
                      <a:pt x="24" y="0"/>
                    </a:lnTo>
                    <a:lnTo>
                      <a:pt x="144" y="72"/>
                    </a:lnTo>
                    <a:close/>
                  </a:path>
                </a:pathLst>
              </a:custGeom>
              <a:solidFill>
                <a:schemeClr val="bg2"/>
              </a:solidFill>
              <a:ln w="9525">
                <a:solidFill>
                  <a:schemeClr val="bg2"/>
                </a:solidFill>
                <a:round/>
                <a:headEnd/>
                <a:tailEnd/>
              </a:ln>
            </p:spPr>
            <p:txBody>
              <a:bodyPr/>
              <a:lstStyle/>
              <a:p>
                <a:endParaRPr lang="en-US"/>
              </a:p>
            </p:txBody>
          </p:sp>
          <p:sp>
            <p:nvSpPr>
              <p:cNvPr id="108618" name="Line 302"/>
              <p:cNvSpPr>
                <a:spLocks noChangeShapeType="1"/>
              </p:cNvSpPr>
              <p:nvPr/>
            </p:nvSpPr>
            <p:spPr bwMode="auto">
              <a:xfrm>
                <a:off x="1481" y="1769"/>
                <a:ext cx="774" cy="244"/>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107695" name="Oval 303"/>
            <p:cNvSpPr>
              <a:spLocks noChangeArrowheads="1"/>
            </p:cNvSpPr>
            <p:nvPr/>
          </p:nvSpPr>
          <p:spPr bwMode="auto">
            <a:xfrm>
              <a:off x="1457" y="1741"/>
              <a:ext cx="32" cy="40"/>
            </a:xfrm>
            <a:prstGeom prst="ellipse">
              <a:avLst/>
            </a:prstGeom>
            <a:solidFill>
              <a:schemeClr val="bg2"/>
            </a:solidFill>
            <a:ln w="9525">
              <a:solidFill>
                <a:schemeClr val="bg2"/>
              </a:solidFill>
              <a:round/>
              <a:headEnd/>
              <a:tailEnd/>
            </a:ln>
          </p:spPr>
          <p:txBody>
            <a:bodyPr/>
            <a:lstStyle/>
            <a:p>
              <a:endParaRPr lang="en-US"/>
            </a:p>
          </p:txBody>
        </p:sp>
        <p:sp>
          <p:nvSpPr>
            <p:cNvPr id="107696" name="Oval 304"/>
            <p:cNvSpPr>
              <a:spLocks noChangeArrowheads="1"/>
            </p:cNvSpPr>
            <p:nvPr/>
          </p:nvSpPr>
          <p:spPr bwMode="auto">
            <a:xfrm>
              <a:off x="1457" y="1741"/>
              <a:ext cx="32" cy="40"/>
            </a:xfrm>
            <a:prstGeom prst="ellipse">
              <a:avLst/>
            </a:prstGeom>
            <a:solidFill>
              <a:schemeClr val="bg2"/>
            </a:solidFill>
            <a:ln w="25400">
              <a:solidFill>
                <a:schemeClr val="bg2"/>
              </a:solidFill>
              <a:round/>
              <a:headEnd/>
              <a:tailEnd/>
            </a:ln>
          </p:spPr>
          <p:txBody>
            <a:bodyPr/>
            <a:lstStyle/>
            <a:p>
              <a:endParaRPr lang="en-US"/>
            </a:p>
          </p:txBody>
        </p:sp>
        <p:sp>
          <p:nvSpPr>
            <p:cNvPr id="107697" name="Oval 305"/>
            <p:cNvSpPr>
              <a:spLocks noChangeArrowheads="1"/>
            </p:cNvSpPr>
            <p:nvPr/>
          </p:nvSpPr>
          <p:spPr bwMode="auto">
            <a:xfrm>
              <a:off x="1457" y="2044"/>
              <a:ext cx="40" cy="40"/>
            </a:xfrm>
            <a:prstGeom prst="ellipse">
              <a:avLst/>
            </a:prstGeom>
            <a:solidFill>
              <a:schemeClr val="bg2"/>
            </a:solidFill>
            <a:ln w="9525">
              <a:solidFill>
                <a:schemeClr val="bg2"/>
              </a:solidFill>
              <a:round/>
              <a:headEnd/>
              <a:tailEnd/>
            </a:ln>
          </p:spPr>
          <p:txBody>
            <a:bodyPr/>
            <a:lstStyle/>
            <a:p>
              <a:endParaRPr lang="en-US"/>
            </a:p>
          </p:txBody>
        </p:sp>
        <p:sp>
          <p:nvSpPr>
            <p:cNvPr id="107698" name="Oval 306"/>
            <p:cNvSpPr>
              <a:spLocks noChangeArrowheads="1"/>
            </p:cNvSpPr>
            <p:nvPr/>
          </p:nvSpPr>
          <p:spPr bwMode="auto">
            <a:xfrm>
              <a:off x="1457" y="2044"/>
              <a:ext cx="40" cy="40"/>
            </a:xfrm>
            <a:prstGeom prst="ellipse">
              <a:avLst/>
            </a:prstGeom>
            <a:solidFill>
              <a:schemeClr val="bg2"/>
            </a:solidFill>
            <a:ln w="25400">
              <a:solidFill>
                <a:schemeClr val="bg2"/>
              </a:solidFill>
              <a:round/>
              <a:headEnd/>
              <a:tailEnd/>
            </a:ln>
          </p:spPr>
          <p:txBody>
            <a:bodyPr/>
            <a:lstStyle/>
            <a:p>
              <a:endParaRPr lang="en-US"/>
            </a:p>
          </p:txBody>
        </p:sp>
        <p:sp>
          <p:nvSpPr>
            <p:cNvPr id="107699" name="Oval 307"/>
            <p:cNvSpPr>
              <a:spLocks noChangeArrowheads="1"/>
            </p:cNvSpPr>
            <p:nvPr/>
          </p:nvSpPr>
          <p:spPr bwMode="auto">
            <a:xfrm>
              <a:off x="1457" y="2355"/>
              <a:ext cx="40" cy="32"/>
            </a:xfrm>
            <a:prstGeom prst="ellipse">
              <a:avLst/>
            </a:prstGeom>
            <a:solidFill>
              <a:schemeClr val="bg2"/>
            </a:solidFill>
            <a:ln w="9525">
              <a:solidFill>
                <a:schemeClr val="bg2"/>
              </a:solidFill>
              <a:round/>
              <a:headEnd/>
              <a:tailEnd/>
            </a:ln>
          </p:spPr>
          <p:txBody>
            <a:bodyPr/>
            <a:lstStyle/>
            <a:p>
              <a:endParaRPr lang="en-US"/>
            </a:p>
          </p:txBody>
        </p:sp>
        <p:sp>
          <p:nvSpPr>
            <p:cNvPr id="107700" name="Oval 308"/>
            <p:cNvSpPr>
              <a:spLocks noChangeArrowheads="1"/>
            </p:cNvSpPr>
            <p:nvPr/>
          </p:nvSpPr>
          <p:spPr bwMode="auto">
            <a:xfrm>
              <a:off x="1457" y="2355"/>
              <a:ext cx="40" cy="32"/>
            </a:xfrm>
            <a:prstGeom prst="ellipse">
              <a:avLst/>
            </a:prstGeom>
            <a:solidFill>
              <a:schemeClr val="bg2"/>
            </a:solidFill>
            <a:ln w="25400">
              <a:solidFill>
                <a:schemeClr val="bg2"/>
              </a:solidFill>
              <a:round/>
              <a:headEnd/>
              <a:tailEnd/>
            </a:ln>
          </p:spPr>
          <p:txBody>
            <a:bodyPr/>
            <a:lstStyle/>
            <a:p>
              <a:endParaRPr lang="en-US"/>
            </a:p>
          </p:txBody>
        </p:sp>
        <p:sp>
          <p:nvSpPr>
            <p:cNvPr id="107701" name="Oval 309"/>
            <p:cNvSpPr>
              <a:spLocks noChangeArrowheads="1"/>
            </p:cNvSpPr>
            <p:nvPr/>
          </p:nvSpPr>
          <p:spPr bwMode="auto">
            <a:xfrm>
              <a:off x="1457" y="2658"/>
              <a:ext cx="32" cy="32"/>
            </a:xfrm>
            <a:prstGeom prst="ellipse">
              <a:avLst/>
            </a:prstGeom>
            <a:solidFill>
              <a:schemeClr val="bg2"/>
            </a:solidFill>
            <a:ln w="9525">
              <a:solidFill>
                <a:schemeClr val="bg2"/>
              </a:solidFill>
              <a:round/>
              <a:headEnd/>
              <a:tailEnd/>
            </a:ln>
          </p:spPr>
          <p:txBody>
            <a:bodyPr/>
            <a:lstStyle/>
            <a:p>
              <a:endParaRPr lang="en-US"/>
            </a:p>
          </p:txBody>
        </p:sp>
        <p:sp>
          <p:nvSpPr>
            <p:cNvPr id="107702" name="Oval 310"/>
            <p:cNvSpPr>
              <a:spLocks noChangeArrowheads="1"/>
            </p:cNvSpPr>
            <p:nvPr/>
          </p:nvSpPr>
          <p:spPr bwMode="auto">
            <a:xfrm>
              <a:off x="1457" y="2658"/>
              <a:ext cx="32" cy="32"/>
            </a:xfrm>
            <a:prstGeom prst="ellipse">
              <a:avLst/>
            </a:prstGeom>
            <a:solidFill>
              <a:schemeClr val="bg2"/>
            </a:solidFill>
            <a:ln w="25400">
              <a:solidFill>
                <a:schemeClr val="bg2"/>
              </a:solidFill>
              <a:round/>
              <a:headEnd/>
              <a:tailEnd/>
            </a:ln>
          </p:spPr>
          <p:txBody>
            <a:bodyPr/>
            <a:lstStyle/>
            <a:p>
              <a:endParaRPr lang="en-US"/>
            </a:p>
          </p:txBody>
        </p:sp>
        <p:sp>
          <p:nvSpPr>
            <p:cNvPr id="107703" name="Oval 311"/>
            <p:cNvSpPr>
              <a:spLocks noChangeArrowheads="1"/>
            </p:cNvSpPr>
            <p:nvPr/>
          </p:nvSpPr>
          <p:spPr bwMode="auto">
            <a:xfrm>
              <a:off x="1449" y="2969"/>
              <a:ext cx="40" cy="32"/>
            </a:xfrm>
            <a:prstGeom prst="ellipse">
              <a:avLst/>
            </a:prstGeom>
            <a:solidFill>
              <a:schemeClr val="bg2"/>
            </a:solidFill>
            <a:ln w="9525">
              <a:solidFill>
                <a:schemeClr val="bg2"/>
              </a:solidFill>
              <a:round/>
              <a:headEnd/>
              <a:tailEnd/>
            </a:ln>
          </p:spPr>
          <p:txBody>
            <a:bodyPr/>
            <a:lstStyle/>
            <a:p>
              <a:endParaRPr lang="en-US"/>
            </a:p>
          </p:txBody>
        </p:sp>
        <p:sp>
          <p:nvSpPr>
            <p:cNvPr id="107704" name="Oval 312"/>
            <p:cNvSpPr>
              <a:spLocks noChangeArrowheads="1"/>
            </p:cNvSpPr>
            <p:nvPr/>
          </p:nvSpPr>
          <p:spPr bwMode="auto">
            <a:xfrm>
              <a:off x="1449" y="2969"/>
              <a:ext cx="40" cy="32"/>
            </a:xfrm>
            <a:prstGeom prst="ellipse">
              <a:avLst/>
            </a:prstGeom>
            <a:solidFill>
              <a:schemeClr val="bg2"/>
            </a:solidFill>
            <a:ln w="25400">
              <a:solidFill>
                <a:schemeClr val="bg2"/>
              </a:solidFill>
              <a:round/>
              <a:headEnd/>
              <a:tailEnd/>
            </a:ln>
          </p:spPr>
          <p:txBody>
            <a:bodyPr/>
            <a:lstStyle/>
            <a:p>
              <a:endParaRPr lang="en-US"/>
            </a:p>
          </p:txBody>
        </p:sp>
        <p:grpSp>
          <p:nvGrpSpPr>
            <p:cNvPr id="107705" name="Group 313"/>
            <p:cNvGrpSpPr>
              <a:grpSpLocks/>
            </p:cNvGrpSpPr>
            <p:nvPr/>
          </p:nvGrpSpPr>
          <p:grpSpPr bwMode="auto">
            <a:xfrm>
              <a:off x="1912" y="1741"/>
              <a:ext cx="40" cy="1260"/>
              <a:chOff x="1912" y="1741"/>
              <a:chExt cx="40" cy="1260"/>
            </a:xfrm>
          </p:grpSpPr>
          <p:sp>
            <p:nvSpPr>
              <p:cNvPr id="108607" name="Oval 314"/>
              <p:cNvSpPr>
                <a:spLocks noChangeArrowheads="1"/>
              </p:cNvSpPr>
              <p:nvPr/>
            </p:nvSpPr>
            <p:spPr bwMode="auto">
              <a:xfrm>
                <a:off x="1920" y="1741"/>
                <a:ext cx="32" cy="32"/>
              </a:xfrm>
              <a:prstGeom prst="ellipse">
                <a:avLst/>
              </a:prstGeom>
              <a:solidFill>
                <a:schemeClr val="bg2"/>
              </a:solidFill>
              <a:ln w="9525">
                <a:solidFill>
                  <a:schemeClr val="bg2"/>
                </a:solidFill>
                <a:round/>
                <a:headEnd/>
                <a:tailEnd/>
              </a:ln>
            </p:spPr>
            <p:txBody>
              <a:bodyPr/>
              <a:lstStyle/>
              <a:p>
                <a:endParaRPr lang="en-US"/>
              </a:p>
            </p:txBody>
          </p:sp>
          <p:sp>
            <p:nvSpPr>
              <p:cNvPr id="108608" name="Oval 315"/>
              <p:cNvSpPr>
                <a:spLocks noChangeArrowheads="1"/>
              </p:cNvSpPr>
              <p:nvPr/>
            </p:nvSpPr>
            <p:spPr bwMode="auto">
              <a:xfrm>
                <a:off x="1920" y="1741"/>
                <a:ext cx="32" cy="32"/>
              </a:xfrm>
              <a:prstGeom prst="ellipse">
                <a:avLst/>
              </a:prstGeom>
              <a:solidFill>
                <a:schemeClr val="bg2"/>
              </a:solidFill>
              <a:ln w="25400">
                <a:solidFill>
                  <a:schemeClr val="bg2"/>
                </a:solidFill>
                <a:round/>
                <a:headEnd/>
                <a:tailEnd/>
              </a:ln>
            </p:spPr>
            <p:txBody>
              <a:bodyPr/>
              <a:lstStyle/>
              <a:p>
                <a:endParaRPr lang="en-US"/>
              </a:p>
            </p:txBody>
          </p:sp>
          <p:sp>
            <p:nvSpPr>
              <p:cNvPr id="108609" name="Oval 316"/>
              <p:cNvSpPr>
                <a:spLocks noChangeArrowheads="1"/>
              </p:cNvSpPr>
              <p:nvPr/>
            </p:nvSpPr>
            <p:spPr bwMode="auto">
              <a:xfrm>
                <a:off x="1920" y="2044"/>
                <a:ext cx="32" cy="32"/>
              </a:xfrm>
              <a:prstGeom prst="ellipse">
                <a:avLst/>
              </a:prstGeom>
              <a:solidFill>
                <a:schemeClr val="bg2"/>
              </a:solidFill>
              <a:ln w="9525">
                <a:solidFill>
                  <a:schemeClr val="bg2"/>
                </a:solidFill>
                <a:round/>
                <a:headEnd/>
                <a:tailEnd/>
              </a:ln>
            </p:spPr>
            <p:txBody>
              <a:bodyPr/>
              <a:lstStyle/>
              <a:p>
                <a:endParaRPr lang="en-US"/>
              </a:p>
            </p:txBody>
          </p:sp>
          <p:sp>
            <p:nvSpPr>
              <p:cNvPr id="108610" name="Oval 317"/>
              <p:cNvSpPr>
                <a:spLocks noChangeArrowheads="1"/>
              </p:cNvSpPr>
              <p:nvPr/>
            </p:nvSpPr>
            <p:spPr bwMode="auto">
              <a:xfrm>
                <a:off x="1920" y="2044"/>
                <a:ext cx="32" cy="32"/>
              </a:xfrm>
              <a:prstGeom prst="ellipse">
                <a:avLst/>
              </a:prstGeom>
              <a:solidFill>
                <a:schemeClr val="bg2"/>
              </a:solidFill>
              <a:ln w="25400">
                <a:solidFill>
                  <a:schemeClr val="bg2"/>
                </a:solidFill>
                <a:round/>
                <a:headEnd/>
                <a:tailEnd/>
              </a:ln>
            </p:spPr>
            <p:txBody>
              <a:bodyPr/>
              <a:lstStyle/>
              <a:p>
                <a:endParaRPr lang="en-US"/>
              </a:p>
            </p:txBody>
          </p:sp>
          <p:sp>
            <p:nvSpPr>
              <p:cNvPr id="108611" name="Oval 318"/>
              <p:cNvSpPr>
                <a:spLocks noChangeArrowheads="1"/>
              </p:cNvSpPr>
              <p:nvPr/>
            </p:nvSpPr>
            <p:spPr bwMode="auto">
              <a:xfrm>
                <a:off x="1920" y="2347"/>
                <a:ext cx="32" cy="40"/>
              </a:xfrm>
              <a:prstGeom prst="ellipse">
                <a:avLst/>
              </a:prstGeom>
              <a:solidFill>
                <a:schemeClr val="bg2"/>
              </a:solidFill>
              <a:ln w="9525">
                <a:solidFill>
                  <a:schemeClr val="bg2"/>
                </a:solidFill>
                <a:round/>
                <a:headEnd/>
                <a:tailEnd/>
              </a:ln>
            </p:spPr>
            <p:txBody>
              <a:bodyPr/>
              <a:lstStyle/>
              <a:p>
                <a:endParaRPr lang="en-US"/>
              </a:p>
            </p:txBody>
          </p:sp>
          <p:sp>
            <p:nvSpPr>
              <p:cNvPr id="108612" name="Oval 319"/>
              <p:cNvSpPr>
                <a:spLocks noChangeArrowheads="1"/>
              </p:cNvSpPr>
              <p:nvPr/>
            </p:nvSpPr>
            <p:spPr bwMode="auto">
              <a:xfrm>
                <a:off x="1920" y="2347"/>
                <a:ext cx="32" cy="40"/>
              </a:xfrm>
              <a:prstGeom prst="ellipse">
                <a:avLst/>
              </a:prstGeom>
              <a:solidFill>
                <a:schemeClr val="bg2"/>
              </a:solidFill>
              <a:ln w="25400">
                <a:solidFill>
                  <a:schemeClr val="bg2"/>
                </a:solidFill>
                <a:round/>
                <a:headEnd/>
                <a:tailEnd/>
              </a:ln>
            </p:spPr>
            <p:txBody>
              <a:bodyPr/>
              <a:lstStyle/>
              <a:p>
                <a:endParaRPr lang="en-US"/>
              </a:p>
            </p:txBody>
          </p:sp>
          <p:sp>
            <p:nvSpPr>
              <p:cNvPr id="108613" name="Oval 320"/>
              <p:cNvSpPr>
                <a:spLocks noChangeArrowheads="1"/>
              </p:cNvSpPr>
              <p:nvPr/>
            </p:nvSpPr>
            <p:spPr bwMode="auto">
              <a:xfrm>
                <a:off x="1920" y="2658"/>
                <a:ext cx="32" cy="32"/>
              </a:xfrm>
              <a:prstGeom prst="ellipse">
                <a:avLst/>
              </a:prstGeom>
              <a:solidFill>
                <a:schemeClr val="bg2"/>
              </a:solidFill>
              <a:ln w="9525">
                <a:solidFill>
                  <a:schemeClr val="bg2"/>
                </a:solidFill>
                <a:round/>
                <a:headEnd/>
                <a:tailEnd/>
              </a:ln>
            </p:spPr>
            <p:txBody>
              <a:bodyPr/>
              <a:lstStyle/>
              <a:p>
                <a:endParaRPr lang="en-US"/>
              </a:p>
            </p:txBody>
          </p:sp>
          <p:sp>
            <p:nvSpPr>
              <p:cNvPr id="108614" name="Oval 321"/>
              <p:cNvSpPr>
                <a:spLocks noChangeArrowheads="1"/>
              </p:cNvSpPr>
              <p:nvPr/>
            </p:nvSpPr>
            <p:spPr bwMode="auto">
              <a:xfrm>
                <a:off x="1920" y="2658"/>
                <a:ext cx="32" cy="32"/>
              </a:xfrm>
              <a:prstGeom prst="ellipse">
                <a:avLst/>
              </a:prstGeom>
              <a:solidFill>
                <a:schemeClr val="bg2"/>
              </a:solidFill>
              <a:ln w="25400">
                <a:solidFill>
                  <a:schemeClr val="bg2"/>
                </a:solidFill>
                <a:round/>
                <a:headEnd/>
                <a:tailEnd/>
              </a:ln>
            </p:spPr>
            <p:txBody>
              <a:bodyPr/>
              <a:lstStyle/>
              <a:p>
                <a:endParaRPr lang="en-US"/>
              </a:p>
            </p:txBody>
          </p:sp>
          <p:sp>
            <p:nvSpPr>
              <p:cNvPr id="108615" name="Oval 322"/>
              <p:cNvSpPr>
                <a:spLocks noChangeArrowheads="1"/>
              </p:cNvSpPr>
              <p:nvPr/>
            </p:nvSpPr>
            <p:spPr bwMode="auto">
              <a:xfrm>
                <a:off x="1912" y="2961"/>
                <a:ext cx="32" cy="40"/>
              </a:xfrm>
              <a:prstGeom prst="ellipse">
                <a:avLst/>
              </a:prstGeom>
              <a:solidFill>
                <a:schemeClr val="bg2"/>
              </a:solidFill>
              <a:ln w="9525">
                <a:solidFill>
                  <a:schemeClr val="bg2"/>
                </a:solidFill>
                <a:round/>
                <a:headEnd/>
                <a:tailEnd/>
              </a:ln>
            </p:spPr>
            <p:txBody>
              <a:bodyPr/>
              <a:lstStyle/>
              <a:p>
                <a:endParaRPr lang="en-US"/>
              </a:p>
            </p:txBody>
          </p:sp>
          <p:sp>
            <p:nvSpPr>
              <p:cNvPr id="108616" name="Oval 323"/>
              <p:cNvSpPr>
                <a:spLocks noChangeArrowheads="1"/>
              </p:cNvSpPr>
              <p:nvPr/>
            </p:nvSpPr>
            <p:spPr bwMode="auto">
              <a:xfrm>
                <a:off x="1912" y="2961"/>
                <a:ext cx="32" cy="40"/>
              </a:xfrm>
              <a:prstGeom prst="ellipse">
                <a:avLst/>
              </a:prstGeom>
              <a:solidFill>
                <a:schemeClr val="bg2"/>
              </a:solidFill>
              <a:ln w="25400">
                <a:solidFill>
                  <a:schemeClr val="bg2"/>
                </a:solidFill>
                <a:round/>
                <a:headEnd/>
                <a:tailEnd/>
              </a:ln>
            </p:spPr>
            <p:txBody>
              <a:bodyPr/>
              <a:lstStyle/>
              <a:p>
                <a:endParaRPr lang="en-US"/>
              </a:p>
            </p:txBody>
          </p:sp>
        </p:grpSp>
        <p:grpSp>
          <p:nvGrpSpPr>
            <p:cNvPr id="107706" name="Group 324"/>
            <p:cNvGrpSpPr>
              <a:grpSpLocks/>
            </p:cNvGrpSpPr>
            <p:nvPr/>
          </p:nvGrpSpPr>
          <p:grpSpPr bwMode="auto">
            <a:xfrm>
              <a:off x="2375" y="1749"/>
              <a:ext cx="40" cy="1252"/>
              <a:chOff x="2375" y="1749"/>
              <a:chExt cx="40" cy="1252"/>
            </a:xfrm>
          </p:grpSpPr>
          <p:sp>
            <p:nvSpPr>
              <p:cNvPr id="108597" name="Oval 325"/>
              <p:cNvSpPr>
                <a:spLocks noChangeArrowheads="1"/>
              </p:cNvSpPr>
              <p:nvPr/>
            </p:nvSpPr>
            <p:spPr bwMode="auto">
              <a:xfrm>
                <a:off x="2375" y="1749"/>
                <a:ext cx="32" cy="32"/>
              </a:xfrm>
              <a:prstGeom prst="ellipse">
                <a:avLst/>
              </a:prstGeom>
              <a:solidFill>
                <a:schemeClr val="bg2"/>
              </a:solidFill>
              <a:ln w="9525">
                <a:solidFill>
                  <a:schemeClr val="bg2"/>
                </a:solidFill>
                <a:round/>
                <a:headEnd/>
                <a:tailEnd/>
              </a:ln>
            </p:spPr>
            <p:txBody>
              <a:bodyPr/>
              <a:lstStyle/>
              <a:p>
                <a:endParaRPr lang="en-US"/>
              </a:p>
            </p:txBody>
          </p:sp>
          <p:sp>
            <p:nvSpPr>
              <p:cNvPr id="108598" name="Oval 326"/>
              <p:cNvSpPr>
                <a:spLocks noChangeArrowheads="1"/>
              </p:cNvSpPr>
              <p:nvPr/>
            </p:nvSpPr>
            <p:spPr bwMode="auto">
              <a:xfrm>
                <a:off x="2375" y="1749"/>
                <a:ext cx="32" cy="32"/>
              </a:xfrm>
              <a:prstGeom prst="ellipse">
                <a:avLst/>
              </a:prstGeom>
              <a:solidFill>
                <a:schemeClr val="bg2"/>
              </a:solidFill>
              <a:ln w="25400">
                <a:solidFill>
                  <a:schemeClr val="bg2"/>
                </a:solidFill>
                <a:round/>
                <a:headEnd/>
                <a:tailEnd/>
              </a:ln>
            </p:spPr>
            <p:txBody>
              <a:bodyPr/>
              <a:lstStyle/>
              <a:p>
                <a:endParaRPr lang="en-US"/>
              </a:p>
            </p:txBody>
          </p:sp>
          <p:sp>
            <p:nvSpPr>
              <p:cNvPr id="108599" name="Oval 327"/>
              <p:cNvSpPr>
                <a:spLocks noChangeArrowheads="1"/>
              </p:cNvSpPr>
              <p:nvPr/>
            </p:nvSpPr>
            <p:spPr bwMode="auto">
              <a:xfrm>
                <a:off x="2383" y="2052"/>
                <a:ext cx="32" cy="32"/>
              </a:xfrm>
              <a:prstGeom prst="ellipse">
                <a:avLst/>
              </a:prstGeom>
              <a:solidFill>
                <a:schemeClr val="bg2"/>
              </a:solidFill>
              <a:ln w="9525">
                <a:solidFill>
                  <a:schemeClr val="bg2"/>
                </a:solidFill>
                <a:round/>
                <a:headEnd/>
                <a:tailEnd/>
              </a:ln>
            </p:spPr>
            <p:txBody>
              <a:bodyPr/>
              <a:lstStyle/>
              <a:p>
                <a:endParaRPr lang="en-US"/>
              </a:p>
            </p:txBody>
          </p:sp>
          <p:sp>
            <p:nvSpPr>
              <p:cNvPr id="108600" name="Oval 328"/>
              <p:cNvSpPr>
                <a:spLocks noChangeArrowheads="1"/>
              </p:cNvSpPr>
              <p:nvPr/>
            </p:nvSpPr>
            <p:spPr bwMode="auto">
              <a:xfrm>
                <a:off x="2383" y="2052"/>
                <a:ext cx="32" cy="32"/>
              </a:xfrm>
              <a:prstGeom prst="ellipse">
                <a:avLst/>
              </a:prstGeom>
              <a:solidFill>
                <a:schemeClr val="bg2"/>
              </a:solidFill>
              <a:ln w="25400">
                <a:solidFill>
                  <a:schemeClr val="bg2"/>
                </a:solidFill>
                <a:round/>
                <a:headEnd/>
                <a:tailEnd/>
              </a:ln>
            </p:spPr>
            <p:txBody>
              <a:bodyPr/>
              <a:lstStyle/>
              <a:p>
                <a:endParaRPr lang="en-US"/>
              </a:p>
            </p:txBody>
          </p:sp>
          <p:sp>
            <p:nvSpPr>
              <p:cNvPr id="108601" name="Oval 329"/>
              <p:cNvSpPr>
                <a:spLocks noChangeArrowheads="1"/>
              </p:cNvSpPr>
              <p:nvPr/>
            </p:nvSpPr>
            <p:spPr bwMode="auto">
              <a:xfrm>
                <a:off x="2383" y="2355"/>
                <a:ext cx="32" cy="32"/>
              </a:xfrm>
              <a:prstGeom prst="ellipse">
                <a:avLst/>
              </a:prstGeom>
              <a:solidFill>
                <a:schemeClr val="bg2"/>
              </a:solidFill>
              <a:ln w="9525">
                <a:solidFill>
                  <a:schemeClr val="bg2"/>
                </a:solidFill>
                <a:round/>
                <a:headEnd/>
                <a:tailEnd/>
              </a:ln>
            </p:spPr>
            <p:txBody>
              <a:bodyPr/>
              <a:lstStyle/>
              <a:p>
                <a:endParaRPr lang="en-US"/>
              </a:p>
            </p:txBody>
          </p:sp>
          <p:sp>
            <p:nvSpPr>
              <p:cNvPr id="108602" name="Oval 330"/>
              <p:cNvSpPr>
                <a:spLocks noChangeArrowheads="1"/>
              </p:cNvSpPr>
              <p:nvPr/>
            </p:nvSpPr>
            <p:spPr bwMode="auto">
              <a:xfrm>
                <a:off x="2383" y="2355"/>
                <a:ext cx="32" cy="32"/>
              </a:xfrm>
              <a:prstGeom prst="ellipse">
                <a:avLst/>
              </a:prstGeom>
              <a:solidFill>
                <a:schemeClr val="bg2"/>
              </a:solidFill>
              <a:ln w="25400">
                <a:solidFill>
                  <a:schemeClr val="bg2"/>
                </a:solidFill>
                <a:round/>
                <a:headEnd/>
                <a:tailEnd/>
              </a:ln>
            </p:spPr>
            <p:txBody>
              <a:bodyPr/>
              <a:lstStyle/>
              <a:p>
                <a:endParaRPr lang="en-US"/>
              </a:p>
            </p:txBody>
          </p:sp>
          <p:sp>
            <p:nvSpPr>
              <p:cNvPr id="108603" name="Oval 331"/>
              <p:cNvSpPr>
                <a:spLocks noChangeArrowheads="1"/>
              </p:cNvSpPr>
              <p:nvPr/>
            </p:nvSpPr>
            <p:spPr bwMode="auto">
              <a:xfrm>
                <a:off x="2375" y="2658"/>
                <a:ext cx="32" cy="40"/>
              </a:xfrm>
              <a:prstGeom prst="ellipse">
                <a:avLst/>
              </a:prstGeom>
              <a:solidFill>
                <a:schemeClr val="bg2"/>
              </a:solidFill>
              <a:ln w="9525">
                <a:solidFill>
                  <a:schemeClr val="bg2"/>
                </a:solidFill>
                <a:round/>
                <a:headEnd/>
                <a:tailEnd/>
              </a:ln>
            </p:spPr>
            <p:txBody>
              <a:bodyPr/>
              <a:lstStyle/>
              <a:p>
                <a:endParaRPr lang="en-US"/>
              </a:p>
            </p:txBody>
          </p:sp>
          <p:sp>
            <p:nvSpPr>
              <p:cNvPr id="108604" name="Oval 332"/>
              <p:cNvSpPr>
                <a:spLocks noChangeArrowheads="1"/>
              </p:cNvSpPr>
              <p:nvPr/>
            </p:nvSpPr>
            <p:spPr bwMode="auto">
              <a:xfrm>
                <a:off x="2375" y="2658"/>
                <a:ext cx="32" cy="40"/>
              </a:xfrm>
              <a:prstGeom prst="ellipse">
                <a:avLst/>
              </a:prstGeom>
              <a:solidFill>
                <a:schemeClr val="bg2"/>
              </a:solidFill>
              <a:ln w="25400">
                <a:solidFill>
                  <a:schemeClr val="bg2"/>
                </a:solidFill>
                <a:round/>
                <a:headEnd/>
                <a:tailEnd/>
              </a:ln>
            </p:spPr>
            <p:txBody>
              <a:bodyPr/>
              <a:lstStyle/>
              <a:p>
                <a:endParaRPr lang="en-US"/>
              </a:p>
            </p:txBody>
          </p:sp>
          <p:sp>
            <p:nvSpPr>
              <p:cNvPr id="108605" name="Oval 333"/>
              <p:cNvSpPr>
                <a:spLocks noChangeArrowheads="1"/>
              </p:cNvSpPr>
              <p:nvPr/>
            </p:nvSpPr>
            <p:spPr bwMode="auto">
              <a:xfrm>
                <a:off x="2375" y="2969"/>
                <a:ext cx="32" cy="32"/>
              </a:xfrm>
              <a:prstGeom prst="ellipse">
                <a:avLst/>
              </a:prstGeom>
              <a:solidFill>
                <a:schemeClr val="bg2"/>
              </a:solidFill>
              <a:ln w="9525">
                <a:solidFill>
                  <a:schemeClr val="bg2"/>
                </a:solidFill>
                <a:round/>
                <a:headEnd/>
                <a:tailEnd/>
              </a:ln>
            </p:spPr>
            <p:txBody>
              <a:bodyPr/>
              <a:lstStyle/>
              <a:p>
                <a:endParaRPr lang="en-US"/>
              </a:p>
            </p:txBody>
          </p:sp>
          <p:sp>
            <p:nvSpPr>
              <p:cNvPr id="108606" name="Oval 334"/>
              <p:cNvSpPr>
                <a:spLocks noChangeArrowheads="1"/>
              </p:cNvSpPr>
              <p:nvPr/>
            </p:nvSpPr>
            <p:spPr bwMode="auto">
              <a:xfrm>
                <a:off x="2375" y="2969"/>
                <a:ext cx="32" cy="32"/>
              </a:xfrm>
              <a:prstGeom prst="ellipse">
                <a:avLst/>
              </a:prstGeom>
              <a:solidFill>
                <a:schemeClr val="bg2"/>
              </a:solidFill>
              <a:ln w="25400">
                <a:solidFill>
                  <a:schemeClr val="bg2"/>
                </a:solidFill>
                <a:round/>
                <a:headEnd/>
                <a:tailEnd/>
              </a:ln>
            </p:spPr>
            <p:txBody>
              <a:bodyPr/>
              <a:lstStyle/>
              <a:p>
                <a:endParaRPr lang="en-US"/>
              </a:p>
            </p:txBody>
          </p:sp>
        </p:grpSp>
        <p:grpSp>
          <p:nvGrpSpPr>
            <p:cNvPr id="107707" name="Group 335"/>
            <p:cNvGrpSpPr>
              <a:grpSpLocks/>
            </p:cNvGrpSpPr>
            <p:nvPr/>
          </p:nvGrpSpPr>
          <p:grpSpPr bwMode="auto">
            <a:xfrm>
              <a:off x="1489" y="2076"/>
              <a:ext cx="431" cy="284"/>
              <a:chOff x="1489" y="2076"/>
              <a:chExt cx="431" cy="284"/>
            </a:xfrm>
          </p:grpSpPr>
          <p:sp>
            <p:nvSpPr>
              <p:cNvPr id="108595" name="Freeform 336"/>
              <p:cNvSpPr>
                <a:spLocks/>
              </p:cNvSpPr>
              <p:nvPr/>
            </p:nvSpPr>
            <p:spPr bwMode="auto">
              <a:xfrm>
                <a:off x="1784" y="2076"/>
                <a:ext cx="136" cy="96"/>
              </a:xfrm>
              <a:custGeom>
                <a:avLst/>
                <a:gdLst>
                  <a:gd name="T0" fmla="*/ 136 w 136"/>
                  <a:gd name="T1" fmla="*/ 0 h 96"/>
                  <a:gd name="T2" fmla="*/ 40 w 136"/>
                  <a:gd name="T3" fmla="*/ 96 h 96"/>
                  <a:gd name="T4" fmla="*/ 24 w 136"/>
                  <a:gd name="T5" fmla="*/ 72 h 96"/>
                  <a:gd name="T6" fmla="*/ 0 w 136"/>
                  <a:gd name="T7" fmla="*/ 40 h 96"/>
                  <a:gd name="T8" fmla="*/ 136 w 136"/>
                  <a:gd name="T9" fmla="*/ 0 h 96"/>
                  <a:gd name="T10" fmla="*/ 0 60000 65536"/>
                  <a:gd name="T11" fmla="*/ 0 60000 65536"/>
                  <a:gd name="T12" fmla="*/ 0 60000 65536"/>
                  <a:gd name="T13" fmla="*/ 0 60000 65536"/>
                  <a:gd name="T14" fmla="*/ 0 60000 65536"/>
                  <a:gd name="T15" fmla="*/ 0 w 136"/>
                  <a:gd name="T16" fmla="*/ 0 h 96"/>
                  <a:gd name="T17" fmla="*/ 136 w 136"/>
                  <a:gd name="T18" fmla="*/ 96 h 96"/>
                </a:gdLst>
                <a:ahLst/>
                <a:cxnLst>
                  <a:cxn ang="T10">
                    <a:pos x="T0" y="T1"/>
                  </a:cxn>
                  <a:cxn ang="T11">
                    <a:pos x="T2" y="T3"/>
                  </a:cxn>
                  <a:cxn ang="T12">
                    <a:pos x="T4" y="T5"/>
                  </a:cxn>
                  <a:cxn ang="T13">
                    <a:pos x="T6" y="T7"/>
                  </a:cxn>
                  <a:cxn ang="T14">
                    <a:pos x="T8" y="T9"/>
                  </a:cxn>
                </a:cxnLst>
                <a:rect l="T15" t="T16" r="T17" b="T18"/>
                <a:pathLst>
                  <a:path w="136" h="96">
                    <a:moveTo>
                      <a:pt x="136" y="0"/>
                    </a:moveTo>
                    <a:lnTo>
                      <a:pt x="40" y="96"/>
                    </a:lnTo>
                    <a:lnTo>
                      <a:pt x="24" y="72"/>
                    </a:lnTo>
                    <a:lnTo>
                      <a:pt x="0" y="40"/>
                    </a:lnTo>
                    <a:lnTo>
                      <a:pt x="136" y="0"/>
                    </a:lnTo>
                    <a:close/>
                  </a:path>
                </a:pathLst>
              </a:custGeom>
              <a:solidFill>
                <a:schemeClr val="bg2"/>
              </a:solidFill>
              <a:ln w="9525">
                <a:solidFill>
                  <a:schemeClr val="bg2"/>
                </a:solidFill>
                <a:round/>
                <a:headEnd/>
                <a:tailEnd/>
              </a:ln>
            </p:spPr>
            <p:txBody>
              <a:bodyPr/>
              <a:lstStyle/>
              <a:p>
                <a:endParaRPr lang="en-US"/>
              </a:p>
            </p:txBody>
          </p:sp>
          <p:sp>
            <p:nvSpPr>
              <p:cNvPr id="108596" name="Line 337"/>
              <p:cNvSpPr>
                <a:spLocks noChangeShapeType="1"/>
              </p:cNvSpPr>
              <p:nvPr/>
            </p:nvSpPr>
            <p:spPr bwMode="auto">
              <a:xfrm flipV="1">
                <a:off x="1489" y="2143"/>
                <a:ext cx="327" cy="217"/>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7708" name="Group 338"/>
            <p:cNvGrpSpPr>
              <a:grpSpLocks/>
            </p:cNvGrpSpPr>
            <p:nvPr/>
          </p:nvGrpSpPr>
          <p:grpSpPr bwMode="auto">
            <a:xfrm>
              <a:off x="1489" y="1733"/>
              <a:ext cx="423" cy="56"/>
              <a:chOff x="1489" y="1733"/>
              <a:chExt cx="423" cy="56"/>
            </a:xfrm>
          </p:grpSpPr>
          <p:sp>
            <p:nvSpPr>
              <p:cNvPr id="108587" name="Freeform 339"/>
              <p:cNvSpPr>
                <a:spLocks/>
              </p:cNvSpPr>
              <p:nvPr/>
            </p:nvSpPr>
            <p:spPr bwMode="auto">
              <a:xfrm>
                <a:off x="1792" y="1733"/>
                <a:ext cx="120" cy="56"/>
              </a:xfrm>
              <a:custGeom>
                <a:avLst/>
                <a:gdLst>
                  <a:gd name="T0" fmla="*/ 120 w 120"/>
                  <a:gd name="T1" fmla="*/ 24 h 56"/>
                  <a:gd name="T2" fmla="*/ 0 w 120"/>
                  <a:gd name="T3" fmla="*/ 56 h 56"/>
                  <a:gd name="T4" fmla="*/ 0 w 120"/>
                  <a:gd name="T5" fmla="*/ 24 h 56"/>
                  <a:gd name="T6" fmla="*/ 0 w 120"/>
                  <a:gd name="T7" fmla="*/ 0 h 56"/>
                  <a:gd name="T8" fmla="*/ 120 w 120"/>
                  <a:gd name="T9" fmla="*/ 24 h 56"/>
                  <a:gd name="T10" fmla="*/ 0 60000 65536"/>
                  <a:gd name="T11" fmla="*/ 0 60000 65536"/>
                  <a:gd name="T12" fmla="*/ 0 60000 65536"/>
                  <a:gd name="T13" fmla="*/ 0 60000 65536"/>
                  <a:gd name="T14" fmla="*/ 0 60000 65536"/>
                  <a:gd name="T15" fmla="*/ 0 w 120"/>
                  <a:gd name="T16" fmla="*/ 0 h 56"/>
                  <a:gd name="T17" fmla="*/ 120 w 120"/>
                  <a:gd name="T18" fmla="*/ 56 h 56"/>
                </a:gdLst>
                <a:ahLst/>
                <a:cxnLst>
                  <a:cxn ang="T10">
                    <a:pos x="T0" y="T1"/>
                  </a:cxn>
                  <a:cxn ang="T11">
                    <a:pos x="T2" y="T3"/>
                  </a:cxn>
                  <a:cxn ang="T12">
                    <a:pos x="T4" y="T5"/>
                  </a:cxn>
                  <a:cxn ang="T13">
                    <a:pos x="T6" y="T7"/>
                  </a:cxn>
                  <a:cxn ang="T14">
                    <a:pos x="T8" y="T9"/>
                  </a:cxn>
                </a:cxnLst>
                <a:rect l="T15" t="T16" r="T17" b="T18"/>
                <a:pathLst>
                  <a:path w="120" h="56">
                    <a:moveTo>
                      <a:pt x="120" y="24"/>
                    </a:moveTo>
                    <a:lnTo>
                      <a:pt x="0" y="56"/>
                    </a:lnTo>
                    <a:lnTo>
                      <a:pt x="0" y="24"/>
                    </a:lnTo>
                    <a:lnTo>
                      <a:pt x="0" y="0"/>
                    </a:lnTo>
                    <a:lnTo>
                      <a:pt x="120" y="24"/>
                    </a:lnTo>
                    <a:close/>
                  </a:path>
                </a:pathLst>
              </a:custGeom>
              <a:solidFill>
                <a:schemeClr val="bg2"/>
              </a:solidFill>
              <a:ln w="9525">
                <a:solidFill>
                  <a:schemeClr val="bg2"/>
                </a:solidFill>
                <a:round/>
                <a:headEnd/>
                <a:tailEnd/>
              </a:ln>
            </p:spPr>
            <p:txBody>
              <a:bodyPr/>
              <a:lstStyle/>
              <a:p>
                <a:endParaRPr lang="en-US"/>
              </a:p>
            </p:txBody>
          </p:sp>
          <p:grpSp>
            <p:nvGrpSpPr>
              <p:cNvPr id="108588" name="Group 340"/>
              <p:cNvGrpSpPr>
                <a:grpSpLocks/>
              </p:cNvGrpSpPr>
              <p:nvPr/>
            </p:nvGrpSpPr>
            <p:grpSpPr bwMode="auto">
              <a:xfrm>
                <a:off x="1489" y="1757"/>
                <a:ext cx="295" cy="1"/>
                <a:chOff x="1489" y="1757"/>
                <a:chExt cx="295" cy="1"/>
              </a:xfrm>
            </p:grpSpPr>
            <p:sp>
              <p:nvSpPr>
                <p:cNvPr id="108589" name="Line 341"/>
                <p:cNvSpPr>
                  <a:spLocks noChangeShapeType="1"/>
                </p:cNvSpPr>
                <p:nvPr/>
              </p:nvSpPr>
              <p:spPr bwMode="auto">
                <a:xfrm>
                  <a:off x="1489"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590" name="Line 342"/>
                <p:cNvSpPr>
                  <a:spLocks noChangeShapeType="1"/>
                </p:cNvSpPr>
                <p:nvPr/>
              </p:nvSpPr>
              <p:spPr bwMode="auto">
                <a:xfrm>
                  <a:off x="1544"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591" name="Line 343"/>
                <p:cNvSpPr>
                  <a:spLocks noChangeShapeType="1"/>
                </p:cNvSpPr>
                <p:nvPr/>
              </p:nvSpPr>
              <p:spPr bwMode="auto">
                <a:xfrm>
                  <a:off x="1600"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592" name="Line 344"/>
                <p:cNvSpPr>
                  <a:spLocks noChangeShapeType="1"/>
                </p:cNvSpPr>
                <p:nvPr/>
              </p:nvSpPr>
              <p:spPr bwMode="auto">
                <a:xfrm>
                  <a:off x="1656"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593" name="Line 345"/>
                <p:cNvSpPr>
                  <a:spLocks noChangeShapeType="1"/>
                </p:cNvSpPr>
                <p:nvPr/>
              </p:nvSpPr>
              <p:spPr bwMode="auto">
                <a:xfrm>
                  <a:off x="1712"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594" name="Line 346"/>
                <p:cNvSpPr>
                  <a:spLocks noChangeShapeType="1"/>
                </p:cNvSpPr>
                <p:nvPr/>
              </p:nvSpPr>
              <p:spPr bwMode="auto">
                <a:xfrm>
                  <a:off x="1768" y="1757"/>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7709" name="Group 347"/>
            <p:cNvGrpSpPr>
              <a:grpSpLocks/>
            </p:cNvGrpSpPr>
            <p:nvPr/>
          </p:nvGrpSpPr>
          <p:grpSpPr bwMode="auto">
            <a:xfrm>
              <a:off x="1952" y="1725"/>
              <a:ext cx="415" cy="56"/>
              <a:chOff x="1952" y="1725"/>
              <a:chExt cx="415" cy="56"/>
            </a:xfrm>
          </p:grpSpPr>
          <p:sp>
            <p:nvSpPr>
              <p:cNvPr id="108579" name="Freeform 348"/>
              <p:cNvSpPr>
                <a:spLocks/>
              </p:cNvSpPr>
              <p:nvPr/>
            </p:nvSpPr>
            <p:spPr bwMode="auto">
              <a:xfrm>
                <a:off x="2255" y="1725"/>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08580" name="Group 349"/>
              <p:cNvGrpSpPr>
                <a:grpSpLocks/>
              </p:cNvGrpSpPr>
              <p:nvPr/>
            </p:nvGrpSpPr>
            <p:grpSpPr bwMode="auto">
              <a:xfrm>
                <a:off x="1952" y="1757"/>
                <a:ext cx="295" cy="1"/>
                <a:chOff x="1952" y="1757"/>
                <a:chExt cx="295" cy="1"/>
              </a:xfrm>
            </p:grpSpPr>
            <p:sp>
              <p:nvSpPr>
                <p:cNvPr id="108581" name="Line 350"/>
                <p:cNvSpPr>
                  <a:spLocks noChangeShapeType="1"/>
                </p:cNvSpPr>
                <p:nvPr/>
              </p:nvSpPr>
              <p:spPr bwMode="auto">
                <a:xfrm>
                  <a:off x="1952"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582" name="Line 351"/>
                <p:cNvSpPr>
                  <a:spLocks noChangeShapeType="1"/>
                </p:cNvSpPr>
                <p:nvPr/>
              </p:nvSpPr>
              <p:spPr bwMode="auto">
                <a:xfrm>
                  <a:off x="2008" y="1757"/>
                  <a:ext cx="23"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583" name="Line 352"/>
                <p:cNvSpPr>
                  <a:spLocks noChangeShapeType="1"/>
                </p:cNvSpPr>
                <p:nvPr/>
              </p:nvSpPr>
              <p:spPr bwMode="auto">
                <a:xfrm>
                  <a:off x="2063"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584" name="Line 353"/>
                <p:cNvSpPr>
                  <a:spLocks noChangeShapeType="1"/>
                </p:cNvSpPr>
                <p:nvPr/>
              </p:nvSpPr>
              <p:spPr bwMode="auto">
                <a:xfrm>
                  <a:off x="2119"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585" name="Line 354"/>
                <p:cNvSpPr>
                  <a:spLocks noChangeShapeType="1"/>
                </p:cNvSpPr>
                <p:nvPr/>
              </p:nvSpPr>
              <p:spPr bwMode="auto">
                <a:xfrm>
                  <a:off x="2175"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586" name="Line 355"/>
                <p:cNvSpPr>
                  <a:spLocks noChangeShapeType="1"/>
                </p:cNvSpPr>
                <p:nvPr/>
              </p:nvSpPr>
              <p:spPr bwMode="auto">
                <a:xfrm>
                  <a:off x="2231" y="1757"/>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7710" name="Group 356"/>
            <p:cNvGrpSpPr>
              <a:grpSpLocks/>
            </p:cNvGrpSpPr>
            <p:nvPr/>
          </p:nvGrpSpPr>
          <p:grpSpPr bwMode="auto">
            <a:xfrm>
              <a:off x="1497" y="2036"/>
              <a:ext cx="415" cy="56"/>
              <a:chOff x="1497" y="2036"/>
              <a:chExt cx="415" cy="56"/>
            </a:xfrm>
          </p:grpSpPr>
          <p:sp>
            <p:nvSpPr>
              <p:cNvPr id="108571" name="Freeform 357"/>
              <p:cNvSpPr>
                <a:spLocks/>
              </p:cNvSpPr>
              <p:nvPr/>
            </p:nvSpPr>
            <p:spPr bwMode="auto">
              <a:xfrm>
                <a:off x="1800"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08572" name="Group 358"/>
              <p:cNvGrpSpPr>
                <a:grpSpLocks/>
              </p:cNvGrpSpPr>
              <p:nvPr/>
            </p:nvGrpSpPr>
            <p:grpSpPr bwMode="auto">
              <a:xfrm>
                <a:off x="1497" y="2068"/>
                <a:ext cx="295" cy="1"/>
                <a:chOff x="1497" y="2068"/>
                <a:chExt cx="295" cy="1"/>
              </a:xfrm>
            </p:grpSpPr>
            <p:sp>
              <p:nvSpPr>
                <p:cNvPr id="108573" name="Line 359"/>
                <p:cNvSpPr>
                  <a:spLocks noChangeShapeType="1"/>
                </p:cNvSpPr>
                <p:nvPr/>
              </p:nvSpPr>
              <p:spPr bwMode="auto">
                <a:xfrm>
                  <a:off x="1497" y="2068"/>
                  <a:ext cx="23"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574" name="Line 360"/>
                <p:cNvSpPr>
                  <a:spLocks noChangeShapeType="1"/>
                </p:cNvSpPr>
                <p:nvPr/>
              </p:nvSpPr>
              <p:spPr bwMode="auto">
                <a:xfrm>
                  <a:off x="1552"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575" name="Line 361"/>
                <p:cNvSpPr>
                  <a:spLocks noChangeShapeType="1"/>
                </p:cNvSpPr>
                <p:nvPr/>
              </p:nvSpPr>
              <p:spPr bwMode="auto">
                <a:xfrm>
                  <a:off x="1608"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576" name="Line 362"/>
                <p:cNvSpPr>
                  <a:spLocks noChangeShapeType="1"/>
                </p:cNvSpPr>
                <p:nvPr/>
              </p:nvSpPr>
              <p:spPr bwMode="auto">
                <a:xfrm>
                  <a:off x="1664"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577" name="Line 363"/>
                <p:cNvSpPr>
                  <a:spLocks noChangeShapeType="1"/>
                </p:cNvSpPr>
                <p:nvPr/>
              </p:nvSpPr>
              <p:spPr bwMode="auto">
                <a:xfrm>
                  <a:off x="1720"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578" name="Line 364"/>
                <p:cNvSpPr>
                  <a:spLocks noChangeShapeType="1"/>
                </p:cNvSpPr>
                <p:nvPr/>
              </p:nvSpPr>
              <p:spPr bwMode="auto">
                <a:xfrm>
                  <a:off x="1776" y="2068"/>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7711" name="Group 365"/>
            <p:cNvGrpSpPr>
              <a:grpSpLocks/>
            </p:cNvGrpSpPr>
            <p:nvPr/>
          </p:nvGrpSpPr>
          <p:grpSpPr bwMode="auto">
            <a:xfrm>
              <a:off x="1960" y="2036"/>
              <a:ext cx="423" cy="56"/>
              <a:chOff x="1960" y="2036"/>
              <a:chExt cx="423" cy="56"/>
            </a:xfrm>
          </p:grpSpPr>
          <p:sp>
            <p:nvSpPr>
              <p:cNvPr id="108563" name="Freeform 366"/>
              <p:cNvSpPr>
                <a:spLocks/>
              </p:cNvSpPr>
              <p:nvPr/>
            </p:nvSpPr>
            <p:spPr bwMode="auto">
              <a:xfrm>
                <a:off x="2271"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08564" name="Group 367"/>
              <p:cNvGrpSpPr>
                <a:grpSpLocks/>
              </p:cNvGrpSpPr>
              <p:nvPr/>
            </p:nvGrpSpPr>
            <p:grpSpPr bwMode="auto">
              <a:xfrm>
                <a:off x="1960" y="2068"/>
                <a:ext cx="303" cy="1"/>
                <a:chOff x="1960" y="2068"/>
                <a:chExt cx="303" cy="1"/>
              </a:xfrm>
            </p:grpSpPr>
            <p:sp>
              <p:nvSpPr>
                <p:cNvPr id="108565" name="Line 368"/>
                <p:cNvSpPr>
                  <a:spLocks noChangeShapeType="1"/>
                </p:cNvSpPr>
                <p:nvPr/>
              </p:nvSpPr>
              <p:spPr bwMode="auto">
                <a:xfrm>
                  <a:off x="1960"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566" name="Line 369"/>
                <p:cNvSpPr>
                  <a:spLocks noChangeShapeType="1"/>
                </p:cNvSpPr>
                <p:nvPr/>
              </p:nvSpPr>
              <p:spPr bwMode="auto">
                <a:xfrm>
                  <a:off x="2015"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567" name="Line 370"/>
                <p:cNvSpPr>
                  <a:spLocks noChangeShapeType="1"/>
                </p:cNvSpPr>
                <p:nvPr/>
              </p:nvSpPr>
              <p:spPr bwMode="auto">
                <a:xfrm>
                  <a:off x="2071"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568" name="Line 371"/>
                <p:cNvSpPr>
                  <a:spLocks noChangeShapeType="1"/>
                </p:cNvSpPr>
                <p:nvPr/>
              </p:nvSpPr>
              <p:spPr bwMode="auto">
                <a:xfrm>
                  <a:off x="2127"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569" name="Line 372"/>
                <p:cNvSpPr>
                  <a:spLocks noChangeShapeType="1"/>
                </p:cNvSpPr>
                <p:nvPr/>
              </p:nvSpPr>
              <p:spPr bwMode="auto">
                <a:xfrm>
                  <a:off x="2183"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570" name="Line 373"/>
                <p:cNvSpPr>
                  <a:spLocks noChangeShapeType="1"/>
                </p:cNvSpPr>
                <p:nvPr/>
              </p:nvSpPr>
              <p:spPr bwMode="auto">
                <a:xfrm>
                  <a:off x="2239"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7712" name="Group 374"/>
            <p:cNvGrpSpPr>
              <a:grpSpLocks/>
            </p:cNvGrpSpPr>
            <p:nvPr/>
          </p:nvGrpSpPr>
          <p:grpSpPr bwMode="auto">
            <a:xfrm>
              <a:off x="2431" y="2036"/>
              <a:ext cx="415" cy="56"/>
              <a:chOff x="2431" y="2036"/>
              <a:chExt cx="415" cy="56"/>
            </a:xfrm>
          </p:grpSpPr>
          <p:sp>
            <p:nvSpPr>
              <p:cNvPr id="108555" name="Freeform 375"/>
              <p:cNvSpPr>
                <a:spLocks/>
              </p:cNvSpPr>
              <p:nvPr/>
            </p:nvSpPr>
            <p:spPr bwMode="auto">
              <a:xfrm>
                <a:off x="2734"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08556" name="Group 376"/>
              <p:cNvGrpSpPr>
                <a:grpSpLocks/>
              </p:cNvGrpSpPr>
              <p:nvPr/>
            </p:nvGrpSpPr>
            <p:grpSpPr bwMode="auto">
              <a:xfrm>
                <a:off x="2431" y="2068"/>
                <a:ext cx="295" cy="1"/>
                <a:chOff x="2431" y="2068"/>
                <a:chExt cx="295" cy="1"/>
              </a:xfrm>
            </p:grpSpPr>
            <p:sp>
              <p:nvSpPr>
                <p:cNvPr id="108557" name="Line 377"/>
                <p:cNvSpPr>
                  <a:spLocks noChangeShapeType="1"/>
                </p:cNvSpPr>
                <p:nvPr/>
              </p:nvSpPr>
              <p:spPr bwMode="auto">
                <a:xfrm>
                  <a:off x="2431"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558" name="Line 378"/>
                <p:cNvSpPr>
                  <a:spLocks noChangeShapeType="1"/>
                </p:cNvSpPr>
                <p:nvPr/>
              </p:nvSpPr>
              <p:spPr bwMode="auto">
                <a:xfrm>
                  <a:off x="2487"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559" name="Line 379"/>
                <p:cNvSpPr>
                  <a:spLocks noChangeShapeType="1"/>
                </p:cNvSpPr>
                <p:nvPr/>
              </p:nvSpPr>
              <p:spPr bwMode="auto">
                <a:xfrm>
                  <a:off x="2542"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560" name="Line 380"/>
                <p:cNvSpPr>
                  <a:spLocks noChangeShapeType="1"/>
                </p:cNvSpPr>
                <p:nvPr/>
              </p:nvSpPr>
              <p:spPr bwMode="auto">
                <a:xfrm>
                  <a:off x="2598"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561" name="Line 381"/>
                <p:cNvSpPr>
                  <a:spLocks noChangeShapeType="1"/>
                </p:cNvSpPr>
                <p:nvPr/>
              </p:nvSpPr>
              <p:spPr bwMode="auto">
                <a:xfrm>
                  <a:off x="2654"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562" name="Line 382"/>
                <p:cNvSpPr>
                  <a:spLocks noChangeShapeType="1"/>
                </p:cNvSpPr>
                <p:nvPr/>
              </p:nvSpPr>
              <p:spPr bwMode="auto">
                <a:xfrm>
                  <a:off x="2710" y="2068"/>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7713" name="Group 383"/>
            <p:cNvGrpSpPr>
              <a:grpSpLocks/>
            </p:cNvGrpSpPr>
            <p:nvPr/>
          </p:nvGrpSpPr>
          <p:grpSpPr bwMode="auto">
            <a:xfrm>
              <a:off x="2423" y="2347"/>
              <a:ext cx="415" cy="56"/>
              <a:chOff x="2423" y="2347"/>
              <a:chExt cx="415" cy="56"/>
            </a:xfrm>
          </p:grpSpPr>
          <p:sp>
            <p:nvSpPr>
              <p:cNvPr id="108547" name="Freeform 384"/>
              <p:cNvSpPr>
                <a:spLocks/>
              </p:cNvSpPr>
              <p:nvPr/>
            </p:nvSpPr>
            <p:spPr bwMode="auto">
              <a:xfrm>
                <a:off x="2726" y="234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solidFill>
                <a:schemeClr val="bg2"/>
              </a:solidFill>
              <a:ln w="9525">
                <a:solidFill>
                  <a:schemeClr val="bg2"/>
                </a:solidFill>
                <a:round/>
                <a:headEnd/>
                <a:tailEnd/>
              </a:ln>
            </p:spPr>
            <p:txBody>
              <a:bodyPr/>
              <a:lstStyle/>
              <a:p>
                <a:endParaRPr lang="en-US"/>
              </a:p>
            </p:txBody>
          </p:sp>
          <p:grpSp>
            <p:nvGrpSpPr>
              <p:cNvPr id="108548" name="Group 385"/>
              <p:cNvGrpSpPr>
                <a:grpSpLocks/>
              </p:cNvGrpSpPr>
              <p:nvPr/>
            </p:nvGrpSpPr>
            <p:grpSpPr bwMode="auto">
              <a:xfrm>
                <a:off x="2423" y="2371"/>
                <a:ext cx="295" cy="1"/>
                <a:chOff x="2423" y="2371"/>
                <a:chExt cx="295" cy="1"/>
              </a:xfrm>
            </p:grpSpPr>
            <p:sp>
              <p:nvSpPr>
                <p:cNvPr id="108549" name="Line 386"/>
                <p:cNvSpPr>
                  <a:spLocks noChangeShapeType="1"/>
                </p:cNvSpPr>
                <p:nvPr/>
              </p:nvSpPr>
              <p:spPr bwMode="auto">
                <a:xfrm>
                  <a:off x="2423"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550" name="Line 387"/>
                <p:cNvSpPr>
                  <a:spLocks noChangeShapeType="1"/>
                </p:cNvSpPr>
                <p:nvPr/>
              </p:nvSpPr>
              <p:spPr bwMode="auto">
                <a:xfrm>
                  <a:off x="2479"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551" name="Line 388"/>
                <p:cNvSpPr>
                  <a:spLocks noChangeShapeType="1"/>
                </p:cNvSpPr>
                <p:nvPr/>
              </p:nvSpPr>
              <p:spPr bwMode="auto">
                <a:xfrm>
                  <a:off x="2534"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552" name="Line 389"/>
                <p:cNvSpPr>
                  <a:spLocks noChangeShapeType="1"/>
                </p:cNvSpPr>
                <p:nvPr/>
              </p:nvSpPr>
              <p:spPr bwMode="auto">
                <a:xfrm>
                  <a:off x="2590"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553" name="Line 390"/>
                <p:cNvSpPr>
                  <a:spLocks noChangeShapeType="1"/>
                </p:cNvSpPr>
                <p:nvPr/>
              </p:nvSpPr>
              <p:spPr bwMode="auto">
                <a:xfrm>
                  <a:off x="2646"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554" name="Line 391"/>
                <p:cNvSpPr>
                  <a:spLocks noChangeShapeType="1"/>
                </p:cNvSpPr>
                <p:nvPr/>
              </p:nvSpPr>
              <p:spPr bwMode="auto">
                <a:xfrm>
                  <a:off x="2702" y="2371"/>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7714" name="Group 392"/>
            <p:cNvGrpSpPr>
              <a:grpSpLocks/>
            </p:cNvGrpSpPr>
            <p:nvPr/>
          </p:nvGrpSpPr>
          <p:grpSpPr bwMode="auto">
            <a:xfrm>
              <a:off x="1960" y="2347"/>
              <a:ext cx="415" cy="56"/>
              <a:chOff x="1960" y="2347"/>
              <a:chExt cx="415" cy="56"/>
            </a:xfrm>
          </p:grpSpPr>
          <p:sp>
            <p:nvSpPr>
              <p:cNvPr id="108539" name="Freeform 393"/>
              <p:cNvSpPr>
                <a:spLocks/>
              </p:cNvSpPr>
              <p:nvPr/>
            </p:nvSpPr>
            <p:spPr bwMode="auto">
              <a:xfrm>
                <a:off x="2263" y="234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solidFill>
                <a:schemeClr val="bg2"/>
              </a:solidFill>
              <a:ln w="9525">
                <a:solidFill>
                  <a:schemeClr val="bg2"/>
                </a:solidFill>
                <a:round/>
                <a:headEnd/>
                <a:tailEnd/>
              </a:ln>
            </p:spPr>
            <p:txBody>
              <a:bodyPr/>
              <a:lstStyle/>
              <a:p>
                <a:endParaRPr lang="en-US"/>
              </a:p>
            </p:txBody>
          </p:sp>
          <p:grpSp>
            <p:nvGrpSpPr>
              <p:cNvPr id="108540" name="Group 394"/>
              <p:cNvGrpSpPr>
                <a:grpSpLocks/>
              </p:cNvGrpSpPr>
              <p:nvPr/>
            </p:nvGrpSpPr>
            <p:grpSpPr bwMode="auto">
              <a:xfrm>
                <a:off x="1960" y="2371"/>
                <a:ext cx="295" cy="1"/>
                <a:chOff x="1960" y="2371"/>
                <a:chExt cx="295" cy="1"/>
              </a:xfrm>
            </p:grpSpPr>
            <p:sp>
              <p:nvSpPr>
                <p:cNvPr id="108541" name="Line 395"/>
                <p:cNvSpPr>
                  <a:spLocks noChangeShapeType="1"/>
                </p:cNvSpPr>
                <p:nvPr/>
              </p:nvSpPr>
              <p:spPr bwMode="auto">
                <a:xfrm>
                  <a:off x="1960"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542" name="Line 396"/>
                <p:cNvSpPr>
                  <a:spLocks noChangeShapeType="1"/>
                </p:cNvSpPr>
                <p:nvPr/>
              </p:nvSpPr>
              <p:spPr bwMode="auto">
                <a:xfrm>
                  <a:off x="2015"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543" name="Line 397"/>
                <p:cNvSpPr>
                  <a:spLocks noChangeShapeType="1"/>
                </p:cNvSpPr>
                <p:nvPr/>
              </p:nvSpPr>
              <p:spPr bwMode="auto">
                <a:xfrm>
                  <a:off x="2071"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544" name="Line 398"/>
                <p:cNvSpPr>
                  <a:spLocks noChangeShapeType="1"/>
                </p:cNvSpPr>
                <p:nvPr/>
              </p:nvSpPr>
              <p:spPr bwMode="auto">
                <a:xfrm>
                  <a:off x="2127"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545" name="Line 399"/>
                <p:cNvSpPr>
                  <a:spLocks noChangeShapeType="1"/>
                </p:cNvSpPr>
                <p:nvPr/>
              </p:nvSpPr>
              <p:spPr bwMode="auto">
                <a:xfrm>
                  <a:off x="2183"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546" name="Line 400"/>
                <p:cNvSpPr>
                  <a:spLocks noChangeShapeType="1"/>
                </p:cNvSpPr>
                <p:nvPr/>
              </p:nvSpPr>
              <p:spPr bwMode="auto">
                <a:xfrm>
                  <a:off x="2239" y="2371"/>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7715" name="Group 401"/>
            <p:cNvGrpSpPr>
              <a:grpSpLocks/>
            </p:cNvGrpSpPr>
            <p:nvPr/>
          </p:nvGrpSpPr>
          <p:grpSpPr bwMode="auto">
            <a:xfrm>
              <a:off x="1497" y="2339"/>
              <a:ext cx="415" cy="56"/>
              <a:chOff x="1497" y="2339"/>
              <a:chExt cx="415" cy="56"/>
            </a:xfrm>
          </p:grpSpPr>
          <p:sp>
            <p:nvSpPr>
              <p:cNvPr id="108531" name="Freeform 402"/>
              <p:cNvSpPr>
                <a:spLocks/>
              </p:cNvSpPr>
              <p:nvPr/>
            </p:nvSpPr>
            <p:spPr bwMode="auto">
              <a:xfrm>
                <a:off x="1800" y="2339"/>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08532" name="Group 403"/>
              <p:cNvGrpSpPr>
                <a:grpSpLocks/>
              </p:cNvGrpSpPr>
              <p:nvPr/>
            </p:nvGrpSpPr>
            <p:grpSpPr bwMode="auto">
              <a:xfrm>
                <a:off x="1497" y="2371"/>
                <a:ext cx="295" cy="1"/>
                <a:chOff x="1497" y="2371"/>
                <a:chExt cx="295" cy="1"/>
              </a:xfrm>
            </p:grpSpPr>
            <p:sp>
              <p:nvSpPr>
                <p:cNvPr id="108533" name="Line 404"/>
                <p:cNvSpPr>
                  <a:spLocks noChangeShapeType="1"/>
                </p:cNvSpPr>
                <p:nvPr/>
              </p:nvSpPr>
              <p:spPr bwMode="auto">
                <a:xfrm>
                  <a:off x="1497" y="2371"/>
                  <a:ext cx="23"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534" name="Line 405"/>
                <p:cNvSpPr>
                  <a:spLocks noChangeShapeType="1"/>
                </p:cNvSpPr>
                <p:nvPr/>
              </p:nvSpPr>
              <p:spPr bwMode="auto">
                <a:xfrm>
                  <a:off x="1552"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535" name="Line 406"/>
                <p:cNvSpPr>
                  <a:spLocks noChangeShapeType="1"/>
                </p:cNvSpPr>
                <p:nvPr/>
              </p:nvSpPr>
              <p:spPr bwMode="auto">
                <a:xfrm>
                  <a:off x="1608"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536" name="Line 407"/>
                <p:cNvSpPr>
                  <a:spLocks noChangeShapeType="1"/>
                </p:cNvSpPr>
                <p:nvPr/>
              </p:nvSpPr>
              <p:spPr bwMode="auto">
                <a:xfrm>
                  <a:off x="1664"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537" name="Line 408"/>
                <p:cNvSpPr>
                  <a:spLocks noChangeShapeType="1"/>
                </p:cNvSpPr>
                <p:nvPr/>
              </p:nvSpPr>
              <p:spPr bwMode="auto">
                <a:xfrm>
                  <a:off x="1720"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538" name="Line 409"/>
                <p:cNvSpPr>
                  <a:spLocks noChangeShapeType="1"/>
                </p:cNvSpPr>
                <p:nvPr/>
              </p:nvSpPr>
              <p:spPr bwMode="auto">
                <a:xfrm>
                  <a:off x="1776" y="2371"/>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7716" name="Group 410"/>
            <p:cNvGrpSpPr>
              <a:grpSpLocks/>
            </p:cNvGrpSpPr>
            <p:nvPr/>
          </p:nvGrpSpPr>
          <p:grpSpPr bwMode="auto">
            <a:xfrm>
              <a:off x="1489" y="2650"/>
              <a:ext cx="423" cy="56"/>
              <a:chOff x="1489" y="2650"/>
              <a:chExt cx="423" cy="56"/>
            </a:xfrm>
          </p:grpSpPr>
          <p:sp>
            <p:nvSpPr>
              <p:cNvPr id="108523" name="Freeform 411"/>
              <p:cNvSpPr>
                <a:spLocks/>
              </p:cNvSpPr>
              <p:nvPr/>
            </p:nvSpPr>
            <p:spPr bwMode="auto">
              <a:xfrm>
                <a:off x="1792" y="2650"/>
                <a:ext cx="120" cy="56"/>
              </a:xfrm>
              <a:custGeom>
                <a:avLst/>
                <a:gdLst>
                  <a:gd name="T0" fmla="*/ 120 w 120"/>
                  <a:gd name="T1" fmla="*/ 24 h 56"/>
                  <a:gd name="T2" fmla="*/ 0 w 120"/>
                  <a:gd name="T3" fmla="*/ 56 h 56"/>
                  <a:gd name="T4" fmla="*/ 0 w 120"/>
                  <a:gd name="T5" fmla="*/ 24 h 56"/>
                  <a:gd name="T6" fmla="*/ 0 w 120"/>
                  <a:gd name="T7" fmla="*/ 0 h 56"/>
                  <a:gd name="T8" fmla="*/ 120 w 120"/>
                  <a:gd name="T9" fmla="*/ 24 h 56"/>
                  <a:gd name="T10" fmla="*/ 0 60000 65536"/>
                  <a:gd name="T11" fmla="*/ 0 60000 65536"/>
                  <a:gd name="T12" fmla="*/ 0 60000 65536"/>
                  <a:gd name="T13" fmla="*/ 0 60000 65536"/>
                  <a:gd name="T14" fmla="*/ 0 60000 65536"/>
                  <a:gd name="T15" fmla="*/ 0 w 120"/>
                  <a:gd name="T16" fmla="*/ 0 h 56"/>
                  <a:gd name="T17" fmla="*/ 120 w 120"/>
                  <a:gd name="T18" fmla="*/ 56 h 56"/>
                </a:gdLst>
                <a:ahLst/>
                <a:cxnLst>
                  <a:cxn ang="T10">
                    <a:pos x="T0" y="T1"/>
                  </a:cxn>
                  <a:cxn ang="T11">
                    <a:pos x="T2" y="T3"/>
                  </a:cxn>
                  <a:cxn ang="T12">
                    <a:pos x="T4" y="T5"/>
                  </a:cxn>
                  <a:cxn ang="T13">
                    <a:pos x="T6" y="T7"/>
                  </a:cxn>
                  <a:cxn ang="T14">
                    <a:pos x="T8" y="T9"/>
                  </a:cxn>
                </a:cxnLst>
                <a:rect l="T15" t="T16" r="T17" b="T18"/>
                <a:pathLst>
                  <a:path w="120" h="56">
                    <a:moveTo>
                      <a:pt x="120" y="24"/>
                    </a:moveTo>
                    <a:lnTo>
                      <a:pt x="0" y="56"/>
                    </a:lnTo>
                    <a:lnTo>
                      <a:pt x="0" y="24"/>
                    </a:lnTo>
                    <a:lnTo>
                      <a:pt x="0" y="0"/>
                    </a:lnTo>
                    <a:lnTo>
                      <a:pt x="120" y="24"/>
                    </a:lnTo>
                    <a:close/>
                  </a:path>
                </a:pathLst>
              </a:custGeom>
              <a:solidFill>
                <a:schemeClr val="bg2"/>
              </a:solidFill>
              <a:ln w="9525">
                <a:solidFill>
                  <a:schemeClr val="bg2"/>
                </a:solidFill>
                <a:round/>
                <a:headEnd/>
                <a:tailEnd/>
              </a:ln>
            </p:spPr>
            <p:txBody>
              <a:bodyPr/>
              <a:lstStyle/>
              <a:p>
                <a:endParaRPr lang="en-US"/>
              </a:p>
            </p:txBody>
          </p:sp>
          <p:grpSp>
            <p:nvGrpSpPr>
              <p:cNvPr id="108524" name="Group 412"/>
              <p:cNvGrpSpPr>
                <a:grpSpLocks/>
              </p:cNvGrpSpPr>
              <p:nvPr/>
            </p:nvGrpSpPr>
            <p:grpSpPr bwMode="auto">
              <a:xfrm>
                <a:off x="1489" y="2674"/>
                <a:ext cx="295" cy="1"/>
                <a:chOff x="1489" y="2674"/>
                <a:chExt cx="295" cy="1"/>
              </a:xfrm>
            </p:grpSpPr>
            <p:sp>
              <p:nvSpPr>
                <p:cNvPr id="108525" name="Line 413"/>
                <p:cNvSpPr>
                  <a:spLocks noChangeShapeType="1"/>
                </p:cNvSpPr>
                <p:nvPr/>
              </p:nvSpPr>
              <p:spPr bwMode="auto">
                <a:xfrm>
                  <a:off x="1489"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526" name="Line 414"/>
                <p:cNvSpPr>
                  <a:spLocks noChangeShapeType="1"/>
                </p:cNvSpPr>
                <p:nvPr/>
              </p:nvSpPr>
              <p:spPr bwMode="auto">
                <a:xfrm>
                  <a:off x="1544"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527" name="Line 415"/>
                <p:cNvSpPr>
                  <a:spLocks noChangeShapeType="1"/>
                </p:cNvSpPr>
                <p:nvPr/>
              </p:nvSpPr>
              <p:spPr bwMode="auto">
                <a:xfrm>
                  <a:off x="1600"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528" name="Line 416"/>
                <p:cNvSpPr>
                  <a:spLocks noChangeShapeType="1"/>
                </p:cNvSpPr>
                <p:nvPr/>
              </p:nvSpPr>
              <p:spPr bwMode="auto">
                <a:xfrm>
                  <a:off x="1656"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529" name="Line 417"/>
                <p:cNvSpPr>
                  <a:spLocks noChangeShapeType="1"/>
                </p:cNvSpPr>
                <p:nvPr/>
              </p:nvSpPr>
              <p:spPr bwMode="auto">
                <a:xfrm>
                  <a:off x="1712"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530" name="Line 418"/>
                <p:cNvSpPr>
                  <a:spLocks noChangeShapeType="1"/>
                </p:cNvSpPr>
                <p:nvPr/>
              </p:nvSpPr>
              <p:spPr bwMode="auto">
                <a:xfrm>
                  <a:off x="1768" y="2674"/>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7717" name="Group 419"/>
            <p:cNvGrpSpPr>
              <a:grpSpLocks/>
            </p:cNvGrpSpPr>
            <p:nvPr/>
          </p:nvGrpSpPr>
          <p:grpSpPr bwMode="auto">
            <a:xfrm>
              <a:off x="1968" y="2650"/>
              <a:ext cx="415" cy="56"/>
              <a:chOff x="1968" y="2650"/>
              <a:chExt cx="415" cy="56"/>
            </a:xfrm>
          </p:grpSpPr>
          <p:sp>
            <p:nvSpPr>
              <p:cNvPr id="108515" name="Freeform 420"/>
              <p:cNvSpPr>
                <a:spLocks/>
              </p:cNvSpPr>
              <p:nvPr/>
            </p:nvSpPr>
            <p:spPr bwMode="auto">
              <a:xfrm>
                <a:off x="2271" y="2650"/>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solidFill>
                <a:schemeClr val="bg2"/>
              </a:solidFill>
              <a:ln w="9525">
                <a:solidFill>
                  <a:schemeClr val="bg2"/>
                </a:solidFill>
                <a:round/>
                <a:headEnd/>
                <a:tailEnd/>
              </a:ln>
            </p:spPr>
            <p:txBody>
              <a:bodyPr/>
              <a:lstStyle/>
              <a:p>
                <a:endParaRPr lang="en-US"/>
              </a:p>
            </p:txBody>
          </p:sp>
          <p:grpSp>
            <p:nvGrpSpPr>
              <p:cNvPr id="108516" name="Group 421"/>
              <p:cNvGrpSpPr>
                <a:grpSpLocks/>
              </p:cNvGrpSpPr>
              <p:nvPr/>
            </p:nvGrpSpPr>
            <p:grpSpPr bwMode="auto">
              <a:xfrm>
                <a:off x="1968" y="2674"/>
                <a:ext cx="295" cy="1"/>
                <a:chOff x="1968" y="2674"/>
                <a:chExt cx="295" cy="1"/>
              </a:xfrm>
            </p:grpSpPr>
            <p:sp>
              <p:nvSpPr>
                <p:cNvPr id="108517" name="Line 422"/>
                <p:cNvSpPr>
                  <a:spLocks noChangeShapeType="1"/>
                </p:cNvSpPr>
                <p:nvPr/>
              </p:nvSpPr>
              <p:spPr bwMode="auto">
                <a:xfrm>
                  <a:off x="1968"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518" name="Line 423"/>
                <p:cNvSpPr>
                  <a:spLocks noChangeShapeType="1"/>
                </p:cNvSpPr>
                <p:nvPr/>
              </p:nvSpPr>
              <p:spPr bwMode="auto">
                <a:xfrm>
                  <a:off x="2023"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519" name="Line 424"/>
                <p:cNvSpPr>
                  <a:spLocks noChangeShapeType="1"/>
                </p:cNvSpPr>
                <p:nvPr/>
              </p:nvSpPr>
              <p:spPr bwMode="auto">
                <a:xfrm>
                  <a:off x="2079"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520" name="Line 425"/>
                <p:cNvSpPr>
                  <a:spLocks noChangeShapeType="1"/>
                </p:cNvSpPr>
                <p:nvPr/>
              </p:nvSpPr>
              <p:spPr bwMode="auto">
                <a:xfrm>
                  <a:off x="2135"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521" name="Line 426"/>
                <p:cNvSpPr>
                  <a:spLocks noChangeShapeType="1"/>
                </p:cNvSpPr>
                <p:nvPr/>
              </p:nvSpPr>
              <p:spPr bwMode="auto">
                <a:xfrm>
                  <a:off x="2191"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522" name="Line 427"/>
                <p:cNvSpPr>
                  <a:spLocks noChangeShapeType="1"/>
                </p:cNvSpPr>
                <p:nvPr/>
              </p:nvSpPr>
              <p:spPr bwMode="auto">
                <a:xfrm>
                  <a:off x="2247" y="2674"/>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7718" name="Group 428"/>
            <p:cNvGrpSpPr>
              <a:grpSpLocks/>
            </p:cNvGrpSpPr>
            <p:nvPr/>
          </p:nvGrpSpPr>
          <p:grpSpPr bwMode="auto">
            <a:xfrm>
              <a:off x="1489" y="2953"/>
              <a:ext cx="423" cy="56"/>
              <a:chOff x="1489" y="2953"/>
              <a:chExt cx="423" cy="56"/>
            </a:xfrm>
          </p:grpSpPr>
          <p:sp>
            <p:nvSpPr>
              <p:cNvPr id="108507" name="Freeform 429"/>
              <p:cNvSpPr>
                <a:spLocks/>
              </p:cNvSpPr>
              <p:nvPr/>
            </p:nvSpPr>
            <p:spPr bwMode="auto">
              <a:xfrm>
                <a:off x="1792" y="2953"/>
                <a:ext cx="120" cy="56"/>
              </a:xfrm>
              <a:custGeom>
                <a:avLst/>
                <a:gdLst>
                  <a:gd name="T0" fmla="*/ 120 w 120"/>
                  <a:gd name="T1" fmla="*/ 32 h 56"/>
                  <a:gd name="T2" fmla="*/ 0 w 120"/>
                  <a:gd name="T3" fmla="*/ 56 h 56"/>
                  <a:gd name="T4" fmla="*/ 0 w 120"/>
                  <a:gd name="T5" fmla="*/ 32 h 56"/>
                  <a:gd name="T6" fmla="*/ 0 w 120"/>
                  <a:gd name="T7" fmla="*/ 0 h 56"/>
                  <a:gd name="T8" fmla="*/ 120 w 120"/>
                  <a:gd name="T9" fmla="*/ 32 h 56"/>
                  <a:gd name="T10" fmla="*/ 0 60000 65536"/>
                  <a:gd name="T11" fmla="*/ 0 60000 65536"/>
                  <a:gd name="T12" fmla="*/ 0 60000 65536"/>
                  <a:gd name="T13" fmla="*/ 0 60000 65536"/>
                  <a:gd name="T14" fmla="*/ 0 60000 65536"/>
                  <a:gd name="T15" fmla="*/ 0 w 120"/>
                  <a:gd name="T16" fmla="*/ 0 h 56"/>
                  <a:gd name="T17" fmla="*/ 120 w 120"/>
                  <a:gd name="T18" fmla="*/ 56 h 56"/>
                </a:gdLst>
                <a:ahLst/>
                <a:cxnLst>
                  <a:cxn ang="T10">
                    <a:pos x="T0" y="T1"/>
                  </a:cxn>
                  <a:cxn ang="T11">
                    <a:pos x="T2" y="T3"/>
                  </a:cxn>
                  <a:cxn ang="T12">
                    <a:pos x="T4" y="T5"/>
                  </a:cxn>
                  <a:cxn ang="T13">
                    <a:pos x="T6" y="T7"/>
                  </a:cxn>
                  <a:cxn ang="T14">
                    <a:pos x="T8" y="T9"/>
                  </a:cxn>
                </a:cxnLst>
                <a:rect l="T15" t="T16" r="T17" b="T18"/>
                <a:pathLst>
                  <a:path w="120" h="56">
                    <a:moveTo>
                      <a:pt x="120" y="32"/>
                    </a:moveTo>
                    <a:lnTo>
                      <a:pt x="0" y="56"/>
                    </a:lnTo>
                    <a:lnTo>
                      <a:pt x="0" y="32"/>
                    </a:lnTo>
                    <a:lnTo>
                      <a:pt x="0" y="0"/>
                    </a:lnTo>
                    <a:lnTo>
                      <a:pt x="120" y="32"/>
                    </a:lnTo>
                    <a:close/>
                  </a:path>
                </a:pathLst>
              </a:custGeom>
              <a:solidFill>
                <a:schemeClr val="bg2"/>
              </a:solidFill>
              <a:ln w="9525">
                <a:solidFill>
                  <a:schemeClr val="bg2"/>
                </a:solidFill>
                <a:round/>
                <a:headEnd/>
                <a:tailEnd/>
              </a:ln>
            </p:spPr>
            <p:txBody>
              <a:bodyPr/>
              <a:lstStyle/>
              <a:p>
                <a:endParaRPr lang="en-US"/>
              </a:p>
            </p:txBody>
          </p:sp>
          <p:grpSp>
            <p:nvGrpSpPr>
              <p:cNvPr id="108508" name="Group 430"/>
              <p:cNvGrpSpPr>
                <a:grpSpLocks/>
              </p:cNvGrpSpPr>
              <p:nvPr/>
            </p:nvGrpSpPr>
            <p:grpSpPr bwMode="auto">
              <a:xfrm>
                <a:off x="1489" y="2985"/>
                <a:ext cx="295" cy="1"/>
                <a:chOff x="1489" y="2985"/>
                <a:chExt cx="295" cy="1"/>
              </a:xfrm>
            </p:grpSpPr>
            <p:sp>
              <p:nvSpPr>
                <p:cNvPr id="108509" name="Line 431"/>
                <p:cNvSpPr>
                  <a:spLocks noChangeShapeType="1"/>
                </p:cNvSpPr>
                <p:nvPr/>
              </p:nvSpPr>
              <p:spPr bwMode="auto">
                <a:xfrm>
                  <a:off x="1489"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510" name="Line 432"/>
                <p:cNvSpPr>
                  <a:spLocks noChangeShapeType="1"/>
                </p:cNvSpPr>
                <p:nvPr/>
              </p:nvSpPr>
              <p:spPr bwMode="auto">
                <a:xfrm>
                  <a:off x="1544"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511" name="Line 433"/>
                <p:cNvSpPr>
                  <a:spLocks noChangeShapeType="1"/>
                </p:cNvSpPr>
                <p:nvPr/>
              </p:nvSpPr>
              <p:spPr bwMode="auto">
                <a:xfrm>
                  <a:off x="1600"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512" name="Line 434"/>
                <p:cNvSpPr>
                  <a:spLocks noChangeShapeType="1"/>
                </p:cNvSpPr>
                <p:nvPr/>
              </p:nvSpPr>
              <p:spPr bwMode="auto">
                <a:xfrm>
                  <a:off x="1656"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513" name="Line 435"/>
                <p:cNvSpPr>
                  <a:spLocks noChangeShapeType="1"/>
                </p:cNvSpPr>
                <p:nvPr/>
              </p:nvSpPr>
              <p:spPr bwMode="auto">
                <a:xfrm>
                  <a:off x="1712"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514" name="Line 436"/>
                <p:cNvSpPr>
                  <a:spLocks noChangeShapeType="1"/>
                </p:cNvSpPr>
                <p:nvPr/>
              </p:nvSpPr>
              <p:spPr bwMode="auto">
                <a:xfrm>
                  <a:off x="1768" y="2985"/>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7719" name="Group 437"/>
            <p:cNvGrpSpPr>
              <a:grpSpLocks/>
            </p:cNvGrpSpPr>
            <p:nvPr/>
          </p:nvGrpSpPr>
          <p:grpSpPr bwMode="auto">
            <a:xfrm>
              <a:off x="1952" y="2953"/>
              <a:ext cx="415" cy="56"/>
              <a:chOff x="1952" y="2953"/>
              <a:chExt cx="415" cy="56"/>
            </a:xfrm>
          </p:grpSpPr>
          <p:sp>
            <p:nvSpPr>
              <p:cNvPr id="108499" name="Freeform 438"/>
              <p:cNvSpPr>
                <a:spLocks/>
              </p:cNvSpPr>
              <p:nvPr/>
            </p:nvSpPr>
            <p:spPr bwMode="auto">
              <a:xfrm>
                <a:off x="2255"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08500" name="Group 439"/>
              <p:cNvGrpSpPr>
                <a:grpSpLocks/>
              </p:cNvGrpSpPr>
              <p:nvPr/>
            </p:nvGrpSpPr>
            <p:grpSpPr bwMode="auto">
              <a:xfrm>
                <a:off x="1952" y="2985"/>
                <a:ext cx="295" cy="1"/>
                <a:chOff x="1952" y="2985"/>
                <a:chExt cx="295" cy="1"/>
              </a:xfrm>
            </p:grpSpPr>
            <p:sp>
              <p:nvSpPr>
                <p:cNvPr id="108501" name="Line 440"/>
                <p:cNvSpPr>
                  <a:spLocks noChangeShapeType="1"/>
                </p:cNvSpPr>
                <p:nvPr/>
              </p:nvSpPr>
              <p:spPr bwMode="auto">
                <a:xfrm>
                  <a:off x="1952"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502" name="Line 441"/>
                <p:cNvSpPr>
                  <a:spLocks noChangeShapeType="1"/>
                </p:cNvSpPr>
                <p:nvPr/>
              </p:nvSpPr>
              <p:spPr bwMode="auto">
                <a:xfrm>
                  <a:off x="2008" y="2985"/>
                  <a:ext cx="23"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503" name="Line 442"/>
                <p:cNvSpPr>
                  <a:spLocks noChangeShapeType="1"/>
                </p:cNvSpPr>
                <p:nvPr/>
              </p:nvSpPr>
              <p:spPr bwMode="auto">
                <a:xfrm>
                  <a:off x="2063"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504" name="Line 443"/>
                <p:cNvSpPr>
                  <a:spLocks noChangeShapeType="1"/>
                </p:cNvSpPr>
                <p:nvPr/>
              </p:nvSpPr>
              <p:spPr bwMode="auto">
                <a:xfrm>
                  <a:off x="2119"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505" name="Line 444"/>
                <p:cNvSpPr>
                  <a:spLocks noChangeShapeType="1"/>
                </p:cNvSpPr>
                <p:nvPr/>
              </p:nvSpPr>
              <p:spPr bwMode="auto">
                <a:xfrm>
                  <a:off x="2175"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506" name="Line 445"/>
                <p:cNvSpPr>
                  <a:spLocks noChangeShapeType="1"/>
                </p:cNvSpPr>
                <p:nvPr/>
              </p:nvSpPr>
              <p:spPr bwMode="auto">
                <a:xfrm>
                  <a:off x="2231" y="2985"/>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7720" name="Group 446"/>
            <p:cNvGrpSpPr>
              <a:grpSpLocks/>
            </p:cNvGrpSpPr>
            <p:nvPr/>
          </p:nvGrpSpPr>
          <p:grpSpPr bwMode="auto">
            <a:xfrm>
              <a:off x="2415" y="2953"/>
              <a:ext cx="415" cy="56"/>
              <a:chOff x="2415" y="2953"/>
              <a:chExt cx="415" cy="56"/>
            </a:xfrm>
          </p:grpSpPr>
          <p:sp>
            <p:nvSpPr>
              <p:cNvPr id="108491" name="Freeform 447"/>
              <p:cNvSpPr>
                <a:spLocks/>
              </p:cNvSpPr>
              <p:nvPr/>
            </p:nvSpPr>
            <p:spPr bwMode="auto">
              <a:xfrm>
                <a:off x="2718"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08492" name="Group 448"/>
              <p:cNvGrpSpPr>
                <a:grpSpLocks/>
              </p:cNvGrpSpPr>
              <p:nvPr/>
            </p:nvGrpSpPr>
            <p:grpSpPr bwMode="auto">
              <a:xfrm>
                <a:off x="2415" y="2985"/>
                <a:ext cx="295" cy="1"/>
                <a:chOff x="2415" y="2985"/>
                <a:chExt cx="295" cy="1"/>
              </a:xfrm>
            </p:grpSpPr>
            <p:sp>
              <p:nvSpPr>
                <p:cNvPr id="108493" name="Line 449"/>
                <p:cNvSpPr>
                  <a:spLocks noChangeShapeType="1"/>
                </p:cNvSpPr>
                <p:nvPr/>
              </p:nvSpPr>
              <p:spPr bwMode="auto">
                <a:xfrm>
                  <a:off x="2415"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494" name="Line 450"/>
                <p:cNvSpPr>
                  <a:spLocks noChangeShapeType="1"/>
                </p:cNvSpPr>
                <p:nvPr/>
              </p:nvSpPr>
              <p:spPr bwMode="auto">
                <a:xfrm>
                  <a:off x="2471"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495" name="Line 451"/>
                <p:cNvSpPr>
                  <a:spLocks noChangeShapeType="1"/>
                </p:cNvSpPr>
                <p:nvPr/>
              </p:nvSpPr>
              <p:spPr bwMode="auto">
                <a:xfrm>
                  <a:off x="2526"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496" name="Line 452"/>
                <p:cNvSpPr>
                  <a:spLocks noChangeShapeType="1"/>
                </p:cNvSpPr>
                <p:nvPr/>
              </p:nvSpPr>
              <p:spPr bwMode="auto">
                <a:xfrm>
                  <a:off x="2582"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497" name="Line 453"/>
                <p:cNvSpPr>
                  <a:spLocks noChangeShapeType="1"/>
                </p:cNvSpPr>
                <p:nvPr/>
              </p:nvSpPr>
              <p:spPr bwMode="auto">
                <a:xfrm>
                  <a:off x="2638"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498" name="Line 454"/>
                <p:cNvSpPr>
                  <a:spLocks noChangeShapeType="1"/>
                </p:cNvSpPr>
                <p:nvPr/>
              </p:nvSpPr>
              <p:spPr bwMode="auto">
                <a:xfrm>
                  <a:off x="2694" y="2985"/>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7721" name="Group 455"/>
            <p:cNvGrpSpPr>
              <a:grpSpLocks/>
            </p:cNvGrpSpPr>
            <p:nvPr/>
          </p:nvGrpSpPr>
          <p:grpSpPr bwMode="auto">
            <a:xfrm>
              <a:off x="2838" y="1741"/>
              <a:ext cx="40" cy="1260"/>
              <a:chOff x="2838" y="1741"/>
              <a:chExt cx="40" cy="1260"/>
            </a:xfrm>
          </p:grpSpPr>
          <p:sp>
            <p:nvSpPr>
              <p:cNvPr id="108481" name="Oval 456"/>
              <p:cNvSpPr>
                <a:spLocks noChangeArrowheads="1"/>
              </p:cNvSpPr>
              <p:nvPr/>
            </p:nvSpPr>
            <p:spPr bwMode="auto">
              <a:xfrm>
                <a:off x="2838" y="1741"/>
                <a:ext cx="40" cy="40"/>
              </a:xfrm>
              <a:prstGeom prst="ellipse">
                <a:avLst/>
              </a:prstGeom>
              <a:solidFill>
                <a:schemeClr val="bg2"/>
              </a:solidFill>
              <a:ln w="9525">
                <a:solidFill>
                  <a:schemeClr val="bg2"/>
                </a:solidFill>
                <a:round/>
                <a:headEnd/>
                <a:tailEnd/>
              </a:ln>
            </p:spPr>
            <p:txBody>
              <a:bodyPr/>
              <a:lstStyle/>
              <a:p>
                <a:endParaRPr lang="en-US"/>
              </a:p>
            </p:txBody>
          </p:sp>
          <p:sp>
            <p:nvSpPr>
              <p:cNvPr id="108482" name="Oval 457"/>
              <p:cNvSpPr>
                <a:spLocks noChangeArrowheads="1"/>
              </p:cNvSpPr>
              <p:nvPr/>
            </p:nvSpPr>
            <p:spPr bwMode="auto">
              <a:xfrm>
                <a:off x="2838" y="1741"/>
                <a:ext cx="40" cy="40"/>
              </a:xfrm>
              <a:prstGeom prst="ellipse">
                <a:avLst/>
              </a:prstGeom>
              <a:solidFill>
                <a:schemeClr val="bg2"/>
              </a:solidFill>
              <a:ln w="25400">
                <a:solidFill>
                  <a:schemeClr val="bg2"/>
                </a:solidFill>
                <a:round/>
                <a:headEnd/>
                <a:tailEnd/>
              </a:ln>
            </p:spPr>
            <p:txBody>
              <a:bodyPr/>
              <a:lstStyle/>
              <a:p>
                <a:endParaRPr lang="en-US"/>
              </a:p>
            </p:txBody>
          </p:sp>
          <p:sp>
            <p:nvSpPr>
              <p:cNvPr id="108483" name="Oval 458"/>
              <p:cNvSpPr>
                <a:spLocks noChangeArrowheads="1"/>
              </p:cNvSpPr>
              <p:nvPr/>
            </p:nvSpPr>
            <p:spPr bwMode="auto">
              <a:xfrm>
                <a:off x="2846" y="2044"/>
                <a:ext cx="32" cy="32"/>
              </a:xfrm>
              <a:prstGeom prst="ellipse">
                <a:avLst/>
              </a:prstGeom>
              <a:solidFill>
                <a:schemeClr val="bg2"/>
              </a:solidFill>
              <a:ln w="9525">
                <a:solidFill>
                  <a:schemeClr val="bg2"/>
                </a:solidFill>
                <a:round/>
                <a:headEnd/>
                <a:tailEnd/>
              </a:ln>
            </p:spPr>
            <p:txBody>
              <a:bodyPr/>
              <a:lstStyle/>
              <a:p>
                <a:endParaRPr lang="en-US"/>
              </a:p>
            </p:txBody>
          </p:sp>
          <p:sp>
            <p:nvSpPr>
              <p:cNvPr id="108484" name="Oval 459"/>
              <p:cNvSpPr>
                <a:spLocks noChangeArrowheads="1"/>
              </p:cNvSpPr>
              <p:nvPr/>
            </p:nvSpPr>
            <p:spPr bwMode="auto">
              <a:xfrm>
                <a:off x="2846" y="2044"/>
                <a:ext cx="32" cy="32"/>
              </a:xfrm>
              <a:prstGeom prst="ellipse">
                <a:avLst/>
              </a:prstGeom>
              <a:solidFill>
                <a:schemeClr val="bg2"/>
              </a:solidFill>
              <a:ln w="25400">
                <a:solidFill>
                  <a:schemeClr val="bg2"/>
                </a:solidFill>
                <a:round/>
                <a:headEnd/>
                <a:tailEnd/>
              </a:ln>
            </p:spPr>
            <p:txBody>
              <a:bodyPr/>
              <a:lstStyle/>
              <a:p>
                <a:endParaRPr lang="en-US"/>
              </a:p>
            </p:txBody>
          </p:sp>
          <p:sp>
            <p:nvSpPr>
              <p:cNvPr id="108485" name="Oval 460"/>
              <p:cNvSpPr>
                <a:spLocks noChangeArrowheads="1"/>
              </p:cNvSpPr>
              <p:nvPr/>
            </p:nvSpPr>
            <p:spPr bwMode="auto">
              <a:xfrm>
                <a:off x="2846" y="2355"/>
                <a:ext cx="32" cy="32"/>
              </a:xfrm>
              <a:prstGeom prst="ellipse">
                <a:avLst/>
              </a:prstGeom>
              <a:solidFill>
                <a:schemeClr val="bg2"/>
              </a:solidFill>
              <a:ln w="9525">
                <a:solidFill>
                  <a:schemeClr val="bg2"/>
                </a:solidFill>
                <a:round/>
                <a:headEnd/>
                <a:tailEnd/>
              </a:ln>
            </p:spPr>
            <p:txBody>
              <a:bodyPr/>
              <a:lstStyle/>
              <a:p>
                <a:endParaRPr lang="en-US"/>
              </a:p>
            </p:txBody>
          </p:sp>
          <p:sp>
            <p:nvSpPr>
              <p:cNvPr id="108486" name="Oval 461"/>
              <p:cNvSpPr>
                <a:spLocks noChangeArrowheads="1"/>
              </p:cNvSpPr>
              <p:nvPr/>
            </p:nvSpPr>
            <p:spPr bwMode="auto">
              <a:xfrm>
                <a:off x="2846" y="2355"/>
                <a:ext cx="32" cy="32"/>
              </a:xfrm>
              <a:prstGeom prst="ellipse">
                <a:avLst/>
              </a:prstGeom>
              <a:solidFill>
                <a:schemeClr val="bg2"/>
              </a:solidFill>
              <a:ln w="25400">
                <a:solidFill>
                  <a:schemeClr val="bg2"/>
                </a:solidFill>
                <a:round/>
                <a:headEnd/>
                <a:tailEnd/>
              </a:ln>
            </p:spPr>
            <p:txBody>
              <a:bodyPr/>
              <a:lstStyle/>
              <a:p>
                <a:endParaRPr lang="en-US"/>
              </a:p>
            </p:txBody>
          </p:sp>
          <p:sp>
            <p:nvSpPr>
              <p:cNvPr id="108487" name="Oval 462"/>
              <p:cNvSpPr>
                <a:spLocks noChangeArrowheads="1"/>
              </p:cNvSpPr>
              <p:nvPr/>
            </p:nvSpPr>
            <p:spPr bwMode="auto">
              <a:xfrm>
                <a:off x="2838" y="2658"/>
                <a:ext cx="40" cy="32"/>
              </a:xfrm>
              <a:prstGeom prst="ellipse">
                <a:avLst/>
              </a:prstGeom>
              <a:solidFill>
                <a:schemeClr val="bg2"/>
              </a:solidFill>
              <a:ln w="9525">
                <a:solidFill>
                  <a:schemeClr val="bg2"/>
                </a:solidFill>
                <a:round/>
                <a:headEnd/>
                <a:tailEnd/>
              </a:ln>
            </p:spPr>
            <p:txBody>
              <a:bodyPr/>
              <a:lstStyle/>
              <a:p>
                <a:endParaRPr lang="en-US"/>
              </a:p>
            </p:txBody>
          </p:sp>
          <p:sp>
            <p:nvSpPr>
              <p:cNvPr id="108488" name="Oval 463"/>
              <p:cNvSpPr>
                <a:spLocks noChangeArrowheads="1"/>
              </p:cNvSpPr>
              <p:nvPr/>
            </p:nvSpPr>
            <p:spPr bwMode="auto">
              <a:xfrm>
                <a:off x="2838" y="2658"/>
                <a:ext cx="40" cy="32"/>
              </a:xfrm>
              <a:prstGeom prst="ellipse">
                <a:avLst/>
              </a:prstGeom>
              <a:solidFill>
                <a:schemeClr val="bg2"/>
              </a:solidFill>
              <a:ln w="25400">
                <a:solidFill>
                  <a:schemeClr val="bg2"/>
                </a:solidFill>
                <a:round/>
                <a:headEnd/>
                <a:tailEnd/>
              </a:ln>
            </p:spPr>
            <p:txBody>
              <a:bodyPr/>
              <a:lstStyle/>
              <a:p>
                <a:endParaRPr lang="en-US"/>
              </a:p>
            </p:txBody>
          </p:sp>
          <p:sp>
            <p:nvSpPr>
              <p:cNvPr id="108489" name="Oval 464"/>
              <p:cNvSpPr>
                <a:spLocks noChangeArrowheads="1"/>
              </p:cNvSpPr>
              <p:nvPr/>
            </p:nvSpPr>
            <p:spPr bwMode="auto">
              <a:xfrm>
                <a:off x="2838" y="2969"/>
                <a:ext cx="32" cy="32"/>
              </a:xfrm>
              <a:prstGeom prst="ellipse">
                <a:avLst/>
              </a:prstGeom>
              <a:solidFill>
                <a:schemeClr val="bg2"/>
              </a:solidFill>
              <a:ln w="9525">
                <a:solidFill>
                  <a:schemeClr val="bg2"/>
                </a:solidFill>
                <a:round/>
                <a:headEnd/>
                <a:tailEnd/>
              </a:ln>
            </p:spPr>
            <p:txBody>
              <a:bodyPr/>
              <a:lstStyle/>
              <a:p>
                <a:endParaRPr lang="en-US"/>
              </a:p>
            </p:txBody>
          </p:sp>
          <p:sp>
            <p:nvSpPr>
              <p:cNvPr id="108490" name="Oval 465"/>
              <p:cNvSpPr>
                <a:spLocks noChangeArrowheads="1"/>
              </p:cNvSpPr>
              <p:nvPr/>
            </p:nvSpPr>
            <p:spPr bwMode="auto">
              <a:xfrm>
                <a:off x="2838" y="2969"/>
                <a:ext cx="32" cy="32"/>
              </a:xfrm>
              <a:prstGeom prst="ellipse">
                <a:avLst/>
              </a:prstGeom>
              <a:solidFill>
                <a:schemeClr val="bg2"/>
              </a:solidFill>
              <a:ln w="25400">
                <a:solidFill>
                  <a:schemeClr val="bg2"/>
                </a:solidFill>
                <a:round/>
                <a:headEnd/>
                <a:tailEnd/>
              </a:ln>
            </p:spPr>
            <p:txBody>
              <a:bodyPr/>
              <a:lstStyle/>
              <a:p>
                <a:endParaRPr lang="en-US"/>
              </a:p>
            </p:txBody>
          </p:sp>
        </p:grpSp>
        <p:grpSp>
          <p:nvGrpSpPr>
            <p:cNvPr id="107722" name="Group 466"/>
            <p:cNvGrpSpPr>
              <a:grpSpLocks/>
            </p:cNvGrpSpPr>
            <p:nvPr/>
          </p:nvGrpSpPr>
          <p:grpSpPr bwMode="auto">
            <a:xfrm>
              <a:off x="1912" y="3272"/>
              <a:ext cx="32" cy="335"/>
              <a:chOff x="1912" y="3272"/>
              <a:chExt cx="32" cy="335"/>
            </a:xfrm>
          </p:grpSpPr>
          <p:sp>
            <p:nvSpPr>
              <p:cNvPr id="108477" name="Oval 467"/>
              <p:cNvSpPr>
                <a:spLocks noChangeArrowheads="1"/>
              </p:cNvSpPr>
              <p:nvPr/>
            </p:nvSpPr>
            <p:spPr bwMode="auto">
              <a:xfrm>
                <a:off x="1912" y="3272"/>
                <a:ext cx="32" cy="32"/>
              </a:xfrm>
              <a:prstGeom prst="ellipse">
                <a:avLst/>
              </a:prstGeom>
              <a:solidFill>
                <a:schemeClr val="bg2"/>
              </a:solidFill>
              <a:ln w="9525">
                <a:solidFill>
                  <a:schemeClr val="bg2"/>
                </a:solidFill>
                <a:round/>
                <a:headEnd/>
                <a:tailEnd/>
              </a:ln>
            </p:spPr>
            <p:txBody>
              <a:bodyPr/>
              <a:lstStyle/>
              <a:p>
                <a:endParaRPr lang="en-US"/>
              </a:p>
            </p:txBody>
          </p:sp>
          <p:sp>
            <p:nvSpPr>
              <p:cNvPr id="108478" name="Oval 468"/>
              <p:cNvSpPr>
                <a:spLocks noChangeArrowheads="1"/>
              </p:cNvSpPr>
              <p:nvPr/>
            </p:nvSpPr>
            <p:spPr bwMode="auto">
              <a:xfrm>
                <a:off x="1912" y="3272"/>
                <a:ext cx="32" cy="32"/>
              </a:xfrm>
              <a:prstGeom prst="ellipse">
                <a:avLst/>
              </a:prstGeom>
              <a:solidFill>
                <a:schemeClr val="bg2"/>
              </a:solidFill>
              <a:ln w="25400">
                <a:solidFill>
                  <a:schemeClr val="bg2"/>
                </a:solidFill>
                <a:round/>
                <a:headEnd/>
                <a:tailEnd/>
              </a:ln>
            </p:spPr>
            <p:txBody>
              <a:bodyPr/>
              <a:lstStyle/>
              <a:p>
                <a:endParaRPr lang="en-US"/>
              </a:p>
            </p:txBody>
          </p:sp>
          <p:sp>
            <p:nvSpPr>
              <p:cNvPr id="108479" name="Oval 469"/>
              <p:cNvSpPr>
                <a:spLocks noChangeArrowheads="1"/>
              </p:cNvSpPr>
              <p:nvPr/>
            </p:nvSpPr>
            <p:spPr bwMode="auto">
              <a:xfrm>
                <a:off x="1912" y="3575"/>
                <a:ext cx="32" cy="32"/>
              </a:xfrm>
              <a:prstGeom prst="ellipse">
                <a:avLst/>
              </a:prstGeom>
              <a:solidFill>
                <a:schemeClr val="bg2"/>
              </a:solidFill>
              <a:ln w="9525">
                <a:solidFill>
                  <a:schemeClr val="bg2"/>
                </a:solidFill>
                <a:round/>
                <a:headEnd/>
                <a:tailEnd/>
              </a:ln>
            </p:spPr>
            <p:txBody>
              <a:bodyPr/>
              <a:lstStyle/>
              <a:p>
                <a:endParaRPr lang="en-US"/>
              </a:p>
            </p:txBody>
          </p:sp>
          <p:sp>
            <p:nvSpPr>
              <p:cNvPr id="108480" name="Oval 470"/>
              <p:cNvSpPr>
                <a:spLocks noChangeArrowheads="1"/>
              </p:cNvSpPr>
              <p:nvPr/>
            </p:nvSpPr>
            <p:spPr bwMode="auto">
              <a:xfrm>
                <a:off x="1912" y="3575"/>
                <a:ext cx="32" cy="32"/>
              </a:xfrm>
              <a:prstGeom prst="ellipse">
                <a:avLst/>
              </a:prstGeom>
              <a:solidFill>
                <a:schemeClr val="bg2"/>
              </a:solidFill>
              <a:ln w="25400">
                <a:solidFill>
                  <a:schemeClr val="bg2"/>
                </a:solidFill>
                <a:round/>
                <a:headEnd/>
                <a:tailEnd/>
              </a:ln>
            </p:spPr>
            <p:txBody>
              <a:bodyPr/>
              <a:lstStyle/>
              <a:p>
                <a:endParaRPr lang="en-US"/>
              </a:p>
            </p:txBody>
          </p:sp>
        </p:grpSp>
        <p:grpSp>
          <p:nvGrpSpPr>
            <p:cNvPr id="107723" name="Group 471"/>
            <p:cNvGrpSpPr>
              <a:grpSpLocks/>
            </p:cNvGrpSpPr>
            <p:nvPr/>
          </p:nvGrpSpPr>
          <p:grpSpPr bwMode="auto">
            <a:xfrm>
              <a:off x="1449" y="3272"/>
              <a:ext cx="40" cy="335"/>
              <a:chOff x="1449" y="3272"/>
              <a:chExt cx="40" cy="335"/>
            </a:xfrm>
          </p:grpSpPr>
          <p:sp>
            <p:nvSpPr>
              <p:cNvPr id="108473" name="Oval 472"/>
              <p:cNvSpPr>
                <a:spLocks noChangeArrowheads="1"/>
              </p:cNvSpPr>
              <p:nvPr/>
            </p:nvSpPr>
            <p:spPr bwMode="auto">
              <a:xfrm>
                <a:off x="1449" y="3272"/>
                <a:ext cx="40" cy="32"/>
              </a:xfrm>
              <a:prstGeom prst="ellipse">
                <a:avLst/>
              </a:prstGeom>
              <a:solidFill>
                <a:schemeClr val="bg2"/>
              </a:solidFill>
              <a:ln w="9525">
                <a:solidFill>
                  <a:schemeClr val="bg2"/>
                </a:solidFill>
                <a:round/>
                <a:headEnd/>
                <a:tailEnd/>
              </a:ln>
            </p:spPr>
            <p:txBody>
              <a:bodyPr/>
              <a:lstStyle/>
              <a:p>
                <a:endParaRPr lang="en-US"/>
              </a:p>
            </p:txBody>
          </p:sp>
          <p:sp>
            <p:nvSpPr>
              <p:cNvPr id="108474" name="Oval 473"/>
              <p:cNvSpPr>
                <a:spLocks noChangeArrowheads="1"/>
              </p:cNvSpPr>
              <p:nvPr/>
            </p:nvSpPr>
            <p:spPr bwMode="auto">
              <a:xfrm>
                <a:off x="1449" y="3272"/>
                <a:ext cx="40" cy="32"/>
              </a:xfrm>
              <a:prstGeom prst="ellipse">
                <a:avLst/>
              </a:prstGeom>
              <a:solidFill>
                <a:schemeClr val="bg2"/>
              </a:solidFill>
              <a:ln w="25400">
                <a:solidFill>
                  <a:schemeClr val="bg2"/>
                </a:solidFill>
                <a:round/>
                <a:headEnd/>
                <a:tailEnd/>
              </a:ln>
            </p:spPr>
            <p:txBody>
              <a:bodyPr/>
              <a:lstStyle/>
              <a:p>
                <a:endParaRPr lang="en-US"/>
              </a:p>
            </p:txBody>
          </p:sp>
          <p:sp>
            <p:nvSpPr>
              <p:cNvPr id="108475" name="Oval 474"/>
              <p:cNvSpPr>
                <a:spLocks noChangeArrowheads="1"/>
              </p:cNvSpPr>
              <p:nvPr/>
            </p:nvSpPr>
            <p:spPr bwMode="auto">
              <a:xfrm>
                <a:off x="1449" y="3575"/>
                <a:ext cx="40" cy="32"/>
              </a:xfrm>
              <a:prstGeom prst="ellipse">
                <a:avLst/>
              </a:prstGeom>
              <a:solidFill>
                <a:schemeClr val="bg2"/>
              </a:solidFill>
              <a:ln w="9525">
                <a:solidFill>
                  <a:schemeClr val="bg2"/>
                </a:solidFill>
                <a:round/>
                <a:headEnd/>
                <a:tailEnd/>
              </a:ln>
            </p:spPr>
            <p:txBody>
              <a:bodyPr/>
              <a:lstStyle/>
              <a:p>
                <a:endParaRPr lang="en-US"/>
              </a:p>
            </p:txBody>
          </p:sp>
          <p:sp>
            <p:nvSpPr>
              <p:cNvPr id="108476" name="Oval 475"/>
              <p:cNvSpPr>
                <a:spLocks noChangeArrowheads="1"/>
              </p:cNvSpPr>
              <p:nvPr/>
            </p:nvSpPr>
            <p:spPr bwMode="auto">
              <a:xfrm>
                <a:off x="1449" y="3575"/>
                <a:ext cx="40" cy="32"/>
              </a:xfrm>
              <a:prstGeom prst="ellipse">
                <a:avLst/>
              </a:prstGeom>
              <a:solidFill>
                <a:schemeClr val="bg2"/>
              </a:solidFill>
              <a:ln w="25400">
                <a:solidFill>
                  <a:schemeClr val="bg2"/>
                </a:solidFill>
                <a:round/>
                <a:headEnd/>
                <a:tailEnd/>
              </a:ln>
            </p:spPr>
            <p:txBody>
              <a:bodyPr/>
              <a:lstStyle/>
              <a:p>
                <a:endParaRPr lang="en-US"/>
              </a:p>
            </p:txBody>
          </p:sp>
        </p:grpSp>
        <p:grpSp>
          <p:nvGrpSpPr>
            <p:cNvPr id="107724" name="Group 476"/>
            <p:cNvGrpSpPr>
              <a:grpSpLocks/>
            </p:cNvGrpSpPr>
            <p:nvPr/>
          </p:nvGrpSpPr>
          <p:grpSpPr bwMode="auto">
            <a:xfrm>
              <a:off x="2367" y="3272"/>
              <a:ext cx="32" cy="335"/>
              <a:chOff x="2367" y="3272"/>
              <a:chExt cx="32" cy="335"/>
            </a:xfrm>
          </p:grpSpPr>
          <p:sp>
            <p:nvSpPr>
              <p:cNvPr id="108469" name="Oval 477"/>
              <p:cNvSpPr>
                <a:spLocks noChangeArrowheads="1"/>
              </p:cNvSpPr>
              <p:nvPr/>
            </p:nvSpPr>
            <p:spPr bwMode="auto">
              <a:xfrm>
                <a:off x="2367" y="3272"/>
                <a:ext cx="32" cy="32"/>
              </a:xfrm>
              <a:prstGeom prst="ellipse">
                <a:avLst/>
              </a:prstGeom>
              <a:solidFill>
                <a:schemeClr val="bg2"/>
              </a:solidFill>
              <a:ln w="9525">
                <a:solidFill>
                  <a:schemeClr val="bg2"/>
                </a:solidFill>
                <a:round/>
                <a:headEnd/>
                <a:tailEnd/>
              </a:ln>
            </p:spPr>
            <p:txBody>
              <a:bodyPr/>
              <a:lstStyle/>
              <a:p>
                <a:endParaRPr lang="en-US"/>
              </a:p>
            </p:txBody>
          </p:sp>
          <p:sp>
            <p:nvSpPr>
              <p:cNvPr id="108470" name="Oval 478"/>
              <p:cNvSpPr>
                <a:spLocks noChangeArrowheads="1"/>
              </p:cNvSpPr>
              <p:nvPr/>
            </p:nvSpPr>
            <p:spPr bwMode="auto">
              <a:xfrm>
                <a:off x="2367" y="3272"/>
                <a:ext cx="32" cy="32"/>
              </a:xfrm>
              <a:prstGeom prst="ellipse">
                <a:avLst/>
              </a:prstGeom>
              <a:solidFill>
                <a:schemeClr val="bg2"/>
              </a:solidFill>
              <a:ln w="25400">
                <a:solidFill>
                  <a:schemeClr val="bg2"/>
                </a:solidFill>
                <a:round/>
                <a:headEnd/>
                <a:tailEnd/>
              </a:ln>
            </p:spPr>
            <p:txBody>
              <a:bodyPr/>
              <a:lstStyle/>
              <a:p>
                <a:endParaRPr lang="en-US"/>
              </a:p>
            </p:txBody>
          </p:sp>
          <p:sp>
            <p:nvSpPr>
              <p:cNvPr id="108471" name="Oval 479"/>
              <p:cNvSpPr>
                <a:spLocks noChangeArrowheads="1"/>
              </p:cNvSpPr>
              <p:nvPr/>
            </p:nvSpPr>
            <p:spPr bwMode="auto">
              <a:xfrm>
                <a:off x="2367" y="3575"/>
                <a:ext cx="32" cy="32"/>
              </a:xfrm>
              <a:prstGeom prst="ellipse">
                <a:avLst/>
              </a:prstGeom>
              <a:solidFill>
                <a:schemeClr val="bg2"/>
              </a:solidFill>
              <a:ln w="9525">
                <a:solidFill>
                  <a:schemeClr val="bg2"/>
                </a:solidFill>
                <a:round/>
                <a:headEnd/>
                <a:tailEnd/>
              </a:ln>
            </p:spPr>
            <p:txBody>
              <a:bodyPr/>
              <a:lstStyle/>
              <a:p>
                <a:endParaRPr lang="en-US"/>
              </a:p>
            </p:txBody>
          </p:sp>
          <p:sp>
            <p:nvSpPr>
              <p:cNvPr id="108472" name="Oval 480"/>
              <p:cNvSpPr>
                <a:spLocks noChangeArrowheads="1"/>
              </p:cNvSpPr>
              <p:nvPr/>
            </p:nvSpPr>
            <p:spPr bwMode="auto">
              <a:xfrm>
                <a:off x="2367" y="3575"/>
                <a:ext cx="32" cy="32"/>
              </a:xfrm>
              <a:prstGeom prst="ellipse">
                <a:avLst/>
              </a:prstGeom>
              <a:solidFill>
                <a:schemeClr val="bg2"/>
              </a:solidFill>
              <a:ln w="25400">
                <a:solidFill>
                  <a:schemeClr val="bg2"/>
                </a:solidFill>
                <a:round/>
                <a:headEnd/>
                <a:tailEnd/>
              </a:ln>
            </p:spPr>
            <p:txBody>
              <a:bodyPr/>
              <a:lstStyle/>
              <a:p>
                <a:endParaRPr lang="en-US"/>
              </a:p>
            </p:txBody>
          </p:sp>
        </p:grpSp>
        <p:grpSp>
          <p:nvGrpSpPr>
            <p:cNvPr id="107725" name="Group 481"/>
            <p:cNvGrpSpPr>
              <a:grpSpLocks/>
            </p:cNvGrpSpPr>
            <p:nvPr/>
          </p:nvGrpSpPr>
          <p:grpSpPr bwMode="auto">
            <a:xfrm>
              <a:off x="2822" y="3272"/>
              <a:ext cx="40" cy="335"/>
              <a:chOff x="2822" y="3272"/>
              <a:chExt cx="40" cy="335"/>
            </a:xfrm>
          </p:grpSpPr>
          <p:sp>
            <p:nvSpPr>
              <p:cNvPr id="108465" name="Oval 482"/>
              <p:cNvSpPr>
                <a:spLocks noChangeArrowheads="1"/>
              </p:cNvSpPr>
              <p:nvPr/>
            </p:nvSpPr>
            <p:spPr bwMode="auto">
              <a:xfrm>
                <a:off x="2822" y="3272"/>
                <a:ext cx="40" cy="32"/>
              </a:xfrm>
              <a:prstGeom prst="ellipse">
                <a:avLst/>
              </a:prstGeom>
              <a:solidFill>
                <a:schemeClr val="bg2"/>
              </a:solidFill>
              <a:ln w="9525">
                <a:solidFill>
                  <a:schemeClr val="bg2"/>
                </a:solidFill>
                <a:round/>
                <a:headEnd/>
                <a:tailEnd/>
              </a:ln>
            </p:spPr>
            <p:txBody>
              <a:bodyPr/>
              <a:lstStyle/>
              <a:p>
                <a:endParaRPr lang="en-US"/>
              </a:p>
            </p:txBody>
          </p:sp>
          <p:sp>
            <p:nvSpPr>
              <p:cNvPr id="108466" name="Oval 483"/>
              <p:cNvSpPr>
                <a:spLocks noChangeArrowheads="1"/>
              </p:cNvSpPr>
              <p:nvPr/>
            </p:nvSpPr>
            <p:spPr bwMode="auto">
              <a:xfrm>
                <a:off x="2822" y="3272"/>
                <a:ext cx="40" cy="32"/>
              </a:xfrm>
              <a:prstGeom prst="ellipse">
                <a:avLst/>
              </a:prstGeom>
              <a:solidFill>
                <a:schemeClr val="bg2"/>
              </a:solidFill>
              <a:ln w="25400">
                <a:solidFill>
                  <a:schemeClr val="bg2"/>
                </a:solidFill>
                <a:round/>
                <a:headEnd/>
                <a:tailEnd/>
              </a:ln>
            </p:spPr>
            <p:txBody>
              <a:bodyPr/>
              <a:lstStyle/>
              <a:p>
                <a:endParaRPr lang="en-US"/>
              </a:p>
            </p:txBody>
          </p:sp>
          <p:sp>
            <p:nvSpPr>
              <p:cNvPr id="108467" name="Oval 484"/>
              <p:cNvSpPr>
                <a:spLocks noChangeArrowheads="1"/>
              </p:cNvSpPr>
              <p:nvPr/>
            </p:nvSpPr>
            <p:spPr bwMode="auto">
              <a:xfrm>
                <a:off x="2822" y="3575"/>
                <a:ext cx="40" cy="32"/>
              </a:xfrm>
              <a:prstGeom prst="ellipse">
                <a:avLst/>
              </a:prstGeom>
              <a:solidFill>
                <a:schemeClr val="bg2"/>
              </a:solidFill>
              <a:ln w="9525">
                <a:solidFill>
                  <a:schemeClr val="bg2"/>
                </a:solidFill>
                <a:round/>
                <a:headEnd/>
                <a:tailEnd/>
              </a:ln>
            </p:spPr>
            <p:txBody>
              <a:bodyPr/>
              <a:lstStyle/>
              <a:p>
                <a:endParaRPr lang="en-US"/>
              </a:p>
            </p:txBody>
          </p:sp>
          <p:sp>
            <p:nvSpPr>
              <p:cNvPr id="108468" name="Oval 485"/>
              <p:cNvSpPr>
                <a:spLocks noChangeArrowheads="1"/>
              </p:cNvSpPr>
              <p:nvPr/>
            </p:nvSpPr>
            <p:spPr bwMode="auto">
              <a:xfrm>
                <a:off x="2822" y="3575"/>
                <a:ext cx="40" cy="32"/>
              </a:xfrm>
              <a:prstGeom prst="ellipse">
                <a:avLst/>
              </a:prstGeom>
              <a:solidFill>
                <a:schemeClr val="bg2"/>
              </a:solidFill>
              <a:ln w="25400">
                <a:solidFill>
                  <a:schemeClr val="bg2"/>
                </a:solidFill>
                <a:round/>
                <a:headEnd/>
                <a:tailEnd/>
              </a:ln>
            </p:spPr>
            <p:txBody>
              <a:bodyPr/>
              <a:lstStyle/>
              <a:p>
                <a:endParaRPr lang="en-US"/>
              </a:p>
            </p:txBody>
          </p:sp>
        </p:grpSp>
        <p:grpSp>
          <p:nvGrpSpPr>
            <p:cNvPr id="107726" name="Group 486"/>
            <p:cNvGrpSpPr>
              <a:grpSpLocks/>
            </p:cNvGrpSpPr>
            <p:nvPr/>
          </p:nvGrpSpPr>
          <p:grpSpPr bwMode="auto">
            <a:xfrm>
              <a:off x="2415" y="2650"/>
              <a:ext cx="415" cy="56"/>
              <a:chOff x="2415" y="2650"/>
              <a:chExt cx="415" cy="56"/>
            </a:xfrm>
          </p:grpSpPr>
          <p:sp>
            <p:nvSpPr>
              <p:cNvPr id="108457" name="Freeform 487"/>
              <p:cNvSpPr>
                <a:spLocks/>
              </p:cNvSpPr>
              <p:nvPr/>
            </p:nvSpPr>
            <p:spPr bwMode="auto">
              <a:xfrm>
                <a:off x="2718" y="2650"/>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solidFill>
                <a:schemeClr val="bg2"/>
              </a:solidFill>
              <a:ln w="9525">
                <a:solidFill>
                  <a:schemeClr val="bg2"/>
                </a:solidFill>
                <a:round/>
                <a:headEnd/>
                <a:tailEnd/>
              </a:ln>
            </p:spPr>
            <p:txBody>
              <a:bodyPr/>
              <a:lstStyle/>
              <a:p>
                <a:endParaRPr lang="en-US"/>
              </a:p>
            </p:txBody>
          </p:sp>
          <p:grpSp>
            <p:nvGrpSpPr>
              <p:cNvPr id="108458" name="Group 488"/>
              <p:cNvGrpSpPr>
                <a:grpSpLocks/>
              </p:cNvGrpSpPr>
              <p:nvPr/>
            </p:nvGrpSpPr>
            <p:grpSpPr bwMode="auto">
              <a:xfrm>
                <a:off x="2415" y="2674"/>
                <a:ext cx="295" cy="1"/>
                <a:chOff x="2415" y="2674"/>
                <a:chExt cx="295" cy="1"/>
              </a:xfrm>
            </p:grpSpPr>
            <p:sp>
              <p:nvSpPr>
                <p:cNvPr id="108459" name="Line 489"/>
                <p:cNvSpPr>
                  <a:spLocks noChangeShapeType="1"/>
                </p:cNvSpPr>
                <p:nvPr/>
              </p:nvSpPr>
              <p:spPr bwMode="auto">
                <a:xfrm>
                  <a:off x="2415"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460" name="Line 490"/>
                <p:cNvSpPr>
                  <a:spLocks noChangeShapeType="1"/>
                </p:cNvSpPr>
                <p:nvPr/>
              </p:nvSpPr>
              <p:spPr bwMode="auto">
                <a:xfrm>
                  <a:off x="2471"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461" name="Line 491"/>
                <p:cNvSpPr>
                  <a:spLocks noChangeShapeType="1"/>
                </p:cNvSpPr>
                <p:nvPr/>
              </p:nvSpPr>
              <p:spPr bwMode="auto">
                <a:xfrm>
                  <a:off x="2526"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462" name="Line 492"/>
                <p:cNvSpPr>
                  <a:spLocks noChangeShapeType="1"/>
                </p:cNvSpPr>
                <p:nvPr/>
              </p:nvSpPr>
              <p:spPr bwMode="auto">
                <a:xfrm>
                  <a:off x="2582"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463" name="Line 493"/>
                <p:cNvSpPr>
                  <a:spLocks noChangeShapeType="1"/>
                </p:cNvSpPr>
                <p:nvPr/>
              </p:nvSpPr>
              <p:spPr bwMode="auto">
                <a:xfrm>
                  <a:off x="2638"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464" name="Line 494"/>
                <p:cNvSpPr>
                  <a:spLocks noChangeShapeType="1"/>
                </p:cNvSpPr>
                <p:nvPr/>
              </p:nvSpPr>
              <p:spPr bwMode="auto">
                <a:xfrm>
                  <a:off x="2694" y="2674"/>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7727" name="Group 495"/>
            <p:cNvGrpSpPr>
              <a:grpSpLocks/>
            </p:cNvGrpSpPr>
            <p:nvPr/>
          </p:nvGrpSpPr>
          <p:grpSpPr bwMode="auto">
            <a:xfrm>
              <a:off x="2415" y="1733"/>
              <a:ext cx="415" cy="56"/>
              <a:chOff x="2415" y="1733"/>
              <a:chExt cx="415" cy="56"/>
            </a:xfrm>
          </p:grpSpPr>
          <p:sp>
            <p:nvSpPr>
              <p:cNvPr id="108449" name="Freeform 496"/>
              <p:cNvSpPr>
                <a:spLocks/>
              </p:cNvSpPr>
              <p:nvPr/>
            </p:nvSpPr>
            <p:spPr bwMode="auto">
              <a:xfrm>
                <a:off x="2718" y="1733"/>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solidFill>
                <a:schemeClr val="bg2"/>
              </a:solidFill>
              <a:ln w="9525">
                <a:solidFill>
                  <a:schemeClr val="bg2"/>
                </a:solidFill>
                <a:round/>
                <a:headEnd/>
                <a:tailEnd/>
              </a:ln>
            </p:spPr>
            <p:txBody>
              <a:bodyPr/>
              <a:lstStyle/>
              <a:p>
                <a:endParaRPr lang="en-US"/>
              </a:p>
            </p:txBody>
          </p:sp>
          <p:grpSp>
            <p:nvGrpSpPr>
              <p:cNvPr id="108450" name="Group 497"/>
              <p:cNvGrpSpPr>
                <a:grpSpLocks/>
              </p:cNvGrpSpPr>
              <p:nvPr/>
            </p:nvGrpSpPr>
            <p:grpSpPr bwMode="auto">
              <a:xfrm>
                <a:off x="2415" y="1757"/>
                <a:ext cx="295" cy="1"/>
                <a:chOff x="2415" y="1757"/>
                <a:chExt cx="295" cy="1"/>
              </a:xfrm>
            </p:grpSpPr>
            <p:sp>
              <p:nvSpPr>
                <p:cNvPr id="108451" name="Line 498"/>
                <p:cNvSpPr>
                  <a:spLocks noChangeShapeType="1"/>
                </p:cNvSpPr>
                <p:nvPr/>
              </p:nvSpPr>
              <p:spPr bwMode="auto">
                <a:xfrm>
                  <a:off x="2415"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452" name="Line 499"/>
                <p:cNvSpPr>
                  <a:spLocks noChangeShapeType="1"/>
                </p:cNvSpPr>
                <p:nvPr/>
              </p:nvSpPr>
              <p:spPr bwMode="auto">
                <a:xfrm>
                  <a:off x="2471"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453" name="Line 500"/>
                <p:cNvSpPr>
                  <a:spLocks noChangeShapeType="1"/>
                </p:cNvSpPr>
                <p:nvPr/>
              </p:nvSpPr>
              <p:spPr bwMode="auto">
                <a:xfrm>
                  <a:off x="2526"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454" name="Line 501"/>
                <p:cNvSpPr>
                  <a:spLocks noChangeShapeType="1"/>
                </p:cNvSpPr>
                <p:nvPr/>
              </p:nvSpPr>
              <p:spPr bwMode="auto">
                <a:xfrm>
                  <a:off x="2582"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455" name="Line 502"/>
                <p:cNvSpPr>
                  <a:spLocks noChangeShapeType="1"/>
                </p:cNvSpPr>
                <p:nvPr/>
              </p:nvSpPr>
              <p:spPr bwMode="auto">
                <a:xfrm>
                  <a:off x="2638"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456" name="Line 503"/>
                <p:cNvSpPr>
                  <a:spLocks noChangeShapeType="1"/>
                </p:cNvSpPr>
                <p:nvPr/>
              </p:nvSpPr>
              <p:spPr bwMode="auto">
                <a:xfrm>
                  <a:off x="2694" y="1757"/>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7728" name="Group 504"/>
            <p:cNvGrpSpPr>
              <a:grpSpLocks/>
            </p:cNvGrpSpPr>
            <p:nvPr/>
          </p:nvGrpSpPr>
          <p:grpSpPr bwMode="auto">
            <a:xfrm>
              <a:off x="1489" y="3264"/>
              <a:ext cx="423" cy="56"/>
              <a:chOff x="1489" y="3264"/>
              <a:chExt cx="423" cy="56"/>
            </a:xfrm>
          </p:grpSpPr>
          <p:sp>
            <p:nvSpPr>
              <p:cNvPr id="108441" name="Freeform 505"/>
              <p:cNvSpPr>
                <a:spLocks/>
              </p:cNvSpPr>
              <p:nvPr/>
            </p:nvSpPr>
            <p:spPr bwMode="auto">
              <a:xfrm>
                <a:off x="1792" y="3264"/>
                <a:ext cx="120" cy="56"/>
              </a:xfrm>
              <a:custGeom>
                <a:avLst/>
                <a:gdLst>
                  <a:gd name="T0" fmla="*/ 120 w 120"/>
                  <a:gd name="T1" fmla="*/ 24 h 56"/>
                  <a:gd name="T2" fmla="*/ 0 w 120"/>
                  <a:gd name="T3" fmla="*/ 56 h 56"/>
                  <a:gd name="T4" fmla="*/ 0 w 120"/>
                  <a:gd name="T5" fmla="*/ 24 h 56"/>
                  <a:gd name="T6" fmla="*/ 0 w 120"/>
                  <a:gd name="T7" fmla="*/ 0 h 56"/>
                  <a:gd name="T8" fmla="*/ 120 w 120"/>
                  <a:gd name="T9" fmla="*/ 24 h 56"/>
                  <a:gd name="T10" fmla="*/ 0 60000 65536"/>
                  <a:gd name="T11" fmla="*/ 0 60000 65536"/>
                  <a:gd name="T12" fmla="*/ 0 60000 65536"/>
                  <a:gd name="T13" fmla="*/ 0 60000 65536"/>
                  <a:gd name="T14" fmla="*/ 0 60000 65536"/>
                  <a:gd name="T15" fmla="*/ 0 w 120"/>
                  <a:gd name="T16" fmla="*/ 0 h 56"/>
                  <a:gd name="T17" fmla="*/ 120 w 120"/>
                  <a:gd name="T18" fmla="*/ 56 h 56"/>
                </a:gdLst>
                <a:ahLst/>
                <a:cxnLst>
                  <a:cxn ang="T10">
                    <a:pos x="T0" y="T1"/>
                  </a:cxn>
                  <a:cxn ang="T11">
                    <a:pos x="T2" y="T3"/>
                  </a:cxn>
                  <a:cxn ang="T12">
                    <a:pos x="T4" y="T5"/>
                  </a:cxn>
                  <a:cxn ang="T13">
                    <a:pos x="T6" y="T7"/>
                  </a:cxn>
                  <a:cxn ang="T14">
                    <a:pos x="T8" y="T9"/>
                  </a:cxn>
                </a:cxnLst>
                <a:rect l="T15" t="T16" r="T17" b="T18"/>
                <a:pathLst>
                  <a:path w="120" h="56">
                    <a:moveTo>
                      <a:pt x="120" y="24"/>
                    </a:moveTo>
                    <a:lnTo>
                      <a:pt x="0" y="56"/>
                    </a:lnTo>
                    <a:lnTo>
                      <a:pt x="0" y="24"/>
                    </a:lnTo>
                    <a:lnTo>
                      <a:pt x="0" y="0"/>
                    </a:lnTo>
                    <a:lnTo>
                      <a:pt x="120" y="24"/>
                    </a:lnTo>
                    <a:close/>
                  </a:path>
                </a:pathLst>
              </a:custGeom>
              <a:solidFill>
                <a:schemeClr val="bg2"/>
              </a:solidFill>
              <a:ln w="9525">
                <a:solidFill>
                  <a:schemeClr val="bg2"/>
                </a:solidFill>
                <a:round/>
                <a:headEnd/>
                <a:tailEnd/>
              </a:ln>
            </p:spPr>
            <p:txBody>
              <a:bodyPr/>
              <a:lstStyle/>
              <a:p>
                <a:endParaRPr lang="en-US"/>
              </a:p>
            </p:txBody>
          </p:sp>
          <p:grpSp>
            <p:nvGrpSpPr>
              <p:cNvPr id="108442" name="Group 506"/>
              <p:cNvGrpSpPr>
                <a:grpSpLocks/>
              </p:cNvGrpSpPr>
              <p:nvPr/>
            </p:nvGrpSpPr>
            <p:grpSpPr bwMode="auto">
              <a:xfrm>
                <a:off x="1489" y="3288"/>
                <a:ext cx="295" cy="1"/>
                <a:chOff x="1489" y="3288"/>
                <a:chExt cx="295" cy="1"/>
              </a:xfrm>
            </p:grpSpPr>
            <p:sp>
              <p:nvSpPr>
                <p:cNvPr id="108443" name="Line 507"/>
                <p:cNvSpPr>
                  <a:spLocks noChangeShapeType="1"/>
                </p:cNvSpPr>
                <p:nvPr/>
              </p:nvSpPr>
              <p:spPr bwMode="auto">
                <a:xfrm>
                  <a:off x="1489"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444" name="Line 508"/>
                <p:cNvSpPr>
                  <a:spLocks noChangeShapeType="1"/>
                </p:cNvSpPr>
                <p:nvPr/>
              </p:nvSpPr>
              <p:spPr bwMode="auto">
                <a:xfrm>
                  <a:off x="1544"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445" name="Line 509"/>
                <p:cNvSpPr>
                  <a:spLocks noChangeShapeType="1"/>
                </p:cNvSpPr>
                <p:nvPr/>
              </p:nvSpPr>
              <p:spPr bwMode="auto">
                <a:xfrm>
                  <a:off x="1600"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446" name="Line 510"/>
                <p:cNvSpPr>
                  <a:spLocks noChangeShapeType="1"/>
                </p:cNvSpPr>
                <p:nvPr/>
              </p:nvSpPr>
              <p:spPr bwMode="auto">
                <a:xfrm>
                  <a:off x="1656"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447" name="Line 511"/>
                <p:cNvSpPr>
                  <a:spLocks noChangeShapeType="1"/>
                </p:cNvSpPr>
                <p:nvPr/>
              </p:nvSpPr>
              <p:spPr bwMode="auto">
                <a:xfrm>
                  <a:off x="1712"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448" name="Line 512"/>
                <p:cNvSpPr>
                  <a:spLocks noChangeShapeType="1"/>
                </p:cNvSpPr>
                <p:nvPr/>
              </p:nvSpPr>
              <p:spPr bwMode="auto">
                <a:xfrm>
                  <a:off x="1768" y="3288"/>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7729" name="Group 513"/>
            <p:cNvGrpSpPr>
              <a:grpSpLocks/>
            </p:cNvGrpSpPr>
            <p:nvPr/>
          </p:nvGrpSpPr>
          <p:grpSpPr bwMode="auto">
            <a:xfrm>
              <a:off x="1944" y="3256"/>
              <a:ext cx="423" cy="56"/>
              <a:chOff x="1944" y="3256"/>
              <a:chExt cx="423" cy="56"/>
            </a:xfrm>
          </p:grpSpPr>
          <p:sp>
            <p:nvSpPr>
              <p:cNvPr id="108433" name="Freeform 514"/>
              <p:cNvSpPr>
                <a:spLocks/>
              </p:cNvSpPr>
              <p:nvPr/>
            </p:nvSpPr>
            <p:spPr bwMode="auto">
              <a:xfrm>
                <a:off x="2255" y="325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08434" name="Group 515"/>
              <p:cNvGrpSpPr>
                <a:grpSpLocks/>
              </p:cNvGrpSpPr>
              <p:nvPr/>
            </p:nvGrpSpPr>
            <p:grpSpPr bwMode="auto">
              <a:xfrm>
                <a:off x="1944" y="3288"/>
                <a:ext cx="303" cy="1"/>
                <a:chOff x="1944" y="3288"/>
                <a:chExt cx="303" cy="1"/>
              </a:xfrm>
            </p:grpSpPr>
            <p:sp>
              <p:nvSpPr>
                <p:cNvPr id="108435" name="Line 516"/>
                <p:cNvSpPr>
                  <a:spLocks noChangeShapeType="1"/>
                </p:cNvSpPr>
                <p:nvPr/>
              </p:nvSpPr>
              <p:spPr bwMode="auto">
                <a:xfrm>
                  <a:off x="1944"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436" name="Line 517"/>
                <p:cNvSpPr>
                  <a:spLocks noChangeShapeType="1"/>
                </p:cNvSpPr>
                <p:nvPr/>
              </p:nvSpPr>
              <p:spPr bwMode="auto">
                <a:xfrm>
                  <a:off x="2000" y="3288"/>
                  <a:ext cx="23"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437" name="Line 518"/>
                <p:cNvSpPr>
                  <a:spLocks noChangeShapeType="1"/>
                </p:cNvSpPr>
                <p:nvPr/>
              </p:nvSpPr>
              <p:spPr bwMode="auto">
                <a:xfrm>
                  <a:off x="2055"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438" name="Line 519"/>
                <p:cNvSpPr>
                  <a:spLocks noChangeShapeType="1"/>
                </p:cNvSpPr>
                <p:nvPr/>
              </p:nvSpPr>
              <p:spPr bwMode="auto">
                <a:xfrm>
                  <a:off x="2111"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439" name="Line 520"/>
                <p:cNvSpPr>
                  <a:spLocks noChangeShapeType="1"/>
                </p:cNvSpPr>
                <p:nvPr/>
              </p:nvSpPr>
              <p:spPr bwMode="auto">
                <a:xfrm>
                  <a:off x="2167"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440" name="Line 521"/>
                <p:cNvSpPr>
                  <a:spLocks noChangeShapeType="1"/>
                </p:cNvSpPr>
                <p:nvPr/>
              </p:nvSpPr>
              <p:spPr bwMode="auto">
                <a:xfrm>
                  <a:off x="2223"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7730" name="Group 522"/>
            <p:cNvGrpSpPr>
              <a:grpSpLocks/>
            </p:cNvGrpSpPr>
            <p:nvPr/>
          </p:nvGrpSpPr>
          <p:grpSpPr bwMode="auto">
            <a:xfrm>
              <a:off x="2415" y="3256"/>
              <a:ext cx="415" cy="56"/>
              <a:chOff x="2415" y="3256"/>
              <a:chExt cx="415" cy="56"/>
            </a:xfrm>
          </p:grpSpPr>
          <p:sp>
            <p:nvSpPr>
              <p:cNvPr id="108425" name="Freeform 523"/>
              <p:cNvSpPr>
                <a:spLocks/>
              </p:cNvSpPr>
              <p:nvPr/>
            </p:nvSpPr>
            <p:spPr bwMode="auto">
              <a:xfrm>
                <a:off x="2718" y="325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08426" name="Group 524"/>
              <p:cNvGrpSpPr>
                <a:grpSpLocks/>
              </p:cNvGrpSpPr>
              <p:nvPr/>
            </p:nvGrpSpPr>
            <p:grpSpPr bwMode="auto">
              <a:xfrm>
                <a:off x="2415" y="3288"/>
                <a:ext cx="295" cy="1"/>
                <a:chOff x="2415" y="3288"/>
                <a:chExt cx="295" cy="1"/>
              </a:xfrm>
            </p:grpSpPr>
            <p:sp>
              <p:nvSpPr>
                <p:cNvPr id="108427" name="Line 525"/>
                <p:cNvSpPr>
                  <a:spLocks noChangeShapeType="1"/>
                </p:cNvSpPr>
                <p:nvPr/>
              </p:nvSpPr>
              <p:spPr bwMode="auto">
                <a:xfrm>
                  <a:off x="2415"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428" name="Line 526"/>
                <p:cNvSpPr>
                  <a:spLocks noChangeShapeType="1"/>
                </p:cNvSpPr>
                <p:nvPr/>
              </p:nvSpPr>
              <p:spPr bwMode="auto">
                <a:xfrm>
                  <a:off x="2471"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429" name="Line 527"/>
                <p:cNvSpPr>
                  <a:spLocks noChangeShapeType="1"/>
                </p:cNvSpPr>
                <p:nvPr/>
              </p:nvSpPr>
              <p:spPr bwMode="auto">
                <a:xfrm>
                  <a:off x="2526"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430" name="Line 528"/>
                <p:cNvSpPr>
                  <a:spLocks noChangeShapeType="1"/>
                </p:cNvSpPr>
                <p:nvPr/>
              </p:nvSpPr>
              <p:spPr bwMode="auto">
                <a:xfrm>
                  <a:off x="2582"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431" name="Line 529"/>
                <p:cNvSpPr>
                  <a:spLocks noChangeShapeType="1"/>
                </p:cNvSpPr>
                <p:nvPr/>
              </p:nvSpPr>
              <p:spPr bwMode="auto">
                <a:xfrm>
                  <a:off x="2638"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432" name="Line 530"/>
                <p:cNvSpPr>
                  <a:spLocks noChangeShapeType="1"/>
                </p:cNvSpPr>
                <p:nvPr/>
              </p:nvSpPr>
              <p:spPr bwMode="auto">
                <a:xfrm>
                  <a:off x="2694" y="3288"/>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7731" name="Group 531"/>
            <p:cNvGrpSpPr>
              <a:grpSpLocks/>
            </p:cNvGrpSpPr>
            <p:nvPr/>
          </p:nvGrpSpPr>
          <p:grpSpPr bwMode="auto">
            <a:xfrm>
              <a:off x="1489" y="3567"/>
              <a:ext cx="423" cy="56"/>
              <a:chOff x="1489" y="3567"/>
              <a:chExt cx="423" cy="56"/>
            </a:xfrm>
          </p:grpSpPr>
          <p:sp>
            <p:nvSpPr>
              <p:cNvPr id="108417" name="Freeform 532"/>
              <p:cNvSpPr>
                <a:spLocks/>
              </p:cNvSpPr>
              <p:nvPr/>
            </p:nvSpPr>
            <p:spPr bwMode="auto">
              <a:xfrm>
                <a:off x="1800"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solidFill>
                <a:schemeClr val="bg2"/>
              </a:solidFill>
              <a:ln w="9525">
                <a:solidFill>
                  <a:schemeClr val="bg2"/>
                </a:solidFill>
                <a:round/>
                <a:headEnd/>
                <a:tailEnd/>
              </a:ln>
            </p:spPr>
            <p:txBody>
              <a:bodyPr/>
              <a:lstStyle/>
              <a:p>
                <a:endParaRPr lang="en-US"/>
              </a:p>
            </p:txBody>
          </p:sp>
          <p:grpSp>
            <p:nvGrpSpPr>
              <p:cNvPr id="108418" name="Group 533"/>
              <p:cNvGrpSpPr>
                <a:grpSpLocks/>
              </p:cNvGrpSpPr>
              <p:nvPr/>
            </p:nvGrpSpPr>
            <p:grpSpPr bwMode="auto">
              <a:xfrm>
                <a:off x="1489" y="3591"/>
                <a:ext cx="303" cy="1"/>
                <a:chOff x="1489" y="3591"/>
                <a:chExt cx="303" cy="1"/>
              </a:xfrm>
            </p:grpSpPr>
            <p:sp>
              <p:nvSpPr>
                <p:cNvPr id="108419" name="Line 534"/>
                <p:cNvSpPr>
                  <a:spLocks noChangeShapeType="1"/>
                </p:cNvSpPr>
                <p:nvPr/>
              </p:nvSpPr>
              <p:spPr bwMode="auto">
                <a:xfrm>
                  <a:off x="1489"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420" name="Line 535"/>
                <p:cNvSpPr>
                  <a:spLocks noChangeShapeType="1"/>
                </p:cNvSpPr>
                <p:nvPr/>
              </p:nvSpPr>
              <p:spPr bwMode="auto">
                <a:xfrm>
                  <a:off x="1544"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421" name="Line 536"/>
                <p:cNvSpPr>
                  <a:spLocks noChangeShapeType="1"/>
                </p:cNvSpPr>
                <p:nvPr/>
              </p:nvSpPr>
              <p:spPr bwMode="auto">
                <a:xfrm>
                  <a:off x="1600"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422" name="Line 537"/>
                <p:cNvSpPr>
                  <a:spLocks noChangeShapeType="1"/>
                </p:cNvSpPr>
                <p:nvPr/>
              </p:nvSpPr>
              <p:spPr bwMode="auto">
                <a:xfrm>
                  <a:off x="1656"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423" name="Line 538"/>
                <p:cNvSpPr>
                  <a:spLocks noChangeShapeType="1"/>
                </p:cNvSpPr>
                <p:nvPr/>
              </p:nvSpPr>
              <p:spPr bwMode="auto">
                <a:xfrm>
                  <a:off x="1712"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424" name="Line 539"/>
                <p:cNvSpPr>
                  <a:spLocks noChangeShapeType="1"/>
                </p:cNvSpPr>
                <p:nvPr/>
              </p:nvSpPr>
              <p:spPr bwMode="auto">
                <a:xfrm>
                  <a:off x="1768"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7732" name="Group 540"/>
            <p:cNvGrpSpPr>
              <a:grpSpLocks/>
            </p:cNvGrpSpPr>
            <p:nvPr/>
          </p:nvGrpSpPr>
          <p:grpSpPr bwMode="auto">
            <a:xfrm>
              <a:off x="1952" y="3567"/>
              <a:ext cx="415" cy="56"/>
              <a:chOff x="1952" y="3567"/>
              <a:chExt cx="415" cy="56"/>
            </a:xfrm>
          </p:grpSpPr>
          <p:sp>
            <p:nvSpPr>
              <p:cNvPr id="108409" name="Freeform 541"/>
              <p:cNvSpPr>
                <a:spLocks/>
              </p:cNvSpPr>
              <p:nvPr/>
            </p:nvSpPr>
            <p:spPr bwMode="auto">
              <a:xfrm>
                <a:off x="2255"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solidFill>
                <a:schemeClr val="bg2"/>
              </a:solidFill>
              <a:ln w="9525">
                <a:solidFill>
                  <a:schemeClr val="bg2"/>
                </a:solidFill>
                <a:round/>
                <a:headEnd/>
                <a:tailEnd/>
              </a:ln>
            </p:spPr>
            <p:txBody>
              <a:bodyPr/>
              <a:lstStyle/>
              <a:p>
                <a:endParaRPr lang="en-US"/>
              </a:p>
            </p:txBody>
          </p:sp>
          <p:grpSp>
            <p:nvGrpSpPr>
              <p:cNvPr id="108410" name="Group 542"/>
              <p:cNvGrpSpPr>
                <a:grpSpLocks/>
              </p:cNvGrpSpPr>
              <p:nvPr/>
            </p:nvGrpSpPr>
            <p:grpSpPr bwMode="auto">
              <a:xfrm>
                <a:off x="1952" y="3591"/>
                <a:ext cx="295" cy="1"/>
                <a:chOff x="1952" y="3591"/>
                <a:chExt cx="295" cy="1"/>
              </a:xfrm>
            </p:grpSpPr>
            <p:sp>
              <p:nvSpPr>
                <p:cNvPr id="108411" name="Line 543"/>
                <p:cNvSpPr>
                  <a:spLocks noChangeShapeType="1"/>
                </p:cNvSpPr>
                <p:nvPr/>
              </p:nvSpPr>
              <p:spPr bwMode="auto">
                <a:xfrm>
                  <a:off x="1952"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412" name="Line 544"/>
                <p:cNvSpPr>
                  <a:spLocks noChangeShapeType="1"/>
                </p:cNvSpPr>
                <p:nvPr/>
              </p:nvSpPr>
              <p:spPr bwMode="auto">
                <a:xfrm>
                  <a:off x="2008" y="3591"/>
                  <a:ext cx="23"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413" name="Line 545"/>
                <p:cNvSpPr>
                  <a:spLocks noChangeShapeType="1"/>
                </p:cNvSpPr>
                <p:nvPr/>
              </p:nvSpPr>
              <p:spPr bwMode="auto">
                <a:xfrm>
                  <a:off x="2063"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414" name="Line 546"/>
                <p:cNvSpPr>
                  <a:spLocks noChangeShapeType="1"/>
                </p:cNvSpPr>
                <p:nvPr/>
              </p:nvSpPr>
              <p:spPr bwMode="auto">
                <a:xfrm>
                  <a:off x="2119"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415" name="Line 547"/>
                <p:cNvSpPr>
                  <a:spLocks noChangeShapeType="1"/>
                </p:cNvSpPr>
                <p:nvPr/>
              </p:nvSpPr>
              <p:spPr bwMode="auto">
                <a:xfrm>
                  <a:off x="2175"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416" name="Line 548"/>
                <p:cNvSpPr>
                  <a:spLocks noChangeShapeType="1"/>
                </p:cNvSpPr>
                <p:nvPr/>
              </p:nvSpPr>
              <p:spPr bwMode="auto">
                <a:xfrm>
                  <a:off x="2231" y="3591"/>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7733" name="Group 549"/>
            <p:cNvGrpSpPr>
              <a:grpSpLocks/>
            </p:cNvGrpSpPr>
            <p:nvPr/>
          </p:nvGrpSpPr>
          <p:grpSpPr bwMode="auto">
            <a:xfrm>
              <a:off x="2407" y="3567"/>
              <a:ext cx="415" cy="56"/>
              <a:chOff x="2407" y="3567"/>
              <a:chExt cx="415" cy="56"/>
            </a:xfrm>
          </p:grpSpPr>
          <p:sp>
            <p:nvSpPr>
              <p:cNvPr id="108401" name="Freeform 550"/>
              <p:cNvSpPr>
                <a:spLocks/>
              </p:cNvSpPr>
              <p:nvPr/>
            </p:nvSpPr>
            <p:spPr bwMode="auto">
              <a:xfrm>
                <a:off x="2710"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solidFill>
                <a:schemeClr val="bg2"/>
              </a:solidFill>
              <a:ln w="9525">
                <a:solidFill>
                  <a:schemeClr val="bg2"/>
                </a:solidFill>
                <a:round/>
                <a:headEnd/>
                <a:tailEnd/>
              </a:ln>
            </p:spPr>
            <p:txBody>
              <a:bodyPr/>
              <a:lstStyle/>
              <a:p>
                <a:endParaRPr lang="en-US"/>
              </a:p>
            </p:txBody>
          </p:sp>
          <p:grpSp>
            <p:nvGrpSpPr>
              <p:cNvPr id="108402" name="Group 551"/>
              <p:cNvGrpSpPr>
                <a:grpSpLocks/>
              </p:cNvGrpSpPr>
              <p:nvPr/>
            </p:nvGrpSpPr>
            <p:grpSpPr bwMode="auto">
              <a:xfrm>
                <a:off x="2407" y="3591"/>
                <a:ext cx="295" cy="1"/>
                <a:chOff x="2407" y="3591"/>
                <a:chExt cx="295" cy="1"/>
              </a:xfrm>
            </p:grpSpPr>
            <p:sp>
              <p:nvSpPr>
                <p:cNvPr id="108403" name="Line 552"/>
                <p:cNvSpPr>
                  <a:spLocks noChangeShapeType="1"/>
                </p:cNvSpPr>
                <p:nvPr/>
              </p:nvSpPr>
              <p:spPr bwMode="auto">
                <a:xfrm>
                  <a:off x="2407"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404" name="Line 553"/>
                <p:cNvSpPr>
                  <a:spLocks noChangeShapeType="1"/>
                </p:cNvSpPr>
                <p:nvPr/>
              </p:nvSpPr>
              <p:spPr bwMode="auto">
                <a:xfrm>
                  <a:off x="2463"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405" name="Line 554"/>
                <p:cNvSpPr>
                  <a:spLocks noChangeShapeType="1"/>
                </p:cNvSpPr>
                <p:nvPr/>
              </p:nvSpPr>
              <p:spPr bwMode="auto">
                <a:xfrm>
                  <a:off x="2518"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406" name="Line 555"/>
                <p:cNvSpPr>
                  <a:spLocks noChangeShapeType="1"/>
                </p:cNvSpPr>
                <p:nvPr/>
              </p:nvSpPr>
              <p:spPr bwMode="auto">
                <a:xfrm>
                  <a:off x="2574"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407" name="Line 556"/>
                <p:cNvSpPr>
                  <a:spLocks noChangeShapeType="1"/>
                </p:cNvSpPr>
                <p:nvPr/>
              </p:nvSpPr>
              <p:spPr bwMode="auto">
                <a:xfrm>
                  <a:off x="2630"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408" name="Line 557"/>
                <p:cNvSpPr>
                  <a:spLocks noChangeShapeType="1"/>
                </p:cNvSpPr>
                <p:nvPr/>
              </p:nvSpPr>
              <p:spPr bwMode="auto">
                <a:xfrm>
                  <a:off x="2686" y="3591"/>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7734" name="Group 558"/>
            <p:cNvGrpSpPr>
              <a:grpSpLocks/>
            </p:cNvGrpSpPr>
            <p:nvPr/>
          </p:nvGrpSpPr>
          <p:grpSpPr bwMode="auto">
            <a:xfrm>
              <a:off x="1952" y="2376"/>
              <a:ext cx="886" cy="290"/>
              <a:chOff x="1952" y="2376"/>
              <a:chExt cx="886" cy="290"/>
            </a:xfrm>
          </p:grpSpPr>
          <p:sp>
            <p:nvSpPr>
              <p:cNvPr id="108399" name="Freeform 559"/>
              <p:cNvSpPr>
                <a:spLocks/>
              </p:cNvSpPr>
              <p:nvPr/>
            </p:nvSpPr>
            <p:spPr bwMode="auto">
              <a:xfrm>
                <a:off x="2702" y="2586"/>
                <a:ext cx="136" cy="80"/>
              </a:xfrm>
              <a:custGeom>
                <a:avLst/>
                <a:gdLst>
                  <a:gd name="T0" fmla="*/ 136 w 136"/>
                  <a:gd name="T1" fmla="*/ 80 h 80"/>
                  <a:gd name="T2" fmla="*/ 0 w 136"/>
                  <a:gd name="T3" fmla="*/ 64 h 80"/>
                  <a:gd name="T4" fmla="*/ 8 w 136"/>
                  <a:gd name="T5" fmla="*/ 32 h 80"/>
                  <a:gd name="T6" fmla="*/ 16 w 136"/>
                  <a:gd name="T7" fmla="*/ 0 h 80"/>
                  <a:gd name="T8" fmla="*/ 136 w 136"/>
                  <a:gd name="T9" fmla="*/ 80 h 80"/>
                  <a:gd name="T10" fmla="*/ 0 60000 65536"/>
                  <a:gd name="T11" fmla="*/ 0 60000 65536"/>
                  <a:gd name="T12" fmla="*/ 0 60000 65536"/>
                  <a:gd name="T13" fmla="*/ 0 60000 65536"/>
                  <a:gd name="T14" fmla="*/ 0 60000 65536"/>
                  <a:gd name="T15" fmla="*/ 0 w 136"/>
                  <a:gd name="T16" fmla="*/ 0 h 80"/>
                  <a:gd name="T17" fmla="*/ 136 w 136"/>
                  <a:gd name="T18" fmla="*/ 80 h 80"/>
                </a:gdLst>
                <a:ahLst/>
                <a:cxnLst>
                  <a:cxn ang="T10">
                    <a:pos x="T0" y="T1"/>
                  </a:cxn>
                  <a:cxn ang="T11">
                    <a:pos x="T2" y="T3"/>
                  </a:cxn>
                  <a:cxn ang="T12">
                    <a:pos x="T4" y="T5"/>
                  </a:cxn>
                  <a:cxn ang="T13">
                    <a:pos x="T6" y="T7"/>
                  </a:cxn>
                  <a:cxn ang="T14">
                    <a:pos x="T8" y="T9"/>
                  </a:cxn>
                </a:cxnLst>
                <a:rect l="T15" t="T16" r="T17" b="T18"/>
                <a:pathLst>
                  <a:path w="136" h="80">
                    <a:moveTo>
                      <a:pt x="136" y="80"/>
                    </a:moveTo>
                    <a:lnTo>
                      <a:pt x="0" y="64"/>
                    </a:lnTo>
                    <a:lnTo>
                      <a:pt x="8" y="32"/>
                    </a:lnTo>
                    <a:lnTo>
                      <a:pt x="16" y="0"/>
                    </a:lnTo>
                    <a:lnTo>
                      <a:pt x="136" y="80"/>
                    </a:lnTo>
                    <a:close/>
                  </a:path>
                </a:pathLst>
              </a:custGeom>
              <a:solidFill>
                <a:schemeClr val="bg2"/>
              </a:solidFill>
              <a:ln w="9525">
                <a:solidFill>
                  <a:schemeClr val="bg2"/>
                </a:solidFill>
                <a:round/>
                <a:headEnd/>
                <a:tailEnd/>
              </a:ln>
            </p:spPr>
            <p:txBody>
              <a:bodyPr/>
              <a:lstStyle/>
              <a:p>
                <a:endParaRPr lang="en-US"/>
              </a:p>
            </p:txBody>
          </p:sp>
          <p:sp>
            <p:nvSpPr>
              <p:cNvPr id="108400" name="Line 560"/>
              <p:cNvSpPr>
                <a:spLocks noChangeShapeType="1"/>
              </p:cNvSpPr>
              <p:nvPr/>
            </p:nvSpPr>
            <p:spPr bwMode="auto">
              <a:xfrm>
                <a:off x="1952" y="2376"/>
                <a:ext cx="766" cy="244"/>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7735" name="Group 561"/>
            <p:cNvGrpSpPr>
              <a:grpSpLocks/>
            </p:cNvGrpSpPr>
            <p:nvPr/>
          </p:nvGrpSpPr>
          <p:grpSpPr bwMode="auto">
            <a:xfrm>
              <a:off x="1481" y="2084"/>
              <a:ext cx="1373" cy="1507"/>
              <a:chOff x="1481" y="2084"/>
              <a:chExt cx="1373" cy="1507"/>
            </a:xfrm>
          </p:grpSpPr>
          <p:sp>
            <p:nvSpPr>
              <p:cNvPr id="108397" name="Freeform 562"/>
              <p:cNvSpPr>
                <a:spLocks/>
              </p:cNvSpPr>
              <p:nvPr/>
            </p:nvSpPr>
            <p:spPr bwMode="auto">
              <a:xfrm>
                <a:off x="2742" y="2084"/>
                <a:ext cx="112" cy="119"/>
              </a:xfrm>
              <a:custGeom>
                <a:avLst/>
                <a:gdLst>
                  <a:gd name="T0" fmla="*/ 112 w 112"/>
                  <a:gd name="T1" fmla="*/ 0 h 119"/>
                  <a:gd name="T2" fmla="*/ 48 w 112"/>
                  <a:gd name="T3" fmla="*/ 119 h 119"/>
                  <a:gd name="T4" fmla="*/ 24 w 112"/>
                  <a:gd name="T5" fmla="*/ 96 h 119"/>
                  <a:gd name="T6" fmla="*/ 0 w 112"/>
                  <a:gd name="T7" fmla="*/ 72 h 119"/>
                  <a:gd name="T8" fmla="*/ 112 w 112"/>
                  <a:gd name="T9" fmla="*/ 0 h 119"/>
                  <a:gd name="T10" fmla="*/ 0 60000 65536"/>
                  <a:gd name="T11" fmla="*/ 0 60000 65536"/>
                  <a:gd name="T12" fmla="*/ 0 60000 65536"/>
                  <a:gd name="T13" fmla="*/ 0 60000 65536"/>
                  <a:gd name="T14" fmla="*/ 0 60000 65536"/>
                  <a:gd name="T15" fmla="*/ 0 w 112"/>
                  <a:gd name="T16" fmla="*/ 0 h 119"/>
                  <a:gd name="T17" fmla="*/ 112 w 112"/>
                  <a:gd name="T18" fmla="*/ 119 h 119"/>
                </a:gdLst>
                <a:ahLst/>
                <a:cxnLst>
                  <a:cxn ang="T10">
                    <a:pos x="T0" y="T1"/>
                  </a:cxn>
                  <a:cxn ang="T11">
                    <a:pos x="T2" y="T3"/>
                  </a:cxn>
                  <a:cxn ang="T12">
                    <a:pos x="T4" y="T5"/>
                  </a:cxn>
                  <a:cxn ang="T13">
                    <a:pos x="T6" y="T7"/>
                  </a:cxn>
                  <a:cxn ang="T14">
                    <a:pos x="T8" y="T9"/>
                  </a:cxn>
                </a:cxnLst>
                <a:rect l="T15" t="T16" r="T17" b="T18"/>
                <a:pathLst>
                  <a:path w="112" h="119">
                    <a:moveTo>
                      <a:pt x="112" y="0"/>
                    </a:moveTo>
                    <a:lnTo>
                      <a:pt x="48" y="119"/>
                    </a:lnTo>
                    <a:lnTo>
                      <a:pt x="24" y="96"/>
                    </a:lnTo>
                    <a:lnTo>
                      <a:pt x="0" y="72"/>
                    </a:lnTo>
                    <a:lnTo>
                      <a:pt x="112" y="0"/>
                    </a:lnTo>
                    <a:close/>
                  </a:path>
                </a:pathLst>
              </a:custGeom>
              <a:solidFill>
                <a:schemeClr val="bg2"/>
              </a:solidFill>
              <a:ln w="9525">
                <a:solidFill>
                  <a:schemeClr val="bg2"/>
                </a:solidFill>
                <a:round/>
                <a:headEnd/>
                <a:tailEnd/>
              </a:ln>
            </p:spPr>
            <p:txBody>
              <a:bodyPr/>
              <a:lstStyle/>
              <a:p>
                <a:endParaRPr lang="en-US"/>
              </a:p>
            </p:txBody>
          </p:sp>
          <p:sp>
            <p:nvSpPr>
              <p:cNvPr id="108398" name="Line 563"/>
              <p:cNvSpPr>
                <a:spLocks noChangeShapeType="1"/>
              </p:cNvSpPr>
              <p:nvPr/>
            </p:nvSpPr>
            <p:spPr bwMode="auto">
              <a:xfrm flipV="1">
                <a:off x="1481" y="2172"/>
                <a:ext cx="1291" cy="1419"/>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7736" name="Group 564"/>
            <p:cNvGrpSpPr>
              <a:grpSpLocks/>
            </p:cNvGrpSpPr>
            <p:nvPr/>
          </p:nvGrpSpPr>
          <p:grpSpPr bwMode="auto">
            <a:xfrm>
              <a:off x="1944" y="2076"/>
              <a:ext cx="902" cy="885"/>
              <a:chOff x="1944" y="2076"/>
              <a:chExt cx="902" cy="885"/>
            </a:xfrm>
          </p:grpSpPr>
          <p:sp>
            <p:nvSpPr>
              <p:cNvPr id="108395" name="Freeform 565"/>
              <p:cNvSpPr>
                <a:spLocks/>
              </p:cNvSpPr>
              <p:nvPr/>
            </p:nvSpPr>
            <p:spPr bwMode="auto">
              <a:xfrm>
                <a:off x="2726" y="2850"/>
                <a:ext cx="120" cy="111"/>
              </a:xfrm>
              <a:custGeom>
                <a:avLst/>
                <a:gdLst>
                  <a:gd name="T0" fmla="*/ 120 w 120"/>
                  <a:gd name="T1" fmla="*/ 111 h 111"/>
                  <a:gd name="T2" fmla="*/ 0 w 120"/>
                  <a:gd name="T3" fmla="*/ 47 h 111"/>
                  <a:gd name="T4" fmla="*/ 24 w 120"/>
                  <a:gd name="T5" fmla="*/ 23 h 111"/>
                  <a:gd name="T6" fmla="*/ 48 w 120"/>
                  <a:gd name="T7" fmla="*/ 0 h 111"/>
                  <a:gd name="T8" fmla="*/ 120 w 120"/>
                  <a:gd name="T9" fmla="*/ 111 h 111"/>
                  <a:gd name="T10" fmla="*/ 0 60000 65536"/>
                  <a:gd name="T11" fmla="*/ 0 60000 65536"/>
                  <a:gd name="T12" fmla="*/ 0 60000 65536"/>
                  <a:gd name="T13" fmla="*/ 0 60000 65536"/>
                  <a:gd name="T14" fmla="*/ 0 60000 65536"/>
                  <a:gd name="T15" fmla="*/ 0 w 120"/>
                  <a:gd name="T16" fmla="*/ 0 h 111"/>
                  <a:gd name="T17" fmla="*/ 120 w 120"/>
                  <a:gd name="T18" fmla="*/ 111 h 111"/>
                </a:gdLst>
                <a:ahLst/>
                <a:cxnLst>
                  <a:cxn ang="T10">
                    <a:pos x="T0" y="T1"/>
                  </a:cxn>
                  <a:cxn ang="T11">
                    <a:pos x="T2" y="T3"/>
                  </a:cxn>
                  <a:cxn ang="T12">
                    <a:pos x="T4" y="T5"/>
                  </a:cxn>
                  <a:cxn ang="T13">
                    <a:pos x="T6" y="T7"/>
                  </a:cxn>
                  <a:cxn ang="T14">
                    <a:pos x="T8" y="T9"/>
                  </a:cxn>
                </a:cxnLst>
                <a:rect l="T15" t="T16" r="T17" b="T18"/>
                <a:pathLst>
                  <a:path w="120" h="111">
                    <a:moveTo>
                      <a:pt x="120" y="111"/>
                    </a:moveTo>
                    <a:lnTo>
                      <a:pt x="0" y="47"/>
                    </a:lnTo>
                    <a:lnTo>
                      <a:pt x="24" y="23"/>
                    </a:lnTo>
                    <a:lnTo>
                      <a:pt x="48" y="0"/>
                    </a:lnTo>
                    <a:lnTo>
                      <a:pt x="120" y="111"/>
                    </a:lnTo>
                    <a:close/>
                  </a:path>
                </a:pathLst>
              </a:custGeom>
              <a:solidFill>
                <a:schemeClr val="bg2"/>
              </a:solidFill>
              <a:ln w="9525">
                <a:solidFill>
                  <a:schemeClr val="bg2"/>
                </a:solidFill>
                <a:round/>
                <a:headEnd/>
                <a:tailEnd/>
              </a:ln>
            </p:spPr>
            <p:txBody>
              <a:bodyPr/>
              <a:lstStyle/>
              <a:p>
                <a:endParaRPr lang="en-US"/>
              </a:p>
            </p:txBody>
          </p:sp>
          <p:sp>
            <p:nvSpPr>
              <p:cNvPr id="108396" name="Line 566"/>
              <p:cNvSpPr>
                <a:spLocks noChangeShapeType="1"/>
              </p:cNvSpPr>
              <p:nvPr/>
            </p:nvSpPr>
            <p:spPr bwMode="auto">
              <a:xfrm>
                <a:off x="1944" y="2076"/>
                <a:ext cx="814" cy="805"/>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7737" name="Group 567"/>
            <p:cNvGrpSpPr>
              <a:grpSpLocks/>
            </p:cNvGrpSpPr>
            <p:nvPr/>
          </p:nvGrpSpPr>
          <p:grpSpPr bwMode="auto">
            <a:xfrm>
              <a:off x="1489" y="2379"/>
              <a:ext cx="902" cy="893"/>
              <a:chOff x="1489" y="2379"/>
              <a:chExt cx="902" cy="893"/>
            </a:xfrm>
          </p:grpSpPr>
          <p:sp>
            <p:nvSpPr>
              <p:cNvPr id="108393" name="Freeform 568"/>
              <p:cNvSpPr>
                <a:spLocks/>
              </p:cNvSpPr>
              <p:nvPr/>
            </p:nvSpPr>
            <p:spPr bwMode="auto">
              <a:xfrm>
                <a:off x="2271" y="3153"/>
                <a:ext cx="120" cy="119"/>
              </a:xfrm>
              <a:custGeom>
                <a:avLst/>
                <a:gdLst>
                  <a:gd name="T0" fmla="*/ 120 w 120"/>
                  <a:gd name="T1" fmla="*/ 119 h 119"/>
                  <a:gd name="T2" fmla="*/ 0 w 120"/>
                  <a:gd name="T3" fmla="*/ 48 h 119"/>
                  <a:gd name="T4" fmla="*/ 24 w 120"/>
                  <a:gd name="T5" fmla="*/ 24 h 119"/>
                  <a:gd name="T6" fmla="*/ 48 w 120"/>
                  <a:gd name="T7" fmla="*/ 0 h 119"/>
                  <a:gd name="T8" fmla="*/ 120 w 120"/>
                  <a:gd name="T9" fmla="*/ 119 h 119"/>
                  <a:gd name="T10" fmla="*/ 0 60000 65536"/>
                  <a:gd name="T11" fmla="*/ 0 60000 65536"/>
                  <a:gd name="T12" fmla="*/ 0 60000 65536"/>
                  <a:gd name="T13" fmla="*/ 0 60000 65536"/>
                  <a:gd name="T14" fmla="*/ 0 60000 65536"/>
                  <a:gd name="T15" fmla="*/ 0 w 120"/>
                  <a:gd name="T16" fmla="*/ 0 h 119"/>
                  <a:gd name="T17" fmla="*/ 120 w 120"/>
                  <a:gd name="T18" fmla="*/ 119 h 119"/>
                </a:gdLst>
                <a:ahLst/>
                <a:cxnLst>
                  <a:cxn ang="T10">
                    <a:pos x="T0" y="T1"/>
                  </a:cxn>
                  <a:cxn ang="T11">
                    <a:pos x="T2" y="T3"/>
                  </a:cxn>
                  <a:cxn ang="T12">
                    <a:pos x="T4" y="T5"/>
                  </a:cxn>
                  <a:cxn ang="T13">
                    <a:pos x="T6" y="T7"/>
                  </a:cxn>
                  <a:cxn ang="T14">
                    <a:pos x="T8" y="T9"/>
                  </a:cxn>
                </a:cxnLst>
                <a:rect l="T15" t="T16" r="T17" b="T18"/>
                <a:pathLst>
                  <a:path w="120" h="119">
                    <a:moveTo>
                      <a:pt x="120" y="119"/>
                    </a:moveTo>
                    <a:lnTo>
                      <a:pt x="0" y="48"/>
                    </a:lnTo>
                    <a:lnTo>
                      <a:pt x="24" y="24"/>
                    </a:lnTo>
                    <a:lnTo>
                      <a:pt x="48" y="0"/>
                    </a:lnTo>
                    <a:lnTo>
                      <a:pt x="120" y="119"/>
                    </a:lnTo>
                    <a:close/>
                  </a:path>
                </a:pathLst>
              </a:custGeom>
              <a:solidFill>
                <a:schemeClr val="bg2"/>
              </a:solidFill>
              <a:ln w="9525">
                <a:solidFill>
                  <a:schemeClr val="bg2"/>
                </a:solidFill>
                <a:round/>
                <a:headEnd/>
                <a:tailEnd/>
              </a:ln>
            </p:spPr>
            <p:txBody>
              <a:bodyPr/>
              <a:lstStyle/>
              <a:p>
                <a:endParaRPr lang="en-US"/>
              </a:p>
            </p:txBody>
          </p:sp>
          <p:sp>
            <p:nvSpPr>
              <p:cNvPr id="108394" name="Line 569"/>
              <p:cNvSpPr>
                <a:spLocks noChangeShapeType="1"/>
              </p:cNvSpPr>
              <p:nvPr/>
            </p:nvSpPr>
            <p:spPr bwMode="auto">
              <a:xfrm>
                <a:off x="1489" y="2379"/>
                <a:ext cx="814" cy="805"/>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7738" name="Group 570"/>
            <p:cNvGrpSpPr>
              <a:grpSpLocks/>
            </p:cNvGrpSpPr>
            <p:nvPr/>
          </p:nvGrpSpPr>
          <p:grpSpPr bwMode="auto">
            <a:xfrm>
              <a:off x="3311" y="2387"/>
              <a:ext cx="437" cy="590"/>
              <a:chOff x="3311" y="2387"/>
              <a:chExt cx="437" cy="590"/>
            </a:xfrm>
          </p:grpSpPr>
          <p:sp>
            <p:nvSpPr>
              <p:cNvPr id="108391" name="Freeform 571"/>
              <p:cNvSpPr>
                <a:spLocks/>
              </p:cNvSpPr>
              <p:nvPr/>
            </p:nvSpPr>
            <p:spPr bwMode="auto">
              <a:xfrm>
                <a:off x="3644" y="2387"/>
                <a:ext cx="104" cy="128"/>
              </a:xfrm>
              <a:custGeom>
                <a:avLst/>
                <a:gdLst>
                  <a:gd name="T0" fmla="*/ 104 w 104"/>
                  <a:gd name="T1" fmla="*/ 0 h 128"/>
                  <a:gd name="T2" fmla="*/ 56 w 104"/>
                  <a:gd name="T3" fmla="*/ 128 h 128"/>
                  <a:gd name="T4" fmla="*/ 24 w 104"/>
                  <a:gd name="T5" fmla="*/ 104 h 128"/>
                  <a:gd name="T6" fmla="*/ 0 w 104"/>
                  <a:gd name="T7" fmla="*/ 88 h 128"/>
                  <a:gd name="T8" fmla="*/ 104 w 104"/>
                  <a:gd name="T9" fmla="*/ 0 h 128"/>
                  <a:gd name="T10" fmla="*/ 0 60000 65536"/>
                  <a:gd name="T11" fmla="*/ 0 60000 65536"/>
                  <a:gd name="T12" fmla="*/ 0 60000 65536"/>
                  <a:gd name="T13" fmla="*/ 0 60000 65536"/>
                  <a:gd name="T14" fmla="*/ 0 60000 65536"/>
                  <a:gd name="T15" fmla="*/ 0 w 104"/>
                  <a:gd name="T16" fmla="*/ 0 h 128"/>
                  <a:gd name="T17" fmla="*/ 104 w 104"/>
                  <a:gd name="T18" fmla="*/ 128 h 128"/>
                </a:gdLst>
                <a:ahLst/>
                <a:cxnLst>
                  <a:cxn ang="T10">
                    <a:pos x="T0" y="T1"/>
                  </a:cxn>
                  <a:cxn ang="T11">
                    <a:pos x="T2" y="T3"/>
                  </a:cxn>
                  <a:cxn ang="T12">
                    <a:pos x="T4" y="T5"/>
                  </a:cxn>
                  <a:cxn ang="T13">
                    <a:pos x="T6" y="T7"/>
                  </a:cxn>
                  <a:cxn ang="T14">
                    <a:pos x="T8" y="T9"/>
                  </a:cxn>
                </a:cxnLst>
                <a:rect l="T15" t="T16" r="T17" b="T18"/>
                <a:pathLst>
                  <a:path w="104" h="128">
                    <a:moveTo>
                      <a:pt x="104" y="0"/>
                    </a:moveTo>
                    <a:lnTo>
                      <a:pt x="56" y="128"/>
                    </a:lnTo>
                    <a:lnTo>
                      <a:pt x="24" y="104"/>
                    </a:lnTo>
                    <a:lnTo>
                      <a:pt x="0" y="88"/>
                    </a:lnTo>
                    <a:lnTo>
                      <a:pt x="104" y="0"/>
                    </a:lnTo>
                    <a:close/>
                  </a:path>
                </a:pathLst>
              </a:custGeom>
              <a:solidFill>
                <a:schemeClr val="bg2"/>
              </a:solidFill>
              <a:ln w="9525">
                <a:solidFill>
                  <a:schemeClr val="bg2"/>
                </a:solidFill>
                <a:round/>
                <a:headEnd/>
                <a:tailEnd/>
              </a:ln>
            </p:spPr>
            <p:txBody>
              <a:bodyPr/>
              <a:lstStyle/>
              <a:p>
                <a:endParaRPr lang="en-US"/>
              </a:p>
            </p:txBody>
          </p:sp>
          <p:sp>
            <p:nvSpPr>
              <p:cNvPr id="108392" name="Line 572"/>
              <p:cNvSpPr>
                <a:spLocks noChangeShapeType="1"/>
              </p:cNvSpPr>
              <p:nvPr/>
            </p:nvSpPr>
            <p:spPr bwMode="auto">
              <a:xfrm flipV="1">
                <a:off x="3311" y="2483"/>
                <a:ext cx="362" cy="494"/>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7739" name="Group 573"/>
            <p:cNvGrpSpPr>
              <a:grpSpLocks/>
            </p:cNvGrpSpPr>
            <p:nvPr/>
          </p:nvGrpSpPr>
          <p:grpSpPr bwMode="auto">
            <a:xfrm>
              <a:off x="3772" y="2387"/>
              <a:ext cx="894" cy="596"/>
              <a:chOff x="3772" y="2387"/>
              <a:chExt cx="894" cy="596"/>
            </a:xfrm>
          </p:grpSpPr>
          <p:sp>
            <p:nvSpPr>
              <p:cNvPr id="108389" name="Freeform 574"/>
              <p:cNvSpPr>
                <a:spLocks/>
              </p:cNvSpPr>
              <p:nvPr/>
            </p:nvSpPr>
            <p:spPr bwMode="auto">
              <a:xfrm>
                <a:off x="4538" y="2387"/>
                <a:ext cx="128" cy="96"/>
              </a:xfrm>
              <a:custGeom>
                <a:avLst/>
                <a:gdLst>
                  <a:gd name="T0" fmla="*/ 128 w 128"/>
                  <a:gd name="T1" fmla="*/ 0 h 96"/>
                  <a:gd name="T2" fmla="*/ 32 w 128"/>
                  <a:gd name="T3" fmla="*/ 96 h 96"/>
                  <a:gd name="T4" fmla="*/ 16 w 128"/>
                  <a:gd name="T5" fmla="*/ 72 h 96"/>
                  <a:gd name="T6" fmla="*/ 0 w 128"/>
                  <a:gd name="T7" fmla="*/ 40 h 96"/>
                  <a:gd name="T8" fmla="*/ 128 w 128"/>
                  <a:gd name="T9" fmla="*/ 0 h 96"/>
                  <a:gd name="T10" fmla="*/ 0 60000 65536"/>
                  <a:gd name="T11" fmla="*/ 0 60000 65536"/>
                  <a:gd name="T12" fmla="*/ 0 60000 65536"/>
                  <a:gd name="T13" fmla="*/ 0 60000 65536"/>
                  <a:gd name="T14" fmla="*/ 0 60000 65536"/>
                  <a:gd name="T15" fmla="*/ 0 w 128"/>
                  <a:gd name="T16" fmla="*/ 0 h 96"/>
                  <a:gd name="T17" fmla="*/ 128 w 128"/>
                  <a:gd name="T18" fmla="*/ 96 h 96"/>
                </a:gdLst>
                <a:ahLst/>
                <a:cxnLst>
                  <a:cxn ang="T10">
                    <a:pos x="T0" y="T1"/>
                  </a:cxn>
                  <a:cxn ang="T11">
                    <a:pos x="T2" y="T3"/>
                  </a:cxn>
                  <a:cxn ang="T12">
                    <a:pos x="T4" y="T5"/>
                  </a:cxn>
                  <a:cxn ang="T13">
                    <a:pos x="T6" y="T7"/>
                  </a:cxn>
                  <a:cxn ang="T14">
                    <a:pos x="T8" y="T9"/>
                  </a:cxn>
                </a:cxnLst>
                <a:rect l="T15" t="T16" r="T17" b="T18"/>
                <a:pathLst>
                  <a:path w="128" h="96">
                    <a:moveTo>
                      <a:pt x="128" y="0"/>
                    </a:moveTo>
                    <a:lnTo>
                      <a:pt x="32" y="96"/>
                    </a:lnTo>
                    <a:lnTo>
                      <a:pt x="16" y="72"/>
                    </a:lnTo>
                    <a:lnTo>
                      <a:pt x="0" y="40"/>
                    </a:lnTo>
                    <a:lnTo>
                      <a:pt x="128" y="0"/>
                    </a:lnTo>
                    <a:close/>
                  </a:path>
                </a:pathLst>
              </a:custGeom>
              <a:solidFill>
                <a:schemeClr val="bg2"/>
              </a:solidFill>
              <a:ln w="9525">
                <a:solidFill>
                  <a:schemeClr val="bg2"/>
                </a:solidFill>
                <a:round/>
                <a:headEnd/>
                <a:tailEnd/>
              </a:ln>
            </p:spPr>
            <p:txBody>
              <a:bodyPr/>
              <a:lstStyle/>
              <a:p>
                <a:endParaRPr lang="en-US"/>
              </a:p>
            </p:txBody>
          </p:sp>
          <p:sp>
            <p:nvSpPr>
              <p:cNvPr id="108390" name="Line 575"/>
              <p:cNvSpPr>
                <a:spLocks noChangeShapeType="1"/>
              </p:cNvSpPr>
              <p:nvPr/>
            </p:nvSpPr>
            <p:spPr bwMode="auto">
              <a:xfrm flipV="1">
                <a:off x="3772" y="2454"/>
                <a:ext cx="790" cy="529"/>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7740" name="Group 576"/>
            <p:cNvGrpSpPr>
              <a:grpSpLocks/>
            </p:cNvGrpSpPr>
            <p:nvPr/>
          </p:nvGrpSpPr>
          <p:grpSpPr bwMode="auto">
            <a:xfrm>
              <a:off x="3788" y="2076"/>
              <a:ext cx="886" cy="290"/>
              <a:chOff x="3788" y="2076"/>
              <a:chExt cx="886" cy="290"/>
            </a:xfrm>
          </p:grpSpPr>
          <p:sp>
            <p:nvSpPr>
              <p:cNvPr id="108387" name="Freeform 577"/>
              <p:cNvSpPr>
                <a:spLocks/>
              </p:cNvSpPr>
              <p:nvPr/>
            </p:nvSpPr>
            <p:spPr bwMode="auto">
              <a:xfrm>
                <a:off x="4530" y="2076"/>
                <a:ext cx="144" cy="80"/>
              </a:xfrm>
              <a:custGeom>
                <a:avLst/>
                <a:gdLst>
                  <a:gd name="T0" fmla="*/ 144 w 144"/>
                  <a:gd name="T1" fmla="*/ 0 h 80"/>
                  <a:gd name="T2" fmla="*/ 24 w 144"/>
                  <a:gd name="T3" fmla="*/ 80 h 80"/>
                  <a:gd name="T4" fmla="*/ 16 w 144"/>
                  <a:gd name="T5" fmla="*/ 48 h 80"/>
                  <a:gd name="T6" fmla="*/ 0 w 144"/>
                  <a:gd name="T7" fmla="*/ 16 h 80"/>
                  <a:gd name="T8" fmla="*/ 144 w 144"/>
                  <a:gd name="T9" fmla="*/ 0 h 80"/>
                  <a:gd name="T10" fmla="*/ 0 60000 65536"/>
                  <a:gd name="T11" fmla="*/ 0 60000 65536"/>
                  <a:gd name="T12" fmla="*/ 0 60000 65536"/>
                  <a:gd name="T13" fmla="*/ 0 60000 65536"/>
                  <a:gd name="T14" fmla="*/ 0 60000 65536"/>
                  <a:gd name="T15" fmla="*/ 0 w 144"/>
                  <a:gd name="T16" fmla="*/ 0 h 80"/>
                  <a:gd name="T17" fmla="*/ 144 w 144"/>
                  <a:gd name="T18" fmla="*/ 80 h 80"/>
                </a:gdLst>
                <a:ahLst/>
                <a:cxnLst>
                  <a:cxn ang="T10">
                    <a:pos x="T0" y="T1"/>
                  </a:cxn>
                  <a:cxn ang="T11">
                    <a:pos x="T2" y="T3"/>
                  </a:cxn>
                  <a:cxn ang="T12">
                    <a:pos x="T4" y="T5"/>
                  </a:cxn>
                  <a:cxn ang="T13">
                    <a:pos x="T6" y="T7"/>
                  </a:cxn>
                  <a:cxn ang="T14">
                    <a:pos x="T8" y="T9"/>
                  </a:cxn>
                </a:cxnLst>
                <a:rect l="T15" t="T16" r="T17" b="T18"/>
                <a:pathLst>
                  <a:path w="144" h="80">
                    <a:moveTo>
                      <a:pt x="144" y="0"/>
                    </a:moveTo>
                    <a:lnTo>
                      <a:pt x="24" y="80"/>
                    </a:lnTo>
                    <a:lnTo>
                      <a:pt x="16" y="48"/>
                    </a:lnTo>
                    <a:lnTo>
                      <a:pt x="0" y="16"/>
                    </a:lnTo>
                    <a:lnTo>
                      <a:pt x="144" y="0"/>
                    </a:lnTo>
                    <a:close/>
                  </a:path>
                </a:pathLst>
              </a:custGeom>
              <a:solidFill>
                <a:schemeClr val="bg2"/>
              </a:solidFill>
              <a:ln w="9525">
                <a:solidFill>
                  <a:schemeClr val="bg2"/>
                </a:solidFill>
                <a:round/>
                <a:headEnd/>
                <a:tailEnd/>
              </a:ln>
            </p:spPr>
            <p:txBody>
              <a:bodyPr/>
              <a:lstStyle/>
              <a:p>
                <a:endParaRPr lang="en-US"/>
              </a:p>
            </p:txBody>
          </p:sp>
          <p:sp>
            <p:nvSpPr>
              <p:cNvPr id="108388" name="Line 578"/>
              <p:cNvSpPr>
                <a:spLocks noChangeShapeType="1"/>
              </p:cNvSpPr>
              <p:nvPr/>
            </p:nvSpPr>
            <p:spPr bwMode="auto">
              <a:xfrm flipV="1">
                <a:off x="3788" y="2122"/>
                <a:ext cx="766" cy="244"/>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7741" name="Group 579"/>
            <p:cNvGrpSpPr>
              <a:grpSpLocks/>
            </p:cNvGrpSpPr>
            <p:nvPr/>
          </p:nvGrpSpPr>
          <p:grpSpPr bwMode="auto">
            <a:xfrm>
              <a:off x="3317" y="1769"/>
              <a:ext cx="886" cy="283"/>
              <a:chOff x="3317" y="1769"/>
              <a:chExt cx="886" cy="283"/>
            </a:xfrm>
          </p:grpSpPr>
          <p:sp>
            <p:nvSpPr>
              <p:cNvPr id="108385" name="Freeform 580"/>
              <p:cNvSpPr>
                <a:spLocks/>
              </p:cNvSpPr>
              <p:nvPr/>
            </p:nvSpPr>
            <p:spPr bwMode="auto">
              <a:xfrm>
                <a:off x="4067" y="1980"/>
                <a:ext cx="136" cy="72"/>
              </a:xfrm>
              <a:custGeom>
                <a:avLst/>
                <a:gdLst>
                  <a:gd name="T0" fmla="*/ 136 w 136"/>
                  <a:gd name="T1" fmla="*/ 72 h 72"/>
                  <a:gd name="T2" fmla="*/ 0 w 136"/>
                  <a:gd name="T3" fmla="*/ 64 h 72"/>
                  <a:gd name="T4" fmla="*/ 8 w 136"/>
                  <a:gd name="T5" fmla="*/ 32 h 72"/>
                  <a:gd name="T6" fmla="*/ 24 w 136"/>
                  <a:gd name="T7" fmla="*/ 0 h 72"/>
                  <a:gd name="T8" fmla="*/ 136 w 136"/>
                  <a:gd name="T9" fmla="*/ 72 h 72"/>
                  <a:gd name="T10" fmla="*/ 0 60000 65536"/>
                  <a:gd name="T11" fmla="*/ 0 60000 65536"/>
                  <a:gd name="T12" fmla="*/ 0 60000 65536"/>
                  <a:gd name="T13" fmla="*/ 0 60000 65536"/>
                  <a:gd name="T14" fmla="*/ 0 60000 65536"/>
                  <a:gd name="T15" fmla="*/ 0 w 136"/>
                  <a:gd name="T16" fmla="*/ 0 h 72"/>
                  <a:gd name="T17" fmla="*/ 136 w 136"/>
                  <a:gd name="T18" fmla="*/ 72 h 72"/>
                </a:gdLst>
                <a:ahLst/>
                <a:cxnLst>
                  <a:cxn ang="T10">
                    <a:pos x="T0" y="T1"/>
                  </a:cxn>
                  <a:cxn ang="T11">
                    <a:pos x="T2" y="T3"/>
                  </a:cxn>
                  <a:cxn ang="T12">
                    <a:pos x="T4" y="T5"/>
                  </a:cxn>
                  <a:cxn ang="T13">
                    <a:pos x="T6" y="T7"/>
                  </a:cxn>
                  <a:cxn ang="T14">
                    <a:pos x="T8" y="T9"/>
                  </a:cxn>
                </a:cxnLst>
                <a:rect l="T15" t="T16" r="T17" b="T18"/>
                <a:pathLst>
                  <a:path w="136" h="72">
                    <a:moveTo>
                      <a:pt x="136" y="72"/>
                    </a:moveTo>
                    <a:lnTo>
                      <a:pt x="0" y="64"/>
                    </a:lnTo>
                    <a:lnTo>
                      <a:pt x="8" y="32"/>
                    </a:lnTo>
                    <a:lnTo>
                      <a:pt x="24" y="0"/>
                    </a:lnTo>
                    <a:lnTo>
                      <a:pt x="136" y="72"/>
                    </a:lnTo>
                    <a:close/>
                  </a:path>
                </a:pathLst>
              </a:custGeom>
              <a:solidFill>
                <a:schemeClr val="bg2"/>
              </a:solidFill>
              <a:ln w="9525">
                <a:solidFill>
                  <a:schemeClr val="bg2"/>
                </a:solidFill>
                <a:round/>
                <a:headEnd/>
                <a:tailEnd/>
              </a:ln>
            </p:spPr>
            <p:txBody>
              <a:bodyPr/>
              <a:lstStyle/>
              <a:p>
                <a:endParaRPr lang="en-US"/>
              </a:p>
            </p:txBody>
          </p:sp>
          <p:sp>
            <p:nvSpPr>
              <p:cNvPr id="108386" name="Line 581"/>
              <p:cNvSpPr>
                <a:spLocks noChangeShapeType="1"/>
              </p:cNvSpPr>
              <p:nvPr/>
            </p:nvSpPr>
            <p:spPr bwMode="auto">
              <a:xfrm>
                <a:off x="3317" y="1769"/>
                <a:ext cx="766" cy="244"/>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107742" name="Oval 582"/>
            <p:cNvSpPr>
              <a:spLocks noChangeArrowheads="1"/>
            </p:cNvSpPr>
            <p:nvPr/>
          </p:nvSpPr>
          <p:spPr bwMode="auto">
            <a:xfrm>
              <a:off x="3293" y="1741"/>
              <a:ext cx="32" cy="40"/>
            </a:xfrm>
            <a:prstGeom prst="ellipse">
              <a:avLst/>
            </a:prstGeom>
            <a:solidFill>
              <a:schemeClr val="bg2"/>
            </a:solidFill>
            <a:ln w="9525">
              <a:solidFill>
                <a:schemeClr val="bg2"/>
              </a:solidFill>
              <a:round/>
              <a:headEnd/>
              <a:tailEnd/>
            </a:ln>
          </p:spPr>
          <p:txBody>
            <a:bodyPr/>
            <a:lstStyle/>
            <a:p>
              <a:endParaRPr lang="en-US"/>
            </a:p>
          </p:txBody>
        </p:sp>
        <p:sp>
          <p:nvSpPr>
            <p:cNvPr id="107743" name="Oval 583"/>
            <p:cNvSpPr>
              <a:spLocks noChangeArrowheads="1"/>
            </p:cNvSpPr>
            <p:nvPr/>
          </p:nvSpPr>
          <p:spPr bwMode="auto">
            <a:xfrm>
              <a:off x="3293" y="1741"/>
              <a:ext cx="32" cy="40"/>
            </a:xfrm>
            <a:prstGeom prst="ellipse">
              <a:avLst/>
            </a:prstGeom>
            <a:solidFill>
              <a:schemeClr val="bg2"/>
            </a:solidFill>
            <a:ln w="25400">
              <a:solidFill>
                <a:schemeClr val="bg2"/>
              </a:solidFill>
              <a:round/>
              <a:headEnd/>
              <a:tailEnd/>
            </a:ln>
          </p:spPr>
          <p:txBody>
            <a:bodyPr/>
            <a:lstStyle/>
            <a:p>
              <a:endParaRPr lang="en-US"/>
            </a:p>
          </p:txBody>
        </p:sp>
        <p:sp>
          <p:nvSpPr>
            <p:cNvPr id="107744" name="Oval 584"/>
            <p:cNvSpPr>
              <a:spLocks noChangeArrowheads="1"/>
            </p:cNvSpPr>
            <p:nvPr/>
          </p:nvSpPr>
          <p:spPr bwMode="auto">
            <a:xfrm>
              <a:off x="3293" y="2044"/>
              <a:ext cx="32" cy="40"/>
            </a:xfrm>
            <a:prstGeom prst="ellipse">
              <a:avLst/>
            </a:prstGeom>
            <a:solidFill>
              <a:schemeClr val="bg2"/>
            </a:solidFill>
            <a:ln w="9525">
              <a:solidFill>
                <a:schemeClr val="bg2"/>
              </a:solidFill>
              <a:round/>
              <a:headEnd/>
              <a:tailEnd/>
            </a:ln>
          </p:spPr>
          <p:txBody>
            <a:bodyPr/>
            <a:lstStyle/>
            <a:p>
              <a:endParaRPr lang="en-US"/>
            </a:p>
          </p:txBody>
        </p:sp>
        <p:sp>
          <p:nvSpPr>
            <p:cNvPr id="107745" name="Oval 585"/>
            <p:cNvSpPr>
              <a:spLocks noChangeArrowheads="1"/>
            </p:cNvSpPr>
            <p:nvPr/>
          </p:nvSpPr>
          <p:spPr bwMode="auto">
            <a:xfrm>
              <a:off x="3293" y="2044"/>
              <a:ext cx="32" cy="40"/>
            </a:xfrm>
            <a:prstGeom prst="ellipse">
              <a:avLst/>
            </a:prstGeom>
            <a:solidFill>
              <a:schemeClr val="bg2"/>
            </a:solidFill>
            <a:ln w="25400">
              <a:solidFill>
                <a:schemeClr val="bg2"/>
              </a:solidFill>
              <a:round/>
              <a:headEnd/>
              <a:tailEnd/>
            </a:ln>
          </p:spPr>
          <p:txBody>
            <a:bodyPr/>
            <a:lstStyle/>
            <a:p>
              <a:endParaRPr lang="en-US"/>
            </a:p>
          </p:txBody>
        </p:sp>
        <p:sp>
          <p:nvSpPr>
            <p:cNvPr id="107746" name="Oval 586"/>
            <p:cNvSpPr>
              <a:spLocks noChangeArrowheads="1"/>
            </p:cNvSpPr>
            <p:nvPr/>
          </p:nvSpPr>
          <p:spPr bwMode="auto">
            <a:xfrm>
              <a:off x="3293" y="2355"/>
              <a:ext cx="32" cy="32"/>
            </a:xfrm>
            <a:prstGeom prst="ellipse">
              <a:avLst/>
            </a:prstGeom>
            <a:solidFill>
              <a:schemeClr val="bg2"/>
            </a:solidFill>
            <a:ln w="9525">
              <a:solidFill>
                <a:schemeClr val="bg2"/>
              </a:solidFill>
              <a:round/>
              <a:headEnd/>
              <a:tailEnd/>
            </a:ln>
          </p:spPr>
          <p:txBody>
            <a:bodyPr/>
            <a:lstStyle/>
            <a:p>
              <a:endParaRPr lang="en-US"/>
            </a:p>
          </p:txBody>
        </p:sp>
        <p:sp>
          <p:nvSpPr>
            <p:cNvPr id="107747" name="Oval 587"/>
            <p:cNvSpPr>
              <a:spLocks noChangeArrowheads="1"/>
            </p:cNvSpPr>
            <p:nvPr/>
          </p:nvSpPr>
          <p:spPr bwMode="auto">
            <a:xfrm>
              <a:off x="3293" y="2355"/>
              <a:ext cx="32" cy="32"/>
            </a:xfrm>
            <a:prstGeom prst="ellipse">
              <a:avLst/>
            </a:prstGeom>
            <a:solidFill>
              <a:schemeClr val="bg2"/>
            </a:solidFill>
            <a:ln w="25400">
              <a:solidFill>
                <a:schemeClr val="bg2"/>
              </a:solidFill>
              <a:round/>
              <a:headEnd/>
              <a:tailEnd/>
            </a:ln>
          </p:spPr>
          <p:txBody>
            <a:bodyPr/>
            <a:lstStyle/>
            <a:p>
              <a:endParaRPr lang="en-US"/>
            </a:p>
          </p:txBody>
        </p:sp>
        <p:sp>
          <p:nvSpPr>
            <p:cNvPr id="107748" name="Oval 588"/>
            <p:cNvSpPr>
              <a:spLocks noChangeArrowheads="1"/>
            </p:cNvSpPr>
            <p:nvPr/>
          </p:nvSpPr>
          <p:spPr bwMode="auto">
            <a:xfrm>
              <a:off x="3293" y="2658"/>
              <a:ext cx="32" cy="40"/>
            </a:xfrm>
            <a:prstGeom prst="ellipse">
              <a:avLst/>
            </a:prstGeom>
            <a:solidFill>
              <a:schemeClr val="bg2"/>
            </a:solidFill>
            <a:ln w="9525">
              <a:solidFill>
                <a:schemeClr val="bg2"/>
              </a:solidFill>
              <a:round/>
              <a:headEnd/>
              <a:tailEnd/>
            </a:ln>
          </p:spPr>
          <p:txBody>
            <a:bodyPr/>
            <a:lstStyle/>
            <a:p>
              <a:endParaRPr lang="en-US"/>
            </a:p>
          </p:txBody>
        </p:sp>
        <p:sp>
          <p:nvSpPr>
            <p:cNvPr id="107749" name="Oval 589"/>
            <p:cNvSpPr>
              <a:spLocks noChangeArrowheads="1"/>
            </p:cNvSpPr>
            <p:nvPr/>
          </p:nvSpPr>
          <p:spPr bwMode="auto">
            <a:xfrm>
              <a:off x="3293" y="2658"/>
              <a:ext cx="32" cy="40"/>
            </a:xfrm>
            <a:prstGeom prst="ellipse">
              <a:avLst/>
            </a:prstGeom>
            <a:solidFill>
              <a:schemeClr val="bg2"/>
            </a:solidFill>
            <a:ln w="25400">
              <a:solidFill>
                <a:schemeClr val="bg2"/>
              </a:solidFill>
              <a:round/>
              <a:headEnd/>
              <a:tailEnd/>
            </a:ln>
          </p:spPr>
          <p:txBody>
            <a:bodyPr/>
            <a:lstStyle/>
            <a:p>
              <a:endParaRPr lang="en-US"/>
            </a:p>
          </p:txBody>
        </p:sp>
        <p:sp>
          <p:nvSpPr>
            <p:cNvPr id="107750" name="Oval 590"/>
            <p:cNvSpPr>
              <a:spLocks noChangeArrowheads="1"/>
            </p:cNvSpPr>
            <p:nvPr/>
          </p:nvSpPr>
          <p:spPr bwMode="auto">
            <a:xfrm>
              <a:off x="3285" y="2969"/>
              <a:ext cx="32" cy="32"/>
            </a:xfrm>
            <a:prstGeom prst="ellipse">
              <a:avLst/>
            </a:prstGeom>
            <a:solidFill>
              <a:schemeClr val="bg2"/>
            </a:solidFill>
            <a:ln w="9525">
              <a:solidFill>
                <a:schemeClr val="bg2"/>
              </a:solidFill>
              <a:round/>
              <a:headEnd/>
              <a:tailEnd/>
            </a:ln>
          </p:spPr>
          <p:txBody>
            <a:bodyPr/>
            <a:lstStyle/>
            <a:p>
              <a:endParaRPr lang="en-US"/>
            </a:p>
          </p:txBody>
        </p:sp>
        <p:sp>
          <p:nvSpPr>
            <p:cNvPr id="107751" name="Oval 591"/>
            <p:cNvSpPr>
              <a:spLocks noChangeArrowheads="1"/>
            </p:cNvSpPr>
            <p:nvPr/>
          </p:nvSpPr>
          <p:spPr bwMode="auto">
            <a:xfrm>
              <a:off x="3285" y="2969"/>
              <a:ext cx="32" cy="32"/>
            </a:xfrm>
            <a:prstGeom prst="ellipse">
              <a:avLst/>
            </a:prstGeom>
            <a:solidFill>
              <a:schemeClr val="bg2"/>
            </a:solidFill>
            <a:ln w="25400">
              <a:solidFill>
                <a:schemeClr val="bg2"/>
              </a:solidFill>
              <a:round/>
              <a:headEnd/>
              <a:tailEnd/>
            </a:ln>
          </p:spPr>
          <p:txBody>
            <a:bodyPr/>
            <a:lstStyle/>
            <a:p>
              <a:endParaRPr lang="en-US"/>
            </a:p>
          </p:txBody>
        </p:sp>
        <p:grpSp>
          <p:nvGrpSpPr>
            <p:cNvPr id="107752" name="Group 592"/>
            <p:cNvGrpSpPr>
              <a:grpSpLocks/>
            </p:cNvGrpSpPr>
            <p:nvPr/>
          </p:nvGrpSpPr>
          <p:grpSpPr bwMode="auto">
            <a:xfrm>
              <a:off x="3748" y="1741"/>
              <a:ext cx="40" cy="1260"/>
              <a:chOff x="3748" y="1741"/>
              <a:chExt cx="40" cy="1260"/>
            </a:xfrm>
          </p:grpSpPr>
          <p:sp>
            <p:nvSpPr>
              <p:cNvPr id="108375" name="Oval 593"/>
              <p:cNvSpPr>
                <a:spLocks noChangeArrowheads="1"/>
              </p:cNvSpPr>
              <p:nvPr/>
            </p:nvSpPr>
            <p:spPr bwMode="auto">
              <a:xfrm>
                <a:off x="3748" y="1741"/>
                <a:ext cx="40" cy="32"/>
              </a:xfrm>
              <a:prstGeom prst="ellipse">
                <a:avLst/>
              </a:prstGeom>
              <a:solidFill>
                <a:schemeClr val="bg2"/>
              </a:solidFill>
              <a:ln w="9525">
                <a:solidFill>
                  <a:schemeClr val="bg2"/>
                </a:solidFill>
                <a:round/>
                <a:headEnd/>
                <a:tailEnd/>
              </a:ln>
            </p:spPr>
            <p:txBody>
              <a:bodyPr/>
              <a:lstStyle/>
              <a:p>
                <a:endParaRPr lang="en-US"/>
              </a:p>
            </p:txBody>
          </p:sp>
          <p:sp>
            <p:nvSpPr>
              <p:cNvPr id="108376" name="Oval 594"/>
              <p:cNvSpPr>
                <a:spLocks noChangeArrowheads="1"/>
              </p:cNvSpPr>
              <p:nvPr/>
            </p:nvSpPr>
            <p:spPr bwMode="auto">
              <a:xfrm>
                <a:off x="3748" y="1741"/>
                <a:ext cx="40" cy="32"/>
              </a:xfrm>
              <a:prstGeom prst="ellipse">
                <a:avLst/>
              </a:prstGeom>
              <a:solidFill>
                <a:schemeClr val="bg2"/>
              </a:solidFill>
              <a:ln w="25400">
                <a:solidFill>
                  <a:schemeClr val="bg2"/>
                </a:solidFill>
                <a:round/>
                <a:headEnd/>
                <a:tailEnd/>
              </a:ln>
            </p:spPr>
            <p:txBody>
              <a:bodyPr/>
              <a:lstStyle/>
              <a:p>
                <a:endParaRPr lang="en-US"/>
              </a:p>
            </p:txBody>
          </p:sp>
          <p:sp>
            <p:nvSpPr>
              <p:cNvPr id="108377" name="Oval 595"/>
              <p:cNvSpPr>
                <a:spLocks noChangeArrowheads="1"/>
              </p:cNvSpPr>
              <p:nvPr/>
            </p:nvSpPr>
            <p:spPr bwMode="auto">
              <a:xfrm>
                <a:off x="3756" y="2044"/>
                <a:ext cx="32" cy="32"/>
              </a:xfrm>
              <a:prstGeom prst="ellipse">
                <a:avLst/>
              </a:prstGeom>
              <a:solidFill>
                <a:schemeClr val="bg2"/>
              </a:solidFill>
              <a:ln w="9525">
                <a:solidFill>
                  <a:schemeClr val="bg2"/>
                </a:solidFill>
                <a:round/>
                <a:headEnd/>
                <a:tailEnd/>
              </a:ln>
            </p:spPr>
            <p:txBody>
              <a:bodyPr/>
              <a:lstStyle/>
              <a:p>
                <a:endParaRPr lang="en-US"/>
              </a:p>
            </p:txBody>
          </p:sp>
          <p:sp>
            <p:nvSpPr>
              <p:cNvPr id="108378" name="Oval 596"/>
              <p:cNvSpPr>
                <a:spLocks noChangeArrowheads="1"/>
              </p:cNvSpPr>
              <p:nvPr/>
            </p:nvSpPr>
            <p:spPr bwMode="auto">
              <a:xfrm>
                <a:off x="3756" y="2044"/>
                <a:ext cx="32" cy="32"/>
              </a:xfrm>
              <a:prstGeom prst="ellipse">
                <a:avLst/>
              </a:prstGeom>
              <a:solidFill>
                <a:schemeClr val="bg2"/>
              </a:solidFill>
              <a:ln w="25400">
                <a:solidFill>
                  <a:schemeClr val="bg2"/>
                </a:solidFill>
                <a:round/>
                <a:headEnd/>
                <a:tailEnd/>
              </a:ln>
            </p:spPr>
            <p:txBody>
              <a:bodyPr/>
              <a:lstStyle/>
              <a:p>
                <a:endParaRPr lang="en-US"/>
              </a:p>
            </p:txBody>
          </p:sp>
          <p:sp>
            <p:nvSpPr>
              <p:cNvPr id="108379" name="Oval 597"/>
              <p:cNvSpPr>
                <a:spLocks noChangeArrowheads="1"/>
              </p:cNvSpPr>
              <p:nvPr/>
            </p:nvSpPr>
            <p:spPr bwMode="auto">
              <a:xfrm>
                <a:off x="3756" y="2355"/>
                <a:ext cx="32" cy="32"/>
              </a:xfrm>
              <a:prstGeom prst="ellipse">
                <a:avLst/>
              </a:prstGeom>
              <a:solidFill>
                <a:schemeClr val="bg2"/>
              </a:solidFill>
              <a:ln w="9525">
                <a:solidFill>
                  <a:schemeClr val="bg2"/>
                </a:solidFill>
                <a:round/>
                <a:headEnd/>
                <a:tailEnd/>
              </a:ln>
            </p:spPr>
            <p:txBody>
              <a:bodyPr/>
              <a:lstStyle/>
              <a:p>
                <a:endParaRPr lang="en-US"/>
              </a:p>
            </p:txBody>
          </p:sp>
          <p:sp>
            <p:nvSpPr>
              <p:cNvPr id="108380" name="Oval 598"/>
              <p:cNvSpPr>
                <a:spLocks noChangeArrowheads="1"/>
              </p:cNvSpPr>
              <p:nvPr/>
            </p:nvSpPr>
            <p:spPr bwMode="auto">
              <a:xfrm>
                <a:off x="3756" y="2355"/>
                <a:ext cx="32" cy="32"/>
              </a:xfrm>
              <a:prstGeom prst="ellipse">
                <a:avLst/>
              </a:prstGeom>
              <a:solidFill>
                <a:schemeClr val="bg2"/>
              </a:solidFill>
              <a:ln w="25400">
                <a:solidFill>
                  <a:schemeClr val="bg2"/>
                </a:solidFill>
                <a:round/>
                <a:headEnd/>
                <a:tailEnd/>
              </a:ln>
            </p:spPr>
            <p:txBody>
              <a:bodyPr/>
              <a:lstStyle/>
              <a:p>
                <a:endParaRPr lang="en-US"/>
              </a:p>
            </p:txBody>
          </p:sp>
          <p:sp>
            <p:nvSpPr>
              <p:cNvPr id="108381" name="Oval 599"/>
              <p:cNvSpPr>
                <a:spLocks noChangeArrowheads="1"/>
              </p:cNvSpPr>
              <p:nvPr/>
            </p:nvSpPr>
            <p:spPr bwMode="auto">
              <a:xfrm>
                <a:off x="3748" y="2658"/>
                <a:ext cx="40" cy="32"/>
              </a:xfrm>
              <a:prstGeom prst="ellipse">
                <a:avLst/>
              </a:prstGeom>
              <a:solidFill>
                <a:schemeClr val="bg2"/>
              </a:solidFill>
              <a:ln w="9525">
                <a:solidFill>
                  <a:schemeClr val="bg2"/>
                </a:solidFill>
                <a:round/>
                <a:headEnd/>
                <a:tailEnd/>
              </a:ln>
            </p:spPr>
            <p:txBody>
              <a:bodyPr/>
              <a:lstStyle/>
              <a:p>
                <a:endParaRPr lang="en-US"/>
              </a:p>
            </p:txBody>
          </p:sp>
          <p:sp>
            <p:nvSpPr>
              <p:cNvPr id="108382" name="Oval 600"/>
              <p:cNvSpPr>
                <a:spLocks noChangeArrowheads="1"/>
              </p:cNvSpPr>
              <p:nvPr/>
            </p:nvSpPr>
            <p:spPr bwMode="auto">
              <a:xfrm>
                <a:off x="3748" y="2658"/>
                <a:ext cx="40" cy="32"/>
              </a:xfrm>
              <a:prstGeom prst="ellipse">
                <a:avLst/>
              </a:prstGeom>
              <a:solidFill>
                <a:schemeClr val="bg2"/>
              </a:solidFill>
              <a:ln w="25400">
                <a:solidFill>
                  <a:schemeClr val="bg2"/>
                </a:solidFill>
                <a:round/>
                <a:headEnd/>
                <a:tailEnd/>
              </a:ln>
            </p:spPr>
            <p:txBody>
              <a:bodyPr/>
              <a:lstStyle/>
              <a:p>
                <a:endParaRPr lang="en-US"/>
              </a:p>
            </p:txBody>
          </p:sp>
          <p:sp>
            <p:nvSpPr>
              <p:cNvPr id="108383" name="Oval 601"/>
              <p:cNvSpPr>
                <a:spLocks noChangeArrowheads="1"/>
              </p:cNvSpPr>
              <p:nvPr/>
            </p:nvSpPr>
            <p:spPr bwMode="auto">
              <a:xfrm>
                <a:off x="3748" y="2969"/>
                <a:ext cx="32" cy="32"/>
              </a:xfrm>
              <a:prstGeom prst="ellipse">
                <a:avLst/>
              </a:prstGeom>
              <a:solidFill>
                <a:schemeClr val="bg2"/>
              </a:solidFill>
              <a:ln w="9525">
                <a:solidFill>
                  <a:schemeClr val="bg2"/>
                </a:solidFill>
                <a:round/>
                <a:headEnd/>
                <a:tailEnd/>
              </a:ln>
            </p:spPr>
            <p:txBody>
              <a:bodyPr/>
              <a:lstStyle/>
              <a:p>
                <a:endParaRPr lang="en-US"/>
              </a:p>
            </p:txBody>
          </p:sp>
          <p:sp>
            <p:nvSpPr>
              <p:cNvPr id="108384" name="Oval 602"/>
              <p:cNvSpPr>
                <a:spLocks noChangeArrowheads="1"/>
              </p:cNvSpPr>
              <p:nvPr/>
            </p:nvSpPr>
            <p:spPr bwMode="auto">
              <a:xfrm>
                <a:off x="3748" y="2969"/>
                <a:ext cx="32" cy="32"/>
              </a:xfrm>
              <a:prstGeom prst="ellipse">
                <a:avLst/>
              </a:prstGeom>
              <a:solidFill>
                <a:schemeClr val="bg2"/>
              </a:solidFill>
              <a:ln w="25400">
                <a:solidFill>
                  <a:schemeClr val="bg2"/>
                </a:solidFill>
                <a:round/>
                <a:headEnd/>
                <a:tailEnd/>
              </a:ln>
            </p:spPr>
            <p:txBody>
              <a:bodyPr/>
              <a:lstStyle/>
              <a:p>
                <a:endParaRPr lang="en-US"/>
              </a:p>
            </p:txBody>
          </p:sp>
        </p:grpSp>
        <p:grpSp>
          <p:nvGrpSpPr>
            <p:cNvPr id="107753" name="Group 603"/>
            <p:cNvGrpSpPr>
              <a:grpSpLocks/>
            </p:cNvGrpSpPr>
            <p:nvPr/>
          </p:nvGrpSpPr>
          <p:grpSpPr bwMode="auto">
            <a:xfrm>
              <a:off x="4203" y="1749"/>
              <a:ext cx="48" cy="1252"/>
              <a:chOff x="4203" y="1749"/>
              <a:chExt cx="48" cy="1252"/>
            </a:xfrm>
          </p:grpSpPr>
          <p:sp>
            <p:nvSpPr>
              <p:cNvPr id="108365" name="Oval 604"/>
              <p:cNvSpPr>
                <a:spLocks noChangeArrowheads="1"/>
              </p:cNvSpPr>
              <p:nvPr/>
            </p:nvSpPr>
            <p:spPr bwMode="auto">
              <a:xfrm>
                <a:off x="4211" y="1749"/>
                <a:ext cx="32" cy="32"/>
              </a:xfrm>
              <a:prstGeom prst="ellipse">
                <a:avLst/>
              </a:prstGeom>
              <a:solidFill>
                <a:schemeClr val="bg2"/>
              </a:solidFill>
              <a:ln w="9525">
                <a:solidFill>
                  <a:schemeClr val="bg2"/>
                </a:solidFill>
                <a:round/>
                <a:headEnd/>
                <a:tailEnd/>
              </a:ln>
            </p:spPr>
            <p:txBody>
              <a:bodyPr/>
              <a:lstStyle/>
              <a:p>
                <a:endParaRPr lang="en-US"/>
              </a:p>
            </p:txBody>
          </p:sp>
          <p:sp>
            <p:nvSpPr>
              <p:cNvPr id="108366" name="Oval 605"/>
              <p:cNvSpPr>
                <a:spLocks noChangeArrowheads="1"/>
              </p:cNvSpPr>
              <p:nvPr/>
            </p:nvSpPr>
            <p:spPr bwMode="auto">
              <a:xfrm>
                <a:off x="4211" y="1749"/>
                <a:ext cx="32" cy="32"/>
              </a:xfrm>
              <a:prstGeom prst="ellipse">
                <a:avLst/>
              </a:prstGeom>
              <a:solidFill>
                <a:schemeClr val="bg2"/>
              </a:solidFill>
              <a:ln w="25400">
                <a:solidFill>
                  <a:schemeClr val="bg2"/>
                </a:solidFill>
                <a:round/>
                <a:headEnd/>
                <a:tailEnd/>
              </a:ln>
            </p:spPr>
            <p:txBody>
              <a:bodyPr/>
              <a:lstStyle/>
              <a:p>
                <a:endParaRPr lang="en-US"/>
              </a:p>
            </p:txBody>
          </p:sp>
          <p:sp>
            <p:nvSpPr>
              <p:cNvPr id="108367" name="Oval 606"/>
              <p:cNvSpPr>
                <a:spLocks noChangeArrowheads="1"/>
              </p:cNvSpPr>
              <p:nvPr/>
            </p:nvSpPr>
            <p:spPr bwMode="auto">
              <a:xfrm>
                <a:off x="4219" y="2052"/>
                <a:ext cx="32" cy="32"/>
              </a:xfrm>
              <a:prstGeom prst="ellipse">
                <a:avLst/>
              </a:prstGeom>
              <a:solidFill>
                <a:schemeClr val="bg2"/>
              </a:solidFill>
              <a:ln w="9525">
                <a:solidFill>
                  <a:schemeClr val="bg2"/>
                </a:solidFill>
                <a:round/>
                <a:headEnd/>
                <a:tailEnd/>
              </a:ln>
            </p:spPr>
            <p:txBody>
              <a:bodyPr/>
              <a:lstStyle/>
              <a:p>
                <a:endParaRPr lang="en-US"/>
              </a:p>
            </p:txBody>
          </p:sp>
          <p:sp>
            <p:nvSpPr>
              <p:cNvPr id="108368" name="Oval 607"/>
              <p:cNvSpPr>
                <a:spLocks noChangeArrowheads="1"/>
              </p:cNvSpPr>
              <p:nvPr/>
            </p:nvSpPr>
            <p:spPr bwMode="auto">
              <a:xfrm>
                <a:off x="4219" y="2052"/>
                <a:ext cx="32" cy="32"/>
              </a:xfrm>
              <a:prstGeom prst="ellipse">
                <a:avLst/>
              </a:prstGeom>
              <a:solidFill>
                <a:schemeClr val="bg2"/>
              </a:solidFill>
              <a:ln w="25400">
                <a:solidFill>
                  <a:schemeClr val="bg2"/>
                </a:solidFill>
                <a:round/>
                <a:headEnd/>
                <a:tailEnd/>
              </a:ln>
            </p:spPr>
            <p:txBody>
              <a:bodyPr/>
              <a:lstStyle/>
              <a:p>
                <a:endParaRPr lang="en-US"/>
              </a:p>
            </p:txBody>
          </p:sp>
          <p:sp>
            <p:nvSpPr>
              <p:cNvPr id="108369" name="Oval 608"/>
              <p:cNvSpPr>
                <a:spLocks noChangeArrowheads="1"/>
              </p:cNvSpPr>
              <p:nvPr/>
            </p:nvSpPr>
            <p:spPr bwMode="auto">
              <a:xfrm>
                <a:off x="4219" y="2355"/>
                <a:ext cx="32" cy="32"/>
              </a:xfrm>
              <a:prstGeom prst="ellipse">
                <a:avLst/>
              </a:prstGeom>
              <a:solidFill>
                <a:schemeClr val="bg2"/>
              </a:solidFill>
              <a:ln w="9525">
                <a:solidFill>
                  <a:schemeClr val="bg2"/>
                </a:solidFill>
                <a:round/>
                <a:headEnd/>
                <a:tailEnd/>
              </a:ln>
            </p:spPr>
            <p:txBody>
              <a:bodyPr/>
              <a:lstStyle/>
              <a:p>
                <a:endParaRPr lang="en-US"/>
              </a:p>
            </p:txBody>
          </p:sp>
          <p:sp>
            <p:nvSpPr>
              <p:cNvPr id="108370" name="Oval 609"/>
              <p:cNvSpPr>
                <a:spLocks noChangeArrowheads="1"/>
              </p:cNvSpPr>
              <p:nvPr/>
            </p:nvSpPr>
            <p:spPr bwMode="auto">
              <a:xfrm>
                <a:off x="4219" y="2355"/>
                <a:ext cx="32" cy="32"/>
              </a:xfrm>
              <a:prstGeom prst="ellipse">
                <a:avLst/>
              </a:prstGeom>
              <a:solidFill>
                <a:schemeClr val="bg2"/>
              </a:solidFill>
              <a:ln w="25400">
                <a:solidFill>
                  <a:schemeClr val="bg2"/>
                </a:solidFill>
                <a:round/>
                <a:headEnd/>
                <a:tailEnd/>
              </a:ln>
            </p:spPr>
            <p:txBody>
              <a:bodyPr/>
              <a:lstStyle/>
              <a:p>
                <a:endParaRPr lang="en-US"/>
              </a:p>
            </p:txBody>
          </p:sp>
          <p:sp>
            <p:nvSpPr>
              <p:cNvPr id="108371" name="Oval 610"/>
              <p:cNvSpPr>
                <a:spLocks noChangeArrowheads="1"/>
              </p:cNvSpPr>
              <p:nvPr/>
            </p:nvSpPr>
            <p:spPr bwMode="auto">
              <a:xfrm>
                <a:off x="4211" y="2666"/>
                <a:ext cx="32" cy="32"/>
              </a:xfrm>
              <a:prstGeom prst="ellipse">
                <a:avLst/>
              </a:prstGeom>
              <a:solidFill>
                <a:schemeClr val="bg2"/>
              </a:solidFill>
              <a:ln w="9525">
                <a:solidFill>
                  <a:schemeClr val="bg2"/>
                </a:solidFill>
                <a:round/>
                <a:headEnd/>
                <a:tailEnd/>
              </a:ln>
            </p:spPr>
            <p:txBody>
              <a:bodyPr/>
              <a:lstStyle/>
              <a:p>
                <a:endParaRPr lang="en-US"/>
              </a:p>
            </p:txBody>
          </p:sp>
          <p:sp>
            <p:nvSpPr>
              <p:cNvPr id="108372" name="Oval 611"/>
              <p:cNvSpPr>
                <a:spLocks noChangeArrowheads="1"/>
              </p:cNvSpPr>
              <p:nvPr/>
            </p:nvSpPr>
            <p:spPr bwMode="auto">
              <a:xfrm>
                <a:off x="4211" y="2666"/>
                <a:ext cx="32" cy="32"/>
              </a:xfrm>
              <a:prstGeom prst="ellipse">
                <a:avLst/>
              </a:prstGeom>
              <a:solidFill>
                <a:schemeClr val="bg2"/>
              </a:solidFill>
              <a:ln w="25400">
                <a:solidFill>
                  <a:schemeClr val="bg2"/>
                </a:solidFill>
                <a:round/>
                <a:headEnd/>
                <a:tailEnd/>
              </a:ln>
            </p:spPr>
            <p:txBody>
              <a:bodyPr/>
              <a:lstStyle/>
              <a:p>
                <a:endParaRPr lang="en-US"/>
              </a:p>
            </p:txBody>
          </p:sp>
          <p:sp>
            <p:nvSpPr>
              <p:cNvPr id="108373" name="Oval 612"/>
              <p:cNvSpPr>
                <a:spLocks noChangeArrowheads="1"/>
              </p:cNvSpPr>
              <p:nvPr/>
            </p:nvSpPr>
            <p:spPr bwMode="auto">
              <a:xfrm>
                <a:off x="4203" y="2969"/>
                <a:ext cx="40" cy="32"/>
              </a:xfrm>
              <a:prstGeom prst="ellipse">
                <a:avLst/>
              </a:prstGeom>
              <a:solidFill>
                <a:schemeClr val="bg2"/>
              </a:solidFill>
              <a:ln w="9525">
                <a:solidFill>
                  <a:schemeClr val="bg2"/>
                </a:solidFill>
                <a:round/>
                <a:headEnd/>
                <a:tailEnd/>
              </a:ln>
            </p:spPr>
            <p:txBody>
              <a:bodyPr/>
              <a:lstStyle/>
              <a:p>
                <a:endParaRPr lang="en-US"/>
              </a:p>
            </p:txBody>
          </p:sp>
          <p:sp>
            <p:nvSpPr>
              <p:cNvPr id="108374" name="Oval 613"/>
              <p:cNvSpPr>
                <a:spLocks noChangeArrowheads="1"/>
              </p:cNvSpPr>
              <p:nvPr/>
            </p:nvSpPr>
            <p:spPr bwMode="auto">
              <a:xfrm>
                <a:off x="4203" y="2969"/>
                <a:ext cx="40" cy="32"/>
              </a:xfrm>
              <a:prstGeom prst="ellipse">
                <a:avLst/>
              </a:prstGeom>
              <a:solidFill>
                <a:schemeClr val="bg2"/>
              </a:solidFill>
              <a:ln w="25400">
                <a:solidFill>
                  <a:schemeClr val="bg2"/>
                </a:solidFill>
                <a:round/>
                <a:headEnd/>
                <a:tailEnd/>
              </a:ln>
            </p:spPr>
            <p:txBody>
              <a:bodyPr/>
              <a:lstStyle/>
              <a:p>
                <a:endParaRPr lang="en-US"/>
              </a:p>
            </p:txBody>
          </p:sp>
        </p:grpSp>
        <p:grpSp>
          <p:nvGrpSpPr>
            <p:cNvPr id="107754" name="Group 614"/>
            <p:cNvGrpSpPr>
              <a:grpSpLocks/>
            </p:cNvGrpSpPr>
            <p:nvPr/>
          </p:nvGrpSpPr>
          <p:grpSpPr bwMode="auto">
            <a:xfrm>
              <a:off x="3317" y="2076"/>
              <a:ext cx="431" cy="284"/>
              <a:chOff x="3317" y="2076"/>
              <a:chExt cx="431" cy="284"/>
            </a:xfrm>
          </p:grpSpPr>
          <p:sp>
            <p:nvSpPr>
              <p:cNvPr id="108363" name="Freeform 615"/>
              <p:cNvSpPr>
                <a:spLocks/>
              </p:cNvSpPr>
              <p:nvPr/>
            </p:nvSpPr>
            <p:spPr bwMode="auto">
              <a:xfrm>
                <a:off x="3620" y="2076"/>
                <a:ext cx="128" cy="104"/>
              </a:xfrm>
              <a:custGeom>
                <a:avLst/>
                <a:gdLst>
                  <a:gd name="T0" fmla="*/ 128 w 128"/>
                  <a:gd name="T1" fmla="*/ 0 h 104"/>
                  <a:gd name="T2" fmla="*/ 40 w 128"/>
                  <a:gd name="T3" fmla="*/ 104 h 104"/>
                  <a:gd name="T4" fmla="*/ 16 w 128"/>
                  <a:gd name="T5" fmla="*/ 72 h 104"/>
                  <a:gd name="T6" fmla="*/ 0 w 128"/>
                  <a:gd name="T7" fmla="*/ 48 h 104"/>
                  <a:gd name="T8" fmla="*/ 128 w 128"/>
                  <a:gd name="T9" fmla="*/ 0 h 104"/>
                  <a:gd name="T10" fmla="*/ 0 60000 65536"/>
                  <a:gd name="T11" fmla="*/ 0 60000 65536"/>
                  <a:gd name="T12" fmla="*/ 0 60000 65536"/>
                  <a:gd name="T13" fmla="*/ 0 60000 65536"/>
                  <a:gd name="T14" fmla="*/ 0 60000 65536"/>
                  <a:gd name="T15" fmla="*/ 0 w 128"/>
                  <a:gd name="T16" fmla="*/ 0 h 104"/>
                  <a:gd name="T17" fmla="*/ 128 w 128"/>
                  <a:gd name="T18" fmla="*/ 104 h 104"/>
                </a:gdLst>
                <a:ahLst/>
                <a:cxnLst>
                  <a:cxn ang="T10">
                    <a:pos x="T0" y="T1"/>
                  </a:cxn>
                  <a:cxn ang="T11">
                    <a:pos x="T2" y="T3"/>
                  </a:cxn>
                  <a:cxn ang="T12">
                    <a:pos x="T4" y="T5"/>
                  </a:cxn>
                  <a:cxn ang="T13">
                    <a:pos x="T6" y="T7"/>
                  </a:cxn>
                  <a:cxn ang="T14">
                    <a:pos x="T8" y="T9"/>
                  </a:cxn>
                </a:cxnLst>
                <a:rect l="T15" t="T16" r="T17" b="T18"/>
                <a:pathLst>
                  <a:path w="128" h="104">
                    <a:moveTo>
                      <a:pt x="128" y="0"/>
                    </a:moveTo>
                    <a:lnTo>
                      <a:pt x="40" y="104"/>
                    </a:lnTo>
                    <a:lnTo>
                      <a:pt x="16" y="72"/>
                    </a:lnTo>
                    <a:lnTo>
                      <a:pt x="0" y="48"/>
                    </a:lnTo>
                    <a:lnTo>
                      <a:pt x="128" y="0"/>
                    </a:lnTo>
                    <a:close/>
                  </a:path>
                </a:pathLst>
              </a:custGeom>
              <a:solidFill>
                <a:schemeClr val="bg2"/>
              </a:solidFill>
              <a:ln w="9525">
                <a:solidFill>
                  <a:schemeClr val="bg2"/>
                </a:solidFill>
                <a:round/>
                <a:headEnd/>
                <a:tailEnd/>
              </a:ln>
            </p:spPr>
            <p:txBody>
              <a:bodyPr/>
              <a:lstStyle/>
              <a:p>
                <a:endParaRPr lang="en-US"/>
              </a:p>
            </p:txBody>
          </p:sp>
          <p:sp>
            <p:nvSpPr>
              <p:cNvPr id="108364" name="Line 616"/>
              <p:cNvSpPr>
                <a:spLocks noChangeShapeType="1"/>
              </p:cNvSpPr>
              <p:nvPr/>
            </p:nvSpPr>
            <p:spPr bwMode="auto">
              <a:xfrm flipV="1">
                <a:off x="3317" y="2143"/>
                <a:ext cx="327" cy="217"/>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7755" name="Group 617"/>
            <p:cNvGrpSpPr>
              <a:grpSpLocks/>
            </p:cNvGrpSpPr>
            <p:nvPr/>
          </p:nvGrpSpPr>
          <p:grpSpPr bwMode="auto">
            <a:xfrm>
              <a:off x="3325" y="1733"/>
              <a:ext cx="415" cy="56"/>
              <a:chOff x="3325" y="1733"/>
              <a:chExt cx="415" cy="56"/>
            </a:xfrm>
          </p:grpSpPr>
          <p:sp>
            <p:nvSpPr>
              <p:cNvPr id="108355" name="Freeform 618"/>
              <p:cNvSpPr>
                <a:spLocks/>
              </p:cNvSpPr>
              <p:nvPr/>
            </p:nvSpPr>
            <p:spPr bwMode="auto">
              <a:xfrm>
                <a:off x="3628" y="1733"/>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solidFill>
                <a:schemeClr val="bg2"/>
              </a:solidFill>
              <a:ln w="9525">
                <a:solidFill>
                  <a:schemeClr val="bg2"/>
                </a:solidFill>
                <a:round/>
                <a:headEnd/>
                <a:tailEnd/>
              </a:ln>
            </p:spPr>
            <p:txBody>
              <a:bodyPr/>
              <a:lstStyle/>
              <a:p>
                <a:endParaRPr lang="en-US"/>
              </a:p>
            </p:txBody>
          </p:sp>
          <p:grpSp>
            <p:nvGrpSpPr>
              <p:cNvPr id="108356" name="Group 619"/>
              <p:cNvGrpSpPr>
                <a:grpSpLocks/>
              </p:cNvGrpSpPr>
              <p:nvPr/>
            </p:nvGrpSpPr>
            <p:grpSpPr bwMode="auto">
              <a:xfrm>
                <a:off x="3325" y="1757"/>
                <a:ext cx="295" cy="1"/>
                <a:chOff x="3325" y="1757"/>
                <a:chExt cx="295" cy="1"/>
              </a:xfrm>
            </p:grpSpPr>
            <p:sp>
              <p:nvSpPr>
                <p:cNvPr id="108357" name="Line 620"/>
                <p:cNvSpPr>
                  <a:spLocks noChangeShapeType="1"/>
                </p:cNvSpPr>
                <p:nvPr/>
              </p:nvSpPr>
              <p:spPr bwMode="auto">
                <a:xfrm>
                  <a:off x="3325"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358" name="Line 621"/>
                <p:cNvSpPr>
                  <a:spLocks noChangeShapeType="1"/>
                </p:cNvSpPr>
                <p:nvPr/>
              </p:nvSpPr>
              <p:spPr bwMode="auto">
                <a:xfrm>
                  <a:off x="3381"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359" name="Line 622"/>
                <p:cNvSpPr>
                  <a:spLocks noChangeShapeType="1"/>
                </p:cNvSpPr>
                <p:nvPr/>
              </p:nvSpPr>
              <p:spPr bwMode="auto">
                <a:xfrm>
                  <a:off x="3437"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360" name="Line 623"/>
                <p:cNvSpPr>
                  <a:spLocks noChangeShapeType="1"/>
                </p:cNvSpPr>
                <p:nvPr/>
              </p:nvSpPr>
              <p:spPr bwMode="auto">
                <a:xfrm>
                  <a:off x="3493" y="1757"/>
                  <a:ext cx="23"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361" name="Line 624"/>
                <p:cNvSpPr>
                  <a:spLocks noChangeShapeType="1"/>
                </p:cNvSpPr>
                <p:nvPr/>
              </p:nvSpPr>
              <p:spPr bwMode="auto">
                <a:xfrm>
                  <a:off x="3548"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362" name="Line 625"/>
                <p:cNvSpPr>
                  <a:spLocks noChangeShapeType="1"/>
                </p:cNvSpPr>
                <p:nvPr/>
              </p:nvSpPr>
              <p:spPr bwMode="auto">
                <a:xfrm>
                  <a:off x="3604" y="1757"/>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7756" name="Group 626"/>
            <p:cNvGrpSpPr>
              <a:grpSpLocks/>
            </p:cNvGrpSpPr>
            <p:nvPr/>
          </p:nvGrpSpPr>
          <p:grpSpPr bwMode="auto">
            <a:xfrm>
              <a:off x="3788" y="1733"/>
              <a:ext cx="415" cy="56"/>
              <a:chOff x="3788" y="1733"/>
              <a:chExt cx="415" cy="56"/>
            </a:xfrm>
          </p:grpSpPr>
          <p:sp>
            <p:nvSpPr>
              <p:cNvPr id="108347" name="Freeform 627"/>
              <p:cNvSpPr>
                <a:spLocks/>
              </p:cNvSpPr>
              <p:nvPr/>
            </p:nvSpPr>
            <p:spPr bwMode="auto">
              <a:xfrm>
                <a:off x="4091" y="1733"/>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solidFill>
                <a:schemeClr val="bg2"/>
              </a:solidFill>
              <a:ln w="9525">
                <a:solidFill>
                  <a:schemeClr val="bg2"/>
                </a:solidFill>
                <a:round/>
                <a:headEnd/>
                <a:tailEnd/>
              </a:ln>
            </p:spPr>
            <p:txBody>
              <a:bodyPr/>
              <a:lstStyle/>
              <a:p>
                <a:endParaRPr lang="en-US"/>
              </a:p>
            </p:txBody>
          </p:sp>
          <p:grpSp>
            <p:nvGrpSpPr>
              <p:cNvPr id="108348" name="Group 628"/>
              <p:cNvGrpSpPr>
                <a:grpSpLocks/>
              </p:cNvGrpSpPr>
              <p:nvPr/>
            </p:nvGrpSpPr>
            <p:grpSpPr bwMode="auto">
              <a:xfrm>
                <a:off x="3788" y="1757"/>
                <a:ext cx="295" cy="1"/>
                <a:chOff x="3788" y="1757"/>
                <a:chExt cx="295" cy="1"/>
              </a:xfrm>
            </p:grpSpPr>
            <p:sp>
              <p:nvSpPr>
                <p:cNvPr id="108349" name="Line 629"/>
                <p:cNvSpPr>
                  <a:spLocks noChangeShapeType="1"/>
                </p:cNvSpPr>
                <p:nvPr/>
              </p:nvSpPr>
              <p:spPr bwMode="auto">
                <a:xfrm>
                  <a:off x="3788"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350" name="Line 630"/>
                <p:cNvSpPr>
                  <a:spLocks noChangeShapeType="1"/>
                </p:cNvSpPr>
                <p:nvPr/>
              </p:nvSpPr>
              <p:spPr bwMode="auto">
                <a:xfrm>
                  <a:off x="3844"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351" name="Line 631"/>
                <p:cNvSpPr>
                  <a:spLocks noChangeShapeType="1"/>
                </p:cNvSpPr>
                <p:nvPr/>
              </p:nvSpPr>
              <p:spPr bwMode="auto">
                <a:xfrm>
                  <a:off x="3900"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352" name="Line 632"/>
                <p:cNvSpPr>
                  <a:spLocks noChangeShapeType="1"/>
                </p:cNvSpPr>
                <p:nvPr/>
              </p:nvSpPr>
              <p:spPr bwMode="auto">
                <a:xfrm>
                  <a:off x="3956"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353" name="Line 633"/>
                <p:cNvSpPr>
                  <a:spLocks noChangeShapeType="1"/>
                </p:cNvSpPr>
                <p:nvPr/>
              </p:nvSpPr>
              <p:spPr bwMode="auto">
                <a:xfrm>
                  <a:off x="4011"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354" name="Line 634"/>
                <p:cNvSpPr>
                  <a:spLocks noChangeShapeType="1"/>
                </p:cNvSpPr>
                <p:nvPr/>
              </p:nvSpPr>
              <p:spPr bwMode="auto">
                <a:xfrm>
                  <a:off x="4067" y="1757"/>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7757" name="Group 635"/>
            <p:cNvGrpSpPr>
              <a:grpSpLocks/>
            </p:cNvGrpSpPr>
            <p:nvPr/>
          </p:nvGrpSpPr>
          <p:grpSpPr bwMode="auto">
            <a:xfrm>
              <a:off x="3325" y="2044"/>
              <a:ext cx="423" cy="56"/>
              <a:chOff x="3325" y="2044"/>
              <a:chExt cx="423" cy="56"/>
            </a:xfrm>
          </p:grpSpPr>
          <p:sp>
            <p:nvSpPr>
              <p:cNvPr id="108339" name="Freeform 636"/>
              <p:cNvSpPr>
                <a:spLocks/>
              </p:cNvSpPr>
              <p:nvPr/>
            </p:nvSpPr>
            <p:spPr bwMode="auto">
              <a:xfrm>
                <a:off x="3628" y="2044"/>
                <a:ext cx="120" cy="56"/>
              </a:xfrm>
              <a:custGeom>
                <a:avLst/>
                <a:gdLst>
                  <a:gd name="T0" fmla="*/ 120 w 120"/>
                  <a:gd name="T1" fmla="*/ 24 h 56"/>
                  <a:gd name="T2" fmla="*/ 0 w 120"/>
                  <a:gd name="T3" fmla="*/ 56 h 56"/>
                  <a:gd name="T4" fmla="*/ 0 w 120"/>
                  <a:gd name="T5" fmla="*/ 24 h 56"/>
                  <a:gd name="T6" fmla="*/ 0 w 120"/>
                  <a:gd name="T7" fmla="*/ 0 h 56"/>
                  <a:gd name="T8" fmla="*/ 120 w 120"/>
                  <a:gd name="T9" fmla="*/ 24 h 56"/>
                  <a:gd name="T10" fmla="*/ 0 60000 65536"/>
                  <a:gd name="T11" fmla="*/ 0 60000 65536"/>
                  <a:gd name="T12" fmla="*/ 0 60000 65536"/>
                  <a:gd name="T13" fmla="*/ 0 60000 65536"/>
                  <a:gd name="T14" fmla="*/ 0 60000 65536"/>
                  <a:gd name="T15" fmla="*/ 0 w 120"/>
                  <a:gd name="T16" fmla="*/ 0 h 56"/>
                  <a:gd name="T17" fmla="*/ 120 w 120"/>
                  <a:gd name="T18" fmla="*/ 56 h 56"/>
                </a:gdLst>
                <a:ahLst/>
                <a:cxnLst>
                  <a:cxn ang="T10">
                    <a:pos x="T0" y="T1"/>
                  </a:cxn>
                  <a:cxn ang="T11">
                    <a:pos x="T2" y="T3"/>
                  </a:cxn>
                  <a:cxn ang="T12">
                    <a:pos x="T4" y="T5"/>
                  </a:cxn>
                  <a:cxn ang="T13">
                    <a:pos x="T6" y="T7"/>
                  </a:cxn>
                  <a:cxn ang="T14">
                    <a:pos x="T8" y="T9"/>
                  </a:cxn>
                </a:cxnLst>
                <a:rect l="T15" t="T16" r="T17" b="T18"/>
                <a:pathLst>
                  <a:path w="120" h="56">
                    <a:moveTo>
                      <a:pt x="120" y="24"/>
                    </a:moveTo>
                    <a:lnTo>
                      <a:pt x="0" y="56"/>
                    </a:lnTo>
                    <a:lnTo>
                      <a:pt x="0" y="24"/>
                    </a:lnTo>
                    <a:lnTo>
                      <a:pt x="0" y="0"/>
                    </a:lnTo>
                    <a:lnTo>
                      <a:pt x="120" y="24"/>
                    </a:lnTo>
                    <a:close/>
                  </a:path>
                </a:pathLst>
              </a:custGeom>
              <a:solidFill>
                <a:schemeClr val="bg2"/>
              </a:solidFill>
              <a:ln w="9525">
                <a:solidFill>
                  <a:schemeClr val="bg2"/>
                </a:solidFill>
                <a:round/>
                <a:headEnd/>
                <a:tailEnd/>
              </a:ln>
            </p:spPr>
            <p:txBody>
              <a:bodyPr/>
              <a:lstStyle/>
              <a:p>
                <a:endParaRPr lang="en-US"/>
              </a:p>
            </p:txBody>
          </p:sp>
          <p:grpSp>
            <p:nvGrpSpPr>
              <p:cNvPr id="108340" name="Group 637"/>
              <p:cNvGrpSpPr>
                <a:grpSpLocks/>
              </p:cNvGrpSpPr>
              <p:nvPr/>
            </p:nvGrpSpPr>
            <p:grpSpPr bwMode="auto">
              <a:xfrm>
                <a:off x="3325" y="2068"/>
                <a:ext cx="295" cy="1"/>
                <a:chOff x="3325" y="2068"/>
                <a:chExt cx="295" cy="1"/>
              </a:xfrm>
            </p:grpSpPr>
            <p:sp>
              <p:nvSpPr>
                <p:cNvPr id="108341" name="Line 638"/>
                <p:cNvSpPr>
                  <a:spLocks noChangeShapeType="1"/>
                </p:cNvSpPr>
                <p:nvPr/>
              </p:nvSpPr>
              <p:spPr bwMode="auto">
                <a:xfrm>
                  <a:off x="3325"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342" name="Line 639"/>
                <p:cNvSpPr>
                  <a:spLocks noChangeShapeType="1"/>
                </p:cNvSpPr>
                <p:nvPr/>
              </p:nvSpPr>
              <p:spPr bwMode="auto">
                <a:xfrm>
                  <a:off x="3381"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343" name="Line 640"/>
                <p:cNvSpPr>
                  <a:spLocks noChangeShapeType="1"/>
                </p:cNvSpPr>
                <p:nvPr/>
              </p:nvSpPr>
              <p:spPr bwMode="auto">
                <a:xfrm>
                  <a:off x="3437"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344" name="Line 641"/>
                <p:cNvSpPr>
                  <a:spLocks noChangeShapeType="1"/>
                </p:cNvSpPr>
                <p:nvPr/>
              </p:nvSpPr>
              <p:spPr bwMode="auto">
                <a:xfrm>
                  <a:off x="3493" y="2068"/>
                  <a:ext cx="23"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345" name="Line 642"/>
                <p:cNvSpPr>
                  <a:spLocks noChangeShapeType="1"/>
                </p:cNvSpPr>
                <p:nvPr/>
              </p:nvSpPr>
              <p:spPr bwMode="auto">
                <a:xfrm>
                  <a:off x="3548"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346" name="Line 643"/>
                <p:cNvSpPr>
                  <a:spLocks noChangeShapeType="1"/>
                </p:cNvSpPr>
                <p:nvPr/>
              </p:nvSpPr>
              <p:spPr bwMode="auto">
                <a:xfrm>
                  <a:off x="3604" y="2068"/>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7758" name="Group 644"/>
            <p:cNvGrpSpPr>
              <a:grpSpLocks/>
            </p:cNvGrpSpPr>
            <p:nvPr/>
          </p:nvGrpSpPr>
          <p:grpSpPr bwMode="auto">
            <a:xfrm>
              <a:off x="3796" y="2036"/>
              <a:ext cx="415" cy="56"/>
              <a:chOff x="3796" y="2036"/>
              <a:chExt cx="415" cy="56"/>
            </a:xfrm>
          </p:grpSpPr>
          <p:sp>
            <p:nvSpPr>
              <p:cNvPr id="108331" name="Freeform 645"/>
              <p:cNvSpPr>
                <a:spLocks/>
              </p:cNvSpPr>
              <p:nvPr/>
            </p:nvSpPr>
            <p:spPr bwMode="auto">
              <a:xfrm>
                <a:off x="4099"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08332" name="Group 646"/>
              <p:cNvGrpSpPr>
                <a:grpSpLocks/>
              </p:cNvGrpSpPr>
              <p:nvPr/>
            </p:nvGrpSpPr>
            <p:grpSpPr bwMode="auto">
              <a:xfrm>
                <a:off x="3796" y="2068"/>
                <a:ext cx="295" cy="1"/>
                <a:chOff x="3796" y="2068"/>
                <a:chExt cx="295" cy="1"/>
              </a:xfrm>
            </p:grpSpPr>
            <p:sp>
              <p:nvSpPr>
                <p:cNvPr id="108333" name="Line 647"/>
                <p:cNvSpPr>
                  <a:spLocks noChangeShapeType="1"/>
                </p:cNvSpPr>
                <p:nvPr/>
              </p:nvSpPr>
              <p:spPr bwMode="auto">
                <a:xfrm>
                  <a:off x="3796"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334" name="Line 648"/>
                <p:cNvSpPr>
                  <a:spLocks noChangeShapeType="1"/>
                </p:cNvSpPr>
                <p:nvPr/>
              </p:nvSpPr>
              <p:spPr bwMode="auto">
                <a:xfrm>
                  <a:off x="3852"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335" name="Line 649"/>
                <p:cNvSpPr>
                  <a:spLocks noChangeShapeType="1"/>
                </p:cNvSpPr>
                <p:nvPr/>
              </p:nvSpPr>
              <p:spPr bwMode="auto">
                <a:xfrm>
                  <a:off x="3908"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336" name="Line 650"/>
                <p:cNvSpPr>
                  <a:spLocks noChangeShapeType="1"/>
                </p:cNvSpPr>
                <p:nvPr/>
              </p:nvSpPr>
              <p:spPr bwMode="auto">
                <a:xfrm>
                  <a:off x="3964"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337" name="Line 651"/>
                <p:cNvSpPr>
                  <a:spLocks noChangeShapeType="1"/>
                </p:cNvSpPr>
                <p:nvPr/>
              </p:nvSpPr>
              <p:spPr bwMode="auto">
                <a:xfrm>
                  <a:off x="4019"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338" name="Line 652"/>
                <p:cNvSpPr>
                  <a:spLocks noChangeShapeType="1"/>
                </p:cNvSpPr>
                <p:nvPr/>
              </p:nvSpPr>
              <p:spPr bwMode="auto">
                <a:xfrm>
                  <a:off x="4075" y="2068"/>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7759" name="Group 653"/>
            <p:cNvGrpSpPr>
              <a:grpSpLocks/>
            </p:cNvGrpSpPr>
            <p:nvPr/>
          </p:nvGrpSpPr>
          <p:grpSpPr bwMode="auto">
            <a:xfrm>
              <a:off x="4267" y="2036"/>
              <a:ext cx="415" cy="56"/>
              <a:chOff x="4267" y="2036"/>
              <a:chExt cx="415" cy="56"/>
            </a:xfrm>
          </p:grpSpPr>
          <p:sp>
            <p:nvSpPr>
              <p:cNvPr id="108323" name="Freeform 654"/>
              <p:cNvSpPr>
                <a:spLocks/>
              </p:cNvSpPr>
              <p:nvPr/>
            </p:nvSpPr>
            <p:spPr bwMode="auto">
              <a:xfrm>
                <a:off x="4570"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08324" name="Group 655"/>
              <p:cNvGrpSpPr>
                <a:grpSpLocks/>
              </p:cNvGrpSpPr>
              <p:nvPr/>
            </p:nvGrpSpPr>
            <p:grpSpPr bwMode="auto">
              <a:xfrm>
                <a:off x="4267" y="2068"/>
                <a:ext cx="295" cy="1"/>
                <a:chOff x="4267" y="2068"/>
                <a:chExt cx="295" cy="1"/>
              </a:xfrm>
            </p:grpSpPr>
            <p:sp>
              <p:nvSpPr>
                <p:cNvPr id="108325" name="Line 656"/>
                <p:cNvSpPr>
                  <a:spLocks noChangeShapeType="1"/>
                </p:cNvSpPr>
                <p:nvPr/>
              </p:nvSpPr>
              <p:spPr bwMode="auto">
                <a:xfrm>
                  <a:off x="4267"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326" name="Line 657"/>
                <p:cNvSpPr>
                  <a:spLocks noChangeShapeType="1"/>
                </p:cNvSpPr>
                <p:nvPr/>
              </p:nvSpPr>
              <p:spPr bwMode="auto">
                <a:xfrm>
                  <a:off x="4323"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327" name="Line 658"/>
                <p:cNvSpPr>
                  <a:spLocks noChangeShapeType="1"/>
                </p:cNvSpPr>
                <p:nvPr/>
              </p:nvSpPr>
              <p:spPr bwMode="auto">
                <a:xfrm>
                  <a:off x="4379"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328" name="Line 659"/>
                <p:cNvSpPr>
                  <a:spLocks noChangeShapeType="1"/>
                </p:cNvSpPr>
                <p:nvPr/>
              </p:nvSpPr>
              <p:spPr bwMode="auto">
                <a:xfrm>
                  <a:off x="4435"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329" name="Line 660"/>
                <p:cNvSpPr>
                  <a:spLocks noChangeShapeType="1"/>
                </p:cNvSpPr>
                <p:nvPr/>
              </p:nvSpPr>
              <p:spPr bwMode="auto">
                <a:xfrm>
                  <a:off x="4491" y="2068"/>
                  <a:ext cx="23"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330" name="Line 661"/>
                <p:cNvSpPr>
                  <a:spLocks noChangeShapeType="1"/>
                </p:cNvSpPr>
                <p:nvPr/>
              </p:nvSpPr>
              <p:spPr bwMode="auto">
                <a:xfrm>
                  <a:off x="4546" y="2068"/>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7760" name="Group 662"/>
            <p:cNvGrpSpPr>
              <a:grpSpLocks/>
            </p:cNvGrpSpPr>
            <p:nvPr/>
          </p:nvGrpSpPr>
          <p:grpSpPr bwMode="auto">
            <a:xfrm>
              <a:off x="4259" y="2347"/>
              <a:ext cx="415" cy="56"/>
              <a:chOff x="4259" y="2347"/>
              <a:chExt cx="415" cy="56"/>
            </a:xfrm>
          </p:grpSpPr>
          <p:sp>
            <p:nvSpPr>
              <p:cNvPr id="108315" name="Freeform 663"/>
              <p:cNvSpPr>
                <a:spLocks/>
              </p:cNvSpPr>
              <p:nvPr/>
            </p:nvSpPr>
            <p:spPr bwMode="auto">
              <a:xfrm>
                <a:off x="4562" y="234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solidFill>
                <a:schemeClr val="bg2"/>
              </a:solidFill>
              <a:ln w="9525">
                <a:solidFill>
                  <a:schemeClr val="bg2"/>
                </a:solidFill>
                <a:round/>
                <a:headEnd/>
                <a:tailEnd/>
              </a:ln>
            </p:spPr>
            <p:txBody>
              <a:bodyPr/>
              <a:lstStyle/>
              <a:p>
                <a:endParaRPr lang="en-US"/>
              </a:p>
            </p:txBody>
          </p:sp>
          <p:grpSp>
            <p:nvGrpSpPr>
              <p:cNvPr id="108316" name="Group 664"/>
              <p:cNvGrpSpPr>
                <a:grpSpLocks/>
              </p:cNvGrpSpPr>
              <p:nvPr/>
            </p:nvGrpSpPr>
            <p:grpSpPr bwMode="auto">
              <a:xfrm>
                <a:off x="4259" y="2371"/>
                <a:ext cx="295" cy="1"/>
                <a:chOff x="4259" y="2371"/>
                <a:chExt cx="295" cy="1"/>
              </a:xfrm>
            </p:grpSpPr>
            <p:sp>
              <p:nvSpPr>
                <p:cNvPr id="108317" name="Line 665"/>
                <p:cNvSpPr>
                  <a:spLocks noChangeShapeType="1"/>
                </p:cNvSpPr>
                <p:nvPr/>
              </p:nvSpPr>
              <p:spPr bwMode="auto">
                <a:xfrm>
                  <a:off x="4259"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318" name="Line 666"/>
                <p:cNvSpPr>
                  <a:spLocks noChangeShapeType="1"/>
                </p:cNvSpPr>
                <p:nvPr/>
              </p:nvSpPr>
              <p:spPr bwMode="auto">
                <a:xfrm>
                  <a:off x="4315"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319" name="Line 667"/>
                <p:cNvSpPr>
                  <a:spLocks noChangeShapeType="1"/>
                </p:cNvSpPr>
                <p:nvPr/>
              </p:nvSpPr>
              <p:spPr bwMode="auto">
                <a:xfrm>
                  <a:off x="4371"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320" name="Line 668"/>
                <p:cNvSpPr>
                  <a:spLocks noChangeShapeType="1"/>
                </p:cNvSpPr>
                <p:nvPr/>
              </p:nvSpPr>
              <p:spPr bwMode="auto">
                <a:xfrm>
                  <a:off x="4427"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321" name="Line 669"/>
                <p:cNvSpPr>
                  <a:spLocks noChangeShapeType="1"/>
                </p:cNvSpPr>
                <p:nvPr/>
              </p:nvSpPr>
              <p:spPr bwMode="auto">
                <a:xfrm>
                  <a:off x="4483" y="2371"/>
                  <a:ext cx="23"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322" name="Line 670"/>
                <p:cNvSpPr>
                  <a:spLocks noChangeShapeType="1"/>
                </p:cNvSpPr>
                <p:nvPr/>
              </p:nvSpPr>
              <p:spPr bwMode="auto">
                <a:xfrm>
                  <a:off x="4538" y="2371"/>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7761" name="Group 671"/>
            <p:cNvGrpSpPr>
              <a:grpSpLocks/>
            </p:cNvGrpSpPr>
            <p:nvPr/>
          </p:nvGrpSpPr>
          <p:grpSpPr bwMode="auto">
            <a:xfrm>
              <a:off x="3796" y="2347"/>
              <a:ext cx="415" cy="56"/>
              <a:chOff x="3796" y="2347"/>
              <a:chExt cx="415" cy="56"/>
            </a:xfrm>
          </p:grpSpPr>
          <p:sp>
            <p:nvSpPr>
              <p:cNvPr id="108307" name="Freeform 672"/>
              <p:cNvSpPr>
                <a:spLocks/>
              </p:cNvSpPr>
              <p:nvPr/>
            </p:nvSpPr>
            <p:spPr bwMode="auto">
              <a:xfrm>
                <a:off x="4099" y="234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solidFill>
                <a:schemeClr val="bg2"/>
              </a:solidFill>
              <a:ln w="9525">
                <a:solidFill>
                  <a:schemeClr val="bg2"/>
                </a:solidFill>
                <a:round/>
                <a:headEnd/>
                <a:tailEnd/>
              </a:ln>
            </p:spPr>
            <p:txBody>
              <a:bodyPr/>
              <a:lstStyle/>
              <a:p>
                <a:endParaRPr lang="en-US"/>
              </a:p>
            </p:txBody>
          </p:sp>
          <p:grpSp>
            <p:nvGrpSpPr>
              <p:cNvPr id="108308" name="Group 673"/>
              <p:cNvGrpSpPr>
                <a:grpSpLocks/>
              </p:cNvGrpSpPr>
              <p:nvPr/>
            </p:nvGrpSpPr>
            <p:grpSpPr bwMode="auto">
              <a:xfrm>
                <a:off x="3796" y="2371"/>
                <a:ext cx="295" cy="1"/>
                <a:chOff x="3796" y="2371"/>
                <a:chExt cx="295" cy="1"/>
              </a:xfrm>
            </p:grpSpPr>
            <p:sp>
              <p:nvSpPr>
                <p:cNvPr id="108309" name="Line 674"/>
                <p:cNvSpPr>
                  <a:spLocks noChangeShapeType="1"/>
                </p:cNvSpPr>
                <p:nvPr/>
              </p:nvSpPr>
              <p:spPr bwMode="auto">
                <a:xfrm>
                  <a:off x="3796"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310" name="Line 675"/>
                <p:cNvSpPr>
                  <a:spLocks noChangeShapeType="1"/>
                </p:cNvSpPr>
                <p:nvPr/>
              </p:nvSpPr>
              <p:spPr bwMode="auto">
                <a:xfrm>
                  <a:off x="3852"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311" name="Line 676"/>
                <p:cNvSpPr>
                  <a:spLocks noChangeShapeType="1"/>
                </p:cNvSpPr>
                <p:nvPr/>
              </p:nvSpPr>
              <p:spPr bwMode="auto">
                <a:xfrm>
                  <a:off x="3908"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312" name="Line 677"/>
                <p:cNvSpPr>
                  <a:spLocks noChangeShapeType="1"/>
                </p:cNvSpPr>
                <p:nvPr/>
              </p:nvSpPr>
              <p:spPr bwMode="auto">
                <a:xfrm>
                  <a:off x="3964"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313" name="Line 678"/>
                <p:cNvSpPr>
                  <a:spLocks noChangeShapeType="1"/>
                </p:cNvSpPr>
                <p:nvPr/>
              </p:nvSpPr>
              <p:spPr bwMode="auto">
                <a:xfrm>
                  <a:off x="4019"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314" name="Line 679"/>
                <p:cNvSpPr>
                  <a:spLocks noChangeShapeType="1"/>
                </p:cNvSpPr>
                <p:nvPr/>
              </p:nvSpPr>
              <p:spPr bwMode="auto">
                <a:xfrm>
                  <a:off x="4075" y="2371"/>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7762" name="Group 680"/>
            <p:cNvGrpSpPr>
              <a:grpSpLocks/>
            </p:cNvGrpSpPr>
            <p:nvPr/>
          </p:nvGrpSpPr>
          <p:grpSpPr bwMode="auto">
            <a:xfrm>
              <a:off x="3333" y="2339"/>
              <a:ext cx="415" cy="64"/>
              <a:chOff x="3333" y="2339"/>
              <a:chExt cx="415" cy="64"/>
            </a:xfrm>
          </p:grpSpPr>
          <p:sp>
            <p:nvSpPr>
              <p:cNvPr id="108299" name="Freeform 681"/>
              <p:cNvSpPr>
                <a:spLocks/>
              </p:cNvSpPr>
              <p:nvPr/>
            </p:nvSpPr>
            <p:spPr bwMode="auto">
              <a:xfrm>
                <a:off x="3636" y="2339"/>
                <a:ext cx="112" cy="64"/>
              </a:xfrm>
              <a:custGeom>
                <a:avLst/>
                <a:gdLst>
                  <a:gd name="T0" fmla="*/ 112 w 112"/>
                  <a:gd name="T1" fmla="*/ 32 h 64"/>
                  <a:gd name="T2" fmla="*/ 0 w 112"/>
                  <a:gd name="T3" fmla="*/ 64 h 64"/>
                  <a:gd name="T4" fmla="*/ 0 w 112"/>
                  <a:gd name="T5" fmla="*/ 32 h 64"/>
                  <a:gd name="T6" fmla="*/ 0 w 112"/>
                  <a:gd name="T7" fmla="*/ 0 h 64"/>
                  <a:gd name="T8" fmla="*/ 112 w 112"/>
                  <a:gd name="T9" fmla="*/ 32 h 64"/>
                  <a:gd name="T10" fmla="*/ 0 60000 65536"/>
                  <a:gd name="T11" fmla="*/ 0 60000 65536"/>
                  <a:gd name="T12" fmla="*/ 0 60000 65536"/>
                  <a:gd name="T13" fmla="*/ 0 60000 65536"/>
                  <a:gd name="T14" fmla="*/ 0 60000 65536"/>
                  <a:gd name="T15" fmla="*/ 0 w 112"/>
                  <a:gd name="T16" fmla="*/ 0 h 64"/>
                  <a:gd name="T17" fmla="*/ 112 w 112"/>
                  <a:gd name="T18" fmla="*/ 64 h 64"/>
                </a:gdLst>
                <a:ahLst/>
                <a:cxnLst>
                  <a:cxn ang="T10">
                    <a:pos x="T0" y="T1"/>
                  </a:cxn>
                  <a:cxn ang="T11">
                    <a:pos x="T2" y="T3"/>
                  </a:cxn>
                  <a:cxn ang="T12">
                    <a:pos x="T4" y="T5"/>
                  </a:cxn>
                  <a:cxn ang="T13">
                    <a:pos x="T6" y="T7"/>
                  </a:cxn>
                  <a:cxn ang="T14">
                    <a:pos x="T8" y="T9"/>
                  </a:cxn>
                </a:cxnLst>
                <a:rect l="T15" t="T16" r="T17" b="T18"/>
                <a:pathLst>
                  <a:path w="112" h="64">
                    <a:moveTo>
                      <a:pt x="112" y="32"/>
                    </a:moveTo>
                    <a:lnTo>
                      <a:pt x="0" y="64"/>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08300" name="Group 682"/>
              <p:cNvGrpSpPr>
                <a:grpSpLocks/>
              </p:cNvGrpSpPr>
              <p:nvPr/>
            </p:nvGrpSpPr>
            <p:grpSpPr bwMode="auto">
              <a:xfrm>
                <a:off x="3333" y="2371"/>
                <a:ext cx="295" cy="1"/>
                <a:chOff x="3333" y="2371"/>
                <a:chExt cx="295" cy="1"/>
              </a:xfrm>
            </p:grpSpPr>
            <p:sp>
              <p:nvSpPr>
                <p:cNvPr id="108301" name="Line 683"/>
                <p:cNvSpPr>
                  <a:spLocks noChangeShapeType="1"/>
                </p:cNvSpPr>
                <p:nvPr/>
              </p:nvSpPr>
              <p:spPr bwMode="auto">
                <a:xfrm>
                  <a:off x="3333"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302" name="Line 684"/>
                <p:cNvSpPr>
                  <a:spLocks noChangeShapeType="1"/>
                </p:cNvSpPr>
                <p:nvPr/>
              </p:nvSpPr>
              <p:spPr bwMode="auto">
                <a:xfrm>
                  <a:off x="3389"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303" name="Line 685"/>
                <p:cNvSpPr>
                  <a:spLocks noChangeShapeType="1"/>
                </p:cNvSpPr>
                <p:nvPr/>
              </p:nvSpPr>
              <p:spPr bwMode="auto">
                <a:xfrm>
                  <a:off x="3445"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304" name="Line 686"/>
                <p:cNvSpPr>
                  <a:spLocks noChangeShapeType="1"/>
                </p:cNvSpPr>
                <p:nvPr/>
              </p:nvSpPr>
              <p:spPr bwMode="auto">
                <a:xfrm>
                  <a:off x="3501" y="2371"/>
                  <a:ext cx="23"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305" name="Line 687"/>
                <p:cNvSpPr>
                  <a:spLocks noChangeShapeType="1"/>
                </p:cNvSpPr>
                <p:nvPr/>
              </p:nvSpPr>
              <p:spPr bwMode="auto">
                <a:xfrm>
                  <a:off x="3556"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306" name="Line 688"/>
                <p:cNvSpPr>
                  <a:spLocks noChangeShapeType="1"/>
                </p:cNvSpPr>
                <p:nvPr/>
              </p:nvSpPr>
              <p:spPr bwMode="auto">
                <a:xfrm>
                  <a:off x="3612" y="2371"/>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7763" name="Group 689"/>
            <p:cNvGrpSpPr>
              <a:grpSpLocks/>
            </p:cNvGrpSpPr>
            <p:nvPr/>
          </p:nvGrpSpPr>
          <p:grpSpPr bwMode="auto">
            <a:xfrm>
              <a:off x="3325" y="2650"/>
              <a:ext cx="415" cy="56"/>
              <a:chOff x="3325" y="2650"/>
              <a:chExt cx="415" cy="56"/>
            </a:xfrm>
          </p:grpSpPr>
          <p:sp>
            <p:nvSpPr>
              <p:cNvPr id="108291" name="Freeform 690"/>
              <p:cNvSpPr>
                <a:spLocks/>
              </p:cNvSpPr>
              <p:nvPr/>
            </p:nvSpPr>
            <p:spPr bwMode="auto">
              <a:xfrm>
                <a:off x="3628" y="2650"/>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solidFill>
                <a:schemeClr val="bg2"/>
              </a:solidFill>
              <a:ln w="9525">
                <a:solidFill>
                  <a:schemeClr val="bg2"/>
                </a:solidFill>
                <a:round/>
                <a:headEnd/>
                <a:tailEnd/>
              </a:ln>
            </p:spPr>
            <p:txBody>
              <a:bodyPr/>
              <a:lstStyle/>
              <a:p>
                <a:endParaRPr lang="en-US"/>
              </a:p>
            </p:txBody>
          </p:sp>
          <p:grpSp>
            <p:nvGrpSpPr>
              <p:cNvPr id="108292" name="Group 691"/>
              <p:cNvGrpSpPr>
                <a:grpSpLocks/>
              </p:cNvGrpSpPr>
              <p:nvPr/>
            </p:nvGrpSpPr>
            <p:grpSpPr bwMode="auto">
              <a:xfrm>
                <a:off x="3325" y="2674"/>
                <a:ext cx="295" cy="1"/>
                <a:chOff x="3325" y="2674"/>
                <a:chExt cx="295" cy="1"/>
              </a:xfrm>
            </p:grpSpPr>
            <p:sp>
              <p:nvSpPr>
                <p:cNvPr id="108293" name="Line 692"/>
                <p:cNvSpPr>
                  <a:spLocks noChangeShapeType="1"/>
                </p:cNvSpPr>
                <p:nvPr/>
              </p:nvSpPr>
              <p:spPr bwMode="auto">
                <a:xfrm>
                  <a:off x="3325"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294" name="Line 693"/>
                <p:cNvSpPr>
                  <a:spLocks noChangeShapeType="1"/>
                </p:cNvSpPr>
                <p:nvPr/>
              </p:nvSpPr>
              <p:spPr bwMode="auto">
                <a:xfrm>
                  <a:off x="3381"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295" name="Line 694"/>
                <p:cNvSpPr>
                  <a:spLocks noChangeShapeType="1"/>
                </p:cNvSpPr>
                <p:nvPr/>
              </p:nvSpPr>
              <p:spPr bwMode="auto">
                <a:xfrm>
                  <a:off x="3437"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296" name="Line 695"/>
                <p:cNvSpPr>
                  <a:spLocks noChangeShapeType="1"/>
                </p:cNvSpPr>
                <p:nvPr/>
              </p:nvSpPr>
              <p:spPr bwMode="auto">
                <a:xfrm>
                  <a:off x="3493" y="2674"/>
                  <a:ext cx="23"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297" name="Line 696"/>
                <p:cNvSpPr>
                  <a:spLocks noChangeShapeType="1"/>
                </p:cNvSpPr>
                <p:nvPr/>
              </p:nvSpPr>
              <p:spPr bwMode="auto">
                <a:xfrm>
                  <a:off x="3548"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298" name="Line 697"/>
                <p:cNvSpPr>
                  <a:spLocks noChangeShapeType="1"/>
                </p:cNvSpPr>
                <p:nvPr/>
              </p:nvSpPr>
              <p:spPr bwMode="auto">
                <a:xfrm>
                  <a:off x="3604" y="2674"/>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7764" name="Group 698"/>
            <p:cNvGrpSpPr>
              <a:grpSpLocks/>
            </p:cNvGrpSpPr>
            <p:nvPr/>
          </p:nvGrpSpPr>
          <p:grpSpPr bwMode="auto">
            <a:xfrm>
              <a:off x="3788" y="2650"/>
              <a:ext cx="415" cy="56"/>
              <a:chOff x="3788" y="2650"/>
              <a:chExt cx="415" cy="56"/>
            </a:xfrm>
          </p:grpSpPr>
          <p:sp>
            <p:nvSpPr>
              <p:cNvPr id="108283" name="Freeform 699"/>
              <p:cNvSpPr>
                <a:spLocks/>
              </p:cNvSpPr>
              <p:nvPr/>
            </p:nvSpPr>
            <p:spPr bwMode="auto">
              <a:xfrm>
                <a:off x="4091" y="2650"/>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solidFill>
                <a:schemeClr val="bg2"/>
              </a:solidFill>
              <a:ln w="9525">
                <a:solidFill>
                  <a:schemeClr val="bg2"/>
                </a:solidFill>
                <a:round/>
                <a:headEnd/>
                <a:tailEnd/>
              </a:ln>
            </p:spPr>
            <p:txBody>
              <a:bodyPr/>
              <a:lstStyle/>
              <a:p>
                <a:endParaRPr lang="en-US"/>
              </a:p>
            </p:txBody>
          </p:sp>
          <p:grpSp>
            <p:nvGrpSpPr>
              <p:cNvPr id="108284" name="Group 700"/>
              <p:cNvGrpSpPr>
                <a:grpSpLocks/>
              </p:cNvGrpSpPr>
              <p:nvPr/>
            </p:nvGrpSpPr>
            <p:grpSpPr bwMode="auto">
              <a:xfrm>
                <a:off x="3788" y="2674"/>
                <a:ext cx="295" cy="1"/>
                <a:chOff x="3788" y="2674"/>
                <a:chExt cx="295" cy="1"/>
              </a:xfrm>
            </p:grpSpPr>
            <p:sp>
              <p:nvSpPr>
                <p:cNvPr id="108285" name="Line 701"/>
                <p:cNvSpPr>
                  <a:spLocks noChangeShapeType="1"/>
                </p:cNvSpPr>
                <p:nvPr/>
              </p:nvSpPr>
              <p:spPr bwMode="auto">
                <a:xfrm>
                  <a:off x="3788"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286" name="Line 702"/>
                <p:cNvSpPr>
                  <a:spLocks noChangeShapeType="1"/>
                </p:cNvSpPr>
                <p:nvPr/>
              </p:nvSpPr>
              <p:spPr bwMode="auto">
                <a:xfrm>
                  <a:off x="3844"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287" name="Line 703"/>
                <p:cNvSpPr>
                  <a:spLocks noChangeShapeType="1"/>
                </p:cNvSpPr>
                <p:nvPr/>
              </p:nvSpPr>
              <p:spPr bwMode="auto">
                <a:xfrm>
                  <a:off x="3900"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288" name="Line 704"/>
                <p:cNvSpPr>
                  <a:spLocks noChangeShapeType="1"/>
                </p:cNvSpPr>
                <p:nvPr/>
              </p:nvSpPr>
              <p:spPr bwMode="auto">
                <a:xfrm>
                  <a:off x="3956"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289" name="Line 705"/>
                <p:cNvSpPr>
                  <a:spLocks noChangeShapeType="1"/>
                </p:cNvSpPr>
                <p:nvPr/>
              </p:nvSpPr>
              <p:spPr bwMode="auto">
                <a:xfrm>
                  <a:off x="4011"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290" name="Line 706"/>
                <p:cNvSpPr>
                  <a:spLocks noChangeShapeType="1"/>
                </p:cNvSpPr>
                <p:nvPr/>
              </p:nvSpPr>
              <p:spPr bwMode="auto">
                <a:xfrm>
                  <a:off x="4067" y="2674"/>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7765" name="Group 707"/>
            <p:cNvGrpSpPr>
              <a:grpSpLocks/>
            </p:cNvGrpSpPr>
            <p:nvPr/>
          </p:nvGrpSpPr>
          <p:grpSpPr bwMode="auto">
            <a:xfrm>
              <a:off x="3325" y="2953"/>
              <a:ext cx="415" cy="56"/>
              <a:chOff x="3325" y="2953"/>
              <a:chExt cx="415" cy="56"/>
            </a:xfrm>
          </p:grpSpPr>
          <p:sp>
            <p:nvSpPr>
              <p:cNvPr id="108275" name="Freeform 708"/>
              <p:cNvSpPr>
                <a:spLocks/>
              </p:cNvSpPr>
              <p:nvPr/>
            </p:nvSpPr>
            <p:spPr bwMode="auto">
              <a:xfrm>
                <a:off x="3628"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08276" name="Group 709"/>
              <p:cNvGrpSpPr>
                <a:grpSpLocks/>
              </p:cNvGrpSpPr>
              <p:nvPr/>
            </p:nvGrpSpPr>
            <p:grpSpPr bwMode="auto">
              <a:xfrm>
                <a:off x="3325" y="2985"/>
                <a:ext cx="295" cy="1"/>
                <a:chOff x="3325" y="2985"/>
                <a:chExt cx="295" cy="1"/>
              </a:xfrm>
            </p:grpSpPr>
            <p:sp>
              <p:nvSpPr>
                <p:cNvPr id="108277" name="Line 710"/>
                <p:cNvSpPr>
                  <a:spLocks noChangeShapeType="1"/>
                </p:cNvSpPr>
                <p:nvPr/>
              </p:nvSpPr>
              <p:spPr bwMode="auto">
                <a:xfrm>
                  <a:off x="3325"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278" name="Line 711"/>
                <p:cNvSpPr>
                  <a:spLocks noChangeShapeType="1"/>
                </p:cNvSpPr>
                <p:nvPr/>
              </p:nvSpPr>
              <p:spPr bwMode="auto">
                <a:xfrm>
                  <a:off x="3381"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279" name="Line 712"/>
                <p:cNvSpPr>
                  <a:spLocks noChangeShapeType="1"/>
                </p:cNvSpPr>
                <p:nvPr/>
              </p:nvSpPr>
              <p:spPr bwMode="auto">
                <a:xfrm>
                  <a:off x="3437"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280" name="Line 713"/>
                <p:cNvSpPr>
                  <a:spLocks noChangeShapeType="1"/>
                </p:cNvSpPr>
                <p:nvPr/>
              </p:nvSpPr>
              <p:spPr bwMode="auto">
                <a:xfrm>
                  <a:off x="3493" y="2985"/>
                  <a:ext cx="23"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281" name="Line 714"/>
                <p:cNvSpPr>
                  <a:spLocks noChangeShapeType="1"/>
                </p:cNvSpPr>
                <p:nvPr/>
              </p:nvSpPr>
              <p:spPr bwMode="auto">
                <a:xfrm>
                  <a:off x="3548"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282" name="Line 715"/>
                <p:cNvSpPr>
                  <a:spLocks noChangeShapeType="1"/>
                </p:cNvSpPr>
                <p:nvPr/>
              </p:nvSpPr>
              <p:spPr bwMode="auto">
                <a:xfrm>
                  <a:off x="3604" y="2985"/>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7766" name="Group 716"/>
            <p:cNvGrpSpPr>
              <a:grpSpLocks/>
            </p:cNvGrpSpPr>
            <p:nvPr/>
          </p:nvGrpSpPr>
          <p:grpSpPr bwMode="auto">
            <a:xfrm>
              <a:off x="3788" y="2953"/>
              <a:ext cx="415" cy="56"/>
              <a:chOff x="3788" y="2953"/>
              <a:chExt cx="415" cy="56"/>
            </a:xfrm>
          </p:grpSpPr>
          <p:sp>
            <p:nvSpPr>
              <p:cNvPr id="108267" name="Freeform 717"/>
              <p:cNvSpPr>
                <a:spLocks/>
              </p:cNvSpPr>
              <p:nvPr/>
            </p:nvSpPr>
            <p:spPr bwMode="auto">
              <a:xfrm>
                <a:off x="4091"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08268" name="Group 718"/>
              <p:cNvGrpSpPr>
                <a:grpSpLocks/>
              </p:cNvGrpSpPr>
              <p:nvPr/>
            </p:nvGrpSpPr>
            <p:grpSpPr bwMode="auto">
              <a:xfrm>
                <a:off x="3788" y="2985"/>
                <a:ext cx="295" cy="1"/>
                <a:chOff x="3788" y="2985"/>
                <a:chExt cx="295" cy="1"/>
              </a:xfrm>
            </p:grpSpPr>
            <p:sp>
              <p:nvSpPr>
                <p:cNvPr id="108269" name="Line 719"/>
                <p:cNvSpPr>
                  <a:spLocks noChangeShapeType="1"/>
                </p:cNvSpPr>
                <p:nvPr/>
              </p:nvSpPr>
              <p:spPr bwMode="auto">
                <a:xfrm>
                  <a:off x="3788"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270" name="Line 720"/>
                <p:cNvSpPr>
                  <a:spLocks noChangeShapeType="1"/>
                </p:cNvSpPr>
                <p:nvPr/>
              </p:nvSpPr>
              <p:spPr bwMode="auto">
                <a:xfrm>
                  <a:off x="3844"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271" name="Line 721"/>
                <p:cNvSpPr>
                  <a:spLocks noChangeShapeType="1"/>
                </p:cNvSpPr>
                <p:nvPr/>
              </p:nvSpPr>
              <p:spPr bwMode="auto">
                <a:xfrm>
                  <a:off x="3900"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272" name="Line 722"/>
                <p:cNvSpPr>
                  <a:spLocks noChangeShapeType="1"/>
                </p:cNvSpPr>
                <p:nvPr/>
              </p:nvSpPr>
              <p:spPr bwMode="auto">
                <a:xfrm>
                  <a:off x="3956"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273" name="Line 723"/>
                <p:cNvSpPr>
                  <a:spLocks noChangeShapeType="1"/>
                </p:cNvSpPr>
                <p:nvPr/>
              </p:nvSpPr>
              <p:spPr bwMode="auto">
                <a:xfrm>
                  <a:off x="4011"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274" name="Line 724"/>
                <p:cNvSpPr>
                  <a:spLocks noChangeShapeType="1"/>
                </p:cNvSpPr>
                <p:nvPr/>
              </p:nvSpPr>
              <p:spPr bwMode="auto">
                <a:xfrm>
                  <a:off x="4067" y="2985"/>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7767" name="Group 725"/>
            <p:cNvGrpSpPr>
              <a:grpSpLocks/>
            </p:cNvGrpSpPr>
            <p:nvPr/>
          </p:nvGrpSpPr>
          <p:grpSpPr bwMode="auto">
            <a:xfrm>
              <a:off x="4251" y="2953"/>
              <a:ext cx="415" cy="56"/>
              <a:chOff x="4251" y="2953"/>
              <a:chExt cx="415" cy="56"/>
            </a:xfrm>
          </p:grpSpPr>
          <p:sp>
            <p:nvSpPr>
              <p:cNvPr id="108259" name="Freeform 726"/>
              <p:cNvSpPr>
                <a:spLocks/>
              </p:cNvSpPr>
              <p:nvPr/>
            </p:nvSpPr>
            <p:spPr bwMode="auto">
              <a:xfrm>
                <a:off x="4554"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08260" name="Group 727"/>
              <p:cNvGrpSpPr>
                <a:grpSpLocks/>
              </p:cNvGrpSpPr>
              <p:nvPr/>
            </p:nvGrpSpPr>
            <p:grpSpPr bwMode="auto">
              <a:xfrm>
                <a:off x="4251" y="2985"/>
                <a:ext cx="295" cy="1"/>
                <a:chOff x="4251" y="2985"/>
                <a:chExt cx="295" cy="1"/>
              </a:xfrm>
            </p:grpSpPr>
            <p:sp>
              <p:nvSpPr>
                <p:cNvPr id="108261" name="Line 728"/>
                <p:cNvSpPr>
                  <a:spLocks noChangeShapeType="1"/>
                </p:cNvSpPr>
                <p:nvPr/>
              </p:nvSpPr>
              <p:spPr bwMode="auto">
                <a:xfrm>
                  <a:off x="4251"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262" name="Line 729"/>
                <p:cNvSpPr>
                  <a:spLocks noChangeShapeType="1"/>
                </p:cNvSpPr>
                <p:nvPr/>
              </p:nvSpPr>
              <p:spPr bwMode="auto">
                <a:xfrm>
                  <a:off x="4307"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263" name="Line 730"/>
                <p:cNvSpPr>
                  <a:spLocks noChangeShapeType="1"/>
                </p:cNvSpPr>
                <p:nvPr/>
              </p:nvSpPr>
              <p:spPr bwMode="auto">
                <a:xfrm>
                  <a:off x="4363"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264" name="Line 731"/>
                <p:cNvSpPr>
                  <a:spLocks noChangeShapeType="1"/>
                </p:cNvSpPr>
                <p:nvPr/>
              </p:nvSpPr>
              <p:spPr bwMode="auto">
                <a:xfrm>
                  <a:off x="4419"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265" name="Line 732"/>
                <p:cNvSpPr>
                  <a:spLocks noChangeShapeType="1"/>
                </p:cNvSpPr>
                <p:nvPr/>
              </p:nvSpPr>
              <p:spPr bwMode="auto">
                <a:xfrm>
                  <a:off x="4475"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266" name="Line 733"/>
                <p:cNvSpPr>
                  <a:spLocks noChangeShapeType="1"/>
                </p:cNvSpPr>
                <p:nvPr/>
              </p:nvSpPr>
              <p:spPr bwMode="auto">
                <a:xfrm>
                  <a:off x="4530" y="2985"/>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7768" name="Group 734"/>
            <p:cNvGrpSpPr>
              <a:grpSpLocks/>
            </p:cNvGrpSpPr>
            <p:nvPr/>
          </p:nvGrpSpPr>
          <p:grpSpPr bwMode="auto">
            <a:xfrm>
              <a:off x="4674" y="1741"/>
              <a:ext cx="40" cy="1260"/>
              <a:chOff x="4674" y="1741"/>
              <a:chExt cx="40" cy="1260"/>
            </a:xfrm>
          </p:grpSpPr>
          <p:sp>
            <p:nvSpPr>
              <p:cNvPr id="108249" name="Oval 735"/>
              <p:cNvSpPr>
                <a:spLocks noChangeArrowheads="1"/>
              </p:cNvSpPr>
              <p:nvPr/>
            </p:nvSpPr>
            <p:spPr bwMode="auto">
              <a:xfrm>
                <a:off x="4674" y="1741"/>
                <a:ext cx="32" cy="40"/>
              </a:xfrm>
              <a:prstGeom prst="ellipse">
                <a:avLst/>
              </a:prstGeom>
              <a:solidFill>
                <a:schemeClr val="bg2"/>
              </a:solidFill>
              <a:ln w="9525">
                <a:solidFill>
                  <a:schemeClr val="bg2"/>
                </a:solidFill>
                <a:round/>
                <a:headEnd/>
                <a:tailEnd/>
              </a:ln>
            </p:spPr>
            <p:txBody>
              <a:bodyPr/>
              <a:lstStyle/>
              <a:p>
                <a:endParaRPr lang="en-US"/>
              </a:p>
            </p:txBody>
          </p:sp>
          <p:sp>
            <p:nvSpPr>
              <p:cNvPr id="108250" name="Oval 736"/>
              <p:cNvSpPr>
                <a:spLocks noChangeArrowheads="1"/>
              </p:cNvSpPr>
              <p:nvPr/>
            </p:nvSpPr>
            <p:spPr bwMode="auto">
              <a:xfrm>
                <a:off x="4674" y="1741"/>
                <a:ext cx="32" cy="40"/>
              </a:xfrm>
              <a:prstGeom prst="ellipse">
                <a:avLst/>
              </a:prstGeom>
              <a:solidFill>
                <a:schemeClr val="bg2"/>
              </a:solidFill>
              <a:ln w="25400">
                <a:solidFill>
                  <a:schemeClr val="bg2"/>
                </a:solidFill>
                <a:round/>
                <a:headEnd/>
                <a:tailEnd/>
              </a:ln>
            </p:spPr>
            <p:txBody>
              <a:bodyPr/>
              <a:lstStyle/>
              <a:p>
                <a:endParaRPr lang="en-US"/>
              </a:p>
            </p:txBody>
          </p:sp>
          <p:sp>
            <p:nvSpPr>
              <p:cNvPr id="108251" name="Oval 737"/>
              <p:cNvSpPr>
                <a:spLocks noChangeArrowheads="1"/>
              </p:cNvSpPr>
              <p:nvPr/>
            </p:nvSpPr>
            <p:spPr bwMode="auto">
              <a:xfrm>
                <a:off x="4682" y="2044"/>
                <a:ext cx="32" cy="40"/>
              </a:xfrm>
              <a:prstGeom prst="ellipse">
                <a:avLst/>
              </a:prstGeom>
              <a:solidFill>
                <a:schemeClr val="bg2"/>
              </a:solidFill>
              <a:ln w="9525">
                <a:solidFill>
                  <a:schemeClr val="bg2"/>
                </a:solidFill>
                <a:round/>
                <a:headEnd/>
                <a:tailEnd/>
              </a:ln>
            </p:spPr>
            <p:txBody>
              <a:bodyPr/>
              <a:lstStyle/>
              <a:p>
                <a:endParaRPr lang="en-US"/>
              </a:p>
            </p:txBody>
          </p:sp>
          <p:sp>
            <p:nvSpPr>
              <p:cNvPr id="108252" name="Oval 738"/>
              <p:cNvSpPr>
                <a:spLocks noChangeArrowheads="1"/>
              </p:cNvSpPr>
              <p:nvPr/>
            </p:nvSpPr>
            <p:spPr bwMode="auto">
              <a:xfrm>
                <a:off x="4682" y="2044"/>
                <a:ext cx="32" cy="40"/>
              </a:xfrm>
              <a:prstGeom prst="ellipse">
                <a:avLst/>
              </a:prstGeom>
              <a:solidFill>
                <a:schemeClr val="bg2"/>
              </a:solidFill>
              <a:ln w="25400">
                <a:solidFill>
                  <a:schemeClr val="bg2"/>
                </a:solidFill>
                <a:round/>
                <a:headEnd/>
                <a:tailEnd/>
              </a:ln>
            </p:spPr>
            <p:txBody>
              <a:bodyPr/>
              <a:lstStyle/>
              <a:p>
                <a:endParaRPr lang="en-US"/>
              </a:p>
            </p:txBody>
          </p:sp>
          <p:sp>
            <p:nvSpPr>
              <p:cNvPr id="108253" name="Oval 739"/>
              <p:cNvSpPr>
                <a:spLocks noChangeArrowheads="1"/>
              </p:cNvSpPr>
              <p:nvPr/>
            </p:nvSpPr>
            <p:spPr bwMode="auto">
              <a:xfrm>
                <a:off x="4682" y="2355"/>
                <a:ext cx="32" cy="32"/>
              </a:xfrm>
              <a:prstGeom prst="ellipse">
                <a:avLst/>
              </a:prstGeom>
              <a:solidFill>
                <a:schemeClr val="bg2"/>
              </a:solidFill>
              <a:ln w="9525">
                <a:solidFill>
                  <a:schemeClr val="bg2"/>
                </a:solidFill>
                <a:round/>
                <a:headEnd/>
                <a:tailEnd/>
              </a:ln>
            </p:spPr>
            <p:txBody>
              <a:bodyPr/>
              <a:lstStyle/>
              <a:p>
                <a:endParaRPr lang="en-US"/>
              </a:p>
            </p:txBody>
          </p:sp>
          <p:sp>
            <p:nvSpPr>
              <p:cNvPr id="108254" name="Oval 740"/>
              <p:cNvSpPr>
                <a:spLocks noChangeArrowheads="1"/>
              </p:cNvSpPr>
              <p:nvPr/>
            </p:nvSpPr>
            <p:spPr bwMode="auto">
              <a:xfrm>
                <a:off x="4682" y="2355"/>
                <a:ext cx="32" cy="32"/>
              </a:xfrm>
              <a:prstGeom prst="ellipse">
                <a:avLst/>
              </a:prstGeom>
              <a:solidFill>
                <a:schemeClr val="bg2"/>
              </a:solidFill>
              <a:ln w="25400">
                <a:solidFill>
                  <a:schemeClr val="bg2"/>
                </a:solidFill>
                <a:round/>
                <a:headEnd/>
                <a:tailEnd/>
              </a:ln>
            </p:spPr>
            <p:txBody>
              <a:bodyPr/>
              <a:lstStyle/>
              <a:p>
                <a:endParaRPr lang="en-US"/>
              </a:p>
            </p:txBody>
          </p:sp>
          <p:sp>
            <p:nvSpPr>
              <p:cNvPr id="108255" name="Oval 741"/>
              <p:cNvSpPr>
                <a:spLocks noChangeArrowheads="1"/>
              </p:cNvSpPr>
              <p:nvPr/>
            </p:nvSpPr>
            <p:spPr bwMode="auto">
              <a:xfrm>
                <a:off x="4674" y="2658"/>
                <a:ext cx="32" cy="40"/>
              </a:xfrm>
              <a:prstGeom prst="ellipse">
                <a:avLst/>
              </a:prstGeom>
              <a:solidFill>
                <a:schemeClr val="bg2"/>
              </a:solidFill>
              <a:ln w="9525">
                <a:solidFill>
                  <a:schemeClr val="bg2"/>
                </a:solidFill>
                <a:round/>
                <a:headEnd/>
                <a:tailEnd/>
              </a:ln>
            </p:spPr>
            <p:txBody>
              <a:bodyPr/>
              <a:lstStyle/>
              <a:p>
                <a:endParaRPr lang="en-US"/>
              </a:p>
            </p:txBody>
          </p:sp>
          <p:sp>
            <p:nvSpPr>
              <p:cNvPr id="108256" name="Oval 742"/>
              <p:cNvSpPr>
                <a:spLocks noChangeArrowheads="1"/>
              </p:cNvSpPr>
              <p:nvPr/>
            </p:nvSpPr>
            <p:spPr bwMode="auto">
              <a:xfrm>
                <a:off x="4674" y="2658"/>
                <a:ext cx="32" cy="40"/>
              </a:xfrm>
              <a:prstGeom prst="ellipse">
                <a:avLst/>
              </a:prstGeom>
              <a:solidFill>
                <a:schemeClr val="bg2"/>
              </a:solidFill>
              <a:ln w="25400">
                <a:solidFill>
                  <a:schemeClr val="bg2"/>
                </a:solidFill>
                <a:round/>
                <a:headEnd/>
                <a:tailEnd/>
              </a:ln>
            </p:spPr>
            <p:txBody>
              <a:bodyPr/>
              <a:lstStyle/>
              <a:p>
                <a:endParaRPr lang="en-US"/>
              </a:p>
            </p:txBody>
          </p:sp>
          <p:sp>
            <p:nvSpPr>
              <p:cNvPr id="108257" name="Oval 743"/>
              <p:cNvSpPr>
                <a:spLocks noChangeArrowheads="1"/>
              </p:cNvSpPr>
              <p:nvPr/>
            </p:nvSpPr>
            <p:spPr bwMode="auto">
              <a:xfrm>
                <a:off x="4674" y="2969"/>
                <a:ext cx="32" cy="32"/>
              </a:xfrm>
              <a:prstGeom prst="ellipse">
                <a:avLst/>
              </a:prstGeom>
              <a:solidFill>
                <a:schemeClr val="bg2"/>
              </a:solidFill>
              <a:ln w="9525">
                <a:solidFill>
                  <a:schemeClr val="bg2"/>
                </a:solidFill>
                <a:round/>
                <a:headEnd/>
                <a:tailEnd/>
              </a:ln>
            </p:spPr>
            <p:txBody>
              <a:bodyPr/>
              <a:lstStyle/>
              <a:p>
                <a:endParaRPr lang="en-US"/>
              </a:p>
            </p:txBody>
          </p:sp>
          <p:sp>
            <p:nvSpPr>
              <p:cNvPr id="108258" name="Oval 744"/>
              <p:cNvSpPr>
                <a:spLocks noChangeArrowheads="1"/>
              </p:cNvSpPr>
              <p:nvPr/>
            </p:nvSpPr>
            <p:spPr bwMode="auto">
              <a:xfrm>
                <a:off x="4674" y="2969"/>
                <a:ext cx="32" cy="32"/>
              </a:xfrm>
              <a:prstGeom prst="ellipse">
                <a:avLst/>
              </a:prstGeom>
              <a:solidFill>
                <a:schemeClr val="bg2"/>
              </a:solidFill>
              <a:ln w="25400">
                <a:solidFill>
                  <a:schemeClr val="bg2"/>
                </a:solidFill>
                <a:round/>
                <a:headEnd/>
                <a:tailEnd/>
              </a:ln>
            </p:spPr>
            <p:txBody>
              <a:bodyPr/>
              <a:lstStyle/>
              <a:p>
                <a:endParaRPr lang="en-US"/>
              </a:p>
            </p:txBody>
          </p:sp>
        </p:grpSp>
        <p:grpSp>
          <p:nvGrpSpPr>
            <p:cNvPr id="107769" name="Group 745"/>
            <p:cNvGrpSpPr>
              <a:grpSpLocks/>
            </p:cNvGrpSpPr>
            <p:nvPr/>
          </p:nvGrpSpPr>
          <p:grpSpPr bwMode="auto">
            <a:xfrm>
              <a:off x="3740" y="3272"/>
              <a:ext cx="40" cy="343"/>
              <a:chOff x="3740" y="3272"/>
              <a:chExt cx="40" cy="343"/>
            </a:xfrm>
          </p:grpSpPr>
          <p:sp>
            <p:nvSpPr>
              <p:cNvPr id="108245" name="Oval 746"/>
              <p:cNvSpPr>
                <a:spLocks noChangeArrowheads="1"/>
              </p:cNvSpPr>
              <p:nvPr/>
            </p:nvSpPr>
            <p:spPr bwMode="auto">
              <a:xfrm>
                <a:off x="3740" y="3272"/>
                <a:ext cx="40" cy="32"/>
              </a:xfrm>
              <a:prstGeom prst="ellipse">
                <a:avLst/>
              </a:prstGeom>
              <a:solidFill>
                <a:schemeClr val="bg2"/>
              </a:solidFill>
              <a:ln w="9525">
                <a:solidFill>
                  <a:schemeClr val="bg2"/>
                </a:solidFill>
                <a:round/>
                <a:headEnd/>
                <a:tailEnd/>
              </a:ln>
            </p:spPr>
            <p:txBody>
              <a:bodyPr/>
              <a:lstStyle/>
              <a:p>
                <a:endParaRPr lang="en-US"/>
              </a:p>
            </p:txBody>
          </p:sp>
          <p:sp>
            <p:nvSpPr>
              <p:cNvPr id="108246" name="Oval 747"/>
              <p:cNvSpPr>
                <a:spLocks noChangeArrowheads="1"/>
              </p:cNvSpPr>
              <p:nvPr/>
            </p:nvSpPr>
            <p:spPr bwMode="auto">
              <a:xfrm>
                <a:off x="3740" y="3272"/>
                <a:ext cx="40" cy="32"/>
              </a:xfrm>
              <a:prstGeom prst="ellipse">
                <a:avLst/>
              </a:prstGeom>
              <a:solidFill>
                <a:schemeClr val="bg2"/>
              </a:solidFill>
              <a:ln w="25400">
                <a:solidFill>
                  <a:schemeClr val="bg2"/>
                </a:solidFill>
                <a:round/>
                <a:headEnd/>
                <a:tailEnd/>
              </a:ln>
            </p:spPr>
            <p:txBody>
              <a:bodyPr/>
              <a:lstStyle/>
              <a:p>
                <a:endParaRPr lang="en-US"/>
              </a:p>
            </p:txBody>
          </p:sp>
          <p:sp>
            <p:nvSpPr>
              <p:cNvPr id="108247" name="Oval 748"/>
              <p:cNvSpPr>
                <a:spLocks noChangeArrowheads="1"/>
              </p:cNvSpPr>
              <p:nvPr/>
            </p:nvSpPr>
            <p:spPr bwMode="auto">
              <a:xfrm>
                <a:off x="3740" y="3575"/>
                <a:ext cx="40" cy="40"/>
              </a:xfrm>
              <a:prstGeom prst="ellipse">
                <a:avLst/>
              </a:prstGeom>
              <a:solidFill>
                <a:schemeClr val="bg2"/>
              </a:solidFill>
              <a:ln w="9525">
                <a:solidFill>
                  <a:schemeClr val="bg2"/>
                </a:solidFill>
                <a:round/>
                <a:headEnd/>
                <a:tailEnd/>
              </a:ln>
            </p:spPr>
            <p:txBody>
              <a:bodyPr/>
              <a:lstStyle/>
              <a:p>
                <a:endParaRPr lang="en-US"/>
              </a:p>
            </p:txBody>
          </p:sp>
          <p:sp>
            <p:nvSpPr>
              <p:cNvPr id="108248" name="Oval 749"/>
              <p:cNvSpPr>
                <a:spLocks noChangeArrowheads="1"/>
              </p:cNvSpPr>
              <p:nvPr/>
            </p:nvSpPr>
            <p:spPr bwMode="auto">
              <a:xfrm>
                <a:off x="3740" y="3575"/>
                <a:ext cx="40" cy="40"/>
              </a:xfrm>
              <a:prstGeom prst="ellipse">
                <a:avLst/>
              </a:prstGeom>
              <a:solidFill>
                <a:schemeClr val="bg2"/>
              </a:solidFill>
              <a:ln w="25400">
                <a:solidFill>
                  <a:schemeClr val="bg2"/>
                </a:solidFill>
                <a:round/>
                <a:headEnd/>
                <a:tailEnd/>
              </a:ln>
            </p:spPr>
            <p:txBody>
              <a:bodyPr/>
              <a:lstStyle/>
              <a:p>
                <a:endParaRPr lang="en-US"/>
              </a:p>
            </p:txBody>
          </p:sp>
        </p:grpSp>
        <p:grpSp>
          <p:nvGrpSpPr>
            <p:cNvPr id="107770" name="Group 750"/>
            <p:cNvGrpSpPr>
              <a:grpSpLocks/>
            </p:cNvGrpSpPr>
            <p:nvPr/>
          </p:nvGrpSpPr>
          <p:grpSpPr bwMode="auto">
            <a:xfrm>
              <a:off x="3285" y="3272"/>
              <a:ext cx="32" cy="343"/>
              <a:chOff x="3285" y="3272"/>
              <a:chExt cx="32" cy="343"/>
            </a:xfrm>
          </p:grpSpPr>
          <p:sp>
            <p:nvSpPr>
              <p:cNvPr id="108241" name="Oval 751"/>
              <p:cNvSpPr>
                <a:spLocks noChangeArrowheads="1"/>
              </p:cNvSpPr>
              <p:nvPr/>
            </p:nvSpPr>
            <p:spPr bwMode="auto">
              <a:xfrm>
                <a:off x="3285" y="3272"/>
                <a:ext cx="32" cy="32"/>
              </a:xfrm>
              <a:prstGeom prst="ellipse">
                <a:avLst/>
              </a:prstGeom>
              <a:solidFill>
                <a:schemeClr val="bg2"/>
              </a:solidFill>
              <a:ln w="9525">
                <a:solidFill>
                  <a:schemeClr val="bg2"/>
                </a:solidFill>
                <a:round/>
                <a:headEnd/>
                <a:tailEnd/>
              </a:ln>
            </p:spPr>
            <p:txBody>
              <a:bodyPr/>
              <a:lstStyle/>
              <a:p>
                <a:endParaRPr lang="en-US"/>
              </a:p>
            </p:txBody>
          </p:sp>
          <p:sp>
            <p:nvSpPr>
              <p:cNvPr id="108242" name="Oval 752"/>
              <p:cNvSpPr>
                <a:spLocks noChangeArrowheads="1"/>
              </p:cNvSpPr>
              <p:nvPr/>
            </p:nvSpPr>
            <p:spPr bwMode="auto">
              <a:xfrm>
                <a:off x="3285" y="3272"/>
                <a:ext cx="32" cy="32"/>
              </a:xfrm>
              <a:prstGeom prst="ellipse">
                <a:avLst/>
              </a:prstGeom>
              <a:solidFill>
                <a:schemeClr val="bg2"/>
              </a:solidFill>
              <a:ln w="25400">
                <a:solidFill>
                  <a:schemeClr val="bg2"/>
                </a:solidFill>
                <a:round/>
                <a:headEnd/>
                <a:tailEnd/>
              </a:ln>
            </p:spPr>
            <p:txBody>
              <a:bodyPr/>
              <a:lstStyle/>
              <a:p>
                <a:endParaRPr lang="en-US"/>
              </a:p>
            </p:txBody>
          </p:sp>
          <p:sp>
            <p:nvSpPr>
              <p:cNvPr id="108243" name="Oval 753"/>
              <p:cNvSpPr>
                <a:spLocks noChangeArrowheads="1"/>
              </p:cNvSpPr>
              <p:nvPr/>
            </p:nvSpPr>
            <p:spPr bwMode="auto">
              <a:xfrm>
                <a:off x="3285" y="3575"/>
                <a:ext cx="32" cy="40"/>
              </a:xfrm>
              <a:prstGeom prst="ellipse">
                <a:avLst/>
              </a:prstGeom>
              <a:solidFill>
                <a:schemeClr val="bg2"/>
              </a:solidFill>
              <a:ln w="9525">
                <a:solidFill>
                  <a:schemeClr val="bg2"/>
                </a:solidFill>
                <a:round/>
                <a:headEnd/>
                <a:tailEnd/>
              </a:ln>
            </p:spPr>
            <p:txBody>
              <a:bodyPr/>
              <a:lstStyle/>
              <a:p>
                <a:endParaRPr lang="en-US"/>
              </a:p>
            </p:txBody>
          </p:sp>
          <p:sp>
            <p:nvSpPr>
              <p:cNvPr id="108244" name="Oval 754"/>
              <p:cNvSpPr>
                <a:spLocks noChangeArrowheads="1"/>
              </p:cNvSpPr>
              <p:nvPr/>
            </p:nvSpPr>
            <p:spPr bwMode="auto">
              <a:xfrm>
                <a:off x="3285" y="3575"/>
                <a:ext cx="32" cy="40"/>
              </a:xfrm>
              <a:prstGeom prst="ellipse">
                <a:avLst/>
              </a:prstGeom>
              <a:solidFill>
                <a:schemeClr val="bg2"/>
              </a:solidFill>
              <a:ln w="25400">
                <a:solidFill>
                  <a:schemeClr val="bg2"/>
                </a:solidFill>
                <a:round/>
                <a:headEnd/>
                <a:tailEnd/>
              </a:ln>
            </p:spPr>
            <p:txBody>
              <a:bodyPr/>
              <a:lstStyle/>
              <a:p>
                <a:endParaRPr lang="en-US"/>
              </a:p>
            </p:txBody>
          </p:sp>
        </p:grpSp>
        <p:grpSp>
          <p:nvGrpSpPr>
            <p:cNvPr id="107771" name="Group 755"/>
            <p:cNvGrpSpPr>
              <a:grpSpLocks/>
            </p:cNvGrpSpPr>
            <p:nvPr/>
          </p:nvGrpSpPr>
          <p:grpSpPr bwMode="auto">
            <a:xfrm>
              <a:off x="4203" y="3272"/>
              <a:ext cx="32" cy="343"/>
              <a:chOff x="4203" y="3272"/>
              <a:chExt cx="32" cy="343"/>
            </a:xfrm>
          </p:grpSpPr>
          <p:sp>
            <p:nvSpPr>
              <p:cNvPr id="108237" name="Oval 756"/>
              <p:cNvSpPr>
                <a:spLocks noChangeArrowheads="1"/>
              </p:cNvSpPr>
              <p:nvPr/>
            </p:nvSpPr>
            <p:spPr bwMode="auto">
              <a:xfrm>
                <a:off x="4203" y="3272"/>
                <a:ext cx="32" cy="32"/>
              </a:xfrm>
              <a:prstGeom prst="ellipse">
                <a:avLst/>
              </a:prstGeom>
              <a:solidFill>
                <a:schemeClr val="bg2"/>
              </a:solidFill>
              <a:ln w="9525">
                <a:solidFill>
                  <a:schemeClr val="bg2"/>
                </a:solidFill>
                <a:round/>
                <a:headEnd/>
                <a:tailEnd/>
              </a:ln>
            </p:spPr>
            <p:txBody>
              <a:bodyPr/>
              <a:lstStyle/>
              <a:p>
                <a:endParaRPr lang="en-US"/>
              </a:p>
            </p:txBody>
          </p:sp>
          <p:sp>
            <p:nvSpPr>
              <p:cNvPr id="108238" name="Oval 757"/>
              <p:cNvSpPr>
                <a:spLocks noChangeArrowheads="1"/>
              </p:cNvSpPr>
              <p:nvPr/>
            </p:nvSpPr>
            <p:spPr bwMode="auto">
              <a:xfrm>
                <a:off x="4203" y="3272"/>
                <a:ext cx="32" cy="32"/>
              </a:xfrm>
              <a:prstGeom prst="ellipse">
                <a:avLst/>
              </a:prstGeom>
              <a:solidFill>
                <a:schemeClr val="bg2"/>
              </a:solidFill>
              <a:ln w="25400">
                <a:solidFill>
                  <a:schemeClr val="bg2"/>
                </a:solidFill>
                <a:round/>
                <a:headEnd/>
                <a:tailEnd/>
              </a:ln>
            </p:spPr>
            <p:txBody>
              <a:bodyPr/>
              <a:lstStyle/>
              <a:p>
                <a:endParaRPr lang="en-US"/>
              </a:p>
            </p:txBody>
          </p:sp>
          <p:sp>
            <p:nvSpPr>
              <p:cNvPr id="108239" name="Oval 758"/>
              <p:cNvSpPr>
                <a:spLocks noChangeArrowheads="1"/>
              </p:cNvSpPr>
              <p:nvPr/>
            </p:nvSpPr>
            <p:spPr bwMode="auto">
              <a:xfrm>
                <a:off x="4203" y="3575"/>
                <a:ext cx="32" cy="40"/>
              </a:xfrm>
              <a:prstGeom prst="ellipse">
                <a:avLst/>
              </a:prstGeom>
              <a:solidFill>
                <a:schemeClr val="bg2"/>
              </a:solidFill>
              <a:ln w="9525">
                <a:solidFill>
                  <a:schemeClr val="bg2"/>
                </a:solidFill>
                <a:round/>
                <a:headEnd/>
                <a:tailEnd/>
              </a:ln>
            </p:spPr>
            <p:txBody>
              <a:bodyPr/>
              <a:lstStyle/>
              <a:p>
                <a:endParaRPr lang="en-US"/>
              </a:p>
            </p:txBody>
          </p:sp>
          <p:sp>
            <p:nvSpPr>
              <p:cNvPr id="108240" name="Oval 759"/>
              <p:cNvSpPr>
                <a:spLocks noChangeArrowheads="1"/>
              </p:cNvSpPr>
              <p:nvPr/>
            </p:nvSpPr>
            <p:spPr bwMode="auto">
              <a:xfrm>
                <a:off x="4203" y="3575"/>
                <a:ext cx="32" cy="40"/>
              </a:xfrm>
              <a:prstGeom prst="ellipse">
                <a:avLst/>
              </a:prstGeom>
              <a:solidFill>
                <a:schemeClr val="bg2"/>
              </a:solidFill>
              <a:ln w="25400">
                <a:solidFill>
                  <a:schemeClr val="bg2"/>
                </a:solidFill>
                <a:round/>
                <a:headEnd/>
                <a:tailEnd/>
              </a:ln>
            </p:spPr>
            <p:txBody>
              <a:bodyPr/>
              <a:lstStyle/>
              <a:p>
                <a:endParaRPr lang="en-US"/>
              </a:p>
            </p:txBody>
          </p:sp>
        </p:grpSp>
        <p:grpSp>
          <p:nvGrpSpPr>
            <p:cNvPr id="107772" name="Group 760"/>
            <p:cNvGrpSpPr>
              <a:grpSpLocks/>
            </p:cNvGrpSpPr>
            <p:nvPr/>
          </p:nvGrpSpPr>
          <p:grpSpPr bwMode="auto">
            <a:xfrm>
              <a:off x="4658" y="3272"/>
              <a:ext cx="32" cy="343"/>
              <a:chOff x="4658" y="3272"/>
              <a:chExt cx="32" cy="343"/>
            </a:xfrm>
          </p:grpSpPr>
          <p:sp>
            <p:nvSpPr>
              <p:cNvPr id="108233" name="Oval 761"/>
              <p:cNvSpPr>
                <a:spLocks noChangeArrowheads="1"/>
              </p:cNvSpPr>
              <p:nvPr/>
            </p:nvSpPr>
            <p:spPr bwMode="auto">
              <a:xfrm>
                <a:off x="4658" y="3272"/>
                <a:ext cx="32" cy="32"/>
              </a:xfrm>
              <a:prstGeom prst="ellipse">
                <a:avLst/>
              </a:prstGeom>
              <a:solidFill>
                <a:schemeClr val="bg2"/>
              </a:solidFill>
              <a:ln w="9525">
                <a:solidFill>
                  <a:schemeClr val="bg2"/>
                </a:solidFill>
                <a:round/>
                <a:headEnd/>
                <a:tailEnd/>
              </a:ln>
            </p:spPr>
            <p:txBody>
              <a:bodyPr/>
              <a:lstStyle/>
              <a:p>
                <a:endParaRPr lang="en-US"/>
              </a:p>
            </p:txBody>
          </p:sp>
          <p:sp>
            <p:nvSpPr>
              <p:cNvPr id="108234" name="Oval 762"/>
              <p:cNvSpPr>
                <a:spLocks noChangeArrowheads="1"/>
              </p:cNvSpPr>
              <p:nvPr/>
            </p:nvSpPr>
            <p:spPr bwMode="auto">
              <a:xfrm>
                <a:off x="4658" y="3272"/>
                <a:ext cx="32" cy="32"/>
              </a:xfrm>
              <a:prstGeom prst="ellipse">
                <a:avLst/>
              </a:prstGeom>
              <a:solidFill>
                <a:schemeClr val="bg2"/>
              </a:solidFill>
              <a:ln w="25400">
                <a:solidFill>
                  <a:schemeClr val="bg2"/>
                </a:solidFill>
                <a:round/>
                <a:headEnd/>
                <a:tailEnd/>
              </a:ln>
            </p:spPr>
            <p:txBody>
              <a:bodyPr/>
              <a:lstStyle/>
              <a:p>
                <a:endParaRPr lang="en-US"/>
              </a:p>
            </p:txBody>
          </p:sp>
          <p:sp>
            <p:nvSpPr>
              <p:cNvPr id="108235" name="Oval 763"/>
              <p:cNvSpPr>
                <a:spLocks noChangeArrowheads="1"/>
              </p:cNvSpPr>
              <p:nvPr/>
            </p:nvSpPr>
            <p:spPr bwMode="auto">
              <a:xfrm>
                <a:off x="4658" y="3575"/>
                <a:ext cx="32" cy="40"/>
              </a:xfrm>
              <a:prstGeom prst="ellipse">
                <a:avLst/>
              </a:prstGeom>
              <a:solidFill>
                <a:schemeClr val="bg2"/>
              </a:solidFill>
              <a:ln w="9525">
                <a:solidFill>
                  <a:schemeClr val="bg2"/>
                </a:solidFill>
                <a:round/>
                <a:headEnd/>
                <a:tailEnd/>
              </a:ln>
            </p:spPr>
            <p:txBody>
              <a:bodyPr/>
              <a:lstStyle/>
              <a:p>
                <a:endParaRPr lang="en-US"/>
              </a:p>
            </p:txBody>
          </p:sp>
          <p:sp>
            <p:nvSpPr>
              <p:cNvPr id="108236" name="Oval 764"/>
              <p:cNvSpPr>
                <a:spLocks noChangeArrowheads="1"/>
              </p:cNvSpPr>
              <p:nvPr/>
            </p:nvSpPr>
            <p:spPr bwMode="auto">
              <a:xfrm>
                <a:off x="4658" y="3575"/>
                <a:ext cx="32" cy="40"/>
              </a:xfrm>
              <a:prstGeom prst="ellipse">
                <a:avLst/>
              </a:prstGeom>
              <a:solidFill>
                <a:schemeClr val="bg2"/>
              </a:solidFill>
              <a:ln w="25400">
                <a:solidFill>
                  <a:schemeClr val="bg2"/>
                </a:solidFill>
                <a:round/>
                <a:headEnd/>
                <a:tailEnd/>
              </a:ln>
            </p:spPr>
            <p:txBody>
              <a:bodyPr/>
              <a:lstStyle/>
              <a:p>
                <a:endParaRPr lang="en-US"/>
              </a:p>
            </p:txBody>
          </p:sp>
        </p:grpSp>
        <p:grpSp>
          <p:nvGrpSpPr>
            <p:cNvPr id="107773" name="Group 765"/>
            <p:cNvGrpSpPr>
              <a:grpSpLocks/>
            </p:cNvGrpSpPr>
            <p:nvPr/>
          </p:nvGrpSpPr>
          <p:grpSpPr bwMode="auto">
            <a:xfrm>
              <a:off x="4251" y="2650"/>
              <a:ext cx="415" cy="56"/>
              <a:chOff x="4251" y="2650"/>
              <a:chExt cx="415" cy="56"/>
            </a:xfrm>
          </p:grpSpPr>
          <p:sp>
            <p:nvSpPr>
              <p:cNvPr id="108225" name="Freeform 766"/>
              <p:cNvSpPr>
                <a:spLocks/>
              </p:cNvSpPr>
              <p:nvPr/>
            </p:nvSpPr>
            <p:spPr bwMode="auto">
              <a:xfrm>
                <a:off x="4554" y="2650"/>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solidFill>
                <a:schemeClr val="bg2"/>
              </a:solidFill>
              <a:ln w="9525">
                <a:solidFill>
                  <a:schemeClr val="bg2"/>
                </a:solidFill>
                <a:round/>
                <a:headEnd/>
                <a:tailEnd/>
              </a:ln>
            </p:spPr>
            <p:txBody>
              <a:bodyPr/>
              <a:lstStyle/>
              <a:p>
                <a:endParaRPr lang="en-US"/>
              </a:p>
            </p:txBody>
          </p:sp>
          <p:grpSp>
            <p:nvGrpSpPr>
              <p:cNvPr id="108226" name="Group 767"/>
              <p:cNvGrpSpPr>
                <a:grpSpLocks/>
              </p:cNvGrpSpPr>
              <p:nvPr/>
            </p:nvGrpSpPr>
            <p:grpSpPr bwMode="auto">
              <a:xfrm>
                <a:off x="4251" y="2674"/>
                <a:ext cx="295" cy="1"/>
                <a:chOff x="4251" y="2674"/>
                <a:chExt cx="295" cy="1"/>
              </a:xfrm>
            </p:grpSpPr>
            <p:sp>
              <p:nvSpPr>
                <p:cNvPr id="108227" name="Line 768"/>
                <p:cNvSpPr>
                  <a:spLocks noChangeShapeType="1"/>
                </p:cNvSpPr>
                <p:nvPr/>
              </p:nvSpPr>
              <p:spPr bwMode="auto">
                <a:xfrm>
                  <a:off x="4251"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228" name="Line 769"/>
                <p:cNvSpPr>
                  <a:spLocks noChangeShapeType="1"/>
                </p:cNvSpPr>
                <p:nvPr/>
              </p:nvSpPr>
              <p:spPr bwMode="auto">
                <a:xfrm>
                  <a:off x="4307"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229" name="Line 770"/>
                <p:cNvSpPr>
                  <a:spLocks noChangeShapeType="1"/>
                </p:cNvSpPr>
                <p:nvPr/>
              </p:nvSpPr>
              <p:spPr bwMode="auto">
                <a:xfrm>
                  <a:off x="4363"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230" name="Line 771"/>
                <p:cNvSpPr>
                  <a:spLocks noChangeShapeType="1"/>
                </p:cNvSpPr>
                <p:nvPr/>
              </p:nvSpPr>
              <p:spPr bwMode="auto">
                <a:xfrm>
                  <a:off x="4419"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231" name="Line 772"/>
                <p:cNvSpPr>
                  <a:spLocks noChangeShapeType="1"/>
                </p:cNvSpPr>
                <p:nvPr/>
              </p:nvSpPr>
              <p:spPr bwMode="auto">
                <a:xfrm>
                  <a:off x="4475"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232" name="Line 773"/>
                <p:cNvSpPr>
                  <a:spLocks noChangeShapeType="1"/>
                </p:cNvSpPr>
                <p:nvPr/>
              </p:nvSpPr>
              <p:spPr bwMode="auto">
                <a:xfrm>
                  <a:off x="4530" y="2674"/>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7774" name="Group 774"/>
            <p:cNvGrpSpPr>
              <a:grpSpLocks/>
            </p:cNvGrpSpPr>
            <p:nvPr/>
          </p:nvGrpSpPr>
          <p:grpSpPr bwMode="auto">
            <a:xfrm>
              <a:off x="4251" y="1733"/>
              <a:ext cx="415" cy="56"/>
              <a:chOff x="4251" y="1733"/>
              <a:chExt cx="415" cy="56"/>
            </a:xfrm>
          </p:grpSpPr>
          <p:sp>
            <p:nvSpPr>
              <p:cNvPr id="108217" name="Freeform 775"/>
              <p:cNvSpPr>
                <a:spLocks/>
              </p:cNvSpPr>
              <p:nvPr/>
            </p:nvSpPr>
            <p:spPr bwMode="auto">
              <a:xfrm>
                <a:off x="4554" y="1733"/>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solidFill>
                <a:schemeClr val="bg2"/>
              </a:solidFill>
              <a:ln w="9525">
                <a:solidFill>
                  <a:schemeClr val="bg2"/>
                </a:solidFill>
                <a:round/>
                <a:headEnd/>
                <a:tailEnd/>
              </a:ln>
            </p:spPr>
            <p:txBody>
              <a:bodyPr/>
              <a:lstStyle/>
              <a:p>
                <a:endParaRPr lang="en-US"/>
              </a:p>
            </p:txBody>
          </p:sp>
          <p:grpSp>
            <p:nvGrpSpPr>
              <p:cNvPr id="108218" name="Group 776"/>
              <p:cNvGrpSpPr>
                <a:grpSpLocks/>
              </p:cNvGrpSpPr>
              <p:nvPr/>
            </p:nvGrpSpPr>
            <p:grpSpPr bwMode="auto">
              <a:xfrm>
                <a:off x="4251" y="1757"/>
                <a:ext cx="295" cy="1"/>
                <a:chOff x="4251" y="1757"/>
                <a:chExt cx="295" cy="1"/>
              </a:xfrm>
            </p:grpSpPr>
            <p:sp>
              <p:nvSpPr>
                <p:cNvPr id="108219" name="Line 777"/>
                <p:cNvSpPr>
                  <a:spLocks noChangeShapeType="1"/>
                </p:cNvSpPr>
                <p:nvPr/>
              </p:nvSpPr>
              <p:spPr bwMode="auto">
                <a:xfrm>
                  <a:off x="4251"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220" name="Line 778"/>
                <p:cNvSpPr>
                  <a:spLocks noChangeShapeType="1"/>
                </p:cNvSpPr>
                <p:nvPr/>
              </p:nvSpPr>
              <p:spPr bwMode="auto">
                <a:xfrm>
                  <a:off x="4307"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221" name="Line 779"/>
                <p:cNvSpPr>
                  <a:spLocks noChangeShapeType="1"/>
                </p:cNvSpPr>
                <p:nvPr/>
              </p:nvSpPr>
              <p:spPr bwMode="auto">
                <a:xfrm>
                  <a:off x="4363"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222" name="Line 780"/>
                <p:cNvSpPr>
                  <a:spLocks noChangeShapeType="1"/>
                </p:cNvSpPr>
                <p:nvPr/>
              </p:nvSpPr>
              <p:spPr bwMode="auto">
                <a:xfrm>
                  <a:off x="4419"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223" name="Line 781"/>
                <p:cNvSpPr>
                  <a:spLocks noChangeShapeType="1"/>
                </p:cNvSpPr>
                <p:nvPr/>
              </p:nvSpPr>
              <p:spPr bwMode="auto">
                <a:xfrm>
                  <a:off x="4475"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224" name="Line 782"/>
                <p:cNvSpPr>
                  <a:spLocks noChangeShapeType="1"/>
                </p:cNvSpPr>
                <p:nvPr/>
              </p:nvSpPr>
              <p:spPr bwMode="auto">
                <a:xfrm>
                  <a:off x="4530" y="1757"/>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7775" name="Group 783"/>
            <p:cNvGrpSpPr>
              <a:grpSpLocks/>
            </p:cNvGrpSpPr>
            <p:nvPr/>
          </p:nvGrpSpPr>
          <p:grpSpPr bwMode="auto">
            <a:xfrm>
              <a:off x="3325" y="3264"/>
              <a:ext cx="415" cy="56"/>
              <a:chOff x="3325" y="3264"/>
              <a:chExt cx="415" cy="56"/>
            </a:xfrm>
          </p:grpSpPr>
          <p:sp>
            <p:nvSpPr>
              <p:cNvPr id="108209" name="Freeform 784"/>
              <p:cNvSpPr>
                <a:spLocks/>
              </p:cNvSpPr>
              <p:nvPr/>
            </p:nvSpPr>
            <p:spPr bwMode="auto">
              <a:xfrm>
                <a:off x="3628" y="3264"/>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solidFill>
                <a:schemeClr val="bg2"/>
              </a:solidFill>
              <a:ln w="9525">
                <a:solidFill>
                  <a:schemeClr val="bg2"/>
                </a:solidFill>
                <a:round/>
                <a:headEnd/>
                <a:tailEnd/>
              </a:ln>
            </p:spPr>
            <p:txBody>
              <a:bodyPr/>
              <a:lstStyle/>
              <a:p>
                <a:endParaRPr lang="en-US"/>
              </a:p>
            </p:txBody>
          </p:sp>
          <p:grpSp>
            <p:nvGrpSpPr>
              <p:cNvPr id="108210" name="Group 785"/>
              <p:cNvGrpSpPr>
                <a:grpSpLocks/>
              </p:cNvGrpSpPr>
              <p:nvPr/>
            </p:nvGrpSpPr>
            <p:grpSpPr bwMode="auto">
              <a:xfrm>
                <a:off x="3325" y="3288"/>
                <a:ext cx="295" cy="1"/>
                <a:chOff x="3325" y="3288"/>
                <a:chExt cx="295" cy="1"/>
              </a:xfrm>
            </p:grpSpPr>
            <p:sp>
              <p:nvSpPr>
                <p:cNvPr id="108211" name="Line 786"/>
                <p:cNvSpPr>
                  <a:spLocks noChangeShapeType="1"/>
                </p:cNvSpPr>
                <p:nvPr/>
              </p:nvSpPr>
              <p:spPr bwMode="auto">
                <a:xfrm>
                  <a:off x="3325"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212" name="Line 787"/>
                <p:cNvSpPr>
                  <a:spLocks noChangeShapeType="1"/>
                </p:cNvSpPr>
                <p:nvPr/>
              </p:nvSpPr>
              <p:spPr bwMode="auto">
                <a:xfrm>
                  <a:off x="3381"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213" name="Line 788"/>
                <p:cNvSpPr>
                  <a:spLocks noChangeShapeType="1"/>
                </p:cNvSpPr>
                <p:nvPr/>
              </p:nvSpPr>
              <p:spPr bwMode="auto">
                <a:xfrm>
                  <a:off x="3437"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214" name="Line 789"/>
                <p:cNvSpPr>
                  <a:spLocks noChangeShapeType="1"/>
                </p:cNvSpPr>
                <p:nvPr/>
              </p:nvSpPr>
              <p:spPr bwMode="auto">
                <a:xfrm>
                  <a:off x="3493" y="3288"/>
                  <a:ext cx="23"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215" name="Line 790"/>
                <p:cNvSpPr>
                  <a:spLocks noChangeShapeType="1"/>
                </p:cNvSpPr>
                <p:nvPr/>
              </p:nvSpPr>
              <p:spPr bwMode="auto">
                <a:xfrm>
                  <a:off x="3548"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216" name="Line 791"/>
                <p:cNvSpPr>
                  <a:spLocks noChangeShapeType="1"/>
                </p:cNvSpPr>
                <p:nvPr/>
              </p:nvSpPr>
              <p:spPr bwMode="auto">
                <a:xfrm>
                  <a:off x="3604" y="3288"/>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7776" name="Group 792"/>
            <p:cNvGrpSpPr>
              <a:grpSpLocks/>
            </p:cNvGrpSpPr>
            <p:nvPr/>
          </p:nvGrpSpPr>
          <p:grpSpPr bwMode="auto">
            <a:xfrm>
              <a:off x="3780" y="3256"/>
              <a:ext cx="415" cy="56"/>
              <a:chOff x="3780" y="3256"/>
              <a:chExt cx="415" cy="56"/>
            </a:xfrm>
          </p:grpSpPr>
          <p:sp>
            <p:nvSpPr>
              <p:cNvPr id="108201" name="Freeform 793"/>
              <p:cNvSpPr>
                <a:spLocks/>
              </p:cNvSpPr>
              <p:nvPr/>
            </p:nvSpPr>
            <p:spPr bwMode="auto">
              <a:xfrm>
                <a:off x="4083" y="325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08202" name="Group 794"/>
              <p:cNvGrpSpPr>
                <a:grpSpLocks/>
              </p:cNvGrpSpPr>
              <p:nvPr/>
            </p:nvGrpSpPr>
            <p:grpSpPr bwMode="auto">
              <a:xfrm>
                <a:off x="3780" y="3288"/>
                <a:ext cx="295" cy="1"/>
                <a:chOff x="3780" y="3288"/>
                <a:chExt cx="295" cy="1"/>
              </a:xfrm>
            </p:grpSpPr>
            <p:sp>
              <p:nvSpPr>
                <p:cNvPr id="108203" name="Line 795"/>
                <p:cNvSpPr>
                  <a:spLocks noChangeShapeType="1"/>
                </p:cNvSpPr>
                <p:nvPr/>
              </p:nvSpPr>
              <p:spPr bwMode="auto">
                <a:xfrm>
                  <a:off x="3780"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204" name="Line 796"/>
                <p:cNvSpPr>
                  <a:spLocks noChangeShapeType="1"/>
                </p:cNvSpPr>
                <p:nvPr/>
              </p:nvSpPr>
              <p:spPr bwMode="auto">
                <a:xfrm>
                  <a:off x="3836"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205" name="Line 797"/>
                <p:cNvSpPr>
                  <a:spLocks noChangeShapeType="1"/>
                </p:cNvSpPr>
                <p:nvPr/>
              </p:nvSpPr>
              <p:spPr bwMode="auto">
                <a:xfrm>
                  <a:off x="3892"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206" name="Line 798"/>
                <p:cNvSpPr>
                  <a:spLocks noChangeShapeType="1"/>
                </p:cNvSpPr>
                <p:nvPr/>
              </p:nvSpPr>
              <p:spPr bwMode="auto">
                <a:xfrm>
                  <a:off x="3948"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207" name="Line 799"/>
                <p:cNvSpPr>
                  <a:spLocks noChangeShapeType="1"/>
                </p:cNvSpPr>
                <p:nvPr/>
              </p:nvSpPr>
              <p:spPr bwMode="auto">
                <a:xfrm>
                  <a:off x="4004" y="3288"/>
                  <a:ext cx="23"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208" name="Line 800"/>
                <p:cNvSpPr>
                  <a:spLocks noChangeShapeType="1"/>
                </p:cNvSpPr>
                <p:nvPr/>
              </p:nvSpPr>
              <p:spPr bwMode="auto">
                <a:xfrm>
                  <a:off x="4059" y="3288"/>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7777" name="Group 801"/>
            <p:cNvGrpSpPr>
              <a:grpSpLocks/>
            </p:cNvGrpSpPr>
            <p:nvPr/>
          </p:nvGrpSpPr>
          <p:grpSpPr bwMode="auto">
            <a:xfrm>
              <a:off x="4251" y="3256"/>
              <a:ext cx="415" cy="56"/>
              <a:chOff x="4251" y="3256"/>
              <a:chExt cx="415" cy="56"/>
            </a:xfrm>
          </p:grpSpPr>
          <p:sp>
            <p:nvSpPr>
              <p:cNvPr id="108193" name="Freeform 802"/>
              <p:cNvSpPr>
                <a:spLocks/>
              </p:cNvSpPr>
              <p:nvPr/>
            </p:nvSpPr>
            <p:spPr bwMode="auto">
              <a:xfrm>
                <a:off x="4554" y="325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08194" name="Group 803"/>
              <p:cNvGrpSpPr>
                <a:grpSpLocks/>
              </p:cNvGrpSpPr>
              <p:nvPr/>
            </p:nvGrpSpPr>
            <p:grpSpPr bwMode="auto">
              <a:xfrm>
                <a:off x="4251" y="3288"/>
                <a:ext cx="295" cy="1"/>
                <a:chOff x="4251" y="3288"/>
                <a:chExt cx="295" cy="1"/>
              </a:xfrm>
            </p:grpSpPr>
            <p:sp>
              <p:nvSpPr>
                <p:cNvPr id="108195" name="Line 804"/>
                <p:cNvSpPr>
                  <a:spLocks noChangeShapeType="1"/>
                </p:cNvSpPr>
                <p:nvPr/>
              </p:nvSpPr>
              <p:spPr bwMode="auto">
                <a:xfrm>
                  <a:off x="4251"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196" name="Line 805"/>
                <p:cNvSpPr>
                  <a:spLocks noChangeShapeType="1"/>
                </p:cNvSpPr>
                <p:nvPr/>
              </p:nvSpPr>
              <p:spPr bwMode="auto">
                <a:xfrm>
                  <a:off x="4307"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197" name="Line 806"/>
                <p:cNvSpPr>
                  <a:spLocks noChangeShapeType="1"/>
                </p:cNvSpPr>
                <p:nvPr/>
              </p:nvSpPr>
              <p:spPr bwMode="auto">
                <a:xfrm>
                  <a:off x="4363"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198" name="Line 807"/>
                <p:cNvSpPr>
                  <a:spLocks noChangeShapeType="1"/>
                </p:cNvSpPr>
                <p:nvPr/>
              </p:nvSpPr>
              <p:spPr bwMode="auto">
                <a:xfrm>
                  <a:off x="4419"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199" name="Line 808"/>
                <p:cNvSpPr>
                  <a:spLocks noChangeShapeType="1"/>
                </p:cNvSpPr>
                <p:nvPr/>
              </p:nvSpPr>
              <p:spPr bwMode="auto">
                <a:xfrm>
                  <a:off x="4475"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200" name="Line 809"/>
                <p:cNvSpPr>
                  <a:spLocks noChangeShapeType="1"/>
                </p:cNvSpPr>
                <p:nvPr/>
              </p:nvSpPr>
              <p:spPr bwMode="auto">
                <a:xfrm>
                  <a:off x="4530" y="3288"/>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7778" name="Group 810"/>
            <p:cNvGrpSpPr>
              <a:grpSpLocks/>
            </p:cNvGrpSpPr>
            <p:nvPr/>
          </p:nvGrpSpPr>
          <p:grpSpPr bwMode="auto">
            <a:xfrm>
              <a:off x="3325" y="3567"/>
              <a:ext cx="415" cy="56"/>
              <a:chOff x="3325" y="3567"/>
              <a:chExt cx="415" cy="56"/>
            </a:xfrm>
          </p:grpSpPr>
          <p:sp>
            <p:nvSpPr>
              <p:cNvPr id="108185" name="Freeform 811"/>
              <p:cNvSpPr>
                <a:spLocks/>
              </p:cNvSpPr>
              <p:nvPr/>
            </p:nvSpPr>
            <p:spPr bwMode="auto">
              <a:xfrm>
                <a:off x="3628" y="3567"/>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08186" name="Group 812"/>
              <p:cNvGrpSpPr>
                <a:grpSpLocks/>
              </p:cNvGrpSpPr>
              <p:nvPr/>
            </p:nvGrpSpPr>
            <p:grpSpPr bwMode="auto">
              <a:xfrm>
                <a:off x="3325" y="3599"/>
                <a:ext cx="295" cy="1"/>
                <a:chOff x="3325" y="3599"/>
                <a:chExt cx="295" cy="1"/>
              </a:xfrm>
            </p:grpSpPr>
            <p:sp>
              <p:nvSpPr>
                <p:cNvPr id="108187" name="Line 813"/>
                <p:cNvSpPr>
                  <a:spLocks noChangeShapeType="1"/>
                </p:cNvSpPr>
                <p:nvPr/>
              </p:nvSpPr>
              <p:spPr bwMode="auto">
                <a:xfrm>
                  <a:off x="3325" y="3599"/>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188" name="Line 814"/>
                <p:cNvSpPr>
                  <a:spLocks noChangeShapeType="1"/>
                </p:cNvSpPr>
                <p:nvPr/>
              </p:nvSpPr>
              <p:spPr bwMode="auto">
                <a:xfrm>
                  <a:off x="3381" y="3599"/>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189" name="Line 815"/>
                <p:cNvSpPr>
                  <a:spLocks noChangeShapeType="1"/>
                </p:cNvSpPr>
                <p:nvPr/>
              </p:nvSpPr>
              <p:spPr bwMode="auto">
                <a:xfrm>
                  <a:off x="3437" y="3599"/>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190" name="Line 816"/>
                <p:cNvSpPr>
                  <a:spLocks noChangeShapeType="1"/>
                </p:cNvSpPr>
                <p:nvPr/>
              </p:nvSpPr>
              <p:spPr bwMode="auto">
                <a:xfrm>
                  <a:off x="3493" y="3599"/>
                  <a:ext cx="23"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191" name="Line 817"/>
                <p:cNvSpPr>
                  <a:spLocks noChangeShapeType="1"/>
                </p:cNvSpPr>
                <p:nvPr/>
              </p:nvSpPr>
              <p:spPr bwMode="auto">
                <a:xfrm>
                  <a:off x="3548" y="3599"/>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192" name="Line 818"/>
                <p:cNvSpPr>
                  <a:spLocks noChangeShapeType="1"/>
                </p:cNvSpPr>
                <p:nvPr/>
              </p:nvSpPr>
              <p:spPr bwMode="auto">
                <a:xfrm>
                  <a:off x="3604" y="3599"/>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7779" name="Group 819"/>
            <p:cNvGrpSpPr>
              <a:grpSpLocks/>
            </p:cNvGrpSpPr>
            <p:nvPr/>
          </p:nvGrpSpPr>
          <p:grpSpPr bwMode="auto">
            <a:xfrm>
              <a:off x="3788" y="3567"/>
              <a:ext cx="415" cy="56"/>
              <a:chOff x="3788" y="3567"/>
              <a:chExt cx="415" cy="56"/>
            </a:xfrm>
          </p:grpSpPr>
          <p:sp>
            <p:nvSpPr>
              <p:cNvPr id="108177" name="Freeform 820"/>
              <p:cNvSpPr>
                <a:spLocks/>
              </p:cNvSpPr>
              <p:nvPr/>
            </p:nvSpPr>
            <p:spPr bwMode="auto">
              <a:xfrm>
                <a:off x="4091"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solidFill>
                <a:schemeClr val="bg2"/>
              </a:solidFill>
              <a:ln w="9525">
                <a:solidFill>
                  <a:schemeClr val="bg2"/>
                </a:solidFill>
                <a:round/>
                <a:headEnd/>
                <a:tailEnd/>
              </a:ln>
            </p:spPr>
            <p:txBody>
              <a:bodyPr/>
              <a:lstStyle/>
              <a:p>
                <a:endParaRPr lang="en-US"/>
              </a:p>
            </p:txBody>
          </p:sp>
          <p:grpSp>
            <p:nvGrpSpPr>
              <p:cNvPr id="108178" name="Group 821"/>
              <p:cNvGrpSpPr>
                <a:grpSpLocks/>
              </p:cNvGrpSpPr>
              <p:nvPr/>
            </p:nvGrpSpPr>
            <p:grpSpPr bwMode="auto">
              <a:xfrm>
                <a:off x="3788" y="3591"/>
                <a:ext cx="295" cy="1"/>
                <a:chOff x="3788" y="3591"/>
                <a:chExt cx="295" cy="1"/>
              </a:xfrm>
            </p:grpSpPr>
            <p:sp>
              <p:nvSpPr>
                <p:cNvPr id="108179" name="Line 822"/>
                <p:cNvSpPr>
                  <a:spLocks noChangeShapeType="1"/>
                </p:cNvSpPr>
                <p:nvPr/>
              </p:nvSpPr>
              <p:spPr bwMode="auto">
                <a:xfrm>
                  <a:off x="3788"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180" name="Line 823"/>
                <p:cNvSpPr>
                  <a:spLocks noChangeShapeType="1"/>
                </p:cNvSpPr>
                <p:nvPr/>
              </p:nvSpPr>
              <p:spPr bwMode="auto">
                <a:xfrm>
                  <a:off x="3844"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181" name="Line 824"/>
                <p:cNvSpPr>
                  <a:spLocks noChangeShapeType="1"/>
                </p:cNvSpPr>
                <p:nvPr/>
              </p:nvSpPr>
              <p:spPr bwMode="auto">
                <a:xfrm>
                  <a:off x="3900"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182" name="Line 825"/>
                <p:cNvSpPr>
                  <a:spLocks noChangeShapeType="1"/>
                </p:cNvSpPr>
                <p:nvPr/>
              </p:nvSpPr>
              <p:spPr bwMode="auto">
                <a:xfrm>
                  <a:off x="3956"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183" name="Line 826"/>
                <p:cNvSpPr>
                  <a:spLocks noChangeShapeType="1"/>
                </p:cNvSpPr>
                <p:nvPr/>
              </p:nvSpPr>
              <p:spPr bwMode="auto">
                <a:xfrm>
                  <a:off x="4011"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184" name="Line 827"/>
                <p:cNvSpPr>
                  <a:spLocks noChangeShapeType="1"/>
                </p:cNvSpPr>
                <p:nvPr/>
              </p:nvSpPr>
              <p:spPr bwMode="auto">
                <a:xfrm>
                  <a:off x="4067" y="3591"/>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7780" name="Group 828"/>
            <p:cNvGrpSpPr>
              <a:grpSpLocks/>
            </p:cNvGrpSpPr>
            <p:nvPr/>
          </p:nvGrpSpPr>
          <p:grpSpPr bwMode="auto">
            <a:xfrm>
              <a:off x="4243" y="3567"/>
              <a:ext cx="415" cy="56"/>
              <a:chOff x="4243" y="3567"/>
              <a:chExt cx="415" cy="56"/>
            </a:xfrm>
          </p:grpSpPr>
          <p:sp>
            <p:nvSpPr>
              <p:cNvPr id="108169" name="Freeform 829"/>
              <p:cNvSpPr>
                <a:spLocks/>
              </p:cNvSpPr>
              <p:nvPr/>
            </p:nvSpPr>
            <p:spPr bwMode="auto">
              <a:xfrm>
                <a:off x="4546" y="3567"/>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08170" name="Group 830"/>
              <p:cNvGrpSpPr>
                <a:grpSpLocks/>
              </p:cNvGrpSpPr>
              <p:nvPr/>
            </p:nvGrpSpPr>
            <p:grpSpPr bwMode="auto">
              <a:xfrm>
                <a:off x="4243" y="3599"/>
                <a:ext cx="295" cy="1"/>
                <a:chOff x="4243" y="3599"/>
                <a:chExt cx="295" cy="1"/>
              </a:xfrm>
            </p:grpSpPr>
            <p:sp>
              <p:nvSpPr>
                <p:cNvPr id="108171" name="Line 831"/>
                <p:cNvSpPr>
                  <a:spLocks noChangeShapeType="1"/>
                </p:cNvSpPr>
                <p:nvPr/>
              </p:nvSpPr>
              <p:spPr bwMode="auto">
                <a:xfrm>
                  <a:off x="4243" y="3599"/>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172" name="Line 832"/>
                <p:cNvSpPr>
                  <a:spLocks noChangeShapeType="1"/>
                </p:cNvSpPr>
                <p:nvPr/>
              </p:nvSpPr>
              <p:spPr bwMode="auto">
                <a:xfrm>
                  <a:off x="4299" y="3599"/>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173" name="Line 833"/>
                <p:cNvSpPr>
                  <a:spLocks noChangeShapeType="1"/>
                </p:cNvSpPr>
                <p:nvPr/>
              </p:nvSpPr>
              <p:spPr bwMode="auto">
                <a:xfrm>
                  <a:off x="4355" y="3599"/>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174" name="Line 834"/>
                <p:cNvSpPr>
                  <a:spLocks noChangeShapeType="1"/>
                </p:cNvSpPr>
                <p:nvPr/>
              </p:nvSpPr>
              <p:spPr bwMode="auto">
                <a:xfrm>
                  <a:off x="4411" y="3599"/>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175" name="Line 835"/>
                <p:cNvSpPr>
                  <a:spLocks noChangeShapeType="1"/>
                </p:cNvSpPr>
                <p:nvPr/>
              </p:nvSpPr>
              <p:spPr bwMode="auto">
                <a:xfrm>
                  <a:off x="4467" y="3599"/>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176" name="Line 836"/>
                <p:cNvSpPr>
                  <a:spLocks noChangeShapeType="1"/>
                </p:cNvSpPr>
                <p:nvPr/>
              </p:nvSpPr>
              <p:spPr bwMode="auto">
                <a:xfrm>
                  <a:off x="4522" y="3599"/>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7781" name="Group 837"/>
            <p:cNvGrpSpPr>
              <a:grpSpLocks/>
            </p:cNvGrpSpPr>
            <p:nvPr/>
          </p:nvGrpSpPr>
          <p:grpSpPr bwMode="auto">
            <a:xfrm>
              <a:off x="3788" y="2376"/>
              <a:ext cx="886" cy="290"/>
              <a:chOff x="3788" y="2376"/>
              <a:chExt cx="886" cy="290"/>
            </a:xfrm>
          </p:grpSpPr>
          <p:sp>
            <p:nvSpPr>
              <p:cNvPr id="108167" name="Freeform 838"/>
              <p:cNvSpPr>
                <a:spLocks/>
              </p:cNvSpPr>
              <p:nvPr/>
            </p:nvSpPr>
            <p:spPr bwMode="auto">
              <a:xfrm>
                <a:off x="4530" y="2594"/>
                <a:ext cx="144" cy="72"/>
              </a:xfrm>
              <a:custGeom>
                <a:avLst/>
                <a:gdLst>
                  <a:gd name="T0" fmla="*/ 144 w 144"/>
                  <a:gd name="T1" fmla="*/ 72 h 72"/>
                  <a:gd name="T2" fmla="*/ 0 w 144"/>
                  <a:gd name="T3" fmla="*/ 64 h 72"/>
                  <a:gd name="T4" fmla="*/ 16 w 144"/>
                  <a:gd name="T5" fmla="*/ 32 h 72"/>
                  <a:gd name="T6" fmla="*/ 24 w 144"/>
                  <a:gd name="T7" fmla="*/ 0 h 72"/>
                  <a:gd name="T8" fmla="*/ 144 w 144"/>
                  <a:gd name="T9" fmla="*/ 72 h 72"/>
                  <a:gd name="T10" fmla="*/ 0 60000 65536"/>
                  <a:gd name="T11" fmla="*/ 0 60000 65536"/>
                  <a:gd name="T12" fmla="*/ 0 60000 65536"/>
                  <a:gd name="T13" fmla="*/ 0 60000 65536"/>
                  <a:gd name="T14" fmla="*/ 0 60000 65536"/>
                  <a:gd name="T15" fmla="*/ 0 w 144"/>
                  <a:gd name="T16" fmla="*/ 0 h 72"/>
                  <a:gd name="T17" fmla="*/ 144 w 144"/>
                  <a:gd name="T18" fmla="*/ 72 h 72"/>
                </a:gdLst>
                <a:ahLst/>
                <a:cxnLst>
                  <a:cxn ang="T10">
                    <a:pos x="T0" y="T1"/>
                  </a:cxn>
                  <a:cxn ang="T11">
                    <a:pos x="T2" y="T3"/>
                  </a:cxn>
                  <a:cxn ang="T12">
                    <a:pos x="T4" y="T5"/>
                  </a:cxn>
                  <a:cxn ang="T13">
                    <a:pos x="T6" y="T7"/>
                  </a:cxn>
                  <a:cxn ang="T14">
                    <a:pos x="T8" y="T9"/>
                  </a:cxn>
                </a:cxnLst>
                <a:rect l="T15" t="T16" r="T17" b="T18"/>
                <a:pathLst>
                  <a:path w="144" h="72">
                    <a:moveTo>
                      <a:pt x="144" y="72"/>
                    </a:moveTo>
                    <a:lnTo>
                      <a:pt x="0" y="64"/>
                    </a:lnTo>
                    <a:lnTo>
                      <a:pt x="16" y="32"/>
                    </a:lnTo>
                    <a:lnTo>
                      <a:pt x="24" y="0"/>
                    </a:lnTo>
                    <a:lnTo>
                      <a:pt x="144" y="72"/>
                    </a:lnTo>
                    <a:close/>
                  </a:path>
                </a:pathLst>
              </a:custGeom>
              <a:solidFill>
                <a:schemeClr val="bg2"/>
              </a:solidFill>
              <a:ln w="9525">
                <a:solidFill>
                  <a:schemeClr val="bg2"/>
                </a:solidFill>
                <a:round/>
                <a:headEnd/>
                <a:tailEnd/>
              </a:ln>
            </p:spPr>
            <p:txBody>
              <a:bodyPr/>
              <a:lstStyle/>
              <a:p>
                <a:endParaRPr lang="en-US"/>
              </a:p>
            </p:txBody>
          </p:sp>
          <p:sp>
            <p:nvSpPr>
              <p:cNvPr id="108168" name="Line 839"/>
              <p:cNvSpPr>
                <a:spLocks noChangeShapeType="1"/>
              </p:cNvSpPr>
              <p:nvPr/>
            </p:nvSpPr>
            <p:spPr bwMode="auto">
              <a:xfrm>
                <a:off x="3788" y="2376"/>
                <a:ext cx="766" cy="252"/>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7782" name="Group 840"/>
            <p:cNvGrpSpPr>
              <a:grpSpLocks/>
            </p:cNvGrpSpPr>
            <p:nvPr/>
          </p:nvGrpSpPr>
          <p:grpSpPr bwMode="auto">
            <a:xfrm>
              <a:off x="3309" y="2084"/>
              <a:ext cx="1381" cy="1507"/>
              <a:chOff x="3309" y="2084"/>
              <a:chExt cx="1381" cy="1507"/>
            </a:xfrm>
          </p:grpSpPr>
          <p:sp>
            <p:nvSpPr>
              <p:cNvPr id="108165" name="Freeform 841"/>
              <p:cNvSpPr>
                <a:spLocks/>
              </p:cNvSpPr>
              <p:nvPr/>
            </p:nvSpPr>
            <p:spPr bwMode="auto">
              <a:xfrm>
                <a:off x="4570" y="2084"/>
                <a:ext cx="120" cy="119"/>
              </a:xfrm>
              <a:custGeom>
                <a:avLst/>
                <a:gdLst>
                  <a:gd name="T0" fmla="*/ 120 w 120"/>
                  <a:gd name="T1" fmla="*/ 0 h 119"/>
                  <a:gd name="T2" fmla="*/ 56 w 120"/>
                  <a:gd name="T3" fmla="*/ 119 h 119"/>
                  <a:gd name="T4" fmla="*/ 24 w 120"/>
                  <a:gd name="T5" fmla="*/ 96 h 119"/>
                  <a:gd name="T6" fmla="*/ 0 w 120"/>
                  <a:gd name="T7" fmla="*/ 72 h 119"/>
                  <a:gd name="T8" fmla="*/ 120 w 120"/>
                  <a:gd name="T9" fmla="*/ 0 h 119"/>
                  <a:gd name="T10" fmla="*/ 0 60000 65536"/>
                  <a:gd name="T11" fmla="*/ 0 60000 65536"/>
                  <a:gd name="T12" fmla="*/ 0 60000 65536"/>
                  <a:gd name="T13" fmla="*/ 0 60000 65536"/>
                  <a:gd name="T14" fmla="*/ 0 60000 65536"/>
                  <a:gd name="T15" fmla="*/ 0 w 120"/>
                  <a:gd name="T16" fmla="*/ 0 h 119"/>
                  <a:gd name="T17" fmla="*/ 120 w 120"/>
                  <a:gd name="T18" fmla="*/ 119 h 119"/>
                </a:gdLst>
                <a:ahLst/>
                <a:cxnLst>
                  <a:cxn ang="T10">
                    <a:pos x="T0" y="T1"/>
                  </a:cxn>
                  <a:cxn ang="T11">
                    <a:pos x="T2" y="T3"/>
                  </a:cxn>
                  <a:cxn ang="T12">
                    <a:pos x="T4" y="T5"/>
                  </a:cxn>
                  <a:cxn ang="T13">
                    <a:pos x="T6" y="T7"/>
                  </a:cxn>
                  <a:cxn ang="T14">
                    <a:pos x="T8" y="T9"/>
                  </a:cxn>
                </a:cxnLst>
                <a:rect l="T15" t="T16" r="T17" b="T18"/>
                <a:pathLst>
                  <a:path w="120" h="119">
                    <a:moveTo>
                      <a:pt x="120" y="0"/>
                    </a:moveTo>
                    <a:lnTo>
                      <a:pt x="56" y="119"/>
                    </a:lnTo>
                    <a:lnTo>
                      <a:pt x="24" y="96"/>
                    </a:lnTo>
                    <a:lnTo>
                      <a:pt x="0" y="72"/>
                    </a:lnTo>
                    <a:lnTo>
                      <a:pt x="120" y="0"/>
                    </a:lnTo>
                    <a:close/>
                  </a:path>
                </a:pathLst>
              </a:custGeom>
              <a:solidFill>
                <a:schemeClr val="bg2"/>
              </a:solidFill>
              <a:ln w="9525">
                <a:solidFill>
                  <a:schemeClr val="bg2"/>
                </a:solidFill>
                <a:round/>
                <a:headEnd/>
                <a:tailEnd/>
              </a:ln>
            </p:spPr>
            <p:txBody>
              <a:bodyPr/>
              <a:lstStyle/>
              <a:p>
                <a:endParaRPr lang="en-US"/>
              </a:p>
            </p:txBody>
          </p:sp>
          <p:sp>
            <p:nvSpPr>
              <p:cNvPr id="108166" name="Line 842"/>
              <p:cNvSpPr>
                <a:spLocks noChangeShapeType="1"/>
              </p:cNvSpPr>
              <p:nvPr/>
            </p:nvSpPr>
            <p:spPr bwMode="auto">
              <a:xfrm flipV="1">
                <a:off x="3309" y="2172"/>
                <a:ext cx="1291" cy="1419"/>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7783" name="Group 843"/>
            <p:cNvGrpSpPr>
              <a:grpSpLocks/>
            </p:cNvGrpSpPr>
            <p:nvPr/>
          </p:nvGrpSpPr>
          <p:grpSpPr bwMode="auto">
            <a:xfrm>
              <a:off x="3773" y="2076"/>
              <a:ext cx="909" cy="893"/>
              <a:chOff x="3773" y="2076"/>
              <a:chExt cx="909" cy="893"/>
            </a:xfrm>
          </p:grpSpPr>
          <p:sp>
            <p:nvSpPr>
              <p:cNvPr id="108163" name="Freeform 844"/>
              <p:cNvSpPr>
                <a:spLocks/>
              </p:cNvSpPr>
              <p:nvPr/>
            </p:nvSpPr>
            <p:spPr bwMode="auto">
              <a:xfrm>
                <a:off x="4562" y="2850"/>
                <a:ext cx="120" cy="119"/>
              </a:xfrm>
              <a:custGeom>
                <a:avLst/>
                <a:gdLst>
                  <a:gd name="T0" fmla="*/ 120 w 120"/>
                  <a:gd name="T1" fmla="*/ 119 h 119"/>
                  <a:gd name="T2" fmla="*/ 0 w 120"/>
                  <a:gd name="T3" fmla="*/ 47 h 119"/>
                  <a:gd name="T4" fmla="*/ 24 w 120"/>
                  <a:gd name="T5" fmla="*/ 23 h 119"/>
                  <a:gd name="T6" fmla="*/ 48 w 120"/>
                  <a:gd name="T7" fmla="*/ 0 h 119"/>
                  <a:gd name="T8" fmla="*/ 120 w 120"/>
                  <a:gd name="T9" fmla="*/ 119 h 119"/>
                  <a:gd name="T10" fmla="*/ 0 60000 65536"/>
                  <a:gd name="T11" fmla="*/ 0 60000 65536"/>
                  <a:gd name="T12" fmla="*/ 0 60000 65536"/>
                  <a:gd name="T13" fmla="*/ 0 60000 65536"/>
                  <a:gd name="T14" fmla="*/ 0 60000 65536"/>
                  <a:gd name="T15" fmla="*/ 0 w 120"/>
                  <a:gd name="T16" fmla="*/ 0 h 119"/>
                  <a:gd name="T17" fmla="*/ 120 w 120"/>
                  <a:gd name="T18" fmla="*/ 119 h 119"/>
                </a:gdLst>
                <a:ahLst/>
                <a:cxnLst>
                  <a:cxn ang="T10">
                    <a:pos x="T0" y="T1"/>
                  </a:cxn>
                  <a:cxn ang="T11">
                    <a:pos x="T2" y="T3"/>
                  </a:cxn>
                  <a:cxn ang="T12">
                    <a:pos x="T4" y="T5"/>
                  </a:cxn>
                  <a:cxn ang="T13">
                    <a:pos x="T6" y="T7"/>
                  </a:cxn>
                  <a:cxn ang="T14">
                    <a:pos x="T8" y="T9"/>
                  </a:cxn>
                </a:cxnLst>
                <a:rect l="T15" t="T16" r="T17" b="T18"/>
                <a:pathLst>
                  <a:path w="120" h="119">
                    <a:moveTo>
                      <a:pt x="120" y="119"/>
                    </a:moveTo>
                    <a:lnTo>
                      <a:pt x="0" y="47"/>
                    </a:lnTo>
                    <a:lnTo>
                      <a:pt x="24" y="23"/>
                    </a:lnTo>
                    <a:lnTo>
                      <a:pt x="48" y="0"/>
                    </a:lnTo>
                    <a:lnTo>
                      <a:pt x="120" y="119"/>
                    </a:lnTo>
                    <a:close/>
                  </a:path>
                </a:pathLst>
              </a:custGeom>
              <a:solidFill>
                <a:schemeClr val="bg2"/>
              </a:solidFill>
              <a:ln w="9525">
                <a:solidFill>
                  <a:schemeClr val="bg2"/>
                </a:solidFill>
                <a:round/>
                <a:headEnd/>
                <a:tailEnd/>
              </a:ln>
            </p:spPr>
            <p:txBody>
              <a:bodyPr/>
              <a:lstStyle/>
              <a:p>
                <a:endParaRPr lang="en-US"/>
              </a:p>
            </p:txBody>
          </p:sp>
          <p:sp>
            <p:nvSpPr>
              <p:cNvPr id="108164" name="Line 845"/>
              <p:cNvSpPr>
                <a:spLocks noChangeShapeType="1"/>
              </p:cNvSpPr>
              <p:nvPr/>
            </p:nvSpPr>
            <p:spPr bwMode="auto">
              <a:xfrm>
                <a:off x="3773" y="2076"/>
                <a:ext cx="821" cy="804"/>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7784" name="Group 846"/>
            <p:cNvGrpSpPr>
              <a:grpSpLocks/>
            </p:cNvGrpSpPr>
            <p:nvPr/>
          </p:nvGrpSpPr>
          <p:grpSpPr bwMode="auto">
            <a:xfrm>
              <a:off x="3317" y="2379"/>
              <a:ext cx="910" cy="893"/>
              <a:chOff x="3317" y="2379"/>
              <a:chExt cx="910" cy="893"/>
            </a:xfrm>
          </p:grpSpPr>
          <p:sp>
            <p:nvSpPr>
              <p:cNvPr id="108161" name="Freeform 847"/>
              <p:cNvSpPr>
                <a:spLocks/>
              </p:cNvSpPr>
              <p:nvPr/>
            </p:nvSpPr>
            <p:spPr bwMode="auto">
              <a:xfrm>
                <a:off x="4107" y="3153"/>
                <a:ext cx="120" cy="119"/>
              </a:xfrm>
              <a:custGeom>
                <a:avLst/>
                <a:gdLst>
                  <a:gd name="T0" fmla="*/ 120 w 120"/>
                  <a:gd name="T1" fmla="*/ 119 h 119"/>
                  <a:gd name="T2" fmla="*/ 0 w 120"/>
                  <a:gd name="T3" fmla="*/ 48 h 119"/>
                  <a:gd name="T4" fmla="*/ 24 w 120"/>
                  <a:gd name="T5" fmla="*/ 24 h 119"/>
                  <a:gd name="T6" fmla="*/ 48 w 120"/>
                  <a:gd name="T7" fmla="*/ 0 h 119"/>
                  <a:gd name="T8" fmla="*/ 120 w 120"/>
                  <a:gd name="T9" fmla="*/ 119 h 119"/>
                  <a:gd name="T10" fmla="*/ 0 60000 65536"/>
                  <a:gd name="T11" fmla="*/ 0 60000 65536"/>
                  <a:gd name="T12" fmla="*/ 0 60000 65536"/>
                  <a:gd name="T13" fmla="*/ 0 60000 65536"/>
                  <a:gd name="T14" fmla="*/ 0 60000 65536"/>
                  <a:gd name="T15" fmla="*/ 0 w 120"/>
                  <a:gd name="T16" fmla="*/ 0 h 119"/>
                  <a:gd name="T17" fmla="*/ 120 w 120"/>
                  <a:gd name="T18" fmla="*/ 119 h 119"/>
                </a:gdLst>
                <a:ahLst/>
                <a:cxnLst>
                  <a:cxn ang="T10">
                    <a:pos x="T0" y="T1"/>
                  </a:cxn>
                  <a:cxn ang="T11">
                    <a:pos x="T2" y="T3"/>
                  </a:cxn>
                  <a:cxn ang="T12">
                    <a:pos x="T4" y="T5"/>
                  </a:cxn>
                  <a:cxn ang="T13">
                    <a:pos x="T6" y="T7"/>
                  </a:cxn>
                  <a:cxn ang="T14">
                    <a:pos x="T8" y="T9"/>
                  </a:cxn>
                </a:cxnLst>
                <a:rect l="T15" t="T16" r="T17" b="T18"/>
                <a:pathLst>
                  <a:path w="120" h="119">
                    <a:moveTo>
                      <a:pt x="120" y="119"/>
                    </a:moveTo>
                    <a:lnTo>
                      <a:pt x="0" y="48"/>
                    </a:lnTo>
                    <a:lnTo>
                      <a:pt x="24" y="24"/>
                    </a:lnTo>
                    <a:lnTo>
                      <a:pt x="48" y="0"/>
                    </a:lnTo>
                    <a:lnTo>
                      <a:pt x="120" y="119"/>
                    </a:lnTo>
                    <a:close/>
                  </a:path>
                </a:pathLst>
              </a:custGeom>
              <a:solidFill>
                <a:schemeClr val="bg2"/>
              </a:solidFill>
              <a:ln w="9525">
                <a:solidFill>
                  <a:schemeClr val="bg2"/>
                </a:solidFill>
                <a:round/>
                <a:headEnd/>
                <a:tailEnd/>
              </a:ln>
            </p:spPr>
            <p:txBody>
              <a:bodyPr/>
              <a:lstStyle/>
              <a:p>
                <a:endParaRPr lang="en-US"/>
              </a:p>
            </p:txBody>
          </p:sp>
          <p:sp>
            <p:nvSpPr>
              <p:cNvPr id="108162" name="Line 848"/>
              <p:cNvSpPr>
                <a:spLocks noChangeShapeType="1"/>
              </p:cNvSpPr>
              <p:nvPr/>
            </p:nvSpPr>
            <p:spPr bwMode="auto">
              <a:xfrm>
                <a:off x="3317" y="2379"/>
                <a:ext cx="822" cy="804"/>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7785" name="Group 849"/>
            <p:cNvGrpSpPr>
              <a:grpSpLocks/>
            </p:cNvGrpSpPr>
            <p:nvPr/>
          </p:nvGrpSpPr>
          <p:grpSpPr bwMode="auto">
            <a:xfrm>
              <a:off x="2878" y="1725"/>
              <a:ext cx="415" cy="56"/>
              <a:chOff x="2878" y="1725"/>
              <a:chExt cx="415" cy="56"/>
            </a:xfrm>
          </p:grpSpPr>
          <p:sp>
            <p:nvSpPr>
              <p:cNvPr id="108153" name="Freeform 850"/>
              <p:cNvSpPr>
                <a:spLocks/>
              </p:cNvSpPr>
              <p:nvPr/>
            </p:nvSpPr>
            <p:spPr bwMode="auto">
              <a:xfrm>
                <a:off x="3181" y="1725"/>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08154" name="Group 851"/>
              <p:cNvGrpSpPr>
                <a:grpSpLocks/>
              </p:cNvGrpSpPr>
              <p:nvPr/>
            </p:nvGrpSpPr>
            <p:grpSpPr bwMode="auto">
              <a:xfrm>
                <a:off x="2878" y="1757"/>
                <a:ext cx="295" cy="1"/>
                <a:chOff x="2878" y="1757"/>
                <a:chExt cx="295" cy="1"/>
              </a:xfrm>
            </p:grpSpPr>
            <p:sp>
              <p:nvSpPr>
                <p:cNvPr id="108155" name="Line 852"/>
                <p:cNvSpPr>
                  <a:spLocks noChangeShapeType="1"/>
                </p:cNvSpPr>
                <p:nvPr/>
              </p:nvSpPr>
              <p:spPr bwMode="auto">
                <a:xfrm>
                  <a:off x="2878"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156" name="Line 853"/>
                <p:cNvSpPr>
                  <a:spLocks noChangeShapeType="1"/>
                </p:cNvSpPr>
                <p:nvPr/>
              </p:nvSpPr>
              <p:spPr bwMode="auto">
                <a:xfrm>
                  <a:off x="2934"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157" name="Line 854"/>
                <p:cNvSpPr>
                  <a:spLocks noChangeShapeType="1"/>
                </p:cNvSpPr>
                <p:nvPr/>
              </p:nvSpPr>
              <p:spPr bwMode="auto">
                <a:xfrm>
                  <a:off x="2990" y="1757"/>
                  <a:ext cx="23"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158" name="Line 855"/>
                <p:cNvSpPr>
                  <a:spLocks noChangeShapeType="1"/>
                </p:cNvSpPr>
                <p:nvPr/>
              </p:nvSpPr>
              <p:spPr bwMode="auto">
                <a:xfrm>
                  <a:off x="3045"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159" name="Line 856"/>
                <p:cNvSpPr>
                  <a:spLocks noChangeShapeType="1"/>
                </p:cNvSpPr>
                <p:nvPr/>
              </p:nvSpPr>
              <p:spPr bwMode="auto">
                <a:xfrm>
                  <a:off x="3101"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160" name="Line 857"/>
                <p:cNvSpPr>
                  <a:spLocks noChangeShapeType="1"/>
                </p:cNvSpPr>
                <p:nvPr/>
              </p:nvSpPr>
              <p:spPr bwMode="auto">
                <a:xfrm>
                  <a:off x="3157" y="1757"/>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7786" name="Group 858"/>
            <p:cNvGrpSpPr>
              <a:grpSpLocks/>
            </p:cNvGrpSpPr>
            <p:nvPr/>
          </p:nvGrpSpPr>
          <p:grpSpPr bwMode="auto">
            <a:xfrm>
              <a:off x="2878" y="2036"/>
              <a:ext cx="415" cy="56"/>
              <a:chOff x="2878" y="2036"/>
              <a:chExt cx="415" cy="56"/>
            </a:xfrm>
          </p:grpSpPr>
          <p:sp>
            <p:nvSpPr>
              <p:cNvPr id="108145" name="Freeform 859"/>
              <p:cNvSpPr>
                <a:spLocks/>
              </p:cNvSpPr>
              <p:nvPr/>
            </p:nvSpPr>
            <p:spPr bwMode="auto">
              <a:xfrm>
                <a:off x="3181" y="2036"/>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solidFill>
                <a:schemeClr val="bg2"/>
              </a:solidFill>
              <a:ln w="9525">
                <a:solidFill>
                  <a:schemeClr val="bg2"/>
                </a:solidFill>
                <a:round/>
                <a:headEnd/>
                <a:tailEnd/>
              </a:ln>
            </p:spPr>
            <p:txBody>
              <a:bodyPr/>
              <a:lstStyle/>
              <a:p>
                <a:endParaRPr lang="en-US"/>
              </a:p>
            </p:txBody>
          </p:sp>
          <p:grpSp>
            <p:nvGrpSpPr>
              <p:cNvPr id="108146" name="Group 860"/>
              <p:cNvGrpSpPr>
                <a:grpSpLocks/>
              </p:cNvGrpSpPr>
              <p:nvPr/>
            </p:nvGrpSpPr>
            <p:grpSpPr bwMode="auto">
              <a:xfrm>
                <a:off x="2878" y="2060"/>
                <a:ext cx="295" cy="1"/>
                <a:chOff x="2878" y="2060"/>
                <a:chExt cx="295" cy="1"/>
              </a:xfrm>
            </p:grpSpPr>
            <p:sp>
              <p:nvSpPr>
                <p:cNvPr id="108147" name="Line 861"/>
                <p:cNvSpPr>
                  <a:spLocks noChangeShapeType="1"/>
                </p:cNvSpPr>
                <p:nvPr/>
              </p:nvSpPr>
              <p:spPr bwMode="auto">
                <a:xfrm>
                  <a:off x="2878" y="2060"/>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148" name="Line 862"/>
                <p:cNvSpPr>
                  <a:spLocks noChangeShapeType="1"/>
                </p:cNvSpPr>
                <p:nvPr/>
              </p:nvSpPr>
              <p:spPr bwMode="auto">
                <a:xfrm>
                  <a:off x="2934" y="2060"/>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149" name="Line 863"/>
                <p:cNvSpPr>
                  <a:spLocks noChangeShapeType="1"/>
                </p:cNvSpPr>
                <p:nvPr/>
              </p:nvSpPr>
              <p:spPr bwMode="auto">
                <a:xfrm>
                  <a:off x="2990" y="2060"/>
                  <a:ext cx="23"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150" name="Line 864"/>
                <p:cNvSpPr>
                  <a:spLocks noChangeShapeType="1"/>
                </p:cNvSpPr>
                <p:nvPr/>
              </p:nvSpPr>
              <p:spPr bwMode="auto">
                <a:xfrm>
                  <a:off x="3045" y="2060"/>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151" name="Line 865"/>
                <p:cNvSpPr>
                  <a:spLocks noChangeShapeType="1"/>
                </p:cNvSpPr>
                <p:nvPr/>
              </p:nvSpPr>
              <p:spPr bwMode="auto">
                <a:xfrm>
                  <a:off x="3101" y="2060"/>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152" name="Line 866"/>
                <p:cNvSpPr>
                  <a:spLocks noChangeShapeType="1"/>
                </p:cNvSpPr>
                <p:nvPr/>
              </p:nvSpPr>
              <p:spPr bwMode="auto">
                <a:xfrm>
                  <a:off x="3157" y="2060"/>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7787" name="Group 867"/>
            <p:cNvGrpSpPr>
              <a:grpSpLocks/>
            </p:cNvGrpSpPr>
            <p:nvPr/>
          </p:nvGrpSpPr>
          <p:grpSpPr bwMode="auto">
            <a:xfrm>
              <a:off x="2886" y="2339"/>
              <a:ext cx="415" cy="56"/>
              <a:chOff x="2886" y="2339"/>
              <a:chExt cx="415" cy="56"/>
            </a:xfrm>
          </p:grpSpPr>
          <p:sp>
            <p:nvSpPr>
              <p:cNvPr id="108137" name="Freeform 868"/>
              <p:cNvSpPr>
                <a:spLocks/>
              </p:cNvSpPr>
              <p:nvPr/>
            </p:nvSpPr>
            <p:spPr bwMode="auto">
              <a:xfrm>
                <a:off x="3189" y="2339"/>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08138" name="Group 869"/>
              <p:cNvGrpSpPr>
                <a:grpSpLocks/>
              </p:cNvGrpSpPr>
              <p:nvPr/>
            </p:nvGrpSpPr>
            <p:grpSpPr bwMode="auto">
              <a:xfrm>
                <a:off x="2886" y="2371"/>
                <a:ext cx="295" cy="1"/>
                <a:chOff x="2886" y="2371"/>
                <a:chExt cx="295" cy="1"/>
              </a:xfrm>
            </p:grpSpPr>
            <p:sp>
              <p:nvSpPr>
                <p:cNvPr id="108139" name="Line 870"/>
                <p:cNvSpPr>
                  <a:spLocks noChangeShapeType="1"/>
                </p:cNvSpPr>
                <p:nvPr/>
              </p:nvSpPr>
              <p:spPr bwMode="auto">
                <a:xfrm>
                  <a:off x="2886"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140" name="Line 871"/>
                <p:cNvSpPr>
                  <a:spLocks noChangeShapeType="1"/>
                </p:cNvSpPr>
                <p:nvPr/>
              </p:nvSpPr>
              <p:spPr bwMode="auto">
                <a:xfrm>
                  <a:off x="2942"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141" name="Line 872"/>
                <p:cNvSpPr>
                  <a:spLocks noChangeShapeType="1"/>
                </p:cNvSpPr>
                <p:nvPr/>
              </p:nvSpPr>
              <p:spPr bwMode="auto">
                <a:xfrm>
                  <a:off x="2998" y="2371"/>
                  <a:ext cx="23"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142" name="Line 873"/>
                <p:cNvSpPr>
                  <a:spLocks noChangeShapeType="1"/>
                </p:cNvSpPr>
                <p:nvPr/>
              </p:nvSpPr>
              <p:spPr bwMode="auto">
                <a:xfrm>
                  <a:off x="3053"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143" name="Line 874"/>
                <p:cNvSpPr>
                  <a:spLocks noChangeShapeType="1"/>
                </p:cNvSpPr>
                <p:nvPr/>
              </p:nvSpPr>
              <p:spPr bwMode="auto">
                <a:xfrm>
                  <a:off x="3109"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144" name="Line 875"/>
                <p:cNvSpPr>
                  <a:spLocks noChangeShapeType="1"/>
                </p:cNvSpPr>
                <p:nvPr/>
              </p:nvSpPr>
              <p:spPr bwMode="auto">
                <a:xfrm>
                  <a:off x="3165" y="2371"/>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7788" name="Group 876"/>
            <p:cNvGrpSpPr>
              <a:grpSpLocks/>
            </p:cNvGrpSpPr>
            <p:nvPr/>
          </p:nvGrpSpPr>
          <p:grpSpPr bwMode="auto">
            <a:xfrm>
              <a:off x="2878" y="2642"/>
              <a:ext cx="415" cy="56"/>
              <a:chOff x="2878" y="2642"/>
              <a:chExt cx="415" cy="56"/>
            </a:xfrm>
          </p:grpSpPr>
          <p:sp>
            <p:nvSpPr>
              <p:cNvPr id="108129" name="Freeform 877"/>
              <p:cNvSpPr>
                <a:spLocks/>
              </p:cNvSpPr>
              <p:nvPr/>
            </p:nvSpPr>
            <p:spPr bwMode="auto">
              <a:xfrm>
                <a:off x="3181" y="2642"/>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08130" name="Group 878"/>
              <p:cNvGrpSpPr>
                <a:grpSpLocks/>
              </p:cNvGrpSpPr>
              <p:nvPr/>
            </p:nvGrpSpPr>
            <p:grpSpPr bwMode="auto">
              <a:xfrm>
                <a:off x="2878" y="2674"/>
                <a:ext cx="295" cy="1"/>
                <a:chOff x="2878" y="2674"/>
                <a:chExt cx="295" cy="1"/>
              </a:xfrm>
            </p:grpSpPr>
            <p:sp>
              <p:nvSpPr>
                <p:cNvPr id="108131" name="Line 879"/>
                <p:cNvSpPr>
                  <a:spLocks noChangeShapeType="1"/>
                </p:cNvSpPr>
                <p:nvPr/>
              </p:nvSpPr>
              <p:spPr bwMode="auto">
                <a:xfrm>
                  <a:off x="2878"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132" name="Line 880"/>
                <p:cNvSpPr>
                  <a:spLocks noChangeShapeType="1"/>
                </p:cNvSpPr>
                <p:nvPr/>
              </p:nvSpPr>
              <p:spPr bwMode="auto">
                <a:xfrm>
                  <a:off x="2934"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133" name="Line 881"/>
                <p:cNvSpPr>
                  <a:spLocks noChangeShapeType="1"/>
                </p:cNvSpPr>
                <p:nvPr/>
              </p:nvSpPr>
              <p:spPr bwMode="auto">
                <a:xfrm>
                  <a:off x="2990" y="2674"/>
                  <a:ext cx="23"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134" name="Line 882"/>
                <p:cNvSpPr>
                  <a:spLocks noChangeShapeType="1"/>
                </p:cNvSpPr>
                <p:nvPr/>
              </p:nvSpPr>
              <p:spPr bwMode="auto">
                <a:xfrm>
                  <a:off x="3045"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135" name="Line 883"/>
                <p:cNvSpPr>
                  <a:spLocks noChangeShapeType="1"/>
                </p:cNvSpPr>
                <p:nvPr/>
              </p:nvSpPr>
              <p:spPr bwMode="auto">
                <a:xfrm>
                  <a:off x="3101"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136" name="Line 884"/>
                <p:cNvSpPr>
                  <a:spLocks noChangeShapeType="1"/>
                </p:cNvSpPr>
                <p:nvPr/>
              </p:nvSpPr>
              <p:spPr bwMode="auto">
                <a:xfrm>
                  <a:off x="3157" y="2674"/>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7789" name="Group 885"/>
            <p:cNvGrpSpPr>
              <a:grpSpLocks/>
            </p:cNvGrpSpPr>
            <p:nvPr/>
          </p:nvGrpSpPr>
          <p:grpSpPr bwMode="auto">
            <a:xfrm>
              <a:off x="2878" y="2953"/>
              <a:ext cx="415" cy="56"/>
              <a:chOff x="2878" y="2953"/>
              <a:chExt cx="415" cy="56"/>
            </a:xfrm>
          </p:grpSpPr>
          <p:sp>
            <p:nvSpPr>
              <p:cNvPr id="108121" name="Freeform 886"/>
              <p:cNvSpPr>
                <a:spLocks/>
              </p:cNvSpPr>
              <p:nvPr/>
            </p:nvSpPr>
            <p:spPr bwMode="auto">
              <a:xfrm>
                <a:off x="3181"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08122" name="Group 887"/>
              <p:cNvGrpSpPr>
                <a:grpSpLocks/>
              </p:cNvGrpSpPr>
              <p:nvPr/>
            </p:nvGrpSpPr>
            <p:grpSpPr bwMode="auto">
              <a:xfrm>
                <a:off x="2878" y="2985"/>
                <a:ext cx="295" cy="1"/>
                <a:chOff x="2878" y="2985"/>
                <a:chExt cx="295" cy="1"/>
              </a:xfrm>
            </p:grpSpPr>
            <p:sp>
              <p:nvSpPr>
                <p:cNvPr id="108123" name="Line 888"/>
                <p:cNvSpPr>
                  <a:spLocks noChangeShapeType="1"/>
                </p:cNvSpPr>
                <p:nvPr/>
              </p:nvSpPr>
              <p:spPr bwMode="auto">
                <a:xfrm>
                  <a:off x="2878"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124" name="Line 889"/>
                <p:cNvSpPr>
                  <a:spLocks noChangeShapeType="1"/>
                </p:cNvSpPr>
                <p:nvPr/>
              </p:nvSpPr>
              <p:spPr bwMode="auto">
                <a:xfrm>
                  <a:off x="2934"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125" name="Line 890"/>
                <p:cNvSpPr>
                  <a:spLocks noChangeShapeType="1"/>
                </p:cNvSpPr>
                <p:nvPr/>
              </p:nvSpPr>
              <p:spPr bwMode="auto">
                <a:xfrm>
                  <a:off x="2990" y="2985"/>
                  <a:ext cx="23"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126" name="Line 891"/>
                <p:cNvSpPr>
                  <a:spLocks noChangeShapeType="1"/>
                </p:cNvSpPr>
                <p:nvPr/>
              </p:nvSpPr>
              <p:spPr bwMode="auto">
                <a:xfrm>
                  <a:off x="3045"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127" name="Line 892"/>
                <p:cNvSpPr>
                  <a:spLocks noChangeShapeType="1"/>
                </p:cNvSpPr>
                <p:nvPr/>
              </p:nvSpPr>
              <p:spPr bwMode="auto">
                <a:xfrm>
                  <a:off x="3101"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128" name="Line 893"/>
                <p:cNvSpPr>
                  <a:spLocks noChangeShapeType="1"/>
                </p:cNvSpPr>
                <p:nvPr/>
              </p:nvSpPr>
              <p:spPr bwMode="auto">
                <a:xfrm>
                  <a:off x="3157" y="2985"/>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7790" name="Group 894"/>
            <p:cNvGrpSpPr>
              <a:grpSpLocks/>
            </p:cNvGrpSpPr>
            <p:nvPr/>
          </p:nvGrpSpPr>
          <p:grpSpPr bwMode="auto">
            <a:xfrm>
              <a:off x="2870" y="3256"/>
              <a:ext cx="415" cy="56"/>
              <a:chOff x="2870" y="3256"/>
              <a:chExt cx="415" cy="56"/>
            </a:xfrm>
          </p:grpSpPr>
          <p:sp>
            <p:nvSpPr>
              <p:cNvPr id="108113" name="Freeform 895"/>
              <p:cNvSpPr>
                <a:spLocks/>
              </p:cNvSpPr>
              <p:nvPr/>
            </p:nvSpPr>
            <p:spPr bwMode="auto">
              <a:xfrm>
                <a:off x="3173" y="3256"/>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solidFill>
                <a:schemeClr val="bg2"/>
              </a:solidFill>
              <a:ln w="9525">
                <a:solidFill>
                  <a:schemeClr val="bg2"/>
                </a:solidFill>
                <a:round/>
                <a:headEnd/>
                <a:tailEnd/>
              </a:ln>
            </p:spPr>
            <p:txBody>
              <a:bodyPr/>
              <a:lstStyle/>
              <a:p>
                <a:endParaRPr lang="en-US"/>
              </a:p>
            </p:txBody>
          </p:sp>
          <p:grpSp>
            <p:nvGrpSpPr>
              <p:cNvPr id="108114" name="Group 896"/>
              <p:cNvGrpSpPr>
                <a:grpSpLocks/>
              </p:cNvGrpSpPr>
              <p:nvPr/>
            </p:nvGrpSpPr>
            <p:grpSpPr bwMode="auto">
              <a:xfrm>
                <a:off x="2870" y="3280"/>
                <a:ext cx="295" cy="1"/>
                <a:chOff x="2870" y="3280"/>
                <a:chExt cx="295" cy="1"/>
              </a:xfrm>
            </p:grpSpPr>
            <p:sp>
              <p:nvSpPr>
                <p:cNvPr id="108115" name="Line 897"/>
                <p:cNvSpPr>
                  <a:spLocks noChangeShapeType="1"/>
                </p:cNvSpPr>
                <p:nvPr/>
              </p:nvSpPr>
              <p:spPr bwMode="auto">
                <a:xfrm>
                  <a:off x="2870" y="3280"/>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116" name="Line 898"/>
                <p:cNvSpPr>
                  <a:spLocks noChangeShapeType="1"/>
                </p:cNvSpPr>
                <p:nvPr/>
              </p:nvSpPr>
              <p:spPr bwMode="auto">
                <a:xfrm>
                  <a:off x="2926" y="3280"/>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117" name="Line 899"/>
                <p:cNvSpPr>
                  <a:spLocks noChangeShapeType="1"/>
                </p:cNvSpPr>
                <p:nvPr/>
              </p:nvSpPr>
              <p:spPr bwMode="auto">
                <a:xfrm>
                  <a:off x="2982" y="3280"/>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118" name="Line 900"/>
                <p:cNvSpPr>
                  <a:spLocks noChangeShapeType="1"/>
                </p:cNvSpPr>
                <p:nvPr/>
              </p:nvSpPr>
              <p:spPr bwMode="auto">
                <a:xfrm>
                  <a:off x="3037" y="3280"/>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119" name="Line 901"/>
                <p:cNvSpPr>
                  <a:spLocks noChangeShapeType="1"/>
                </p:cNvSpPr>
                <p:nvPr/>
              </p:nvSpPr>
              <p:spPr bwMode="auto">
                <a:xfrm>
                  <a:off x="3093" y="3280"/>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120" name="Line 902"/>
                <p:cNvSpPr>
                  <a:spLocks noChangeShapeType="1"/>
                </p:cNvSpPr>
                <p:nvPr/>
              </p:nvSpPr>
              <p:spPr bwMode="auto">
                <a:xfrm>
                  <a:off x="3149" y="3280"/>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7791" name="Group 903"/>
            <p:cNvGrpSpPr>
              <a:grpSpLocks/>
            </p:cNvGrpSpPr>
            <p:nvPr/>
          </p:nvGrpSpPr>
          <p:grpSpPr bwMode="auto">
            <a:xfrm>
              <a:off x="2870" y="3567"/>
              <a:ext cx="415" cy="56"/>
              <a:chOff x="2870" y="3567"/>
              <a:chExt cx="415" cy="56"/>
            </a:xfrm>
          </p:grpSpPr>
          <p:sp>
            <p:nvSpPr>
              <p:cNvPr id="108105" name="Freeform 904"/>
              <p:cNvSpPr>
                <a:spLocks/>
              </p:cNvSpPr>
              <p:nvPr/>
            </p:nvSpPr>
            <p:spPr bwMode="auto">
              <a:xfrm>
                <a:off x="3173"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solidFill>
                <a:schemeClr val="bg2"/>
              </a:solidFill>
              <a:ln w="9525">
                <a:solidFill>
                  <a:schemeClr val="bg2"/>
                </a:solidFill>
                <a:round/>
                <a:headEnd/>
                <a:tailEnd/>
              </a:ln>
            </p:spPr>
            <p:txBody>
              <a:bodyPr/>
              <a:lstStyle/>
              <a:p>
                <a:endParaRPr lang="en-US"/>
              </a:p>
            </p:txBody>
          </p:sp>
          <p:grpSp>
            <p:nvGrpSpPr>
              <p:cNvPr id="108106" name="Group 905"/>
              <p:cNvGrpSpPr>
                <a:grpSpLocks/>
              </p:cNvGrpSpPr>
              <p:nvPr/>
            </p:nvGrpSpPr>
            <p:grpSpPr bwMode="auto">
              <a:xfrm>
                <a:off x="2870" y="3591"/>
                <a:ext cx="295" cy="1"/>
                <a:chOff x="2870" y="3591"/>
                <a:chExt cx="295" cy="1"/>
              </a:xfrm>
            </p:grpSpPr>
            <p:sp>
              <p:nvSpPr>
                <p:cNvPr id="108107" name="Line 906"/>
                <p:cNvSpPr>
                  <a:spLocks noChangeShapeType="1"/>
                </p:cNvSpPr>
                <p:nvPr/>
              </p:nvSpPr>
              <p:spPr bwMode="auto">
                <a:xfrm>
                  <a:off x="2870"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108" name="Line 907"/>
                <p:cNvSpPr>
                  <a:spLocks noChangeShapeType="1"/>
                </p:cNvSpPr>
                <p:nvPr/>
              </p:nvSpPr>
              <p:spPr bwMode="auto">
                <a:xfrm>
                  <a:off x="2926"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109" name="Line 908"/>
                <p:cNvSpPr>
                  <a:spLocks noChangeShapeType="1"/>
                </p:cNvSpPr>
                <p:nvPr/>
              </p:nvSpPr>
              <p:spPr bwMode="auto">
                <a:xfrm>
                  <a:off x="2982"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110" name="Line 909"/>
                <p:cNvSpPr>
                  <a:spLocks noChangeShapeType="1"/>
                </p:cNvSpPr>
                <p:nvPr/>
              </p:nvSpPr>
              <p:spPr bwMode="auto">
                <a:xfrm>
                  <a:off x="3037"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111" name="Line 910"/>
                <p:cNvSpPr>
                  <a:spLocks noChangeShapeType="1"/>
                </p:cNvSpPr>
                <p:nvPr/>
              </p:nvSpPr>
              <p:spPr bwMode="auto">
                <a:xfrm>
                  <a:off x="3093"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112" name="Line 911"/>
                <p:cNvSpPr>
                  <a:spLocks noChangeShapeType="1"/>
                </p:cNvSpPr>
                <p:nvPr/>
              </p:nvSpPr>
              <p:spPr bwMode="auto">
                <a:xfrm>
                  <a:off x="3149" y="3591"/>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7792" name="Group 912"/>
            <p:cNvGrpSpPr>
              <a:grpSpLocks/>
            </p:cNvGrpSpPr>
            <p:nvPr/>
          </p:nvGrpSpPr>
          <p:grpSpPr bwMode="auto">
            <a:xfrm>
              <a:off x="2399" y="1765"/>
              <a:ext cx="1357" cy="1196"/>
              <a:chOff x="2399" y="1765"/>
              <a:chExt cx="1357" cy="1196"/>
            </a:xfrm>
          </p:grpSpPr>
          <p:sp>
            <p:nvSpPr>
              <p:cNvPr id="108103" name="Freeform 913"/>
              <p:cNvSpPr>
                <a:spLocks/>
              </p:cNvSpPr>
              <p:nvPr/>
            </p:nvSpPr>
            <p:spPr bwMode="auto">
              <a:xfrm>
                <a:off x="3636" y="2850"/>
                <a:ext cx="120" cy="111"/>
              </a:xfrm>
              <a:custGeom>
                <a:avLst/>
                <a:gdLst>
                  <a:gd name="T0" fmla="*/ 120 w 120"/>
                  <a:gd name="T1" fmla="*/ 111 h 111"/>
                  <a:gd name="T2" fmla="*/ 0 w 120"/>
                  <a:gd name="T3" fmla="*/ 47 h 111"/>
                  <a:gd name="T4" fmla="*/ 16 w 120"/>
                  <a:gd name="T5" fmla="*/ 23 h 111"/>
                  <a:gd name="T6" fmla="*/ 40 w 120"/>
                  <a:gd name="T7" fmla="*/ 0 h 111"/>
                  <a:gd name="T8" fmla="*/ 120 w 120"/>
                  <a:gd name="T9" fmla="*/ 111 h 111"/>
                  <a:gd name="T10" fmla="*/ 0 60000 65536"/>
                  <a:gd name="T11" fmla="*/ 0 60000 65536"/>
                  <a:gd name="T12" fmla="*/ 0 60000 65536"/>
                  <a:gd name="T13" fmla="*/ 0 60000 65536"/>
                  <a:gd name="T14" fmla="*/ 0 60000 65536"/>
                  <a:gd name="T15" fmla="*/ 0 w 120"/>
                  <a:gd name="T16" fmla="*/ 0 h 111"/>
                  <a:gd name="T17" fmla="*/ 120 w 120"/>
                  <a:gd name="T18" fmla="*/ 111 h 111"/>
                </a:gdLst>
                <a:ahLst/>
                <a:cxnLst>
                  <a:cxn ang="T10">
                    <a:pos x="T0" y="T1"/>
                  </a:cxn>
                  <a:cxn ang="T11">
                    <a:pos x="T2" y="T3"/>
                  </a:cxn>
                  <a:cxn ang="T12">
                    <a:pos x="T4" y="T5"/>
                  </a:cxn>
                  <a:cxn ang="T13">
                    <a:pos x="T6" y="T7"/>
                  </a:cxn>
                  <a:cxn ang="T14">
                    <a:pos x="T8" y="T9"/>
                  </a:cxn>
                </a:cxnLst>
                <a:rect l="T15" t="T16" r="T17" b="T18"/>
                <a:pathLst>
                  <a:path w="120" h="111">
                    <a:moveTo>
                      <a:pt x="120" y="111"/>
                    </a:moveTo>
                    <a:lnTo>
                      <a:pt x="0" y="47"/>
                    </a:lnTo>
                    <a:lnTo>
                      <a:pt x="16" y="23"/>
                    </a:lnTo>
                    <a:lnTo>
                      <a:pt x="40" y="0"/>
                    </a:lnTo>
                    <a:lnTo>
                      <a:pt x="120" y="111"/>
                    </a:lnTo>
                    <a:close/>
                  </a:path>
                </a:pathLst>
              </a:custGeom>
              <a:solidFill>
                <a:schemeClr val="bg2"/>
              </a:solidFill>
              <a:ln w="9525">
                <a:solidFill>
                  <a:schemeClr val="bg2"/>
                </a:solidFill>
                <a:round/>
                <a:headEnd/>
                <a:tailEnd/>
              </a:ln>
            </p:spPr>
            <p:txBody>
              <a:bodyPr/>
              <a:lstStyle/>
              <a:p>
                <a:endParaRPr lang="en-US"/>
              </a:p>
            </p:txBody>
          </p:sp>
          <p:sp>
            <p:nvSpPr>
              <p:cNvPr id="108104" name="Line 914"/>
              <p:cNvSpPr>
                <a:spLocks noChangeShapeType="1"/>
              </p:cNvSpPr>
              <p:nvPr/>
            </p:nvSpPr>
            <p:spPr bwMode="auto">
              <a:xfrm>
                <a:off x="2399" y="1765"/>
                <a:ext cx="1261" cy="1114"/>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7793" name="Group 915"/>
            <p:cNvGrpSpPr>
              <a:grpSpLocks/>
            </p:cNvGrpSpPr>
            <p:nvPr/>
          </p:nvGrpSpPr>
          <p:grpSpPr bwMode="auto">
            <a:xfrm>
              <a:off x="2862" y="1765"/>
              <a:ext cx="1349" cy="1204"/>
              <a:chOff x="2862" y="1765"/>
              <a:chExt cx="1349" cy="1204"/>
            </a:xfrm>
          </p:grpSpPr>
          <p:sp>
            <p:nvSpPr>
              <p:cNvPr id="108101" name="Freeform 916"/>
              <p:cNvSpPr>
                <a:spLocks/>
              </p:cNvSpPr>
              <p:nvPr/>
            </p:nvSpPr>
            <p:spPr bwMode="auto">
              <a:xfrm>
                <a:off x="4091" y="2850"/>
                <a:ext cx="120" cy="119"/>
              </a:xfrm>
              <a:custGeom>
                <a:avLst/>
                <a:gdLst>
                  <a:gd name="T0" fmla="*/ 120 w 120"/>
                  <a:gd name="T1" fmla="*/ 119 h 119"/>
                  <a:gd name="T2" fmla="*/ 0 w 120"/>
                  <a:gd name="T3" fmla="*/ 55 h 119"/>
                  <a:gd name="T4" fmla="*/ 24 w 120"/>
                  <a:gd name="T5" fmla="*/ 23 h 119"/>
                  <a:gd name="T6" fmla="*/ 48 w 120"/>
                  <a:gd name="T7" fmla="*/ 0 h 119"/>
                  <a:gd name="T8" fmla="*/ 120 w 120"/>
                  <a:gd name="T9" fmla="*/ 119 h 119"/>
                  <a:gd name="T10" fmla="*/ 0 60000 65536"/>
                  <a:gd name="T11" fmla="*/ 0 60000 65536"/>
                  <a:gd name="T12" fmla="*/ 0 60000 65536"/>
                  <a:gd name="T13" fmla="*/ 0 60000 65536"/>
                  <a:gd name="T14" fmla="*/ 0 60000 65536"/>
                  <a:gd name="T15" fmla="*/ 0 w 120"/>
                  <a:gd name="T16" fmla="*/ 0 h 119"/>
                  <a:gd name="T17" fmla="*/ 120 w 120"/>
                  <a:gd name="T18" fmla="*/ 119 h 119"/>
                </a:gdLst>
                <a:ahLst/>
                <a:cxnLst>
                  <a:cxn ang="T10">
                    <a:pos x="T0" y="T1"/>
                  </a:cxn>
                  <a:cxn ang="T11">
                    <a:pos x="T2" y="T3"/>
                  </a:cxn>
                  <a:cxn ang="T12">
                    <a:pos x="T4" y="T5"/>
                  </a:cxn>
                  <a:cxn ang="T13">
                    <a:pos x="T6" y="T7"/>
                  </a:cxn>
                  <a:cxn ang="T14">
                    <a:pos x="T8" y="T9"/>
                  </a:cxn>
                </a:cxnLst>
                <a:rect l="T15" t="T16" r="T17" b="T18"/>
                <a:pathLst>
                  <a:path w="120" h="119">
                    <a:moveTo>
                      <a:pt x="120" y="119"/>
                    </a:moveTo>
                    <a:lnTo>
                      <a:pt x="0" y="55"/>
                    </a:lnTo>
                    <a:lnTo>
                      <a:pt x="24" y="23"/>
                    </a:lnTo>
                    <a:lnTo>
                      <a:pt x="48" y="0"/>
                    </a:lnTo>
                    <a:lnTo>
                      <a:pt x="120" y="119"/>
                    </a:lnTo>
                    <a:close/>
                  </a:path>
                </a:pathLst>
              </a:custGeom>
              <a:solidFill>
                <a:schemeClr val="bg2"/>
              </a:solidFill>
              <a:ln w="9525">
                <a:solidFill>
                  <a:schemeClr val="bg2"/>
                </a:solidFill>
                <a:round/>
                <a:headEnd/>
                <a:tailEnd/>
              </a:ln>
            </p:spPr>
            <p:txBody>
              <a:bodyPr/>
              <a:lstStyle/>
              <a:p>
                <a:endParaRPr lang="en-US"/>
              </a:p>
            </p:txBody>
          </p:sp>
          <p:sp>
            <p:nvSpPr>
              <p:cNvPr id="108102" name="Line 917"/>
              <p:cNvSpPr>
                <a:spLocks noChangeShapeType="1"/>
              </p:cNvSpPr>
              <p:nvPr/>
            </p:nvSpPr>
            <p:spPr bwMode="auto">
              <a:xfrm>
                <a:off x="2862" y="1765"/>
                <a:ext cx="1261" cy="1114"/>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7794" name="Group 918"/>
            <p:cNvGrpSpPr>
              <a:grpSpLocks/>
            </p:cNvGrpSpPr>
            <p:nvPr/>
          </p:nvGrpSpPr>
          <p:grpSpPr bwMode="auto">
            <a:xfrm>
              <a:off x="2870" y="2990"/>
              <a:ext cx="886" cy="290"/>
              <a:chOff x="2870" y="2990"/>
              <a:chExt cx="886" cy="290"/>
            </a:xfrm>
          </p:grpSpPr>
          <p:sp>
            <p:nvSpPr>
              <p:cNvPr id="108099" name="Freeform 919"/>
              <p:cNvSpPr>
                <a:spLocks/>
              </p:cNvSpPr>
              <p:nvPr/>
            </p:nvSpPr>
            <p:spPr bwMode="auto">
              <a:xfrm>
                <a:off x="3612" y="3208"/>
                <a:ext cx="144" cy="72"/>
              </a:xfrm>
              <a:custGeom>
                <a:avLst/>
                <a:gdLst>
                  <a:gd name="T0" fmla="*/ 144 w 144"/>
                  <a:gd name="T1" fmla="*/ 72 h 72"/>
                  <a:gd name="T2" fmla="*/ 0 w 144"/>
                  <a:gd name="T3" fmla="*/ 64 h 72"/>
                  <a:gd name="T4" fmla="*/ 16 w 144"/>
                  <a:gd name="T5" fmla="*/ 32 h 72"/>
                  <a:gd name="T6" fmla="*/ 24 w 144"/>
                  <a:gd name="T7" fmla="*/ 0 h 72"/>
                  <a:gd name="T8" fmla="*/ 144 w 144"/>
                  <a:gd name="T9" fmla="*/ 72 h 72"/>
                  <a:gd name="T10" fmla="*/ 0 60000 65536"/>
                  <a:gd name="T11" fmla="*/ 0 60000 65536"/>
                  <a:gd name="T12" fmla="*/ 0 60000 65536"/>
                  <a:gd name="T13" fmla="*/ 0 60000 65536"/>
                  <a:gd name="T14" fmla="*/ 0 60000 65536"/>
                  <a:gd name="T15" fmla="*/ 0 w 144"/>
                  <a:gd name="T16" fmla="*/ 0 h 72"/>
                  <a:gd name="T17" fmla="*/ 144 w 144"/>
                  <a:gd name="T18" fmla="*/ 72 h 72"/>
                </a:gdLst>
                <a:ahLst/>
                <a:cxnLst>
                  <a:cxn ang="T10">
                    <a:pos x="T0" y="T1"/>
                  </a:cxn>
                  <a:cxn ang="T11">
                    <a:pos x="T2" y="T3"/>
                  </a:cxn>
                  <a:cxn ang="T12">
                    <a:pos x="T4" y="T5"/>
                  </a:cxn>
                  <a:cxn ang="T13">
                    <a:pos x="T6" y="T7"/>
                  </a:cxn>
                  <a:cxn ang="T14">
                    <a:pos x="T8" y="T9"/>
                  </a:cxn>
                </a:cxnLst>
                <a:rect l="T15" t="T16" r="T17" b="T18"/>
                <a:pathLst>
                  <a:path w="144" h="72">
                    <a:moveTo>
                      <a:pt x="144" y="72"/>
                    </a:moveTo>
                    <a:lnTo>
                      <a:pt x="0" y="64"/>
                    </a:lnTo>
                    <a:lnTo>
                      <a:pt x="16" y="32"/>
                    </a:lnTo>
                    <a:lnTo>
                      <a:pt x="24" y="0"/>
                    </a:lnTo>
                    <a:lnTo>
                      <a:pt x="144" y="72"/>
                    </a:lnTo>
                    <a:close/>
                  </a:path>
                </a:pathLst>
              </a:custGeom>
              <a:solidFill>
                <a:schemeClr val="bg2"/>
              </a:solidFill>
              <a:ln w="9525">
                <a:solidFill>
                  <a:schemeClr val="bg2"/>
                </a:solidFill>
                <a:round/>
                <a:headEnd/>
                <a:tailEnd/>
              </a:ln>
            </p:spPr>
            <p:txBody>
              <a:bodyPr/>
              <a:lstStyle/>
              <a:p>
                <a:endParaRPr lang="en-US"/>
              </a:p>
            </p:txBody>
          </p:sp>
          <p:sp>
            <p:nvSpPr>
              <p:cNvPr id="108100" name="Line 920"/>
              <p:cNvSpPr>
                <a:spLocks noChangeShapeType="1"/>
              </p:cNvSpPr>
              <p:nvPr/>
            </p:nvSpPr>
            <p:spPr bwMode="auto">
              <a:xfrm>
                <a:off x="2870" y="2990"/>
                <a:ext cx="766" cy="252"/>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7795" name="Group 921"/>
            <p:cNvGrpSpPr>
              <a:grpSpLocks/>
            </p:cNvGrpSpPr>
            <p:nvPr/>
          </p:nvGrpSpPr>
          <p:grpSpPr bwMode="auto">
            <a:xfrm>
              <a:off x="2393" y="2993"/>
              <a:ext cx="437" cy="598"/>
              <a:chOff x="2393" y="2993"/>
              <a:chExt cx="437" cy="598"/>
            </a:xfrm>
          </p:grpSpPr>
          <p:sp>
            <p:nvSpPr>
              <p:cNvPr id="108097" name="Freeform 922"/>
              <p:cNvSpPr>
                <a:spLocks/>
              </p:cNvSpPr>
              <p:nvPr/>
            </p:nvSpPr>
            <p:spPr bwMode="auto">
              <a:xfrm>
                <a:off x="2726" y="2993"/>
                <a:ext cx="104" cy="128"/>
              </a:xfrm>
              <a:custGeom>
                <a:avLst/>
                <a:gdLst>
                  <a:gd name="T0" fmla="*/ 104 w 104"/>
                  <a:gd name="T1" fmla="*/ 0 h 128"/>
                  <a:gd name="T2" fmla="*/ 56 w 104"/>
                  <a:gd name="T3" fmla="*/ 128 h 128"/>
                  <a:gd name="T4" fmla="*/ 24 w 104"/>
                  <a:gd name="T5" fmla="*/ 112 h 128"/>
                  <a:gd name="T6" fmla="*/ 0 w 104"/>
                  <a:gd name="T7" fmla="*/ 88 h 128"/>
                  <a:gd name="T8" fmla="*/ 104 w 104"/>
                  <a:gd name="T9" fmla="*/ 0 h 128"/>
                  <a:gd name="T10" fmla="*/ 0 60000 65536"/>
                  <a:gd name="T11" fmla="*/ 0 60000 65536"/>
                  <a:gd name="T12" fmla="*/ 0 60000 65536"/>
                  <a:gd name="T13" fmla="*/ 0 60000 65536"/>
                  <a:gd name="T14" fmla="*/ 0 60000 65536"/>
                  <a:gd name="T15" fmla="*/ 0 w 104"/>
                  <a:gd name="T16" fmla="*/ 0 h 128"/>
                  <a:gd name="T17" fmla="*/ 104 w 104"/>
                  <a:gd name="T18" fmla="*/ 128 h 128"/>
                </a:gdLst>
                <a:ahLst/>
                <a:cxnLst>
                  <a:cxn ang="T10">
                    <a:pos x="T0" y="T1"/>
                  </a:cxn>
                  <a:cxn ang="T11">
                    <a:pos x="T2" y="T3"/>
                  </a:cxn>
                  <a:cxn ang="T12">
                    <a:pos x="T4" y="T5"/>
                  </a:cxn>
                  <a:cxn ang="T13">
                    <a:pos x="T6" y="T7"/>
                  </a:cxn>
                  <a:cxn ang="T14">
                    <a:pos x="T8" y="T9"/>
                  </a:cxn>
                </a:cxnLst>
                <a:rect l="T15" t="T16" r="T17" b="T18"/>
                <a:pathLst>
                  <a:path w="104" h="128">
                    <a:moveTo>
                      <a:pt x="104" y="0"/>
                    </a:moveTo>
                    <a:lnTo>
                      <a:pt x="56" y="128"/>
                    </a:lnTo>
                    <a:lnTo>
                      <a:pt x="24" y="112"/>
                    </a:lnTo>
                    <a:lnTo>
                      <a:pt x="0" y="88"/>
                    </a:lnTo>
                    <a:lnTo>
                      <a:pt x="104" y="0"/>
                    </a:lnTo>
                    <a:close/>
                  </a:path>
                </a:pathLst>
              </a:custGeom>
              <a:solidFill>
                <a:schemeClr val="bg2"/>
              </a:solidFill>
              <a:ln w="9525">
                <a:solidFill>
                  <a:schemeClr val="bg2"/>
                </a:solidFill>
                <a:round/>
                <a:headEnd/>
                <a:tailEnd/>
              </a:ln>
            </p:spPr>
            <p:txBody>
              <a:bodyPr/>
              <a:lstStyle/>
              <a:p>
                <a:endParaRPr lang="en-US"/>
              </a:p>
            </p:txBody>
          </p:sp>
          <p:sp>
            <p:nvSpPr>
              <p:cNvPr id="108098" name="Line 923"/>
              <p:cNvSpPr>
                <a:spLocks noChangeShapeType="1"/>
              </p:cNvSpPr>
              <p:nvPr/>
            </p:nvSpPr>
            <p:spPr bwMode="auto">
              <a:xfrm flipV="1">
                <a:off x="2393" y="3097"/>
                <a:ext cx="362" cy="494"/>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7796" name="Group 924"/>
            <p:cNvGrpSpPr>
              <a:grpSpLocks/>
            </p:cNvGrpSpPr>
            <p:nvPr/>
          </p:nvGrpSpPr>
          <p:grpSpPr bwMode="auto">
            <a:xfrm>
              <a:off x="2854" y="2690"/>
              <a:ext cx="902" cy="596"/>
              <a:chOff x="2854" y="2690"/>
              <a:chExt cx="902" cy="596"/>
            </a:xfrm>
          </p:grpSpPr>
          <p:sp>
            <p:nvSpPr>
              <p:cNvPr id="108095" name="Freeform 925"/>
              <p:cNvSpPr>
                <a:spLocks/>
              </p:cNvSpPr>
              <p:nvPr/>
            </p:nvSpPr>
            <p:spPr bwMode="auto">
              <a:xfrm>
                <a:off x="3620" y="2690"/>
                <a:ext cx="136" cy="104"/>
              </a:xfrm>
              <a:custGeom>
                <a:avLst/>
                <a:gdLst>
                  <a:gd name="T0" fmla="*/ 136 w 136"/>
                  <a:gd name="T1" fmla="*/ 0 h 104"/>
                  <a:gd name="T2" fmla="*/ 40 w 136"/>
                  <a:gd name="T3" fmla="*/ 104 h 104"/>
                  <a:gd name="T4" fmla="*/ 24 w 136"/>
                  <a:gd name="T5" fmla="*/ 80 h 104"/>
                  <a:gd name="T6" fmla="*/ 0 w 136"/>
                  <a:gd name="T7" fmla="*/ 48 h 104"/>
                  <a:gd name="T8" fmla="*/ 136 w 136"/>
                  <a:gd name="T9" fmla="*/ 0 h 104"/>
                  <a:gd name="T10" fmla="*/ 0 60000 65536"/>
                  <a:gd name="T11" fmla="*/ 0 60000 65536"/>
                  <a:gd name="T12" fmla="*/ 0 60000 65536"/>
                  <a:gd name="T13" fmla="*/ 0 60000 65536"/>
                  <a:gd name="T14" fmla="*/ 0 60000 65536"/>
                  <a:gd name="T15" fmla="*/ 0 w 136"/>
                  <a:gd name="T16" fmla="*/ 0 h 104"/>
                  <a:gd name="T17" fmla="*/ 136 w 136"/>
                  <a:gd name="T18" fmla="*/ 104 h 104"/>
                </a:gdLst>
                <a:ahLst/>
                <a:cxnLst>
                  <a:cxn ang="T10">
                    <a:pos x="T0" y="T1"/>
                  </a:cxn>
                  <a:cxn ang="T11">
                    <a:pos x="T2" y="T3"/>
                  </a:cxn>
                  <a:cxn ang="T12">
                    <a:pos x="T4" y="T5"/>
                  </a:cxn>
                  <a:cxn ang="T13">
                    <a:pos x="T6" y="T7"/>
                  </a:cxn>
                  <a:cxn ang="T14">
                    <a:pos x="T8" y="T9"/>
                  </a:cxn>
                </a:cxnLst>
                <a:rect l="T15" t="T16" r="T17" b="T18"/>
                <a:pathLst>
                  <a:path w="136" h="104">
                    <a:moveTo>
                      <a:pt x="136" y="0"/>
                    </a:moveTo>
                    <a:lnTo>
                      <a:pt x="40" y="104"/>
                    </a:lnTo>
                    <a:lnTo>
                      <a:pt x="24" y="80"/>
                    </a:lnTo>
                    <a:lnTo>
                      <a:pt x="0" y="48"/>
                    </a:lnTo>
                    <a:lnTo>
                      <a:pt x="136" y="0"/>
                    </a:lnTo>
                    <a:close/>
                  </a:path>
                </a:pathLst>
              </a:custGeom>
              <a:solidFill>
                <a:schemeClr val="bg2"/>
              </a:solidFill>
              <a:ln w="9525">
                <a:solidFill>
                  <a:schemeClr val="bg2"/>
                </a:solidFill>
                <a:round/>
                <a:headEnd/>
                <a:tailEnd/>
              </a:ln>
            </p:spPr>
            <p:txBody>
              <a:bodyPr/>
              <a:lstStyle/>
              <a:p>
                <a:endParaRPr lang="en-US"/>
              </a:p>
            </p:txBody>
          </p:sp>
          <p:sp>
            <p:nvSpPr>
              <p:cNvPr id="108096" name="Line 926"/>
              <p:cNvSpPr>
                <a:spLocks noChangeShapeType="1"/>
              </p:cNvSpPr>
              <p:nvPr/>
            </p:nvSpPr>
            <p:spPr bwMode="auto">
              <a:xfrm flipV="1">
                <a:off x="2854" y="2766"/>
                <a:ext cx="798" cy="520"/>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7797" name="Group 927"/>
            <p:cNvGrpSpPr>
              <a:grpSpLocks/>
            </p:cNvGrpSpPr>
            <p:nvPr/>
          </p:nvGrpSpPr>
          <p:grpSpPr bwMode="auto">
            <a:xfrm>
              <a:off x="2862" y="1781"/>
              <a:ext cx="1349" cy="1188"/>
              <a:chOff x="2862" y="1781"/>
              <a:chExt cx="1349" cy="1188"/>
            </a:xfrm>
          </p:grpSpPr>
          <p:sp>
            <p:nvSpPr>
              <p:cNvPr id="108093" name="Freeform 928"/>
              <p:cNvSpPr>
                <a:spLocks/>
              </p:cNvSpPr>
              <p:nvPr/>
            </p:nvSpPr>
            <p:spPr bwMode="auto">
              <a:xfrm>
                <a:off x="4091" y="1781"/>
                <a:ext cx="120" cy="111"/>
              </a:xfrm>
              <a:custGeom>
                <a:avLst/>
                <a:gdLst>
                  <a:gd name="T0" fmla="*/ 120 w 120"/>
                  <a:gd name="T1" fmla="*/ 0 h 111"/>
                  <a:gd name="T2" fmla="*/ 40 w 120"/>
                  <a:gd name="T3" fmla="*/ 111 h 111"/>
                  <a:gd name="T4" fmla="*/ 16 w 120"/>
                  <a:gd name="T5" fmla="*/ 87 h 111"/>
                  <a:gd name="T6" fmla="*/ 0 w 120"/>
                  <a:gd name="T7" fmla="*/ 64 h 111"/>
                  <a:gd name="T8" fmla="*/ 120 w 120"/>
                  <a:gd name="T9" fmla="*/ 0 h 111"/>
                  <a:gd name="T10" fmla="*/ 0 60000 65536"/>
                  <a:gd name="T11" fmla="*/ 0 60000 65536"/>
                  <a:gd name="T12" fmla="*/ 0 60000 65536"/>
                  <a:gd name="T13" fmla="*/ 0 60000 65536"/>
                  <a:gd name="T14" fmla="*/ 0 60000 65536"/>
                  <a:gd name="T15" fmla="*/ 0 w 120"/>
                  <a:gd name="T16" fmla="*/ 0 h 111"/>
                  <a:gd name="T17" fmla="*/ 120 w 120"/>
                  <a:gd name="T18" fmla="*/ 111 h 111"/>
                </a:gdLst>
                <a:ahLst/>
                <a:cxnLst>
                  <a:cxn ang="T10">
                    <a:pos x="T0" y="T1"/>
                  </a:cxn>
                  <a:cxn ang="T11">
                    <a:pos x="T2" y="T3"/>
                  </a:cxn>
                  <a:cxn ang="T12">
                    <a:pos x="T4" y="T5"/>
                  </a:cxn>
                  <a:cxn ang="T13">
                    <a:pos x="T6" y="T7"/>
                  </a:cxn>
                  <a:cxn ang="T14">
                    <a:pos x="T8" y="T9"/>
                  </a:cxn>
                </a:cxnLst>
                <a:rect l="T15" t="T16" r="T17" b="T18"/>
                <a:pathLst>
                  <a:path w="120" h="111">
                    <a:moveTo>
                      <a:pt x="120" y="0"/>
                    </a:moveTo>
                    <a:lnTo>
                      <a:pt x="40" y="111"/>
                    </a:lnTo>
                    <a:lnTo>
                      <a:pt x="16" y="87"/>
                    </a:lnTo>
                    <a:lnTo>
                      <a:pt x="0" y="64"/>
                    </a:lnTo>
                    <a:lnTo>
                      <a:pt x="120" y="0"/>
                    </a:lnTo>
                    <a:close/>
                  </a:path>
                </a:pathLst>
              </a:custGeom>
              <a:solidFill>
                <a:schemeClr val="bg2"/>
              </a:solidFill>
              <a:ln w="9525">
                <a:solidFill>
                  <a:schemeClr val="bg2"/>
                </a:solidFill>
                <a:round/>
                <a:headEnd/>
                <a:tailEnd/>
              </a:ln>
            </p:spPr>
            <p:txBody>
              <a:bodyPr/>
              <a:lstStyle/>
              <a:p>
                <a:endParaRPr lang="en-US"/>
              </a:p>
            </p:txBody>
          </p:sp>
          <p:sp>
            <p:nvSpPr>
              <p:cNvPr id="108094" name="Line 929"/>
              <p:cNvSpPr>
                <a:spLocks noChangeShapeType="1"/>
              </p:cNvSpPr>
              <p:nvPr/>
            </p:nvSpPr>
            <p:spPr bwMode="auto">
              <a:xfrm flipV="1">
                <a:off x="2862" y="1863"/>
                <a:ext cx="1253" cy="1106"/>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7798" name="Group 930"/>
            <p:cNvGrpSpPr>
              <a:grpSpLocks/>
            </p:cNvGrpSpPr>
            <p:nvPr/>
          </p:nvGrpSpPr>
          <p:grpSpPr bwMode="auto">
            <a:xfrm>
              <a:off x="1944" y="2687"/>
              <a:ext cx="886" cy="282"/>
              <a:chOff x="1944" y="2687"/>
              <a:chExt cx="886" cy="282"/>
            </a:xfrm>
          </p:grpSpPr>
          <p:sp>
            <p:nvSpPr>
              <p:cNvPr id="108091" name="Freeform 931"/>
              <p:cNvSpPr>
                <a:spLocks/>
              </p:cNvSpPr>
              <p:nvPr/>
            </p:nvSpPr>
            <p:spPr bwMode="auto">
              <a:xfrm>
                <a:off x="2694" y="2897"/>
                <a:ext cx="136" cy="72"/>
              </a:xfrm>
              <a:custGeom>
                <a:avLst/>
                <a:gdLst>
                  <a:gd name="T0" fmla="*/ 136 w 136"/>
                  <a:gd name="T1" fmla="*/ 72 h 72"/>
                  <a:gd name="T2" fmla="*/ 0 w 136"/>
                  <a:gd name="T3" fmla="*/ 64 h 72"/>
                  <a:gd name="T4" fmla="*/ 8 w 136"/>
                  <a:gd name="T5" fmla="*/ 32 h 72"/>
                  <a:gd name="T6" fmla="*/ 24 w 136"/>
                  <a:gd name="T7" fmla="*/ 0 h 72"/>
                  <a:gd name="T8" fmla="*/ 136 w 136"/>
                  <a:gd name="T9" fmla="*/ 72 h 72"/>
                  <a:gd name="T10" fmla="*/ 0 60000 65536"/>
                  <a:gd name="T11" fmla="*/ 0 60000 65536"/>
                  <a:gd name="T12" fmla="*/ 0 60000 65536"/>
                  <a:gd name="T13" fmla="*/ 0 60000 65536"/>
                  <a:gd name="T14" fmla="*/ 0 60000 65536"/>
                  <a:gd name="T15" fmla="*/ 0 w 136"/>
                  <a:gd name="T16" fmla="*/ 0 h 72"/>
                  <a:gd name="T17" fmla="*/ 136 w 136"/>
                  <a:gd name="T18" fmla="*/ 72 h 72"/>
                </a:gdLst>
                <a:ahLst/>
                <a:cxnLst>
                  <a:cxn ang="T10">
                    <a:pos x="T0" y="T1"/>
                  </a:cxn>
                  <a:cxn ang="T11">
                    <a:pos x="T2" y="T3"/>
                  </a:cxn>
                  <a:cxn ang="T12">
                    <a:pos x="T4" y="T5"/>
                  </a:cxn>
                  <a:cxn ang="T13">
                    <a:pos x="T6" y="T7"/>
                  </a:cxn>
                  <a:cxn ang="T14">
                    <a:pos x="T8" y="T9"/>
                  </a:cxn>
                </a:cxnLst>
                <a:rect l="T15" t="T16" r="T17" b="T18"/>
                <a:pathLst>
                  <a:path w="136" h="72">
                    <a:moveTo>
                      <a:pt x="136" y="72"/>
                    </a:moveTo>
                    <a:lnTo>
                      <a:pt x="0" y="64"/>
                    </a:lnTo>
                    <a:lnTo>
                      <a:pt x="8" y="32"/>
                    </a:lnTo>
                    <a:lnTo>
                      <a:pt x="24" y="0"/>
                    </a:lnTo>
                    <a:lnTo>
                      <a:pt x="136" y="72"/>
                    </a:lnTo>
                    <a:close/>
                  </a:path>
                </a:pathLst>
              </a:custGeom>
              <a:solidFill>
                <a:schemeClr val="bg2"/>
              </a:solidFill>
              <a:ln w="9525">
                <a:solidFill>
                  <a:schemeClr val="bg2"/>
                </a:solidFill>
                <a:round/>
                <a:headEnd/>
                <a:tailEnd/>
              </a:ln>
            </p:spPr>
            <p:txBody>
              <a:bodyPr/>
              <a:lstStyle/>
              <a:p>
                <a:endParaRPr lang="en-US"/>
              </a:p>
            </p:txBody>
          </p:sp>
          <p:sp>
            <p:nvSpPr>
              <p:cNvPr id="108092" name="Line 932"/>
              <p:cNvSpPr>
                <a:spLocks noChangeShapeType="1"/>
              </p:cNvSpPr>
              <p:nvPr/>
            </p:nvSpPr>
            <p:spPr bwMode="auto">
              <a:xfrm>
                <a:off x="1944" y="2687"/>
                <a:ext cx="766" cy="244"/>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7799" name="Group 933"/>
            <p:cNvGrpSpPr>
              <a:grpSpLocks/>
            </p:cNvGrpSpPr>
            <p:nvPr/>
          </p:nvGrpSpPr>
          <p:grpSpPr bwMode="auto">
            <a:xfrm>
              <a:off x="1944" y="2395"/>
              <a:ext cx="1357" cy="1196"/>
              <a:chOff x="1944" y="2395"/>
              <a:chExt cx="1357" cy="1196"/>
            </a:xfrm>
          </p:grpSpPr>
          <p:sp>
            <p:nvSpPr>
              <p:cNvPr id="108089" name="Freeform 934"/>
              <p:cNvSpPr>
                <a:spLocks/>
              </p:cNvSpPr>
              <p:nvPr/>
            </p:nvSpPr>
            <p:spPr bwMode="auto">
              <a:xfrm>
                <a:off x="3173" y="2395"/>
                <a:ext cx="128" cy="112"/>
              </a:xfrm>
              <a:custGeom>
                <a:avLst/>
                <a:gdLst>
                  <a:gd name="T0" fmla="*/ 128 w 128"/>
                  <a:gd name="T1" fmla="*/ 0 h 112"/>
                  <a:gd name="T2" fmla="*/ 48 w 128"/>
                  <a:gd name="T3" fmla="*/ 112 h 112"/>
                  <a:gd name="T4" fmla="*/ 24 w 128"/>
                  <a:gd name="T5" fmla="*/ 88 h 112"/>
                  <a:gd name="T6" fmla="*/ 0 w 128"/>
                  <a:gd name="T7" fmla="*/ 64 h 112"/>
                  <a:gd name="T8" fmla="*/ 128 w 128"/>
                  <a:gd name="T9" fmla="*/ 0 h 112"/>
                  <a:gd name="T10" fmla="*/ 0 60000 65536"/>
                  <a:gd name="T11" fmla="*/ 0 60000 65536"/>
                  <a:gd name="T12" fmla="*/ 0 60000 65536"/>
                  <a:gd name="T13" fmla="*/ 0 60000 65536"/>
                  <a:gd name="T14" fmla="*/ 0 60000 65536"/>
                  <a:gd name="T15" fmla="*/ 0 w 128"/>
                  <a:gd name="T16" fmla="*/ 0 h 112"/>
                  <a:gd name="T17" fmla="*/ 128 w 128"/>
                  <a:gd name="T18" fmla="*/ 112 h 112"/>
                </a:gdLst>
                <a:ahLst/>
                <a:cxnLst>
                  <a:cxn ang="T10">
                    <a:pos x="T0" y="T1"/>
                  </a:cxn>
                  <a:cxn ang="T11">
                    <a:pos x="T2" y="T3"/>
                  </a:cxn>
                  <a:cxn ang="T12">
                    <a:pos x="T4" y="T5"/>
                  </a:cxn>
                  <a:cxn ang="T13">
                    <a:pos x="T6" y="T7"/>
                  </a:cxn>
                  <a:cxn ang="T14">
                    <a:pos x="T8" y="T9"/>
                  </a:cxn>
                </a:cxnLst>
                <a:rect l="T15" t="T16" r="T17" b="T18"/>
                <a:pathLst>
                  <a:path w="128" h="112">
                    <a:moveTo>
                      <a:pt x="128" y="0"/>
                    </a:moveTo>
                    <a:lnTo>
                      <a:pt x="48" y="112"/>
                    </a:lnTo>
                    <a:lnTo>
                      <a:pt x="24" y="88"/>
                    </a:lnTo>
                    <a:lnTo>
                      <a:pt x="0" y="64"/>
                    </a:lnTo>
                    <a:lnTo>
                      <a:pt x="128" y="0"/>
                    </a:lnTo>
                    <a:close/>
                  </a:path>
                </a:pathLst>
              </a:custGeom>
              <a:solidFill>
                <a:schemeClr val="bg2"/>
              </a:solidFill>
              <a:ln w="9525">
                <a:solidFill>
                  <a:schemeClr val="bg2"/>
                </a:solidFill>
                <a:round/>
                <a:headEnd/>
                <a:tailEnd/>
              </a:ln>
            </p:spPr>
            <p:txBody>
              <a:bodyPr/>
              <a:lstStyle/>
              <a:p>
                <a:endParaRPr lang="en-US"/>
              </a:p>
            </p:txBody>
          </p:sp>
          <p:sp>
            <p:nvSpPr>
              <p:cNvPr id="108090" name="Line 935"/>
              <p:cNvSpPr>
                <a:spLocks noChangeShapeType="1"/>
              </p:cNvSpPr>
              <p:nvPr/>
            </p:nvSpPr>
            <p:spPr bwMode="auto">
              <a:xfrm flipV="1">
                <a:off x="1944" y="2477"/>
                <a:ext cx="1261" cy="1114"/>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7800" name="Group 936"/>
            <p:cNvGrpSpPr>
              <a:grpSpLocks/>
            </p:cNvGrpSpPr>
            <p:nvPr/>
          </p:nvGrpSpPr>
          <p:grpSpPr bwMode="auto">
            <a:xfrm>
              <a:off x="3317" y="3293"/>
              <a:ext cx="886" cy="282"/>
              <a:chOff x="3317" y="3293"/>
              <a:chExt cx="886" cy="282"/>
            </a:xfrm>
          </p:grpSpPr>
          <p:sp>
            <p:nvSpPr>
              <p:cNvPr id="108087" name="Freeform 937"/>
              <p:cNvSpPr>
                <a:spLocks/>
              </p:cNvSpPr>
              <p:nvPr/>
            </p:nvSpPr>
            <p:spPr bwMode="auto">
              <a:xfrm>
                <a:off x="4067" y="3504"/>
                <a:ext cx="136" cy="71"/>
              </a:xfrm>
              <a:custGeom>
                <a:avLst/>
                <a:gdLst>
                  <a:gd name="T0" fmla="*/ 136 w 136"/>
                  <a:gd name="T1" fmla="*/ 71 h 71"/>
                  <a:gd name="T2" fmla="*/ 0 w 136"/>
                  <a:gd name="T3" fmla="*/ 63 h 71"/>
                  <a:gd name="T4" fmla="*/ 8 w 136"/>
                  <a:gd name="T5" fmla="*/ 32 h 71"/>
                  <a:gd name="T6" fmla="*/ 16 w 136"/>
                  <a:gd name="T7" fmla="*/ 0 h 71"/>
                  <a:gd name="T8" fmla="*/ 136 w 136"/>
                  <a:gd name="T9" fmla="*/ 71 h 71"/>
                  <a:gd name="T10" fmla="*/ 0 60000 65536"/>
                  <a:gd name="T11" fmla="*/ 0 60000 65536"/>
                  <a:gd name="T12" fmla="*/ 0 60000 65536"/>
                  <a:gd name="T13" fmla="*/ 0 60000 65536"/>
                  <a:gd name="T14" fmla="*/ 0 60000 65536"/>
                  <a:gd name="T15" fmla="*/ 0 w 136"/>
                  <a:gd name="T16" fmla="*/ 0 h 71"/>
                  <a:gd name="T17" fmla="*/ 136 w 136"/>
                  <a:gd name="T18" fmla="*/ 71 h 71"/>
                </a:gdLst>
                <a:ahLst/>
                <a:cxnLst>
                  <a:cxn ang="T10">
                    <a:pos x="T0" y="T1"/>
                  </a:cxn>
                  <a:cxn ang="T11">
                    <a:pos x="T2" y="T3"/>
                  </a:cxn>
                  <a:cxn ang="T12">
                    <a:pos x="T4" y="T5"/>
                  </a:cxn>
                  <a:cxn ang="T13">
                    <a:pos x="T6" y="T7"/>
                  </a:cxn>
                  <a:cxn ang="T14">
                    <a:pos x="T8" y="T9"/>
                  </a:cxn>
                </a:cxnLst>
                <a:rect l="T15" t="T16" r="T17" b="T18"/>
                <a:pathLst>
                  <a:path w="136" h="71">
                    <a:moveTo>
                      <a:pt x="136" y="71"/>
                    </a:moveTo>
                    <a:lnTo>
                      <a:pt x="0" y="63"/>
                    </a:lnTo>
                    <a:lnTo>
                      <a:pt x="8" y="32"/>
                    </a:lnTo>
                    <a:lnTo>
                      <a:pt x="16" y="0"/>
                    </a:lnTo>
                    <a:lnTo>
                      <a:pt x="136" y="71"/>
                    </a:lnTo>
                    <a:close/>
                  </a:path>
                </a:pathLst>
              </a:custGeom>
              <a:solidFill>
                <a:schemeClr val="bg2"/>
              </a:solidFill>
              <a:ln w="9525">
                <a:solidFill>
                  <a:schemeClr val="bg2"/>
                </a:solidFill>
                <a:round/>
                <a:headEnd/>
                <a:tailEnd/>
              </a:ln>
            </p:spPr>
            <p:txBody>
              <a:bodyPr/>
              <a:lstStyle/>
              <a:p>
                <a:endParaRPr lang="en-US"/>
              </a:p>
            </p:txBody>
          </p:sp>
          <p:sp>
            <p:nvSpPr>
              <p:cNvPr id="108088" name="Line 938"/>
              <p:cNvSpPr>
                <a:spLocks noChangeShapeType="1"/>
              </p:cNvSpPr>
              <p:nvPr/>
            </p:nvSpPr>
            <p:spPr bwMode="auto">
              <a:xfrm>
                <a:off x="3317" y="3293"/>
                <a:ext cx="766" cy="244"/>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7801" name="Group 939"/>
            <p:cNvGrpSpPr>
              <a:grpSpLocks/>
            </p:cNvGrpSpPr>
            <p:nvPr/>
          </p:nvGrpSpPr>
          <p:grpSpPr bwMode="auto">
            <a:xfrm>
              <a:off x="3317" y="2682"/>
              <a:ext cx="1349" cy="619"/>
              <a:chOff x="3317" y="2682"/>
              <a:chExt cx="1349" cy="619"/>
            </a:xfrm>
          </p:grpSpPr>
          <p:sp>
            <p:nvSpPr>
              <p:cNvPr id="108085" name="Freeform 940"/>
              <p:cNvSpPr>
                <a:spLocks/>
              </p:cNvSpPr>
              <p:nvPr/>
            </p:nvSpPr>
            <p:spPr bwMode="auto">
              <a:xfrm>
                <a:off x="4530" y="2682"/>
                <a:ext cx="136" cy="88"/>
              </a:xfrm>
              <a:custGeom>
                <a:avLst/>
                <a:gdLst>
                  <a:gd name="T0" fmla="*/ 136 w 136"/>
                  <a:gd name="T1" fmla="*/ 0 h 88"/>
                  <a:gd name="T2" fmla="*/ 32 w 136"/>
                  <a:gd name="T3" fmla="*/ 88 h 88"/>
                  <a:gd name="T4" fmla="*/ 16 w 136"/>
                  <a:gd name="T5" fmla="*/ 56 h 88"/>
                  <a:gd name="T6" fmla="*/ 0 w 136"/>
                  <a:gd name="T7" fmla="*/ 32 h 88"/>
                  <a:gd name="T8" fmla="*/ 136 w 136"/>
                  <a:gd name="T9" fmla="*/ 0 h 88"/>
                  <a:gd name="T10" fmla="*/ 0 60000 65536"/>
                  <a:gd name="T11" fmla="*/ 0 60000 65536"/>
                  <a:gd name="T12" fmla="*/ 0 60000 65536"/>
                  <a:gd name="T13" fmla="*/ 0 60000 65536"/>
                  <a:gd name="T14" fmla="*/ 0 60000 65536"/>
                  <a:gd name="T15" fmla="*/ 0 w 136"/>
                  <a:gd name="T16" fmla="*/ 0 h 88"/>
                  <a:gd name="T17" fmla="*/ 136 w 136"/>
                  <a:gd name="T18" fmla="*/ 88 h 88"/>
                </a:gdLst>
                <a:ahLst/>
                <a:cxnLst>
                  <a:cxn ang="T10">
                    <a:pos x="T0" y="T1"/>
                  </a:cxn>
                  <a:cxn ang="T11">
                    <a:pos x="T2" y="T3"/>
                  </a:cxn>
                  <a:cxn ang="T12">
                    <a:pos x="T4" y="T5"/>
                  </a:cxn>
                  <a:cxn ang="T13">
                    <a:pos x="T6" y="T7"/>
                  </a:cxn>
                  <a:cxn ang="T14">
                    <a:pos x="T8" y="T9"/>
                  </a:cxn>
                </a:cxnLst>
                <a:rect l="T15" t="T16" r="T17" b="T18"/>
                <a:pathLst>
                  <a:path w="136" h="88">
                    <a:moveTo>
                      <a:pt x="136" y="0"/>
                    </a:moveTo>
                    <a:lnTo>
                      <a:pt x="32" y="88"/>
                    </a:lnTo>
                    <a:lnTo>
                      <a:pt x="16" y="56"/>
                    </a:lnTo>
                    <a:lnTo>
                      <a:pt x="0" y="32"/>
                    </a:lnTo>
                    <a:lnTo>
                      <a:pt x="136" y="0"/>
                    </a:lnTo>
                    <a:close/>
                  </a:path>
                </a:pathLst>
              </a:custGeom>
              <a:solidFill>
                <a:schemeClr val="bg2"/>
              </a:solidFill>
              <a:ln w="9525">
                <a:solidFill>
                  <a:schemeClr val="bg2"/>
                </a:solidFill>
                <a:round/>
                <a:headEnd/>
                <a:tailEnd/>
              </a:ln>
            </p:spPr>
            <p:txBody>
              <a:bodyPr/>
              <a:lstStyle/>
              <a:p>
                <a:endParaRPr lang="en-US"/>
              </a:p>
            </p:txBody>
          </p:sp>
          <p:sp>
            <p:nvSpPr>
              <p:cNvPr id="108086" name="Line 941"/>
              <p:cNvSpPr>
                <a:spLocks noChangeShapeType="1"/>
              </p:cNvSpPr>
              <p:nvPr/>
            </p:nvSpPr>
            <p:spPr bwMode="auto">
              <a:xfrm flipV="1">
                <a:off x="3317" y="2736"/>
                <a:ext cx="1237" cy="565"/>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7802" name="Group 942"/>
            <p:cNvGrpSpPr>
              <a:grpSpLocks/>
            </p:cNvGrpSpPr>
            <p:nvPr/>
          </p:nvGrpSpPr>
          <p:grpSpPr bwMode="auto">
            <a:xfrm>
              <a:off x="3317" y="2387"/>
              <a:ext cx="886" cy="282"/>
              <a:chOff x="3317" y="2387"/>
              <a:chExt cx="886" cy="282"/>
            </a:xfrm>
          </p:grpSpPr>
          <p:sp>
            <p:nvSpPr>
              <p:cNvPr id="108083" name="Freeform 943"/>
              <p:cNvSpPr>
                <a:spLocks/>
              </p:cNvSpPr>
              <p:nvPr/>
            </p:nvSpPr>
            <p:spPr bwMode="auto">
              <a:xfrm>
                <a:off x="4067" y="2387"/>
                <a:ext cx="136" cy="72"/>
              </a:xfrm>
              <a:custGeom>
                <a:avLst/>
                <a:gdLst>
                  <a:gd name="T0" fmla="*/ 136 w 136"/>
                  <a:gd name="T1" fmla="*/ 0 h 72"/>
                  <a:gd name="T2" fmla="*/ 16 w 136"/>
                  <a:gd name="T3" fmla="*/ 72 h 72"/>
                  <a:gd name="T4" fmla="*/ 8 w 136"/>
                  <a:gd name="T5" fmla="*/ 40 h 72"/>
                  <a:gd name="T6" fmla="*/ 0 w 136"/>
                  <a:gd name="T7" fmla="*/ 8 h 72"/>
                  <a:gd name="T8" fmla="*/ 136 w 136"/>
                  <a:gd name="T9" fmla="*/ 0 h 72"/>
                  <a:gd name="T10" fmla="*/ 0 60000 65536"/>
                  <a:gd name="T11" fmla="*/ 0 60000 65536"/>
                  <a:gd name="T12" fmla="*/ 0 60000 65536"/>
                  <a:gd name="T13" fmla="*/ 0 60000 65536"/>
                  <a:gd name="T14" fmla="*/ 0 60000 65536"/>
                  <a:gd name="T15" fmla="*/ 0 w 136"/>
                  <a:gd name="T16" fmla="*/ 0 h 72"/>
                  <a:gd name="T17" fmla="*/ 136 w 136"/>
                  <a:gd name="T18" fmla="*/ 72 h 72"/>
                </a:gdLst>
                <a:ahLst/>
                <a:cxnLst>
                  <a:cxn ang="T10">
                    <a:pos x="T0" y="T1"/>
                  </a:cxn>
                  <a:cxn ang="T11">
                    <a:pos x="T2" y="T3"/>
                  </a:cxn>
                  <a:cxn ang="T12">
                    <a:pos x="T4" y="T5"/>
                  </a:cxn>
                  <a:cxn ang="T13">
                    <a:pos x="T6" y="T7"/>
                  </a:cxn>
                  <a:cxn ang="T14">
                    <a:pos x="T8" y="T9"/>
                  </a:cxn>
                </a:cxnLst>
                <a:rect l="T15" t="T16" r="T17" b="T18"/>
                <a:pathLst>
                  <a:path w="136" h="72">
                    <a:moveTo>
                      <a:pt x="136" y="0"/>
                    </a:moveTo>
                    <a:lnTo>
                      <a:pt x="16" y="72"/>
                    </a:lnTo>
                    <a:lnTo>
                      <a:pt x="8" y="40"/>
                    </a:lnTo>
                    <a:lnTo>
                      <a:pt x="0" y="8"/>
                    </a:lnTo>
                    <a:lnTo>
                      <a:pt x="136" y="0"/>
                    </a:lnTo>
                    <a:close/>
                  </a:path>
                </a:pathLst>
              </a:custGeom>
              <a:solidFill>
                <a:schemeClr val="bg2"/>
              </a:solidFill>
              <a:ln w="9525">
                <a:solidFill>
                  <a:schemeClr val="bg2"/>
                </a:solidFill>
                <a:round/>
                <a:headEnd/>
                <a:tailEnd/>
              </a:ln>
            </p:spPr>
            <p:txBody>
              <a:bodyPr/>
              <a:lstStyle/>
              <a:p>
                <a:endParaRPr lang="en-US"/>
              </a:p>
            </p:txBody>
          </p:sp>
          <p:sp>
            <p:nvSpPr>
              <p:cNvPr id="108084" name="Line 944"/>
              <p:cNvSpPr>
                <a:spLocks noChangeShapeType="1"/>
              </p:cNvSpPr>
              <p:nvPr/>
            </p:nvSpPr>
            <p:spPr bwMode="auto">
              <a:xfrm flipV="1">
                <a:off x="3317" y="2426"/>
                <a:ext cx="766" cy="243"/>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7803" name="Group 945"/>
            <p:cNvGrpSpPr>
              <a:grpSpLocks/>
            </p:cNvGrpSpPr>
            <p:nvPr/>
          </p:nvGrpSpPr>
          <p:grpSpPr bwMode="auto">
            <a:xfrm>
              <a:off x="3780" y="2387"/>
              <a:ext cx="886" cy="282"/>
              <a:chOff x="3780" y="2387"/>
              <a:chExt cx="886" cy="282"/>
            </a:xfrm>
          </p:grpSpPr>
          <p:sp>
            <p:nvSpPr>
              <p:cNvPr id="108081" name="Freeform 946"/>
              <p:cNvSpPr>
                <a:spLocks/>
              </p:cNvSpPr>
              <p:nvPr/>
            </p:nvSpPr>
            <p:spPr bwMode="auto">
              <a:xfrm>
                <a:off x="4522" y="2387"/>
                <a:ext cx="144" cy="72"/>
              </a:xfrm>
              <a:custGeom>
                <a:avLst/>
                <a:gdLst>
                  <a:gd name="T0" fmla="*/ 144 w 144"/>
                  <a:gd name="T1" fmla="*/ 0 h 72"/>
                  <a:gd name="T2" fmla="*/ 24 w 144"/>
                  <a:gd name="T3" fmla="*/ 72 h 72"/>
                  <a:gd name="T4" fmla="*/ 16 w 144"/>
                  <a:gd name="T5" fmla="*/ 40 h 72"/>
                  <a:gd name="T6" fmla="*/ 0 w 144"/>
                  <a:gd name="T7" fmla="*/ 8 h 72"/>
                  <a:gd name="T8" fmla="*/ 144 w 144"/>
                  <a:gd name="T9" fmla="*/ 0 h 72"/>
                  <a:gd name="T10" fmla="*/ 0 60000 65536"/>
                  <a:gd name="T11" fmla="*/ 0 60000 65536"/>
                  <a:gd name="T12" fmla="*/ 0 60000 65536"/>
                  <a:gd name="T13" fmla="*/ 0 60000 65536"/>
                  <a:gd name="T14" fmla="*/ 0 60000 65536"/>
                  <a:gd name="T15" fmla="*/ 0 w 144"/>
                  <a:gd name="T16" fmla="*/ 0 h 72"/>
                  <a:gd name="T17" fmla="*/ 144 w 144"/>
                  <a:gd name="T18" fmla="*/ 72 h 72"/>
                </a:gdLst>
                <a:ahLst/>
                <a:cxnLst>
                  <a:cxn ang="T10">
                    <a:pos x="T0" y="T1"/>
                  </a:cxn>
                  <a:cxn ang="T11">
                    <a:pos x="T2" y="T3"/>
                  </a:cxn>
                  <a:cxn ang="T12">
                    <a:pos x="T4" y="T5"/>
                  </a:cxn>
                  <a:cxn ang="T13">
                    <a:pos x="T6" y="T7"/>
                  </a:cxn>
                  <a:cxn ang="T14">
                    <a:pos x="T8" y="T9"/>
                  </a:cxn>
                </a:cxnLst>
                <a:rect l="T15" t="T16" r="T17" b="T18"/>
                <a:pathLst>
                  <a:path w="144" h="72">
                    <a:moveTo>
                      <a:pt x="144" y="0"/>
                    </a:moveTo>
                    <a:lnTo>
                      <a:pt x="24" y="72"/>
                    </a:lnTo>
                    <a:lnTo>
                      <a:pt x="16" y="40"/>
                    </a:lnTo>
                    <a:lnTo>
                      <a:pt x="0" y="8"/>
                    </a:lnTo>
                    <a:lnTo>
                      <a:pt x="144" y="0"/>
                    </a:lnTo>
                    <a:close/>
                  </a:path>
                </a:pathLst>
              </a:custGeom>
              <a:solidFill>
                <a:schemeClr val="bg2"/>
              </a:solidFill>
              <a:ln w="9525">
                <a:solidFill>
                  <a:schemeClr val="bg2"/>
                </a:solidFill>
                <a:round/>
                <a:headEnd/>
                <a:tailEnd/>
              </a:ln>
            </p:spPr>
            <p:txBody>
              <a:bodyPr/>
              <a:lstStyle/>
              <a:p>
                <a:endParaRPr lang="en-US"/>
              </a:p>
            </p:txBody>
          </p:sp>
          <p:sp>
            <p:nvSpPr>
              <p:cNvPr id="108082" name="Line 947"/>
              <p:cNvSpPr>
                <a:spLocks noChangeShapeType="1"/>
              </p:cNvSpPr>
              <p:nvPr/>
            </p:nvSpPr>
            <p:spPr bwMode="auto">
              <a:xfrm flipV="1">
                <a:off x="3780" y="2426"/>
                <a:ext cx="766" cy="243"/>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7804" name="Group 948"/>
            <p:cNvGrpSpPr>
              <a:grpSpLocks/>
            </p:cNvGrpSpPr>
            <p:nvPr/>
          </p:nvGrpSpPr>
          <p:grpSpPr bwMode="auto">
            <a:xfrm>
              <a:off x="1473" y="2993"/>
              <a:ext cx="886" cy="291"/>
              <a:chOff x="1473" y="2993"/>
              <a:chExt cx="886" cy="291"/>
            </a:xfrm>
          </p:grpSpPr>
          <p:sp>
            <p:nvSpPr>
              <p:cNvPr id="108079" name="Freeform 949"/>
              <p:cNvSpPr>
                <a:spLocks/>
              </p:cNvSpPr>
              <p:nvPr/>
            </p:nvSpPr>
            <p:spPr bwMode="auto">
              <a:xfrm>
                <a:off x="2223" y="2993"/>
                <a:ext cx="136" cy="72"/>
              </a:xfrm>
              <a:custGeom>
                <a:avLst/>
                <a:gdLst>
                  <a:gd name="T0" fmla="*/ 136 w 136"/>
                  <a:gd name="T1" fmla="*/ 0 h 72"/>
                  <a:gd name="T2" fmla="*/ 24 w 136"/>
                  <a:gd name="T3" fmla="*/ 72 h 72"/>
                  <a:gd name="T4" fmla="*/ 8 w 136"/>
                  <a:gd name="T5" fmla="*/ 40 h 72"/>
                  <a:gd name="T6" fmla="*/ 0 w 136"/>
                  <a:gd name="T7" fmla="*/ 8 h 72"/>
                  <a:gd name="T8" fmla="*/ 136 w 136"/>
                  <a:gd name="T9" fmla="*/ 0 h 72"/>
                  <a:gd name="T10" fmla="*/ 0 60000 65536"/>
                  <a:gd name="T11" fmla="*/ 0 60000 65536"/>
                  <a:gd name="T12" fmla="*/ 0 60000 65536"/>
                  <a:gd name="T13" fmla="*/ 0 60000 65536"/>
                  <a:gd name="T14" fmla="*/ 0 60000 65536"/>
                  <a:gd name="T15" fmla="*/ 0 w 136"/>
                  <a:gd name="T16" fmla="*/ 0 h 72"/>
                  <a:gd name="T17" fmla="*/ 136 w 136"/>
                  <a:gd name="T18" fmla="*/ 72 h 72"/>
                </a:gdLst>
                <a:ahLst/>
                <a:cxnLst>
                  <a:cxn ang="T10">
                    <a:pos x="T0" y="T1"/>
                  </a:cxn>
                  <a:cxn ang="T11">
                    <a:pos x="T2" y="T3"/>
                  </a:cxn>
                  <a:cxn ang="T12">
                    <a:pos x="T4" y="T5"/>
                  </a:cxn>
                  <a:cxn ang="T13">
                    <a:pos x="T6" y="T7"/>
                  </a:cxn>
                  <a:cxn ang="T14">
                    <a:pos x="T8" y="T9"/>
                  </a:cxn>
                </a:cxnLst>
                <a:rect l="T15" t="T16" r="T17" b="T18"/>
                <a:pathLst>
                  <a:path w="136" h="72">
                    <a:moveTo>
                      <a:pt x="136" y="0"/>
                    </a:moveTo>
                    <a:lnTo>
                      <a:pt x="24" y="72"/>
                    </a:lnTo>
                    <a:lnTo>
                      <a:pt x="8" y="40"/>
                    </a:lnTo>
                    <a:lnTo>
                      <a:pt x="0" y="8"/>
                    </a:lnTo>
                    <a:lnTo>
                      <a:pt x="136" y="0"/>
                    </a:lnTo>
                    <a:close/>
                  </a:path>
                </a:pathLst>
              </a:custGeom>
              <a:solidFill>
                <a:schemeClr val="bg2"/>
              </a:solidFill>
              <a:ln w="9525">
                <a:solidFill>
                  <a:schemeClr val="bg2"/>
                </a:solidFill>
                <a:round/>
                <a:headEnd/>
                <a:tailEnd/>
              </a:ln>
            </p:spPr>
            <p:txBody>
              <a:bodyPr/>
              <a:lstStyle/>
              <a:p>
                <a:endParaRPr lang="en-US"/>
              </a:p>
            </p:txBody>
          </p:sp>
          <p:sp>
            <p:nvSpPr>
              <p:cNvPr id="108080" name="Line 950"/>
              <p:cNvSpPr>
                <a:spLocks noChangeShapeType="1"/>
              </p:cNvSpPr>
              <p:nvPr/>
            </p:nvSpPr>
            <p:spPr bwMode="auto">
              <a:xfrm flipV="1">
                <a:off x="1473" y="3032"/>
                <a:ext cx="766" cy="252"/>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7805" name="Group 951"/>
            <p:cNvGrpSpPr>
              <a:grpSpLocks/>
            </p:cNvGrpSpPr>
            <p:nvPr/>
          </p:nvGrpSpPr>
          <p:grpSpPr bwMode="auto">
            <a:xfrm>
              <a:off x="1497" y="1765"/>
              <a:ext cx="878" cy="290"/>
              <a:chOff x="1497" y="1765"/>
              <a:chExt cx="878" cy="290"/>
            </a:xfrm>
          </p:grpSpPr>
          <p:sp>
            <p:nvSpPr>
              <p:cNvPr id="108077" name="Freeform 952"/>
              <p:cNvSpPr>
                <a:spLocks/>
              </p:cNvSpPr>
              <p:nvPr/>
            </p:nvSpPr>
            <p:spPr bwMode="auto">
              <a:xfrm>
                <a:off x="2239" y="1765"/>
                <a:ext cx="136" cy="72"/>
              </a:xfrm>
              <a:custGeom>
                <a:avLst/>
                <a:gdLst>
                  <a:gd name="T0" fmla="*/ 136 w 136"/>
                  <a:gd name="T1" fmla="*/ 0 h 72"/>
                  <a:gd name="T2" fmla="*/ 24 w 136"/>
                  <a:gd name="T3" fmla="*/ 72 h 72"/>
                  <a:gd name="T4" fmla="*/ 8 w 136"/>
                  <a:gd name="T5" fmla="*/ 40 h 72"/>
                  <a:gd name="T6" fmla="*/ 0 w 136"/>
                  <a:gd name="T7" fmla="*/ 8 h 72"/>
                  <a:gd name="T8" fmla="*/ 136 w 136"/>
                  <a:gd name="T9" fmla="*/ 0 h 72"/>
                  <a:gd name="T10" fmla="*/ 0 60000 65536"/>
                  <a:gd name="T11" fmla="*/ 0 60000 65536"/>
                  <a:gd name="T12" fmla="*/ 0 60000 65536"/>
                  <a:gd name="T13" fmla="*/ 0 60000 65536"/>
                  <a:gd name="T14" fmla="*/ 0 60000 65536"/>
                  <a:gd name="T15" fmla="*/ 0 w 136"/>
                  <a:gd name="T16" fmla="*/ 0 h 72"/>
                  <a:gd name="T17" fmla="*/ 136 w 136"/>
                  <a:gd name="T18" fmla="*/ 72 h 72"/>
                </a:gdLst>
                <a:ahLst/>
                <a:cxnLst>
                  <a:cxn ang="T10">
                    <a:pos x="T0" y="T1"/>
                  </a:cxn>
                  <a:cxn ang="T11">
                    <a:pos x="T2" y="T3"/>
                  </a:cxn>
                  <a:cxn ang="T12">
                    <a:pos x="T4" y="T5"/>
                  </a:cxn>
                  <a:cxn ang="T13">
                    <a:pos x="T6" y="T7"/>
                  </a:cxn>
                  <a:cxn ang="T14">
                    <a:pos x="T8" y="T9"/>
                  </a:cxn>
                </a:cxnLst>
                <a:rect l="T15" t="T16" r="T17" b="T18"/>
                <a:pathLst>
                  <a:path w="136" h="72">
                    <a:moveTo>
                      <a:pt x="136" y="0"/>
                    </a:moveTo>
                    <a:lnTo>
                      <a:pt x="24" y="72"/>
                    </a:lnTo>
                    <a:lnTo>
                      <a:pt x="8" y="40"/>
                    </a:lnTo>
                    <a:lnTo>
                      <a:pt x="0" y="8"/>
                    </a:lnTo>
                    <a:lnTo>
                      <a:pt x="136" y="0"/>
                    </a:lnTo>
                    <a:close/>
                  </a:path>
                </a:pathLst>
              </a:custGeom>
              <a:solidFill>
                <a:schemeClr val="bg2"/>
              </a:solidFill>
              <a:ln w="9525">
                <a:solidFill>
                  <a:schemeClr val="bg2"/>
                </a:solidFill>
                <a:round/>
                <a:headEnd/>
                <a:tailEnd/>
              </a:ln>
            </p:spPr>
            <p:txBody>
              <a:bodyPr/>
              <a:lstStyle/>
              <a:p>
                <a:endParaRPr lang="en-US"/>
              </a:p>
            </p:txBody>
          </p:sp>
          <p:sp>
            <p:nvSpPr>
              <p:cNvPr id="108078" name="Line 953"/>
              <p:cNvSpPr>
                <a:spLocks noChangeShapeType="1"/>
              </p:cNvSpPr>
              <p:nvPr/>
            </p:nvSpPr>
            <p:spPr bwMode="auto">
              <a:xfrm flipV="1">
                <a:off x="1497" y="1803"/>
                <a:ext cx="758" cy="252"/>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7806" name="Group 954"/>
            <p:cNvGrpSpPr>
              <a:grpSpLocks/>
            </p:cNvGrpSpPr>
            <p:nvPr/>
          </p:nvGrpSpPr>
          <p:grpSpPr bwMode="auto">
            <a:xfrm>
              <a:off x="1938" y="1765"/>
              <a:ext cx="892" cy="1507"/>
              <a:chOff x="1938" y="1765"/>
              <a:chExt cx="892" cy="1507"/>
            </a:xfrm>
          </p:grpSpPr>
          <p:sp>
            <p:nvSpPr>
              <p:cNvPr id="108075" name="Freeform 955"/>
              <p:cNvSpPr>
                <a:spLocks/>
              </p:cNvSpPr>
              <p:nvPr/>
            </p:nvSpPr>
            <p:spPr bwMode="auto">
              <a:xfrm>
                <a:off x="2726" y="3145"/>
                <a:ext cx="104" cy="127"/>
              </a:xfrm>
              <a:custGeom>
                <a:avLst/>
                <a:gdLst>
                  <a:gd name="T0" fmla="*/ 104 w 104"/>
                  <a:gd name="T1" fmla="*/ 127 h 127"/>
                  <a:gd name="T2" fmla="*/ 0 w 104"/>
                  <a:gd name="T3" fmla="*/ 32 h 127"/>
                  <a:gd name="T4" fmla="*/ 32 w 104"/>
                  <a:gd name="T5" fmla="*/ 16 h 127"/>
                  <a:gd name="T6" fmla="*/ 64 w 104"/>
                  <a:gd name="T7" fmla="*/ 0 h 127"/>
                  <a:gd name="T8" fmla="*/ 104 w 104"/>
                  <a:gd name="T9" fmla="*/ 127 h 127"/>
                  <a:gd name="T10" fmla="*/ 0 60000 65536"/>
                  <a:gd name="T11" fmla="*/ 0 60000 65536"/>
                  <a:gd name="T12" fmla="*/ 0 60000 65536"/>
                  <a:gd name="T13" fmla="*/ 0 60000 65536"/>
                  <a:gd name="T14" fmla="*/ 0 60000 65536"/>
                  <a:gd name="T15" fmla="*/ 0 w 104"/>
                  <a:gd name="T16" fmla="*/ 0 h 127"/>
                  <a:gd name="T17" fmla="*/ 104 w 104"/>
                  <a:gd name="T18" fmla="*/ 127 h 127"/>
                </a:gdLst>
                <a:ahLst/>
                <a:cxnLst>
                  <a:cxn ang="T10">
                    <a:pos x="T0" y="T1"/>
                  </a:cxn>
                  <a:cxn ang="T11">
                    <a:pos x="T2" y="T3"/>
                  </a:cxn>
                  <a:cxn ang="T12">
                    <a:pos x="T4" y="T5"/>
                  </a:cxn>
                  <a:cxn ang="T13">
                    <a:pos x="T6" y="T7"/>
                  </a:cxn>
                  <a:cxn ang="T14">
                    <a:pos x="T8" y="T9"/>
                  </a:cxn>
                </a:cxnLst>
                <a:rect l="T15" t="T16" r="T17" b="T18"/>
                <a:pathLst>
                  <a:path w="104" h="127">
                    <a:moveTo>
                      <a:pt x="104" y="127"/>
                    </a:moveTo>
                    <a:lnTo>
                      <a:pt x="0" y="32"/>
                    </a:lnTo>
                    <a:lnTo>
                      <a:pt x="32" y="16"/>
                    </a:lnTo>
                    <a:lnTo>
                      <a:pt x="64" y="0"/>
                    </a:lnTo>
                    <a:lnTo>
                      <a:pt x="104" y="127"/>
                    </a:lnTo>
                    <a:close/>
                  </a:path>
                </a:pathLst>
              </a:custGeom>
              <a:solidFill>
                <a:schemeClr val="bg2"/>
              </a:solidFill>
              <a:ln w="9525">
                <a:solidFill>
                  <a:schemeClr val="bg2"/>
                </a:solidFill>
                <a:round/>
                <a:headEnd/>
                <a:tailEnd/>
              </a:ln>
            </p:spPr>
            <p:txBody>
              <a:bodyPr/>
              <a:lstStyle/>
              <a:p>
                <a:endParaRPr lang="en-US"/>
              </a:p>
            </p:txBody>
          </p:sp>
          <p:sp>
            <p:nvSpPr>
              <p:cNvPr id="108076" name="Line 956"/>
              <p:cNvSpPr>
                <a:spLocks noChangeShapeType="1"/>
              </p:cNvSpPr>
              <p:nvPr/>
            </p:nvSpPr>
            <p:spPr bwMode="auto">
              <a:xfrm>
                <a:off x="1938" y="1765"/>
                <a:ext cx="823" cy="1404"/>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7807" name="Group 957"/>
            <p:cNvGrpSpPr>
              <a:grpSpLocks/>
            </p:cNvGrpSpPr>
            <p:nvPr/>
          </p:nvGrpSpPr>
          <p:grpSpPr bwMode="auto">
            <a:xfrm>
              <a:off x="1482" y="1781"/>
              <a:ext cx="438" cy="263"/>
              <a:chOff x="1482" y="1781"/>
              <a:chExt cx="438" cy="263"/>
            </a:xfrm>
          </p:grpSpPr>
          <p:sp>
            <p:nvSpPr>
              <p:cNvPr id="108070" name="Freeform 958"/>
              <p:cNvSpPr>
                <a:spLocks/>
              </p:cNvSpPr>
              <p:nvPr/>
            </p:nvSpPr>
            <p:spPr bwMode="auto">
              <a:xfrm>
                <a:off x="1808" y="1964"/>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 name="T15" fmla="*/ 0 w 112"/>
                  <a:gd name="T16" fmla="*/ 0 h 80"/>
                  <a:gd name="T17" fmla="*/ 112 w 112"/>
                  <a:gd name="T18" fmla="*/ 80 h 80"/>
                </a:gdLst>
                <a:ahLst/>
                <a:cxnLst>
                  <a:cxn ang="T10">
                    <a:pos x="T0" y="T1"/>
                  </a:cxn>
                  <a:cxn ang="T11">
                    <a:pos x="T2" y="T3"/>
                  </a:cxn>
                  <a:cxn ang="T12">
                    <a:pos x="T4" y="T5"/>
                  </a:cxn>
                  <a:cxn ang="T13">
                    <a:pos x="T6" y="T7"/>
                  </a:cxn>
                  <a:cxn ang="T14">
                    <a:pos x="T8" y="T9"/>
                  </a:cxn>
                </a:cxnLst>
                <a:rect l="T15" t="T16" r="T17" b="T18"/>
                <a:pathLst>
                  <a:path w="112" h="80">
                    <a:moveTo>
                      <a:pt x="112" y="80"/>
                    </a:moveTo>
                    <a:lnTo>
                      <a:pt x="0" y="48"/>
                    </a:lnTo>
                    <a:lnTo>
                      <a:pt x="16" y="24"/>
                    </a:lnTo>
                    <a:lnTo>
                      <a:pt x="32" y="0"/>
                    </a:lnTo>
                    <a:lnTo>
                      <a:pt x="112" y="80"/>
                    </a:lnTo>
                    <a:close/>
                  </a:path>
                </a:pathLst>
              </a:custGeom>
              <a:solidFill>
                <a:schemeClr val="bg2"/>
              </a:solidFill>
              <a:ln w="9525">
                <a:solidFill>
                  <a:schemeClr val="bg2"/>
                </a:solidFill>
                <a:round/>
                <a:headEnd/>
                <a:tailEnd/>
              </a:ln>
            </p:spPr>
            <p:txBody>
              <a:bodyPr/>
              <a:lstStyle/>
              <a:p>
                <a:endParaRPr lang="en-US"/>
              </a:p>
            </p:txBody>
          </p:sp>
          <p:sp>
            <p:nvSpPr>
              <p:cNvPr id="108071" name="Line 959"/>
              <p:cNvSpPr>
                <a:spLocks noChangeShapeType="1"/>
              </p:cNvSpPr>
              <p:nvPr/>
            </p:nvSpPr>
            <p:spPr bwMode="auto">
              <a:xfrm>
                <a:off x="1482" y="1781"/>
                <a:ext cx="70" cy="46"/>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072" name="Line 960"/>
              <p:cNvSpPr>
                <a:spLocks noChangeShapeType="1"/>
              </p:cNvSpPr>
              <p:nvPr/>
            </p:nvSpPr>
            <p:spPr bwMode="auto">
              <a:xfrm>
                <a:off x="1577" y="1837"/>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073" name="Line 961"/>
              <p:cNvSpPr>
                <a:spLocks noChangeShapeType="1"/>
              </p:cNvSpPr>
              <p:nvPr/>
            </p:nvSpPr>
            <p:spPr bwMode="auto">
              <a:xfrm>
                <a:off x="1672" y="1892"/>
                <a:ext cx="72"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074" name="Line 962"/>
              <p:cNvSpPr>
                <a:spLocks noChangeShapeType="1"/>
              </p:cNvSpPr>
              <p:nvPr/>
            </p:nvSpPr>
            <p:spPr bwMode="auto">
              <a:xfrm>
                <a:off x="1768" y="1956"/>
                <a:ext cx="56" cy="3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7808" name="Group 963"/>
            <p:cNvGrpSpPr>
              <a:grpSpLocks/>
            </p:cNvGrpSpPr>
            <p:nvPr/>
          </p:nvGrpSpPr>
          <p:grpSpPr bwMode="auto">
            <a:xfrm>
              <a:off x="1481" y="1789"/>
              <a:ext cx="455" cy="550"/>
              <a:chOff x="1481" y="1789"/>
              <a:chExt cx="455" cy="550"/>
            </a:xfrm>
          </p:grpSpPr>
          <p:sp>
            <p:nvSpPr>
              <p:cNvPr id="108063" name="Freeform 964"/>
              <p:cNvSpPr>
                <a:spLocks/>
              </p:cNvSpPr>
              <p:nvPr/>
            </p:nvSpPr>
            <p:spPr bwMode="auto">
              <a:xfrm>
                <a:off x="1840" y="2235"/>
                <a:ext cx="96" cy="104"/>
              </a:xfrm>
              <a:custGeom>
                <a:avLst/>
                <a:gdLst>
                  <a:gd name="T0" fmla="*/ 96 w 96"/>
                  <a:gd name="T1" fmla="*/ 104 h 104"/>
                  <a:gd name="T2" fmla="*/ 0 w 96"/>
                  <a:gd name="T3" fmla="*/ 32 h 104"/>
                  <a:gd name="T4" fmla="*/ 24 w 96"/>
                  <a:gd name="T5" fmla="*/ 16 h 104"/>
                  <a:gd name="T6" fmla="*/ 48 w 96"/>
                  <a:gd name="T7" fmla="*/ 0 h 104"/>
                  <a:gd name="T8" fmla="*/ 96 w 96"/>
                  <a:gd name="T9" fmla="*/ 104 h 104"/>
                  <a:gd name="T10" fmla="*/ 0 60000 65536"/>
                  <a:gd name="T11" fmla="*/ 0 60000 65536"/>
                  <a:gd name="T12" fmla="*/ 0 60000 65536"/>
                  <a:gd name="T13" fmla="*/ 0 60000 65536"/>
                  <a:gd name="T14" fmla="*/ 0 60000 65536"/>
                  <a:gd name="T15" fmla="*/ 0 w 96"/>
                  <a:gd name="T16" fmla="*/ 0 h 104"/>
                  <a:gd name="T17" fmla="*/ 96 w 96"/>
                  <a:gd name="T18" fmla="*/ 104 h 104"/>
                </a:gdLst>
                <a:ahLst/>
                <a:cxnLst>
                  <a:cxn ang="T10">
                    <a:pos x="T0" y="T1"/>
                  </a:cxn>
                  <a:cxn ang="T11">
                    <a:pos x="T2" y="T3"/>
                  </a:cxn>
                  <a:cxn ang="T12">
                    <a:pos x="T4" y="T5"/>
                  </a:cxn>
                  <a:cxn ang="T13">
                    <a:pos x="T6" y="T7"/>
                  </a:cxn>
                  <a:cxn ang="T14">
                    <a:pos x="T8" y="T9"/>
                  </a:cxn>
                </a:cxnLst>
                <a:rect l="T15" t="T16" r="T17" b="T18"/>
                <a:pathLst>
                  <a:path w="96" h="104">
                    <a:moveTo>
                      <a:pt x="96" y="104"/>
                    </a:moveTo>
                    <a:lnTo>
                      <a:pt x="0" y="32"/>
                    </a:lnTo>
                    <a:lnTo>
                      <a:pt x="24" y="16"/>
                    </a:lnTo>
                    <a:lnTo>
                      <a:pt x="48" y="0"/>
                    </a:lnTo>
                    <a:lnTo>
                      <a:pt x="96" y="104"/>
                    </a:lnTo>
                    <a:close/>
                  </a:path>
                </a:pathLst>
              </a:custGeom>
              <a:solidFill>
                <a:schemeClr val="bg2"/>
              </a:solidFill>
              <a:ln w="9525">
                <a:solidFill>
                  <a:schemeClr val="bg2"/>
                </a:solidFill>
                <a:round/>
                <a:headEnd/>
                <a:tailEnd/>
              </a:ln>
            </p:spPr>
            <p:txBody>
              <a:bodyPr/>
              <a:lstStyle/>
              <a:p>
                <a:endParaRPr lang="en-US"/>
              </a:p>
            </p:txBody>
          </p:sp>
          <p:sp>
            <p:nvSpPr>
              <p:cNvPr id="108064" name="Line 965"/>
              <p:cNvSpPr>
                <a:spLocks noChangeShapeType="1"/>
              </p:cNvSpPr>
              <p:nvPr/>
            </p:nvSpPr>
            <p:spPr bwMode="auto">
              <a:xfrm>
                <a:off x="1481" y="1789"/>
                <a:ext cx="55" cy="6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065" name="Line 966"/>
              <p:cNvSpPr>
                <a:spLocks noChangeShapeType="1"/>
              </p:cNvSpPr>
              <p:nvPr/>
            </p:nvSpPr>
            <p:spPr bwMode="auto">
              <a:xfrm>
                <a:off x="1552" y="1876"/>
                <a:ext cx="56" cy="64"/>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066" name="Line 967"/>
              <p:cNvSpPr>
                <a:spLocks noChangeShapeType="1"/>
              </p:cNvSpPr>
              <p:nvPr/>
            </p:nvSpPr>
            <p:spPr bwMode="auto">
              <a:xfrm>
                <a:off x="1624" y="1964"/>
                <a:ext cx="56" cy="64"/>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067" name="Line 968"/>
              <p:cNvSpPr>
                <a:spLocks noChangeShapeType="1"/>
              </p:cNvSpPr>
              <p:nvPr/>
            </p:nvSpPr>
            <p:spPr bwMode="auto">
              <a:xfrm>
                <a:off x="1696" y="2044"/>
                <a:ext cx="56" cy="7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068" name="Line 969"/>
              <p:cNvSpPr>
                <a:spLocks noChangeShapeType="1"/>
              </p:cNvSpPr>
              <p:nvPr/>
            </p:nvSpPr>
            <p:spPr bwMode="auto">
              <a:xfrm>
                <a:off x="1768" y="2132"/>
                <a:ext cx="56" cy="7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069" name="Line 970"/>
              <p:cNvSpPr>
                <a:spLocks noChangeShapeType="1"/>
              </p:cNvSpPr>
              <p:nvPr/>
            </p:nvSpPr>
            <p:spPr bwMode="auto">
              <a:xfrm>
                <a:off x="1840" y="2219"/>
                <a:ext cx="24" cy="3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7809" name="Group 971"/>
            <p:cNvGrpSpPr>
              <a:grpSpLocks/>
            </p:cNvGrpSpPr>
            <p:nvPr/>
          </p:nvGrpSpPr>
          <p:grpSpPr bwMode="auto">
            <a:xfrm>
              <a:off x="1489" y="2084"/>
              <a:ext cx="439" cy="574"/>
              <a:chOff x="1489" y="2084"/>
              <a:chExt cx="439" cy="574"/>
            </a:xfrm>
          </p:grpSpPr>
          <p:sp>
            <p:nvSpPr>
              <p:cNvPr id="108056" name="Freeform 972"/>
              <p:cNvSpPr>
                <a:spLocks/>
              </p:cNvSpPr>
              <p:nvPr/>
            </p:nvSpPr>
            <p:spPr bwMode="auto">
              <a:xfrm>
                <a:off x="1840" y="2554"/>
                <a:ext cx="88" cy="104"/>
              </a:xfrm>
              <a:custGeom>
                <a:avLst/>
                <a:gdLst>
                  <a:gd name="T0" fmla="*/ 88 w 88"/>
                  <a:gd name="T1" fmla="*/ 104 h 104"/>
                  <a:gd name="T2" fmla="*/ 0 w 88"/>
                  <a:gd name="T3" fmla="*/ 32 h 104"/>
                  <a:gd name="T4" fmla="*/ 16 w 88"/>
                  <a:gd name="T5" fmla="*/ 16 h 104"/>
                  <a:gd name="T6" fmla="*/ 40 w 88"/>
                  <a:gd name="T7" fmla="*/ 0 h 104"/>
                  <a:gd name="T8" fmla="*/ 88 w 88"/>
                  <a:gd name="T9" fmla="*/ 104 h 104"/>
                  <a:gd name="T10" fmla="*/ 0 60000 65536"/>
                  <a:gd name="T11" fmla="*/ 0 60000 65536"/>
                  <a:gd name="T12" fmla="*/ 0 60000 65536"/>
                  <a:gd name="T13" fmla="*/ 0 60000 65536"/>
                  <a:gd name="T14" fmla="*/ 0 60000 65536"/>
                  <a:gd name="T15" fmla="*/ 0 w 88"/>
                  <a:gd name="T16" fmla="*/ 0 h 104"/>
                  <a:gd name="T17" fmla="*/ 88 w 88"/>
                  <a:gd name="T18" fmla="*/ 104 h 104"/>
                </a:gdLst>
                <a:ahLst/>
                <a:cxnLst>
                  <a:cxn ang="T10">
                    <a:pos x="T0" y="T1"/>
                  </a:cxn>
                  <a:cxn ang="T11">
                    <a:pos x="T2" y="T3"/>
                  </a:cxn>
                  <a:cxn ang="T12">
                    <a:pos x="T4" y="T5"/>
                  </a:cxn>
                  <a:cxn ang="T13">
                    <a:pos x="T6" y="T7"/>
                  </a:cxn>
                  <a:cxn ang="T14">
                    <a:pos x="T8" y="T9"/>
                  </a:cxn>
                </a:cxnLst>
                <a:rect l="T15" t="T16" r="T17" b="T18"/>
                <a:pathLst>
                  <a:path w="88" h="104">
                    <a:moveTo>
                      <a:pt x="88" y="104"/>
                    </a:moveTo>
                    <a:lnTo>
                      <a:pt x="0" y="32"/>
                    </a:lnTo>
                    <a:lnTo>
                      <a:pt x="16" y="16"/>
                    </a:lnTo>
                    <a:lnTo>
                      <a:pt x="40" y="0"/>
                    </a:lnTo>
                    <a:lnTo>
                      <a:pt x="88" y="104"/>
                    </a:lnTo>
                    <a:close/>
                  </a:path>
                </a:pathLst>
              </a:custGeom>
              <a:solidFill>
                <a:schemeClr val="bg2"/>
              </a:solidFill>
              <a:ln w="9525">
                <a:solidFill>
                  <a:schemeClr val="bg2"/>
                </a:solidFill>
                <a:round/>
                <a:headEnd/>
                <a:tailEnd/>
              </a:ln>
            </p:spPr>
            <p:txBody>
              <a:bodyPr/>
              <a:lstStyle/>
              <a:p>
                <a:endParaRPr lang="en-US"/>
              </a:p>
            </p:txBody>
          </p:sp>
          <p:sp>
            <p:nvSpPr>
              <p:cNvPr id="108057" name="Line 973"/>
              <p:cNvSpPr>
                <a:spLocks noChangeShapeType="1"/>
              </p:cNvSpPr>
              <p:nvPr/>
            </p:nvSpPr>
            <p:spPr bwMode="auto">
              <a:xfrm>
                <a:off x="1489" y="2084"/>
                <a:ext cx="55" cy="7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058" name="Line 974"/>
              <p:cNvSpPr>
                <a:spLocks noChangeShapeType="1"/>
              </p:cNvSpPr>
              <p:nvPr/>
            </p:nvSpPr>
            <p:spPr bwMode="auto">
              <a:xfrm>
                <a:off x="1553" y="2172"/>
                <a:ext cx="55" cy="7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059" name="Line 975"/>
              <p:cNvSpPr>
                <a:spLocks noChangeShapeType="1"/>
              </p:cNvSpPr>
              <p:nvPr/>
            </p:nvSpPr>
            <p:spPr bwMode="auto">
              <a:xfrm>
                <a:off x="1624" y="2259"/>
                <a:ext cx="56" cy="7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060" name="Line 976"/>
              <p:cNvSpPr>
                <a:spLocks noChangeShapeType="1"/>
              </p:cNvSpPr>
              <p:nvPr/>
            </p:nvSpPr>
            <p:spPr bwMode="auto">
              <a:xfrm>
                <a:off x="1688" y="2347"/>
                <a:ext cx="56" cy="7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061" name="Line 977"/>
              <p:cNvSpPr>
                <a:spLocks noChangeShapeType="1"/>
              </p:cNvSpPr>
              <p:nvPr/>
            </p:nvSpPr>
            <p:spPr bwMode="auto">
              <a:xfrm>
                <a:off x="1760" y="2443"/>
                <a:ext cx="56" cy="63"/>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062" name="Line 978"/>
              <p:cNvSpPr>
                <a:spLocks noChangeShapeType="1"/>
              </p:cNvSpPr>
              <p:nvPr/>
            </p:nvSpPr>
            <p:spPr bwMode="auto">
              <a:xfrm>
                <a:off x="1824" y="2531"/>
                <a:ext cx="32" cy="39"/>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7810" name="Group 979"/>
            <p:cNvGrpSpPr>
              <a:grpSpLocks/>
            </p:cNvGrpSpPr>
            <p:nvPr/>
          </p:nvGrpSpPr>
          <p:grpSpPr bwMode="auto">
            <a:xfrm>
              <a:off x="1481" y="2084"/>
              <a:ext cx="447" cy="574"/>
              <a:chOff x="1481" y="2084"/>
              <a:chExt cx="447" cy="574"/>
            </a:xfrm>
          </p:grpSpPr>
          <p:sp>
            <p:nvSpPr>
              <p:cNvPr id="108049" name="Freeform 980"/>
              <p:cNvSpPr>
                <a:spLocks/>
              </p:cNvSpPr>
              <p:nvPr/>
            </p:nvSpPr>
            <p:spPr bwMode="auto">
              <a:xfrm>
                <a:off x="1840" y="2084"/>
                <a:ext cx="88" cy="104"/>
              </a:xfrm>
              <a:custGeom>
                <a:avLst/>
                <a:gdLst>
                  <a:gd name="T0" fmla="*/ 88 w 88"/>
                  <a:gd name="T1" fmla="*/ 0 h 104"/>
                  <a:gd name="T2" fmla="*/ 40 w 88"/>
                  <a:gd name="T3" fmla="*/ 104 h 104"/>
                  <a:gd name="T4" fmla="*/ 16 w 88"/>
                  <a:gd name="T5" fmla="*/ 88 h 104"/>
                  <a:gd name="T6" fmla="*/ 0 w 88"/>
                  <a:gd name="T7" fmla="*/ 72 h 104"/>
                  <a:gd name="T8" fmla="*/ 88 w 88"/>
                  <a:gd name="T9" fmla="*/ 0 h 104"/>
                  <a:gd name="T10" fmla="*/ 0 60000 65536"/>
                  <a:gd name="T11" fmla="*/ 0 60000 65536"/>
                  <a:gd name="T12" fmla="*/ 0 60000 65536"/>
                  <a:gd name="T13" fmla="*/ 0 60000 65536"/>
                  <a:gd name="T14" fmla="*/ 0 60000 65536"/>
                  <a:gd name="T15" fmla="*/ 0 w 88"/>
                  <a:gd name="T16" fmla="*/ 0 h 104"/>
                  <a:gd name="T17" fmla="*/ 88 w 88"/>
                  <a:gd name="T18" fmla="*/ 104 h 104"/>
                </a:gdLst>
                <a:ahLst/>
                <a:cxnLst>
                  <a:cxn ang="T10">
                    <a:pos x="T0" y="T1"/>
                  </a:cxn>
                  <a:cxn ang="T11">
                    <a:pos x="T2" y="T3"/>
                  </a:cxn>
                  <a:cxn ang="T12">
                    <a:pos x="T4" y="T5"/>
                  </a:cxn>
                  <a:cxn ang="T13">
                    <a:pos x="T6" y="T7"/>
                  </a:cxn>
                  <a:cxn ang="T14">
                    <a:pos x="T8" y="T9"/>
                  </a:cxn>
                </a:cxnLst>
                <a:rect l="T15" t="T16" r="T17" b="T18"/>
                <a:pathLst>
                  <a:path w="88" h="104">
                    <a:moveTo>
                      <a:pt x="88" y="0"/>
                    </a:moveTo>
                    <a:lnTo>
                      <a:pt x="40" y="104"/>
                    </a:lnTo>
                    <a:lnTo>
                      <a:pt x="16" y="88"/>
                    </a:lnTo>
                    <a:lnTo>
                      <a:pt x="0" y="72"/>
                    </a:lnTo>
                    <a:lnTo>
                      <a:pt x="88" y="0"/>
                    </a:lnTo>
                    <a:close/>
                  </a:path>
                </a:pathLst>
              </a:custGeom>
              <a:solidFill>
                <a:schemeClr val="bg2"/>
              </a:solidFill>
              <a:ln w="9525">
                <a:solidFill>
                  <a:schemeClr val="bg2"/>
                </a:solidFill>
                <a:round/>
                <a:headEnd/>
                <a:tailEnd/>
              </a:ln>
            </p:spPr>
            <p:txBody>
              <a:bodyPr/>
              <a:lstStyle/>
              <a:p>
                <a:endParaRPr lang="en-US"/>
              </a:p>
            </p:txBody>
          </p:sp>
          <p:sp>
            <p:nvSpPr>
              <p:cNvPr id="108050" name="Line 981"/>
              <p:cNvSpPr>
                <a:spLocks noChangeShapeType="1"/>
              </p:cNvSpPr>
              <p:nvPr/>
            </p:nvSpPr>
            <p:spPr bwMode="auto">
              <a:xfrm flipV="1">
                <a:off x="1481" y="2588"/>
                <a:ext cx="55" cy="7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051" name="Line 982"/>
              <p:cNvSpPr>
                <a:spLocks noChangeShapeType="1"/>
              </p:cNvSpPr>
              <p:nvPr/>
            </p:nvSpPr>
            <p:spPr bwMode="auto">
              <a:xfrm flipV="1">
                <a:off x="1553" y="2500"/>
                <a:ext cx="47" cy="7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052" name="Line 983"/>
              <p:cNvSpPr>
                <a:spLocks noChangeShapeType="1"/>
              </p:cNvSpPr>
              <p:nvPr/>
            </p:nvSpPr>
            <p:spPr bwMode="auto">
              <a:xfrm flipV="1">
                <a:off x="1616" y="2412"/>
                <a:ext cx="56" cy="7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053" name="Line 984"/>
              <p:cNvSpPr>
                <a:spLocks noChangeShapeType="1"/>
              </p:cNvSpPr>
              <p:nvPr/>
            </p:nvSpPr>
            <p:spPr bwMode="auto">
              <a:xfrm flipV="1">
                <a:off x="1688" y="2323"/>
                <a:ext cx="56" cy="7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054" name="Line 985"/>
              <p:cNvSpPr>
                <a:spLocks noChangeShapeType="1"/>
              </p:cNvSpPr>
              <p:nvPr/>
            </p:nvSpPr>
            <p:spPr bwMode="auto">
              <a:xfrm flipV="1">
                <a:off x="1752" y="2236"/>
                <a:ext cx="56" cy="7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055" name="Line 986"/>
              <p:cNvSpPr>
                <a:spLocks noChangeShapeType="1"/>
              </p:cNvSpPr>
              <p:nvPr/>
            </p:nvSpPr>
            <p:spPr bwMode="auto">
              <a:xfrm flipV="1">
                <a:off x="1824" y="2172"/>
                <a:ext cx="32"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7811" name="Group 987"/>
            <p:cNvGrpSpPr>
              <a:grpSpLocks/>
            </p:cNvGrpSpPr>
            <p:nvPr/>
          </p:nvGrpSpPr>
          <p:grpSpPr bwMode="auto">
            <a:xfrm>
              <a:off x="1944" y="2076"/>
              <a:ext cx="447" cy="263"/>
              <a:chOff x="1944" y="2076"/>
              <a:chExt cx="447" cy="263"/>
            </a:xfrm>
          </p:grpSpPr>
          <p:sp>
            <p:nvSpPr>
              <p:cNvPr id="108044" name="Freeform 988"/>
              <p:cNvSpPr>
                <a:spLocks/>
              </p:cNvSpPr>
              <p:nvPr/>
            </p:nvSpPr>
            <p:spPr bwMode="auto">
              <a:xfrm>
                <a:off x="2279" y="2076"/>
                <a:ext cx="112" cy="80"/>
              </a:xfrm>
              <a:custGeom>
                <a:avLst/>
                <a:gdLst>
                  <a:gd name="T0" fmla="*/ 112 w 112"/>
                  <a:gd name="T1" fmla="*/ 0 h 80"/>
                  <a:gd name="T2" fmla="*/ 32 w 112"/>
                  <a:gd name="T3" fmla="*/ 80 h 80"/>
                  <a:gd name="T4" fmla="*/ 16 w 112"/>
                  <a:gd name="T5" fmla="*/ 56 h 80"/>
                  <a:gd name="T6" fmla="*/ 0 w 112"/>
                  <a:gd name="T7" fmla="*/ 32 h 80"/>
                  <a:gd name="T8" fmla="*/ 112 w 112"/>
                  <a:gd name="T9" fmla="*/ 0 h 80"/>
                  <a:gd name="T10" fmla="*/ 0 60000 65536"/>
                  <a:gd name="T11" fmla="*/ 0 60000 65536"/>
                  <a:gd name="T12" fmla="*/ 0 60000 65536"/>
                  <a:gd name="T13" fmla="*/ 0 60000 65536"/>
                  <a:gd name="T14" fmla="*/ 0 60000 65536"/>
                  <a:gd name="T15" fmla="*/ 0 w 112"/>
                  <a:gd name="T16" fmla="*/ 0 h 80"/>
                  <a:gd name="T17" fmla="*/ 112 w 112"/>
                  <a:gd name="T18" fmla="*/ 80 h 80"/>
                </a:gdLst>
                <a:ahLst/>
                <a:cxnLst>
                  <a:cxn ang="T10">
                    <a:pos x="T0" y="T1"/>
                  </a:cxn>
                  <a:cxn ang="T11">
                    <a:pos x="T2" y="T3"/>
                  </a:cxn>
                  <a:cxn ang="T12">
                    <a:pos x="T4" y="T5"/>
                  </a:cxn>
                  <a:cxn ang="T13">
                    <a:pos x="T6" y="T7"/>
                  </a:cxn>
                  <a:cxn ang="T14">
                    <a:pos x="T8" y="T9"/>
                  </a:cxn>
                </a:cxnLst>
                <a:rect l="T15" t="T16" r="T17" b="T18"/>
                <a:pathLst>
                  <a:path w="112" h="80">
                    <a:moveTo>
                      <a:pt x="112" y="0"/>
                    </a:moveTo>
                    <a:lnTo>
                      <a:pt x="32" y="80"/>
                    </a:lnTo>
                    <a:lnTo>
                      <a:pt x="16" y="56"/>
                    </a:lnTo>
                    <a:lnTo>
                      <a:pt x="0" y="32"/>
                    </a:lnTo>
                    <a:lnTo>
                      <a:pt x="112" y="0"/>
                    </a:lnTo>
                    <a:close/>
                  </a:path>
                </a:pathLst>
              </a:custGeom>
              <a:solidFill>
                <a:schemeClr val="bg2"/>
              </a:solidFill>
              <a:ln w="9525">
                <a:solidFill>
                  <a:schemeClr val="bg2"/>
                </a:solidFill>
                <a:round/>
                <a:headEnd/>
                <a:tailEnd/>
              </a:ln>
            </p:spPr>
            <p:txBody>
              <a:bodyPr/>
              <a:lstStyle/>
              <a:p>
                <a:endParaRPr lang="en-US"/>
              </a:p>
            </p:txBody>
          </p:sp>
          <p:sp>
            <p:nvSpPr>
              <p:cNvPr id="108045" name="Line 989"/>
              <p:cNvSpPr>
                <a:spLocks noChangeShapeType="1"/>
              </p:cNvSpPr>
              <p:nvPr/>
            </p:nvSpPr>
            <p:spPr bwMode="auto">
              <a:xfrm flipV="1">
                <a:off x="1944" y="2292"/>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046" name="Line 990"/>
              <p:cNvSpPr>
                <a:spLocks noChangeShapeType="1"/>
              </p:cNvSpPr>
              <p:nvPr/>
            </p:nvSpPr>
            <p:spPr bwMode="auto">
              <a:xfrm flipV="1">
                <a:off x="2040" y="2236"/>
                <a:ext cx="79"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047" name="Line 991"/>
              <p:cNvSpPr>
                <a:spLocks noChangeShapeType="1"/>
              </p:cNvSpPr>
              <p:nvPr/>
            </p:nvSpPr>
            <p:spPr bwMode="auto">
              <a:xfrm flipV="1">
                <a:off x="2136" y="2180"/>
                <a:ext cx="79"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048" name="Line 992"/>
              <p:cNvSpPr>
                <a:spLocks noChangeShapeType="1"/>
              </p:cNvSpPr>
              <p:nvPr/>
            </p:nvSpPr>
            <p:spPr bwMode="auto">
              <a:xfrm flipV="1">
                <a:off x="2231" y="2133"/>
                <a:ext cx="64" cy="39"/>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7812" name="Group 993"/>
            <p:cNvGrpSpPr>
              <a:grpSpLocks/>
            </p:cNvGrpSpPr>
            <p:nvPr/>
          </p:nvGrpSpPr>
          <p:grpSpPr bwMode="auto">
            <a:xfrm>
              <a:off x="1944" y="1781"/>
              <a:ext cx="431" cy="263"/>
              <a:chOff x="1944" y="1781"/>
              <a:chExt cx="431" cy="263"/>
            </a:xfrm>
          </p:grpSpPr>
          <p:sp>
            <p:nvSpPr>
              <p:cNvPr id="108039" name="Freeform 994"/>
              <p:cNvSpPr>
                <a:spLocks/>
              </p:cNvSpPr>
              <p:nvPr/>
            </p:nvSpPr>
            <p:spPr bwMode="auto">
              <a:xfrm>
                <a:off x="2263" y="1781"/>
                <a:ext cx="112" cy="80"/>
              </a:xfrm>
              <a:custGeom>
                <a:avLst/>
                <a:gdLst>
                  <a:gd name="T0" fmla="*/ 112 w 112"/>
                  <a:gd name="T1" fmla="*/ 0 h 80"/>
                  <a:gd name="T2" fmla="*/ 32 w 112"/>
                  <a:gd name="T3" fmla="*/ 80 h 80"/>
                  <a:gd name="T4" fmla="*/ 16 w 112"/>
                  <a:gd name="T5" fmla="*/ 56 h 80"/>
                  <a:gd name="T6" fmla="*/ 0 w 112"/>
                  <a:gd name="T7" fmla="*/ 32 h 80"/>
                  <a:gd name="T8" fmla="*/ 112 w 112"/>
                  <a:gd name="T9" fmla="*/ 0 h 80"/>
                  <a:gd name="T10" fmla="*/ 0 60000 65536"/>
                  <a:gd name="T11" fmla="*/ 0 60000 65536"/>
                  <a:gd name="T12" fmla="*/ 0 60000 65536"/>
                  <a:gd name="T13" fmla="*/ 0 60000 65536"/>
                  <a:gd name="T14" fmla="*/ 0 60000 65536"/>
                  <a:gd name="T15" fmla="*/ 0 w 112"/>
                  <a:gd name="T16" fmla="*/ 0 h 80"/>
                  <a:gd name="T17" fmla="*/ 112 w 112"/>
                  <a:gd name="T18" fmla="*/ 80 h 80"/>
                </a:gdLst>
                <a:ahLst/>
                <a:cxnLst>
                  <a:cxn ang="T10">
                    <a:pos x="T0" y="T1"/>
                  </a:cxn>
                  <a:cxn ang="T11">
                    <a:pos x="T2" y="T3"/>
                  </a:cxn>
                  <a:cxn ang="T12">
                    <a:pos x="T4" y="T5"/>
                  </a:cxn>
                  <a:cxn ang="T13">
                    <a:pos x="T6" y="T7"/>
                  </a:cxn>
                  <a:cxn ang="T14">
                    <a:pos x="T8" y="T9"/>
                  </a:cxn>
                </a:cxnLst>
                <a:rect l="T15" t="T16" r="T17" b="T18"/>
                <a:pathLst>
                  <a:path w="112" h="80">
                    <a:moveTo>
                      <a:pt x="112" y="0"/>
                    </a:moveTo>
                    <a:lnTo>
                      <a:pt x="32" y="80"/>
                    </a:lnTo>
                    <a:lnTo>
                      <a:pt x="16" y="56"/>
                    </a:lnTo>
                    <a:lnTo>
                      <a:pt x="0" y="32"/>
                    </a:lnTo>
                    <a:lnTo>
                      <a:pt x="112" y="0"/>
                    </a:lnTo>
                    <a:close/>
                  </a:path>
                </a:pathLst>
              </a:custGeom>
              <a:solidFill>
                <a:schemeClr val="bg2"/>
              </a:solidFill>
              <a:ln w="9525">
                <a:solidFill>
                  <a:schemeClr val="bg2"/>
                </a:solidFill>
                <a:round/>
                <a:headEnd/>
                <a:tailEnd/>
              </a:ln>
            </p:spPr>
            <p:txBody>
              <a:bodyPr/>
              <a:lstStyle/>
              <a:p>
                <a:endParaRPr lang="en-US"/>
              </a:p>
            </p:txBody>
          </p:sp>
          <p:sp>
            <p:nvSpPr>
              <p:cNvPr id="108040" name="Line 995"/>
              <p:cNvSpPr>
                <a:spLocks noChangeShapeType="1"/>
              </p:cNvSpPr>
              <p:nvPr/>
            </p:nvSpPr>
            <p:spPr bwMode="auto">
              <a:xfrm flipV="1">
                <a:off x="1944" y="1997"/>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041" name="Line 996"/>
              <p:cNvSpPr>
                <a:spLocks noChangeShapeType="1"/>
              </p:cNvSpPr>
              <p:nvPr/>
            </p:nvSpPr>
            <p:spPr bwMode="auto">
              <a:xfrm flipV="1">
                <a:off x="2040" y="1941"/>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042" name="Line 997"/>
              <p:cNvSpPr>
                <a:spLocks noChangeShapeType="1"/>
              </p:cNvSpPr>
              <p:nvPr/>
            </p:nvSpPr>
            <p:spPr bwMode="auto">
              <a:xfrm flipV="1">
                <a:off x="2136" y="1885"/>
                <a:ext cx="71" cy="39"/>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043" name="Line 998"/>
              <p:cNvSpPr>
                <a:spLocks noChangeShapeType="1"/>
              </p:cNvSpPr>
              <p:nvPr/>
            </p:nvSpPr>
            <p:spPr bwMode="auto">
              <a:xfrm flipV="1">
                <a:off x="2232" y="1837"/>
                <a:ext cx="47" cy="3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7813" name="Group 999"/>
            <p:cNvGrpSpPr>
              <a:grpSpLocks/>
            </p:cNvGrpSpPr>
            <p:nvPr/>
          </p:nvGrpSpPr>
          <p:grpSpPr bwMode="auto">
            <a:xfrm>
              <a:off x="2415" y="1781"/>
              <a:ext cx="423" cy="271"/>
              <a:chOff x="2415" y="1781"/>
              <a:chExt cx="423" cy="271"/>
            </a:xfrm>
          </p:grpSpPr>
          <p:sp>
            <p:nvSpPr>
              <p:cNvPr id="108034" name="Freeform 1000"/>
              <p:cNvSpPr>
                <a:spLocks/>
              </p:cNvSpPr>
              <p:nvPr/>
            </p:nvSpPr>
            <p:spPr bwMode="auto">
              <a:xfrm>
                <a:off x="2726" y="1781"/>
                <a:ext cx="112" cy="87"/>
              </a:xfrm>
              <a:custGeom>
                <a:avLst/>
                <a:gdLst>
                  <a:gd name="T0" fmla="*/ 112 w 112"/>
                  <a:gd name="T1" fmla="*/ 0 h 87"/>
                  <a:gd name="T2" fmla="*/ 32 w 112"/>
                  <a:gd name="T3" fmla="*/ 87 h 87"/>
                  <a:gd name="T4" fmla="*/ 16 w 112"/>
                  <a:gd name="T5" fmla="*/ 64 h 87"/>
                  <a:gd name="T6" fmla="*/ 0 w 112"/>
                  <a:gd name="T7" fmla="*/ 40 h 87"/>
                  <a:gd name="T8" fmla="*/ 112 w 112"/>
                  <a:gd name="T9" fmla="*/ 0 h 87"/>
                  <a:gd name="T10" fmla="*/ 0 60000 65536"/>
                  <a:gd name="T11" fmla="*/ 0 60000 65536"/>
                  <a:gd name="T12" fmla="*/ 0 60000 65536"/>
                  <a:gd name="T13" fmla="*/ 0 60000 65536"/>
                  <a:gd name="T14" fmla="*/ 0 60000 65536"/>
                  <a:gd name="T15" fmla="*/ 0 w 112"/>
                  <a:gd name="T16" fmla="*/ 0 h 87"/>
                  <a:gd name="T17" fmla="*/ 112 w 112"/>
                  <a:gd name="T18" fmla="*/ 87 h 87"/>
                </a:gdLst>
                <a:ahLst/>
                <a:cxnLst>
                  <a:cxn ang="T10">
                    <a:pos x="T0" y="T1"/>
                  </a:cxn>
                  <a:cxn ang="T11">
                    <a:pos x="T2" y="T3"/>
                  </a:cxn>
                  <a:cxn ang="T12">
                    <a:pos x="T4" y="T5"/>
                  </a:cxn>
                  <a:cxn ang="T13">
                    <a:pos x="T6" y="T7"/>
                  </a:cxn>
                  <a:cxn ang="T14">
                    <a:pos x="T8" y="T9"/>
                  </a:cxn>
                </a:cxnLst>
                <a:rect l="T15" t="T16" r="T17" b="T18"/>
                <a:pathLst>
                  <a:path w="112" h="87">
                    <a:moveTo>
                      <a:pt x="112" y="0"/>
                    </a:moveTo>
                    <a:lnTo>
                      <a:pt x="32" y="87"/>
                    </a:lnTo>
                    <a:lnTo>
                      <a:pt x="16" y="64"/>
                    </a:lnTo>
                    <a:lnTo>
                      <a:pt x="0" y="40"/>
                    </a:lnTo>
                    <a:lnTo>
                      <a:pt x="112" y="0"/>
                    </a:lnTo>
                    <a:close/>
                  </a:path>
                </a:pathLst>
              </a:custGeom>
              <a:solidFill>
                <a:schemeClr val="bg2"/>
              </a:solidFill>
              <a:ln w="9525">
                <a:solidFill>
                  <a:schemeClr val="bg2"/>
                </a:solidFill>
                <a:round/>
                <a:headEnd/>
                <a:tailEnd/>
              </a:ln>
            </p:spPr>
            <p:txBody>
              <a:bodyPr/>
              <a:lstStyle/>
              <a:p>
                <a:endParaRPr lang="en-US"/>
              </a:p>
            </p:txBody>
          </p:sp>
          <p:sp>
            <p:nvSpPr>
              <p:cNvPr id="108035" name="Line 1001"/>
              <p:cNvSpPr>
                <a:spLocks noChangeShapeType="1"/>
              </p:cNvSpPr>
              <p:nvPr/>
            </p:nvSpPr>
            <p:spPr bwMode="auto">
              <a:xfrm flipV="1">
                <a:off x="2415" y="2004"/>
                <a:ext cx="72"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036" name="Line 1002"/>
              <p:cNvSpPr>
                <a:spLocks noChangeShapeType="1"/>
              </p:cNvSpPr>
              <p:nvPr/>
            </p:nvSpPr>
            <p:spPr bwMode="auto">
              <a:xfrm flipV="1">
                <a:off x="2511" y="1949"/>
                <a:ext cx="71" cy="39"/>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037" name="Line 1003"/>
              <p:cNvSpPr>
                <a:spLocks noChangeShapeType="1"/>
              </p:cNvSpPr>
              <p:nvPr/>
            </p:nvSpPr>
            <p:spPr bwMode="auto">
              <a:xfrm flipV="1">
                <a:off x="2607" y="1885"/>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038" name="Line 1004"/>
              <p:cNvSpPr>
                <a:spLocks noChangeShapeType="1"/>
              </p:cNvSpPr>
              <p:nvPr/>
            </p:nvSpPr>
            <p:spPr bwMode="auto">
              <a:xfrm flipV="1">
                <a:off x="2696" y="1846"/>
                <a:ext cx="46" cy="2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7814" name="Group 1005"/>
            <p:cNvGrpSpPr>
              <a:grpSpLocks/>
            </p:cNvGrpSpPr>
            <p:nvPr/>
          </p:nvGrpSpPr>
          <p:grpSpPr bwMode="auto">
            <a:xfrm>
              <a:off x="2886" y="1773"/>
              <a:ext cx="415" cy="271"/>
              <a:chOff x="2886" y="1773"/>
              <a:chExt cx="415" cy="271"/>
            </a:xfrm>
          </p:grpSpPr>
          <p:sp>
            <p:nvSpPr>
              <p:cNvPr id="108029" name="Freeform 1006"/>
              <p:cNvSpPr>
                <a:spLocks/>
              </p:cNvSpPr>
              <p:nvPr/>
            </p:nvSpPr>
            <p:spPr bwMode="auto">
              <a:xfrm>
                <a:off x="3189" y="1773"/>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32" y="88"/>
                    </a:lnTo>
                    <a:lnTo>
                      <a:pt x="16" y="64"/>
                    </a:lnTo>
                    <a:lnTo>
                      <a:pt x="0" y="40"/>
                    </a:lnTo>
                    <a:lnTo>
                      <a:pt x="112" y="0"/>
                    </a:lnTo>
                    <a:close/>
                  </a:path>
                </a:pathLst>
              </a:custGeom>
              <a:solidFill>
                <a:schemeClr val="bg2"/>
              </a:solidFill>
              <a:ln w="9525">
                <a:solidFill>
                  <a:schemeClr val="bg2"/>
                </a:solidFill>
                <a:round/>
                <a:headEnd/>
                <a:tailEnd/>
              </a:ln>
            </p:spPr>
            <p:txBody>
              <a:bodyPr/>
              <a:lstStyle/>
              <a:p>
                <a:endParaRPr lang="en-US"/>
              </a:p>
            </p:txBody>
          </p:sp>
          <p:sp>
            <p:nvSpPr>
              <p:cNvPr id="108030" name="Line 1007"/>
              <p:cNvSpPr>
                <a:spLocks noChangeShapeType="1"/>
              </p:cNvSpPr>
              <p:nvPr/>
            </p:nvSpPr>
            <p:spPr bwMode="auto">
              <a:xfrm flipV="1">
                <a:off x="2886" y="1996"/>
                <a:ext cx="72"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031" name="Line 1008"/>
              <p:cNvSpPr>
                <a:spLocks noChangeShapeType="1"/>
              </p:cNvSpPr>
              <p:nvPr/>
            </p:nvSpPr>
            <p:spPr bwMode="auto">
              <a:xfrm flipV="1">
                <a:off x="2982" y="1933"/>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032" name="Line 1009"/>
              <p:cNvSpPr>
                <a:spLocks noChangeShapeType="1"/>
              </p:cNvSpPr>
              <p:nvPr/>
            </p:nvSpPr>
            <p:spPr bwMode="auto">
              <a:xfrm flipV="1">
                <a:off x="3070" y="1877"/>
                <a:ext cx="79"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033" name="Line 1010"/>
              <p:cNvSpPr>
                <a:spLocks noChangeShapeType="1"/>
              </p:cNvSpPr>
              <p:nvPr/>
            </p:nvSpPr>
            <p:spPr bwMode="auto">
              <a:xfrm flipV="1">
                <a:off x="3165" y="1838"/>
                <a:ext cx="40" cy="23"/>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7815" name="Group 1011"/>
            <p:cNvGrpSpPr>
              <a:grpSpLocks/>
            </p:cNvGrpSpPr>
            <p:nvPr/>
          </p:nvGrpSpPr>
          <p:grpSpPr bwMode="auto">
            <a:xfrm>
              <a:off x="3325" y="1773"/>
              <a:ext cx="423" cy="271"/>
              <a:chOff x="3325" y="1773"/>
              <a:chExt cx="423" cy="271"/>
            </a:xfrm>
          </p:grpSpPr>
          <p:sp>
            <p:nvSpPr>
              <p:cNvPr id="108024" name="Freeform 1012"/>
              <p:cNvSpPr>
                <a:spLocks/>
              </p:cNvSpPr>
              <p:nvPr/>
            </p:nvSpPr>
            <p:spPr bwMode="auto">
              <a:xfrm>
                <a:off x="3636" y="1773"/>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32" y="88"/>
                    </a:lnTo>
                    <a:lnTo>
                      <a:pt x="16" y="64"/>
                    </a:lnTo>
                    <a:lnTo>
                      <a:pt x="0" y="40"/>
                    </a:lnTo>
                    <a:lnTo>
                      <a:pt x="112" y="0"/>
                    </a:lnTo>
                    <a:close/>
                  </a:path>
                </a:pathLst>
              </a:custGeom>
              <a:solidFill>
                <a:schemeClr val="bg2"/>
              </a:solidFill>
              <a:ln w="9525">
                <a:solidFill>
                  <a:schemeClr val="bg2"/>
                </a:solidFill>
                <a:round/>
                <a:headEnd/>
                <a:tailEnd/>
              </a:ln>
            </p:spPr>
            <p:txBody>
              <a:bodyPr/>
              <a:lstStyle/>
              <a:p>
                <a:endParaRPr lang="en-US"/>
              </a:p>
            </p:txBody>
          </p:sp>
          <p:sp>
            <p:nvSpPr>
              <p:cNvPr id="108025" name="Line 1013"/>
              <p:cNvSpPr>
                <a:spLocks noChangeShapeType="1"/>
              </p:cNvSpPr>
              <p:nvPr/>
            </p:nvSpPr>
            <p:spPr bwMode="auto">
              <a:xfrm flipV="1">
                <a:off x="3325" y="1996"/>
                <a:ext cx="72"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026" name="Line 1014"/>
              <p:cNvSpPr>
                <a:spLocks noChangeShapeType="1"/>
              </p:cNvSpPr>
              <p:nvPr/>
            </p:nvSpPr>
            <p:spPr bwMode="auto">
              <a:xfrm flipV="1">
                <a:off x="3421" y="1940"/>
                <a:ext cx="72" cy="4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027" name="Line 1015"/>
              <p:cNvSpPr>
                <a:spLocks noChangeShapeType="1"/>
              </p:cNvSpPr>
              <p:nvPr/>
            </p:nvSpPr>
            <p:spPr bwMode="auto">
              <a:xfrm flipV="1">
                <a:off x="3517" y="1877"/>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028" name="Line 1016"/>
              <p:cNvSpPr>
                <a:spLocks noChangeShapeType="1"/>
              </p:cNvSpPr>
              <p:nvPr/>
            </p:nvSpPr>
            <p:spPr bwMode="auto">
              <a:xfrm flipV="1">
                <a:off x="3604" y="1838"/>
                <a:ext cx="48" cy="23"/>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7816" name="Group 1017"/>
            <p:cNvGrpSpPr>
              <a:grpSpLocks/>
            </p:cNvGrpSpPr>
            <p:nvPr/>
          </p:nvGrpSpPr>
          <p:grpSpPr bwMode="auto">
            <a:xfrm>
              <a:off x="2878" y="2379"/>
              <a:ext cx="407" cy="287"/>
              <a:chOff x="2878" y="2379"/>
              <a:chExt cx="407" cy="287"/>
            </a:xfrm>
          </p:grpSpPr>
          <p:sp>
            <p:nvSpPr>
              <p:cNvPr id="108019" name="Freeform 1018"/>
              <p:cNvSpPr>
                <a:spLocks/>
              </p:cNvSpPr>
              <p:nvPr/>
            </p:nvSpPr>
            <p:spPr bwMode="auto">
              <a:xfrm>
                <a:off x="3173" y="2379"/>
                <a:ext cx="112" cy="88"/>
              </a:xfrm>
              <a:custGeom>
                <a:avLst/>
                <a:gdLst>
                  <a:gd name="T0" fmla="*/ 112 w 112"/>
                  <a:gd name="T1" fmla="*/ 0 h 88"/>
                  <a:gd name="T2" fmla="*/ 40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40" y="88"/>
                    </a:lnTo>
                    <a:lnTo>
                      <a:pt x="16" y="64"/>
                    </a:lnTo>
                    <a:lnTo>
                      <a:pt x="0" y="40"/>
                    </a:lnTo>
                    <a:lnTo>
                      <a:pt x="112" y="0"/>
                    </a:lnTo>
                    <a:close/>
                  </a:path>
                </a:pathLst>
              </a:custGeom>
              <a:solidFill>
                <a:schemeClr val="bg2"/>
              </a:solidFill>
              <a:ln w="9525">
                <a:solidFill>
                  <a:schemeClr val="bg2"/>
                </a:solidFill>
                <a:round/>
                <a:headEnd/>
                <a:tailEnd/>
              </a:ln>
            </p:spPr>
            <p:txBody>
              <a:bodyPr/>
              <a:lstStyle/>
              <a:p>
                <a:endParaRPr lang="en-US"/>
              </a:p>
            </p:txBody>
          </p:sp>
          <p:sp>
            <p:nvSpPr>
              <p:cNvPr id="108020" name="Line 1019"/>
              <p:cNvSpPr>
                <a:spLocks noChangeShapeType="1"/>
              </p:cNvSpPr>
              <p:nvPr/>
            </p:nvSpPr>
            <p:spPr bwMode="auto">
              <a:xfrm flipV="1">
                <a:off x="2878" y="2618"/>
                <a:ext cx="72"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021" name="Line 1020"/>
              <p:cNvSpPr>
                <a:spLocks noChangeShapeType="1"/>
              </p:cNvSpPr>
              <p:nvPr/>
            </p:nvSpPr>
            <p:spPr bwMode="auto">
              <a:xfrm flipV="1">
                <a:off x="2967" y="2556"/>
                <a:ext cx="70" cy="46"/>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022" name="Line 1021"/>
              <p:cNvSpPr>
                <a:spLocks noChangeShapeType="1"/>
              </p:cNvSpPr>
              <p:nvPr/>
            </p:nvSpPr>
            <p:spPr bwMode="auto">
              <a:xfrm flipV="1">
                <a:off x="3062" y="2491"/>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023" name="Line 1022"/>
              <p:cNvSpPr>
                <a:spLocks noChangeShapeType="1"/>
              </p:cNvSpPr>
              <p:nvPr/>
            </p:nvSpPr>
            <p:spPr bwMode="auto">
              <a:xfrm flipV="1">
                <a:off x="3149" y="2443"/>
                <a:ext cx="40" cy="3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7817" name="Group 1023"/>
            <p:cNvGrpSpPr>
              <a:grpSpLocks/>
            </p:cNvGrpSpPr>
            <p:nvPr/>
          </p:nvGrpSpPr>
          <p:grpSpPr bwMode="auto">
            <a:xfrm>
              <a:off x="2878" y="2076"/>
              <a:ext cx="415" cy="279"/>
              <a:chOff x="2878" y="2076"/>
              <a:chExt cx="415" cy="279"/>
            </a:xfrm>
          </p:grpSpPr>
          <p:sp>
            <p:nvSpPr>
              <p:cNvPr id="108014" name="Freeform 1024"/>
              <p:cNvSpPr>
                <a:spLocks/>
              </p:cNvSpPr>
              <p:nvPr/>
            </p:nvSpPr>
            <p:spPr bwMode="auto">
              <a:xfrm>
                <a:off x="3181" y="2076"/>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32" y="88"/>
                    </a:lnTo>
                    <a:lnTo>
                      <a:pt x="16" y="64"/>
                    </a:lnTo>
                    <a:lnTo>
                      <a:pt x="0" y="40"/>
                    </a:lnTo>
                    <a:lnTo>
                      <a:pt x="112" y="0"/>
                    </a:lnTo>
                    <a:close/>
                  </a:path>
                </a:pathLst>
              </a:custGeom>
              <a:solidFill>
                <a:schemeClr val="bg2"/>
              </a:solidFill>
              <a:ln w="9525">
                <a:solidFill>
                  <a:schemeClr val="bg2"/>
                </a:solidFill>
                <a:round/>
                <a:headEnd/>
                <a:tailEnd/>
              </a:ln>
            </p:spPr>
            <p:txBody>
              <a:bodyPr/>
              <a:lstStyle/>
              <a:p>
                <a:endParaRPr lang="en-US"/>
              </a:p>
            </p:txBody>
          </p:sp>
          <p:sp>
            <p:nvSpPr>
              <p:cNvPr id="108015" name="Line 1025"/>
              <p:cNvSpPr>
                <a:spLocks noChangeShapeType="1"/>
              </p:cNvSpPr>
              <p:nvPr/>
            </p:nvSpPr>
            <p:spPr bwMode="auto">
              <a:xfrm flipV="1">
                <a:off x="2878" y="2307"/>
                <a:ext cx="72"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016" name="Line 1026"/>
              <p:cNvSpPr>
                <a:spLocks noChangeShapeType="1"/>
              </p:cNvSpPr>
              <p:nvPr/>
            </p:nvSpPr>
            <p:spPr bwMode="auto">
              <a:xfrm flipV="1">
                <a:off x="2975" y="2245"/>
                <a:ext cx="70" cy="46"/>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017" name="Line 1027"/>
              <p:cNvSpPr>
                <a:spLocks noChangeShapeType="1"/>
              </p:cNvSpPr>
              <p:nvPr/>
            </p:nvSpPr>
            <p:spPr bwMode="auto">
              <a:xfrm flipV="1">
                <a:off x="3062" y="2180"/>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018" name="Line 1028"/>
              <p:cNvSpPr>
                <a:spLocks noChangeShapeType="1"/>
              </p:cNvSpPr>
              <p:nvPr/>
            </p:nvSpPr>
            <p:spPr bwMode="auto">
              <a:xfrm flipV="1">
                <a:off x="3157" y="2141"/>
                <a:ext cx="40" cy="3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7818" name="Group 1029"/>
            <p:cNvGrpSpPr>
              <a:grpSpLocks/>
            </p:cNvGrpSpPr>
            <p:nvPr/>
          </p:nvGrpSpPr>
          <p:grpSpPr bwMode="auto">
            <a:xfrm>
              <a:off x="2415" y="2068"/>
              <a:ext cx="431" cy="279"/>
              <a:chOff x="2415" y="2068"/>
              <a:chExt cx="431" cy="279"/>
            </a:xfrm>
          </p:grpSpPr>
          <p:sp>
            <p:nvSpPr>
              <p:cNvPr id="108009" name="Freeform 1030"/>
              <p:cNvSpPr>
                <a:spLocks/>
              </p:cNvSpPr>
              <p:nvPr/>
            </p:nvSpPr>
            <p:spPr bwMode="auto">
              <a:xfrm>
                <a:off x="2734" y="2068"/>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32" y="88"/>
                    </a:lnTo>
                    <a:lnTo>
                      <a:pt x="16" y="64"/>
                    </a:lnTo>
                    <a:lnTo>
                      <a:pt x="0" y="40"/>
                    </a:lnTo>
                    <a:lnTo>
                      <a:pt x="112" y="0"/>
                    </a:lnTo>
                    <a:close/>
                  </a:path>
                </a:pathLst>
              </a:custGeom>
              <a:solidFill>
                <a:schemeClr val="bg2"/>
              </a:solidFill>
              <a:ln w="9525">
                <a:solidFill>
                  <a:schemeClr val="bg2"/>
                </a:solidFill>
                <a:round/>
                <a:headEnd/>
                <a:tailEnd/>
              </a:ln>
            </p:spPr>
            <p:txBody>
              <a:bodyPr/>
              <a:lstStyle/>
              <a:p>
                <a:endParaRPr lang="en-US"/>
              </a:p>
            </p:txBody>
          </p:sp>
          <p:sp>
            <p:nvSpPr>
              <p:cNvPr id="108010" name="Line 1031"/>
              <p:cNvSpPr>
                <a:spLocks noChangeShapeType="1"/>
              </p:cNvSpPr>
              <p:nvPr/>
            </p:nvSpPr>
            <p:spPr bwMode="auto">
              <a:xfrm flipV="1">
                <a:off x="2415" y="2299"/>
                <a:ext cx="72"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011" name="Line 1032"/>
              <p:cNvSpPr>
                <a:spLocks noChangeShapeType="1"/>
              </p:cNvSpPr>
              <p:nvPr/>
            </p:nvSpPr>
            <p:spPr bwMode="auto">
              <a:xfrm flipV="1">
                <a:off x="2512" y="2237"/>
                <a:ext cx="70" cy="46"/>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012" name="Line 1033"/>
              <p:cNvSpPr>
                <a:spLocks noChangeShapeType="1"/>
              </p:cNvSpPr>
              <p:nvPr/>
            </p:nvSpPr>
            <p:spPr bwMode="auto">
              <a:xfrm flipV="1">
                <a:off x="2599" y="2180"/>
                <a:ext cx="79"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013" name="Line 1034"/>
              <p:cNvSpPr>
                <a:spLocks noChangeShapeType="1"/>
              </p:cNvSpPr>
              <p:nvPr/>
            </p:nvSpPr>
            <p:spPr bwMode="auto">
              <a:xfrm flipV="1">
                <a:off x="2694" y="2132"/>
                <a:ext cx="56" cy="3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7819" name="Group 1035"/>
            <p:cNvGrpSpPr>
              <a:grpSpLocks/>
            </p:cNvGrpSpPr>
            <p:nvPr/>
          </p:nvGrpSpPr>
          <p:grpSpPr bwMode="auto">
            <a:xfrm>
              <a:off x="2399" y="2387"/>
              <a:ext cx="439" cy="582"/>
              <a:chOff x="2399" y="2387"/>
              <a:chExt cx="439" cy="582"/>
            </a:xfrm>
          </p:grpSpPr>
          <p:sp>
            <p:nvSpPr>
              <p:cNvPr id="108002" name="Freeform 1036"/>
              <p:cNvSpPr>
                <a:spLocks/>
              </p:cNvSpPr>
              <p:nvPr/>
            </p:nvSpPr>
            <p:spPr bwMode="auto">
              <a:xfrm>
                <a:off x="2750" y="2387"/>
                <a:ext cx="88" cy="104"/>
              </a:xfrm>
              <a:custGeom>
                <a:avLst/>
                <a:gdLst>
                  <a:gd name="T0" fmla="*/ 88 w 88"/>
                  <a:gd name="T1" fmla="*/ 0 h 104"/>
                  <a:gd name="T2" fmla="*/ 40 w 88"/>
                  <a:gd name="T3" fmla="*/ 104 h 104"/>
                  <a:gd name="T4" fmla="*/ 24 w 88"/>
                  <a:gd name="T5" fmla="*/ 88 h 104"/>
                  <a:gd name="T6" fmla="*/ 0 w 88"/>
                  <a:gd name="T7" fmla="*/ 72 h 104"/>
                  <a:gd name="T8" fmla="*/ 88 w 88"/>
                  <a:gd name="T9" fmla="*/ 0 h 104"/>
                  <a:gd name="T10" fmla="*/ 0 60000 65536"/>
                  <a:gd name="T11" fmla="*/ 0 60000 65536"/>
                  <a:gd name="T12" fmla="*/ 0 60000 65536"/>
                  <a:gd name="T13" fmla="*/ 0 60000 65536"/>
                  <a:gd name="T14" fmla="*/ 0 60000 65536"/>
                  <a:gd name="T15" fmla="*/ 0 w 88"/>
                  <a:gd name="T16" fmla="*/ 0 h 104"/>
                  <a:gd name="T17" fmla="*/ 88 w 88"/>
                  <a:gd name="T18" fmla="*/ 104 h 104"/>
                </a:gdLst>
                <a:ahLst/>
                <a:cxnLst>
                  <a:cxn ang="T10">
                    <a:pos x="T0" y="T1"/>
                  </a:cxn>
                  <a:cxn ang="T11">
                    <a:pos x="T2" y="T3"/>
                  </a:cxn>
                  <a:cxn ang="T12">
                    <a:pos x="T4" y="T5"/>
                  </a:cxn>
                  <a:cxn ang="T13">
                    <a:pos x="T6" y="T7"/>
                  </a:cxn>
                  <a:cxn ang="T14">
                    <a:pos x="T8" y="T9"/>
                  </a:cxn>
                </a:cxnLst>
                <a:rect l="T15" t="T16" r="T17" b="T18"/>
                <a:pathLst>
                  <a:path w="88" h="104">
                    <a:moveTo>
                      <a:pt x="88" y="0"/>
                    </a:moveTo>
                    <a:lnTo>
                      <a:pt x="40" y="104"/>
                    </a:lnTo>
                    <a:lnTo>
                      <a:pt x="24" y="88"/>
                    </a:lnTo>
                    <a:lnTo>
                      <a:pt x="0" y="72"/>
                    </a:lnTo>
                    <a:lnTo>
                      <a:pt x="88" y="0"/>
                    </a:lnTo>
                    <a:close/>
                  </a:path>
                </a:pathLst>
              </a:custGeom>
              <a:solidFill>
                <a:schemeClr val="bg2"/>
              </a:solidFill>
              <a:ln w="9525">
                <a:solidFill>
                  <a:schemeClr val="bg2"/>
                </a:solidFill>
                <a:round/>
                <a:headEnd/>
                <a:tailEnd/>
              </a:ln>
            </p:spPr>
            <p:txBody>
              <a:bodyPr/>
              <a:lstStyle/>
              <a:p>
                <a:endParaRPr lang="en-US"/>
              </a:p>
            </p:txBody>
          </p:sp>
          <p:sp>
            <p:nvSpPr>
              <p:cNvPr id="108003" name="Line 1037"/>
              <p:cNvSpPr>
                <a:spLocks noChangeShapeType="1"/>
              </p:cNvSpPr>
              <p:nvPr/>
            </p:nvSpPr>
            <p:spPr bwMode="auto">
              <a:xfrm flipV="1">
                <a:off x="2399" y="2898"/>
                <a:ext cx="56" cy="7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004" name="Line 1038"/>
              <p:cNvSpPr>
                <a:spLocks noChangeShapeType="1"/>
              </p:cNvSpPr>
              <p:nvPr/>
            </p:nvSpPr>
            <p:spPr bwMode="auto">
              <a:xfrm flipV="1">
                <a:off x="2463" y="2811"/>
                <a:ext cx="55" cy="7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005" name="Line 1039"/>
              <p:cNvSpPr>
                <a:spLocks noChangeShapeType="1"/>
              </p:cNvSpPr>
              <p:nvPr/>
            </p:nvSpPr>
            <p:spPr bwMode="auto">
              <a:xfrm flipV="1">
                <a:off x="2535" y="2724"/>
                <a:ext cx="47" cy="7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006" name="Line 1040"/>
              <p:cNvSpPr>
                <a:spLocks noChangeShapeType="1"/>
              </p:cNvSpPr>
              <p:nvPr/>
            </p:nvSpPr>
            <p:spPr bwMode="auto">
              <a:xfrm flipV="1">
                <a:off x="2598" y="2634"/>
                <a:ext cx="56" cy="64"/>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007" name="Line 1041"/>
              <p:cNvSpPr>
                <a:spLocks noChangeShapeType="1"/>
              </p:cNvSpPr>
              <p:nvPr/>
            </p:nvSpPr>
            <p:spPr bwMode="auto">
              <a:xfrm flipV="1">
                <a:off x="2670" y="2539"/>
                <a:ext cx="48" cy="7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008" name="Line 1042"/>
              <p:cNvSpPr>
                <a:spLocks noChangeShapeType="1"/>
              </p:cNvSpPr>
              <p:nvPr/>
            </p:nvSpPr>
            <p:spPr bwMode="auto">
              <a:xfrm flipV="1">
                <a:off x="2734" y="2476"/>
                <a:ext cx="40"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7820" name="Group 1043"/>
            <p:cNvGrpSpPr>
              <a:grpSpLocks/>
            </p:cNvGrpSpPr>
            <p:nvPr/>
          </p:nvGrpSpPr>
          <p:grpSpPr bwMode="auto">
            <a:xfrm>
              <a:off x="1498" y="3296"/>
              <a:ext cx="406" cy="287"/>
              <a:chOff x="1498" y="3296"/>
              <a:chExt cx="406" cy="287"/>
            </a:xfrm>
          </p:grpSpPr>
          <p:sp>
            <p:nvSpPr>
              <p:cNvPr id="107997" name="Freeform 1044"/>
              <p:cNvSpPr>
                <a:spLocks/>
              </p:cNvSpPr>
              <p:nvPr/>
            </p:nvSpPr>
            <p:spPr bwMode="auto">
              <a:xfrm>
                <a:off x="1792" y="3296"/>
                <a:ext cx="112" cy="88"/>
              </a:xfrm>
              <a:custGeom>
                <a:avLst/>
                <a:gdLst>
                  <a:gd name="T0" fmla="*/ 112 w 112"/>
                  <a:gd name="T1" fmla="*/ 0 h 88"/>
                  <a:gd name="T2" fmla="*/ 40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40" y="88"/>
                    </a:lnTo>
                    <a:lnTo>
                      <a:pt x="16" y="64"/>
                    </a:lnTo>
                    <a:lnTo>
                      <a:pt x="0" y="40"/>
                    </a:lnTo>
                    <a:lnTo>
                      <a:pt x="112" y="0"/>
                    </a:lnTo>
                    <a:close/>
                  </a:path>
                </a:pathLst>
              </a:custGeom>
              <a:solidFill>
                <a:schemeClr val="bg2"/>
              </a:solidFill>
              <a:ln w="9525">
                <a:solidFill>
                  <a:schemeClr val="bg2"/>
                </a:solidFill>
                <a:round/>
                <a:headEnd/>
                <a:tailEnd/>
              </a:ln>
            </p:spPr>
            <p:txBody>
              <a:bodyPr/>
              <a:lstStyle/>
              <a:p>
                <a:endParaRPr lang="en-US"/>
              </a:p>
            </p:txBody>
          </p:sp>
          <p:sp>
            <p:nvSpPr>
              <p:cNvPr id="107998" name="Line 1045"/>
              <p:cNvSpPr>
                <a:spLocks noChangeShapeType="1"/>
              </p:cNvSpPr>
              <p:nvPr/>
            </p:nvSpPr>
            <p:spPr bwMode="auto">
              <a:xfrm flipV="1">
                <a:off x="1498" y="3537"/>
                <a:ext cx="70" cy="46"/>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999" name="Line 1046"/>
              <p:cNvSpPr>
                <a:spLocks noChangeShapeType="1"/>
              </p:cNvSpPr>
              <p:nvPr/>
            </p:nvSpPr>
            <p:spPr bwMode="auto">
              <a:xfrm flipV="1">
                <a:off x="1584" y="3473"/>
                <a:ext cx="72"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000" name="Line 1047"/>
              <p:cNvSpPr>
                <a:spLocks noChangeShapeType="1"/>
              </p:cNvSpPr>
              <p:nvPr/>
            </p:nvSpPr>
            <p:spPr bwMode="auto">
              <a:xfrm flipV="1">
                <a:off x="1680" y="3408"/>
                <a:ext cx="72"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001" name="Line 1048"/>
              <p:cNvSpPr>
                <a:spLocks noChangeShapeType="1"/>
              </p:cNvSpPr>
              <p:nvPr/>
            </p:nvSpPr>
            <p:spPr bwMode="auto">
              <a:xfrm flipV="1">
                <a:off x="1768" y="3360"/>
                <a:ext cx="40" cy="3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7821" name="Group 1049"/>
            <p:cNvGrpSpPr>
              <a:grpSpLocks/>
            </p:cNvGrpSpPr>
            <p:nvPr/>
          </p:nvGrpSpPr>
          <p:grpSpPr bwMode="auto">
            <a:xfrm>
              <a:off x="1489" y="2690"/>
              <a:ext cx="423" cy="279"/>
              <a:chOff x="1489" y="2690"/>
              <a:chExt cx="423" cy="279"/>
            </a:xfrm>
          </p:grpSpPr>
          <p:sp>
            <p:nvSpPr>
              <p:cNvPr id="107992" name="Freeform 1050"/>
              <p:cNvSpPr>
                <a:spLocks/>
              </p:cNvSpPr>
              <p:nvPr/>
            </p:nvSpPr>
            <p:spPr bwMode="auto">
              <a:xfrm>
                <a:off x="1800" y="2690"/>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32" y="88"/>
                    </a:lnTo>
                    <a:lnTo>
                      <a:pt x="16" y="64"/>
                    </a:lnTo>
                    <a:lnTo>
                      <a:pt x="0" y="40"/>
                    </a:lnTo>
                    <a:lnTo>
                      <a:pt x="112" y="0"/>
                    </a:lnTo>
                    <a:close/>
                  </a:path>
                </a:pathLst>
              </a:custGeom>
              <a:solidFill>
                <a:schemeClr val="bg2"/>
              </a:solidFill>
              <a:ln w="9525">
                <a:solidFill>
                  <a:schemeClr val="bg2"/>
                </a:solidFill>
                <a:round/>
                <a:headEnd/>
                <a:tailEnd/>
              </a:ln>
            </p:spPr>
            <p:txBody>
              <a:bodyPr/>
              <a:lstStyle/>
              <a:p>
                <a:endParaRPr lang="en-US"/>
              </a:p>
            </p:txBody>
          </p:sp>
          <p:sp>
            <p:nvSpPr>
              <p:cNvPr id="107993" name="Line 1051"/>
              <p:cNvSpPr>
                <a:spLocks noChangeShapeType="1"/>
              </p:cNvSpPr>
              <p:nvPr/>
            </p:nvSpPr>
            <p:spPr bwMode="auto">
              <a:xfrm flipV="1">
                <a:off x="1489" y="2922"/>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994" name="Line 1052"/>
              <p:cNvSpPr>
                <a:spLocks noChangeShapeType="1"/>
              </p:cNvSpPr>
              <p:nvPr/>
            </p:nvSpPr>
            <p:spPr bwMode="auto">
              <a:xfrm flipV="1">
                <a:off x="1585" y="2858"/>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995" name="Line 1053"/>
              <p:cNvSpPr>
                <a:spLocks noChangeShapeType="1"/>
              </p:cNvSpPr>
              <p:nvPr/>
            </p:nvSpPr>
            <p:spPr bwMode="auto">
              <a:xfrm flipV="1">
                <a:off x="1672" y="2803"/>
                <a:ext cx="80"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996" name="Line 1054"/>
              <p:cNvSpPr>
                <a:spLocks noChangeShapeType="1"/>
              </p:cNvSpPr>
              <p:nvPr/>
            </p:nvSpPr>
            <p:spPr bwMode="auto">
              <a:xfrm flipV="1">
                <a:off x="1768" y="2754"/>
                <a:ext cx="48" cy="3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7822" name="Group 1055"/>
            <p:cNvGrpSpPr>
              <a:grpSpLocks/>
            </p:cNvGrpSpPr>
            <p:nvPr/>
          </p:nvGrpSpPr>
          <p:grpSpPr bwMode="auto">
            <a:xfrm>
              <a:off x="1490" y="2993"/>
              <a:ext cx="414" cy="271"/>
              <a:chOff x="1490" y="2993"/>
              <a:chExt cx="414" cy="271"/>
            </a:xfrm>
          </p:grpSpPr>
          <p:sp>
            <p:nvSpPr>
              <p:cNvPr id="107987" name="Freeform 1056"/>
              <p:cNvSpPr>
                <a:spLocks/>
              </p:cNvSpPr>
              <p:nvPr/>
            </p:nvSpPr>
            <p:spPr bwMode="auto">
              <a:xfrm>
                <a:off x="1792" y="2993"/>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32" y="88"/>
                    </a:lnTo>
                    <a:lnTo>
                      <a:pt x="16" y="64"/>
                    </a:lnTo>
                    <a:lnTo>
                      <a:pt x="0" y="40"/>
                    </a:lnTo>
                    <a:lnTo>
                      <a:pt x="112" y="0"/>
                    </a:lnTo>
                    <a:close/>
                  </a:path>
                </a:pathLst>
              </a:custGeom>
              <a:solidFill>
                <a:schemeClr val="bg2"/>
              </a:solidFill>
              <a:ln w="9525">
                <a:solidFill>
                  <a:schemeClr val="bg2"/>
                </a:solidFill>
                <a:round/>
                <a:headEnd/>
                <a:tailEnd/>
              </a:ln>
            </p:spPr>
            <p:txBody>
              <a:bodyPr/>
              <a:lstStyle/>
              <a:p>
                <a:endParaRPr lang="en-US"/>
              </a:p>
            </p:txBody>
          </p:sp>
          <p:sp>
            <p:nvSpPr>
              <p:cNvPr id="107988" name="Line 1057"/>
              <p:cNvSpPr>
                <a:spLocks noChangeShapeType="1"/>
              </p:cNvSpPr>
              <p:nvPr/>
            </p:nvSpPr>
            <p:spPr bwMode="auto">
              <a:xfrm flipV="1">
                <a:off x="1490" y="3218"/>
                <a:ext cx="70" cy="46"/>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989" name="Line 1058"/>
              <p:cNvSpPr>
                <a:spLocks noChangeShapeType="1"/>
              </p:cNvSpPr>
              <p:nvPr/>
            </p:nvSpPr>
            <p:spPr bwMode="auto">
              <a:xfrm flipV="1">
                <a:off x="1584" y="3154"/>
                <a:ext cx="72"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990" name="Line 1059"/>
              <p:cNvSpPr>
                <a:spLocks noChangeShapeType="1"/>
              </p:cNvSpPr>
              <p:nvPr/>
            </p:nvSpPr>
            <p:spPr bwMode="auto">
              <a:xfrm flipV="1">
                <a:off x="1672" y="3097"/>
                <a:ext cx="80"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991" name="Line 1060"/>
              <p:cNvSpPr>
                <a:spLocks noChangeShapeType="1"/>
              </p:cNvSpPr>
              <p:nvPr/>
            </p:nvSpPr>
            <p:spPr bwMode="auto">
              <a:xfrm flipV="1">
                <a:off x="1768" y="3057"/>
                <a:ext cx="40" cy="24"/>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7823" name="Group 1061"/>
            <p:cNvGrpSpPr>
              <a:grpSpLocks/>
            </p:cNvGrpSpPr>
            <p:nvPr/>
          </p:nvGrpSpPr>
          <p:grpSpPr bwMode="auto">
            <a:xfrm>
              <a:off x="1936" y="2993"/>
              <a:ext cx="439" cy="582"/>
              <a:chOff x="1936" y="2993"/>
              <a:chExt cx="439" cy="582"/>
            </a:xfrm>
          </p:grpSpPr>
          <p:sp>
            <p:nvSpPr>
              <p:cNvPr id="107980" name="Freeform 1062"/>
              <p:cNvSpPr>
                <a:spLocks/>
              </p:cNvSpPr>
              <p:nvPr/>
            </p:nvSpPr>
            <p:spPr bwMode="auto">
              <a:xfrm>
                <a:off x="2287" y="3472"/>
                <a:ext cx="88" cy="103"/>
              </a:xfrm>
              <a:custGeom>
                <a:avLst/>
                <a:gdLst>
                  <a:gd name="T0" fmla="*/ 88 w 88"/>
                  <a:gd name="T1" fmla="*/ 103 h 103"/>
                  <a:gd name="T2" fmla="*/ 0 w 88"/>
                  <a:gd name="T3" fmla="*/ 32 h 103"/>
                  <a:gd name="T4" fmla="*/ 24 w 88"/>
                  <a:gd name="T5" fmla="*/ 16 h 103"/>
                  <a:gd name="T6" fmla="*/ 40 w 88"/>
                  <a:gd name="T7" fmla="*/ 0 h 103"/>
                  <a:gd name="T8" fmla="*/ 88 w 88"/>
                  <a:gd name="T9" fmla="*/ 103 h 103"/>
                  <a:gd name="T10" fmla="*/ 0 60000 65536"/>
                  <a:gd name="T11" fmla="*/ 0 60000 65536"/>
                  <a:gd name="T12" fmla="*/ 0 60000 65536"/>
                  <a:gd name="T13" fmla="*/ 0 60000 65536"/>
                  <a:gd name="T14" fmla="*/ 0 60000 65536"/>
                  <a:gd name="T15" fmla="*/ 0 w 88"/>
                  <a:gd name="T16" fmla="*/ 0 h 103"/>
                  <a:gd name="T17" fmla="*/ 88 w 88"/>
                  <a:gd name="T18" fmla="*/ 103 h 103"/>
                </a:gdLst>
                <a:ahLst/>
                <a:cxnLst>
                  <a:cxn ang="T10">
                    <a:pos x="T0" y="T1"/>
                  </a:cxn>
                  <a:cxn ang="T11">
                    <a:pos x="T2" y="T3"/>
                  </a:cxn>
                  <a:cxn ang="T12">
                    <a:pos x="T4" y="T5"/>
                  </a:cxn>
                  <a:cxn ang="T13">
                    <a:pos x="T6" y="T7"/>
                  </a:cxn>
                  <a:cxn ang="T14">
                    <a:pos x="T8" y="T9"/>
                  </a:cxn>
                </a:cxnLst>
                <a:rect l="T15" t="T16" r="T17" b="T18"/>
                <a:pathLst>
                  <a:path w="88" h="103">
                    <a:moveTo>
                      <a:pt x="88" y="103"/>
                    </a:moveTo>
                    <a:lnTo>
                      <a:pt x="0" y="32"/>
                    </a:lnTo>
                    <a:lnTo>
                      <a:pt x="24" y="16"/>
                    </a:lnTo>
                    <a:lnTo>
                      <a:pt x="40" y="0"/>
                    </a:lnTo>
                    <a:lnTo>
                      <a:pt x="88" y="103"/>
                    </a:lnTo>
                    <a:close/>
                  </a:path>
                </a:pathLst>
              </a:custGeom>
              <a:solidFill>
                <a:schemeClr val="bg2"/>
              </a:solidFill>
              <a:ln w="9525">
                <a:solidFill>
                  <a:schemeClr val="bg2"/>
                </a:solidFill>
                <a:round/>
                <a:headEnd/>
                <a:tailEnd/>
              </a:ln>
            </p:spPr>
            <p:txBody>
              <a:bodyPr/>
              <a:lstStyle/>
              <a:p>
                <a:endParaRPr lang="en-US"/>
              </a:p>
            </p:txBody>
          </p:sp>
          <p:sp>
            <p:nvSpPr>
              <p:cNvPr id="107981" name="Line 1063"/>
              <p:cNvSpPr>
                <a:spLocks noChangeShapeType="1"/>
              </p:cNvSpPr>
              <p:nvPr/>
            </p:nvSpPr>
            <p:spPr bwMode="auto">
              <a:xfrm>
                <a:off x="1936" y="2993"/>
                <a:ext cx="56" cy="7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982" name="Line 1064"/>
              <p:cNvSpPr>
                <a:spLocks noChangeShapeType="1"/>
              </p:cNvSpPr>
              <p:nvPr/>
            </p:nvSpPr>
            <p:spPr bwMode="auto">
              <a:xfrm>
                <a:off x="2000" y="3081"/>
                <a:ext cx="55" cy="7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983" name="Line 1065"/>
              <p:cNvSpPr>
                <a:spLocks noChangeShapeType="1"/>
              </p:cNvSpPr>
              <p:nvPr/>
            </p:nvSpPr>
            <p:spPr bwMode="auto">
              <a:xfrm>
                <a:off x="2071" y="3169"/>
                <a:ext cx="48" cy="7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984" name="Line 1066"/>
              <p:cNvSpPr>
                <a:spLocks noChangeShapeType="1"/>
              </p:cNvSpPr>
              <p:nvPr/>
            </p:nvSpPr>
            <p:spPr bwMode="auto">
              <a:xfrm>
                <a:off x="2135" y="3264"/>
                <a:ext cx="56" cy="63"/>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985" name="Line 1067"/>
              <p:cNvSpPr>
                <a:spLocks noChangeShapeType="1"/>
              </p:cNvSpPr>
              <p:nvPr/>
            </p:nvSpPr>
            <p:spPr bwMode="auto">
              <a:xfrm>
                <a:off x="2207" y="3352"/>
                <a:ext cx="48" cy="7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986" name="Line 1068"/>
              <p:cNvSpPr>
                <a:spLocks noChangeShapeType="1"/>
              </p:cNvSpPr>
              <p:nvPr/>
            </p:nvSpPr>
            <p:spPr bwMode="auto">
              <a:xfrm>
                <a:off x="2271" y="3440"/>
                <a:ext cx="40"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7824" name="Group 1069"/>
            <p:cNvGrpSpPr>
              <a:grpSpLocks/>
            </p:cNvGrpSpPr>
            <p:nvPr/>
          </p:nvGrpSpPr>
          <p:grpSpPr bwMode="auto">
            <a:xfrm>
              <a:off x="1944" y="2690"/>
              <a:ext cx="447" cy="279"/>
              <a:chOff x="1944" y="2690"/>
              <a:chExt cx="447" cy="279"/>
            </a:xfrm>
          </p:grpSpPr>
          <p:sp>
            <p:nvSpPr>
              <p:cNvPr id="107975" name="Freeform 1070"/>
              <p:cNvSpPr>
                <a:spLocks/>
              </p:cNvSpPr>
              <p:nvPr/>
            </p:nvSpPr>
            <p:spPr bwMode="auto">
              <a:xfrm>
                <a:off x="2279" y="2889"/>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 name="T15" fmla="*/ 0 w 112"/>
                  <a:gd name="T16" fmla="*/ 0 h 80"/>
                  <a:gd name="T17" fmla="*/ 112 w 112"/>
                  <a:gd name="T18" fmla="*/ 80 h 80"/>
                </a:gdLst>
                <a:ahLst/>
                <a:cxnLst>
                  <a:cxn ang="T10">
                    <a:pos x="T0" y="T1"/>
                  </a:cxn>
                  <a:cxn ang="T11">
                    <a:pos x="T2" y="T3"/>
                  </a:cxn>
                  <a:cxn ang="T12">
                    <a:pos x="T4" y="T5"/>
                  </a:cxn>
                  <a:cxn ang="T13">
                    <a:pos x="T6" y="T7"/>
                  </a:cxn>
                  <a:cxn ang="T14">
                    <a:pos x="T8" y="T9"/>
                  </a:cxn>
                </a:cxnLst>
                <a:rect l="T15" t="T16" r="T17" b="T18"/>
                <a:pathLst>
                  <a:path w="112" h="80">
                    <a:moveTo>
                      <a:pt x="112" y="80"/>
                    </a:moveTo>
                    <a:lnTo>
                      <a:pt x="0" y="48"/>
                    </a:lnTo>
                    <a:lnTo>
                      <a:pt x="16" y="24"/>
                    </a:lnTo>
                    <a:lnTo>
                      <a:pt x="32" y="0"/>
                    </a:lnTo>
                    <a:lnTo>
                      <a:pt x="112" y="80"/>
                    </a:lnTo>
                    <a:close/>
                  </a:path>
                </a:pathLst>
              </a:custGeom>
              <a:solidFill>
                <a:schemeClr val="bg2"/>
              </a:solidFill>
              <a:ln w="9525">
                <a:solidFill>
                  <a:schemeClr val="bg2"/>
                </a:solidFill>
                <a:round/>
                <a:headEnd/>
                <a:tailEnd/>
              </a:ln>
            </p:spPr>
            <p:txBody>
              <a:bodyPr/>
              <a:lstStyle/>
              <a:p>
                <a:endParaRPr lang="en-US"/>
              </a:p>
            </p:txBody>
          </p:sp>
          <p:sp>
            <p:nvSpPr>
              <p:cNvPr id="107976" name="Line 1071"/>
              <p:cNvSpPr>
                <a:spLocks noChangeShapeType="1"/>
              </p:cNvSpPr>
              <p:nvPr/>
            </p:nvSpPr>
            <p:spPr bwMode="auto">
              <a:xfrm>
                <a:off x="1944" y="2690"/>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977" name="Line 1072"/>
              <p:cNvSpPr>
                <a:spLocks noChangeShapeType="1"/>
              </p:cNvSpPr>
              <p:nvPr/>
            </p:nvSpPr>
            <p:spPr bwMode="auto">
              <a:xfrm>
                <a:off x="2040" y="2746"/>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978" name="Line 1073"/>
              <p:cNvSpPr>
                <a:spLocks noChangeShapeType="1"/>
              </p:cNvSpPr>
              <p:nvPr/>
            </p:nvSpPr>
            <p:spPr bwMode="auto">
              <a:xfrm>
                <a:off x="2136" y="2810"/>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979" name="Line 1074"/>
              <p:cNvSpPr>
                <a:spLocks noChangeShapeType="1"/>
              </p:cNvSpPr>
              <p:nvPr/>
            </p:nvSpPr>
            <p:spPr bwMode="auto">
              <a:xfrm>
                <a:off x="2232" y="2866"/>
                <a:ext cx="63" cy="46"/>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7825" name="Group 1075"/>
            <p:cNvGrpSpPr>
              <a:grpSpLocks/>
            </p:cNvGrpSpPr>
            <p:nvPr/>
          </p:nvGrpSpPr>
          <p:grpSpPr bwMode="auto">
            <a:xfrm>
              <a:off x="2407" y="3001"/>
              <a:ext cx="423" cy="271"/>
              <a:chOff x="2407" y="3001"/>
              <a:chExt cx="423" cy="271"/>
            </a:xfrm>
          </p:grpSpPr>
          <p:sp>
            <p:nvSpPr>
              <p:cNvPr id="107970" name="Freeform 1076"/>
              <p:cNvSpPr>
                <a:spLocks/>
              </p:cNvSpPr>
              <p:nvPr/>
            </p:nvSpPr>
            <p:spPr bwMode="auto">
              <a:xfrm>
                <a:off x="2718" y="3185"/>
                <a:ext cx="112" cy="87"/>
              </a:xfrm>
              <a:custGeom>
                <a:avLst/>
                <a:gdLst>
                  <a:gd name="T0" fmla="*/ 112 w 112"/>
                  <a:gd name="T1" fmla="*/ 87 h 87"/>
                  <a:gd name="T2" fmla="*/ 0 w 112"/>
                  <a:gd name="T3" fmla="*/ 47 h 87"/>
                  <a:gd name="T4" fmla="*/ 16 w 112"/>
                  <a:gd name="T5" fmla="*/ 23 h 87"/>
                  <a:gd name="T6" fmla="*/ 32 w 112"/>
                  <a:gd name="T7" fmla="*/ 0 h 87"/>
                  <a:gd name="T8" fmla="*/ 112 w 112"/>
                  <a:gd name="T9" fmla="*/ 87 h 87"/>
                  <a:gd name="T10" fmla="*/ 0 60000 65536"/>
                  <a:gd name="T11" fmla="*/ 0 60000 65536"/>
                  <a:gd name="T12" fmla="*/ 0 60000 65536"/>
                  <a:gd name="T13" fmla="*/ 0 60000 65536"/>
                  <a:gd name="T14" fmla="*/ 0 60000 65536"/>
                  <a:gd name="T15" fmla="*/ 0 w 112"/>
                  <a:gd name="T16" fmla="*/ 0 h 87"/>
                  <a:gd name="T17" fmla="*/ 112 w 112"/>
                  <a:gd name="T18" fmla="*/ 87 h 87"/>
                </a:gdLst>
                <a:ahLst/>
                <a:cxnLst>
                  <a:cxn ang="T10">
                    <a:pos x="T0" y="T1"/>
                  </a:cxn>
                  <a:cxn ang="T11">
                    <a:pos x="T2" y="T3"/>
                  </a:cxn>
                  <a:cxn ang="T12">
                    <a:pos x="T4" y="T5"/>
                  </a:cxn>
                  <a:cxn ang="T13">
                    <a:pos x="T6" y="T7"/>
                  </a:cxn>
                  <a:cxn ang="T14">
                    <a:pos x="T8" y="T9"/>
                  </a:cxn>
                </a:cxnLst>
                <a:rect l="T15" t="T16" r="T17" b="T18"/>
                <a:pathLst>
                  <a:path w="112" h="87">
                    <a:moveTo>
                      <a:pt x="112" y="87"/>
                    </a:moveTo>
                    <a:lnTo>
                      <a:pt x="0" y="47"/>
                    </a:lnTo>
                    <a:lnTo>
                      <a:pt x="16" y="23"/>
                    </a:lnTo>
                    <a:lnTo>
                      <a:pt x="32" y="0"/>
                    </a:lnTo>
                    <a:lnTo>
                      <a:pt x="112" y="87"/>
                    </a:lnTo>
                    <a:close/>
                  </a:path>
                </a:pathLst>
              </a:custGeom>
              <a:solidFill>
                <a:schemeClr val="bg2"/>
              </a:solidFill>
              <a:ln w="9525">
                <a:solidFill>
                  <a:schemeClr val="bg2"/>
                </a:solidFill>
                <a:round/>
                <a:headEnd/>
                <a:tailEnd/>
              </a:ln>
            </p:spPr>
            <p:txBody>
              <a:bodyPr/>
              <a:lstStyle/>
              <a:p>
                <a:endParaRPr lang="en-US"/>
              </a:p>
            </p:txBody>
          </p:sp>
          <p:sp>
            <p:nvSpPr>
              <p:cNvPr id="107971" name="Line 1077"/>
              <p:cNvSpPr>
                <a:spLocks noChangeShapeType="1"/>
              </p:cNvSpPr>
              <p:nvPr/>
            </p:nvSpPr>
            <p:spPr bwMode="auto">
              <a:xfrm>
                <a:off x="2407" y="3001"/>
                <a:ext cx="72"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972" name="Line 1078"/>
              <p:cNvSpPr>
                <a:spLocks noChangeShapeType="1"/>
              </p:cNvSpPr>
              <p:nvPr/>
            </p:nvSpPr>
            <p:spPr bwMode="auto">
              <a:xfrm>
                <a:off x="2503" y="3065"/>
                <a:ext cx="71" cy="39"/>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973" name="Line 1079"/>
              <p:cNvSpPr>
                <a:spLocks noChangeShapeType="1"/>
              </p:cNvSpPr>
              <p:nvPr/>
            </p:nvSpPr>
            <p:spPr bwMode="auto">
              <a:xfrm>
                <a:off x="2599" y="3121"/>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974" name="Line 1080"/>
              <p:cNvSpPr>
                <a:spLocks noChangeShapeType="1"/>
              </p:cNvSpPr>
              <p:nvPr/>
            </p:nvSpPr>
            <p:spPr bwMode="auto">
              <a:xfrm>
                <a:off x="2688" y="3185"/>
                <a:ext cx="46" cy="2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7826" name="Group 1081"/>
            <p:cNvGrpSpPr>
              <a:grpSpLocks/>
            </p:cNvGrpSpPr>
            <p:nvPr/>
          </p:nvGrpSpPr>
          <p:grpSpPr bwMode="auto">
            <a:xfrm>
              <a:off x="2854" y="3296"/>
              <a:ext cx="439" cy="279"/>
              <a:chOff x="2854" y="3296"/>
              <a:chExt cx="439" cy="279"/>
            </a:xfrm>
          </p:grpSpPr>
          <p:sp>
            <p:nvSpPr>
              <p:cNvPr id="107965" name="Freeform 1082"/>
              <p:cNvSpPr>
                <a:spLocks/>
              </p:cNvSpPr>
              <p:nvPr/>
            </p:nvSpPr>
            <p:spPr bwMode="auto">
              <a:xfrm>
                <a:off x="3181" y="3488"/>
                <a:ext cx="112" cy="87"/>
              </a:xfrm>
              <a:custGeom>
                <a:avLst/>
                <a:gdLst>
                  <a:gd name="T0" fmla="*/ 112 w 112"/>
                  <a:gd name="T1" fmla="*/ 87 h 87"/>
                  <a:gd name="T2" fmla="*/ 0 w 112"/>
                  <a:gd name="T3" fmla="*/ 48 h 87"/>
                  <a:gd name="T4" fmla="*/ 16 w 112"/>
                  <a:gd name="T5" fmla="*/ 24 h 87"/>
                  <a:gd name="T6" fmla="*/ 32 w 112"/>
                  <a:gd name="T7" fmla="*/ 0 h 87"/>
                  <a:gd name="T8" fmla="*/ 112 w 112"/>
                  <a:gd name="T9" fmla="*/ 87 h 87"/>
                  <a:gd name="T10" fmla="*/ 0 60000 65536"/>
                  <a:gd name="T11" fmla="*/ 0 60000 65536"/>
                  <a:gd name="T12" fmla="*/ 0 60000 65536"/>
                  <a:gd name="T13" fmla="*/ 0 60000 65536"/>
                  <a:gd name="T14" fmla="*/ 0 60000 65536"/>
                  <a:gd name="T15" fmla="*/ 0 w 112"/>
                  <a:gd name="T16" fmla="*/ 0 h 87"/>
                  <a:gd name="T17" fmla="*/ 112 w 112"/>
                  <a:gd name="T18" fmla="*/ 87 h 87"/>
                </a:gdLst>
                <a:ahLst/>
                <a:cxnLst>
                  <a:cxn ang="T10">
                    <a:pos x="T0" y="T1"/>
                  </a:cxn>
                  <a:cxn ang="T11">
                    <a:pos x="T2" y="T3"/>
                  </a:cxn>
                  <a:cxn ang="T12">
                    <a:pos x="T4" y="T5"/>
                  </a:cxn>
                  <a:cxn ang="T13">
                    <a:pos x="T6" y="T7"/>
                  </a:cxn>
                  <a:cxn ang="T14">
                    <a:pos x="T8" y="T9"/>
                  </a:cxn>
                </a:cxnLst>
                <a:rect l="T15" t="T16" r="T17" b="T18"/>
                <a:pathLst>
                  <a:path w="112" h="87">
                    <a:moveTo>
                      <a:pt x="112" y="87"/>
                    </a:moveTo>
                    <a:lnTo>
                      <a:pt x="0" y="48"/>
                    </a:lnTo>
                    <a:lnTo>
                      <a:pt x="16" y="24"/>
                    </a:lnTo>
                    <a:lnTo>
                      <a:pt x="32" y="0"/>
                    </a:lnTo>
                    <a:lnTo>
                      <a:pt x="112" y="87"/>
                    </a:lnTo>
                    <a:close/>
                  </a:path>
                </a:pathLst>
              </a:custGeom>
              <a:solidFill>
                <a:schemeClr val="bg2"/>
              </a:solidFill>
              <a:ln w="9525">
                <a:solidFill>
                  <a:schemeClr val="bg2"/>
                </a:solidFill>
                <a:round/>
                <a:headEnd/>
                <a:tailEnd/>
              </a:ln>
            </p:spPr>
            <p:txBody>
              <a:bodyPr/>
              <a:lstStyle/>
              <a:p>
                <a:endParaRPr lang="en-US"/>
              </a:p>
            </p:txBody>
          </p:sp>
          <p:sp>
            <p:nvSpPr>
              <p:cNvPr id="107966" name="Line 1083"/>
              <p:cNvSpPr>
                <a:spLocks noChangeShapeType="1"/>
              </p:cNvSpPr>
              <p:nvPr/>
            </p:nvSpPr>
            <p:spPr bwMode="auto">
              <a:xfrm>
                <a:off x="2854" y="3296"/>
                <a:ext cx="72"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967" name="Line 1084"/>
              <p:cNvSpPr>
                <a:spLocks noChangeShapeType="1"/>
              </p:cNvSpPr>
              <p:nvPr/>
            </p:nvSpPr>
            <p:spPr bwMode="auto">
              <a:xfrm>
                <a:off x="2950" y="3360"/>
                <a:ext cx="71" cy="39"/>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968" name="Line 1085"/>
              <p:cNvSpPr>
                <a:spLocks noChangeShapeType="1"/>
              </p:cNvSpPr>
              <p:nvPr/>
            </p:nvSpPr>
            <p:spPr bwMode="auto">
              <a:xfrm>
                <a:off x="3046" y="3416"/>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969" name="Line 1086"/>
              <p:cNvSpPr>
                <a:spLocks noChangeShapeType="1"/>
              </p:cNvSpPr>
              <p:nvPr/>
            </p:nvSpPr>
            <p:spPr bwMode="auto">
              <a:xfrm>
                <a:off x="3135" y="3480"/>
                <a:ext cx="62" cy="3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7827" name="Group 1087"/>
            <p:cNvGrpSpPr>
              <a:grpSpLocks/>
            </p:cNvGrpSpPr>
            <p:nvPr/>
          </p:nvGrpSpPr>
          <p:grpSpPr bwMode="auto">
            <a:xfrm>
              <a:off x="2863" y="3304"/>
              <a:ext cx="422" cy="279"/>
              <a:chOff x="2863" y="3304"/>
              <a:chExt cx="422" cy="279"/>
            </a:xfrm>
          </p:grpSpPr>
          <p:sp>
            <p:nvSpPr>
              <p:cNvPr id="107960" name="Freeform 1088"/>
              <p:cNvSpPr>
                <a:spLocks/>
              </p:cNvSpPr>
              <p:nvPr/>
            </p:nvSpPr>
            <p:spPr bwMode="auto">
              <a:xfrm>
                <a:off x="3173" y="3304"/>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32" y="88"/>
                    </a:lnTo>
                    <a:lnTo>
                      <a:pt x="16" y="64"/>
                    </a:lnTo>
                    <a:lnTo>
                      <a:pt x="0" y="40"/>
                    </a:lnTo>
                    <a:lnTo>
                      <a:pt x="112" y="0"/>
                    </a:lnTo>
                    <a:close/>
                  </a:path>
                </a:pathLst>
              </a:custGeom>
              <a:solidFill>
                <a:schemeClr val="bg2"/>
              </a:solidFill>
              <a:ln w="9525">
                <a:solidFill>
                  <a:schemeClr val="bg2"/>
                </a:solidFill>
                <a:round/>
                <a:headEnd/>
                <a:tailEnd/>
              </a:ln>
            </p:spPr>
            <p:txBody>
              <a:bodyPr/>
              <a:lstStyle/>
              <a:p>
                <a:endParaRPr lang="en-US"/>
              </a:p>
            </p:txBody>
          </p:sp>
          <p:sp>
            <p:nvSpPr>
              <p:cNvPr id="107961" name="Line 1089"/>
              <p:cNvSpPr>
                <a:spLocks noChangeShapeType="1"/>
              </p:cNvSpPr>
              <p:nvPr/>
            </p:nvSpPr>
            <p:spPr bwMode="auto">
              <a:xfrm flipV="1">
                <a:off x="2863" y="3536"/>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962" name="Line 1090"/>
              <p:cNvSpPr>
                <a:spLocks noChangeShapeType="1"/>
              </p:cNvSpPr>
              <p:nvPr/>
            </p:nvSpPr>
            <p:spPr bwMode="auto">
              <a:xfrm flipV="1">
                <a:off x="2958" y="3473"/>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963" name="Line 1091"/>
              <p:cNvSpPr>
                <a:spLocks noChangeShapeType="1"/>
              </p:cNvSpPr>
              <p:nvPr/>
            </p:nvSpPr>
            <p:spPr bwMode="auto">
              <a:xfrm flipV="1">
                <a:off x="3046" y="3417"/>
                <a:ext cx="79"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964" name="Line 1092"/>
              <p:cNvSpPr>
                <a:spLocks noChangeShapeType="1"/>
              </p:cNvSpPr>
              <p:nvPr/>
            </p:nvSpPr>
            <p:spPr bwMode="auto">
              <a:xfrm flipV="1">
                <a:off x="3141" y="3368"/>
                <a:ext cx="48" cy="3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7828" name="Group 1093"/>
            <p:cNvGrpSpPr>
              <a:grpSpLocks/>
            </p:cNvGrpSpPr>
            <p:nvPr/>
          </p:nvGrpSpPr>
          <p:grpSpPr bwMode="auto">
            <a:xfrm>
              <a:off x="2870" y="2690"/>
              <a:ext cx="415" cy="287"/>
              <a:chOff x="2870" y="2690"/>
              <a:chExt cx="415" cy="287"/>
            </a:xfrm>
          </p:grpSpPr>
          <p:sp>
            <p:nvSpPr>
              <p:cNvPr id="107955" name="Freeform 1094"/>
              <p:cNvSpPr>
                <a:spLocks/>
              </p:cNvSpPr>
              <p:nvPr/>
            </p:nvSpPr>
            <p:spPr bwMode="auto">
              <a:xfrm>
                <a:off x="3173" y="2690"/>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32" y="88"/>
                    </a:lnTo>
                    <a:lnTo>
                      <a:pt x="16" y="64"/>
                    </a:lnTo>
                    <a:lnTo>
                      <a:pt x="0" y="40"/>
                    </a:lnTo>
                    <a:lnTo>
                      <a:pt x="112" y="0"/>
                    </a:lnTo>
                    <a:close/>
                  </a:path>
                </a:pathLst>
              </a:custGeom>
              <a:solidFill>
                <a:schemeClr val="bg2"/>
              </a:solidFill>
              <a:ln w="9525">
                <a:solidFill>
                  <a:schemeClr val="bg2"/>
                </a:solidFill>
                <a:round/>
                <a:headEnd/>
                <a:tailEnd/>
              </a:ln>
            </p:spPr>
            <p:txBody>
              <a:bodyPr/>
              <a:lstStyle/>
              <a:p>
                <a:endParaRPr lang="en-US"/>
              </a:p>
            </p:txBody>
          </p:sp>
          <p:sp>
            <p:nvSpPr>
              <p:cNvPr id="107956" name="Line 1095"/>
              <p:cNvSpPr>
                <a:spLocks noChangeShapeType="1"/>
              </p:cNvSpPr>
              <p:nvPr/>
            </p:nvSpPr>
            <p:spPr bwMode="auto">
              <a:xfrm flipV="1">
                <a:off x="2870" y="2929"/>
                <a:ext cx="72"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957" name="Line 1096"/>
              <p:cNvSpPr>
                <a:spLocks noChangeShapeType="1"/>
              </p:cNvSpPr>
              <p:nvPr/>
            </p:nvSpPr>
            <p:spPr bwMode="auto">
              <a:xfrm flipV="1">
                <a:off x="2967" y="2867"/>
                <a:ext cx="70" cy="46"/>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958" name="Line 1097"/>
              <p:cNvSpPr>
                <a:spLocks noChangeShapeType="1"/>
              </p:cNvSpPr>
              <p:nvPr/>
            </p:nvSpPr>
            <p:spPr bwMode="auto">
              <a:xfrm flipV="1">
                <a:off x="3053" y="2803"/>
                <a:ext cx="72"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959" name="Line 1098"/>
              <p:cNvSpPr>
                <a:spLocks noChangeShapeType="1"/>
              </p:cNvSpPr>
              <p:nvPr/>
            </p:nvSpPr>
            <p:spPr bwMode="auto">
              <a:xfrm flipV="1">
                <a:off x="3149" y="2754"/>
                <a:ext cx="40" cy="3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7829" name="Group 1099"/>
            <p:cNvGrpSpPr>
              <a:grpSpLocks/>
            </p:cNvGrpSpPr>
            <p:nvPr/>
          </p:nvGrpSpPr>
          <p:grpSpPr bwMode="auto">
            <a:xfrm>
              <a:off x="2878" y="2068"/>
              <a:ext cx="431" cy="287"/>
              <a:chOff x="2878" y="2068"/>
              <a:chExt cx="431" cy="287"/>
            </a:xfrm>
          </p:grpSpPr>
          <p:sp>
            <p:nvSpPr>
              <p:cNvPr id="107950" name="Freeform 1100"/>
              <p:cNvSpPr>
                <a:spLocks/>
              </p:cNvSpPr>
              <p:nvPr/>
            </p:nvSpPr>
            <p:spPr bwMode="auto">
              <a:xfrm>
                <a:off x="3197" y="2267"/>
                <a:ext cx="112" cy="88"/>
              </a:xfrm>
              <a:custGeom>
                <a:avLst/>
                <a:gdLst>
                  <a:gd name="T0" fmla="*/ 112 w 112"/>
                  <a:gd name="T1" fmla="*/ 88 h 88"/>
                  <a:gd name="T2" fmla="*/ 0 w 112"/>
                  <a:gd name="T3" fmla="*/ 48 h 88"/>
                  <a:gd name="T4" fmla="*/ 16 w 112"/>
                  <a:gd name="T5" fmla="*/ 24 h 88"/>
                  <a:gd name="T6" fmla="*/ 32 w 112"/>
                  <a:gd name="T7" fmla="*/ 0 h 88"/>
                  <a:gd name="T8" fmla="*/ 112 w 112"/>
                  <a:gd name="T9" fmla="*/ 88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88"/>
                    </a:moveTo>
                    <a:lnTo>
                      <a:pt x="0" y="48"/>
                    </a:lnTo>
                    <a:lnTo>
                      <a:pt x="16" y="24"/>
                    </a:lnTo>
                    <a:lnTo>
                      <a:pt x="32" y="0"/>
                    </a:lnTo>
                    <a:lnTo>
                      <a:pt x="112" y="88"/>
                    </a:lnTo>
                    <a:close/>
                  </a:path>
                </a:pathLst>
              </a:custGeom>
              <a:solidFill>
                <a:schemeClr val="bg2"/>
              </a:solidFill>
              <a:ln w="9525">
                <a:solidFill>
                  <a:schemeClr val="bg2"/>
                </a:solidFill>
                <a:round/>
                <a:headEnd/>
                <a:tailEnd/>
              </a:ln>
            </p:spPr>
            <p:txBody>
              <a:bodyPr/>
              <a:lstStyle/>
              <a:p>
                <a:endParaRPr lang="en-US"/>
              </a:p>
            </p:txBody>
          </p:sp>
          <p:sp>
            <p:nvSpPr>
              <p:cNvPr id="107951" name="Line 1101"/>
              <p:cNvSpPr>
                <a:spLocks noChangeShapeType="1"/>
              </p:cNvSpPr>
              <p:nvPr/>
            </p:nvSpPr>
            <p:spPr bwMode="auto">
              <a:xfrm>
                <a:off x="2878" y="2068"/>
                <a:ext cx="72"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952" name="Line 1102"/>
              <p:cNvSpPr>
                <a:spLocks noChangeShapeType="1"/>
              </p:cNvSpPr>
              <p:nvPr/>
            </p:nvSpPr>
            <p:spPr bwMode="auto">
              <a:xfrm>
                <a:off x="2975" y="2132"/>
                <a:ext cx="70" cy="46"/>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953" name="Line 1103"/>
              <p:cNvSpPr>
                <a:spLocks noChangeShapeType="1"/>
              </p:cNvSpPr>
              <p:nvPr/>
            </p:nvSpPr>
            <p:spPr bwMode="auto">
              <a:xfrm>
                <a:off x="3062" y="2196"/>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954" name="Line 1104"/>
              <p:cNvSpPr>
                <a:spLocks noChangeShapeType="1"/>
              </p:cNvSpPr>
              <p:nvPr/>
            </p:nvSpPr>
            <p:spPr bwMode="auto">
              <a:xfrm>
                <a:off x="3157" y="2251"/>
                <a:ext cx="56" cy="4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7830" name="Group 1105"/>
            <p:cNvGrpSpPr>
              <a:grpSpLocks/>
            </p:cNvGrpSpPr>
            <p:nvPr/>
          </p:nvGrpSpPr>
          <p:grpSpPr bwMode="auto">
            <a:xfrm>
              <a:off x="2415" y="2387"/>
              <a:ext cx="439" cy="271"/>
              <a:chOff x="2415" y="2387"/>
              <a:chExt cx="439" cy="271"/>
            </a:xfrm>
          </p:grpSpPr>
          <p:sp>
            <p:nvSpPr>
              <p:cNvPr id="107945" name="Freeform 1106"/>
              <p:cNvSpPr>
                <a:spLocks/>
              </p:cNvSpPr>
              <p:nvPr/>
            </p:nvSpPr>
            <p:spPr bwMode="auto">
              <a:xfrm>
                <a:off x="2742" y="2578"/>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 name="T15" fmla="*/ 0 w 112"/>
                  <a:gd name="T16" fmla="*/ 0 h 80"/>
                  <a:gd name="T17" fmla="*/ 112 w 112"/>
                  <a:gd name="T18" fmla="*/ 80 h 80"/>
                </a:gdLst>
                <a:ahLst/>
                <a:cxnLst>
                  <a:cxn ang="T10">
                    <a:pos x="T0" y="T1"/>
                  </a:cxn>
                  <a:cxn ang="T11">
                    <a:pos x="T2" y="T3"/>
                  </a:cxn>
                  <a:cxn ang="T12">
                    <a:pos x="T4" y="T5"/>
                  </a:cxn>
                  <a:cxn ang="T13">
                    <a:pos x="T6" y="T7"/>
                  </a:cxn>
                  <a:cxn ang="T14">
                    <a:pos x="T8" y="T9"/>
                  </a:cxn>
                </a:cxnLst>
                <a:rect l="T15" t="T16" r="T17" b="T18"/>
                <a:pathLst>
                  <a:path w="112" h="80">
                    <a:moveTo>
                      <a:pt x="112" y="80"/>
                    </a:moveTo>
                    <a:lnTo>
                      <a:pt x="0" y="48"/>
                    </a:lnTo>
                    <a:lnTo>
                      <a:pt x="16" y="24"/>
                    </a:lnTo>
                    <a:lnTo>
                      <a:pt x="32" y="0"/>
                    </a:lnTo>
                    <a:lnTo>
                      <a:pt x="112" y="80"/>
                    </a:lnTo>
                    <a:close/>
                  </a:path>
                </a:pathLst>
              </a:custGeom>
              <a:solidFill>
                <a:schemeClr val="bg2"/>
              </a:solidFill>
              <a:ln w="9525">
                <a:solidFill>
                  <a:schemeClr val="bg2"/>
                </a:solidFill>
                <a:round/>
                <a:headEnd/>
                <a:tailEnd/>
              </a:ln>
            </p:spPr>
            <p:txBody>
              <a:bodyPr/>
              <a:lstStyle/>
              <a:p>
                <a:endParaRPr lang="en-US"/>
              </a:p>
            </p:txBody>
          </p:sp>
          <p:sp>
            <p:nvSpPr>
              <p:cNvPr id="107946" name="Line 1107"/>
              <p:cNvSpPr>
                <a:spLocks noChangeShapeType="1"/>
              </p:cNvSpPr>
              <p:nvPr/>
            </p:nvSpPr>
            <p:spPr bwMode="auto">
              <a:xfrm>
                <a:off x="2415" y="2387"/>
                <a:ext cx="72"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947" name="Line 1108"/>
              <p:cNvSpPr>
                <a:spLocks noChangeShapeType="1"/>
              </p:cNvSpPr>
              <p:nvPr/>
            </p:nvSpPr>
            <p:spPr bwMode="auto">
              <a:xfrm>
                <a:off x="2512" y="2443"/>
                <a:ext cx="70" cy="46"/>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948" name="Line 1109"/>
              <p:cNvSpPr>
                <a:spLocks noChangeShapeType="1"/>
              </p:cNvSpPr>
              <p:nvPr/>
            </p:nvSpPr>
            <p:spPr bwMode="auto">
              <a:xfrm>
                <a:off x="2607" y="2507"/>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949" name="Line 1110"/>
              <p:cNvSpPr>
                <a:spLocks noChangeShapeType="1"/>
              </p:cNvSpPr>
              <p:nvPr/>
            </p:nvSpPr>
            <p:spPr bwMode="auto">
              <a:xfrm>
                <a:off x="2702" y="2562"/>
                <a:ext cx="56" cy="39"/>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7831" name="Group 1111"/>
            <p:cNvGrpSpPr>
              <a:grpSpLocks/>
            </p:cNvGrpSpPr>
            <p:nvPr/>
          </p:nvGrpSpPr>
          <p:grpSpPr bwMode="auto">
            <a:xfrm>
              <a:off x="1944" y="2387"/>
              <a:ext cx="439" cy="271"/>
              <a:chOff x="1944" y="2387"/>
              <a:chExt cx="439" cy="271"/>
            </a:xfrm>
          </p:grpSpPr>
          <p:sp>
            <p:nvSpPr>
              <p:cNvPr id="107940" name="Freeform 1112"/>
              <p:cNvSpPr>
                <a:spLocks/>
              </p:cNvSpPr>
              <p:nvPr/>
            </p:nvSpPr>
            <p:spPr bwMode="auto">
              <a:xfrm>
                <a:off x="2271" y="2578"/>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 name="T15" fmla="*/ 0 w 112"/>
                  <a:gd name="T16" fmla="*/ 0 h 80"/>
                  <a:gd name="T17" fmla="*/ 112 w 112"/>
                  <a:gd name="T18" fmla="*/ 80 h 80"/>
                </a:gdLst>
                <a:ahLst/>
                <a:cxnLst>
                  <a:cxn ang="T10">
                    <a:pos x="T0" y="T1"/>
                  </a:cxn>
                  <a:cxn ang="T11">
                    <a:pos x="T2" y="T3"/>
                  </a:cxn>
                  <a:cxn ang="T12">
                    <a:pos x="T4" y="T5"/>
                  </a:cxn>
                  <a:cxn ang="T13">
                    <a:pos x="T6" y="T7"/>
                  </a:cxn>
                  <a:cxn ang="T14">
                    <a:pos x="T8" y="T9"/>
                  </a:cxn>
                </a:cxnLst>
                <a:rect l="T15" t="T16" r="T17" b="T18"/>
                <a:pathLst>
                  <a:path w="112" h="80">
                    <a:moveTo>
                      <a:pt x="112" y="80"/>
                    </a:moveTo>
                    <a:lnTo>
                      <a:pt x="0" y="48"/>
                    </a:lnTo>
                    <a:lnTo>
                      <a:pt x="16" y="24"/>
                    </a:lnTo>
                    <a:lnTo>
                      <a:pt x="32" y="0"/>
                    </a:lnTo>
                    <a:lnTo>
                      <a:pt x="112" y="80"/>
                    </a:lnTo>
                    <a:close/>
                  </a:path>
                </a:pathLst>
              </a:custGeom>
              <a:solidFill>
                <a:schemeClr val="bg2"/>
              </a:solidFill>
              <a:ln w="9525">
                <a:solidFill>
                  <a:schemeClr val="bg2"/>
                </a:solidFill>
                <a:round/>
                <a:headEnd/>
                <a:tailEnd/>
              </a:ln>
            </p:spPr>
            <p:txBody>
              <a:bodyPr/>
              <a:lstStyle/>
              <a:p>
                <a:endParaRPr lang="en-US"/>
              </a:p>
            </p:txBody>
          </p:sp>
          <p:sp>
            <p:nvSpPr>
              <p:cNvPr id="107941" name="Line 1113"/>
              <p:cNvSpPr>
                <a:spLocks noChangeShapeType="1"/>
              </p:cNvSpPr>
              <p:nvPr/>
            </p:nvSpPr>
            <p:spPr bwMode="auto">
              <a:xfrm>
                <a:off x="1944" y="2387"/>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942" name="Line 1114"/>
              <p:cNvSpPr>
                <a:spLocks noChangeShapeType="1"/>
              </p:cNvSpPr>
              <p:nvPr/>
            </p:nvSpPr>
            <p:spPr bwMode="auto">
              <a:xfrm>
                <a:off x="2040" y="2443"/>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943" name="Line 1115"/>
              <p:cNvSpPr>
                <a:spLocks noChangeShapeType="1"/>
              </p:cNvSpPr>
              <p:nvPr/>
            </p:nvSpPr>
            <p:spPr bwMode="auto">
              <a:xfrm>
                <a:off x="2136" y="2507"/>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944" name="Line 1116"/>
              <p:cNvSpPr>
                <a:spLocks noChangeShapeType="1"/>
              </p:cNvSpPr>
              <p:nvPr/>
            </p:nvSpPr>
            <p:spPr bwMode="auto">
              <a:xfrm>
                <a:off x="2231" y="2562"/>
                <a:ext cx="56" cy="39"/>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7832" name="Group 1117"/>
            <p:cNvGrpSpPr>
              <a:grpSpLocks/>
            </p:cNvGrpSpPr>
            <p:nvPr/>
          </p:nvGrpSpPr>
          <p:grpSpPr bwMode="auto">
            <a:xfrm>
              <a:off x="2399" y="3304"/>
              <a:ext cx="447" cy="279"/>
              <a:chOff x="2399" y="3304"/>
              <a:chExt cx="447" cy="279"/>
            </a:xfrm>
          </p:grpSpPr>
          <p:sp>
            <p:nvSpPr>
              <p:cNvPr id="107935" name="Freeform 1118"/>
              <p:cNvSpPr>
                <a:spLocks/>
              </p:cNvSpPr>
              <p:nvPr/>
            </p:nvSpPr>
            <p:spPr bwMode="auto">
              <a:xfrm>
                <a:off x="2734" y="3504"/>
                <a:ext cx="112" cy="79"/>
              </a:xfrm>
              <a:custGeom>
                <a:avLst/>
                <a:gdLst>
                  <a:gd name="T0" fmla="*/ 112 w 112"/>
                  <a:gd name="T1" fmla="*/ 79 h 79"/>
                  <a:gd name="T2" fmla="*/ 0 w 112"/>
                  <a:gd name="T3" fmla="*/ 47 h 79"/>
                  <a:gd name="T4" fmla="*/ 16 w 112"/>
                  <a:gd name="T5" fmla="*/ 24 h 79"/>
                  <a:gd name="T6" fmla="*/ 32 w 112"/>
                  <a:gd name="T7" fmla="*/ 0 h 79"/>
                  <a:gd name="T8" fmla="*/ 112 w 112"/>
                  <a:gd name="T9" fmla="*/ 79 h 79"/>
                  <a:gd name="T10" fmla="*/ 0 60000 65536"/>
                  <a:gd name="T11" fmla="*/ 0 60000 65536"/>
                  <a:gd name="T12" fmla="*/ 0 60000 65536"/>
                  <a:gd name="T13" fmla="*/ 0 60000 65536"/>
                  <a:gd name="T14" fmla="*/ 0 60000 65536"/>
                  <a:gd name="T15" fmla="*/ 0 w 112"/>
                  <a:gd name="T16" fmla="*/ 0 h 79"/>
                  <a:gd name="T17" fmla="*/ 112 w 112"/>
                  <a:gd name="T18" fmla="*/ 79 h 79"/>
                </a:gdLst>
                <a:ahLst/>
                <a:cxnLst>
                  <a:cxn ang="T10">
                    <a:pos x="T0" y="T1"/>
                  </a:cxn>
                  <a:cxn ang="T11">
                    <a:pos x="T2" y="T3"/>
                  </a:cxn>
                  <a:cxn ang="T12">
                    <a:pos x="T4" y="T5"/>
                  </a:cxn>
                  <a:cxn ang="T13">
                    <a:pos x="T6" y="T7"/>
                  </a:cxn>
                  <a:cxn ang="T14">
                    <a:pos x="T8" y="T9"/>
                  </a:cxn>
                </a:cxnLst>
                <a:rect l="T15" t="T16" r="T17" b="T18"/>
                <a:pathLst>
                  <a:path w="112" h="79">
                    <a:moveTo>
                      <a:pt x="112" y="79"/>
                    </a:moveTo>
                    <a:lnTo>
                      <a:pt x="0" y="47"/>
                    </a:lnTo>
                    <a:lnTo>
                      <a:pt x="16" y="24"/>
                    </a:lnTo>
                    <a:lnTo>
                      <a:pt x="32" y="0"/>
                    </a:lnTo>
                    <a:lnTo>
                      <a:pt x="112" y="79"/>
                    </a:lnTo>
                    <a:close/>
                  </a:path>
                </a:pathLst>
              </a:custGeom>
              <a:solidFill>
                <a:schemeClr val="bg2"/>
              </a:solidFill>
              <a:ln w="9525">
                <a:solidFill>
                  <a:schemeClr val="bg2"/>
                </a:solidFill>
                <a:round/>
                <a:headEnd/>
                <a:tailEnd/>
              </a:ln>
            </p:spPr>
            <p:txBody>
              <a:bodyPr/>
              <a:lstStyle/>
              <a:p>
                <a:endParaRPr lang="en-US"/>
              </a:p>
            </p:txBody>
          </p:sp>
          <p:sp>
            <p:nvSpPr>
              <p:cNvPr id="107936" name="Line 1119"/>
              <p:cNvSpPr>
                <a:spLocks noChangeShapeType="1"/>
              </p:cNvSpPr>
              <p:nvPr/>
            </p:nvSpPr>
            <p:spPr bwMode="auto">
              <a:xfrm>
                <a:off x="2399" y="3304"/>
                <a:ext cx="72"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937" name="Line 1120"/>
              <p:cNvSpPr>
                <a:spLocks noChangeShapeType="1"/>
              </p:cNvSpPr>
              <p:nvPr/>
            </p:nvSpPr>
            <p:spPr bwMode="auto">
              <a:xfrm>
                <a:off x="2495" y="3360"/>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938" name="Line 1121"/>
              <p:cNvSpPr>
                <a:spLocks noChangeShapeType="1"/>
              </p:cNvSpPr>
              <p:nvPr/>
            </p:nvSpPr>
            <p:spPr bwMode="auto">
              <a:xfrm>
                <a:off x="2590" y="3424"/>
                <a:ext cx="72"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939" name="Line 1122"/>
              <p:cNvSpPr>
                <a:spLocks noChangeShapeType="1"/>
              </p:cNvSpPr>
              <p:nvPr/>
            </p:nvSpPr>
            <p:spPr bwMode="auto">
              <a:xfrm>
                <a:off x="2687" y="3480"/>
                <a:ext cx="63" cy="46"/>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7833" name="Group 1123"/>
            <p:cNvGrpSpPr>
              <a:grpSpLocks/>
            </p:cNvGrpSpPr>
            <p:nvPr/>
          </p:nvGrpSpPr>
          <p:grpSpPr bwMode="auto">
            <a:xfrm>
              <a:off x="1936" y="3304"/>
              <a:ext cx="431" cy="271"/>
              <a:chOff x="1936" y="3304"/>
              <a:chExt cx="431" cy="271"/>
            </a:xfrm>
          </p:grpSpPr>
          <p:sp>
            <p:nvSpPr>
              <p:cNvPr id="107930" name="Freeform 1124"/>
              <p:cNvSpPr>
                <a:spLocks/>
              </p:cNvSpPr>
              <p:nvPr/>
            </p:nvSpPr>
            <p:spPr bwMode="auto">
              <a:xfrm>
                <a:off x="2255" y="3496"/>
                <a:ext cx="112" cy="79"/>
              </a:xfrm>
              <a:custGeom>
                <a:avLst/>
                <a:gdLst>
                  <a:gd name="T0" fmla="*/ 112 w 112"/>
                  <a:gd name="T1" fmla="*/ 79 h 79"/>
                  <a:gd name="T2" fmla="*/ 0 w 112"/>
                  <a:gd name="T3" fmla="*/ 40 h 79"/>
                  <a:gd name="T4" fmla="*/ 16 w 112"/>
                  <a:gd name="T5" fmla="*/ 16 h 79"/>
                  <a:gd name="T6" fmla="*/ 32 w 112"/>
                  <a:gd name="T7" fmla="*/ 0 h 79"/>
                  <a:gd name="T8" fmla="*/ 112 w 112"/>
                  <a:gd name="T9" fmla="*/ 79 h 79"/>
                  <a:gd name="T10" fmla="*/ 0 60000 65536"/>
                  <a:gd name="T11" fmla="*/ 0 60000 65536"/>
                  <a:gd name="T12" fmla="*/ 0 60000 65536"/>
                  <a:gd name="T13" fmla="*/ 0 60000 65536"/>
                  <a:gd name="T14" fmla="*/ 0 60000 65536"/>
                  <a:gd name="T15" fmla="*/ 0 w 112"/>
                  <a:gd name="T16" fmla="*/ 0 h 79"/>
                  <a:gd name="T17" fmla="*/ 112 w 112"/>
                  <a:gd name="T18" fmla="*/ 79 h 79"/>
                </a:gdLst>
                <a:ahLst/>
                <a:cxnLst>
                  <a:cxn ang="T10">
                    <a:pos x="T0" y="T1"/>
                  </a:cxn>
                  <a:cxn ang="T11">
                    <a:pos x="T2" y="T3"/>
                  </a:cxn>
                  <a:cxn ang="T12">
                    <a:pos x="T4" y="T5"/>
                  </a:cxn>
                  <a:cxn ang="T13">
                    <a:pos x="T6" y="T7"/>
                  </a:cxn>
                  <a:cxn ang="T14">
                    <a:pos x="T8" y="T9"/>
                  </a:cxn>
                </a:cxnLst>
                <a:rect l="T15" t="T16" r="T17" b="T18"/>
                <a:pathLst>
                  <a:path w="112" h="79">
                    <a:moveTo>
                      <a:pt x="112" y="79"/>
                    </a:moveTo>
                    <a:lnTo>
                      <a:pt x="0" y="40"/>
                    </a:lnTo>
                    <a:lnTo>
                      <a:pt x="16" y="16"/>
                    </a:lnTo>
                    <a:lnTo>
                      <a:pt x="32" y="0"/>
                    </a:lnTo>
                    <a:lnTo>
                      <a:pt x="112" y="79"/>
                    </a:lnTo>
                    <a:close/>
                  </a:path>
                </a:pathLst>
              </a:custGeom>
              <a:solidFill>
                <a:schemeClr val="bg2"/>
              </a:solidFill>
              <a:ln w="9525">
                <a:solidFill>
                  <a:schemeClr val="bg2"/>
                </a:solidFill>
                <a:round/>
                <a:headEnd/>
                <a:tailEnd/>
              </a:ln>
            </p:spPr>
            <p:txBody>
              <a:bodyPr/>
              <a:lstStyle/>
              <a:p>
                <a:endParaRPr lang="en-US"/>
              </a:p>
            </p:txBody>
          </p:sp>
          <p:sp>
            <p:nvSpPr>
              <p:cNvPr id="107931" name="Line 1125"/>
              <p:cNvSpPr>
                <a:spLocks noChangeShapeType="1"/>
              </p:cNvSpPr>
              <p:nvPr/>
            </p:nvSpPr>
            <p:spPr bwMode="auto">
              <a:xfrm>
                <a:off x="1936" y="3304"/>
                <a:ext cx="72"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932" name="Line 1126"/>
              <p:cNvSpPr>
                <a:spLocks noChangeShapeType="1"/>
              </p:cNvSpPr>
              <p:nvPr/>
            </p:nvSpPr>
            <p:spPr bwMode="auto">
              <a:xfrm>
                <a:off x="2032" y="3360"/>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933" name="Line 1127"/>
              <p:cNvSpPr>
                <a:spLocks noChangeShapeType="1"/>
              </p:cNvSpPr>
              <p:nvPr/>
            </p:nvSpPr>
            <p:spPr bwMode="auto">
              <a:xfrm>
                <a:off x="2127" y="3424"/>
                <a:ext cx="72"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934" name="Line 1128"/>
              <p:cNvSpPr>
                <a:spLocks noChangeShapeType="1"/>
              </p:cNvSpPr>
              <p:nvPr/>
            </p:nvSpPr>
            <p:spPr bwMode="auto">
              <a:xfrm>
                <a:off x="2224" y="3480"/>
                <a:ext cx="47" cy="3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7834" name="Group 1129"/>
            <p:cNvGrpSpPr>
              <a:grpSpLocks/>
            </p:cNvGrpSpPr>
            <p:nvPr/>
          </p:nvGrpSpPr>
          <p:grpSpPr bwMode="auto">
            <a:xfrm>
              <a:off x="2400" y="3304"/>
              <a:ext cx="414" cy="279"/>
              <a:chOff x="2400" y="3304"/>
              <a:chExt cx="414" cy="279"/>
            </a:xfrm>
          </p:grpSpPr>
          <p:sp>
            <p:nvSpPr>
              <p:cNvPr id="107925" name="Freeform 1130"/>
              <p:cNvSpPr>
                <a:spLocks/>
              </p:cNvSpPr>
              <p:nvPr/>
            </p:nvSpPr>
            <p:spPr bwMode="auto">
              <a:xfrm>
                <a:off x="2702" y="3304"/>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32" y="88"/>
                    </a:lnTo>
                    <a:lnTo>
                      <a:pt x="16" y="64"/>
                    </a:lnTo>
                    <a:lnTo>
                      <a:pt x="0" y="40"/>
                    </a:lnTo>
                    <a:lnTo>
                      <a:pt x="112" y="0"/>
                    </a:lnTo>
                    <a:close/>
                  </a:path>
                </a:pathLst>
              </a:custGeom>
              <a:solidFill>
                <a:schemeClr val="bg2"/>
              </a:solidFill>
              <a:ln w="9525">
                <a:solidFill>
                  <a:schemeClr val="bg2"/>
                </a:solidFill>
                <a:round/>
                <a:headEnd/>
                <a:tailEnd/>
              </a:ln>
            </p:spPr>
            <p:txBody>
              <a:bodyPr/>
              <a:lstStyle/>
              <a:p>
                <a:endParaRPr lang="en-US"/>
              </a:p>
            </p:txBody>
          </p:sp>
          <p:sp>
            <p:nvSpPr>
              <p:cNvPr id="107926" name="Line 1131"/>
              <p:cNvSpPr>
                <a:spLocks noChangeShapeType="1"/>
              </p:cNvSpPr>
              <p:nvPr/>
            </p:nvSpPr>
            <p:spPr bwMode="auto">
              <a:xfrm flipV="1">
                <a:off x="2400" y="3536"/>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927" name="Line 1132"/>
              <p:cNvSpPr>
                <a:spLocks noChangeShapeType="1"/>
              </p:cNvSpPr>
              <p:nvPr/>
            </p:nvSpPr>
            <p:spPr bwMode="auto">
              <a:xfrm flipV="1">
                <a:off x="2495" y="3473"/>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928" name="Line 1133"/>
              <p:cNvSpPr>
                <a:spLocks noChangeShapeType="1"/>
              </p:cNvSpPr>
              <p:nvPr/>
            </p:nvSpPr>
            <p:spPr bwMode="auto">
              <a:xfrm flipV="1">
                <a:off x="2583" y="3409"/>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929" name="Line 1134"/>
              <p:cNvSpPr>
                <a:spLocks noChangeShapeType="1"/>
              </p:cNvSpPr>
              <p:nvPr/>
            </p:nvSpPr>
            <p:spPr bwMode="auto">
              <a:xfrm flipV="1">
                <a:off x="2678" y="3368"/>
                <a:ext cx="40" cy="3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7835" name="Group 1135"/>
            <p:cNvGrpSpPr>
              <a:grpSpLocks/>
            </p:cNvGrpSpPr>
            <p:nvPr/>
          </p:nvGrpSpPr>
          <p:grpSpPr bwMode="auto">
            <a:xfrm>
              <a:off x="2400" y="3001"/>
              <a:ext cx="422" cy="271"/>
              <a:chOff x="2400" y="3001"/>
              <a:chExt cx="422" cy="271"/>
            </a:xfrm>
          </p:grpSpPr>
          <p:sp>
            <p:nvSpPr>
              <p:cNvPr id="107920" name="Freeform 1136"/>
              <p:cNvSpPr>
                <a:spLocks/>
              </p:cNvSpPr>
              <p:nvPr/>
            </p:nvSpPr>
            <p:spPr bwMode="auto">
              <a:xfrm>
                <a:off x="2710" y="3001"/>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32" y="88"/>
                    </a:lnTo>
                    <a:lnTo>
                      <a:pt x="16" y="64"/>
                    </a:lnTo>
                    <a:lnTo>
                      <a:pt x="0" y="40"/>
                    </a:lnTo>
                    <a:lnTo>
                      <a:pt x="112" y="0"/>
                    </a:lnTo>
                    <a:close/>
                  </a:path>
                </a:pathLst>
              </a:custGeom>
              <a:solidFill>
                <a:schemeClr val="bg2"/>
              </a:solidFill>
              <a:ln w="9525">
                <a:solidFill>
                  <a:schemeClr val="bg2"/>
                </a:solidFill>
                <a:round/>
                <a:headEnd/>
                <a:tailEnd/>
              </a:ln>
            </p:spPr>
            <p:txBody>
              <a:bodyPr/>
              <a:lstStyle/>
              <a:p>
                <a:endParaRPr lang="en-US"/>
              </a:p>
            </p:txBody>
          </p:sp>
          <p:sp>
            <p:nvSpPr>
              <p:cNvPr id="107921" name="Line 1137"/>
              <p:cNvSpPr>
                <a:spLocks noChangeShapeType="1"/>
              </p:cNvSpPr>
              <p:nvPr/>
            </p:nvSpPr>
            <p:spPr bwMode="auto">
              <a:xfrm flipV="1">
                <a:off x="2400" y="3225"/>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922" name="Line 1138"/>
              <p:cNvSpPr>
                <a:spLocks noChangeShapeType="1"/>
              </p:cNvSpPr>
              <p:nvPr/>
            </p:nvSpPr>
            <p:spPr bwMode="auto">
              <a:xfrm flipV="1">
                <a:off x="2496" y="3170"/>
                <a:ext cx="70" cy="3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923" name="Line 1139"/>
              <p:cNvSpPr>
                <a:spLocks noChangeShapeType="1"/>
              </p:cNvSpPr>
              <p:nvPr/>
            </p:nvSpPr>
            <p:spPr bwMode="auto">
              <a:xfrm flipV="1">
                <a:off x="2590" y="3105"/>
                <a:ext cx="72"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924" name="Line 1140"/>
              <p:cNvSpPr>
                <a:spLocks noChangeShapeType="1"/>
              </p:cNvSpPr>
              <p:nvPr/>
            </p:nvSpPr>
            <p:spPr bwMode="auto">
              <a:xfrm flipV="1">
                <a:off x="2678" y="3065"/>
                <a:ext cx="48" cy="24"/>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7836" name="Group 1141"/>
            <p:cNvGrpSpPr>
              <a:grpSpLocks/>
            </p:cNvGrpSpPr>
            <p:nvPr/>
          </p:nvGrpSpPr>
          <p:grpSpPr bwMode="auto">
            <a:xfrm>
              <a:off x="3318" y="3001"/>
              <a:ext cx="422" cy="271"/>
              <a:chOff x="3318" y="3001"/>
              <a:chExt cx="422" cy="271"/>
            </a:xfrm>
          </p:grpSpPr>
          <p:sp>
            <p:nvSpPr>
              <p:cNvPr id="107915" name="Freeform 1142"/>
              <p:cNvSpPr>
                <a:spLocks/>
              </p:cNvSpPr>
              <p:nvPr/>
            </p:nvSpPr>
            <p:spPr bwMode="auto">
              <a:xfrm>
                <a:off x="3628" y="3001"/>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32" y="88"/>
                    </a:lnTo>
                    <a:lnTo>
                      <a:pt x="16" y="64"/>
                    </a:lnTo>
                    <a:lnTo>
                      <a:pt x="0" y="40"/>
                    </a:lnTo>
                    <a:lnTo>
                      <a:pt x="112" y="0"/>
                    </a:lnTo>
                    <a:close/>
                  </a:path>
                </a:pathLst>
              </a:custGeom>
              <a:solidFill>
                <a:schemeClr val="bg2"/>
              </a:solidFill>
              <a:ln w="9525">
                <a:solidFill>
                  <a:schemeClr val="bg2"/>
                </a:solidFill>
                <a:round/>
                <a:headEnd/>
                <a:tailEnd/>
              </a:ln>
            </p:spPr>
            <p:txBody>
              <a:bodyPr/>
              <a:lstStyle/>
              <a:p>
                <a:endParaRPr lang="en-US"/>
              </a:p>
            </p:txBody>
          </p:sp>
          <p:sp>
            <p:nvSpPr>
              <p:cNvPr id="107916" name="Line 1143"/>
              <p:cNvSpPr>
                <a:spLocks noChangeShapeType="1"/>
              </p:cNvSpPr>
              <p:nvPr/>
            </p:nvSpPr>
            <p:spPr bwMode="auto">
              <a:xfrm flipV="1">
                <a:off x="3318" y="3225"/>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917" name="Line 1144"/>
              <p:cNvSpPr>
                <a:spLocks noChangeShapeType="1"/>
              </p:cNvSpPr>
              <p:nvPr/>
            </p:nvSpPr>
            <p:spPr bwMode="auto">
              <a:xfrm flipV="1">
                <a:off x="3414" y="3169"/>
                <a:ext cx="71" cy="39"/>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918" name="Line 1145"/>
              <p:cNvSpPr>
                <a:spLocks noChangeShapeType="1"/>
              </p:cNvSpPr>
              <p:nvPr/>
            </p:nvSpPr>
            <p:spPr bwMode="auto">
              <a:xfrm flipV="1">
                <a:off x="3509" y="3106"/>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919" name="Line 1146"/>
              <p:cNvSpPr>
                <a:spLocks noChangeShapeType="1"/>
              </p:cNvSpPr>
              <p:nvPr/>
            </p:nvSpPr>
            <p:spPr bwMode="auto">
              <a:xfrm flipV="1">
                <a:off x="3596" y="3065"/>
                <a:ext cx="48" cy="24"/>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7837" name="Group 1147"/>
            <p:cNvGrpSpPr>
              <a:grpSpLocks/>
            </p:cNvGrpSpPr>
            <p:nvPr/>
          </p:nvGrpSpPr>
          <p:grpSpPr bwMode="auto">
            <a:xfrm>
              <a:off x="3325" y="2076"/>
              <a:ext cx="439" cy="271"/>
              <a:chOff x="3325" y="2076"/>
              <a:chExt cx="439" cy="271"/>
            </a:xfrm>
          </p:grpSpPr>
          <p:sp>
            <p:nvSpPr>
              <p:cNvPr id="107910" name="Freeform 1148"/>
              <p:cNvSpPr>
                <a:spLocks/>
              </p:cNvSpPr>
              <p:nvPr/>
            </p:nvSpPr>
            <p:spPr bwMode="auto">
              <a:xfrm>
                <a:off x="3652" y="2267"/>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 name="T15" fmla="*/ 0 w 112"/>
                  <a:gd name="T16" fmla="*/ 0 h 80"/>
                  <a:gd name="T17" fmla="*/ 112 w 112"/>
                  <a:gd name="T18" fmla="*/ 80 h 80"/>
                </a:gdLst>
                <a:ahLst/>
                <a:cxnLst>
                  <a:cxn ang="T10">
                    <a:pos x="T0" y="T1"/>
                  </a:cxn>
                  <a:cxn ang="T11">
                    <a:pos x="T2" y="T3"/>
                  </a:cxn>
                  <a:cxn ang="T12">
                    <a:pos x="T4" y="T5"/>
                  </a:cxn>
                  <a:cxn ang="T13">
                    <a:pos x="T6" y="T7"/>
                  </a:cxn>
                  <a:cxn ang="T14">
                    <a:pos x="T8" y="T9"/>
                  </a:cxn>
                </a:cxnLst>
                <a:rect l="T15" t="T16" r="T17" b="T18"/>
                <a:pathLst>
                  <a:path w="112" h="80">
                    <a:moveTo>
                      <a:pt x="112" y="80"/>
                    </a:moveTo>
                    <a:lnTo>
                      <a:pt x="0" y="48"/>
                    </a:lnTo>
                    <a:lnTo>
                      <a:pt x="16" y="24"/>
                    </a:lnTo>
                    <a:lnTo>
                      <a:pt x="32" y="0"/>
                    </a:lnTo>
                    <a:lnTo>
                      <a:pt x="112" y="80"/>
                    </a:lnTo>
                    <a:close/>
                  </a:path>
                </a:pathLst>
              </a:custGeom>
              <a:solidFill>
                <a:schemeClr val="bg2"/>
              </a:solidFill>
              <a:ln w="9525">
                <a:solidFill>
                  <a:schemeClr val="bg2"/>
                </a:solidFill>
                <a:round/>
                <a:headEnd/>
                <a:tailEnd/>
              </a:ln>
            </p:spPr>
            <p:txBody>
              <a:bodyPr/>
              <a:lstStyle/>
              <a:p>
                <a:endParaRPr lang="en-US"/>
              </a:p>
            </p:txBody>
          </p:sp>
          <p:sp>
            <p:nvSpPr>
              <p:cNvPr id="107911" name="Line 1149"/>
              <p:cNvSpPr>
                <a:spLocks noChangeShapeType="1"/>
              </p:cNvSpPr>
              <p:nvPr/>
            </p:nvSpPr>
            <p:spPr bwMode="auto">
              <a:xfrm>
                <a:off x="3325" y="2076"/>
                <a:ext cx="72"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912" name="Line 1150"/>
              <p:cNvSpPr>
                <a:spLocks noChangeShapeType="1"/>
              </p:cNvSpPr>
              <p:nvPr/>
            </p:nvSpPr>
            <p:spPr bwMode="auto">
              <a:xfrm>
                <a:off x="3422" y="2132"/>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913" name="Line 1151"/>
              <p:cNvSpPr>
                <a:spLocks noChangeShapeType="1"/>
              </p:cNvSpPr>
              <p:nvPr/>
            </p:nvSpPr>
            <p:spPr bwMode="auto">
              <a:xfrm>
                <a:off x="3517" y="2196"/>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914" name="Line 1152"/>
              <p:cNvSpPr>
                <a:spLocks noChangeShapeType="1"/>
              </p:cNvSpPr>
              <p:nvPr/>
            </p:nvSpPr>
            <p:spPr bwMode="auto">
              <a:xfrm>
                <a:off x="3612" y="2251"/>
                <a:ext cx="56" cy="4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7838" name="Group 1153"/>
            <p:cNvGrpSpPr>
              <a:grpSpLocks/>
            </p:cNvGrpSpPr>
            <p:nvPr/>
          </p:nvGrpSpPr>
          <p:grpSpPr bwMode="auto">
            <a:xfrm>
              <a:off x="3788" y="2068"/>
              <a:ext cx="431" cy="287"/>
              <a:chOff x="3788" y="2068"/>
              <a:chExt cx="431" cy="287"/>
            </a:xfrm>
          </p:grpSpPr>
          <p:sp>
            <p:nvSpPr>
              <p:cNvPr id="107905" name="Freeform 1154"/>
              <p:cNvSpPr>
                <a:spLocks/>
              </p:cNvSpPr>
              <p:nvPr/>
            </p:nvSpPr>
            <p:spPr bwMode="auto">
              <a:xfrm>
                <a:off x="4107" y="2267"/>
                <a:ext cx="112" cy="88"/>
              </a:xfrm>
              <a:custGeom>
                <a:avLst/>
                <a:gdLst>
                  <a:gd name="T0" fmla="*/ 112 w 112"/>
                  <a:gd name="T1" fmla="*/ 88 h 88"/>
                  <a:gd name="T2" fmla="*/ 0 w 112"/>
                  <a:gd name="T3" fmla="*/ 48 h 88"/>
                  <a:gd name="T4" fmla="*/ 16 w 112"/>
                  <a:gd name="T5" fmla="*/ 24 h 88"/>
                  <a:gd name="T6" fmla="*/ 32 w 112"/>
                  <a:gd name="T7" fmla="*/ 0 h 88"/>
                  <a:gd name="T8" fmla="*/ 112 w 112"/>
                  <a:gd name="T9" fmla="*/ 88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88"/>
                    </a:moveTo>
                    <a:lnTo>
                      <a:pt x="0" y="48"/>
                    </a:lnTo>
                    <a:lnTo>
                      <a:pt x="16" y="24"/>
                    </a:lnTo>
                    <a:lnTo>
                      <a:pt x="32" y="0"/>
                    </a:lnTo>
                    <a:lnTo>
                      <a:pt x="112" y="88"/>
                    </a:lnTo>
                    <a:close/>
                  </a:path>
                </a:pathLst>
              </a:custGeom>
              <a:solidFill>
                <a:schemeClr val="bg2"/>
              </a:solidFill>
              <a:ln w="9525">
                <a:solidFill>
                  <a:schemeClr val="bg2"/>
                </a:solidFill>
                <a:round/>
                <a:headEnd/>
                <a:tailEnd/>
              </a:ln>
            </p:spPr>
            <p:txBody>
              <a:bodyPr/>
              <a:lstStyle/>
              <a:p>
                <a:endParaRPr lang="en-US"/>
              </a:p>
            </p:txBody>
          </p:sp>
          <p:sp>
            <p:nvSpPr>
              <p:cNvPr id="107906" name="Line 1155"/>
              <p:cNvSpPr>
                <a:spLocks noChangeShapeType="1"/>
              </p:cNvSpPr>
              <p:nvPr/>
            </p:nvSpPr>
            <p:spPr bwMode="auto">
              <a:xfrm>
                <a:off x="3788" y="2068"/>
                <a:ext cx="72"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907" name="Line 1156"/>
              <p:cNvSpPr>
                <a:spLocks noChangeShapeType="1"/>
              </p:cNvSpPr>
              <p:nvPr/>
            </p:nvSpPr>
            <p:spPr bwMode="auto">
              <a:xfrm>
                <a:off x="3885" y="2132"/>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908" name="Line 1157"/>
              <p:cNvSpPr>
                <a:spLocks noChangeShapeType="1"/>
              </p:cNvSpPr>
              <p:nvPr/>
            </p:nvSpPr>
            <p:spPr bwMode="auto">
              <a:xfrm>
                <a:off x="3973" y="2196"/>
                <a:ext cx="70" cy="46"/>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909" name="Line 1158"/>
              <p:cNvSpPr>
                <a:spLocks noChangeShapeType="1"/>
              </p:cNvSpPr>
              <p:nvPr/>
            </p:nvSpPr>
            <p:spPr bwMode="auto">
              <a:xfrm>
                <a:off x="4067" y="2251"/>
                <a:ext cx="56" cy="4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7839" name="Group 1159"/>
            <p:cNvGrpSpPr>
              <a:grpSpLocks/>
            </p:cNvGrpSpPr>
            <p:nvPr/>
          </p:nvGrpSpPr>
          <p:grpSpPr bwMode="auto">
            <a:xfrm>
              <a:off x="4251" y="2084"/>
              <a:ext cx="431" cy="263"/>
              <a:chOff x="4251" y="2084"/>
              <a:chExt cx="431" cy="263"/>
            </a:xfrm>
          </p:grpSpPr>
          <p:sp>
            <p:nvSpPr>
              <p:cNvPr id="107900" name="Freeform 1160"/>
              <p:cNvSpPr>
                <a:spLocks/>
              </p:cNvSpPr>
              <p:nvPr/>
            </p:nvSpPr>
            <p:spPr bwMode="auto">
              <a:xfrm>
                <a:off x="4570" y="2267"/>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 name="T15" fmla="*/ 0 w 112"/>
                  <a:gd name="T16" fmla="*/ 0 h 80"/>
                  <a:gd name="T17" fmla="*/ 112 w 112"/>
                  <a:gd name="T18" fmla="*/ 80 h 80"/>
                </a:gdLst>
                <a:ahLst/>
                <a:cxnLst>
                  <a:cxn ang="T10">
                    <a:pos x="T0" y="T1"/>
                  </a:cxn>
                  <a:cxn ang="T11">
                    <a:pos x="T2" y="T3"/>
                  </a:cxn>
                  <a:cxn ang="T12">
                    <a:pos x="T4" y="T5"/>
                  </a:cxn>
                  <a:cxn ang="T13">
                    <a:pos x="T6" y="T7"/>
                  </a:cxn>
                  <a:cxn ang="T14">
                    <a:pos x="T8" y="T9"/>
                  </a:cxn>
                </a:cxnLst>
                <a:rect l="T15" t="T16" r="T17" b="T18"/>
                <a:pathLst>
                  <a:path w="112" h="80">
                    <a:moveTo>
                      <a:pt x="112" y="80"/>
                    </a:moveTo>
                    <a:lnTo>
                      <a:pt x="0" y="48"/>
                    </a:lnTo>
                    <a:lnTo>
                      <a:pt x="16" y="24"/>
                    </a:lnTo>
                    <a:lnTo>
                      <a:pt x="32" y="0"/>
                    </a:lnTo>
                    <a:lnTo>
                      <a:pt x="112" y="80"/>
                    </a:lnTo>
                    <a:close/>
                  </a:path>
                </a:pathLst>
              </a:custGeom>
              <a:solidFill>
                <a:schemeClr val="bg2"/>
              </a:solidFill>
              <a:ln w="9525">
                <a:solidFill>
                  <a:schemeClr val="bg2"/>
                </a:solidFill>
                <a:round/>
                <a:headEnd/>
                <a:tailEnd/>
              </a:ln>
            </p:spPr>
            <p:txBody>
              <a:bodyPr/>
              <a:lstStyle/>
              <a:p>
                <a:endParaRPr lang="en-US"/>
              </a:p>
            </p:txBody>
          </p:sp>
          <p:sp>
            <p:nvSpPr>
              <p:cNvPr id="107901" name="Line 1161"/>
              <p:cNvSpPr>
                <a:spLocks noChangeShapeType="1"/>
              </p:cNvSpPr>
              <p:nvPr/>
            </p:nvSpPr>
            <p:spPr bwMode="auto">
              <a:xfrm>
                <a:off x="4251" y="2084"/>
                <a:ext cx="72"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902" name="Line 1162"/>
              <p:cNvSpPr>
                <a:spLocks noChangeShapeType="1"/>
              </p:cNvSpPr>
              <p:nvPr/>
            </p:nvSpPr>
            <p:spPr bwMode="auto">
              <a:xfrm>
                <a:off x="4348" y="2140"/>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903" name="Line 1163"/>
              <p:cNvSpPr>
                <a:spLocks noChangeShapeType="1"/>
              </p:cNvSpPr>
              <p:nvPr/>
            </p:nvSpPr>
            <p:spPr bwMode="auto">
              <a:xfrm>
                <a:off x="4443" y="2203"/>
                <a:ext cx="71" cy="39"/>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904" name="Line 1164"/>
              <p:cNvSpPr>
                <a:spLocks noChangeShapeType="1"/>
              </p:cNvSpPr>
              <p:nvPr/>
            </p:nvSpPr>
            <p:spPr bwMode="auto">
              <a:xfrm>
                <a:off x="4539" y="2259"/>
                <a:ext cx="47" cy="3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7840" name="Group 1165"/>
            <p:cNvGrpSpPr>
              <a:grpSpLocks/>
            </p:cNvGrpSpPr>
            <p:nvPr/>
          </p:nvGrpSpPr>
          <p:grpSpPr bwMode="auto">
            <a:xfrm>
              <a:off x="4236" y="3001"/>
              <a:ext cx="430" cy="279"/>
              <a:chOff x="4236" y="3001"/>
              <a:chExt cx="430" cy="279"/>
            </a:xfrm>
          </p:grpSpPr>
          <p:sp>
            <p:nvSpPr>
              <p:cNvPr id="107895" name="Freeform 1166"/>
              <p:cNvSpPr>
                <a:spLocks/>
              </p:cNvSpPr>
              <p:nvPr/>
            </p:nvSpPr>
            <p:spPr bwMode="auto">
              <a:xfrm>
                <a:off x="4554" y="3001"/>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32" y="88"/>
                    </a:lnTo>
                    <a:lnTo>
                      <a:pt x="16" y="64"/>
                    </a:lnTo>
                    <a:lnTo>
                      <a:pt x="0" y="40"/>
                    </a:lnTo>
                    <a:lnTo>
                      <a:pt x="112" y="0"/>
                    </a:lnTo>
                    <a:close/>
                  </a:path>
                </a:pathLst>
              </a:custGeom>
              <a:solidFill>
                <a:schemeClr val="bg2"/>
              </a:solidFill>
              <a:ln w="9525">
                <a:solidFill>
                  <a:schemeClr val="bg2"/>
                </a:solidFill>
                <a:round/>
                <a:headEnd/>
                <a:tailEnd/>
              </a:ln>
            </p:spPr>
            <p:txBody>
              <a:bodyPr/>
              <a:lstStyle/>
              <a:p>
                <a:endParaRPr lang="en-US"/>
              </a:p>
            </p:txBody>
          </p:sp>
          <p:sp>
            <p:nvSpPr>
              <p:cNvPr id="107896" name="Line 1167"/>
              <p:cNvSpPr>
                <a:spLocks noChangeShapeType="1"/>
              </p:cNvSpPr>
              <p:nvPr/>
            </p:nvSpPr>
            <p:spPr bwMode="auto">
              <a:xfrm flipV="1">
                <a:off x="4236" y="3233"/>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897" name="Line 1168"/>
              <p:cNvSpPr>
                <a:spLocks noChangeShapeType="1"/>
              </p:cNvSpPr>
              <p:nvPr/>
            </p:nvSpPr>
            <p:spPr bwMode="auto">
              <a:xfrm flipV="1">
                <a:off x="4332" y="3169"/>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898" name="Line 1169"/>
              <p:cNvSpPr>
                <a:spLocks noChangeShapeType="1"/>
              </p:cNvSpPr>
              <p:nvPr/>
            </p:nvSpPr>
            <p:spPr bwMode="auto">
              <a:xfrm flipV="1">
                <a:off x="4419" y="3114"/>
                <a:ext cx="80"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899" name="Line 1170"/>
              <p:cNvSpPr>
                <a:spLocks noChangeShapeType="1"/>
              </p:cNvSpPr>
              <p:nvPr/>
            </p:nvSpPr>
            <p:spPr bwMode="auto">
              <a:xfrm flipV="1">
                <a:off x="4515" y="3066"/>
                <a:ext cx="55" cy="3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7841" name="Group 1171"/>
            <p:cNvGrpSpPr>
              <a:grpSpLocks/>
            </p:cNvGrpSpPr>
            <p:nvPr/>
          </p:nvGrpSpPr>
          <p:grpSpPr bwMode="auto">
            <a:xfrm>
              <a:off x="3772" y="2682"/>
              <a:ext cx="423" cy="287"/>
              <a:chOff x="3772" y="2682"/>
              <a:chExt cx="423" cy="287"/>
            </a:xfrm>
          </p:grpSpPr>
          <p:sp>
            <p:nvSpPr>
              <p:cNvPr id="107890" name="Freeform 1172"/>
              <p:cNvSpPr>
                <a:spLocks/>
              </p:cNvSpPr>
              <p:nvPr/>
            </p:nvSpPr>
            <p:spPr bwMode="auto">
              <a:xfrm>
                <a:off x="4083" y="2881"/>
                <a:ext cx="112" cy="88"/>
              </a:xfrm>
              <a:custGeom>
                <a:avLst/>
                <a:gdLst>
                  <a:gd name="T0" fmla="*/ 112 w 112"/>
                  <a:gd name="T1" fmla="*/ 88 h 88"/>
                  <a:gd name="T2" fmla="*/ 0 w 112"/>
                  <a:gd name="T3" fmla="*/ 48 h 88"/>
                  <a:gd name="T4" fmla="*/ 16 w 112"/>
                  <a:gd name="T5" fmla="*/ 24 h 88"/>
                  <a:gd name="T6" fmla="*/ 32 w 112"/>
                  <a:gd name="T7" fmla="*/ 0 h 88"/>
                  <a:gd name="T8" fmla="*/ 112 w 112"/>
                  <a:gd name="T9" fmla="*/ 88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88"/>
                    </a:moveTo>
                    <a:lnTo>
                      <a:pt x="0" y="48"/>
                    </a:lnTo>
                    <a:lnTo>
                      <a:pt x="16" y="24"/>
                    </a:lnTo>
                    <a:lnTo>
                      <a:pt x="32" y="0"/>
                    </a:lnTo>
                    <a:lnTo>
                      <a:pt x="112" y="88"/>
                    </a:lnTo>
                    <a:close/>
                  </a:path>
                </a:pathLst>
              </a:custGeom>
              <a:solidFill>
                <a:schemeClr val="bg2"/>
              </a:solidFill>
              <a:ln w="9525">
                <a:solidFill>
                  <a:schemeClr val="bg2"/>
                </a:solidFill>
                <a:round/>
                <a:headEnd/>
                <a:tailEnd/>
              </a:ln>
            </p:spPr>
            <p:txBody>
              <a:bodyPr/>
              <a:lstStyle/>
              <a:p>
                <a:endParaRPr lang="en-US"/>
              </a:p>
            </p:txBody>
          </p:sp>
          <p:sp>
            <p:nvSpPr>
              <p:cNvPr id="107891" name="Line 1173"/>
              <p:cNvSpPr>
                <a:spLocks noChangeShapeType="1"/>
              </p:cNvSpPr>
              <p:nvPr/>
            </p:nvSpPr>
            <p:spPr bwMode="auto">
              <a:xfrm>
                <a:off x="3772" y="2682"/>
                <a:ext cx="72"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892" name="Line 1174"/>
              <p:cNvSpPr>
                <a:spLocks noChangeShapeType="1"/>
              </p:cNvSpPr>
              <p:nvPr/>
            </p:nvSpPr>
            <p:spPr bwMode="auto">
              <a:xfrm>
                <a:off x="3868" y="2746"/>
                <a:ext cx="72"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893" name="Line 1175"/>
              <p:cNvSpPr>
                <a:spLocks noChangeShapeType="1"/>
              </p:cNvSpPr>
              <p:nvPr/>
            </p:nvSpPr>
            <p:spPr bwMode="auto">
              <a:xfrm>
                <a:off x="3957" y="2810"/>
                <a:ext cx="70" cy="46"/>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894" name="Line 1176"/>
              <p:cNvSpPr>
                <a:spLocks noChangeShapeType="1"/>
              </p:cNvSpPr>
              <p:nvPr/>
            </p:nvSpPr>
            <p:spPr bwMode="auto">
              <a:xfrm>
                <a:off x="4051" y="2873"/>
                <a:ext cx="48" cy="3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7842" name="Group 1177"/>
            <p:cNvGrpSpPr>
              <a:grpSpLocks/>
            </p:cNvGrpSpPr>
            <p:nvPr/>
          </p:nvGrpSpPr>
          <p:grpSpPr bwMode="auto">
            <a:xfrm>
              <a:off x="3780" y="2387"/>
              <a:ext cx="431" cy="279"/>
              <a:chOff x="3780" y="2387"/>
              <a:chExt cx="431" cy="279"/>
            </a:xfrm>
          </p:grpSpPr>
          <p:sp>
            <p:nvSpPr>
              <p:cNvPr id="107885" name="Freeform 1178"/>
              <p:cNvSpPr>
                <a:spLocks/>
              </p:cNvSpPr>
              <p:nvPr/>
            </p:nvSpPr>
            <p:spPr bwMode="auto">
              <a:xfrm>
                <a:off x="4099" y="2578"/>
                <a:ext cx="112" cy="88"/>
              </a:xfrm>
              <a:custGeom>
                <a:avLst/>
                <a:gdLst>
                  <a:gd name="T0" fmla="*/ 112 w 112"/>
                  <a:gd name="T1" fmla="*/ 88 h 88"/>
                  <a:gd name="T2" fmla="*/ 0 w 112"/>
                  <a:gd name="T3" fmla="*/ 48 h 88"/>
                  <a:gd name="T4" fmla="*/ 16 w 112"/>
                  <a:gd name="T5" fmla="*/ 24 h 88"/>
                  <a:gd name="T6" fmla="*/ 32 w 112"/>
                  <a:gd name="T7" fmla="*/ 0 h 88"/>
                  <a:gd name="T8" fmla="*/ 112 w 112"/>
                  <a:gd name="T9" fmla="*/ 88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88"/>
                    </a:moveTo>
                    <a:lnTo>
                      <a:pt x="0" y="48"/>
                    </a:lnTo>
                    <a:lnTo>
                      <a:pt x="16" y="24"/>
                    </a:lnTo>
                    <a:lnTo>
                      <a:pt x="32" y="0"/>
                    </a:lnTo>
                    <a:lnTo>
                      <a:pt x="112" y="88"/>
                    </a:lnTo>
                    <a:close/>
                  </a:path>
                </a:pathLst>
              </a:custGeom>
              <a:solidFill>
                <a:schemeClr val="bg2"/>
              </a:solidFill>
              <a:ln w="9525">
                <a:solidFill>
                  <a:schemeClr val="bg2"/>
                </a:solidFill>
                <a:round/>
                <a:headEnd/>
                <a:tailEnd/>
              </a:ln>
            </p:spPr>
            <p:txBody>
              <a:bodyPr/>
              <a:lstStyle/>
              <a:p>
                <a:endParaRPr lang="en-US"/>
              </a:p>
            </p:txBody>
          </p:sp>
          <p:sp>
            <p:nvSpPr>
              <p:cNvPr id="107886" name="Line 1179"/>
              <p:cNvSpPr>
                <a:spLocks noChangeShapeType="1"/>
              </p:cNvSpPr>
              <p:nvPr/>
            </p:nvSpPr>
            <p:spPr bwMode="auto">
              <a:xfrm>
                <a:off x="3780" y="2387"/>
                <a:ext cx="72"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887" name="Line 1180"/>
              <p:cNvSpPr>
                <a:spLocks noChangeShapeType="1"/>
              </p:cNvSpPr>
              <p:nvPr/>
            </p:nvSpPr>
            <p:spPr bwMode="auto">
              <a:xfrm>
                <a:off x="3877" y="2451"/>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888" name="Line 1181"/>
              <p:cNvSpPr>
                <a:spLocks noChangeShapeType="1"/>
              </p:cNvSpPr>
              <p:nvPr/>
            </p:nvSpPr>
            <p:spPr bwMode="auto">
              <a:xfrm>
                <a:off x="3965" y="2507"/>
                <a:ext cx="78" cy="46"/>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889" name="Line 1182"/>
              <p:cNvSpPr>
                <a:spLocks noChangeShapeType="1"/>
              </p:cNvSpPr>
              <p:nvPr/>
            </p:nvSpPr>
            <p:spPr bwMode="auto">
              <a:xfrm>
                <a:off x="4060" y="2570"/>
                <a:ext cx="55" cy="3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7843" name="Group 1183"/>
            <p:cNvGrpSpPr>
              <a:grpSpLocks/>
            </p:cNvGrpSpPr>
            <p:nvPr/>
          </p:nvGrpSpPr>
          <p:grpSpPr bwMode="auto">
            <a:xfrm>
              <a:off x="3780" y="1781"/>
              <a:ext cx="415" cy="263"/>
              <a:chOff x="3780" y="1781"/>
              <a:chExt cx="415" cy="263"/>
            </a:xfrm>
          </p:grpSpPr>
          <p:sp>
            <p:nvSpPr>
              <p:cNvPr id="107880" name="Freeform 1184"/>
              <p:cNvSpPr>
                <a:spLocks/>
              </p:cNvSpPr>
              <p:nvPr/>
            </p:nvSpPr>
            <p:spPr bwMode="auto">
              <a:xfrm>
                <a:off x="4083" y="1781"/>
                <a:ext cx="112" cy="87"/>
              </a:xfrm>
              <a:custGeom>
                <a:avLst/>
                <a:gdLst>
                  <a:gd name="T0" fmla="*/ 112 w 112"/>
                  <a:gd name="T1" fmla="*/ 0 h 87"/>
                  <a:gd name="T2" fmla="*/ 32 w 112"/>
                  <a:gd name="T3" fmla="*/ 87 h 87"/>
                  <a:gd name="T4" fmla="*/ 16 w 112"/>
                  <a:gd name="T5" fmla="*/ 64 h 87"/>
                  <a:gd name="T6" fmla="*/ 0 w 112"/>
                  <a:gd name="T7" fmla="*/ 40 h 87"/>
                  <a:gd name="T8" fmla="*/ 112 w 112"/>
                  <a:gd name="T9" fmla="*/ 0 h 87"/>
                  <a:gd name="T10" fmla="*/ 0 60000 65536"/>
                  <a:gd name="T11" fmla="*/ 0 60000 65536"/>
                  <a:gd name="T12" fmla="*/ 0 60000 65536"/>
                  <a:gd name="T13" fmla="*/ 0 60000 65536"/>
                  <a:gd name="T14" fmla="*/ 0 60000 65536"/>
                  <a:gd name="T15" fmla="*/ 0 w 112"/>
                  <a:gd name="T16" fmla="*/ 0 h 87"/>
                  <a:gd name="T17" fmla="*/ 112 w 112"/>
                  <a:gd name="T18" fmla="*/ 87 h 87"/>
                </a:gdLst>
                <a:ahLst/>
                <a:cxnLst>
                  <a:cxn ang="T10">
                    <a:pos x="T0" y="T1"/>
                  </a:cxn>
                  <a:cxn ang="T11">
                    <a:pos x="T2" y="T3"/>
                  </a:cxn>
                  <a:cxn ang="T12">
                    <a:pos x="T4" y="T5"/>
                  </a:cxn>
                  <a:cxn ang="T13">
                    <a:pos x="T6" y="T7"/>
                  </a:cxn>
                  <a:cxn ang="T14">
                    <a:pos x="T8" y="T9"/>
                  </a:cxn>
                </a:cxnLst>
                <a:rect l="T15" t="T16" r="T17" b="T18"/>
                <a:pathLst>
                  <a:path w="112" h="87">
                    <a:moveTo>
                      <a:pt x="112" y="0"/>
                    </a:moveTo>
                    <a:lnTo>
                      <a:pt x="32" y="87"/>
                    </a:lnTo>
                    <a:lnTo>
                      <a:pt x="16" y="64"/>
                    </a:lnTo>
                    <a:lnTo>
                      <a:pt x="0" y="40"/>
                    </a:lnTo>
                    <a:lnTo>
                      <a:pt x="112" y="0"/>
                    </a:lnTo>
                    <a:close/>
                  </a:path>
                </a:pathLst>
              </a:custGeom>
              <a:solidFill>
                <a:schemeClr val="bg2"/>
              </a:solidFill>
              <a:ln w="9525">
                <a:solidFill>
                  <a:schemeClr val="bg2"/>
                </a:solidFill>
                <a:round/>
                <a:headEnd/>
                <a:tailEnd/>
              </a:ln>
            </p:spPr>
            <p:txBody>
              <a:bodyPr/>
              <a:lstStyle/>
              <a:p>
                <a:endParaRPr lang="en-US"/>
              </a:p>
            </p:txBody>
          </p:sp>
          <p:sp>
            <p:nvSpPr>
              <p:cNvPr id="107881" name="Line 1185"/>
              <p:cNvSpPr>
                <a:spLocks noChangeShapeType="1"/>
              </p:cNvSpPr>
              <p:nvPr/>
            </p:nvSpPr>
            <p:spPr bwMode="auto">
              <a:xfrm flipV="1">
                <a:off x="3780" y="1996"/>
                <a:ext cx="72"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882" name="Line 1186"/>
              <p:cNvSpPr>
                <a:spLocks noChangeShapeType="1"/>
              </p:cNvSpPr>
              <p:nvPr/>
            </p:nvSpPr>
            <p:spPr bwMode="auto">
              <a:xfrm flipV="1">
                <a:off x="3876" y="1940"/>
                <a:ext cx="72" cy="4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883" name="Line 1187"/>
              <p:cNvSpPr>
                <a:spLocks noChangeShapeType="1"/>
              </p:cNvSpPr>
              <p:nvPr/>
            </p:nvSpPr>
            <p:spPr bwMode="auto">
              <a:xfrm flipV="1">
                <a:off x="3973" y="1878"/>
                <a:ext cx="70" cy="46"/>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884" name="Line 1188"/>
              <p:cNvSpPr>
                <a:spLocks noChangeShapeType="1"/>
              </p:cNvSpPr>
              <p:nvPr/>
            </p:nvSpPr>
            <p:spPr bwMode="auto">
              <a:xfrm flipV="1">
                <a:off x="4059" y="1846"/>
                <a:ext cx="40" cy="15"/>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7844" name="Group 1189"/>
            <p:cNvGrpSpPr>
              <a:grpSpLocks/>
            </p:cNvGrpSpPr>
            <p:nvPr/>
          </p:nvGrpSpPr>
          <p:grpSpPr bwMode="auto">
            <a:xfrm>
              <a:off x="3780" y="1765"/>
              <a:ext cx="447" cy="279"/>
              <a:chOff x="3780" y="1765"/>
              <a:chExt cx="447" cy="279"/>
            </a:xfrm>
          </p:grpSpPr>
          <p:sp>
            <p:nvSpPr>
              <p:cNvPr id="107875" name="Freeform 1190"/>
              <p:cNvSpPr>
                <a:spLocks/>
              </p:cNvSpPr>
              <p:nvPr/>
            </p:nvSpPr>
            <p:spPr bwMode="auto">
              <a:xfrm>
                <a:off x="4115" y="1964"/>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 name="T15" fmla="*/ 0 w 112"/>
                  <a:gd name="T16" fmla="*/ 0 h 80"/>
                  <a:gd name="T17" fmla="*/ 112 w 112"/>
                  <a:gd name="T18" fmla="*/ 80 h 80"/>
                </a:gdLst>
                <a:ahLst/>
                <a:cxnLst>
                  <a:cxn ang="T10">
                    <a:pos x="T0" y="T1"/>
                  </a:cxn>
                  <a:cxn ang="T11">
                    <a:pos x="T2" y="T3"/>
                  </a:cxn>
                  <a:cxn ang="T12">
                    <a:pos x="T4" y="T5"/>
                  </a:cxn>
                  <a:cxn ang="T13">
                    <a:pos x="T6" y="T7"/>
                  </a:cxn>
                  <a:cxn ang="T14">
                    <a:pos x="T8" y="T9"/>
                  </a:cxn>
                </a:cxnLst>
                <a:rect l="T15" t="T16" r="T17" b="T18"/>
                <a:pathLst>
                  <a:path w="112" h="80">
                    <a:moveTo>
                      <a:pt x="112" y="80"/>
                    </a:moveTo>
                    <a:lnTo>
                      <a:pt x="0" y="48"/>
                    </a:lnTo>
                    <a:lnTo>
                      <a:pt x="16" y="24"/>
                    </a:lnTo>
                    <a:lnTo>
                      <a:pt x="32" y="0"/>
                    </a:lnTo>
                    <a:lnTo>
                      <a:pt x="112" y="80"/>
                    </a:lnTo>
                    <a:close/>
                  </a:path>
                </a:pathLst>
              </a:custGeom>
              <a:solidFill>
                <a:schemeClr val="bg2"/>
              </a:solidFill>
              <a:ln w="9525">
                <a:solidFill>
                  <a:schemeClr val="bg2"/>
                </a:solidFill>
                <a:round/>
                <a:headEnd/>
                <a:tailEnd/>
              </a:ln>
            </p:spPr>
            <p:txBody>
              <a:bodyPr/>
              <a:lstStyle/>
              <a:p>
                <a:endParaRPr lang="en-US"/>
              </a:p>
            </p:txBody>
          </p:sp>
          <p:sp>
            <p:nvSpPr>
              <p:cNvPr id="107876" name="Line 1191"/>
              <p:cNvSpPr>
                <a:spLocks noChangeShapeType="1"/>
              </p:cNvSpPr>
              <p:nvPr/>
            </p:nvSpPr>
            <p:spPr bwMode="auto">
              <a:xfrm>
                <a:off x="3780" y="1765"/>
                <a:ext cx="72"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877" name="Line 1192"/>
              <p:cNvSpPr>
                <a:spLocks noChangeShapeType="1"/>
              </p:cNvSpPr>
              <p:nvPr/>
            </p:nvSpPr>
            <p:spPr bwMode="auto">
              <a:xfrm>
                <a:off x="3877" y="1821"/>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878" name="Line 1193"/>
              <p:cNvSpPr>
                <a:spLocks noChangeShapeType="1"/>
              </p:cNvSpPr>
              <p:nvPr/>
            </p:nvSpPr>
            <p:spPr bwMode="auto">
              <a:xfrm>
                <a:off x="3972" y="1884"/>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879" name="Line 1194"/>
              <p:cNvSpPr>
                <a:spLocks noChangeShapeType="1"/>
              </p:cNvSpPr>
              <p:nvPr/>
            </p:nvSpPr>
            <p:spPr bwMode="auto">
              <a:xfrm>
                <a:off x="4068" y="1940"/>
                <a:ext cx="63"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7845" name="Group 1195"/>
            <p:cNvGrpSpPr>
              <a:grpSpLocks/>
            </p:cNvGrpSpPr>
            <p:nvPr/>
          </p:nvGrpSpPr>
          <p:grpSpPr bwMode="auto">
            <a:xfrm>
              <a:off x="3326" y="1781"/>
              <a:ext cx="430" cy="255"/>
              <a:chOff x="3326" y="1781"/>
              <a:chExt cx="430" cy="255"/>
            </a:xfrm>
          </p:grpSpPr>
          <p:sp>
            <p:nvSpPr>
              <p:cNvPr id="107870" name="Freeform 1196"/>
              <p:cNvSpPr>
                <a:spLocks/>
              </p:cNvSpPr>
              <p:nvPr/>
            </p:nvSpPr>
            <p:spPr bwMode="auto">
              <a:xfrm>
                <a:off x="3644" y="1956"/>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 name="T15" fmla="*/ 0 w 112"/>
                  <a:gd name="T16" fmla="*/ 0 h 80"/>
                  <a:gd name="T17" fmla="*/ 112 w 112"/>
                  <a:gd name="T18" fmla="*/ 80 h 80"/>
                </a:gdLst>
                <a:ahLst/>
                <a:cxnLst>
                  <a:cxn ang="T10">
                    <a:pos x="T0" y="T1"/>
                  </a:cxn>
                  <a:cxn ang="T11">
                    <a:pos x="T2" y="T3"/>
                  </a:cxn>
                  <a:cxn ang="T12">
                    <a:pos x="T4" y="T5"/>
                  </a:cxn>
                  <a:cxn ang="T13">
                    <a:pos x="T6" y="T7"/>
                  </a:cxn>
                  <a:cxn ang="T14">
                    <a:pos x="T8" y="T9"/>
                  </a:cxn>
                </a:cxnLst>
                <a:rect l="T15" t="T16" r="T17" b="T18"/>
                <a:pathLst>
                  <a:path w="112" h="80">
                    <a:moveTo>
                      <a:pt x="112" y="80"/>
                    </a:moveTo>
                    <a:lnTo>
                      <a:pt x="0" y="48"/>
                    </a:lnTo>
                    <a:lnTo>
                      <a:pt x="16" y="24"/>
                    </a:lnTo>
                    <a:lnTo>
                      <a:pt x="32" y="0"/>
                    </a:lnTo>
                    <a:lnTo>
                      <a:pt x="112" y="80"/>
                    </a:lnTo>
                    <a:close/>
                  </a:path>
                </a:pathLst>
              </a:custGeom>
              <a:solidFill>
                <a:schemeClr val="bg2"/>
              </a:solidFill>
              <a:ln w="9525">
                <a:solidFill>
                  <a:schemeClr val="bg2"/>
                </a:solidFill>
                <a:round/>
                <a:headEnd/>
                <a:tailEnd/>
              </a:ln>
            </p:spPr>
            <p:txBody>
              <a:bodyPr/>
              <a:lstStyle/>
              <a:p>
                <a:endParaRPr lang="en-US"/>
              </a:p>
            </p:txBody>
          </p:sp>
          <p:sp>
            <p:nvSpPr>
              <p:cNvPr id="107871" name="Line 1197"/>
              <p:cNvSpPr>
                <a:spLocks noChangeShapeType="1"/>
              </p:cNvSpPr>
              <p:nvPr/>
            </p:nvSpPr>
            <p:spPr bwMode="auto">
              <a:xfrm>
                <a:off x="3326" y="1781"/>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872" name="Line 1198"/>
              <p:cNvSpPr>
                <a:spLocks noChangeShapeType="1"/>
              </p:cNvSpPr>
              <p:nvPr/>
            </p:nvSpPr>
            <p:spPr bwMode="auto">
              <a:xfrm>
                <a:off x="3422" y="1837"/>
                <a:ext cx="79"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873" name="Line 1199"/>
              <p:cNvSpPr>
                <a:spLocks noChangeShapeType="1"/>
              </p:cNvSpPr>
              <p:nvPr/>
            </p:nvSpPr>
            <p:spPr bwMode="auto">
              <a:xfrm>
                <a:off x="3516" y="1892"/>
                <a:ext cx="80"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874" name="Line 1200"/>
              <p:cNvSpPr>
                <a:spLocks noChangeShapeType="1"/>
              </p:cNvSpPr>
              <p:nvPr/>
            </p:nvSpPr>
            <p:spPr bwMode="auto">
              <a:xfrm>
                <a:off x="3612" y="1948"/>
                <a:ext cx="48" cy="3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7846" name="Group 1201"/>
            <p:cNvGrpSpPr>
              <a:grpSpLocks/>
            </p:cNvGrpSpPr>
            <p:nvPr/>
          </p:nvGrpSpPr>
          <p:grpSpPr bwMode="auto">
            <a:xfrm>
              <a:off x="3325" y="2698"/>
              <a:ext cx="415" cy="279"/>
              <a:chOff x="3325" y="2698"/>
              <a:chExt cx="415" cy="279"/>
            </a:xfrm>
          </p:grpSpPr>
          <p:sp>
            <p:nvSpPr>
              <p:cNvPr id="107865" name="Freeform 1202"/>
              <p:cNvSpPr>
                <a:spLocks/>
              </p:cNvSpPr>
              <p:nvPr/>
            </p:nvSpPr>
            <p:spPr bwMode="auto">
              <a:xfrm>
                <a:off x="3628" y="2889"/>
                <a:ext cx="112" cy="88"/>
              </a:xfrm>
              <a:custGeom>
                <a:avLst/>
                <a:gdLst>
                  <a:gd name="T0" fmla="*/ 112 w 112"/>
                  <a:gd name="T1" fmla="*/ 88 h 88"/>
                  <a:gd name="T2" fmla="*/ 0 w 112"/>
                  <a:gd name="T3" fmla="*/ 48 h 88"/>
                  <a:gd name="T4" fmla="*/ 16 w 112"/>
                  <a:gd name="T5" fmla="*/ 24 h 88"/>
                  <a:gd name="T6" fmla="*/ 32 w 112"/>
                  <a:gd name="T7" fmla="*/ 0 h 88"/>
                  <a:gd name="T8" fmla="*/ 112 w 112"/>
                  <a:gd name="T9" fmla="*/ 88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88"/>
                    </a:moveTo>
                    <a:lnTo>
                      <a:pt x="0" y="48"/>
                    </a:lnTo>
                    <a:lnTo>
                      <a:pt x="16" y="24"/>
                    </a:lnTo>
                    <a:lnTo>
                      <a:pt x="32" y="0"/>
                    </a:lnTo>
                    <a:lnTo>
                      <a:pt x="112" y="88"/>
                    </a:lnTo>
                    <a:close/>
                  </a:path>
                </a:pathLst>
              </a:custGeom>
              <a:solidFill>
                <a:schemeClr val="bg2"/>
              </a:solidFill>
              <a:ln w="9525">
                <a:solidFill>
                  <a:schemeClr val="bg2"/>
                </a:solidFill>
                <a:round/>
                <a:headEnd/>
                <a:tailEnd/>
              </a:ln>
            </p:spPr>
            <p:txBody>
              <a:bodyPr/>
              <a:lstStyle/>
              <a:p>
                <a:endParaRPr lang="en-US"/>
              </a:p>
            </p:txBody>
          </p:sp>
          <p:sp>
            <p:nvSpPr>
              <p:cNvPr id="107866" name="Line 1203"/>
              <p:cNvSpPr>
                <a:spLocks noChangeShapeType="1"/>
              </p:cNvSpPr>
              <p:nvPr/>
            </p:nvSpPr>
            <p:spPr bwMode="auto">
              <a:xfrm>
                <a:off x="3325" y="2698"/>
                <a:ext cx="72"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867" name="Line 1204"/>
              <p:cNvSpPr>
                <a:spLocks noChangeShapeType="1"/>
              </p:cNvSpPr>
              <p:nvPr/>
            </p:nvSpPr>
            <p:spPr bwMode="auto">
              <a:xfrm>
                <a:off x="3421" y="2762"/>
                <a:ext cx="72"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868" name="Line 1205"/>
              <p:cNvSpPr>
                <a:spLocks noChangeShapeType="1"/>
              </p:cNvSpPr>
              <p:nvPr/>
            </p:nvSpPr>
            <p:spPr bwMode="auto">
              <a:xfrm>
                <a:off x="3510" y="2826"/>
                <a:ext cx="70" cy="46"/>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869" name="Line 1206"/>
              <p:cNvSpPr>
                <a:spLocks noChangeShapeType="1"/>
              </p:cNvSpPr>
              <p:nvPr/>
            </p:nvSpPr>
            <p:spPr bwMode="auto">
              <a:xfrm>
                <a:off x="3604" y="2881"/>
                <a:ext cx="40" cy="3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7847" name="Group 1207"/>
            <p:cNvGrpSpPr>
              <a:grpSpLocks/>
            </p:cNvGrpSpPr>
            <p:nvPr/>
          </p:nvGrpSpPr>
          <p:grpSpPr bwMode="auto">
            <a:xfrm>
              <a:off x="2878" y="2395"/>
              <a:ext cx="423" cy="271"/>
              <a:chOff x="2878" y="2395"/>
              <a:chExt cx="423" cy="271"/>
            </a:xfrm>
          </p:grpSpPr>
          <p:sp>
            <p:nvSpPr>
              <p:cNvPr id="107860" name="Freeform 1208"/>
              <p:cNvSpPr>
                <a:spLocks/>
              </p:cNvSpPr>
              <p:nvPr/>
            </p:nvSpPr>
            <p:spPr bwMode="auto">
              <a:xfrm>
                <a:off x="3189" y="2578"/>
                <a:ext cx="112" cy="88"/>
              </a:xfrm>
              <a:custGeom>
                <a:avLst/>
                <a:gdLst>
                  <a:gd name="T0" fmla="*/ 112 w 112"/>
                  <a:gd name="T1" fmla="*/ 88 h 88"/>
                  <a:gd name="T2" fmla="*/ 0 w 112"/>
                  <a:gd name="T3" fmla="*/ 48 h 88"/>
                  <a:gd name="T4" fmla="*/ 16 w 112"/>
                  <a:gd name="T5" fmla="*/ 24 h 88"/>
                  <a:gd name="T6" fmla="*/ 32 w 112"/>
                  <a:gd name="T7" fmla="*/ 0 h 88"/>
                  <a:gd name="T8" fmla="*/ 112 w 112"/>
                  <a:gd name="T9" fmla="*/ 88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88"/>
                    </a:moveTo>
                    <a:lnTo>
                      <a:pt x="0" y="48"/>
                    </a:lnTo>
                    <a:lnTo>
                      <a:pt x="16" y="24"/>
                    </a:lnTo>
                    <a:lnTo>
                      <a:pt x="32" y="0"/>
                    </a:lnTo>
                    <a:lnTo>
                      <a:pt x="112" y="88"/>
                    </a:lnTo>
                    <a:close/>
                  </a:path>
                </a:pathLst>
              </a:custGeom>
              <a:solidFill>
                <a:schemeClr val="bg2"/>
              </a:solidFill>
              <a:ln w="9525">
                <a:solidFill>
                  <a:schemeClr val="bg2"/>
                </a:solidFill>
                <a:round/>
                <a:headEnd/>
                <a:tailEnd/>
              </a:ln>
            </p:spPr>
            <p:txBody>
              <a:bodyPr/>
              <a:lstStyle/>
              <a:p>
                <a:endParaRPr lang="en-US"/>
              </a:p>
            </p:txBody>
          </p:sp>
          <p:sp>
            <p:nvSpPr>
              <p:cNvPr id="107861" name="Line 1209"/>
              <p:cNvSpPr>
                <a:spLocks noChangeShapeType="1"/>
              </p:cNvSpPr>
              <p:nvPr/>
            </p:nvSpPr>
            <p:spPr bwMode="auto">
              <a:xfrm>
                <a:off x="2878" y="2395"/>
                <a:ext cx="72"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862" name="Line 1210"/>
              <p:cNvSpPr>
                <a:spLocks noChangeShapeType="1"/>
              </p:cNvSpPr>
              <p:nvPr/>
            </p:nvSpPr>
            <p:spPr bwMode="auto">
              <a:xfrm>
                <a:off x="2975" y="2459"/>
                <a:ext cx="70" cy="3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863" name="Line 1211"/>
              <p:cNvSpPr>
                <a:spLocks noChangeShapeType="1"/>
              </p:cNvSpPr>
              <p:nvPr/>
            </p:nvSpPr>
            <p:spPr bwMode="auto">
              <a:xfrm>
                <a:off x="3070" y="2515"/>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864" name="Line 1212"/>
              <p:cNvSpPr>
                <a:spLocks noChangeShapeType="1"/>
              </p:cNvSpPr>
              <p:nvPr/>
            </p:nvSpPr>
            <p:spPr bwMode="auto">
              <a:xfrm>
                <a:off x="3157" y="2578"/>
                <a:ext cx="48" cy="24"/>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7848" name="Group 1213"/>
            <p:cNvGrpSpPr>
              <a:grpSpLocks/>
            </p:cNvGrpSpPr>
            <p:nvPr/>
          </p:nvGrpSpPr>
          <p:grpSpPr bwMode="auto">
            <a:xfrm>
              <a:off x="2862" y="3001"/>
              <a:ext cx="423" cy="263"/>
              <a:chOff x="2862" y="3001"/>
              <a:chExt cx="423" cy="263"/>
            </a:xfrm>
          </p:grpSpPr>
          <p:sp>
            <p:nvSpPr>
              <p:cNvPr id="107855" name="Freeform 1214"/>
              <p:cNvSpPr>
                <a:spLocks/>
              </p:cNvSpPr>
              <p:nvPr/>
            </p:nvSpPr>
            <p:spPr bwMode="auto">
              <a:xfrm>
                <a:off x="3173" y="3185"/>
                <a:ext cx="112" cy="79"/>
              </a:xfrm>
              <a:custGeom>
                <a:avLst/>
                <a:gdLst>
                  <a:gd name="T0" fmla="*/ 112 w 112"/>
                  <a:gd name="T1" fmla="*/ 79 h 79"/>
                  <a:gd name="T2" fmla="*/ 0 w 112"/>
                  <a:gd name="T3" fmla="*/ 47 h 79"/>
                  <a:gd name="T4" fmla="*/ 16 w 112"/>
                  <a:gd name="T5" fmla="*/ 23 h 79"/>
                  <a:gd name="T6" fmla="*/ 32 w 112"/>
                  <a:gd name="T7" fmla="*/ 0 h 79"/>
                  <a:gd name="T8" fmla="*/ 112 w 112"/>
                  <a:gd name="T9" fmla="*/ 79 h 79"/>
                  <a:gd name="T10" fmla="*/ 0 60000 65536"/>
                  <a:gd name="T11" fmla="*/ 0 60000 65536"/>
                  <a:gd name="T12" fmla="*/ 0 60000 65536"/>
                  <a:gd name="T13" fmla="*/ 0 60000 65536"/>
                  <a:gd name="T14" fmla="*/ 0 60000 65536"/>
                  <a:gd name="T15" fmla="*/ 0 w 112"/>
                  <a:gd name="T16" fmla="*/ 0 h 79"/>
                  <a:gd name="T17" fmla="*/ 112 w 112"/>
                  <a:gd name="T18" fmla="*/ 79 h 79"/>
                </a:gdLst>
                <a:ahLst/>
                <a:cxnLst>
                  <a:cxn ang="T10">
                    <a:pos x="T0" y="T1"/>
                  </a:cxn>
                  <a:cxn ang="T11">
                    <a:pos x="T2" y="T3"/>
                  </a:cxn>
                  <a:cxn ang="T12">
                    <a:pos x="T4" y="T5"/>
                  </a:cxn>
                  <a:cxn ang="T13">
                    <a:pos x="T6" y="T7"/>
                  </a:cxn>
                  <a:cxn ang="T14">
                    <a:pos x="T8" y="T9"/>
                  </a:cxn>
                </a:cxnLst>
                <a:rect l="T15" t="T16" r="T17" b="T18"/>
                <a:pathLst>
                  <a:path w="112" h="79">
                    <a:moveTo>
                      <a:pt x="112" y="79"/>
                    </a:moveTo>
                    <a:lnTo>
                      <a:pt x="0" y="47"/>
                    </a:lnTo>
                    <a:lnTo>
                      <a:pt x="16" y="23"/>
                    </a:lnTo>
                    <a:lnTo>
                      <a:pt x="32" y="0"/>
                    </a:lnTo>
                    <a:lnTo>
                      <a:pt x="112" y="79"/>
                    </a:lnTo>
                    <a:close/>
                  </a:path>
                </a:pathLst>
              </a:custGeom>
              <a:solidFill>
                <a:schemeClr val="bg2"/>
              </a:solidFill>
              <a:ln w="9525">
                <a:solidFill>
                  <a:schemeClr val="bg2"/>
                </a:solidFill>
                <a:round/>
                <a:headEnd/>
                <a:tailEnd/>
              </a:ln>
            </p:spPr>
            <p:txBody>
              <a:bodyPr/>
              <a:lstStyle/>
              <a:p>
                <a:endParaRPr lang="en-US"/>
              </a:p>
            </p:txBody>
          </p:sp>
          <p:sp>
            <p:nvSpPr>
              <p:cNvPr id="107856" name="Line 1215"/>
              <p:cNvSpPr>
                <a:spLocks noChangeShapeType="1"/>
              </p:cNvSpPr>
              <p:nvPr/>
            </p:nvSpPr>
            <p:spPr bwMode="auto">
              <a:xfrm>
                <a:off x="2862" y="3001"/>
                <a:ext cx="72"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857" name="Line 1216"/>
              <p:cNvSpPr>
                <a:spLocks noChangeShapeType="1"/>
              </p:cNvSpPr>
              <p:nvPr/>
            </p:nvSpPr>
            <p:spPr bwMode="auto">
              <a:xfrm>
                <a:off x="2958" y="3057"/>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858" name="Line 1217"/>
              <p:cNvSpPr>
                <a:spLocks noChangeShapeType="1"/>
              </p:cNvSpPr>
              <p:nvPr/>
            </p:nvSpPr>
            <p:spPr bwMode="auto">
              <a:xfrm>
                <a:off x="3054" y="3121"/>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859" name="Line 1218"/>
              <p:cNvSpPr>
                <a:spLocks noChangeShapeType="1"/>
              </p:cNvSpPr>
              <p:nvPr/>
            </p:nvSpPr>
            <p:spPr bwMode="auto">
              <a:xfrm>
                <a:off x="3150" y="3177"/>
                <a:ext cx="39" cy="3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7849" name="Group 1219"/>
            <p:cNvGrpSpPr>
              <a:grpSpLocks/>
            </p:cNvGrpSpPr>
            <p:nvPr/>
          </p:nvGrpSpPr>
          <p:grpSpPr bwMode="auto">
            <a:xfrm>
              <a:off x="3318" y="3304"/>
              <a:ext cx="422" cy="287"/>
              <a:chOff x="3318" y="3304"/>
              <a:chExt cx="422" cy="287"/>
            </a:xfrm>
          </p:grpSpPr>
          <p:sp>
            <p:nvSpPr>
              <p:cNvPr id="107850" name="Freeform 1220"/>
              <p:cNvSpPr>
                <a:spLocks/>
              </p:cNvSpPr>
              <p:nvPr/>
            </p:nvSpPr>
            <p:spPr bwMode="auto">
              <a:xfrm>
                <a:off x="3628" y="3304"/>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32" y="88"/>
                    </a:lnTo>
                    <a:lnTo>
                      <a:pt x="16" y="64"/>
                    </a:lnTo>
                    <a:lnTo>
                      <a:pt x="0" y="40"/>
                    </a:lnTo>
                    <a:lnTo>
                      <a:pt x="112" y="0"/>
                    </a:lnTo>
                    <a:close/>
                  </a:path>
                </a:pathLst>
              </a:custGeom>
              <a:solidFill>
                <a:schemeClr val="bg2"/>
              </a:solidFill>
              <a:ln w="9525">
                <a:solidFill>
                  <a:schemeClr val="bg2"/>
                </a:solidFill>
                <a:round/>
                <a:headEnd/>
                <a:tailEnd/>
              </a:ln>
            </p:spPr>
            <p:txBody>
              <a:bodyPr/>
              <a:lstStyle/>
              <a:p>
                <a:endParaRPr lang="en-US"/>
              </a:p>
            </p:txBody>
          </p:sp>
          <p:sp>
            <p:nvSpPr>
              <p:cNvPr id="107851" name="Line 1221"/>
              <p:cNvSpPr>
                <a:spLocks noChangeShapeType="1"/>
              </p:cNvSpPr>
              <p:nvPr/>
            </p:nvSpPr>
            <p:spPr bwMode="auto">
              <a:xfrm flipV="1">
                <a:off x="3318" y="3544"/>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852" name="Line 1222"/>
              <p:cNvSpPr>
                <a:spLocks noChangeShapeType="1"/>
              </p:cNvSpPr>
              <p:nvPr/>
            </p:nvSpPr>
            <p:spPr bwMode="auto">
              <a:xfrm flipV="1">
                <a:off x="3413" y="3481"/>
                <a:ext cx="72"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853" name="Line 1223"/>
              <p:cNvSpPr>
                <a:spLocks noChangeShapeType="1"/>
              </p:cNvSpPr>
              <p:nvPr/>
            </p:nvSpPr>
            <p:spPr bwMode="auto">
              <a:xfrm flipV="1">
                <a:off x="3501" y="3417"/>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854" name="Line 1224"/>
              <p:cNvSpPr>
                <a:spLocks noChangeShapeType="1"/>
              </p:cNvSpPr>
              <p:nvPr/>
            </p:nvSpPr>
            <p:spPr bwMode="auto">
              <a:xfrm flipV="1">
                <a:off x="3596" y="3368"/>
                <a:ext cx="48" cy="3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107525" name="Rectangle 1225"/>
          <p:cNvSpPr>
            <a:spLocks noGrp="1" noChangeArrowheads="1"/>
          </p:cNvSpPr>
          <p:nvPr>
            <p:ph type="title"/>
          </p:nvPr>
        </p:nvSpPr>
        <p:spPr/>
        <p:txBody>
          <a:bodyPr/>
          <a:lstStyle/>
          <a:p>
            <a:r>
              <a:rPr lang="en-US" sz="3600" dirty="0"/>
              <a:t>Blood management</a:t>
            </a:r>
            <a:endParaRPr lang="en-US" dirty="0"/>
          </a:p>
        </p:txBody>
      </p:sp>
      <p:grpSp>
        <p:nvGrpSpPr>
          <p:cNvPr id="93098" name="Group 1226"/>
          <p:cNvGrpSpPr>
            <a:grpSpLocks/>
          </p:cNvGrpSpPr>
          <p:nvPr/>
        </p:nvGrpSpPr>
        <p:grpSpPr bwMode="auto">
          <a:xfrm>
            <a:off x="3467100" y="2247900"/>
            <a:ext cx="3481388" cy="4038600"/>
            <a:chOff x="1224" y="1416"/>
            <a:chExt cx="2193" cy="2544"/>
          </a:xfrm>
        </p:grpSpPr>
        <p:sp>
          <p:nvSpPr>
            <p:cNvPr id="107619" name="Line 1227"/>
            <p:cNvSpPr>
              <a:spLocks noChangeShapeType="1"/>
            </p:cNvSpPr>
            <p:nvPr/>
          </p:nvSpPr>
          <p:spPr bwMode="auto">
            <a:xfrm flipV="1">
              <a:off x="1500" y="2033"/>
              <a:ext cx="973" cy="313"/>
            </a:xfrm>
            <a:prstGeom prst="line">
              <a:avLst/>
            </a:prstGeom>
            <a:noFill/>
            <a:ln w="76200">
              <a:solidFill>
                <a:schemeClr val="tx1"/>
              </a:solidFill>
              <a:round/>
              <a:headEnd type="none" w="lg" len="lg"/>
              <a:tailEnd type="triangle" w="med" len="lg"/>
            </a:ln>
            <a:extLst>
              <a:ext uri="{909E8E84-426E-40DD-AFC4-6F175D3DCCD1}">
                <a14:hiddenFill xmlns:a14="http://schemas.microsoft.com/office/drawing/2010/main">
                  <a:noFill/>
                </a14:hiddenFill>
              </a:ext>
            </a:extLst>
          </p:spPr>
          <p:txBody>
            <a:bodyPr wrap="none" anchor="ctr"/>
            <a:lstStyle/>
            <a:p>
              <a:endParaRPr lang="en-US"/>
            </a:p>
          </p:txBody>
        </p:sp>
        <p:sp>
          <p:nvSpPr>
            <p:cNvPr id="107620" name="Line 1228"/>
            <p:cNvSpPr>
              <a:spLocks noChangeShapeType="1"/>
            </p:cNvSpPr>
            <p:nvPr/>
          </p:nvSpPr>
          <p:spPr bwMode="auto">
            <a:xfrm flipV="1">
              <a:off x="1500" y="2373"/>
              <a:ext cx="1618" cy="1336"/>
            </a:xfrm>
            <a:prstGeom prst="line">
              <a:avLst/>
            </a:prstGeom>
            <a:noFill/>
            <a:ln w="76200">
              <a:solidFill>
                <a:schemeClr val="tx1"/>
              </a:solidFill>
              <a:round/>
              <a:headEnd type="none" w="lg" len="lg"/>
              <a:tailEnd type="triangle" w="med" len="lg"/>
            </a:ln>
            <a:extLst>
              <a:ext uri="{909E8E84-426E-40DD-AFC4-6F175D3DCCD1}">
                <a14:hiddenFill xmlns:a14="http://schemas.microsoft.com/office/drawing/2010/main">
                  <a:noFill/>
                </a14:hiddenFill>
              </a:ext>
            </a:extLst>
          </p:spPr>
          <p:txBody>
            <a:bodyPr wrap="none" anchor="ctr"/>
            <a:lstStyle/>
            <a:p>
              <a:endParaRPr lang="en-US"/>
            </a:p>
          </p:txBody>
        </p:sp>
        <p:sp>
          <p:nvSpPr>
            <p:cNvPr id="107621" name="Line 1229"/>
            <p:cNvSpPr>
              <a:spLocks noChangeShapeType="1"/>
            </p:cNvSpPr>
            <p:nvPr/>
          </p:nvSpPr>
          <p:spPr bwMode="auto">
            <a:xfrm>
              <a:off x="1500" y="1682"/>
              <a:ext cx="1072" cy="1709"/>
            </a:xfrm>
            <a:prstGeom prst="line">
              <a:avLst/>
            </a:prstGeom>
            <a:noFill/>
            <a:ln w="76200">
              <a:solidFill>
                <a:schemeClr val="tx1"/>
              </a:solidFill>
              <a:round/>
              <a:headEnd type="none" w="lg" len="lg"/>
              <a:tailEnd type="triangle" w="med" len="lg"/>
            </a:ln>
            <a:extLst>
              <a:ext uri="{909E8E84-426E-40DD-AFC4-6F175D3DCCD1}">
                <a14:hiddenFill xmlns:a14="http://schemas.microsoft.com/office/drawing/2010/main">
                  <a:noFill/>
                </a14:hiddenFill>
              </a:ext>
            </a:extLst>
          </p:spPr>
          <p:txBody>
            <a:bodyPr wrap="none" anchor="ctr"/>
            <a:lstStyle/>
            <a:p>
              <a:endParaRPr lang="en-US"/>
            </a:p>
          </p:txBody>
        </p:sp>
        <p:sp>
          <p:nvSpPr>
            <p:cNvPr id="107622" name="Rectangle 1230"/>
            <p:cNvSpPr>
              <a:spLocks noChangeArrowheads="1"/>
            </p:cNvSpPr>
            <p:nvPr/>
          </p:nvSpPr>
          <p:spPr bwMode="auto">
            <a:xfrm>
              <a:off x="1224" y="1416"/>
              <a:ext cx="464" cy="2544"/>
            </a:xfrm>
            <a:prstGeom prst="rect">
              <a:avLst/>
            </a:prstGeom>
            <a:solidFill>
              <a:srgbClr val="477BFD">
                <a:alpha val="50195"/>
              </a:srgbClr>
            </a:solidFill>
            <a:ln>
              <a:noFill/>
            </a:ln>
            <a:extLst>
              <a:ext uri="{91240B29-F687-4F45-9708-019B960494DF}">
                <a14:hiddenLine xmlns:a14="http://schemas.microsoft.com/office/drawing/2010/main" w="38100">
                  <a:solidFill>
                    <a:srgbClr val="000000"/>
                  </a:solidFill>
                  <a:miter lim="800000"/>
                  <a:headEnd type="none" w="lg" len="lg"/>
                  <a:tailEnd type="none" w="lg" len="lg"/>
                </a14:hiddenLine>
              </a:ext>
            </a:extLst>
          </p:spPr>
          <p:txBody>
            <a:bodyPr wrap="none" anchor="ctr"/>
            <a:lstStyle/>
            <a:p>
              <a:endParaRPr lang="en-US"/>
            </a:p>
          </p:txBody>
        </p:sp>
        <p:grpSp>
          <p:nvGrpSpPr>
            <p:cNvPr id="107623" name="Group 1231"/>
            <p:cNvGrpSpPr>
              <a:grpSpLocks/>
            </p:cNvGrpSpPr>
            <p:nvPr/>
          </p:nvGrpSpPr>
          <p:grpSpPr bwMode="auto">
            <a:xfrm>
              <a:off x="2308" y="1754"/>
              <a:ext cx="621" cy="511"/>
              <a:chOff x="2700" y="1858"/>
              <a:chExt cx="948" cy="780"/>
            </a:xfrm>
          </p:grpSpPr>
          <p:sp>
            <p:nvSpPr>
              <p:cNvPr id="107636" name="Rectangle 1232"/>
              <p:cNvSpPr>
                <a:spLocks noChangeArrowheads="1"/>
              </p:cNvSpPr>
              <p:nvPr/>
            </p:nvSpPr>
            <p:spPr bwMode="auto">
              <a:xfrm>
                <a:off x="2700" y="1858"/>
                <a:ext cx="948" cy="780"/>
              </a:xfrm>
              <a:prstGeom prst="rect">
                <a:avLst/>
              </a:prstGeom>
              <a:solidFill>
                <a:srgbClr val="3770FD">
                  <a:alpha val="50195"/>
                </a:srgbClr>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p>
                <a:endParaRPr lang="en-US"/>
              </a:p>
            </p:txBody>
          </p:sp>
          <p:grpSp>
            <p:nvGrpSpPr>
              <p:cNvPr id="107637" name="Group 1233"/>
              <p:cNvGrpSpPr>
                <a:grpSpLocks/>
              </p:cNvGrpSpPr>
              <p:nvPr/>
            </p:nvGrpSpPr>
            <p:grpSpPr bwMode="auto">
              <a:xfrm>
                <a:off x="2931" y="2061"/>
                <a:ext cx="506" cy="416"/>
                <a:chOff x="4101" y="2013"/>
                <a:chExt cx="506" cy="416"/>
              </a:xfrm>
            </p:grpSpPr>
            <p:sp>
              <p:nvSpPr>
                <p:cNvPr id="107638" name="Line 1234"/>
                <p:cNvSpPr>
                  <a:spLocks noChangeShapeType="1"/>
                </p:cNvSpPr>
                <p:nvPr/>
              </p:nvSpPr>
              <p:spPr bwMode="auto">
                <a:xfrm flipV="1">
                  <a:off x="4101" y="2013"/>
                  <a:ext cx="0" cy="416"/>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7639" name="Line 1235"/>
                <p:cNvSpPr>
                  <a:spLocks noChangeShapeType="1"/>
                </p:cNvSpPr>
                <p:nvPr/>
              </p:nvSpPr>
              <p:spPr bwMode="auto">
                <a:xfrm>
                  <a:off x="4107" y="2423"/>
                  <a:ext cx="500"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7640" name="Arc 1236"/>
                <p:cNvSpPr>
                  <a:spLocks/>
                </p:cNvSpPr>
                <p:nvPr/>
              </p:nvSpPr>
              <p:spPr bwMode="auto">
                <a:xfrm flipH="1" flipV="1">
                  <a:off x="4109" y="2068"/>
                  <a:ext cx="379" cy="331"/>
                </a:xfrm>
                <a:custGeom>
                  <a:avLst/>
                  <a:gdLst>
                    <a:gd name="T0" fmla="*/ 7 w 21600"/>
                    <a:gd name="T1" fmla="*/ 0 h 21600"/>
                    <a:gd name="T2" fmla="*/ 0 w 21600"/>
                    <a:gd name="T3" fmla="*/ 5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21600" y="0"/>
                      </a:moveTo>
                      <a:cubicBezTo>
                        <a:pt x="21600" y="11929"/>
                        <a:pt x="11929" y="21599"/>
                        <a:pt x="0" y="21600"/>
                      </a:cubicBezTo>
                    </a:path>
                    <a:path w="21600" h="21600" stroke="0" extrusionOk="0">
                      <a:moveTo>
                        <a:pt x="21600" y="0"/>
                      </a:moveTo>
                      <a:cubicBezTo>
                        <a:pt x="21600" y="11929"/>
                        <a:pt x="11929" y="21599"/>
                        <a:pt x="0" y="21600"/>
                      </a:cubicBezTo>
                      <a:lnTo>
                        <a:pt x="0" y="0"/>
                      </a:lnTo>
                      <a:close/>
                    </a:path>
                  </a:pathLst>
                </a:custGeom>
                <a:noFill/>
                <a:ln w="28575" cap="rnd">
                  <a:solidFill>
                    <a:schemeClr val="bg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grpSp>
        <p:grpSp>
          <p:nvGrpSpPr>
            <p:cNvPr id="107624" name="Group 1237"/>
            <p:cNvGrpSpPr>
              <a:grpSpLocks/>
            </p:cNvGrpSpPr>
            <p:nvPr/>
          </p:nvGrpSpPr>
          <p:grpSpPr bwMode="auto">
            <a:xfrm>
              <a:off x="2796" y="2145"/>
              <a:ext cx="621" cy="511"/>
              <a:chOff x="2700" y="1858"/>
              <a:chExt cx="948" cy="780"/>
            </a:xfrm>
          </p:grpSpPr>
          <p:sp>
            <p:nvSpPr>
              <p:cNvPr id="107631" name="Rectangle 1238"/>
              <p:cNvSpPr>
                <a:spLocks noChangeArrowheads="1"/>
              </p:cNvSpPr>
              <p:nvPr/>
            </p:nvSpPr>
            <p:spPr bwMode="auto">
              <a:xfrm>
                <a:off x="2700" y="1858"/>
                <a:ext cx="948" cy="780"/>
              </a:xfrm>
              <a:prstGeom prst="rect">
                <a:avLst/>
              </a:prstGeom>
              <a:solidFill>
                <a:srgbClr val="3770FD">
                  <a:alpha val="50195"/>
                </a:srgbClr>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p>
                <a:endParaRPr lang="en-US"/>
              </a:p>
            </p:txBody>
          </p:sp>
          <p:grpSp>
            <p:nvGrpSpPr>
              <p:cNvPr id="107632" name="Group 1239"/>
              <p:cNvGrpSpPr>
                <a:grpSpLocks/>
              </p:cNvGrpSpPr>
              <p:nvPr/>
            </p:nvGrpSpPr>
            <p:grpSpPr bwMode="auto">
              <a:xfrm>
                <a:off x="2931" y="2061"/>
                <a:ext cx="506" cy="416"/>
                <a:chOff x="4101" y="2013"/>
                <a:chExt cx="506" cy="416"/>
              </a:xfrm>
            </p:grpSpPr>
            <p:sp>
              <p:nvSpPr>
                <p:cNvPr id="107633" name="Line 1240"/>
                <p:cNvSpPr>
                  <a:spLocks noChangeShapeType="1"/>
                </p:cNvSpPr>
                <p:nvPr/>
              </p:nvSpPr>
              <p:spPr bwMode="auto">
                <a:xfrm flipV="1">
                  <a:off x="4101" y="2013"/>
                  <a:ext cx="0" cy="416"/>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7634" name="Line 1241"/>
                <p:cNvSpPr>
                  <a:spLocks noChangeShapeType="1"/>
                </p:cNvSpPr>
                <p:nvPr/>
              </p:nvSpPr>
              <p:spPr bwMode="auto">
                <a:xfrm>
                  <a:off x="4107" y="2423"/>
                  <a:ext cx="500"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7635" name="Arc 1242"/>
                <p:cNvSpPr>
                  <a:spLocks/>
                </p:cNvSpPr>
                <p:nvPr/>
              </p:nvSpPr>
              <p:spPr bwMode="auto">
                <a:xfrm flipH="1" flipV="1">
                  <a:off x="4109" y="2068"/>
                  <a:ext cx="379" cy="331"/>
                </a:xfrm>
                <a:custGeom>
                  <a:avLst/>
                  <a:gdLst>
                    <a:gd name="T0" fmla="*/ 7 w 21600"/>
                    <a:gd name="T1" fmla="*/ 0 h 21600"/>
                    <a:gd name="T2" fmla="*/ 0 w 21600"/>
                    <a:gd name="T3" fmla="*/ 5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21600" y="0"/>
                      </a:moveTo>
                      <a:cubicBezTo>
                        <a:pt x="21600" y="11929"/>
                        <a:pt x="11929" y="21599"/>
                        <a:pt x="0" y="21600"/>
                      </a:cubicBezTo>
                    </a:path>
                    <a:path w="21600" h="21600" stroke="0" extrusionOk="0">
                      <a:moveTo>
                        <a:pt x="21600" y="0"/>
                      </a:moveTo>
                      <a:cubicBezTo>
                        <a:pt x="21600" y="11929"/>
                        <a:pt x="11929" y="21599"/>
                        <a:pt x="0" y="21600"/>
                      </a:cubicBezTo>
                      <a:lnTo>
                        <a:pt x="0" y="0"/>
                      </a:lnTo>
                      <a:close/>
                    </a:path>
                  </a:pathLst>
                </a:custGeom>
                <a:noFill/>
                <a:ln w="28575" cap="rnd">
                  <a:solidFill>
                    <a:schemeClr val="bg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grpSp>
        <p:grpSp>
          <p:nvGrpSpPr>
            <p:cNvPr id="107625" name="Group 1243"/>
            <p:cNvGrpSpPr>
              <a:grpSpLocks/>
            </p:cNvGrpSpPr>
            <p:nvPr/>
          </p:nvGrpSpPr>
          <p:grpSpPr bwMode="auto">
            <a:xfrm>
              <a:off x="2223" y="3055"/>
              <a:ext cx="621" cy="511"/>
              <a:chOff x="2700" y="1858"/>
              <a:chExt cx="948" cy="780"/>
            </a:xfrm>
          </p:grpSpPr>
          <p:sp>
            <p:nvSpPr>
              <p:cNvPr id="107626" name="Rectangle 1244"/>
              <p:cNvSpPr>
                <a:spLocks noChangeArrowheads="1"/>
              </p:cNvSpPr>
              <p:nvPr/>
            </p:nvSpPr>
            <p:spPr bwMode="auto">
              <a:xfrm>
                <a:off x="2700" y="1858"/>
                <a:ext cx="948" cy="780"/>
              </a:xfrm>
              <a:prstGeom prst="rect">
                <a:avLst/>
              </a:prstGeom>
              <a:solidFill>
                <a:srgbClr val="3770FD">
                  <a:alpha val="50195"/>
                </a:srgbClr>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p>
                <a:endParaRPr lang="en-US"/>
              </a:p>
            </p:txBody>
          </p:sp>
          <p:grpSp>
            <p:nvGrpSpPr>
              <p:cNvPr id="107627" name="Group 1245"/>
              <p:cNvGrpSpPr>
                <a:grpSpLocks/>
              </p:cNvGrpSpPr>
              <p:nvPr/>
            </p:nvGrpSpPr>
            <p:grpSpPr bwMode="auto">
              <a:xfrm>
                <a:off x="2931" y="2061"/>
                <a:ext cx="506" cy="416"/>
                <a:chOff x="4101" y="2013"/>
                <a:chExt cx="506" cy="416"/>
              </a:xfrm>
            </p:grpSpPr>
            <p:sp>
              <p:nvSpPr>
                <p:cNvPr id="107628" name="Line 1246"/>
                <p:cNvSpPr>
                  <a:spLocks noChangeShapeType="1"/>
                </p:cNvSpPr>
                <p:nvPr/>
              </p:nvSpPr>
              <p:spPr bwMode="auto">
                <a:xfrm flipV="1">
                  <a:off x="4101" y="2013"/>
                  <a:ext cx="0" cy="416"/>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7629" name="Line 1247"/>
                <p:cNvSpPr>
                  <a:spLocks noChangeShapeType="1"/>
                </p:cNvSpPr>
                <p:nvPr/>
              </p:nvSpPr>
              <p:spPr bwMode="auto">
                <a:xfrm>
                  <a:off x="4107" y="2423"/>
                  <a:ext cx="500"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7630" name="Arc 1248"/>
                <p:cNvSpPr>
                  <a:spLocks/>
                </p:cNvSpPr>
                <p:nvPr/>
              </p:nvSpPr>
              <p:spPr bwMode="auto">
                <a:xfrm flipH="1" flipV="1">
                  <a:off x="4109" y="2068"/>
                  <a:ext cx="379" cy="331"/>
                </a:xfrm>
                <a:custGeom>
                  <a:avLst/>
                  <a:gdLst>
                    <a:gd name="T0" fmla="*/ 7 w 21600"/>
                    <a:gd name="T1" fmla="*/ 0 h 21600"/>
                    <a:gd name="T2" fmla="*/ 0 w 21600"/>
                    <a:gd name="T3" fmla="*/ 5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21600" y="0"/>
                      </a:moveTo>
                      <a:cubicBezTo>
                        <a:pt x="21600" y="11929"/>
                        <a:pt x="11929" y="21599"/>
                        <a:pt x="0" y="21600"/>
                      </a:cubicBezTo>
                    </a:path>
                    <a:path w="21600" h="21600" stroke="0" extrusionOk="0">
                      <a:moveTo>
                        <a:pt x="21600" y="0"/>
                      </a:moveTo>
                      <a:cubicBezTo>
                        <a:pt x="21600" y="11929"/>
                        <a:pt x="11929" y="21599"/>
                        <a:pt x="0" y="21600"/>
                      </a:cubicBezTo>
                      <a:lnTo>
                        <a:pt x="0" y="0"/>
                      </a:lnTo>
                      <a:close/>
                    </a:path>
                  </a:pathLst>
                </a:custGeom>
                <a:noFill/>
                <a:ln w="28575" cap="rnd">
                  <a:solidFill>
                    <a:schemeClr val="bg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grpSp>
      </p:grpSp>
      <p:grpSp>
        <p:nvGrpSpPr>
          <p:cNvPr id="93507" name="Group 1249"/>
          <p:cNvGrpSpPr>
            <a:grpSpLocks/>
          </p:cNvGrpSpPr>
          <p:nvPr/>
        </p:nvGrpSpPr>
        <p:grpSpPr bwMode="auto">
          <a:xfrm>
            <a:off x="4368800" y="2235200"/>
            <a:ext cx="3481388" cy="4038600"/>
            <a:chOff x="1224" y="1416"/>
            <a:chExt cx="2193" cy="2544"/>
          </a:xfrm>
        </p:grpSpPr>
        <p:sp>
          <p:nvSpPr>
            <p:cNvPr id="107597" name="Line 1250"/>
            <p:cNvSpPr>
              <a:spLocks noChangeShapeType="1"/>
            </p:cNvSpPr>
            <p:nvPr/>
          </p:nvSpPr>
          <p:spPr bwMode="auto">
            <a:xfrm flipV="1">
              <a:off x="1500" y="2033"/>
              <a:ext cx="973" cy="313"/>
            </a:xfrm>
            <a:prstGeom prst="line">
              <a:avLst/>
            </a:prstGeom>
            <a:noFill/>
            <a:ln w="76200">
              <a:solidFill>
                <a:schemeClr val="tx1"/>
              </a:solidFill>
              <a:round/>
              <a:headEnd type="none" w="lg" len="lg"/>
              <a:tailEnd type="triangle" w="med" len="lg"/>
            </a:ln>
            <a:extLst>
              <a:ext uri="{909E8E84-426E-40DD-AFC4-6F175D3DCCD1}">
                <a14:hiddenFill xmlns:a14="http://schemas.microsoft.com/office/drawing/2010/main">
                  <a:noFill/>
                </a14:hiddenFill>
              </a:ext>
            </a:extLst>
          </p:spPr>
          <p:txBody>
            <a:bodyPr wrap="none" anchor="ctr"/>
            <a:lstStyle/>
            <a:p>
              <a:endParaRPr lang="en-US"/>
            </a:p>
          </p:txBody>
        </p:sp>
        <p:sp>
          <p:nvSpPr>
            <p:cNvPr id="107598" name="Line 1251"/>
            <p:cNvSpPr>
              <a:spLocks noChangeShapeType="1"/>
            </p:cNvSpPr>
            <p:nvPr/>
          </p:nvSpPr>
          <p:spPr bwMode="auto">
            <a:xfrm flipV="1">
              <a:off x="1500" y="2373"/>
              <a:ext cx="1618" cy="1336"/>
            </a:xfrm>
            <a:prstGeom prst="line">
              <a:avLst/>
            </a:prstGeom>
            <a:noFill/>
            <a:ln w="76200">
              <a:solidFill>
                <a:schemeClr val="tx1"/>
              </a:solidFill>
              <a:round/>
              <a:headEnd type="none" w="lg" len="lg"/>
              <a:tailEnd type="triangle" w="med" len="lg"/>
            </a:ln>
            <a:extLst>
              <a:ext uri="{909E8E84-426E-40DD-AFC4-6F175D3DCCD1}">
                <a14:hiddenFill xmlns:a14="http://schemas.microsoft.com/office/drawing/2010/main">
                  <a:noFill/>
                </a14:hiddenFill>
              </a:ext>
            </a:extLst>
          </p:spPr>
          <p:txBody>
            <a:bodyPr wrap="none" anchor="ctr"/>
            <a:lstStyle/>
            <a:p>
              <a:endParaRPr lang="en-US"/>
            </a:p>
          </p:txBody>
        </p:sp>
        <p:sp>
          <p:nvSpPr>
            <p:cNvPr id="107599" name="Line 1252"/>
            <p:cNvSpPr>
              <a:spLocks noChangeShapeType="1"/>
            </p:cNvSpPr>
            <p:nvPr/>
          </p:nvSpPr>
          <p:spPr bwMode="auto">
            <a:xfrm>
              <a:off x="1500" y="1682"/>
              <a:ext cx="1072" cy="1709"/>
            </a:xfrm>
            <a:prstGeom prst="line">
              <a:avLst/>
            </a:prstGeom>
            <a:noFill/>
            <a:ln w="76200">
              <a:solidFill>
                <a:schemeClr val="tx1"/>
              </a:solidFill>
              <a:round/>
              <a:headEnd type="none" w="lg" len="lg"/>
              <a:tailEnd type="triangle" w="med" len="lg"/>
            </a:ln>
            <a:extLst>
              <a:ext uri="{909E8E84-426E-40DD-AFC4-6F175D3DCCD1}">
                <a14:hiddenFill xmlns:a14="http://schemas.microsoft.com/office/drawing/2010/main">
                  <a:noFill/>
                </a14:hiddenFill>
              </a:ext>
            </a:extLst>
          </p:spPr>
          <p:txBody>
            <a:bodyPr wrap="none" anchor="ctr"/>
            <a:lstStyle/>
            <a:p>
              <a:endParaRPr lang="en-US"/>
            </a:p>
          </p:txBody>
        </p:sp>
        <p:sp>
          <p:nvSpPr>
            <p:cNvPr id="107600" name="Rectangle 1253"/>
            <p:cNvSpPr>
              <a:spLocks noChangeArrowheads="1"/>
            </p:cNvSpPr>
            <p:nvPr/>
          </p:nvSpPr>
          <p:spPr bwMode="auto">
            <a:xfrm>
              <a:off x="1224" y="1416"/>
              <a:ext cx="464" cy="2544"/>
            </a:xfrm>
            <a:prstGeom prst="rect">
              <a:avLst/>
            </a:prstGeom>
            <a:solidFill>
              <a:srgbClr val="477BFD">
                <a:alpha val="50195"/>
              </a:srgbClr>
            </a:solidFill>
            <a:ln>
              <a:noFill/>
            </a:ln>
            <a:extLst>
              <a:ext uri="{91240B29-F687-4F45-9708-019B960494DF}">
                <a14:hiddenLine xmlns:a14="http://schemas.microsoft.com/office/drawing/2010/main" w="38100">
                  <a:solidFill>
                    <a:srgbClr val="000000"/>
                  </a:solidFill>
                  <a:miter lim="800000"/>
                  <a:headEnd type="none" w="lg" len="lg"/>
                  <a:tailEnd type="none" w="lg" len="lg"/>
                </a14:hiddenLine>
              </a:ext>
            </a:extLst>
          </p:spPr>
          <p:txBody>
            <a:bodyPr wrap="none" anchor="ctr"/>
            <a:lstStyle/>
            <a:p>
              <a:endParaRPr lang="en-US"/>
            </a:p>
          </p:txBody>
        </p:sp>
        <p:grpSp>
          <p:nvGrpSpPr>
            <p:cNvPr id="107601" name="Group 1254"/>
            <p:cNvGrpSpPr>
              <a:grpSpLocks/>
            </p:cNvGrpSpPr>
            <p:nvPr/>
          </p:nvGrpSpPr>
          <p:grpSpPr bwMode="auto">
            <a:xfrm>
              <a:off x="2308" y="1754"/>
              <a:ext cx="621" cy="511"/>
              <a:chOff x="2700" y="1858"/>
              <a:chExt cx="948" cy="780"/>
            </a:xfrm>
          </p:grpSpPr>
          <p:sp>
            <p:nvSpPr>
              <p:cNvPr id="107614" name="Rectangle 1255"/>
              <p:cNvSpPr>
                <a:spLocks noChangeArrowheads="1"/>
              </p:cNvSpPr>
              <p:nvPr/>
            </p:nvSpPr>
            <p:spPr bwMode="auto">
              <a:xfrm>
                <a:off x="2700" y="1858"/>
                <a:ext cx="948" cy="780"/>
              </a:xfrm>
              <a:prstGeom prst="rect">
                <a:avLst/>
              </a:prstGeom>
              <a:solidFill>
                <a:srgbClr val="3770FD">
                  <a:alpha val="50195"/>
                </a:srgbClr>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p>
                <a:endParaRPr lang="en-US"/>
              </a:p>
            </p:txBody>
          </p:sp>
          <p:grpSp>
            <p:nvGrpSpPr>
              <p:cNvPr id="107615" name="Group 1256"/>
              <p:cNvGrpSpPr>
                <a:grpSpLocks/>
              </p:cNvGrpSpPr>
              <p:nvPr/>
            </p:nvGrpSpPr>
            <p:grpSpPr bwMode="auto">
              <a:xfrm>
                <a:off x="2931" y="2061"/>
                <a:ext cx="506" cy="416"/>
                <a:chOff x="4101" y="2013"/>
                <a:chExt cx="506" cy="416"/>
              </a:xfrm>
            </p:grpSpPr>
            <p:sp>
              <p:nvSpPr>
                <p:cNvPr id="107616" name="Line 1257"/>
                <p:cNvSpPr>
                  <a:spLocks noChangeShapeType="1"/>
                </p:cNvSpPr>
                <p:nvPr/>
              </p:nvSpPr>
              <p:spPr bwMode="auto">
                <a:xfrm flipV="1">
                  <a:off x="4101" y="2013"/>
                  <a:ext cx="0" cy="416"/>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7617" name="Line 1258"/>
                <p:cNvSpPr>
                  <a:spLocks noChangeShapeType="1"/>
                </p:cNvSpPr>
                <p:nvPr/>
              </p:nvSpPr>
              <p:spPr bwMode="auto">
                <a:xfrm>
                  <a:off x="4107" y="2423"/>
                  <a:ext cx="500"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7618" name="Arc 1259"/>
                <p:cNvSpPr>
                  <a:spLocks/>
                </p:cNvSpPr>
                <p:nvPr/>
              </p:nvSpPr>
              <p:spPr bwMode="auto">
                <a:xfrm flipH="1" flipV="1">
                  <a:off x="4109" y="2068"/>
                  <a:ext cx="379" cy="331"/>
                </a:xfrm>
                <a:custGeom>
                  <a:avLst/>
                  <a:gdLst>
                    <a:gd name="T0" fmla="*/ 7 w 21600"/>
                    <a:gd name="T1" fmla="*/ 0 h 21600"/>
                    <a:gd name="T2" fmla="*/ 0 w 21600"/>
                    <a:gd name="T3" fmla="*/ 5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21600" y="0"/>
                      </a:moveTo>
                      <a:cubicBezTo>
                        <a:pt x="21600" y="11929"/>
                        <a:pt x="11929" y="21599"/>
                        <a:pt x="0" y="21600"/>
                      </a:cubicBezTo>
                    </a:path>
                    <a:path w="21600" h="21600" stroke="0" extrusionOk="0">
                      <a:moveTo>
                        <a:pt x="21600" y="0"/>
                      </a:moveTo>
                      <a:cubicBezTo>
                        <a:pt x="21600" y="11929"/>
                        <a:pt x="11929" y="21599"/>
                        <a:pt x="0" y="21600"/>
                      </a:cubicBezTo>
                      <a:lnTo>
                        <a:pt x="0" y="0"/>
                      </a:lnTo>
                      <a:close/>
                    </a:path>
                  </a:pathLst>
                </a:custGeom>
                <a:noFill/>
                <a:ln w="28575" cap="rnd">
                  <a:solidFill>
                    <a:schemeClr val="bg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grpSp>
        <p:grpSp>
          <p:nvGrpSpPr>
            <p:cNvPr id="107602" name="Group 1260"/>
            <p:cNvGrpSpPr>
              <a:grpSpLocks/>
            </p:cNvGrpSpPr>
            <p:nvPr/>
          </p:nvGrpSpPr>
          <p:grpSpPr bwMode="auto">
            <a:xfrm>
              <a:off x="2796" y="2145"/>
              <a:ext cx="621" cy="511"/>
              <a:chOff x="2700" y="1858"/>
              <a:chExt cx="948" cy="780"/>
            </a:xfrm>
          </p:grpSpPr>
          <p:sp>
            <p:nvSpPr>
              <p:cNvPr id="107609" name="Rectangle 1261"/>
              <p:cNvSpPr>
                <a:spLocks noChangeArrowheads="1"/>
              </p:cNvSpPr>
              <p:nvPr/>
            </p:nvSpPr>
            <p:spPr bwMode="auto">
              <a:xfrm>
                <a:off x="2700" y="1858"/>
                <a:ext cx="948" cy="780"/>
              </a:xfrm>
              <a:prstGeom prst="rect">
                <a:avLst/>
              </a:prstGeom>
              <a:solidFill>
                <a:srgbClr val="3770FD">
                  <a:alpha val="50195"/>
                </a:srgbClr>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p>
                <a:endParaRPr lang="en-US"/>
              </a:p>
            </p:txBody>
          </p:sp>
          <p:grpSp>
            <p:nvGrpSpPr>
              <p:cNvPr id="107610" name="Group 1262"/>
              <p:cNvGrpSpPr>
                <a:grpSpLocks/>
              </p:cNvGrpSpPr>
              <p:nvPr/>
            </p:nvGrpSpPr>
            <p:grpSpPr bwMode="auto">
              <a:xfrm>
                <a:off x="2931" y="2061"/>
                <a:ext cx="506" cy="416"/>
                <a:chOff x="4101" y="2013"/>
                <a:chExt cx="506" cy="416"/>
              </a:xfrm>
            </p:grpSpPr>
            <p:sp>
              <p:nvSpPr>
                <p:cNvPr id="107611" name="Line 1263"/>
                <p:cNvSpPr>
                  <a:spLocks noChangeShapeType="1"/>
                </p:cNvSpPr>
                <p:nvPr/>
              </p:nvSpPr>
              <p:spPr bwMode="auto">
                <a:xfrm flipV="1">
                  <a:off x="4101" y="2013"/>
                  <a:ext cx="0" cy="416"/>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7612" name="Line 1264"/>
                <p:cNvSpPr>
                  <a:spLocks noChangeShapeType="1"/>
                </p:cNvSpPr>
                <p:nvPr/>
              </p:nvSpPr>
              <p:spPr bwMode="auto">
                <a:xfrm>
                  <a:off x="4107" y="2423"/>
                  <a:ext cx="500"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7613" name="Arc 1265"/>
                <p:cNvSpPr>
                  <a:spLocks/>
                </p:cNvSpPr>
                <p:nvPr/>
              </p:nvSpPr>
              <p:spPr bwMode="auto">
                <a:xfrm flipH="1" flipV="1">
                  <a:off x="4109" y="2068"/>
                  <a:ext cx="379" cy="331"/>
                </a:xfrm>
                <a:custGeom>
                  <a:avLst/>
                  <a:gdLst>
                    <a:gd name="T0" fmla="*/ 7 w 21600"/>
                    <a:gd name="T1" fmla="*/ 0 h 21600"/>
                    <a:gd name="T2" fmla="*/ 0 w 21600"/>
                    <a:gd name="T3" fmla="*/ 5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21600" y="0"/>
                      </a:moveTo>
                      <a:cubicBezTo>
                        <a:pt x="21600" y="11929"/>
                        <a:pt x="11929" y="21599"/>
                        <a:pt x="0" y="21600"/>
                      </a:cubicBezTo>
                    </a:path>
                    <a:path w="21600" h="21600" stroke="0" extrusionOk="0">
                      <a:moveTo>
                        <a:pt x="21600" y="0"/>
                      </a:moveTo>
                      <a:cubicBezTo>
                        <a:pt x="21600" y="11929"/>
                        <a:pt x="11929" y="21599"/>
                        <a:pt x="0" y="21600"/>
                      </a:cubicBezTo>
                      <a:lnTo>
                        <a:pt x="0" y="0"/>
                      </a:lnTo>
                      <a:close/>
                    </a:path>
                  </a:pathLst>
                </a:custGeom>
                <a:noFill/>
                <a:ln w="28575" cap="rnd">
                  <a:solidFill>
                    <a:schemeClr val="bg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grpSp>
        <p:grpSp>
          <p:nvGrpSpPr>
            <p:cNvPr id="107603" name="Group 1266"/>
            <p:cNvGrpSpPr>
              <a:grpSpLocks/>
            </p:cNvGrpSpPr>
            <p:nvPr/>
          </p:nvGrpSpPr>
          <p:grpSpPr bwMode="auto">
            <a:xfrm>
              <a:off x="2223" y="3055"/>
              <a:ext cx="621" cy="511"/>
              <a:chOff x="2700" y="1858"/>
              <a:chExt cx="948" cy="780"/>
            </a:xfrm>
          </p:grpSpPr>
          <p:sp>
            <p:nvSpPr>
              <p:cNvPr id="107604" name="Rectangle 1267"/>
              <p:cNvSpPr>
                <a:spLocks noChangeArrowheads="1"/>
              </p:cNvSpPr>
              <p:nvPr/>
            </p:nvSpPr>
            <p:spPr bwMode="auto">
              <a:xfrm>
                <a:off x="2700" y="1858"/>
                <a:ext cx="948" cy="780"/>
              </a:xfrm>
              <a:prstGeom prst="rect">
                <a:avLst/>
              </a:prstGeom>
              <a:solidFill>
                <a:srgbClr val="3770FD">
                  <a:alpha val="50195"/>
                </a:srgbClr>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p>
                <a:endParaRPr lang="en-US"/>
              </a:p>
            </p:txBody>
          </p:sp>
          <p:grpSp>
            <p:nvGrpSpPr>
              <p:cNvPr id="107605" name="Group 1268"/>
              <p:cNvGrpSpPr>
                <a:grpSpLocks/>
              </p:cNvGrpSpPr>
              <p:nvPr/>
            </p:nvGrpSpPr>
            <p:grpSpPr bwMode="auto">
              <a:xfrm>
                <a:off x="2931" y="2061"/>
                <a:ext cx="506" cy="416"/>
                <a:chOff x="4101" y="2013"/>
                <a:chExt cx="506" cy="416"/>
              </a:xfrm>
            </p:grpSpPr>
            <p:sp>
              <p:nvSpPr>
                <p:cNvPr id="107606" name="Line 1269"/>
                <p:cNvSpPr>
                  <a:spLocks noChangeShapeType="1"/>
                </p:cNvSpPr>
                <p:nvPr/>
              </p:nvSpPr>
              <p:spPr bwMode="auto">
                <a:xfrm flipV="1">
                  <a:off x="4101" y="2013"/>
                  <a:ext cx="0" cy="416"/>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7607" name="Line 1270"/>
                <p:cNvSpPr>
                  <a:spLocks noChangeShapeType="1"/>
                </p:cNvSpPr>
                <p:nvPr/>
              </p:nvSpPr>
              <p:spPr bwMode="auto">
                <a:xfrm>
                  <a:off x="4107" y="2423"/>
                  <a:ext cx="500"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7608" name="Arc 1271"/>
                <p:cNvSpPr>
                  <a:spLocks/>
                </p:cNvSpPr>
                <p:nvPr/>
              </p:nvSpPr>
              <p:spPr bwMode="auto">
                <a:xfrm flipH="1" flipV="1">
                  <a:off x="4109" y="2068"/>
                  <a:ext cx="379" cy="331"/>
                </a:xfrm>
                <a:custGeom>
                  <a:avLst/>
                  <a:gdLst>
                    <a:gd name="T0" fmla="*/ 7 w 21600"/>
                    <a:gd name="T1" fmla="*/ 0 h 21600"/>
                    <a:gd name="T2" fmla="*/ 0 w 21600"/>
                    <a:gd name="T3" fmla="*/ 5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21600" y="0"/>
                      </a:moveTo>
                      <a:cubicBezTo>
                        <a:pt x="21600" y="11929"/>
                        <a:pt x="11929" y="21599"/>
                        <a:pt x="0" y="21600"/>
                      </a:cubicBezTo>
                    </a:path>
                    <a:path w="21600" h="21600" stroke="0" extrusionOk="0">
                      <a:moveTo>
                        <a:pt x="21600" y="0"/>
                      </a:moveTo>
                      <a:cubicBezTo>
                        <a:pt x="21600" y="11929"/>
                        <a:pt x="11929" y="21599"/>
                        <a:pt x="0" y="21600"/>
                      </a:cubicBezTo>
                      <a:lnTo>
                        <a:pt x="0" y="0"/>
                      </a:lnTo>
                      <a:close/>
                    </a:path>
                  </a:pathLst>
                </a:custGeom>
                <a:noFill/>
                <a:ln w="28575" cap="rnd">
                  <a:solidFill>
                    <a:schemeClr val="bg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grpSp>
      </p:grpSp>
      <p:grpSp>
        <p:nvGrpSpPr>
          <p:cNvPr id="93514" name="Group 1272"/>
          <p:cNvGrpSpPr>
            <a:grpSpLocks/>
          </p:cNvGrpSpPr>
          <p:nvPr/>
        </p:nvGrpSpPr>
        <p:grpSpPr bwMode="auto">
          <a:xfrm>
            <a:off x="5232400" y="2222500"/>
            <a:ext cx="3481388" cy="4038600"/>
            <a:chOff x="1224" y="1416"/>
            <a:chExt cx="2193" cy="2544"/>
          </a:xfrm>
        </p:grpSpPr>
        <p:sp>
          <p:nvSpPr>
            <p:cNvPr id="107575" name="Line 1273"/>
            <p:cNvSpPr>
              <a:spLocks noChangeShapeType="1"/>
            </p:cNvSpPr>
            <p:nvPr/>
          </p:nvSpPr>
          <p:spPr bwMode="auto">
            <a:xfrm flipV="1">
              <a:off x="1500" y="2033"/>
              <a:ext cx="973" cy="313"/>
            </a:xfrm>
            <a:prstGeom prst="line">
              <a:avLst/>
            </a:prstGeom>
            <a:noFill/>
            <a:ln w="76200">
              <a:solidFill>
                <a:schemeClr val="tx1"/>
              </a:solidFill>
              <a:round/>
              <a:headEnd type="none" w="lg" len="lg"/>
              <a:tailEnd type="triangle" w="med" len="lg"/>
            </a:ln>
            <a:extLst>
              <a:ext uri="{909E8E84-426E-40DD-AFC4-6F175D3DCCD1}">
                <a14:hiddenFill xmlns:a14="http://schemas.microsoft.com/office/drawing/2010/main">
                  <a:noFill/>
                </a14:hiddenFill>
              </a:ext>
            </a:extLst>
          </p:spPr>
          <p:txBody>
            <a:bodyPr wrap="none" anchor="ctr"/>
            <a:lstStyle/>
            <a:p>
              <a:endParaRPr lang="en-US"/>
            </a:p>
          </p:txBody>
        </p:sp>
        <p:sp>
          <p:nvSpPr>
            <p:cNvPr id="107576" name="Line 1274"/>
            <p:cNvSpPr>
              <a:spLocks noChangeShapeType="1"/>
            </p:cNvSpPr>
            <p:nvPr/>
          </p:nvSpPr>
          <p:spPr bwMode="auto">
            <a:xfrm flipV="1">
              <a:off x="1500" y="2373"/>
              <a:ext cx="1618" cy="1336"/>
            </a:xfrm>
            <a:prstGeom prst="line">
              <a:avLst/>
            </a:prstGeom>
            <a:noFill/>
            <a:ln w="76200">
              <a:solidFill>
                <a:schemeClr val="tx1"/>
              </a:solidFill>
              <a:round/>
              <a:headEnd type="none" w="lg" len="lg"/>
              <a:tailEnd type="triangle" w="med" len="lg"/>
            </a:ln>
            <a:extLst>
              <a:ext uri="{909E8E84-426E-40DD-AFC4-6F175D3DCCD1}">
                <a14:hiddenFill xmlns:a14="http://schemas.microsoft.com/office/drawing/2010/main">
                  <a:noFill/>
                </a14:hiddenFill>
              </a:ext>
            </a:extLst>
          </p:spPr>
          <p:txBody>
            <a:bodyPr wrap="none" anchor="ctr"/>
            <a:lstStyle/>
            <a:p>
              <a:endParaRPr lang="en-US"/>
            </a:p>
          </p:txBody>
        </p:sp>
        <p:sp>
          <p:nvSpPr>
            <p:cNvPr id="107577" name="Line 1275"/>
            <p:cNvSpPr>
              <a:spLocks noChangeShapeType="1"/>
            </p:cNvSpPr>
            <p:nvPr/>
          </p:nvSpPr>
          <p:spPr bwMode="auto">
            <a:xfrm>
              <a:off x="1500" y="1682"/>
              <a:ext cx="1072" cy="1709"/>
            </a:xfrm>
            <a:prstGeom prst="line">
              <a:avLst/>
            </a:prstGeom>
            <a:noFill/>
            <a:ln w="76200">
              <a:solidFill>
                <a:schemeClr val="tx1"/>
              </a:solidFill>
              <a:round/>
              <a:headEnd type="none" w="lg" len="lg"/>
              <a:tailEnd type="triangle" w="med" len="lg"/>
            </a:ln>
            <a:extLst>
              <a:ext uri="{909E8E84-426E-40DD-AFC4-6F175D3DCCD1}">
                <a14:hiddenFill xmlns:a14="http://schemas.microsoft.com/office/drawing/2010/main">
                  <a:noFill/>
                </a14:hiddenFill>
              </a:ext>
            </a:extLst>
          </p:spPr>
          <p:txBody>
            <a:bodyPr wrap="none" anchor="ctr"/>
            <a:lstStyle/>
            <a:p>
              <a:endParaRPr lang="en-US"/>
            </a:p>
          </p:txBody>
        </p:sp>
        <p:sp>
          <p:nvSpPr>
            <p:cNvPr id="107578" name="Rectangle 1276"/>
            <p:cNvSpPr>
              <a:spLocks noChangeArrowheads="1"/>
            </p:cNvSpPr>
            <p:nvPr/>
          </p:nvSpPr>
          <p:spPr bwMode="auto">
            <a:xfrm>
              <a:off x="1224" y="1416"/>
              <a:ext cx="464" cy="2544"/>
            </a:xfrm>
            <a:prstGeom prst="rect">
              <a:avLst/>
            </a:prstGeom>
            <a:solidFill>
              <a:srgbClr val="477BFD">
                <a:alpha val="50195"/>
              </a:srgbClr>
            </a:solidFill>
            <a:ln>
              <a:noFill/>
            </a:ln>
            <a:extLst>
              <a:ext uri="{91240B29-F687-4F45-9708-019B960494DF}">
                <a14:hiddenLine xmlns:a14="http://schemas.microsoft.com/office/drawing/2010/main" w="38100">
                  <a:solidFill>
                    <a:srgbClr val="000000"/>
                  </a:solidFill>
                  <a:miter lim="800000"/>
                  <a:headEnd type="none" w="lg" len="lg"/>
                  <a:tailEnd type="none" w="lg" len="lg"/>
                </a14:hiddenLine>
              </a:ext>
            </a:extLst>
          </p:spPr>
          <p:txBody>
            <a:bodyPr wrap="none" anchor="ctr"/>
            <a:lstStyle/>
            <a:p>
              <a:endParaRPr lang="en-US"/>
            </a:p>
          </p:txBody>
        </p:sp>
        <p:grpSp>
          <p:nvGrpSpPr>
            <p:cNvPr id="107579" name="Group 1277"/>
            <p:cNvGrpSpPr>
              <a:grpSpLocks/>
            </p:cNvGrpSpPr>
            <p:nvPr/>
          </p:nvGrpSpPr>
          <p:grpSpPr bwMode="auto">
            <a:xfrm>
              <a:off x="2308" y="1754"/>
              <a:ext cx="621" cy="511"/>
              <a:chOff x="2700" y="1858"/>
              <a:chExt cx="948" cy="780"/>
            </a:xfrm>
          </p:grpSpPr>
          <p:sp>
            <p:nvSpPr>
              <p:cNvPr id="107592" name="Rectangle 1278"/>
              <p:cNvSpPr>
                <a:spLocks noChangeArrowheads="1"/>
              </p:cNvSpPr>
              <p:nvPr/>
            </p:nvSpPr>
            <p:spPr bwMode="auto">
              <a:xfrm>
                <a:off x="2700" y="1858"/>
                <a:ext cx="948" cy="780"/>
              </a:xfrm>
              <a:prstGeom prst="rect">
                <a:avLst/>
              </a:prstGeom>
              <a:solidFill>
                <a:srgbClr val="3770FD">
                  <a:alpha val="50195"/>
                </a:srgbClr>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p>
                <a:endParaRPr lang="en-US"/>
              </a:p>
            </p:txBody>
          </p:sp>
          <p:grpSp>
            <p:nvGrpSpPr>
              <p:cNvPr id="107593" name="Group 1279"/>
              <p:cNvGrpSpPr>
                <a:grpSpLocks/>
              </p:cNvGrpSpPr>
              <p:nvPr/>
            </p:nvGrpSpPr>
            <p:grpSpPr bwMode="auto">
              <a:xfrm>
                <a:off x="2931" y="2061"/>
                <a:ext cx="506" cy="416"/>
                <a:chOff x="4101" y="2013"/>
                <a:chExt cx="506" cy="416"/>
              </a:xfrm>
            </p:grpSpPr>
            <p:sp>
              <p:nvSpPr>
                <p:cNvPr id="107594" name="Line 1280"/>
                <p:cNvSpPr>
                  <a:spLocks noChangeShapeType="1"/>
                </p:cNvSpPr>
                <p:nvPr/>
              </p:nvSpPr>
              <p:spPr bwMode="auto">
                <a:xfrm flipV="1">
                  <a:off x="4101" y="2013"/>
                  <a:ext cx="0" cy="416"/>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7595" name="Line 1281"/>
                <p:cNvSpPr>
                  <a:spLocks noChangeShapeType="1"/>
                </p:cNvSpPr>
                <p:nvPr/>
              </p:nvSpPr>
              <p:spPr bwMode="auto">
                <a:xfrm>
                  <a:off x="4107" y="2423"/>
                  <a:ext cx="500"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7596" name="Arc 1282"/>
                <p:cNvSpPr>
                  <a:spLocks/>
                </p:cNvSpPr>
                <p:nvPr/>
              </p:nvSpPr>
              <p:spPr bwMode="auto">
                <a:xfrm flipH="1" flipV="1">
                  <a:off x="4109" y="2068"/>
                  <a:ext cx="379" cy="331"/>
                </a:xfrm>
                <a:custGeom>
                  <a:avLst/>
                  <a:gdLst>
                    <a:gd name="T0" fmla="*/ 7 w 21600"/>
                    <a:gd name="T1" fmla="*/ 0 h 21600"/>
                    <a:gd name="T2" fmla="*/ 0 w 21600"/>
                    <a:gd name="T3" fmla="*/ 5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21600" y="0"/>
                      </a:moveTo>
                      <a:cubicBezTo>
                        <a:pt x="21600" y="11929"/>
                        <a:pt x="11929" y="21599"/>
                        <a:pt x="0" y="21600"/>
                      </a:cubicBezTo>
                    </a:path>
                    <a:path w="21600" h="21600" stroke="0" extrusionOk="0">
                      <a:moveTo>
                        <a:pt x="21600" y="0"/>
                      </a:moveTo>
                      <a:cubicBezTo>
                        <a:pt x="21600" y="11929"/>
                        <a:pt x="11929" y="21599"/>
                        <a:pt x="0" y="21600"/>
                      </a:cubicBezTo>
                      <a:lnTo>
                        <a:pt x="0" y="0"/>
                      </a:lnTo>
                      <a:close/>
                    </a:path>
                  </a:pathLst>
                </a:custGeom>
                <a:noFill/>
                <a:ln w="28575" cap="rnd">
                  <a:solidFill>
                    <a:schemeClr val="bg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grpSp>
        <p:grpSp>
          <p:nvGrpSpPr>
            <p:cNvPr id="107580" name="Group 1283"/>
            <p:cNvGrpSpPr>
              <a:grpSpLocks/>
            </p:cNvGrpSpPr>
            <p:nvPr/>
          </p:nvGrpSpPr>
          <p:grpSpPr bwMode="auto">
            <a:xfrm>
              <a:off x="2796" y="2145"/>
              <a:ext cx="621" cy="511"/>
              <a:chOff x="2700" y="1858"/>
              <a:chExt cx="948" cy="780"/>
            </a:xfrm>
          </p:grpSpPr>
          <p:sp>
            <p:nvSpPr>
              <p:cNvPr id="107587" name="Rectangle 1284"/>
              <p:cNvSpPr>
                <a:spLocks noChangeArrowheads="1"/>
              </p:cNvSpPr>
              <p:nvPr/>
            </p:nvSpPr>
            <p:spPr bwMode="auto">
              <a:xfrm>
                <a:off x="2700" y="1858"/>
                <a:ext cx="948" cy="780"/>
              </a:xfrm>
              <a:prstGeom prst="rect">
                <a:avLst/>
              </a:prstGeom>
              <a:solidFill>
                <a:srgbClr val="3770FD">
                  <a:alpha val="50195"/>
                </a:srgbClr>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p>
                <a:endParaRPr lang="en-US"/>
              </a:p>
            </p:txBody>
          </p:sp>
          <p:grpSp>
            <p:nvGrpSpPr>
              <p:cNvPr id="107588" name="Group 1285"/>
              <p:cNvGrpSpPr>
                <a:grpSpLocks/>
              </p:cNvGrpSpPr>
              <p:nvPr/>
            </p:nvGrpSpPr>
            <p:grpSpPr bwMode="auto">
              <a:xfrm>
                <a:off x="2931" y="2061"/>
                <a:ext cx="506" cy="416"/>
                <a:chOff x="4101" y="2013"/>
                <a:chExt cx="506" cy="416"/>
              </a:xfrm>
            </p:grpSpPr>
            <p:sp>
              <p:nvSpPr>
                <p:cNvPr id="107589" name="Line 1286"/>
                <p:cNvSpPr>
                  <a:spLocks noChangeShapeType="1"/>
                </p:cNvSpPr>
                <p:nvPr/>
              </p:nvSpPr>
              <p:spPr bwMode="auto">
                <a:xfrm flipV="1">
                  <a:off x="4101" y="2013"/>
                  <a:ext cx="0" cy="416"/>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7590" name="Line 1287"/>
                <p:cNvSpPr>
                  <a:spLocks noChangeShapeType="1"/>
                </p:cNvSpPr>
                <p:nvPr/>
              </p:nvSpPr>
              <p:spPr bwMode="auto">
                <a:xfrm>
                  <a:off x="4107" y="2423"/>
                  <a:ext cx="500"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7591" name="Arc 1288"/>
                <p:cNvSpPr>
                  <a:spLocks/>
                </p:cNvSpPr>
                <p:nvPr/>
              </p:nvSpPr>
              <p:spPr bwMode="auto">
                <a:xfrm flipH="1" flipV="1">
                  <a:off x="4109" y="2068"/>
                  <a:ext cx="379" cy="331"/>
                </a:xfrm>
                <a:custGeom>
                  <a:avLst/>
                  <a:gdLst>
                    <a:gd name="T0" fmla="*/ 7 w 21600"/>
                    <a:gd name="T1" fmla="*/ 0 h 21600"/>
                    <a:gd name="T2" fmla="*/ 0 w 21600"/>
                    <a:gd name="T3" fmla="*/ 5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21600" y="0"/>
                      </a:moveTo>
                      <a:cubicBezTo>
                        <a:pt x="21600" y="11929"/>
                        <a:pt x="11929" y="21599"/>
                        <a:pt x="0" y="21600"/>
                      </a:cubicBezTo>
                    </a:path>
                    <a:path w="21600" h="21600" stroke="0" extrusionOk="0">
                      <a:moveTo>
                        <a:pt x="21600" y="0"/>
                      </a:moveTo>
                      <a:cubicBezTo>
                        <a:pt x="21600" y="11929"/>
                        <a:pt x="11929" y="21599"/>
                        <a:pt x="0" y="21600"/>
                      </a:cubicBezTo>
                      <a:lnTo>
                        <a:pt x="0" y="0"/>
                      </a:lnTo>
                      <a:close/>
                    </a:path>
                  </a:pathLst>
                </a:custGeom>
                <a:noFill/>
                <a:ln w="28575" cap="rnd">
                  <a:solidFill>
                    <a:schemeClr val="bg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grpSp>
        <p:grpSp>
          <p:nvGrpSpPr>
            <p:cNvPr id="107581" name="Group 1289"/>
            <p:cNvGrpSpPr>
              <a:grpSpLocks/>
            </p:cNvGrpSpPr>
            <p:nvPr/>
          </p:nvGrpSpPr>
          <p:grpSpPr bwMode="auto">
            <a:xfrm>
              <a:off x="2223" y="3055"/>
              <a:ext cx="621" cy="511"/>
              <a:chOff x="2700" y="1858"/>
              <a:chExt cx="948" cy="780"/>
            </a:xfrm>
          </p:grpSpPr>
          <p:sp>
            <p:nvSpPr>
              <p:cNvPr id="107582" name="Rectangle 1290"/>
              <p:cNvSpPr>
                <a:spLocks noChangeArrowheads="1"/>
              </p:cNvSpPr>
              <p:nvPr/>
            </p:nvSpPr>
            <p:spPr bwMode="auto">
              <a:xfrm>
                <a:off x="2700" y="1858"/>
                <a:ext cx="948" cy="780"/>
              </a:xfrm>
              <a:prstGeom prst="rect">
                <a:avLst/>
              </a:prstGeom>
              <a:solidFill>
                <a:srgbClr val="3770FD">
                  <a:alpha val="50195"/>
                </a:srgbClr>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p>
                <a:endParaRPr lang="en-US"/>
              </a:p>
            </p:txBody>
          </p:sp>
          <p:grpSp>
            <p:nvGrpSpPr>
              <p:cNvPr id="107583" name="Group 1291"/>
              <p:cNvGrpSpPr>
                <a:grpSpLocks/>
              </p:cNvGrpSpPr>
              <p:nvPr/>
            </p:nvGrpSpPr>
            <p:grpSpPr bwMode="auto">
              <a:xfrm>
                <a:off x="2931" y="2061"/>
                <a:ext cx="506" cy="416"/>
                <a:chOff x="4101" y="2013"/>
                <a:chExt cx="506" cy="416"/>
              </a:xfrm>
            </p:grpSpPr>
            <p:sp>
              <p:nvSpPr>
                <p:cNvPr id="107584" name="Line 1292"/>
                <p:cNvSpPr>
                  <a:spLocks noChangeShapeType="1"/>
                </p:cNvSpPr>
                <p:nvPr/>
              </p:nvSpPr>
              <p:spPr bwMode="auto">
                <a:xfrm flipV="1">
                  <a:off x="4101" y="2013"/>
                  <a:ext cx="0" cy="416"/>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7585" name="Line 1293"/>
                <p:cNvSpPr>
                  <a:spLocks noChangeShapeType="1"/>
                </p:cNvSpPr>
                <p:nvPr/>
              </p:nvSpPr>
              <p:spPr bwMode="auto">
                <a:xfrm>
                  <a:off x="4107" y="2423"/>
                  <a:ext cx="500"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7586" name="Arc 1294"/>
                <p:cNvSpPr>
                  <a:spLocks/>
                </p:cNvSpPr>
                <p:nvPr/>
              </p:nvSpPr>
              <p:spPr bwMode="auto">
                <a:xfrm flipH="1" flipV="1">
                  <a:off x="4109" y="2068"/>
                  <a:ext cx="379" cy="331"/>
                </a:xfrm>
                <a:custGeom>
                  <a:avLst/>
                  <a:gdLst>
                    <a:gd name="T0" fmla="*/ 7 w 21600"/>
                    <a:gd name="T1" fmla="*/ 0 h 21600"/>
                    <a:gd name="T2" fmla="*/ 0 w 21600"/>
                    <a:gd name="T3" fmla="*/ 5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21600" y="0"/>
                      </a:moveTo>
                      <a:cubicBezTo>
                        <a:pt x="21600" y="11929"/>
                        <a:pt x="11929" y="21599"/>
                        <a:pt x="0" y="21600"/>
                      </a:cubicBezTo>
                    </a:path>
                    <a:path w="21600" h="21600" stroke="0" extrusionOk="0">
                      <a:moveTo>
                        <a:pt x="21600" y="0"/>
                      </a:moveTo>
                      <a:cubicBezTo>
                        <a:pt x="21600" y="11929"/>
                        <a:pt x="11929" y="21599"/>
                        <a:pt x="0" y="21600"/>
                      </a:cubicBezTo>
                      <a:lnTo>
                        <a:pt x="0" y="0"/>
                      </a:lnTo>
                      <a:close/>
                    </a:path>
                  </a:pathLst>
                </a:custGeom>
                <a:noFill/>
                <a:ln w="28575" cap="rnd">
                  <a:solidFill>
                    <a:schemeClr val="bg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grpSp>
      </p:grpSp>
      <p:grpSp>
        <p:nvGrpSpPr>
          <p:cNvPr id="93521" name="Group 1295"/>
          <p:cNvGrpSpPr>
            <a:grpSpLocks/>
          </p:cNvGrpSpPr>
          <p:nvPr/>
        </p:nvGrpSpPr>
        <p:grpSpPr bwMode="auto">
          <a:xfrm>
            <a:off x="6096000" y="2222500"/>
            <a:ext cx="3481388" cy="4038600"/>
            <a:chOff x="1224" y="1416"/>
            <a:chExt cx="2193" cy="2544"/>
          </a:xfrm>
        </p:grpSpPr>
        <p:sp>
          <p:nvSpPr>
            <p:cNvPr id="107553" name="Line 1296"/>
            <p:cNvSpPr>
              <a:spLocks noChangeShapeType="1"/>
            </p:cNvSpPr>
            <p:nvPr/>
          </p:nvSpPr>
          <p:spPr bwMode="auto">
            <a:xfrm flipV="1">
              <a:off x="1500" y="2033"/>
              <a:ext cx="973" cy="313"/>
            </a:xfrm>
            <a:prstGeom prst="line">
              <a:avLst/>
            </a:prstGeom>
            <a:noFill/>
            <a:ln w="76200">
              <a:solidFill>
                <a:schemeClr val="tx1"/>
              </a:solidFill>
              <a:round/>
              <a:headEnd type="none" w="lg" len="lg"/>
              <a:tailEnd type="triangle" w="med" len="lg"/>
            </a:ln>
            <a:extLst>
              <a:ext uri="{909E8E84-426E-40DD-AFC4-6F175D3DCCD1}">
                <a14:hiddenFill xmlns:a14="http://schemas.microsoft.com/office/drawing/2010/main">
                  <a:noFill/>
                </a14:hiddenFill>
              </a:ext>
            </a:extLst>
          </p:spPr>
          <p:txBody>
            <a:bodyPr wrap="none" anchor="ctr"/>
            <a:lstStyle/>
            <a:p>
              <a:endParaRPr lang="en-US"/>
            </a:p>
          </p:txBody>
        </p:sp>
        <p:sp>
          <p:nvSpPr>
            <p:cNvPr id="107554" name="Line 1297"/>
            <p:cNvSpPr>
              <a:spLocks noChangeShapeType="1"/>
            </p:cNvSpPr>
            <p:nvPr/>
          </p:nvSpPr>
          <p:spPr bwMode="auto">
            <a:xfrm flipV="1">
              <a:off x="1500" y="2373"/>
              <a:ext cx="1618" cy="1336"/>
            </a:xfrm>
            <a:prstGeom prst="line">
              <a:avLst/>
            </a:prstGeom>
            <a:noFill/>
            <a:ln w="76200">
              <a:solidFill>
                <a:schemeClr val="tx1"/>
              </a:solidFill>
              <a:round/>
              <a:headEnd type="none" w="lg" len="lg"/>
              <a:tailEnd type="triangle" w="med" len="lg"/>
            </a:ln>
            <a:extLst>
              <a:ext uri="{909E8E84-426E-40DD-AFC4-6F175D3DCCD1}">
                <a14:hiddenFill xmlns:a14="http://schemas.microsoft.com/office/drawing/2010/main">
                  <a:noFill/>
                </a14:hiddenFill>
              </a:ext>
            </a:extLst>
          </p:spPr>
          <p:txBody>
            <a:bodyPr wrap="none" anchor="ctr"/>
            <a:lstStyle/>
            <a:p>
              <a:endParaRPr lang="en-US"/>
            </a:p>
          </p:txBody>
        </p:sp>
        <p:sp>
          <p:nvSpPr>
            <p:cNvPr id="107555" name="Line 1298"/>
            <p:cNvSpPr>
              <a:spLocks noChangeShapeType="1"/>
            </p:cNvSpPr>
            <p:nvPr/>
          </p:nvSpPr>
          <p:spPr bwMode="auto">
            <a:xfrm>
              <a:off x="1500" y="1682"/>
              <a:ext cx="1072" cy="1709"/>
            </a:xfrm>
            <a:prstGeom prst="line">
              <a:avLst/>
            </a:prstGeom>
            <a:noFill/>
            <a:ln w="76200">
              <a:solidFill>
                <a:schemeClr val="tx1"/>
              </a:solidFill>
              <a:round/>
              <a:headEnd type="none" w="lg" len="lg"/>
              <a:tailEnd type="triangle" w="med" len="lg"/>
            </a:ln>
            <a:extLst>
              <a:ext uri="{909E8E84-426E-40DD-AFC4-6F175D3DCCD1}">
                <a14:hiddenFill xmlns:a14="http://schemas.microsoft.com/office/drawing/2010/main">
                  <a:noFill/>
                </a14:hiddenFill>
              </a:ext>
            </a:extLst>
          </p:spPr>
          <p:txBody>
            <a:bodyPr wrap="none" anchor="ctr"/>
            <a:lstStyle/>
            <a:p>
              <a:endParaRPr lang="en-US"/>
            </a:p>
          </p:txBody>
        </p:sp>
        <p:sp>
          <p:nvSpPr>
            <p:cNvPr id="107556" name="Rectangle 1299"/>
            <p:cNvSpPr>
              <a:spLocks noChangeArrowheads="1"/>
            </p:cNvSpPr>
            <p:nvPr/>
          </p:nvSpPr>
          <p:spPr bwMode="auto">
            <a:xfrm>
              <a:off x="1224" y="1416"/>
              <a:ext cx="464" cy="2544"/>
            </a:xfrm>
            <a:prstGeom prst="rect">
              <a:avLst/>
            </a:prstGeom>
            <a:solidFill>
              <a:srgbClr val="477BFD">
                <a:alpha val="50195"/>
              </a:srgbClr>
            </a:solidFill>
            <a:ln>
              <a:noFill/>
            </a:ln>
            <a:extLst>
              <a:ext uri="{91240B29-F687-4F45-9708-019B960494DF}">
                <a14:hiddenLine xmlns:a14="http://schemas.microsoft.com/office/drawing/2010/main" w="38100">
                  <a:solidFill>
                    <a:srgbClr val="000000"/>
                  </a:solidFill>
                  <a:miter lim="800000"/>
                  <a:headEnd type="none" w="lg" len="lg"/>
                  <a:tailEnd type="none" w="lg" len="lg"/>
                </a14:hiddenLine>
              </a:ext>
            </a:extLst>
          </p:spPr>
          <p:txBody>
            <a:bodyPr wrap="none" anchor="ctr"/>
            <a:lstStyle/>
            <a:p>
              <a:endParaRPr lang="en-US"/>
            </a:p>
          </p:txBody>
        </p:sp>
        <p:grpSp>
          <p:nvGrpSpPr>
            <p:cNvPr id="107557" name="Group 1300"/>
            <p:cNvGrpSpPr>
              <a:grpSpLocks/>
            </p:cNvGrpSpPr>
            <p:nvPr/>
          </p:nvGrpSpPr>
          <p:grpSpPr bwMode="auto">
            <a:xfrm>
              <a:off x="2308" y="1754"/>
              <a:ext cx="621" cy="511"/>
              <a:chOff x="2700" y="1858"/>
              <a:chExt cx="948" cy="780"/>
            </a:xfrm>
          </p:grpSpPr>
          <p:sp>
            <p:nvSpPr>
              <p:cNvPr id="107570" name="Rectangle 1301"/>
              <p:cNvSpPr>
                <a:spLocks noChangeArrowheads="1"/>
              </p:cNvSpPr>
              <p:nvPr/>
            </p:nvSpPr>
            <p:spPr bwMode="auto">
              <a:xfrm>
                <a:off x="2700" y="1858"/>
                <a:ext cx="948" cy="780"/>
              </a:xfrm>
              <a:prstGeom prst="rect">
                <a:avLst/>
              </a:prstGeom>
              <a:solidFill>
                <a:srgbClr val="3770FD">
                  <a:alpha val="50195"/>
                </a:srgbClr>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p>
                <a:endParaRPr lang="en-US"/>
              </a:p>
            </p:txBody>
          </p:sp>
          <p:grpSp>
            <p:nvGrpSpPr>
              <p:cNvPr id="107571" name="Group 1302"/>
              <p:cNvGrpSpPr>
                <a:grpSpLocks/>
              </p:cNvGrpSpPr>
              <p:nvPr/>
            </p:nvGrpSpPr>
            <p:grpSpPr bwMode="auto">
              <a:xfrm>
                <a:off x="2931" y="2061"/>
                <a:ext cx="506" cy="416"/>
                <a:chOff x="4101" y="2013"/>
                <a:chExt cx="506" cy="416"/>
              </a:xfrm>
            </p:grpSpPr>
            <p:sp>
              <p:nvSpPr>
                <p:cNvPr id="107572" name="Line 1303"/>
                <p:cNvSpPr>
                  <a:spLocks noChangeShapeType="1"/>
                </p:cNvSpPr>
                <p:nvPr/>
              </p:nvSpPr>
              <p:spPr bwMode="auto">
                <a:xfrm flipV="1">
                  <a:off x="4101" y="2013"/>
                  <a:ext cx="0" cy="416"/>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7573" name="Line 1304"/>
                <p:cNvSpPr>
                  <a:spLocks noChangeShapeType="1"/>
                </p:cNvSpPr>
                <p:nvPr/>
              </p:nvSpPr>
              <p:spPr bwMode="auto">
                <a:xfrm>
                  <a:off x="4107" y="2423"/>
                  <a:ext cx="500"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7574" name="Arc 1305"/>
                <p:cNvSpPr>
                  <a:spLocks/>
                </p:cNvSpPr>
                <p:nvPr/>
              </p:nvSpPr>
              <p:spPr bwMode="auto">
                <a:xfrm flipH="1" flipV="1">
                  <a:off x="4109" y="2068"/>
                  <a:ext cx="379" cy="331"/>
                </a:xfrm>
                <a:custGeom>
                  <a:avLst/>
                  <a:gdLst>
                    <a:gd name="T0" fmla="*/ 7 w 21600"/>
                    <a:gd name="T1" fmla="*/ 0 h 21600"/>
                    <a:gd name="T2" fmla="*/ 0 w 21600"/>
                    <a:gd name="T3" fmla="*/ 5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21600" y="0"/>
                      </a:moveTo>
                      <a:cubicBezTo>
                        <a:pt x="21600" y="11929"/>
                        <a:pt x="11929" y="21599"/>
                        <a:pt x="0" y="21600"/>
                      </a:cubicBezTo>
                    </a:path>
                    <a:path w="21600" h="21600" stroke="0" extrusionOk="0">
                      <a:moveTo>
                        <a:pt x="21600" y="0"/>
                      </a:moveTo>
                      <a:cubicBezTo>
                        <a:pt x="21600" y="11929"/>
                        <a:pt x="11929" y="21599"/>
                        <a:pt x="0" y="21600"/>
                      </a:cubicBezTo>
                      <a:lnTo>
                        <a:pt x="0" y="0"/>
                      </a:lnTo>
                      <a:close/>
                    </a:path>
                  </a:pathLst>
                </a:custGeom>
                <a:noFill/>
                <a:ln w="28575" cap="rnd">
                  <a:solidFill>
                    <a:schemeClr val="bg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grpSp>
        <p:grpSp>
          <p:nvGrpSpPr>
            <p:cNvPr id="107558" name="Group 1306"/>
            <p:cNvGrpSpPr>
              <a:grpSpLocks/>
            </p:cNvGrpSpPr>
            <p:nvPr/>
          </p:nvGrpSpPr>
          <p:grpSpPr bwMode="auto">
            <a:xfrm>
              <a:off x="2796" y="2145"/>
              <a:ext cx="621" cy="511"/>
              <a:chOff x="2700" y="1858"/>
              <a:chExt cx="948" cy="780"/>
            </a:xfrm>
          </p:grpSpPr>
          <p:sp>
            <p:nvSpPr>
              <p:cNvPr id="107565" name="Rectangle 1307"/>
              <p:cNvSpPr>
                <a:spLocks noChangeArrowheads="1"/>
              </p:cNvSpPr>
              <p:nvPr/>
            </p:nvSpPr>
            <p:spPr bwMode="auto">
              <a:xfrm>
                <a:off x="2700" y="1858"/>
                <a:ext cx="948" cy="780"/>
              </a:xfrm>
              <a:prstGeom prst="rect">
                <a:avLst/>
              </a:prstGeom>
              <a:solidFill>
                <a:srgbClr val="3770FD">
                  <a:alpha val="50195"/>
                </a:srgbClr>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p>
                <a:endParaRPr lang="en-US"/>
              </a:p>
            </p:txBody>
          </p:sp>
          <p:grpSp>
            <p:nvGrpSpPr>
              <p:cNvPr id="107566" name="Group 1308"/>
              <p:cNvGrpSpPr>
                <a:grpSpLocks/>
              </p:cNvGrpSpPr>
              <p:nvPr/>
            </p:nvGrpSpPr>
            <p:grpSpPr bwMode="auto">
              <a:xfrm>
                <a:off x="2931" y="2061"/>
                <a:ext cx="506" cy="416"/>
                <a:chOff x="4101" y="2013"/>
                <a:chExt cx="506" cy="416"/>
              </a:xfrm>
            </p:grpSpPr>
            <p:sp>
              <p:nvSpPr>
                <p:cNvPr id="107567" name="Line 1309"/>
                <p:cNvSpPr>
                  <a:spLocks noChangeShapeType="1"/>
                </p:cNvSpPr>
                <p:nvPr/>
              </p:nvSpPr>
              <p:spPr bwMode="auto">
                <a:xfrm flipV="1">
                  <a:off x="4101" y="2013"/>
                  <a:ext cx="0" cy="416"/>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7568" name="Line 1310"/>
                <p:cNvSpPr>
                  <a:spLocks noChangeShapeType="1"/>
                </p:cNvSpPr>
                <p:nvPr/>
              </p:nvSpPr>
              <p:spPr bwMode="auto">
                <a:xfrm>
                  <a:off x="4107" y="2423"/>
                  <a:ext cx="500"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7569" name="Arc 1311"/>
                <p:cNvSpPr>
                  <a:spLocks/>
                </p:cNvSpPr>
                <p:nvPr/>
              </p:nvSpPr>
              <p:spPr bwMode="auto">
                <a:xfrm flipH="1" flipV="1">
                  <a:off x="4109" y="2068"/>
                  <a:ext cx="379" cy="331"/>
                </a:xfrm>
                <a:custGeom>
                  <a:avLst/>
                  <a:gdLst>
                    <a:gd name="T0" fmla="*/ 7 w 21600"/>
                    <a:gd name="T1" fmla="*/ 0 h 21600"/>
                    <a:gd name="T2" fmla="*/ 0 w 21600"/>
                    <a:gd name="T3" fmla="*/ 5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21600" y="0"/>
                      </a:moveTo>
                      <a:cubicBezTo>
                        <a:pt x="21600" y="11929"/>
                        <a:pt x="11929" y="21599"/>
                        <a:pt x="0" y="21600"/>
                      </a:cubicBezTo>
                    </a:path>
                    <a:path w="21600" h="21600" stroke="0" extrusionOk="0">
                      <a:moveTo>
                        <a:pt x="21600" y="0"/>
                      </a:moveTo>
                      <a:cubicBezTo>
                        <a:pt x="21600" y="11929"/>
                        <a:pt x="11929" y="21599"/>
                        <a:pt x="0" y="21600"/>
                      </a:cubicBezTo>
                      <a:lnTo>
                        <a:pt x="0" y="0"/>
                      </a:lnTo>
                      <a:close/>
                    </a:path>
                  </a:pathLst>
                </a:custGeom>
                <a:noFill/>
                <a:ln w="28575" cap="rnd">
                  <a:solidFill>
                    <a:schemeClr val="bg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grpSp>
        <p:grpSp>
          <p:nvGrpSpPr>
            <p:cNvPr id="107559" name="Group 1312"/>
            <p:cNvGrpSpPr>
              <a:grpSpLocks/>
            </p:cNvGrpSpPr>
            <p:nvPr/>
          </p:nvGrpSpPr>
          <p:grpSpPr bwMode="auto">
            <a:xfrm>
              <a:off x="2223" y="3055"/>
              <a:ext cx="621" cy="511"/>
              <a:chOff x="2700" y="1858"/>
              <a:chExt cx="948" cy="780"/>
            </a:xfrm>
          </p:grpSpPr>
          <p:sp>
            <p:nvSpPr>
              <p:cNvPr id="107560" name="Rectangle 1313"/>
              <p:cNvSpPr>
                <a:spLocks noChangeArrowheads="1"/>
              </p:cNvSpPr>
              <p:nvPr/>
            </p:nvSpPr>
            <p:spPr bwMode="auto">
              <a:xfrm>
                <a:off x="2700" y="1858"/>
                <a:ext cx="948" cy="780"/>
              </a:xfrm>
              <a:prstGeom prst="rect">
                <a:avLst/>
              </a:prstGeom>
              <a:solidFill>
                <a:srgbClr val="3770FD">
                  <a:alpha val="50195"/>
                </a:srgbClr>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p>
                <a:endParaRPr lang="en-US"/>
              </a:p>
            </p:txBody>
          </p:sp>
          <p:grpSp>
            <p:nvGrpSpPr>
              <p:cNvPr id="107561" name="Group 1314"/>
              <p:cNvGrpSpPr>
                <a:grpSpLocks/>
              </p:cNvGrpSpPr>
              <p:nvPr/>
            </p:nvGrpSpPr>
            <p:grpSpPr bwMode="auto">
              <a:xfrm>
                <a:off x="2931" y="2061"/>
                <a:ext cx="506" cy="416"/>
                <a:chOff x="4101" y="2013"/>
                <a:chExt cx="506" cy="416"/>
              </a:xfrm>
            </p:grpSpPr>
            <p:sp>
              <p:nvSpPr>
                <p:cNvPr id="107562" name="Line 1315"/>
                <p:cNvSpPr>
                  <a:spLocks noChangeShapeType="1"/>
                </p:cNvSpPr>
                <p:nvPr/>
              </p:nvSpPr>
              <p:spPr bwMode="auto">
                <a:xfrm flipV="1">
                  <a:off x="4101" y="2013"/>
                  <a:ext cx="0" cy="416"/>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7563" name="Line 1316"/>
                <p:cNvSpPr>
                  <a:spLocks noChangeShapeType="1"/>
                </p:cNvSpPr>
                <p:nvPr/>
              </p:nvSpPr>
              <p:spPr bwMode="auto">
                <a:xfrm>
                  <a:off x="4107" y="2423"/>
                  <a:ext cx="500"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7564" name="Arc 1317"/>
                <p:cNvSpPr>
                  <a:spLocks/>
                </p:cNvSpPr>
                <p:nvPr/>
              </p:nvSpPr>
              <p:spPr bwMode="auto">
                <a:xfrm flipH="1" flipV="1">
                  <a:off x="4109" y="2068"/>
                  <a:ext cx="379" cy="331"/>
                </a:xfrm>
                <a:custGeom>
                  <a:avLst/>
                  <a:gdLst>
                    <a:gd name="T0" fmla="*/ 7 w 21600"/>
                    <a:gd name="T1" fmla="*/ 0 h 21600"/>
                    <a:gd name="T2" fmla="*/ 0 w 21600"/>
                    <a:gd name="T3" fmla="*/ 5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21600" y="0"/>
                      </a:moveTo>
                      <a:cubicBezTo>
                        <a:pt x="21600" y="11929"/>
                        <a:pt x="11929" y="21599"/>
                        <a:pt x="0" y="21600"/>
                      </a:cubicBezTo>
                    </a:path>
                    <a:path w="21600" h="21600" stroke="0" extrusionOk="0">
                      <a:moveTo>
                        <a:pt x="21600" y="0"/>
                      </a:moveTo>
                      <a:cubicBezTo>
                        <a:pt x="21600" y="11929"/>
                        <a:pt x="11929" y="21599"/>
                        <a:pt x="0" y="21600"/>
                      </a:cubicBezTo>
                      <a:lnTo>
                        <a:pt x="0" y="0"/>
                      </a:lnTo>
                      <a:close/>
                    </a:path>
                  </a:pathLst>
                </a:custGeom>
                <a:noFill/>
                <a:ln w="28575" cap="rnd">
                  <a:solidFill>
                    <a:schemeClr val="bg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grpSp>
      </p:grpSp>
      <p:grpSp>
        <p:nvGrpSpPr>
          <p:cNvPr id="93528" name="Group 1318"/>
          <p:cNvGrpSpPr>
            <a:grpSpLocks/>
          </p:cNvGrpSpPr>
          <p:nvPr/>
        </p:nvGrpSpPr>
        <p:grpSpPr bwMode="auto">
          <a:xfrm>
            <a:off x="6953250" y="2222500"/>
            <a:ext cx="3481388" cy="4038600"/>
            <a:chOff x="1224" y="1416"/>
            <a:chExt cx="2193" cy="2544"/>
          </a:xfrm>
        </p:grpSpPr>
        <p:sp>
          <p:nvSpPr>
            <p:cNvPr id="107531" name="Line 1319"/>
            <p:cNvSpPr>
              <a:spLocks noChangeShapeType="1"/>
            </p:cNvSpPr>
            <p:nvPr/>
          </p:nvSpPr>
          <p:spPr bwMode="auto">
            <a:xfrm flipV="1">
              <a:off x="1500" y="2033"/>
              <a:ext cx="973" cy="313"/>
            </a:xfrm>
            <a:prstGeom prst="line">
              <a:avLst/>
            </a:prstGeom>
            <a:noFill/>
            <a:ln w="76200">
              <a:solidFill>
                <a:schemeClr val="tx1"/>
              </a:solidFill>
              <a:round/>
              <a:headEnd type="none" w="lg" len="lg"/>
              <a:tailEnd type="triangle" w="med" len="lg"/>
            </a:ln>
            <a:extLst>
              <a:ext uri="{909E8E84-426E-40DD-AFC4-6F175D3DCCD1}">
                <a14:hiddenFill xmlns:a14="http://schemas.microsoft.com/office/drawing/2010/main">
                  <a:noFill/>
                </a14:hiddenFill>
              </a:ext>
            </a:extLst>
          </p:spPr>
          <p:txBody>
            <a:bodyPr wrap="none" anchor="ctr"/>
            <a:lstStyle/>
            <a:p>
              <a:endParaRPr lang="en-US"/>
            </a:p>
          </p:txBody>
        </p:sp>
        <p:sp>
          <p:nvSpPr>
            <p:cNvPr id="107532" name="Line 1320"/>
            <p:cNvSpPr>
              <a:spLocks noChangeShapeType="1"/>
            </p:cNvSpPr>
            <p:nvPr/>
          </p:nvSpPr>
          <p:spPr bwMode="auto">
            <a:xfrm flipV="1">
              <a:off x="1500" y="2373"/>
              <a:ext cx="1618" cy="1336"/>
            </a:xfrm>
            <a:prstGeom prst="line">
              <a:avLst/>
            </a:prstGeom>
            <a:noFill/>
            <a:ln w="76200">
              <a:solidFill>
                <a:schemeClr val="tx1"/>
              </a:solidFill>
              <a:round/>
              <a:headEnd type="none" w="lg" len="lg"/>
              <a:tailEnd type="triangle" w="med" len="lg"/>
            </a:ln>
            <a:extLst>
              <a:ext uri="{909E8E84-426E-40DD-AFC4-6F175D3DCCD1}">
                <a14:hiddenFill xmlns:a14="http://schemas.microsoft.com/office/drawing/2010/main">
                  <a:noFill/>
                </a14:hiddenFill>
              </a:ext>
            </a:extLst>
          </p:spPr>
          <p:txBody>
            <a:bodyPr wrap="none" anchor="ctr"/>
            <a:lstStyle/>
            <a:p>
              <a:endParaRPr lang="en-US"/>
            </a:p>
          </p:txBody>
        </p:sp>
        <p:sp>
          <p:nvSpPr>
            <p:cNvPr id="107533" name="Line 1321"/>
            <p:cNvSpPr>
              <a:spLocks noChangeShapeType="1"/>
            </p:cNvSpPr>
            <p:nvPr/>
          </p:nvSpPr>
          <p:spPr bwMode="auto">
            <a:xfrm>
              <a:off x="1500" y="1682"/>
              <a:ext cx="1072" cy="1709"/>
            </a:xfrm>
            <a:prstGeom prst="line">
              <a:avLst/>
            </a:prstGeom>
            <a:noFill/>
            <a:ln w="76200">
              <a:solidFill>
                <a:schemeClr val="tx1"/>
              </a:solidFill>
              <a:round/>
              <a:headEnd type="none" w="lg" len="lg"/>
              <a:tailEnd type="triangle" w="med" len="lg"/>
            </a:ln>
            <a:extLst>
              <a:ext uri="{909E8E84-426E-40DD-AFC4-6F175D3DCCD1}">
                <a14:hiddenFill xmlns:a14="http://schemas.microsoft.com/office/drawing/2010/main">
                  <a:noFill/>
                </a14:hiddenFill>
              </a:ext>
            </a:extLst>
          </p:spPr>
          <p:txBody>
            <a:bodyPr wrap="none" anchor="ctr"/>
            <a:lstStyle/>
            <a:p>
              <a:endParaRPr lang="en-US"/>
            </a:p>
          </p:txBody>
        </p:sp>
        <p:sp>
          <p:nvSpPr>
            <p:cNvPr id="107534" name="Rectangle 1322"/>
            <p:cNvSpPr>
              <a:spLocks noChangeArrowheads="1"/>
            </p:cNvSpPr>
            <p:nvPr/>
          </p:nvSpPr>
          <p:spPr bwMode="auto">
            <a:xfrm>
              <a:off x="1224" y="1416"/>
              <a:ext cx="464" cy="2544"/>
            </a:xfrm>
            <a:prstGeom prst="rect">
              <a:avLst/>
            </a:prstGeom>
            <a:solidFill>
              <a:srgbClr val="477BFD">
                <a:alpha val="50195"/>
              </a:srgbClr>
            </a:solidFill>
            <a:ln>
              <a:noFill/>
            </a:ln>
            <a:extLst>
              <a:ext uri="{91240B29-F687-4F45-9708-019B960494DF}">
                <a14:hiddenLine xmlns:a14="http://schemas.microsoft.com/office/drawing/2010/main" w="38100">
                  <a:solidFill>
                    <a:srgbClr val="000000"/>
                  </a:solidFill>
                  <a:miter lim="800000"/>
                  <a:headEnd type="none" w="lg" len="lg"/>
                  <a:tailEnd type="none" w="lg" len="lg"/>
                </a14:hiddenLine>
              </a:ext>
            </a:extLst>
          </p:spPr>
          <p:txBody>
            <a:bodyPr wrap="none" anchor="ctr"/>
            <a:lstStyle/>
            <a:p>
              <a:endParaRPr lang="en-US"/>
            </a:p>
          </p:txBody>
        </p:sp>
        <p:grpSp>
          <p:nvGrpSpPr>
            <p:cNvPr id="107535" name="Group 1323"/>
            <p:cNvGrpSpPr>
              <a:grpSpLocks/>
            </p:cNvGrpSpPr>
            <p:nvPr/>
          </p:nvGrpSpPr>
          <p:grpSpPr bwMode="auto">
            <a:xfrm>
              <a:off x="2308" y="1754"/>
              <a:ext cx="621" cy="511"/>
              <a:chOff x="2700" y="1858"/>
              <a:chExt cx="948" cy="780"/>
            </a:xfrm>
          </p:grpSpPr>
          <p:sp>
            <p:nvSpPr>
              <p:cNvPr id="107548" name="Rectangle 1324"/>
              <p:cNvSpPr>
                <a:spLocks noChangeArrowheads="1"/>
              </p:cNvSpPr>
              <p:nvPr/>
            </p:nvSpPr>
            <p:spPr bwMode="auto">
              <a:xfrm>
                <a:off x="2700" y="1858"/>
                <a:ext cx="948" cy="780"/>
              </a:xfrm>
              <a:prstGeom prst="rect">
                <a:avLst/>
              </a:prstGeom>
              <a:solidFill>
                <a:srgbClr val="3770FD">
                  <a:alpha val="50195"/>
                </a:srgbClr>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p>
                <a:endParaRPr lang="en-US"/>
              </a:p>
            </p:txBody>
          </p:sp>
          <p:grpSp>
            <p:nvGrpSpPr>
              <p:cNvPr id="107549" name="Group 1325"/>
              <p:cNvGrpSpPr>
                <a:grpSpLocks/>
              </p:cNvGrpSpPr>
              <p:nvPr/>
            </p:nvGrpSpPr>
            <p:grpSpPr bwMode="auto">
              <a:xfrm>
                <a:off x="2931" y="2061"/>
                <a:ext cx="506" cy="416"/>
                <a:chOff x="4101" y="2013"/>
                <a:chExt cx="506" cy="416"/>
              </a:xfrm>
            </p:grpSpPr>
            <p:sp>
              <p:nvSpPr>
                <p:cNvPr id="107550" name="Line 1326"/>
                <p:cNvSpPr>
                  <a:spLocks noChangeShapeType="1"/>
                </p:cNvSpPr>
                <p:nvPr/>
              </p:nvSpPr>
              <p:spPr bwMode="auto">
                <a:xfrm flipV="1">
                  <a:off x="4101" y="2013"/>
                  <a:ext cx="0" cy="416"/>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7551" name="Line 1327"/>
                <p:cNvSpPr>
                  <a:spLocks noChangeShapeType="1"/>
                </p:cNvSpPr>
                <p:nvPr/>
              </p:nvSpPr>
              <p:spPr bwMode="auto">
                <a:xfrm>
                  <a:off x="4107" y="2423"/>
                  <a:ext cx="500"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7552" name="Arc 1328"/>
                <p:cNvSpPr>
                  <a:spLocks/>
                </p:cNvSpPr>
                <p:nvPr/>
              </p:nvSpPr>
              <p:spPr bwMode="auto">
                <a:xfrm flipH="1" flipV="1">
                  <a:off x="4109" y="2068"/>
                  <a:ext cx="379" cy="331"/>
                </a:xfrm>
                <a:custGeom>
                  <a:avLst/>
                  <a:gdLst>
                    <a:gd name="T0" fmla="*/ 7 w 21600"/>
                    <a:gd name="T1" fmla="*/ 0 h 21600"/>
                    <a:gd name="T2" fmla="*/ 0 w 21600"/>
                    <a:gd name="T3" fmla="*/ 5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21600" y="0"/>
                      </a:moveTo>
                      <a:cubicBezTo>
                        <a:pt x="21600" y="11929"/>
                        <a:pt x="11929" y="21599"/>
                        <a:pt x="0" y="21600"/>
                      </a:cubicBezTo>
                    </a:path>
                    <a:path w="21600" h="21600" stroke="0" extrusionOk="0">
                      <a:moveTo>
                        <a:pt x="21600" y="0"/>
                      </a:moveTo>
                      <a:cubicBezTo>
                        <a:pt x="21600" y="11929"/>
                        <a:pt x="11929" y="21599"/>
                        <a:pt x="0" y="21600"/>
                      </a:cubicBezTo>
                      <a:lnTo>
                        <a:pt x="0" y="0"/>
                      </a:lnTo>
                      <a:close/>
                    </a:path>
                  </a:pathLst>
                </a:custGeom>
                <a:noFill/>
                <a:ln w="28575" cap="rnd">
                  <a:solidFill>
                    <a:schemeClr val="bg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grpSp>
        <p:grpSp>
          <p:nvGrpSpPr>
            <p:cNvPr id="107536" name="Group 1329"/>
            <p:cNvGrpSpPr>
              <a:grpSpLocks/>
            </p:cNvGrpSpPr>
            <p:nvPr/>
          </p:nvGrpSpPr>
          <p:grpSpPr bwMode="auto">
            <a:xfrm>
              <a:off x="2796" y="2145"/>
              <a:ext cx="621" cy="511"/>
              <a:chOff x="2700" y="1858"/>
              <a:chExt cx="948" cy="780"/>
            </a:xfrm>
          </p:grpSpPr>
          <p:sp>
            <p:nvSpPr>
              <p:cNvPr id="107543" name="Rectangle 1330"/>
              <p:cNvSpPr>
                <a:spLocks noChangeArrowheads="1"/>
              </p:cNvSpPr>
              <p:nvPr/>
            </p:nvSpPr>
            <p:spPr bwMode="auto">
              <a:xfrm>
                <a:off x="2700" y="1858"/>
                <a:ext cx="948" cy="780"/>
              </a:xfrm>
              <a:prstGeom prst="rect">
                <a:avLst/>
              </a:prstGeom>
              <a:solidFill>
                <a:srgbClr val="3770FD">
                  <a:alpha val="50195"/>
                </a:srgbClr>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p>
                <a:endParaRPr lang="en-US"/>
              </a:p>
            </p:txBody>
          </p:sp>
          <p:grpSp>
            <p:nvGrpSpPr>
              <p:cNvPr id="107544" name="Group 1331"/>
              <p:cNvGrpSpPr>
                <a:grpSpLocks/>
              </p:cNvGrpSpPr>
              <p:nvPr/>
            </p:nvGrpSpPr>
            <p:grpSpPr bwMode="auto">
              <a:xfrm>
                <a:off x="2931" y="2061"/>
                <a:ext cx="506" cy="416"/>
                <a:chOff x="4101" y="2013"/>
                <a:chExt cx="506" cy="416"/>
              </a:xfrm>
            </p:grpSpPr>
            <p:sp>
              <p:nvSpPr>
                <p:cNvPr id="107545" name="Line 1332"/>
                <p:cNvSpPr>
                  <a:spLocks noChangeShapeType="1"/>
                </p:cNvSpPr>
                <p:nvPr/>
              </p:nvSpPr>
              <p:spPr bwMode="auto">
                <a:xfrm flipV="1">
                  <a:off x="4101" y="2013"/>
                  <a:ext cx="0" cy="416"/>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7546" name="Line 1333"/>
                <p:cNvSpPr>
                  <a:spLocks noChangeShapeType="1"/>
                </p:cNvSpPr>
                <p:nvPr/>
              </p:nvSpPr>
              <p:spPr bwMode="auto">
                <a:xfrm>
                  <a:off x="4107" y="2423"/>
                  <a:ext cx="500"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7547" name="Arc 1334"/>
                <p:cNvSpPr>
                  <a:spLocks/>
                </p:cNvSpPr>
                <p:nvPr/>
              </p:nvSpPr>
              <p:spPr bwMode="auto">
                <a:xfrm flipH="1" flipV="1">
                  <a:off x="4109" y="2068"/>
                  <a:ext cx="379" cy="331"/>
                </a:xfrm>
                <a:custGeom>
                  <a:avLst/>
                  <a:gdLst>
                    <a:gd name="T0" fmla="*/ 7 w 21600"/>
                    <a:gd name="T1" fmla="*/ 0 h 21600"/>
                    <a:gd name="T2" fmla="*/ 0 w 21600"/>
                    <a:gd name="T3" fmla="*/ 5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21600" y="0"/>
                      </a:moveTo>
                      <a:cubicBezTo>
                        <a:pt x="21600" y="11929"/>
                        <a:pt x="11929" y="21599"/>
                        <a:pt x="0" y="21600"/>
                      </a:cubicBezTo>
                    </a:path>
                    <a:path w="21600" h="21600" stroke="0" extrusionOk="0">
                      <a:moveTo>
                        <a:pt x="21600" y="0"/>
                      </a:moveTo>
                      <a:cubicBezTo>
                        <a:pt x="21600" y="11929"/>
                        <a:pt x="11929" y="21599"/>
                        <a:pt x="0" y="21600"/>
                      </a:cubicBezTo>
                      <a:lnTo>
                        <a:pt x="0" y="0"/>
                      </a:lnTo>
                      <a:close/>
                    </a:path>
                  </a:pathLst>
                </a:custGeom>
                <a:noFill/>
                <a:ln w="28575" cap="rnd">
                  <a:solidFill>
                    <a:schemeClr val="bg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grpSp>
        <p:grpSp>
          <p:nvGrpSpPr>
            <p:cNvPr id="107537" name="Group 1335"/>
            <p:cNvGrpSpPr>
              <a:grpSpLocks/>
            </p:cNvGrpSpPr>
            <p:nvPr/>
          </p:nvGrpSpPr>
          <p:grpSpPr bwMode="auto">
            <a:xfrm>
              <a:off x="2223" y="3055"/>
              <a:ext cx="621" cy="511"/>
              <a:chOff x="2700" y="1858"/>
              <a:chExt cx="948" cy="780"/>
            </a:xfrm>
          </p:grpSpPr>
          <p:sp>
            <p:nvSpPr>
              <p:cNvPr id="107538" name="Rectangle 1336"/>
              <p:cNvSpPr>
                <a:spLocks noChangeArrowheads="1"/>
              </p:cNvSpPr>
              <p:nvPr/>
            </p:nvSpPr>
            <p:spPr bwMode="auto">
              <a:xfrm>
                <a:off x="2700" y="1858"/>
                <a:ext cx="948" cy="780"/>
              </a:xfrm>
              <a:prstGeom prst="rect">
                <a:avLst/>
              </a:prstGeom>
              <a:solidFill>
                <a:srgbClr val="3770FD">
                  <a:alpha val="50195"/>
                </a:srgbClr>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p>
                <a:endParaRPr lang="en-US"/>
              </a:p>
            </p:txBody>
          </p:sp>
          <p:grpSp>
            <p:nvGrpSpPr>
              <p:cNvPr id="107539" name="Group 1337"/>
              <p:cNvGrpSpPr>
                <a:grpSpLocks/>
              </p:cNvGrpSpPr>
              <p:nvPr/>
            </p:nvGrpSpPr>
            <p:grpSpPr bwMode="auto">
              <a:xfrm>
                <a:off x="2931" y="2061"/>
                <a:ext cx="506" cy="416"/>
                <a:chOff x="4101" y="2013"/>
                <a:chExt cx="506" cy="416"/>
              </a:xfrm>
            </p:grpSpPr>
            <p:sp>
              <p:nvSpPr>
                <p:cNvPr id="107540" name="Line 1338"/>
                <p:cNvSpPr>
                  <a:spLocks noChangeShapeType="1"/>
                </p:cNvSpPr>
                <p:nvPr/>
              </p:nvSpPr>
              <p:spPr bwMode="auto">
                <a:xfrm flipV="1">
                  <a:off x="4101" y="2013"/>
                  <a:ext cx="0" cy="416"/>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7541" name="Line 1339"/>
                <p:cNvSpPr>
                  <a:spLocks noChangeShapeType="1"/>
                </p:cNvSpPr>
                <p:nvPr/>
              </p:nvSpPr>
              <p:spPr bwMode="auto">
                <a:xfrm>
                  <a:off x="4107" y="2423"/>
                  <a:ext cx="500"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7542" name="Arc 1340"/>
                <p:cNvSpPr>
                  <a:spLocks/>
                </p:cNvSpPr>
                <p:nvPr/>
              </p:nvSpPr>
              <p:spPr bwMode="auto">
                <a:xfrm flipH="1" flipV="1">
                  <a:off x="4109" y="2068"/>
                  <a:ext cx="379" cy="331"/>
                </a:xfrm>
                <a:custGeom>
                  <a:avLst/>
                  <a:gdLst>
                    <a:gd name="T0" fmla="*/ 7 w 21600"/>
                    <a:gd name="T1" fmla="*/ 0 h 21600"/>
                    <a:gd name="T2" fmla="*/ 0 w 21600"/>
                    <a:gd name="T3" fmla="*/ 5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21600" y="0"/>
                      </a:moveTo>
                      <a:cubicBezTo>
                        <a:pt x="21600" y="11929"/>
                        <a:pt x="11929" y="21599"/>
                        <a:pt x="0" y="21600"/>
                      </a:cubicBezTo>
                    </a:path>
                    <a:path w="21600" h="21600" stroke="0" extrusionOk="0">
                      <a:moveTo>
                        <a:pt x="21600" y="0"/>
                      </a:moveTo>
                      <a:cubicBezTo>
                        <a:pt x="21600" y="11929"/>
                        <a:pt x="11929" y="21599"/>
                        <a:pt x="0" y="21600"/>
                      </a:cubicBezTo>
                      <a:lnTo>
                        <a:pt x="0" y="0"/>
                      </a:lnTo>
                      <a:close/>
                    </a:path>
                  </a:pathLst>
                </a:custGeom>
                <a:noFill/>
                <a:ln w="28575" cap="rnd">
                  <a:solidFill>
                    <a:schemeClr val="bg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grpSp>
      </p:grpSp>
    </p:spTree>
    <p:extLst>
      <p:ext uri="{BB962C8B-B14F-4D97-AF65-F5344CB8AC3E}">
        <p14:creationId xmlns:p14="http://schemas.microsoft.com/office/powerpoint/2010/main" val="906638855"/>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nodeType="afterEffect">
                                  <p:stCondLst>
                                    <p:cond delay="0"/>
                                  </p:stCondLst>
                                  <p:childTnLst>
                                    <p:set>
                                      <p:cBhvr>
                                        <p:cTn id="6" dur="1" fill="hold">
                                          <p:stCondLst>
                                            <p:cond delay="0"/>
                                          </p:stCondLst>
                                        </p:cTn>
                                        <p:tgtEl>
                                          <p:spTgt spid="93098"/>
                                        </p:tgtEl>
                                        <p:attrNameLst>
                                          <p:attrName>style.visibility</p:attrName>
                                        </p:attrNameLst>
                                      </p:cBhvr>
                                      <p:to>
                                        <p:strVal val="visible"/>
                                      </p:to>
                                    </p:set>
                                    <p:animEffect transition="in" filter="wipe(left)">
                                      <p:cBhvr>
                                        <p:cTn id="7" dur="500"/>
                                        <p:tgtEl>
                                          <p:spTgt spid="93098"/>
                                        </p:tgtEl>
                                      </p:cBhvr>
                                    </p:animEffect>
                                  </p:childTnLst>
                                  <p:subTnLst>
                                    <p:set>
                                      <p:cBhvr override="childStyle">
                                        <p:cTn dur="1" fill="hold" display="0" masterRel="nextClick" afterEffect="1"/>
                                        <p:tgtEl>
                                          <p:spTgt spid="93098"/>
                                        </p:tgtEl>
                                        <p:attrNameLst>
                                          <p:attrName>style.visibility</p:attrName>
                                        </p:attrNameLst>
                                      </p:cBhvr>
                                      <p:to>
                                        <p:strVal val="hidden"/>
                                      </p:to>
                                    </p:set>
                                  </p:subTnLst>
                                </p:cTn>
                              </p:par>
                            </p:childTnLst>
                          </p:cTn>
                        </p:par>
                        <p:par>
                          <p:cTn id="8" fill="hold" nodeType="afterGroup">
                            <p:stCondLst>
                              <p:cond delay="500"/>
                            </p:stCondLst>
                            <p:childTnLst>
                              <p:par>
                                <p:cTn id="9" presetID="22" presetClass="entr" presetSubtype="8" fill="hold" nodeType="afterEffect">
                                  <p:stCondLst>
                                    <p:cond delay="0"/>
                                  </p:stCondLst>
                                  <p:childTnLst>
                                    <p:set>
                                      <p:cBhvr>
                                        <p:cTn id="10" dur="1" fill="hold">
                                          <p:stCondLst>
                                            <p:cond delay="0"/>
                                          </p:stCondLst>
                                        </p:cTn>
                                        <p:tgtEl>
                                          <p:spTgt spid="93507"/>
                                        </p:tgtEl>
                                        <p:attrNameLst>
                                          <p:attrName>style.visibility</p:attrName>
                                        </p:attrNameLst>
                                      </p:cBhvr>
                                      <p:to>
                                        <p:strVal val="visible"/>
                                      </p:to>
                                    </p:set>
                                    <p:animEffect transition="in" filter="wipe(left)">
                                      <p:cBhvr>
                                        <p:cTn id="11" dur="500"/>
                                        <p:tgtEl>
                                          <p:spTgt spid="93507"/>
                                        </p:tgtEl>
                                      </p:cBhvr>
                                    </p:animEffect>
                                  </p:childTnLst>
                                  <p:subTnLst>
                                    <p:set>
                                      <p:cBhvr override="childStyle">
                                        <p:cTn dur="1" fill="hold" display="0" masterRel="sameClick" afterEffect="1">
                                          <p:stCondLst>
                                            <p:cond evt="end" delay="0">
                                              <p:tn val="9"/>
                                            </p:cond>
                                          </p:stCondLst>
                                        </p:cTn>
                                        <p:tgtEl>
                                          <p:spTgt spid="93507"/>
                                        </p:tgtEl>
                                        <p:attrNameLst>
                                          <p:attrName>style.visibility</p:attrName>
                                        </p:attrNameLst>
                                      </p:cBhvr>
                                      <p:to>
                                        <p:strVal val="hidden"/>
                                      </p:to>
                                    </p:set>
                                  </p:subTnLst>
                                </p:cTn>
                              </p:par>
                            </p:childTnLst>
                          </p:cTn>
                        </p:par>
                        <p:par>
                          <p:cTn id="12" fill="hold" nodeType="afterGroup">
                            <p:stCondLst>
                              <p:cond delay="1000"/>
                            </p:stCondLst>
                            <p:childTnLst>
                              <p:par>
                                <p:cTn id="13" presetID="22" presetClass="entr" presetSubtype="8" fill="hold" nodeType="afterEffect">
                                  <p:stCondLst>
                                    <p:cond delay="0"/>
                                  </p:stCondLst>
                                  <p:childTnLst>
                                    <p:set>
                                      <p:cBhvr>
                                        <p:cTn id="14" dur="1" fill="hold">
                                          <p:stCondLst>
                                            <p:cond delay="0"/>
                                          </p:stCondLst>
                                        </p:cTn>
                                        <p:tgtEl>
                                          <p:spTgt spid="93514"/>
                                        </p:tgtEl>
                                        <p:attrNameLst>
                                          <p:attrName>style.visibility</p:attrName>
                                        </p:attrNameLst>
                                      </p:cBhvr>
                                      <p:to>
                                        <p:strVal val="visible"/>
                                      </p:to>
                                    </p:set>
                                    <p:animEffect transition="in" filter="wipe(left)">
                                      <p:cBhvr>
                                        <p:cTn id="15" dur="500"/>
                                        <p:tgtEl>
                                          <p:spTgt spid="93514"/>
                                        </p:tgtEl>
                                      </p:cBhvr>
                                    </p:animEffect>
                                  </p:childTnLst>
                                  <p:subTnLst>
                                    <p:set>
                                      <p:cBhvr override="childStyle">
                                        <p:cTn dur="1" fill="hold" display="0" masterRel="sameClick" afterEffect="1">
                                          <p:stCondLst>
                                            <p:cond evt="end" delay="0">
                                              <p:tn val="13"/>
                                            </p:cond>
                                          </p:stCondLst>
                                        </p:cTn>
                                        <p:tgtEl>
                                          <p:spTgt spid="93514"/>
                                        </p:tgtEl>
                                        <p:attrNameLst>
                                          <p:attrName>style.visibility</p:attrName>
                                        </p:attrNameLst>
                                      </p:cBhvr>
                                      <p:to>
                                        <p:strVal val="hidden"/>
                                      </p:to>
                                    </p:set>
                                  </p:subTnLst>
                                </p:cTn>
                              </p:par>
                            </p:childTnLst>
                          </p:cTn>
                        </p:par>
                        <p:par>
                          <p:cTn id="16" fill="hold" nodeType="afterGroup">
                            <p:stCondLst>
                              <p:cond delay="1500"/>
                            </p:stCondLst>
                            <p:childTnLst>
                              <p:par>
                                <p:cTn id="17" presetID="22" presetClass="entr" presetSubtype="8" fill="hold" nodeType="afterEffect">
                                  <p:stCondLst>
                                    <p:cond delay="0"/>
                                  </p:stCondLst>
                                  <p:childTnLst>
                                    <p:set>
                                      <p:cBhvr>
                                        <p:cTn id="18" dur="1" fill="hold">
                                          <p:stCondLst>
                                            <p:cond delay="0"/>
                                          </p:stCondLst>
                                        </p:cTn>
                                        <p:tgtEl>
                                          <p:spTgt spid="93521"/>
                                        </p:tgtEl>
                                        <p:attrNameLst>
                                          <p:attrName>style.visibility</p:attrName>
                                        </p:attrNameLst>
                                      </p:cBhvr>
                                      <p:to>
                                        <p:strVal val="visible"/>
                                      </p:to>
                                    </p:set>
                                    <p:animEffect transition="in" filter="wipe(left)">
                                      <p:cBhvr>
                                        <p:cTn id="19" dur="500"/>
                                        <p:tgtEl>
                                          <p:spTgt spid="93521"/>
                                        </p:tgtEl>
                                      </p:cBhvr>
                                    </p:animEffect>
                                  </p:childTnLst>
                                  <p:subTnLst>
                                    <p:set>
                                      <p:cBhvr override="childStyle">
                                        <p:cTn dur="1" fill="hold" display="0" masterRel="sameClick" afterEffect="1">
                                          <p:stCondLst>
                                            <p:cond evt="end" delay="0">
                                              <p:tn val="17"/>
                                            </p:cond>
                                          </p:stCondLst>
                                        </p:cTn>
                                        <p:tgtEl>
                                          <p:spTgt spid="93521"/>
                                        </p:tgtEl>
                                        <p:attrNameLst>
                                          <p:attrName>style.visibility</p:attrName>
                                        </p:attrNameLst>
                                      </p:cBhvr>
                                      <p:to>
                                        <p:strVal val="hidden"/>
                                      </p:to>
                                    </p:set>
                                  </p:subTnLst>
                                </p:cTn>
                              </p:par>
                            </p:childTnLst>
                          </p:cTn>
                        </p:par>
                        <p:par>
                          <p:cTn id="20" fill="hold" nodeType="afterGroup">
                            <p:stCondLst>
                              <p:cond delay="2000"/>
                            </p:stCondLst>
                            <p:childTnLst>
                              <p:par>
                                <p:cTn id="21" presetID="22" presetClass="entr" presetSubtype="8" fill="hold" nodeType="afterEffect">
                                  <p:stCondLst>
                                    <p:cond delay="0"/>
                                  </p:stCondLst>
                                  <p:childTnLst>
                                    <p:set>
                                      <p:cBhvr>
                                        <p:cTn id="22" dur="1" fill="hold">
                                          <p:stCondLst>
                                            <p:cond delay="0"/>
                                          </p:stCondLst>
                                        </p:cTn>
                                        <p:tgtEl>
                                          <p:spTgt spid="93528"/>
                                        </p:tgtEl>
                                        <p:attrNameLst>
                                          <p:attrName>style.visibility</p:attrName>
                                        </p:attrNameLst>
                                      </p:cBhvr>
                                      <p:to>
                                        <p:strVal val="visible"/>
                                      </p:to>
                                    </p:set>
                                    <p:animEffect transition="in" filter="wipe(left)">
                                      <p:cBhvr>
                                        <p:cTn id="23" dur="500"/>
                                        <p:tgtEl>
                                          <p:spTgt spid="935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9572" name="Group 2"/>
          <p:cNvGrpSpPr>
            <a:grpSpLocks/>
          </p:cNvGrpSpPr>
          <p:nvPr/>
        </p:nvGrpSpPr>
        <p:grpSpPr bwMode="auto">
          <a:xfrm>
            <a:off x="3011488" y="2598738"/>
            <a:ext cx="6081712" cy="3332162"/>
            <a:chOff x="1449" y="1725"/>
            <a:chExt cx="3265" cy="1898"/>
          </a:xfrm>
        </p:grpSpPr>
        <p:grpSp>
          <p:nvGrpSpPr>
            <p:cNvPr id="109689" name="Group 3"/>
            <p:cNvGrpSpPr>
              <a:grpSpLocks/>
            </p:cNvGrpSpPr>
            <p:nvPr/>
          </p:nvGrpSpPr>
          <p:grpSpPr bwMode="auto">
            <a:xfrm>
              <a:off x="3772" y="2690"/>
              <a:ext cx="894" cy="596"/>
              <a:chOff x="3772" y="2690"/>
              <a:chExt cx="894" cy="596"/>
            </a:xfrm>
          </p:grpSpPr>
          <p:sp>
            <p:nvSpPr>
              <p:cNvPr id="110909" name="Freeform 4"/>
              <p:cNvSpPr>
                <a:spLocks/>
              </p:cNvSpPr>
              <p:nvPr/>
            </p:nvSpPr>
            <p:spPr bwMode="auto">
              <a:xfrm>
                <a:off x="4538" y="2690"/>
                <a:ext cx="128" cy="104"/>
              </a:xfrm>
              <a:custGeom>
                <a:avLst/>
                <a:gdLst>
                  <a:gd name="T0" fmla="*/ 128 w 128"/>
                  <a:gd name="T1" fmla="*/ 0 h 104"/>
                  <a:gd name="T2" fmla="*/ 40 w 128"/>
                  <a:gd name="T3" fmla="*/ 104 h 104"/>
                  <a:gd name="T4" fmla="*/ 16 w 128"/>
                  <a:gd name="T5" fmla="*/ 72 h 104"/>
                  <a:gd name="T6" fmla="*/ 0 w 128"/>
                  <a:gd name="T7" fmla="*/ 48 h 104"/>
                  <a:gd name="T8" fmla="*/ 128 w 128"/>
                  <a:gd name="T9" fmla="*/ 0 h 104"/>
                  <a:gd name="T10" fmla="*/ 0 60000 65536"/>
                  <a:gd name="T11" fmla="*/ 0 60000 65536"/>
                  <a:gd name="T12" fmla="*/ 0 60000 65536"/>
                  <a:gd name="T13" fmla="*/ 0 60000 65536"/>
                  <a:gd name="T14" fmla="*/ 0 60000 65536"/>
                  <a:gd name="T15" fmla="*/ 0 w 128"/>
                  <a:gd name="T16" fmla="*/ 0 h 104"/>
                  <a:gd name="T17" fmla="*/ 128 w 128"/>
                  <a:gd name="T18" fmla="*/ 104 h 104"/>
                </a:gdLst>
                <a:ahLst/>
                <a:cxnLst>
                  <a:cxn ang="T10">
                    <a:pos x="T0" y="T1"/>
                  </a:cxn>
                  <a:cxn ang="T11">
                    <a:pos x="T2" y="T3"/>
                  </a:cxn>
                  <a:cxn ang="T12">
                    <a:pos x="T4" y="T5"/>
                  </a:cxn>
                  <a:cxn ang="T13">
                    <a:pos x="T6" y="T7"/>
                  </a:cxn>
                  <a:cxn ang="T14">
                    <a:pos x="T8" y="T9"/>
                  </a:cxn>
                </a:cxnLst>
                <a:rect l="T15" t="T16" r="T17" b="T18"/>
                <a:pathLst>
                  <a:path w="128" h="104">
                    <a:moveTo>
                      <a:pt x="128" y="0"/>
                    </a:moveTo>
                    <a:lnTo>
                      <a:pt x="40" y="104"/>
                    </a:lnTo>
                    <a:lnTo>
                      <a:pt x="16" y="72"/>
                    </a:lnTo>
                    <a:lnTo>
                      <a:pt x="0" y="48"/>
                    </a:lnTo>
                    <a:lnTo>
                      <a:pt x="128" y="0"/>
                    </a:lnTo>
                    <a:close/>
                  </a:path>
                </a:pathLst>
              </a:custGeom>
              <a:solidFill>
                <a:schemeClr val="bg2"/>
              </a:solidFill>
              <a:ln w="9525">
                <a:solidFill>
                  <a:schemeClr val="bg2"/>
                </a:solidFill>
                <a:round/>
                <a:headEnd/>
                <a:tailEnd/>
              </a:ln>
            </p:spPr>
            <p:txBody>
              <a:bodyPr/>
              <a:lstStyle/>
              <a:p>
                <a:endParaRPr lang="en-US"/>
              </a:p>
            </p:txBody>
          </p:sp>
          <p:sp>
            <p:nvSpPr>
              <p:cNvPr id="110910" name="Line 5"/>
              <p:cNvSpPr>
                <a:spLocks noChangeShapeType="1"/>
              </p:cNvSpPr>
              <p:nvPr/>
            </p:nvSpPr>
            <p:spPr bwMode="auto">
              <a:xfrm flipV="1">
                <a:off x="3772" y="2757"/>
                <a:ext cx="790" cy="529"/>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9690" name="Group 6"/>
            <p:cNvGrpSpPr>
              <a:grpSpLocks/>
            </p:cNvGrpSpPr>
            <p:nvPr/>
          </p:nvGrpSpPr>
          <p:grpSpPr bwMode="auto">
            <a:xfrm>
              <a:off x="1944" y="2690"/>
              <a:ext cx="894" cy="596"/>
              <a:chOff x="1944" y="2690"/>
              <a:chExt cx="894" cy="596"/>
            </a:xfrm>
          </p:grpSpPr>
          <p:sp>
            <p:nvSpPr>
              <p:cNvPr id="110907" name="Freeform 7"/>
              <p:cNvSpPr>
                <a:spLocks/>
              </p:cNvSpPr>
              <p:nvPr/>
            </p:nvSpPr>
            <p:spPr bwMode="auto">
              <a:xfrm>
                <a:off x="2702" y="2690"/>
                <a:ext cx="136" cy="104"/>
              </a:xfrm>
              <a:custGeom>
                <a:avLst/>
                <a:gdLst>
                  <a:gd name="T0" fmla="*/ 136 w 136"/>
                  <a:gd name="T1" fmla="*/ 0 h 104"/>
                  <a:gd name="T2" fmla="*/ 40 w 136"/>
                  <a:gd name="T3" fmla="*/ 104 h 104"/>
                  <a:gd name="T4" fmla="*/ 24 w 136"/>
                  <a:gd name="T5" fmla="*/ 72 h 104"/>
                  <a:gd name="T6" fmla="*/ 0 w 136"/>
                  <a:gd name="T7" fmla="*/ 48 h 104"/>
                  <a:gd name="T8" fmla="*/ 136 w 136"/>
                  <a:gd name="T9" fmla="*/ 0 h 104"/>
                  <a:gd name="T10" fmla="*/ 0 60000 65536"/>
                  <a:gd name="T11" fmla="*/ 0 60000 65536"/>
                  <a:gd name="T12" fmla="*/ 0 60000 65536"/>
                  <a:gd name="T13" fmla="*/ 0 60000 65536"/>
                  <a:gd name="T14" fmla="*/ 0 60000 65536"/>
                  <a:gd name="T15" fmla="*/ 0 w 136"/>
                  <a:gd name="T16" fmla="*/ 0 h 104"/>
                  <a:gd name="T17" fmla="*/ 136 w 136"/>
                  <a:gd name="T18" fmla="*/ 104 h 104"/>
                </a:gdLst>
                <a:ahLst/>
                <a:cxnLst>
                  <a:cxn ang="T10">
                    <a:pos x="T0" y="T1"/>
                  </a:cxn>
                  <a:cxn ang="T11">
                    <a:pos x="T2" y="T3"/>
                  </a:cxn>
                  <a:cxn ang="T12">
                    <a:pos x="T4" y="T5"/>
                  </a:cxn>
                  <a:cxn ang="T13">
                    <a:pos x="T6" y="T7"/>
                  </a:cxn>
                  <a:cxn ang="T14">
                    <a:pos x="T8" y="T9"/>
                  </a:cxn>
                </a:cxnLst>
                <a:rect l="T15" t="T16" r="T17" b="T18"/>
                <a:pathLst>
                  <a:path w="136" h="104">
                    <a:moveTo>
                      <a:pt x="136" y="0"/>
                    </a:moveTo>
                    <a:lnTo>
                      <a:pt x="40" y="104"/>
                    </a:lnTo>
                    <a:lnTo>
                      <a:pt x="24" y="72"/>
                    </a:lnTo>
                    <a:lnTo>
                      <a:pt x="0" y="48"/>
                    </a:lnTo>
                    <a:lnTo>
                      <a:pt x="136" y="0"/>
                    </a:lnTo>
                    <a:close/>
                  </a:path>
                </a:pathLst>
              </a:custGeom>
              <a:solidFill>
                <a:schemeClr val="bg2"/>
              </a:solidFill>
              <a:ln w="9525">
                <a:solidFill>
                  <a:schemeClr val="bg2"/>
                </a:solidFill>
                <a:round/>
                <a:headEnd/>
                <a:tailEnd/>
              </a:ln>
            </p:spPr>
            <p:txBody>
              <a:bodyPr/>
              <a:lstStyle/>
              <a:p>
                <a:endParaRPr lang="en-US"/>
              </a:p>
            </p:txBody>
          </p:sp>
          <p:sp>
            <p:nvSpPr>
              <p:cNvPr id="110908" name="Line 8"/>
              <p:cNvSpPr>
                <a:spLocks noChangeShapeType="1"/>
              </p:cNvSpPr>
              <p:nvPr/>
            </p:nvSpPr>
            <p:spPr bwMode="auto">
              <a:xfrm flipV="1">
                <a:off x="1944" y="2758"/>
                <a:ext cx="790" cy="528"/>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9691" name="Group 9"/>
            <p:cNvGrpSpPr>
              <a:grpSpLocks/>
            </p:cNvGrpSpPr>
            <p:nvPr/>
          </p:nvGrpSpPr>
          <p:grpSpPr bwMode="auto">
            <a:xfrm>
              <a:off x="1483" y="2379"/>
              <a:ext cx="429" cy="598"/>
              <a:chOff x="1483" y="2379"/>
              <a:chExt cx="429" cy="598"/>
            </a:xfrm>
          </p:grpSpPr>
          <p:sp>
            <p:nvSpPr>
              <p:cNvPr id="110905" name="Freeform 10"/>
              <p:cNvSpPr>
                <a:spLocks/>
              </p:cNvSpPr>
              <p:nvPr/>
            </p:nvSpPr>
            <p:spPr bwMode="auto">
              <a:xfrm>
                <a:off x="1808" y="2379"/>
                <a:ext cx="104" cy="136"/>
              </a:xfrm>
              <a:custGeom>
                <a:avLst/>
                <a:gdLst>
                  <a:gd name="T0" fmla="*/ 104 w 104"/>
                  <a:gd name="T1" fmla="*/ 0 h 136"/>
                  <a:gd name="T2" fmla="*/ 56 w 104"/>
                  <a:gd name="T3" fmla="*/ 136 h 136"/>
                  <a:gd name="T4" fmla="*/ 32 w 104"/>
                  <a:gd name="T5" fmla="*/ 112 h 136"/>
                  <a:gd name="T6" fmla="*/ 0 w 104"/>
                  <a:gd name="T7" fmla="*/ 96 h 136"/>
                  <a:gd name="T8" fmla="*/ 104 w 104"/>
                  <a:gd name="T9" fmla="*/ 0 h 136"/>
                  <a:gd name="T10" fmla="*/ 0 60000 65536"/>
                  <a:gd name="T11" fmla="*/ 0 60000 65536"/>
                  <a:gd name="T12" fmla="*/ 0 60000 65536"/>
                  <a:gd name="T13" fmla="*/ 0 60000 65536"/>
                  <a:gd name="T14" fmla="*/ 0 60000 65536"/>
                  <a:gd name="T15" fmla="*/ 0 w 104"/>
                  <a:gd name="T16" fmla="*/ 0 h 136"/>
                  <a:gd name="T17" fmla="*/ 104 w 104"/>
                  <a:gd name="T18" fmla="*/ 136 h 136"/>
                </a:gdLst>
                <a:ahLst/>
                <a:cxnLst>
                  <a:cxn ang="T10">
                    <a:pos x="T0" y="T1"/>
                  </a:cxn>
                  <a:cxn ang="T11">
                    <a:pos x="T2" y="T3"/>
                  </a:cxn>
                  <a:cxn ang="T12">
                    <a:pos x="T4" y="T5"/>
                  </a:cxn>
                  <a:cxn ang="T13">
                    <a:pos x="T6" y="T7"/>
                  </a:cxn>
                  <a:cxn ang="T14">
                    <a:pos x="T8" y="T9"/>
                  </a:cxn>
                </a:cxnLst>
                <a:rect l="T15" t="T16" r="T17" b="T18"/>
                <a:pathLst>
                  <a:path w="104" h="136">
                    <a:moveTo>
                      <a:pt x="104" y="0"/>
                    </a:moveTo>
                    <a:lnTo>
                      <a:pt x="56" y="136"/>
                    </a:lnTo>
                    <a:lnTo>
                      <a:pt x="32" y="112"/>
                    </a:lnTo>
                    <a:lnTo>
                      <a:pt x="0" y="96"/>
                    </a:lnTo>
                    <a:lnTo>
                      <a:pt x="104" y="0"/>
                    </a:lnTo>
                    <a:close/>
                  </a:path>
                </a:pathLst>
              </a:custGeom>
              <a:solidFill>
                <a:schemeClr val="bg2"/>
              </a:solidFill>
              <a:ln w="9525">
                <a:solidFill>
                  <a:schemeClr val="bg2"/>
                </a:solidFill>
                <a:round/>
                <a:headEnd/>
                <a:tailEnd/>
              </a:ln>
            </p:spPr>
            <p:txBody>
              <a:bodyPr/>
              <a:lstStyle/>
              <a:p>
                <a:endParaRPr lang="en-US"/>
              </a:p>
            </p:txBody>
          </p:sp>
          <p:sp>
            <p:nvSpPr>
              <p:cNvPr id="110906" name="Line 11"/>
              <p:cNvSpPr>
                <a:spLocks noChangeShapeType="1"/>
              </p:cNvSpPr>
              <p:nvPr/>
            </p:nvSpPr>
            <p:spPr bwMode="auto">
              <a:xfrm flipV="1">
                <a:off x="1483" y="2483"/>
                <a:ext cx="362" cy="494"/>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9692" name="Group 12"/>
            <p:cNvGrpSpPr>
              <a:grpSpLocks/>
            </p:cNvGrpSpPr>
            <p:nvPr/>
          </p:nvGrpSpPr>
          <p:grpSpPr bwMode="auto">
            <a:xfrm>
              <a:off x="1936" y="2379"/>
              <a:ext cx="894" cy="604"/>
              <a:chOff x="1936" y="2379"/>
              <a:chExt cx="894" cy="604"/>
            </a:xfrm>
          </p:grpSpPr>
          <p:sp>
            <p:nvSpPr>
              <p:cNvPr id="110903" name="Freeform 13"/>
              <p:cNvSpPr>
                <a:spLocks/>
              </p:cNvSpPr>
              <p:nvPr/>
            </p:nvSpPr>
            <p:spPr bwMode="auto">
              <a:xfrm>
                <a:off x="2702" y="2379"/>
                <a:ext cx="128" cy="104"/>
              </a:xfrm>
              <a:custGeom>
                <a:avLst/>
                <a:gdLst>
                  <a:gd name="T0" fmla="*/ 128 w 128"/>
                  <a:gd name="T1" fmla="*/ 0 h 104"/>
                  <a:gd name="T2" fmla="*/ 40 w 128"/>
                  <a:gd name="T3" fmla="*/ 104 h 104"/>
                  <a:gd name="T4" fmla="*/ 16 w 128"/>
                  <a:gd name="T5" fmla="*/ 80 h 104"/>
                  <a:gd name="T6" fmla="*/ 0 w 128"/>
                  <a:gd name="T7" fmla="*/ 48 h 104"/>
                  <a:gd name="T8" fmla="*/ 128 w 128"/>
                  <a:gd name="T9" fmla="*/ 0 h 104"/>
                  <a:gd name="T10" fmla="*/ 0 60000 65536"/>
                  <a:gd name="T11" fmla="*/ 0 60000 65536"/>
                  <a:gd name="T12" fmla="*/ 0 60000 65536"/>
                  <a:gd name="T13" fmla="*/ 0 60000 65536"/>
                  <a:gd name="T14" fmla="*/ 0 60000 65536"/>
                  <a:gd name="T15" fmla="*/ 0 w 128"/>
                  <a:gd name="T16" fmla="*/ 0 h 104"/>
                  <a:gd name="T17" fmla="*/ 128 w 128"/>
                  <a:gd name="T18" fmla="*/ 104 h 104"/>
                </a:gdLst>
                <a:ahLst/>
                <a:cxnLst>
                  <a:cxn ang="T10">
                    <a:pos x="T0" y="T1"/>
                  </a:cxn>
                  <a:cxn ang="T11">
                    <a:pos x="T2" y="T3"/>
                  </a:cxn>
                  <a:cxn ang="T12">
                    <a:pos x="T4" y="T5"/>
                  </a:cxn>
                  <a:cxn ang="T13">
                    <a:pos x="T6" y="T7"/>
                  </a:cxn>
                  <a:cxn ang="T14">
                    <a:pos x="T8" y="T9"/>
                  </a:cxn>
                </a:cxnLst>
                <a:rect l="T15" t="T16" r="T17" b="T18"/>
                <a:pathLst>
                  <a:path w="128" h="104">
                    <a:moveTo>
                      <a:pt x="128" y="0"/>
                    </a:moveTo>
                    <a:lnTo>
                      <a:pt x="40" y="104"/>
                    </a:lnTo>
                    <a:lnTo>
                      <a:pt x="16" y="80"/>
                    </a:lnTo>
                    <a:lnTo>
                      <a:pt x="0" y="48"/>
                    </a:lnTo>
                    <a:lnTo>
                      <a:pt x="128" y="0"/>
                    </a:lnTo>
                    <a:close/>
                  </a:path>
                </a:pathLst>
              </a:custGeom>
              <a:solidFill>
                <a:schemeClr val="bg2"/>
              </a:solidFill>
              <a:ln w="9525">
                <a:solidFill>
                  <a:schemeClr val="bg2"/>
                </a:solidFill>
                <a:round/>
                <a:headEnd/>
                <a:tailEnd/>
              </a:ln>
            </p:spPr>
            <p:txBody>
              <a:bodyPr/>
              <a:lstStyle/>
              <a:p>
                <a:endParaRPr lang="en-US"/>
              </a:p>
            </p:txBody>
          </p:sp>
          <p:sp>
            <p:nvSpPr>
              <p:cNvPr id="110904" name="Line 14"/>
              <p:cNvSpPr>
                <a:spLocks noChangeShapeType="1"/>
              </p:cNvSpPr>
              <p:nvPr/>
            </p:nvSpPr>
            <p:spPr bwMode="auto">
              <a:xfrm flipV="1">
                <a:off x="1936" y="2455"/>
                <a:ext cx="790" cy="528"/>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9693" name="Group 15"/>
            <p:cNvGrpSpPr>
              <a:grpSpLocks/>
            </p:cNvGrpSpPr>
            <p:nvPr/>
          </p:nvGrpSpPr>
          <p:grpSpPr bwMode="auto">
            <a:xfrm>
              <a:off x="1952" y="2076"/>
              <a:ext cx="886" cy="290"/>
              <a:chOff x="1952" y="2076"/>
              <a:chExt cx="886" cy="290"/>
            </a:xfrm>
          </p:grpSpPr>
          <p:sp>
            <p:nvSpPr>
              <p:cNvPr id="110901" name="Freeform 16"/>
              <p:cNvSpPr>
                <a:spLocks/>
              </p:cNvSpPr>
              <p:nvPr/>
            </p:nvSpPr>
            <p:spPr bwMode="auto">
              <a:xfrm>
                <a:off x="2702" y="2076"/>
                <a:ext cx="136" cy="72"/>
              </a:xfrm>
              <a:custGeom>
                <a:avLst/>
                <a:gdLst>
                  <a:gd name="T0" fmla="*/ 136 w 136"/>
                  <a:gd name="T1" fmla="*/ 0 h 72"/>
                  <a:gd name="T2" fmla="*/ 16 w 136"/>
                  <a:gd name="T3" fmla="*/ 72 h 72"/>
                  <a:gd name="T4" fmla="*/ 8 w 136"/>
                  <a:gd name="T5" fmla="*/ 40 h 72"/>
                  <a:gd name="T6" fmla="*/ 0 w 136"/>
                  <a:gd name="T7" fmla="*/ 8 h 72"/>
                  <a:gd name="T8" fmla="*/ 136 w 136"/>
                  <a:gd name="T9" fmla="*/ 0 h 72"/>
                  <a:gd name="T10" fmla="*/ 0 60000 65536"/>
                  <a:gd name="T11" fmla="*/ 0 60000 65536"/>
                  <a:gd name="T12" fmla="*/ 0 60000 65536"/>
                  <a:gd name="T13" fmla="*/ 0 60000 65536"/>
                  <a:gd name="T14" fmla="*/ 0 60000 65536"/>
                  <a:gd name="T15" fmla="*/ 0 w 136"/>
                  <a:gd name="T16" fmla="*/ 0 h 72"/>
                  <a:gd name="T17" fmla="*/ 136 w 136"/>
                  <a:gd name="T18" fmla="*/ 72 h 72"/>
                </a:gdLst>
                <a:ahLst/>
                <a:cxnLst>
                  <a:cxn ang="T10">
                    <a:pos x="T0" y="T1"/>
                  </a:cxn>
                  <a:cxn ang="T11">
                    <a:pos x="T2" y="T3"/>
                  </a:cxn>
                  <a:cxn ang="T12">
                    <a:pos x="T4" y="T5"/>
                  </a:cxn>
                  <a:cxn ang="T13">
                    <a:pos x="T6" y="T7"/>
                  </a:cxn>
                  <a:cxn ang="T14">
                    <a:pos x="T8" y="T9"/>
                  </a:cxn>
                </a:cxnLst>
                <a:rect l="T15" t="T16" r="T17" b="T18"/>
                <a:pathLst>
                  <a:path w="136" h="72">
                    <a:moveTo>
                      <a:pt x="136" y="0"/>
                    </a:moveTo>
                    <a:lnTo>
                      <a:pt x="16" y="72"/>
                    </a:lnTo>
                    <a:lnTo>
                      <a:pt x="8" y="40"/>
                    </a:lnTo>
                    <a:lnTo>
                      <a:pt x="0" y="8"/>
                    </a:lnTo>
                    <a:lnTo>
                      <a:pt x="136" y="0"/>
                    </a:lnTo>
                    <a:close/>
                  </a:path>
                </a:pathLst>
              </a:custGeom>
              <a:solidFill>
                <a:schemeClr val="bg2"/>
              </a:solidFill>
              <a:ln w="9525">
                <a:solidFill>
                  <a:schemeClr val="bg2"/>
                </a:solidFill>
                <a:round/>
                <a:headEnd/>
                <a:tailEnd/>
              </a:ln>
            </p:spPr>
            <p:txBody>
              <a:bodyPr/>
              <a:lstStyle/>
              <a:p>
                <a:endParaRPr lang="en-US"/>
              </a:p>
            </p:txBody>
          </p:sp>
          <p:sp>
            <p:nvSpPr>
              <p:cNvPr id="110902" name="Line 17"/>
              <p:cNvSpPr>
                <a:spLocks noChangeShapeType="1"/>
              </p:cNvSpPr>
              <p:nvPr/>
            </p:nvSpPr>
            <p:spPr bwMode="auto">
              <a:xfrm flipV="1">
                <a:off x="1952" y="2114"/>
                <a:ext cx="766" cy="252"/>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9694" name="Group 18"/>
            <p:cNvGrpSpPr>
              <a:grpSpLocks/>
            </p:cNvGrpSpPr>
            <p:nvPr/>
          </p:nvGrpSpPr>
          <p:grpSpPr bwMode="auto">
            <a:xfrm>
              <a:off x="1481" y="1769"/>
              <a:ext cx="894" cy="283"/>
              <a:chOff x="1481" y="1769"/>
              <a:chExt cx="894" cy="283"/>
            </a:xfrm>
          </p:grpSpPr>
          <p:sp>
            <p:nvSpPr>
              <p:cNvPr id="110899" name="Freeform 19"/>
              <p:cNvSpPr>
                <a:spLocks/>
              </p:cNvSpPr>
              <p:nvPr/>
            </p:nvSpPr>
            <p:spPr bwMode="auto">
              <a:xfrm>
                <a:off x="2231" y="1980"/>
                <a:ext cx="144" cy="72"/>
              </a:xfrm>
              <a:custGeom>
                <a:avLst/>
                <a:gdLst>
                  <a:gd name="T0" fmla="*/ 144 w 144"/>
                  <a:gd name="T1" fmla="*/ 72 h 72"/>
                  <a:gd name="T2" fmla="*/ 0 w 144"/>
                  <a:gd name="T3" fmla="*/ 64 h 72"/>
                  <a:gd name="T4" fmla="*/ 16 w 144"/>
                  <a:gd name="T5" fmla="*/ 32 h 72"/>
                  <a:gd name="T6" fmla="*/ 24 w 144"/>
                  <a:gd name="T7" fmla="*/ 0 h 72"/>
                  <a:gd name="T8" fmla="*/ 144 w 144"/>
                  <a:gd name="T9" fmla="*/ 72 h 72"/>
                  <a:gd name="T10" fmla="*/ 0 60000 65536"/>
                  <a:gd name="T11" fmla="*/ 0 60000 65536"/>
                  <a:gd name="T12" fmla="*/ 0 60000 65536"/>
                  <a:gd name="T13" fmla="*/ 0 60000 65536"/>
                  <a:gd name="T14" fmla="*/ 0 60000 65536"/>
                  <a:gd name="T15" fmla="*/ 0 w 144"/>
                  <a:gd name="T16" fmla="*/ 0 h 72"/>
                  <a:gd name="T17" fmla="*/ 144 w 144"/>
                  <a:gd name="T18" fmla="*/ 72 h 72"/>
                </a:gdLst>
                <a:ahLst/>
                <a:cxnLst>
                  <a:cxn ang="T10">
                    <a:pos x="T0" y="T1"/>
                  </a:cxn>
                  <a:cxn ang="T11">
                    <a:pos x="T2" y="T3"/>
                  </a:cxn>
                  <a:cxn ang="T12">
                    <a:pos x="T4" y="T5"/>
                  </a:cxn>
                  <a:cxn ang="T13">
                    <a:pos x="T6" y="T7"/>
                  </a:cxn>
                  <a:cxn ang="T14">
                    <a:pos x="T8" y="T9"/>
                  </a:cxn>
                </a:cxnLst>
                <a:rect l="T15" t="T16" r="T17" b="T18"/>
                <a:pathLst>
                  <a:path w="144" h="72">
                    <a:moveTo>
                      <a:pt x="144" y="72"/>
                    </a:moveTo>
                    <a:lnTo>
                      <a:pt x="0" y="64"/>
                    </a:lnTo>
                    <a:lnTo>
                      <a:pt x="16" y="32"/>
                    </a:lnTo>
                    <a:lnTo>
                      <a:pt x="24" y="0"/>
                    </a:lnTo>
                    <a:lnTo>
                      <a:pt x="144" y="72"/>
                    </a:lnTo>
                    <a:close/>
                  </a:path>
                </a:pathLst>
              </a:custGeom>
              <a:solidFill>
                <a:schemeClr val="bg2"/>
              </a:solidFill>
              <a:ln w="9525">
                <a:solidFill>
                  <a:schemeClr val="bg2"/>
                </a:solidFill>
                <a:round/>
                <a:headEnd/>
                <a:tailEnd/>
              </a:ln>
            </p:spPr>
            <p:txBody>
              <a:bodyPr/>
              <a:lstStyle/>
              <a:p>
                <a:endParaRPr lang="en-US"/>
              </a:p>
            </p:txBody>
          </p:sp>
          <p:sp>
            <p:nvSpPr>
              <p:cNvPr id="110900" name="Line 20"/>
              <p:cNvSpPr>
                <a:spLocks noChangeShapeType="1"/>
              </p:cNvSpPr>
              <p:nvPr/>
            </p:nvSpPr>
            <p:spPr bwMode="auto">
              <a:xfrm>
                <a:off x="1481" y="1769"/>
                <a:ext cx="774" cy="244"/>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109695" name="Oval 21"/>
            <p:cNvSpPr>
              <a:spLocks noChangeArrowheads="1"/>
            </p:cNvSpPr>
            <p:nvPr/>
          </p:nvSpPr>
          <p:spPr bwMode="auto">
            <a:xfrm>
              <a:off x="1457" y="1741"/>
              <a:ext cx="32" cy="40"/>
            </a:xfrm>
            <a:prstGeom prst="ellipse">
              <a:avLst/>
            </a:prstGeom>
            <a:solidFill>
              <a:schemeClr val="bg2"/>
            </a:solidFill>
            <a:ln w="9525">
              <a:solidFill>
                <a:schemeClr val="bg2"/>
              </a:solidFill>
              <a:round/>
              <a:headEnd/>
              <a:tailEnd/>
            </a:ln>
          </p:spPr>
          <p:txBody>
            <a:bodyPr/>
            <a:lstStyle/>
            <a:p>
              <a:endParaRPr lang="en-US"/>
            </a:p>
          </p:txBody>
        </p:sp>
        <p:sp>
          <p:nvSpPr>
            <p:cNvPr id="109696" name="Oval 22"/>
            <p:cNvSpPr>
              <a:spLocks noChangeArrowheads="1"/>
            </p:cNvSpPr>
            <p:nvPr/>
          </p:nvSpPr>
          <p:spPr bwMode="auto">
            <a:xfrm>
              <a:off x="1457" y="1741"/>
              <a:ext cx="32" cy="40"/>
            </a:xfrm>
            <a:prstGeom prst="ellipse">
              <a:avLst/>
            </a:prstGeom>
            <a:solidFill>
              <a:schemeClr val="bg2"/>
            </a:solidFill>
            <a:ln w="25400">
              <a:solidFill>
                <a:schemeClr val="bg2"/>
              </a:solidFill>
              <a:round/>
              <a:headEnd/>
              <a:tailEnd/>
            </a:ln>
          </p:spPr>
          <p:txBody>
            <a:bodyPr/>
            <a:lstStyle/>
            <a:p>
              <a:endParaRPr lang="en-US"/>
            </a:p>
          </p:txBody>
        </p:sp>
        <p:sp>
          <p:nvSpPr>
            <p:cNvPr id="109697" name="Oval 23"/>
            <p:cNvSpPr>
              <a:spLocks noChangeArrowheads="1"/>
            </p:cNvSpPr>
            <p:nvPr/>
          </p:nvSpPr>
          <p:spPr bwMode="auto">
            <a:xfrm>
              <a:off x="1457" y="2044"/>
              <a:ext cx="40" cy="40"/>
            </a:xfrm>
            <a:prstGeom prst="ellipse">
              <a:avLst/>
            </a:prstGeom>
            <a:solidFill>
              <a:schemeClr val="bg2"/>
            </a:solidFill>
            <a:ln w="9525">
              <a:solidFill>
                <a:schemeClr val="bg2"/>
              </a:solidFill>
              <a:round/>
              <a:headEnd/>
              <a:tailEnd/>
            </a:ln>
          </p:spPr>
          <p:txBody>
            <a:bodyPr/>
            <a:lstStyle/>
            <a:p>
              <a:endParaRPr lang="en-US"/>
            </a:p>
          </p:txBody>
        </p:sp>
        <p:sp>
          <p:nvSpPr>
            <p:cNvPr id="109698" name="Oval 24"/>
            <p:cNvSpPr>
              <a:spLocks noChangeArrowheads="1"/>
            </p:cNvSpPr>
            <p:nvPr/>
          </p:nvSpPr>
          <p:spPr bwMode="auto">
            <a:xfrm>
              <a:off x="1457" y="2044"/>
              <a:ext cx="40" cy="40"/>
            </a:xfrm>
            <a:prstGeom prst="ellipse">
              <a:avLst/>
            </a:prstGeom>
            <a:solidFill>
              <a:schemeClr val="bg2"/>
            </a:solidFill>
            <a:ln w="25400">
              <a:solidFill>
                <a:schemeClr val="bg2"/>
              </a:solidFill>
              <a:round/>
              <a:headEnd/>
              <a:tailEnd/>
            </a:ln>
          </p:spPr>
          <p:txBody>
            <a:bodyPr/>
            <a:lstStyle/>
            <a:p>
              <a:endParaRPr lang="en-US"/>
            </a:p>
          </p:txBody>
        </p:sp>
        <p:sp>
          <p:nvSpPr>
            <p:cNvPr id="109699" name="Oval 25"/>
            <p:cNvSpPr>
              <a:spLocks noChangeArrowheads="1"/>
            </p:cNvSpPr>
            <p:nvPr/>
          </p:nvSpPr>
          <p:spPr bwMode="auto">
            <a:xfrm>
              <a:off x="1457" y="2355"/>
              <a:ext cx="40" cy="32"/>
            </a:xfrm>
            <a:prstGeom prst="ellipse">
              <a:avLst/>
            </a:prstGeom>
            <a:solidFill>
              <a:schemeClr val="bg2"/>
            </a:solidFill>
            <a:ln w="9525">
              <a:solidFill>
                <a:schemeClr val="bg2"/>
              </a:solidFill>
              <a:round/>
              <a:headEnd/>
              <a:tailEnd/>
            </a:ln>
          </p:spPr>
          <p:txBody>
            <a:bodyPr/>
            <a:lstStyle/>
            <a:p>
              <a:endParaRPr lang="en-US"/>
            </a:p>
          </p:txBody>
        </p:sp>
        <p:sp>
          <p:nvSpPr>
            <p:cNvPr id="109700" name="Oval 26"/>
            <p:cNvSpPr>
              <a:spLocks noChangeArrowheads="1"/>
            </p:cNvSpPr>
            <p:nvPr/>
          </p:nvSpPr>
          <p:spPr bwMode="auto">
            <a:xfrm>
              <a:off x="1457" y="2355"/>
              <a:ext cx="40" cy="32"/>
            </a:xfrm>
            <a:prstGeom prst="ellipse">
              <a:avLst/>
            </a:prstGeom>
            <a:solidFill>
              <a:schemeClr val="bg2"/>
            </a:solidFill>
            <a:ln w="25400">
              <a:solidFill>
                <a:schemeClr val="bg2"/>
              </a:solidFill>
              <a:round/>
              <a:headEnd/>
              <a:tailEnd/>
            </a:ln>
          </p:spPr>
          <p:txBody>
            <a:bodyPr/>
            <a:lstStyle/>
            <a:p>
              <a:endParaRPr lang="en-US"/>
            </a:p>
          </p:txBody>
        </p:sp>
        <p:sp>
          <p:nvSpPr>
            <p:cNvPr id="109701" name="Oval 27"/>
            <p:cNvSpPr>
              <a:spLocks noChangeArrowheads="1"/>
            </p:cNvSpPr>
            <p:nvPr/>
          </p:nvSpPr>
          <p:spPr bwMode="auto">
            <a:xfrm>
              <a:off x="1457" y="2658"/>
              <a:ext cx="32" cy="32"/>
            </a:xfrm>
            <a:prstGeom prst="ellipse">
              <a:avLst/>
            </a:prstGeom>
            <a:solidFill>
              <a:schemeClr val="bg2"/>
            </a:solidFill>
            <a:ln w="9525">
              <a:solidFill>
                <a:schemeClr val="bg2"/>
              </a:solidFill>
              <a:round/>
              <a:headEnd/>
              <a:tailEnd/>
            </a:ln>
          </p:spPr>
          <p:txBody>
            <a:bodyPr/>
            <a:lstStyle/>
            <a:p>
              <a:endParaRPr lang="en-US"/>
            </a:p>
          </p:txBody>
        </p:sp>
        <p:sp>
          <p:nvSpPr>
            <p:cNvPr id="109702" name="Oval 28"/>
            <p:cNvSpPr>
              <a:spLocks noChangeArrowheads="1"/>
            </p:cNvSpPr>
            <p:nvPr/>
          </p:nvSpPr>
          <p:spPr bwMode="auto">
            <a:xfrm>
              <a:off x="1457" y="2658"/>
              <a:ext cx="32" cy="32"/>
            </a:xfrm>
            <a:prstGeom prst="ellipse">
              <a:avLst/>
            </a:prstGeom>
            <a:solidFill>
              <a:schemeClr val="bg2"/>
            </a:solidFill>
            <a:ln w="25400">
              <a:solidFill>
                <a:schemeClr val="bg2"/>
              </a:solidFill>
              <a:round/>
              <a:headEnd/>
              <a:tailEnd/>
            </a:ln>
          </p:spPr>
          <p:txBody>
            <a:bodyPr/>
            <a:lstStyle/>
            <a:p>
              <a:endParaRPr lang="en-US"/>
            </a:p>
          </p:txBody>
        </p:sp>
        <p:sp>
          <p:nvSpPr>
            <p:cNvPr id="109703" name="Oval 29"/>
            <p:cNvSpPr>
              <a:spLocks noChangeArrowheads="1"/>
            </p:cNvSpPr>
            <p:nvPr/>
          </p:nvSpPr>
          <p:spPr bwMode="auto">
            <a:xfrm>
              <a:off x="1449" y="2969"/>
              <a:ext cx="40" cy="32"/>
            </a:xfrm>
            <a:prstGeom prst="ellipse">
              <a:avLst/>
            </a:prstGeom>
            <a:solidFill>
              <a:schemeClr val="bg2"/>
            </a:solidFill>
            <a:ln w="9525">
              <a:solidFill>
                <a:schemeClr val="bg2"/>
              </a:solidFill>
              <a:round/>
              <a:headEnd/>
              <a:tailEnd/>
            </a:ln>
          </p:spPr>
          <p:txBody>
            <a:bodyPr/>
            <a:lstStyle/>
            <a:p>
              <a:endParaRPr lang="en-US"/>
            </a:p>
          </p:txBody>
        </p:sp>
        <p:sp>
          <p:nvSpPr>
            <p:cNvPr id="109704" name="Oval 30"/>
            <p:cNvSpPr>
              <a:spLocks noChangeArrowheads="1"/>
            </p:cNvSpPr>
            <p:nvPr/>
          </p:nvSpPr>
          <p:spPr bwMode="auto">
            <a:xfrm>
              <a:off x="1449" y="2969"/>
              <a:ext cx="40" cy="32"/>
            </a:xfrm>
            <a:prstGeom prst="ellipse">
              <a:avLst/>
            </a:prstGeom>
            <a:solidFill>
              <a:schemeClr val="bg2"/>
            </a:solidFill>
            <a:ln w="25400">
              <a:solidFill>
                <a:schemeClr val="bg2"/>
              </a:solidFill>
              <a:round/>
              <a:headEnd/>
              <a:tailEnd/>
            </a:ln>
          </p:spPr>
          <p:txBody>
            <a:bodyPr/>
            <a:lstStyle/>
            <a:p>
              <a:endParaRPr lang="en-US"/>
            </a:p>
          </p:txBody>
        </p:sp>
        <p:grpSp>
          <p:nvGrpSpPr>
            <p:cNvPr id="109705" name="Group 31"/>
            <p:cNvGrpSpPr>
              <a:grpSpLocks/>
            </p:cNvGrpSpPr>
            <p:nvPr/>
          </p:nvGrpSpPr>
          <p:grpSpPr bwMode="auto">
            <a:xfrm>
              <a:off x="1912" y="1741"/>
              <a:ext cx="40" cy="1260"/>
              <a:chOff x="1912" y="1741"/>
              <a:chExt cx="40" cy="1260"/>
            </a:xfrm>
          </p:grpSpPr>
          <p:sp>
            <p:nvSpPr>
              <p:cNvPr id="110889" name="Oval 32"/>
              <p:cNvSpPr>
                <a:spLocks noChangeArrowheads="1"/>
              </p:cNvSpPr>
              <p:nvPr/>
            </p:nvSpPr>
            <p:spPr bwMode="auto">
              <a:xfrm>
                <a:off x="1920" y="1741"/>
                <a:ext cx="32" cy="32"/>
              </a:xfrm>
              <a:prstGeom prst="ellipse">
                <a:avLst/>
              </a:prstGeom>
              <a:solidFill>
                <a:schemeClr val="bg2"/>
              </a:solidFill>
              <a:ln w="9525">
                <a:solidFill>
                  <a:schemeClr val="bg2"/>
                </a:solidFill>
                <a:round/>
                <a:headEnd/>
                <a:tailEnd/>
              </a:ln>
            </p:spPr>
            <p:txBody>
              <a:bodyPr/>
              <a:lstStyle/>
              <a:p>
                <a:endParaRPr lang="en-US"/>
              </a:p>
            </p:txBody>
          </p:sp>
          <p:sp>
            <p:nvSpPr>
              <p:cNvPr id="110890" name="Oval 33"/>
              <p:cNvSpPr>
                <a:spLocks noChangeArrowheads="1"/>
              </p:cNvSpPr>
              <p:nvPr/>
            </p:nvSpPr>
            <p:spPr bwMode="auto">
              <a:xfrm>
                <a:off x="1920" y="1741"/>
                <a:ext cx="32" cy="32"/>
              </a:xfrm>
              <a:prstGeom prst="ellipse">
                <a:avLst/>
              </a:prstGeom>
              <a:solidFill>
                <a:schemeClr val="bg2"/>
              </a:solidFill>
              <a:ln w="25400">
                <a:solidFill>
                  <a:schemeClr val="bg2"/>
                </a:solidFill>
                <a:round/>
                <a:headEnd/>
                <a:tailEnd/>
              </a:ln>
            </p:spPr>
            <p:txBody>
              <a:bodyPr/>
              <a:lstStyle/>
              <a:p>
                <a:endParaRPr lang="en-US"/>
              </a:p>
            </p:txBody>
          </p:sp>
          <p:sp>
            <p:nvSpPr>
              <p:cNvPr id="110891" name="Oval 34"/>
              <p:cNvSpPr>
                <a:spLocks noChangeArrowheads="1"/>
              </p:cNvSpPr>
              <p:nvPr/>
            </p:nvSpPr>
            <p:spPr bwMode="auto">
              <a:xfrm>
                <a:off x="1920" y="2044"/>
                <a:ext cx="32" cy="32"/>
              </a:xfrm>
              <a:prstGeom prst="ellipse">
                <a:avLst/>
              </a:prstGeom>
              <a:solidFill>
                <a:schemeClr val="bg2"/>
              </a:solidFill>
              <a:ln w="9525">
                <a:solidFill>
                  <a:schemeClr val="bg2"/>
                </a:solidFill>
                <a:round/>
                <a:headEnd/>
                <a:tailEnd/>
              </a:ln>
            </p:spPr>
            <p:txBody>
              <a:bodyPr/>
              <a:lstStyle/>
              <a:p>
                <a:endParaRPr lang="en-US"/>
              </a:p>
            </p:txBody>
          </p:sp>
          <p:sp>
            <p:nvSpPr>
              <p:cNvPr id="110892" name="Oval 35"/>
              <p:cNvSpPr>
                <a:spLocks noChangeArrowheads="1"/>
              </p:cNvSpPr>
              <p:nvPr/>
            </p:nvSpPr>
            <p:spPr bwMode="auto">
              <a:xfrm>
                <a:off x="1920" y="2044"/>
                <a:ext cx="32" cy="32"/>
              </a:xfrm>
              <a:prstGeom prst="ellipse">
                <a:avLst/>
              </a:prstGeom>
              <a:solidFill>
                <a:schemeClr val="bg2"/>
              </a:solidFill>
              <a:ln w="25400">
                <a:solidFill>
                  <a:schemeClr val="bg2"/>
                </a:solidFill>
                <a:round/>
                <a:headEnd/>
                <a:tailEnd/>
              </a:ln>
            </p:spPr>
            <p:txBody>
              <a:bodyPr/>
              <a:lstStyle/>
              <a:p>
                <a:endParaRPr lang="en-US"/>
              </a:p>
            </p:txBody>
          </p:sp>
          <p:sp>
            <p:nvSpPr>
              <p:cNvPr id="110893" name="Oval 36"/>
              <p:cNvSpPr>
                <a:spLocks noChangeArrowheads="1"/>
              </p:cNvSpPr>
              <p:nvPr/>
            </p:nvSpPr>
            <p:spPr bwMode="auto">
              <a:xfrm>
                <a:off x="1920" y="2347"/>
                <a:ext cx="32" cy="40"/>
              </a:xfrm>
              <a:prstGeom prst="ellipse">
                <a:avLst/>
              </a:prstGeom>
              <a:solidFill>
                <a:schemeClr val="bg2"/>
              </a:solidFill>
              <a:ln w="9525">
                <a:solidFill>
                  <a:schemeClr val="bg2"/>
                </a:solidFill>
                <a:round/>
                <a:headEnd/>
                <a:tailEnd/>
              </a:ln>
            </p:spPr>
            <p:txBody>
              <a:bodyPr/>
              <a:lstStyle/>
              <a:p>
                <a:endParaRPr lang="en-US"/>
              </a:p>
            </p:txBody>
          </p:sp>
          <p:sp>
            <p:nvSpPr>
              <p:cNvPr id="110894" name="Oval 37"/>
              <p:cNvSpPr>
                <a:spLocks noChangeArrowheads="1"/>
              </p:cNvSpPr>
              <p:nvPr/>
            </p:nvSpPr>
            <p:spPr bwMode="auto">
              <a:xfrm>
                <a:off x="1920" y="2347"/>
                <a:ext cx="32" cy="40"/>
              </a:xfrm>
              <a:prstGeom prst="ellipse">
                <a:avLst/>
              </a:prstGeom>
              <a:solidFill>
                <a:schemeClr val="bg2"/>
              </a:solidFill>
              <a:ln w="25400">
                <a:solidFill>
                  <a:schemeClr val="bg2"/>
                </a:solidFill>
                <a:round/>
                <a:headEnd/>
                <a:tailEnd/>
              </a:ln>
            </p:spPr>
            <p:txBody>
              <a:bodyPr/>
              <a:lstStyle/>
              <a:p>
                <a:endParaRPr lang="en-US"/>
              </a:p>
            </p:txBody>
          </p:sp>
          <p:sp>
            <p:nvSpPr>
              <p:cNvPr id="110895" name="Oval 38"/>
              <p:cNvSpPr>
                <a:spLocks noChangeArrowheads="1"/>
              </p:cNvSpPr>
              <p:nvPr/>
            </p:nvSpPr>
            <p:spPr bwMode="auto">
              <a:xfrm>
                <a:off x="1920" y="2658"/>
                <a:ext cx="32" cy="32"/>
              </a:xfrm>
              <a:prstGeom prst="ellipse">
                <a:avLst/>
              </a:prstGeom>
              <a:solidFill>
                <a:schemeClr val="bg2"/>
              </a:solidFill>
              <a:ln w="9525">
                <a:solidFill>
                  <a:schemeClr val="bg2"/>
                </a:solidFill>
                <a:round/>
                <a:headEnd/>
                <a:tailEnd/>
              </a:ln>
            </p:spPr>
            <p:txBody>
              <a:bodyPr/>
              <a:lstStyle/>
              <a:p>
                <a:endParaRPr lang="en-US"/>
              </a:p>
            </p:txBody>
          </p:sp>
          <p:sp>
            <p:nvSpPr>
              <p:cNvPr id="110896" name="Oval 39"/>
              <p:cNvSpPr>
                <a:spLocks noChangeArrowheads="1"/>
              </p:cNvSpPr>
              <p:nvPr/>
            </p:nvSpPr>
            <p:spPr bwMode="auto">
              <a:xfrm>
                <a:off x="1920" y="2658"/>
                <a:ext cx="32" cy="32"/>
              </a:xfrm>
              <a:prstGeom prst="ellipse">
                <a:avLst/>
              </a:prstGeom>
              <a:solidFill>
                <a:schemeClr val="bg2"/>
              </a:solidFill>
              <a:ln w="25400">
                <a:solidFill>
                  <a:schemeClr val="bg2"/>
                </a:solidFill>
                <a:round/>
                <a:headEnd/>
                <a:tailEnd/>
              </a:ln>
            </p:spPr>
            <p:txBody>
              <a:bodyPr/>
              <a:lstStyle/>
              <a:p>
                <a:endParaRPr lang="en-US"/>
              </a:p>
            </p:txBody>
          </p:sp>
          <p:sp>
            <p:nvSpPr>
              <p:cNvPr id="110897" name="Oval 40"/>
              <p:cNvSpPr>
                <a:spLocks noChangeArrowheads="1"/>
              </p:cNvSpPr>
              <p:nvPr/>
            </p:nvSpPr>
            <p:spPr bwMode="auto">
              <a:xfrm>
                <a:off x="1912" y="2961"/>
                <a:ext cx="32" cy="40"/>
              </a:xfrm>
              <a:prstGeom prst="ellipse">
                <a:avLst/>
              </a:prstGeom>
              <a:solidFill>
                <a:schemeClr val="bg2"/>
              </a:solidFill>
              <a:ln w="9525">
                <a:solidFill>
                  <a:schemeClr val="bg2"/>
                </a:solidFill>
                <a:round/>
                <a:headEnd/>
                <a:tailEnd/>
              </a:ln>
            </p:spPr>
            <p:txBody>
              <a:bodyPr/>
              <a:lstStyle/>
              <a:p>
                <a:endParaRPr lang="en-US"/>
              </a:p>
            </p:txBody>
          </p:sp>
          <p:sp>
            <p:nvSpPr>
              <p:cNvPr id="110898" name="Oval 41"/>
              <p:cNvSpPr>
                <a:spLocks noChangeArrowheads="1"/>
              </p:cNvSpPr>
              <p:nvPr/>
            </p:nvSpPr>
            <p:spPr bwMode="auto">
              <a:xfrm>
                <a:off x="1912" y="2961"/>
                <a:ext cx="32" cy="40"/>
              </a:xfrm>
              <a:prstGeom prst="ellipse">
                <a:avLst/>
              </a:prstGeom>
              <a:solidFill>
                <a:schemeClr val="bg2"/>
              </a:solidFill>
              <a:ln w="25400">
                <a:solidFill>
                  <a:schemeClr val="bg2"/>
                </a:solidFill>
                <a:round/>
                <a:headEnd/>
                <a:tailEnd/>
              </a:ln>
            </p:spPr>
            <p:txBody>
              <a:bodyPr/>
              <a:lstStyle/>
              <a:p>
                <a:endParaRPr lang="en-US"/>
              </a:p>
            </p:txBody>
          </p:sp>
        </p:grpSp>
        <p:grpSp>
          <p:nvGrpSpPr>
            <p:cNvPr id="109706" name="Group 42"/>
            <p:cNvGrpSpPr>
              <a:grpSpLocks/>
            </p:cNvGrpSpPr>
            <p:nvPr/>
          </p:nvGrpSpPr>
          <p:grpSpPr bwMode="auto">
            <a:xfrm>
              <a:off x="2375" y="1749"/>
              <a:ext cx="40" cy="1252"/>
              <a:chOff x="2375" y="1749"/>
              <a:chExt cx="40" cy="1252"/>
            </a:xfrm>
          </p:grpSpPr>
          <p:sp>
            <p:nvSpPr>
              <p:cNvPr id="110879" name="Oval 43"/>
              <p:cNvSpPr>
                <a:spLocks noChangeArrowheads="1"/>
              </p:cNvSpPr>
              <p:nvPr/>
            </p:nvSpPr>
            <p:spPr bwMode="auto">
              <a:xfrm>
                <a:off x="2375" y="1749"/>
                <a:ext cx="32" cy="32"/>
              </a:xfrm>
              <a:prstGeom prst="ellipse">
                <a:avLst/>
              </a:prstGeom>
              <a:solidFill>
                <a:schemeClr val="bg2"/>
              </a:solidFill>
              <a:ln w="9525">
                <a:solidFill>
                  <a:schemeClr val="bg2"/>
                </a:solidFill>
                <a:round/>
                <a:headEnd/>
                <a:tailEnd/>
              </a:ln>
            </p:spPr>
            <p:txBody>
              <a:bodyPr/>
              <a:lstStyle/>
              <a:p>
                <a:endParaRPr lang="en-US"/>
              </a:p>
            </p:txBody>
          </p:sp>
          <p:sp>
            <p:nvSpPr>
              <p:cNvPr id="110880" name="Oval 44"/>
              <p:cNvSpPr>
                <a:spLocks noChangeArrowheads="1"/>
              </p:cNvSpPr>
              <p:nvPr/>
            </p:nvSpPr>
            <p:spPr bwMode="auto">
              <a:xfrm>
                <a:off x="2375" y="1749"/>
                <a:ext cx="32" cy="32"/>
              </a:xfrm>
              <a:prstGeom prst="ellipse">
                <a:avLst/>
              </a:prstGeom>
              <a:solidFill>
                <a:schemeClr val="bg2"/>
              </a:solidFill>
              <a:ln w="25400">
                <a:solidFill>
                  <a:schemeClr val="bg2"/>
                </a:solidFill>
                <a:round/>
                <a:headEnd/>
                <a:tailEnd/>
              </a:ln>
            </p:spPr>
            <p:txBody>
              <a:bodyPr/>
              <a:lstStyle/>
              <a:p>
                <a:endParaRPr lang="en-US"/>
              </a:p>
            </p:txBody>
          </p:sp>
          <p:sp>
            <p:nvSpPr>
              <p:cNvPr id="110881" name="Oval 45"/>
              <p:cNvSpPr>
                <a:spLocks noChangeArrowheads="1"/>
              </p:cNvSpPr>
              <p:nvPr/>
            </p:nvSpPr>
            <p:spPr bwMode="auto">
              <a:xfrm>
                <a:off x="2383" y="2052"/>
                <a:ext cx="32" cy="32"/>
              </a:xfrm>
              <a:prstGeom prst="ellipse">
                <a:avLst/>
              </a:prstGeom>
              <a:solidFill>
                <a:schemeClr val="bg2"/>
              </a:solidFill>
              <a:ln w="9525">
                <a:solidFill>
                  <a:schemeClr val="bg2"/>
                </a:solidFill>
                <a:round/>
                <a:headEnd/>
                <a:tailEnd/>
              </a:ln>
            </p:spPr>
            <p:txBody>
              <a:bodyPr/>
              <a:lstStyle/>
              <a:p>
                <a:endParaRPr lang="en-US"/>
              </a:p>
            </p:txBody>
          </p:sp>
          <p:sp>
            <p:nvSpPr>
              <p:cNvPr id="110882" name="Oval 46"/>
              <p:cNvSpPr>
                <a:spLocks noChangeArrowheads="1"/>
              </p:cNvSpPr>
              <p:nvPr/>
            </p:nvSpPr>
            <p:spPr bwMode="auto">
              <a:xfrm>
                <a:off x="2383" y="2052"/>
                <a:ext cx="32" cy="32"/>
              </a:xfrm>
              <a:prstGeom prst="ellipse">
                <a:avLst/>
              </a:prstGeom>
              <a:solidFill>
                <a:schemeClr val="bg2"/>
              </a:solidFill>
              <a:ln w="25400">
                <a:solidFill>
                  <a:schemeClr val="bg2"/>
                </a:solidFill>
                <a:round/>
                <a:headEnd/>
                <a:tailEnd/>
              </a:ln>
            </p:spPr>
            <p:txBody>
              <a:bodyPr/>
              <a:lstStyle/>
              <a:p>
                <a:endParaRPr lang="en-US"/>
              </a:p>
            </p:txBody>
          </p:sp>
          <p:sp>
            <p:nvSpPr>
              <p:cNvPr id="110883" name="Oval 47"/>
              <p:cNvSpPr>
                <a:spLocks noChangeArrowheads="1"/>
              </p:cNvSpPr>
              <p:nvPr/>
            </p:nvSpPr>
            <p:spPr bwMode="auto">
              <a:xfrm>
                <a:off x="2383" y="2355"/>
                <a:ext cx="32" cy="32"/>
              </a:xfrm>
              <a:prstGeom prst="ellipse">
                <a:avLst/>
              </a:prstGeom>
              <a:solidFill>
                <a:schemeClr val="bg2"/>
              </a:solidFill>
              <a:ln w="9525">
                <a:solidFill>
                  <a:schemeClr val="bg2"/>
                </a:solidFill>
                <a:round/>
                <a:headEnd/>
                <a:tailEnd/>
              </a:ln>
            </p:spPr>
            <p:txBody>
              <a:bodyPr/>
              <a:lstStyle/>
              <a:p>
                <a:endParaRPr lang="en-US"/>
              </a:p>
            </p:txBody>
          </p:sp>
          <p:sp>
            <p:nvSpPr>
              <p:cNvPr id="110884" name="Oval 48"/>
              <p:cNvSpPr>
                <a:spLocks noChangeArrowheads="1"/>
              </p:cNvSpPr>
              <p:nvPr/>
            </p:nvSpPr>
            <p:spPr bwMode="auto">
              <a:xfrm>
                <a:off x="2383" y="2355"/>
                <a:ext cx="32" cy="32"/>
              </a:xfrm>
              <a:prstGeom prst="ellipse">
                <a:avLst/>
              </a:prstGeom>
              <a:solidFill>
                <a:schemeClr val="bg2"/>
              </a:solidFill>
              <a:ln w="25400">
                <a:solidFill>
                  <a:schemeClr val="bg2"/>
                </a:solidFill>
                <a:round/>
                <a:headEnd/>
                <a:tailEnd/>
              </a:ln>
            </p:spPr>
            <p:txBody>
              <a:bodyPr/>
              <a:lstStyle/>
              <a:p>
                <a:endParaRPr lang="en-US"/>
              </a:p>
            </p:txBody>
          </p:sp>
          <p:sp>
            <p:nvSpPr>
              <p:cNvPr id="110885" name="Oval 49"/>
              <p:cNvSpPr>
                <a:spLocks noChangeArrowheads="1"/>
              </p:cNvSpPr>
              <p:nvPr/>
            </p:nvSpPr>
            <p:spPr bwMode="auto">
              <a:xfrm>
                <a:off x="2375" y="2658"/>
                <a:ext cx="32" cy="40"/>
              </a:xfrm>
              <a:prstGeom prst="ellipse">
                <a:avLst/>
              </a:prstGeom>
              <a:solidFill>
                <a:schemeClr val="bg2"/>
              </a:solidFill>
              <a:ln w="9525">
                <a:solidFill>
                  <a:schemeClr val="bg2"/>
                </a:solidFill>
                <a:round/>
                <a:headEnd/>
                <a:tailEnd/>
              </a:ln>
            </p:spPr>
            <p:txBody>
              <a:bodyPr/>
              <a:lstStyle/>
              <a:p>
                <a:endParaRPr lang="en-US"/>
              </a:p>
            </p:txBody>
          </p:sp>
          <p:sp>
            <p:nvSpPr>
              <p:cNvPr id="110886" name="Oval 50"/>
              <p:cNvSpPr>
                <a:spLocks noChangeArrowheads="1"/>
              </p:cNvSpPr>
              <p:nvPr/>
            </p:nvSpPr>
            <p:spPr bwMode="auto">
              <a:xfrm>
                <a:off x="2375" y="2658"/>
                <a:ext cx="32" cy="40"/>
              </a:xfrm>
              <a:prstGeom prst="ellipse">
                <a:avLst/>
              </a:prstGeom>
              <a:solidFill>
                <a:schemeClr val="bg2"/>
              </a:solidFill>
              <a:ln w="25400">
                <a:solidFill>
                  <a:schemeClr val="bg2"/>
                </a:solidFill>
                <a:round/>
                <a:headEnd/>
                <a:tailEnd/>
              </a:ln>
            </p:spPr>
            <p:txBody>
              <a:bodyPr/>
              <a:lstStyle/>
              <a:p>
                <a:endParaRPr lang="en-US"/>
              </a:p>
            </p:txBody>
          </p:sp>
          <p:sp>
            <p:nvSpPr>
              <p:cNvPr id="110887" name="Oval 51"/>
              <p:cNvSpPr>
                <a:spLocks noChangeArrowheads="1"/>
              </p:cNvSpPr>
              <p:nvPr/>
            </p:nvSpPr>
            <p:spPr bwMode="auto">
              <a:xfrm>
                <a:off x="2375" y="2969"/>
                <a:ext cx="32" cy="32"/>
              </a:xfrm>
              <a:prstGeom prst="ellipse">
                <a:avLst/>
              </a:prstGeom>
              <a:solidFill>
                <a:schemeClr val="bg2"/>
              </a:solidFill>
              <a:ln w="9525">
                <a:solidFill>
                  <a:schemeClr val="bg2"/>
                </a:solidFill>
                <a:round/>
                <a:headEnd/>
                <a:tailEnd/>
              </a:ln>
            </p:spPr>
            <p:txBody>
              <a:bodyPr/>
              <a:lstStyle/>
              <a:p>
                <a:endParaRPr lang="en-US"/>
              </a:p>
            </p:txBody>
          </p:sp>
          <p:sp>
            <p:nvSpPr>
              <p:cNvPr id="110888" name="Oval 52"/>
              <p:cNvSpPr>
                <a:spLocks noChangeArrowheads="1"/>
              </p:cNvSpPr>
              <p:nvPr/>
            </p:nvSpPr>
            <p:spPr bwMode="auto">
              <a:xfrm>
                <a:off x="2375" y="2969"/>
                <a:ext cx="32" cy="32"/>
              </a:xfrm>
              <a:prstGeom prst="ellipse">
                <a:avLst/>
              </a:prstGeom>
              <a:solidFill>
                <a:schemeClr val="bg2"/>
              </a:solidFill>
              <a:ln w="25400">
                <a:solidFill>
                  <a:schemeClr val="bg2"/>
                </a:solidFill>
                <a:round/>
                <a:headEnd/>
                <a:tailEnd/>
              </a:ln>
            </p:spPr>
            <p:txBody>
              <a:bodyPr/>
              <a:lstStyle/>
              <a:p>
                <a:endParaRPr lang="en-US"/>
              </a:p>
            </p:txBody>
          </p:sp>
        </p:grpSp>
        <p:grpSp>
          <p:nvGrpSpPr>
            <p:cNvPr id="109707" name="Group 53"/>
            <p:cNvGrpSpPr>
              <a:grpSpLocks/>
            </p:cNvGrpSpPr>
            <p:nvPr/>
          </p:nvGrpSpPr>
          <p:grpSpPr bwMode="auto">
            <a:xfrm>
              <a:off x="1489" y="2076"/>
              <a:ext cx="431" cy="284"/>
              <a:chOff x="1489" y="2076"/>
              <a:chExt cx="431" cy="284"/>
            </a:xfrm>
          </p:grpSpPr>
          <p:sp>
            <p:nvSpPr>
              <p:cNvPr id="110877" name="Freeform 54"/>
              <p:cNvSpPr>
                <a:spLocks/>
              </p:cNvSpPr>
              <p:nvPr/>
            </p:nvSpPr>
            <p:spPr bwMode="auto">
              <a:xfrm>
                <a:off x="1784" y="2076"/>
                <a:ext cx="136" cy="96"/>
              </a:xfrm>
              <a:custGeom>
                <a:avLst/>
                <a:gdLst>
                  <a:gd name="T0" fmla="*/ 136 w 136"/>
                  <a:gd name="T1" fmla="*/ 0 h 96"/>
                  <a:gd name="T2" fmla="*/ 40 w 136"/>
                  <a:gd name="T3" fmla="*/ 96 h 96"/>
                  <a:gd name="T4" fmla="*/ 24 w 136"/>
                  <a:gd name="T5" fmla="*/ 72 h 96"/>
                  <a:gd name="T6" fmla="*/ 0 w 136"/>
                  <a:gd name="T7" fmla="*/ 40 h 96"/>
                  <a:gd name="T8" fmla="*/ 136 w 136"/>
                  <a:gd name="T9" fmla="*/ 0 h 96"/>
                  <a:gd name="T10" fmla="*/ 0 60000 65536"/>
                  <a:gd name="T11" fmla="*/ 0 60000 65536"/>
                  <a:gd name="T12" fmla="*/ 0 60000 65536"/>
                  <a:gd name="T13" fmla="*/ 0 60000 65536"/>
                  <a:gd name="T14" fmla="*/ 0 60000 65536"/>
                  <a:gd name="T15" fmla="*/ 0 w 136"/>
                  <a:gd name="T16" fmla="*/ 0 h 96"/>
                  <a:gd name="T17" fmla="*/ 136 w 136"/>
                  <a:gd name="T18" fmla="*/ 96 h 96"/>
                </a:gdLst>
                <a:ahLst/>
                <a:cxnLst>
                  <a:cxn ang="T10">
                    <a:pos x="T0" y="T1"/>
                  </a:cxn>
                  <a:cxn ang="T11">
                    <a:pos x="T2" y="T3"/>
                  </a:cxn>
                  <a:cxn ang="T12">
                    <a:pos x="T4" y="T5"/>
                  </a:cxn>
                  <a:cxn ang="T13">
                    <a:pos x="T6" y="T7"/>
                  </a:cxn>
                  <a:cxn ang="T14">
                    <a:pos x="T8" y="T9"/>
                  </a:cxn>
                </a:cxnLst>
                <a:rect l="T15" t="T16" r="T17" b="T18"/>
                <a:pathLst>
                  <a:path w="136" h="96">
                    <a:moveTo>
                      <a:pt x="136" y="0"/>
                    </a:moveTo>
                    <a:lnTo>
                      <a:pt x="40" y="96"/>
                    </a:lnTo>
                    <a:lnTo>
                      <a:pt x="24" y="72"/>
                    </a:lnTo>
                    <a:lnTo>
                      <a:pt x="0" y="40"/>
                    </a:lnTo>
                    <a:lnTo>
                      <a:pt x="136" y="0"/>
                    </a:lnTo>
                    <a:close/>
                  </a:path>
                </a:pathLst>
              </a:custGeom>
              <a:solidFill>
                <a:schemeClr val="bg2"/>
              </a:solidFill>
              <a:ln w="9525">
                <a:solidFill>
                  <a:schemeClr val="bg2"/>
                </a:solidFill>
                <a:round/>
                <a:headEnd/>
                <a:tailEnd/>
              </a:ln>
            </p:spPr>
            <p:txBody>
              <a:bodyPr/>
              <a:lstStyle/>
              <a:p>
                <a:endParaRPr lang="en-US"/>
              </a:p>
            </p:txBody>
          </p:sp>
          <p:sp>
            <p:nvSpPr>
              <p:cNvPr id="110878" name="Line 55"/>
              <p:cNvSpPr>
                <a:spLocks noChangeShapeType="1"/>
              </p:cNvSpPr>
              <p:nvPr/>
            </p:nvSpPr>
            <p:spPr bwMode="auto">
              <a:xfrm flipV="1">
                <a:off x="1489" y="2143"/>
                <a:ext cx="327" cy="217"/>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9708" name="Group 56"/>
            <p:cNvGrpSpPr>
              <a:grpSpLocks/>
            </p:cNvGrpSpPr>
            <p:nvPr/>
          </p:nvGrpSpPr>
          <p:grpSpPr bwMode="auto">
            <a:xfrm>
              <a:off x="1489" y="1733"/>
              <a:ext cx="423" cy="56"/>
              <a:chOff x="1489" y="1733"/>
              <a:chExt cx="423" cy="56"/>
            </a:xfrm>
          </p:grpSpPr>
          <p:sp>
            <p:nvSpPr>
              <p:cNvPr id="110869" name="Freeform 57"/>
              <p:cNvSpPr>
                <a:spLocks/>
              </p:cNvSpPr>
              <p:nvPr/>
            </p:nvSpPr>
            <p:spPr bwMode="auto">
              <a:xfrm>
                <a:off x="1792" y="1733"/>
                <a:ext cx="120" cy="56"/>
              </a:xfrm>
              <a:custGeom>
                <a:avLst/>
                <a:gdLst>
                  <a:gd name="T0" fmla="*/ 120 w 120"/>
                  <a:gd name="T1" fmla="*/ 24 h 56"/>
                  <a:gd name="T2" fmla="*/ 0 w 120"/>
                  <a:gd name="T3" fmla="*/ 56 h 56"/>
                  <a:gd name="T4" fmla="*/ 0 w 120"/>
                  <a:gd name="T5" fmla="*/ 24 h 56"/>
                  <a:gd name="T6" fmla="*/ 0 w 120"/>
                  <a:gd name="T7" fmla="*/ 0 h 56"/>
                  <a:gd name="T8" fmla="*/ 120 w 120"/>
                  <a:gd name="T9" fmla="*/ 24 h 56"/>
                  <a:gd name="T10" fmla="*/ 0 60000 65536"/>
                  <a:gd name="T11" fmla="*/ 0 60000 65536"/>
                  <a:gd name="T12" fmla="*/ 0 60000 65536"/>
                  <a:gd name="T13" fmla="*/ 0 60000 65536"/>
                  <a:gd name="T14" fmla="*/ 0 60000 65536"/>
                  <a:gd name="T15" fmla="*/ 0 w 120"/>
                  <a:gd name="T16" fmla="*/ 0 h 56"/>
                  <a:gd name="T17" fmla="*/ 120 w 120"/>
                  <a:gd name="T18" fmla="*/ 56 h 56"/>
                </a:gdLst>
                <a:ahLst/>
                <a:cxnLst>
                  <a:cxn ang="T10">
                    <a:pos x="T0" y="T1"/>
                  </a:cxn>
                  <a:cxn ang="T11">
                    <a:pos x="T2" y="T3"/>
                  </a:cxn>
                  <a:cxn ang="T12">
                    <a:pos x="T4" y="T5"/>
                  </a:cxn>
                  <a:cxn ang="T13">
                    <a:pos x="T6" y="T7"/>
                  </a:cxn>
                  <a:cxn ang="T14">
                    <a:pos x="T8" y="T9"/>
                  </a:cxn>
                </a:cxnLst>
                <a:rect l="T15" t="T16" r="T17" b="T18"/>
                <a:pathLst>
                  <a:path w="120" h="56">
                    <a:moveTo>
                      <a:pt x="120" y="24"/>
                    </a:moveTo>
                    <a:lnTo>
                      <a:pt x="0" y="56"/>
                    </a:lnTo>
                    <a:lnTo>
                      <a:pt x="0" y="24"/>
                    </a:lnTo>
                    <a:lnTo>
                      <a:pt x="0" y="0"/>
                    </a:lnTo>
                    <a:lnTo>
                      <a:pt x="120" y="24"/>
                    </a:lnTo>
                    <a:close/>
                  </a:path>
                </a:pathLst>
              </a:custGeom>
              <a:solidFill>
                <a:schemeClr val="bg2"/>
              </a:solidFill>
              <a:ln w="9525">
                <a:solidFill>
                  <a:schemeClr val="bg2"/>
                </a:solidFill>
                <a:round/>
                <a:headEnd/>
                <a:tailEnd/>
              </a:ln>
            </p:spPr>
            <p:txBody>
              <a:bodyPr/>
              <a:lstStyle/>
              <a:p>
                <a:endParaRPr lang="en-US"/>
              </a:p>
            </p:txBody>
          </p:sp>
          <p:grpSp>
            <p:nvGrpSpPr>
              <p:cNvPr id="110870" name="Group 58"/>
              <p:cNvGrpSpPr>
                <a:grpSpLocks/>
              </p:cNvGrpSpPr>
              <p:nvPr/>
            </p:nvGrpSpPr>
            <p:grpSpPr bwMode="auto">
              <a:xfrm>
                <a:off x="1489" y="1757"/>
                <a:ext cx="295" cy="1"/>
                <a:chOff x="1489" y="1757"/>
                <a:chExt cx="295" cy="1"/>
              </a:xfrm>
            </p:grpSpPr>
            <p:sp>
              <p:nvSpPr>
                <p:cNvPr id="110871" name="Line 59"/>
                <p:cNvSpPr>
                  <a:spLocks noChangeShapeType="1"/>
                </p:cNvSpPr>
                <p:nvPr/>
              </p:nvSpPr>
              <p:spPr bwMode="auto">
                <a:xfrm>
                  <a:off x="1489"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872" name="Line 60"/>
                <p:cNvSpPr>
                  <a:spLocks noChangeShapeType="1"/>
                </p:cNvSpPr>
                <p:nvPr/>
              </p:nvSpPr>
              <p:spPr bwMode="auto">
                <a:xfrm>
                  <a:off x="1544"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873" name="Line 61"/>
                <p:cNvSpPr>
                  <a:spLocks noChangeShapeType="1"/>
                </p:cNvSpPr>
                <p:nvPr/>
              </p:nvSpPr>
              <p:spPr bwMode="auto">
                <a:xfrm>
                  <a:off x="1600"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874" name="Line 62"/>
                <p:cNvSpPr>
                  <a:spLocks noChangeShapeType="1"/>
                </p:cNvSpPr>
                <p:nvPr/>
              </p:nvSpPr>
              <p:spPr bwMode="auto">
                <a:xfrm>
                  <a:off x="1656"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875" name="Line 63"/>
                <p:cNvSpPr>
                  <a:spLocks noChangeShapeType="1"/>
                </p:cNvSpPr>
                <p:nvPr/>
              </p:nvSpPr>
              <p:spPr bwMode="auto">
                <a:xfrm>
                  <a:off x="1712"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876" name="Line 64"/>
                <p:cNvSpPr>
                  <a:spLocks noChangeShapeType="1"/>
                </p:cNvSpPr>
                <p:nvPr/>
              </p:nvSpPr>
              <p:spPr bwMode="auto">
                <a:xfrm>
                  <a:off x="1768" y="1757"/>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9709" name="Group 65"/>
            <p:cNvGrpSpPr>
              <a:grpSpLocks/>
            </p:cNvGrpSpPr>
            <p:nvPr/>
          </p:nvGrpSpPr>
          <p:grpSpPr bwMode="auto">
            <a:xfrm>
              <a:off x="1952" y="1725"/>
              <a:ext cx="415" cy="56"/>
              <a:chOff x="1952" y="1725"/>
              <a:chExt cx="415" cy="56"/>
            </a:xfrm>
          </p:grpSpPr>
          <p:sp>
            <p:nvSpPr>
              <p:cNvPr id="110861" name="Freeform 66"/>
              <p:cNvSpPr>
                <a:spLocks/>
              </p:cNvSpPr>
              <p:nvPr/>
            </p:nvSpPr>
            <p:spPr bwMode="auto">
              <a:xfrm>
                <a:off x="2255" y="1725"/>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10862" name="Group 67"/>
              <p:cNvGrpSpPr>
                <a:grpSpLocks/>
              </p:cNvGrpSpPr>
              <p:nvPr/>
            </p:nvGrpSpPr>
            <p:grpSpPr bwMode="auto">
              <a:xfrm>
                <a:off x="1952" y="1757"/>
                <a:ext cx="295" cy="1"/>
                <a:chOff x="1952" y="1757"/>
                <a:chExt cx="295" cy="1"/>
              </a:xfrm>
            </p:grpSpPr>
            <p:sp>
              <p:nvSpPr>
                <p:cNvPr id="110863" name="Line 68"/>
                <p:cNvSpPr>
                  <a:spLocks noChangeShapeType="1"/>
                </p:cNvSpPr>
                <p:nvPr/>
              </p:nvSpPr>
              <p:spPr bwMode="auto">
                <a:xfrm>
                  <a:off x="1952"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864" name="Line 69"/>
                <p:cNvSpPr>
                  <a:spLocks noChangeShapeType="1"/>
                </p:cNvSpPr>
                <p:nvPr/>
              </p:nvSpPr>
              <p:spPr bwMode="auto">
                <a:xfrm>
                  <a:off x="2008" y="1757"/>
                  <a:ext cx="23"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865" name="Line 70"/>
                <p:cNvSpPr>
                  <a:spLocks noChangeShapeType="1"/>
                </p:cNvSpPr>
                <p:nvPr/>
              </p:nvSpPr>
              <p:spPr bwMode="auto">
                <a:xfrm>
                  <a:off x="2063"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866" name="Line 71"/>
                <p:cNvSpPr>
                  <a:spLocks noChangeShapeType="1"/>
                </p:cNvSpPr>
                <p:nvPr/>
              </p:nvSpPr>
              <p:spPr bwMode="auto">
                <a:xfrm>
                  <a:off x="2119"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867" name="Line 72"/>
                <p:cNvSpPr>
                  <a:spLocks noChangeShapeType="1"/>
                </p:cNvSpPr>
                <p:nvPr/>
              </p:nvSpPr>
              <p:spPr bwMode="auto">
                <a:xfrm>
                  <a:off x="2175"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868" name="Line 73"/>
                <p:cNvSpPr>
                  <a:spLocks noChangeShapeType="1"/>
                </p:cNvSpPr>
                <p:nvPr/>
              </p:nvSpPr>
              <p:spPr bwMode="auto">
                <a:xfrm>
                  <a:off x="2231" y="1757"/>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9710" name="Group 74"/>
            <p:cNvGrpSpPr>
              <a:grpSpLocks/>
            </p:cNvGrpSpPr>
            <p:nvPr/>
          </p:nvGrpSpPr>
          <p:grpSpPr bwMode="auto">
            <a:xfrm>
              <a:off x="1497" y="2036"/>
              <a:ext cx="415" cy="56"/>
              <a:chOff x="1497" y="2036"/>
              <a:chExt cx="415" cy="56"/>
            </a:xfrm>
          </p:grpSpPr>
          <p:sp>
            <p:nvSpPr>
              <p:cNvPr id="110853" name="Freeform 75"/>
              <p:cNvSpPr>
                <a:spLocks/>
              </p:cNvSpPr>
              <p:nvPr/>
            </p:nvSpPr>
            <p:spPr bwMode="auto">
              <a:xfrm>
                <a:off x="1800"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10854" name="Group 76"/>
              <p:cNvGrpSpPr>
                <a:grpSpLocks/>
              </p:cNvGrpSpPr>
              <p:nvPr/>
            </p:nvGrpSpPr>
            <p:grpSpPr bwMode="auto">
              <a:xfrm>
                <a:off x="1497" y="2068"/>
                <a:ext cx="295" cy="1"/>
                <a:chOff x="1497" y="2068"/>
                <a:chExt cx="295" cy="1"/>
              </a:xfrm>
            </p:grpSpPr>
            <p:sp>
              <p:nvSpPr>
                <p:cNvPr id="110855" name="Line 77"/>
                <p:cNvSpPr>
                  <a:spLocks noChangeShapeType="1"/>
                </p:cNvSpPr>
                <p:nvPr/>
              </p:nvSpPr>
              <p:spPr bwMode="auto">
                <a:xfrm>
                  <a:off x="1497" y="2068"/>
                  <a:ext cx="23"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856" name="Line 78"/>
                <p:cNvSpPr>
                  <a:spLocks noChangeShapeType="1"/>
                </p:cNvSpPr>
                <p:nvPr/>
              </p:nvSpPr>
              <p:spPr bwMode="auto">
                <a:xfrm>
                  <a:off x="1552"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857" name="Line 79"/>
                <p:cNvSpPr>
                  <a:spLocks noChangeShapeType="1"/>
                </p:cNvSpPr>
                <p:nvPr/>
              </p:nvSpPr>
              <p:spPr bwMode="auto">
                <a:xfrm>
                  <a:off x="1608"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858" name="Line 80"/>
                <p:cNvSpPr>
                  <a:spLocks noChangeShapeType="1"/>
                </p:cNvSpPr>
                <p:nvPr/>
              </p:nvSpPr>
              <p:spPr bwMode="auto">
                <a:xfrm>
                  <a:off x="1664"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859" name="Line 81"/>
                <p:cNvSpPr>
                  <a:spLocks noChangeShapeType="1"/>
                </p:cNvSpPr>
                <p:nvPr/>
              </p:nvSpPr>
              <p:spPr bwMode="auto">
                <a:xfrm>
                  <a:off x="1720"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860" name="Line 82"/>
                <p:cNvSpPr>
                  <a:spLocks noChangeShapeType="1"/>
                </p:cNvSpPr>
                <p:nvPr/>
              </p:nvSpPr>
              <p:spPr bwMode="auto">
                <a:xfrm>
                  <a:off x="1776" y="2068"/>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9711" name="Group 83"/>
            <p:cNvGrpSpPr>
              <a:grpSpLocks/>
            </p:cNvGrpSpPr>
            <p:nvPr/>
          </p:nvGrpSpPr>
          <p:grpSpPr bwMode="auto">
            <a:xfrm>
              <a:off x="1960" y="2036"/>
              <a:ext cx="423" cy="56"/>
              <a:chOff x="1960" y="2036"/>
              <a:chExt cx="423" cy="56"/>
            </a:xfrm>
          </p:grpSpPr>
          <p:sp>
            <p:nvSpPr>
              <p:cNvPr id="110845" name="Freeform 84"/>
              <p:cNvSpPr>
                <a:spLocks/>
              </p:cNvSpPr>
              <p:nvPr/>
            </p:nvSpPr>
            <p:spPr bwMode="auto">
              <a:xfrm>
                <a:off x="2271"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10846" name="Group 85"/>
              <p:cNvGrpSpPr>
                <a:grpSpLocks/>
              </p:cNvGrpSpPr>
              <p:nvPr/>
            </p:nvGrpSpPr>
            <p:grpSpPr bwMode="auto">
              <a:xfrm>
                <a:off x="1960" y="2068"/>
                <a:ext cx="303" cy="1"/>
                <a:chOff x="1960" y="2068"/>
                <a:chExt cx="303" cy="1"/>
              </a:xfrm>
            </p:grpSpPr>
            <p:sp>
              <p:nvSpPr>
                <p:cNvPr id="110847" name="Line 86"/>
                <p:cNvSpPr>
                  <a:spLocks noChangeShapeType="1"/>
                </p:cNvSpPr>
                <p:nvPr/>
              </p:nvSpPr>
              <p:spPr bwMode="auto">
                <a:xfrm>
                  <a:off x="1960"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848" name="Line 87"/>
                <p:cNvSpPr>
                  <a:spLocks noChangeShapeType="1"/>
                </p:cNvSpPr>
                <p:nvPr/>
              </p:nvSpPr>
              <p:spPr bwMode="auto">
                <a:xfrm>
                  <a:off x="2015"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849" name="Line 88"/>
                <p:cNvSpPr>
                  <a:spLocks noChangeShapeType="1"/>
                </p:cNvSpPr>
                <p:nvPr/>
              </p:nvSpPr>
              <p:spPr bwMode="auto">
                <a:xfrm>
                  <a:off x="2071"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850" name="Line 89"/>
                <p:cNvSpPr>
                  <a:spLocks noChangeShapeType="1"/>
                </p:cNvSpPr>
                <p:nvPr/>
              </p:nvSpPr>
              <p:spPr bwMode="auto">
                <a:xfrm>
                  <a:off x="2127"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851" name="Line 90"/>
                <p:cNvSpPr>
                  <a:spLocks noChangeShapeType="1"/>
                </p:cNvSpPr>
                <p:nvPr/>
              </p:nvSpPr>
              <p:spPr bwMode="auto">
                <a:xfrm>
                  <a:off x="2183"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852" name="Line 91"/>
                <p:cNvSpPr>
                  <a:spLocks noChangeShapeType="1"/>
                </p:cNvSpPr>
                <p:nvPr/>
              </p:nvSpPr>
              <p:spPr bwMode="auto">
                <a:xfrm>
                  <a:off x="2239"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9712" name="Group 92"/>
            <p:cNvGrpSpPr>
              <a:grpSpLocks/>
            </p:cNvGrpSpPr>
            <p:nvPr/>
          </p:nvGrpSpPr>
          <p:grpSpPr bwMode="auto">
            <a:xfrm>
              <a:off x="2431" y="2036"/>
              <a:ext cx="415" cy="56"/>
              <a:chOff x="2431" y="2036"/>
              <a:chExt cx="415" cy="56"/>
            </a:xfrm>
          </p:grpSpPr>
          <p:sp>
            <p:nvSpPr>
              <p:cNvPr id="110837" name="Freeform 93"/>
              <p:cNvSpPr>
                <a:spLocks/>
              </p:cNvSpPr>
              <p:nvPr/>
            </p:nvSpPr>
            <p:spPr bwMode="auto">
              <a:xfrm>
                <a:off x="2734"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10838" name="Group 94"/>
              <p:cNvGrpSpPr>
                <a:grpSpLocks/>
              </p:cNvGrpSpPr>
              <p:nvPr/>
            </p:nvGrpSpPr>
            <p:grpSpPr bwMode="auto">
              <a:xfrm>
                <a:off x="2431" y="2068"/>
                <a:ext cx="295" cy="1"/>
                <a:chOff x="2431" y="2068"/>
                <a:chExt cx="295" cy="1"/>
              </a:xfrm>
            </p:grpSpPr>
            <p:sp>
              <p:nvSpPr>
                <p:cNvPr id="110839" name="Line 95"/>
                <p:cNvSpPr>
                  <a:spLocks noChangeShapeType="1"/>
                </p:cNvSpPr>
                <p:nvPr/>
              </p:nvSpPr>
              <p:spPr bwMode="auto">
                <a:xfrm>
                  <a:off x="2431"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840" name="Line 96"/>
                <p:cNvSpPr>
                  <a:spLocks noChangeShapeType="1"/>
                </p:cNvSpPr>
                <p:nvPr/>
              </p:nvSpPr>
              <p:spPr bwMode="auto">
                <a:xfrm>
                  <a:off x="2487"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841" name="Line 97"/>
                <p:cNvSpPr>
                  <a:spLocks noChangeShapeType="1"/>
                </p:cNvSpPr>
                <p:nvPr/>
              </p:nvSpPr>
              <p:spPr bwMode="auto">
                <a:xfrm>
                  <a:off x="2542"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842" name="Line 98"/>
                <p:cNvSpPr>
                  <a:spLocks noChangeShapeType="1"/>
                </p:cNvSpPr>
                <p:nvPr/>
              </p:nvSpPr>
              <p:spPr bwMode="auto">
                <a:xfrm>
                  <a:off x="2598"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843" name="Line 99"/>
                <p:cNvSpPr>
                  <a:spLocks noChangeShapeType="1"/>
                </p:cNvSpPr>
                <p:nvPr/>
              </p:nvSpPr>
              <p:spPr bwMode="auto">
                <a:xfrm>
                  <a:off x="2654"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844" name="Line 100"/>
                <p:cNvSpPr>
                  <a:spLocks noChangeShapeType="1"/>
                </p:cNvSpPr>
                <p:nvPr/>
              </p:nvSpPr>
              <p:spPr bwMode="auto">
                <a:xfrm>
                  <a:off x="2710" y="2068"/>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9713" name="Group 101"/>
            <p:cNvGrpSpPr>
              <a:grpSpLocks/>
            </p:cNvGrpSpPr>
            <p:nvPr/>
          </p:nvGrpSpPr>
          <p:grpSpPr bwMode="auto">
            <a:xfrm>
              <a:off x="2423" y="2347"/>
              <a:ext cx="415" cy="56"/>
              <a:chOff x="2423" y="2347"/>
              <a:chExt cx="415" cy="56"/>
            </a:xfrm>
          </p:grpSpPr>
          <p:sp>
            <p:nvSpPr>
              <p:cNvPr id="110829" name="Freeform 102"/>
              <p:cNvSpPr>
                <a:spLocks/>
              </p:cNvSpPr>
              <p:nvPr/>
            </p:nvSpPr>
            <p:spPr bwMode="auto">
              <a:xfrm>
                <a:off x="2726" y="234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solidFill>
                <a:schemeClr val="bg2"/>
              </a:solidFill>
              <a:ln w="9525">
                <a:solidFill>
                  <a:schemeClr val="bg2"/>
                </a:solidFill>
                <a:round/>
                <a:headEnd/>
                <a:tailEnd/>
              </a:ln>
            </p:spPr>
            <p:txBody>
              <a:bodyPr/>
              <a:lstStyle/>
              <a:p>
                <a:endParaRPr lang="en-US"/>
              </a:p>
            </p:txBody>
          </p:sp>
          <p:grpSp>
            <p:nvGrpSpPr>
              <p:cNvPr id="110830" name="Group 103"/>
              <p:cNvGrpSpPr>
                <a:grpSpLocks/>
              </p:cNvGrpSpPr>
              <p:nvPr/>
            </p:nvGrpSpPr>
            <p:grpSpPr bwMode="auto">
              <a:xfrm>
                <a:off x="2423" y="2371"/>
                <a:ext cx="295" cy="1"/>
                <a:chOff x="2423" y="2371"/>
                <a:chExt cx="295" cy="1"/>
              </a:xfrm>
            </p:grpSpPr>
            <p:sp>
              <p:nvSpPr>
                <p:cNvPr id="110831" name="Line 104"/>
                <p:cNvSpPr>
                  <a:spLocks noChangeShapeType="1"/>
                </p:cNvSpPr>
                <p:nvPr/>
              </p:nvSpPr>
              <p:spPr bwMode="auto">
                <a:xfrm>
                  <a:off x="2423"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832" name="Line 105"/>
                <p:cNvSpPr>
                  <a:spLocks noChangeShapeType="1"/>
                </p:cNvSpPr>
                <p:nvPr/>
              </p:nvSpPr>
              <p:spPr bwMode="auto">
                <a:xfrm>
                  <a:off x="2479"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833" name="Line 106"/>
                <p:cNvSpPr>
                  <a:spLocks noChangeShapeType="1"/>
                </p:cNvSpPr>
                <p:nvPr/>
              </p:nvSpPr>
              <p:spPr bwMode="auto">
                <a:xfrm>
                  <a:off x="2534"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834" name="Line 107"/>
                <p:cNvSpPr>
                  <a:spLocks noChangeShapeType="1"/>
                </p:cNvSpPr>
                <p:nvPr/>
              </p:nvSpPr>
              <p:spPr bwMode="auto">
                <a:xfrm>
                  <a:off x="2590"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835" name="Line 108"/>
                <p:cNvSpPr>
                  <a:spLocks noChangeShapeType="1"/>
                </p:cNvSpPr>
                <p:nvPr/>
              </p:nvSpPr>
              <p:spPr bwMode="auto">
                <a:xfrm>
                  <a:off x="2646"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836" name="Line 109"/>
                <p:cNvSpPr>
                  <a:spLocks noChangeShapeType="1"/>
                </p:cNvSpPr>
                <p:nvPr/>
              </p:nvSpPr>
              <p:spPr bwMode="auto">
                <a:xfrm>
                  <a:off x="2702" y="2371"/>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9714" name="Group 110"/>
            <p:cNvGrpSpPr>
              <a:grpSpLocks/>
            </p:cNvGrpSpPr>
            <p:nvPr/>
          </p:nvGrpSpPr>
          <p:grpSpPr bwMode="auto">
            <a:xfrm>
              <a:off x="1960" y="2347"/>
              <a:ext cx="415" cy="56"/>
              <a:chOff x="1960" y="2347"/>
              <a:chExt cx="415" cy="56"/>
            </a:xfrm>
          </p:grpSpPr>
          <p:sp>
            <p:nvSpPr>
              <p:cNvPr id="110821" name="Freeform 111"/>
              <p:cNvSpPr>
                <a:spLocks/>
              </p:cNvSpPr>
              <p:nvPr/>
            </p:nvSpPr>
            <p:spPr bwMode="auto">
              <a:xfrm>
                <a:off x="2263" y="234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solidFill>
                <a:schemeClr val="bg2"/>
              </a:solidFill>
              <a:ln w="9525">
                <a:solidFill>
                  <a:schemeClr val="bg2"/>
                </a:solidFill>
                <a:round/>
                <a:headEnd/>
                <a:tailEnd/>
              </a:ln>
            </p:spPr>
            <p:txBody>
              <a:bodyPr/>
              <a:lstStyle/>
              <a:p>
                <a:endParaRPr lang="en-US"/>
              </a:p>
            </p:txBody>
          </p:sp>
          <p:grpSp>
            <p:nvGrpSpPr>
              <p:cNvPr id="110822" name="Group 112"/>
              <p:cNvGrpSpPr>
                <a:grpSpLocks/>
              </p:cNvGrpSpPr>
              <p:nvPr/>
            </p:nvGrpSpPr>
            <p:grpSpPr bwMode="auto">
              <a:xfrm>
                <a:off x="1960" y="2371"/>
                <a:ext cx="295" cy="1"/>
                <a:chOff x="1960" y="2371"/>
                <a:chExt cx="295" cy="1"/>
              </a:xfrm>
            </p:grpSpPr>
            <p:sp>
              <p:nvSpPr>
                <p:cNvPr id="110823" name="Line 113"/>
                <p:cNvSpPr>
                  <a:spLocks noChangeShapeType="1"/>
                </p:cNvSpPr>
                <p:nvPr/>
              </p:nvSpPr>
              <p:spPr bwMode="auto">
                <a:xfrm>
                  <a:off x="1960"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824" name="Line 114"/>
                <p:cNvSpPr>
                  <a:spLocks noChangeShapeType="1"/>
                </p:cNvSpPr>
                <p:nvPr/>
              </p:nvSpPr>
              <p:spPr bwMode="auto">
                <a:xfrm>
                  <a:off x="2015"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825" name="Line 115"/>
                <p:cNvSpPr>
                  <a:spLocks noChangeShapeType="1"/>
                </p:cNvSpPr>
                <p:nvPr/>
              </p:nvSpPr>
              <p:spPr bwMode="auto">
                <a:xfrm>
                  <a:off x="2071"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826" name="Line 116"/>
                <p:cNvSpPr>
                  <a:spLocks noChangeShapeType="1"/>
                </p:cNvSpPr>
                <p:nvPr/>
              </p:nvSpPr>
              <p:spPr bwMode="auto">
                <a:xfrm>
                  <a:off x="2127"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827" name="Line 117"/>
                <p:cNvSpPr>
                  <a:spLocks noChangeShapeType="1"/>
                </p:cNvSpPr>
                <p:nvPr/>
              </p:nvSpPr>
              <p:spPr bwMode="auto">
                <a:xfrm>
                  <a:off x="2183"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828" name="Line 118"/>
                <p:cNvSpPr>
                  <a:spLocks noChangeShapeType="1"/>
                </p:cNvSpPr>
                <p:nvPr/>
              </p:nvSpPr>
              <p:spPr bwMode="auto">
                <a:xfrm>
                  <a:off x="2239" y="2371"/>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9715" name="Group 119"/>
            <p:cNvGrpSpPr>
              <a:grpSpLocks/>
            </p:cNvGrpSpPr>
            <p:nvPr/>
          </p:nvGrpSpPr>
          <p:grpSpPr bwMode="auto">
            <a:xfrm>
              <a:off x="1497" y="2339"/>
              <a:ext cx="415" cy="56"/>
              <a:chOff x="1497" y="2339"/>
              <a:chExt cx="415" cy="56"/>
            </a:xfrm>
          </p:grpSpPr>
          <p:sp>
            <p:nvSpPr>
              <p:cNvPr id="110813" name="Freeform 120"/>
              <p:cNvSpPr>
                <a:spLocks/>
              </p:cNvSpPr>
              <p:nvPr/>
            </p:nvSpPr>
            <p:spPr bwMode="auto">
              <a:xfrm>
                <a:off x="1800" y="2339"/>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10814" name="Group 121"/>
              <p:cNvGrpSpPr>
                <a:grpSpLocks/>
              </p:cNvGrpSpPr>
              <p:nvPr/>
            </p:nvGrpSpPr>
            <p:grpSpPr bwMode="auto">
              <a:xfrm>
                <a:off x="1497" y="2371"/>
                <a:ext cx="295" cy="1"/>
                <a:chOff x="1497" y="2371"/>
                <a:chExt cx="295" cy="1"/>
              </a:xfrm>
            </p:grpSpPr>
            <p:sp>
              <p:nvSpPr>
                <p:cNvPr id="110815" name="Line 122"/>
                <p:cNvSpPr>
                  <a:spLocks noChangeShapeType="1"/>
                </p:cNvSpPr>
                <p:nvPr/>
              </p:nvSpPr>
              <p:spPr bwMode="auto">
                <a:xfrm>
                  <a:off x="1497" y="2371"/>
                  <a:ext cx="23"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816" name="Line 123"/>
                <p:cNvSpPr>
                  <a:spLocks noChangeShapeType="1"/>
                </p:cNvSpPr>
                <p:nvPr/>
              </p:nvSpPr>
              <p:spPr bwMode="auto">
                <a:xfrm>
                  <a:off x="1552"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817" name="Line 124"/>
                <p:cNvSpPr>
                  <a:spLocks noChangeShapeType="1"/>
                </p:cNvSpPr>
                <p:nvPr/>
              </p:nvSpPr>
              <p:spPr bwMode="auto">
                <a:xfrm>
                  <a:off x="1608"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818" name="Line 125"/>
                <p:cNvSpPr>
                  <a:spLocks noChangeShapeType="1"/>
                </p:cNvSpPr>
                <p:nvPr/>
              </p:nvSpPr>
              <p:spPr bwMode="auto">
                <a:xfrm>
                  <a:off x="1664"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819" name="Line 126"/>
                <p:cNvSpPr>
                  <a:spLocks noChangeShapeType="1"/>
                </p:cNvSpPr>
                <p:nvPr/>
              </p:nvSpPr>
              <p:spPr bwMode="auto">
                <a:xfrm>
                  <a:off x="1720"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820" name="Line 127"/>
                <p:cNvSpPr>
                  <a:spLocks noChangeShapeType="1"/>
                </p:cNvSpPr>
                <p:nvPr/>
              </p:nvSpPr>
              <p:spPr bwMode="auto">
                <a:xfrm>
                  <a:off x="1776" y="2371"/>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9716" name="Group 128"/>
            <p:cNvGrpSpPr>
              <a:grpSpLocks/>
            </p:cNvGrpSpPr>
            <p:nvPr/>
          </p:nvGrpSpPr>
          <p:grpSpPr bwMode="auto">
            <a:xfrm>
              <a:off x="1489" y="2650"/>
              <a:ext cx="423" cy="56"/>
              <a:chOff x="1489" y="2650"/>
              <a:chExt cx="423" cy="56"/>
            </a:xfrm>
          </p:grpSpPr>
          <p:sp>
            <p:nvSpPr>
              <p:cNvPr id="110805" name="Freeform 129"/>
              <p:cNvSpPr>
                <a:spLocks/>
              </p:cNvSpPr>
              <p:nvPr/>
            </p:nvSpPr>
            <p:spPr bwMode="auto">
              <a:xfrm>
                <a:off x="1792" y="2650"/>
                <a:ext cx="120" cy="56"/>
              </a:xfrm>
              <a:custGeom>
                <a:avLst/>
                <a:gdLst>
                  <a:gd name="T0" fmla="*/ 120 w 120"/>
                  <a:gd name="T1" fmla="*/ 24 h 56"/>
                  <a:gd name="T2" fmla="*/ 0 w 120"/>
                  <a:gd name="T3" fmla="*/ 56 h 56"/>
                  <a:gd name="T4" fmla="*/ 0 w 120"/>
                  <a:gd name="T5" fmla="*/ 24 h 56"/>
                  <a:gd name="T6" fmla="*/ 0 w 120"/>
                  <a:gd name="T7" fmla="*/ 0 h 56"/>
                  <a:gd name="T8" fmla="*/ 120 w 120"/>
                  <a:gd name="T9" fmla="*/ 24 h 56"/>
                  <a:gd name="T10" fmla="*/ 0 60000 65536"/>
                  <a:gd name="T11" fmla="*/ 0 60000 65536"/>
                  <a:gd name="T12" fmla="*/ 0 60000 65536"/>
                  <a:gd name="T13" fmla="*/ 0 60000 65536"/>
                  <a:gd name="T14" fmla="*/ 0 60000 65536"/>
                  <a:gd name="T15" fmla="*/ 0 w 120"/>
                  <a:gd name="T16" fmla="*/ 0 h 56"/>
                  <a:gd name="T17" fmla="*/ 120 w 120"/>
                  <a:gd name="T18" fmla="*/ 56 h 56"/>
                </a:gdLst>
                <a:ahLst/>
                <a:cxnLst>
                  <a:cxn ang="T10">
                    <a:pos x="T0" y="T1"/>
                  </a:cxn>
                  <a:cxn ang="T11">
                    <a:pos x="T2" y="T3"/>
                  </a:cxn>
                  <a:cxn ang="T12">
                    <a:pos x="T4" y="T5"/>
                  </a:cxn>
                  <a:cxn ang="T13">
                    <a:pos x="T6" y="T7"/>
                  </a:cxn>
                  <a:cxn ang="T14">
                    <a:pos x="T8" y="T9"/>
                  </a:cxn>
                </a:cxnLst>
                <a:rect l="T15" t="T16" r="T17" b="T18"/>
                <a:pathLst>
                  <a:path w="120" h="56">
                    <a:moveTo>
                      <a:pt x="120" y="24"/>
                    </a:moveTo>
                    <a:lnTo>
                      <a:pt x="0" y="56"/>
                    </a:lnTo>
                    <a:lnTo>
                      <a:pt x="0" y="24"/>
                    </a:lnTo>
                    <a:lnTo>
                      <a:pt x="0" y="0"/>
                    </a:lnTo>
                    <a:lnTo>
                      <a:pt x="120" y="24"/>
                    </a:lnTo>
                    <a:close/>
                  </a:path>
                </a:pathLst>
              </a:custGeom>
              <a:solidFill>
                <a:schemeClr val="bg2"/>
              </a:solidFill>
              <a:ln w="9525">
                <a:solidFill>
                  <a:schemeClr val="bg2"/>
                </a:solidFill>
                <a:round/>
                <a:headEnd/>
                <a:tailEnd/>
              </a:ln>
            </p:spPr>
            <p:txBody>
              <a:bodyPr/>
              <a:lstStyle/>
              <a:p>
                <a:endParaRPr lang="en-US"/>
              </a:p>
            </p:txBody>
          </p:sp>
          <p:grpSp>
            <p:nvGrpSpPr>
              <p:cNvPr id="110806" name="Group 130"/>
              <p:cNvGrpSpPr>
                <a:grpSpLocks/>
              </p:cNvGrpSpPr>
              <p:nvPr/>
            </p:nvGrpSpPr>
            <p:grpSpPr bwMode="auto">
              <a:xfrm>
                <a:off x="1489" y="2674"/>
                <a:ext cx="295" cy="1"/>
                <a:chOff x="1489" y="2674"/>
                <a:chExt cx="295" cy="1"/>
              </a:xfrm>
            </p:grpSpPr>
            <p:sp>
              <p:nvSpPr>
                <p:cNvPr id="110807" name="Line 131"/>
                <p:cNvSpPr>
                  <a:spLocks noChangeShapeType="1"/>
                </p:cNvSpPr>
                <p:nvPr/>
              </p:nvSpPr>
              <p:spPr bwMode="auto">
                <a:xfrm>
                  <a:off x="1489"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808" name="Line 132"/>
                <p:cNvSpPr>
                  <a:spLocks noChangeShapeType="1"/>
                </p:cNvSpPr>
                <p:nvPr/>
              </p:nvSpPr>
              <p:spPr bwMode="auto">
                <a:xfrm>
                  <a:off x="1544"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809" name="Line 133"/>
                <p:cNvSpPr>
                  <a:spLocks noChangeShapeType="1"/>
                </p:cNvSpPr>
                <p:nvPr/>
              </p:nvSpPr>
              <p:spPr bwMode="auto">
                <a:xfrm>
                  <a:off x="1600"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810" name="Line 134"/>
                <p:cNvSpPr>
                  <a:spLocks noChangeShapeType="1"/>
                </p:cNvSpPr>
                <p:nvPr/>
              </p:nvSpPr>
              <p:spPr bwMode="auto">
                <a:xfrm>
                  <a:off x="1656"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811" name="Line 135"/>
                <p:cNvSpPr>
                  <a:spLocks noChangeShapeType="1"/>
                </p:cNvSpPr>
                <p:nvPr/>
              </p:nvSpPr>
              <p:spPr bwMode="auto">
                <a:xfrm>
                  <a:off x="1712"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812" name="Line 136"/>
                <p:cNvSpPr>
                  <a:spLocks noChangeShapeType="1"/>
                </p:cNvSpPr>
                <p:nvPr/>
              </p:nvSpPr>
              <p:spPr bwMode="auto">
                <a:xfrm>
                  <a:off x="1768" y="2674"/>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9717" name="Group 137"/>
            <p:cNvGrpSpPr>
              <a:grpSpLocks/>
            </p:cNvGrpSpPr>
            <p:nvPr/>
          </p:nvGrpSpPr>
          <p:grpSpPr bwMode="auto">
            <a:xfrm>
              <a:off x="1968" y="2650"/>
              <a:ext cx="415" cy="56"/>
              <a:chOff x="1968" y="2650"/>
              <a:chExt cx="415" cy="56"/>
            </a:xfrm>
          </p:grpSpPr>
          <p:sp>
            <p:nvSpPr>
              <p:cNvPr id="110797" name="Freeform 138"/>
              <p:cNvSpPr>
                <a:spLocks/>
              </p:cNvSpPr>
              <p:nvPr/>
            </p:nvSpPr>
            <p:spPr bwMode="auto">
              <a:xfrm>
                <a:off x="2271" y="2650"/>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solidFill>
                <a:schemeClr val="bg2"/>
              </a:solidFill>
              <a:ln w="9525">
                <a:solidFill>
                  <a:schemeClr val="bg2"/>
                </a:solidFill>
                <a:round/>
                <a:headEnd/>
                <a:tailEnd/>
              </a:ln>
            </p:spPr>
            <p:txBody>
              <a:bodyPr/>
              <a:lstStyle/>
              <a:p>
                <a:endParaRPr lang="en-US"/>
              </a:p>
            </p:txBody>
          </p:sp>
          <p:grpSp>
            <p:nvGrpSpPr>
              <p:cNvPr id="110798" name="Group 139"/>
              <p:cNvGrpSpPr>
                <a:grpSpLocks/>
              </p:cNvGrpSpPr>
              <p:nvPr/>
            </p:nvGrpSpPr>
            <p:grpSpPr bwMode="auto">
              <a:xfrm>
                <a:off x="1968" y="2674"/>
                <a:ext cx="295" cy="1"/>
                <a:chOff x="1968" y="2674"/>
                <a:chExt cx="295" cy="1"/>
              </a:xfrm>
            </p:grpSpPr>
            <p:sp>
              <p:nvSpPr>
                <p:cNvPr id="110799" name="Line 140"/>
                <p:cNvSpPr>
                  <a:spLocks noChangeShapeType="1"/>
                </p:cNvSpPr>
                <p:nvPr/>
              </p:nvSpPr>
              <p:spPr bwMode="auto">
                <a:xfrm>
                  <a:off x="1968"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800" name="Line 141"/>
                <p:cNvSpPr>
                  <a:spLocks noChangeShapeType="1"/>
                </p:cNvSpPr>
                <p:nvPr/>
              </p:nvSpPr>
              <p:spPr bwMode="auto">
                <a:xfrm>
                  <a:off x="2023"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801" name="Line 142"/>
                <p:cNvSpPr>
                  <a:spLocks noChangeShapeType="1"/>
                </p:cNvSpPr>
                <p:nvPr/>
              </p:nvSpPr>
              <p:spPr bwMode="auto">
                <a:xfrm>
                  <a:off x="2079"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802" name="Line 143"/>
                <p:cNvSpPr>
                  <a:spLocks noChangeShapeType="1"/>
                </p:cNvSpPr>
                <p:nvPr/>
              </p:nvSpPr>
              <p:spPr bwMode="auto">
                <a:xfrm>
                  <a:off x="2135"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803" name="Line 144"/>
                <p:cNvSpPr>
                  <a:spLocks noChangeShapeType="1"/>
                </p:cNvSpPr>
                <p:nvPr/>
              </p:nvSpPr>
              <p:spPr bwMode="auto">
                <a:xfrm>
                  <a:off x="2191"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804" name="Line 145"/>
                <p:cNvSpPr>
                  <a:spLocks noChangeShapeType="1"/>
                </p:cNvSpPr>
                <p:nvPr/>
              </p:nvSpPr>
              <p:spPr bwMode="auto">
                <a:xfrm>
                  <a:off x="2247" y="2674"/>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9718" name="Group 146"/>
            <p:cNvGrpSpPr>
              <a:grpSpLocks/>
            </p:cNvGrpSpPr>
            <p:nvPr/>
          </p:nvGrpSpPr>
          <p:grpSpPr bwMode="auto">
            <a:xfrm>
              <a:off x="1489" y="2953"/>
              <a:ext cx="423" cy="56"/>
              <a:chOff x="1489" y="2953"/>
              <a:chExt cx="423" cy="56"/>
            </a:xfrm>
          </p:grpSpPr>
          <p:sp>
            <p:nvSpPr>
              <p:cNvPr id="110789" name="Freeform 147"/>
              <p:cNvSpPr>
                <a:spLocks/>
              </p:cNvSpPr>
              <p:nvPr/>
            </p:nvSpPr>
            <p:spPr bwMode="auto">
              <a:xfrm>
                <a:off x="1792" y="2953"/>
                <a:ext cx="120" cy="56"/>
              </a:xfrm>
              <a:custGeom>
                <a:avLst/>
                <a:gdLst>
                  <a:gd name="T0" fmla="*/ 120 w 120"/>
                  <a:gd name="T1" fmla="*/ 32 h 56"/>
                  <a:gd name="T2" fmla="*/ 0 w 120"/>
                  <a:gd name="T3" fmla="*/ 56 h 56"/>
                  <a:gd name="T4" fmla="*/ 0 w 120"/>
                  <a:gd name="T5" fmla="*/ 32 h 56"/>
                  <a:gd name="T6" fmla="*/ 0 w 120"/>
                  <a:gd name="T7" fmla="*/ 0 h 56"/>
                  <a:gd name="T8" fmla="*/ 120 w 120"/>
                  <a:gd name="T9" fmla="*/ 32 h 56"/>
                  <a:gd name="T10" fmla="*/ 0 60000 65536"/>
                  <a:gd name="T11" fmla="*/ 0 60000 65536"/>
                  <a:gd name="T12" fmla="*/ 0 60000 65536"/>
                  <a:gd name="T13" fmla="*/ 0 60000 65536"/>
                  <a:gd name="T14" fmla="*/ 0 60000 65536"/>
                  <a:gd name="T15" fmla="*/ 0 w 120"/>
                  <a:gd name="T16" fmla="*/ 0 h 56"/>
                  <a:gd name="T17" fmla="*/ 120 w 120"/>
                  <a:gd name="T18" fmla="*/ 56 h 56"/>
                </a:gdLst>
                <a:ahLst/>
                <a:cxnLst>
                  <a:cxn ang="T10">
                    <a:pos x="T0" y="T1"/>
                  </a:cxn>
                  <a:cxn ang="T11">
                    <a:pos x="T2" y="T3"/>
                  </a:cxn>
                  <a:cxn ang="T12">
                    <a:pos x="T4" y="T5"/>
                  </a:cxn>
                  <a:cxn ang="T13">
                    <a:pos x="T6" y="T7"/>
                  </a:cxn>
                  <a:cxn ang="T14">
                    <a:pos x="T8" y="T9"/>
                  </a:cxn>
                </a:cxnLst>
                <a:rect l="T15" t="T16" r="T17" b="T18"/>
                <a:pathLst>
                  <a:path w="120" h="56">
                    <a:moveTo>
                      <a:pt x="120" y="32"/>
                    </a:moveTo>
                    <a:lnTo>
                      <a:pt x="0" y="56"/>
                    </a:lnTo>
                    <a:lnTo>
                      <a:pt x="0" y="32"/>
                    </a:lnTo>
                    <a:lnTo>
                      <a:pt x="0" y="0"/>
                    </a:lnTo>
                    <a:lnTo>
                      <a:pt x="120" y="32"/>
                    </a:lnTo>
                    <a:close/>
                  </a:path>
                </a:pathLst>
              </a:custGeom>
              <a:solidFill>
                <a:schemeClr val="bg2"/>
              </a:solidFill>
              <a:ln w="9525">
                <a:solidFill>
                  <a:schemeClr val="bg2"/>
                </a:solidFill>
                <a:round/>
                <a:headEnd/>
                <a:tailEnd/>
              </a:ln>
            </p:spPr>
            <p:txBody>
              <a:bodyPr/>
              <a:lstStyle/>
              <a:p>
                <a:endParaRPr lang="en-US"/>
              </a:p>
            </p:txBody>
          </p:sp>
          <p:grpSp>
            <p:nvGrpSpPr>
              <p:cNvPr id="110790" name="Group 148"/>
              <p:cNvGrpSpPr>
                <a:grpSpLocks/>
              </p:cNvGrpSpPr>
              <p:nvPr/>
            </p:nvGrpSpPr>
            <p:grpSpPr bwMode="auto">
              <a:xfrm>
                <a:off x="1489" y="2985"/>
                <a:ext cx="295" cy="1"/>
                <a:chOff x="1489" y="2985"/>
                <a:chExt cx="295" cy="1"/>
              </a:xfrm>
            </p:grpSpPr>
            <p:sp>
              <p:nvSpPr>
                <p:cNvPr id="110791" name="Line 149"/>
                <p:cNvSpPr>
                  <a:spLocks noChangeShapeType="1"/>
                </p:cNvSpPr>
                <p:nvPr/>
              </p:nvSpPr>
              <p:spPr bwMode="auto">
                <a:xfrm>
                  <a:off x="1489"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792" name="Line 150"/>
                <p:cNvSpPr>
                  <a:spLocks noChangeShapeType="1"/>
                </p:cNvSpPr>
                <p:nvPr/>
              </p:nvSpPr>
              <p:spPr bwMode="auto">
                <a:xfrm>
                  <a:off x="1544"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793" name="Line 151"/>
                <p:cNvSpPr>
                  <a:spLocks noChangeShapeType="1"/>
                </p:cNvSpPr>
                <p:nvPr/>
              </p:nvSpPr>
              <p:spPr bwMode="auto">
                <a:xfrm>
                  <a:off x="1600"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794" name="Line 152"/>
                <p:cNvSpPr>
                  <a:spLocks noChangeShapeType="1"/>
                </p:cNvSpPr>
                <p:nvPr/>
              </p:nvSpPr>
              <p:spPr bwMode="auto">
                <a:xfrm>
                  <a:off x="1656"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795" name="Line 153"/>
                <p:cNvSpPr>
                  <a:spLocks noChangeShapeType="1"/>
                </p:cNvSpPr>
                <p:nvPr/>
              </p:nvSpPr>
              <p:spPr bwMode="auto">
                <a:xfrm>
                  <a:off x="1712"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796" name="Line 154"/>
                <p:cNvSpPr>
                  <a:spLocks noChangeShapeType="1"/>
                </p:cNvSpPr>
                <p:nvPr/>
              </p:nvSpPr>
              <p:spPr bwMode="auto">
                <a:xfrm>
                  <a:off x="1768" y="2985"/>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9719" name="Group 155"/>
            <p:cNvGrpSpPr>
              <a:grpSpLocks/>
            </p:cNvGrpSpPr>
            <p:nvPr/>
          </p:nvGrpSpPr>
          <p:grpSpPr bwMode="auto">
            <a:xfrm>
              <a:off x="1952" y="2953"/>
              <a:ext cx="415" cy="56"/>
              <a:chOff x="1952" y="2953"/>
              <a:chExt cx="415" cy="56"/>
            </a:xfrm>
          </p:grpSpPr>
          <p:sp>
            <p:nvSpPr>
              <p:cNvPr id="110781" name="Freeform 156"/>
              <p:cNvSpPr>
                <a:spLocks/>
              </p:cNvSpPr>
              <p:nvPr/>
            </p:nvSpPr>
            <p:spPr bwMode="auto">
              <a:xfrm>
                <a:off x="2255"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10782" name="Group 157"/>
              <p:cNvGrpSpPr>
                <a:grpSpLocks/>
              </p:cNvGrpSpPr>
              <p:nvPr/>
            </p:nvGrpSpPr>
            <p:grpSpPr bwMode="auto">
              <a:xfrm>
                <a:off x="1952" y="2985"/>
                <a:ext cx="295" cy="1"/>
                <a:chOff x="1952" y="2985"/>
                <a:chExt cx="295" cy="1"/>
              </a:xfrm>
            </p:grpSpPr>
            <p:sp>
              <p:nvSpPr>
                <p:cNvPr id="110783" name="Line 158"/>
                <p:cNvSpPr>
                  <a:spLocks noChangeShapeType="1"/>
                </p:cNvSpPr>
                <p:nvPr/>
              </p:nvSpPr>
              <p:spPr bwMode="auto">
                <a:xfrm>
                  <a:off x="1952"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784" name="Line 159"/>
                <p:cNvSpPr>
                  <a:spLocks noChangeShapeType="1"/>
                </p:cNvSpPr>
                <p:nvPr/>
              </p:nvSpPr>
              <p:spPr bwMode="auto">
                <a:xfrm>
                  <a:off x="2008" y="2985"/>
                  <a:ext cx="23"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785" name="Line 160"/>
                <p:cNvSpPr>
                  <a:spLocks noChangeShapeType="1"/>
                </p:cNvSpPr>
                <p:nvPr/>
              </p:nvSpPr>
              <p:spPr bwMode="auto">
                <a:xfrm>
                  <a:off x="2063"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786" name="Line 161"/>
                <p:cNvSpPr>
                  <a:spLocks noChangeShapeType="1"/>
                </p:cNvSpPr>
                <p:nvPr/>
              </p:nvSpPr>
              <p:spPr bwMode="auto">
                <a:xfrm>
                  <a:off x="2119"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787" name="Line 162"/>
                <p:cNvSpPr>
                  <a:spLocks noChangeShapeType="1"/>
                </p:cNvSpPr>
                <p:nvPr/>
              </p:nvSpPr>
              <p:spPr bwMode="auto">
                <a:xfrm>
                  <a:off x="2175"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788" name="Line 163"/>
                <p:cNvSpPr>
                  <a:spLocks noChangeShapeType="1"/>
                </p:cNvSpPr>
                <p:nvPr/>
              </p:nvSpPr>
              <p:spPr bwMode="auto">
                <a:xfrm>
                  <a:off x="2231" y="2985"/>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9720" name="Group 164"/>
            <p:cNvGrpSpPr>
              <a:grpSpLocks/>
            </p:cNvGrpSpPr>
            <p:nvPr/>
          </p:nvGrpSpPr>
          <p:grpSpPr bwMode="auto">
            <a:xfrm>
              <a:off x="2415" y="2953"/>
              <a:ext cx="415" cy="56"/>
              <a:chOff x="2415" y="2953"/>
              <a:chExt cx="415" cy="56"/>
            </a:xfrm>
          </p:grpSpPr>
          <p:sp>
            <p:nvSpPr>
              <p:cNvPr id="110773" name="Freeform 165"/>
              <p:cNvSpPr>
                <a:spLocks/>
              </p:cNvSpPr>
              <p:nvPr/>
            </p:nvSpPr>
            <p:spPr bwMode="auto">
              <a:xfrm>
                <a:off x="2718"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10774" name="Group 166"/>
              <p:cNvGrpSpPr>
                <a:grpSpLocks/>
              </p:cNvGrpSpPr>
              <p:nvPr/>
            </p:nvGrpSpPr>
            <p:grpSpPr bwMode="auto">
              <a:xfrm>
                <a:off x="2415" y="2985"/>
                <a:ext cx="295" cy="1"/>
                <a:chOff x="2415" y="2985"/>
                <a:chExt cx="295" cy="1"/>
              </a:xfrm>
            </p:grpSpPr>
            <p:sp>
              <p:nvSpPr>
                <p:cNvPr id="110775" name="Line 167"/>
                <p:cNvSpPr>
                  <a:spLocks noChangeShapeType="1"/>
                </p:cNvSpPr>
                <p:nvPr/>
              </p:nvSpPr>
              <p:spPr bwMode="auto">
                <a:xfrm>
                  <a:off x="2415"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776" name="Line 168"/>
                <p:cNvSpPr>
                  <a:spLocks noChangeShapeType="1"/>
                </p:cNvSpPr>
                <p:nvPr/>
              </p:nvSpPr>
              <p:spPr bwMode="auto">
                <a:xfrm>
                  <a:off x="2471"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777" name="Line 169"/>
                <p:cNvSpPr>
                  <a:spLocks noChangeShapeType="1"/>
                </p:cNvSpPr>
                <p:nvPr/>
              </p:nvSpPr>
              <p:spPr bwMode="auto">
                <a:xfrm>
                  <a:off x="2526"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778" name="Line 170"/>
                <p:cNvSpPr>
                  <a:spLocks noChangeShapeType="1"/>
                </p:cNvSpPr>
                <p:nvPr/>
              </p:nvSpPr>
              <p:spPr bwMode="auto">
                <a:xfrm>
                  <a:off x="2582"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779" name="Line 171"/>
                <p:cNvSpPr>
                  <a:spLocks noChangeShapeType="1"/>
                </p:cNvSpPr>
                <p:nvPr/>
              </p:nvSpPr>
              <p:spPr bwMode="auto">
                <a:xfrm>
                  <a:off x="2638"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780" name="Line 172"/>
                <p:cNvSpPr>
                  <a:spLocks noChangeShapeType="1"/>
                </p:cNvSpPr>
                <p:nvPr/>
              </p:nvSpPr>
              <p:spPr bwMode="auto">
                <a:xfrm>
                  <a:off x="2694" y="2985"/>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9721" name="Group 173"/>
            <p:cNvGrpSpPr>
              <a:grpSpLocks/>
            </p:cNvGrpSpPr>
            <p:nvPr/>
          </p:nvGrpSpPr>
          <p:grpSpPr bwMode="auto">
            <a:xfrm>
              <a:off x="2838" y="1741"/>
              <a:ext cx="40" cy="1260"/>
              <a:chOff x="2838" y="1741"/>
              <a:chExt cx="40" cy="1260"/>
            </a:xfrm>
          </p:grpSpPr>
          <p:sp>
            <p:nvSpPr>
              <p:cNvPr id="110763" name="Oval 174"/>
              <p:cNvSpPr>
                <a:spLocks noChangeArrowheads="1"/>
              </p:cNvSpPr>
              <p:nvPr/>
            </p:nvSpPr>
            <p:spPr bwMode="auto">
              <a:xfrm>
                <a:off x="2838" y="1741"/>
                <a:ext cx="40" cy="40"/>
              </a:xfrm>
              <a:prstGeom prst="ellipse">
                <a:avLst/>
              </a:prstGeom>
              <a:solidFill>
                <a:schemeClr val="bg2"/>
              </a:solidFill>
              <a:ln w="9525">
                <a:solidFill>
                  <a:schemeClr val="bg2"/>
                </a:solidFill>
                <a:round/>
                <a:headEnd/>
                <a:tailEnd/>
              </a:ln>
            </p:spPr>
            <p:txBody>
              <a:bodyPr/>
              <a:lstStyle/>
              <a:p>
                <a:endParaRPr lang="en-US"/>
              </a:p>
            </p:txBody>
          </p:sp>
          <p:sp>
            <p:nvSpPr>
              <p:cNvPr id="110764" name="Oval 175"/>
              <p:cNvSpPr>
                <a:spLocks noChangeArrowheads="1"/>
              </p:cNvSpPr>
              <p:nvPr/>
            </p:nvSpPr>
            <p:spPr bwMode="auto">
              <a:xfrm>
                <a:off x="2838" y="1741"/>
                <a:ext cx="40" cy="40"/>
              </a:xfrm>
              <a:prstGeom prst="ellipse">
                <a:avLst/>
              </a:prstGeom>
              <a:solidFill>
                <a:schemeClr val="bg2"/>
              </a:solidFill>
              <a:ln w="25400">
                <a:solidFill>
                  <a:schemeClr val="bg2"/>
                </a:solidFill>
                <a:round/>
                <a:headEnd/>
                <a:tailEnd/>
              </a:ln>
            </p:spPr>
            <p:txBody>
              <a:bodyPr/>
              <a:lstStyle/>
              <a:p>
                <a:endParaRPr lang="en-US"/>
              </a:p>
            </p:txBody>
          </p:sp>
          <p:sp>
            <p:nvSpPr>
              <p:cNvPr id="110765" name="Oval 176"/>
              <p:cNvSpPr>
                <a:spLocks noChangeArrowheads="1"/>
              </p:cNvSpPr>
              <p:nvPr/>
            </p:nvSpPr>
            <p:spPr bwMode="auto">
              <a:xfrm>
                <a:off x="2846" y="2044"/>
                <a:ext cx="32" cy="32"/>
              </a:xfrm>
              <a:prstGeom prst="ellipse">
                <a:avLst/>
              </a:prstGeom>
              <a:solidFill>
                <a:schemeClr val="bg2"/>
              </a:solidFill>
              <a:ln w="9525">
                <a:solidFill>
                  <a:schemeClr val="bg2"/>
                </a:solidFill>
                <a:round/>
                <a:headEnd/>
                <a:tailEnd/>
              </a:ln>
            </p:spPr>
            <p:txBody>
              <a:bodyPr/>
              <a:lstStyle/>
              <a:p>
                <a:endParaRPr lang="en-US"/>
              </a:p>
            </p:txBody>
          </p:sp>
          <p:sp>
            <p:nvSpPr>
              <p:cNvPr id="110766" name="Oval 177"/>
              <p:cNvSpPr>
                <a:spLocks noChangeArrowheads="1"/>
              </p:cNvSpPr>
              <p:nvPr/>
            </p:nvSpPr>
            <p:spPr bwMode="auto">
              <a:xfrm>
                <a:off x="2846" y="2044"/>
                <a:ext cx="32" cy="32"/>
              </a:xfrm>
              <a:prstGeom prst="ellipse">
                <a:avLst/>
              </a:prstGeom>
              <a:solidFill>
                <a:schemeClr val="bg2"/>
              </a:solidFill>
              <a:ln w="25400">
                <a:solidFill>
                  <a:schemeClr val="bg2"/>
                </a:solidFill>
                <a:round/>
                <a:headEnd/>
                <a:tailEnd/>
              </a:ln>
            </p:spPr>
            <p:txBody>
              <a:bodyPr/>
              <a:lstStyle/>
              <a:p>
                <a:endParaRPr lang="en-US"/>
              </a:p>
            </p:txBody>
          </p:sp>
          <p:sp>
            <p:nvSpPr>
              <p:cNvPr id="110767" name="Oval 178"/>
              <p:cNvSpPr>
                <a:spLocks noChangeArrowheads="1"/>
              </p:cNvSpPr>
              <p:nvPr/>
            </p:nvSpPr>
            <p:spPr bwMode="auto">
              <a:xfrm>
                <a:off x="2846" y="2355"/>
                <a:ext cx="32" cy="32"/>
              </a:xfrm>
              <a:prstGeom prst="ellipse">
                <a:avLst/>
              </a:prstGeom>
              <a:solidFill>
                <a:schemeClr val="bg2"/>
              </a:solidFill>
              <a:ln w="9525">
                <a:solidFill>
                  <a:schemeClr val="bg2"/>
                </a:solidFill>
                <a:round/>
                <a:headEnd/>
                <a:tailEnd/>
              </a:ln>
            </p:spPr>
            <p:txBody>
              <a:bodyPr/>
              <a:lstStyle/>
              <a:p>
                <a:endParaRPr lang="en-US"/>
              </a:p>
            </p:txBody>
          </p:sp>
          <p:sp>
            <p:nvSpPr>
              <p:cNvPr id="110768" name="Oval 179"/>
              <p:cNvSpPr>
                <a:spLocks noChangeArrowheads="1"/>
              </p:cNvSpPr>
              <p:nvPr/>
            </p:nvSpPr>
            <p:spPr bwMode="auto">
              <a:xfrm>
                <a:off x="2846" y="2355"/>
                <a:ext cx="32" cy="32"/>
              </a:xfrm>
              <a:prstGeom prst="ellipse">
                <a:avLst/>
              </a:prstGeom>
              <a:solidFill>
                <a:schemeClr val="bg2"/>
              </a:solidFill>
              <a:ln w="25400">
                <a:solidFill>
                  <a:schemeClr val="bg2"/>
                </a:solidFill>
                <a:round/>
                <a:headEnd/>
                <a:tailEnd/>
              </a:ln>
            </p:spPr>
            <p:txBody>
              <a:bodyPr/>
              <a:lstStyle/>
              <a:p>
                <a:endParaRPr lang="en-US"/>
              </a:p>
            </p:txBody>
          </p:sp>
          <p:sp>
            <p:nvSpPr>
              <p:cNvPr id="110769" name="Oval 180"/>
              <p:cNvSpPr>
                <a:spLocks noChangeArrowheads="1"/>
              </p:cNvSpPr>
              <p:nvPr/>
            </p:nvSpPr>
            <p:spPr bwMode="auto">
              <a:xfrm>
                <a:off x="2838" y="2658"/>
                <a:ext cx="40" cy="32"/>
              </a:xfrm>
              <a:prstGeom prst="ellipse">
                <a:avLst/>
              </a:prstGeom>
              <a:solidFill>
                <a:schemeClr val="bg2"/>
              </a:solidFill>
              <a:ln w="9525">
                <a:solidFill>
                  <a:schemeClr val="bg2"/>
                </a:solidFill>
                <a:round/>
                <a:headEnd/>
                <a:tailEnd/>
              </a:ln>
            </p:spPr>
            <p:txBody>
              <a:bodyPr/>
              <a:lstStyle/>
              <a:p>
                <a:endParaRPr lang="en-US"/>
              </a:p>
            </p:txBody>
          </p:sp>
          <p:sp>
            <p:nvSpPr>
              <p:cNvPr id="110770" name="Oval 181"/>
              <p:cNvSpPr>
                <a:spLocks noChangeArrowheads="1"/>
              </p:cNvSpPr>
              <p:nvPr/>
            </p:nvSpPr>
            <p:spPr bwMode="auto">
              <a:xfrm>
                <a:off x="2838" y="2658"/>
                <a:ext cx="40" cy="32"/>
              </a:xfrm>
              <a:prstGeom prst="ellipse">
                <a:avLst/>
              </a:prstGeom>
              <a:solidFill>
                <a:schemeClr val="bg2"/>
              </a:solidFill>
              <a:ln w="25400">
                <a:solidFill>
                  <a:schemeClr val="bg2"/>
                </a:solidFill>
                <a:round/>
                <a:headEnd/>
                <a:tailEnd/>
              </a:ln>
            </p:spPr>
            <p:txBody>
              <a:bodyPr/>
              <a:lstStyle/>
              <a:p>
                <a:endParaRPr lang="en-US"/>
              </a:p>
            </p:txBody>
          </p:sp>
          <p:sp>
            <p:nvSpPr>
              <p:cNvPr id="110771" name="Oval 182"/>
              <p:cNvSpPr>
                <a:spLocks noChangeArrowheads="1"/>
              </p:cNvSpPr>
              <p:nvPr/>
            </p:nvSpPr>
            <p:spPr bwMode="auto">
              <a:xfrm>
                <a:off x="2838" y="2969"/>
                <a:ext cx="32" cy="32"/>
              </a:xfrm>
              <a:prstGeom prst="ellipse">
                <a:avLst/>
              </a:prstGeom>
              <a:solidFill>
                <a:schemeClr val="bg2"/>
              </a:solidFill>
              <a:ln w="9525">
                <a:solidFill>
                  <a:schemeClr val="bg2"/>
                </a:solidFill>
                <a:round/>
                <a:headEnd/>
                <a:tailEnd/>
              </a:ln>
            </p:spPr>
            <p:txBody>
              <a:bodyPr/>
              <a:lstStyle/>
              <a:p>
                <a:endParaRPr lang="en-US"/>
              </a:p>
            </p:txBody>
          </p:sp>
          <p:sp>
            <p:nvSpPr>
              <p:cNvPr id="110772" name="Oval 183"/>
              <p:cNvSpPr>
                <a:spLocks noChangeArrowheads="1"/>
              </p:cNvSpPr>
              <p:nvPr/>
            </p:nvSpPr>
            <p:spPr bwMode="auto">
              <a:xfrm>
                <a:off x="2838" y="2969"/>
                <a:ext cx="32" cy="32"/>
              </a:xfrm>
              <a:prstGeom prst="ellipse">
                <a:avLst/>
              </a:prstGeom>
              <a:solidFill>
                <a:schemeClr val="bg2"/>
              </a:solidFill>
              <a:ln w="25400">
                <a:solidFill>
                  <a:schemeClr val="bg2"/>
                </a:solidFill>
                <a:round/>
                <a:headEnd/>
                <a:tailEnd/>
              </a:ln>
            </p:spPr>
            <p:txBody>
              <a:bodyPr/>
              <a:lstStyle/>
              <a:p>
                <a:endParaRPr lang="en-US"/>
              </a:p>
            </p:txBody>
          </p:sp>
        </p:grpSp>
        <p:grpSp>
          <p:nvGrpSpPr>
            <p:cNvPr id="109722" name="Group 184"/>
            <p:cNvGrpSpPr>
              <a:grpSpLocks/>
            </p:cNvGrpSpPr>
            <p:nvPr/>
          </p:nvGrpSpPr>
          <p:grpSpPr bwMode="auto">
            <a:xfrm>
              <a:off x="1912" y="3272"/>
              <a:ext cx="32" cy="335"/>
              <a:chOff x="1912" y="3272"/>
              <a:chExt cx="32" cy="335"/>
            </a:xfrm>
          </p:grpSpPr>
          <p:sp>
            <p:nvSpPr>
              <p:cNvPr id="110759" name="Oval 185"/>
              <p:cNvSpPr>
                <a:spLocks noChangeArrowheads="1"/>
              </p:cNvSpPr>
              <p:nvPr/>
            </p:nvSpPr>
            <p:spPr bwMode="auto">
              <a:xfrm>
                <a:off x="1912" y="3272"/>
                <a:ext cx="32" cy="32"/>
              </a:xfrm>
              <a:prstGeom prst="ellipse">
                <a:avLst/>
              </a:prstGeom>
              <a:solidFill>
                <a:schemeClr val="bg2"/>
              </a:solidFill>
              <a:ln w="9525">
                <a:solidFill>
                  <a:schemeClr val="bg2"/>
                </a:solidFill>
                <a:round/>
                <a:headEnd/>
                <a:tailEnd/>
              </a:ln>
            </p:spPr>
            <p:txBody>
              <a:bodyPr/>
              <a:lstStyle/>
              <a:p>
                <a:endParaRPr lang="en-US"/>
              </a:p>
            </p:txBody>
          </p:sp>
          <p:sp>
            <p:nvSpPr>
              <p:cNvPr id="110760" name="Oval 186"/>
              <p:cNvSpPr>
                <a:spLocks noChangeArrowheads="1"/>
              </p:cNvSpPr>
              <p:nvPr/>
            </p:nvSpPr>
            <p:spPr bwMode="auto">
              <a:xfrm>
                <a:off x="1912" y="3272"/>
                <a:ext cx="32" cy="32"/>
              </a:xfrm>
              <a:prstGeom prst="ellipse">
                <a:avLst/>
              </a:prstGeom>
              <a:solidFill>
                <a:schemeClr val="bg2"/>
              </a:solidFill>
              <a:ln w="25400">
                <a:solidFill>
                  <a:schemeClr val="bg2"/>
                </a:solidFill>
                <a:round/>
                <a:headEnd/>
                <a:tailEnd/>
              </a:ln>
            </p:spPr>
            <p:txBody>
              <a:bodyPr/>
              <a:lstStyle/>
              <a:p>
                <a:endParaRPr lang="en-US"/>
              </a:p>
            </p:txBody>
          </p:sp>
          <p:sp>
            <p:nvSpPr>
              <p:cNvPr id="110761" name="Oval 187"/>
              <p:cNvSpPr>
                <a:spLocks noChangeArrowheads="1"/>
              </p:cNvSpPr>
              <p:nvPr/>
            </p:nvSpPr>
            <p:spPr bwMode="auto">
              <a:xfrm>
                <a:off x="1912" y="3575"/>
                <a:ext cx="32" cy="32"/>
              </a:xfrm>
              <a:prstGeom prst="ellipse">
                <a:avLst/>
              </a:prstGeom>
              <a:solidFill>
                <a:schemeClr val="bg2"/>
              </a:solidFill>
              <a:ln w="9525">
                <a:solidFill>
                  <a:schemeClr val="bg2"/>
                </a:solidFill>
                <a:round/>
                <a:headEnd/>
                <a:tailEnd/>
              </a:ln>
            </p:spPr>
            <p:txBody>
              <a:bodyPr/>
              <a:lstStyle/>
              <a:p>
                <a:endParaRPr lang="en-US"/>
              </a:p>
            </p:txBody>
          </p:sp>
          <p:sp>
            <p:nvSpPr>
              <p:cNvPr id="110762" name="Oval 188"/>
              <p:cNvSpPr>
                <a:spLocks noChangeArrowheads="1"/>
              </p:cNvSpPr>
              <p:nvPr/>
            </p:nvSpPr>
            <p:spPr bwMode="auto">
              <a:xfrm>
                <a:off x="1912" y="3575"/>
                <a:ext cx="32" cy="32"/>
              </a:xfrm>
              <a:prstGeom prst="ellipse">
                <a:avLst/>
              </a:prstGeom>
              <a:solidFill>
                <a:schemeClr val="bg2"/>
              </a:solidFill>
              <a:ln w="25400">
                <a:solidFill>
                  <a:schemeClr val="bg2"/>
                </a:solidFill>
                <a:round/>
                <a:headEnd/>
                <a:tailEnd/>
              </a:ln>
            </p:spPr>
            <p:txBody>
              <a:bodyPr/>
              <a:lstStyle/>
              <a:p>
                <a:endParaRPr lang="en-US"/>
              </a:p>
            </p:txBody>
          </p:sp>
        </p:grpSp>
        <p:grpSp>
          <p:nvGrpSpPr>
            <p:cNvPr id="109723" name="Group 189"/>
            <p:cNvGrpSpPr>
              <a:grpSpLocks/>
            </p:cNvGrpSpPr>
            <p:nvPr/>
          </p:nvGrpSpPr>
          <p:grpSpPr bwMode="auto">
            <a:xfrm>
              <a:off x="1449" y="3272"/>
              <a:ext cx="40" cy="335"/>
              <a:chOff x="1449" y="3272"/>
              <a:chExt cx="40" cy="335"/>
            </a:xfrm>
          </p:grpSpPr>
          <p:sp>
            <p:nvSpPr>
              <p:cNvPr id="110755" name="Oval 190"/>
              <p:cNvSpPr>
                <a:spLocks noChangeArrowheads="1"/>
              </p:cNvSpPr>
              <p:nvPr/>
            </p:nvSpPr>
            <p:spPr bwMode="auto">
              <a:xfrm>
                <a:off x="1449" y="3272"/>
                <a:ext cx="40" cy="32"/>
              </a:xfrm>
              <a:prstGeom prst="ellipse">
                <a:avLst/>
              </a:prstGeom>
              <a:solidFill>
                <a:schemeClr val="bg2"/>
              </a:solidFill>
              <a:ln w="9525">
                <a:solidFill>
                  <a:schemeClr val="bg2"/>
                </a:solidFill>
                <a:round/>
                <a:headEnd/>
                <a:tailEnd/>
              </a:ln>
            </p:spPr>
            <p:txBody>
              <a:bodyPr/>
              <a:lstStyle/>
              <a:p>
                <a:endParaRPr lang="en-US"/>
              </a:p>
            </p:txBody>
          </p:sp>
          <p:sp>
            <p:nvSpPr>
              <p:cNvPr id="110756" name="Oval 191"/>
              <p:cNvSpPr>
                <a:spLocks noChangeArrowheads="1"/>
              </p:cNvSpPr>
              <p:nvPr/>
            </p:nvSpPr>
            <p:spPr bwMode="auto">
              <a:xfrm>
                <a:off x="1449" y="3272"/>
                <a:ext cx="40" cy="32"/>
              </a:xfrm>
              <a:prstGeom prst="ellipse">
                <a:avLst/>
              </a:prstGeom>
              <a:solidFill>
                <a:schemeClr val="bg2"/>
              </a:solidFill>
              <a:ln w="25400">
                <a:solidFill>
                  <a:schemeClr val="bg2"/>
                </a:solidFill>
                <a:round/>
                <a:headEnd/>
                <a:tailEnd/>
              </a:ln>
            </p:spPr>
            <p:txBody>
              <a:bodyPr/>
              <a:lstStyle/>
              <a:p>
                <a:endParaRPr lang="en-US"/>
              </a:p>
            </p:txBody>
          </p:sp>
          <p:sp>
            <p:nvSpPr>
              <p:cNvPr id="110757" name="Oval 192"/>
              <p:cNvSpPr>
                <a:spLocks noChangeArrowheads="1"/>
              </p:cNvSpPr>
              <p:nvPr/>
            </p:nvSpPr>
            <p:spPr bwMode="auto">
              <a:xfrm>
                <a:off x="1449" y="3575"/>
                <a:ext cx="40" cy="32"/>
              </a:xfrm>
              <a:prstGeom prst="ellipse">
                <a:avLst/>
              </a:prstGeom>
              <a:solidFill>
                <a:schemeClr val="bg2"/>
              </a:solidFill>
              <a:ln w="9525">
                <a:solidFill>
                  <a:schemeClr val="bg2"/>
                </a:solidFill>
                <a:round/>
                <a:headEnd/>
                <a:tailEnd/>
              </a:ln>
            </p:spPr>
            <p:txBody>
              <a:bodyPr/>
              <a:lstStyle/>
              <a:p>
                <a:endParaRPr lang="en-US"/>
              </a:p>
            </p:txBody>
          </p:sp>
          <p:sp>
            <p:nvSpPr>
              <p:cNvPr id="110758" name="Oval 193"/>
              <p:cNvSpPr>
                <a:spLocks noChangeArrowheads="1"/>
              </p:cNvSpPr>
              <p:nvPr/>
            </p:nvSpPr>
            <p:spPr bwMode="auto">
              <a:xfrm>
                <a:off x="1449" y="3575"/>
                <a:ext cx="40" cy="32"/>
              </a:xfrm>
              <a:prstGeom prst="ellipse">
                <a:avLst/>
              </a:prstGeom>
              <a:solidFill>
                <a:schemeClr val="bg2"/>
              </a:solidFill>
              <a:ln w="25400">
                <a:solidFill>
                  <a:schemeClr val="bg2"/>
                </a:solidFill>
                <a:round/>
                <a:headEnd/>
                <a:tailEnd/>
              </a:ln>
            </p:spPr>
            <p:txBody>
              <a:bodyPr/>
              <a:lstStyle/>
              <a:p>
                <a:endParaRPr lang="en-US"/>
              </a:p>
            </p:txBody>
          </p:sp>
        </p:grpSp>
        <p:grpSp>
          <p:nvGrpSpPr>
            <p:cNvPr id="109724" name="Group 194"/>
            <p:cNvGrpSpPr>
              <a:grpSpLocks/>
            </p:cNvGrpSpPr>
            <p:nvPr/>
          </p:nvGrpSpPr>
          <p:grpSpPr bwMode="auto">
            <a:xfrm>
              <a:off x="2367" y="3272"/>
              <a:ext cx="32" cy="335"/>
              <a:chOff x="2367" y="3272"/>
              <a:chExt cx="32" cy="335"/>
            </a:xfrm>
          </p:grpSpPr>
          <p:sp>
            <p:nvSpPr>
              <p:cNvPr id="110751" name="Oval 195"/>
              <p:cNvSpPr>
                <a:spLocks noChangeArrowheads="1"/>
              </p:cNvSpPr>
              <p:nvPr/>
            </p:nvSpPr>
            <p:spPr bwMode="auto">
              <a:xfrm>
                <a:off x="2367" y="3272"/>
                <a:ext cx="32" cy="32"/>
              </a:xfrm>
              <a:prstGeom prst="ellipse">
                <a:avLst/>
              </a:prstGeom>
              <a:solidFill>
                <a:schemeClr val="bg2"/>
              </a:solidFill>
              <a:ln w="9525">
                <a:solidFill>
                  <a:schemeClr val="bg2"/>
                </a:solidFill>
                <a:round/>
                <a:headEnd/>
                <a:tailEnd/>
              </a:ln>
            </p:spPr>
            <p:txBody>
              <a:bodyPr/>
              <a:lstStyle/>
              <a:p>
                <a:endParaRPr lang="en-US"/>
              </a:p>
            </p:txBody>
          </p:sp>
          <p:sp>
            <p:nvSpPr>
              <p:cNvPr id="110752" name="Oval 196"/>
              <p:cNvSpPr>
                <a:spLocks noChangeArrowheads="1"/>
              </p:cNvSpPr>
              <p:nvPr/>
            </p:nvSpPr>
            <p:spPr bwMode="auto">
              <a:xfrm>
                <a:off x="2367" y="3272"/>
                <a:ext cx="32" cy="32"/>
              </a:xfrm>
              <a:prstGeom prst="ellipse">
                <a:avLst/>
              </a:prstGeom>
              <a:solidFill>
                <a:schemeClr val="bg2"/>
              </a:solidFill>
              <a:ln w="25400">
                <a:solidFill>
                  <a:schemeClr val="bg2"/>
                </a:solidFill>
                <a:round/>
                <a:headEnd/>
                <a:tailEnd/>
              </a:ln>
            </p:spPr>
            <p:txBody>
              <a:bodyPr/>
              <a:lstStyle/>
              <a:p>
                <a:endParaRPr lang="en-US"/>
              </a:p>
            </p:txBody>
          </p:sp>
          <p:sp>
            <p:nvSpPr>
              <p:cNvPr id="110753" name="Oval 197"/>
              <p:cNvSpPr>
                <a:spLocks noChangeArrowheads="1"/>
              </p:cNvSpPr>
              <p:nvPr/>
            </p:nvSpPr>
            <p:spPr bwMode="auto">
              <a:xfrm>
                <a:off x="2367" y="3575"/>
                <a:ext cx="32" cy="32"/>
              </a:xfrm>
              <a:prstGeom prst="ellipse">
                <a:avLst/>
              </a:prstGeom>
              <a:solidFill>
                <a:schemeClr val="bg2"/>
              </a:solidFill>
              <a:ln w="9525">
                <a:solidFill>
                  <a:schemeClr val="bg2"/>
                </a:solidFill>
                <a:round/>
                <a:headEnd/>
                <a:tailEnd/>
              </a:ln>
            </p:spPr>
            <p:txBody>
              <a:bodyPr/>
              <a:lstStyle/>
              <a:p>
                <a:endParaRPr lang="en-US"/>
              </a:p>
            </p:txBody>
          </p:sp>
          <p:sp>
            <p:nvSpPr>
              <p:cNvPr id="110754" name="Oval 198"/>
              <p:cNvSpPr>
                <a:spLocks noChangeArrowheads="1"/>
              </p:cNvSpPr>
              <p:nvPr/>
            </p:nvSpPr>
            <p:spPr bwMode="auto">
              <a:xfrm>
                <a:off x="2367" y="3575"/>
                <a:ext cx="32" cy="32"/>
              </a:xfrm>
              <a:prstGeom prst="ellipse">
                <a:avLst/>
              </a:prstGeom>
              <a:solidFill>
                <a:schemeClr val="bg2"/>
              </a:solidFill>
              <a:ln w="25400">
                <a:solidFill>
                  <a:schemeClr val="bg2"/>
                </a:solidFill>
                <a:round/>
                <a:headEnd/>
                <a:tailEnd/>
              </a:ln>
            </p:spPr>
            <p:txBody>
              <a:bodyPr/>
              <a:lstStyle/>
              <a:p>
                <a:endParaRPr lang="en-US"/>
              </a:p>
            </p:txBody>
          </p:sp>
        </p:grpSp>
        <p:grpSp>
          <p:nvGrpSpPr>
            <p:cNvPr id="109725" name="Group 199"/>
            <p:cNvGrpSpPr>
              <a:grpSpLocks/>
            </p:cNvGrpSpPr>
            <p:nvPr/>
          </p:nvGrpSpPr>
          <p:grpSpPr bwMode="auto">
            <a:xfrm>
              <a:off x="2822" y="3272"/>
              <a:ext cx="40" cy="335"/>
              <a:chOff x="2822" y="3272"/>
              <a:chExt cx="40" cy="335"/>
            </a:xfrm>
          </p:grpSpPr>
          <p:sp>
            <p:nvSpPr>
              <p:cNvPr id="110747" name="Oval 200"/>
              <p:cNvSpPr>
                <a:spLocks noChangeArrowheads="1"/>
              </p:cNvSpPr>
              <p:nvPr/>
            </p:nvSpPr>
            <p:spPr bwMode="auto">
              <a:xfrm>
                <a:off x="2822" y="3272"/>
                <a:ext cx="40" cy="32"/>
              </a:xfrm>
              <a:prstGeom prst="ellipse">
                <a:avLst/>
              </a:prstGeom>
              <a:solidFill>
                <a:schemeClr val="bg2"/>
              </a:solidFill>
              <a:ln w="9525">
                <a:solidFill>
                  <a:schemeClr val="bg2"/>
                </a:solidFill>
                <a:round/>
                <a:headEnd/>
                <a:tailEnd/>
              </a:ln>
            </p:spPr>
            <p:txBody>
              <a:bodyPr/>
              <a:lstStyle/>
              <a:p>
                <a:endParaRPr lang="en-US"/>
              </a:p>
            </p:txBody>
          </p:sp>
          <p:sp>
            <p:nvSpPr>
              <p:cNvPr id="110748" name="Oval 201"/>
              <p:cNvSpPr>
                <a:spLocks noChangeArrowheads="1"/>
              </p:cNvSpPr>
              <p:nvPr/>
            </p:nvSpPr>
            <p:spPr bwMode="auto">
              <a:xfrm>
                <a:off x="2822" y="3272"/>
                <a:ext cx="40" cy="32"/>
              </a:xfrm>
              <a:prstGeom prst="ellipse">
                <a:avLst/>
              </a:prstGeom>
              <a:solidFill>
                <a:schemeClr val="bg2"/>
              </a:solidFill>
              <a:ln w="25400">
                <a:solidFill>
                  <a:schemeClr val="bg2"/>
                </a:solidFill>
                <a:round/>
                <a:headEnd/>
                <a:tailEnd/>
              </a:ln>
            </p:spPr>
            <p:txBody>
              <a:bodyPr/>
              <a:lstStyle/>
              <a:p>
                <a:endParaRPr lang="en-US"/>
              </a:p>
            </p:txBody>
          </p:sp>
          <p:sp>
            <p:nvSpPr>
              <p:cNvPr id="110749" name="Oval 202"/>
              <p:cNvSpPr>
                <a:spLocks noChangeArrowheads="1"/>
              </p:cNvSpPr>
              <p:nvPr/>
            </p:nvSpPr>
            <p:spPr bwMode="auto">
              <a:xfrm>
                <a:off x="2822" y="3575"/>
                <a:ext cx="40" cy="32"/>
              </a:xfrm>
              <a:prstGeom prst="ellipse">
                <a:avLst/>
              </a:prstGeom>
              <a:solidFill>
                <a:schemeClr val="bg2"/>
              </a:solidFill>
              <a:ln w="9525">
                <a:solidFill>
                  <a:schemeClr val="bg2"/>
                </a:solidFill>
                <a:round/>
                <a:headEnd/>
                <a:tailEnd/>
              </a:ln>
            </p:spPr>
            <p:txBody>
              <a:bodyPr/>
              <a:lstStyle/>
              <a:p>
                <a:endParaRPr lang="en-US"/>
              </a:p>
            </p:txBody>
          </p:sp>
          <p:sp>
            <p:nvSpPr>
              <p:cNvPr id="110750" name="Oval 203"/>
              <p:cNvSpPr>
                <a:spLocks noChangeArrowheads="1"/>
              </p:cNvSpPr>
              <p:nvPr/>
            </p:nvSpPr>
            <p:spPr bwMode="auto">
              <a:xfrm>
                <a:off x="2822" y="3575"/>
                <a:ext cx="40" cy="32"/>
              </a:xfrm>
              <a:prstGeom prst="ellipse">
                <a:avLst/>
              </a:prstGeom>
              <a:solidFill>
                <a:schemeClr val="bg2"/>
              </a:solidFill>
              <a:ln w="25400">
                <a:solidFill>
                  <a:schemeClr val="bg2"/>
                </a:solidFill>
                <a:round/>
                <a:headEnd/>
                <a:tailEnd/>
              </a:ln>
            </p:spPr>
            <p:txBody>
              <a:bodyPr/>
              <a:lstStyle/>
              <a:p>
                <a:endParaRPr lang="en-US"/>
              </a:p>
            </p:txBody>
          </p:sp>
        </p:grpSp>
        <p:grpSp>
          <p:nvGrpSpPr>
            <p:cNvPr id="109726" name="Group 204"/>
            <p:cNvGrpSpPr>
              <a:grpSpLocks/>
            </p:cNvGrpSpPr>
            <p:nvPr/>
          </p:nvGrpSpPr>
          <p:grpSpPr bwMode="auto">
            <a:xfrm>
              <a:off x="2415" y="2650"/>
              <a:ext cx="415" cy="56"/>
              <a:chOff x="2415" y="2650"/>
              <a:chExt cx="415" cy="56"/>
            </a:xfrm>
          </p:grpSpPr>
          <p:sp>
            <p:nvSpPr>
              <p:cNvPr id="110739" name="Freeform 205"/>
              <p:cNvSpPr>
                <a:spLocks/>
              </p:cNvSpPr>
              <p:nvPr/>
            </p:nvSpPr>
            <p:spPr bwMode="auto">
              <a:xfrm>
                <a:off x="2718" y="2650"/>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solidFill>
                <a:schemeClr val="bg2"/>
              </a:solidFill>
              <a:ln w="9525">
                <a:solidFill>
                  <a:schemeClr val="bg2"/>
                </a:solidFill>
                <a:round/>
                <a:headEnd/>
                <a:tailEnd/>
              </a:ln>
            </p:spPr>
            <p:txBody>
              <a:bodyPr/>
              <a:lstStyle/>
              <a:p>
                <a:endParaRPr lang="en-US"/>
              </a:p>
            </p:txBody>
          </p:sp>
          <p:grpSp>
            <p:nvGrpSpPr>
              <p:cNvPr id="110740" name="Group 206"/>
              <p:cNvGrpSpPr>
                <a:grpSpLocks/>
              </p:cNvGrpSpPr>
              <p:nvPr/>
            </p:nvGrpSpPr>
            <p:grpSpPr bwMode="auto">
              <a:xfrm>
                <a:off x="2415" y="2674"/>
                <a:ext cx="295" cy="1"/>
                <a:chOff x="2415" y="2674"/>
                <a:chExt cx="295" cy="1"/>
              </a:xfrm>
            </p:grpSpPr>
            <p:sp>
              <p:nvSpPr>
                <p:cNvPr id="110741" name="Line 207"/>
                <p:cNvSpPr>
                  <a:spLocks noChangeShapeType="1"/>
                </p:cNvSpPr>
                <p:nvPr/>
              </p:nvSpPr>
              <p:spPr bwMode="auto">
                <a:xfrm>
                  <a:off x="2415"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742" name="Line 208"/>
                <p:cNvSpPr>
                  <a:spLocks noChangeShapeType="1"/>
                </p:cNvSpPr>
                <p:nvPr/>
              </p:nvSpPr>
              <p:spPr bwMode="auto">
                <a:xfrm>
                  <a:off x="2471"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743" name="Line 209"/>
                <p:cNvSpPr>
                  <a:spLocks noChangeShapeType="1"/>
                </p:cNvSpPr>
                <p:nvPr/>
              </p:nvSpPr>
              <p:spPr bwMode="auto">
                <a:xfrm>
                  <a:off x="2526"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744" name="Line 210"/>
                <p:cNvSpPr>
                  <a:spLocks noChangeShapeType="1"/>
                </p:cNvSpPr>
                <p:nvPr/>
              </p:nvSpPr>
              <p:spPr bwMode="auto">
                <a:xfrm>
                  <a:off x="2582"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745" name="Line 211"/>
                <p:cNvSpPr>
                  <a:spLocks noChangeShapeType="1"/>
                </p:cNvSpPr>
                <p:nvPr/>
              </p:nvSpPr>
              <p:spPr bwMode="auto">
                <a:xfrm>
                  <a:off x="2638"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746" name="Line 212"/>
                <p:cNvSpPr>
                  <a:spLocks noChangeShapeType="1"/>
                </p:cNvSpPr>
                <p:nvPr/>
              </p:nvSpPr>
              <p:spPr bwMode="auto">
                <a:xfrm>
                  <a:off x="2694" y="2674"/>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9727" name="Group 213"/>
            <p:cNvGrpSpPr>
              <a:grpSpLocks/>
            </p:cNvGrpSpPr>
            <p:nvPr/>
          </p:nvGrpSpPr>
          <p:grpSpPr bwMode="auto">
            <a:xfrm>
              <a:off x="2415" y="1733"/>
              <a:ext cx="415" cy="56"/>
              <a:chOff x="2415" y="1733"/>
              <a:chExt cx="415" cy="56"/>
            </a:xfrm>
          </p:grpSpPr>
          <p:sp>
            <p:nvSpPr>
              <p:cNvPr id="110731" name="Freeform 214"/>
              <p:cNvSpPr>
                <a:spLocks/>
              </p:cNvSpPr>
              <p:nvPr/>
            </p:nvSpPr>
            <p:spPr bwMode="auto">
              <a:xfrm>
                <a:off x="2718" y="1733"/>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solidFill>
                <a:schemeClr val="bg2"/>
              </a:solidFill>
              <a:ln w="9525">
                <a:solidFill>
                  <a:schemeClr val="bg2"/>
                </a:solidFill>
                <a:round/>
                <a:headEnd/>
                <a:tailEnd/>
              </a:ln>
            </p:spPr>
            <p:txBody>
              <a:bodyPr/>
              <a:lstStyle/>
              <a:p>
                <a:endParaRPr lang="en-US"/>
              </a:p>
            </p:txBody>
          </p:sp>
          <p:grpSp>
            <p:nvGrpSpPr>
              <p:cNvPr id="110732" name="Group 215"/>
              <p:cNvGrpSpPr>
                <a:grpSpLocks/>
              </p:cNvGrpSpPr>
              <p:nvPr/>
            </p:nvGrpSpPr>
            <p:grpSpPr bwMode="auto">
              <a:xfrm>
                <a:off x="2415" y="1757"/>
                <a:ext cx="295" cy="1"/>
                <a:chOff x="2415" y="1757"/>
                <a:chExt cx="295" cy="1"/>
              </a:xfrm>
            </p:grpSpPr>
            <p:sp>
              <p:nvSpPr>
                <p:cNvPr id="110733" name="Line 216"/>
                <p:cNvSpPr>
                  <a:spLocks noChangeShapeType="1"/>
                </p:cNvSpPr>
                <p:nvPr/>
              </p:nvSpPr>
              <p:spPr bwMode="auto">
                <a:xfrm>
                  <a:off x="2415"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734" name="Line 217"/>
                <p:cNvSpPr>
                  <a:spLocks noChangeShapeType="1"/>
                </p:cNvSpPr>
                <p:nvPr/>
              </p:nvSpPr>
              <p:spPr bwMode="auto">
                <a:xfrm>
                  <a:off x="2471"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735" name="Line 218"/>
                <p:cNvSpPr>
                  <a:spLocks noChangeShapeType="1"/>
                </p:cNvSpPr>
                <p:nvPr/>
              </p:nvSpPr>
              <p:spPr bwMode="auto">
                <a:xfrm>
                  <a:off x="2526"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736" name="Line 219"/>
                <p:cNvSpPr>
                  <a:spLocks noChangeShapeType="1"/>
                </p:cNvSpPr>
                <p:nvPr/>
              </p:nvSpPr>
              <p:spPr bwMode="auto">
                <a:xfrm>
                  <a:off x="2582"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737" name="Line 220"/>
                <p:cNvSpPr>
                  <a:spLocks noChangeShapeType="1"/>
                </p:cNvSpPr>
                <p:nvPr/>
              </p:nvSpPr>
              <p:spPr bwMode="auto">
                <a:xfrm>
                  <a:off x="2638"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738" name="Line 221"/>
                <p:cNvSpPr>
                  <a:spLocks noChangeShapeType="1"/>
                </p:cNvSpPr>
                <p:nvPr/>
              </p:nvSpPr>
              <p:spPr bwMode="auto">
                <a:xfrm>
                  <a:off x="2694" y="1757"/>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9728" name="Group 222"/>
            <p:cNvGrpSpPr>
              <a:grpSpLocks/>
            </p:cNvGrpSpPr>
            <p:nvPr/>
          </p:nvGrpSpPr>
          <p:grpSpPr bwMode="auto">
            <a:xfrm>
              <a:off x="1489" y="3264"/>
              <a:ext cx="423" cy="56"/>
              <a:chOff x="1489" y="3264"/>
              <a:chExt cx="423" cy="56"/>
            </a:xfrm>
          </p:grpSpPr>
          <p:sp>
            <p:nvSpPr>
              <p:cNvPr id="110723" name="Freeform 223"/>
              <p:cNvSpPr>
                <a:spLocks/>
              </p:cNvSpPr>
              <p:nvPr/>
            </p:nvSpPr>
            <p:spPr bwMode="auto">
              <a:xfrm>
                <a:off x="1792" y="3264"/>
                <a:ext cx="120" cy="56"/>
              </a:xfrm>
              <a:custGeom>
                <a:avLst/>
                <a:gdLst>
                  <a:gd name="T0" fmla="*/ 120 w 120"/>
                  <a:gd name="T1" fmla="*/ 24 h 56"/>
                  <a:gd name="T2" fmla="*/ 0 w 120"/>
                  <a:gd name="T3" fmla="*/ 56 h 56"/>
                  <a:gd name="T4" fmla="*/ 0 w 120"/>
                  <a:gd name="T5" fmla="*/ 24 h 56"/>
                  <a:gd name="T6" fmla="*/ 0 w 120"/>
                  <a:gd name="T7" fmla="*/ 0 h 56"/>
                  <a:gd name="T8" fmla="*/ 120 w 120"/>
                  <a:gd name="T9" fmla="*/ 24 h 56"/>
                  <a:gd name="T10" fmla="*/ 0 60000 65536"/>
                  <a:gd name="T11" fmla="*/ 0 60000 65536"/>
                  <a:gd name="T12" fmla="*/ 0 60000 65536"/>
                  <a:gd name="T13" fmla="*/ 0 60000 65536"/>
                  <a:gd name="T14" fmla="*/ 0 60000 65536"/>
                  <a:gd name="T15" fmla="*/ 0 w 120"/>
                  <a:gd name="T16" fmla="*/ 0 h 56"/>
                  <a:gd name="T17" fmla="*/ 120 w 120"/>
                  <a:gd name="T18" fmla="*/ 56 h 56"/>
                </a:gdLst>
                <a:ahLst/>
                <a:cxnLst>
                  <a:cxn ang="T10">
                    <a:pos x="T0" y="T1"/>
                  </a:cxn>
                  <a:cxn ang="T11">
                    <a:pos x="T2" y="T3"/>
                  </a:cxn>
                  <a:cxn ang="T12">
                    <a:pos x="T4" y="T5"/>
                  </a:cxn>
                  <a:cxn ang="T13">
                    <a:pos x="T6" y="T7"/>
                  </a:cxn>
                  <a:cxn ang="T14">
                    <a:pos x="T8" y="T9"/>
                  </a:cxn>
                </a:cxnLst>
                <a:rect l="T15" t="T16" r="T17" b="T18"/>
                <a:pathLst>
                  <a:path w="120" h="56">
                    <a:moveTo>
                      <a:pt x="120" y="24"/>
                    </a:moveTo>
                    <a:lnTo>
                      <a:pt x="0" y="56"/>
                    </a:lnTo>
                    <a:lnTo>
                      <a:pt x="0" y="24"/>
                    </a:lnTo>
                    <a:lnTo>
                      <a:pt x="0" y="0"/>
                    </a:lnTo>
                    <a:lnTo>
                      <a:pt x="120" y="24"/>
                    </a:lnTo>
                    <a:close/>
                  </a:path>
                </a:pathLst>
              </a:custGeom>
              <a:solidFill>
                <a:schemeClr val="bg2"/>
              </a:solidFill>
              <a:ln w="9525">
                <a:solidFill>
                  <a:schemeClr val="bg2"/>
                </a:solidFill>
                <a:round/>
                <a:headEnd/>
                <a:tailEnd/>
              </a:ln>
            </p:spPr>
            <p:txBody>
              <a:bodyPr/>
              <a:lstStyle/>
              <a:p>
                <a:endParaRPr lang="en-US"/>
              </a:p>
            </p:txBody>
          </p:sp>
          <p:grpSp>
            <p:nvGrpSpPr>
              <p:cNvPr id="110724" name="Group 224"/>
              <p:cNvGrpSpPr>
                <a:grpSpLocks/>
              </p:cNvGrpSpPr>
              <p:nvPr/>
            </p:nvGrpSpPr>
            <p:grpSpPr bwMode="auto">
              <a:xfrm>
                <a:off x="1489" y="3288"/>
                <a:ext cx="295" cy="1"/>
                <a:chOff x="1489" y="3288"/>
                <a:chExt cx="295" cy="1"/>
              </a:xfrm>
            </p:grpSpPr>
            <p:sp>
              <p:nvSpPr>
                <p:cNvPr id="110725" name="Line 225"/>
                <p:cNvSpPr>
                  <a:spLocks noChangeShapeType="1"/>
                </p:cNvSpPr>
                <p:nvPr/>
              </p:nvSpPr>
              <p:spPr bwMode="auto">
                <a:xfrm>
                  <a:off x="1489"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726" name="Line 226"/>
                <p:cNvSpPr>
                  <a:spLocks noChangeShapeType="1"/>
                </p:cNvSpPr>
                <p:nvPr/>
              </p:nvSpPr>
              <p:spPr bwMode="auto">
                <a:xfrm>
                  <a:off x="1544"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727" name="Line 227"/>
                <p:cNvSpPr>
                  <a:spLocks noChangeShapeType="1"/>
                </p:cNvSpPr>
                <p:nvPr/>
              </p:nvSpPr>
              <p:spPr bwMode="auto">
                <a:xfrm>
                  <a:off x="1600"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728" name="Line 228"/>
                <p:cNvSpPr>
                  <a:spLocks noChangeShapeType="1"/>
                </p:cNvSpPr>
                <p:nvPr/>
              </p:nvSpPr>
              <p:spPr bwMode="auto">
                <a:xfrm>
                  <a:off x="1656"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729" name="Line 229"/>
                <p:cNvSpPr>
                  <a:spLocks noChangeShapeType="1"/>
                </p:cNvSpPr>
                <p:nvPr/>
              </p:nvSpPr>
              <p:spPr bwMode="auto">
                <a:xfrm>
                  <a:off x="1712"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730" name="Line 230"/>
                <p:cNvSpPr>
                  <a:spLocks noChangeShapeType="1"/>
                </p:cNvSpPr>
                <p:nvPr/>
              </p:nvSpPr>
              <p:spPr bwMode="auto">
                <a:xfrm>
                  <a:off x="1768" y="3288"/>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9729" name="Group 231"/>
            <p:cNvGrpSpPr>
              <a:grpSpLocks/>
            </p:cNvGrpSpPr>
            <p:nvPr/>
          </p:nvGrpSpPr>
          <p:grpSpPr bwMode="auto">
            <a:xfrm>
              <a:off x="1944" y="3256"/>
              <a:ext cx="423" cy="56"/>
              <a:chOff x="1944" y="3256"/>
              <a:chExt cx="423" cy="56"/>
            </a:xfrm>
          </p:grpSpPr>
          <p:sp>
            <p:nvSpPr>
              <p:cNvPr id="110715" name="Freeform 232"/>
              <p:cNvSpPr>
                <a:spLocks/>
              </p:cNvSpPr>
              <p:nvPr/>
            </p:nvSpPr>
            <p:spPr bwMode="auto">
              <a:xfrm>
                <a:off x="2255" y="325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10716" name="Group 233"/>
              <p:cNvGrpSpPr>
                <a:grpSpLocks/>
              </p:cNvGrpSpPr>
              <p:nvPr/>
            </p:nvGrpSpPr>
            <p:grpSpPr bwMode="auto">
              <a:xfrm>
                <a:off x="1944" y="3288"/>
                <a:ext cx="303" cy="1"/>
                <a:chOff x="1944" y="3288"/>
                <a:chExt cx="303" cy="1"/>
              </a:xfrm>
            </p:grpSpPr>
            <p:sp>
              <p:nvSpPr>
                <p:cNvPr id="110717" name="Line 234"/>
                <p:cNvSpPr>
                  <a:spLocks noChangeShapeType="1"/>
                </p:cNvSpPr>
                <p:nvPr/>
              </p:nvSpPr>
              <p:spPr bwMode="auto">
                <a:xfrm>
                  <a:off x="1944"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718" name="Line 235"/>
                <p:cNvSpPr>
                  <a:spLocks noChangeShapeType="1"/>
                </p:cNvSpPr>
                <p:nvPr/>
              </p:nvSpPr>
              <p:spPr bwMode="auto">
                <a:xfrm>
                  <a:off x="2000" y="3288"/>
                  <a:ext cx="23"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719" name="Line 236"/>
                <p:cNvSpPr>
                  <a:spLocks noChangeShapeType="1"/>
                </p:cNvSpPr>
                <p:nvPr/>
              </p:nvSpPr>
              <p:spPr bwMode="auto">
                <a:xfrm>
                  <a:off x="2055"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720" name="Line 237"/>
                <p:cNvSpPr>
                  <a:spLocks noChangeShapeType="1"/>
                </p:cNvSpPr>
                <p:nvPr/>
              </p:nvSpPr>
              <p:spPr bwMode="auto">
                <a:xfrm>
                  <a:off x="2111"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721" name="Line 238"/>
                <p:cNvSpPr>
                  <a:spLocks noChangeShapeType="1"/>
                </p:cNvSpPr>
                <p:nvPr/>
              </p:nvSpPr>
              <p:spPr bwMode="auto">
                <a:xfrm>
                  <a:off x="2167"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722" name="Line 239"/>
                <p:cNvSpPr>
                  <a:spLocks noChangeShapeType="1"/>
                </p:cNvSpPr>
                <p:nvPr/>
              </p:nvSpPr>
              <p:spPr bwMode="auto">
                <a:xfrm>
                  <a:off x="2223"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9730" name="Group 240"/>
            <p:cNvGrpSpPr>
              <a:grpSpLocks/>
            </p:cNvGrpSpPr>
            <p:nvPr/>
          </p:nvGrpSpPr>
          <p:grpSpPr bwMode="auto">
            <a:xfrm>
              <a:off x="2415" y="3256"/>
              <a:ext cx="415" cy="56"/>
              <a:chOff x="2415" y="3256"/>
              <a:chExt cx="415" cy="56"/>
            </a:xfrm>
          </p:grpSpPr>
          <p:sp>
            <p:nvSpPr>
              <p:cNvPr id="110707" name="Freeform 241"/>
              <p:cNvSpPr>
                <a:spLocks/>
              </p:cNvSpPr>
              <p:nvPr/>
            </p:nvSpPr>
            <p:spPr bwMode="auto">
              <a:xfrm>
                <a:off x="2718" y="325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10708" name="Group 242"/>
              <p:cNvGrpSpPr>
                <a:grpSpLocks/>
              </p:cNvGrpSpPr>
              <p:nvPr/>
            </p:nvGrpSpPr>
            <p:grpSpPr bwMode="auto">
              <a:xfrm>
                <a:off x="2415" y="3288"/>
                <a:ext cx="295" cy="1"/>
                <a:chOff x="2415" y="3288"/>
                <a:chExt cx="295" cy="1"/>
              </a:xfrm>
            </p:grpSpPr>
            <p:sp>
              <p:nvSpPr>
                <p:cNvPr id="110709" name="Line 243"/>
                <p:cNvSpPr>
                  <a:spLocks noChangeShapeType="1"/>
                </p:cNvSpPr>
                <p:nvPr/>
              </p:nvSpPr>
              <p:spPr bwMode="auto">
                <a:xfrm>
                  <a:off x="2415"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710" name="Line 244"/>
                <p:cNvSpPr>
                  <a:spLocks noChangeShapeType="1"/>
                </p:cNvSpPr>
                <p:nvPr/>
              </p:nvSpPr>
              <p:spPr bwMode="auto">
                <a:xfrm>
                  <a:off x="2471"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711" name="Line 245"/>
                <p:cNvSpPr>
                  <a:spLocks noChangeShapeType="1"/>
                </p:cNvSpPr>
                <p:nvPr/>
              </p:nvSpPr>
              <p:spPr bwMode="auto">
                <a:xfrm>
                  <a:off x="2526"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712" name="Line 246"/>
                <p:cNvSpPr>
                  <a:spLocks noChangeShapeType="1"/>
                </p:cNvSpPr>
                <p:nvPr/>
              </p:nvSpPr>
              <p:spPr bwMode="auto">
                <a:xfrm>
                  <a:off x="2582"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713" name="Line 247"/>
                <p:cNvSpPr>
                  <a:spLocks noChangeShapeType="1"/>
                </p:cNvSpPr>
                <p:nvPr/>
              </p:nvSpPr>
              <p:spPr bwMode="auto">
                <a:xfrm>
                  <a:off x="2638"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714" name="Line 248"/>
                <p:cNvSpPr>
                  <a:spLocks noChangeShapeType="1"/>
                </p:cNvSpPr>
                <p:nvPr/>
              </p:nvSpPr>
              <p:spPr bwMode="auto">
                <a:xfrm>
                  <a:off x="2694" y="3288"/>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9731" name="Group 249"/>
            <p:cNvGrpSpPr>
              <a:grpSpLocks/>
            </p:cNvGrpSpPr>
            <p:nvPr/>
          </p:nvGrpSpPr>
          <p:grpSpPr bwMode="auto">
            <a:xfrm>
              <a:off x="1489" y="3567"/>
              <a:ext cx="423" cy="56"/>
              <a:chOff x="1489" y="3567"/>
              <a:chExt cx="423" cy="56"/>
            </a:xfrm>
          </p:grpSpPr>
          <p:sp>
            <p:nvSpPr>
              <p:cNvPr id="110699" name="Freeform 250"/>
              <p:cNvSpPr>
                <a:spLocks/>
              </p:cNvSpPr>
              <p:nvPr/>
            </p:nvSpPr>
            <p:spPr bwMode="auto">
              <a:xfrm>
                <a:off x="1800"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solidFill>
                <a:schemeClr val="bg2"/>
              </a:solidFill>
              <a:ln w="9525">
                <a:solidFill>
                  <a:schemeClr val="bg2"/>
                </a:solidFill>
                <a:round/>
                <a:headEnd/>
                <a:tailEnd/>
              </a:ln>
            </p:spPr>
            <p:txBody>
              <a:bodyPr/>
              <a:lstStyle/>
              <a:p>
                <a:endParaRPr lang="en-US"/>
              </a:p>
            </p:txBody>
          </p:sp>
          <p:grpSp>
            <p:nvGrpSpPr>
              <p:cNvPr id="110700" name="Group 251"/>
              <p:cNvGrpSpPr>
                <a:grpSpLocks/>
              </p:cNvGrpSpPr>
              <p:nvPr/>
            </p:nvGrpSpPr>
            <p:grpSpPr bwMode="auto">
              <a:xfrm>
                <a:off x="1489" y="3591"/>
                <a:ext cx="303" cy="1"/>
                <a:chOff x="1489" y="3591"/>
                <a:chExt cx="303" cy="1"/>
              </a:xfrm>
            </p:grpSpPr>
            <p:sp>
              <p:nvSpPr>
                <p:cNvPr id="110701" name="Line 252"/>
                <p:cNvSpPr>
                  <a:spLocks noChangeShapeType="1"/>
                </p:cNvSpPr>
                <p:nvPr/>
              </p:nvSpPr>
              <p:spPr bwMode="auto">
                <a:xfrm>
                  <a:off x="1489"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702" name="Line 253"/>
                <p:cNvSpPr>
                  <a:spLocks noChangeShapeType="1"/>
                </p:cNvSpPr>
                <p:nvPr/>
              </p:nvSpPr>
              <p:spPr bwMode="auto">
                <a:xfrm>
                  <a:off x="1544"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703" name="Line 254"/>
                <p:cNvSpPr>
                  <a:spLocks noChangeShapeType="1"/>
                </p:cNvSpPr>
                <p:nvPr/>
              </p:nvSpPr>
              <p:spPr bwMode="auto">
                <a:xfrm>
                  <a:off x="1600"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704" name="Line 255"/>
                <p:cNvSpPr>
                  <a:spLocks noChangeShapeType="1"/>
                </p:cNvSpPr>
                <p:nvPr/>
              </p:nvSpPr>
              <p:spPr bwMode="auto">
                <a:xfrm>
                  <a:off x="1656"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705" name="Line 256"/>
                <p:cNvSpPr>
                  <a:spLocks noChangeShapeType="1"/>
                </p:cNvSpPr>
                <p:nvPr/>
              </p:nvSpPr>
              <p:spPr bwMode="auto">
                <a:xfrm>
                  <a:off x="1712"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706" name="Line 257"/>
                <p:cNvSpPr>
                  <a:spLocks noChangeShapeType="1"/>
                </p:cNvSpPr>
                <p:nvPr/>
              </p:nvSpPr>
              <p:spPr bwMode="auto">
                <a:xfrm>
                  <a:off x="1768"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9732" name="Group 258"/>
            <p:cNvGrpSpPr>
              <a:grpSpLocks/>
            </p:cNvGrpSpPr>
            <p:nvPr/>
          </p:nvGrpSpPr>
          <p:grpSpPr bwMode="auto">
            <a:xfrm>
              <a:off x="1952" y="3567"/>
              <a:ext cx="415" cy="56"/>
              <a:chOff x="1952" y="3567"/>
              <a:chExt cx="415" cy="56"/>
            </a:xfrm>
          </p:grpSpPr>
          <p:sp>
            <p:nvSpPr>
              <p:cNvPr id="110691" name="Freeform 259"/>
              <p:cNvSpPr>
                <a:spLocks/>
              </p:cNvSpPr>
              <p:nvPr/>
            </p:nvSpPr>
            <p:spPr bwMode="auto">
              <a:xfrm>
                <a:off x="2255"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solidFill>
                <a:schemeClr val="bg2"/>
              </a:solidFill>
              <a:ln w="9525">
                <a:solidFill>
                  <a:schemeClr val="bg2"/>
                </a:solidFill>
                <a:round/>
                <a:headEnd/>
                <a:tailEnd/>
              </a:ln>
            </p:spPr>
            <p:txBody>
              <a:bodyPr/>
              <a:lstStyle/>
              <a:p>
                <a:endParaRPr lang="en-US"/>
              </a:p>
            </p:txBody>
          </p:sp>
          <p:grpSp>
            <p:nvGrpSpPr>
              <p:cNvPr id="110692" name="Group 260"/>
              <p:cNvGrpSpPr>
                <a:grpSpLocks/>
              </p:cNvGrpSpPr>
              <p:nvPr/>
            </p:nvGrpSpPr>
            <p:grpSpPr bwMode="auto">
              <a:xfrm>
                <a:off x="1952" y="3591"/>
                <a:ext cx="295" cy="1"/>
                <a:chOff x="1952" y="3591"/>
                <a:chExt cx="295" cy="1"/>
              </a:xfrm>
            </p:grpSpPr>
            <p:sp>
              <p:nvSpPr>
                <p:cNvPr id="110693" name="Line 261"/>
                <p:cNvSpPr>
                  <a:spLocks noChangeShapeType="1"/>
                </p:cNvSpPr>
                <p:nvPr/>
              </p:nvSpPr>
              <p:spPr bwMode="auto">
                <a:xfrm>
                  <a:off x="1952"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694" name="Line 262"/>
                <p:cNvSpPr>
                  <a:spLocks noChangeShapeType="1"/>
                </p:cNvSpPr>
                <p:nvPr/>
              </p:nvSpPr>
              <p:spPr bwMode="auto">
                <a:xfrm>
                  <a:off x="2008" y="3591"/>
                  <a:ext cx="23"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695" name="Line 263"/>
                <p:cNvSpPr>
                  <a:spLocks noChangeShapeType="1"/>
                </p:cNvSpPr>
                <p:nvPr/>
              </p:nvSpPr>
              <p:spPr bwMode="auto">
                <a:xfrm>
                  <a:off x="2063"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696" name="Line 264"/>
                <p:cNvSpPr>
                  <a:spLocks noChangeShapeType="1"/>
                </p:cNvSpPr>
                <p:nvPr/>
              </p:nvSpPr>
              <p:spPr bwMode="auto">
                <a:xfrm>
                  <a:off x="2119"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697" name="Line 265"/>
                <p:cNvSpPr>
                  <a:spLocks noChangeShapeType="1"/>
                </p:cNvSpPr>
                <p:nvPr/>
              </p:nvSpPr>
              <p:spPr bwMode="auto">
                <a:xfrm>
                  <a:off x="2175"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698" name="Line 266"/>
                <p:cNvSpPr>
                  <a:spLocks noChangeShapeType="1"/>
                </p:cNvSpPr>
                <p:nvPr/>
              </p:nvSpPr>
              <p:spPr bwMode="auto">
                <a:xfrm>
                  <a:off x="2231" y="3591"/>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9733" name="Group 267"/>
            <p:cNvGrpSpPr>
              <a:grpSpLocks/>
            </p:cNvGrpSpPr>
            <p:nvPr/>
          </p:nvGrpSpPr>
          <p:grpSpPr bwMode="auto">
            <a:xfrm>
              <a:off x="2407" y="3567"/>
              <a:ext cx="415" cy="56"/>
              <a:chOff x="2407" y="3567"/>
              <a:chExt cx="415" cy="56"/>
            </a:xfrm>
          </p:grpSpPr>
          <p:sp>
            <p:nvSpPr>
              <p:cNvPr id="110683" name="Freeform 268"/>
              <p:cNvSpPr>
                <a:spLocks/>
              </p:cNvSpPr>
              <p:nvPr/>
            </p:nvSpPr>
            <p:spPr bwMode="auto">
              <a:xfrm>
                <a:off x="2710"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solidFill>
                <a:schemeClr val="bg2"/>
              </a:solidFill>
              <a:ln w="9525">
                <a:solidFill>
                  <a:schemeClr val="bg2"/>
                </a:solidFill>
                <a:round/>
                <a:headEnd/>
                <a:tailEnd/>
              </a:ln>
            </p:spPr>
            <p:txBody>
              <a:bodyPr/>
              <a:lstStyle/>
              <a:p>
                <a:endParaRPr lang="en-US"/>
              </a:p>
            </p:txBody>
          </p:sp>
          <p:grpSp>
            <p:nvGrpSpPr>
              <p:cNvPr id="110684" name="Group 269"/>
              <p:cNvGrpSpPr>
                <a:grpSpLocks/>
              </p:cNvGrpSpPr>
              <p:nvPr/>
            </p:nvGrpSpPr>
            <p:grpSpPr bwMode="auto">
              <a:xfrm>
                <a:off x="2407" y="3591"/>
                <a:ext cx="295" cy="1"/>
                <a:chOff x="2407" y="3591"/>
                <a:chExt cx="295" cy="1"/>
              </a:xfrm>
            </p:grpSpPr>
            <p:sp>
              <p:nvSpPr>
                <p:cNvPr id="110685" name="Line 270"/>
                <p:cNvSpPr>
                  <a:spLocks noChangeShapeType="1"/>
                </p:cNvSpPr>
                <p:nvPr/>
              </p:nvSpPr>
              <p:spPr bwMode="auto">
                <a:xfrm>
                  <a:off x="2407"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686" name="Line 271"/>
                <p:cNvSpPr>
                  <a:spLocks noChangeShapeType="1"/>
                </p:cNvSpPr>
                <p:nvPr/>
              </p:nvSpPr>
              <p:spPr bwMode="auto">
                <a:xfrm>
                  <a:off x="2463"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687" name="Line 272"/>
                <p:cNvSpPr>
                  <a:spLocks noChangeShapeType="1"/>
                </p:cNvSpPr>
                <p:nvPr/>
              </p:nvSpPr>
              <p:spPr bwMode="auto">
                <a:xfrm>
                  <a:off x="2518"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688" name="Line 273"/>
                <p:cNvSpPr>
                  <a:spLocks noChangeShapeType="1"/>
                </p:cNvSpPr>
                <p:nvPr/>
              </p:nvSpPr>
              <p:spPr bwMode="auto">
                <a:xfrm>
                  <a:off x="2574"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689" name="Line 274"/>
                <p:cNvSpPr>
                  <a:spLocks noChangeShapeType="1"/>
                </p:cNvSpPr>
                <p:nvPr/>
              </p:nvSpPr>
              <p:spPr bwMode="auto">
                <a:xfrm>
                  <a:off x="2630"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690" name="Line 275"/>
                <p:cNvSpPr>
                  <a:spLocks noChangeShapeType="1"/>
                </p:cNvSpPr>
                <p:nvPr/>
              </p:nvSpPr>
              <p:spPr bwMode="auto">
                <a:xfrm>
                  <a:off x="2686" y="3591"/>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9734" name="Group 276"/>
            <p:cNvGrpSpPr>
              <a:grpSpLocks/>
            </p:cNvGrpSpPr>
            <p:nvPr/>
          </p:nvGrpSpPr>
          <p:grpSpPr bwMode="auto">
            <a:xfrm>
              <a:off x="1944" y="2690"/>
              <a:ext cx="894" cy="596"/>
              <a:chOff x="1944" y="2690"/>
              <a:chExt cx="894" cy="596"/>
            </a:xfrm>
          </p:grpSpPr>
          <p:sp>
            <p:nvSpPr>
              <p:cNvPr id="110681" name="Freeform 277"/>
              <p:cNvSpPr>
                <a:spLocks/>
              </p:cNvSpPr>
              <p:nvPr/>
            </p:nvSpPr>
            <p:spPr bwMode="auto">
              <a:xfrm>
                <a:off x="2702" y="2690"/>
                <a:ext cx="136" cy="104"/>
              </a:xfrm>
              <a:custGeom>
                <a:avLst/>
                <a:gdLst>
                  <a:gd name="T0" fmla="*/ 136 w 136"/>
                  <a:gd name="T1" fmla="*/ 0 h 104"/>
                  <a:gd name="T2" fmla="*/ 40 w 136"/>
                  <a:gd name="T3" fmla="*/ 104 h 104"/>
                  <a:gd name="T4" fmla="*/ 24 w 136"/>
                  <a:gd name="T5" fmla="*/ 72 h 104"/>
                  <a:gd name="T6" fmla="*/ 0 w 136"/>
                  <a:gd name="T7" fmla="*/ 48 h 104"/>
                  <a:gd name="T8" fmla="*/ 136 w 136"/>
                  <a:gd name="T9" fmla="*/ 0 h 104"/>
                  <a:gd name="T10" fmla="*/ 0 60000 65536"/>
                  <a:gd name="T11" fmla="*/ 0 60000 65536"/>
                  <a:gd name="T12" fmla="*/ 0 60000 65536"/>
                  <a:gd name="T13" fmla="*/ 0 60000 65536"/>
                  <a:gd name="T14" fmla="*/ 0 60000 65536"/>
                  <a:gd name="T15" fmla="*/ 0 w 136"/>
                  <a:gd name="T16" fmla="*/ 0 h 104"/>
                  <a:gd name="T17" fmla="*/ 136 w 136"/>
                  <a:gd name="T18" fmla="*/ 104 h 104"/>
                </a:gdLst>
                <a:ahLst/>
                <a:cxnLst>
                  <a:cxn ang="T10">
                    <a:pos x="T0" y="T1"/>
                  </a:cxn>
                  <a:cxn ang="T11">
                    <a:pos x="T2" y="T3"/>
                  </a:cxn>
                  <a:cxn ang="T12">
                    <a:pos x="T4" y="T5"/>
                  </a:cxn>
                  <a:cxn ang="T13">
                    <a:pos x="T6" y="T7"/>
                  </a:cxn>
                  <a:cxn ang="T14">
                    <a:pos x="T8" y="T9"/>
                  </a:cxn>
                </a:cxnLst>
                <a:rect l="T15" t="T16" r="T17" b="T18"/>
                <a:pathLst>
                  <a:path w="136" h="104">
                    <a:moveTo>
                      <a:pt x="136" y="0"/>
                    </a:moveTo>
                    <a:lnTo>
                      <a:pt x="40" y="104"/>
                    </a:lnTo>
                    <a:lnTo>
                      <a:pt x="24" y="72"/>
                    </a:lnTo>
                    <a:lnTo>
                      <a:pt x="0" y="48"/>
                    </a:lnTo>
                    <a:lnTo>
                      <a:pt x="136" y="0"/>
                    </a:lnTo>
                    <a:close/>
                  </a:path>
                </a:pathLst>
              </a:custGeom>
              <a:solidFill>
                <a:schemeClr val="bg2"/>
              </a:solidFill>
              <a:ln w="9525">
                <a:solidFill>
                  <a:schemeClr val="bg2"/>
                </a:solidFill>
                <a:round/>
                <a:headEnd/>
                <a:tailEnd/>
              </a:ln>
            </p:spPr>
            <p:txBody>
              <a:bodyPr/>
              <a:lstStyle/>
              <a:p>
                <a:endParaRPr lang="en-US"/>
              </a:p>
            </p:txBody>
          </p:sp>
          <p:sp>
            <p:nvSpPr>
              <p:cNvPr id="110682" name="Line 278"/>
              <p:cNvSpPr>
                <a:spLocks noChangeShapeType="1"/>
              </p:cNvSpPr>
              <p:nvPr/>
            </p:nvSpPr>
            <p:spPr bwMode="auto">
              <a:xfrm flipV="1">
                <a:off x="1944" y="2758"/>
                <a:ext cx="790" cy="528"/>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9735" name="Group 279"/>
            <p:cNvGrpSpPr>
              <a:grpSpLocks/>
            </p:cNvGrpSpPr>
            <p:nvPr/>
          </p:nvGrpSpPr>
          <p:grpSpPr bwMode="auto">
            <a:xfrm>
              <a:off x="1952" y="2376"/>
              <a:ext cx="886" cy="290"/>
              <a:chOff x="1952" y="2376"/>
              <a:chExt cx="886" cy="290"/>
            </a:xfrm>
          </p:grpSpPr>
          <p:sp>
            <p:nvSpPr>
              <p:cNvPr id="110679" name="Freeform 280"/>
              <p:cNvSpPr>
                <a:spLocks/>
              </p:cNvSpPr>
              <p:nvPr/>
            </p:nvSpPr>
            <p:spPr bwMode="auto">
              <a:xfrm>
                <a:off x="2702" y="2586"/>
                <a:ext cx="136" cy="80"/>
              </a:xfrm>
              <a:custGeom>
                <a:avLst/>
                <a:gdLst>
                  <a:gd name="T0" fmla="*/ 136 w 136"/>
                  <a:gd name="T1" fmla="*/ 80 h 80"/>
                  <a:gd name="T2" fmla="*/ 0 w 136"/>
                  <a:gd name="T3" fmla="*/ 64 h 80"/>
                  <a:gd name="T4" fmla="*/ 8 w 136"/>
                  <a:gd name="T5" fmla="*/ 32 h 80"/>
                  <a:gd name="T6" fmla="*/ 16 w 136"/>
                  <a:gd name="T7" fmla="*/ 0 h 80"/>
                  <a:gd name="T8" fmla="*/ 136 w 136"/>
                  <a:gd name="T9" fmla="*/ 80 h 80"/>
                  <a:gd name="T10" fmla="*/ 0 60000 65536"/>
                  <a:gd name="T11" fmla="*/ 0 60000 65536"/>
                  <a:gd name="T12" fmla="*/ 0 60000 65536"/>
                  <a:gd name="T13" fmla="*/ 0 60000 65536"/>
                  <a:gd name="T14" fmla="*/ 0 60000 65536"/>
                  <a:gd name="T15" fmla="*/ 0 w 136"/>
                  <a:gd name="T16" fmla="*/ 0 h 80"/>
                  <a:gd name="T17" fmla="*/ 136 w 136"/>
                  <a:gd name="T18" fmla="*/ 80 h 80"/>
                </a:gdLst>
                <a:ahLst/>
                <a:cxnLst>
                  <a:cxn ang="T10">
                    <a:pos x="T0" y="T1"/>
                  </a:cxn>
                  <a:cxn ang="T11">
                    <a:pos x="T2" y="T3"/>
                  </a:cxn>
                  <a:cxn ang="T12">
                    <a:pos x="T4" y="T5"/>
                  </a:cxn>
                  <a:cxn ang="T13">
                    <a:pos x="T6" y="T7"/>
                  </a:cxn>
                  <a:cxn ang="T14">
                    <a:pos x="T8" y="T9"/>
                  </a:cxn>
                </a:cxnLst>
                <a:rect l="T15" t="T16" r="T17" b="T18"/>
                <a:pathLst>
                  <a:path w="136" h="80">
                    <a:moveTo>
                      <a:pt x="136" y="80"/>
                    </a:moveTo>
                    <a:lnTo>
                      <a:pt x="0" y="64"/>
                    </a:lnTo>
                    <a:lnTo>
                      <a:pt x="8" y="32"/>
                    </a:lnTo>
                    <a:lnTo>
                      <a:pt x="16" y="0"/>
                    </a:lnTo>
                    <a:lnTo>
                      <a:pt x="136" y="80"/>
                    </a:lnTo>
                    <a:close/>
                  </a:path>
                </a:pathLst>
              </a:custGeom>
              <a:solidFill>
                <a:schemeClr val="bg2"/>
              </a:solidFill>
              <a:ln w="9525">
                <a:solidFill>
                  <a:schemeClr val="bg2"/>
                </a:solidFill>
                <a:round/>
                <a:headEnd/>
                <a:tailEnd/>
              </a:ln>
            </p:spPr>
            <p:txBody>
              <a:bodyPr/>
              <a:lstStyle/>
              <a:p>
                <a:endParaRPr lang="en-US"/>
              </a:p>
            </p:txBody>
          </p:sp>
          <p:sp>
            <p:nvSpPr>
              <p:cNvPr id="110680" name="Line 281"/>
              <p:cNvSpPr>
                <a:spLocks noChangeShapeType="1"/>
              </p:cNvSpPr>
              <p:nvPr/>
            </p:nvSpPr>
            <p:spPr bwMode="auto">
              <a:xfrm>
                <a:off x="1952" y="2376"/>
                <a:ext cx="766" cy="244"/>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9736" name="Group 282"/>
            <p:cNvGrpSpPr>
              <a:grpSpLocks/>
            </p:cNvGrpSpPr>
            <p:nvPr/>
          </p:nvGrpSpPr>
          <p:grpSpPr bwMode="auto">
            <a:xfrm>
              <a:off x="1481" y="2084"/>
              <a:ext cx="1373" cy="1507"/>
              <a:chOff x="1481" y="2084"/>
              <a:chExt cx="1373" cy="1507"/>
            </a:xfrm>
          </p:grpSpPr>
          <p:sp>
            <p:nvSpPr>
              <p:cNvPr id="110677" name="Freeform 283"/>
              <p:cNvSpPr>
                <a:spLocks/>
              </p:cNvSpPr>
              <p:nvPr/>
            </p:nvSpPr>
            <p:spPr bwMode="auto">
              <a:xfrm>
                <a:off x="2742" y="2084"/>
                <a:ext cx="112" cy="119"/>
              </a:xfrm>
              <a:custGeom>
                <a:avLst/>
                <a:gdLst>
                  <a:gd name="T0" fmla="*/ 112 w 112"/>
                  <a:gd name="T1" fmla="*/ 0 h 119"/>
                  <a:gd name="T2" fmla="*/ 48 w 112"/>
                  <a:gd name="T3" fmla="*/ 119 h 119"/>
                  <a:gd name="T4" fmla="*/ 24 w 112"/>
                  <a:gd name="T5" fmla="*/ 96 h 119"/>
                  <a:gd name="T6" fmla="*/ 0 w 112"/>
                  <a:gd name="T7" fmla="*/ 72 h 119"/>
                  <a:gd name="T8" fmla="*/ 112 w 112"/>
                  <a:gd name="T9" fmla="*/ 0 h 119"/>
                  <a:gd name="T10" fmla="*/ 0 60000 65536"/>
                  <a:gd name="T11" fmla="*/ 0 60000 65536"/>
                  <a:gd name="T12" fmla="*/ 0 60000 65536"/>
                  <a:gd name="T13" fmla="*/ 0 60000 65536"/>
                  <a:gd name="T14" fmla="*/ 0 60000 65536"/>
                  <a:gd name="T15" fmla="*/ 0 w 112"/>
                  <a:gd name="T16" fmla="*/ 0 h 119"/>
                  <a:gd name="T17" fmla="*/ 112 w 112"/>
                  <a:gd name="T18" fmla="*/ 119 h 119"/>
                </a:gdLst>
                <a:ahLst/>
                <a:cxnLst>
                  <a:cxn ang="T10">
                    <a:pos x="T0" y="T1"/>
                  </a:cxn>
                  <a:cxn ang="T11">
                    <a:pos x="T2" y="T3"/>
                  </a:cxn>
                  <a:cxn ang="T12">
                    <a:pos x="T4" y="T5"/>
                  </a:cxn>
                  <a:cxn ang="T13">
                    <a:pos x="T6" y="T7"/>
                  </a:cxn>
                  <a:cxn ang="T14">
                    <a:pos x="T8" y="T9"/>
                  </a:cxn>
                </a:cxnLst>
                <a:rect l="T15" t="T16" r="T17" b="T18"/>
                <a:pathLst>
                  <a:path w="112" h="119">
                    <a:moveTo>
                      <a:pt x="112" y="0"/>
                    </a:moveTo>
                    <a:lnTo>
                      <a:pt x="48" y="119"/>
                    </a:lnTo>
                    <a:lnTo>
                      <a:pt x="24" y="96"/>
                    </a:lnTo>
                    <a:lnTo>
                      <a:pt x="0" y="72"/>
                    </a:lnTo>
                    <a:lnTo>
                      <a:pt x="112" y="0"/>
                    </a:lnTo>
                    <a:close/>
                  </a:path>
                </a:pathLst>
              </a:custGeom>
              <a:solidFill>
                <a:schemeClr val="bg2"/>
              </a:solidFill>
              <a:ln w="9525">
                <a:solidFill>
                  <a:schemeClr val="bg2"/>
                </a:solidFill>
                <a:round/>
                <a:headEnd/>
                <a:tailEnd/>
              </a:ln>
            </p:spPr>
            <p:txBody>
              <a:bodyPr/>
              <a:lstStyle/>
              <a:p>
                <a:endParaRPr lang="en-US"/>
              </a:p>
            </p:txBody>
          </p:sp>
          <p:sp>
            <p:nvSpPr>
              <p:cNvPr id="110678" name="Line 284"/>
              <p:cNvSpPr>
                <a:spLocks noChangeShapeType="1"/>
              </p:cNvSpPr>
              <p:nvPr/>
            </p:nvSpPr>
            <p:spPr bwMode="auto">
              <a:xfrm flipV="1">
                <a:off x="1481" y="2172"/>
                <a:ext cx="1291" cy="1419"/>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9737" name="Group 285"/>
            <p:cNvGrpSpPr>
              <a:grpSpLocks/>
            </p:cNvGrpSpPr>
            <p:nvPr/>
          </p:nvGrpSpPr>
          <p:grpSpPr bwMode="auto">
            <a:xfrm>
              <a:off x="1944" y="2076"/>
              <a:ext cx="902" cy="885"/>
              <a:chOff x="1944" y="2076"/>
              <a:chExt cx="902" cy="885"/>
            </a:xfrm>
          </p:grpSpPr>
          <p:sp>
            <p:nvSpPr>
              <p:cNvPr id="110675" name="Freeform 286"/>
              <p:cNvSpPr>
                <a:spLocks/>
              </p:cNvSpPr>
              <p:nvPr/>
            </p:nvSpPr>
            <p:spPr bwMode="auto">
              <a:xfrm>
                <a:off x="2726" y="2850"/>
                <a:ext cx="120" cy="111"/>
              </a:xfrm>
              <a:custGeom>
                <a:avLst/>
                <a:gdLst>
                  <a:gd name="T0" fmla="*/ 120 w 120"/>
                  <a:gd name="T1" fmla="*/ 111 h 111"/>
                  <a:gd name="T2" fmla="*/ 0 w 120"/>
                  <a:gd name="T3" fmla="*/ 47 h 111"/>
                  <a:gd name="T4" fmla="*/ 24 w 120"/>
                  <a:gd name="T5" fmla="*/ 23 h 111"/>
                  <a:gd name="T6" fmla="*/ 48 w 120"/>
                  <a:gd name="T7" fmla="*/ 0 h 111"/>
                  <a:gd name="T8" fmla="*/ 120 w 120"/>
                  <a:gd name="T9" fmla="*/ 111 h 111"/>
                  <a:gd name="T10" fmla="*/ 0 60000 65536"/>
                  <a:gd name="T11" fmla="*/ 0 60000 65536"/>
                  <a:gd name="T12" fmla="*/ 0 60000 65536"/>
                  <a:gd name="T13" fmla="*/ 0 60000 65536"/>
                  <a:gd name="T14" fmla="*/ 0 60000 65536"/>
                  <a:gd name="T15" fmla="*/ 0 w 120"/>
                  <a:gd name="T16" fmla="*/ 0 h 111"/>
                  <a:gd name="T17" fmla="*/ 120 w 120"/>
                  <a:gd name="T18" fmla="*/ 111 h 111"/>
                </a:gdLst>
                <a:ahLst/>
                <a:cxnLst>
                  <a:cxn ang="T10">
                    <a:pos x="T0" y="T1"/>
                  </a:cxn>
                  <a:cxn ang="T11">
                    <a:pos x="T2" y="T3"/>
                  </a:cxn>
                  <a:cxn ang="T12">
                    <a:pos x="T4" y="T5"/>
                  </a:cxn>
                  <a:cxn ang="T13">
                    <a:pos x="T6" y="T7"/>
                  </a:cxn>
                  <a:cxn ang="T14">
                    <a:pos x="T8" y="T9"/>
                  </a:cxn>
                </a:cxnLst>
                <a:rect l="T15" t="T16" r="T17" b="T18"/>
                <a:pathLst>
                  <a:path w="120" h="111">
                    <a:moveTo>
                      <a:pt x="120" y="111"/>
                    </a:moveTo>
                    <a:lnTo>
                      <a:pt x="0" y="47"/>
                    </a:lnTo>
                    <a:lnTo>
                      <a:pt x="24" y="23"/>
                    </a:lnTo>
                    <a:lnTo>
                      <a:pt x="48" y="0"/>
                    </a:lnTo>
                    <a:lnTo>
                      <a:pt x="120" y="111"/>
                    </a:lnTo>
                    <a:close/>
                  </a:path>
                </a:pathLst>
              </a:custGeom>
              <a:solidFill>
                <a:schemeClr val="bg2"/>
              </a:solidFill>
              <a:ln w="9525">
                <a:solidFill>
                  <a:schemeClr val="bg2"/>
                </a:solidFill>
                <a:round/>
                <a:headEnd/>
                <a:tailEnd/>
              </a:ln>
            </p:spPr>
            <p:txBody>
              <a:bodyPr/>
              <a:lstStyle/>
              <a:p>
                <a:endParaRPr lang="en-US"/>
              </a:p>
            </p:txBody>
          </p:sp>
          <p:sp>
            <p:nvSpPr>
              <p:cNvPr id="110676" name="Line 287"/>
              <p:cNvSpPr>
                <a:spLocks noChangeShapeType="1"/>
              </p:cNvSpPr>
              <p:nvPr/>
            </p:nvSpPr>
            <p:spPr bwMode="auto">
              <a:xfrm>
                <a:off x="1944" y="2076"/>
                <a:ext cx="814" cy="805"/>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9738" name="Group 288"/>
            <p:cNvGrpSpPr>
              <a:grpSpLocks/>
            </p:cNvGrpSpPr>
            <p:nvPr/>
          </p:nvGrpSpPr>
          <p:grpSpPr bwMode="auto">
            <a:xfrm>
              <a:off x="1489" y="2379"/>
              <a:ext cx="902" cy="893"/>
              <a:chOff x="1489" y="2379"/>
              <a:chExt cx="902" cy="893"/>
            </a:xfrm>
          </p:grpSpPr>
          <p:sp>
            <p:nvSpPr>
              <p:cNvPr id="110673" name="Freeform 289"/>
              <p:cNvSpPr>
                <a:spLocks/>
              </p:cNvSpPr>
              <p:nvPr/>
            </p:nvSpPr>
            <p:spPr bwMode="auto">
              <a:xfrm>
                <a:off x="2271" y="3153"/>
                <a:ext cx="120" cy="119"/>
              </a:xfrm>
              <a:custGeom>
                <a:avLst/>
                <a:gdLst>
                  <a:gd name="T0" fmla="*/ 120 w 120"/>
                  <a:gd name="T1" fmla="*/ 119 h 119"/>
                  <a:gd name="T2" fmla="*/ 0 w 120"/>
                  <a:gd name="T3" fmla="*/ 48 h 119"/>
                  <a:gd name="T4" fmla="*/ 24 w 120"/>
                  <a:gd name="T5" fmla="*/ 24 h 119"/>
                  <a:gd name="T6" fmla="*/ 48 w 120"/>
                  <a:gd name="T7" fmla="*/ 0 h 119"/>
                  <a:gd name="T8" fmla="*/ 120 w 120"/>
                  <a:gd name="T9" fmla="*/ 119 h 119"/>
                  <a:gd name="T10" fmla="*/ 0 60000 65536"/>
                  <a:gd name="T11" fmla="*/ 0 60000 65536"/>
                  <a:gd name="T12" fmla="*/ 0 60000 65536"/>
                  <a:gd name="T13" fmla="*/ 0 60000 65536"/>
                  <a:gd name="T14" fmla="*/ 0 60000 65536"/>
                  <a:gd name="T15" fmla="*/ 0 w 120"/>
                  <a:gd name="T16" fmla="*/ 0 h 119"/>
                  <a:gd name="T17" fmla="*/ 120 w 120"/>
                  <a:gd name="T18" fmla="*/ 119 h 119"/>
                </a:gdLst>
                <a:ahLst/>
                <a:cxnLst>
                  <a:cxn ang="T10">
                    <a:pos x="T0" y="T1"/>
                  </a:cxn>
                  <a:cxn ang="T11">
                    <a:pos x="T2" y="T3"/>
                  </a:cxn>
                  <a:cxn ang="T12">
                    <a:pos x="T4" y="T5"/>
                  </a:cxn>
                  <a:cxn ang="T13">
                    <a:pos x="T6" y="T7"/>
                  </a:cxn>
                  <a:cxn ang="T14">
                    <a:pos x="T8" y="T9"/>
                  </a:cxn>
                </a:cxnLst>
                <a:rect l="T15" t="T16" r="T17" b="T18"/>
                <a:pathLst>
                  <a:path w="120" h="119">
                    <a:moveTo>
                      <a:pt x="120" y="119"/>
                    </a:moveTo>
                    <a:lnTo>
                      <a:pt x="0" y="48"/>
                    </a:lnTo>
                    <a:lnTo>
                      <a:pt x="24" y="24"/>
                    </a:lnTo>
                    <a:lnTo>
                      <a:pt x="48" y="0"/>
                    </a:lnTo>
                    <a:lnTo>
                      <a:pt x="120" y="119"/>
                    </a:lnTo>
                    <a:close/>
                  </a:path>
                </a:pathLst>
              </a:custGeom>
              <a:solidFill>
                <a:schemeClr val="bg2"/>
              </a:solidFill>
              <a:ln w="9525">
                <a:solidFill>
                  <a:schemeClr val="bg2"/>
                </a:solidFill>
                <a:round/>
                <a:headEnd/>
                <a:tailEnd/>
              </a:ln>
            </p:spPr>
            <p:txBody>
              <a:bodyPr/>
              <a:lstStyle/>
              <a:p>
                <a:endParaRPr lang="en-US"/>
              </a:p>
            </p:txBody>
          </p:sp>
          <p:sp>
            <p:nvSpPr>
              <p:cNvPr id="110674" name="Line 290"/>
              <p:cNvSpPr>
                <a:spLocks noChangeShapeType="1"/>
              </p:cNvSpPr>
              <p:nvPr/>
            </p:nvSpPr>
            <p:spPr bwMode="auto">
              <a:xfrm>
                <a:off x="1489" y="2379"/>
                <a:ext cx="814" cy="805"/>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9739" name="Group 291"/>
            <p:cNvGrpSpPr>
              <a:grpSpLocks/>
            </p:cNvGrpSpPr>
            <p:nvPr/>
          </p:nvGrpSpPr>
          <p:grpSpPr bwMode="auto">
            <a:xfrm>
              <a:off x="1483" y="2379"/>
              <a:ext cx="429" cy="598"/>
              <a:chOff x="1483" y="2379"/>
              <a:chExt cx="429" cy="598"/>
            </a:xfrm>
          </p:grpSpPr>
          <p:sp>
            <p:nvSpPr>
              <p:cNvPr id="110671" name="Freeform 292"/>
              <p:cNvSpPr>
                <a:spLocks/>
              </p:cNvSpPr>
              <p:nvPr/>
            </p:nvSpPr>
            <p:spPr bwMode="auto">
              <a:xfrm>
                <a:off x="1808" y="2379"/>
                <a:ext cx="104" cy="136"/>
              </a:xfrm>
              <a:custGeom>
                <a:avLst/>
                <a:gdLst>
                  <a:gd name="T0" fmla="*/ 104 w 104"/>
                  <a:gd name="T1" fmla="*/ 0 h 136"/>
                  <a:gd name="T2" fmla="*/ 56 w 104"/>
                  <a:gd name="T3" fmla="*/ 136 h 136"/>
                  <a:gd name="T4" fmla="*/ 32 w 104"/>
                  <a:gd name="T5" fmla="*/ 112 h 136"/>
                  <a:gd name="T6" fmla="*/ 0 w 104"/>
                  <a:gd name="T7" fmla="*/ 96 h 136"/>
                  <a:gd name="T8" fmla="*/ 104 w 104"/>
                  <a:gd name="T9" fmla="*/ 0 h 136"/>
                  <a:gd name="T10" fmla="*/ 0 60000 65536"/>
                  <a:gd name="T11" fmla="*/ 0 60000 65536"/>
                  <a:gd name="T12" fmla="*/ 0 60000 65536"/>
                  <a:gd name="T13" fmla="*/ 0 60000 65536"/>
                  <a:gd name="T14" fmla="*/ 0 60000 65536"/>
                  <a:gd name="T15" fmla="*/ 0 w 104"/>
                  <a:gd name="T16" fmla="*/ 0 h 136"/>
                  <a:gd name="T17" fmla="*/ 104 w 104"/>
                  <a:gd name="T18" fmla="*/ 136 h 136"/>
                </a:gdLst>
                <a:ahLst/>
                <a:cxnLst>
                  <a:cxn ang="T10">
                    <a:pos x="T0" y="T1"/>
                  </a:cxn>
                  <a:cxn ang="T11">
                    <a:pos x="T2" y="T3"/>
                  </a:cxn>
                  <a:cxn ang="T12">
                    <a:pos x="T4" y="T5"/>
                  </a:cxn>
                  <a:cxn ang="T13">
                    <a:pos x="T6" y="T7"/>
                  </a:cxn>
                  <a:cxn ang="T14">
                    <a:pos x="T8" y="T9"/>
                  </a:cxn>
                </a:cxnLst>
                <a:rect l="T15" t="T16" r="T17" b="T18"/>
                <a:pathLst>
                  <a:path w="104" h="136">
                    <a:moveTo>
                      <a:pt x="104" y="0"/>
                    </a:moveTo>
                    <a:lnTo>
                      <a:pt x="56" y="136"/>
                    </a:lnTo>
                    <a:lnTo>
                      <a:pt x="32" y="112"/>
                    </a:lnTo>
                    <a:lnTo>
                      <a:pt x="0" y="96"/>
                    </a:lnTo>
                    <a:lnTo>
                      <a:pt x="104" y="0"/>
                    </a:lnTo>
                    <a:close/>
                  </a:path>
                </a:pathLst>
              </a:custGeom>
              <a:solidFill>
                <a:schemeClr val="bg2"/>
              </a:solidFill>
              <a:ln w="9525">
                <a:solidFill>
                  <a:schemeClr val="bg2"/>
                </a:solidFill>
                <a:round/>
                <a:headEnd/>
                <a:tailEnd/>
              </a:ln>
            </p:spPr>
            <p:txBody>
              <a:bodyPr/>
              <a:lstStyle/>
              <a:p>
                <a:endParaRPr lang="en-US"/>
              </a:p>
            </p:txBody>
          </p:sp>
          <p:sp>
            <p:nvSpPr>
              <p:cNvPr id="110672" name="Line 293"/>
              <p:cNvSpPr>
                <a:spLocks noChangeShapeType="1"/>
              </p:cNvSpPr>
              <p:nvPr/>
            </p:nvSpPr>
            <p:spPr bwMode="auto">
              <a:xfrm flipV="1">
                <a:off x="1483" y="2483"/>
                <a:ext cx="362" cy="494"/>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9740" name="Group 294"/>
            <p:cNvGrpSpPr>
              <a:grpSpLocks/>
            </p:cNvGrpSpPr>
            <p:nvPr/>
          </p:nvGrpSpPr>
          <p:grpSpPr bwMode="auto">
            <a:xfrm>
              <a:off x="1936" y="2379"/>
              <a:ext cx="894" cy="604"/>
              <a:chOff x="1936" y="2379"/>
              <a:chExt cx="894" cy="604"/>
            </a:xfrm>
          </p:grpSpPr>
          <p:sp>
            <p:nvSpPr>
              <p:cNvPr id="110669" name="Freeform 295"/>
              <p:cNvSpPr>
                <a:spLocks/>
              </p:cNvSpPr>
              <p:nvPr/>
            </p:nvSpPr>
            <p:spPr bwMode="auto">
              <a:xfrm>
                <a:off x="2702" y="2379"/>
                <a:ext cx="128" cy="104"/>
              </a:xfrm>
              <a:custGeom>
                <a:avLst/>
                <a:gdLst>
                  <a:gd name="T0" fmla="*/ 128 w 128"/>
                  <a:gd name="T1" fmla="*/ 0 h 104"/>
                  <a:gd name="T2" fmla="*/ 40 w 128"/>
                  <a:gd name="T3" fmla="*/ 104 h 104"/>
                  <a:gd name="T4" fmla="*/ 16 w 128"/>
                  <a:gd name="T5" fmla="*/ 80 h 104"/>
                  <a:gd name="T6" fmla="*/ 0 w 128"/>
                  <a:gd name="T7" fmla="*/ 48 h 104"/>
                  <a:gd name="T8" fmla="*/ 128 w 128"/>
                  <a:gd name="T9" fmla="*/ 0 h 104"/>
                  <a:gd name="T10" fmla="*/ 0 60000 65536"/>
                  <a:gd name="T11" fmla="*/ 0 60000 65536"/>
                  <a:gd name="T12" fmla="*/ 0 60000 65536"/>
                  <a:gd name="T13" fmla="*/ 0 60000 65536"/>
                  <a:gd name="T14" fmla="*/ 0 60000 65536"/>
                  <a:gd name="T15" fmla="*/ 0 w 128"/>
                  <a:gd name="T16" fmla="*/ 0 h 104"/>
                  <a:gd name="T17" fmla="*/ 128 w 128"/>
                  <a:gd name="T18" fmla="*/ 104 h 104"/>
                </a:gdLst>
                <a:ahLst/>
                <a:cxnLst>
                  <a:cxn ang="T10">
                    <a:pos x="T0" y="T1"/>
                  </a:cxn>
                  <a:cxn ang="T11">
                    <a:pos x="T2" y="T3"/>
                  </a:cxn>
                  <a:cxn ang="T12">
                    <a:pos x="T4" y="T5"/>
                  </a:cxn>
                  <a:cxn ang="T13">
                    <a:pos x="T6" y="T7"/>
                  </a:cxn>
                  <a:cxn ang="T14">
                    <a:pos x="T8" y="T9"/>
                  </a:cxn>
                </a:cxnLst>
                <a:rect l="T15" t="T16" r="T17" b="T18"/>
                <a:pathLst>
                  <a:path w="128" h="104">
                    <a:moveTo>
                      <a:pt x="128" y="0"/>
                    </a:moveTo>
                    <a:lnTo>
                      <a:pt x="40" y="104"/>
                    </a:lnTo>
                    <a:lnTo>
                      <a:pt x="16" y="80"/>
                    </a:lnTo>
                    <a:lnTo>
                      <a:pt x="0" y="48"/>
                    </a:lnTo>
                    <a:lnTo>
                      <a:pt x="128" y="0"/>
                    </a:lnTo>
                    <a:close/>
                  </a:path>
                </a:pathLst>
              </a:custGeom>
              <a:solidFill>
                <a:schemeClr val="bg2"/>
              </a:solidFill>
              <a:ln w="9525">
                <a:solidFill>
                  <a:schemeClr val="bg2"/>
                </a:solidFill>
                <a:round/>
                <a:headEnd/>
                <a:tailEnd/>
              </a:ln>
            </p:spPr>
            <p:txBody>
              <a:bodyPr/>
              <a:lstStyle/>
              <a:p>
                <a:endParaRPr lang="en-US"/>
              </a:p>
            </p:txBody>
          </p:sp>
          <p:sp>
            <p:nvSpPr>
              <p:cNvPr id="110670" name="Line 296"/>
              <p:cNvSpPr>
                <a:spLocks noChangeShapeType="1"/>
              </p:cNvSpPr>
              <p:nvPr/>
            </p:nvSpPr>
            <p:spPr bwMode="auto">
              <a:xfrm flipV="1">
                <a:off x="1936" y="2455"/>
                <a:ext cx="790" cy="528"/>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9741" name="Group 297"/>
            <p:cNvGrpSpPr>
              <a:grpSpLocks/>
            </p:cNvGrpSpPr>
            <p:nvPr/>
          </p:nvGrpSpPr>
          <p:grpSpPr bwMode="auto">
            <a:xfrm>
              <a:off x="1952" y="2076"/>
              <a:ext cx="886" cy="290"/>
              <a:chOff x="1952" y="2076"/>
              <a:chExt cx="886" cy="290"/>
            </a:xfrm>
          </p:grpSpPr>
          <p:sp>
            <p:nvSpPr>
              <p:cNvPr id="110667" name="Freeform 298"/>
              <p:cNvSpPr>
                <a:spLocks/>
              </p:cNvSpPr>
              <p:nvPr/>
            </p:nvSpPr>
            <p:spPr bwMode="auto">
              <a:xfrm>
                <a:off x="2702" y="2076"/>
                <a:ext cx="136" cy="72"/>
              </a:xfrm>
              <a:custGeom>
                <a:avLst/>
                <a:gdLst>
                  <a:gd name="T0" fmla="*/ 136 w 136"/>
                  <a:gd name="T1" fmla="*/ 0 h 72"/>
                  <a:gd name="T2" fmla="*/ 16 w 136"/>
                  <a:gd name="T3" fmla="*/ 72 h 72"/>
                  <a:gd name="T4" fmla="*/ 8 w 136"/>
                  <a:gd name="T5" fmla="*/ 40 h 72"/>
                  <a:gd name="T6" fmla="*/ 0 w 136"/>
                  <a:gd name="T7" fmla="*/ 8 h 72"/>
                  <a:gd name="T8" fmla="*/ 136 w 136"/>
                  <a:gd name="T9" fmla="*/ 0 h 72"/>
                  <a:gd name="T10" fmla="*/ 0 60000 65536"/>
                  <a:gd name="T11" fmla="*/ 0 60000 65536"/>
                  <a:gd name="T12" fmla="*/ 0 60000 65536"/>
                  <a:gd name="T13" fmla="*/ 0 60000 65536"/>
                  <a:gd name="T14" fmla="*/ 0 60000 65536"/>
                  <a:gd name="T15" fmla="*/ 0 w 136"/>
                  <a:gd name="T16" fmla="*/ 0 h 72"/>
                  <a:gd name="T17" fmla="*/ 136 w 136"/>
                  <a:gd name="T18" fmla="*/ 72 h 72"/>
                </a:gdLst>
                <a:ahLst/>
                <a:cxnLst>
                  <a:cxn ang="T10">
                    <a:pos x="T0" y="T1"/>
                  </a:cxn>
                  <a:cxn ang="T11">
                    <a:pos x="T2" y="T3"/>
                  </a:cxn>
                  <a:cxn ang="T12">
                    <a:pos x="T4" y="T5"/>
                  </a:cxn>
                  <a:cxn ang="T13">
                    <a:pos x="T6" y="T7"/>
                  </a:cxn>
                  <a:cxn ang="T14">
                    <a:pos x="T8" y="T9"/>
                  </a:cxn>
                </a:cxnLst>
                <a:rect l="T15" t="T16" r="T17" b="T18"/>
                <a:pathLst>
                  <a:path w="136" h="72">
                    <a:moveTo>
                      <a:pt x="136" y="0"/>
                    </a:moveTo>
                    <a:lnTo>
                      <a:pt x="16" y="72"/>
                    </a:lnTo>
                    <a:lnTo>
                      <a:pt x="8" y="40"/>
                    </a:lnTo>
                    <a:lnTo>
                      <a:pt x="0" y="8"/>
                    </a:lnTo>
                    <a:lnTo>
                      <a:pt x="136" y="0"/>
                    </a:lnTo>
                    <a:close/>
                  </a:path>
                </a:pathLst>
              </a:custGeom>
              <a:solidFill>
                <a:schemeClr val="bg2"/>
              </a:solidFill>
              <a:ln w="9525">
                <a:solidFill>
                  <a:schemeClr val="bg2"/>
                </a:solidFill>
                <a:round/>
                <a:headEnd/>
                <a:tailEnd/>
              </a:ln>
            </p:spPr>
            <p:txBody>
              <a:bodyPr/>
              <a:lstStyle/>
              <a:p>
                <a:endParaRPr lang="en-US"/>
              </a:p>
            </p:txBody>
          </p:sp>
          <p:sp>
            <p:nvSpPr>
              <p:cNvPr id="110668" name="Line 299"/>
              <p:cNvSpPr>
                <a:spLocks noChangeShapeType="1"/>
              </p:cNvSpPr>
              <p:nvPr/>
            </p:nvSpPr>
            <p:spPr bwMode="auto">
              <a:xfrm flipV="1">
                <a:off x="1952" y="2114"/>
                <a:ext cx="766" cy="252"/>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9742" name="Group 300"/>
            <p:cNvGrpSpPr>
              <a:grpSpLocks/>
            </p:cNvGrpSpPr>
            <p:nvPr/>
          </p:nvGrpSpPr>
          <p:grpSpPr bwMode="auto">
            <a:xfrm>
              <a:off x="1481" y="1769"/>
              <a:ext cx="894" cy="283"/>
              <a:chOff x="1481" y="1769"/>
              <a:chExt cx="894" cy="283"/>
            </a:xfrm>
          </p:grpSpPr>
          <p:sp>
            <p:nvSpPr>
              <p:cNvPr id="110665" name="Freeform 301"/>
              <p:cNvSpPr>
                <a:spLocks/>
              </p:cNvSpPr>
              <p:nvPr/>
            </p:nvSpPr>
            <p:spPr bwMode="auto">
              <a:xfrm>
                <a:off x="2231" y="1980"/>
                <a:ext cx="144" cy="72"/>
              </a:xfrm>
              <a:custGeom>
                <a:avLst/>
                <a:gdLst>
                  <a:gd name="T0" fmla="*/ 144 w 144"/>
                  <a:gd name="T1" fmla="*/ 72 h 72"/>
                  <a:gd name="T2" fmla="*/ 0 w 144"/>
                  <a:gd name="T3" fmla="*/ 64 h 72"/>
                  <a:gd name="T4" fmla="*/ 16 w 144"/>
                  <a:gd name="T5" fmla="*/ 32 h 72"/>
                  <a:gd name="T6" fmla="*/ 24 w 144"/>
                  <a:gd name="T7" fmla="*/ 0 h 72"/>
                  <a:gd name="T8" fmla="*/ 144 w 144"/>
                  <a:gd name="T9" fmla="*/ 72 h 72"/>
                  <a:gd name="T10" fmla="*/ 0 60000 65536"/>
                  <a:gd name="T11" fmla="*/ 0 60000 65536"/>
                  <a:gd name="T12" fmla="*/ 0 60000 65536"/>
                  <a:gd name="T13" fmla="*/ 0 60000 65536"/>
                  <a:gd name="T14" fmla="*/ 0 60000 65536"/>
                  <a:gd name="T15" fmla="*/ 0 w 144"/>
                  <a:gd name="T16" fmla="*/ 0 h 72"/>
                  <a:gd name="T17" fmla="*/ 144 w 144"/>
                  <a:gd name="T18" fmla="*/ 72 h 72"/>
                </a:gdLst>
                <a:ahLst/>
                <a:cxnLst>
                  <a:cxn ang="T10">
                    <a:pos x="T0" y="T1"/>
                  </a:cxn>
                  <a:cxn ang="T11">
                    <a:pos x="T2" y="T3"/>
                  </a:cxn>
                  <a:cxn ang="T12">
                    <a:pos x="T4" y="T5"/>
                  </a:cxn>
                  <a:cxn ang="T13">
                    <a:pos x="T6" y="T7"/>
                  </a:cxn>
                  <a:cxn ang="T14">
                    <a:pos x="T8" y="T9"/>
                  </a:cxn>
                </a:cxnLst>
                <a:rect l="T15" t="T16" r="T17" b="T18"/>
                <a:pathLst>
                  <a:path w="144" h="72">
                    <a:moveTo>
                      <a:pt x="144" y="72"/>
                    </a:moveTo>
                    <a:lnTo>
                      <a:pt x="0" y="64"/>
                    </a:lnTo>
                    <a:lnTo>
                      <a:pt x="16" y="32"/>
                    </a:lnTo>
                    <a:lnTo>
                      <a:pt x="24" y="0"/>
                    </a:lnTo>
                    <a:lnTo>
                      <a:pt x="144" y="72"/>
                    </a:lnTo>
                    <a:close/>
                  </a:path>
                </a:pathLst>
              </a:custGeom>
              <a:solidFill>
                <a:schemeClr val="bg2"/>
              </a:solidFill>
              <a:ln w="9525">
                <a:solidFill>
                  <a:schemeClr val="bg2"/>
                </a:solidFill>
                <a:round/>
                <a:headEnd/>
                <a:tailEnd/>
              </a:ln>
            </p:spPr>
            <p:txBody>
              <a:bodyPr/>
              <a:lstStyle/>
              <a:p>
                <a:endParaRPr lang="en-US"/>
              </a:p>
            </p:txBody>
          </p:sp>
          <p:sp>
            <p:nvSpPr>
              <p:cNvPr id="110666" name="Line 302"/>
              <p:cNvSpPr>
                <a:spLocks noChangeShapeType="1"/>
              </p:cNvSpPr>
              <p:nvPr/>
            </p:nvSpPr>
            <p:spPr bwMode="auto">
              <a:xfrm>
                <a:off x="1481" y="1769"/>
                <a:ext cx="774" cy="244"/>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109743" name="Oval 303"/>
            <p:cNvSpPr>
              <a:spLocks noChangeArrowheads="1"/>
            </p:cNvSpPr>
            <p:nvPr/>
          </p:nvSpPr>
          <p:spPr bwMode="auto">
            <a:xfrm>
              <a:off x="1457" y="1741"/>
              <a:ext cx="32" cy="40"/>
            </a:xfrm>
            <a:prstGeom prst="ellipse">
              <a:avLst/>
            </a:prstGeom>
            <a:solidFill>
              <a:schemeClr val="bg2"/>
            </a:solidFill>
            <a:ln w="9525">
              <a:solidFill>
                <a:schemeClr val="bg2"/>
              </a:solidFill>
              <a:round/>
              <a:headEnd/>
              <a:tailEnd/>
            </a:ln>
          </p:spPr>
          <p:txBody>
            <a:bodyPr/>
            <a:lstStyle/>
            <a:p>
              <a:endParaRPr lang="en-US"/>
            </a:p>
          </p:txBody>
        </p:sp>
        <p:sp>
          <p:nvSpPr>
            <p:cNvPr id="109744" name="Oval 304"/>
            <p:cNvSpPr>
              <a:spLocks noChangeArrowheads="1"/>
            </p:cNvSpPr>
            <p:nvPr/>
          </p:nvSpPr>
          <p:spPr bwMode="auto">
            <a:xfrm>
              <a:off x="1457" y="1741"/>
              <a:ext cx="32" cy="40"/>
            </a:xfrm>
            <a:prstGeom prst="ellipse">
              <a:avLst/>
            </a:prstGeom>
            <a:solidFill>
              <a:schemeClr val="bg2"/>
            </a:solidFill>
            <a:ln w="25400">
              <a:solidFill>
                <a:schemeClr val="bg2"/>
              </a:solidFill>
              <a:round/>
              <a:headEnd/>
              <a:tailEnd/>
            </a:ln>
          </p:spPr>
          <p:txBody>
            <a:bodyPr/>
            <a:lstStyle/>
            <a:p>
              <a:endParaRPr lang="en-US"/>
            </a:p>
          </p:txBody>
        </p:sp>
        <p:sp>
          <p:nvSpPr>
            <p:cNvPr id="109745" name="Oval 305"/>
            <p:cNvSpPr>
              <a:spLocks noChangeArrowheads="1"/>
            </p:cNvSpPr>
            <p:nvPr/>
          </p:nvSpPr>
          <p:spPr bwMode="auto">
            <a:xfrm>
              <a:off x="1457" y="2044"/>
              <a:ext cx="40" cy="40"/>
            </a:xfrm>
            <a:prstGeom prst="ellipse">
              <a:avLst/>
            </a:prstGeom>
            <a:solidFill>
              <a:schemeClr val="bg2"/>
            </a:solidFill>
            <a:ln w="9525">
              <a:solidFill>
                <a:schemeClr val="bg2"/>
              </a:solidFill>
              <a:round/>
              <a:headEnd/>
              <a:tailEnd/>
            </a:ln>
          </p:spPr>
          <p:txBody>
            <a:bodyPr/>
            <a:lstStyle/>
            <a:p>
              <a:endParaRPr lang="en-US"/>
            </a:p>
          </p:txBody>
        </p:sp>
        <p:sp>
          <p:nvSpPr>
            <p:cNvPr id="109746" name="Oval 306"/>
            <p:cNvSpPr>
              <a:spLocks noChangeArrowheads="1"/>
            </p:cNvSpPr>
            <p:nvPr/>
          </p:nvSpPr>
          <p:spPr bwMode="auto">
            <a:xfrm>
              <a:off x="1457" y="2044"/>
              <a:ext cx="40" cy="40"/>
            </a:xfrm>
            <a:prstGeom prst="ellipse">
              <a:avLst/>
            </a:prstGeom>
            <a:solidFill>
              <a:schemeClr val="bg2"/>
            </a:solidFill>
            <a:ln w="25400">
              <a:solidFill>
                <a:schemeClr val="bg2"/>
              </a:solidFill>
              <a:round/>
              <a:headEnd/>
              <a:tailEnd/>
            </a:ln>
          </p:spPr>
          <p:txBody>
            <a:bodyPr/>
            <a:lstStyle/>
            <a:p>
              <a:endParaRPr lang="en-US"/>
            </a:p>
          </p:txBody>
        </p:sp>
        <p:sp>
          <p:nvSpPr>
            <p:cNvPr id="109747" name="Oval 307"/>
            <p:cNvSpPr>
              <a:spLocks noChangeArrowheads="1"/>
            </p:cNvSpPr>
            <p:nvPr/>
          </p:nvSpPr>
          <p:spPr bwMode="auto">
            <a:xfrm>
              <a:off x="1457" y="2355"/>
              <a:ext cx="40" cy="32"/>
            </a:xfrm>
            <a:prstGeom prst="ellipse">
              <a:avLst/>
            </a:prstGeom>
            <a:solidFill>
              <a:schemeClr val="bg2"/>
            </a:solidFill>
            <a:ln w="9525">
              <a:solidFill>
                <a:schemeClr val="bg2"/>
              </a:solidFill>
              <a:round/>
              <a:headEnd/>
              <a:tailEnd/>
            </a:ln>
          </p:spPr>
          <p:txBody>
            <a:bodyPr/>
            <a:lstStyle/>
            <a:p>
              <a:endParaRPr lang="en-US"/>
            </a:p>
          </p:txBody>
        </p:sp>
        <p:sp>
          <p:nvSpPr>
            <p:cNvPr id="109748" name="Oval 308"/>
            <p:cNvSpPr>
              <a:spLocks noChangeArrowheads="1"/>
            </p:cNvSpPr>
            <p:nvPr/>
          </p:nvSpPr>
          <p:spPr bwMode="auto">
            <a:xfrm>
              <a:off x="1457" y="2355"/>
              <a:ext cx="40" cy="32"/>
            </a:xfrm>
            <a:prstGeom prst="ellipse">
              <a:avLst/>
            </a:prstGeom>
            <a:solidFill>
              <a:schemeClr val="bg2"/>
            </a:solidFill>
            <a:ln w="25400">
              <a:solidFill>
                <a:schemeClr val="bg2"/>
              </a:solidFill>
              <a:round/>
              <a:headEnd/>
              <a:tailEnd/>
            </a:ln>
          </p:spPr>
          <p:txBody>
            <a:bodyPr/>
            <a:lstStyle/>
            <a:p>
              <a:endParaRPr lang="en-US"/>
            </a:p>
          </p:txBody>
        </p:sp>
        <p:sp>
          <p:nvSpPr>
            <p:cNvPr id="109749" name="Oval 309"/>
            <p:cNvSpPr>
              <a:spLocks noChangeArrowheads="1"/>
            </p:cNvSpPr>
            <p:nvPr/>
          </p:nvSpPr>
          <p:spPr bwMode="auto">
            <a:xfrm>
              <a:off x="1457" y="2658"/>
              <a:ext cx="32" cy="32"/>
            </a:xfrm>
            <a:prstGeom prst="ellipse">
              <a:avLst/>
            </a:prstGeom>
            <a:solidFill>
              <a:schemeClr val="bg2"/>
            </a:solidFill>
            <a:ln w="9525">
              <a:solidFill>
                <a:schemeClr val="bg2"/>
              </a:solidFill>
              <a:round/>
              <a:headEnd/>
              <a:tailEnd/>
            </a:ln>
          </p:spPr>
          <p:txBody>
            <a:bodyPr/>
            <a:lstStyle/>
            <a:p>
              <a:endParaRPr lang="en-US"/>
            </a:p>
          </p:txBody>
        </p:sp>
        <p:sp>
          <p:nvSpPr>
            <p:cNvPr id="109750" name="Oval 310"/>
            <p:cNvSpPr>
              <a:spLocks noChangeArrowheads="1"/>
            </p:cNvSpPr>
            <p:nvPr/>
          </p:nvSpPr>
          <p:spPr bwMode="auto">
            <a:xfrm>
              <a:off x="1457" y="2658"/>
              <a:ext cx="32" cy="32"/>
            </a:xfrm>
            <a:prstGeom prst="ellipse">
              <a:avLst/>
            </a:prstGeom>
            <a:solidFill>
              <a:schemeClr val="bg2"/>
            </a:solidFill>
            <a:ln w="25400">
              <a:solidFill>
                <a:schemeClr val="bg2"/>
              </a:solidFill>
              <a:round/>
              <a:headEnd/>
              <a:tailEnd/>
            </a:ln>
          </p:spPr>
          <p:txBody>
            <a:bodyPr/>
            <a:lstStyle/>
            <a:p>
              <a:endParaRPr lang="en-US"/>
            </a:p>
          </p:txBody>
        </p:sp>
        <p:sp>
          <p:nvSpPr>
            <p:cNvPr id="109751" name="Oval 311"/>
            <p:cNvSpPr>
              <a:spLocks noChangeArrowheads="1"/>
            </p:cNvSpPr>
            <p:nvPr/>
          </p:nvSpPr>
          <p:spPr bwMode="auto">
            <a:xfrm>
              <a:off x="1449" y="2969"/>
              <a:ext cx="40" cy="32"/>
            </a:xfrm>
            <a:prstGeom prst="ellipse">
              <a:avLst/>
            </a:prstGeom>
            <a:solidFill>
              <a:schemeClr val="bg2"/>
            </a:solidFill>
            <a:ln w="9525">
              <a:solidFill>
                <a:schemeClr val="bg2"/>
              </a:solidFill>
              <a:round/>
              <a:headEnd/>
              <a:tailEnd/>
            </a:ln>
          </p:spPr>
          <p:txBody>
            <a:bodyPr/>
            <a:lstStyle/>
            <a:p>
              <a:endParaRPr lang="en-US"/>
            </a:p>
          </p:txBody>
        </p:sp>
        <p:sp>
          <p:nvSpPr>
            <p:cNvPr id="109752" name="Oval 312"/>
            <p:cNvSpPr>
              <a:spLocks noChangeArrowheads="1"/>
            </p:cNvSpPr>
            <p:nvPr/>
          </p:nvSpPr>
          <p:spPr bwMode="auto">
            <a:xfrm>
              <a:off x="1449" y="2969"/>
              <a:ext cx="40" cy="32"/>
            </a:xfrm>
            <a:prstGeom prst="ellipse">
              <a:avLst/>
            </a:prstGeom>
            <a:solidFill>
              <a:schemeClr val="bg2"/>
            </a:solidFill>
            <a:ln w="25400">
              <a:solidFill>
                <a:schemeClr val="bg2"/>
              </a:solidFill>
              <a:round/>
              <a:headEnd/>
              <a:tailEnd/>
            </a:ln>
          </p:spPr>
          <p:txBody>
            <a:bodyPr/>
            <a:lstStyle/>
            <a:p>
              <a:endParaRPr lang="en-US"/>
            </a:p>
          </p:txBody>
        </p:sp>
        <p:grpSp>
          <p:nvGrpSpPr>
            <p:cNvPr id="109753" name="Group 313"/>
            <p:cNvGrpSpPr>
              <a:grpSpLocks/>
            </p:cNvGrpSpPr>
            <p:nvPr/>
          </p:nvGrpSpPr>
          <p:grpSpPr bwMode="auto">
            <a:xfrm>
              <a:off x="1912" y="1741"/>
              <a:ext cx="40" cy="1260"/>
              <a:chOff x="1912" y="1741"/>
              <a:chExt cx="40" cy="1260"/>
            </a:xfrm>
          </p:grpSpPr>
          <p:sp>
            <p:nvSpPr>
              <p:cNvPr id="110655" name="Oval 314"/>
              <p:cNvSpPr>
                <a:spLocks noChangeArrowheads="1"/>
              </p:cNvSpPr>
              <p:nvPr/>
            </p:nvSpPr>
            <p:spPr bwMode="auto">
              <a:xfrm>
                <a:off x="1920" y="1741"/>
                <a:ext cx="32" cy="32"/>
              </a:xfrm>
              <a:prstGeom prst="ellipse">
                <a:avLst/>
              </a:prstGeom>
              <a:solidFill>
                <a:schemeClr val="bg2"/>
              </a:solidFill>
              <a:ln w="9525">
                <a:solidFill>
                  <a:schemeClr val="bg2"/>
                </a:solidFill>
                <a:round/>
                <a:headEnd/>
                <a:tailEnd/>
              </a:ln>
            </p:spPr>
            <p:txBody>
              <a:bodyPr/>
              <a:lstStyle/>
              <a:p>
                <a:endParaRPr lang="en-US"/>
              </a:p>
            </p:txBody>
          </p:sp>
          <p:sp>
            <p:nvSpPr>
              <p:cNvPr id="110656" name="Oval 315"/>
              <p:cNvSpPr>
                <a:spLocks noChangeArrowheads="1"/>
              </p:cNvSpPr>
              <p:nvPr/>
            </p:nvSpPr>
            <p:spPr bwMode="auto">
              <a:xfrm>
                <a:off x="1920" y="1741"/>
                <a:ext cx="32" cy="32"/>
              </a:xfrm>
              <a:prstGeom prst="ellipse">
                <a:avLst/>
              </a:prstGeom>
              <a:solidFill>
                <a:schemeClr val="bg2"/>
              </a:solidFill>
              <a:ln w="25400">
                <a:solidFill>
                  <a:schemeClr val="bg2"/>
                </a:solidFill>
                <a:round/>
                <a:headEnd/>
                <a:tailEnd/>
              </a:ln>
            </p:spPr>
            <p:txBody>
              <a:bodyPr/>
              <a:lstStyle/>
              <a:p>
                <a:endParaRPr lang="en-US"/>
              </a:p>
            </p:txBody>
          </p:sp>
          <p:sp>
            <p:nvSpPr>
              <p:cNvPr id="110657" name="Oval 316"/>
              <p:cNvSpPr>
                <a:spLocks noChangeArrowheads="1"/>
              </p:cNvSpPr>
              <p:nvPr/>
            </p:nvSpPr>
            <p:spPr bwMode="auto">
              <a:xfrm>
                <a:off x="1920" y="2044"/>
                <a:ext cx="32" cy="32"/>
              </a:xfrm>
              <a:prstGeom prst="ellipse">
                <a:avLst/>
              </a:prstGeom>
              <a:solidFill>
                <a:schemeClr val="bg2"/>
              </a:solidFill>
              <a:ln w="9525">
                <a:solidFill>
                  <a:schemeClr val="bg2"/>
                </a:solidFill>
                <a:round/>
                <a:headEnd/>
                <a:tailEnd/>
              </a:ln>
            </p:spPr>
            <p:txBody>
              <a:bodyPr/>
              <a:lstStyle/>
              <a:p>
                <a:endParaRPr lang="en-US"/>
              </a:p>
            </p:txBody>
          </p:sp>
          <p:sp>
            <p:nvSpPr>
              <p:cNvPr id="110658" name="Oval 317"/>
              <p:cNvSpPr>
                <a:spLocks noChangeArrowheads="1"/>
              </p:cNvSpPr>
              <p:nvPr/>
            </p:nvSpPr>
            <p:spPr bwMode="auto">
              <a:xfrm>
                <a:off x="1920" y="2044"/>
                <a:ext cx="32" cy="32"/>
              </a:xfrm>
              <a:prstGeom prst="ellipse">
                <a:avLst/>
              </a:prstGeom>
              <a:solidFill>
                <a:schemeClr val="bg2"/>
              </a:solidFill>
              <a:ln w="25400">
                <a:solidFill>
                  <a:schemeClr val="bg2"/>
                </a:solidFill>
                <a:round/>
                <a:headEnd/>
                <a:tailEnd/>
              </a:ln>
            </p:spPr>
            <p:txBody>
              <a:bodyPr/>
              <a:lstStyle/>
              <a:p>
                <a:endParaRPr lang="en-US"/>
              </a:p>
            </p:txBody>
          </p:sp>
          <p:sp>
            <p:nvSpPr>
              <p:cNvPr id="110659" name="Oval 318"/>
              <p:cNvSpPr>
                <a:spLocks noChangeArrowheads="1"/>
              </p:cNvSpPr>
              <p:nvPr/>
            </p:nvSpPr>
            <p:spPr bwMode="auto">
              <a:xfrm>
                <a:off x="1920" y="2347"/>
                <a:ext cx="32" cy="40"/>
              </a:xfrm>
              <a:prstGeom prst="ellipse">
                <a:avLst/>
              </a:prstGeom>
              <a:solidFill>
                <a:schemeClr val="bg2"/>
              </a:solidFill>
              <a:ln w="9525">
                <a:solidFill>
                  <a:schemeClr val="bg2"/>
                </a:solidFill>
                <a:round/>
                <a:headEnd/>
                <a:tailEnd/>
              </a:ln>
            </p:spPr>
            <p:txBody>
              <a:bodyPr/>
              <a:lstStyle/>
              <a:p>
                <a:endParaRPr lang="en-US"/>
              </a:p>
            </p:txBody>
          </p:sp>
          <p:sp>
            <p:nvSpPr>
              <p:cNvPr id="110660" name="Oval 319"/>
              <p:cNvSpPr>
                <a:spLocks noChangeArrowheads="1"/>
              </p:cNvSpPr>
              <p:nvPr/>
            </p:nvSpPr>
            <p:spPr bwMode="auto">
              <a:xfrm>
                <a:off x="1920" y="2347"/>
                <a:ext cx="32" cy="40"/>
              </a:xfrm>
              <a:prstGeom prst="ellipse">
                <a:avLst/>
              </a:prstGeom>
              <a:solidFill>
                <a:schemeClr val="bg2"/>
              </a:solidFill>
              <a:ln w="25400">
                <a:solidFill>
                  <a:schemeClr val="bg2"/>
                </a:solidFill>
                <a:round/>
                <a:headEnd/>
                <a:tailEnd/>
              </a:ln>
            </p:spPr>
            <p:txBody>
              <a:bodyPr/>
              <a:lstStyle/>
              <a:p>
                <a:endParaRPr lang="en-US"/>
              </a:p>
            </p:txBody>
          </p:sp>
          <p:sp>
            <p:nvSpPr>
              <p:cNvPr id="110661" name="Oval 320"/>
              <p:cNvSpPr>
                <a:spLocks noChangeArrowheads="1"/>
              </p:cNvSpPr>
              <p:nvPr/>
            </p:nvSpPr>
            <p:spPr bwMode="auto">
              <a:xfrm>
                <a:off x="1920" y="2658"/>
                <a:ext cx="32" cy="32"/>
              </a:xfrm>
              <a:prstGeom prst="ellipse">
                <a:avLst/>
              </a:prstGeom>
              <a:solidFill>
                <a:schemeClr val="bg2"/>
              </a:solidFill>
              <a:ln w="9525">
                <a:solidFill>
                  <a:schemeClr val="bg2"/>
                </a:solidFill>
                <a:round/>
                <a:headEnd/>
                <a:tailEnd/>
              </a:ln>
            </p:spPr>
            <p:txBody>
              <a:bodyPr/>
              <a:lstStyle/>
              <a:p>
                <a:endParaRPr lang="en-US"/>
              </a:p>
            </p:txBody>
          </p:sp>
          <p:sp>
            <p:nvSpPr>
              <p:cNvPr id="110662" name="Oval 321"/>
              <p:cNvSpPr>
                <a:spLocks noChangeArrowheads="1"/>
              </p:cNvSpPr>
              <p:nvPr/>
            </p:nvSpPr>
            <p:spPr bwMode="auto">
              <a:xfrm>
                <a:off x="1920" y="2658"/>
                <a:ext cx="32" cy="32"/>
              </a:xfrm>
              <a:prstGeom prst="ellipse">
                <a:avLst/>
              </a:prstGeom>
              <a:solidFill>
                <a:schemeClr val="bg2"/>
              </a:solidFill>
              <a:ln w="25400">
                <a:solidFill>
                  <a:schemeClr val="bg2"/>
                </a:solidFill>
                <a:round/>
                <a:headEnd/>
                <a:tailEnd/>
              </a:ln>
            </p:spPr>
            <p:txBody>
              <a:bodyPr/>
              <a:lstStyle/>
              <a:p>
                <a:endParaRPr lang="en-US"/>
              </a:p>
            </p:txBody>
          </p:sp>
          <p:sp>
            <p:nvSpPr>
              <p:cNvPr id="110663" name="Oval 322"/>
              <p:cNvSpPr>
                <a:spLocks noChangeArrowheads="1"/>
              </p:cNvSpPr>
              <p:nvPr/>
            </p:nvSpPr>
            <p:spPr bwMode="auto">
              <a:xfrm>
                <a:off x="1912" y="2961"/>
                <a:ext cx="32" cy="40"/>
              </a:xfrm>
              <a:prstGeom prst="ellipse">
                <a:avLst/>
              </a:prstGeom>
              <a:solidFill>
                <a:schemeClr val="bg2"/>
              </a:solidFill>
              <a:ln w="9525">
                <a:solidFill>
                  <a:schemeClr val="bg2"/>
                </a:solidFill>
                <a:round/>
                <a:headEnd/>
                <a:tailEnd/>
              </a:ln>
            </p:spPr>
            <p:txBody>
              <a:bodyPr/>
              <a:lstStyle/>
              <a:p>
                <a:endParaRPr lang="en-US"/>
              </a:p>
            </p:txBody>
          </p:sp>
          <p:sp>
            <p:nvSpPr>
              <p:cNvPr id="110664" name="Oval 323"/>
              <p:cNvSpPr>
                <a:spLocks noChangeArrowheads="1"/>
              </p:cNvSpPr>
              <p:nvPr/>
            </p:nvSpPr>
            <p:spPr bwMode="auto">
              <a:xfrm>
                <a:off x="1912" y="2961"/>
                <a:ext cx="32" cy="40"/>
              </a:xfrm>
              <a:prstGeom prst="ellipse">
                <a:avLst/>
              </a:prstGeom>
              <a:solidFill>
                <a:schemeClr val="bg2"/>
              </a:solidFill>
              <a:ln w="25400">
                <a:solidFill>
                  <a:schemeClr val="bg2"/>
                </a:solidFill>
                <a:round/>
                <a:headEnd/>
                <a:tailEnd/>
              </a:ln>
            </p:spPr>
            <p:txBody>
              <a:bodyPr/>
              <a:lstStyle/>
              <a:p>
                <a:endParaRPr lang="en-US"/>
              </a:p>
            </p:txBody>
          </p:sp>
        </p:grpSp>
        <p:grpSp>
          <p:nvGrpSpPr>
            <p:cNvPr id="109754" name="Group 324"/>
            <p:cNvGrpSpPr>
              <a:grpSpLocks/>
            </p:cNvGrpSpPr>
            <p:nvPr/>
          </p:nvGrpSpPr>
          <p:grpSpPr bwMode="auto">
            <a:xfrm>
              <a:off x="2375" y="1749"/>
              <a:ext cx="40" cy="1252"/>
              <a:chOff x="2375" y="1749"/>
              <a:chExt cx="40" cy="1252"/>
            </a:xfrm>
          </p:grpSpPr>
          <p:sp>
            <p:nvSpPr>
              <p:cNvPr id="110645" name="Oval 325"/>
              <p:cNvSpPr>
                <a:spLocks noChangeArrowheads="1"/>
              </p:cNvSpPr>
              <p:nvPr/>
            </p:nvSpPr>
            <p:spPr bwMode="auto">
              <a:xfrm>
                <a:off x="2375" y="1749"/>
                <a:ext cx="32" cy="32"/>
              </a:xfrm>
              <a:prstGeom prst="ellipse">
                <a:avLst/>
              </a:prstGeom>
              <a:solidFill>
                <a:schemeClr val="bg2"/>
              </a:solidFill>
              <a:ln w="9525">
                <a:solidFill>
                  <a:schemeClr val="bg2"/>
                </a:solidFill>
                <a:round/>
                <a:headEnd/>
                <a:tailEnd/>
              </a:ln>
            </p:spPr>
            <p:txBody>
              <a:bodyPr/>
              <a:lstStyle/>
              <a:p>
                <a:endParaRPr lang="en-US"/>
              </a:p>
            </p:txBody>
          </p:sp>
          <p:sp>
            <p:nvSpPr>
              <p:cNvPr id="110646" name="Oval 326"/>
              <p:cNvSpPr>
                <a:spLocks noChangeArrowheads="1"/>
              </p:cNvSpPr>
              <p:nvPr/>
            </p:nvSpPr>
            <p:spPr bwMode="auto">
              <a:xfrm>
                <a:off x="2375" y="1749"/>
                <a:ext cx="32" cy="32"/>
              </a:xfrm>
              <a:prstGeom prst="ellipse">
                <a:avLst/>
              </a:prstGeom>
              <a:solidFill>
                <a:schemeClr val="bg2"/>
              </a:solidFill>
              <a:ln w="25400">
                <a:solidFill>
                  <a:schemeClr val="bg2"/>
                </a:solidFill>
                <a:round/>
                <a:headEnd/>
                <a:tailEnd/>
              </a:ln>
            </p:spPr>
            <p:txBody>
              <a:bodyPr/>
              <a:lstStyle/>
              <a:p>
                <a:endParaRPr lang="en-US"/>
              </a:p>
            </p:txBody>
          </p:sp>
          <p:sp>
            <p:nvSpPr>
              <p:cNvPr id="110647" name="Oval 327"/>
              <p:cNvSpPr>
                <a:spLocks noChangeArrowheads="1"/>
              </p:cNvSpPr>
              <p:nvPr/>
            </p:nvSpPr>
            <p:spPr bwMode="auto">
              <a:xfrm>
                <a:off x="2383" y="2052"/>
                <a:ext cx="32" cy="32"/>
              </a:xfrm>
              <a:prstGeom prst="ellipse">
                <a:avLst/>
              </a:prstGeom>
              <a:solidFill>
                <a:schemeClr val="bg2"/>
              </a:solidFill>
              <a:ln w="9525">
                <a:solidFill>
                  <a:schemeClr val="bg2"/>
                </a:solidFill>
                <a:round/>
                <a:headEnd/>
                <a:tailEnd/>
              </a:ln>
            </p:spPr>
            <p:txBody>
              <a:bodyPr/>
              <a:lstStyle/>
              <a:p>
                <a:endParaRPr lang="en-US"/>
              </a:p>
            </p:txBody>
          </p:sp>
          <p:sp>
            <p:nvSpPr>
              <p:cNvPr id="110648" name="Oval 328"/>
              <p:cNvSpPr>
                <a:spLocks noChangeArrowheads="1"/>
              </p:cNvSpPr>
              <p:nvPr/>
            </p:nvSpPr>
            <p:spPr bwMode="auto">
              <a:xfrm>
                <a:off x="2383" y="2052"/>
                <a:ext cx="32" cy="32"/>
              </a:xfrm>
              <a:prstGeom prst="ellipse">
                <a:avLst/>
              </a:prstGeom>
              <a:solidFill>
                <a:schemeClr val="bg2"/>
              </a:solidFill>
              <a:ln w="25400">
                <a:solidFill>
                  <a:schemeClr val="bg2"/>
                </a:solidFill>
                <a:round/>
                <a:headEnd/>
                <a:tailEnd/>
              </a:ln>
            </p:spPr>
            <p:txBody>
              <a:bodyPr/>
              <a:lstStyle/>
              <a:p>
                <a:endParaRPr lang="en-US"/>
              </a:p>
            </p:txBody>
          </p:sp>
          <p:sp>
            <p:nvSpPr>
              <p:cNvPr id="110649" name="Oval 329"/>
              <p:cNvSpPr>
                <a:spLocks noChangeArrowheads="1"/>
              </p:cNvSpPr>
              <p:nvPr/>
            </p:nvSpPr>
            <p:spPr bwMode="auto">
              <a:xfrm>
                <a:off x="2383" y="2355"/>
                <a:ext cx="32" cy="32"/>
              </a:xfrm>
              <a:prstGeom prst="ellipse">
                <a:avLst/>
              </a:prstGeom>
              <a:solidFill>
                <a:schemeClr val="bg2"/>
              </a:solidFill>
              <a:ln w="9525">
                <a:solidFill>
                  <a:schemeClr val="bg2"/>
                </a:solidFill>
                <a:round/>
                <a:headEnd/>
                <a:tailEnd/>
              </a:ln>
            </p:spPr>
            <p:txBody>
              <a:bodyPr/>
              <a:lstStyle/>
              <a:p>
                <a:endParaRPr lang="en-US"/>
              </a:p>
            </p:txBody>
          </p:sp>
          <p:sp>
            <p:nvSpPr>
              <p:cNvPr id="110650" name="Oval 330"/>
              <p:cNvSpPr>
                <a:spLocks noChangeArrowheads="1"/>
              </p:cNvSpPr>
              <p:nvPr/>
            </p:nvSpPr>
            <p:spPr bwMode="auto">
              <a:xfrm>
                <a:off x="2383" y="2355"/>
                <a:ext cx="32" cy="32"/>
              </a:xfrm>
              <a:prstGeom prst="ellipse">
                <a:avLst/>
              </a:prstGeom>
              <a:solidFill>
                <a:schemeClr val="bg2"/>
              </a:solidFill>
              <a:ln w="25400">
                <a:solidFill>
                  <a:schemeClr val="bg2"/>
                </a:solidFill>
                <a:round/>
                <a:headEnd/>
                <a:tailEnd/>
              </a:ln>
            </p:spPr>
            <p:txBody>
              <a:bodyPr/>
              <a:lstStyle/>
              <a:p>
                <a:endParaRPr lang="en-US"/>
              </a:p>
            </p:txBody>
          </p:sp>
          <p:sp>
            <p:nvSpPr>
              <p:cNvPr id="110651" name="Oval 331"/>
              <p:cNvSpPr>
                <a:spLocks noChangeArrowheads="1"/>
              </p:cNvSpPr>
              <p:nvPr/>
            </p:nvSpPr>
            <p:spPr bwMode="auto">
              <a:xfrm>
                <a:off x="2375" y="2658"/>
                <a:ext cx="32" cy="40"/>
              </a:xfrm>
              <a:prstGeom prst="ellipse">
                <a:avLst/>
              </a:prstGeom>
              <a:solidFill>
                <a:schemeClr val="bg2"/>
              </a:solidFill>
              <a:ln w="9525">
                <a:solidFill>
                  <a:schemeClr val="bg2"/>
                </a:solidFill>
                <a:round/>
                <a:headEnd/>
                <a:tailEnd/>
              </a:ln>
            </p:spPr>
            <p:txBody>
              <a:bodyPr/>
              <a:lstStyle/>
              <a:p>
                <a:endParaRPr lang="en-US"/>
              </a:p>
            </p:txBody>
          </p:sp>
          <p:sp>
            <p:nvSpPr>
              <p:cNvPr id="110652" name="Oval 332"/>
              <p:cNvSpPr>
                <a:spLocks noChangeArrowheads="1"/>
              </p:cNvSpPr>
              <p:nvPr/>
            </p:nvSpPr>
            <p:spPr bwMode="auto">
              <a:xfrm>
                <a:off x="2375" y="2658"/>
                <a:ext cx="32" cy="40"/>
              </a:xfrm>
              <a:prstGeom prst="ellipse">
                <a:avLst/>
              </a:prstGeom>
              <a:solidFill>
                <a:schemeClr val="bg2"/>
              </a:solidFill>
              <a:ln w="25400">
                <a:solidFill>
                  <a:schemeClr val="bg2"/>
                </a:solidFill>
                <a:round/>
                <a:headEnd/>
                <a:tailEnd/>
              </a:ln>
            </p:spPr>
            <p:txBody>
              <a:bodyPr/>
              <a:lstStyle/>
              <a:p>
                <a:endParaRPr lang="en-US"/>
              </a:p>
            </p:txBody>
          </p:sp>
          <p:sp>
            <p:nvSpPr>
              <p:cNvPr id="110653" name="Oval 333"/>
              <p:cNvSpPr>
                <a:spLocks noChangeArrowheads="1"/>
              </p:cNvSpPr>
              <p:nvPr/>
            </p:nvSpPr>
            <p:spPr bwMode="auto">
              <a:xfrm>
                <a:off x="2375" y="2969"/>
                <a:ext cx="32" cy="32"/>
              </a:xfrm>
              <a:prstGeom prst="ellipse">
                <a:avLst/>
              </a:prstGeom>
              <a:solidFill>
                <a:schemeClr val="bg2"/>
              </a:solidFill>
              <a:ln w="9525">
                <a:solidFill>
                  <a:schemeClr val="bg2"/>
                </a:solidFill>
                <a:round/>
                <a:headEnd/>
                <a:tailEnd/>
              </a:ln>
            </p:spPr>
            <p:txBody>
              <a:bodyPr/>
              <a:lstStyle/>
              <a:p>
                <a:endParaRPr lang="en-US"/>
              </a:p>
            </p:txBody>
          </p:sp>
          <p:sp>
            <p:nvSpPr>
              <p:cNvPr id="110654" name="Oval 334"/>
              <p:cNvSpPr>
                <a:spLocks noChangeArrowheads="1"/>
              </p:cNvSpPr>
              <p:nvPr/>
            </p:nvSpPr>
            <p:spPr bwMode="auto">
              <a:xfrm>
                <a:off x="2375" y="2969"/>
                <a:ext cx="32" cy="32"/>
              </a:xfrm>
              <a:prstGeom prst="ellipse">
                <a:avLst/>
              </a:prstGeom>
              <a:solidFill>
                <a:schemeClr val="bg2"/>
              </a:solidFill>
              <a:ln w="25400">
                <a:solidFill>
                  <a:schemeClr val="bg2"/>
                </a:solidFill>
                <a:round/>
                <a:headEnd/>
                <a:tailEnd/>
              </a:ln>
            </p:spPr>
            <p:txBody>
              <a:bodyPr/>
              <a:lstStyle/>
              <a:p>
                <a:endParaRPr lang="en-US"/>
              </a:p>
            </p:txBody>
          </p:sp>
        </p:grpSp>
        <p:grpSp>
          <p:nvGrpSpPr>
            <p:cNvPr id="109755" name="Group 335"/>
            <p:cNvGrpSpPr>
              <a:grpSpLocks/>
            </p:cNvGrpSpPr>
            <p:nvPr/>
          </p:nvGrpSpPr>
          <p:grpSpPr bwMode="auto">
            <a:xfrm>
              <a:off x="1489" y="2076"/>
              <a:ext cx="431" cy="284"/>
              <a:chOff x="1489" y="2076"/>
              <a:chExt cx="431" cy="284"/>
            </a:xfrm>
          </p:grpSpPr>
          <p:sp>
            <p:nvSpPr>
              <p:cNvPr id="110643" name="Freeform 336"/>
              <p:cNvSpPr>
                <a:spLocks/>
              </p:cNvSpPr>
              <p:nvPr/>
            </p:nvSpPr>
            <p:spPr bwMode="auto">
              <a:xfrm>
                <a:off x="1784" y="2076"/>
                <a:ext cx="136" cy="96"/>
              </a:xfrm>
              <a:custGeom>
                <a:avLst/>
                <a:gdLst>
                  <a:gd name="T0" fmla="*/ 136 w 136"/>
                  <a:gd name="T1" fmla="*/ 0 h 96"/>
                  <a:gd name="T2" fmla="*/ 40 w 136"/>
                  <a:gd name="T3" fmla="*/ 96 h 96"/>
                  <a:gd name="T4" fmla="*/ 24 w 136"/>
                  <a:gd name="T5" fmla="*/ 72 h 96"/>
                  <a:gd name="T6" fmla="*/ 0 w 136"/>
                  <a:gd name="T7" fmla="*/ 40 h 96"/>
                  <a:gd name="T8" fmla="*/ 136 w 136"/>
                  <a:gd name="T9" fmla="*/ 0 h 96"/>
                  <a:gd name="T10" fmla="*/ 0 60000 65536"/>
                  <a:gd name="T11" fmla="*/ 0 60000 65536"/>
                  <a:gd name="T12" fmla="*/ 0 60000 65536"/>
                  <a:gd name="T13" fmla="*/ 0 60000 65536"/>
                  <a:gd name="T14" fmla="*/ 0 60000 65536"/>
                  <a:gd name="T15" fmla="*/ 0 w 136"/>
                  <a:gd name="T16" fmla="*/ 0 h 96"/>
                  <a:gd name="T17" fmla="*/ 136 w 136"/>
                  <a:gd name="T18" fmla="*/ 96 h 96"/>
                </a:gdLst>
                <a:ahLst/>
                <a:cxnLst>
                  <a:cxn ang="T10">
                    <a:pos x="T0" y="T1"/>
                  </a:cxn>
                  <a:cxn ang="T11">
                    <a:pos x="T2" y="T3"/>
                  </a:cxn>
                  <a:cxn ang="T12">
                    <a:pos x="T4" y="T5"/>
                  </a:cxn>
                  <a:cxn ang="T13">
                    <a:pos x="T6" y="T7"/>
                  </a:cxn>
                  <a:cxn ang="T14">
                    <a:pos x="T8" y="T9"/>
                  </a:cxn>
                </a:cxnLst>
                <a:rect l="T15" t="T16" r="T17" b="T18"/>
                <a:pathLst>
                  <a:path w="136" h="96">
                    <a:moveTo>
                      <a:pt x="136" y="0"/>
                    </a:moveTo>
                    <a:lnTo>
                      <a:pt x="40" y="96"/>
                    </a:lnTo>
                    <a:lnTo>
                      <a:pt x="24" y="72"/>
                    </a:lnTo>
                    <a:lnTo>
                      <a:pt x="0" y="40"/>
                    </a:lnTo>
                    <a:lnTo>
                      <a:pt x="136" y="0"/>
                    </a:lnTo>
                    <a:close/>
                  </a:path>
                </a:pathLst>
              </a:custGeom>
              <a:solidFill>
                <a:schemeClr val="bg2"/>
              </a:solidFill>
              <a:ln w="9525">
                <a:solidFill>
                  <a:schemeClr val="bg2"/>
                </a:solidFill>
                <a:round/>
                <a:headEnd/>
                <a:tailEnd/>
              </a:ln>
            </p:spPr>
            <p:txBody>
              <a:bodyPr/>
              <a:lstStyle/>
              <a:p>
                <a:endParaRPr lang="en-US"/>
              </a:p>
            </p:txBody>
          </p:sp>
          <p:sp>
            <p:nvSpPr>
              <p:cNvPr id="110644" name="Line 337"/>
              <p:cNvSpPr>
                <a:spLocks noChangeShapeType="1"/>
              </p:cNvSpPr>
              <p:nvPr/>
            </p:nvSpPr>
            <p:spPr bwMode="auto">
              <a:xfrm flipV="1">
                <a:off x="1489" y="2143"/>
                <a:ext cx="327" cy="217"/>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9756" name="Group 338"/>
            <p:cNvGrpSpPr>
              <a:grpSpLocks/>
            </p:cNvGrpSpPr>
            <p:nvPr/>
          </p:nvGrpSpPr>
          <p:grpSpPr bwMode="auto">
            <a:xfrm>
              <a:off x="1489" y="1733"/>
              <a:ext cx="423" cy="56"/>
              <a:chOff x="1489" y="1733"/>
              <a:chExt cx="423" cy="56"/>
            </a:xfrm>
          </p:grpSpPr>
          <p:sp>
            <p:nvSpPr>
              <p:cNvPr id="110635" name="Freeform 339"/>
              <p:cNvSpPr>
                <a:spLocks/>
              </p:cNvSpPr>
              <p:nvPr/>
            </p:nvSpPr>
            <p:spPr bwMode="auto">
              <a:xfrm>
                <a:off x="1792" y="1733"/>
                <a:ext cx="120" cy="56"/>
              </a:xfrm>
              <a:custGeom>
                <a:avLst/>
                <a:gdLst>
                  <a:gd name="T0" fmla="*/ 120 w 120"/>
                  <a:gd name="T1" fmla="*/ 24 h 56"/>
                  <a:gd name="T2" fmla="*/ 0 w 120"/>
                  <a:gd name="T3" fmla="*/ 56 h 56"/>
                  <a:gd name="T4" fmla="*/ 0 w 120"/>
                  <a:gd name="T5" fmla="*/ 24 h 56"/>
                  <a:gd name="T6" fmla="*/ 0 w 120"/>
                  <a:gd name="T7" fmla="*/ 0 h 56"/>
                  <a:gd name="T8" fmla="*/ 120 w 120"/>
                  <a:gd name="T9" fmla="*/ 24 h 56"/>
                  <a:gd name="T10" fmla="*/ 0 60000 65536"/>
                  <a:gd name="T11" fmla="*/ 0 60000 65536"/>
                  <a:gd name="T12" fmla="*/ 0 60000 65536"/>
                  <a:gd name="T13" fmla="*/ 0 60000 65536"/>
                  <a:gd name="T14" fmla="*/ 0 60000 65536"/>
                  <a:gd name="T15" fmla="*/ 0 w 120"/>
                  <a:gd name="T16" fmla="*/ 0 h 56"/>
                  <a:gd name="T17" fmla="*/ 120 w 120"/>
                  <a:gd name="T18" fmla="*/ 56 h 56"/>
                </a:gdLst>
                <a:ahLst/>
                <a:cxnLst>
                  <a:cxn ang="T10">
                    <a:pos x="T0" y="T1"/>
                  </a:cxn>
                  <a:cxn ang="T11">
                    <a:pos x="T2" y="T3"/>
                  </a:cxn>
                  <a:cxn ang="T12">
                    <a:pos x="T4" y="T5"/>
                  </a:cxn>
                  <a:cxn ang="T13">
                    <a:pos x="T6" y="T7"/>
                  </a:cxn>
                  <a:cxn ang="T14">
                    <a:pos x="T8" y="T9"/>
                  </a:cxn>
                </a:cxnLst>
                <a:rect l="T15" t="T16" r="T17" b="T18"/>
                <a:pathLst>
                  <a:path w="120" h="56">
                    <a:moveTo>
                      <a:pt x="120" y="24"/>
                    </a:moveTo>
                    <a:lnTo>
                      <a:pt x="0" y="56"/>
                    </a:lnTo>
                    <a:lnTo>
                      <a:pt x="0" y="24"/>
                    </a:lnTo>
                    <a:lnTo>
                      <a:pt x="0" y="0"/>
                    </a:lnTo>
                    <a:lnTo>
                      <a:pt x="120" y="24"/>
                    </a:lnTo>
                    <a:close/>
                  </a:path>
                </a:pathLst>
              </a:custGeom>
              <a:solidFill>
                <a:schemeClr val="bg2"/>
              </a:solidFill>
              <a:ln w="9525">
                <a:solidFill>
                  <a:schemeClr val="bg2"/>
                </a:solidFill>
                <a:round/>
                <a:headEnd/>
                <a:tailEnd/>
              </a:ln>
            </p:spPr>
            <p:txBody>
              <a:bodyPr/>
              <a:lstStyle/>
              <a:p>
                <a:endParaRPr lang="en-US"/>
              </a:p>
            </p:txBody>
          </p:sp>
          <p:grpSp>
            <p:nvGrpSpPr>
              <p:cNvPr id="110636" name="Group 340"/>
              <p:cNvGrpSpPr>
                <a:grpSpLocks/>
              </p:cNvGrpSpPr>
              <p:nvPr/>
            </p:nvGrpSpPr>
            <p:grpSpPr bwMode="auto">
              <a:xfrm>
                <a:off x="1489" y="1757"/>
                <a:ext cx="295" cy="1"/>
                <a:chOff x="1489" y="1757"/>
                <a:chExt cx="295" cy="1"/>
              </a:xfrm>
            </p:grpSpPr>
            <p:sp>
              <p:nvSpPr>
                <p:cNvPr id="110637" name="Line 341"/>
                <p:cNvSpPr>
                  <a:spLocks noChangeShapeType="1"/>
                </p:cNvSpPr>
                <p:nvPr/>
              </p:nvSpPr>
              <p:spPr bwMode="auto">
                <a:xfrm>
                  <a:off x="1489"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638" name="Line 342"/>
                <p:cNvSpPr>
                  <a:spLocks noChangeShapeType="1"/>
                </p:cNvSpPr>
                <p:nvPr/>
              </p:nvSpPr>
              <p:spPr bwMode="auto">
                <a:xfrm>
                  <a:off x="1544"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639" name="Line 343"/>
                <p:cNvSpPr>
                  <a:spLocks noChangeShapeType="1"/>
                </p:cNvSpPr>
                <p:nvPr/>
              </p:nvSpPr>
              <p:spPr bwMode="auto">
                <a:xfrm>
                  <a:off x="1600"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640" name="Line 344"/>
                <p:cNvSpPr>
                  <a:spLocks noChangeShapeType="1"/>
                </p:cNvSpPr>
                <p:nvPr/>
              </p:nvSpPr>
              <p:spPr bwMode="auto">
                <a:xfrm>
                  <a:off x="1656"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641" name="Line 345"/>
                <p:cNvSpPr>
                  <a:spLocks noChangeShapeType="1"/>
                </p:cNvSpPr>
                <p:nvPr/>
              </p:nvSpPr>
              <p:spPr bwMode="auto">
                <a:xfrm>
                  <a:off x="1712"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642" name="Line 346"/>
                <p:cNvSpPr>
                  <a:spLocks noChangeShapeType="1"/>
                </p:cNvSpPr>
                <p:nvPr/>
              </p:nvSpPr>
              <p:spPr bwMode="auto">
                <a:xfrm>
                  <a:off x="1768" y="1757"/>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9757" name="Group 347"/>
            <p:cNvGrpSpPr>
              <a:grpSpLocks/>
            </p:cNvGrpSpPr>
            <p:nvPr/>
          </p:nvGrpSpPr>
          <p:grpSpPr bwMode="auto">
            <a:xfrm>
              <a:off x="1952" y="1725"/>
              <a:ext cx="415" cy="56"/>
              <a:chOff x="1952" y="1725"/>
              <a:chExt cx="415" cy="56"/>
            </a:xfrm>
          </p:grpSpPr>
          <p:sp>
            <p:nvSpPr>
              <p:cNvPr id="110627" name="Freeform 348"/>
              <p:cNvSpPr>
                <a:spLocks/>
              </p:cNvSpPr>
              <p:nvPr/>
            </p:nvSpPr>
            <p:spPr bwMode="auto">
              <a:xfrm>
                <a:off x="2255" y="1725"/>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10628" name="Group 349"/>
              <p:cNvGrpSpPr>
                <a:grpSpLocks/>
              </p:cNvGrpSpPr>
              <p:nvPr/>
            </p:nvGrpSpPr>
            <p:grpSpPr bwMode="auto">
              <a:xfrm>
                <a:off x="1952" y="1757"/>
                <a:ext cx="295" cy="1"/>
                <a:chOff x="1952" y="1757"/>
                <a:chExt cx="295" cy="1"/>
              </a:xfrm>
            </p:grpSpPr>
            <p:sp>
              <p:nvSpPr>
                <p:cNvPr id="110629" name="Line 350"/>
                <p:cNvSpPr>
                  <a:spLocks noChangeShapeType="1"/>
                </p:cNvSpPr>
                <p:nvPr/>
              </p:nvSpPr>
              <p:spPr bwMode="auto">
                <a:xfrm>
                  <a:off x="1952"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630" name="Line 351"/>
                <p:cNvSpPr>
                  <a:spLocks noChangeShapeType="1"/>
                </p:cNvSpPr>
                <p:nvPr/>
              </p:nvSpPr>
              <p:spPr bwMode="auto">
                <a:xfrm>
                  <a:off x="2008" y="1757"/>
                  <a:ext cx="23"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631" name="Line 352"/>
                <p:cNvSpPr>
                  <a:spLocks noChangeShapeType="1"/>
                </p:cNvSpPr>
                <p:nvPr/>
              </p:nvSpPr>
              <p:spPr bwMode="auto">
                <a:xfrm>
                  <a:off x="2063"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632" name="Line 353"/>
                <p:cNvSpPr>
                  <a:spLocks noChangeShapeType="1"/>
                </p:cNvSpPr>
                <p:nvPr/>
              </p:nvSpPr>
              <p:spPr bwMode="auto">
                <a:xfrm>
                  <a:off x="2119"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633" name="Line 354"/>
                <p:cNvSpPr>
                  <a:spLocks noChangeShapeType="1"/>
                </p:cNvSpPr>
                <p:nvPr/>
              </p:nvSpPr>
              <p:spPr bwMode="auto">
                <a:xfrm>
                  <a:off x="2175"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634" name="Line 355"/>
                <p:cNvSpPr>
                  <a:spLocks noChangeShapeType="1"/>
                </p:cNvSpPr>
                <p:nvPr/>
              </p:nvSpPr>
              <p:spPr bwMode="auto">
                <a:xfrm>
                  <a:off x="2231" y="1757"/>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9758" name="Group 356"/>
            <p:cNvGrpSpPr>
              <a:grpSpLocks/>
            </p:cNvGrpSpPr>
            <p:nvPr/>
          </p:nvGrpSpPr>
          <p:grpSpPr bwMode="auto">
            <a:xfrm>
              <a:off x="1497" y="2036"/>
              <a:ext cx="415" cy="56"/>
              <a:chOff x="1497" y="2036"/>
              <a:chExt cx="415" cy="56"/>
            </a:xfrm>
          </p:grpSpPr>
          <p:sp>
            <p:nvSpPr>
              <p:cNvPr id="110619" name="Freeform 357"/>
              <p:cNvSpPr>
                <a:spLocks/>
              </p:cNvSpPr>
              <p:nvPr/>
            </p:nvSpPr>
            <p:spPr bwMode="auto">
              <a:xfrm>
                <a:off x="1800"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10620" name="Group 358"/>
              <p:cNvGrpSpPr>
                <a:grpSpLocks/>
              </p:cNvGrpSpPr>
              <p:nvPr/>
            </p:nvGrpSpPr>
            <p:grpSpPr bwMode="auto">
              <a:xfrm>
                <a:off x="1497" y="2068"/>
                <a:ext cx="295" cy="1"/>
                <a:chOff x="1497" y="2068"/>
                <a:chExt cx="295" cy="1"/>
              </a:xfrm>
            </p:grpSpPr>
            <p:sp>
              <p:nvSpPr>
                <p:cNvPr id="110621" name="Line 359"/>
                <p:cNvSpPr>
                  <a:spLocks noChangeShapeType="1"/>
                </p:cNvSpPr>
                <p:nvPr/>
              </p:nvSpPr>
              <p:spPr bwMode="auto">
                <a:xfrm>
                  <a:off x="1497" y="2068"/>
                  <a:ext cx="23"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622" name="Line 360"/>
                <p:cNvSpPr>
                  <a:spLocks noChangeShapeType="1"/>
                </p:cNvSpPr>
                <p:nvPr/>
              </p:nvSpPr>
              <p:spPr bwMode="auto">
                <a:xfrm>
                  <a:off x="1552"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623" name="Line 361"/>
                <p:cNvSpPr>
                  <a:spLocks noChangeShapeType="1"/>
                </p:cNvSpPr>
                <p:nvPr/>
              </p:nvSpPr>
              <p:spPr bwMode="auto">
                <a:xfrm>
                  <a:off x="1608"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624" name="Line 362"/>
                <p:cNvSpPr>
                  <a:spLocks noChangeShapeType="1"/>
                </p:cNvSpPr>
                <p:nvPr/>
              </p:nvSpPr>
              <p:spPr bwMode="auto">
                <a:xfrm>
                  <a:off x="1664"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625" name="Line 363"/>
                <p:cNvSpPr>
                  <a:spLocks noChangeShapeType="1"/>
                </p:cNvSpPr>
                <p:nvPr/>
              </p:nvSpPr>
              <p:spPr bwMode="auto">
                <a:xfrm>
                  <a:off x="1720"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626" name="Line 364"/>
                <p:cNvSpPr>
                  <a:spLocks noChangeShapeType="1"/>
                </p:cNvSpPr>
                <p:nvPr/>
              </p:nvSpPr>
              <p:spPr bwMode="auto">
                <a:xfrm>
                  <a:off x="1776" y="2068"/>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9759" name="Group 365"/>
            <p:cNvGrpSpPr>
              <a:grpSpLocks/>
            </p:cNvGrpSpPr>
            <p:nvPr/>
          </p:nvGrpSpPr>
          <p:grpSpPr bwMode="auto">
            <a:xfrm>
              <a:off x="1960" y="2036"/>
              <a:ext cx="423" cy="56"/>
              <a:chOff x="1960" y="2036"/>
              <a:chExt cx="423" cy="56"/>
            </a:xfrm>
          </p:grpSpPr>
          <p:sp>
            <p:nvSpPr>
              <p:cNvPr id="110611" name="Freeform 366"/>
              <p:cNvSpPr>
                <a:spLocks/>
              </p:cNvSpPr>
              <p:nvPr/>
            </p:nvSpPr>
            <p:spPr bwMode="auto">
              <a:xfrm>
                <a:off x="2271"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10612" name="Group 367"/>
              <p:cNvGrpSpPr>
                <a:grpSpLocks/>
              </p:cNvGrpSpPr>
              <p:nvPr/>
            </p:nvGrpSpPr>
            <p:grpSpPr bwMode="auto">
              <a:xfrm>
                <a:off x="1960" y="2068"/>
                <a:ext cx="303" cy="1"/>
                <a:chOff x="1960" y="2068"/>
                <a:chExt cx="303" cy="1"/>
              </a:xfrm>
            </p:grpSpPr>
            <p:sp>
              <p:nvSpPr>
                <p:cNvPr id="110613" name="Line 368"/>
                <p:cNvSpPr>
                  <a:spLocks noChangeShapeType="1"/>
                </p:cNvSpPr>
                <p:nvPr/>
              </p:nvSpPr>
              <p:spPr bwMode="auto">
                <a:xfrm>
                  <a:off x="1960"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614" name="Line 369"/>
                <p:cNvSpPr>
                  <a:spLocks noChangeShapeType="1"/>
                </p:cNvSpPr>
                <p:nvPr/>
              </p:nvSpPr>
              <p:spPr bwMode="auto">
                <a:xfrm>
                  <a:off x="2015"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615" name="Line 370"/>
                <p:cNvSpPr>
                  <a:spLocks noChangeShapeType="1"/>
                </p:cNvSpPr>
                <p:nvPr/>
              </p:nvSpPr>
              <p:spPr bwMode="auto">
                <a:xfrm>
                  <a:off x="2071"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616" name="Line 371"/>
                <p:cNvSpPr>
                  <a:spLocks noChangeShapeType="1"/>
                </p:cNvSpPr>
                <p:nvPr/>
              </p:nvSpPr>
              <p:spPr bwMode="auto">
                <a:xfrm>
                  <a:off x="2127"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617" name="Line 372"/>
                <p:cNvSpPr>
                  <a:spLocks noChangeShapeType="1"/>
                </p:cNvSpPr>
                <p:nvPr/>
              </p:nvSpPr>
              <p:spPr bwMode="auto">
                <a:xfrm>
                  <a:off x="2183"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618" name="Line 373"/>
                <p:cNvSpPr>
                  <a:spLocks noChangeShapeType="1"/>
                </p:cNvSpPr>
                <p:nvPr/>
              </p:nvSpPr>
              <p:spPr bwMode="auto">
                <a:xfrm>
                  <a:off x="2239"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9760" name="Group 374"/>
            <p:cNvGrpSpPr>
              <a:grpSpLocks/>
            </p:cNvGrpSpPr>
            <p:nvPr/>
          </p:nvGrpSpPr>
          <p:grpSpPr bwMode="auto">
            <a:xfrm>
              <a:off x="2431" y="2036"/>
              <a:ext cx="415" cy="56"/>
              <a:chOff x="2431" y="2036"/>
              <a:chExt cx="415" cy="56"/>
            </a:xfrm>
          </p:grpSpPr>
          <p:sp>
            <p:nvSpPr>
              <p:cNvPr id="110603" name="Freeform 375"/>
              <p:cNvSpPr>
                <a:spLocks/>
              </p:cNvSpPr>
              <p:nvPr/>
            </p:nvSpPr>
            <p:spPr bwMode="auto">
              <a:xfrm>
                <a:off x="2734"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10604" name="Group 376"/>
              <p:cNvGrpSpPr>
                <a:grpSpLocks/>
              </p:cNvGrpSpPr>
              <p:nvPr/>
            </p:nvGrpSpPr>
            <p:grpSpPr bwMode="auto">
              <a:xfrm>
                <a:off x="2431" y="2068"/>
                <a:ext cx="295" cy="1"/>
                <a:chOff x="2431" y="2068"/>
                <a:chExt cx="295" cy="1"/>
              </a:xfrm>
            </p:grpSpPr>
            <p:sp>
              <p:nvSpPr>
                <p:cNvPr id="110605" name="Line 377"/>
                <p:cNvSpPr>
                  <a:spLocks noChangeShapeType="1"/>
                </p:cNvSpPr>
                <p:nvPr/>
              </p:nvSpPr>
              <p:spPr bwMode="auto">
                <a:xfrm>
                  <a:off x="2431"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606" name="Line 378"/>
                <p:cNvSpPr>
                  <a:spLocks noChangeShapeType="1"/>
                </p:cNvSpPr>
                <p:nvPr/>
              </p:nvSpPr>
              <p:spPr bwMode="auto">
                <a:xfrm>
                  <a:off x="2487"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607" name="Line 379"/>
                <p:cNvSpPr>
                  <a:spLocks noChangeShapeType="1"/>
                </p:cNvSpPr>
                <p:nvPr/>
              </p:nvSpPr>
              <p:spPr bwMode="auto">
                <a:xfrm>
                  <a:off x="2542"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608" name="Line 380"/>
                <p:cNvSpPr>
                  <a:spLocks noChangeShapeType="1"/>
                </p:cNvSpPr>
                <p:nvPr/>
              </p:nvSpPr>
              <p:spPr bwMode="auto">
                <a:xfrm>
                  <a:off x="2598"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609" name="Line 381"/>
                <p:cNvSpPr>
                  <a:spLocks noChangeShapeType="1"/>
                </p:cNvSpPr>
                <p:nvPr/>
              </p:nvSpPr>
              <p:spPr bwMode="auto">
                <a:xfrm>
                  <a:off x="2654"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610" name="Line 382"/>
                <p:cNvSpPr>
                  <a:spLocks noChangeShapeType="1"/>
                </p:cNvSpPr>
                <p:nvPr/>
              </p:nvSpPr>
              <p:spPr bwMode="auto">
                <a:xfrm>
                  <a:off x="2710" y="2068"/>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9761" name="Group 383"/>
            <p:cNvGrpSpPr>
              <a:grpSpLocks/>
            </p:cNvGrpSpPr>
            <p:nvPr/>
          </p:nvGrpSpPr>
          <p:grpSpPr bwMode="auto">
            <a:xfrm>
              <a:off x="2423" y="2347"/>
              <a:ext cx="415" cy="56"/>
              <a:chOff x="2423" y="2347"/>
              <a:chExt cx="415" cy="56"/>
            </a:xfrm>
          </p:grpSpPr>
          <p:sp>
            <p:nvSpPr>
              <p:cNvPr id="110595" name="Freeform 384"/>
              <p:cNvSpPr>
                <a:spLocks/>
              </p:cNvSpPr>
              <p:nvPr/>
            </p:nvSpPr>
            <p:spPr bwMode="auto">
              <a:xfrm>
                <a:off x="2726" y="234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solidFill>
                <a:schemeClr val="bg2"/>
              </a:solidFill>
              <a:ln w="9525">
                <a:solidFill>
                  <a:schemeClr val="bg2"/>
                </a:solidFill>
                <a:round/>
                <a:headEnd/>
                <a:tailEnd/>
              </a:ln>
            </p:spPr>
            <p:txBody>
              <a:bodyPr/>
              <a:lstStyle/>
              <a:p>
                <a:endParaRPr lang="en-US"/>
              </a:p>
            </p:txBody>
          </p:sp>
          <p:grpSp>
            <p:nvGrpSpPr>
              <p:cNvPr id="110596" name="Group 385"/>
              <p:cNvGrpSpPr>
                <a:grpSpLocks/>
              </p:cNvGrpSpPr>
              <p:nvPr/>
            </p:nvGrpSpPr>
            <p:grpSpPr bwMode="auto">
              <a:xfrm>
                <a:off x="2423" y="2371"/>
                <a:ext cx="295" cy="1"/>
                <a:chOff x="2423" y="2371"/>
                <a:chExt cx="295" cy="1"/>
              </a:xfrm>
            </p:grpSpPr>
            <p:sp>
              <p:nvSpPr>
                <p:cNvPr id="110597" name="Line 386"/>
                <p:cNvSpPr>
                  <a:spLocks noChangeShapeType="1"/>
                </p:cNvSpPr>
                <p:nvPr/>
              </p:nvSpPr>
              <p:spPr bwMode="auto">
                <a:xfrm>
                  <a:off x="2423"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598" name="Line 387"/>
                <p:cNvSpPr>
                  <a:spLocks noChangeShapeType="1"/>
                </p:cNvSpPr>
                <p:nvPr/>
              </p:nvSpPr>
              <p:spPr bwMode="auto">
                <a:xfrm>
                  <a:off x="2479"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599" name="Line 388"/>
                <p:cNvSpPr>
                  <a:spLocks noChangeShapeType="1"/>
                </p:cNvSpPr>
                <p:nvPr/>
              </p:nvSpPr>
              <p:spPr bwMode="auto">
                <a:xfrm>
                  <a:off x="2534"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600" name="Line 389"/>
                <p:cNvSpPr>
                  <a:spLocks noChangeShapeType="1"/>
                </p:cNvSpPr>
                <p:nvPr/>
              </p:nvSpPr>
              <p:spPr bwMode="auto">
                <a:xfrm>
                  <a:off x="2590"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601" name="Line 390"/>
                <p:cNvSpPr>
                  <a:spLocks noChangeShapeType="1"/>
                </p:cNvSpPr>
                <p:nvPr/>
              </p:nvSpPr>
              <p:spPr bwMode="auto">
                <a:xfrm>
                  <a:off x="2646"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602" name="Line 391"/>
                <p:cNvSpPr>
                  <a:spLocks noChangeShapeType="1"/>
                </p:cNvSpPr>
                <p:nvPr/>
              </p:nvSpPr>
              <p:spPr bwMode="auto">
                <a:xfrm>
                  <a:off x="2702" y="2371"/>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9762" name="Group 392"/>
            <p:cNvGrpSpPr>
              <a:grpSpLocks/>
            </p:cNvGrpSpPr>
            <p:nvPr/>
          </p:nvGrpSpPr>
          <p:grpSpPr bwMode="auto">
            <a:xfrm>
              <a:off x="1960" y="2347"/>
              <a:ext cx="415" cy="56"/>
              <a:chOff x="1960" y="2347"/>
              <a:chExt cx="415" cy="56"/>
            </a:xfrm>
          </p:grpSpPr>
          <p:sp>
            <p:nvSpPr>
              <p:cNvPr id="110587" name="Freeform 393"/>
              <p:cNvSpPr>
                <a:spLocks/>
              </p:cNvSpPr>
              <p:nvPr/>
            </p:nvSpPr>
            <p:spPr bwMode="auto">
              <a:xfrm>
                <a:off x="2263" y="234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solidFill>
                <a:schemeClr val="bg2"/>
              </a:solidFill>
              <a:ln w="9525">
                <a:solidFill>
                  <a:schemeClr val="bg2"/>
                </a:solidFill>
                <a:round/>
                <a:headEnd/>
                <a:tailEnd/>
              </a:ln>
            </p:spPr>
            <p:txBody>
              <a:bodyPr/>
              <a:lstStyle/>
              <a:p>
                <a:endParaRPr lang="en-US"/>
              </a:p>
            </p:txBody>
          </p:sp>
          <p:grpSp>
            <p:nvGrpSpPr>
              <p:cNvPr id="110588" name="Group 394"/>
              <p:cNvGrpSpPr>
                <a:grpSpLocks/>
              </p:cNvGrpSpPr>
              <p:nvPr/>
            </p:nvGrpSpPr>
            <p:grpSpPr bwMode="auto">
              <a:xfrm>
                <a:off x="1960" y="2371"/>
                <a:ext cx="295" cy="1"/>
                <a:chOff x="1960" y="2371"/>
                <a:chExt cx="295" cy="1"/>
              </a:xfrm>
            </p:grpSpPr>
            <p:sp>
              <p:nvSpPr>
                <p:cNvPr id="110589" name="Line 395"/>
                <p:cNvSpPr>
                  <a:spLocks noChangeShapeType="1"/>
                </p:cNvSpPr>
                <p:nvPr/>
              </p:nvSpPr>
              <p:spPr bwMode="auto">
                <a:xfrm>
                  <a:off x="1960"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590" name="Line 396"/>
                <p:cNvSpPr>
                  <a:spLocks noChangeShapeType="1"/>
                </p:cNvSpPr>
                <p:nvPr/>
              </p:nvSpPr>
              <p:spPr bwMode="auto">
                <a:xfrm>
                  <a:off x="2015"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591" name="Line 397"/>
                <p:cNvSpPr>
                  <a:spLocks noChangeShapeType="1"/>
                </p:cNvSpPr>
                <p:nvPr/>
              </p:nvSpPr>
              <p:spPr bwMode="auto">
                <a:xfrm>
                  <a:off x="2071"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592" name="Line 398"/>
                <p:cNvSpPr>
                  <a:spLocks noChangeShapeType="1"/>
                </p:cNvSpPr>
                <p:nvPr/>
              </p:nvSpPr>
              <p:spPr bwMode="auto">
                <a:xfrm>
                  <a:off x="2127"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593" name="Line 399"/>
                <p:cNvSpPr>
                  <a:spLocks noChangeShapeType="1"/>
                </p:cNvSpPr>
                <p:nvPr/>
              </p:nvSpPr>
              <p:spPr bwMode="auto">
                <a:xfrm>
                  <a:off x="2183"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594" name="Line 400"/>
                <p:cNvSpPr>
                  <a:spLocks noChangeShapeType="1"/>
                </p:cNvSpPr>
                <p:nvPr/>
              </p:nvSpPr>
              <p:spPr bwMode="auto">
                <a:xfrm>
                  <a:off x="2239" y="2371"/>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9763" name="Group 401"/>
            <p:cNvGrpSpPr>
              <a:grpSpLocks/>
            </p:cNvGrpSpPr>
            <p:nvPr/>
          </p:nvGrpSpPr>
          <p:grpSpPr bwMode="auto">
            <a:xfrm>
              <a:off x="1497" y="2339"/>
              <a:ext cx="415" cy="56"/>
              <a:chOff x="1497" y="2339"/>
              <a:chExt cx="415" cy="56"/>
            </a:xfrm>
          </p:grpSpPr>
          <p:sp>
            <p:nvSpPr>
              <p:cNvPr id="110579" name="Freeform 402"/>
              <p:cNvSpPr>
                <a:spLocks/>
              </p:cNvSpPr>
              <p:nvPr/>
            </p:nvSpPr>
            <p:spPr bwMode="auto">
              <a:xfrm>
                <a:off x="1800" y="2339"/>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10580" name="Group 403"/>
              <p:cNvGrpSpPr>
                <a:grpSpLocks/>
              </p:cNvGrpSpPr>
              <p:nvPr/>
            </p:nvGrpSpPr>
            <p:grpSpPr bwMode="auto">
              <a:xfrm>
                <a:off x="1497" y="2371"/>
                <a:ext cx="295" cy="1"/>
                <a:chOff x="1497" y="2371"/>
                <a:chExt cx="295" cy="1"/>
              </a:xfrm>
            </p:grpSpPr>
            <p:sp>
              <p:nvSpPr>
                <p:cNvPr id="110581" name="Line 404"/>
                <p:cNvSpPr>
                  <a:spLocks noChangeShapeType="1"/>
                </p:cNvSpPr>
                <p:nvPr/>
              </p:nvSpPr>
              <p:spPr bwMode="auto">
                <a:xfrm>
                  <a:off x="1497" y="2371"/>
                  <a:ext cx="23"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582" name="Line 405"/>
                <p:cNvSpPr>
                  <a:spLocks noChangeShapeType="1"/>
                </p:cNvSpPr>
                <p:nvPr/>
              </p:nvSpPr>
              <p:spPr bwMode="auto">
                <a:xfrm>
                  <a:off x="1552"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583" name="Line 406"/>
                <p:cNvSpPr>
                  <a:spLocks noChangeShapeType="1"/>
                </p:cNvSpPr>
                <p:nvPr/>
              </p:nvSpPr>
              <p:spPr bwMode="auto">
                <a:xfrm>
                  <a:off x="1608"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584" name="Line 407"/>
                <p:cNvSpPr>
                  <a:spLocks noChangeShapeType="1"/>
                </p:cNvSpPr>
                <p:nvPr/>
              </p:nvSpPr>
              <p:spPr bwMode="auto">
                <a:xfrm>
                  <a:off x="1664"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585" name="Line 408"/>
                <p:cNvSpPr>
                  <a:spLocks noChangeShapeType="1"/>
                </p:cNvSpPr>
                <p:nvPr/>
              </p:nvSpPr>
              <p:spPr bwMode="auto">
                <a:xfrm>
                  <a:off x="1720"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586" name="Line 409"/>
                <p:cNvSpPr>
                  <a:spLocks noChangeShapeType="1"/>
                </p:cNvSpPr>
                <p:nvPr/>
              </p:nvSpPr>
              <p:spPr bwMode="auto">
                <a:xfrm>
                  <a:off x="1776" y="2371"/>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9764" name="Group 410"/>
            <p:cNvGrpSpPr>
              <a:grpSpLocks/>
            </p:cNvGrpSpPr>
            <p:nvPr/>
          </p:nvGrpSpPr>
          <p:grpSpPr bwMode="auto">
            <a:xfrm>
              <a:off x="1489" y="2650"/>
              <a:ext cx="423" cy="56"/>
              <a:chOff x="1489" y="2650"/>
              <a:chExt cx="423" cy="56"/>
            </a:xfrm>
          </p:grpSpPr>
          <p:sp>
            <p:nvSpPr>
              <p:cNvPr id="110571" name="Freeform 411"/>
              <p:cNvSpPr>
                <a:spLocks/>
              </p:cNvSpPr>
              <p:nvPr/>
            </p:nvSpPr>
            <p:spPr bwMode="auto">
              <a:xfrm>
                <a:off x="1792" y="2650"/>
                <a:ext cx="120" cy="56"/>
              </a:xfrm>
              <a:custGeom>
                <a:avLst/>
                <a:gdLst>
                  <a:gd name="T0" fmla="*/ 120 w 120"/>
                  <a:gd name="T1" fmla="*/ 24 h 56"/>
                  <a:gd name="T2" fmla="*/ 0 w 120"/>
                  <a:gd name="T3" fmla="*/ 56 h 56"/>
                  <a:gd name="T4" fmla="*/ 0 w 120"/>
                  <a:gd name="T5" fmla="*/ 24 h 56"/>
                  <a:gd name="T6" fmla="*/ 0 w 120"/>
                  <a:gd name="T7" fmla="*/ 0 h 56"/>
                  <a:gd name="T8" fmla="*/ 120 w 120"/>
                  <a:gd name="T9" fmla="*/ 24 h 56"/>
                  <a:gd name="T10" fmla="*/ 0 60000 65536"/>
                  <a:gd name="T11" fmla="*/ 0 60000 65536"/>
                  <a:gd name="T12" fmla="*/ 0 60000 65536"/>
                  <a:gd name="T13" fmla="*/ 0 60000 65536"/>
                  <a:gd name="T14" fmla="*/ 0 60000 65536"/>
                  <a:gd name="T15" fmla="*/ 0 w 120"/>
                  <a:gd name="T16" fmla="*/ 0 h 56"/>
                  <a:gd name="T17" fmla="*/ 120 w 120"/>
                  <a:gd name="T18" fmla="*/ 56 h 56"/>
                </a:gdLst>
                <a:ahLst/>
                <a:cxnLst>
                  <a:cxn ang="T10">
                    <a:pos x="T0" y="T1"/>
                  </a:cxn>
                  <a:cxn ang="T11">
                    <a:pos x="T2" y="T3"/>
                  </a:cxn>
                  <a:cxn ang="T12">
                    <a:pos x="T4" y="T5"/>
                  </a:cxn>
                  <a:cxn ang="T13">
                    <a:pos x="T6" y="T7"/>
                  </a:cxn>
                  <a:cxn ang="T14">
                    <a:pos x="T8" y="T9"/>
                  </a:cxn>
                </a:cxnLst>
                <a:rect l="T15" t="T16" r="T17" b="T18"/>
                <a:pathLst>
                  <a:path w="120" h="56">
                    <a:moveTo>
                      <a:pt x="120" y="24"/>
                    </a:moveTo>
                    <a:lnTo>
                      <a:pt x="0" y="56"/>
                    </a:lnTo>
                    <a:lnTo>
                      <a:pt x="0" y="24"/>
                    </a:lnTo>
                    <a:lnTo>
                      <a:pt x="0" y="0"/>
                    </a:lnTo>
                    <a:lnTo>
                      <a:pt x="120" y="24"/>
                    </a:lnTo>
                    <a:close/>
                  </a:path>
                </a:pathLst>
              </a:custGeom>
              <a:solidFill>
                <a:schemeClr val="bg2"/>
              </a:solidFill>
              <a:ln w="9525">
                <a:solidFill>
                  <a:schemeClr val="bg2"/>
                </a:solidFill>
                <a:round/>
                <a:headEnd/>
                <a:tailEnd/>
              </a:ln>
            </p:spPr>
            <p:txBody>
              <a:bodyPr/>
              <a:lstStyle/>
              <a:p>
                <a:endParaRPr lang="en-US"/>
              </a:p>
            </p:txBody>
          </p:sp>
          <p:grpSp>
            <p:nvGrpSpPr>
              <p:cNvPr id="110572" name="Group 412"/>
              <p:cNvGrpSpPr>
                <a:grpSpLocks/>
              </p:cNvGrpSpPr>
              <p:nvPr/>
            </p:nvGrpSpPr>
            <p:grpSpPr bwMode="auto">
              <a:xfrm>
                <a:off x="1489" y="2674"/>
                <a:ext cx="295" cy="1"/>
                <a:chOff x="1489" y="2674"/>
                <a:chExt cx="295" cy="1"/>
              </a:xfrm>
            </p:grpSpPr>
            <p:sp>
              <p:nvSpPr>
                <p:cNvPr id="110573" name="Line 413"/>
                <p:cNvSpPr>
                  <a:spLocks noChangeShapeType="1"/>
                </p:cNvSpPr>
                <p:nvPr/>
              </p:nvSpPr>
              <p:spPr bwMode="auto">
                <a:xfrm>
                  <a:off x="1489"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574" name="Line 414"/>
                <p:cNvSpPr>
                  <a:spLocks noChangeShapeType="1"/>
                </p:cNvSpPr>
                <p:nvPr/>
              </p:nvSpPr>
              <p:spPr bwMode="auto">
                <a:xfrm>
                  <a:off x="1544"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575" name="Line 415"/>
                <p:cNvSpPr>
                  <a:spLocks noChangeShapeType="1"/>
                </p:cNvSpPr>
                <p:nvPr/>
              </p:nvSpPr>
              <p:spPr bwMode="auto">
                <a:xfrm>
                  <a:off x="1600"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576" name="Line 416"/>
                <p:cNvSpPr>
                  <a:spLocks noChangeShapeType="1"/>
                </p:cNvSpPr>
                <p:nvPr/>
              </p:nvSpPr>
              <p:spPr bwMode="auto">
                <a:xfrm>
                  <a:off x="1656"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577" name="Line 417"/>
                <p:cNvSpPr>
                  <a:spLocks noChangeShapeType="1"/>
                </p:cNvSpPr>
                <p:nvPr/>
              </p:nvSpPr>
              <p:spPr bwMode="auto">
                <a:xfrm>
                  <a:off x="1712"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578" name="Line 418"/>
                <p:cNvSpPr>
                  <a:spLocks noChangeShapeType="1"/>
                </p:cNvSpPr>
                <p:nvPr/>
              </p:nvSpPr>
              <p:spPr bwMode="auto">
                <a:xfrm>
                  <a:off x="1768" y="2674"/>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9765" name="Group 419"/>
            <p:cNvGrpSpPr>
              <a:grpSpLocks/>
            </p:cNvGrpSpPr>
            <p:nvPr/>
          </p:nvGrpSpPr>
          <p:grpSpPr bwMode="auto">
            <a:xfrm>
              <a:off x="1968" y="2650"/>
              <a:ext cx="415" cy="56"/>
              <a:chOff x="1968" y="2650"/>
              <a:chExt cx="415" cy="56"/>
            </a:xfrm>
          </p:grpSpPr>
          <p:sp>
            <p:nvSpPr>
              <p:cNvPr id="110563" name="Freeform 420"/>
              <p:cNvSpPr>
                <a:spLocks/>
              </p:cNvSpPr>
              <p:nvPr/>
            </p:nvSpPr>
            <p:spPr bwMode="auto">
              <a:xfrm>
                <a:off x="2271" y="2650"/>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solidFill>
                <a:schemeClr val="bg2"/>
              </a:solidFill>
              <a:ln w="9525">
                <a:solidFill>
                  <a:schemeClr val="bg2"/>
                </a:solidFill>
                <a:round/>
                <a:headEnd/>
                <a:tailEnd/>
              </a:ln>
            </p:spPr>
            <p:txBody>
              <a:bodyPr/>
              <a:lstStyle/>
              <a:p>
                <a:endParaRPr lang="en-US"/>
              </a:p>
            </p:txBody>
          </p:sp>
          <p:grpSp>
            <p:nvGrpSpPr>
              <p:cNvPr id="110564" name="Group 421"/>
              <p:cNvGrpSpPr>
                <a:grpSpLocks/>
              </p:cNvGrpSpPr>
              <p:nvPr/>
            </p:nvGrpSpPr>
            <p:grpSpPr bwMode="auto">
              <a:xfrm>
                <a:off x="1968" y="2674"/>
                <a:ext cx="295" cy="1"/>
                <a:chOff x="1968" y="2674"/>
                <a:chExt cx="295" cy="1"/>
              </a:xfrm>
            </p:grpSpPr>
            <p:sp>
              <p:nvSpPr>
                <p:cNvPr id="110565" name="Line 422"/>
                <p:cNvSpPr>
                  <a:spLocks noChangeShapeType="1"/>
                </p:cNvSpPr>
                <p:nvPr/>
              </p:nvSpPr>
              <p:spPr bwMode="auto">
                <a:xfrm>
                  <a:off x="1968"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566" name="Line 423"/>
                <p:cNvSpPr>
                  <a:spLocks noChangeShapeType="1"/>
                </p:cNvSpPr>
                <p:nvPr/>
              </p:nvSpPr>
              <p:spPr bwMode="auto">
                <a:xfrm>
                  <a:off x="2023"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567" name="Line 424"/>
                <p:cNvSpPr>
                  <a:spLocks noChangeShapeType="1"/>
                </p:cNvSpPr>
                <p:nvPr/>
              </p:nvSpPr>
              <p:spPr bwMode="auto">
                <a:xfrm>
                  <a:off x="2079"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568" name="Line 425"/>
                <p:cNvSpPr>
                  <a:spLocks noChangeShapeType="1"/>
                </p:cNvSpPr>
                <p:nvPr/>
              </p:nvSpPr>
              <p:spPr bwMode="auto">
                <a:xfrm>
                  <a:off x="2135"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569" name="Line 426"/>
                <p:cNvSpPr>
                  <a:spLocks noChangeShapeType="1"/>
                </p:cNvSpPr>
                <p:nvPr/>
              </p:nvSpPr>
              <p:spPr bwMode="auto">
                <a:xfrm>
                  <a:off x="2191"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570" name="Line 427"/>
                <p:cNvSpPr>
                  <a:spLocks noChangeShapeType="1"/>
                </p:cNvSpPr>
                <p:nvPr/>
              </p:nvSpPr>
              <p:spPr bwMode="auto">
                <a:xfrm>
                  <a:off x="2247" y="2674"/>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9766" name="Group 428"/>
            <p:cNvGrpSpPr>
              <a:grpSpLocks/>
            </p:cNvGrpSpPr>
            <p:nvPr/>
          </p:nvGrpSpPr>
          <p:grpSpPr bwMode="auto">
            <a:xfrm>
              <a:off x="1489" y="2953"/>
              <a:ext cx="423" cy="56"/>
              <a:chOff x="1489" y="2953"/>
              <a:chExt cx="423" cy="56"/>
            </a:xfrm>
          </p:grpSpPr>
          <p:sp>
            <p:nvSpPr>
              <p:cNvPr id="110555" name="Freeform 429"/>
              <p:cNvSpPr>
                <a:spLocks/>
              </p:cNvSpPr>
              <p:nvPr/>
            </p:nvSpPr>
            <p:spPr bwMode="auto">
              <a:xfrm>
                <a:off x="1792" y="2953"/>
                <a:ext cx="120" cy="56"/>
              </a:xfrm>
              <a:custGeom>
                <a:avLst/>
                <a:gdLst>
                  <a:gd name="T0" fmla="*/ 120 w 120"/>
                  <a:gd name="T1" fmla="*/ 32 h 56"/>
                  <a:gd name="T2" fmla="*/ 0 w 120"/>
                  <a:gd name="T3" fmla="*/ 56 h 56"/>
                  <a:gd name="T4" fmla="*/ 0 w 120"/>
                  <a:gd name="T5" fmla="*/ 32 h 56"/>
                  <a:gd name="T6" fmla="*/ 0 w 120"/>
                  <a:gd name="T7" fmla="*/ 0 h 56"/>
                  <a:gd name="T8" fmla="*/ 120 w 120"/>
                  <a:gd name="T9" fmla="*/ 32 h 56"/>
                  <a:gd name="T10" fmla="*/ 0 60000 65536"/>
                  <a:gd name="T11" fmla="*/ 0 60000 65536"/>
                  <a:gd name="T12" fmla="*/ 0 60000 65536"/>
                  <a:gd name="T13" fmla="*/ 0 60000 65536"/>
                  <a:gd name="T14" fmla="*/ 0 60000 65536"/>
                  <a:gd name="T15" fmla="*/ 0 w 120"/>
                  <a:gd name="T16" fmla="*/ 0 h 56"/>
                  <a:gd name="T17" fmla="*/ 120 w 120"/>
                  <a:gd name="T18" fmla="*/ 56 h 56"/>
                </a:gdLst>
                <a:ahLst/>
                <a:cxnLst>
                  <a:cxn ang="T10">
                    <a:pos x="T0" y="T1"/>
                  </a:cxn>
                  <a:cxn ang="T11">
                    <a:pos x="T2" y="T3"/>
                  </a:cxn>
                  <a:cxn ang="T12">
                    <a:pos x="T4" y="T5"/>
                  </a:cxn>
                  <a:cxn ang="T13">
                    <a:pos x="T6" y="T7"/>
                  </a:cxn>
                  <a:cxn ang="T14">
                    <a:pos x="T8" y="T9"/>
                  </a:cxn>
                </a:cxnLst>
                <a:rect l="T15" t="T16" r="T17" b="T18"/>
                <a:pathLst>
                  <a:path w="120" h="56">
                    <a:moveTo>
                      <a:pt x="120" y="32"/>
                    </a:moveTo>
                    <a:lnTo>
                      <a:pt x="0" y="56"/>
                    </a:lnTo>
                    <a:lnTo>
                      <a:pt x="0" y="32"/>
                    </a:lnTo>
                    <a:lnTo>
                      <a:pt x="0" y="0"/>
                    </a:lnTo>
                    <a:lnTo>
                      <a:pt x="120" y="32"/>
                    </a:lnTo>
                    <a:close/>
                  </a:path>
                </a:pathLst>
              </a:custGeom>
              <a:solidFill>
                <a:schemeClr val="bg2"/>
              </a:solidFill>
              <a:ln w="9525">
                <a:solidFill>
                  <a:schemeClr val="bg2"/>
                </a:solidFill>
                <a:round/>
                <a:headEnd/>
                <a:tailEnd/>
              </a:ln>
            </p:spPr>
            <p:txBody>
              <a:bodyPr/>
              <a:lstStyle/>
              <a:p>
                <a:endParaRPr lang="en-US"/>
              </a:p>
            </p:txBody>
          </p:sp>
          <p:grpSp>
            <p:nvGrpSpPr>
              <p:cNvPr id="110556" name="Group 430"/>
              <p:cNvGrpSpPr>
                <a:grpSpLocks/>
              </p:cNvGrpSpPr>
              <p:nvPr/>
            </p:nvGrpSpPr>
            <p:grpSpPr bwMode="auto">
              <a:xfrm>
                <a:off x="1489" y="2985"/>
                <a:ext cx="295" cy="1"/>
                <a:chOff x="1489" y="2985"/>
                <a:chExt cx="295" cy="1"/>
              </a:xfrm>
            </p:grpSpPr>
            <p:sp>
              <p:nvSpPr>
                <p:cNvPr id="110557" name="Line 431"/>
                <p:cNvSpPr>
                  <a:spLocks noChangeShapeType="1"/>
                </p:cNvSpPr>
                <p:nvPr/>
              </p:nvSpPr>
              <p:spPr bwMode="auto">
                <a:xfrm>
                  <a:off x="1489"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558" name="Line 432"/>
                <p:cNvSpPr>
                  <a:spLocks noChangeShapeType="1"/>
                </p:cNvSpPr>
                <p:nvPr/>
              </p:nvSpPr>
              <p:spPr bwMode="auto">
                <a:xfrm>
                  <a:off x="1544"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559" name="Line 433"/>
                <p:cNvSpPr>
                  <a:spLocks noChangeShapeType="1"/>
                </p:cNvSpPr>
                <p:nvPr/>
              </p:nvSpPr>
              <p:spPr bwMode="auto">
                <a:xfrm>
                  <a:off x="1600"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560" name="Line 434"/>
                <p:cNvSpPr>
                  <a:spLocks noChangeShapeType="1"/>
                </p:cNvSpPr>
                <p:nvPr/>
              </p:nvSpPr>
              <p:spPr bwMode="auto">
                <a:xfrm>
                  <a:off x="1656"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561" name="Line 435"/>
                <p:cNvSpPr>
                  <a:spLocks noChangeShapeType="1"/>
                </p:cNvSpPr>
                <p:nvPr/>
              </p:nvSpPr>
              <p:spPr bwMode="auto">
                <a:xfrm>
                  <a:off x="1712"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562" name="Line 436"/>
                <p:cNvSpPr>
                  <a:spLocks noChangeShapeType="1"/>
                </p:cNvSpPr>
                <p:nvPr/>
              </p:nvSpPr>
              <p:spPr bwMode="auto">
                <a:xfrm>
                  <a:off x="1768" y="2985"/>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9767" name="Group 437"/>
            <p:cNvGrpSpPr>
              <a:grpSpLocks/>
            </p:cNvGrpSpPr>
            <p:nvPr/>
          </p:nvGrpSpPr>
          <p:grpSpPr bwMode="auto">
            <a:xfrm>
              <a:off x="1952" y="2953"/>
              <a:ext cx="415" cy="56"/>
              <a:chOff x="1952" y="2953"/>
              <a:chExt cx="415" cy="56"/>
            </a:xfrm>
          </p:grpSpPr>
          <p:sp>
            <p:nvSpPr>
              <p:cNvPr id="110547" name="Freeform 438"/>
              <p:cNvSpPr>
                <a:spLocks/>
              </p:cNvSpPr>
              <p:nvPr/>
            </p:nvSpPr>
            <p:spPr bwMode="auto">
              <a:xfrm>
                <a:off x="2255"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10548" name="Group 439"/>
              <p:cNvGrpSpPr>
                <a:grpSpLocks/>
              </p:cNvGrpSpPr>
              <p:nvPr/>
            </p:nvGrpSpPr>
            <p:grpSpPr bwMode="auto">
              <a:xfrm>
                <a:off x="1952" y="2985"/>
                <a:ext cx="295" cy="1"/>
                <a:chOff x="1952" y="2985"/>
                <a:chExt cx="295" cy="1"/>
              </a:xfrm>
            </p:grpSpPr>
            <p:sp>
              <p:nvSpPr>
                <p:cNvPr id="110549" name="Line 440"/>
                <p:cNvSpPr>
                  <a:spLocks noChangeShapeType="1"/>
                </p:cNvSpPr>
                <p:nvPr/>
              </p:nvSpPr>
              <p:spPr bwMode="auto">
                <a:xfrm>
                  <a:off x="1952"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550" name="Line 441"/>
                <p:cNvSpPr>
                  <a:spLocks noChangeShapeType="1"/>
                </p:cNvSpPr>
                <p:nvPr/>
              </p:nvSpPr>
              <p:spPr bwMode="auto">
                <a:xfrm>
                  <a:off x="2008" y="2985"/>
                  <a:ext cx="23"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551" name="Line 442"/>
                <p:cNvSpPr>
                  <a:spLocks noChangeShapeType="1"/>
                </p:cNvSpPr>
                <p:nvPr/>
              </p:nvSpPr>
              <p:spPr bwMode="auto">
                <a:xfrm>
                  <a:off x="2063"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552" name="Line 443"/>
                <p:cNvSpPr>
                  <a:spLocks noChangeShapeType="1"/>
                </p:cNvSpPr>
                <p:nvPr/>
              </p:nvSpPr>
              <p:spPr bwMode="auto">
                <a:xfrm>
                  <a:off x="2119"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553" name="Line 444"/>
                <p:cNvSpPr>
                  <a:spLocks noChangeShapeType="1"/>
                </p:cNvSpPr>
                <p:nvPr/>
              </p:nvSpPr>
              <p:spPr bwMode="auto">
                <a:xfrm>
                  <a:off x="2175"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554" name="Line 445"/>
                <p:cNvSpPr>
                  <a:spLocks noChangeShapeType="1"/>
                </p:cNvSpPr>
                <p:nvPr/>
              </p:nvSpPr>
              <p:spPr bwMode="auto">
                <a:xfrm>
                  <a:off x="2231" y="2985"/>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9768" name="Group 446"/>
            <p:cNvGrpSpPr>
              <a:grpSpLocks/>
            </p:cNvGrpSpPr>
            <p:nvPr/>
          </p:nvGrpSpPr>
          <p:grpSpPr bwMode="auto">
            <a:xfrm>
              <a:off x="2415" y="2953"/>
              <a:ext cx="415" cy="56"/>
              <a:chOff x="2415" y="2953"/>
              <a:chExt cx="415" cy="56"/>
            </a:xfrm>
          </p:grpSpPr>
          <p:sp>
            <p:nvSpPr>
              <p:cNvPr id="110539" name="Freeform 447"/>
              <p:cNvSpPr>
                <a:spLocks/>
              </p:cNvSpPr>
              <p:nvPr/>
            </p:nvSpPr>
            <p:spPr bwMode="auto">
              <a:xfrm>
                <a:off x="2718"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10540" name="Group 448"/>
              <p:cNvGrpSpPr>
                <a:grpSpLocks/>
              </p:cNvGrpSpPr>
              <p:nvPr/>
            </p:nvGrpSpPr>
            <p:grpSpPr bwMode="auto">
              <a:xfrm>
                <a:off x="2415" y="2985"/>
                <a:ext cx="295" cy="1"/>
                <a:chOff x="2415" y="2985"/>
                <a:chExt cx="295" cy="1"/>
              </a:xfrm>
            </p:grpSpPr>
            <p:sp>
              <p:nvSpPr>
                <p:cNvPr id="110541" name="Line 449"/>
                <p:cNvSpPr>
                  <a:spLocks noChangeShapeType="1"/>
                </p:cNvSpPr>
                <p:nvPr/>
              </p:nvSpPr>
              <p:spPr bwMode="auto">
                <a:xfrm>
                  <a:off x="2415"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542" name="Line 450"/>
                <p:cNvSpPr>
                  <a:spLocks noChangeShapeType="1"/>
                </p:cNvSpPr>
                <p:nvPr/>
              </p:nvSpPr>
              <p:spPr bwMode="auto">
                <a:xfrm>
                  <a:off x="2471"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543" name="Line 451"/>
                <p:cNvSpPr>
                  <a:spLocks noChangeShapeType="1"/>
                </p:cNvSpPr>
                <p:nvPr/>
              </p:nvSpPr>
              <p:spPr bwMode="auto">
                <a:xfrm>
                  <a:off x="2526"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544" name="Line 452"/>
                <p:cNvSpPr>
                  <a:spLocks noChangeShapeType="1"/>
                </p:cNvSpPr>
                <p:nvPr/>
              </p:nvSpPr>
              <p:spPr bwMode="auto">
                <a:xfrm>
                  <a:off x="2582"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545" name="Line 453"/>
                <p:cNvSpPr>
                  <a:spLocks noChangeShapeType="1"/>
                </p:cNvSpPr>
                <p:nvPr/>
              </p:nvSpPr>
              <p:spPr bwMode="auto">
                <a:xfrm>
                  <a:off x="2638"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546" name="Line 454"/>
                <p:cNvSpPr>
                  <a:spLocks noChangeShapeType="1"/>
                </p:cNvSpPr>
                <p:nvPr/>
              </p:nvSpPr>
              <p:spPr bwMode="auto">
                <a:xfrm>
                  <a:off x="2694" y="2985"/>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9769" name="Group 455"/>
            <p:cNvGrpSpPr>
              <a:grpSpLocks/>
            </p:cNvGrpSpPr>
            <p:nvPr/>
          </p:nvGrpSpPr>
          <p:grpSpPr bwMode="auto">
            <a:xfrm>
              <a:off x="2838" y="1741"/>
              <a:ext cx="40" cy="1260"/>
              <a:chOff x="2838" y="1741"/>
              <a:chExt cx="40" cy="1260"/>
            </a:xfrm>
          </p:grpSpPr>
          <p:sp>
            <p:nvSpPr>
              <p:cNvPr id="110529" name="Oval 456"/>
              <p:cNvSpPr>
                <a:spLocks noChangeArrowheads="1"/>
              </p:cNvSpPr>
              <p:nvPr/>
            </p:nvSpPr>
            <p:spPr bwMode="auto">
              <a:xfrm>
                <a:off x="2838" y="1741"/>
                <a:ext cx="40" cy="40"/>
              </a:xfrm>
              <a:prstGeom prst="ellipse">
                <a:avLst/>
              </a:prstGeom>
              <a:solidFill>
                <a:schemeClr val="bg2"/>
              </a:solidFill>
              <a:ln w="9525">
                <a:solidFill>
                  <a:schemeClr val="bg2"/>
                </a:solidFill>
                <a:round/>
                <a:headEnd/>
                <a:tailEnd/>
              </a:ln>
            </p:spPr>
            <p:txBody>
              <a:bodyPr/>
              <a:lstStyle/>
              <a:p>
                <a:endParaRPr lang="en-US"/>
              </a:p>
            </p:txBody>
          </p:sp>
          <p:sp>
            <p:nvSpPr>
              <p:cNvPr id="110530" name="Oval 457"/>
              <p:cNvSpPr>
                <a:spLocks noChangeArrowheads="1"/>
              </p:cNvSpPr>
              <p:nvPr/>
            </p:nvSpPr>
            <p:spPr bwMode="auto">
              <a:xfrm>
                <a:off x="2838" y="1741"/>
                <a:ext cx="40" cy="40"/>
              </a:xfrm>
              <a:prstGeom prst="ellipse">
                <a:avLst/>
              </a:prstGeom>
              <a:solidFill>
                <a:schemeClr val="bg2"/>
              </a:solidFill>
              <a:ln w="25400">
                <a:solidFill>
                  <a:schemeClr val="bg2"/>
                </a:solidFill>
                <a:round/>
                <a:headEnd/>
                <a:tailEnd/>
              </a:ln>
            </p:spPr>
            <p:txBody>
              <a:bodyPr/>
              <a:lstStyle/>
              <a:p>
                <a:endParaRPr lang="en-US"/>
              </a:p>
            </p:txBody>
          </p:sp>
          <p:sp>
            <p:nvSpPr>
              <p:cNvPr id="110531" name="Oval 458"/>
              <p:cNvSpPr>
                <a:spLocks noChangeArrowheads="1"/>
              </p:cNvSpPr>
              <p:nvPr/>
            </p:nvSpPr>
            <p:spPr bwMode="auto">
              <a:xfrm>
                <a:off x="2846" y="2044"/>
                <a:ext cx="32" cy="32"/>
              </a:xfrm>
              <a:prstGeom prst="ellipse">
                <a:avLst/>
              </a:prstGeom>
              <a:solidFill>
                <a:schemeClr val="bg2"/>
              </a:solidFill>
              <a:ln w="9525">
                <a:solidFill>
                  <a:schemeClr val="bg2"/>
                </a:solidFill>
                <a:round/>
                <a:headEnd/>
                <a:tailEnd/>
              </a:ln>
            </p:spPr>
            <p:txBody>
              <a:bodyPr/>
              <a:lstStyle/>
              <a:p>
                <a:endParaRPr lang="en-US"/>
              </a:p>
            </p:txBody>
          </p:sp>
          <p:sp>
            <p:nvSpPr>
              <p:cNvPr id="110532" name="Oval 459"/>
              <p:cNvSpPr>
                <a:spLocks noChangeArrowheads="1"/>
              </p:cNvSpPr>
              <p:nvPr/>
            </p:nvSpPr>
            <p:spPr bwMode="auto">
              <a:xfrm>
                <a:off x="2846" y="2044"/>
                <a:ext cx="32" cy="32"/>
              </a:xfrm>
              <a:prstGeom prst="ellipse">
                <a:avLst/>
              </a:prstGeom>
              <a:solidFill>
                <a:schemeClr val="bg2"/>
              </a:solidFill>
              <a:ln w="25400">
                <a:solidFill>
                  <a:schemeClr val="bg2"/>
                </a:solidFill>
                <a:round/>
                <a:headEnd/>
                <a:tailEnd/>
              </a:ln>
            </p:spPr>
            <p:txBody>
              <a:bodyPr/>
              <a:lstStyle/>
              <a:p>
                <a:endParaRPr lang="en-US"/>
              </a:p>
            </p:txBody>
          </p:sp>
          <p:sp>
            <p:nvSpPr>
              <p:cNvPr id="110533" name="Oval 460"/>
              <p:cNvSpPr>
                <a:spLocks noChangeArrowheads="1"/>
              </p:cNvSpPr>
              <p:nvPr/>
            </p:nvSpPr>
            <p:spPr bwMode="auto">
              <a:xfrm>
                <a:off x="2846" y="2355"/>
                <a:ext cx="32" cy="32"/>
              </a:xfrm>
              <a:prstGeom prst="ellipse">
                <a:avLst/>
              </a:prstGeom>
              <a:solidFill>
                <a:schemeClr val="bg2"/>
              </a:solidFill>
              <a:ln w="9525">
                <a:solidFill>
                  <a:schemeClr val="bg2"/>
                </a:solidFill>
                <a:round/>
                <a:headEnd/>
                <a:tailEnd/>
              </a:ln>
            </p:spPr>
            <p:txBody>
              <a:bodyPr/>
              <a:lstStyle/>
              <a:p>
                <a:endParaRPr lang="en-US"/>
              </a:p>
            </p:txBody>
          </p:sp>
          <p:sp>
            <p:nvSpPr>
              <p:cNvPr id="110534" name="Oval 461"/>
              <p:cNvSpPr>
                <a:spLocks noChangeArrowheads="1"/>
              </p:cNvSpPr>
              <p:nvPr/>
            </p:nvSpPr>
            <p:spPr bwMode="auto">
              <a:xfrm>
                <a:off x="2846" y="2355"/>
                <a:ext cx="32" cy="32"/>
              </a:xfrm>
              <a:prstGeom prst="ellipse">
                <a:avLst/>
              </a:prstGeom>
              <a:solidFill>
                <a:schemeClr val="bg2"/>
              </a:solidFill>
              <a:ln w="25400">
                <a:solidFill>
                  <a:schemeClr val="bg2"/>
                </a:solidFill>
                <a:round/>
                <a:headEnd/>
                <a:tailEnd/>
              </a:ln>
            </p:spPr>
            <p:txBody>
              <a:bodyPr/>
              <a:lstStyle/>
              <a:p>
                <a:endParaRPr lang="en-US"/>
              </a:p>
            </p:txBody>
          </p:sp>
          <p:sp>
            <p:nvSpPr>
              <p:cNvPr id="110535" name="Oval 462"/>
              <p:cNvSpPr>
                <a:spLocks noChangeArrowheads="1"/>
              </p:cNvSpPr>
              <p:nvPr/>
            </p:nvSpPr>
            <p:spPr bwMode="auto">
              <a:xfrm>
                <a:off x="2838" y="2658"/>
                <a:ext cx="40" cy="32"/>
              </a:xfrm>
              <a:prstGeom prst="ellipse">
                <a:avLst/>
              </a:prstGeom>
              <a:solidFill>
                <a:schemeClr val="bg2"/>
              </a:solidFill>
              <a:ln w="9525">
                <a:solidFill>
                  <a:schemeClr val="bg2"/>
                </a:solidFill>
                <a:round/>
                <a:headEnd/>
                <a:tailEnd/>
              </a:ln>
            </p:spPr>
            <p:txBody>
              <a:bodyPr/>
              <a:lstStyle/>
              <a:p>
                <a:endParaRPr lang="en-US"/>
              </a:p>
            </p:txBody>
          </p:sp>
          <p:sp>
            <p:nvSpPr>
              <p:cNvPr id="110536" name="Oval 463"/>
              <p:cNvSpPr>
                <a:spLocks noChangeArrowheads="1"/>
              </p:cNvSpPr>
              <p:nvPr/>
            </p:nvSpPr>
            <p:spPr bwMode="auto">
              <a:xfrm>
                <a:off x="2838" y="2658"/>
                <a:ext cx="40" cy="32"/>
              </a:xfrm>
              <a:prstGeom prst="ellipse">
                <a:avLst/>
              </a:prstGeom>
              <a:solidFill>
                <a:schemeClr val="bg2"/>
              </a:solidFill>
              <a:ln w="25400">
                <a:solidFill>
                  <a:schemeClr val="bg2"/>
                </a:solidFill>
                <a:round/>
                <a:headEnd/>
                <a:tailEnd/>
              </a:ln>
            </p:spPr>
            <p:txBody>
              <a:bodyPr/>
              <a:lstStyle/>
              <a:p>
                <a:endParaRPr lang="en-US"/>
              </a:p>
            </p:txBody>
          </p:sp>
          <p:sp>
            <p:nvSpPr>
              <p:cNvPr id="110537" name="Oval 464"/>
              <p:cNvSpPr>
                <a:spLocks noChangeArrowheads="1"/>
              </p:cNvSpPr>
              <p:nvPr/>
            </p:nvSpPr>
            <p:spPr bwMode="auto">
              <a:xfrm>
                <a:off x="2838" y="2969"/>
                <a:ext cx="32" cy="32"/>
              </a:xfrm>
              <a:prstGeom prst="ellipse">
                <a:avLst/>
              </a:prstGeom>
              <a:solidFill>
                <a:schemeClr val="bg2"/>
              </a:solidFill>
              <a:ln w="9525">
                <a:solidFill>
                  <a:schemeClr val="bg2"/>
                </a:solidFill>
                <a:round/>
                <a:headEnd/>
                <a:tailEnd/>
              </a:ln>
            </p:spPr>
            <p:txBody>
              <a:bodyPr/>
              <a:lstStyle/>
              <a:p>
                <a:endParaRPr lang="en-US"/>
              </a:p>
            </p:txBody>
          </p:sp>
          <p:sp>
            <p:nvSpPr>
              <p:cNvPr id="110538" name="Oval 465"/>
              <p:cNvSpPr>
                <a:spLocks noChangeArrowheads="1"/>
              </p:cNvSpPr>
              <p:nvPr/>
            </p:nvSpPr>
            <p:spPr bwMode="auto">
              <a:xfrm>
                <a:off x="2838" y="2969"/>
                <a:ext cx="32" cy="32"/>
              </a:xfrm>
              <a:prstGeom prst="ellipse">
                <a:avLst/>
              </a:prstGeom>
              <a:solidFill>
                <a:schemeClr val="bg2"/>
              </a:solidFill>
              <a:ln w="25400">
                <a:solidFill>
                  <a:schemeClr val="bg2"/>
                </a:solidFill>
                <a:round/>
                <a:headEnd/>
                <a:tailEnd/>
              </a:ln>
            </p:spPr>
            <p:txBody>
              <a:bodyPr/>
              <a:lstStyle/>
              <a:p>
                <a:endParaRPr lang="en-US"/>
              </a:p>
            </p:txBody>
          </p:sp>
        </p:grpSp>
        <p:grpSp>
          <p:nvGrpSpPr>
            <p:cNvPr id="109770" name="Group 466"/>
            <p:cNvGrpSpPr>
              <a:grpSpLocks/>
            </p:cNvGrpSpPr>
            <p:nvPr/>
          </p:nvGrpSpPr>
          <p:grpSpPr bwMode="auto">
            <a:xfrm>
              <a:off x="1912" y="3272"/>
              <a:ext cx="32" cy="335"/>
              <a:chOff x="1912" y="3272"/>
              <a:chExt cx="32" cy="335"/>
            </a:xfrm>
          </p:grpSpPr>
          <p:sp>
            <p:nvSpPr>
              <p:cNvPr id="110525" name="Oval 467"/>
              <p:cNvSpPr>
                <a:spLocks noChangeArrowheads="1"/>
              </p:cNvSpPr>
              <p:nvPr/>
            </p:nvSpPr>
            <p:spPr bwMode="auto">
              <a:xfrm>
                <a:off x="1912" y="3272"/>
                <a:ext cx="32" cy="32"/>
              </a:xfrm>
              <a:prstGeom prst="ellipse">
                <a:avLst/>
              </a:prstGeom>
              <a:solidFill>
                <a:schemeClr val="bg2"/>
              </a:solidFill>
              <a:ln w="9525">
                <a:solidFill>
                  <a:schemeClr val="bg2"/>
                </a:solidFill>
                <a:round/>
                <a:headEnd/>
                <a:tailEnd/>
              </a:ln>
            </p:spPr>
            <p:txBody>
              <a:bodyPr/>
              <a:lstStyle/>
              <a:p>
                <a:endParaRPr lang="en-US"/>
              </a:p>
            </p:txBody>
          </p:sp>
          <p:sp>
            <p:nvSpPr>
              <p:cNvPr id="110526" name="Oval 468"/>
              <p:cNvSpPr>
                <a:spLocks noChangeArrowheads="1"/>
              </p:cNvSpPr>
              <p:nvPr/>
            </p:nvSpPr>
            <p:spPr bwMode="auto">
              <a:xfrm>
                <a:off x="1912" y="3272"/>
                <a:ext cx="32" cy="32"/>
              </a:xfrm>
              <a:prstGeom prst="ellipse">
                <a:avLst/>
              </a:prstGeom>
              <a:solidFill>
                <a:schemeClr val="bg2"/>
              </a:solidFill>
              <a:ln w="25400">
                <a:solidFill>
                  <a:schemeClr val="bg2"/>
                </a:solidFill>
                <a:round/>
                <a:headEnd/>
                <a:tailEnd/>
              </a:ln>
            </p:spPr>
            <p:txBody>
              <a:bodyPr/>
              <a:lstStyle/>
              <a:p>
                <a:endParaRPr lang="en-US"/>
              </a:p>
            </p:txBody>
          </p:sp>
          <p:sp>
            <p:nvSpPr>
              <p:cNvPr id="110527" name="Oval 469"/>
              <p:cNvSpPr>
                <a:spLocks noChangeArrowheads="1"/>
              </p:cNvSpPr>
              <p:nvPr/>
            </p:nvSpPr>
            <p:spPr bwMode="auto">
              <a:xfrm>
                <a:off x="1912" y="3575"/>
                <a:ext cx="32" cy="32"/>
              </a:xfrm>
              <a:prstGeom prst="ellipse">
                <a:avLst/>
              </a:prstGeom>
              <a:solidFill>
                <a:schemeClr val="bg2"/>
              </a:solidFill>
              <a:ln w="9525">
                <a:solidFill>
                  <a:schemeClr val="bg2"/>
                </a:solidFill>
                <a:round/>
                <a:headEnd/>
                <a:tailEnd/>
              </a:ln>
            </p:spPr>
            <p:txBody>
              <a:bodyPr/>
              <a:lstStyle/>
              <a:p>
                <a:endParaRPr lang="en-US"/>
              </a:p>
            </p:txBody>
          </p:sp>
          <p:sp>
            <p:nvSpPr>
              <p:cNvPr id="110528" name="Oval 470"/>
              <p:cNvSpPr>
                <a:spLocks noChangeArrowheads="1"/>
              </p:cNvSpPr>
              <p:nvPr/>
            </p:nvSpPr>
            <p:spPr bwMode="auto">
              <a:xfrm>
                <a:off x="1912" y="3575"/>
                <a:ext cx="32" cy="32"/>
              </a:xfrm>
              <a:prstGeom prst="ellipse">
                <a:avLst/>
              </a:prstGeom>
              <a:solidFill>
                <a:schemeClr val="bg2"/>
              </a:solidFill>
              <a:ln w="25400">
                <a:solidFill>
                  <a:schemeClr val="bg2"/>
                </a:solidFill>
                <a:round/>
                <a:headEnd/>
                <a:tailEnd/>
              </a:ln>
            </p:spPr>
            <p:txBody>
              <a:bodyPr/>
              <a:lstStyle/>
              <a:p>
                <a:endParaRPr lang="en-US"/>
              </a:p>
            </p:txBody>
          </p:sp>
        </p:grpSp>
        <p:grpSp>
          <p:nvGrpSpPr>
            <p:cNvPr id="109771" name="Group 471"/>
            <p:cNvGrpSpPr>
              <a:grpSpLocks/>
            </p:cNvGrpSpPr>
            <p:nvPr/>
          </p:nvGrpSpPr>
          <p:grpSpPr bwMode="auto">
            <a:xfrm>
              <a:off x="1449" y="3272"/>
              <a:ext cx="40" cy="335"/>
              <a:chOff x="1449" y="3272"/>
              <a:chExt cx="40" cy="335"/>
            </a:xfrm>
          </p:grpSpPr>
          <p:sp>
            <p:nvSpPr>
              <p:cNvPr id="110521" name="Oval 472"/>
              <p:cNvSpPr>
                <a:spLocks noChangeArrowheads="1"/>
              </p:cNvSpPr>
              <p:nvPr/>
            </p:nvSpPr>
            <p:spPr bwMode="auto">
              <a:xfrm>
                <a:off x="1449" y="3272"/>
                <a:ext cx="40" cy="32"/>
              </a:xfrm>
              <a:prstGeom prst="ellipse">
                <a:avLst/>
              </a:prstGeom>
              <a:solidFill>
                <a:schemeClr val="bg2"/>
              </a:solidFill>
              <a:ln w="9525">
                <a:solidFill>
                  <a:schemeClr val="bg2"/>
                </a:solidFill>
                <a:round/>
                <a:headEnd/>
                <a:tailEnd/>
              </a:ln>
            </p:spPr>
            <p:txBody>
              <a:bodyPr/>
              <a:lstStyle/>
              <a:p>
                <a:endParaRPr lang="en-US"/>
              </a:p>
            </p:txBody>
          </p:sp>
          <p:sp>
            <p:nvSpPr>
              <p:cNvPr id="110522" name="Oval 473"/>
              <p:cNvSpPr>
                <a:spLocks noChangeArrowheads="1"/>
              </p:cNvSpPr>
              <p:nvPr/>
            </p:nvSpPr>
            <p:spPr bwMode="auto">
              <a:xfrm>
                <a:off x="1449" y="3272"/>
                <a:ext cx="40" cy="32"/>
              </a:xfrm>
              <a:prstGeom prst="ellipse">
                <a:avLst/>
              </a:prstGeom>
              <a:solidFill>
                <a:schemeClr val="bg2"/>
              </a:solidFill>
              <a:ln w="25400">
                <a:solidFill>
                  <a:schemeClr val="bg2"/>
                </a:solidFill>
                <a:round/>
                <a:headEnd/>
                <a:tailEnd/>
              </a:ln>
            </p:spPr>
            <p:txBody>
              <a:bodyPr/>
              <a:lstStyle/>
              <a:p>
                <a:endParaRPr lang="en-US"/>
              </a:p>
            </p:txBody>
          </p:sp>
          <p:sp>
            <p:nvSpPr>
              <p:cNvPr id="110523" name="Oval 474"/>
              <p:cNvSpPr>
                <a:spLocks noChangeArrowheads="1"/>
              </p:cNvSpPr>
              <p:nvPr/>
            </p:nvSpPr>
            <p:spPr bwMode="auto">
              <a:xfrm>
                <a:off x="1449" y="3575"/>
                <a:ext cx="40" cy="32"/>
              </a:xfrm>
              <a:prstGeom prst="ellipse">
                <a:avLst/>
              </a:prstGeom>
              <a:solidFill>
                <a:schemeClr val="bg2"/>
              </a:solidFill>
              <a:ln w="9525">
                <a:solidFill>
                  <a:schemeClr val="bg2"/>
                </a:solidFill>
                <a:round/>
                <a:headEnd/>
                <a:tailEnd/>
              </a:ln>
            </p:spPr>
            <p:txBody>
              <a:bodyPr/>
              <a:lstStyle/>
              <a:p>
                <a:endParaRPr lang="en-US"/>
              </a:p>
            </p:txBody>
          </p:sp>
          <p:sp>
            <p:nvSpPr>
              <p:cNvPr id="110524" name="Oval 475"/>
              <p:cNvSpPr>
                <a:spLocks noChangeArrowheads="1"/>
              </p:cNvSpPr>
              <p:nvPr/>
            </p:nvSpPr>
            <p:spPr bwMode="auto">
              <a:xfrm>
                <a:off x="1449" y="3575"/>
                <a:ext cx="40" cy="32"/>
              </a:xfrm>
              <a:prstGeom prst="ellipse">
                <a:avLst/>
              </a:prstGeom>
              <a:solidFill>
                <a:schemeClr val="bg2"/>
              </a:solidFill>
              <a:ln w="25400">
                <a:solidFill>
                  <a:schemeClr val="bg2"/>
                </a:solidFill>
                <a:round/>
                <a:headEnd/>
                <a:tailEnd/>
              </a:ln>
            </p:spPr>
            <p:txBody>
              <a:bodyPr/>
              <a:lstStyle/>
              <a:p>
                <a:endParaRPr lang="en-US"/>
              </a:p>
            </p:txBody>
          </p:sp>
        </p:grpSp>
        <p:grpSp>
          <p:nvGrpSpPr>
            <p:cNvPr id="109772" name="Group 476"/>
            <p:cNvGrpSpPr>
              <a:grpSpLocks/>
            </p:cNvGrpSpPr>
            <p:nvPr/>
          </p:nvGrpSpPr>
          <p:grpSpPr bwMode="auto">
            <a:xfrm>
              <a:off x="2367" y="3272"/>
              <a:ext cx="32" cy="335"/>
              <a:chOff x="2367" y="3272"/>
              <a:chExt cx="32" cy="335"/>
            </a:xfrm>
          </p:grpSpPr>
          <p:sp>
            <p:nvSpPr>
              <p:cNvPr id="110517" name="Oval 477"/>
              <p:cNvSpPr>
                <a:spLocks noChangeArrowheads="1"/>
              </p:cNvSpPr>
              <p:nvPr/>
            </p:nvSpPr>
            <p:spPr bwMode="auto">
              <a:xfrm>
                <a:off x="2367" y="3272"/>
                <a:ext cx="32" cy="32"/>
              </a:xfrm>
              <a:prstGeom prst="ellipse">
                <a:avLst/>
              </a:prstGeom>
              <a:solidFill>
                <a:schemeClr val="bg2"/>
              </a:solidFill>
              <a:ln w="9525">
                <a:solidFill>
                  <a:schemeClr val="bg2"/>
                </a:solidFill>
                <a:round/>
                <a:headEnd/>
                <a:tailEnd/>
              </a:ln>
            </p:spPr>
            <p:txBody>
              <a:bodyPr/>
              <a:lstStyle/>
              <a:p>
                <a:endParaRPr lang="en-US"/>
              </a:p>
            </p:txBody>
          </p:sp>
          <p:sp>
            <p:nvSpPr>
              <p:cNvPr id="110518" name="Oval 478"/>
              <p:cNvSpPr>
                <a:spLocks noChangeArrowheads="1"/>
              </p:cNvSpPr>
              <p:nvPr/>
            </p:nvSpPr>
            <p:spPr bwMode="auto">
              <a:xfrm>
                <a:off x="2367" y="3272"/>
                <a:ext cx="32" cy="32"/>
              </a:xfrm>
              <a:prstGeom prst="ellipse">
                <a:avLst/>
              </a:prstGeom>
              <a:solidFill>
                <a:schemeClr val="bg2"/>
              </a:solidFill>
              <a:ln w="25400">
                <a:solidFill>
                  <a:schemeClr val="bg2"/>
                </a:solidFill>
                <a:round/>
                <a:headEnd/>
                <a:tailEnd/>
              </a:ln>
            </p:spPr>
            <p:txBody>
              <a:bodyPr/>
              <a:lstStyle/>
              <a:p>
                <a:endParaRPr lang="en-US"/>
              </a:p>
            </p:txBody>
          </p:sp>
          <p:sp>
            <p:nvSpPr>
              <p:cNvPr id="110519" name="Oval 479"/>
              <p:cNvSpPr>
                <a:spLocks noChangeArrowheads="1"/>
              </p:cNvSpPr>
              <p:nvPr/>
            </p:nvSpPr>
            <p:spPr bwMode="auto">
              <a:xfrm>
                <a:off x="2367" y="3575"/>
                <a:ext cx="32" cy="32"/>
              </a:xfrm>
              <a:prstGeom prst="ellipse">
                <a:avLst/>
              </a:prstGeom>
              <a:solidFill>
                <a:schemeClr val="bg2"/>
              </a:solidFill>
              <a:ln w="9525">
                <a:solidFill>
                  <a:schemeClr val="bg2"/>
                </a:solidFill>
                <a:round/>
                <a:headEnd/>
                <a:tailEnd/>
              </a:ln>
            </p:spPr>
            <p:txBody>
              <a:bodyPr/>
              <a:lstStyle/>
              <a:p>
                <a:endParaRPr lang="en-US"/>
              </a:p>
            </p:txBody>
          </p:sp>
          <p:sp>
            <p:nvSpPr>
              <p:cNvPr id="110520" name="Oval 480"/>
              <p:cNvSpPr>
                <a:spLocks noChangeArrowheads="1"/>
              </p:cNvSpPr>
              <p:nvPr/>
            </p:nvSpPr>
            <p:spPr bwMode="auto">
              <a:xfrm>
                <a:off x="2367" y="3575"/>
                <a:ext cx="32" cy="32"/>
              </a:xfrm>
              <a:prstGeom prst="ellipse">
                <a:avLst/>
              </a:prstGeom>
              <a:solidFill>
                <a:schemeClr val="bg2"/>
              </a:solidFill>
              <a:ln w="25400">
                <a:solidFill>
                  <a:schemeClr val="bg2"/>
                </a:solidFill>
                <a:round/>
                <a:headEnd/>
                <a:tailEnd/>
              </a:ln>
            </p:spPr>
            <p:txBody>
              <a:bodyPr/>
              <a:lstStyle/>
              <a:p>
                <a:endParaRPr lang="en-US"/>
              </a:p>
            </p:txBody>
          </p:sp>
        </p:grpSp>
        <p:grpSp>
          <p:nvGrpSpPr>
            <p:cNvPr id="109773" name="Group 481"/>
            <p:cNvGrpSpPr>
              <a:grpSpLocks/>
            </p:cNvGrpSpPr>
            <p:nvPr/>
          </p:nvGrpSpPr>
          <p:grpSpPr bwMode="auto">
            <a:xfrm>
              <a:off x="2822" y="3272"/>
              <a:ext cx="40" cy="335"/>
              <a:chOff x="2822" y="3272"/>
              <a:chExt cx="40" cy="335"/>
            </a:xfrm>
          </p:grpSpPr>
          <p:sp>
            <p:nvSpPr>
              <p:cNvPr id="110513" name="Oval 482"/>
              <p:cNvSpPr>
                <a:spLocks noChangeArrowheads="1"/>
              </p:cNvSpPr>
              <p:nvPr/>
            </p:nvSpPr>
            <p:spPr bwMode="auto">
              <a:xfrm>
                <a:off x="2822" y="3272"/>
                <a:ext cx="40" cy="32"/>
              </a:xfrm>
              <a:prstGeom prst="ellipse">
                <a:avLst/>
              </a:prstGeom>
              <a:solidFill>
                <a:schemeClr val="bg2"/>
              </a:solidFill>
              <a:ln w="9525">
                <a:solidFill>
                  <a:schemeClr val="bg2"/>
                </a:solidFill>
                <a:round/>
                <a:headEnd/>
                <a:tailEnd/>
              </a:ln>
            </p:spPr>
            <p:txBody>
              <a:bodyPr/>
              <a:lstStyle/>
              <a:p>
                <a:endParaRPr lang="en-US"/>
              </a:p>
            </p:txBody>
          </p:sp>
          <p:sp>
            <p:nvSpPr>
              <p:cNvPr id="110514" name="Oval 483"/>
              <p:cNvSpPr>
                <a:spLocks noChangeArrowheads="1"/>
              </p:cNvSpPr>
              <p:nvPr/>
            </p:nvSpPr>
            <p:spPr bwMode="auto">
              <a:xfrm>
                <a:off x="2822" y="3272"/>
                <a:ext cx="40" cy="32"/>
              </a:xfrm>
              <a:prstGeom prst="ellipse">
                <a:avLst/>
              </a:prstGeom>
              <a:solidFill>
                <a:schemeClr val="bg2"/>
              </a:solidFill>
              <a:ln w="25400">
                <a:solidFill>
                  <a:schemeClr val="bg2"/>
                </a:solidFill>
                <a:round/>
                <a:headEnd/>
                <a:tailEnd/>
              </a:ln>
            </p:spPr>
            <p:txBody>
              <a:bodyPr/>
              <a:lstStyle/>
              <a:p>
                <a:endParaRPr lang="en-US"/>
              </a:p>
            </p:txBody>
          </p:sp>
          <p:sp>
            <p:nvSpPr>
              <p:cNvPr id="110515" name="Oval 484"/>
              <p:cNvSpPr>
                <a:spLocks noChangeArrowheads="1"/>
              </p:cNvSpPr>
              <p:nvPr/>
            </p:nvSpPr>
            <p:spPr bwMode="auto">
              <a:xfrm>
                <a:off x="2822" y="3575"/>
                <a:ext cx="40" cy="32"/>
              </a:xfrm>
              <a:prstGeom prst="ellipse">
                <a:avLst/>
              </a:prstGeom>
              <a:solidFill>
                <a:schemeClr val="bg2"/>
              </a:solidFill>
              <a:ln w="9525">
                <a:solidFill>
                  <a:schemeClr val="bg2"/>
                </a:solidFill>
                <a:round/>
                <a:headEnd/>
                <a:tailEnd/>
              </a:ln>
            </p:spPr>
            <p:txBody>
              <a:bodyPr/>
              <a:lstStyle/>
              <a:p>
                <a:endParaRPr lang="en-US"/>
              </a:p>
            </p:txBody>
          </p:sp>
          <p:sp>
            <p:nvSpPr>
              <p:cNvPr id="110516" name="Oval 485"/>
              <p:cNvSpPr>
                <a:spLocks noChangeArrowheads="1"/>
              </p:cNvSpPr>
              <p:nvPr/>
            </p:nvSpPr>
            <p:spPr bwMode="auto">
              <a:xfrm>
                <a:off x="2822" y="3575"/>
                <a:ext cx="40" cy="32"/>
              </a:xfrm>
              <a:prstGeom prst="ellipse">
                <a:avLst/>
              </a:prstGeom>
              <a:solidFill>
                <a:schemeClr val="bg2"/>
              </a:solidFill>
              <a:ln w="25400">
                <a:solidFill>
                  <a:schemeClr val="bg2"/>
                </a:solidFill>
                <a:round/>
                <a:headEnd/>
                <a:tailEnd/>
              </a:ln>
            </p:spPr>
            <p:txBody>
              <a:bodyPr/>
              <a:lstStyle/>
              <a:p>
                <a:endParaRPr lang="en-US"/>
              </a:p>
            </p:txBody>
          </p:sp>
        </p:grpSp>
        <p:grpSp>
          <p:nvGrpSpPr>
            <p:cNvPr id="109774" name="Group 486"/>
            <p:cNvGrpSpPr>
              <a:grpSpLocks/>
            </p:cNvGrpSpPr>
            <p:nvPr/>
          </p:nvGrpSpPr>
          <p:grpSpPr bwMode="auto">
            <a:xfrm>
              <a:off x="2415" y="2650"/>
              <a:ext cx="415" cy="56"/>
              <a:chOff x="2415" y="2650"/>
              <a:chExt cx="415" cy="56"/>
            </a:xfrm>
          </p:grpSpPr>
          <p:sp>
            <p:nvSpPr>
              <p:cNvPr id="110505" name="Freeform 487"/>
              <p:cNvSpPr>
                <a:spLocks/>
              </p:cNvSpPr>
              <p:nvPr/>
            </p:nvSpPr>
            <p:spPr bwMode="auto">
              <a:xfrm>
                <a:off x="2718" y="2650"/>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solidFill>
                <a:schemeClr val="bg2"/>
              </a:solidFill>
              <a:ln w="9525">
                <a:solidFill>
                  <a:schemeClr val="bg2"/>
                </a:solidFill>
                <a:round/>
                <a:headEnd/>
                <a:tailEnd/>
              </a:ln>
            </p:spPr>
            <p:txBody>
              <a:bodyPr/>
              <a:lstStyle/>
              <a:p>
                <a:endParaRPr lang="en-US"/>
              </a:p>
            </p:txBody>
          </p:sp>
          <p:grpSp>
            <p:nvGrpSpPr>
              <p:cNvPr id="110506" name="Group 488"/>
              <p:cNvGrpSpPr>
                <a:grpSpLocks/>
              </p:cNvGrpSpPr>
              <p:nvPr/>
            </p:nvGrpSpPr>
            <p:grpSpPr bwMode="auto">
              <a:xfrm>
                <a:off x="2415" y="2674"/>
                <a:ext cx="295" cy="1"/>
                <a:chOff x="2415" y="2674"/>
                <a:chExt cx="295" cy="1"/>
              </a:xfrm>
            </p:grpSpPr>
            <p:sp>
              <p:nvSpPr>
                <p:cNvPr id="110507" name="Line 489"/>
                <p:cNvSpPr>
                  <a:spLocks noChangeShapeType="1"/>
                </p:cNvSpPr>
                <p:nvPr/>
              </p:nvSpPr>
              <p:spPr bwMode="auto">
                <a:xfrm>
                  <a:off x="2415"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508" name="Line 490"/>
                <p:cNvSpPr>
                  <a:spLocks noChangeShapeType="1"/>
                </p:cNvSpPr>
                <p:nvPr/>
              </p:nvSpPr>
              <p:spPr bwMode="auto">
                <a:xfrm>
                  <a:off x="2471"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509" name="Line 491"/>
                <p:cNvSpPr>
                  <a:spLocks noChangeShapeType="1"/>
                </p:cNvSpPr>
                <p:nvPr/>
              </p:nvSpPr>
              <p:spPr bwMode="auto">
                <a:xfrm>
                  <a:off x="2526"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510" name="Line 492"/>
                <p:cNvSpPr>
                  <a:spLocks noChangeShapeType="1"/>
                </p:cNvSpPr>
                <p:nvPr/>
              </p:nvSpPr>
              <p:spPr bwMode="auto">
                <a:xfrm>
                  <a:off x="2582"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511" name="Line 493"/>
                <p:cNvSpPr>
                  <a:spLocks noChangeShapeType="1"/>
                </p:cNvSpPr>
                <p:nvPr/>
              </p:nvSpPr>
              <p:spPr bwMode="auto">
                <a:xfrm>
                  <a:off x="2638"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512" name="Line 494"/>
                <p:cNvSpPr>
                  <a:spLocks noChangeShapeType="1"/>
                </p:cNvSpPr>
                <p:nvPr/>
              </p:nvSpPr>
              <p:spPr bwMode="auto">
                <a:xfrm>
                  <a:off x="2694" y="2674"/>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9775" name="Group 495"/>
            <p:cNvGrpSpPr>
              <a:grpSpLocks/>
            </p:cNvGrpSpPr>
            <p:nvPr/>
          </p:nvGrpSpPr>
          <p:grpSpPr bwMode="auto">
            <a:xfrm>
              <a:off x="2415" y="1733"/>
              <a:ext cx="415" cy="56"/>
              <a:chOff x="2415" y="1733"/>
              <a:chExt cx="415" cy="56"/>
            </a:xfrm>
          </p:grpSpPr>
          <p:sp>
            <p:nvSpPr>
              <p:cNvPr id="110497" name="Freeform 496"/>
              <p:cNvSpPr>
                <a:spLocks/>
              </p:cNvSpPr>
              <p:nvPr/>
            </p:nvSpPr>
            <p:spPr bwMode="auto">
              <a:xfrm>
                <a:off x="2718" y="1733"/>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solidFill>
                <a:schemeClr val="bg2"/>
              </a:solidFill>
              <a:ln w="9525">
                <a:solidFill>
                  <a:schemeClr val="bg2"/>
                </a:solidFill>
                <a:round/>
                <a:headEnd/>
                <a:tailEnd/>
              </a:ln>
            </p:spPr>
            <p:txBody>
              <a:bodyPr/>
              <a:lstStyle/>
              <a:p>
                <a:endParaRPr lang="en-US"/>
              </a:p>
            </p:txBody>
          </p:sp>
          <p:grpSp>
            <p:nvGrpSpPr>
              <p:cNvPr id="110498" name="Group 497"/>
              <p:cNvGrpSpPr>
                <a:grpSpLocks/>
              </p:cNvGrpSpPr>
              <p:nvPr/>
            </p:nvGrpSpPr>
            <p:grpSpPr bwMode="auto">
              <a:xfrm>
                <a:off x="2415" y="1757"/>
                <a:ext cx="295" cy="1"/>
                <a:chOff x="2415" y="1757"/>
                <a:chExt cx="295" cy="1"/>
              </a:xfrm>
            </p:grpSpPr>
            <p:sp>
              <p:nvSpPr>
                <p:cNvPr id="110499" name="Line 498"/>
                <p:cNvSpPr>
                  <a:spLocks noChangeShapeType="1"/>
                </p:cNvSpPr>
                <p:nvPr/>
              </p:nvSpPr>
              <p:spPr bwMode="auto">
                <a:xfrm>
                  <a:off x="2415"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500" name="Line 499"/>
                <p:cNvSpPr>
                  <a:spLocks noChangeShapeType="1"/>
                </p:cNvSpPr>
                <p:nvPr/>
              </p:nvSpPr>
              <p:spPr bwMode="auto">
                <a:xfrm>
                  <a:off x="2471"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501" name="Line 500"/>
                <p:cNvSpPr>
                  <a:spLocks noChangeShapeType="1"/>
                </p:cNvSpPr>
                <p:nvPr/>
              </p:nvSpPr>
              <p:spPr bwMode="auto">
                <a:xfrm>
                  <a:off x="2526"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502" name="Line 501"/>
                <p:cNvSpPr>
                  <a:spLocks noChangeShapeType="1"/>
                </p:cNvSpPr>
                <p:nvPr/>
              </p:nvSpPr>
              <p:spPr bwMode="auto">
                <a:xfrm>
                  <a:off x="2582"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503" name="Line 502"/>
                <p:cNvSpPr>
                  <a:spLocks noChangeShapeType="1"/>
                </p:cNvSpPr>
                <p:nvPr/>
              </p:nvSpPr>
              <p:spPr bwMode="auto">
                <a:xfrm>
                  <a:off x="2638"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504" name="Line 503"/>
                <p:cNvSpPr>
                  <a:spLocks noChangeShapeType="1"/>
                </p:cNvSpPr>
                <p:nvPr/>
              </p:nvSpPr>
              <p:spPr bwMode="auto">
                <a:xfrm>
                  <a:off x="2694" y="1757"/>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9776" name="Group 504"/>
            <p:cNvGrpSpPr>
              <a:grpSpLocks/>
            </p:cNvGrpSpPr>
            <p:nvPr/>
          </p:nvGrpSpPr>
          <p:grpSpPr bwMode="auto">
            <a:xfrm>
              <a:off x="1489" y="3264"/>
              <a:ext cx="423" cy="56"/>
              <a:chOff x="1489" y="3264"/>
              <a:chExt cx="423" cy="56"/>
            </a:xfrm>
          </p:grpSpPr>
          <p:sp>
            <p:nvSpPr>
              <p:cNvPr id="110489" name="Freeform 505"/>
              <p:cNvSpPr>
                <a:spLocks/>
              </p:cNvSpPr>
              <p:nvPr/>
            </p:nvSpPr>
            <p:spPr bwMode="auto">
              <a:xfrm>
                <a:off x="1792" y="3264"/>
                <a:ext cx="120" cy="56"/>
              </a:xfrm>
              <a:custGeom>
                <a:avLst/>
                <a:gdLst>
                  <a:gd name="T0" fmla="*/ 120 w 120"/>
                  <a:gd name="T1" fmla="*/ 24 h 56"/>
                  <a:gd name="T2" fmla="*/ 0 w 120"/>
                  <a:gd name="T3" fmla="*/ 56 h 56"/>
                  <a:gd name="T4" fmla="*/ 0 w 120"/>
                  <a:gd name="T5" fmla="*/ 24 h 56"/>
                  <a:gd name="T6" fmla="*/ 0 w 120"/>
                  <a:gd name="T7" fmla="*/ 0 h 56"/>
                  <a:gd name="T8" fmla="*/ 120 w 120"/>
                  <a:gd name="T9" fmla="*/ 24 h 56"/>
                  <a:gd name="T10" fmla="*/ 0 60000 65536"/>
                  <a:gd name="T11" fmla="*/ 0 60000 65536"/>
                  <a:gd name="T12" fmla="*/ 0 60000 65536"/>
                  <a:gd name="T13" fmla="*/ 0 60000 65536"/>
                  <a:gd name="T14" fmla="*/ 0 60000 65536"/>
                  <a:gd name="T15" fmla="*/ 0 w 120"/>
                  <a:gd name="T16" fmla="*/ 0 h 56"/>
                  <a:gd name="T17" fmla="*/ 120 w 120"/>
                  <a:gd name="T18" fmla="*/ 56 h 56"/>
                </a:gdLst>
                <a:ahLst/>
                <a:cxnLst>
                  <a:cxn ang="T10">
                    <a:pos x="T0" y="T1"/>
                  </a:cxn>
                  <a:cxn ang="T11">
                    <a:pos x="T2" y="T3"/>
                  </a:cxn>
                  <a:cxn ang="T12">
                    <a:pos x="T4" y="T5"/>
                  </a:cxn>
                  <a:cxn ang="T13">
                    <a:pos x="T6" y="T7"/>
                  </a:cxn>
                  <a:cxn ang="T14">
                    <a:pos x="T8" y="T9"/>
                  </a:cxn>
                </a:cxnLst>
                <a:rect l="T15" t="T16" r="T17" b="T18"/>
                <a:pathLst>
                  <a:path w="120" h="56">
                    <a:moveTo>
                      <a:pt x="120" y="24"/>
                    </a:moveTo>
                    <a:lnTo>
                      <a:pt x="0" y="56"/>
                    </a:lnTo>
                    <a:lnTo>
                      <a:pt x="0" y="24"/>
                    </a:lnTo>
                    <a:lnTo>
                      <a:pt x="0" y="0"/>
                    </a:lnTo>
                    <a:lnTo>
                      <a:pt x="120" y="24"/>
                    </a:lnTo>
                    <a:close/>
                  </a:path>
                </a:pathLst>
              </a:custGeom>
              <a:solidFill>
                <a:schemeClr val="bg2"/>
              </a:solidFill>
              <a:ln w="9525">
                <a:solidFill>
                  <a:schemeClr val="bg2"/>
                </a:solidFill>
                <a:round/>
                <a:headEnd/>
                <a:tailEnd/>
              </a:ln>
            </p:spPr>
            <p:txBody>
              <a:bodyPr/>
              <a:lstStyle/>
              <a:p>
                <a:endParaRPr lang="en-US"/>
              </a:p>
            </p:txBody>
          </p:sp>
          <p:grpSp>
            <p:nvGrpSpPr>
              <p:cNvPr id="110490" name="Group 506"/>
              <p:cNvGrpSpPr>
                <a:grpSpLocks/>
              </p:cNvGrpSpPr>
              <p:nvPr/>
            </p:nvGrpSpPr>
            <p:grpSpPr bwMode="auto">
              <a:xfrm>
                <a:off x="1489" y="3288"/>
                <a:ext cx="295" cy="1"/>
                <a:chOff x="1489" y="3288"/>
                <a:chExt cx="295" cy="1"/>
              </a:xfrm>
            </p:grpSpPr>
            <p:sp>
              <p:nvSpPr>
                <p:cNvPr id="110491" name="Line 507"/>
                <p:cNvSpPr>
                  <a:spLocks noChangeShapeType="1"/>
                </p:cNvSpPr>
                <p:nvPr/>
              </p:nvSpPr>
              <p:spPr bwMode="auto">
                <a:xfrm>
                  <a:off x="1489"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492" name="Line 508"/>
                <p:cNvSpPr>
                  <a:spLocks noChangeShapeType="1"/>
                </p:cNvSpPr>
                <p:nvPr/>
              </p:nvSpPr>
              <p:spPr bwMode="auto">
                <a:xfrm>
                  <a:off x="1544"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493" name="Line 509"/>
                <p:cNvSpPr>
                  <a:spLocks noChangeShapeType="1"/>
                </p:cNvSpPr>
                <p:nvPr/>
              </p:nvSpPr>
              <p:spPr bwMode="auto">
                <a:xfrm>
                  <a:off x="1600"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494" name="Line 510"/>
                <p:cNvSpPr>
                  <a:spLocks noChangeShapeType="1"/>
                </p:cNvSpPr>
                <p:nvPr/>
              </p:nvSpPr>
              <p:spPr bwMode="auto">
                <a:xfrm>
                  <a:off x="1656"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495" name="Line 511"/>
                <p:cNvSpPr>
                  <a:spLocks noChangeShapeType="1"/>
                </p:cNvSpPr>
                <p:nvPr/>
              </p:nvSpPr>
              <p:spPr bwMode="auto">
                <a:xfrm>
                  <a:off x="1712"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496" name="Line 512"/>
                <p:cNvSpPr>
                  <a:spLocks noChangeShapeType="1"/>
                </p:cNvSpPr>
                <p:nvPr/>
              </p:nvSpPr>
              <p:spPr bwMode="auto">
                <a:xfrm>
                  <a:off x="1768" y="3288"/>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9777" name="Group 513"/>
            <p:cNvGrpSpPr>
              <a:grpSpLocks/>
            </p:cNvGrpSpPr>
            <p:nvPr/>
          </p:nvGrpSpPr>
          <p:grpSpPr bwMode="auto">
            <a:xfrm>
              <a:off x="1944" y="3256"/>
              <a:ext cx="423" cy="56"/>
              <a:chOff x="1944" y="3256"/>
              <a:chExt cx="423" cy="56"/>
            </a:xfrm>
          </p:grpSpPr>
          <p:sp>
            <p:nvSpPr>
              <p:cNvPr id="110481" name="Freeform 514"/>
              <p:cNvSpPr>
                <a:spLocks/>
              </p:cNvSpPr>
              <p:nvPr/>
            </p:nvSpPr>
            <p:spPr bwMode="auto">
              <a:xfrm>
                <a:off x="2255" y="325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10482" name="Group 515"/>
              <p:cNvGrpSpPr>
                <a:grpSpLocks/>
              </p:cNvGrpSpPr>
              <p:nvPr/>
            </p:nvGrpSpPr>
            <p:grpSpPr bwMode="auto">
              <a:xfrm>
                <a:off x="1944" y="3288"/>
                <a:ext cx="303" cy="1"/>
                <a:chOff x="1944" y="3288"/>
                <a:chExt cx="303" cy="1"/>
              </a:xfrm>
            </p:grpSpPr>
            <p:sp>
              <p:nvSpPr>
                <p:cNvPr id="110483" name="Line 516"/>
                <p:cNvSpPr>
                  <a:spLocks noChangeShapeType="1"/>
                </p:cNvSpPr>
                <p:nvPr/>
              </p:nvSpPr>
              <p:spPr bwMode="auto">
                <a:xfrm>
                  <a:off x="1944"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484" name="Line 517"/>
                <p:cNvSpPr>
                  <a:spLocks noChangeShapeType="1"/>
                </p:cNvSpPr>
                <p:nvPr/>
              </p:nvSpPr>
              <p:spPr bwMode="auto">
                <a:xfrm>
                  <a:off x="2000" y="3288"/>
                  <a:ext cx="23"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485" name="Line 518"/>
                <p:cNvSpPr>
                  <a:spLocks noChangeShapeType="1"/>
                </p:cNvSpPr>
                <p:nvPr/>
              </p:nvSpPr>
              <p:spPr bwMode="auto">
                <a:xfrm>
                  <a:off x="2055"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486" name="Line 519"/>
                <p:cNvSpPr>
                  <a:spLocks noChangeShapeType="1"/>
                </p:cNvSpPr>
                <p:nvPr/>
              </p:nvSpPr>
              <p:spPr bwMode="auto">
                <a:xfrm>
                  <a:off x="2111"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487" name="Line 520"/>
                <p:cNvSpPr>
                  <a:spLocks noChangeShapeType="1"/>
                </p:cNvSpPr>
                <p:nvPr/>
              </p:nvSpPr>
              <p:spPr bwMode="auto">
                <a:xfrm>
                  <a:off x="2167"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488" name="Line 521"/>
                <p:cNvSpPr>
                  <a:spLocks noChangeShapeType="1"/>
                </p:cNvSpPr>
                <p:nvPr/>
              </p:nvSpPr>
              <p:spPr bwMode="auto">
                <a:xfrm>
                  <a:off x="2223"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9778" name="Group 522"/>
            <p:cNvGrpSpPr>
              <a:grpSpLocks/>
            </p:cNvGrpSpPr>
            <p:nvPr/>
          </p:nvGrpSpPr>
          <p:grpSpPr bwMode="auto">
            <a:xfrm>
              <a:off x="2415" y="3256"/>
              <a:ext cx="415" cy="56"/>
              <a:chOff x="2415" y="3256"/>
              <a:chExt cx="415" cy="56"/>
            </a:xfrm>
          </p:grpSpPr>
          <p:sp>
            <p:nvSpPr>
              <p:cNvPr id="110473" name="Freeform 523"/>
              <p:cNvSpPr>
                <a:spLocks/>
              </p:cNvSpPr>
              <p:nvPr/>
            </p:nvSpPr>
            <p:spPr bwMode="auto">
              <a:xfrm>
                <a:off x="2718" y="325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10474" name="Group 524"/>
              <p:cNvGrpSpPr>
                <a:grpSpLocks/>
              </p:cNvGrpSpPr>
              <p:nvPr/>
            </p:nvGrpSpPr>
            <p:grpSpPr bwMode="auto">
              <a:xfrm>
                <a:off x="2415" y="3288"/>
                <a:ext cx="295" cy="1"/>
                <a:chOff x="2415" y="3288"/>
                <a:chExt cx="295" cy="1"/>
              </a:xfrm>
            </p:grpSpPr>
            <p:sp>
              <p:nvSpPr>
                <p:cNvPr id="110475" name="Line 525"/>
                <p:cNvSpPr>
                  <a:spLocks noChangeShapeType="1"/>
                </p:cNvSpPr>
                <p:nvPr/>
              </p:nvSpPr>
              <p:spPr bwMode="auto">
                <a:xfrm>
                  <a:off x="2415"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476" name="Line 526"/>
                <p:cNvSpPr>
                  <a:spLocks noChangeShapeType="1"/>
                </p:cNvSpPr>
                <p:nvPr/>
              </p:nvSpPr>
              <p:spPr bwMode="auto">
                <a:xfrm>
                  <a:off x="2471"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477" name="Line 527"/>
                <p:cNvSpPr>
                  <a:spLocks noChangeShapeType="1"/>
                </p:cNvSpPr>
                <p:nvPr/>
              </p:nvSpPr>
              <p:spPr bwMode="auto">
                <a:xfrm>
                  <a:off x="2526"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478" name="Line 528"/>
                <p:cNvSpPr>
                  <a:spLocks noChangeShapeType="1"/>
                </p:cNvSpPr>
                <p:nvPr/>
              </p:nvSpPr>
              <p:spPr bwMode="auto">
                <a:xfrm>
                  <a:off x="2582"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479" name="Line 529"/>
                <p:cNvSpPr>
                  <a:spLocks noChangeShapeType="1"/>
                </p:cNvSpPr>
                <p:nvPr/>
              </p:nvSpPr>
              <p:spPr bwMode="auto">
                <a:xfrm>
                  <a:off x="2638"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480" name="Line 530"/>
                <p:cNvSpPr>
                  <a:spLocks noChangeShapeType="1"/>
                </p:cNvSpPr>
                <p:nvPr/>
              </p:nvSpPr>
              <p:spPr bwMode="auto">
                <a:xfrm>
                  <a:off x="2694" y="3288"/>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9779" name="Group 531"/>
            <p:cNvGrpSpPr>
              <a:grpSpLocks/>
            </p:cNvGrpSpPr>
            <p:nvPr/>
          </p:nvGrpSpPr>
          <p:grpSpPr bwMode="auto">
            <a:xfrm>
              <a:off x="1489" y="3567"/>
              <a:ext cx="423" cy="56"/>
              <a:chOff x="1489" y="3567"/>
              <a:chExt cx="423" cy="56"/>
            </a:xfrm>
          </p:grpSpPr>
          <p:sp>
            <p:nvSpPr>
              <p:cNvPr id="110465" name="Freeform 532"/>
              <p:cNvSpPr>
                <a:spLocks/>
              </p:cNvSpPr>
              <p:nvPr/>
            </p:nvSpPr>
            <p:spPr bwMode="auto">
              <a:xfrm>
                <a:off x="1800"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solidFill>
                <a:schemeClr val="bg2"/>
              </a:solidFill>
              <a:ln w="9525">
                <a:solidFill>
                  <a:schemeClr val="bg2"/>
                </a:solidFill>
                <a:round/>
                <a:headEnd/>
                <a:tailEnd/>
              </a:ln>
            </p:spPr>
            <p:txBody>
              <a:bodyPr/>
              <a:lstStyle/>
              <a:p>
                <a:endParaRPr lang="en-US"/>
              </a:p>
            </p:txBody>
          </p:sp>
          <p:grpSp>
            <p:nvGrpSpPr>
              <p:cNvPr id="110466" name="Group 533"/>
              <p:cNvGrpSpPr>
                <a:grpSpLocks/>
              </p:cNvGrpSpPr>
              <p:nvPr/>
            </p:nvGrpSpPr>
            <p:grpSpPr bwMode="auto">
              <a:xfrm>
                <a:off x="1489" y="3591"/>
                <a:ext cx="303" cy="1"/>
                <a:chOff x="1489" y="3591"/>
                <a:chExt cx="303" cy="1"/>
              </a:xfrm>
            </p:grpSpPr>
            <p:sp>
              <p:nvSpPr>
                <p:cNvPr id="110467" name="Line 534"/>
                <p:cNvSpPr>
                  <a:spLocks noChangeShapeType="1"/>
                </p:cNvSpPr>
                <p:nvPr/>
              </p:nvSpPr>
              <p:spPr bwMode="auto">
                <a:xfrm>
                  <a:off x="1489"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468" name="Line 535"/>
                <p:cNvSpPr>
                  <a:spLocks noChangeShapeType="1"/>
                </p:cNvSpPr>
                <p:nvPr/>
              </p:nvSpPr>
              <p:spPr bwMode="auto">
                <a:xfrm>
                  <a:off x="1544"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469" name="Line 536"/>
                <p:cNvSpPr>
                  <a:spLocks noChangeShapeType="1"/>
                </p:cNvSpPr>
                <p:nvPr/>
              </p:nvSpPr>
              <p:spPr bwMode="auto">
                <a:xfrm>
                  <a:off x="1600"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470" name="Line 537"/>
                <p:cNvSpPr>
                  <a:spLocks noChangeShapeType="1"/>
                </p:cNvSpPr>
                <p:nvPr/>
              </p:nvSpPr>
              <p:spPr bwMode="auto">
                <a:xfrm>
                  <a:off x="1656"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471" name="Line 538"/>
                <p:cNvSpPr>
                  <a:spLocks noChangeShapeType="1"/>
                </p:cNvSpPr>
                <p:nvPr/>
              </p:nvSpPr>
              <p:spPr bwMode="auto">
                <a:xfrm>
                  <a:off x="1712"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472" name="Line 539"/>
                <p:cNvSpPr>
                  <a:spLocks noChangeShapeType="1"/>
                </p:cNvSpPr>
                <p:nvPr/>
              </p:nvSpPr>
              <p:spPr bwMode="auto">
                <a:xfrm>
                  <a:off x="1768"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9780" name="Group 540"/>
            <p:cNvGrpSpPr>
              <a:grpSpLocks/>
            </p:cNvGrpSpPr>
            <p:nvPr/>
          </p:nvGrpSpPr>
          <p:grpSpPr bwMode="auto">
            <a:xfrm>
              <a:off x="1952" y="3567"/>
              <a:ext cx="415" cy="56"/>
              <a:chOff x="1952" y="3567"/>
              <a:chExt cx="415" cy="56"/>
            </a:xfrm>
          </p:grpSpPr>
          <p:sp>
            <p:nvSpPr>
              <p:cNvPr id="110457" name="Freeform 541"/>
              <p:cNvSpPr>
                <a:spLocks/>
              </p:cNvSpPr>
              <p:nvPr/>
            </p:nvSpPr>
            <p:spPr bwMode="auto">
              <a:xfrm>
                <a:off x="2255"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solidFill>
                <a:schemeClr val="bg2"/>
              </a:solidFill>
              <a:ln w="9525">
                <a:solidFill>
                  <a:schemeClr val="bg2"/>
                </a:solidFill>
                <a:round/>
                <a:headEnd/>
                <a:tailEnd/>
              </a:ln>
            </p:spPr>
            <p:txBody>
              <a:bodyPr/>
              <a:lstStyle/>
              <a:p>
                <a:endParaRPr lang="en-US"/>
              </a:p>
            </p:txBody>
          </p:sp>
          <p:grpSp>
            <p:nvGrpSpPr>
              <p:cNvPr id="110458" name="Group 542"/>
              <p:cNvGrpSpPr>
                <a:grpSpLocks/>
              </p:cNvGrpSpPr>
              <p:nvPr/>
            </p:nvGrpSpPr>
            <p:grpSpPr bwMode="auto">
              <a:xfrm>
                <a:off x="1952" y="3591"/>
                <a:ext cx="295" cy="1"/>
                <a:chOff x="1952" y="3591"/>
                <a:chExt cx="295" cy="1"/>
              </a:xfrm>
            </p:grpSpPr>
            <p:sp>
              <p:nvSpPr>
                <p:cNvPr id="110459" name="Line 543"/>
                <p:cNvSpPr>
                  <a:spLocks noChangeShapeType="1"/>
                </p:cNvSpPr>
                <p:nvPr/>
              </p:nvSpPr>
              <p:spPr bwMode="auto">
                <a:xfrm>
                  <a:off x="1952"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460" name="Line 544"/>
                <p:cNvSpPr>
                  <a:spLocks noChangeShapeType="1"/>
                </p:cNvSpPr>
                <p:nvPr/>
              </p:nvSpPr>
              <p:spPr bwMode="auto">
                <a:xfrm>
                  <a:off x="2008" y="3591"/>
                  <a:ext cx="23"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461" name="Line 545"/>
                <p:cNvSpPr>
                  <a:spLocks noChangeShapeType="1"/>
                </p:cNvSpPr>
                <p:nvPr/>
              </p:nvSpPr>
              <p:spPr bwMode="auto">
                <a:xfrm>
                  <a:off x="2063"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462" name="Line 546"/>
                <p:cNvSpPr>
                  <a:spLocks noChangeShapeType="1"/>
                </p:cNvSpPr>
                <p:nvPr/>
              </p:nvSpPr>
              <p:spPr bwMode="auto">
                <a:xfrm>
                  <a:off x="2119"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463" name="Line 547"/>
                <p:cNvSpPr>
                  <a:spLocks noChangeShapeType="1"/>
                </p:cNvSpPr>
                <p:nvPr/>
              </p:nvSpPr>
              <p:spPr bwMode="auto">
                <a:xfrm>
                  <a:off x="2175"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464" name="Line 548"/>
                <p:cNvSpPr>
                  <a:spLocks noChangeShapeType="1"/>
                </p:cNvSpPr>
                <p:nvPr/>
              </p:nvSpPr>
              <p:spPr bwMode="auto">
                <a:xfrm>
                  <a:off x="2231" y="3591"/>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9781" name="Group 549"/>
            <p:cNvGrpSpPr>
              <a:grpSpLocks/>
            </p:cNvGrpSpPr>
            <p:nvPr/>
          </p:nvGrpSpPr>
          <p:grpSpPr bwMode="auto">
            <a:xfrm>
              <a:off x="2407" y="3567"/>
              <a:ext cx="415" cy="56"/>
              <a:chOff x="2407" y="3567"/>
              <a:chExt cx="415" cy="56"/>
            </a:xfrm>
          </p:grpSpPr>
          <p:sp>
            <p:nvSpPr>
              <p:cNvPr id="110449" name="Freeform 550"/>
              <p:cNvSpPr>
                <a:spLocks/>
              </p:cNvSpPr>
              <p:nvPr/>
            </p:nvSpPr>
            <p:spPr bwMode="auto">
              <a:xfrm>
                <a:off x="2710"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solidFill>
                <a:schemeClr val="bg2"/>
              </a:solidFill>
              <a:ln w="9525">
                <a:solidFill>
                  <a:schemeClr val="bg2"/>
                </a:solidFill>
                <a:round/>
                <a:headEnd/>
                <a:tailEnd/>
              </a:ln>
            </p:spPr>
            <p:txBody>
              <a:bodyPr/>
              <a:lstStyle/>
              <a:p>
                <a:endParaRPr lang="en-US"/>
              </a:p>
            </p:txBody>
          </p:sp>
          <p:grpSp>
            <p:nvGrpSpPr>
              <p:cNvPr id="110450" name="Group 551"/>
              <p:cNvGrpSpPr>
                <a:grpSpLocks/>
              </p:cNvGrpSpPr>
              <p:nvPr/>
            </p:nvGrpSpPr>
            <p:grpSpPr bwMode="auto">
              <a:xfrm>
                <a:off x="2407" y="3591"/>
                <a:ext cx="295" cy="1"/>
                <a:chOff x="2407" y="3591"/>
                <a:chExt cx="295" cy="1"/>
              </a:xfrm>
            </p:grpSpPr>
            <p:sp>
              <p:nvSpPr>
                <p:cNvPr id="110451" name="Line 552"/>
                <p:cNvSpPr>
                  <a:spLocks noChangeShapeType="1"/>
                </p:cNvSpPr>
                <p:nvPr/>
              </p:nvSpPr>
              <p:spPr bwMode="auto">
                <a:xfrm>
                  <a:off x="2407"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452" name="Line 553"/>
                <p:cNvSpPr>
                  <a:spLocks noChangeShapeType="1"/>
                </p:cNvSpPr>
                <p:nvPr/>
              </p:nvSpPr>
              <p:spPr bwMode="auto">
                <a:xfrm>
                  <a:off x="2463"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453" name="Line 554"/>
                <p:cNvSpPr>
                  <a:spLocks noChangeShapeType="1"/>
                </p:cNvSpPr>
                <p:nvPr/>
              </p:nvSpPr>
              <p:spPr bwMode="auto">
                <a:xfrm>
                  <a:off x="2518"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454" name="Line 555"/>
                <p:cNvSpPr>
                  <a:spLocks noChangeShapeType="1"/>
                </p:cNvSpPr>
                <p:nvPr/>
              </p:nvSpPr>
              <p:spPr bwMode="auto">
                <a:xfrm>
                  <a:off x="2574"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455" name="Line 556"/>
                <p:cNvSpPr>
                  <a:spLocks noChangeShapeType="1"/>
                </p:cNvSpPr>
                <p:nvPr/>
              </p:nvSpPr>
              <p:spPr bwMode="auto">
                <a:xfrm>
                  <a:off x="2630"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456" name="Line 557"/>
                <p:cNvSpPr>
                  <a:spLocks noChangeShapeType="1"/>
                </p:cNvSpPr>
                <p:nvPr/>
              </p:nvSpPr>
              <p:spPr bwMode="auto">
                <a:xfrm>
                  <a:off x="2686" y="3591"/>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9782" name="Group 558"/>
            <p:cNvGrpSpPr>
              <a:grpSpLocks/>
            </p:cNvGrpSpPr>
            <p:nvPr/>
          </p:nvGrpSpPr>
          <p:grpSpPr bwMode="auto">
            <a:xfrm>
              <a:off x="1952" y="2376"/>
              <a:ext cx="886" cy="290"/>
              <a:chOff x="1952" y="2376"/>
              <a:chExt cx="886" cy="290"/>
            </a:xfrm>
          </p:grpSpPr>
          <p:sp>
            <p:nvSpPr>
              <p:cNvPr id="110447" name="Freeform 559"/>
              <p:cNvSpPr>
                <a:spLocks/>
              </p:cNvSpPr>
              <p:nvPr/>
            </p:nvSpPr>
            <p:spPr bwMode="auto">
              <a:xfrm>
                <a:off x="2702" y="2586"/>
                <a:ext cx="136" cy="80"/>
              </a:xfrm>
              <a:custGeom>
                <a:avLst/>
                <a:gdLst>
                  <a:gd name="T0" fmla="*/ 136 w 136"/>
                  <a:gd name="T1" fmla="*/ 80 h 80"/>
                  <a:gd name="T2" fmla="*/ 0 w 136"/>
                  <a:gd name="T3" fmla="*/ 64 h 80"/>
                  <a:gd name="T4" fmla="*/ 8 w 136"/>
                  <a:gd name="T5" fmla="*/ 32 h 80"/>
                  <a:gd name="T6" fmla="*/ 16 w 136"/>
                  <a:gd name="T7" fmla="*/ 0 h 80"/>
                  <a:gd name="T8" fmla="*/ 136 w 136"/>
                  <a:gd name="T9" fmla="*/ 80 h 80"/>
                  <a:gd name="T10" fmla="*/ 0 60000 65536"/>
                  <a:gd name="T11" fmla="*/ 0 60000 65536"/>
                  <a:gd name="T12" fmla="*/ 0 60000 65536"/>
                  <a:gd name="T13" fmla="*/ 0 60000 65536"/>
                  <a:gd name="T14" fmla="*/ 0 60000 65536"/>
                  <a:gd name="T15" fmla="*/ 0 w 136"/>
                  <a:gd name="T16" fmla="*/ 0 h 80"/>
                  <a:gd name="T17" fmla="*/ 136 w 136"/>
                  <a:gd name="T18" fmla="*/ 80 h 80"/>
                </a:gdLst>
                <a:ahLst/>
                <a:cxnLst>
                  <a:cxn ang="T10">
                    <a:pos x="T0" y="T1"/>
                  </a:cxn>
                  <a:cxn ang="T11">
                    <a:pos x="T2" y="T3"/>
                  </a:cxn>
                  <a:cxn ang="T12">
                    <a:pos x="T4" y="T5"/>
                  </a:cxn>
                  <a:cxn ang="T13">
                    <a:pos x="T6" y="T7"/>
                  </a:cxn>
                  <a:cxn ang="T14">
                    <a:pos x="T8" y="T9"/>
                  </a:cxn>
                </a:cxnLst>
                <a:rect l="T15" t="T16" r="T17" b="T18"/>
                <a:pathLst>
                  <a:path w="136" h="80">
                    <a:moveTo>
                      <a:pt x="136" y="80"/>
                    </a:moveTo>
                    <a:lnTo>
                      <a:pt x="0" y="64"/>
                    </a:lnTo>
                    <a:lnTo>
                      <a:pt x="8" y="32"/>
                    </a:lnTo>
                    <a:lnTo>
                      <a:pt x="16" y="0"/>
                    </a:lnTo>
                    <a:lnTo>
                      <a:pt x="136" y="80"/>
                    </a:lnTo>
                    <a:close/>
                  </a:path>
                </a:pathLst>
              </a:custGeom>
              <a:solidFill>
                <a:schemeClr val="bg2"/>
              </a:solidFill>
              <a:ln w="9525">
                <a:solidFill>
                  <a:schemeClr val="bg2"/>
                </a:solidFill>
                <a:round/>
                <a:headEnd/>
                <a:tailEnd/>
              </a:ln>
            </p:spPr>
            <p:txBody>
              <a:bodyPr/>
              <a:lstStyle/>
              <a:p>
                <a:endParaRPr lang="en-US"/>
              </a:p>
            </p:txBody>
          </p:sp>
          <p:sp>
            <p:nvSpPr>
              <p:cNvPr id="110448" name="Line 560"/>
              <p:cNvSpPr>
                <a:spLocks noChangeShapeType="1"/>
              </p:cNvSpPr>
              <p:nvPr/>
            </p:nvSpPr>
            <p:spPr bwMode="auto">
              <a:xfrm>
                <a:off x="1952" y="2376"/>
                <a:ext cx="766" cy="244"/>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9783" name="Group 561"/>
            <p:cNvGrpSpPr>
              <a:grpSpLocks/>
            </p:cNvGrpSpPr>
            <p:nvPr/>
          </p:nvGrpSpPr>
          <p:grpSpPr bwMode="auto">
            <a:xfrm>
              <a:off x="1481" y="2084"/>
              <a:ext cx="1373" cy="1507"/>
              <a:chOff x="1481" y="2084"/>
              <a:chExt cx="1373" cy="1507"/>
            </a:xfrm>
          </p:grpSpPr>
          <p:sp>
            <p:nvSpPr>
              <p:cNvPr id="110445" name="Freeform 562"/>
              <p:cNvSpPr>
                <a:spLocks/>
              </p:cNvSpPr>
              <p:nvPr/>
            </p:nvSpPr>
            <p:spPr bwMode="auto">
              <a:xfrm>
                <a:off x="2742" y="2084"/>
                <a:ext cx="112" cy="119"/>
              </a:xfrm>
              <a:custGeom>
                <a:avLst/>
                <a:gdLst>
                  <a:gd name="T0" fmla="*/ 112 w 112"/>
                  <a:gd name="T1" fmla="*/ 0 h 119"/>
                  <a:gd name="T2" fmla="*/ 48 w 112"/>
                  <a:gd name="T3" fmla="*/ 119 h 119"/>
                  <a:gd name="T4" fmla="*/ 24 w 112"/>
                  <a:gd name="T5" fmla="*/ 96 h 119"/>
                  <a:gd name="T6" fmla="*/ 0 w 112"/>
                  <a:gd name="T7" fmla="*/ 72 h 119"/>
                  <a:gd name="T8" fmla="*/ 112 w 112"/>
                  <a:gd name="T9" fmla="*/ 0 h 119"/>
                  <a:gd name="T10" fmla="*/ 0 60000 65536"/>
                  <a:gd name="T11" fmla="*/ 0 60000 65536"/>
                  <a:gd name="T12" fmla="*/ 0 60000 65536"/>
                  <a:gd name="T13" fmla="*/ 0 60000 65536"/>
                  <a:gd name="T14" fmla="*/ 0 60000 65536"/>
                  <a:gd name="T15" fmla="*/ 0 w 112"/>
                  <a:gd name="T16" fmla="*/ 0 h 119"/>
                  <a:gd name="T17" fmla="*/ 112 w 112"/>
                  <a:gd name="T18" fmla="*/ 119 h 119"/>
                </a:gdLst>
                <a:ahLst/>
                <a:cxnLst>
                  <a:cxn ang="T10">
                    <a:pos x="T0" y="T1"/>
                  </a:cxn>
                  <a:cxn ang="T11">
                    <a:pos x="T2" y="T3"/>
                  </a:cxn>
                  <a:cxn ang="T12">
                    <a:pos x="T4" y="T5"/>
                  </a:cxn>
                  <a:cxn ang="T13">
                    <a:pos x="T6" y="T7"/>
                  </a:cxn>
                  <a:cxn ang="T14">
                    <a:pos x="T8" y="T9"/>
                  </a:cxn>
                </a:cxnLst>
                <a:rect l="T15" t="T16" r="T17" b="T18"/>
                <a:pathLst>
                  <a:path w="112" h="119">
                    <a:moveTo>
                      <a:pt x="112" y="0"/>
                    </a:moveTo>
                    <a:lnTo>
                      <a:pt x="48" y="119"/>
                    </a:lnTo>
                    <a:lnTo>
                      <a:pt x="24" y="96"/>
                    </a:lnTo>
                    <a:lnTo>
                      <a:pt x="0" y="72"/>
                    </a:lnTo>
                    <a:lnTo>
                      <a:pt x="112" y="0"/>
                    </a:lnTo>
                    <a:close/>
                  </a:path>
                </a:pathLst>
              </a:custGeom>
              <a:solidFill>
                <a:schemeClr val="bg2"/>
              </a:solidFill>
              <a:ln w="9525">
                <a:solidFill>
                  <a:schemeClr val="bg2"/>
                </a:solidFill>
                <a:round/>
                <a:headEnd/>
                <a:tailEnd/>
              </a:ln>
            </p:spPr>
            <p:txBody>
              <a:bodyPr/>
              <a:lstStyle/>
              <a:p>
                <a:endParaRPr lang="en-US"/>
              </a:p>
            </p:txBody>
          </p:sp>
          <p:sp>
            <p:nvSpPr>
              <p:cNvPr id="110446" name="Line 563"/>
              <p:cNvSpPr>
                <a:spLocks noChangeShapeType="1"/>
              </p:cNvSpPr>
              <p:nvPr/>
            </p:nvSpPr>
            <p:spPr bwMode="auto">
              <a:xfrm flipV="1">
                <a:off x="1481" y="2172"/>
                <a:ext cx="1291" cy="1419"/>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9784" name="Group 564"/>
            <p:cNvGrpSpPr>
              <a:grpSpLocks/>
            </p:cNvGrpSpPr>
            <p:nvPr/>
          </p:nvGrpSpPr>
          <p:grpSpPr bwMode="auto">
            <a:xfrm>
              <a:off x="1944" y="2076"/>
              <a:ext cx="902" cy="885"/>
              <a:chOff x="1944" y="2076"/>
              <a:chExt cx="902" cy="885"/>
            </a:xfrm>
          </p:grpSpPr>
          <p:sp>
            <p:nvSpPr>
              <p:cNvPr id="110443" name="Freeform 565"/>
              <p:cNvSpPr>
                <a:spLocks/>
              </p:cNvSpPr>
              <p:nvPr/>
            </p:nvSpPr>
            <p:spPr bwMode="auto">
              <a:xfrm>
                <a:off x="2726" y="2850"/>
                <a:ext cx="120" cy="111"/>
              </a:xfrm>
              <a:custGeom>
                <a:avLst/>
                <a:gdLst>
                  <a:gd name="T0" fmla="*/ 120 w 120"/>
                  <a:gd name="T1" fmla="*/ 111 h 111"/>
                  <a:gd name="T2" fmla="*/ 0 w 120"/>
                  <a:gd name="T3" fmla="*/ 47 h 111"/>
                  <a:gd name="T4" fmla="*/ 24 w 120"/>
                  <a:gd name="T5" fmla="*/ 23 h 111"/>
                  <a:gd name="T6" fmla="*/ 48 w 120"/>
                  <a:gd name="T7" fmla="*/ 0 h 111"/>
                  <a:gd name="T8" fmla="*/ 120 w 120"/>
                  <a:gd name="T9" fmla="*/ 111 h 111"/>
                  <a:gd name="T10" fmla="*/ 0 60000 65536"/>
                  <a:gd name="T11" fmla="*/ 0 60000 65536"/>
                  <a:gd name="T12" fmla="*/ 0 60000 65536"/>
                  <a:gd name="T13" fmla="*/ 0 60000 65536"/>
                  <a:gd name="T14" fmla="*/ 0 60000 65536"/>
                  <a:gd name="T15" fmla="*/ 0 w 120"/>
                  <a:gd name="T16" fmla="*/ 0 h 111"/>
                  <a:gd name="T17" fmla="*/ 120 w 120"/>
                  <a:gd name="T18" fmla="*/ 111 h 111"/>
                </a:gdLst>
                <a:ahLst/>
                <a:cxnLst>
                  <a:cxn ang="T10">
                    <a:pos x="T0" y="T1"/>
                  </a:cxn>
                  <a:cxn ang="T11">
                    <a:pos x="T2" y="T3"/>
                  </a:cxn>
                  <a:cxn ang="T12">
                    <a:pos x="T4" y="T5"/>
                  </a:cxn>
                  <a:cxn ang="T13">
                    <a:pos x="T6" y="T7"/>
                  </a:cxn>
                  <a:cxn ang="T14">
                    <a:pos x="T8" y="T9"/>
                  </a:cxn>
                </a:cxnLst>
                <a:rect l="T15" t="T16" r="T17" b="T18"/>
                <a:pathLst>
                  <a:path w="120" h="111">
                    <a:moveTo>
                      <a:pt x="120" y="111"/>
                    </a:moveTo>
                    <a:lnTo>
                      <a:pt x="0" y="47"/>
                    </a:lnTo>
                    <a:lnTo>
                      <a:pt x="24" y="23"/>
                    </a:lnTo>
                    <a:lnTo>
                      <a:pt x="48" y="0"/>
                    </a:lnTo>
                    <a:lnTo>
                      <a:pt x="120" y="111"/>
                    </a:lnTo>
                    <a:close/>
                  </a:path>
                </a:pathLst>
              </a:custGeom>
              <a:solidFill>
                <a:schemeClr val="bg2"/>
              </a:solidFill>
              <a:ln w="9525">
                <a:solidFill>
                  <a:schemeClr val="bg2"/>
                </a:solidFill>
                <a:round/>
                <a:headEnd/>
                <a:tailEnd/>
              </a:ln>
            </p:spPr>
            <p:txBody>
              <a:bodyPr/>
              <a:lstStyle/>
              <a:p>
                <a:endParaRPr lang="en-US"/>
              </a:p>
            </p:txBody>
          </p:sp>
          <p:sp>
            <p:nvSpPr>
              <p:cNvPr id="110444" name="Line 566"/>
              <p:cNvSpPr>
                <a:spLocks noChangeShapeType="1"/>
              </p:cNvSpPr>
              <p:nvPr/>
            </p:nvSpPr>
            <p:spPr bwMode="auto">
              <a:xfrm>
                <a:off x="1944" y="2076"/>
                <a:ext cx="814" cy="805"/>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9785" name="Group 567"/>
            <p:cNvGrpSpPr>
              <a:grpSpLocks/>
            </p:cNvGrpSpPr>
            <p:nvPr/>
          </p:nvGrpSpPr>
          <p:grpSpPr bwMode="auto">
            <a:xfrm>
              <a:off x="1489" y="2379"/>
              <a:ext cx="902" cy="893"/>
              <a:chOff x="1489" y="2379"/>
              <a:chExt cx="902" cy="893"/>
            </a:xfrm>
          </p:grpSpPr>
          <p:sp>
            <p:nvSpPr>
              <p:cNvPr id="110441" name="Freeform 568"/>
              <p:cNvSpPr>
                <a:spLocks/>
              </p:cNvSpPr>
              <p:nvPr/>
            </p:nvSpPr>
            <p:spPr bwMode="auto">
              <a:xfrm>
                <a:off x="2271" y="3153"/>
                <a:ext cx="120" cy="119"/>
              </a:xfrm>
              <a:custGeom>
                <a:avLst/>
                <a:gdLst>
                  <a:gd name="T0" fmla="*/ 120 w 120"/>
                  <a:gd name="T1" fmla="*/ 119 h 119"/>
                  <a:gd name="T2" fmla="*/ 0 w 120"/>
                  <a:gd name="T3" fmla="*/ 48 h 119"/>
                  <a:gd name="T4" fmla="*/ 24 w 120"/>
                  <a:gd name="T5" fmla="*/ 24 h 119"/>
                  <a:gd name="T6" fmla="*/ 48 w 120"/>
                  <a:gd name="T7" fmla="*/ 0 h 119"/>
                  <a:gd name="T8" fmla="*/ 120 w 120"/>
                  <a:gd name="T9" fmla="*/ 119 h 119"/>
                  <a:gd name="T10" fmla="*/ 0 60000 65536"/>
                  <a:gd name="T11" fmla="*/ 0 60000 65536"/>
                  <a:gd name="T12" fmla="*/ 0 60000 65536"/>
                  <a:gd name="T13" fmla="*/ 0 60000 65536"/>
                  <a:gd name="T14" fmla="*/ 0 60000 65536"/>
                  <a:gd name="T15" fmla="*/ 0 w 120"/>
                  <a:gd name="T16" fmla="*/ 0 h 119"/>
                  <a:gd name="T17" fmla="*/ 120 w 120"/>
                  <a:gd name="T18" fmla="*/ 119 h 119"/>
                </a:gdLst>
                <a:ahLst/>
                <a:cxnLst>
                  <a:cxn ang="T10">
                    <a:pos x="T0" y="T1"/>
                  </a:cxn>
                  <a:cxn ang="T11">
                    <a:pos x="T2" y="T3"/>
                  </a:cxn>
                  <a:cxn ang="T12">
                    <a:pos x="T4" y="T5"/>
                  </a:cxn>
                  <a:cxn ang="T13">
                    <a:pos x="T6" y="T7"/>
                  </a:cxn>
                  <a:cxn ang="T14">
                    <a:pos x="T8" y="T9"/>
                  </a:cxn>
                </a:cxnLst>
                <a:rect l="T15" t="T16" r="T17" b="T18"/>
                <a:pathLst>
                  <a:path w="120" h="119">
                    <a:moveTo>
                      <a:pt x="120" y="119"/>
                    </a:moveTo>
                    <a:lnTo>
                      <a:pt x="0" y="48"/>
                    </a:lnTo>
                    <a:lnTo>
                      <a:pt x="24" y="24"/>
                    </a:lnTo>
                    <a:lnTo>
                      <a:pt x="48" y="0"/>
                    </a:lnTo>
                    <a:lnTo>
                      <a:pt x="120" y="119"/>
                    </a:lnTo>
                    <a:close/>
                  </a:path>
                </a:pathLst>
              </a:custGeom>
              <a:solidFill>
                <a:schemeClr val="bg2"/>
              </a:solidFill>
              <a:ln w="9525">
                <a:solidFill>
                  <a:schemeClr val="bg2"/>
                </a:solidFill>
                <a:round/>
                <a:headEnd/>
                <a:tailEnd/>
              </a:ln>
            </p:spPr>
            <p:txBody>
              <a:bodyPr/>
              <a:lstStyle/>
              <a:p>
                <a:endParaRPr lang="en-US"/>
              </a:p>
            </p:txBody>
          </p:sp>
          <p:sp>
            <p:nvSpPr>
              <p:cNvPr id="110442" name="Line 569"/>
              <p:cNvSpPr>
                <a:spLocks noChangeShapeType="1"/>
              </p:cNvSpPr>
              <p:nvPr/>
            </p:nvSpPr>
            <p:spPr bwMode="auto">
              <a:xfrm>
                <a:off x="1489" y="2379"/>
                <a:ext cx="814" cy="805"/>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9786" name="Group 570"/>
            <p:cNvGrpSpPr>
              <a:grpSpLocks/>
            </p:cNvGrpSpPr>
            <p:nvPr/>
          </p:nvGrpSpPr>
          <p:grpSpPr bwMode="auto">
            <a:xfrm>
              <a:off x="3311" y="2387"/>
              <a:ext cx="437" cy="590"/>
              <a:chOff x="3311" y="2387"/>
              <a:chExt cx="437" cy="590"/>
            </a:xfrm>
          </p:grpSpPr>
          <p:sp>
            <p:nvSpPr>
              <p:cNvPr id="110439" name="Freeform 571"/>
              <p:cNvSpPr>
                <a:spLocks/>
              </p:cNvSpPr>
              <p:nvPr/>
            </p:nvSpPr>
            <p:spPr bwMode="auto">
              <a:xfrm>
                <a:off x="3644" y="2387"/>
                <a:ext cx="104" cy="128"/>
              </a:xfrm>
              <a:custGeom>
                <a:avLst/>
                <a:gdLst>
                  <a:gd name="T0" fmla="*/ 104 w 104"/>
                  <a:gd name="T1" fmla="*/ 0 h 128"/>
                  <a:gd name="T2" fmla="*/ 56 w 104"/>
                  <a:gd name="T3" fmla="*/ 128 h 128"/>
                  <a:gd name="T4" fmla="*/ 24 w 104"/>
                  <a:gd name="T5" fmla="*/ 104 h 128"/>
                  <a:gd name="T6" fmla="*/ 0 w 104"/>
                  <a:gd name="T7" fmla="*/ 88 h 128"/>
                  <a:gd name="T8" fmla="*/ 104 w 104"/>
                  <a:gd name="T9" fmla="*/ 0 h 128"/>
                  <a:gd name="T10" fmla="*/ 0 60000 65536"/>
                  <a:gd name="T11" fmla="*/ 0 60000 65536"/>
                  <a:gd name="T12" fmla="*/ 0 60000 65536"/>
                  <a:gd name="T13" fmla="*/ 0 60000 65536"/>
                  <a:gd name="T14" fmla="*/ 0 60000 65536"/>
                  <a:gd name="T15" fmla="*/ 0 w 104"/>
                  <a:gd name="T16" fmla="*/ 0 h 128"/>
                  <a:gd name="T17" fmla="*/ 104 w 104"/>
                  <a:gd name="T18" fmla="*/ 128 h 128"/>
                </a:gdLst>
                <a:ahLst/>
                <a:cxnLst>
                  <a:cxn ang="T10">
                    <a:pos x="T0" y="T1"/>
                  </a:cxn>
                  <a:cxn ang="T11">
                    <a:pos x="T2" y="T3"/>
                  </a:cxn>
                  <a:cxn ang="T12">
                    <a:pos x="T4" y="T5"/>
                  </a:cxn>
                  <a:cxn ang="T13">
                    <a:pos x="T6" y="T7"/>
                  </a:cxn>
                  <a:cxn ang="T14">
                    <a:pos x="T8" y="T9"/>
                  </a:cxn>
                </a:cxnLst>
                <a:rect l="T15" t="T16" r="T17" b="T18"/>
                <a:pathLst>
                  <a:path w="104" h="128">
                    <a:moveTo>
                      <a:pt x="104" y="0"/>
                    </a:moveTo>
                    <a:lnTo>
                      <a:pt x="56" y="128"/>
                    </a:lnTo>
                    <a:lnTo>
                      <a:pt x="24" y="104"/>
                    </a:lnTo>
                    <a:lnTo>
                      <a:pt x="0" y="88"/>
                    </a:lnTo>
                    <a:lnTo>
                      <a:pt x="104" y="0"/>
                    </a:lnTo>
                    <a:close/>
                  </a:path>
                </a:pathLst>
              </a:custGeom>
              <a:solidFill>
                <a:schemeClr val="bg2"/>
              </a:solidFill>
              <a:ln w="9525">
                <a:solidFill>
                  <a:schemeClr val="bg2"/>
                </a:solidFill>
                <a:round/>
                <a:headEnd/>
                <a:tailEnd/>
              </a:ln>
            </p:spPr>
            <p:txBody>
              <a:bodyPr/>
              <a:lstStyle/>
              <a:p>
                <a:endParaRPr lang="en-US"/>
              </a:p>
            </p:txBody>
          </p:sp>
          <p:sp>
            <p:nvSpPr>
              <p:cNvPr id="110440" name="Line 572"/>
              <p:cNvSpPr>
                <a:spLocks noChangeShapeType="1"/>
              </p:cNvSpPr>
              <p:nvPr/>
            </p:nvSpPr>
            <p:spPr bwMode="auto">
              <a:xfrm flipV="1">
                <a:off x="3311" y="2483"/>
                <a:ext cx="362" cy="494"/>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9787" name="Group 573"/>
            <p:cNvGrpSpPr>
              <a:grpSpLocks/>
            </p:cNvGrpSpPr>
            <p:nvPr/>
          </p:nvGrpSpPr>
          <p:grpSpPr bwMode="auto">
            <a:xfrm>
              <a:off x="3772" y="2387"/>
              <a:ext cx="894" cy="596"/>
              <a:chOff x="3772" y="2387"/>
              <a:chExt cx="894" cy="596"/>
            </a:xfrm>
          </p:grpSpPr>
          <p:sp>
            <p:nvSpPr>
              <p:cNvPr id="110437" name="Freeform 574"/>
              <p:cNvSpPr>
                <a:spLocks/>
              </p:cNvSpPr>
              <p:nvPr/>
            </p:nvSpPr>
            <p:spPr bwMode="auto">
              <a:xfrm>
                <a:off x="4538" y="2387"/>
                <a:ext cx="128" cy="96"/>
              </a:xfrm>
              <a:custGeom>
                <a:avLst/>
                <a:gdLst>
                  <a:gd name="T0" fmla="*/ 128 w 128"/>
                  <a:gd name="T1" fmla="*/ 0 h 96"/>
                  <a:gd name="T2" fmla="*/ 32 w 128"/>
                  <a:gd name="T3" fmla="*/ 96 h 96"/>
                  <a:gd name="T4" fmla="*/ 16 w 128"/>
                  <a:gd name="T5" fmla="*/ 72 h 96"/>
                  <a:gd name="T6" fmla="*/ 0 w 128"/>
                  <a:gd name="T7" fmla="*/ 40 h 96"/>
                  <a:gd name="T8" fmla="*/ 128 w 128"/>
                  <a:gd name="T9" fmla="*/ 0 h 96"/>
                  <a:gd name="T10" fmla="*/ 0 60000 65536"/>
                  <a:gd name="T11" fmla="*/ 0 60000 65536"/>
                  <a:gd name="T12" fmla="*/ 0 60000 65536"/>
                  <a:gd name="T13" fmla="*/ 0 60000 65536"/>
                  <a:gd name="T14" fmla="*/ 0 60000 65536"/>
                  <a:gd name="T15" fmla="*/ 0 w 128"/>
                  <a:gd name="T16" fmla="*/ 0 h 96"/>
                  <a:gd name="T17" fmla="*/ 128 w 128"/>
                  <a:gd name="T18" fmla="*/ 96 h 96"/>
                </a:gdLst>
                <a:ahLst/>
                <a:cxnLst>
                  <a:cxn ang="T10">
                    <a:pos x="T0" y="T1"/>
                  </a:cxn>
                  <a:cxn ang="T11">
                    <a:pos x="T2" y="T3"/>
                  </a:cxn>
                  <a:cxn ang="T12">
                    <a:pos x="T4" y="T5"/>
                  </a:cxn>
                  <a:cxn ang="T13">
                    <a:pos x="T6" y="T7"/>
                  </a:cxn>
                  <a:cxn ang="T14">
                    <a:pos x="T8" y="T9"/>
                  </a:cxn>
                </a:cxnLst>
                <a:rect l="T15" t="T16" r="T17" b="T18"/>
                <a:pathLst>
                  <a:path w="128" h="96">
                    <a:moveTo>
                      <a:pt x="128" y="0"/>
                    </a:moveTo>
                    <a:lnTo>
                      <a:pt x="32" y="96"/>
                    </a:lnTo>
                    <a:lnTo>
                      <a:pt x="16" y="72"/>
                    </a:lnTo>
                    <a:lnTo>
                      <a:pt x="0" y="40"/>
                    </a:lnTo>
                    <a:lnTo>
                      <a:pt x="128" y="0"/>
                    </a:lnTo>
                    <a:close/>
                  </a:path>
                </a:pathLst>
              </a:custGeom>
              <a:solidFill>
                <a:schemeClr val="bg2"/>
              </a:solidFill>
              <a:ln w="9525">
                <a:solidFill>
                  <a:schemeClr val="bg2"/>
                </a:solidFill>
                <a:round/>
                <a:headEnd/>
                <a:tailEnd/>
              </a:ln>
            </p:spPr>
            <p:txBody>
              <a:bodyPr/>
              <a:lstStyle/>
              <a:p>
                <a:endParaRPr lang="en-US"/>
              </a:p>
            </p:txBody>
          </p:sp>
          <p:sp>
            <p:nvSpPr>
              <p:cNvPr id="110438" name="Line 575"/>
              <p:cNvSpPr>
                <a:spLocks noChangeShapeType="1"/>
              </p:cNvSpPr>
              <p:nvPr/>
            </p:nvSpPr>
            <p:spPr bwMode="auto">
              <a:xfrm flipV="1">
                <a:off x="3772" y="2454"/>
                <a:ext cx="790" cy="529"/>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9788" name="Group 576"/>
            <p:cNvGrpSpPr>
              <a:grpSpLocks/>
            </p:cNvGrpSpPr>
            <p:nvPr/>
          </p:nvGrpSpPr>
          <p:grpSpPr bwMode="auto">
            <a:xfrm>
              <a:off x="3788" y="2076"/>
              <a:ext cx="886" cy="290"/>
              <a:chOff x="3788" y="2076"/>
              <a:chExt cx="886" cy="290"/>
            </a:xfrm>
          </p:grpSpPr>
          <p:sp>
            <p:nvSpPr>
              <p:cNvPr id="110435" name="Freeform 577"/>
              <p:cNvSpPr>
                <a:spLocks/>
              </p:cNvSpPr>
              <p:nvPr/>
            </p:nvSpPr>
            <p:spPr bwMode="auto">
              <a:xfrm>
                <a:off x="4530" y="2076"/>
                <a:ext cx="144" cy="80"/>
              </a:xfrm>
              <a:custGeom>
                <a:avLst/>
                <a:gdLst>
                  <a:gd name="T0" fmla="*/ 144 w 144"/>
                  <a:gd name="T1" fmla="*/ 0 h 80"/>
                  <a:gd name="T2" fmla="*/ 24 w 144"/>
                  <a:gd name="T3" fmla="*/ 80 h 80"/>
                  <a:gd name="T4" fmla="*/ 16 w 144"/>
                  <a:gd name="T5" fmla="*/ 48 h 80"/>
                  <a:gd name="T6" fmla="*/ 0 w 144"/>
                  <a:gd name="T7" fmla="*/ 16 h 80"/>
                  <a:gd name="T8" fmla="*/ 144 w 144"/>
                  <a:gd name="T9" fmla="*/ 0 h 80"/>
                  <a:gd name="T10" fmla="*/ 0 60000 65536"/>
                  <a:gd name="T11" fmla="*/ 0 60000 65536"/>
                  <a:gd name="T12" fmla="*/ 0 60000 65536"/>
                  <a:gd name="T13" fmla="*/ 0 60000 65536"/>
                  <a:gd name="T14" fmla="*/ 0 60000 65536"/>
                  <a:gd name="T15" fmla="*/ 0 w 144"/>
                  <a:gd name="T16" fmla="*/ 0 h 80"/>
                  <a:gd name="T17" fmla="*/ 144 w 144"/>
                  <a:gd name="T18" fmla="*/ 80 h 80"/>
                </a:gdLst>
                <a:ahLst/>
                <a:cxnLst>
                  <a:cxn ang="T10">
                    <a:pos x="T0" y="T1"/>
                  </a:cxn>
                  <a:cxn ang="T11">
                    <a:pos x="T2" y="T3"/>
                  </a:cxn>
                  <a:cxn ang="T12">
                    <a:pos x="T4" y="T5"/>
                  </a:cxn>
                  <a:cxn ang="T13">
                    <a:pos x="T6" y="T7"/>
                  </a:cxn>
                  <a:cxn ang="T14">
                    <a:pos x="T8" y="T9"/>
                  </a:cxn>
                </a:cxnLst>
                <a:rect l="T15" t="T16" r="T17" b="T18"/>
                <a:pathLst>
                  <a:path w="144" h="80">
                    <a:moveTo>
                      <a:pt x="144" y="0"/>
                    </a:moveTo>
                    <a:lnTo>
                      <a:pt x="24" y="80"/>
                    </a:lnTo>
                    <a:lnTo>
                      <a:pt x="16" y="48"/>
                    </a:lnTo>
                    <a:lnTo>
                      <a:pt x="0" y="16"/>
                    </a:lnTo>
                    <a:lnTo>
                      <a:pt x="144" y="0"/>
                    </a:lnTo>
                    <a:close/>
                  </a:path>
                </a:pathLst>
              </a:custGeom>
              <a:solidFill>
                <a:schemeClr val="bg2"/>
              </a:solidFill>
              <a:ln w="9525">
                <a:solidFill>
                  <a:schemeClr val="bg2"/>
                </a:solidFill>
                <a:round/>
                <a:headEnd/>
                <a:tailEnd/>
              </a:ln>
            </p:spPr>
            <p:txBody>
              <a:bodyPr/>
              <a:lstStyle/>
              <a:p>
                <a:endParaRPr lang="en-US"/>
              </a:p>
            </p:txBody>
          </p:sp>
          <p:sp>
            <p:nvSpPr>
              <p:cNvPr id="110436" name="Line 578"/>
              <p:cNvSpPr>
                <a:spLocks noChangeShapeType="1"/>
              </p:cNvSpPr>
              <p:nvPr/>
            </p:nvSpPr>
            <p:spPr bwMode="auto">
              <a:xfrm flipV="1">
                <a:off x="3788" y="2122"/>
                <a:ext cx="766" cy="244"/>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9789" name="Group 579"/>
            <p:cNvGrpSpPr>
              <a:grpSpLocks/>
            </p:cNvGrpSpPr>
            <p:nvPr/>
          </p:nvGrpSpPr>
          <p:grpSpPr bwMode="auto">
            <a:xfrm>
              <a:off x="3317" y="1769"/>
              <a:ext cx="886" cy="283"/>
              <a:chOff x="3317" y="1769"/>
              <a:chExt cx="886" cy="283"/>
            </a:xfrm>
          </p:grpSpPr>
          <p:sp>
            <p:nvSpPr>
              <p:cNvPr id="110433" name="Freeform 580"/>
              <p:cNvSpPr>
                <a:spLocks/>
              </p:cNvSpPr>
              <p:nvPr/>
            </p:nvSpPr>
            <p:spPr bwMode="auto">
              <a:xfrm>
                <a:off x="4067" y="1980"/>
                <a:ext cx="136" cy="72"/>
              </a:xfrm>
              <a:custGeom>
                <a:avLst/>
                <a:gdLst>
                  <a:gd name="T0" fmla="*/ 136 w 136"/>
                  <a:gd name="T1" fmla="*/ 72 h 72"/>
                  <a:gd name="T2" fmla="*/ 0 w 136"/>
                  <a:gd name="T3" fmla="*/ 64 h 72"/>
                  <a:gd name="T4" fmla="*/ 8 w 136"/>
                  <a:gd name="T5" fmla="*/ 32 h 72"/>
                  <a:gd name="T6" fmla="*/ 24 w 136"/>
                  <a:gd name="T7" fmla="*/ 0 h 72"/>
                  <a:gd name="T8" fmla="*/ 136 w 136"/>
                  <a:gd name="T9" fmla="*/ 72 h 72"/>
                  <a:gd name="T10" fmla="*/ 0 60000 65536"/>
                  <a:gd name="T11" fmla="*/ 0 60000 65536"/>
                  <a:gd name="T12" fmla="*/ 0 60000 65536"/>
                  <a:gd name="T13" fmla="*/ 0 60000 65536"/>
                  <a:gd name="T14" fmla="*/ 0 60000 65536"/>
                  <a:gd name="T15" fmla="*/ 0 w 136"/>
                  <a:gd name="T16" fmla="*/ 0 h 72"/>
                  <a:gd name="T17" fmla="*/ 136 w 136"/>
                  <a:gd name="T18" fmla="*/ 72 h 72"/>
                </a:gdLst>
                <a:ahLst/>
                <a:cxnLst>
                  <a:cxn ang="T10">
                    <a:pos x="T0" y="T1"/>
                  </a:cxn>
                  <a:cxn ang="T11">
                    <a:pos x="T2" y="T3"/>
                  </a:cxn>
                  <a:cxn ang="T12">
                    <a:pos x="T4" y="T5"/>
                  </a:cxn>
                  <a:cxn ang="T13">
                    <a:pos x="T6" y="T7"/>
                  </a:cxn>
                  <a:cxn ang="T14">
                    <a:pos x="T8" y="T9"/>
                  </a:cxn>
                </a:cxnLst>
                <a:rect l="T15" t="T16" r="T17" b="T18"/>
                <a:pathLst>
                  <a:path w="136" h="72">
                    <a:moveTo>
                      <a:pt x="136" y="72"/>
                    </a:moveTo>
                    <a:lnTo>
                      <a:pt x="0" y="64"/>
                    </a:lnTo>
                    <a:lnTo>
                      <a:pt x="8" y="32"/>
                    </a:lnTo>
                    <a:lnTo>
                      <a:pt x="24" y="0"/>
                    </a:lnTo>
                    <a:lnTo>
                      <a:pt x="136" y="72"/>
                    </a:lnTo>
                    <a:close/>
                  </a:path>
                </a:pathLst>
              </a:custGeom>
              <a:solidFill>
                <a:schemeClr val="bg2"/>
              </a:solidFill>
              <a:ln w="9525">
                <a:solidFill>
                  <a:schemeClr val="bg2"/>
                </a:solidFill>
                <a:round/>
                <a:headEnd/>
                <a:tailEnd/>
              </a:ln>
            </p:spPr>
            <p:txBody>
              <a:bodyPr/>
              <a:lstStyle/>
              <a:p>
                <a:endParaRPr lang="en-US"/>
              </a:p>
            </p:txBody>
          </p:sp>
          <p:sp>
            <p:nvSpPr>
              <p:cNvPr id="110434" name="Line 581"/>
              <p:cNvSpPr>
                <a:spLocks noChangeShapeType="1"/>
              </p:cNvSpPr>
              <p:nvPr/>
            </p:nvSpPr>
            <p:spPr bwMode="auto">
              <a:xfrm>
                <a:off x="3317" y="1769"/>
                <a:ext cx="766" cy="244"/>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109790" name="Oval 582"/>
            <p:cNvSpPr>
              <a:spLocks noChangeArrowheads="1"/>
            </p:cNvSpPr>
            <p:nvPr/>
          </p:nvSpPr>
          <p:spPr bwMode="auto">
            <a:xfrm>
              <a:off x="3293" y="1741"/>
              <a:ext cx="32" cy="40"/>
            </a:xfrm>
            <a:prstGeom prst="ellipse">
              <a:avLst/>
            </a:prstGeom>
            <a:solidFill>
              <a:schemeClr val="bg2"/>
            </a:solidFill>
            <a:ln w="9525">
              <a:solidFill>
                <a:schemeClr val="bg2"/>
              </a:solidFill>
              <a:round/>
              <a:headEnd/>
              <a:tailEnd/>
            </a:ln>
          </p:spPr>
          <p:txBody>
            <a:bodyPr/>
            <a:lstStyle/>
            <a:p>
              <a:endParaRPr lang="en-US"/>
            </a:p>
          </p:txBody>
        </p:sp>
        <p:sp>
          <p:nvSpPr>
            <p:cNvPr id="109791" name="Oval 583"/>
            <p:cNvSpPr>
              <a:spLocks noChangeArrowheads="1"/>
            </p:cNvSpPr>
            <p:nvPr/>
          </p:nvSpPr>
          <p:spPr bwMode="auto">
            <a:xfrm>
              <a:off x="3293" y="1741"/>
              <a:ext cx="32" cy="40"/>
            </a:xfrm>
            <a:prstGeom prst="ellipse">
              <a:avLst/>
            </a:prstGeom>
            <a:solidFill>
              <a:schemeClr val="bg2"/>
            </a:solidFill>
            <a:ln w="25400">
              <a:solidFill>
                <a:schemeClr val="bg2"/>
              </a:solidFill>
              <a:round/>
              <a:headEnd/>
              <a:tailEnd/>
            </a:ln>
          </p:spPr>
          <p:txBody>
            <a:bodyPr/>
            <a:lstStyle/>
            <a:p>
              <a:endParaRPr lang="en-US"/>
            </a:p>
          </p:txBody>
        </p:sp>
        <p:sp>
          <p:nvSpPr>
            <p:cNvPr id="109792" name="Oval 584"/>
            <p:cNvSpPr>
              <a:spLocks noChangeArrowheads="1"/>
            </p:cNvSpPr>
            <p:nvPr/>
          </p:nvSpPr>
          <p:spPr bwMode="auto">
            <a:xfrm>
              <a:off x="3293" y="2044"/>
              <a:ext cx="32" cy="40"/>
            </a:xfrm>
            <a:prstGeom prst="ellipse">
              <a:avLst/>
            </a:prstGeom>
            <a:solidFill>
              <a:schemeClr val="bg2"/>
            </a:solidFill>
            <a:ln w="9525">
              <a:solidFill>
                <a:schemeClr val="bg2"/>
              </a:solidFill>
              <a:round/>
              <a:headEnd/>
              <a:tailEnd/>
            </a:ln>
          </p:spPr>
          <p:txBody>
            <a:bodyPr/>
            <a:lstStyle/>
            <a:p>
              <a:endParaRPr lang="en-US"/>
            </a:p>
          </p:txBody>
        </p:sp>
        <p:sp>
          <p:nvSpPr>
            <p:cNvPr id="109793" name="Oval 585"/>
            <p:cNvSpPr>
              <a:spLocks noChangeArrowheads="1"/>
            </p:cNvSpPr>
            <p:nvPr/>
          </p:nvSpPr>
          <p:spPr bwMode="auto">
            <a:xfrm>
              <a:off x="3293" y="2044"/>
              <a:ext cx="32" cy="40"/>
            </a:xfrm>
            <a:prstGeom prst="ellipse">
              <a:avLst/>
            </a:prstGeom>
            <a:solidFill>
              <a:schemeClr val="bg2"/>
            </a:solidFill>
            <a:ln w="25400">
              <a:solidFill>
                <a:schemeClr val="bg2"/>
              </a:solidFill>
              <a:round/>
              <a:headEnd/>
              <a:tailEnd/>
            </a:ln>
          </p:spPr>
          <p:txBody>
            <a:bodyPr/>
            <a:lstStyle/>
            <a:p>
              <a:endParaRPr lang="en-US"/>
            </a:p>
          </p:txBody>
        </p:sp>
        <p:sp>
          <p:nvSpPr>
            <p:cNvPr id="109794" name="Oval 586"/>
            <p:cNvSpPr>
              <a:spLocks noChangeArrowheads="1"/>
            </p:cNvSpPr>
            <p:nvPr/>
          </p:nvSpPr>
          <p:spPr bwMode="auto">
            <a:xfrm>
              <a:off x="3293" y="2355"/>
              <a:ext cx="32" cy="32"/>
            </a:xfrm>
            <a:prstGeom prst="ellipse">
              <a:avLst/>
            </a:prstGeom>
            <a:solidFill>
              <a:schemeClr val="bg2"/>
            </a:solidFill>
            <a:ln w="9525">
              <a:solidFill>
                <a:schemeClr val="bg2"/>
              </a:solidFill>
              <a:round/>
              <a:headEnd/>
              <a:tailEnd/>
            </a:ln>
          </p:spPr>
          <p:txBody>
            <a:bodyPr/>
            <a:lstStyle/>
            <a:p>
              <a:endParaRPr lang="en-US"/>
            </a:p>
          </p:txBody>
        </p:sp>
        <p:sp>
          <p:nvSpPr>
            <p:cNvPr id="109795" name="Oval 587"/>
            <p:cNvSpPr>
              <a:spLocks noChangeArrowheads="1"/>
            </p:cNvSpPr>
            <p:nvPr/>
          </p:nvSpPr>
          <p:spPr bwMode="auto">
            <a:xfrm>
              <a:off x="3293" y="2355"/>
              <a:ext cx="32" cy="32"/>
            </a:xfrm>
            <a:prstGeom prst="ellipse">
              <a:avLst/>
            </a:prstGeom>
            <a:solidFill>
              <a:schemeClr val="bg2"/>
            </a:solidFill>
            <a:ln w="25400">
              <a:solidFill>
                <a:schemeClr val="bg2"/>
              </a:solidFill>
              <a:round/>
              <a:headEnd/>
              <a:tailEnd/>
            </a:ln>
          </p:spPr>
          <p:txBody>
            <a:bodyPr/>
            <a:lstStyle/>
            <a:p>
              <a:endParaRPr lang="en-US"/>
            </a:p>
          </p:txBody>
        </p:sp>
        <p:sp>
          <p:nvSpPr>
            <p:cNvPr id="109796" name="Oval 588"/>
            <p:cNvSpPr>
              <a:spLocks noChangeArrowheads="1"/>
            </p:cNvSpPr>
            <p:nvPr/>
          </p:nvSpPr>
          <p:spPr bwMode="auto">
            <a:xfrm>
              <a:off x="3293" y="2658"/>
              <a:ext cx="32" cy="40"/>
            </a:xfrm>
            <a:prstGeom prst="ellipse">
              <a:avLst/>
            </a:prstGeom>
            <a:solidFill>
              <a:schemeClr val="bg2"/>
            </a:solidFill>
            <a:ln w="9525">
              <a:solidFill>
                <a:schemeClr val="bg2"/>
              </a:solidFill>
              <a:round/>
              <a:headEnd/>
              <a:tailEnd/>
            </a:ln>
          </p:spPr>
          <p:txBody>
            <a:bodyPr/>
            <a:lstStyle/>
            <a:p>
              <a:endParaRPr lang="en-US"/>
            </a:p>
          </p:txBody>
        </p:sp>
        <p:sp>
          <p:nvSpPr>
            <p:cNvPr id="109797" name="Oval 589"/>
            <p:cNvSpPr>
              <a:spLocks noChangeArrowheads="1"/>
            </p:cNvSpPr>
            <p:nvPr/>
          </p:nvSpPr>
          <p:spPr bwMode="auto">
            <a:xfrm>
              <a:off x="3293" y="2658"/>
              <a:ext cx="32" cy="40"/>
            </a:xfrm>
            <a:prstGeom prst="ellipse">
              <a:avLst/>
            </a:prstGeom>
            <a:solidFill>
              <a:schemeClr val="bg2"/>
            </a:solidFill>
            <a:ln w="25400">
              <a:solidFill>
                <a:schemeClr val="bg2"/>
              </a:solidFill>
              <a:round/>
              <a:headEnd/>
              <a:tailEnd/>
            </a:ln>
          </p:spPr>
          <p:txBody>
            <a:bodyPr/>
            <a:lstStyle/>
            <a:p>
              <a:endParaRPr lang="en-US"/>
            </a:p>
          </p:txBody>
        </p:sp>
        <p:sp>
          <p:nvSpPr>
            <p:cNvPr id="109798" name="Oval 590"/>
            <p:cNvSpPr>
              <a:spLocks noChangeArrowheads="1"/>
            </p:cNvSpPr>
            <p:nvPr/>
          </p:nvSpPr>
          <p:spPr bwMode="auto">
            <a:xfrm>
              <a:off x="3285" y="2969"/>
              <a:ext cx="32" cy="32"/>
            </a:xfrm>
            <a:prstGeom prst="ellipse">
              <a:avLst/>
            </a:prstGeom>
            <a:solidFill>
              <a:schemeClr val="bg2"/>
            </a:solidFill>
            <a:ln w="9525">
              <a:solidFill>
                <a:schemeClr val="bg2"/>
              </a:solidFill>
              <a:round/>
              <a:headEnd/>
              <a:tailEnd/>
            </a:ln>
          </p:spPr>
          <p:txBody>
            <a:bodyPr/>
            <a:lstStyle/>
            <a:p>
              <a:endParaRPr lang="en-US"/>
            </a:p>
          </p:txBody>
        </p:sp>
        <p:sp>
          <p:nvSpPr>
            <p:cNvPr id="109799" name="Oval 591"/>
            <p:cNvSpPr>
              <a:spLocks noChangeArrowheads="1"/>
            </p:cNvSpPr>
            <p:nvPr/>
          </p:nvSpPr>
          <p:spPr bwMode="auto">
            <a:xfrm>
              <a:off x="3285" y="2969"/>
              <a:ext cx="32" cy="32"/>
            </a:xfrm>
            <a:prstGeom prst="ellipse">
              <a:avLst/>
            </a:prstGeom>
            <a:solidFill>
              <a:schemeClr val="bg2"/>
            </a:solidFill>
            <a:ln w="25400">
              <a:solidFill>
                <a:schemeClr val="bg2"/>
              </a:solidFill>
              <a:round/>
              <a:headEnd/>
              <a:tailEnd/>
            </a:ln>
          </p:spPr>
          <p:txBody>
            <a:bodyPr/>
            <a:lstStyle/>
            <a:p>
              <a:endParaRPr lang="en-US"/>
            </a:p>
          </p:txBody>
        </p:sp>
        <p:grpSp>
          <p:nvGrpSpPr>
            <p:cNvPr id="109800" name="Group 592"/>
            <p:cNvGrpSpPr>
              <a:grpSpLocks/>
            </p:cNvGrpSpPr>
            <p:nvPr/>
          </p:nvGrpSpPr>
          <p:grpSpPr bwMode="auto">
            <a:xfrm>
              <a:off x="3748" y="1741"/>
              <a:ext cx="40" cy="1260"/>
              <a:chOff x="3748" y="1741"/>
              <a:chExt cx="40" cy="1260"/>
            </a:xfrm>
          </p:grpSpPr>
          <p:sp>
            <p:nvSpPr>
              <p:cNvPr id="110423" name="Oval 593"/>
              <p:cNvSpPr>
                <a:spLocks noChangeArrowheads="1"/>
              </p:cNvSpPr>
              <p:nvPr/>
            </p:nvSpPr>
            <p:spPr bwMode="auto">
              <a:xfrm>
                <a:off x="3748" y="1741"/>
                <a:ext cx="40" cy="32"/>
              </a:xfrm>
              <a:prstGeom prst="ellipse">
                <a:avLst/>
              </a:prstGeom>
              <a:solidFill>
                <a:schemeClr val="bg2"/>
              </a:solidFill>
              <a:ln w="9525">
                <a:solidFill>
                  <a:schemeClr val="bg2"/>
                </a:solidFill>
                <a:round/>
                <a:headEnd/>
                <a:tailEnd/>
              </a:ln>
            </p:spPr>
            <p:txBody>
              <a:bodyPr/>
              <a:lstStyle/>
              <a:p>
                <a:endParaRPr lang="en-US"/>
              </a:p>
            </p:txBody>
          </p:sp>
          <p:sp>
            <p:nvSpPr>
              <p:cNvPr id="110424" name="Oval 594"/>
              <p:cNvSpPr>
                <a:spLocks noChangeArrowheads="1"/>
              </p:cNvSpPr>
              <p:nvPr/>
            </p:nvSpPr>
            <p:spPr bwMode="auto">
              <a:xfrm>
                <a:off x="3748" y="1741"/>
                <a:ext cx="40" cy="32"/>
              </a:xfrm>
              <a:prstGeom prst="ellipse">
                <a:avLst/>
              </a:prstGeom>
              <a:solidFill>
                <a:schemeClr val="bg2"/>
              </a:solidFill>
              <a:ln w="25400">
                <a:solidFill>
                  <a:schemeClr val="bg2"/>
                </a:solidFill>
                <a:round/>
                <a:headEnd/>
                <a:tailEnd/>
              </a:ln>
            </p:spPr>
            <p:txBody>
              <a:bodyPr/>
              <a:lstStyle/>
              <a:p>
                <a:endParaRPr lang="en-US"/>
              </a:p>
            </p:txBody>
          </p:sp>
          <p:sp>
            <p:nvSpPr>
              <p:cNvPr id="110425" name="Oval 595"/>
              <p:cNvSpPr>
                <a:spLocks noChangeArrowheads="1"/>
              </p:cNvSpPr>
              <p:nvPr/>
            </p:nvSpPr>
            <p:spPr bwMode="auto">
              <a:xfrm>
                <a:off x="3756" y="2044"/>
                <a:ext cx="32" cy="32"/>
              </a:xfrm>
              <a:prstGeom prst="ellipse">
                <a:avLst/>
              </a:prstGeom>
              <a:solidFill>
                <a:schemeClr val="bg2"/>
              </a:solidFill>
              <a:ln w="9525">
                <a:solidFill>
                  <a:schemeClr val="bg2"/>
                </a:solidFill>
                <a:round/>
                <a:headEnd/>
                <a:tailEnd/>
              </a:ln>
            </p:spPr>
            <p:txBody>
              <a:bodyPr/>
              <a:lstStyle/>
              <a:p>
                <a:endParaRPr lang="en-US"/>
              </a:p>
            </p:txBody>
          </p:sp>
          <p:sp>
            <p:nvSpPr>
              <p:cNvPr id="110426" name="Oval 596"/>
              <p:cNvSpPr>
                <a:spLocks noChangeArrowheads="1"/>
              </p:cNvSpPr>
              <p:nvPr/>
            </p:nvSpPr>
            <p:spPr bwMode="auto">
              <a:xfrm>
                <a:off x="3756" y="2044"/>
                <a:ext cx="32" cy="32"/>
              </a:xfrm>
              <a:prstGeom prst="ellipse">
                <a:avLst/>
              </a:prstGeom>
              <a:solidFill>
                <a:schemeClr val="bg2"/>
              </a:solidFill>
              <a:ln w="25400">
                <a:solidFill>
                  <a:schemeClr val="bg2"/>
                </a:solidFill>
                <a:round/>
                <a:headEnd/>
                <a:tailEnd/>
              </a:ln>
            </p:spPr>
            <p:txBody>
              <a:bodyPr/>
              <a:lstStyle/>
              <a:p>
                <a:endParaRPr lang="en-US"/>
              </a:p>
            </p:txBody>
          </p:sp>
          <p:sp>
            <p:nvSpPr>
              <p:cNvPr id="110427" name="Oval 597"/>
              <p:cNvSpPr>
                <a:spLocks noChangeArrowheads="1"/>
              </p:cNvSpPr>
              <p:nvPr/>
            </p:nvSpPr>
            <p:spPr bwMode="auto">
              <a:xfrm>
                <a:off x="3756" y="2355"/>
                <a:ext cx="32" cy="32"/>
              </a:xfrm>
              <a:prstGeom prst="ellipse">
                <a:avLst/>
              </a:prstGeom>
              <a:solidFill>
                <a:schemeClr val="bg2"/>
              </a:solidFill>
              <a:ln w="9525">
                <a:solidFill>
                  <a:schemeClr val="bg2"/>
                </a:solidFill>
                <a:round/>
                <a:headEnd/>
                <a:tailEnd/>
              </a:ln>
            </p:spPr>
            <p:txBody>
              <a:bodyPr/>
              <a:lstStyle/>
              <a:p>
                <a:endParaRPr lang="en-US"/>
              </a:p>
            </p:txBody>
          </p:sp>
          <p:sp>
            <p:nvSpPr>
              <p:cNvPr id="110428" name="Oval 598"/>
              <p:cNvSpPr>
                <a:spLocks noChangeArrowheads="1"/>
              </p:cNvSpPr>
              <p:nvPr/>
            </p:nvSpPr>
            <p:spPr bwMode="auto">
              <a:xfrm>
                <a:off x="3756" y="2355"/>
                <a:ext cx="32" cy="32"/>
              </a:xfrm>
              <a:prstGeom prst="ellipse">
                <a:avLst/>
              </a:prstGeom>
              <a:solidFill>
                <a:schemeClr val="bg2"/>
              </a:solidFill>
              <a:ln w="25400">
                <a:solidFill>
                  <a:schemeClr val="bg2"/>
                </a:solidFill>
                <a:round/>
                <a:headEnd/>
                <a:tailEnd/>
              </a:ln>
            </p:spPr>
            <p:txBody>
              <a:bodyPr/>
              <a:lstStyle/>
              <a:p>
                <a:endParaRPr lang="en-US"/>
              </a:p>
            </p:txBody>
          </p:sp>
          <p:sp>
            <p:nvSpPr>
              <p:cNvPr id="110429" name="Oval 599"/>
              <p:cNvSpPr>
                <a:spLocks noChangeArrowheads="1"/>
              </p:cNvSpPr>
              <p:nvPr/>
            </p:nvSpPr>
            <p:spPr bwMode="auto">
              <a:xfrm>
                <a:off x="3748" y="2658"/>
                <a:ext cx="40" cy="32"/>
              </a:xfrm>
              <a:prstGeom prst="ellipse">
                <a:avLst/>
              </a:prstGeom>
              <a:solidFill>
                <a:schemeClr val="bg2"/>
              </a:solidFill>
              <a:ln w="9525">
                <a:solidFill>
                  <a:schemeClr val="bg2"/>
                </a:solidFill>
                <a:round/>
                <a:headEnd/>
                <a:tailEnd/>
              </a:ln>
            </p:spPr>
            <p:txBody>
              <a:bodyPr/>
              <a:lstStyle/>
              <a:p>
                <a:endParaRPr lang="en-US"/>
              </a:p>
            </p:txBody>
          </p:sp>
          <p:sp>
            <p:nvSpPr>
              <p:cNvPr id="110430" name="Oval 600"/>
              <p:cNvSpPr>
                <a:spLocks noChangeArrowheads="1"/>
              </p:cNvSpPr>
              <p:nvPr/>
            </p:nvSpPr>
            <p:spPr bwMode="auto">
              <a:xfrm>
                <a:off x="3748" y="2658"/>
                <a:ext cx="40" cy="32"/>
              </a:xfrm>
              <a:prstGeom prst="ellipse">
                <a:avLst/>
              </a:prstGeom>
              <a:solidFill>
                <a:schemeClr val="bg2"/>
              </a:solidFill>
              <a:ln w="25400">
                <a:solidFill>
                  <a:schemeClr val="bg2"/>
                </a:solidFill>
                <a:round/>
                <a:headEnd/>
                <a:tailEnd/>
              </a:ln>
            </p:spPr>
            <p:txBody>
              <a:bodyPr/>
              <a:lstStyle/>
              <a:p>
                <a:endParaRPr lang="en-US"/>
              </a:p>
            </p:txBody>
          </p:sp>
          <p:sp>
            <p:nvSpPr>
              <p:cNvPr id="110431" name="Oval 601"/>
              <p:cNvSpPr>
                <a:spLocks noChangeArrowheads="1"/>
              </p:cNvSpPr>
              <p:nvPr/>
            </p:nvSpPr>
            <p:spPr bwMode="auto">
              <a:xfrm>
                <a:off x="3748" y="2969"/>
                <a:ext cx="32" cy="32"/>
              </a:xfrm>
              <a:prstGeom prst="ellipse">
                <a:avLst/>
              </a:prstGeom>
              <a:solidFill>
                <a:schemeClr val="bg2"/>
              </a:solidFill>
              <a:ln w="9525">
                <a:solidFill>
                  <a:schemeClr val="bg2"/>
                </a:solidFill>
                <a:round/>
                <a:headEnd/>
                <a:tailEnd/>
              </a:ln>
            </p:spPr>
            <p:txBody>
              <a:bodyPr/>
              <a:lstStyle/>
              <a:p>
                <a:endParaRPr lang="en-US"/>
              </a:p>
            </p:txBody>
          </p:sp>
          <p:sp>
            <p:nvSpPr>
              <p:cNvPr id="110432" name="Oval 602"/>
              <p:cNvSpPr>
                <a:spLocks noChangeArrowheads="1"/>
              </p:cNvSpPr>
              <p:nvPr/>
            </p:nvSpPr>
            <p:spPr bwMode="auto">
              <a:xfrm>
                <a:off x="3748" y="2969"/>
                <a:ext cx="32" cy="32"/>
              </a:xfrm>
              <a:prstGeom prst="ellipse">
                <a:avLst/>
              </a:prstGeom>
              <a:solidFill>
                <a:schemeClr val="bg2"/>
              </a:solidFill>
              <a:ln w="25400">
                <a:solidFill>
                  <a:schemeClr val="bg2"/>
                </a:solidFill>
                <a:round/>
                <a:headEnd/>
                <a:tailEnd/>
              </a:ln>
            </p:spPr>
            <p:txBody>
              <a:bodyPr/>
              <a:lstStyle/>
              <a:p>
                <a:endParaRPr lang="en-US"/>
              </a:p>
            </p:txBody>
          </p:sp>
        </p:grpSp>
        <p:grpSp>
          <p:nvGrpSpPr>
            <p:cNvPr id="109801" name="Group 603"/>
            <p:cNvGrpSpPr>
              <a:grpSpLocks/>
            </p:cNvGrpSpPr>
            <p:nvPr/>
          </p:nvGrpSpPr>
          <p:grpSpPr bwMode="auto">
            <a:xfrm>
              <a:off x="4203" y="1749"/>
              <a:ext cx="48" cy="1252"/>
              <a:chOff x="4203" y="1749"/>
              <a:chExt cx="48" cy="1252"/>
            </a:xfrm>
          </p:grpSpPr>
          <p:sp>
            <p:nvSpPr>
              <p:cNvPr id="110413" name="Oval 604"/>
              <p:cNvSpPr>
                <a:spLocks noChangeArrowheads="1"/>
              </p:cNvSpPr>
              <p:nvPr/>
            </p:nvSpPr>
            <p:spPr bwMode="auto">
              <a:xfrm>
                <a:off x="4211" y="1749"/>
                <a:ext cx="32" cy="32"/>
              </a:xfrm>
              <a:prstGeom prst="ellipse">
                <a:avLst/>
              </a:prstGeom>
              <a:solidFill>
                <a:schemeClr val="bg2"/>
              </a:solidFill>
              <a:ln w="9525">
                <a:solidFill>
                  <a:schemeClr val="bg2"/>
                </a:solidFill>
                <a:round/>
                <a:headEnd/>
                <a:tailEnd/>
              </a:ln>
            </p:spPr>
            <p:txBody>
              <a:bodyPr/>
              <a:lstStyle/>
              <a:p>
                <a:endParaRPr lang="en-US"/>
              </a:p>
            </p:txBody>
          </p:sp>
          <p:sp>
            <p:nvSpPr>
              <p:cNvPr id="110414" name="Oval 605"/>
              <p:cNvSpPr>
                <a:spLocks noChangeArrowheads="1"/>
              </p:cNvSpPr>
              <p:nvPr/>
            </p:nvSpPr>
            <p:spPr bwMode="auto">
              <a:xfrm>
                <a:off x="4211" y="1749"/>
                <a:ext cx="32" cy="32"/>
              </a:xfrm>
              <a:prstGeom prst="ellipse">
                <a:avLst/>
              </a:prstGeom>
              <a:solidFill>
                <a:schemeClr val="bg2"/>
              </a:solidFill>
              <a:ln w="25400">
                <a:solidFill>
                  <a:schemeClr val="bg2"/>
                </a:solidFill>
                <a:round/>
                <a:headEnd/>
                <a:tailEnd/>
              </a:ln>
            </p:spPr>
            <p:txBody>
              <a:bodyPr/>
              <a:lstStyle/>
              <a:p>
                <a:endParaRPr lang="en-US"/>
              </a:p>
            </p:txBody>
          </p:sp>
          <p:sp>
            <p:nvSpPr>
              <p:cNvPr id="110415" name="Oval 606"/>
              <p:cNvSpPr>
                <a:spLocks noChangeArrowheads="1"/>
              </p:cNvSpPr>
              <p:nvPr/>
            </p:nvSpPr>
            <p:spPr bwMode="auto">
              <a:xfrm>
                <a:off x="4219" y="2052"/>
                <a:ext cx="32" cy="32"/>
              </a:xfrm>
              <a:prstGeom prst="ellipse">
                <a:avLst/>
              </a:prstGeom>
              <a:solidFill>
                <a:schemeClr val="bg2"/>
              </a:solidFill>
              <a:ln w="9525">
                <a:solidFill>
                  <a:schemeClr val="bg2"/>
                </a:solidFill>
                <a:round/>
                <a:headEnd/>
                <a:tailEnd/>
              </a:ln>
            </p:spPr>
            <p:txBody>
              <a:bodyPr/>
              <a:lstStyle/>
              <a:p>
                <a:endParaRPr lang="en-US"/>
              </a:p>
            </p:txBody>
          </p:sp>
          <p:sp>
            <p:nvSpPr>
              <p:cNvPr id="110416" name="Oval 607"/>
              <p:cNvSpPr>
                <a:spLocks noChangeArrowheads="1"/>
              </p:cNvSpPr>
              <p:nvPr/>
            </p:nvSpPr>
            <p:spPr bwMode="auto">
              <a:xfrm>
                <a:off x="4219" y="2052"/>
                <a:ext cx="32" cy="32"/>
              </a:xfrm>
              <a:prstGeom prst="ellipse">
                <a:avLst/>
              </a:prstGeom>
              <a:solidFill>
                <a:schemeClr val="bg2"/>
              </a:solidFill>
              <a:ln w="25400">
                <a:solidFill>
                  <a:schemeClr val="bg2"/>
                </a:solidFill>
                <a:round/>
                <a:headEnd/>
                <a:tailEnd/>
              </a:ln>
            </p:spPr>
            <p:txBody>
              <a:bodyPr/>
              <a:lstStyle/>
              <a:p>
                <a:endParaRPr lang="en-US"/>
              </a:p>
            </p:txBody>
          </p:sp>
          <p:sp>
            <p:nvSpPr>
              <p:cNvPr id="110417" name="Oval 608"/>
              <p:cNvSpPr>
                <a:spLocks noChangeArrowheads="1"/>
              </p:cNvSpPr>
              <p:nvPr/>
            </p:nvSpPr>
            <p:spPr bwMode="auto">
              <a:xfrm>
                <a:off x="4219" y="2355"/>
                <a:ext cx="32" cy="32"/>
              </a:xfrm>
              <a:prstGeom prst="ellipse">
                <a:avLst/>
              </a:prstGeom>
              <a:solidFill>
                <a:schemeClr val="bg2"/>
              </a:solidFill>
              <a:ln w="9525">
                <a:solidFill>
                  <a:schemeClr val="bg2"/>
                </a:solidFill>
                <a:round/>
                <a:headEnd/>
                <a:tailEnd/>
              </a:ln>
            </p:spPr>
            <p:txBody>
              <a:bodyPr/>
              <a:lstStyle/>
              <a:p>
                <a:endParaRPr lang="en-US"/>
              </a:p>
            </p:txBody>
          </p:sp>
          <p:sp>
            <p:nvSpPr>
              <p:cNvPr id="110418" name="Oval 609"/>
              <p:cNvSpPr>
                <a:spLocks noChangeArrowheads="1"/>
              </p:cNvSpPr>
              <p:nvPr/>
            </p:nvSpPr>
            <p:spPr bwMode="auto">
              <a:xfrm>
                <a:off x="4219" y="2355"/>
                <a:ext cx="32" cy="32"/>
              </a:xfrm>
              <a:prstGeom prst="ellipse">
                <a:avLst/>
              </a:prstGeom>
              <a:solidFill>
                <a:schemeClr val="bg2"/>
              </a:solidFill>
              <a:ln w="25400">
                <a:solidFill>
                  <a:schemeClr val="bg2"/>
                </a:solidFill>
                <a:round/>
                <a:headEnd/>
                <a:tailEnd/>
              </a:ln>
            </p:spPr>
            <p:txBody>
              <a:bodyPr/>
              <a:lstStyle/>
              <a:p>
                <a:endParaRPr lang="en-US"/>
              </a:p>
            </p:txBody>
          </p:sp>
          <p:sp>
            <p:nvSpPr>
              <p:cNvPr id="110419" name="Oval 610"/>
              <p:cNvSpPr>
                <a:spLocks noChangeArrowheads="1"/>
              </p:cNvSpPr>
              <p:nvPr/>
            </p:nvSpPr>
            <p:spPr bwMode="auto">
              <a:xfrm>
                <a:off x="4211" y="2666"/>
                <a:ext cx="32" cy="32"/>
              </a:xfrm>
              <a:prstGeom prst="ellipse">
                <a:avLst/>
              </a:prstGeom>
              <a:solidFill>
                <a:schemeClr val="bg2"/>
              </a:solidFill>
              <a:ln w="9525">
                <a:solidFill>
                  <a:schemeClr val="bg2"/>
                </a:solidFill>
                <a:round/>
                <a:headEnd/>
                <a:tailEnd/>
              </a:ln>
            </p:spPr>
            <p:txBody>
              <a:bodyPr/>
              <a:lstStyle/>
              <a:p>
                <a:endParaRPr lang="en-US"/>
              </a:p>
            </p:txBody>
          </p:sp>
          <p:sp>
            <p:nvSpPr>
              <p:cNvPr id="110420" name="Oval 611"/>
              <p:cNvSpPr>
                <a:spLocks noChangeArrowheads="1"/>
              </p:cNvSpPr>
              <p:nvPr/>
            </p:nvSpPr>
            <p:spPr bwMode="auto">
              <a:xfrm>
                <a:off x="4211" y="2666"/>
                <a:ext cx="32" cy="32"/>
              </a:xfrm>
              <a:prstGeom prst="ellipse">
                <a:avLst/>
              </a:prstGeom>
              <a:solidFill>
                <a:schemeClr val="bg2"/>
              </a:solidFill>
              <a:ln w="25400">
                <a:solidFill>
                  <a:schemeClr val="bg2"/>
                </a:solidFill>
                <a:round/>
                <a:headEnd/>
                <a:tailEnd/>
              </a:ln>
            </p:spPr>
            <p:txBody>
              <a:bodyPr/>
              <a:lstStyle/>
              <a:p>
                <a:endParaRPr lang="en-US"/>
              </a:p>
            </p:txBody>
          </p:sp>
          <p:sp>
            <p:nvSpPr>
              <p:cNvPr id="110421" name="Oval 612"/>
              <p:cNvSpPr>
                <a:spLocks noChangeArrowheads="1"/>
              </p:cNvSpPr>
              <p:nvPr/>
            </p:nvSpPr>
            <p:spPr bwMode="auto">
              <a:xfrm>
                <a:off x="4203" y="2969"/>
                <a:ext cx="40" cy="32"/>
              </a:xfrm>
              <a:prstGeom prst="ellipse">
                <a:avLst/>
              </a:prstGeom>
              <a:solidFill>
                <a:schemeClr val="bg2"/>
              </a:solidFill>
              <a:ln w="9525">
                <a:solidFill>
                  <a:schemeClr val="bg2"/>
                </a:solidFill>
                <a:round/>
                <a:headEnd/>
                <a:tailEnd/>
              </a:ln>
            </p:spPr>
            <p:txBody>
              <a:bodyPr/>
              <a:lstStyle/>
              <a:p>
                <a:endParaRPr lang="en-US"/>
              </a:p>
            </p:txBody>
          </p:sp>
          <p:sp>
            <p:nvSpPr>
              <p:cNvPr id="110422" name="Oval 613"/>
              <p:cNvSpPr>
                <a:spLocks noChangeArrowheads="1"/>
              </p:cNvSpPr>
              <p:nvPr/>
            </p:nvSpPr>
            <p:spPr bwMode="auto">
              <a:xfrm>
                <a:off x="4203" y="2969"/>
                <a:ext cx="40" cy="32"/>
              </a:xfrm>
              <a:prstGeom prst="ellipse">
                <a:avLst/>
              </a:prstGeom>
              <a:solidFill>
                <a:schemeClr val="bg2"/>
              </a:solidFill>
              <a:ln w="25400">
                <a:solidFill>
                  <a:schemeClr val="bg2"/>
                </a:solidFill>
                <a:round/>
                <a:headEnd/>
                <a:tailEnd/>
              </a:ln>
            </p:spPr>
            <p:txBody>
              <a:bodyPr/>
              <a:lstStyle/>
              <a:p>
                <a:endParaRPr lang="en-US"/>
              </a:p>
            </p:txBody>
          </p:sp>
        </p:grpSp>
        <p:grpSp>
          <p:nvGrpSpPr>
            <p:cNvPr id="109802" name="Group 614"/>
            <p:cNvGrpSpPr>
              <a:grpSpLocks/>
            </p:cNvGrpSpPr>
            <p:nvPr/>
          </p:nvGrpSpPr>
          <p:grpSpPr bwMode="auto">
            <a:xfrm>
              <a:off x="3317" y="2076"/>
              <a:ext cx="431" cy="284"/>
              <a:chOff x="3317" y="2076"/>
              <a:chExt cx="431" cy="284"/>
            </a:xfrm>
          </p:grpSpPr>
          <p:sp>
            <p:nvSpPr>
              <p:cNvPr id="110411" name="Freeform 615"/>
              <p:cNvSpPr>
                <a:spLocks/>
              </p:cNvSpPr>
              <p:nvPr/>
            </p:nvSpPr>
            <p:spPr bwMode="auto">
              <a:xfrm>
                <a:off x="3620" y="2076"/>
                <a:ext cx="128" cy="104"/>
              </a:xfrm>
              <a:custGeom>
                <a:avLst/>
                <a:gdLst>
                  <a:gd name="T0" fmla="*/ 128 w 128"/>
                  <a:gd name="T1" fmla="*/ 0 h 104"/>
                  <a:gd name="T2" fmla="*/ 40 w 128"/>
                  <a:gd name="T3" fmla="*/ 104 h 104"/>
                  <a:gd name="T4" fmla="*/ 16 w 128"/>
                  <a:gd name="T5" fmla="*/ 72 h 104"/>
                  <a:gd name="T6" fmla="*/ 0 w 128"/>
                  <a:gd name="T7" fmla="*/ 48 h 104"/>
                  <a:gd name="T8" fmla="*/ 128 w 128"/>
                  <a:gd name="T9" fmla="*/ 0 h 104"/>
                  <a:gd name="T10" fmla="*/ 0 60000 65536"/>
                  <a:gd name="T11" fmla="*/ 0 60000 65536"/>
                  <a:gd name="T12" fmla="*/ 0 60000 65536"/>
                  <a:gd name="T13" fmla="*/ 0 60000 65536"/>
                  <a:gd name="T14" fmla="*/ 0 60000 65536"/>
                  <a:gd name="T15" fmla="*/ 0 w 128"/>
                  <a:gd name="T16" fmla="*/ 0 h 104"/>
                  <a:gd name="T17" fmla="*/ 128 w 128"/>
                  <a:gd name="T18" fmla="*/ 104 h 104"/>
                </a:gdLst>
                <a:ahLst/>
                <a:cxnLst>
                  <a:cxn ang="T10">
                    <a:pos x="T0" y="T1"/>
                  </a:cxn>
                  <a:cxn ang="T11">
                    <a:pos x="T2" y="T3"/>
                  </a:cxn>
                  <a:cxn ang="T12">
                    <a:pos x="T4" y="T5"/>
                  </a:cxn>
                  <a:cxn ang="T13">
                    <a:pos x="T6" y="T7"/>
                  </a:cxn>
                  <a:cxn ang="T14">
                    <a:pos x="T8" y="T9"/>
                  </a:cxn>
                </a:cxnLst>
                <a:rect l="T15" t="T16" r="T17" b="T18"/>
                <a:pathLst>
                  <a:path w="128" h="104">
                    <a:moveTo>
                      <a:pt x="128" y="0"/>
                    </a:moveTo>
                    <a:lnTo>
                      <a:pt x="40" y="104"/>
                    </a:lnTo>
                    <a:lnTo>
                      <a:pt x="16" y="72"/>
                    </a:lnTo>
                    <a:lnTo>
                      <a:pt x="0" y="48"/>
                    </a:lnTo>
                    <a:lnTo>
                      <a:pt x="128" y="0"/>
                    </a:lnTo>
                    <a:close/>
                  </a:path>
                </a:pathLst>
              </a:custGeom>
              <a:solidFill>
                <a:schemeClr val="bg2"/>
              </a:solidFill>
              <a:ln w="9525">
                <a:solidFill>
                  <a:schemeClr val="bg2"/>
                </a:solidFill>
                <a:round/>
                <a:headEnd/>
                <a:tailEnd/>
              </a:ln>
            </p:spPr>
            <p:txBody>
              <a:bodyPr/>
              <a:lstStyle/>
              <a:p>
                <a:endParaRPr lang="en-US"/>
              </a:p>
            </p:txBody>
          </p:sp>
          <p:sp>
            <p:nvSpPr>
              <p:cNvPr id="110412" name="Line 616"/>
              <p:cNvSpPr>
                <a:spLocks noChangeShapeType="1"/>
              </p:cNvSpPr>
              <p:nvPr/>
            </p:nvSpPr>
            <p:spPr bwMode="auto">
              <a:xfrm flipV="1">
                <a:off x="3317" y="2143"/>
                <a:ext cx="327" cy="217"/>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9803" name="Group 617"/>
            <p:cNvGrpSpPr>
              <a:grpSpLocks/>
            </p:cNvGrpSpPr>
            <p:nvPr/>
          </p:nvGrpSpPr>
          <p:grpSpPr bwMode="auto">
            <a:xfrm>
              <a:off x="3325" y="1733"/>
              <a:ext cx="415" cy="56"/>
              <a:chOff x="3325" y="1733"/>
              <a:chExt cx="415" cy="56"/>
            </a:xfrm>
          </p:grpSpPr>
          <p:sp>
            <p:nvSpPr>
              <p:cNvPr id="110403" name="Freeform 618"/>
              <p:cNvSpPr>
                <a:spLocks/>
              </p:cNvSpPr>
              <p:nvPr/>
            </p:nvSpPr>
            <p:spPr bwMode="auto">
              <a:xfrm>
                <a:off x="3628" y="1733"/>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solidFill>
                <a:schemeClr val="bg2"/>
              </a:solidFill>
              <a:ln w="9525">
                <a:solidFill>
                  <a:schemeClr val="bg2"/>
                </a:solidFill>
                <a:round/>
                <a:headEnd/>
                <a:tailEnd/>
              </a:ln>
            </p:spPr>
            <p:txBody>
              <a:bodyPr/>
              <a:lstStyle/>
              <a:p>
                <a:endParaRPr lang="en-US"/>
              </a:p>
            </p:txBody>
          </p:sp>
          <p:grpSp>
            <p:nvGrpSpPr>
              <p:cNvPr id="110404" name="Group 619"/>
              <p:cNvGrpSpPr>
                <a:grpSpLocks/>
              </p:cNvGrpSpPr>
              <p:nvPr/>
            </p:nvGrpSpPr>
            <p:grpSpPr bwMode="auto">
              <a:xfrm>
                <a:off x="3325" y="1757"/>
                <a:ext cx="295" cy="1"/>
                <a:chOff x="3325" y="1757"/>
                <a:chExt cx="295" cy="1"/>
              </a:xfrm>
            </p:grpSpPr>
            <p:sp>
              <p:nvSpPr>
                <p:cNvPr id="110405" name="Line 620"/>
                <p:cNvSpPr>
                  <a:spLocks noChangeShapeType="1"/>
                </p:cNvSpPr>
                <p:nvPr/>
              </p:nvSpPr>
              <p:spPr bwMode="auto">
                <a:xfrm>
                  <a:off x="3325"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406" name="Line 621"/>
                <p:cNvSpPr>
                  <a:spLocks noChangeShapeType="1"/>
                </p:cNvSpPr>
                <p:nvPr/>
              </p:nvSpPr>
              <p:spPr bwMode="auto">
                <a:xfrm>
                  <a:off x="3381"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407" name="Line 622"/>
                <p:cNvSpPr>
                  <a:spLocks noChangeShapeType="1"/>
                </p:cNvSpPr>
                <p:nvPr/>
              </p:nvSpPr>
              <p:spPr bwMode="auto">
                <a:xfrm>
                  <a:off x="3437"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408" name="Line 623"/>
                <p:cNvSpPr>
                  <a:spLocks noChangeShapeType="1"/>
                </p:cNvSpPr>
                <p:nvPr/>
              </p:nvSpPr>
              <p:spPr bwMode="auto">
                <a:xfrm>
                  <a:off x="3493" y="1757"/>
                  <a:ext cx="23"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409" name="Line 624"/>
                <p:cNvSpPr>
                  <a:spLocks noChangeShapeType="1"/>
                </p:cNvSpPr>
                <p:nvPr/>
              </p:nvSpPr>
              <p:spPr bwMode="auto">
                <a:xfrm>
                  <a:off x="3548"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410" name="Line 625"/>
                <p:cNvSpPr>
                  <a:spLocks noChangeShapeType="1"/>
                </p:cNvSpPr>
                <p:nvPr/>
              </p:nvSpPr>
              <p:spPr bwMode="auto">
                <a:xfrm>
                  <a:off x="3604" y="1757"/>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9804" name="Group 626"/>
            <p:cNvGrpSpPr>
              <a:grpSpLocks/>
            </p:cNvGrpSpPr>
            <p:nvPr/>
          </p:nvGrpSpPr>
          <p:grpSpPr bwMode="auto">
            <a:xfrm>
              <a:off x="3788" y="1733"/>
              <a:ext cx="415" cy="56"/>
              <a:chOff x="3788" y="1733"/>
              <a:chExt cx="415" cy="56"/>
            </a:xfrm>
          </p:grpSpPr>
          <p:sp>
            <p:nvSpPr>
              <p:cNvPr id="110395" name="Freeform 627"/>
              <p:cNvSpPr>
                <a:spLocks/>
              </p:cNvSpPr>
              <p:nvPr/>
            </p:nvSpPr>
            <p:spPr bwMode="auto">
              <a:xfrm>
                <a:off x="4091" y="1733"/>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solidFill>
                <a:schemeClr val="bg2"/>
              </a:solidFill>
              <a:ln w="9525">
                <a:solidFill>
                  <a:schemeClr val="bg2"/>
                </a:solidFill>
                <a:round/>
                <a:headEnd/>
                <a:tailEnd/>
              </a:ln>
            </p:spPr>
            <p:txBody>
              <a:bodyPr/>
              <a:lstStyle/>
              <a:p>
                <a:endParaRPr lang="en-US"/>
              </a:p>
            </p:txBody>
          </p:sp>
          <p:grpSp>
            <p:nvGrpSpPr>
              <p:cNvPr id="110396" name="Group 628"/>
              <p:cNvGrpSpPr>
                <a:grpSpLocks/>
              </p:cNvGrpSpPr>
              <p:nvPr/>
            </p:nvGrpSpPr>
            <p:grpSpPr bwMode="auto">
              <a:xfrm>
                <a:off x="3788" y="1757"/>
                <a:ext cx="295" cy="1"/>
                <a:chOff x="3788" y="1757"/>
                <a:chExt cx="295" cy="1"/>
              </a:xfrm>
            </p:grpSpPr>
            <p:sp>
              <p:nvSpPr>
                <p:cNvPr id="110397" name="Line 629"/>
                <p:cNvSpPr>
                  <a:spLocks noChangeShapeType="1"/>
                </p:cNvSpPr>
                <p:nvPr/>
              </p:nvSpPr>
              <p:spPr bwMode="auto">
                <a:xfrm>
                  <a:off x="3788"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398" name="Line 630"/>
                <p:cNvSpPr>
                  <a:spLocks noChangeShapeType="1"/>
                </p:cNvSpPr>
                <p:nvPr/>
              </p:nvSpPr>
              <p:spPr bwMode="auto">
                <a:xfrm>
                  <a:off x="3844"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399" name="Line 631"/>
                <p:cNvSpPr>
                  <a:spLocks noChangeShapeType="1"/>
                </p:cNvSpPr>
                <p:nvPr/>
              </p:nvSpPr>
              <p:spPr bwMode="auto">
                <a:xfrm>
                  <a:off x="3900"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400" name="Line 632"/>
                <p:cNvSpPr>
                  <a:spLocks noChangeShapeType="1"/>
                </p:cNvSpPr>
                <p:nvPr/>
              </p:nvSpPr>
              <p:spPr bwMode="auto">
                <a:xfrm>
                  <a:off x="3956"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401" name="Line 633"/>
                <p:cNvSpPr>
                  <a:spLocks noChangeShapeType="1"/>
                </p:cNvSpPr>
                <p:nvPr/>
              </p:nvSpPr>
              <p:spPr bwMode="auto">
                <a:xfrm>
                  <a:off x="4011"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402" name="Line 634"/>
                <p:cNvSpPr>
                  <a:spLocks noChangeShapeType="1"/>
                </p:cNvSpPr>
                <p:nvPr/>
              </p:nvSpPr>
              <p:spPr bwMode="auto">
                <a:xfrm>
                  <a:off x="4067" y="1757"/>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9805" name="Group 635"/>
            <p:cNvGrpSpPr>
              <a:grpSpLocks/>
            </p:cNvGrpSpPr>
            <p:nvPr/>
          </p:nvGrpSpPr>
          <p:grpSpPr bwMode="auto">
            <a:xfrm>
              <a:off x="3325" y="2044"/>
              <a:ext cx="423" cy="56"/>
              <a:chOff x="3325" y="2044"/>
              <a:chExt cx="423" cy="56"/>
            </a:xfrm>
          </p:grpSpPr>
          <p:sp>
            <p:nvSpPr>
              <p:cNvPr id="110387" name="Freeform 636"/>
              <p:cNvSpPr>
                <a:spLocks/>
              </p:cNvSpPr>
              <p:nvPr/>
            </p:nvSpPr>
            <p:spPr bwMode="auto">
              <a:xfrm>
                <a:off x="3628" y="2044"/>
                <a:ext cx="120" cy="56"/>
              </a:xfrm>
              <a:custGeom>
                <a:avLst/>
                <a:gdLst>
                  <a:gd name="T0" fmla="*/ 120 w 120"/>
                  <a:gd name="T1" fmla="*/ 24 h 56"/>
                  <a:gd name="T2" fmla="*/ 0 w 120"/>
                  <a:gd name="T3" fmla="*/ 56 h 56"/>
                  <a:gd name="T4" fmla="*/ 0 w 120"/>
                  <a:gd name="T5" fmla="*/ 24 h 56"/>
                  <a:gd name="T6" fmla="*/ 0 w 120"/>
                  <a:gd name="T7" fmla="*/ 0 h 56"/>
                  <a:gd name="T8" fmla="*/ 120 w 120"/>
                  <a:gd name="T9" fmla="*/ 24 h 56"/>
                  <a:gd name="T10" fmla="*/ 0 60000 65536"/>
                  <a:gd name="T11" fmla="*/ 0 60000 65536"/>
                  <a:gd name="T12" fmla="*/ 0 60000 65536"/>
                  <a:gd name="T13" fmla="*/ 0 60000 65536"/>
                  <a:gd name="T14" fmla="*/ 0 60000 65536"/>
                  <a:gd name="T15" fmla="*/ 0 w 120"/>
                  <a:gd name="T16" fmla="*/ 0 h 56"/>
                  <a:gd name="T17" fmla="*/ 120 w 120"/>
                  <a:gd name="T18" fmla="*/ 56 h 56"/>
                </a:gdLst>
                <a:ahLst/>
                <a:cxnLst>
                  <a:cxn ang="T10">
                    <a:pos x="T0" y="T1"/>
                  </a:cxn>
                  <a:cxn ang="T11">
                    <a:pos x="T2" y="T3"/>
                  </a:cxn>
                  <a:cxn ang="T12">
                    <a:pos x="T4" y="T5"/>
                  </a:cxn>
                  <a:cxn ang="T13">
                    <a:pos x="T6" y="T7"/>
                  </a:cxn>
                  <a:cxn ang="T14">
                    <a:pos x="T8" y="T9"/>
                  </a:cxn>
                </a:cxnLst>
                <a:rect l="T15" t="T16" r="T17" b="T18"/>
                <a:pathLst>
                  <a:path w="120" h="56">
                    <a:moveTo>
                      <a:pt x="120" y="24"/>
                    </a:moveTo>
                    <a:lnTo>
                      <a:pt x="0" y="56"/>
                    </a:lnTo>
                    <a:lnTo>
                      <a:pt x="0" y="24"/>
                    </a:lnTo>
                    <a:lnTo>
                      <a:pt x="0" y="0"/>
                    </a:lnTo>
                    <a:lnTo>
                      <a:pt x="120" y="24"/>
                    </a:lnTo>
                    <a:close/>
                  </a:path>
                </a:pathLst>
              </a:custGeom>
              <a:solidFill>
                <a:schemeClr val="bg2"/>
              </a:solidFill>
              <a:ln w="9525">
                <a:solidFill>
                  <a:schemeClr val="bg2"/>
                </a:solidFill>
                <a:round/>
                <a:headEnd/>
                <a:tailEnd/>
              </a:ln>
            </p:spPr>
            <p:txBody>
              <a:bodyPr/>
              <a:lstStyle/>
              <a:p>
                <a:endParaRPr lang="en-US"/>
              </a:p>
            </p:txBody>
          </p:sp>
          <p:grpSp>
            <p:nvGrpSpPr>
              <p:cNvPr id="110388" name="Group 637"/>
              <p:cNvGrpSpPr>
                <a:grpSpLocks/>
              </p:cNvGrpSpPr>
              <p:nvPr/>
            </p:nvGrpSpPr>
            <p:grpSpPr bwMode="auto">
              <a:xfrm>
                <a:off x="3325" y="2068"/>
                <a:ext cx="295" cy="1"/>
                <a:chOff x="3325" y="2068"/>
                <a:chExt cx="295" cy="1"/>
              </a:xfrm>
            </p:grpSpPr>
            <p:sp>
              <p:nvSpPr>
                <p:cNvPr id="110389" name="Line 638"/>
                <p:cNvSpPr>
                  <a:spLocks noChangeShapeType="1"/>
                </p:cNvSpPr>
                <p:nvPr/>
              </p:nvSpPr>
              <p:spPr bwMode="auto">
                <a:xfrm>
                  <a:off x="3325"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390" name="Line 639"/>
                <p:cNvSpPr>
                  <a:spLocks noChangeShapeType="1"/>
                </p:cNvSpPr>
                <p:nvPr/>
              </p:nvSpPr>
              <p:spPr bwMode="auto">
                <a:xfrm>
                  <a:off x="3381"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391" name="Line 640"/>
                <p:cNvSpPr>
                  <a:spLocks noChangeShapeType="1"/>
                </p:cNvSpPr>
                <p:nvPr/>
              </p:nvSpPr>
              <p:spPr bwMode="auto">
                <a:xfrm>
                  <a:off x="3437"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392" name="Line 641"/>
                <p:cNvSpPr>
                  <a:spLocks noChangeShapeType="1"/>
                </p:cNvSpPr>
                <p:nvPr/>
              </p:nvSpPr>
              <p:spPr bwMode="auto">
                <a:xfrm>
                  <a:off x="3493" y="2068"/>
                  <a:ext cx="23"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393" name="Line 642"/>
                <p:cNvSpPr>
                  <a:spLocks noChangeShapeType="1"/>
                </p:cNvSpPr>
                <p:nvPr/>
              </p:nvSpPr>
              <p:spPr bwMode="auto">
                <a:xfrm>
                  <a:off x="3548"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394" name="Line 643"/>
                <p:cNvSpPr>
                  <a:spLocks noChangeShapeType="1"/>
                </p:cNvSpPr>
                <p:nvPr/>
              </p:nvSpPr>
              <p:spPr bwMode="auto">
                <a:xfrm>
                  <a:off x="3604" y="2068"/>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9806" name="Group 644"/>
            <p:cNvGrpSpPr>
              <a:grpSpLocks/>
            </p:cNvGrpSpPr>
            <p:nvPr/>
          </p:nvGrpSpPr>
          <p:grpSpPr bwMode="auto">
            <a:xfrm>
              <a:off x="3796" y="2036"/>
              <a:ext cx="415" cy="56"/>
              <a:chOff x="3796" y="2036"/>
              <a:chExt cx="415" cy="56"/>
            </a:xfrm>
          </p:grpSpPr>
          <p:sp>
            <p:nvSpPr>
              <p:cNvPr id="110379" name="Freeform 645"/>
              <p:cNvSpPr>
                <a:spLocks/>
              </p:cNvSpPr>
              <p:nvPr/>
            </p:nvSpPr>
            <p:spPr bwMode="auto">
              <a:xfrm>
                <a:off x="4099"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10380" name="Group 646"/>
              <p:cNvGrpSpPr>
                <a:grpSpLocks/>
              </p:cNvGrpSpPr>
              <p:nvPr/>
            </p:nvGrpSpPr>
            <p:grpSpPr bwMode="auto">
              <a:xfrm>
                <a:off x="3796" y="2068"/>
                <a:ext cx="295" cy="1"/>
                <a:chOff x="3796" y="2068"/>
                <a:chExt cx="295" cy="1"/>
              </a:xfrm>
            </p:grpSpPr>
            <p:sp>
              <p:nvSpPr>
                <p:cNvPr id="110381" name="Line 647"/>
                <p:cNvSpPr>
                  <a:spLocks noChangeShapeType="1"/>
                </p:cNvSpPr>
                <p:nvPr/>
              </p:nvSpPr>
              <p:spPr bwMode="auto">
                <a:xfrm>
                  <a:off x="3796"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382" name="Line 648"/>
                <p:cNvSpPr>
                  <a:spLocks noChangeShapeType="1"/>
                </p:cNvSpPr>
                <p:nvPr/>
              </p:nvSpPr>
              <p:spPr bwMode="auto">
                <a:xfrm>
                  <a:off x="3852"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383" name="Line 649"/>
                <p:cNvSpPr>
                  <a:spLocks noChangeShapeType="1"/>
                </p:cNvSpPr>
                <p:nvPr/>
              </p:nvSpPr>
              <p:spPr bwMode="auto">
                <a:xfrm>
                  <a:off x="3908"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384" name="Line 650"/>
                <p:cNvSpPr>
                  <a:spLocks noChangeShapeType="1"/>
                </p:cNvSpPr>
                <p:nvPr/>
              </p:nvSpPr>
              <p:spPr bwMode="auto">
                <a:xfrm>
                  <a:off x="3964"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385" name="Line 651"/>
                <p:cNvSpPr>
                  <a:spLocks noChangeShapeType="1"/>
                </p:cNvSpPr>
                <p:nvPr/>
              </p:nvSpPr>
              <p:spPr bwMode="auto">
                <a:xfrm>
                  <a:off x="4019"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386" name="Line 652"/>
                <p:cNvSpPr>
                  <a:spLocks noChangeShapeType="1"/>
                </p:cNvSpPr>
                <p:nvPr/>
              </p:nvSpPr>
              <p:spPr bwMode="auto">
                <a:xfrm>
                  <a:off x="4075" y="2068"/>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9807" name="Group 653"/>
            <p:cNvGrpSpPr>
              <a:grpSpLocks/>
            </p:cNvGrpSpPr>
            <p:nvPr/>
          </p:nvGrpSpPr>
          <p:grpSpPr bwMode="auto">
            <a:xfrm>
              <a:off x="4267" y="2036"/>
              <a:ext cx="415" cy="56"/>
              <a:chOff x="4267" y="2036"/>
              <a:chExt cx="415" cy="56"/>
            </a:xfrm>
          </p:grpSpPr>
          <p:sp>
            <p:nvSpPr>
              <p:cNvPr id="110371" name="Freeform 654"/>
              <p:cNvSpPr>
                <a:spLocks/>
              </p:cNvSpPr>
              <p:nvPr/>
            </p:nvSpPr>
            <p:spPr bwMode="auto">
              <a:xfrm>
                <a:off x="4570"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10372" name="Group 655"/>
              <p:cNvGrpSpPr>
                <a:grpSpLocks/>
              </p:cNvGrpSpPr>
              <p:nvPr/>
            </p:nvGrpSpPr>
            <p:grpSpPr bwMode="auto">
              <a:xfrm>
                <a:off x="4267" y="2068"/>
                <a:ext cx="295" cy="1"/>
                <a:chOff x="4267" y="2068"/>
                <a:chExt cx="295" cy="1"/>
              </a:xfrm>
            </p:grpSpPr>
            <p:sp>
              <p:nvSpPr>
                <p:cNvPr id="110373" name="Line 656"/>
                <p:cNvSpPr>
                  <a:spLocks noChangeShapeType="1"/>
                </p:cNvSpPr>
                <p:nvPr/>
              </p:nvSpPr>
              <p:spPr bwMode="auto">
                <a:xfrm>
                  <a:off x="4267"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374" name="Line 657"/>
                <p:cNvSpPr>
                  <a:spLocks noChangeShapeType="1"/>
                </p:cNvSpPr>
                <p:nvPr/>
              </p:nvSpPr>
              <p:spPr bwMode="auto">
                <a:xfrm>
                  <a:off x="4323"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375" name="Line 658"/>
                <p:cNvSpPr>
                  <a:spLocks noChangeShapeType="1"/>
                </p:cNvSpPr>
                <p:nvPr/>
              </p:nvSpPr>
              <p:spPr bwMode="auto">
                <a:xfrm>
                  <a:off x="4379"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376" name="Line 659"/>
                <p:cNvSpPr>
                  <a:spLocks noChangeShapeType="1"/>
                </p:cNvSpPr>
                <p:nvPr/>
              </p:nvSpPr>
              <p:spPr bwMode="auto">
                <a:xfrm>
                  <a:off x="4435" y="206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377" name="Line 660"/>
                <p:cNvSpPr>
                  <a:spLocks noChangeShapeType="1"/>
                </p:cNvSpPr>
                <p:nvPr/>
              </p:nvSpPr>
              <p:spPr bwMode="auto">
                <a:xfrm>
                  <a:off x="4491" y="2068"/>
                  <a:ext cx="23"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378" name="Line 661"/>
                <p:cNvSpPr>
                  <a:spLocks noChangeShapeType="1"/>
                </p:cNvSpPr>
                <p:nvPr/>
              </p:nvSpPr>
              <p:spPr bwMode="auto">
                <a:xfrm>
                  <a:off x="4546" y="2068"/>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9808" name="Group 662"/>
            <p:cNvGrpSpPr>
              <a:grpSpLocks/>
            </p:cNvGrpSpPr>
            <p:nvPr/>
          </p:nvGrpSpPr>
          <p:grpSpPr bwMode="auto">
            <a:xfrm>
              <a:off x="4259" y="2347"/>
              <a:ext cx="415" cy="56"/>
              <a:chOff x="4259" y="2347"/>
              <a:chExt cx="415" cy="56"/>
            </a:xfrm>
          </p:grpSpPr>
          <p:sp>
            <p:nvSpPr>
              <p:cNvPr id="110363" name="Freeform 663"/>
              <p:cNvSpPr>
                <a:spLocks/>
              </p:cNvSpPr>
              <p:nvPr/>
            </p:nvSpPr>
            <p:spPr bwMode="auto">
              <a:xfrm>
                <a:off x="4562" y="234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solidFill>
                <a:schemeClr val="bg2"/>
              </a:solidFill>
              <a:ln w="9525">
                <a:solidFill>
                  <a:schemeClr val="bg2"/>
                </a:solidFill>
                <a:round/>
                <a:headEnd/>
                <a:tailEnd/>
              </a:ln>
            </p:spPr>
            <p:txBody>
              <a:bodyPr/>
              <a:lstStyle/>
              <a:p>
                <a:endParaRPr lang="en-US"/>
              </a:p>
            </p:txBody>
          </p:sp>
          <p:grpSp>
            <p:nvGrpSpPr>
              <p:cNvPr id="110364" name="Group 664"/>
              <p:cNvGrpSpPr>
                <a:grpSpLocks/>
              </p:cNvGrpSpPr>
              <p:nvPr/>
            </p:nvGrpSpPr>
            <p:grpSpPr bwMode="auto">
              <a:xfrm>
                <a:off x="4259" y="2371"/>
                <a:ext cx="295" cy="1"/>
                <a:chOff x="4259" y="2371"/>
                <a:chExt cx="295" cy="1"/>
              </a:xfrm>
            </p:grpSpPr>
            <p:sp>
              <p:nvSpPr>
                <p:cNvPr id="110365" name="Line 665"/>
                <p:cNvSpPr>
                  <a:spLocks noChangeShapeType="1"/>
                </p:cNvSpPr>
                <p:nvPr/>
              </p:nvSpPr>
              <p:spPr bwMode="auto">
                <a:xfrm>
                  <a:off x="4259"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366" name="Line 666"/>
                <p:cNvSpPr>
                  <a:spLocks noChangeShapeType="1"/>
                </p:cNvSpPr>
                <p:nvPr/>
              </p:nvSpPr>
              <p:spPr bwMode="auto">
                <a:xfrm>
                  <a:off x="4315"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367" name="Line 667"/>
                <p:cNvSpPr>
                  <a:spLocks noChangeShapeType="1"/>
                </p:cNvSpPr>
                <p:nvPr/>
              </p:nvSpPr>
              <p:spPr bwMode="auto">
                <a:xfrm>
                  <a:off x="4371"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368" name="Line 668"/>
                <p:cNvSpPr>
                  <a:spLocks noChangeShapeType="1"/>
                </p:cNvSpPr>
                <p:nvPr/>
              </p:nvSpPr>
              <p:spPr bwMode="auto">
                <a:xfrm>
                  <a:off x="4427"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369" name="Line 669"/>
                <p:cNvSpPr>
                  <a:spLocks noChangeShapeType="1"/>
                </p:cNvSpPr>
                <p:nvPr/>
              </p:nvSpPr>
              <p:spPr bwMode="auto">
                <a:xfrm>
                  <a:off x="4483" y="2371"/>
                  <a:ext cx="23"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370" name="Line 670"/>
                <p:cNvSpPr>
                  <a:spLocks noChangeShapeType="1"/>
                </p:cNvSpPr>
                <p:nvPr/>
              </p:nvSpPr>
              <p:spPr bwMode="auto">
                <a:xfrm>
                  <a:off x="4538" y="2371"/>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9809" name="Group 671"/>
            <p:cNvGrpSpPr>
              <a:grpSpLocks/>
            </p:cNvGrpSpPr>
            <p:nvPr/>
          </p:nvGrpSpPr>
          <p:grpSpPr bwMode="auto">
            <a:xfrm>
              <a:off x="3796" y="2347"/>
              <a:ext cx="415" cy="56"/>
              <a:chOff x="3796" y="2347"/>
              <a:chExt cx="415" cy="56"/>
            </a:xfrm>
          </p:grpSpPr>
          <p:sp>
            <p:nvSpPr>
              <p:cNvPr id="110355" name="Freeform 672"/>
              <p:cNvSpPr>
                <a:spLocks/>
              </p:cNvSpPr>
              <p:nvPr/>
            </p:nvSpPr>
            <p:spPr bwMode="auto">
              <a:xfrm>
                <a:off x="4099" y="234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solidFill>
                <a:schemeClr val="bg2"/>
              </a:solidFill>
              <a:ln w="9525">
                <a:solidFill>
                  <a:schemeClr val="bg2"/>
                </a:solidFill>
                <a:round/>
                <a:headEnd/>
                <a:tailEnd/>
              </a:ln>
            </p:spPr>
            <p:txBody>
              <a:bodyPr/>
              <a:lstStyle/>
              <a:p>
                <a:endParaRPr lang="en-US"/>
              </a:p>
            </p:txBody>
          </p:sp>
          <p:grpSp>
            <p:nvGrpSpPr>
              <p:cNvPr id="110356" name="Group 673"/>
              <p:cNvGrpSpPr>
                <a:grpSpLocks/>
              </p:cNvGrpSpPr>
              <p:nvPr/>
            </p:nvGrpSpPr>
            <p:grpSpPr bwMode="auto">
              <a:xfrm>
                <a:off x="3796" y="2371"/>
                <a:ext cx="295" cy="1"/>
                <a:chOff x="3796" y="2371"/>
                <a:chExt cx="295" cy="1"/>
              </a:xfrm>
            </p:grpSpPr>
            <p:sp>
              <p:nvSpPr>
                <p:cNvPr id="110357" name="Line 674"/>
                <p:cNvSpPr>
                  <a:spLocks noChangeShapeType="1"/>
                </p:cNvSpPr>
                <p:nvPr/>
              </p:nvSpPr>
              <p:spPr bwMode="auto">
                <a:xfrm>
                  <a:off x="3796"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358" name="Line 675"/>
                <p:cNvSpPr>
                  <a:spLocks noChangeShapeType="1"/>
                </p:cNvSpPr>
                <p:nvPr/>
              </p:nvSpPr>
              <p:spPr bwMode="auto">
                <a:xfrm>
                  <a:off x="3852"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359" name="Line 676"/>
                <p:cNvSpPr>
                  <a:spLocks noChangeShapeType="1"/>
                </p:cNvSpPr>
                <p:nvPr/>
              </p:nvSpPr>
              <p:spPr bwMode="auto">
                <a:xfrm>
                  <a:off x="3908"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360" name="Line 677"/>
                <p:cNvSpPr>
                  <a:spLocks noChangeShapeType="1"/>
                </p:cNvSpPr>
                <p:nvPr/>
              </p:nvSpPr>
              <p:spPr bwMode="auto">
                <a:xfrm>
                  <a:off x="3964"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361" name="Line 678"/>
                <p:cNvSpPr>
                  <a:spLocks noChangeShapeType="1"/>
                </p:cNvSpPr>
                <p:nvPr/>
              </p:nvSpPr>
              <p:spPr bwMode="auto">
                <a:xfrm>
                  <a:off x="4019"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362" name="Line 679"/>
                <p:cNvSpPr>
                  <a:spLocks noChangeShapeType="1"/>
                </p:cNvSpPr>
                <p:nvPr/>
              </p:nvSpPr>
              <p:spPr bwMode="auto">
                <a:xfrm>
                  <a:off x="4075" y="2371"/>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9810" name="Group 680"/>
            <p:cNvGrpSpPr>
              <a:grpSpLocks/>
            </p:cNvGrpSpPr>
            <p:nvPr/>
          </p:nvGrpSpPr>
          <p:grpSpPr bwMode="auto">
            <a:xfrm>
              <a:off x="3333" y="2339"/>
              <a:ext cx="415" cy="64"/>
              <a:chOff x="3333" y="2339"/>
              <a:chExt cx="415" cy="64"/>
            </a:xfrm>
          </p:grpSpPr>
          <p:sp>
            <p:nvSpPr>
              <p:cNvPr id="110347" name="Freeform 681"/>
              <p:cNvSpPr>
                <a:spLocks/>
              </p:cNvSpPr>
              <p:nvPr/>
            </p:nvSpPr>
            <p:spPr bwMode="auto">
              <a:xfrm>
                <a:off x="3636" y="2339"/>
                <a:ext cx="112" cy="64"/>
              </a:xfrm>
              <a:custGeom>
                <a:avLst/>
                <a:gdLst>
                  <a:gd name="T0" fmla="*/ 112 w 112"/>
                  <a:gd name="T1" fmla="*/ 32 h 64"/>
                  <a:gd name="T2" fmla="*/ 0 w 112"/>
                  <a:gd name="T3" fmla="*/ 64 h 64"/>
                  <a:gd name="T4" fmla="*/ 0 w 112"/>
                  <a:gd name="T5" fmla="*/ 32 h 64"/>
                  <a:gd name="T6" fmla="*/ 0 w 112"/>
                  <a:gd name="T7" fmla="*/ 0 h 64"/>
                  <a:gd name="T8" fmla="*/ 112 w 112"/>
                  <a:gd name="T9" fmla="*/ 32 h 64"/>
                  <a:gd name="T10" fmla="*/ 0 60000 65536"/>
                  <a:gd name="T11" fmla="*/ 0 60000 65536"/>
                  <a:gd name="T12" fmla="*/ 0 60000 65536"/>
                  <a:gd name="T13" fmla="*/ 0 60000 65536"/>
                  <a:gd name="T14" fmla="*/ 0 60000 65536"/>
                  <a:gd name="T15" fmla="*/ 0 w 112"/>
                  <a:gd name="T16" fmla="*/ 0 h 64"/>
                  <a:gd name="T17" fmla="*/ 112 w 112"/>
                  <a:gd name="T18" fmla="*/ 64 h 64"/>
                </a:gdLst>
                <a:ahLst/>
                <a:cxnLst>
                  <a:cxn ang="T10">
                    <a:pos x="T0" y="T1"/>
                  </a:cxn>
                  <a:cxn ang="T11">
                    <a:pos x="T2" y="T3"/>
                  </a:cxn>
                  <a:cxn ang="T12">
                    <a:pos x="T4" y="T5"/>
                  </a:cxn>
                  <a:cxn ang="T13">
                    <a:pos x="T6" y="T7"/>
                  </a:cxn>
                  <a:cxn ang="T14">
                    <a:pos x="T8" y="T9"/>
                  </a:cxn>
                </a:cxnLst>
                <a:rect l="T15" t="T16" r="T17" b="T18"/>
                <a:pathLst>
                  <a:path w="112" h="64">
                    <a:moveTo>
                      <a:pt x="112" y="32"/>
                    </a:moveTo>
                    <a:lnTo>
                      <a:pt x="0" y="64"/>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10348" name="Group 682"/>
              <p:cNvGrpSpPr>
                <a:grpSpLocks/>
              </p:cNvGrpSpPr>
              <p:nvPr/>
            </p:nvGrpSpPr>
            <p:grpSpPr bwMode="auto">
              <a:xfrm>
                <a:off x="3333" y="2371"/>
                <a:ext cx="295" cy="1"/>
                <a:chOff x="3333" y="2371"/>
                <a:chExt cx="295" cy="1"/>
              </a:xfrm>
            </p:grpSpPr>
            <p:sp>
              <p:nvSpPr>
                <p:cNvPr id="110349" name="Line 683"/>
                <p:cNvSpPr>
                  <a:spLocks noChangeShapeType="1"/>
                </p:cNvSpPr>
                <p:nvPr/>
              </p:nvSpPr>
              <p:spPr bwMode="auto">
                <a:xfrm>
                  <a:off x="3333"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350" name="Line 684"/>
                <p:cNvSpPr>
                  <a:spLocks noChangeShapeType="1"/>
                </p:cNvSpPr>
                <p:nvPr/>
              </p:nvSpPr>
              <p:spPr bwMode="auto">
                <a:xfrm>
                  <a:off x="3389"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351" name="Line 685"/>
                <p:cNvSpPr>
                  <a:spLocks noChangeShapeType="1"/>
                </p:cNvSpPr>
                <p:nvPr/>
              </p:nvSpPr>
              <p:spPr bwMode="auto">
                <a:xfrm>
                  <a:off x="3445"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352" name="Line 686"/>
                <p:cNvSpPr>
                  <a:spLocks noChangeShapeType="1"/>
                </p:cNvSpPr>
                <p:nvPr/>
              </p:nvSpPr>
              <p:spPr bwMode="auto">
                <a:xfrm>
                  <a:off x="3501" y="2371"/>
                  <a:ext cx="23"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353" name="Line 687"/>
                <p:cNvSpPr>
                  <a:spLocks noChangeShapeType="1"/>
                </p:cNvSpPr>
                <p:nvPr/>
              </p:nvSpPr>
              <p:spPr bwMode="auto">
                <a:xfrm>
                  <a:off x="3556"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354" name="Line 688"/>
                <p:cNvSpPr>
                  <a:spLocks noChangeShapeType="1"/>
                </p:cNvSpPr>
                <p:nvPr/>
              </p:nvSpPr>
              <p:spPr bwMode="auto">
                <a:xfrm>
                  <a:off x="3612" y="2371"/>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9811" name="Group 689"/>
            <p:cNvGrpSpPr>
              <a:grpSpLocks/>
            </p:cNvGrpSpPr>
            <p:nvPr/>
          </p:nvGrpSpPr>
          <p:grpSpPr bwMode="auto">
            <a:xfrm>
              <a:off x="3325" y="2650"/>
              <a:ext cx="415" cy="56"/>
              <a:chOff x="3325" y="2650"/>
              <a:chExt cx="415" cy="56"/>
            </a:xfrm>
          </p:grpSpPr>
          <p:sp>
            <p:nvSpPr>
              <p:cNvPr id="110339" name="Freeform 690"/>
              <p:cNvSpPr>
                <a:spLocks/>
              </p:cNvSpPr>
              <p:nvPr/>
            </p:nvSpPr>
            <p:spPr bwMode="auto">
              <a:xfrm>
                <a:off x="3628" y="2650"/>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solidFill>
                <a:schemeClr val="bg2"/>
              </a:solidFill>
              <a:ln w="9525">
                <a:solidFill>
                  <a:schemeClr val="bg2"/>
                </a:solidFill>
                <a:round/>
                <a:headEnd/>
                <a:tailEnd/>
              </a:ln>
            </p:spPr>
            <p:txBody>
              <a:bodyPr/>
              <a:lstStyle/>
              <a:p>
                <a:endParaRPr lang="en-US"/>
              </a:p>
            </p:txBody>
          </p:sp>
          <p:grpSp>
            <p:nvGrpSpPr>
              <p:cNvPr id="110340" name="Group 691"/>
              <p:cNvGrpSpPr>
                <a:grpSpLocks/>
              </p:cNvGrpSpPr>
              <p:nvPr/>
            </p:nvGrpSpPr>
            <p:grpSpPr bwMode="auto">
              <a:xfrm>
                <a:off x="3325" y="2674"/>
                <a:ext cx="295" cy="1"/>
                <a:chOff x="3325" y="2674"/>
                <a:chExt cx="295" cy="1"/>
              </a:xfrm>
            </p:grpSpPr>
            <p:sp>
              <p:nvSpPr>
                <p:cNvPr id="110341" name="Line 692"/>
                <p:cNvSpPr>
                  <a:spLocks noChangeShapeType="1"/>
                </p:cNvSpPr>
                <p:nvPr/>
              </p:nvSpPr>
              <p:spPr bwMode="auto">
                <a:xfrm>
                  <a:off x="3325"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342" name="Line 693"/>
                <p:cNvSpPr>
                  <a:spLocks noChangeShapeType="1"/>
                </p:cNvSpPr>
                <p:nvPr/>
              </p:nvSpPr>
              <p:spPr bwMode="auto">
                <a:xfrm>
                  <a:off x="3381"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343" name="Line 694"/>
                <p:cNvSpPr>
                  <a:spLocks noChangeShapeType="1"/>
                </p:cNvSpPr>
                <p:nvPr/>
              </p:nvSpPr>
              <p:spPr bwMode="auto">
                <a:xfrm>
                  <a:off x="3437"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344" name="Line 695"/>
                <p:cNvSpPr>
                  <a:spLocks noChangeShapeType="1"/>
                </p:cNvSpPr>
                <p:nvPr/>
              </p:nvSpPr>
              <p:spPr bwMode="auto">
                <a:xfrm>
                  <a:off x="3493" y="2674"/>
                  <a:ext cx="23"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345" name="Line 696"/>
                <p:cNvSpPr>
                  <a:spLocks noChangeShapeType="1"/>
                </p:cNvSpPr>
                <p:nvPr/>
              </p:nvSpPr>
              <p:spPr bwMode="auto">
                <a:xfrm>
                  <a:off x="3548"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346" name="Line 697"/>
                <p:cNvSpPr>
                  <a:spLocks noChangeShapeType="1"/>
                </p:cNvSpPr>
                <p:nvPr/>
              </p:nvSpPr>
              <p:spPr bwMode="auto">
                <a:xfrm>
                  <a:off x="3604" y="2674"/>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9812" name="Group 698"/>
            <p:cNvGrpSpPr>
              <a:grpSpLocks/>
            </p:cNvGrpSpPr>
            <p:nvPr/>
          </p:nvGrpSpPr>
          <p:grpSpPr bwMode="auto">
            <a:xfrm>
              <a:off x="3788" y="2650"/>
              <a:ext cx="415" cy="56"/>
              <a:chOff x="3788" y="2650"/>
              <a:chExt cx="415" cy="56"/>
            </a:xfrm>
          </p:grpSpPr>
          <p:sp>
            <p:nvSpPr>
              <p:cNvPr id="110331" name="Freeform 699"/>
              <p:cNvSpPr>
                <a:spLocks/>
              </p:cNvSpPr>
              <p:nvPr/>
            </p:nvSpPr>
            <p:spPr bwMode="auto">
              <a:xfrm>
                <a:off x="4091" y="2650"/>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solidFill>
                <a:schemeClr val="bg2"/>
              </a:solidFill>
              <a:ln w="9525">
                <a:solidFill>
                  <a:schemeClr val="bg2"/>
                </a:solidFill>
                <a:round/>
                <a:headEnd/>
                <a:tailEnd/>
              </a:ln>
            </p:spPr>
            <p:txBody>
              <a:bodyPr/>
              <a:lstStyle/>
              <a:p>
                <a:endParaRPr lang="en-US"/>
              </a:p>
            </p:txBody>
          </p:sp>
          <p:grpSp>
            <p:nvGrpSpPr>
              <p:cNvPr id="110332" name="Group 700"/>
              <p:cNvGrpSpPr>
                <a:grpSpLocks/>
              </p:cNvGrpSpPr>
              <p:nvPr/>
            </p:nvGrpSpPr>
            <p:grpSpPr bwMode="auto">
              <a:xfrm>
                <a:off x="3788" y="2674"/>
                <a:ext cx="295" cy="1"/>
                <a:chOff x="3788" y="2674"/>
                <a:chExt cx="295" cy="1"/>
              </a:xfrm>
            </p:grpSpPr>
            <p:sp>
              <p:nvSpPr>
                <p:cNvPr id="110333" name="Line 701"/>
                <p:cNvSpPr>
                  <a:spLocks noChangeShapeType="1"/>
                </p:cNvSpPr>
                <p:nvPr/>
              </p:nvSpPr>
              <p:spPr bwMode="auto">
                <a:xfrm>
                  <a:off x="3788"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334" name="Line 702"/>
                <p:cNvSpPr>
                  <a:spLocks noChangeShapeType="1"/>
                </p:cNvSpPr>
                <p:nvPr/>
              </p:nvSpPr>
              <p:spPr bwMode="auto">
                <a:xfrm>
                  <a:off x="3844"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335" name="Line 703"/>
                <p:cNvSpPr>
                  <a:spLocks noChangeShapeType="1"/>
                </p:cNvSpPr>
                <p:nvPr/>
              </p:nvSpPr>
              <p:spPr bwMode="auto">
                <a:xfrm>
                  <a:off x="3900"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336" name="Line 704"/>
                <p:cNvSpPr>
                  <a:spLocks noChangeShapeType="1"/>
                </p:cNvSpPr>
                <p:nvPr/>
              </p:nvSpPr>
              <p:spPr bwMode="auto">
                <a:xfrm>
                  <a:off x="3956"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337" name="Line 705"/>
                <p:cNvSpPr>
                  <a:spLocks noChangeShapeType="1"/>
                </p:cNvSpPr>
                <p:nvPr/>
              </p:nvSpPr>
              <p:spPr bwMode="auto">
                <a:xfrm>
                  <a:off x="4011"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338" name="Line 706"/>
                <p:cNvSpPr>
                  <a:spLocks noChangeShapeType="1"/>
                </p:cNvSpPr>
                <p:nvPr/>
              </p:nvSpPr>
              <p:spPr bwMode="auto">
                <a:xfrm>
                  <a:off x="4067" y="2674"/>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9813" name="Group 707"/>
            <p:cNvGrpSpPr>
              <a:grpSpLocks/>
            </p:cNvGrpSpPr>
            <p:nvPr/>
          </p:nvGrpSpPr>
          <p:grpSpPr bwMode="auto">
            <a:xfrm>
              <a:off x="3325" y="2953"/>
              <a:ext cx="415" cy="56"/>
              <a:chOff x="3325" y="2953"/>
              <a:chExt cx="415" cy="56"/>
            </a:xfrm>
          </p:grpSpPr>
          <p:sp>
            <p:nvSpPr>
              <p:cNvPr id="110323" name="Freeform 708"/>
              <p:cNvSpPr>
                <a:spLocks/>
              </p:cNvSpPr>
              <p:nvPr/>
            </p:nvSpPr>
            <p:spPr bwMode="auto">
              <a:xfrm>
                <a:off x="3628"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10324" name="Group 709"/>
              <p:cNvGrpSpPr>
                <a:grpSpLocks/>
              </p:cNvGrpSpPr>
              <p:nvPr/>
            </p:nvGrpSpPr>
            <p:grpSpPr bwMode="auto">
              <a:xfrm>
                <a:off x="3325" y="2985"/>
                <a:ext cx="295" cy="1"/>
                <a:chOff x="3325" y="2985"/>
                <a:chExt cx="295" cy="1"/>
              </a:xfrm>
            </p:grpSpPr>
            <p:sp>
              <p:nvSpPr>
                <p:cNvPr id="110325" name="Line 710"/>
                <p:cNvSpPr>
                  <a:spLocks noChangeShapeType="1"/>
                </p:cNvSpPr>
                <p:nvPr/>
              </p:nvSpPr>
              <p:spPr bwMode="auto">
                <a:xfrm>
                  <a:off x="3325"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326" name="Line 711"/>
                <p:cNvSpPr>
                  <a:spLocks noChangeShapeType="1"/>
                </p:cNvSpPr>
                <p:nvPr/>
              </p:nvSpPr>
              <p:spPr bwMode="auto">
                <a:xfrm>
                  <a:off x="3381"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327" name="Line 712"/>
                <p:cNvSpPr>
                  <a:spLocks noChangeShapeType="1"/>
                </p:cNvSpPr>
                <p:nvPr/>
              </p:nvSpPr>
              <p:spPr bwMode="auto">
                <a:xfrm>
                  <a:off x="3437"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328" name="Line 713"/>
                <p:cNvSpPr>
                  <a:spLocks noChangeShapeType="1"/>
                </p:cNvSpPr>
                <p:nvPr/>
              </p:nvSpPr>
              <p:spPr bwMode="auto">
                <a:xfrm>
                  <a:off x="3493" y="2985"/>
                  <a:ext cx="23"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329" name="Line 714"/>
                <p:cNvSpPr>
                  <a:spLocks noChangeShapeType="1"/>
                </p:cNvSpPr>
                <p:nvPr/>
              </p:nvSpPr>
              <p:spPr bwMode="auto">
                <a:xfrm>
                  <a:off x="3548"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330" name="Line 715"/>
                <p:cNvSpPr>
                  <a:spLocks noChangeShapeType="1"/>
                </p:cNvSpPr>
                <p:nvPr/>
              </p:nvSpPr>
              <p:spPr bwMode="auto">
                <a:xfrm>
                  <a:off x="3604" y="2985"/>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9814" name="Group 716"/>
            <p:cNvGrpSpPr>
              <a:grpSpLocks/>
            </p:cNvGrpSpPr>
            <p:nvPr/>
          </p:nvGrpSpPr>
          <p:grpSpPr bwMode="auto">
            <a:xfrm>
              <a:off x="3788" y="2953"/>
              <a:ext cx="415" cy="56"/>
              <a:chOff x="3788" y="2953"/>
              <a:chExt cx="415" cy="56"/>
            </a:xfrm>
          </p:grpSpPr>
          <p:sp>
            <p:nvSpPr>
              <p:cNvPr id="110315" name="Freeform 717"/>
              <p:cNvSpPr>
                <a:spLocks/>
              </p:cNvSpPr>
              <p:nvPr/>
            </p:nvSpPr>
            <p:spPr bwMode="auto">
              <a:xfrm>
                <a:off x="4091"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10316" name="Group 718"/>
              <p:cNvGrpSpPr>
                <a:grpSpLocks/>
              </p:cNvGrpSpPr>
              <p:nvPr/>
            </p:nvGrpSpPr>
            <p:grpSpPr bwMode="auto">
              <a:xfrm>
                <a:off x="3788" y="2985"/>
                <a:ext cx="295" cy="1"/>
                <a:chOff x="3788" y="2985"/>
                <a:chExt cx="295" cy="1"/>
              </a:xfrm>
            </p:grpSpPr>
            <p:sp>
              <p:nvSpPr>
                <p:cNvPr id="110317" name="Line 719"/>
                <p:cNvSpPr>
                  <a:spLocks noChangeShapeType="1"/>
                </p:cNvSpPr>
                <p:nvPr/>
              </p:nvSpPr>
              <p:spPr bwMode="auto">
                <a:xfrm>
                  <a:off x="3788"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318" name="Line 720"/>
                <p:cNvSpPr>
                  <a:spLocks noChangeShapeType="1"/>
                </p:cNvSpPr>
                <p:nvPr/>
              </p:nvSpPr>
              <p:spPr bwMode="auto">
                <a:xfrm>
                  <a:off x="3844"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319" name="Line 721"/>
                <p:cNvSpPr>
                  <a:spLocks noChangeShapeType="1"/>
                </p:cNvSpPr>
                <p:nvPr/>
              </p:nvSpPr>
              <p:spPr bwMode="auto">
                <a:xfrm>
                  <a:off x="3900"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320" name="Line 722"/>
                <p:cNvSpPr>
                  <a:spLocks noChangeShapeType="1"/>
                </p:cNvSpPr>
                <p:nvPr/>
              </p:nvSpPr>
              <p:spPr bwMode="auto">
                <a:xfrm>
                  <a:off x="3956"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321" name="Line 723"/>
                <p:cNvSpPr>
                  <a:spLocks noChangeShapeType="1"/>
                </p:cNvSpPr>
                <p:nvPr/>
              </p:nvSpPr>
              <p:spPr bwMode="auto">
                <a:xfrm>
                  <a:off x="4011"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322" name="Line 724"/>
                <p:cNvSpPr>
                  <a:spLocks noChangeShapeType="1"/>
                </p:cNvSpPr>
                <p:nvPr/>
              </p:nvSpPr>
              <p:spPr bwMode="auto">
                <a:xfrm>
                  <a:off x="4067" y="2985"/>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9815" name="Group 725"/>
            <p:cNvGrpSpPr>
              <a:grpSpLocks/>
            </p:cNvGrpSpPr>
            <p:nvPr/>
          </p:nvGrpSpPr>
          <p:grpSpPr bwMode="auto">
            <a:xfrm>
              <a:off x="4251" y="2953"/>
              <a:ext cx="415" cy="56"/>
              <a:chOff x="4251" y="2953"/>
              <a:chExt cx="415" cy="56"/>
            </a:xfrm>
          </p:grpSpPr>
          <p:sp>
            <p:nvSpPr>
              <p:cNvPr id="110307" name="Freeform 726"/>
              <p:cNvSpPr>
                <a:spLocks/>
              </p:cNvSpPr>
              <p:nvPr/>
            </p:nvSpPr>
            <p:spPr bwMode="auto">
              <a:xfrm>
                <a:off x="4554"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10308" name="Group 727"/>
              <p:cNvGrpSpPr>
                <a:grpSpLocks/>
              </p:cNvGrpSpPr>
              <p:nvPr/>
            </p:nvGrpSpPr>
            <p:grpSpPr bwMode="auto">
              <a:xfrm>
                <a:off x="4251" y="2985"/>
                <a:ext cx="295" cy="1"/>
                <a:chOff x="4251" y="2985"/>
                <a:chExt cx="295" cy="1"/>
              </a:xfrm>
            </p:grpSpPr>
            <p:sp>
              <p:nvSpPr>
                <p:cNvPr id="110309" name="Line 728"/>
                <p:cNvSpPr>
                  <a:spLocks noChangeShapeType="1"/>
                </p:cNvSpPr>
                <p:nvPr/>
              </p:nvSpPr>
              <p:spPr bwMode="auto">
                <a:xfrm>
                  <a:off x="4251"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310" name="Line 729"/>
                <p:cNvSpPr>
                  <a:spLocks noChangeShapeType="1"/>
                </p:cNvSpPr>
                <p:nvPr/>
              </p:nvSpPr>
              <p:spPr bwMode="auto">
                <a:xfrm>
                  <a:off x="4307"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311" name="Line 730"/>
                <p:cNvSpPr>
                  <a:spLocks noChangeShapeType="1"/>
                </p:cNvSpPr>
                <p:nvPr/>
              </p:nvSpPr>
              <p:spPr bwMode="auto">
                <a:xfrm>
                  <a:off x="4363"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312" name="Line 731"/>
                <p:cNvSpPr>
                  <a:spLocks noChangeShapeType="1"/>
                </p:cNvSpPr>
                <p:nvPr/>
              </p:nvSpPr>
              <p:spPr bwMode="auto">
                <a:xfrm>
                  <a:off x="4419"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313" name="Line 732"/>
                <p:cNvSpPr>
                  <a:spLocks noChangeShapeType="1"/>
                </p:cNvSpPr>
                <p:nvPr/>
              </p:nvSpPr>
              <p:spPr bwMode="auto">
                <a:xfrm>
                  <a:off x="4475"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314" name="Line 733"/>
                <p:cNvSpPr>
                  <a:spLocks noChangeShapeType="1"/>
                </p:cNvSpPr>
                <p:nvPr/>
              </p:nvSpPr>
              <p:spPr bwMode="auto">
                <a:xfrm>
                  <a:off x="4530" y="2985"/>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9816" name="Group 734"/>
            <p:cNvGrpSpPr>
              <a:grpSpLocks/>
            </p:cNvGrpSpPr>
            <p:nvPr/>
          </p:nvGrpSpPr>
          <p:grpSpPr bwMode="auto">
            <a:xfrm>
              <a:off x="4674" y="1741"/>
              <a:ext cx="40" cy="1260"/>
              <a:chOff x="4674" y="1741"/>
              <a:chExt cx="40" cy="1260"/>
            </a:xfrm>
          </p:grpSpPr>
          <p:sp>
            <p:nvSpPr>
              <p:cNvPr id="110297" name="Oval 735"/>
              <p:cNvSpPr>
                <a:spLocks noChangeArrowheads="1"/>
              </p:cNvSpPr>
              <p:nvPr/>
            </p:nvSpPr>
            <p:spPr bwMode="auto">
              <a:xfrm>
                <a:off x="4674" y="1741"/>
                <a:ext cx="32" cy="40"/>
              </a:xfrm>
              <a:prstGeom prst="ellipse">
                <a:avLst/>
              </a:prstGeom>
              <a:solidFill>
                <a:schemeClr val="bg2"/>
              </a:solidFill>
              <a:ln w="9525">
                <a:solidFill>
                  <a:schemeClr val="bg2"/>
                </a:solidFill>
                <a:round/>
                <a:headEnd/>
                <a:tailEnd/>
              </a:ln>
            </p:spPr>
            <p:txBody>
              <a:bodyPr/>
              <a:lstStyle/>
              <a:p>
                <a:endParaRPr lang="en-US"/>
              </a:p>
            </p:txBody>
          </p:sp>
          <p:sp>
            <p:nvSpPr>
              <p:cNvPr id="110298" name="Oval 736"/>
              <p:cNvSpPr>
                <a:spLocks noChangeArrowheads="1"/>
              </p:cNvSpPr>
              <p:nvPr/>
            </p:nvSpPr>
            <p:spPr bwMode="auto">
              <a:xfrm>
                <a:off x="4674" y="1741"/>
                <a:ext cx="32" cy="40"/>
              </a:xfrm>
              <a:prstGeom prst="ellipse">
                <a:avLst/>
              </a:prstGeom>
              <a:solidFill>
                <a:schemeClr val="bg2"/>
              </a:solidFill>
              <a:ln w="25400">
                <a:solidFill>
                  <a:schemeClr val="bg2"/>
                </a:solidFill>
                <a:round/>
                <a:headEnd/>
                <a:tailEnd/>
              </a:ln>
            </p:spPr>
            <p:txBody>
              <a:bodyPr/>
              <a:lstStyle/>
              <a:p>
                <a:endParaRPr lang="en-US"/>
              </a:p>
            </p:txBody>
          </p:sp>
          <p:sp>
            <p:nvSpPr>
              <p:cNvPr id="110299" name="Oval 737"/>
              <p:cNvSpPr>
                <a:spLocks noChangeArrowheads="1"/>
              </p:cNvSpPr>
              <p:nvPr/>
            </p:nvSpPr>
            <p:spPr bwMode="auto">
              <a:xfrm>
                <a:off x="4682" y="2044"/>
                <a:ext cx="32" cy="40"/>
              </a:xfrm>
              <a:prstGeom prst="ellipse">
                <a:avLst/>
              </a:prstGeom>
              <a:solidFill>
                <a:schemeClr val="bg2"/>
              </a:solidFill>
              <a:ln w="9525">
                <a:solidFill>
                  <a:schemeClr val="bg2"/>
                </a:solidFill>
                <a:round/>
                <a:headEnd/>
                <a:tailEnd/>
              </a:ln>
            </p:spPr>
            <p:txBody>
              <a:bodyPr/>
              <a:lstStyle/>
              <a:p>
                <a:endParaRPr lang="en-US"/>
              </a:p>
            </p:txBody>
          </p:sp>
          <p:sp>
            <p:nvSpPr>
              <p:cNvPr id="110300" name="Oval 738"/>
              <p:cNvSpPr>
                <a:spLocks noChangeArrowheads="1"/>
              </p:cNvSpPr>
              <p:nvPr/>
            </p:nvSpPr>
            <p:spPr bwMode="auto">
              <a:xfrm>
                <a:off x="4682" y="2044"/>
                <a:ext cx="32" cy="40"/>
              </a:xfrm>
              <a:prstGeom prst="ellipse">
                <a:avLst/>
              </a:prstGeom>
              <a:solidFill>
                <a:schemeClr val="bg2"/>
              </a:solidFill>
              <a:ln w="25400">
                <a:solidFill>
                  <a:schemeClr val="bg2"/>
                </a:solidFill>
                <a:round/>
                <a:headEnd/>
                <a:tailEnd/>
              </a:ln>
            </p:spPr>
            <p:txBody>
              <a:bodyPr/>
              <a:lstStyle/>
              <a:p>
                <a:endParaRPr lang="en-US"/>
              </a:p>
            </p:txBody>
          </p:sp>
          <p:sp>
            <p:nvSpPr>
              <p:cNvPr id="110301" name="Oval 739"/>
              <p:cNvSpPr>
                <a:spLocks noChangeArrowheads="1"/>
              </p:cNvSpPr>
              <p:nvPr/>
            </p:nvSpPr>
            <p:spPr bwMode="auto">
              <a:xfrm>
                <a:off x="4682" y="2355"/>
                <a:ext cx="32" cy="32"/>
              </a:xfrm>
              <a:prstGeom prst="ellipse">
                <a:avLst/>
              </a:prstGeom>
              <a:solidFill>
                <a:schemeClr val="bg2"/>
              </a:solidFill>
              <a:ln w="9525">
                <a:solidFill>
                  <a:schemeClr val="bg2"/>
                </a:solidFill>
                <a:round/>
                <a:headEnd/>
                <a:tailEnd/>
              </a:ln>
            </p:spPr>
            <p:txBody>
              <a:bodyPr/>
              <a:lstStyle/>
              <a:p>
                <a:endParaRPr lang="en-US"/>
              </a:p>
            </p:txBody>
          </p:sp>
          <p:sp>
            <p:nvSpPr>
              <p:cNvPr id="110302" name="Oval 740"/>
              <p:cNvSpPr>
                <a:spLocks noChangeArrowheads="1"/>
              </p:cNvSpPr>
              <p:nvPr/>
            </p:nvSpPr>
            <p:spPr bwMode="auto">
              <a:xfrm>
                <a:off x="4682" y="2355"/>
                <a:ext cx="32" cy="32"/>
              </a:xfrm>
              <a:prstGeom prst="ellipse">
                <a:avLst/>
              </a:prstGeom>
              <a:solidFill>
                <a:schemeClr val="bg2"/>
              </a:solidFill>
              <a:ln w="25400">
                <a:solidFill>
                  <a:schemeClr val="bg2"/>
                </a:solidFill>
                <a:round/>
                <a:headEnd/>
                <a:tailEnd/>
              </a:ln>
            </p:spPr>
            <p:txBody>
              <a:bodyPr/>
              <a:lstStyle/>
              <a:p>
                <a:endParaRPr lang="en-US"/>
              </a:p>
            </p:txBody>
          </p:sp>
          <p:sp>
            <p:nvSpPr>
              <p:cNvPr id="110303" name="Oval 741"/>
              <p:cNvSpPr>
                <a:spLocks noChangeArrowheads="1"/>
              </p:cNvSpPr>
              <p:nvPr/>
            </p:nvSpPr>
            <p:spPr bwMode="auto">
              <a:xfrm>
                <a:off x="4674" y="2658"/>
                <a:ext cx="32" cy="40"/>
              </a:xfrm>
              <a:prstGeom prst="ellipse">
                <a:avLst/>
              </a:prstGeom>
              <a:solidFill>
                <a:schemeClr val="bg2"/>
              </a:solidFill>
              <a:ln w="9525">
                <a:solidFill>
                  <a:schemeClr val="bg2"/>
                </a:solidFill>
                <a:round/>
                <a:headEnd/>
                <a:tailEnd/>
              </a:ln>
            </p:spPr>
            <p:txBody>
              <a:bodyPr/>
              <a:lstStyle/>
              <a:p>
                <a:endParaRPr lang="en-US"/>
              </a:p>
            </p:txBody>
          </p:sp>
          <p:sp>
            <p:nvSpPr>
              <p:cNvPr id="110304" name="Oval 742"/>
              <p:cNvSpPr>
                <a:spLocks noChangeArrowheads="1"/>
              </p:cNvSpPr>
              <p:nvPr/>
            </p:nvSpPr>
            <p:spPr bwMode="auto">
              <a:xfrm>
                <a:off x="4674" y="2658"/>
                <a:ext cx="32" cy="40"/>
              </a:xfrm>
              <a:prstGeom prst="ellipse">
                <a:avLst/>
              </a:prstGeom>
              <a:solidFill>
                <a:schemeClr val="bg2"/>
              </a:solidFill>
              <a:ln w="25400">
                <a:solidFill>
                  <a:schemeClr val="bg2"/>
                </a:solidFill>
                <a:round/>
                <a:headEnd/>
                <a:tailEnd/>
              </a:ln>
            </p:spPr>
            <p:txBody>
              <a:bodyPr/>
              <a:lstStyle/>
              <a:p>
                <a:endParaRPr lang="en-US"/>
              </a:p>
            </p:txBody>
          </p:sp>
          <p:sp>
            <p:nvSpPr>
              <p:cNvPr id="110305" name="Oval 743"/>
              <p:cNvSpPr>
                <a:spLocks noChangeArrowheads="1"/>
              </p:cNvSpPr>
              <p:nvPr/>
            </p:nvSpPr>
            <p:spPr bwMode="auto">
              <a:xfrm>
                <a:off x="4674" y="2969"/>
                <a:ext cx="32" cy="32"/>
              </a:xfrm>
              <a:prstGeom prst="ellipse">
                <a:avLst/>
              </a:prstGeom>
              <a:solidFill>
                <a:schemeClr val="bg2"/>
              </a:solidFill>
              <a:ln w="9525">
                <a:solidFill>
                  <a:schemeClr val="bg2"/>
                </a:solidFill>
                <a:round/>
                <a:headEnd/>
                <a:tailEnd/>
              </a:ln>
            </p:spPr>
            <p:txBody>
              <a:bodyPr/>
              <a:lstStyle/>
              <a:p>
                <a:endParaRPr lang="en-US"/>
              </a:p>
            </p:txBody>
          </p:sp>
          <p:sp>
            <p:nvSpPr>
              <p:cNvPr id="110306" name="Oval 744"/>
              <p:cNvSpPr>
                <a:spLocks noChangeArrowheads="1"/>
              </p:cNvSpPr>
              <p:nvPr/>
            </p:nvSpPr>
            <p:spPr bwMode="auto">
              <a:xfrm>
                <a:off x="4674" y="2969"/>
                <a:ext cx="32" cy="32"/>
              </a:xfrm>
              <a:prstGeom prst="ellipse">
                <a:avLst/>
              </a:prstGeom>
              <a:solidFill>
                <a:schemeClr val="bg2"/>
              </a:solidFill>
              <a:ln w="25400">
                <a:solidFill>
                  <a:schemeClr val="bg2"/>
                </a:solidFill>
                <a:round/>
                <a:headEnd/>
                <a:tailEnd/>
              </a:ln>
            </p:spPr>
            <p:txBody>
              <a:bodyPr/>
              <a:lstStyle/>
              <a:p>
                <a:endParaRPr lang="en-US"/>
              </a:p>
            </p:txBody>
          </p:sp>
        </p:grpSp>
        <p:grpSp>
          <p:nvGrpSpPr>
            <p:cNvPr id="109817" name="Group 745"/>
            <p:cNvGrpSpPr>
              <a:grpSpLocks/>
            </p:cNvGrpSpPr>
            <p:nvPr/>
          </p:nvGrpSpPr>
          <p:grpSpPr bwMode="auto">
            <a:xfrm>
              <a:off x="3740" y="3272"/>
              <a:ext cx="40" cy="343"/>
              <a:chOff x="3740" y="3272"/>
              <a:chExt cx="40" cy="343"/>
            </a:xfrm>
          </p:grpSpPr>
          <p:sp>
            <p:nvSpPr>
              <p:cNvPr id="110293" name="Oval 746"/>
              <p:cNvSpPr>
                <a:spLocks noChangeArrowheads="1"/>
              </p:cNvSpPr>
              <p:nvPr/>
            </p:nvSpPr>
            <p:spPr bwMode="auto">
              <a:xfrm>
                <a:off x="3740" y="3272"/>
                <a:ext cx="40" cy="32"/>
              </a:xfrm>
              <a:prstGeom prst="ellipse">
                <a:avLst/>
              </a:prstGeom>
              <a:solidFill>
                <a:schemeClr val="bg2"/>
              </a:solidFill>
              <a:ln w="9525">
                <a:solidFill>
                  <a:schemeClr val="bg2"/>
                </a:solidFill>
                <a:round/>
                <a:headEnd/>
                <a:tailEnd/>
              </a:ln>
            </p:spPr>
            <p:txBody>
              <a:bodyPr/>
              <a:lstStyle/>
              <a:p>
                <a:endParaRPr lang="en-US"/>
              </a:p>
            </p:txBody>
          </p:sp>
          <p:sp>
            <p:nvSpPr>
              <p:cNvPr id="110294" name="Oval 747"/>
              <p:cNvSpPr>
                <a:spLocks noChangeArrowheads="1"/>
              </p:cNvSpPr>
              <p:nvPr/>
            </p:nvSpPr>
            <p:spPr bwMode="auto">
              <a:xfrm>
                <a:off x="3740" y="3272"/>
                <a:ext cx="40" cy="32"/>
              </a:xfrm>
              <a:prstGeom prst="ellipse">
                <a:avLst/>
              </a:prstGeom>
              <a:solidFill>
                <a:schemeClr val="bg2"/>
              </a:solidFill>
              <a:ln w="25400">
                <a:solidFill>
                  <a:schemeClr val="bg2"/>
                </a:solidFill>
                <a:round/>
                <a:headEnd/>
                <a:tailEnd/>
              </a:ln>
            </p:spPr>
            <p:txBody>
              <a:bodyPr/>
              <a:lstStyle/>
              <a:p>
                <a:endParaRPr lang="en-US"/>
              </a:p>
            </p:txBody>
          </p:sp>
          <p:sp>
            <p:nvSpPr>
              <p:cNvPr id="110295" name="Oval 748"/>
              <p:cNvSpPr>
                <a:spLocks noChangeArrowheads="1"/>
              </p:cNvSpPr>
              <p:nvPr/>
            </p:nvSpPr>
            <p:spPr bwMode="auto">
              <a:xfrm>
                <a:off x="3740" y="3575"/>
                <a:ext cx="40" cy="40"/>
              </a:xfrm>
              <a:prstGeom prst="ellipse">
                <a:avLst/>
              </a:prstGeom>
              <a:solidFill>
                <a:schemeClr val="bg2"/>
              </a:solidFill>
              <a:ln w="9525">
                <a:solidFill>
                  <a:schemeClr val="bg2"/>
                </a:solidFill>
                <a:round/>
                <a:headEnd/>
                <a:tailEnd/>
              </a:ln>
            </p:spPr>
            <p:txBody>
              <a:bodyPr/>
              <a:lstStyle/>
              <a:p>
                <a:endParaRPr lang="en-US"/>
              </a:p>
            </p:txBody>
          </p:sp>
          <p:sp>
            <p:nvSpPr>
              <p:cNvPr id="110296" name="Oval 749"/>
              <p:cNvSpPr>
                <a:spLocks noChangeArrowheads="1"/>
              </p:cNvSpPr>
              <p:nvPr/>
            </p:nvSpPr>
            <p:spPr bwMode="auto">
              <a:xfrm>
                <a:off x="3740" y="3575"/>
                <a:ext cx="40" cy="40"/>
              </a:xfrm>
              <a:prstGeom prst="ellipse">
                <a:avLst/>
              </a:prstGeom>
              <a:solidFill>
                <a:schemeClr val="bg2"/>
              </a:solidFill>
              <a:ln w="25400">
                <a:solidFill>
                  <a:schemeClr val="bg2"/>
                </a:solidFill>
                <a:round/>
                <a:headEnd/>
                <a:tailEnd/>
              </a:ln>
            </p:spPr>
            <p:txBody>
              <a:bodyPr/>
              <a:lstStyle/>
              <a:p>
                <a:endParaRPr lang="en-US"/>
              </a:p>
            </p:txBody>
          </p:sp>
        </p:grpSp>
        <p:grpSp>
          <p:nvGrpSpPr>
            <p:cNvPr id="109818" name="Group 750"/>
            <p:cNvGrpSpPr>
              <a:grpSpLocks/>
            </p:cNvGrpSpPr>
            <p:nvPr/>
          </p:nvGrpSpPr>
          <p:grpSpPr bwMode="auto">
            <a:xfrm>
              <a:off x="3285" y="3272"/>
              <a:ext cx="32" cy="343"/>
              <a:chOff x="3285" y="3272"/>
              <a:chExt cx="32" cy="343"/>
            </a:xfrm>
          </p:grpSpPr>
          <p:sp>
            <p:nvSpPr>
              <p:cNvPr id="110289" name="Oval 751"/>
              <p:cNvSpPr>
                <a:spLocks noChangeArrowheads="1"/>
              </p:cNvSpPr>
              <p:nvPr/>
            </p:nvSpPr>
            <p:spPr bwMode="auto">
              <a:xfrm>
                <a:off x="3285" y="3272"/>
                <a:ext cx="32" cy="32"/>
              </a:xfrm>
              <a:prstGeom prst="ellipse">
                <a:avLst/>
              </a:prstGeom>
              <a:solidFill>
                <a:schemeClr val="bg2"/>
              </a:solidFill>
              <a:ln w="9525">
                <a:solidFill>
                  <a:schemeClr val="bg2"/>
                </a:solidFill>
                <a:round/>
                <a:headEnd/>
                <a:tailEnd/>
              </a:ln>
            </p:spPr>
            <p:txBody>
              <a:bodyPr/>
              <a:lstStyle/>
              <a:p>
                <a:endParaRPr lang="en-US"/>
              </a:p>
            </p:txBody>
          </p:sp>
          <p:sp>
            <p:nvSpPr>
              <p:cNvPr id="110290" name="Oval 752"/>
              <p:cNvSpPr>
                <a:spLocks noChangeArrowheads="1"/>
              </p:cNvSpPr>
              <p:nvPr/>
            </p:nvSpPr>
            <p:spPr bwMode="auto">
              <a:xfrm>
                <a:off x="3285" y="3272"/>
                <a:ext cx="32" cy="32"/>
              </a:xfrm>
              <a:prstGeom prst="ellipse">
                <a:avLst/>
              </a:prstGeom>
              <a:solidFill>
                <a:schemeClr val="bg2"/>
              </a:solidFill>
              <a:ln w="25400">
                <a:solidFill>
                  <a:schemeClr val="bg2"/>
                </a:solidFill>
                <a:round/>
                <a:headEnd/>
                <a:tailEnd/>
              </a:ln>
            </p:spPr>
            <p:txBody>
              <a:bodyPr/>
              <a:lstStyle/>
              <a:p>
                <a:endParaRPr lang="en-US"/>
              </a:p>
            </p:txBody>
          </p:sp>
          <p:sp>
            <p:nvSpPr>
              <p:cNvPr id="110291" name="Oval 753"/>
              <p:cNvSpPr>
                <a:spLocks noChangeArrowheads="1"/>
              </p:cNvSpPr>
              <p:nvPr/>
            </p:nvSpPr>
            <p:spPr bwMode="auto">
              <a:xfrm>
                <a:off x="3285" y="3575"/>
                <a:ext cx="32" cy="40"/>
              </a:xfrm>
              <a:prstGeom prst="ellipse">
                <a:avLst/>
              </a:prstGeom>
              <a:solidFill>
                <a:schemeClr val="bg2"/>
              </a:solidFill>
              <a:ln w="9525">
                <a:solidFill>
                  <a:schemeClr val="bg2"/>
                </a:solidFill>
                <a:round/>
                <a:headEnd/>
                <a:tailEnd/>
              </a:ln>
            </p:spPr>
            <p:txBody>
              <a:bodyPr/>
              <a:lstStyle/>
              <a:p>
                <a:endParaRPr lang="en-US"/>
              </a:p>
            </p:txBody>
          </p:sp>
          <p:sp>
            <p:nvSpPr>
              <p:cNvPr id="110292" name="Oval 754"/>
              <p:cNvSpPr>
                <a:spLocks noChangeArrowheads="1"/>
              </p:cNvSpPr>
              <p:nvPr/>
            </p:nvSpPr>
            <p:spPr bwMode="auto">
              <a:xfrm>
                <a:off x="3285" y="3575"/>
                <a:ext cx="32" cy="40"/>
              </a:xfrm>
              <a:prstGeom prst="ellipse">
                <a:avLst/>
              </a:prstGeom>
              <a:solidFill>
                <a:schemeClr val="bg2"/>
              </a:solidFill>
              <a:ln w="25400">
                <a:solidFill>
                  <a:schemeClr val="bg2"/>
                </a:solidFill>
                <a:round/>
                <a:headEnd/>
                <a:tailEnd/>
              </a:ln>
            </p:spPr>
            <p:txBody>
              <a:bodyPr/>
              <a:lstStyle/>
              <a:p>
                <a:endParaRPr lang="en-US"/>
              </a:p>
            </p:txBody>
          </p:sp>
        </p:grpSp>
        <p:grpSp>
          <p:nvGrpSpPr>
            <p:cNvPr id="109819" name="Group 755"/>
            <p:cNvGrpSpPr>
              <a:grpSpLocks/>
            </p:cNvGrpSpPr>
            <p:nvPr/>
          </p:nvGrpSpPr>
          <p:grpSpPr bwMode="auto">
            <a:xfrm>
              <a:off x="4203" y="3272"/>
              <a:ext cx="32" cy="343"/>
              <a:chOff x="4203" y="3272"/>
              <a:chExt cx="32" cy="343"/>
            </a:xfrm>
          </p:grpSpPr>
          <p:sp>
            <p:nvSpPr>
              <p:cNvPr id="110285" name="Oval 756"/>
              <p:cNvSpPr>
                <a:spLocks noChangeArrowheads="1"/>
              </p:cNvSpPr>
              <p:nvPr/>
            </p:nvSpPr>
            <p:spPr bwMode="auto">
              <a:xfrm>
                <a:off x="4203" y="3272"/>
                <a:ext cx="32" cy="32"/>
              </a:xfrm>
              <a:prstGeom prst="ellipse">
                <a:avLst/>
              </a:prstGeom>
              <a:solidFill>
                <a:schemeClr val="bg2"/>
              </a:solidFill>
              <a:ln w="9525">
                <a:solidFill>
                  <a:schemeClr val="bg2"/>
                </a:solidFill>
                <a:round/>
                <a:headEnd/>
                <a:tailEnd/>
              </a:ln>
            </p:spPr>
            <p:txBody>
              <a:bodyPr/>
              <a:lstStyle/>
              <a:p>
                <a:endParaRPr lang="en-US"/>
              </a:p>
            </p:txBody>
          </p:sp>
          <p:sp>
            <p:nvSpPr>
              <p:cNvPr id="110286" name="Oval 757"/>
              <p:cNvSpPr>
                <a:spLocks noChangeArrowheads="1"/>
              </p:cNvSpPr>
              <p:nvPr/>
            </p:nvSpPr>
            <p:spPr bwMode="auto">
              <a:xfrm>
                <a:off x="4203" y="3272"/>
                <a:ext cx="32" cy="32"/>
              </a:xfrm>
              <a:prstGeom prst="ellipse">
                <a:avLst/>
              </a:prstGeom>
              <a:solidFill>
                <a:schemeClr val="bg2"/>
              </a:solidFill>
              <a:ln w="25400">
                <a:solidFill>
                  <a:schemeClr val="bg2"/>
                </a:solidFill>
                <a:round/>
                <a:headEnd/>
                <a:tailEnd/>
              </a:ln>
            </p:spPr>
            <p:txBody>
              <a:bodyPr/>
              <a:lstStyle/>
              <a:p>
                <a:endParaRPr lang="en-US"/>
              </a:p>
            </p:txBody>
          </p:sp>
          <p:sp>
            <p:nvSpPr>
              <p:cNvPr id="110287" name="Oval 758"/>
              <p:cNvSpPr>
                <a:spLocks noChangeArrowheads="1"/>
              </p:cNvSpPr>
              <p:nvPr/>
            </p:nvSpPr>
            <p:spPr bwMode="auto">
              <a:xfrm>
                <a:off x="4203" y="3575"/>
                <a:ext cx="32" cy="40"/>
              </a:xfrm>
              <a:prstGeom prst="ellipse">
                <a:avLst/>
              </a:prstGeom>
              <a:solidFill>
                <a:schemeClr val="bg2"/>
              </a:solidFill>
              <a:ln w="9525">
                <a:solidFill>
                  <a:schemeClr val="bg2"/>
                </a:solidFill>
                <a:round/>
                <a:headEnd/>
                <a:tailEnd/>
              </a:ln>
            </p:spPr>
            <p:txBody>
              <a:bodyPr/>
              <a:lstStyle/>
              <a:p>
                <a:endParaRPr lang="en-US"/>
              </a:p>
            </p:txBody>
          </p:sp>
          <p:sp>
            <p:nvSpPr>
              <p:cNvPr id="110288" name="Oval 759"/>
              <p:cNvSpPr>
                <a:spLocks noChangeArrowheads="1"/>
              </p:cNvSpPr>
              <p:nvPr/>
            </p:nvSpPr>
            <p:spPr bwMode="auto">
              <a:xfrm>
                <a:off x="4203" y="3575"/>
                <a:ext cx="32" cy="40"/>
              </a:xfrm>
              <a:prstGeom prst="ellipse">
                <a:avLst/>
              </a:prstGeom>
              <a:solidFill>
                <a:schemeClr val="bg2"/>
              </a:solidFill>
              <a:ln w="25400">
                <a:solidFill>
                  <a:schemeClr val="bg2"/>
                </a:solidFill>
                <a:round/>
                <a:headEnd/>
                <a:tailEnd/>
              </a:ln>
            </p:spPr>
            <p:txBody>
              <a:bodyPr/>
              <a:lstStyle/>
              <a:p>
                <a:endParaRPr lang="en-US"/>
              </a:p>
            </p:txBody>
          </p:sp>
        </p:grpSp>
        <p:grpSp>
          <p:nvGrpSpPr>
            <p:cNvPr id="109820" name="Group 760"/>
            <p:cNvGrpSpPr>
              <a:grpSpLocks/>
            </p:cNvGrpSpPr>
            <p:nvPr/>
          </p:nvGrpSpPr>
          <p:grpSpPr bwMode="auto">
            <a:xfrm>
              <a:off x="4658" y="3272"/>
              <a:ext cx="32" cy="343"/>
              <a:chOff x="4658" y="3272"/>
              <a:chExt cx="32" cy="343"/>
            </a:xfrm>
          </p:grpSpPr>
          <p:sp>
            <p:nvSpPr>
              <p:cNvPr id="110281" name="Oval 761"/>
              <p:cNvSpPr>
                <a:spLocks noChangeArrowheads="1"/>
              </p:cNvSpPr>
              <p:nvPr/>
            </p:nvSpPr>
            <p:spPr bwMode="auto">
              <a:xfrm>
                <a:off x="4658" y="3272"/>
                <a:ext cx="32" cy="32"/>
              </a:xfrm>
              <a:prstGeom prst="ellipse">
                <a:avLst/>
              </a:prstGeom>
              <a:solidFill>
                <a:schemeClr val="bg2"/>
              </a:solidFill>
              <a:ln w="9525">
                <a:solidFill>
                  <a:schemeClr val="bg2"/>
                </a:solidFill>
                <a:round/>
                <a:headEnd/>
                <a:tailEnd/>
              </a:ln>
            </p:spPr>
            <p:txBody>
              <a:bodyPr/>
              <a:lstStyle/>
              <a:p>
                <a:endParaRPr lang="en-US"/>
              </a:p>
            </p:txBody>
          </p:sp>
          <p:sp>
            <p:nvSpPr>
              <p:cNvPr id="110282" name="Oval 762"/>
              <p:cNvSpPr>
                <a:spLocks noChangeArrowheads="1"/>
              </p:cNvSpPr>
              <p:nvPr/>
            </p:nvSpPr>
            <p:spPr bwMode="auto">
              <a:xfrm>
                <a:off x="4658" y="3272"/>
                <a:ext cx="32" cy="32"/>
              </a:xfrm>
              <a:prstGeom prst="ellipse">
                <a:avLst/>
              </a:prstGeom>
              <a:solidFill>
                <a:schemeClr val="bg2"/>
              </a:solidFill>
              <a:ln w="25400">
                <a:solidFill>
                  <a:schemeClr val="bg2"/>
                </a:solidFill>
                <a:round/>
                <a:headEnd/>
                <a:tailEnd/>
              </a:ln>
            </p:spPr>
            <p:txBody>
              <a:bodyPr/>
              <a:lstStyle/>
              <a:p>
                <a:endParaRPr lang="en-US"/>
              </a:p>
            </p:txBody>
          </p:sp>
          <p:sp>
            <p:nvSpPr>
              <p:cNvPr id="110283" name="Oval 763"/>
              <p:cNvSpPr>
                <a:spLocks noChangeArrowheads="1"/>
              </p:cNvSpPr>
              <p:nvPr/>
            </p:nvSpPr>
            <p:spPr bwMode="auto">
              <a:xfrm>
                <a:off x="4658" y="3575"/>
                <a:ext cx="32" cy="40"/>
              </a:xfrm>
              <a:prstGeom prst="ellipse">
                <a:avLst/>
              </a:prstGeom>
              <a:solidFill>
                <a:schemeClr val="bg2"/>
              </a:solidFill>
              <a:ln w="9525">
                <a:solidFill>
                  <a:schemeClr val="bg2"/>
                </a:solidFill>
                <a:round/>
                <a:headEnd/>
                <a:tailEnd/>
              </a:ln>
            </p:spPr>
            <p:txBody>
              <a:bodyPr/>
              <a:lstStyle/>
              <a:p>
                <a:endParaRPr lang="en-US"/>
              </a:p>
            </p:txBody>
          </p:sp>
          <p:sp>
            <p:nvSpPr>
              <p:cNvPr id="110284" name="Oval 764"/>
              <p:cNvSpPr>
                <a:spLocks noChangeArrowheads="1"/>
              </p:cNvSpPr>
              <p:nvPr/>
            </p:nvSpPr>
            <p:spPr bwMode="auto">
              <a:xfrm>
                <a:off x="4658" y="3575"/>
                <a:ext cx="32" cy="40"/>
              </a:xfrm>
              <a:prstGeom prst="ellipse">
                <a:avLst/>
              </a:prstGeom>
              <a:solidFill>
                <a:schemeClr val="bg2"/>
              </a:solidFill>
              <a:ln w="25400">
                <a:solidFill>
                  <a:schemeClr val="bg2"/>
                </a:solidFill>
                <a:round/>
                <a:headEnd/>
                <a:tailEnd/>
              </a:ln>
            </p:spPr>
            <p:txBody>
              <a:bodyPr/>
              <a:lstStyle/>
              <a:p>
                <a:endParaRPr lang="en-US"/>
              </a:p>
            </p:txBody>
          </p:sp>
        </p:grpSp>
        <p:grpSp>
          <p:nvGrpSpPr>
            <p:cNvPr id="109821" name="Group 765"/>
            <p:cNvGrpSpPr>
              <a:grpSpLocks/>
            </p:cNvGrpSpPr>
            <p:nvPr/>
          </p:nvGrpSpPr>
          <p:grpSpPr bwMode="auto">
            <a:xfrm>
              <a:off x="4251" y="2650"/>
              <a:ext cx="415" cy="56"/>
              <a:chOff x="4251" y="2650"/>
              <a:chExt cx="415" cy="56"/>
            </a:xfrm>
          </p:grpSpPr>
          <p:sp>
            <p:nvSpPr>
              <p:cNvPr id="110273" name="Freeform 766"/>
              <p:cNvSpPr>
                <a:spLocks/>
              </p:cNvSpPr>
              <p:nvPr/>
            </p:nvSpPr>
            <p:spPr bwMode="auto">
              <a:xfrm>
                <a:off x="4554" y="2650"/>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solidFill>
                <a:schemeClr val="bg2"/>
              </a:solidFill>
              <a:ln w="9525">
                <a:solidFill>
                  <a:schemeClr val="bg2"/>
                </a:solidFill>
                <a:round/>
                <a:headEnd/>
                <a:tailEnd/>
              </a:ln>
            </p:spPr>
            <p:txBody>
              <a:bodyPr/>
              <a:lstStyle/>
              <a:p>
                <a:endParaRPr lang="en-US"/>
              </a:p>
            </p:txBody>
          </p:sp>
          <p:grpSp>
            <p:nvGrpSpPr>
              <p:cNvPr id="110274" name="Group 767"/>
              <p:cNvGrpSpPr>
                <a:grpSpLocks/>
              </p:cNvGrpSpPr>
              <p:nvPr/>
            </p:nvGrpSpPr>
            <p:grpSpPr bwMode="auto">
              <a:xfrm>
                <a:off x="4251" y="2674"/>
                <a:ext cx="295" cy="1"/>
                <a:chOff x="4251" y="2674"/>
                <a:chExt cx="295" cy="1"/>
              </a:xfrm>
            </p:grpSpPr>
            <p:sp>
              <p:nvSpPr>
                <p:cNvPr id="110275" name="Line 768"/>
                <p:cNvSpPr>
                  <a:spLocks noChangeShapeType="1"/>
                </p:cNvSpPr>
                <p:nvPr/>
              </p:nvSpPr>
              <p:spPr bwMode="auto">
                <a:xfrm>
                  <a:off x="4251"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276" name="Line 769"/>
                <p:cNvSpPr>
                  <a:spLocks noChangeShapeType="1"/>
                </p:cNvSpPr>
                <p:nvPr/>
              </p:nvSpPr>
              <p:spPr bwMode="auto">
                <a:xfrm>
                  <a:off x="4307"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277" name="Line 770"/>
                <p:cNvSpPr>
                  <a:spLocks noChangeShapeType="1"/>
                </p:cNvSpPr>
                <p:nvPr/>
              </p:nvSpPr>
              <p:spPr bwMode="auto">
                <a:xfrm>
                  <a:off x="4363"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278" name="Line 771"/>
                <p:cNvSpPr>
                  <a:spLocks noChangeShapeType="1"/>
                </p:cNvSpPr>
                <p:nvPr/>
              </p:nvSpPr>
              <p:spPr bwMode="auto">
                <a:xfrm>
                  <a:off x="4419"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279" name="Line 772"/>
                <p:cNvSpPr>
                  <a:spLocks noChangeShapeType="1"/>
                </p:cNvSpPr>
                <p:nvPr/>
              </p:nvSpPr>
              <p:spPr bwMode="auto">
                <a:xfrm>
                  <a:off x="4475"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280" name="Line 773"/>
                <p:cNvSpPr>
                  <a:spLocks noChangeShapeType="1"/>
                </p:cNvSpPr>
                <p:nvPr/>
              </p:nvSpPr>
              <p:spPr bwMode="auto">
                <a:xfrm>
                  <a:off x="4530" y="2674"/>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9822" name="Group 774"/>
            <p:cNvGrpSpPr>
              <a:grpSpLocks/>
            </p:cNvGrpSpPr>
            <p:nvPr/>
          </p:nvGrpSpPr>
          <p:grpSpPr bwMode="auto">
            <a:xfrm>
              <a:off x="4251" y="1733"/>
              <a:ext cx="415" cy="56"/>
              <a:chOff x="4251" y="1733"/>
              <a:chExt cx="415" cy="56"/>
            </a:xfrm>
          </p:grpSpPr>
          <p:sp>
            <p:nvSpPr>
              <p:cNvPr id="110265" name="Freeform 775"/>
              <p:cNvSpPr>
                <a:spLocks/>
              </p:cNvSpPr>
              <p:nvPr/>
            </p:nvSpPr>
            <p:spPr bwMode="auto">
              <a:xfrm>
                <a:off x="4554" y="1733"/>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solidFill>
                <a:schemeClr val="bg2"/>
              </a:solidFill>
              <a:ln w="9525">
                <a:solidFill>
                  <a:schemeClr val="bg2"/>
                </a:solidFill>
                <a:round/>
                <a:headEnd/>
                <a:tailEnd/>
              </a:ln>
            </p:spPr>
            <p:txBody>
              <a:bodyPr/>
              <a:lstStyle/>
              <a:p>
                <a:endParaRPr lang="en-US"/>
              </a:p>
            </p:txBody>
          </p:sp>
          <p:grpSp>
            <p:nvGrpSpPr>
              <p:cNvPr id="110266" name="Group 776"/>
              <p:cNvGrpSpPr>
                <a:grpSpLocks/>
              </p:cNvGrpSpPr>
              <p:nvPr/>
            </p:nvGrpSpPr>
            <p:grpSpPr bwMode="auto">
              <a:xfrm>
                <a:off x="4251" y="1757"/>
                <a:ext cx="295" cy="1"/>
                <a:chOff x="4251" y="1757"/>
                <a:chExt cx="295" cy="1"/>
              </a:xfrm>
            </p:grpSpPr>
            <p:sp>
              <p:nvSpPr>
                <p:cNvPr id="110267" name="Line 777"/>
                <p:cNvSpPr>
                  <a:spLocks noChangeShapeType="1"/>
                </p:cNvSpPr>
                <p:nvPr/>
              </p:nvSpPr>
              <p:spPr bwMode="auto">
                <a:xfrm>
                  <a:off x="4251"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268" name="Line 778"/>
                <p:cNvSpPr>
                  <a:spLocks noChangeShapeType="1"/>
                </p:cNvSpPr>
                <p:nvPr/>
              </p:nvSpPr>
              <p:spPr bwMode="auto">
                <a:xfrm>
                  <a:off x="4307"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269" name="Line 779"/>
                <p:cNvSpPr>
                  <a:spLocks noChangeShapeType="1"/>
                </p:cNvSpPr>
                <p:nvPr/>
              </p:nvSpPr>
              <p:spPr bwMode="auto">
                <a:xfrm>
                  <a:off x="4363"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270" name="Line 780"/>
                <p:cNvSpPr>
                  <a:spLocks noChangeShapeType="1"/>
                </p:cNvSpPr>
                <p:nvPr/>
              </p:nvSpPr>
              <p:spPr bwMode="auto">
                <a:xfrm>
                  <a:off x="4419"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271" name="Line 781"/>
                <p:cNvSpPr>
                  <a:spLocks noChangeShapeType="1"/>
                </p:cNvSpPr>
                <p:nvPr/>
              </p:nvSpPr>
              <p:spPr bwMode="auto">
                <a:xfrm>
                  <a:off x="4475"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272" name="Line 782"/>
                <p:cNvSpPr>
                  <a:spLocks noChangeShapeType="1"/>
                </p:cNvSpPr>
                <p:nvPr/>
              </p:nvSpPr>
              <p:spPr bwMode="auto">
                <a:xfrm>
                  <a:off x="4530" y="1757"/>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9823" name="Group 783"/>
            <p:cNvGrpSpPr>
              <a:grpSpLocks/>
            </p:cNvGrpSpPr>
            <p:nvPr/>
          </p:nvGrpSpPr>
          <p:grpSpPr bwMode="auto">
            <a:xfrm>
              <a:off x="3325" y="3264"/>
              <a:ext cx="415" cy="56"/>
              <a:chOff x="3325" y="3264"/>
              <a:chExt cx="415" cy="56"/>
            </a:xfrm>
          </p:grpSpPr>
          <p:sp>
            <p:nvSpPr>
              <p:cNvPr id="110257" name="Freeform 784"/>
              <p:cNvSpPr>
                <a:spLocks/>
              </p:cNvSpPr>
              <p:nvPr/>
            </p:nvSpPr>
            <p:spPr bwMode="auto">
              <a:xfrm>
                <a:off x="3628" y="3264"/>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solidFill>
                <a:schemeClr val="bg2"/>
              </a:solidFill>
              <a:ln w="9525">
                <a:solidFill>
                  <a:schemeClr val="bg2"/>
                </a:solidFill>
                <a:round/>
                <a:headEnd/>
                <a:tailEnd/>
              </a:ln>
            </p:spPr>
            <p:txBody>
              <a:bodyPr/>
              <a:lstStyle/>
              <a:p>
                <a:endParaRPr lang="en-US"/>
              </a:p>
            </p:txBody>
          </p:sp>
          <p:grpSp>
            <p:nvGrpSpPr>
              <p:cNvPr id="110258" name="Group 785"/>
              <p:cNvGrpSpPr>
                <a:grpSpLocks/>
              </p:cNvGrpSpPr>
              <p:nvPr/>
            </p:nvGrpSpPr>
            <p:grpSpPr bwMode="auto">
              <a:xfrm>
                <a:off x="3325" y="3288"/>
                <a:ext cx="295" cy="1"/>
                <a:chOff x="3325" y="3288"/>
                <a:chExt cx="295" cy="1"/>
              </a:xfrm>
            </p:grpSpPr>
            <p:sp>
              <p:nvSpPr>
                <p:cNvPr id="110259" name="Line 786"/>
                <p:cNvSpPr>
                  <a:spLocks noChangeShapeType="1"/>
                </p:cNvSpPr>
                <p:nvPr/>
              </p:nvSpPr>
              <p:spPr bwMode="auto">
                <a:xfrm>
                  <a:off x="3325"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260" name="Line 787"/>
                <p:cNvSpPr>
                  <a:spLocks noChangeShapeType="1"/>
                </p:cNvSpPr>
                <p:nvPr/>
              </p:nvSpPr>
              <p:spPr bwMode="auto">
                <a:xfrm>
                  <a:off x="3381"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261" name="Line 788"/>
                <p:cNvSpPr>
                  <a:spLocks noChangeShapeType="1"/>
                </p:cNvSpPr>
                <p:nvPr/>
              </p:nvSpPr>
              <p:spPr bwMode="auto">
                <a:xfrm>
                  <a:off x="3437"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262" name="Line 789"/>
                <p:cNvSpPr>
                  <a:spLocks noChangeShapeType="1"/>
                </p:cNvSpPr>
                <p:nvPr/>
              </p:nvSpPr>
              <p:spPr bwMode="auto">
                <a:xfrm>
                  <a:off x="3493" y="3288"/>
                  <a:ext cx="23"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263" name="Line 790"/>
                <p:cNvSpPr>
                  <a:spLocks noChangeShapeType="1"/>
                </p:cNvSpPr>
                <p:nvPr/>
              </p:nvSpPr>
              <p:spPr bwMode="auto">
                <a:xfrm>
                  <a:off x="3548"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264" name="Line 791"/>
                <p:cNvSpPr>
                  <a:spLocks noChangeShapeType="1"/>
                </p:cNvSpPr>
                <p:nvPr/>
              </p:nvSpPr>
              <p:spPr bwMode="auto">
                <a:xfrm>
                  <a:off x="3604" y="3288"/>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9824" name="Group 792"/>
            <p:cNvGrpSpPr>
              <a:grpSpLocks/>
            </p:cNvGrpSpPr>
            <p:nvPr/>
          </p:nvGrpSpPr>
          <p:grpSpPr bwMode="auto">
            <a:xfrm>
              <a:off x="3780" y="3256"/>
              <a:ext cx="415" cy="56"/>
              <a:chOff x="3780" y="3256"/>
              <a:chExt cx="415" cy="56"/>
            </a:xfrm>
          </p:grpSpPr>
          <p:sp>
            <p:nvSpPr>
              <p:cNvPr id="110249" name="Freeform 793"/>
              <p:cNvSpPr>
                <a:spLocks/>
              </p:cNvSpPr>
              <p:nvPr/>
            </p:nvSpPr>
            <p:spPr bwMode="auto">
              <a:xfrm>
                <a:off x="4083" y="325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10250" name="Group 794"/>
              <p:cNvGrpSpPr>
                <a:grpSpLocks/>
              </p:cNvGrpSpPr>
              <p:nvPr/>
            </p:nvGrpSpPr>
            <p:grpSpPr bwMode="auto">
              <a:xfrm>
                <a:off x="3780" y="3288"/>
                <a:ext cx="295" cy="1"/>
                <a:chOff x="3780" y="3288"/>
                <a:chExt cx="295" cy="1"/>
              </a:xfrm>
            </p:grpSpPr>
            <p:sp>
              <p:nvSpPr>
                <p:cNvPr id="110251" name="Line 795"/>
                <p:cNvSpPr>
                  <a:spLocks noChangeShapeType="1"/>
                </p:cNvSpPr>
                <p:nvPr/>
              </p:nvSpPr>
              <p:spPr bwMode="auto">
                <a:xfrm>
                  <a:off x="3780"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252" name="Line 796"/>
                <p:cNvSpPr>
                  <a:spLocks noChangeShapeType="1"/>
                </p:cNvSpPr>
                <p:nvPr/>
              </p:nvSpPr>
              <p:spPr bwMode="auto">
                <a:xfrm>
                  <a:off x="3836"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253" name="Line 797"/>
                <p:cNvSpPr>
                  <a:spLocks noChangeShapeType="1"/>
                </p:cNvSpPr>
                <p:nvPr/>
              </p:nvSpPr>
              <p:spPr bwMode="auto">
                <a:xfrm>
                  <a:off x="3892"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254" name="Line 798"/>
                <p:cNvSpPr>
                  <a:spLocks noChangeShapeType="1"/>
                </p:cNvSpPr>
                <p:nvPr/>
              </p:nvSpPr>
              <p:spPr bwMode="auto">
                <a:xfrm>
                  <a:off x="3948"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255" name="Line 799"/>
                <p:cNvSpPr>
                  <a:spLocks noChangeShapeType="1"/>
                </p:cNvSpPr>
                <p:nvPr/>
              </p:nvSpPr>
              <p:spPr bwMode="auto">
                <a:xfrm>
                  <a:off x="4004" y="3288"/>
                  <a:ext cx="23"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256" name="Line 800"/>
                <p:cNvSpPr>
                  <a:spLocks noChangeShapeType="1"/>
                </p:cNvSpPr>
                <p:nvPr/>
              </p:nvSpPr>
              <p:spPr bwMode="auto">
                <a:xfrm>
                  <a:off x="4059" y="3288"/>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9825" name="Group 801"/>
            <p:cNvGrpSpPr>
              <a:grpSpLocks/>
            </p:cNvGrpSpPr>
            <p:nvPr/>
          </p:nvGrpSpPr>
          <p:grpSpPr bwMode="auto">
            <a:xfrm>
              <a:off x="4251" y="3256"/>
              <a:ext cx="415" cy="56"/>
              <a:chOff x="4251" y="3256"/>
              <a:chExt cx="415" cy="56"/>
            </a:xfrm>
          </p:grpSpPr>
          <p:sp>
            <p:nvSpPr>
              <p:cNvPr id="110241" name="Freeform 802"/>
              <p:cNvSpPr>
                <a:spLocks/>
              </p:cNvSpPr>
              <p:nvPr/>
            </p:nvSpPr>
            <p:spPr bwMode="auto">
              <a:xfrm>
                <a:off x="4554" y="325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10242" name="Group 803"/>
              <p:cNvGrpSpPr>
                <a:grpSpLocks/>
              </p:cNvGrpSpPr>
              <p:nvPr/>
            </p:nvGrpSpPr>
            <p:grpSpPr bwMode="auto">
              <a:xfrm>
                <a:off x="4251" y="3288"/>
                <a:ext cx="295" cy="1"/>
                <a:chOff x="4251" y="3288"/>
                <a:chExt cx="295" cy="1"/>
              </a:xfrm>
            </p:grpSpPr>
            <p:sp>
              <p:nvSpPr>
                <p:cNvPr id="110243" name="Line 804"/>
                <p:cNvSpPr>
                  <a:spLocks noChangeShapeType="1"/>
                </p:cNvSpPr>
                <p:nvPr/>
              </p:nvSpPr>
              <p:spPr bwMode="auto">
                <a:xfrm>
                  <a:off x="4251"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244" name="Line 805"/>
                <p:cNvSpPr>
                  <a:spLocks noChangeShapeType="1"/>
                </p:cNvSpPr>
                <p:nvPr/>
              </p:nvSpPr>
              <p:spPr bwMode="auto">
                <a:xfrm>
                  <a:off x="4307"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245" name="Line 806"/>
                <p:cNvSpPr>
                  <a:spLocks noChangeShapeType="1"/>
                </p:cNvSpPr>
                <p:nvPr/>
              </p:nvSpPr>
              <p:spPr bwMode="auto">
                <a:xfrm>
                  <a:off x="4363"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246" name="Line 807"/>
                <p:cNvSpPr>
                  <a:spLocks noChangeShapeType="1"/>
                </p:cNvSpPr>
                <p:nvPr/>
              </p:nvSpPr>
              <p:spPr bwMode="auto">
                <a:xfrm>
                  <a:off x="4419"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247" name="Line 808"/>
                <p:cNvSpPr>
                  <a:spLocks noChangeShapeType="1"/>
                </p:cNvSpPr>
                <p:nvPr/>
              </p:nvSpPr>
              <p:spPr bwMode="auto">
                <a:xfrm>
                  <a:off x="4475" y="32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248" name="Line 809"/>
                <p:cNvSpPr>
                  <a:spLocks noChangeShapeType="1"/>
                </p:cNvSpPr>
                <p:nvPr/>
              </p:nvSpPr>
              <p:spPr bwMode="auto">
                <a:xfrm>
                  <a:off x="4530" y="3288"/>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9826" name="Group 810"/>
            <p:cNvGrpSpPr>
              <a:grpSpLocks/>
            </p:cNvGrpSpPr>
            <p:nvPr/>
          </p:nvGrpSpPr>
          <p:grpSpPr bwMode="auto">
            <a:xfrm>
              <a:off x="3325" y="3567"/>
              <a:ext cx="415" cy="56"/>
              <a:chOff x="3325" y="3567"/>
              <a:chExt cx="415" cy="56"/>
            </a:xfrm>
          </p:grpSpPr>
          <p:sp>
            <p:nvSpPr>
              <p:cNvPr id="110233" name="Freeform 811"/>
              <p:cNvSpPr>
                <a:spLocks/>
              </p:cNvSpPr>
              <p:nvPr/>
            </p:nvSpPr>
            <p:spPr bwMode="auto">
              <a:xfrm>
                <a:off x="3628" y="3567"/>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10234" name="Group 812"/>
              <p:cNvGrpSpPr>
                <a:grpSpLocks/>
              </p:cNvGrpSpPr>
              <p:nvPr/>
            </p:nvGrpSpPr>
            <p:grpSpPr bwMode="auto">
              <a:xfrm>
                <a:off x="3325" y="3599"/>
                <a:ext cx="295" cy="1"/>
                <a:chOff x="3325" y="3599"/>
                <a:chExt cx="295" cy="1"/>
              </a:xfrm>
            </p:grpSpPr>
            <p:sp>
              <p:nvSpPr>
                <p:cNvPr id="110235" name="Line 813"/>
                <p:cNvSpPr>
                  <a:spLocks noChangeShapeType="1"/>
                </p:cNvSpPr>
                <p:nvPr/>
              </p:nvSpPr>
              <p:spPr bwMode="auto">
                <a:xfrm>
                  <a:off x="3325" y="3599"/>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236" name="Line 814"/>
                <p:cNvSpPr>
                  <a:spLocks noChangeShapeType="1"/>
                </p:cNvSpPr>
                <p:nvPr/>
              </p:nvSpPr>
              <p:spPr bwMode="auto">
                <a:xfrm>
                  <a:off x="3381" y="3599"/>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237" name="Line 815"/>
                <p:cNvSpPr>
                  <a:spLocks noChangeShapeType="1"/>
                </p:cNvSpPr>
                <p:nvPr/>
              </p:nvSpPr>
              <p:spPr bwMode="auto">
                <a:xfrm>
                  <a:off x="3437" y="3599"/>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238" name="Line 816"/>
                <p:cNvSpPr>
                  <a:spLocks noChangeShapeType="1"/>
                </p:cNvSpPr>
                <p:nvPr/>
              </p:nvSpPr>
              <p:spPr bwMode="auto">
                <a:xfrm>
                  <a:off x="3493" y="3599"/>
                  <a:ext cx="23"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239" name="Line 817"/>
                <p:cNvSpPr>
                  <a:spLocks noChangeShapeType="1"/>
                </p:cNvSpPr>
                <p:nvPr/>
              </p:nvSpPr>
              <p:spPr bwMode="auto">
                <a:xfrm>
                  <a:off x="3548" y="3599"/>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240" name="Line 818"/>
                <p:cNvSpPr>
                  <a:spLocks noChangeShapeType="1"/>
                </p:cNvSpPr>
                <p:nvPr/>
              </p:nvSpPr>
              <p:spPr bwMode="auto">
                <a:xfrm>
                  <a:off x="3604" y="3599"/>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9827" name="Group 819"/>
            <p:cNvGrpSpPr>
              <a:grpSpLocks/>
            </p:cNvGrpSpPr>
            <p:nvPr/>
          </p:nvGrpSpPr>
          <p:grpSpPr bwMode="auto">
            <a:xfrm>
              <a:off x="3788" y="3567"/>
              <a:ext cx="415" cy="56"/>
              <a:chOff x="3788" y="3567"/>
              <a:chExt cx="415" cy="56"/>
            </a:xfrm>
          </p:grpSpPr>
          <p:sp>
            <p:nvSpPr>
              <p:cNvPr id="110225" name="Freeform 820"/>
              <p:cNvSpPr>
                <a:spLocks/>
              </p:cNvSpPr>
              <p:nvPr/>
            </p:nvSpPr>
            <p:spPr bwMode="auto">
              <a:xfrm>
                <a:off x="4091"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solidFill>
                <a:schemeClr val="bg2"/>
              </a:solidFill>
              <a:ln w="9525">
                <a:solidFill>
                  <a:schemeClr val="bg2"/>
                </a:solidFill>
                <a:round/>
                <a:headEnd/>
                <a:tailEnd/>
              </a:ln>
            </p:spPr>
            <p:txBody>
              <a:bodyPr/>
              <a:lstStyle/>
              <a:p>
                <a:endParaRPr lang="en-US"/>
              </a:p>
            </p:txBody>
          </p:sp>
          <p:grpSp>
            <p:nvGrpSpPr>
              <p:cNvPr id="110226" name="Group 821"/>
              <p:cNvGrpSpPr>
                <a:grpSpLocks/>
              </p:cNvGrpSpPr>
              <p:nvPr/>
            </p:nvGrpSpPr>
            <p:grpSpPr bwMode="auto">
              <a:xfrm>
                <a:off x="3788" y="3591"/>
                <a:ext cx="295" cy="1"/>
                <a:chOff x="3788" y="3591"/>
                <a:chExt cx="295" cy="1"/>
              </a:xfrm>
            </p:grpSpPr>
            <p:sp>
              <p:nvSpPr>
                <p:cNvPr id="110227" name="Line 822"/>
                <p:cNvSpPr>
                  <a:spLocks noChangeShapeType="1"/>
                </p:cNvSpPr>
                <p:nvPr/>
              </p:nvSpPr>
              <p:spPr bwMode="auto">
                <a:xfrm>
                  <a:off x="3788"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228" name="Line 823"/>
                <p:cNvSpPr>
                  <a:spLocks noChangeShapeType="1"/>
                </p:cNvSpPr>
                <p:nvPr/>
              </p:nvSpPr>
              <p:spPr bwMode="auto">
                <a:xfrm>
                  <a:off x="3844"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229" name="Line 824"/>
                <p:cNvSpPr>
                  <a:spLocks noChangeShapeType="1"/>
                </p:cNvSpPr>
                <p:nvPr/>
              </p:nvSpPr>
              <p:spPr bwMode="auto">
                <a:xfrm>
                  <a:off x="3900"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230" name="Line 825"/>
                <p:cNvSpPr>
                  <a:spLocks noChangeShapeType="1"/>
                </p:cNvSpPr>
                <p:nvPr/>
              </p:nvSpPr>
              <p:spPr bwMode="auto">
                <a:xfrm>
                  <a:off x="3956"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231" name="Line 826"/>
                <p:cNvSpPr>
                  <a:spLocks noChangeShapeType="1"/>
                </p:cNvSpPr>
                <p:nvPr/>
              </p:nvSpPr>
              <p:spPr bwMode="auto">
                <a:xfrm>
                  <a:off x="4011"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232" name="Line 827"/>
                <p:cNvSpPr>
                  <a:spLocks noChangeShapeType="1"/>
                </p:cNvSpPr>
                <p:nvPr/>
              </p:nvSpPr>
              <p:spPr bwMode="auto">
                <a:xfrm>
                  <a:off x="4067" y="3591"/>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9828" name="Group 828"/>
            <p:cNvGrpSpPr>
              <a:grpSpLocks/>
            </p:cNvGrpSpPr>
            <p:nvPr/>
          </p:nvGrpSpPr>
          <p:grpSpPr bwMode="auto">
            <a:xfrm>
              <a:off x="4243" y="3567"/>
              <a:ext cx="415" cy="56"/>
              <a:chOff x="4243" y="3567"/>
              <a:chExt cx="415" cy="56"/>
            </a:xfrm>
          </p:grpSpPr>
          <p:sp>
            <p:nvSpPr>
              <p:cNvPr id="110217" name="Freeform 829"/>
              <p:cNvSpPr>
                <a:spLocks/>
              </p:cNvSpPr>
              <p:nvPr/>
            </p:nvSpPr>
            <p:spPr bwMode="auto">
              <a:xfrm>
                <a:off x="4546" y="3567"/>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10218" name="Group 830"/>
              <p:cNvGrpSpPr>
                <a:grpSpLocks/>
              </p:cNvGrpSpPr>
              <p:nvPr/>
            </p:nvGrpSpPr>
            <p:grpSpPr bwMode="auto">
              <a:xfrm>
                <a:off x="4243" y="3599"/>
                <a:ext cx="295" cy="1"/>
                <a:chOff x="4243" y="3599"/>
                <a:chExt cx="295" cy="1"/>
              </a:xfrm>
            </p:grpSpPr>
            <p:sp>
              <p:nvSpPr>
                <p:cNvPr id="110219" name="Line 831"/>
                <p:cNvSpPr>
                  <a:spLocks noChangeShapeType="1"/>
                </p:cNvSpPr>
                <p:nvPr/>
              </p:nvSpPr>
              <p:spPr bwMode="auto">
                <a:xfrm>
                  <a:off x="4243" y="3599"/>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220" name="Line 832"/>
                <p:cNvSpPr>
                  <a:spLocks noChangeShapeType="1"/>
                </p:cNvSpPr>
                <p:nvPr/>
              </p:nvSpPr>
              <p:spPr bwMode="auto">
                <a:xfrm>
                  <a:off x="4299" y="3599"/>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221" name="Line 833"/>
                <p:cNvSpPr>
                  <a:spLocks noChangeShapeType="1"/>
                </p:cNvSpPr>
                <p:nvPr/>
              </p:nvSpPr>
              <p:spPr bwMode="auto">
                <a:xfrm>
                  <a:off x="4355" y="3599"/>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222" name="Line 834"/>
                <p:cNvSpPr>
                  <a:spLocks noChangeShapeType="1"/>
                </p:cNvSpPr>
                <p:nvPr/>
              </p:nvSpPr>
              <p:spPr bwMode="auto">
                <a:xfrm>
                  <a:off x="4411" y="3599"/>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223" name="Line 835"/>
                <p:cNvSpPr>
                  <a:spLocks noChangeShapeType="1"/>
                </p:cNvSpPr>
                <p:nvPr/>
              </p:nvSpPr>
              <p:spPr bwMode="auto">
                <a:xfrm>
                  <a:off x="4467" y="3599"/>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224" name="Line 836"/>
                <p:cNvSpPr>
                  <a:spLocks noChangeShapeType="1"/>
                </p:cNvSpPr>
                <p:nvPr/>
              </p:nvSpPr>
              <p:spPr bwMode="auto">
                <a:xfrm>
                  <a:off x="4522" y="3599"/>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9829" name="Group 837"/>
            <p:cNvGrpSpPr>
              <a:grpSpLocks/>
            </p:cNvGrpSpPr>
            <p:nvPr/>
          </p:nvGrpSpPr>
          <p:grpSpPr bwMode="auto">
            <a:xfrm>
              <a:off x="3788" y="2376"/>
              <a:ext cx="886" cy="290"/>
              <a:chOff x="3788" y="2376"/>
              <a:chExt cx="886" cy="290"/>
            </a:xfrm>
          </p:grpSpPr>
          <p:sp>
            <p:nvSpPr>
              <p:cNvPr id="110215" name="Freeform 838"/>
              <p:cNvSpPr>
                <a:spLocks/>
              </p:cNvSpPr>
              <p:nvPr/>
            </p:nvSpPr>
            <p:spPr bwMode="auto">
              <a:xfrm>
                <a:off x="4530" y="2594"/>
                <a:ext cx="144" cy="72"/>
              </a:xfrm>
              <a:custGeom>
                <a:avLst/>
                <a:gdLst>
                  <a:gd name="T0" fmla="*/ 144 w 144"/>
                  <a:gd name="T1" fmla="*/ 72 h 72"/>
                  <a:gd name="T2" fmla="*/ 0 w 144"/>
                  <a:gd name="T3" fmla="*/ 64 h 72"/>
                  <a:gd name="T4" fmla="*/ 16 w 144"/>
                  <a:gd name="T5" fmla="*/ 32 h 72"/>
                  <a:gd name="T6" fmla="*/ 24 w 144"/>
                  <a:gd name="T7" fmla="*/ 0 h 72"/>
                  <a:gd name="T8" fmla="*/ 144 w 144"/>
                  <a:gd name="T9" fmla="*/ 72 h 72"/>
                  <a:gd name="T10" fmla="*/ 0 60000 65536"/>
                  <a:gd name="T11" fmla="*/ 0 60000 65536"/>
                  <a:gd name="T12" fmla="*/ 0 60000 65536"/>
                  <a:gd name="T13" fmla="*/ 0 60000 65536"/>
                  <a:gd name="T14" fmla="*/ 0 60000 65536"/>
                  <a:gd name="T15" fmla="*/ 0 w 144"/>
                  <a:gd name="T16" fmla="*/ 0 h 72"/>
                  <a:gd name="T17" fmla="*/ 144 w 144"/>
                  <a:gd name="T18" fmla="*/ 72 h 72"/>
                </a:gdLst>
                <a:ahLst/>
                <a:cxnLst>
                  <a:cxn ang="T10">
                    <a:pos x="T0" y="T1"/>
                  </a:cxn>
                  <a:cxn ang="T11">
                    <a:pos x="T2" y="T3"/>
                  </a:cxn>
                  <a:cxn ang="T12">
                    <a:pos x="T4" y="T5"/>
                  </a:cxn>
                  <a:cxn ang="T13">
                    <a:pos x="T6" y="T7"/>
                  </a:cxn>
                  <a:cxn ang="T14">
                    <a:pos x="T8" y="T9"/>
                  </a:cxn>
                </a:cxnLst>
                <a:rect l="T15" t="T16" r="T17" b="T18"/>
                <a:pathLst>
                  <a:path w="144" h="72">
                    <a:moveTo>
                      <a:pt x="144" y="72"/>
                    </a:moveTo>
                    <a:lnTo>
                      <a:pt x="0" y="64"/>
                    </a:lnTo>
                    <a:lnTo>
                      <a:pt x="16" y="32"/>
                    </a:lnTo>
                    <a:lnTo>
                      <a:pt x="24" y="0"/>
                    </a:lnTo>
                    <a:lnTo>
                      <a:pt x="144" y="72"/>
                    </a:lnTo>
                    <a:close/>
                  </a:path>
                </a:pathLst>
              </a:custGeom>
              <a:solidFill>
                <a:schemeClr val="bg2"/>
              </a:solidFill>
              <a:ln w="9525">
                <a:solidFill>
                  <a:schemeClr val="bg2"/>
                </a:solidFill>
                <a:round/>
                <a:headEnd/>
                <a:tailEnd/>
              </a:ln>
            </p:spPr>
            <p:txBody>
              <a:bodyPr/>
              <a:lstStyle/>
              <a:p>
                <a:endParaRPr lang="en-US"/>
              </a:p>
            </p:txBody>
          </p:sp>
          <p:sp>
            <p:nvSpPr>
              <p:cNvPr id="110216" name="Line 839"/>
              <p:cNvSpPr>
                <a:spLocks noChangeShapeType="1"/>
              </p:cNvSpPr>
              <p:nvPr/>
            </p:nvSpPr>
            <p:spPr bwMode="auto">
              <a:xfrm>
                <a:off x="3788" y="2376"/>
                <a:ext cx="766" cy="252"/>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9830" name="Group 840"/>
            <p:cNvGrpSpPr>
              <a:grpSpLocks/>
            </p:cNvGrpSpPr>
            <p:nvPr/>
          </p:nvGrpSpPr>
          <p:grpSpPr bwMode="auto">
            <a:xfrm>
              <a:off x="3309" y="2084"/>
              <a:ext cx="1381" cy="1507"/>
              <a:chOff x="3309" y="2084"/>
              <a:chExt cx="1381" cy="1507"/>
            </a:xfrm>
          </p:grpSpPr>
          <p:sp>
            <p:nvSpPr>
              <p:cNvPr id="110213" name="Freeform 841"/>
              <p:cNvSpPr>
                <a:spLocks/>
              </p:cNvSpPr>
              <p:nvPr/>
            </p:nvSpPr>
            <p:spPr bwMode="auto">
              <a:xfrm>
                <a:off x="4570" y="2084"/>
                <a:ext cx="120" cy="119"/>
              </a:xfrm>
              <a:custGeom>
                <a:avLst/>
                <a:gdLst>
                  <a:gd name="T0" fmla="*/ 120 w 120"/>
                  <a:gd name="T1" fmla="*/ 0 h 119"/>
                  <a:gd name="T2" fmla="*/ 56 w 120"/>
                  <a:gd name="T3" fmla="*/ 119 h 119"/>
                  <a:gd name="T4" fmla="*/ 24 w 120"/>
                  <a:gd name="T5" fmla="*/ 96 h 119"/>
                  <a:gd name="T6" fmla="*/ 0 w 120"/>
                  <a:gd name="T7" fmla="*/ 72 h 119"/>
                  <a:gd name="T8" fmla="*/ 120 w 120"/>
                  <a:gd name="T9" fmla="*/ 0 h 119"/>
                  <a:gd name="T10" fmla="*/ 0 60000 65536"/>
                  <a:gd name="T11" fmla="*/ 0 60000 65536"/>
                  <a:gd name="T12" fmla="*/ 0 60000 65536"/>
                  <a:gd name="T13" fmla="*/ 0 60000 65536"/>
                  <a:gd name="T14" fmla="*/ 0 60000 65536"/>
                  <a:gd name="T15" fmla="*/ 0 w 120"/>
                  <a:gd name="T16" fmla="*/ 0 h 119"/>
                  <a:gd name="T17" fmla="*/ 120 w 120"/>
                  <a:gd name="T18" fmla="*/ 119 h 119"/>
                </a:gdLst>
                <a:ahLst/>
                <a:cxnLst>
                  <a:cxn ang="T10">
                    <a:pos x="T0" y="T1"/>
                  </a:cxn>
                  <a:cxn ang="T11">
                    <a:pos x="T2" y="T3"/>
                  </a:cxn>
                  <a:cxn ang="T12">
                    <a:pos x="T4" y="T5"/>
                  </a:cxn>
                  <a:cxn ang="T13">
                    <a:pos x="T6" y="T7"/>
                  </a:cxn>
                  <a:cxn ang="T14">
                    <a:pos x="T8" y="T9"/>
                  </a:cxn>
                </a:cxnLst>
                <a:rect l="T15" t="T16" r="T17" b="T18"/>
                <a:pathLst>
                  <a:path w="120" h="119">
                    <a:moveTo>
                      <a:pt x="120" y="0"/>
                    </a:moveTo>
                    <a:lnTo>
                      <a:pt x="56" y="119"/>
                    </a:lnTo>
                    <a:lnTo>
                      <a:pt x="24" y="96"/>
                    </a:lnTo>
                    <a:lnTo>
                      <a:pt x="0" y="72"/>
                    </a:lnTo>
                    <a:lnTo>
                      <a:pt x="120" y="0"/>
                    </a:lnTo>
                    <a:close/>
                  </a:path>
                </a:pathLst>
              </a:custGeom>
              <a:solidFill>
                <a:schemeClr val="bg2"/>
              </a:solidFill>
              <a:ln w="9525">
                <a:solidFill>
                  <a:schemeClr val="bg2"/>
                </a:solidFill>
                <a:round/>
                <a:headEnd/>
                <a:tailEnd/>
              </a:ln>
            </p:spPr>
            <p:txBody>
              <a:bodyPr/>
              <a:lstStyle/>
              <a:p>
                <a:endParaRPr lang="en-US"/>
              </a:p>
            </p:txBody>
          </p:sp>
          <p:sp>
            <p:nvSpPr>
              <p:cNvPr id="110214" name="Line 842"/>
              <p:cNvSpPr>
                <a:spLocks noChangeShapeType="1"/>
              </p:cNvSpPr>
              <p:nvPr/>
            </p:nvSpPr>
            <p:spPr bwMode="auto">
              <a:xfrm flipV="1">
                <a:off x="3309" y="2172"/>
                <a:ext cx="1291" cy="1419"/>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9831" name="Group 843"/>
            <p:cNvGrpSpPr>
              <a:grpSpLocks/>
            </p:cNvGrpSpPr>
            <p:nvPr/>
          </p:nvGrpSpPr>
          <p:grpSpPr bwMode="auto">
            <a:xfrm>
              <a:off x="3773" y="2076"/>
              <a:ext cx="909" cy="893"/>
              <a:chOff x="3773" y="2076"/>
              <a:chExt cx="909" cy="893"/>
            </a:xfrm>
          </p:grpSpPr>
          <p:sp>
            <p:nvSpPr>
              <p:cNvPr id="110211" name="Freeform 844"/>
              <p:cNvSpPr>
                <a:spLocks/>
              </p:cNvSpPr>
              <p:nvPr/>
            </p:nvSpPr>
            <p:spPr bwMode="auto">
              <a:xfrm>
                <a:off x="4562" y="2850"/>
                <a:ext cx="120" cy="119"/>
              </a:xfrm>
              <a:custGeom>
                <a:avLst/>
                <a:gdLst>
                  <a:gd name="T0" fmla="*/ 120 w 120"/>
                  <a:gd name="T1" fmla="*/ 119 h 119"/>
                  <a:gd name="T2" fmla="*/ 0 w 120"/>
                  <a:gd name="T3" fmla="*/ 47 h 119"/>
                  <a:gd name="T4" fmla="*/ 24 w 120"/>
                  <a:gd name="T5" fmla="*/ 23 h 119"/>
                  <a:gd name="T6" fmla="*/ 48 w 120"/>
                  <a:gd name="T7" fmla="*/ 0 h 119"/>
                  <a:gd name="T8" fmla="*/ 120 w 120"/>
                  <a:gd name="T9" fmla="*/ 119 h 119"/>
                  <a:gd name="T10" fmla="*/ 0 60000 65536"/>
                  <a:gd name="T11" fmla="*/ 0 60000 65536"/>
                  <a:gd name="T12" fmla="*/ 0 60000 65536"/>
                  <a:gd name="T13" fmla="*/ 0 60000 65536"/>
                  <a:gd name="T14" fmla="*/ 0 60000 65536"/>
                  <a:gd name="T15" fmla="*/ 0 w 120"/>
                  <a:gd name="T16" fmla="*/ 0 h 119"/>
                  <a:gd name="T17" fmla="*/ 120 w 120"/>
                  <a:gd name="T18" fmla="*/ 119 h 119"/>
                </a:gdLst>
                <a:ahLst/>
                <a:cxnLst>
                  <a:cxn ang="T10">
                    <a:pos x="T0" y="T1"/>
                  </a:cxn>
                  <a:cxn ang="T11">
                    <a:pos x="T2" y="T3"/>
                  </a:cxn>
                  <a:cxn ang="T12">
                    <a:pos x="T4" y="T5"/>
                  </a:cxn>
                  <a:cxn ang="T13">
                    <a:pos x="T6" y="T7"/>
                  </a:cxn>
                  <a:cxn ang="T14">
                    <a:pos x="T8" y="T9"/>
                  </a:cxn>
                </a:cxnLst>
                <a:rect l="T15" t="T16" r="T17" b="T18"/>
                <a:pathLst>
                  <a:path w="120" h="119">
                    <a:moveTo>
                      <a:pt x="120" y="119"/>
                    </a:moveTo>
                    <a:lnTo>
                      <a:pt x="0" y="47"/>
                    </a:lnTo>
                    <a:lnTo>
                      <a:pt x="24" y="23"/>
                    </a:lnTo>
                    <a:lnTo>
                      <a:pt x="48" y="0"/>
                    </a:lnTo>
                    <a:lnTo>
                      <a:pt x="120" y="119"/>
                    </a:lnTo>
                    <a:close/>
                  </a:path>
                </a:pathLst>
              </a:custGeom>
              <a:solidFill>
                <a:schemeClr val="bg2"/>
              </a:solidFill>
              <a:ln w="9525">
                <a:solidFill>
                  <a:schemeClr val="bg2"/>
                </a:solidFill>
                <a:round/>
                <a:headEnd/>
                <a:tailEnd/>
              </a:ln>
            </p:spPr>
            <p:txBody>
              <a:bodyPr/>
              <a:lstStyle/>
              <a:p>
                <a:endParaRPr lang="en-US"/>
              </a:p>
            </p:txBody>
          </p:sp>
          <p:sp>
            <p:nvSpPr>
              <p:cNvPr id="110212" name="Line 845"/>
              <p:cNvSpPr>
                <a:spLocks noChangeShapeType="1"/>
              </p:cNvSpPr>
              <p:nvPr/>
            </p:nvSpPr>
            <p:spPr bwMode="auto">
              <a:xfrm>
                <a:off x="3773" y="2076"/>
                <a:ext cx="821" cy="804"/>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9832" name="Group 846"/>
            <p:cNvGrpSpPr>
              <a:grpSpLocks/>
            </p:cNvGrpSpPr>
            <p:nvPr/>
          </p:nvGrpSpPr>
          <p:grpSpPr bwMode="auto">
            <a:xfrm>
              <a:off x="3317" y="2379"/>
              <a:ext cx="910" cy="893"/>
              <a:chOff x="3317" y="2379"/>
              <a:chExt cx="910" cy="893"/>
            </a:xfrm>
          </p:grpSpPr>
          <p:sp>
            <p:nvSpPr>
              <p:cNvPr id="110209" name="Freeform 847"/>
              <p:cNvSpPr>
                <a:spLocks/>
              </p:cNvSpPr>
              <p:nvPr/>
            </p:nvSpPr>
            <p:spPr bwMode="auto">
              <a:xfrm>
                <a:off x="4107" y="3153"/>
                <a:ext cx="120" cy="119"/>
              </a:xfrm>
              <a:custGeom>
                <a:avLst/>
                <a:gdLst>
                  <a:gd name="T0" fmla="*/ 120 w 120"/>
                  <a:gd name="T1" fmla="*/ 119 h 119"/>
                  <a:gd name="T2" fmla="*/ 0 w 120"/>
                  <a:gd name="T3" fmla="*/ 48 h 119"/>
                  <a:gd name="T4" fmla="*/ 24 w 120"/>
                  <a:gd name="T5" fmla="*/ 24 h 119"/>
                  <a:gd name="T6" fmla="*/ 48 w 120"/>
                  <a:gd name="T7" fmla="*/ 0 h 119"/>
                  <a:gd name="T8" fmla="*/ 120 w 120"/>
                  <a:gd name="T9" fmla="*/ 119 h 119"/>
                  <a:gd name="T10" fmla="*/ 0 60000 65536"/>
                  <a:gd name="T11" fmla="*/ 0 60000 65536"/>
                  <a:gd name="T12" fmla="*/ 0 60000 65536"/>
                  <a:gd name="T13" fmla="*/ 0 60000 65536"/>
                  <a:gd name="T14" fmla="*/ 0 60000 65536"/>
                  <a:gd name="T15" fmla="*/ 0 w 120"/>
                  <a:gd name="T16" fmla="*/ 0 h 119"/>
                  <a:gd name="T17" fmla="*/ 120 w 120"/>
                  <a:gd name="T18" fmla="*/ 119 h 119"/>
                </a:gdLst>
                <a:ahLst/>
                <a:cxnLst>
                  <a:cxn ang="T10">
                    <a:pos x="T0" y="T1"/>
                  </a:cxn>
                  <a:cxn ang="T11">
                    <a:pos x="T2" y="T3"/>
                  </a:cxn>
                  <a:cxn ang="T12">
                    <a:pos x="T4" y="T5"/>
                  </a:cxn>
                  <a:cxn ang="T13">
                    <a:pos x="T6" y="T7"/>
                  </a:cxn>
                  <a:cxn ang="T14">
                    <a:pos x="T8" y="T9"/>
                  </a:cxn>
                </a:cxnLst>
                <a:rect l="T15" t="T16" r="T17" b="T18"/>
                <a:pathLst>
                  <a:path w="120" h="119">
                    <a:moveTo>
                      <a:pt x="120" y="119"/>
                    </a:moveTo>
                    <a:lnTo>
                      <a:pt x="0" y="48"/>
                    </a:lnTo>
                    <a:lnTo>
                      <a:pt x="24" y="24"/>
                    </a:lnTo>
                    <a:lnTo>
                      <a:pt x="48" y="0"/>
                    </a:lnTo>
                    <a:lnTo>
                      <a:pt x="120" y="119"/>
                    </a:lnTo>
                    <a:close/>
                  </a:path>
                </a:pathLst>
              </a:custGeom>
              <a:solidFill>
                <a:schemeClr val="bg2"/>
              </a:solidFill>
              <a:ln w="9525">
                <a:solidFill>
                  <a:schemeClr val="bg2"/>
                </a:solidFill>
                <a:round/>
                <a:headEnd/>
                <a:tailEnd/>
              </a:ln>
            </p:spPr>
            <p:txBody>
              <a:bodyPr/>
              <a:lstStyle/>
              <a:p>
                <a:endParaRPr lang="en-US"/>
              </a:p>
            </p:txBody>
          </p:sp>
          <p:sp>
            <p:nvSpPr>
              <p:cNvPr id="110210" name="Line 848"/>
              <p:cNvSpPr>
                <a:spLocks noChangeShapeType="1"/>
              </p:cNvSpPr>
              <p:nvPr/>
            </p:nvSpPr>
            <p:spPr bwMode="auto">
              <a:xfrm>
                <a:off x="3317" y="2379"/>
                <a:ext cx="822" cy="804"/>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9833" name="Group 849"/>
            <p:cNvGrpSpPr>
              <a:grpSpLocks/>
            </p:cNvGrpSpPr>
            <p:nvPr/>
          </p:nvGrpSpPr>
          <p:grpSpPr bwMode="auto">
            <a:xfrm>
              <a:off x="2878" y="1725"/>
              <a:ext cx="415" cy="56"/>
              <a:chOff x="2878" y="1725"/>
              <a:chExt cx="415" cy="56"/>
            </a:xfrm>
          </p:grpSpPr>
          <p:sp>
            <p:nvSpPr>
              <p:cNvPr id="110201" name="Freeform 850"/>
              <p:cNvSpPr>
                <a:spLocks/>
              </p:cNvSpPr>
              <p:nvPr/>
            </p:nvSpPr>
            <p:spPr bwMode="auto">
              <a:xfrm>
                <a:off x="3181" y="1725"/>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10202" name="Group 851"/>
              <p:cNvGrpSpPr>
                <a:grpSpLocks/>
              </p:cNvGrpSpPr>
              <p:nvPr/>
            </p:nvGrpSpPr>
            <p:grpSpPr bwMode="auto">
              <a:xfrm>
                <a:off x="2878" y="1757"/>
                <a:ext cx="295" cy="1"/>
                <a:chOff x="2878" y="1757"/>
                <a:chExt cx="295" cy="1"/>
              </a:xfrm>
            </p:grpSpPr>
            <p:sp>
              <p:nvSpPr>
                <p:cNvPr id="110203" name="Line 852"/>
                <p:cNvSpPr>
                  <a:spLocks noChangeShapeType="1"/>
                </p:cNvSpPr>
                <p:nvPr/>
              </p:nvSpPr>
              <p:spPr bwMode="auto">
                <a:xfrm>
                  <a:off x="2878"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204" name="Line 853"/>
                <p:cNvSpPr>
                  <a:spLocks noChangeShapeType="1"/>
                </p:cNvSpPr>
                <p:nvPr/>
              </p:nvSpPr>
              <p:spPr bwMode="auto">
                <a:xfrm>
                  <a:off x="2934"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205" name="Line 854"/>
                <p:cNvSpPr>
                  <a:spLocks noChangeShapeType="1"/>
                </p:cNvSpPr>
                <p:nvPr/>
              </p:nvSpPr>
              <p:spPr bwMode="auto">
                <a:xfrm>
                  <a:off x="2990" y="1757"/>
                  <a:ext cx="23"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206" name="Line 855"/>
                <p:cNvSpPr>
                  <a:spLocks noChangeShapeType="1"/>
                </p:cNvSpPr>
                <p:nvPr/>
              </p:nvSpPr>
              <p:spPr bwMode="auto">
                <a:xfrm>
                  <a:off x="3045"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207" name="Line 856"/>
                <p:cNvSpPr>
                  <a:spLocks noChangeShapeType="1"/>
                </p:cNvSpPr>
                <p:nvPr/>
              </p:nvSpPr>
              <p:spPr bwMode="auto">
                <a:xfrm>
                  <a:off x="3101" y="1757"/>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208" name="Line 857"/>
                <p:cNvSpPr>
                  <a:spLocks noChangeShapeType="1"/>
                </p:cNvSpPr>
                <p:nvPr/>
              </p:nvSpPr>
              <p:spPr bwMode="auto">
                <a:xfrm>
                  <a:off x="3157" y="1757"/>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9834" name="Group 858"/>
            <p:cNvGrpSpPr>
              <a:grpSpLocks/>
            </p:cNvGrpSpPr>
            <p:nvPr/>
          </p:nvGrpSpPr>
          <p:grpSpPr bwMode="auto">
            <a:xfrm>
              <a:off x="2878" y="2036"/>
              <a:ext cx="415" cy="56"/>
              <a:chOff x="2878" y="2036"/>
              <a:chExt cx="415" cy="56"/>
            </a:xfrm>
          </p:grpSpPr>
          <p:sp>
            <p:nvSpPr>
              <p:cNvPr id="110193" name="Freeform 859"/>
              <p:cNvSpPr>
                <a:spLocks/>
              </p:cNvSpPr>
              <p:nvPr/>
            </p:nvSpPr>
            <p:spPr bwMode="auto">
              <a:xfrm>
                <a:off x="3181" y="2036"/>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solidFill>
                <a:schemeClr val="bg2"/>
              </a:solidFill>
              <a:ln w="9525">
                <a:solidFill>
                  <a:schemeClr val="bg2"/>
                </a:solidFill>
                <a:round/>
                <a:headEnd/>
                <a:tailEnd/>
              </a:ln>
            </p:spPr>
            <p:txBody>
              <a:bodyPr/>
              <a:lstStyle/>
              <a:p>
                <a:endParaRPr lang="en-US"/>
              </a:p>
            </p:txBody>
          </p:sp>
          <p:grpSp>
            <p:nvGrpSpPr>
              <p:cNvPr id="110194" name="Group 860"/>
              <p:cNvGrpSpPr>
                <a:grpSpLocks/>
              </p:cNvGrpSpPr>
              <p:nvPr/>
            </p:nvGrpSpPr>
            <p:grpSpPr bwMode="auto">
              <a:xfrm>
                <a:off x="2878" y="2060"/>
                <a:ext cx="295" cy="1"/>
                <a:chOff x="2878" y="2060"/>
                <a:chExt cx="295" cy="1"/>
              </a:xfrm>
            </p:grpSpPr>
            <p:sp>
              <p:nvSpPr>
                <p:cNvPr id="110195" name="Line 861"/>
                <p:cNvSpPr>
                  <a:spLocks noChangeShapeType="1"/>
                </p:cNvSpPr>
                <p:nvPr/>
              </p:nvSpPr>
              <p:spPr bwMode="auto">
                <a:xfrm>
                  <a:off x="2878" y="2060"/>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196" name="Line 862"/>
                <p:cNvSpPr>
                  <a:spLocks noChangeShapeType="1"/>
                </p:cNvSpPr>
                <p:nvPr/>
              </p:nvSpPr>
              <p:spPr bwMode="auto">
                <a:xfrm>
                  <a:off x="2934" y="2060"/>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197" name="Line 863"/>
                <p:cNvSpPr>
                  <a:spLocks noChangeShapeType="1"/>
                </p:cNvSpPr>
                <p:nvPr/>
              </p:nvSpPr>
              <p:spPr bwMode="auto">
                <a:xfrm>
                  <a:off x="2990" y="2060"/>
                  <a:ext cx="23"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198" name="Line 864"/>
                <p:cNvSpPr>
                  <a:spLocks noChangeShapeType="1"/>
                </p:cNvSpPr>
                <p:nvPr/>
              </p:nvSpPr>
              <p:spPr bwMode="auto">
                <a:xfrm>
                  <a:off x="3045" y="2060"/>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199" name="Line 865"/>
                <p:cNvSpPr>
                  <a:spLocks noChangeShapeType="1"/>
                </p:cNvSpPr>
                <p:nvPr/>
              </p:nvSpPr>
              <p:spPr bwMode="auto">
                <a:xfrm>
                  <a:off x="3101" y="2060"/>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200" name="Line 866"/>
                <p:cNvSpPr>
                  <a:spLocks noChangeShapeType="1"/>
                </p:cNvSpPr>
                <p:nvPr/>
              </p:nvSpPr>
              <p:spPr bwMode="auto">
                <a:xfrm>
                  <a:off x="3157" y="2060"/>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9835" name="Group 867"/>
            <p:cNvGrpSpPr>
              <a:grpSpLocks/>
            </p:cNvGrpSpPr>
            <p:nvPr/>
          </p:nvGrpSpPr>
          <p:grpSpPr bwMode="auto">
            <a:xfrm>
              <a:off x="2886" y="2339"/>
              <a:ext cx="415" cy="56"/>
              <a:chOff x="2886" y="2339"/>
              <a:chExt cx="415" cy="56"/>
            </a:xfrm>
          </p:grpSpPr>
          <p:sp>
            <p:nvSpPr>
              <p:cNvPr id="110185" name="Freeform 868"/>
              <p:cNvSpPr>
                <a:spLocks/>
              </p:cNvSpPr>
              <p:nvPr/>
            </p:nvSpPr>
            <p:spPr bwMode="auto">
              <a:xfrm>
                <a:off x="3189" y="2339"/>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10186" name="Group 869"/>
              <p:cNvGrpSpPr>
                <a:grpSpLocks/>
              </p:cNvGrpSpPr>
              <p:nvPr/>
            </p:nvGrpSpPr>
            <p:grpSpPr bwMode="auto">
              <a:xfrm>
                <a:off x="2886" y="2371"/>
                <a:ext cx="295" cy="1"/>
                <a:chOff x="2886" y="2371"/>
                <a:chExt cx="295" cy="1"/>
              </a:xfrm>
            </p:grpSpPr>
            <p:sp>
              <p:nvSpPr>
                <p:cNvPr id="110187" name="Line 870"/>
                <p:cNvSpPr>
                  <a:spLocks noChangeShapeType="1"/>
                </p:cNvSpPr>
                <p:nvPr/>
              </p:nvSpPr>
              <p:spPr bwMode="auto">
                <a:xfrm>
                  <a:off x="2886"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188" name="Line 871"/>
                <p:cNvSpPr>
                  <a:spLocks noChangeShapeType="1"/>
                </p:cNvSpPr>
                <p:nvPr/>
              </p:nvSpPr>
              <p:spPr bwMode="auto">
                <a:xfrm>
                  <a:off x="2942"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189" name="Line 872"/>
                <p:cNvSpPr>
                  <a:spLocks noChangeShapeType="1"/>
                </p:cNvSpPr>
                <p:nvPr/>
              </p:nvSpPr>
              <p:spPr bwMode="auto">
                <a:xfrm>
                  <a:off x="2998" y="2371"/>
                  <a:ext cx="23"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190" name="Line 873"/>
                <p:cNvSpPr>
                  <a:spLocks noChangeShapeType="1"/>
                </p:cNvSpPr>
                <p:nvPr/>
              </p:nvSpPr>
              <p:spPr bwMode="auto">
                <a:xfrm>
                  <a:off x="3053"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191" name="Line 874"/>
                <p:cNvSpPr>
                  <a:spLocks noChangeShapeType="1"/>
                </p:cNvSpPr>
                <p:nvPr/>
              </p:nvSpPr>
              <p:spPr bwMode="auto">
                <a:xfrm>
                  <a:off x="3109" y="237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192" name="Line 875"/>
                <p:cNvSpPr>
                  <a:spLocks noChangeShapeType="1"/>
                </p:cNvSpPr>
                <p:nvPr/>
              </p:nvSpPr>
              <p:spPr bwMode="auto">
                <a:xfrm>
                  <a:off x="3165" y="2371"/>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9836" name="Group 876"/>
            <p:cNvGrpSpPr>
              <a:grpSpLocks/>
            </p:cNvGrpSpPr>
            <p:nvPr/>
          </p:nvGrpSpPr>
          <p:grpSpPr bwMode="auto">
            <a:xfrm>
              <a:off x="2878" y="2642"/>
              <a:ext cx="415" cy="56"/>
              <a:chOff x="2878" y="2642"/>
              <a:chExt cx="415" cy="56"/>
            </a:xfrm>
          </p:grpSpPr>
          <p:sp>
            <p:nvSpPr>
              <p:cNvPr id="110177" name="Freeform 877"/>
              <p:cNvSpPr>
                <a:spLocks/>
              </p:cNvSpPr>
              <p:nvPr/>
            </p:nvSpPr>
            <p:spPr bwMode="auto">
              <a:xfrm>
                <a:off x="3181" y="2642"/>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10178" name="Group 878"/>
              <p:cNvGrpSpPr>
                <a:grpSpLocks/>
              </p:cNvGrpSpPr>
              <p:nvPr/>
            </p:nvGrpSpPr>
            <p:grpSpPr bwMode="auto">
              <a:xfrm>
                <a:off x="2878" y="2674"/>
                <a:ext cx="295" cy="1"/>
                <a:chOff x="2878" y="2674"/>
                <a:chExt cx="295" cy="1"/>
              </a:xfrm>
            </p:grpSpPr>
            <p:sp>
              <p:nvSpPr>
                <p:cNvPr id="110179" name="Line 879"/>
                <p:cNvSpPr>
                  <a:spLocks noChangeShapeType="1"/>
                </p:cNvSpPr>
                <p:nvPr/>
              </p:nvSpPr>
              <p:spPr bwMode="auto">
                <a:xfrm>
                  <a:off x="2878"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180" name="Line 880"/>
                <p:cNvSpPr>
                  <a:spLocks noChangeShapeType="1"/>
                </p:cNvSpPr>
                <p:nvPr/>
              </p:nvSpPr>
              <p:spPr bwMode="auto">
                <a:xfrm>
                  <a:off x="2934"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181" name="Line 881"/>
                <p:cNvSpPr>
                  <a:spLocks noChangeShapeType="1"/>
                </p:cNvSpPr>
                <p:nvPr/>
              </p:nvSpPr>
              <p:spPr bwMode="auto">
                <a:xfrm>
                  <a:off x="2990" y="2674"/>
                  <a:ext cx="23"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182" name="Line 882"/>
                <p:cNvSpPr>
                  <a:spLocks noChangeShapeType="1"/>
                </p:cNvSpPr>
                <p:nvPr/>
              </p:nvSpPr>
              <p:spPr bwMode="auto">
                <a:xfrm>
                  <a:off x="3045"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183" name="Line 883"/>
                <p:cNvSpPr>
                  <a:spLocks noChangeShapeType="1"/>
                </p:cNvSpPr>
                <p:nvPr/>
              </p:nvSpPr>
              <p:spPr bwMode="auto">
                <a:xfrm>
                  <a:off x="3101" y="2674"/>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184" name="Line 884"/>
                <p:cNvSpPr>
                  <a:spLocks noChangeShapeType="1"/>
                </p:cNvSpPr>
                <p:nvPr/>
              </p:nvSpPr>
              <p:spPr bwMode="auto">
                <a:xfrm>
                  <a:off x="3157" y="2674"/>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9837" name="Group 885"/>
            <p:cNvGrpSpPr>
              <a:grpSpLocks/>
            </p:cNvGrpSpPr>
            <p:nvPr/>
          </p:nvGrpSpPr>
          <p:grpSpPr bwMode="auto">
            <a:xfrm>
              <a:off x="2878" y="2953"/>
              <a:ext cx="415" cy="56"/>
              <a:chOff x="2878" y="2953"/>
              <a:chExt cx="415" cy="56"/>
            </a:xfrm>
          </p:grpSpPr>
          <p:sp>
            <p:nvSpPr>
              <p:cNvPr id="110169" name="Freeform 886"/>
              <p:cNvSpPr>
                <a:spLocks/>
              </p:cNvSpPr>
              <p:nvPr/>
            </p:nvSpPr>
            <p:spPr bwMode="auto">
              <a:xfrm>
                <a:off x="3181"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solidFill>
                <a:schemeClr val="bg2"/>
              </a:solidFill>
              <a:ln w="9525">
                <a:solidFill>
                  <a:schemeClr val="bg2"/>
                </a:solidFill>
                <a:round/>
                <a:headEnd/>
                <a:tailEnd/>
              </a:ln>
            </p:spPr>
            <p:txBody>
              <a:bodyPr/>
              <a:lstStyle/>
              <a:p>
                <a:endParaRPr lang="en-US"/>
              </a:p>
            </p:txBody>
          </p:sp>
          <p:grpSp>
            <p:nvGrpSpPr>
              <p:cNvPr id="110170" name="Group 887"/>
              <p:cNvGrpSpPr>
                <a:grpSpLocks/>
              </p:cNvGrpSpPr>
              <p:nvPr/>
            </p:nvGrpSpPr>
            <p:grpSpPr bwMode="auto">
              <a:xfrm>
                <a:off x="2878" y="2985"/>
                <a:ext cx="295" cy="1"/>
                <a:chOff x="2878" y="2985"/>
                <a:chExt cx="295" cy="1"/>
              </a:xfrm>
            </p:grpSpPr>
            <p:sp>
              <p:nvSpPr>
                <p:cNvPr id="110171" name="Line 888"/>
                <p:cNvSpPr>
                  <a:spLocks noChangeShapeType="1"/>
                </p:cNvSpPr>
                <p:nvPr/>
              </p:nvSpPr>
              <p:spPr bwMode="auto">
                <a:xfrm>
                  <a:off x="2878"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172" name="Line 889"/>
                <p:cNvSpPr>
                  <a:spLocks noChangeShapeType="1"/>
                </p:cNvSpPr>
                <p:nvPr/>
              </p:nvSpPr>
              <p:spPr bwMode="auto">
                <a:xfrm>
                  <a:off x="2934"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173" name="Line 890"/>
                <p:cNvSpPr>
                  <a:spLocks noChangeShapeType="1"/>
                </p:cNvSpPr>
                <p:nvPr/>
              </p:nvSpPr>
              <p:spPr bwMode="auto">
                <a:xfrm>
                  <a:off x="2990" y="2985"/>
                  <a:ext cx="23"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174" name="Line 891"/>
                <p:cNvSpPr>
                  <a:spLocks noChangeShapeType="1"/>
                </p:cNvSpPr>
                <p:nvPr/>
              </p:nvSpPr>
              <p:spPr bwMode="auto">
                <a:xfrm>
                  <a:off x="3045"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175" name="Line 892"/>
                <p:cNvSpPr>
                  <a:spLocks noChangeShapeType="1"/>
                </p:cNvSpPr>
                <p:nvPr/>
              </p:nvSpPr>
              <p:spPr bwMode="auto">
                <a:xfrm>
                  <a:off x="3101" y="2985"/>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176" name="Line 893"/>
                <p:cNvSpPr>
                  <a:spLocks noChangeShapeType="1"/>
                </p:cNvSpPr>
                <p:nvPr/>
              </p:nvSpPr>
              <p:spPr bwMode="auto">
                <a:xfrm>
                  <a:off x="3157" y="2985"/>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9838" name="Group 894"/>
            <p:cNvGrpSpPr>
              <a:grpSpLocks/>
            </p:cNvGrpSpPr>
            <p:nvPr/>
          </p:nvGrpSpPr>
          <p:grpSpPr bwMode="auto">
            <a:xfrm>
              <a:off x="2870" y="3256"/>
              <a:ext cx="415" cy="56"/>
              <a:chOff x="2870" y="3256"/>
              <a:chExt cx="415" cy="56"/>
            </a:xfrm>
          </p:grpSpPr>
          <p:sp>
            <p:nvSpPr>
              <p:cNvPr id="110161" name="Freeform 895"/>
              <p:cNvSpPr>
                <a:spLocks/>
              </p:cNvSpPr>
              <p:nvPr/>
            </p:nvSpPr>
            <p:spPr bwMode="auto">
              <a:xfrm>
                <a:off x="3173" y="3256"/>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solidFill>
                <a:schemeClr val="bg2"/>
              </a:solidFill>
              <a:ln w="9525">
                <a:solidFill>
                  <a:schemeClr val="bg2"/>
                </a:solidFill>
                <a:round/>
                <a:headEnd/>
                <a:tailEnd/>
              </a:ln>
            </p:spPr>
            <p:txBody>
              <a:bodyPr/>
              <a:lstStyle/>
              <a:p>
                <a:endParaRPr lang="en-US"/>
              </a:p>
            </p:txBody>
          </p:sp>
          <p:grpSp>
            <p:nvGrpSpPr>
              <p:cNvPr id="110162" name="Group 896"/>
              <p:cNvGrpSpPr>
                <a:grpSpLocks/>
              </p:cNvGrpSpPr>
              <p:nvPr/>
            </p:nvGrpSpPr>
            <p:grpSpPr bwMode="auto">
              <a:xfrm>
                <a:off x="2870" y="3280"/>
                <a:ext cx="295" cy="1"/>
                <a:chOff x="2870" y="3280"/>
                <a:chExt cx="295" cy="1"/>
              </a:xfrm>
            </p:grpSpPr>
            <p:sp>
              <p:nvSpPr>
                <p:cNvPr id="110163" name="Line 897"/>
                <p:cNvSpPr>
                  <a:spLocks noChangeShapeType="1"/>
                </p:cNvSpPr>
                <p:nvPr/>
              </p:nvSpPr>
              <p:spPr bwMode="auto">
                <a:xfrm>
                  <a:off x="2870" y="3280"/>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164" name="Line 898"/>
                <p:cNvSpPr>
                  <a:spLocks noChangeShapeType="1"/>
                </p:cNvSpPr>
                <p:nvPr/>
              </p:nvSpPr>
              <p:spPr bwMode="auto">
                <a:xfrm>
                  <a:off x="2926" y="3280"/>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165" name="Line 899"/>
                <p:cNvSpPr>
                  <a:spLocks noChangeShapeType="1"/>
                </p:cNvSpPr>
                <p:nvPr/>
              </p:nvSpPr>
              <p:spPr bwMode="auto">
                <a:xfrm>
                  <a:off x="2982" y="3280"/>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166" name="Line 900"/>
                <p:cNvSpPr>
                  <a:spLocks noChangeShapeType="1"/>
                </p:cNvSpPr>
                <p:nvPr/>
              </p:nvSpPr>
              <p:spPr bwMode="auto">
                <a:xfrm>
                  <a:off x="3037" y="3280"/>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167" name="Line 901"/>
                <p:cNvSpPr>
                  <a:spLocks noChangeShapeType="1"/>
                </p:cNvSpPr>
                <p:nvPr/>
              </p:nvSpPr>
              <p:spPr bwMode="auto">
                <a:xfrm>
                  <a:off x="3093" y="3280"/>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168" name="Line 902"/>
                <p:cNvSpPr>
                  <a:spLocks noChangeShapeType="1"/>
                </p:cNvSpPr>
                <p:nvPr/>
              </p:nvSpPr>
              <p:spPr bwMode="auto">
                <a:xfrm>
                  <a:off x="3149" y="3280"/>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9839" name="Group 903"/>
            <p:cNvGrpSpPr>
              <a:grpSpLocks/>
            </p:cNvGrpSpPr>
            <p:nvPr/>
          </p:nvGrpSpPr>
          <p:grpSpPr bwMode="auto">
            <a:xfrm>
              <a:off x="2870" y="3567"/>
              <a:ext cx="415" cy="56"/>
              <a:chOff x="2870" y="3567"/>
              <a:chExt cx="415" cy="56"/>
            </a:xfrm>
          </p:grpSpPr>
          <p:sp>
            <p:nvSpPr>
              <p:cNvPr id="110153" name="Freeform 904"/>
              <p:cNvSpPr>
                <a:spLocks/>
              </p:cNvSpPr>
              <p:nvPr/>
            </p:nvSpPr>
            <p:spPr bwMode="auto">
              <a:xfrm>
                <a:off x="3173"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solidFill>
                <a:schemeClr val="bg2"/>
              </a:solidFill>
              <a:ln w="9525">
                <a:solidFill>
                  <a:schemeClr val="bg2"/>
                </a:solidFill>
                <a:round/>
                <a:headEnd/>
                <a:tailEnd/>
              </a:ln>
            </p:spPr>
            <p:txBody>
              <a:bodyPr/>
              <a:lstStyle/>
              <a:p>
                <a:endParaRPr lang="en-US"/>
              </a:p>
            </p:txBody>
          </p:sp>
          <p:grpSp>
            <p:nvGrpSpPr>
              <p:cNvPr id="110154" name="Group 905"/>
              <p:cNvGrpSpPr>
                <a:grpSpLocks/>
              </p:cNvGrpSpPr>
              <p:nvPr/>
            </p:nvGrpSpPr>
            <p:grpSpPr bwMode="auto">
              <a:xfrm>
                <a:off x="2870" y="3591"/>
                <a:ext cx="295" cy="1"/>
                <a:chOff x="2870" y="3591"/>
                <a:chExt cx="295" cy="1"/>
              </a:xfrm>
            </p:grpSpPr>
            <p:sp>
              <p:nvSpPr>
                <p:cNvPr id="110155" name="Line 906"/>
                <p:cNvSpPr>
                  <a:spLocks noChangeShapeType="1"/>
                </p:cNvSpPr>
                <p:nvPr/>
              </p:nvSpPr>
              <p:spPr bwMode="auto">
                <a:xfrm>
                  <a:off x="2870"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156" name="Line 907"/>
                <p:cNvSpPr>
                  <a:spLocks noChangeShapeType="1"/>
                </p:cNvSpPr>
                <p:nvPr/>
              </p:nvSpPr>
              <p:spPr bwMode="auto">
                <a:xfrm>
                  <a:off x="2926"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157" name="Line 908"/>
                <p:cNvSpPr>
                  <a:spLocks noChangeShapeType="1"/>
                </p:cNvSpPr>
                <p:nvPr/>
              </p:nvSpPr>
              <p:spPr bwMode="auto">
                <a:xfrm>
                  <a:off x="2982"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158" name="Line 909"/>
                <p:cNvSpPr>
                  <a:spLocks noChangeShapeType="1"/>
                </p:cNvSpPr>
                <p:nvPr/>
              </p:nvSpPr>
              <p:spPr bwMode="auto">
                <a:xfrm>
                  <a:off x="3037"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159" name="Line 910"/>
                <p:cNvSpPr>
                  <a:spLocks noChangeShapeType="1"/>
                </p:cNvSpPr>
                <p:nvPr/>
              </p:nvSpPr>
              <p:spPr bwMode="auto">
                <a:xfrm>
                  <a:off x="3093" y="3591"/>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160" name="Line 911"/>
                <p:cNvSpPr>
                  <a:spLocks noChangeShapeType="1"/>
                </p:cNvSpPr>
                <p:nvPr/>
              </p:nvSpPr>
              <p:spPr bwMode="auto">
                <a:xfrm>
                  <a:off x="3149" y="3591"/>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9840" name="Group 912"/>
            <p:cNvGrpSpPr>
              <a:grpSpLocks/>
            </p:cNvGrpSpPr>
            <p:nvPr/>
          </p:nvGrpSpPr>
          <p:grpSpPr bwMode="auto">
            <a:xfrm>
              <a:off x="2399" y="1765"/>
              <a:ext cx="1357" cy="1196"/>
              <a:chOff x="2399" y="1765"/>
              <a:chExt cx="1357" cy="1196"/>
            </a:xfrm>
          </p:grpSpPr>
          <p:sp>
            <p:nvSpPr>
              <p:cNvPr id="110151" name="Freeform 913"/>
              <p:cNvSpPr>
                <a:spLocks/>
              </p:cNvSpPr>
              <p:nvPr/>
            </p:nvSpPr>
            <p:spPr bwMode="auto">
              <a:xfrm>
                <a:off x="3636" y="2850"/>
                <a:ext cx="120" cy="111"/>
              </a:xfrm>
              <a:custGeom>
                <a:avLst/>
                <a:gdLst>
                  <a:gd name="T0" fmla="*/ 120 w 120"/>
                  <a:gd name="T1" fmla="*/ 111 h 111"/>
                  <a:gd name="T2" fmla="*/ 0 w 120"/>
                  <a:gd name="T3" fmla="*/ 47 h 111"/>
                  <a:gd name="T4" fmla="*/ 16 w 120"/>
                  <a:gd name="T5" fmla="*/ 23 h 111"/>
                  <a:gd name="T6" fmla="*/ 40 w 120"/>
                  <a:gd name="T7" fmla="*/ 0 h 111"/>
                  <a:gd name="T8" fmla="*/ 120 w 120"/>
                  <a:gd name="T9" fmla="*/ 111 h 111"/>
                  <a:gd name="T10" fmla="*/ 0 60000 65536"/>
                  <a:gd name="T11" fmla="*/ 0 60000 65536"/>
                  <a:gd name="T12" fmla="*/ 0 60000 65536"/>
                  <a:gd name="T13" fmla="*/ 0 60000 65536"/>
                  <a:gd name="T14" fmla="*/ 0 60000 65536"/>
                  <a:gd name="T15" fmla="*/ 0 w 120"/>
                  <a:gd name="T16" fmla="*/ 0 h 111"/>
                  <a:gd name="T17" fmla="*/ 120 w 120"/>
                  <a:gd name="T18" fmla="*/ 111 h 111"/>
                </a:gdLst>
                <a:ahLst/>
                <a:cxnLst>
                  <a:cxn ang="T10">
                    <a:pos x="T0" y="T1"/>
                  </a:cxn>
                  <a:cxn ang="T11">
                    <a:pos x="T2" y="T3"/>
                  </a:cxn>
                  <a:cxn ang="T12">
                    <a:pos x="T4" y="T5"/>
                  </a:cxn>
                  <a:cxn ang="T13">
                    <a:pos x="T6" y="T7"/>
                  </a:cxn>
                  <a:cxn ang="T14">
                    <a:pos x="T8" y="T9"/>
                  </a:cxn>
                </a:cxnLst>
                <a:rect l="T15" t="T16" r="T17" b="T18"/>
                <a:pathLst>
                  <a:path w="120" h="111">
                    <a:moveTo>
                      <a:pt x="120" y="111"/>
                    </a:moveTo>
                    <a:lnTo>
                      <a:pt x="0" y="47"/>
                    </a:lnTo>
                    <a:lnTo>
                      <a:pt x="16" y="23"/>
                    </a:lnTo>
                    <a:lnTo>
                      <a:pt x="40" y="0"/>
                    </a:lnTo>
                    <a:lnTo>
                      <a:pt x="120" y="111"/>
                    </a:lnTo>
                    <a:close/>
                  </a:path>
                </a:pathLst>
              </a:custGeom>
              <a:solidFill>
                <a:schemeClr val="bg2"/>
              </a:solidFill>
              <a:ln w="9525">
                <a:solidFill>
                  <a:schemeClr val="bg2"/>
                </a:solidFill>
                <a:round/>
                <a:headEnd/>
                <a:tailEnd/>
              </a:ln>
            </p:spPr>
            <p:txBody>
              <a:bodyPr/>
              <a:lstStyle/>
              <a:p>
                <a:endParaRPr lang="en-US"/>
              </a:p>
            </p:txBody>
          </p:sp>
          <p:sp>
            <p:nvSpPr>
              <p:cNvPr id="110152" name="Line 914"/>
              <p:cNvSpPr>
                <a:spLocks noChangeShapeType="1"/>
              </p:cNvSpPr>
              <p:nvPr/>
            </p:nvSpPr>
            <p:spPr bwMode="auto">
              <a:xfrm>
                <a:off x="2399" y="1765"/>
                <a:ext cx="1261" cy="1114"/>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9841" name="Group 915"/>
            <p:cNvGrpSpPr>
              <a:grpSpLocks/>
            </p:cNvGrpSpPr>
            <p:nvPr/>
          </p:nvGrpSpPr>
          <p:grpSpPr bwMode="auto">
            <a:xfrm>
              <a:off x="2862" y="1765"/>
              <a:ext cx="1349" cy="1204"/>
              <a:chOff x="2862" y="1765"/>
              <a:chExt cx="1349" cy="1204"/>
            </a:xfrm>
          </p:grpSpPr>
          <p:sp>
            <p:nvSpPr>
              <p:cNvPr id="110149" name="Freeform 916"/>
              <p:cNvSpPr>
                <a:spLocks/>
              </p:cNvSpPr>
              <p:nvPr/>
            </p:nvSpPr>
            <p:spPr bwMode="auto">
              <a:xfrm>
                <a:off x="4091" y="2850"/>
                <a:ext cx="120" cy="119"/>
              </a:xfrm>
              <a:custGeom>
                <a:avLst/>
                <a:gdLst>
                  <a:gd name="T0" fmla="*/ 120 w 120"/>
                  <a:gd name="T1" fmla="*/ 119 h 119"/>
                  <a:gd name="T2" fmla="*/ 0 w 120"/>
                  <a:gd name="T3" fmla="*/ 55 h 119"/>
                  <a:gd name="T4" fmla="*/ 24 w 120"/>
                  <a:gd name="T5" fmla="*/ 23 h 119"/>
                  <a:gd name="T6" fmla="*/ 48 w 120"/>
                  <a:gd name="T7" fmla="*/ 0 h 119"/>
                  <a:gd name="T8" fmla="*/ 120 w 120"/>
                  <a:gd name="T9" fmla="*/ 119 h 119"/>
                  <a:gd name="T10" fmla="*/ 0 60000 65536"/>
                  <a:gd name="T11" fmla="*/ 0 60000 65536"/>
                  <a:gd name="T12" fmla="*/ 0 60000 65536"/>
                  <a:gd name="T13" fmla="*/ 0 60000 65536"/>
                  <a:gd name="T14" fmla="*/ 0 60000 65536"/>
                  <a:gd name="T15" fmla="*/ 0 w 120"/>
                  <a:gd name="T16" fmla="*/ 0 h 119"/>
                  <a:gd name="T17" fmla="*/ 120 w 120"/>
                  <a:gd name="T18" fmla="*/ 119 h 119"/>
                </a:gdLst>
                <a:ahLst/>
                <a:cxnLst>
                  <a:cxn ang="T10">
                    <a:pos x="T0" y="T1"/>
                  </a:cxn>
                  <a:cxn ang="T11">
                    <a:pos x="T2" y="T3"/>
                  </a:cxn>
                  <a:cxn ang="T12">
                    <a:pos x="T4" y="T5"/>
                  </a:cxn>
                  <a:cxn ang="T13">
                    <a:pos x="T6" y="T7"/>
                  </a:cxn>
                  <a:cxn ang="T14">
                    <a:pos x="T8" y="T9"/>
                  </a:cxn>
                </a:cxnLst>
                <a:rect l="T15" t="T16" r="T17" b="T18"/>
                <a:pathLst>
                  <a:path w="120" h="119">
                    <a:moveTo>
                      <a:pt x="120" y="119"/>
                    </a:moveTo>
                    <a:lnTo>
                      <a:pt x="0" y="55"/>
                    </a:lnTo>
                    <a:lnTo>
                      <a:pt x="24" y="23"/>
                    </a:lnTo>
                    <a:lnTo>
                      <a:pt x="48" y="0"/>
                    </a:lnTo>
                    <a:lnTo>
                      <a:pt x="120" y="119"/>
                    </a:lnTo>
                    <a:close/>
                  </a:path>
                </a:pathLst>
              </a:custGeom>
              <a:solidFill>
                <a:schemeClr val="bg2"/>
              </a:solidFill>
              <a:ln w="9525">
                <a:solidFill>
                  <a:schemeClr val="bg2"/>
                </a:solidFill>
                <a:round/>
                <a:headEnd/>
                <a:tailEnd/>
              </a:ln>
            </p:spPr>
            <p:txBody>
              <a:bodyPr/>
              <a:lstStyle/>
              <a:p>
                <a:endParaRPr lang="en-US"/>
              </a:p>
            </p:txBody>
          </p:sp>
          <p:sp>
            <p:nvSpPr>
              <p:cNvPr id="110150" name="Line 917"/>
              <p:cNvSpPr>
                <a:spLocks noChangeShapeType="1"/>
              </p:cNvSpPr>
              <p:nvPr/>
            </p:nvSpPr>
            <p:spPr bwMode="auto">
              <a:xfrm>
                <a:off x="2862" y="1765"/>
                <a:ext cx="1261" cy="1114"/>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9842" name="Group 918"/>
            <p:cNvGrpSpPr>
              <a:grpSpLocks/>
            </p:cNvGrpSpPr>
            <p:nvPr/>
          </p:nvGrpSpPr>
          <p:grpSpPr bwMode="auto">
            <a:xfrm>
              <a:off x="2870" y="2990"/>
              <a:ext cx="886" cy="290"/>
              <a:chOff x="2870" y="2990"/>
              <a:chExt cx="886" cy="290"/>
            </a:xfrm>
          </p:grpSpPr>
          <p:sp>
            <p:nvSpPr>
              <p:cNvPr id="110147" name="Freeform 919"/>
              <p:cNvSpPr>
                <a:spLocks/>
              </p:cNvSpPr>
              <p:nvPr/>
            </p:nvSpPr>
            <p:spPr bwMode="auto">
              <a:xfrm>
                <a:off x="3612" y="3208"/>
                <a:ext cx="144" cy="72"/>
              </a:xfrm>
              <a:custGeom>
                <a:avLst/>
                <a:gdLst>
                  <a:gd name="T0" fmla="*/ 144 w 144"/>
                  <a:gd name="T1" fmla="*/ 72 h 72"/>
                  <a:gd name="T2" fmla="*/ 0 w 144"/>
                  <a:gd name="T3" fmla="*/ 64 h 72"/>
                  <a:gd name="T4" fmla="*/ 16 w 144"/>
                  <a:gd name="T5" fmla="*/ 32 h 72"/>
                  <a:gd name="T6" fmla="*/ 24 w 144"/>
                  <a:gd name="T7" fmla="*/ 0 h 72"/>
                  <a:gd name="T8" fmla="*/ 144 w 144"/>
                  <a:gd name="T9" fmla="*/ 72 h 72"/>
                  <a:gd name="T10" fmla="*/ 0 60000 65536"/>
                  <a:gd name="T11" fmla="*/ 0 60000 65536"/>
                  <a:gd name="T12" fmla="*/ 0 60000 65536"/>
                  <a:gd name="T13" fmla="*/ 0 60000 65536"/>
                  <a:gd name="T14" fmla="*/ 0 60000 65536"/>
                  <a:gd name="T15" fmla="*/ 0 w 144"/>
                  <a:gd name="T16" fmla="*/ 0 h 72"/>
                  <a:gd name="T17" fmla="*/ 144 w 144"/>
                  <a:gd name="T18" fmla="*/ 72 h 72"/>
                </a:gdLst>
                <a:ahLst/>
                <a:cxnLst>
                  <a:cxn ang="T10">
                    <a:pos x="T0" y="T1"/>
                  </a:cxn>
                  <a:cxn ang="T11">
                    <a:pos x="T2" y="T3"/>
                  </a:cxn>
                  <a:cxn ang="T12">
                    <a:pos x="T4" y="T5"/>
                  </a:cxn>
                  <a:cxn ang="T13">
                    <a:pos x="T6" y="T7"/>
                  </a:cxn>
                  <a:cxn ang="T14">
                    <a:pos x="T8" y="T9"/>
                  </a:cxn>
                </a:cxnLst>
                <a:rect l="T15" t="T16" r="T17" b="T18"/>
                <a:pathLst>
                  <a:path w="144" h="72">
                    <a:moveTo>
                      <a:pt x="144" y="72"/>
                    </a:moveTo>
                    <a:lnTo>
                      <a:pt x="0" y="64"/>
                    </a:lnTo>
                    <a:lnTo>
                      <a:pt x="16" y="32"/>
                    </a:lnTo>
                    <a:lnTo>
                      <a:pt x="24" y="0"/>
                    </a:lnTo>
                    <a:lnTo>
                      <a:pt x="144" y="72"/>
                    </a:lnTo>
                    <a:close/>
                  </a:path>
                </a:pathLst>
              </a:custGeom>
              <a:solidFill>
                <a:schemeClr val="bg2"/>
              </a:solidFill>
              <a:ln w="9525">
                <a:solidFill>
                  <a:schemeClr val="bg2"/>
                </a:solidFill>
                <a:round/>
                <a:headEnd/>
                <a:tailEnd/>
              </a:ln>
            </p:spPr>
            <p:txBody>
              <a:bodyPr/>
              <a:lstStyle/>
              <a:p>
                <a:endParaRPr lang="en-US"/>
              </a:p>
            </p:txBody>
          </p:sp>
          <p:sp>
            <p:nvSpPr>
              <p:cNvPr id="110148" name="Line 920"/>
              <p:cNvSpPr>
                <a:spLocks noChangeShapeType="1"/>
              </p:cNvSpPr>
              <p:nvPr/>
            </p:nvSpPr>
            <p:spPr bwMode="auto">
              <a:xfrm>
                <a:off x="2870" y="2990"/>
                <a:ext cx="766" cy="252"/>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9843" name="Group 921"/>
            <p:cNvGrpSpPr>
              <a:grpSpLocks/>
            </p:cNvGrpSpPr>
            <p:nvPr/>
          </p:nvGrpSpPr>
          <p:grpSpPr bwMode="auto">
            <a:xfrm>
              <a:off x="2393" y="2993"/>
              <a:ext cx="437" cy="598"/>
              <a:chOff x="2393" y="2993"/>
              <a:chExt cx="437" cy="598"/>
            </a:xfrm>
          </p:grpSpPr>
          <p:sp>
            <p:nvSpPr>
              <p:cNvPr id="110145" name="Freeform 922"/>
              <p:cNvSpPr>
                <a:spLocks/>
              </p:cNvSpPr>
              <p:nvPr/>
            </p:nvSpPr>
            <p:spPr bwMode="auto">
              <a:xfrm>
                <a:off x="2726" y="2993"/>
                <a:ext cx="104" cy="128"/>
              </a:xfrm>
              <a:custGeom>
                <a:avLst/>
                <a:gdLst>
                  <a:gd name="T0" fmla="*/ 104 w 104"/>
                  <a:gd name="T1" fmla="*/ 0 h 128"/>
                  <a:gd name="T2" fmla="*/ 56 w 104"/>
                  <a:gd name="T3" fmla="*/ 128 h 128"/>
                  <a:gd name="T4" fmla="*/ 24 w 104"/>
                  <a:gd name="T5" fmla="*/ 112 h 128"/>
                  <a:gd name="T6" fmla="*/ 0 w 104"/>
                  <a:gd name="T7" fmla="*/ 88 h 128"/>
                  <a:gd name="T8" fmla="*/ 104 w 104"/>
                  <a:gd name="T9" fmla="*/ 0 h 128"/>
                  <a:gd name="T10" fmla="*/ 0 60000 65536"/>
                  <a:gd name="T11" fmla="*/ 0 60000 65536"/>
                  <a:gd name="T12" fmla="*/ 0 60000 65536"/>
                  <a:gd name="T13" fmla="*/ 0 60000 65536"/>
                  <a:gd name="T14" fmla="*/ 0 60000 65536"/>
                  <a:gd name="T15" fmla="*/ 0 w 104"/>
                  <a:gd name="T16" fmla="*/ 0 h 128"/>
                  <a:gd name="T17" fmla="*/ 104 w 104"/>
                  <a:gd name="T18" fmla="*/ 128 h 128"/>
                </a:gdLst>
                <a:ahLst/>
                <a:cxnLst>
                  <a:cxn ang="T10">
                    <a:pos x="T0" y="T1"/>
                  </a:cxn>
                  <a:cxn ang="T11">
                    <a:pos x="T2" y="T3"/>
                  </a:cxn>
                  <a:cxn ang="T12">
                    <a:pos x="T4" y="T5"/>
                  </a:cxn>
                  <a:cxn ang="T13">
                    <a:pos x="T6" y="T7"/>
                  </a:cxn>
                  <a:cxn ang="T14">
                    <a:pos x="T8" y="T9"/>
                  </a:cxn>
                </a:cxnLst>
                <a:rect l="T15" t="T16" r="T17" b="T18"/>
                <a:pathLst>
                  <a:path w="104" h="128">
                    <a:moveTo>
                      <a:pt x="104" y="0"/>
                    </a:moveTo>
                    <a:lnTo>
                      <a:pt x="56" y="128"/>
                    </a:lnTo>
                    <a:lnTo>
                      <a:pt x="24" y="112"/>
                    </a:lnTo>
                    <a:lnTo>
                      <a:pt x="0" y="88"/>
                    </a:lnTo>
                    <a:lnTo>
                      <a:pt x="104" y="0"/>
                    </a:lnTo>
                    <a:close/>
                  </a:path>
                </a:pathLst>
              </a:custGeom>
              <a:solidFill>
                <a:schemeClr val="bg2"/>
              </a:solidFill>
              <a:ln w="9525">
                <a:solidFill>
                  <a:schemeClr val="bg2"/>
                </a:solidFill>
                <a:round/>
                <a:headEnd/>
                <a:tailEnd/>
              </a:ln>
            </p:spPr>
            <p:txBody>
              <a:bodyPr/>
              <a:lstStyle/>
              <a:p>
                <a:endParaRPr lang="en-US"/>
              </a:p>
            </p:txBody>
          </p:sp>
          <p:sp>
            <p:nvSpPr>
              <p:cNvPr id="110146" name="Line 923"/>
              <p:cNvSpPr>
                <a:spLocks noChangeShapeType="1"/>
              </p:cNvSpPr>
              <p:nvPr/>
            </p:nvSpPr>
            <p:spPr bwMode="auto">
              <a:xfrm flipV="1">
                <a:off x="2393" y="3097"/>
                <a:ext cx="362" cy="494"/>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9844" name="Group 924"/>
            <p:cNvGrpSpPr>
              <a:grpSpLocks/>
            </p:cNvGrpSpPr>
            <p:nvPr/>
          </p:nvGrpSpPr>
          <p:grpSpPr bwMode="auto">
            <a:xfrm>
              <a:off x="2854" y="2690"/>
              <a:ext cx="902" cy="596"/>
              <a:chOff x="2854" y="2690"/>
              <a:chExt cx="902" cy="596"/>
            </a:xfrm>
          </p:grpSpPr>
          <p:sp>
            <p:nvSpPr>
              <p:cNvPr id="110143" name="Freeform 925"/>
              <p:cNvSpPr>
                <a:spLocks/>
              </p:cNvSpPr>
              <p:nvPr/>
            </p:nvSpPr>
            <p:spPr bwMode="auto">
              <a:xfrm>
                <a:off x="3620" y="2690"/>
                <a:ext cx="136" cy="104"/>
              </a:xfrm>
              <a:custGeom>
                <a:avLst/>
                <a:gdLst>
                  <a:gd name="T0" fmla="*/ 136 w 136"/>
                  <a:gd name="T1" fmla="*/ 0 h 104"/>
                  <a:gd name="T2" fmla="*/ 40 w 136"/>
                  <a:gd name="T3" fmla="*/ 104 h 104"/>
                  <a:gd name="T4" fmla="*/ 24 w 136"/>
                  <a:gd name="T5" fmla="*/ 80 h 104"/>
                  <a:gd name="T6" fmla="*/ 0 w 136"/>
                  <a:gd name="T7" fmla="*/ 48 h 104"/>
                  <a:gd name="T8" fmla="*/ 136 w 136"/>
                  <a:gd name="T9" fmla="*/ 0 h 104"/>
                  <a:gd name="T10" fmla="*/ 0 60000 65536"/>
                  <a:gd name="T11" fmla="*/ 0 60000 65536"/>
                  <a:gd name="T12" fmla="*/ 0 60000 65536"/>
                  <a:gd name="T13" fmla="*/ 0 60000 65536"/>
                  <a:gd name="T14" fmla="*/ 0 60000 65536"/>
                  <a:gd name="T15" fmla="*/ 0 w 136"/>
                  <a:gd name="T16" fmla="*/ 0 h 104"/>
                  <a:gd name="T17" fmla="*/ 136 w 136"/>
                  <a:gd name="T18" fmla="*/ 104 h 104"/>
                </a:gdLst>
                <a:ahLst/>
                <a:cxnLst>
                  <a:cxn ang="T10">
                    <a:pos x="T0" y="T1"/>
                  </a:cxn>
                  <a:cxn ang="T11">
                    <a:pos x="T2" y="T3"/>
                  </a:cxn>
                  <a:cxn ang="T12">
                    <a:pos x="T4" y="T5"/>
                  </a:cxn>
                  <a:cxn ang="T13">
                    <a:pos x="T6" y="T7"/>
                  </a:cxn>
                  <a:cxn ang="T14">
                    <a:pos x="T8" y="T9"/>
                  </a:cxn>
                </a:cxnLst>
                <a:rect l="T15" t="T16" r="T17" b="T18"/>
                <a:pathLst>
                  <a:path w="136" h="104">
                    <a:moveTo>
                      <a:pt x="136" y="0"/>
                    </a:moveTo>
                    <a:lnTo>
                      <a:pt x="40" y="104"/>
                    </a:lnTo>
                    <a:lnTo>
                      <a:pt x="24" y="80"/>
                    </a:lnTo>
                    <a:lnTo>
                      <a:pt x="0" y="48"/>
                    </a:lnTo>
                    <a:lnTo>
                      <a:pt x="136" y="0"/>
                    </a:lnTo>
                    <a:close/>
                  </a:path>
                </a:pathLst>
              </a:custGeom>
              <a:solidFill>
                <a:schemeClr val="bg2"/>
              </a:solidFill>
              <a:ln w="9525">
                <a:solidFill>
                  <a:schemeClr val="bg2"/>
                </a:solidFill>
                <a:round/>
                <a:headEnd/>
                <a:tailEnd/>
              </a:ln>
            </p:spPr>
            <p:txBody>
              <a:bodyPr/>
              <a:lstStyle/>
              <a:p>
                <a:endParaRPr lang="en-US"/>
              </a:p>
            </p:txBody>
          </p:sp>
          <p:sp>
            <p:nvSpPr>
              <p:cNvPr id="110144" name="Line 926"/>
              <p:cNvSpPr>
                <a:spLocks noChangeShapeType="1"/>
              </p:cNvSpPr>
              <p:nvPr/>
            </p:nvSpPr>
            <p:spPr bwMode="auto">
              <a:xfrm flipV="1">
                <a:off x="2854" y="2766"/>
                <a:ext cx="798" cy="520"/>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9845" name="Group 927"/>
            <p:cNvGrpSpPr>
              <a:grpSpLocks/>
            </p:cNvGrpSpPr>
            <p:nvPr/>
          </p:nvGrpSpPr>
          <p:grpSpPr bwMode="auto">
            <a:xfrm>
              <a:off x="2862" y="1781"/>
              <a:ext cx="1349" cy="1188"/>
              <a:chOff x="2862" y="1781"/>
              <a:chExt cx="1349" cy="1188"/>
            </a:xfrm>
          </p:grpSpPr>
          <p:sp>
            <p:nvSpPr>
              <p:cNvPr id="110141" name="Freeform 928"/>
              <p:cNvSpPr>
                <a:spLocks/>
              </p:cNvSpPr>
              <p:nvPr/>
            </p:nvSpPr>
            <p:spPr bwMode="auto">
              <a:xfrm>
                <a:off x="4091" y="1781"/>
                <a:ext cx="120" cy="111"/>
              </a:xfrm>
              <a:custGeom>
                <a:avLst/>
                <a:gdLst>
                  <a:gd name="T0" fmla="*/ 120 w 120"/>
                  <a:gd name="T1" fmla="*/ 0 h 111"/>
                  <a:gd name="T2" fmla="*/ 40 w 120"/>
                  <a:gd name="T3" fmla="*/ 111 h 111"/>
                  <a:gd name="T4" fmla="*/ 16 w 120"/>
                  <a:gd name="T5" fmla="*/ 87 h 111"/>
                  <a:gd name="T6" fmla="*/ 0 w 120"/>
                  <a:gd name="T7" fmla="*/ 64 h 111"/>
                  <a:gd name="T8" fmla="*/ 120 w 120"/>
                  <a:gd name="T9" fmla="*/ 0 h 111"/>
                  <a:gd name="T10" fmla="*/ 0 60000 65536"/>
                  <a:gd name="T11" fmla="*/ 0 60000 65536"/>
                  <a:gd name="T12" fmla="*/ 0 60000 65536"/>
                  <a:gd name="T13" fmla="*/ 0 60000 65536"/>
                  <a:gd name="T14" fmla="*/ 0 60000 65536"/>
                  <a:gd name="T15" fmla="*/ 0 w 120"/>
                  <a:gd name="T16" fmla="*/ 0 h 111"/>
                  <a:gd name="T17" fmla="*/ 120 w 120"/>
                  <a:gd name="T18" fmla="*/ 111 h 111"/>
                </a:gdLst>
                <a:ahLst/>
                <a:cxnLst>
                  <a:cxn ang="T10">
                    <a:pos x="T0" y="T1"/>
                  </a:cxn>
                  <a:cxn ang="T11">
                    <a:pos x="T2" y="T3"/>
                  </a:cxn>
                  <a:cxn ang="T12">
                    <a:pos x="T4" y="T5"/>
                  </a:cxn>
                  <a:cxn ang="T13">
                    <a:pos x="T6" y="T7"/>
                  </a:cxn>
                  <a:cxn ang="T14">
                    <a:pos x="T8" y="T9"/>
                  </a:cxn>
                </a:cxnLst>
                <a:rect l="T15" t="T16" r="T17" b="T18"/>
                <a:pathLst>
                  <a:path w="120" h="111">
                    <a:moveTo>
                      <a:pt x="120" y="0"/>
                    </a:moveTo>
                    <a:lnTo>
                      <a:pt x="40" y="111"/>
                    </a:lnTo>
                    <a:lnTo>
                      <a:pt x="16" y="87"/>
                    </a:lnTo>
                    <a:lnTo>
                      <a:pt x="0" y="64"/>
                    </a:lnTo>
                    <a:lnTo>
                      <a:pt x="120" y="0"/>
                    </a:lnTo>
                    <a:close/>
                  </a:path>
                </a:pathLst>
              </a:custGeom>
              <a:solidFill>
                <a:schemeClr val="bg2"/>
              </a:solidFill>
              <a:ln w="9525">
                <a:solidFill>
                  <a:schemeClr val="bg2"/>
                </a:solidFill>
                <a:round/>
                <a:headEnd/>
                <a:tailEnd/>
              </a:ln>
            </p:spPr>
            <p:txBody>
              <a:bodyPr/>
              <a:lstStyle/>
              <a:p>
                <a:endParaRPr lang="en-US"/>
              </a:p>
            </p:txBody>
          </p:sp>
          <p:sp>
            <p:nvSpPr>
              <p:cNvPr id="110142" name="Line 929"/>
              <p:cNvSpPr>
                <a:spLocks noChangeShapeType="1"/>
              </p:cNvSpPr>
              <p:nvPr/>
            </p:nvSpPr>
            <p:spPr bwMode="auto">
              <a:xfrm flipV="1">
                <a:off x="2862" y="1863"/>
                <a:ext cx="1253" cy="1106"/>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9846" name="Group 930"/>
            <p:cNvGrpSpPr>
              <a:grpSpLocks/>
            </p:cNvGrpSpPr>
            <p:nvPr/>
          </p:nvGrpSpPr>
          <p:grpSpPr bwMode="auto">
            <a:xfrm>
              <a:off x="1944" y="2687"/>
              <a:ext cx="886" cy="282"/>
              <a:chOff x="1944" y="2687"/>
              <a:chExt cx="886" cy="282"/>
            </a:xfrm>
          </p:grpSpPr>
          <p:sp>
            <p:nvSpPr>
              <p:cNvPr id="110139" name="Freeform 931"/>
              <p:cNvSpPr>
                <a:spLocks/>
              </p:cNvSpPr>
              <p:nvPr/>
            </p:nvSpPr>
            <p:spPr bwMode="auto">
              <a:xfrm>
                <a:off x="2694" y="2897"/>
                <a:ext cx="136" cy="72"/>
              </a:xfrm>
              <a:custGeom>
                <a:avLst/>
                <a:gdLst>
                  <a:gd name="T0" fmla="*/ 136 w 136"/>
                  <a:gd name="T1" fmla="*/ 72 h 72"/>
                  <a:gd name="T2" fmla="*/ 0 w 136"/>
                  <a:gd name="T3" fmla="*/ 64 h 72"/>
                  <a:gd name="T4" fmla="*/ 8 w 136"/>
                  <a:gd name="T5" fmla="*/ 32 h 72"/>
                  <a:gd name="T6" fmla="*/ 24 w 136"/>
                  <a:gd name="T7" fmla="*/ 0 h 72"/>
                  <a:gd name="T8" fmla="*/ 136 w 136"/>
                  <a:gd name="T9" fmla="*/ 72 h 72"/>
                  <a:gd name="T10" fmla="*/ 0 60000 65536"/>
                  <a:gd name="T11" fmla="*/ 0 60000 65536"/>
                  <a:gd name="T12" fmla="*/ 0 60000 65536"/>
                  <a:gd name="T13" fmla="*/ 0 60000 65536"/>
                  <a:gd name="T14" fmla="*/ 0 60000 65536"/>
                  <a:gd name="T15" fmla="*/ 0 w 136"/>
                  <a:gd name="T16" fmla="*/ 0 h 72"/>
                  <a:gd name="T17" fmla="*/ 136 w 136"/>
                  <a:gd name="T18" fmla="*/ 72 h 72"/>
                </a:gdLst>
                <a:ahLst/>
                <a:cxnLst>
                  <a:cxn ang="T10">
                    <a:pos x="T0" y="T1"/>
                  </a:cxn>
                  <a:cxn ang="T11">
                    <a:pos x="T2" y="T3"/>
                  </a:cxn>
                  <a:cxn ang="T12">
                    <a:pos x="T4" y="T5"/>
                  </a:cxn>
                  <a:cxn ang="T13">
                    <a:pos x="T6" y="T7"/>
                  </a:cxn>
                  <a:cxn ang="T14">
                    <a:pos x="T8" y="T9"/>
                  </a:cxn>
                </a:cxnLst>
                <a:rect l="T15" t="T16" r="T17" b="T18"/>
                <a:pathLst>
                  <a:path w="136" h="72">
                    <a:moveTo>
                      <a:pt x="136" y="72"/>
                    </a:moveTo>
                    <a:lnTo>
                      <a:pt x="0" y="64"/>
                    </a:lnTo>
                    <a:lnTo>
                      <a:pt x="8" y="32"/>
                    </a:lnTo>
                    <a:lnTo>
                      <a:pt x="24" y="0"/>
                    </a:lnTo>
                    <a:lnTo>
                      <a:pt x="136" y="72"/>
                    </a:lnTo>
                    <a:close/>
                  </a:path>
                </a:pathLst>
              </a:custGeom>
              <a:solidFill>
                <a:schemeClr val="bg2"/>
              </a:solidFill>
              <a:ln w="9525">
                <a:solidFill>
                  <a:schemeClr val="bg2"/>
                </a:solidFill>
                <a:round/>
                <a:headEnd/>
                <a:tailEnd/>
              </a:ln>
            </p:spPr>
            <p:txBody>
              <a:bodyPr/>
              <a:lstStyle/>
              <a:p>
                <a:endParaRPr lang="en-US"/>
              </a:p>
            </p:txBody>
          </p:sp>
          <p:sp>
            <p:nvSpPr>
              <p:cNvPr id="110140" name="Line 932"/>
              <p:cNvSpPr>
                <a:spLocks noChangeShapeType="1"/>
              </p:cNvSpPr>
              <p:nvPr/>
            </p:nvSpPr>
            <p:spPr bwMode="auto">
              <a:xfrm>
                <a:off x="1944" y="2687"/>
                <a:ext cx="766" cy="244"/>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9847" name="Group 933"/>
            <p:cNvGrpSpPr>
              <a:grpSpLocks/>
            </p:cNvGrpSpPr>
            <p:nvPr/>
          </p:nvGrpSpPr>
          <p:grpSpPr bwMode="auto">
            <a:xfrm>
              <a:off x="1944" y="2395"/>
              <a:ext cx="1357" cy="1196"/>
              <a:chOff x="1944" y="2395"/>
              <a:chExt cx="1357" cy="1196"/>
            </a:xfrm>
          </p:grpSpPr>
          <p:sp>
            <p:nvSpPr>
              <p:cNvPr id="110137" name="Freeform 934"/>
              <p:cNvSpPr>
                <a:spLocks/>
              </p:cNvSpPr>
              <p:nvPr/>
            </p:nvSpPr>
            <p:spPr bwMode="auto">
              <a:xfrm>
                <a:off x="3173" y="2395"/>
                <a:ext cx="128" cy="112"/>
              </a:xfrm>
              <a:custGeom>
                <a:avLst/>
                <a:gdLst>
                  <a:gd name="T0" fmla="*/ 128 w 128"/>
                  <a:gd name="T1" fmla="*/ 0 h 112"/>
                  <a:gd name="T2" fmla="*/ 48 w 128"/>
                  <a:gd name="T3" fmla="*/ 112 h 112"/>
                  <a:gd name="T4" fmla="*/ 24 w 128"/>
                  <a:gd name="T5" fmla="*/ 88 h 112"/>
                  <a:gd name="T6" fmla="*/ 0 w 128"/>
                  <a:gd name="T7" fmla="*/ 64 h 112"/>
                  <a:gd name="T8" fmla="*/ 128 w 128"/>
                  <a:gd name="T9" fmla="*/ 0 h 112"/>
                  <a:gd name="T10" fmla="*/ 0 60000 65536"/>
                  <a:gd name="T11" fmla="*/ 0 60000 65536"/>
                  <a:gd name="T12" fmla="*/ 0 60000 65536"/>
                  <a:gd name="T13" fmla="*/ 0 60000 65536"/>
                  <a:gd name="T14" fmla="*/ 0 60000 65536"/>
                  <a:gd name="T15" fmla="*/ 0 w 128"/>
                  <a:gd name="T16" fmla="*/ 0 h 112"/>
                  <a:gd name="T17" fmla="*/ 128 w 128"/>
                  <a:gd name="T18" fmla="*/ 112 h 112"/>
                </a:gdLst>
                <a:ahLst/>
                <a:cxnLst>
                  <a:cxn ang="T10">
                    <a:pos x="T0" y="T1"/>
                  </a:cxn>
                  <a:cxn ang="T11">
                    <a:pos x="T2" y="T3"/>
                  </a:cxn>
                  <a:cxn ang="T12">
                    <a:pos x="T4" y="T5"/>
                  </a:cxn>
                  <a:cxn ang="T13">
                    <a:pos x="T6" y="T7"/>
                  </a:cxn>
                  <a:cxn ang="T14">
                    <a:pos x="T8" y="T9"/>
                  </a:cxn>
                </a:cxnLst>
                <a:rect l="T15" t="T16" r="T17" b="T18"/>
                <a:pathLst>
                  <a:path w="128" h="112">
                    <a:moveTo>
                      <a:pt x="128" y="0"/>
                    </a:moveTo>
                    <a:lnTo>
                      <a:pt x="48" y="112"/>
                    </a:lnTo>
                    <a:lnTo>
                      <a:pt x="24" y="88"/>
                    </a:lnTo>
                    <a:lnTo>
                      <a:pt x="0" y="64"/>
                    </a:lnTo>
                    <a:lnTo>
                      <a:pt x="128" y="0"/>
                    </a:lnTo>
                    <a:close/>
                  </a:path>
                </a:pathLst>
              </a:custGeom>
              <a:solidFill>
                <a:schemeClr val="bg2"/>
              </a:solidFill>
              <a:ln w="9525">
                <a:solidFill>
                  <a:schemeClr val="bg2"/>
                </a:solidFill>
                <a:round/>
                <a:headEnd/>
                <a:tailEnd/>
              </a:ln>
            </p:spPr>
            <p:txBody>
              <a:bodyPr/>
              <a:lstStyle/>
              <a:p>
                <a:endParaRPr lang="en-US"/>
              </a:p>
            </p:txBody>
          </p:sp>
          <p:sp>
            <p:nvSpPr>
              <p:cNvPr id="110138" name="Line 935"/>
              <p:cNvSpPr>
                <a:spLocks noChangeShapeType="1"/>
              </p:cNvSpPr>
              <p:nvPr/>
            </p:nvSpPr>
            <p:spPr bwMode="auto">
              <a:xfrm flipV="1">
                <a:off x="1944" y="2477"/>
                <a:ext cx="1261" cy="1114"/>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9848" name="Group 936"/>
            <p:cNvGrpSpPr>
              <a:grpSpLocks/>
            </p:cNvGrpSpPr>
            <p:nvPr/>
          </p:nvGrpSpPr>
          <p:grpSpPr bwMode="auto">
            <a:xfrm>
              <a:off x="3317" y="3293"/>
              <a:ext cx="886" cy="282"/>
              <a:chOff x="3317" y="3293"/>
              <a:chExt cx="886" cy="282"/>
            </a:xfrm>
          </p:grpSpPr>
          <p:sp>
            <p:nvSpPr>
              <p:cNvPr id="110135" name="Freeform 937"/>
              <p:cNvSpPr>
                <a:spLocks/>
              </p:cNvSpPr>
              <p:nvPr/>
            </p:nvSpPr>
            <p:spPr bwMode="auto">
              <a:xfrm>
                <a:off x="4067" y="3504"/>
                <a:ext cx="136" cy="71"/>
              </a:xfrm>
              <a:custGeom>
                <a:avLst/>
                <a:gdLst>
                  <a:gd name="T0" fmla="*/ 136 w 136"/>
                  <a:gd name="T1" fmla="*/ 71 h 71"/>
                  <a:gd name="T2" fmla="*/ 0 w 136"/>
                  <a:gd name="T3" fmla="*/ 63 h 71"/>
                  <a:gd name="T4" fmla="*/ 8 w 136"/>
                  <a:gd name="T5" fmla="*/ 32 h 71"/>
                  <a:gd name="T6" fmla="*/ 16 w 136"/>
                  <a:gd name="T7" fmla="*/ 0 h 71"/>
                  <a:gd name="T8" fmla="*/ 136 w 136"/>
                  <a:gd name="T9" fmla="*/ 71 h 71"/>
                  <a:gd name="T10" fmla="*/ 0 60000 65536"/>
                  <a:gd name="T11" fmla="*/ 0 60000 65536"/>
                  <a:gd name="T12" fmla="*/ 0 60000 65536"/>
                  <a:gd name="T13" fmla="*/ 0 60000 65536"/>
                  <a:gd name="T14" fmla="*/ 0 60000 65536"/>
                  <a:gd name="T15" fmla="*/ 0 w 136"/>
                  <a:gd name="T16" fmla="*/ 0 h 71"/>
                  <a:gd name="T17" fmla="*/ 136 w 136"/>
                  <a:gd name="T18" fmla="*/ 71 h 71"/>
                </a:gdLst>
                <a:ahLst/>
                <a:cxnLst>
                  <a:cxn ang="T10">
                    <a:pos x="T0" y="T1"/>
                  </a:cxn>
                  <a:cxn ang="T11">
                    <a:pos x="T2" y="T3"/>
                  </a:cxn>
                  <a:cxn ang="T12">
                    <a:pos x="T4" y="T5"/>
                  </a:cxn>
                  <a:cxn ang="T13">
                    <a:pos x="T6" y="T7"/>
                  </a:cxn>
                  <a:cxn ang="T14">
                    <a:pos x="T8" y="T9"/>
                  </a:cxn>
                </a:cxnLst>
                <a:rect l="T15" t="T16" r="T17" b="T18"/>
                <a:pathLst>
                  <a:path w="136" h="71">
                    <a:moveTo>
                      <a:pt x="136" y="71"/>
                    </a:moveTo>
                    <a:lnTo>
                      <a:pt x="0" y="63"/>
                    </a:lnTo>
                    <a:lnTo>
                      <a:pt x="8" y="32"/>
                    </a:lnTo>
                    <a:lnTo>
                      <a:pt x="16" y="0"/>
                    </a:lnTo>
                    <a:lnTo>
                      <a:pt x="136" y="71"/>
                    </a:lnTo>
                    <a:close/>
                  </a:path>
                </a:pathLst>
              </a:custGeom>
              <a:solidFill>
                <a:schemeClr val="bg2"/>
              </a:solidFill>
              <a:ln w="9525">
                <a:solidFill>
                  <a:schemeClr val="bg2"/>
                </a:solidFill>
                <a:round/>
                <a:headEnd/>
                <a:tailEnd/>
              </a:ln>
            </p:spPr>
            <p:txBody>
              <a:bodyPr/>
              <a:lstStyle/>
              <a:p>
                <a:endParaRPr lang="en-US"/>
              </a:p>
            </p:txBody>
          </p:sp>
          <p:sp>
            <p:nvSpPr>
              <p:cNvPr id="110136" name="Line 938"/>
              <p:cNvSpPr>
                <a:spLocks noChangeShapeType="1"/>
              </p:cNvSpPr>
              <p:nvPr/>
            </p:nvSpPr>
            <p:spPr bwMode="auto">
              <a:xfrm>
                <a:off x="3317" y="3293"/>
                <a:ext cx="766" cy="244"/>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9849" name="Group 939"/>
            <p:cNvGrpSpPr>
              <a:grpSpLocks/>
            </p:cNvGrpSpPr>
            <p:nvPr/>
          </p:nvGrpSpPr>
          <p:grpSpPr bwMode="auto">
            <a:xfrm>
              <a:off x="3317" y="2682"/>
              <a:ext cx="1349" cy="619"/>
              <a:chOff x="3317" y="2682"/>
              <a:chExt cx="1349" cy="619"/>
            </a:xfrm>
          </p:grpSpPr>
          <p:sp>
            <p:nvSpPr>
              <p:cNvPr id="110133" name="Freeform 940"/>
              <p:cNvSpPr>
                <a:spLocks/>
              </p:cNvSpPr>
              <p:nvPr/>
            </p:nvSpPr>
            <p:spPr bwMode="auto">
              <a:xfrm>
                <a:off x="4530" y="2682"/>
                <a:ext cx="136" cy="88"/>
              </a:xfrm>
              <a:custGeom>
                <a:avLst/>
                <a:gdLst>
                  <a:gd name="T0" fmla="*/ 136 w 136"/>
                  <a:gd name="T1" fmla="*/ 0 h 88"/>
                  <a:gd name="T2" fmla="*/ 32 w 136"/>
                  <a:gd name="T3" fmla="*/ 88 h 88"/>
                  <a:gd name="T4" fmla="*/ 16 w 136"/>
                  <a:gd name="T5" fmla="*/ 56 h 88"/>
                  <a:gd name="T6" fmla="*/ 0 w 136"/>
                  <a:gd name="T7" fmla="*/ 32 h 88"/>
                  <a:gd name="T8" fmla="*/ 136 w 136"/>
                  <a:gd name="T9" fmla="*/ 0 h 88"/>
                  <a:gd name="T10" fmla="*/ 0 60000 65536"/>
                  <a:gd name="T11" fmla="*/ 0 60000 65536"/>
                  <a:gd name="T12" fmla="*/ 0 60000 65536"/>
                  <a:gd name="T13" fmla="*/ 0 60000 65536"/>
                  <a:gd name="T14" fmla="*/ 0 60000 65536"/>
                  <a:gd name="T15" fmla="*/ 0 w 136"/>
                  <a:gd name="T16" fmla="*/ 0 h 88"/>
                  <a:gd name="T17" fmla="*/ 136 w 136"/>
                  <a:gd name="T18" fmla="*/ 88 h 88"/>
                </a:gdLst>
                <a:ahLst/>
                <a:cxnLst>
                  <a:cxn ang="T10">
                    <a:pos x="T0" y="T1"/>
                  </a:cxn>
                  <a:cxn ang="T11">
                    <a:pos x="T2" y="T3"/>
                  </a:cxn>
                  <a:cxn ang="T12">
                    <a:pos x="T4" y="T5"/>
                  </a:cxn>
                  <a:cxn ang="T13">
                    <a:pos x="T6" y="T7"/>
                  </a:cxn>
                  <a:cxn ang="T14">
                    <a:pos x="T8" y="T9"/>
                  </a:cxn>
                </a:cxnLst>
                <a:rect l="T15" t="T16" r="T17" b="T18"/>
                <a:pathLst>
                  <a:path w="136" h="88">
                    <a:moveTo>
                      <a:pt x="136" y="0"/>
                    </a:moveTo>
                    <a:lnTo>
                      <a:pt x="32" y="88"/>
                    </a:lnTo>
                    <a:lnTo>
                      <a:pt x="16" y="56"/>
                    </a:lnTo>
                    <a:lnTo>
                      <a:pt x="0" y="32"/>
                    </a:lnTo>
                    <a:lnTo>
                      <a:pt x="136" y="0"/>
                    </a:lnTo>
                    <a:close/>
                  </a:path>
                </a:pathLst>
              </a:custGeom>
              <a:solidFill>
                <a:schemeClr val="bg2"/>
              </a:solidFill>
              <a:ln w="9525">
                <a:solidFill>
                  <a:schemeClr val="bg2"/>
                </a:solidFill>
                <a:round/>
                <a:headEnd/>
                <a:tailEnd/>
              </a:ln>
            </p:spPr>
            <p:txBody>
              <a:bodyPr/>
              <a:lstStyle/>
              <a:p>
                <a:endParaRPr lang="en-US"/>
              </a:p>
            </p:txBody>
          </p:sp>
          <p:sp>
            <p:nvSpPr>
              <p:cNvPr id="110134" name="Line 941"/>
              <p:cNvSpPr>
                <a:spLocks noChangeShapeType="1"/>
              </p:cNvSpPr>
              <p:nvPr/>
            </p:nvSpPr>
            <p:spPr bwMode="auto">
              <a:xfrm flipV="1">
                <a:off x="3317" y="2736"/>
                <a:ext cx="1237" cy="565"/>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9850" name="Group 942"/>
            <p:cNvGrpSpPr>
              <a:grpSpLocks/>
            </p:cNvGrpSpPr>
            <p:nvPr/>
          </p:nvGrpSpPr>
          <p:grpSpPr bwMode="auto">
            <a:xfrm>
              <a:off x="3317" y="2387"/>
              <a:ext cx="886" cy="282"/>
              <a:chOff x="3317" y="2387"/>
              <a:chExt cx="886" cy="282"/>
            </a:xfrm>
          </p:grpSpPr>
          <p:sp>
            <p:nvSpPr>
              <p:cNvPr id="110131" name="Freeform 943"/>
              <p:cNvSpPr>
                <a:spLocks/>
              </p:cNvSpPr>
              <p:nvPr/>
            </p:nvSpPr>
            <p:spPr bwMode="auto">
              <a:xfrm>
                <a:off x="4067" y="2387"/>
                <a:ext cx="136" cy="72"/>
              </a:xfrm>
              <a:custGeom>
                <a:avLst/>
                <a:gdLst>
                  <a:gd name="T0" fmla="*/ 136 w 136"/>
                  <a:gd name="T1" fmla="*/ 0 h 72"/>
                  <a:gd name="T2" fmla="*/ 16 w 136"/>
                  <a:gd name="T3" fmla="*/ 72 h 72"/>
                  <a:gd name="T4" fmla="*/ 8 w 136"/>
                  <a:gd name="T5" fmla="*/ 40 h 72"/>
                  <a:gd name="T6" fmla="*/ 0 w 136"/>
                  <a:gd name="T7" fmla="*/ 8 h 72"/>
                  <a:gd name="T8" fmla="*/ 136 w 136"/>
                  <a:gd name="T9" fmla="*/ 0 h 72"/>
                  <a:gd name="T10" fmla="*/ 0 60000 65536"/>
                  <a:gd name="T11" fmla="*/ 0 60000 65536"/>
                  <a:gd name="T12" fmla="*/ 0 60000 65536"/>
                  <a:gd name="T13" fmla="*/ 0 60000 65536"/>
                  <a:gd name="T14" fmla="*/ 0 60000 65536"/>
                  <a:gd name="T15" fmla="*/ 0 w 136"/>
                  <a:gd name="T16" fmla="*/ 0 h 72"/>
                  <a:gd name="T17" fmla="*/ 136 w 136"/>
                  <a:gd name="T18" fmla="*/ 72 h 72"/>
                </a:gdLst>
                <a:ahLst/>
                <a:cxnLst>
                  <a:cxn ang="T10">
                    <a:pos x="T0" y="T1"/>
                  </a:cxn>
                  <a:cxn ang="T11">
                    <a:pos x="T2" y="T3"/>
                  </a:cxn>
                  <a:cxn ang="T12">
                    <a:pos x="T4" y="T5"/>
                  </a:cxn>
                  <a:cxn ang="T13">
                    <a:pos x="T6" y="T7"/>
                  </a:cxn>
                  <a:cxn ang="T14">
                    <a:pos x="T8" y="T9"/>
                  </a:cxn>
                </a:cxnLst>
                <a:rect l="T15" t="T16" r="T17" b="T18"/>
                <a:pathLst>
                  <a:path w="136" h="72">
                    <a:moveTo>
                      <a:pt x="136" y="0"/>
                    </a:moveTo>
                    <a:lnTo>
                      <a:pt x="16" y="72"/>
                    </a:lnTo>
                    <a:lnTo>
                      <a:pt x="8" y="40"/>
                    </a:lnTo>
                    <a:lnTo>
                      <a:pt x="0" y="8"/>
                    </a:lnTo>
                    <a:lnTo>
                      <a:pt x="136" y="0"/>
                    </a:lnTo>
                    <a:close/>
                  </a:path>
                </a:pathLst>
              </a:custGeom>
              <a:solidFill>
                <a:schemeClr val="bg2"/>
              </a:solidFill>
              <a:ln w="9525">
                <a:solidFill>
                  <a:schemeClr val="bg2"/>
                </a:solidFill>
                <a:round/>
                <a:headEnd/>
                <a:tailEnd/>
              </a:ln>
            </p:spPr>
            <p:txBody>
              <a:bodyPr/>
              <a:lstStyle/>
              <a:p>
                <a:endParaRPr lang="en-US"/>
              </a:p>
            </p:txBody>
          </p:sp>
          <p:sp>
            <p:nvSpPr>
              <p:cNvPr id="110132" name="Line 944"/>
              <p:cNvSpPr>
                <a:spLocks noChangeShapeType="1"/>
              </p:cNvSpPr>
              <p:nvPr/>
            </p:nvSpPr>
            <p:spPr bwMode="auto">
              <a:xfrm flipV="1">
                <a:off x="3317" y="2426"/>
                <a:ext cx="766" cy="243"/>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9851" name="Group 945"/>
            <p:cNvGrpSpPr>
              <a:grpSpLocks/>
            </p:cNvGrpSpPr>
            <p:nvPr/>
          </p:nvGrpSpPr>
          <p:grpSpPr bwMode="auto">
            <a:xfrm>
              <a:off x="3780" y="2387"/>
              <a:ext cx="886" cy="282"/>
              <a:chOff x="3780" y="2387"/>
              <a:chExt cx="886" cy="282"/>
            </a:xfrm>
          </p:grpSpPr>
          <p:sp>
            <p:nvSpPr>
              <p:cNvPr id="110129" name="Freeform 946"/>
              <p:cNvSpPr>
                <a:spLocks/>
              </p:cNvSpPr>
              <p:nvPr/>
            </p:nvSpPr>
            <p:spPr bwMode="auto">
              <a:xfrm>
                <a:off x="4522" y="2387"/>
                <a:ext cx="144" cy="72"/>
              </a:xfrm>
              <a:custGeom>
                <a:avLst/>
                <a:gdLst>
                  <a:gd name="T0" fmla="*/ 144 w 144"/>
                  <a:gd name="T1" fmla="*/ 0 h 72"/>
                  <a:gd name="T2" fmla="*/ 24 w 144"/>
                  <a:gd name="T3" fmla="*/ 72 h 72"/>
                  <a:gd name="T4" fmla="*/ 16 w 144"/>
                  <a:gd name="T5" fmla="*/ 40 h 72"/>
                  <a:gd name="T6" fmla="*/ 0 w 144"/>
                  <a:gd name="T7" fmla="*/ 8 h 72"/>
                  <a:gd name="T8" fmla="*/ 144 w 144"/>
                  <a:gd name="T9" fmla="*/ 0 h 72"/>
                  <a:gd name="T10" fmla="*/ 0 60000 65536"/>
                  <a:gd name="T11" fmla="*/ 0 60000 65536"/>
                  <a:gd name="T12" fmla="*/ 0 60000 65536"/>
                  <a:gd name="T13" fmla="*/ 0 60000 65536"/>
                  <a:gd name="T14" fmla="*/ 0 60000 65536"/>
                  <a:gd name="T15" fmla="*/ 0 w 144"/>
                  <a:gd name="T16" fmla="*/ 0 h 72"/>
                  <a:gd name="T17" fmla="*/ 144 w 144"/>
                  <a:gd name="T18" fmla="*/ 72 h 72"/>
                </a:gdLst>
                <a:ahLst/>
                <a:cxnLst>
                  <a:cxn ang="T10">
                    <a:pos x="T0" y="T1"/>
                  </a:cxn>
                  <a:cxn ang="T11">
                    <a:pos x="T2" y="T3"/>
                  </a:cxn>
                  <a:cxn ang="T12">
                    <a:pos x="T4" y="T5"/>
                  </a:cxn>
                  <a:cxn ang="T13">
                    <a:pos x="T6" y="T7"/>
                  </a:cxn>
                  <a:cxn ang="T14">
                    <a:pos x="T8" y="T9"/>
                  </a:cxn>
                </a:cxnLst>
                <a:rect l="T15" t="T16" r="T17" b="T18"/>
                <a:pathLst>
                  <a:path w="144" h="72">
                    <a:moveTo>
                      <a:pt x="144" y="0"/>
                    </a:moveTo>
                    <a:lnTo>
                      <a:pt x="24" y="72"/>
                    </a:lnTo>
                    <a:lnTo>
                      <a:pt x="16" y="40"/>
                    </a:lnTo>
                    <a:lnTo>
                      <a:pt x="0" y="8"/>
                    </a:lnTo>
                    <a:lnTo>
                      <a:pt x="144" y="0"/>
                    </a:lnTo>
                    <a:close/>
                  </a:path>
                </a:pathLst>
              </a:custGeom>
              <a:solidFill>
                <a:schemeClr val="bg2"/>
              </a:solidFill>
              <a:ln w="9525">
                <a:solidFill>
                  <a:schemeClr val="bg2"/>
                </a:solidFill>
                <a:round/>
                <a:headEnd/>
                <a:tailEnd/>
              </a:ln>
            </p:spPr>
            <p:txBody>
              <a:bodyPr/>
              <a:lstStyle/>
              <a:p>
                <a:endParaRPr lang="en-US"/>
              </a:p>
            </p:txBody>
          </p:sp>
          <p:sp>
            <p:nvSpPr>
              <p:cNvPr id="110130" name="Line 947"/>
              <p:cNvSpPr>
                <a:spLocks noChangeShapeType="1"/>
              </p:cNvSpPr>
              <p:nvPr/>
            </p:nvSpPr>
            <p:spPr bwMode="auto">
              <a:xfrm flipV="1">
                <a:off x="3780" y="2426"/>
                <a:ext cx="766" cy="243"/>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9852" name="Group 948"/>
            <p:cNvGrpSpPr>
              <a:grpSpLocks/>
            </p:cNvGrpSpPr>
            <p:nvPr/>
          </p:nvGrpSpPr>
          <p:grpSpPr bwMode="auto">
            <a:xfrm>
              <a:off x="1473" y="2993"/>
              <a:ext cx="886" cy="291"/>
              <a:chOff x="1473" y="2993"/>
              <a:chExt cx="886" cy="291"/>
            </a:xfrm>
          </p:grpSpPr>
          <p:sp>
            <p:nvSpPr>
              <p:cNvPr id="110127" name="Freeform 949"/>
              <p:cNvSpPr>
                <a:spLocks/>
              </p:cNvSpPr>
              <p:nvPr/>
            </p:nvSpPr>
            <p:spPr bwMode="auto">
              <a:xfrm>
                <a:off x="2223" y="2993"/>
                <a:ext cx="136" cy="72"/>
              </a:xfrm>
              <a:custGeom>
                <a:avLst/>
                <a:gdLst>
                  <a:gd name="T0" fmla="*/ 136 w 136"/>
                  <a:gd name="T1" fmla="*/ 0 h 72"/>
                  <a:gd name="T2" fmla="*/ 24 w 136"/>
                  <a:gd name="T3" fmla="*/ 72 h 72"/>
                  <a:gd name="T4" fmla="*/ 8 w 136"/>
                  <a:gd name="T5" fmla="*/ 40 h 72"/>
                  <a:gd name="T6" fmla="*/ 0 w 136"/>
                  <a:gd name="T7" fmla="*/ 8 h 72"/>
                  <a:gd name="T8" fmla="*/ 136 w 136"/>
                  <a:gd name="T9" fmla="*/ 0 h 72"/>
                  <a:gd name="T10" fmla="*/ 0 60000 65536"/>
                  <a:gd name="T11" fmla="*/ 0 60000 65536"/>
                  <a:gd name="T12" fmla="*/ 0 60000 65536"/>
                  <a:gd name="T13" fmla="*/ 0 60000 65536"/>
                  <a:gd name="T14" fmla="*/ 0 60000 65536"/>
                  <a:gd name="T15" fmla="*/ 0 w 136"/>
                  <a:gd name="T16" fmla="*/ 0 h 72"/>
                  <a:gd name="T17" fmla="*/ 136 w 136"/>
                  <a:gd name="T18" fmla="*/ 72 h 72"/>
                </a:gdLst>
                <a:ahLst/>
                <a:cxnLst>
                  <a:cxn ang="T10">
                    <a:pos x="T0" y="T1"/>
                  </a:cxn>
                  <a:cxn ang="T11">
                    <a:pos x="T2" y="T3"/>
                  </a:cxn>
                  <a:cxn ang="T12">
                    <a:pos x="T4" y="T5"/>
                  </a:cxn>
                  <a:cxn ang="T13">
                    <a:pos x="T6" y="T7"/>
                  </a:cxn>
                  <a:cxn ang="T14">
                    <a:pos x="T8" y="T9"/>
                  </a:cxn>
                </a:cxnLst>
                <a:rect l="T15" t="T16" r="T17" b="T18"/>
                <a:pathLst>
                  <a:path w="136" h="72">
                    <a:moveTo>
                      <a:pt x="136" y="0"/>
                    </a:moveTo>
                    <a:lnTo>
                      <a:pt x="24" y="72"/>
                    </a:lnTo>
                    <a:lnTo>
                      <a:pt x="8" y="40"/>
                    </a:lnTo>
                    <a:lnTo>
                      <a:pt x="0" y="8"/>
                    </a:lnTo>
                    <a:lnTo>
                      <a:pt x="136" y="0"/>
                    </a:lnTo>
                    <a:close/>
                  </a:path>
                </a:pathLst>
              </a:custGeom>
              <a:solidFill>
                <a:schemeClr val="bg2"/>
              </a:solidFill>
              <a:ln w="9525">
                <a:solidFill>
                  <a:schemeClr val="bg2"/>
                </a:solidFill>
                <a:round/>
                <a:headEnd/>
                <a:tailEnd/>
              </a:ln>
            </p:spPr>
            <p:txBody>
              <a:bodyPr/>
              <a:lstStyle/>
              <a:p>
                <a:endParaRPr lang="en-US"/>
              </a:p>
            </p:txBody>
          </p:sp>
          <p:sp>
            <p:nvSpPr>
              <p:cNvPr id="110128" name="Line 950"/>
              <p:cNvSpPr>
                <a:spLocks noChangeShapeType="1"/>
              </p:cNvSpPr>
              <p:nvPr/>
            </p:nvSpPr>
            <p:spPr bwMode="auto">
              <a:xfrm flipV="1">
                <a:off x="1473" y="3032"/>
                <a:ext cx="766" cy="252"/>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9853" name="Group 951"/>
            <p:cNvGrpSpPr>
              <a:grpSpLocks/>
            </p:cNvGrpSpPr>
            <p:nvPr/>
          </p:nvGrpSpPr>
          <p:grpSpPr bwMode="auto">
            <a:xfrm>
              <a:off x="1497" y="1765"/>
              <a:ext cx="878" cy="290"/>
              <a:chOff x="1497" y="1765"/>
              <a:chExt cx="878" cy="290"/>
            </a:xfrm>
          </p:grpSpPr>
          <p:sp>
            <p:nvSpPr>
              <p:cNvPr id="110125" name="Freeform 952"/>
              <p:cNvSpPr>
                <a:spLocks/>
              </p:cNvSpPr>
              <p:nvPr/>
            </p:nvSpPr>
            <p:spPr bwMode="auto">
              <a:xfrm>
                <a:off x="2239" y="1765"/>
                <a:ext cx="136" cy="72"/>
              </a:xfrm>
              <a:custGeom>
                <a:avLst/>
                <a:gdLst>
                  <a:gd name="T0" fmla="*/ 136 w 136"/>
                  <a:gd name="T1" fmla="*/ 0 h 72"/>
                  <a:gd name="T2" fmla="*/ 24 w 136"/>
                  <a:gd name="T3" fmla="*/ 72 h 72"/>
                  <a:gd name="T4" fmla="*/ 8 w 136"/>
                  <a:gd name="T5" fmla="*/ 40 h 72"/>
                  <a:gd name="T6" fmla="*/ 0 w 136"/>
                  <a:gd name="T7" fmla="*/ 8 h 72"/>
                  <a:gd name="T8" fmla="*/ 136 w 136"/>
                  <a:gd name="T9" fmla="*/ 0 h 72"/>
                  <a:gd name="T10" fmla="*/ 0 60000 65536"/>
                  <a:gd name="T11" fmla="*/ 0 60000 65536"/>
                  <a:gd name="T12" fmla="*/ 0 60000 65536"/>
                  <a:gd name="T13" fmla="*/ 0 60000 65536"/>
                  <a:gd name="T14" fmla="*/ 0 60000 65536"/>
                  <a:gd name="T15" fmla="*/ 0 w 136"/>
                  <a:gd name="T16" fmla="*/ 0 h 72"/>
                  <a:gd name="T17" fmla="*/ 136 w 136"/>
                  <a:gd name="T18" fmla="*/ 72 h 72"/>
                </a:gdLst>
                <a:ahLst/>
                <a:cxnLst>
                  <a:cxn ang="T10">
                    <a:pos x="T0" y="T1"/>
                  </a:cxn>
                  <a:cxn ang="T11">
                    <a:pos x="T2" y="T3"/>
                  </a:cxn>
                  <a:cxn ang="T12">
                    <a:pos x="T4" y="T5"/>
                  </a:cxn>
                  <a:cxn ang="T13">
                    <a:pos x="T6" y="T7"/>
                  </a:cxn>
                  <a:cxn ang="T14">
                    <a:pos x="T8" y="T9"/>
                  </a:cxn>
                </a:cxnLst>
                <a:rect l="T15" t="T16" r="T17" b="T18"/>
                <a:pathLst>
                  <a:path w="136" h="72">
                    <a:moveTo>
                      <a:pt x="136" y="0"/>
                    </a:moveTo>
                    <a:lnTo>
                      <a:pt x="24" y="72"/>
                    </a:lnTo>
                    <a:lnTo>
                      <a:pt x="8" y="40"/>
                    </a:lnTo>
                    <a:lnTo>
                      <a:pt x="0" y="8"/>
                    </a:lnTo>
                    <a:lnTo>
                      <a:pt x="136" y="0"/>
                    </a:lnTo>
                    <a:close/>
                  </a:path>
                </a:pathLst>
              </a:custGeom>
              <a:solidFill>
                <a:schemeClr val="bg2"/>
              </a:solidFill>
              <a:ln w="9525">
                <a:solidFill>
                  <a:schemeClr val="bg2"/>
                </a:solidFill>
                <a:round/>
                <a:headEnd/>
                <a:tailEnd/>
              </a:ln>
            </p:spPr>
            <p:txBody>
              <a:bodyPr/>
              <a:lstStyle/>
              <a:p>
                <a:endParaRPr lang="en-US"/>
              </a:p>
            </p:txBody>
          </p:sp>
          <p:sp>
            <p:nvSpPr>
              <p:cNvPr id="110126" name="Line 953"/>
              <p:cNvSpPr>
                <a:spLocks noChangeShapeType="1"/>
              </p:cNvSpPr>
              <p:nvPr/>
            </p:nvSpPr>
            <p:spPr bwMode="auto">
              <a:xfrm flipV="1">
                <a:off x="1497" y="1803"/>
                <a:ext cx="758" cy="252"/>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9854" name="Group 954"/>
            <p:cNvGrpSpPr>
              <a:grpSpLocks/>
            </p:cNvGrpSpPr>
            <p:nvPr/>
          </p:nvGrpSpPr>
          <p:grpSpPr bwMode="auto">
            <a:xfrm>
              <a:off x="1938" y="1765"/>
              <a:ext cx="892" cy="1507"/>
              <a:chOff x="1938" y="1765"/>
              <a:chExt cx="892" cy="1507"/>
            </a:xfrm>
          </p:grpSpPr>
          <p:sp>
            <p:nvSpPr>
              <p:cNvPr id="110123" name="Freeform 955"/>
              <p:cNvSpPr>
                <a:spLocks/>
              </p:cNvSpPr>
              <p:nvPr/>
            </p:nvSpPr>
            <p:spPr bwMode="auto">
              <a:xfrm>
                <a:off x="2726" y="3145"/>
                <a:ext cx="104" cy="127"/>
              </a:xfrm>
              <a:custGeom>
                <a:avLst/>
                <a:gdLst>
                  <a:gd name="T0" fmla="*/ 104 w 104"/>
                  <a:gd name="T1" fmla="*/ 127 h 127"/>
                  <a:gd name="T2" fmla="*/ 0 w 104"/>
                  <a:gd name="T3" fmla="*/ 32 h 127"/>
                  <a:gd name="T4" fmla="*/ 32 w 104"/>
                  <a:gd name="T5" fmla="*/ 16 h 127"/>
                  <a:gd name="T6" fmla="*/ 64 w 104"/>
                  <a:gd name="T7" fmla="*/ 0 h 127"/>
                  <a:gd name="T8" fmla="*/ 104 w 104"/>
                  <a:gd name="T9" fmla="*/ 127 h 127"/>
                  <a:gd name="T10" fmla="*/ 0 60000 65536"/>
                  <a:gd name="T11" fmla="*/ 0 60000 65536"/>
                  <a:gd name="T12" fmla="*/ 0 60000 65536"/>
                  <a:gd name="T13" fmla="*/ 0 60000 65536"/>
                  <a:gd name="T14" fmla="*/ 0 60000 65536"/>
                  <a:gd name="T15" fmla="*/ 0 w 104"/>
                  <a:gd name="T16" fmla="*/ 0 h 127"/>
                  <a:gd name="T17" fmla="*/ 104 w 104"/>
                  <a:gd name="T18" fmla="*/ 127 h 127"/>
                </a:gdLst>
                <a:ahLst/>
                <a:cxnLst>
                  <a:cxn ang="T10">
                    <a:pos x="T0" y="T1"/>
                  </a:cxn>
                  <a:cxn ang="T11">
                    <a:pos x="T2" y="T3"/>
                  </a:cxn>
                  <a:cxn ang="T12">
                    <a:pos x="T4" y="T5"/>
                  </a:cxn>
                  <a:cxn ang="T13">
                    <a:pos x="T6" y="T7"/>
                  </a:cxn>
                  <a:cxn ang="T14">
                    <a:pos x="T8" y="T9"/>
                  </a:cxn>
                </a:cxnLst>
                <a:rect l="T15" t="T16" r="T17" b="T18"/>
                <a:pathLst>
                  <a:path w="104" h="127">
                    <a:moveTo>
                      <a:pt x="104" y="127"/>
                    </a:moveTo>
                    <a:lnTo>
                      <a:pt x="0" y="32"/>
                    </a:lnTo>
                    <a:lnTo>
                      <a:pt x="32" y="16"/>
                    </a:lnTo>
                    <a:lnTo>
                      <a:pt x="64" y="0"/>
                    </a:lnTo>
                    <a:lnTo>
                      <a:pt x="104" y="127"/>
                    </a:lnTo>
                    <a:close/>
                  </a:path>
                </a:pathLst>
              </a:custGeom>
              <a:solidFill>
                <a:schemeClr val="bg2"/>
              </a:solidFill>
              <a:ln w="9525">
                <a:solidFill>
                  <a:schemeClr val="bg2"/>
                </a:solidFill>
                <a:round/>
                <a:headEnd/>
                <a:tailEnd/>
              </a:ln>
            </p:spPr>
            <p:txBody>
              <a:bodyPr/>
              <a:lstStyle/>
              <a:p>
                <a:endParaRPr lang="en-US"/>
              </a:p>
            </p:txBody>
          </p:sp>
          <p:sp>
            <p:nvSpPr>
              <p:cNvPr id="110124" name="Line 956"/>
              <p:cNvSpPr>
                <a:spLocks noChangeShapeType="1"/>
              </p:cNvSpPr>
              <p:nvPr/>
            </p:nvSpPr>
            <p:spPr bwMode="auto">
              <a:xfrm>
                <a:off x="1938" y="1765"/>
                <a:ext cx="823" cy="1404"/>
              </a:xfrm>
              <a:prstGeom prst="line">
                <a:avLst/>
              </a:prstGeom>
              <a:noFill/>
              <a:ln w="254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9855" name="Group 957"/>
            <p:cNvGrpSpPr>
              <a:grpSpLocks/>
            </p:cNvGrpSpPr>
            <p:nvPr/>
          </p:nvGrpSpPr>
          <p:grpSpPr bwMode="auto">
            <a:xfrm>
              <a:off x="1482" y="1781"/>
              <a:ext cx="438" cy="263"/>
              <a:chOff x="1482" y="1781"/>
              <a:chExt cx="438" cy="263"/>
            </a:xfrm>
          </p:grpSpPr>
          <p:sp>
            <p:nvSpPr>
              <p:cNvPr id="110118" name="Freeform 958"/>
              <p:cNvSpPr>
                <a:spLocks/>
              </p:cNvSpPr>
              <p:nvPr/>
            </p:nvSpPr>
            <p:spPr bwMode="auto">
              <a:xfrm>
                <a:off x="1808" y="1964"/>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 name="T15" fmla="*/ 0 w 112"/>
                  <a:gd name="T16" fmla="*/ 0 h 80"/>
                  <a:gd name="T17" fmla="*/ 112 w 112"/>
                  <a:gd name="T18" fmla="*/ 80 h 80"/>
                </a:gdLst>
                <a:ahLst/>
                <a:cxnLst>
                  <a:cxn ang="T10">
                    <a:pos x="T0" y="T1"/>
                  </a:cxn>
                  <a:cxn ang="T11">
                    <a:pos x="T2" y="T3"/>
                  </a:cxn>
                  <a:cxn ang="T12">
                    <a:pos x="T4" y="T5"/>
                  </a:cxn>
                  <a:cxn ang="T13">
                    <a:pos x="T6" y="T7"/>
                  </a:cxn>
                  <a:cxn ang="T14">
                    <a:pos x="T8" y="T9"/>
                  </a:cxn>
                </a:cxnLst>
                <a:rect l="T15" t="T16" r="T17" b="T18"/>
                <a:pathLst>
                  <a:path w="112" h="80">
                    <a:moveTo>
                      <a:pt x="112" y="80"/>
                    </a:moveTo>
                    <a:lnTo>
                      <a:pt x="0" y="48"/>
                    </a:lnTo>
                    <a:lnTo>
                      <a:pt x="16" y="24"/>
                    </a:lnTo>
                    <a:lnTo>
                      <a:pt x="32" y="0"/>
                    </a:lnTo>
                    <a:lnTo>
                      <a:pt x="112" y="80"/>
                    </a:lnTo>
                    <a:close/>
                  </a:path>
                </a:pathLst>
              </a:custGeom>
              <a:solidFill>
                <a:schemeClr val="bg2"/>
              </a:solidFill>
              <a:ln w="9525">
                <a:solidFill>
                  <a:schemeClr val="bg2"/>
                </a:solidFill>
                <a:round/>
                <a:headEnd/>
                <a:tailEnd/>
              </a:ln>
            </p:spPr>
            <p:txBody>
              <a:bodyPr/>
              <a:lstStyle/>
              <a:p>
                <a:endParaRPr lang="en-US"/>
              </a:p>
            </p:txBody>
          </p:sp>
          <p:sp>
            <p:nvSpPr>
              <p:cNvPr id="110119" name="Line 959"/>
              <p:cNvSpPr>
                <a:spLocks noChangeShapeType="1"/>
              </p:cNvSpPr>
              <p:nvPr/>
            </p:nvSpPr>
            <p:spPr bwMode="auto">
              <a:xfrm>
                <a:off x="1482" y="1781"/>
                <a:ext cx="70" cy="46"/>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120" name="Line 960"/>
              <p:cNvSpPr>
                <a:spLocks noChangeShapeType="1"/>
              </p:cNvSpPr>
              <p:nvPr/>
            </p:nvSpPr>
            <p:spPr bwMode="auto">
              <a:xfrm>
                <a:off x="1577" y="1837"/>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121" name="Line 961"/>
              <p:cNvSpPr>
                <a:spLocks noChangeShapeType="1"/>
              </p:cNvSpPr>
              <p:nvPr/>
            </p:nvSpPr>
            <p:spPr bwMode="auto">
              <a:xfrm>
                <a:off x="1672" y="1892"/>
                <a:ext cx="72"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122" name="Line 962"/>
              <p:cNvSpPr>
                <a:spLocks noChangeShapeType="1"/>
              </p:cNvSpPr>
              <p:nvPr/>
            </p:nvSpPr>
            <p:spPr bwMode="auto">
              <a:xfrm>
                <a:off x="1768" y="1956"/>
                <a:ext cx="56" cy="3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9856" name="Group 963"/>
            <p:cNvGrpSpPr>
              <a:grpSpLocks/>
            </p:cNvGrpSpPr>
            <p:nvPr/>
          </p:nvGrpSpPr>
          <p:grpSpPr bwMode="auto">
            <a:xfrm>
              <a:off x="1481" y="1789"/>
              <a:ext cx="455" cy="550"/>
              <a:chOff x="1481" y="1789"/>
              <a:chExt cx="455" cy="550"/>
            </a:xfrm>
          </p:grpSpPr>
          <p:sp>
            <p:nvSpPr>
              <p:cNvPr id="110111" name="Freeform 964"/>
              <p:cNvSpPr>
                <a:spLocks/>
              </p:cNvSpPr>
              <p:nvPr/>
            </p:nvSpPr>
            <p:spPr bwMode="auto">
              <a:xfrm>
                <a:off x="1840" y="2235"/>
                <a:ext cx="96" cy="104"/>
              </a:xfrm>
              <a:custGeom>
                <a:avLst/>
                <a:gdLst>
                  <a:gd name="T0" fmla="*/ 96 w 96"/>
                  <a:gd name="T1" fmla="*/ 104 h 104"/>
                  <a:gd name="T2" fmla="*/ 0 w 96"/>
                  <a:gd name="T3" fmla="*/ 32 h 104"/>
                  <a:gd name="T4" fmla="*/ 24 w 96"/>
                  <a:gd name="T5" fmla="*/ 16 h 104"/>
                  <a:gd name="T6" fmla="*/ 48 w 96"/>
                  <a:gd name="T7" fmla="*/ 0 h 104"/>
                  <a:gd name="T8" fmla="*/ 96 w 96"/>
                  <a:gd name="T9" fmla="*/ 104 h 104"/>
                  <a:gd name="T10" fmla="*/ 0 60000 65536"/>
                  <a:gd name="T11" fmla="*/ 0 60000 65536"/>
                  <a:gd name="T12" fmla="*/ 0 60000 65536"/>
                  <a:gd name="T13" fmla="*/ 0 60000 65536"/>
                  <a:gd name="T14" fmla="*/ 0 60000 65536"/>
                  <a:gd name="T15" fmla="*/ 0 w 96"/>
                  <a:gd name="T16" fmla="*/ 0 h 104"/>
                  <a:gd name="T17" fmla="*/ 96 w 96"/>
                  <a:gd name="T18" fmla="*/ 104 h 104"/>
                </a:gdLst>
                <a:ahLst/>
                <a:cxnLst>
                  <a:cxn ang="T10">
                    <a:pos x="T0" y="T1"/>
                  </a:cxn>
                  <a:cxn ang="T11">
                    <a:pos x="T2" y="T3"/>
                  </a:cxn>
                  <a:cxn ang="T12">
                    <a:pos x="T4" y="T5"/>
                  </a:cxn>
                  <a:cxn ang="T13">
                    <a:pos x="T6" y="T7"/>
                  </a:cxn>
                  <a:cxn ang="T14">
                    <a:pos x="T8" y="T9"/>
                  </a:cxn>
                </a:cxnLst>
                <a:rect l="T15" t="T16" r="T17" b="T18"/>
                <a:pathLst>
                  <a:path w="96" h="104">
                    <a:moveTo>
                      <a:pt x="96" y="104"/>
                    </a:moveTo>
                    <a:lnTo>
                      <a:pt x="0" y="32"/>
                    </a:lnTo>
                    <a:lnTo>
                      <a:pt x="24" y="16"/>
                    </a:lnTo>
                    <a:lnTo>
                      <a:pt x="48" y="0"/>
                    </a:lnTo>
                    <a:lnTo>
                      <a:pt x="96" y="104"/>
                    </a:lnTo>
                    <a:close/>
                  </a:path>
                </a:pathLst>
              </a:custGeom>
              <a:solidFill>
                <a:schemeClr val="bg2"/>
              </a:solidFill>
              <a:ln w="9525">
                <a:solidFill>
                  <a:schemeClr val="bg2"/>
                </a:solidFill>
                <a:round/>
                <a:headEnd/>
                <a:tailEnd/>
              </a:ln>
            </p:spPr>
            <p:txBody>
              <a:bodyPr/>
              <a:lstStyle/>
              <a:p>
                <a:endParaRPr lang="en-US"/>
              </a:p>
            </p:txBody>
          </p:sp>
          <p:sp>
            <p:nvSpPr>
              <p:cNvPr id="110112" name="Line 965"/>
              <p:cNvSpPr>
                <a:spLocks noChangeShapeType="1"/>
              </p:cNvSpPr>
              <p:nvPr/>
            </p:nvSpPr>
            <p:spPr bwMode="auto">
              <a:xfrm>
                <a:off x="1481" y="1789"/>
                <a:ext cx="55" cy="6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113" name="Line 966"/>
              <p:cNvSpPr>
                <a:spLocks noChangeShapeType="1"/>
              </p:cNvSpPr>
              <p:nvPr/>
            </p:nvSpPr>
            <p:spPr bwMode="auto">
              <a:xfrm>
                <a:off x="1552" y="1876"/>
                <a:ext cx="56" cy="64"/>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114" name="Line 967"/>
              <p:cNvSpPr>
                <a:spLocks noChangeShapeType="1"/>
              </p:cNvSpPr>
              <p:nvPr/>
            </p:nvSpPr>
            <p:spPr bwMode="auto">
              <a:xfrm>
                <a:off x="1624" y="1964"/>
                <a:ext cx="56" cy="64"/>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115" name="Line 968"/>
              <p:cNvSpPr>
                <a:spLocks noChangeShapeType="1"/>
              </p:cNvSpPr>
              <p:nvPr/>
            </p:nvSpPr>
            <p:spPr bwMode="auto">
              <a:xfrm>
                <a:off x="1696" y="2044"/>
                <a:ext cx="56" cy="7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116" name="Line 969"/>
              <p:cNvSpPr>
                <a:spLocks noChangeShapeType="1"/>
              </p:cNvSpPr>
              <p:nvPr/>
            </p:nvSpPr>
            <p:spPr bwMode="auto">
              <a:xfrm>
                <a:off x="1768" y="2132"/>
                <a:ext cx="56" cy="7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117" name="Line 970"/>
              <p:cNvSpPr>
                <a:spLocks noChangeShapeType="1"/>
              </p:cNvSpPr>
              <p:nvPr/>
            </p:nvSpPr>
            <p:spPr bwMode="auto">
              <a:xfrm>
                <a:off x="1840" y="2219"/>
                <a:ext cx="24" cy="3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9857" name="Group 971"/>
            <p:cNvGrpSpPr>
              <a:grpSpLocks/>
            </p:cNvGrpSpPr>
            <p:nvPr/>
          </p:nvGrpSpPr>
          <p:grpSpPr bwMode="auto">
            <a:xfrm>
              <a:off x="1489" y="2084"/>
              <a:ext cx="439" cy="574"/>
              <a:chOff x="1489" y="2084"/>
              <a:chExt cx="439" cy="574"/>
            </a:xfrm>
          </p:grpSpPr>
          <p:sp>
            <p:nvSpPr>
              <p:cNvPr id="110104" name="Freeform 972"/>
              <p:cNvSpPr>
                <a:spLocks/>
              </p:cNvSpPr>
              <p:nvPr/>
            </p:nvSpPr>
            <p:spPr bwMode="auto">
              <a:xfrm>
                <a:off x="1840" y="2554"/>
                <a:ext cx="88" cy="104"/>
              </a:xfrm>
              <a:custGeom>
                <a:avLst/>
                <a:gdLst>
                  <a:gd name="T0" fmla="*/ 88 w 88"/>
                  <a:gd name="T1" fmla="*/ 104 h 104"/>
                  <a:gd name="T2" fmla="*/ 0 w 88"/>
                  <a:gd name="T3" fmla="*/ 32 h 104"/>
                  <a:gd name="T4" fmla="*/ 16 w 88"/>
                  <a:gd name="T5" fmla="*/ 16 h 104"/>
                  <a:gd name="T6" fmla="*/ 40 w 88"/>
                  <a:gd name="T7" fmla="*/ 0 h 104"/>
                  <a:gd name="T8" fmla="*/ 88 w 88"/>
                  <a:gd name="T9" fmla="*/ 104 h 104"/>
                  <a:gd name="T10" fmla="*/ 0 60000 65536"/>
                  <a:gd name="T11" fmla="*/ 0 60000 65536"/>
                  <a:gd name="T12" fmla="*/ 0 60000 65536"/>
                  <a:gd name="T13" fmla="*/ 0 60000 65536"/>
                  <a:gd name="T14" fmla="*/ 0 60000 65536"/>
                  <a:gd name="T15" fmla="*/ 0 w 88"/>
                  <a:gd name="T16" fmla="*/ 0 h 104"/>
                  <a:gd name="T17" fmla="*/ 88 w 88"/>
                  <a:gd name="T18" fmla="*/ 104 h 104"/>
                </a:gdLst>
                <a:ahLst/>
                <a:cxnLst>
                  <a:cxn ang="T10">
                    <a:pos x="T0" y="T1"/>
                  </a:cxn>
                  <a:cxn ang="T11">
                    <a:pos x="T2" y="T3"/>
                  </a:cxn>
                  <a:cxn ang="T12">
                    <a:pos x="T4" y="T5"/>
                  </a:cxn>
                  <a:cxn ang="T13">
                    <a:pos x="T6" y="T7"/>
                  </a:cxn>
                  <a:cxn ang="T14">
                    <a:pos x="T8" y="T9"/>
                  </a:cxn>
                </a:cxnLst>
                <a:rect l="T15" t="T16" r="T17" b="T18"/>
                <a:pathLst>
                  <a:path w="88" h="104">
                    <a:moveTo>
                      <a:pt x="88" y="104"/>
                    </a:moveTo>
                    <a:lnTo>
                      <a:pt x="0" y="32"/>
                    </a:lnTo>
                    <a:lnTo>
                      <a:pt x="16" y="16"/>
                    </a:lnTo>
                    <a:lnTo>
                      <a:pt x="40" y="0"/>
                    </a:lnTo>
                    <a:lnTo>
                      <a:pt x="88" y="104"/>
                    </a:lnTo>
                    <a:close/>
                  </a:path>
                </a:pathLst>
              </a:custGeom>
              <a:solidFill>
                <a:schemeClr val="bg2"/>
              </a:solidFill>
              <a:ln w="9525">
                <a:solidFill>
                  <a:schemeClr val="bg2"/>
                </a:solidFill>
                <a:round/>
                <a:headEnd/>
                <a:tailEnd/>
              </a:ln>
            </p:spPr>
            <p:txBody>
              <a:bodyPr/>
              <a:lstStyle/>
              <a:p>
                <a:endParaRPr lang="en-US"/>
              </a:p>
            </p:txBody>
          </p:sp>
          <p:sp>
            <p:nvSpPr>
              <p:cNvPr id="110105" name="Line 973"/>
              <p:cNvSpPr>
                <a:spLocks noChangeShapeType="1"/>
              </p:cNvSpPr>
              <p:nvPr/>
            </p:nvSpPr>
            <p:spPr bwMode="auto">
              <a:xfrm>
                <a:off x="1489" y="2084"/>
                <a:ext cx="55" cy="7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106" name="Line 974"/>
              <p:cNvSpPr>
                <a:spLocks noChangeShapeType="1"/>
              </p:cNvSpPr>
              <p:nvPr/>
            </p:nvSpPr>
            <p:spPr bwMode="auto">
              <a:xfrm>
                <a:off x="1553" y="2172"/>
                <a:ext cx="55" cy="7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107" name="Line 975"/>
              <p:cNvSpPr>
                <a:spLocks noChangeShapeType="1"/>
              </p:cNvSpPr>
              <p:nvPr/>
            </p:nvSpPr>
            <p:spPr bwMode="auto">
              <a:xfrm>
                <a:off x="1624" y="2259"/>
                <a:ext cx="56" cy="7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108" name="Line 976"/>
              <p:cNvSpPr>
                <a:spLocks noChangeShapeType="1"/>
              </p:cNvSpPr>
              <p:nvPr/>
            </p:nvSpPr>
            <p:spPr bwMode="auto">
              <a:xfrm>
                <a:off x="1688" y="2347"/>
                <a:ext cx="56" cy="7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109" name="Line 977"/>
              <p:cNvSpPr>
                <a:spLocks noChangeShapeType="1"/>
              </p:cNvSpPr>
              <p:nvPr/>
            </p:nvSpPr>
            <p:spPr bwMode="auto">
              <a:xfrm>
                <a:off x="1760" y="2443"/>
                <a:ext cx="56" cy="63"/>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110" name="Line 978"/>
              <p:cNvSpPr>
                <a:spLocks noChangeShapeType="1"/>
              </p:cNvSpPr>
              <p:nvPr/>
            </p:nvSpPr>
            <p:spPr bwMode="auto">
              <a:xfrm>
                <a:off x="1824" y="2531"/>
                <a:ext cx="32" cy="39"/>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9858" name="Group 979"/>
            <p:cNvGrpSpPr>
              <a:grpSpLocks/>
            </p:cNvGrpSpPr>
            <p:nvPr/>
          </p:nvGrpSpPr>
          <p:grpSpPr bwMode="auto">
            <a:xfrm>
              <a:off x="1481" y="2084"/>
              <a:ext cx="447" cy="574"/>
              <a:chOff x="1481" y="2084"/>
              <a:chExt cx="447" cy="574"/>
            </a:xfrm>
          </p:grpSpPr>
          <p:sp>
            <p:nvSpPr>
              <p:cNvPr id="110097" name="Freeform 980"/>
              <p:cNvSpPr>
                <a:spLocks/>
              </p:cNvSpPr>
              <p:nvPr/>
            </p:nvSpPr>
            <p:spPr bwMode="auto">
              <a:xfrm>
                <a:off x="1840" y="2084"/>
                <a:ext cx="88" cy="104"/>
              </a:xfrm>
              <a:custGeom>
                <a:avLst/>
                <a:gdLst>
                  <a:gd name="T0" fmla="*/ 88 w 88"/>
                  <a:gd name="T1" fmla="*/ 0 h 104"/>
                  <a:gd name="T2" fmla="*/ 40 w 88"/>
                  <a:gd name="T3" fmla="*/ 104 h 104"/>
                  <a:gd name="T4" fmla="*/ 16 w 88"/>
                  <a:gd name="T5" fmla="*/ 88 h 104"/>
                  <a:gd name="T6" fmla="*/ 0 w 88"/>
                  <a:gd name="T7" fmla="*/ 72 h 104"/>
                  <a:gd name="T8" fmla="*/ 88 w 88"/>
                  <a:gd name="T9" fmla="*/ 0 h 104"/>
                  <a:gd name="T10" fmla="*/ 0 60000 65536"/>
                  <a:gd name="T11" fmla="*/ 0 60000 65536"/>
                  <a:gd name="T12" fmla="*/ 0 60000 65536"/>
                  <a:gd name="T13" fmla="*/ 0 60000 65536"/>
                  <a:gd name="T14" fmla="*/ 0 60000 65536"/>
                  <a:gd name="T15" fmla="*/ 0 w 88"/>
                  <a:gd name="T16" fmla="*/ 0 h 104"/>
                  <a:gd name="T17" fmla="*/ 88 w 88"/>
                  <a:gd name="T18" fmla="*/ 104 h 104"/>
                </a:gdLst>
                <a:ahLst/>
                <a:cxnLst>
                  <a:cxn ang="T10">
                    <a:pos x="T0" y="T1"/>
                  </a:cxn>
                  <a:cxn ang="T11">
                    <a:pos x="T2" y="T3"/>
                  </a:cxn>
                  <a:cxn ang="T12">
                    <a:pos x="T4" y="T5"/>
                  </a:cxn>
                  <a:cxn ang="T13">
                    <a:pos x="T6" y="T7"/>
                  </a:cxn>
                  <a:cxn ang="T14">
                    <a:pos x="T8" y="T9"/>
                  </a:cxn>
                </a:cxnLst>
                <a:rect l="T15" t="T16" r="T17" b="T18"/>
                <a:pathLst>
                  <a:path w="88" h="104">
                    <a:moveTo>
                      <a:pt x="88" y="0"/>
                    </a:moveTo>
                    <a:lnTo>
                      <a:pt x="40" y="104"/>
                    </a:lnTo>
                    <a:lnTo>
                      <a:pt x="16" y="88"/>
                    </a:lnTo>
                    <a:lnTo>
                      <a:pt x="0" y="72"/>
                    </a:lnTo>
                    <a:lnTo>
                      <a:pt x="88" y="0"/>
                    </a:lnTo>
                    <a:close/>
                  </a:path>
                </a:pathLst>
              </a:custGeom>
              <a:solidFill>
                <a:schemeClr val="bg2"/>
              </a:solidFill>
              <a:ln w="9525">
                <a:solidFill>
                  <a:schemeClr val="bg2"/>
                </a:solidFill>
                <a:round/>
                <a:headEnd/>
                <a:tailEnd/>
              </a:ln>
            </p:spPr>
            <p:txBody>
              <a:bodyPr/>
              <a:lstStyle/>
              <a:p>
                <a:endParaRPr lang="en-US"/>
              </a:p>
            </p:txBody>
          </p:sp>
          <p:sp>
            <p:nvSpPr>
              <p:cNvPr id="110098" name="Line 981"/>
              <p:cNvSpPr>
                <a:spLocks noChangeShapeType="1"/>
              </p:cNvSpPr>
              <p:nvPr/>
            </p:nvSpPr>
            <p:spPr bwMode="auto">
              <a:xfrm flipV="1">
                <a:off x="1481" y="2588"/>
                <a:ext cx="55" cy="7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099" name="Line 982"/>
              <p:cNvSpPr>
                <a:spLocks noChangeShapeType="1"/>
              </p:cNvSpPr>
              <p:nvPr/>
            </p:nvSpPr>
            <p:spPr bwMode="auto">
              <a:xfrm flipV="1">
                <a:off x="1553" y="2500"/>
                <a:ext cx="47" cy="7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100" name="Line 983"/>
              <p:cNvSpPr>
                <a:spLocks noChangeShapeType="1"/>
              </p:cNvSpPr>
              <p:nvPr/>
            </p:nvSpPr>
            <p:spPr bwMode="auto">
              <a:xfrm flipV="1">
                <a:off x="1616" y="2412"/>
                <a:ext cx="56" cy="7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101" name="Line 984"/>
              <p:cNvSpPr>
                <a:spLocks noChangeShapeType="1"/>
              </p:cNvSpPr>
              <p:nvPr/>
            </p:nvSpPr>
            <p:spPr bwMode="auto">
              <a:xfrm flipV="1">
                <a:off x="1688" y="2323"/>
                <a:ext cx="56" cy="7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102" name="Line 985"/>
              <p:cNvSpPr>
                <a:spLocks noChangeShapeType="1"/>
              </p:cNvSpPr>
              <p:nvPr/>
            </p:nvSpPr>
            <p:spPr bwMode="auto">
              <a:xfrm flipV="1">
                <a:off x="1752" y="2236"/>
                <a:ext cx="56" cy="7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103" name="Line 986"/>
              <p:cNvSpPr>
                <a:spLocks noChangeShapeType="1"/>
              </p:cNvSpPr>
              <p:nvPr/>
            </p:nvSpPr>
            <p:spPr bwMode="auto">
              <a:xfrm flipV="1">
                <a:off x="1824" y="2172"/>
                <a:ext cx="32"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9859" name="Group 987"/>
            <p:cNvGrpSpPr>
              <a:grpSpLocks/>
            </p:cNvGrpSpPr>
            <p:nvPr/>
          </p:nvGrpSpPr>
          <p:grpSpPr bwMode="auto">
            <a:xfrm>
              <a:off x="1944" y="2076"/>
              <a:ext cx="447" cy="263"/>
              <a:chOff x="1944" y="2076"/>
              <a:chExt cx="447" cy="263"/>
            </a:xfrm>
          </p:grpSpPr>
          <p:sp>
            <p:nvSpPr>
              <p:cNvPr id="110092" name="Freeform 988"/>
              <p:cNvSpPr>
                <a:spLocks/>
              </p:cNvSpPr>
              <p:nvPr/>
            </p:nvSpPr>
            <p:spPr bwMode="auto">
              <a:xfrm>
                <a:off x="2279" y="2076"/>
                <a:ext cx="112" cy="80"/>
              </a:xfrm>
              <a:custGeom>
                <a:avLst/>
                <a:gdLst>
                  <a:gd name="T0" fmla="*/ 112 w 112"/>
                  <a:gd name="T1" fmla="*/ 0 h 80"/>
                  <a:gd name="T2" fmla="*/ 32 w 112"/>
                  <a:gd name="T3" fmla="*/ 80 h 80"/>
                  <a:gd name="T4" fmla="*/ 16 w 112"/>
                  <a:gd name="T5" fmla="*/ 56 h 80"/>
                  <a:gd name="T6" fmla="*/ 0 w 112"/>
                  <a:gd name="T7" fmla="*/ 32 h 80"/>
                  <a:gd name="T8" fmla="*/ 112 w 112"/>
                  <a:gd name="T9" fmla="*/ 0 h 80"/>
                  <a:gd name="T10" fmla="*/ 0 60000 65536"/>
                  <a:gd name="T11" fmla="*/ 0 60000 65536"/>
                  <a:gd name="T12" fmla="*/ 0 60000 65536"/>
                  <a:gd name="T13" fmla="*/ 0 60000 65536"/>
                  <a:gd name="T14" fmla="*/ 0 60000 65536"/>
                  <a:gd name="T15" fmla="*/ 0 w 112"/>
                  <a:gd name="T16" fmla="*/ 0 h 80"/>
                  <a:gd name="T17" fmla="*/ 112 w 112"/>
                  <a:gd name="T18" fmla="*/ 80 h 80"/>
                </a:gdLst>
                <a:ahLst/>
                <a:cxnLst>
                  <a:cxn ang="T10">
                    <a:pos x="T0" y="T1"/>
                  </a:cxn>
                  <a:cxn ang="T11">
                    <a:pos x="T2" y="T3"/>
                  </a:cxn>
                  <a:cxn ang="T12">
                    <a:pos x="T4" y="T5"/>
                  </a:cxn>
                  <a:cxn ang="T13">
                    <a:pos x="T6" y="T7"/>
                  </a:cxn>
                  <a:cxn ang="T14">
                    <a:pos x="T8" y="T9"/>
                  </a:cxn>
                </a:cxnLst>
                <a:rect l="T15" t="T16" r="T17" b="T18"/>
                <a:pathLst>
                  <a:path w="112" h="80">
                    <a:moveTo>
                      <a:pt x="112" y="0"/>
                    </a:moveTo>
                    <a:lnTo>
                      <a:pt x="32" y="80"/>
                    </a:lnTo>
                    <a:lnTo>
                      <a:pt x="16" y="56"/>
                    </a:lnTo>
                    <a:lnTo>
                      <a:pt x="0" y="32"/>
                    </a:lnTo>
                    <a:lnTo>
                      <a:pt x="112" y="0"/>
                    </a:lnTo>
                    <a:close/>
                  </a:path>
                </a:pathLst>
              </a:custGeom>
              <a:solidFill>
                <a:schemeClr val="bg2"/>
              </a:solidFill>
              <a:ln w="9525">
                <a:solidFill>
                  <a:schemeClr val="bg2"/>
                </a:solidFill>
                <a:round/>
                <a:headEnd/>
                <a:tailEnd/>
              </a:ln>
            </p:spPr>
            <p:txBody>
              <a:bodyPr/>
              <a:lstStyle/>
              <a:p>
                <a:endParaRPr lang="en-US"/>
              </a:p>
            </p:txBody>
          </p:sp>
          <p:sp>
            <p:nvSpPr>
              <p:cNvPr id="110093" name="Line 989"/>
              <p:cNvSpPr>
                <a:spLocks noChangeShapeType="1"/>
              </p:cNvSpPr>
              <p:nvPr/>
            </p:nvSpPr>
            <p:spPr bwMode="auto">
              <a:xfrm flipV="1">
                <a:off x="1944" y="2292"/>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094" name="Line 990"/>
              <p:cNvSpPr>
                <a:spLocks noChangeShapeType="1"/>
              </p:cNvSpPr>
              <p:nvPr/>
            </p:nvSpPr>
            <p:spPr bwMode="auto">
              <a:xfrm flipV="1">
                <a:off x="2040" y="2236"/>
                <a:ext cx="79"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095" name="Line 991"/>
              <p:cNvSpPr>
                <a:spLocks noChangeShapeType="1"/>
              </p:cNvSpPr>
              <p:nvPr/>
            </p:nvSpPr>
            <p:spPr bwMode="auto">
              <a:xfrm flipV="1">
                <a:off x="2136" y="2180"/>
                <a:ext cx="79"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096" name="Line 992"/>
              <p:cNvSpPr>
                <a:spLocks noChangeShapeType="1"/>
              </p:cNvSpPr>
              <p:nvPr/>
            </p:nvSpPr>
            <p:spPr bwMode="auto">
              <a:xfrm flipV="1">
                <a:off x="2231" y="2133"/>
                <a:ext cx="64" cy="39"/>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9860" name="Group 993"/>
            <p:cNvGrpSpPr>
              <a:grpSpLocks/>
            </p:cNvGrpSpPr>
            <p:nvPr/>
          </p:nvGrpSpPr>
          <p:grpSpPr bwMode="auto">
            <a:xfrm>
              <a:off x="1944" y="1781"/>
              <a:ext cx="431" cy="263"/>
              <a:chOff x="1944" y="1781"/>
              <a:chExt cx="431" cy="263"/>
            </a:xfrm>
          </p:grpSpPr>
          <p:sp>
            <p:nvSpPr>
              <p:cNvPr id="110087" name="Freeform 994"/>
              <p:cNvSpPr>
                <a:spLocks/>
              </p:cNvSpPr>
              <p:nvPr/>
            </p:nvSpPr>
            <p:spPr bwMode="auto">
              <a:xfrm>
                <a:off x="2263" y="1781"/>
                <a:ext cx="112" cy="80"/>
              </a:xfrm>
              <a:custGeom>
                <a:avLst/>
                <a:gdLst>
                  <a:gd name="T0" fmla="*/ 112 w 112"/>
                  <a:gd name="T1" fmla="*/ 0 h 80"/>
                  <a:gd name="T2" fmla="*/ 32 w 112"/>
                  <a:gd name="T3" fmla="*/ 80 h 80"/>
                  <a:gd name="T4" fmla="*/ 16 w 112"/>
                  <a:gd name="T5" fmla="*/ 56 h 80"/>
                  <a:gd name="T6" fmla="*/ 0 w 112"/>
                  <a:gd name="T7" fmla="*/ 32 h 80"/>
                  <a:gd name="T8" fmla="*/ 112 w 112"/>
                  <a:gd name="T9" fmla="*/ 0 h 80"/>
                  <a:gd name="T10" fmla="*/ 0 60000 65536"/>
                  <a:gd name="T11" fmla="*/ 0 60000 65536"/>
                  <a:gd name="T12" fmla="*/ 0 60000 65536"/>
                  <a:gd name="T13" fmla="*/ 0 60000 65536"/>
                  <a:gd name="T14" fmla="*/ 0 60000 65536"/>
                  <a:gd name="T15" fmla="*/ 0 w 112"/>
                  <a:gd name="T16" fmla="*/ 0 h 80"/>
                  <a:gd name="T17" fmla="*/ 112 w 112"/>
                  <a:gd name="T18" fmla="*/ 80 h 80"/>
                </a:gdLst>
                <a:ahLst/>
                <a:cxnLst>
                  <a:cxn ang="T10">
                    <a:pos x="T0" y="T1"/>
                  </a:cxn>
                  <a:cxn ang="T11">
                    <a:pos x="T2" y="T3"/>
                  </a:cxn>
                  <a:cxn ang="T12">
                    <a:pos x="T4" y="T5"/>
                  </a:cxn>
                  <a:cxn ang="T13">
                    <a:pos x="T6" y="T7"/>
                  </a:cxn>
                  <a:cxn ang="T14">
                    <a:pos x="T8" y="T9"/>
                  </a:cxn>
                </a:cxnLst>
                <a:rect l="T15" t="T16" r="T17" b="T18"/>
                <a:pathLst>
                  <a:path w="112" h="80">
                    <a:moveTo>
                      <a:pt x="112" y="0"/>
                    </a:moveTo>
                    <a:lnTo>
                      <a:pt x="32" y="80"/>
                    </a:lnTo>
                    <a:lnTo>
                      <a:pt x="16" y="56"/>
                    </a:lnTo>
                    <a:lnTo>
                      <a:pt x="0" y="32"/>
                    </a:lnTo>
                    <a:lnTo>
                      <a:pt x="112" y="0"/>
                    </a:lnTo>
                    <a:close/>
                  </a:path>
                </a:pathLst>
              </a:custGeom>
              <a:solidFill>
                <a:schemeClr val="bg2"/>
              </a:solidFill>
              <a:ln w="9525">
                <a:solidFill>
                  <a:schemeClr val="bg2"/>
                </a:solidFill>
                <a:round/>
                <a:headEnd/>
                <a:tailEnd/>
              </a:ln>
            </p:spPr>
            <p:txBody>
              <a:bodyPr/>
              <a:lstStyle/>
              <a:p>
                <a:endParaRPr lang="en-US"/>
              </a:p>
            </p:txBody>
          </p:sp>
          <p:sp>
            <p:nvSpPr>
              <p:cNvPr id="110088" name="Line 995"/>
              <p:cNvSpPr>
                <a:spLocks noChangeShapeType="1"/>
              </p:cNvSpPr>
              <p:nvPr/>
            </p:nvSpPr>
            <p:spPr bwMode="auto">
              <a:xfrm flipV="1">
                <a:off x="1944" y="1997"/>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089" name="Line 996"/>
              <p:cNvSpPr>
                <a:spLocks noChangeShapeType="1"/>
              </p:cNvSpPr>
              <p:nvPr/>
            </p:nvSpPr>
            <p:spPr bwMode="auto">
              <a:xfrm flipV="1">
                <a:off x="2040" y="1941"/>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090" name="Line 997"/>
              <p:cNvSpPr>
                <a:spLocks noChangeShapeType="1"/>
              </p:cNvSpPr>
              <p:nvPr/>
            </p:nvSpPr>
            <p:spPr bwMode="auto">
              <a:xfrm flipV="1">
                <a:off x="2136" y="1885"/>
                <a:ext cx="71" cy="39"/>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091" name="Line 998"/>
              <p:cNvSpPr>
                <a:spLocks noChangeShapeType="1"/>
              </p:cNvSpPr>
              <p:nvPr/>
            </p:nvSpPr>
            <p:spPr bwMode="auto">
              <a:xfrm flipV="1">
                <a:off x="2232" y="1837"/>
                <a:ext cx="47" cy="3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9861" name="Group 999"/>
            <p:cNvGrpSpPr>
              <a:grpSpLocks/>
            </p:cNvGrpSpPr>
            <p:nvPr/>
          </p:nvGrpSpPr>
          <p:grpSpPr bwMode="auto">
            <a:xfrm>
              <a:off x="2415" y="1781"/>
              <a:ext cx="423" cy="271"/>
              <a:chOff x="2415" y="1781"/>
              <a:chExt cx="423" cy="271"/>
            </a:xfrm>
          </p:grpSpPr>
          <p:sp>
            <p:nvSpPr>
              <p:cNvPr id="110082" name="Freeform 1000"/>
              <p:cNvSpPr>
                <a:spLocks/>
              </p:cNvSpPr>
              <p:nvPr/>
            </p:nvSpPr>
            <p:spPr bwMode="auto">
              <a:xfrm>
                <a:off x="2726" y="1781"/>
                <a:ext cx="112" cy="87"/>
              </a:xfrm>
              <a:custGeom>
                <a:avLst/>
                <a:gdLst>
                  <a:gd name="T0" fmla="*/ 112 w 112"/>
                  <a:gd name="T1" fmla="*/ 0 h 87"/>
                  <a:gd name="T2" fmla="*/ 32 w 112"/>
                  <a:gd name="T3" fmla="*/ 87 h 87"/>
                  <a:gd name="T4" fmla="*/ 16 w 112"/>
                  <a:gd name="T5" fmla="*/ 64 h 87"/>
                  <a:gd name="T6" fmla="*/ 0 w 112"/>
                  <a:gd name="T7" fmla="*/ 40 h 87"/>
                  <a:gd name="T8" fmla="*/ 112 w 112"/>
                  <a:gd name="T9" fmla="*/ 0 h 87"/>
                  <a:gd name="T10" fmla="*/ 0 60000 65536"/>
                  <a:gd name="T11" fmla="*/ 0 60000 65536"/>
                  <a:gd name="T12" fmla="*/ 0 60000 65536"/>
                  <a:gd name="T13" fmla="*/ 0 60000 65536"/>
                  <a:gd name="T14" fmla="*/ 0 60000 65536"/>
                  <a:gd name="T15" fmla="*/ 0 w 112"/>
                  <a:gd name="T16" fmla="*/ 0 h 87"/>
                  <a:gd name="T17" fmla="*/ 112 w 112"/>
                  <a:gd name="T18" fmla="*/ 87 h 87"/>
                </a:gdLst>
                <a:ahLst/>
                <a:cxnLst>
                  <a:cxn ang="T10">
                    <a:pos x="T0" y="T1"/>
                  </a:cxn>
                  <a:cxn ang="T11">
                    <a:pos x="T2" y="T3"/>
                  </a:cxn>
                  <a:cxn ang="T12">
                    <a:pos x="T4" y="T5"/>
                  </a:cxn>
                  <a:cxn ang="T13">
                    <a:pos x="T6" y="T7"/>
                  </a:cxn>
                  <a:cxn ang="T14">
                    <a:pos x="T8" y="T9"/>
                  </a:cxn>
                </a:cxnLst>
                <a:rect l="T15" t="T16" r="T17" b="T18"/>
                <a:pathLst>
                  <a:path w="112" h="87">
                    <a:moveTo>
                      <a:pt x="112" y="0"/>
                    </a:moveTo>
                    <a:lnTo>
                      <a:pt x="32" y="87"/>
                    </a:lnTo>
                    <a:lnTo>
                      <a:pt x="16" y="64"/>
                    </a:lnTo>
                    <a:lnTo>
                      <a:pt x="0" y="40"/>
                    </a:lnTo>
                    <a:lnTo>
                      <a:pt x="112" y="0"/>
                    </a:lnTo>
                    <a:close/>
                  </a:path>
                </a:pathLst>
              </a:custGeom>
              <a:solidFill>
                <a:schemeClr val="bg2"/>
              </a:solidFill>
              <a:ln w="9525">
                <a:solidFill>
                  <a:schemeClr val="bg2"/>
                </a:solidFill>
                <a:round/>
                <a:headEnd/>
                <a:tailEnd/>
              </a:ln>
            </p:spPr>
            <p:txBody>
              <a:bodyPr/>
              <a:lstStyle/>
              <a:p>
                <a:endParaRPr lang="en-US"/>
              </a:p>
            </p:txBody>
          </p:sp>
          <p:sp>
            <p:nvSpPr>
              <p:cNvPr id="110083" name="Line 1001"/>
              <p:cNvSpPr>
                <a:spLocks noChangeShapeType="1"/>
              </p:cNvSpPr>
              <p:nvPr/>
            </p:nvSpPr>
            <p:spPr bwMode="auto">
              <a:xfrm flipV="1">
                <a:off x="2415" y="2004"/>
                <a:ext cx="72"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084" name="Line 1002"/>
              <p:cNvSpPr>
                <a:spLocks noChangeShapeType="1"/>
              </p:cNvSpPr>
              <p:nvPr/>
            </p:nvSpPr>
            <p:spPr bwMode="auto">
              <a:xfrm flipV="1">
                <a:off x="2511" y="1949"/>
                <a:ext cx="71" cy="39"/>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085" name="Line 1003"/>
              <p:cNvSpPr>
                <a:spLocks noChangeShapeType="1"/>
              </p:cNvSpPr>
              <p:nvPr/>
            </p:nvSpPr>
            <p:spPr bwMode="auto">
              <a:xfrm flipV="1">
                <a:off x="2607" y="1885"/>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086" name="Line 1004"/>
              <p:cNvSpPr>
                <a:spLocks noChangeShapeType="1"/>
              </p:cNvSpPr>
              <p:nvPr/>
            </p:nvSpPr>
            <p:spPr bwMode="auto">
              <a:xfrm flipV="1">
                <a:off x="2696" y="1846"/>
                <a:ext cx="46" cy="2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9862" name="Group 1005"/>
            <p:cNvGrpSpPr>
              <a:grpSpLocks/>
            </p:cNvGrpSpPr>
            <p:nvPr/>
          </p:nvGrpSpPr>
          <p:grpSpPr bwMode="auto">
            <a:xfrm>
              <a:off x="2886" y="1773"/>
              <a:ext cx="415" cy="271"/>
              <a:chOff x="2886" y="1773"/>
              <a:chExt cx="415" cy="271"/>
            </a:xfrm>
          </p:grpSpPr>
          <p:sp>
            <p:nvSpPr>
              <p:cNvPr id="110077" name="Freeform 1006"/>
              <p:cNvSpPr>
                <a:spLocks/>
              </p:cNvSpPr>
              <p:nvPr/>
            </p:nvSpPr>
            <p:spPr bwMode="auto">
              <a:xfrm>
                <a:off x="3189" y="1773"/>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32" y="88"/>
                    </a:lnTo>
                    <a:lnTo>
                      <a:pt x="16" y="64"/>
                    </a:lnTo>
                    <a:lnTo>
                      <a:pt x="0" y="40"/>
                    </a:lnTo>
                    <a:lnTo>
                      <a:pt x="112" y="0"/>
                    </a:lnTo>
                    <a:close/>
                  </a:path>
                </a:pathLst>
              </a:custGeom>
              <a:solidFill>
                <a:schemeClr val="bg2"/>
              </a:solidFill>
              <a:ln w="9525">
                <a:solidFill>
                  <a:schemeClr val="bg2"/>
                </a:solidFill>
                <a:round/>
                <a:headEnd/>
                <a:tailEnd/>
              </a:ln>
            </p:spPr>
            <p:txBody>
              <a:bodyPr/>
              <a:lstStyle/>
              <a:p>
                <a:endParaRPr lang="en-US"/>
              </a:p>
            </p:txBody>
          </p:sp>
          <p:sp>
            <p:nvSpPr>
              <p:cNvPr id="110078" name="Line 1007"/>
              <p:cNvSpPr>
                <a:spLocks noChangeShapeType="1"/>
              </p:cNvSpPr>
              <p:nvPr/>
            </p:nvSpPr>
            <p:spPr bwMode="auto">
              <a:xfrm flipV="1">
                <a:off x="2886" y="1996"/>
                <a:ext cx="72"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079" name="Line 1008"/>
              <p:cNvSpPr>
                <a:spLocks noChangeShapeType="1"/>
              </p:cNvSpPr>
              <p:nvPr/>
            </p:nvSpPr>
            <p:spPr bwMode="auto">
              <a:xfrm flipV="1">
                <a:off x="2982" y="1933"/>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080" name="Line 1009"/>
              <p:cNvSpPr>
                <a:spLocks noChangeShapeType="1"/>
              </p:cNvSpPr>
              <p:nvPr/>
            </p:nvSpPr>
            <p:spPr bwMode="auto">
              <a:xfrm flipV="1">
                <a:off x="3070" y="1877"/>
                <a:ext cx="79"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081" name="Line 1010"/>
              <p:cNvSpPr>
                <a:spLocks noChangeShapeType="1"/>
              </p:cNvSpPr>
              <p:nvPr/>
            </p:nvSpPr>
            <p:spPr bwMode="auto">
              <a:xfrm flipV="1">
                <a:off x="3165" y="1838"/>
                <a:ext cx="40" cy="23"/>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9863" name="Group 1011"/>
            <p:cNvGrpSpPr>
              <a:grpSpLocks/>
            </p:cNvGrpSpPr>
            <p:nvPr/>
          </p:nvGrpSpPr>
          <p:grpSpPr bwMode="auto">
            <a:xfrm>
              <a:off x="3325" y="1773"/>
              <a:ext cx="423" cy="271"/>
              <a:chOff x="3325" y="1773"/>
              <a:chExt cx="423" cy="271"/>
            </a:xfrm>
          </p:grpSpPr>
          <p:sp>
            <p:nvSpPr>
              <p:cNvPr id="110072" name="Freeform 1012"/>
              <p:cNvSpPr>
                <a:spLocks/>
              </p:cNvSpPr>
              <p:nvPr/>
            </p:nvSpPr>
            <p:spPr bwMode="auto">
              <a:xfrm>
                <a:off x="3636" y="1773"/>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32" y="88"/>
                    </a:lnTo>
                    <a:lnTo>
                      <a:pt x="16" y="64"/>
                    </a:lnTo>
                    <a:lnTo>
                      <a:pt x="0" y="40"/>
                    </a:lnTo>
                    <a:lnTo>
                      <a:pt x="112" y="0"/>
                    </a:lnTo>
                    <a:close/>
                  </a:path>
                </a:pathLst>
              </a:custGeom>
              <a:solidFill>
                <a:schemeClr val="bg2"/>
              </a:solidFill>
              <a:ln w="9525">
                <a:solidFill>
                  <a:schemeClr val="bg2"/>
                </a:solidFill>
                <a:round/>
                <a:headEnd/>
                <a:tailEnd/>
              </a:ln>
            </p:spPr>
            <p:txBody>
              <a:bodyPr/>
              <a:lstStyle/>
              <a:p>
                <a:endParaRPr lang="en-US"/>
              </a:p>
            </p:txBody>
          </p:sp>
          <p:sp>
            <p:nvSpPr>
              <p:cNvPr id="110073" name="Line 1013"/>
              <p:cNvSpPr>
                <a:spLocks noChangeShapeType="1"/>
              </p:cNvSpPr>
              <p:nvPr/>
            </p:nvSpPr>
            <p:spPr bwMode="auto">
              <a:xfrm flipV="1">
                <a:off x="3325" y="1996"/>
                <a:ext cx="72"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074" name="Line 1014"/>
              <p:cNvSpPr>
                <a:spLocks noChangeShapeType="1"/>
              </p:cNvSpPr>
              <p:nvPr/>
            </p:nvSpPr>
            <p:spPr bwMode="auto">
              <a:xfrm flipV="1">
                <a:off x="3421" y="1940"/>
                <a:ext cx="72" cy="4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075" name="Line 1015"/>
              <p:cNvSpPr>
                <a:spLocks noChangeShapeType="1"/>
              </p:cNvSpPr>
              <p:nvPr/>
            </p:nvSpPr>
            <p:spPr bwMode="auto">
              <a:xfrm flipV="1">
                <a:off x="3517" y="1877"/>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076" name="Line 1016"/>
              <p:cNvSpPr>
                <a:spLocks noChangeShapeType="1"/>
              </p:cNvSpPr>
              <p:nvPr/>
            </p:nvSpPr>
            <p:spPr bwMode="auto">
              <a:xfrm flipV="1">
                <a:off x="3604" y="1838"/>
                <a:ext cx="48" cy="23"/>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9864" name="Group 1017"/>
            <p:cNvGrpSpPr>
              <a:grpSpLocks/>
            </p:cNvGrpSpPr>
            <p:nvPr/>
          </p:nvGrpSpPr>
          <p:grpSpPr bwMode="auto">
            <a:xfrm>
              <a:off x="2878" y="2379"/>
              <a:ext cx="407" cy="287"/>
              <a:chOff x="2878" y="2379"/>
              <a:chExt cx="407" cy="287"/>
            </a:xfrm>
          </p:grpSpPr>
          <p:sp>
            <p:nvSpPr>
              <p:cNvPr id="110067" name="Freeform 1018"/>
              <p:cNvSpPr>
                <a:spLocks/>
              </p:cNvSpPr>
              <p:nvPr/>
            </p:nvSpPr>
            <p:spPr bwMode="auto">
              <a:xfrm>
                <a:off x="3173" y="2379"/>
                <a:ext cx="112" cy="88"/>
              </a:xfrm>
              <a:custGeom>
                <a:avLst/>
                <a:gdLst>
                  <a:gd name="T0" fmla="*/ 112 w 112"/>
                  <a:gd name="T1" fmla="*/ 0 h 88"/>
                  <a:gd name="T2" fmla="*/ 40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40" y="88"/>
                    </a:lnTo>
                    <a:lnTo>
                      <a:pt x="16" y="64"/>
                    </a:lnTo>
                    <a:lnTo>
                      <a:pt x="0" y="40"/>
                    </a:lnTo>
                    <a:lnTo>
                      <a:pt x="112" y="0"/>
                    </a:lnTo>
                    <a:close/>
                  </a:path>
                </a:pathLst>
              </a:custGeom>
              <a:solidFill>
                <a:schemeClr val="bg2"/>
              </a:solidFill>
              <a:ln w="9525">
                <a:solidFill>
                  <a:schemeClr val="bg2"/>
                </a:solidFill>
                <a:round/>
                <a:headEnd/>
                <a:tailEnd/>
              </a:ln>
            </p:spPr>
            <p:txBody>
              <a:bodyPr/>
              <a:lstStyle/>
              <a:p>
                <a:endParaRPr lang="en-US"/>
              </a:p>
            </p:txBody>
          </p:sp>
          <p:sp>
            <p:nvSpPr>
              <p:cNvPr id="110068" name="Line 1019"/>
              <p:cNvSpPr>
                <a:spLocks noChangeShapeType="1"/>
              </p:cNvSpPr>
              <p:nvPr/>
            </p:nvSpPr>
            <p:spPr bwMode="auto">
              <a:xfrm flipV="1">
                <a:off x="2878" y="2618"/>
                <a:ext cx="72"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069" name="Line 1020"/>
              <p:cNvSpPr>
                <a:spLocks noChangeShapeType="1"/>
              </p:cNvSpPr>
              <p:nvPr/>
            </p:nvSpPr>
            <p:spPr bwMode="auto">
              <a:xfrm flipV="1">
                <a:off x="2967" y="2556"/>
                <a:ext cx="70" cy="46"/>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070" name="Line 1021"/>
              <p:cNvSpPr>
                <a:spLocks noChangeShapeType="1"/>
              </p:cNvSpPr>
              <p:nvPr/>
            </p:nvSpPr>
            <p:spPr bwMode="auto">
              <a:xfrm flipV="1">
                <a:off x="3062" y="2491"/>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071" name="Line 1022"/>
              <p:cNvSpPr>
                <a:spLocks noChangeShapeType="1"/>
              </p:cNvSpPr>
              <p:nvPr/>
            </p:nvSpPr>
            <p:spPr bwMode="auto">
              <a:xfrm flipV="1">
                <a:off x="3149" y="2443"/>
                <a:ext cx="40" cy="3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9865" name="Group 1023"/>
            <p:cNvGrpSpPr>
              <a:grpSpLocks/>
            </p:cNvGrpSpPr>
            <p:nvPr/>
          </p:nvGrpSpPr>
          <p:grpSpPr bwMode="auto">
            <a:xfrm>
              <a:off x="2878" y="2076"/>
              <a:ext cx="415" cy="279"/>
              <a:chOff x="2878" y="2076"/>
              <a:chExt cx="415" cy="279"/>
            </a:xfrm>
          </p:grpSpPr>
          <p:sp>
            <p:nvSpPr>
              <p:cNvPr id="110062" name="Freeform 1024"/>
              <p:cNvSpPr>
                <a:spLocks/>
              </p:cNvSpPr>
              <p:nvPr/>
            </p:nvSpPr>
            <p:spPr bwMode="auto">
              <a:xfrm>
                <a:off x="3181" y="2076"/>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32" y="88"/>
                    </a:lnTo>
                    <a:lnTo>
                      <a:pt x="16" y="64"/>
                    </a:lnTo>
                    <a:lnTo>
                      <a:pt x="0" y="40"/>
                    </a:lnTo>
                    <a:lnTo>
                      <a:pt x="112" y="0"/>
                    </a:lnTo>
                    <a:close/>
                  </a:path>
                </a:pathLst>
              </a:custGeom>
              <a:solidFill>
                <a:schemeClr val="bg2"/>
              </a:solidFill>
              <a:ln w="9525">
                <a:solidFill>
                  <a:schemeClr val="bg2"/>
                </a:solidFill>
                <a:round/>
                <a:headEnd/>
                <a:tailEnd/>
              </a:ln>
            </p:spPr>
            <p:txBody>
              <a:bodyPr/>
              <a:lstStyle/>
              <a:p>
                <a:endParaRPr lang="en-US"/>
              </a:p>
            </p:txBody>
          </p:sp>
          <p:sp>
            <p:nvSpPr>
              <p:cNvPr id="110063" name="Line 1025"/>
              <p:cNvSpPr>
                <a:spLocks noChangeShapeType="1"/>
              </p:cNvSpPr>
              <p:nvPr/>
            </p:nvSpPr>
            <p:spPr bwMode="auto">
              <a:xfrm flipV="1">
                <a:off x="2878" y="2307"/>
                <a:ext cx="72"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064" name="Line 1026"/>
              <p:cNvSpPr>
                <a:spLocks noChangeShapeType="1"/>
              </p:cNvSpPr>
              <p:nvPr/>
            </p:nvSpPr>
            <p:spPr bwMode="auto">
              <a:xfrm flipV="1">
                <a:off x="2975" y="2245"/>
                <a:ext cx="70" cy="46"/>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065" name="Line 1027"/>
              <p:cNvSpPr>
                <a:spLocks noChangeShapeType="1"/>
              </p:cNvSpPr>
              <p:nvPr/>
            </p:nvSpPr>
            <p:spPr bwMode="auto">
              <a:xfrm flipV="1">
                <a:off x="3062" y="2180"/>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066" name="Line 1028"/>
              <p:cNvSpPr>
                <a:spLocks noChangeShapeType="1"/>
              </p:cNvSpPr>
              <p:nvPr/>
            </p:nvSpPr>
            <p:spPr bwMode="auto">
              <a:xfrm flipV="1">
                <a:off x="3157" y="2141"/>
                <a:ext cx="40" cy="3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9866" name="Group 1029"/>
            <p:cNvGrpSpPr>
              <a:grpSpLocks/>
            </p:cNvGrpSpPr>
            <p:nvPr/>
          </p:nvGrpSpPr>
          <p:grpSpPr bwMode="auto">
            <a:xfrm>
              <a:off x="2415" y="2068"/>
              <a:ext cx="431" cy="279"/>
              <a:chOff x="2415" y="2068"/>
              <a:chExt cx="431" cy="279"/>
            </a:xfrm>
          </p:grpSpPr>
          <p:sp>
            <p:nvSpPr>
              <p:cNvPr id="110057" name="Freeform 1030"/>
              <p:cNvSpPr>
                <a:spLocks/>
              </p:cNvSpPr>
              <p:nvPr/>
            </p:nvSpPr>
            <p:spPr bwMode="auto">
              <a:xfrm>
                <a:off x="2734" y="2068"/>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32" y="88"/>
                    </a:lnTo>
                    <a:lnTo>
                      <a:pt x="16" y="64"/>
                    </a:lnTo>
                    <a:lnTo>
                      <a:pt x="0" y="40"/>
                    </a:lnTo>
                    <a:lnTo>
                      <a:pt x="112" y="0"/>
                    </a:lnTo>
                    <a:close/>
                  </a:path>
                </a:pathLst>
              </a:custGeom>
              <a:solidFill>
                <a:schemeClr val="bg2"/>
              </a:solidFill>
              <a:ln w="9525">
                <a:solidFill>
                  <a:schemeClr val="bg2"/>
                </a:solidFill>
                <a:round/>
                <a:headEnd/>
                <a:tailEnd/>
              </a:ln>
            </p:spPr>
            <p:txBody>
              <a:bodyPr/>
              <a:lstStyle/>
              <a:p>
                <a:endParaRPr lang="en-US"/>
              </a:p>
            </p:txBody>
          </p:sp>
          <p:sp>
            <p:nvSpPr>
              <p:cNvPr id="110058" name="Line 1031"/>
              <p:cNvSpPr>
                <a:spLocks noChangeShapeType="1"/>
              </p:cNvSpPr>
              <p:nvPr/>
            </p:nvSpPr>
            <p:spPr bwMode="auto">
              <a:xfrm flipV="1">
                <a:off x="2415" y="2299"/>
                <a:ext cx="72"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059" name="Line 1032"/>
              <p:cNvSpPr>
                <a:spLocks noChangeShapeType="1"/>
              </p:cNvSpPr>
              <p:nvPr/>
            </p:nvSpPr>
            <p:spPr bwMode="auto">
              <a:xfrm flipV="1">
                <a:off x="2512" y="2237"/>
                <a:ext cx="70" cy="46"/>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060" name="Line 1033"/>
              <p:cNvSpPr>
                <a:spLocks noChangeShapeType="1"/>
              </p:cNvSpPr>
              <p:nvPr/>
            </p:nvSpPr>
            <p:spPr bwMode="auto">
              <a:xfrm flipV="1">
                <a:off x="2599" y="2180"/>
                <a:ext cx="79"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061" name="Line 1034"/>
              <p:cNvSpPr>
                <a:spLocks noChangeShapeType="1"/>
              </p:cNvSpPr>
              <p:nvPr/>
            </p:nvSpPr>
            <p:spPr bwMode="auto">
              <a:xfrm flipV="1">
                <a:off x="2694" y="2132"/>
                <a:ext cx="56" cy="3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9867" name="Group 1035"/>
            <p:cNvGrpSpPr>
              <a:grpSpLocks/>
            </p:cNvGrpSpPr>
            <p:nvPr/>
          </p:nvGrpSpPr>
          <p:grpSpPr bwMode="auto">
            <a:xfrm>
              <a:off x="2399" y="2387"/>
              <a:ext cx="439" cy="582"/>
              <a:chOff x="2399" y="2387"/>
              <a:chExt cx="439" cy="582"/>
            </a:xfrm>
          </p:grpSpPr>
          <p:sp>
            <p:nvSpPr>
              <p:cNvPr id="110050" name="Freeform 1036"/>
              <p:cNvSpPr>
                <a:spLocks/>
              </p:cNvSpPr>
              <p:nvPr/>
            </p:nvSpPr>
            <p:spPr bwMode="auto">
              <a:xfrm>
                <a:off x="2750" y="2387"/>
                <a:ext cx="88" cy="104"/>
              </a:xfrm>
              <a:custGeom>
                <a:avLst/>
                <a:gdLst>
                  <a:gd name="T0" fmla="*/ 88 w 88"/>
                  <a:gd name="T1" fmla="*/ 0 h 104"/>
                  <a:gd name="T2" fmla="*/ 40 w 88"/>
                  <a:gd name="T3" fmla="*/ 104 h 104"/>
                  <a:gd name="T4" fmla="*/ 24 w 88"/>
                  <a:gd name="T5" fmla="*/ 88 h 104"/>
                  <a:gd name="T6" fmla="*/ 0 w 88"/>
                  <a:gd name="T7" fmla="*/ 72 h 104"/>
                  <a:gd name="T8" fmla="*/ 88 w 88"/>
                  <a:gd name="T9" fmla="*/ 0 h 104"/>
                  <a:gd name="T10" fmla="*/ 0 60000 65536"/>
                  <a:gd name="T11" fmla="*/ 0 60000 65536"/>
                  <a:gd name="T12" fmla="*/ 0 60000 65536"/>
                  <a:gd name="T13" fmla="*/ 0 60000 65536"/>
                  <a:gd name="T14" fmla="*/ 0 60000 65536"/>
                  <a:gd name="T15" fmla="*/ 0 w 88"/>
                  <a:gd name="T16" fmla="*/ 0 h 104"/>
                  <a:gd name="T17" fmla="*/ 88 w 88"/>
                  <a:gd name="T18" fmla="*/ 104 h 104"/>
                </a:gdLst>
                <a:ahLst/>
                <a:cxnLst>
                  <a:cxn ang="T10">
                    <a:pos x="T0" y="T1"/>
                  </a:cxn>
                  <a:cxn ang="T11">
                    <a:pos x="T2" y="T3"/>
                  </a:cxn>
                  <a:cxn ang="T12">
                    <a:pos x="T4" y="T5"/>
                  </a:cxn>
                  <a:cxn ang="T13">
                    <a:pos x="T6" y="T7"/>
                  </a:cxn>
                  <a:cxn ang="T14">
                    <a:pos x="T8" y="T9"/>
                  </a:cxn>
                </a:cxnLst>
                <a:rect l="T15" t="T16" r="T17" b="T18"/>
                <a:pathLst>
                  <a:path w="88" h="104">
                    <a:moveTo>
                      <a:pt x="88" y="0"/>
                    </a:moveTo>
                    <a:lnTo>
                      <a:pt x="40" y="104"/>
                    </a:lnTo>
                    <a:lnTo>
                      <a:pt x="24" y="88"/>
                    </a:lnTo>
                    <a:lnTo>
                      <a:pt x="0" y="72"/>
                    </a:lnTo>
                    <a:lnTo>
                      <a:pt x="88" y="0"/>
                    </a:lnTo>
                    <a:close/>
                  </a:path>
                </a:pathLst>
              </a:custGeom>
              <a:solidFill>
                <a:schemeClr val="bg2"/>
              </a:solidFill>
              <a:ln w="9525">
                <a:solidFill>
                  <a:schemeClr val="bg2"/>
                </a:solidFill>
                <a:round/>
                <a:headEnd/>
                <a:tailEnd/>
              </a:ln>
            </p:spPr>
            <p:txBody>
              <a:bodyPr/>
              <a:lstStyle/>
              <a:p>
                <a:endParaRPr lang="en-US"/>
              </a:p>
            </p:txBody>
          </p:sp>
          <p:sp>
            <p:nvSpPr>
              <p:cNvPr id="110051" name="Line 1037"/>
              <p:cNvSpPr>
                <a:spLocks noChangeShapeType="1"/>
              </p:cNvSpPr>
              <p:nvPr/>
            </p:nvSpPr>
            <p:spPr bwMode="auto">
              <a:xfrm flipV="1">
                <a:off x="2399" y="2898"/>
                <a:ext cx="56" cy="7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052" name="Line 1038"/>
              <p:cNvSpPr>
                <a:spLocks noChangeShapeType="1"/>
              </p:cNvSpPr>
              <p:nvPr/>
            </p:nvSpPr>
            <p:spPr bwMode="auto">
              <a:xfrm flipV="1">
                <a:off x="2463" y="2811"/>
                <a:ext cx="55" cy="7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053" name="Line 1039"/>
              <p:cNvSpPr>
                <a:spLocks noChangeShapeType="1"/>
              </p:cNvSpPr>
              <p:nvPr/>
            </p:nvSpPr>
            <p:spPr bwMode="auto">
              <a:xfrm flipV="1">
                <a:off x="2535" y="2724"/>
                <a:ext cx="47" cy="7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054" name="Line 1040"/>
              <p:cNvSpPr>
                <a:spLocks noChangeShapeType="1"/>
              </p:cNvSpPr>
              <p:nvPr/>
            </p:nvSpPr>
            <p:spPr bwMode="auto">
              <a:xfrm flipV="1">
                <a:off x="2598" y="2634"/>
                <a:ext cx="56" cy="64"/>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055" name="Line 1041"/>
              <p:cNvSpPr>
                <a:spLocks noChangeShapeType="1"/>
              </p:cNvSpPr>
              <p:nvPr/>
            </p:nvSpPr>
            <p:spPr bwMode="auto">
              <a:xfrm flipV="1">
                <a:off x="2670" y="2539"/>
                <a:ext cx="48" cy="7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056" name="Line 1042"/>
              <p:cNvSpPr>
                <a:spLocks noChangeShapeType="1"/>
              </p:cNvSpPr>
              <p:nvPr/>
            </p:nvSpPr>
            <p:spPr bwMode="auto">
              <a:xfrm flipV="1">
                <a:off x="2734" y="2476"/>
                <a:ext cx="40"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9868" name="Group 1043"/>
            <p:cNvGrpSpPr>
              <a:grpSpLocks/>
            </p:cNvGrpSpPr>
            <p:nvPr/>
          </p:nvGrpSpPr>
          <p:grpSpPr bwMode="auto">
            <a:xfrm>
              <a:off x="1498" y="3296"/>
              <a:ext cx="406" cy="287"/>
              <a:chOff x="1498" y="3296"/>
              <a:chExt cx="406" cy="287"/>
            </a:xfrm>
          </p:grpSpPr>
          <p:sp>
            <p:nvSpPr>
              <p:cNvPr id="110045" name="Freeform 1044"/>
              <p:cNvSpPr>
                <a:spLocks/>
              </p:cNvSpPr>
              <p:nvPr/>
            </p:nvSpPr>
            <p:spPr bwMode="auto">
              <a:xfrm>
                <a:off x="1792" y="3296"/>
                <a:ext cx="112" cy="88"/>
              </a:xfrm>
              <a:custGeom>
                <a:avLst/>
                <a:gdLst>
                  <a:gd name="T0" fmla="*/ 112 w 112"/>
                  <a:gd name="T1" fmla="*/ 0 h 88"/>
                  <a:gd name="T2" fmla="*/ 40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40" y="88"/>
                    </a:lnTo>
                    <a:lnTo>
                      <a:pt x="16" y="64"/>
                    </a:lnTo>
                    <a:lnTo>
                      <a:pt x="0" y="40"/>
                    </a:lnTo>
                    <a:lnTo>
                      <a:pt x="112" y="0"/>
                    </a:lnTo>
                    <a:close/>
                  </a:path>
                </a:pathLst>
              </a:custGeom>
              <a:solidFill>
                <a:schemeClr val="bg2"/>
              </a:solidFill>
              <a:ln w="9525">
                <a:solidFill>
                  <a:schemeClr val="bg2"/>
                </a:solidFill>
                <a:round/>
                <a:headEnd/>
                <a:tailEnd/>
              </a:ln>
            </p:spPr>
            <p:txBody>
              <a:bodyPr/>
              <a:lstStyle/>
              <a:p>
                <a:endParaRPr lang="en-US"/>
              </a:p>
            </p:txBody>
          </p:sp>
          <p:sp>
            <p:nvSpPr>
              <p:cNvPr id="110046" name="Line 1045"/>
              <p:cNvSpPr>
                <a:spLocks noChangeShapeType="1"/>
              </p:cNvSpPr>
              <p:nvPr/>
            </p:nvSpPr>
            <p:spPr bwMode="auto">
              <a:xfrm flipV="1">
                <a:off x="1498" y="3537"/>
                <a:ext cx="70" cy="46"/>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047" name="Line 1046"/>
              <p:cNvSpPr>
                <a:spLocks noChangeShapeType="1"/>
              </p:cNvSpPr>
              <p:nvPr/>
            </p:nvSpPr>
            <p:spPr bwMode="auto">
              <a:xfrm flipV="1">
                <a:off x="1584" y="3473"/>
                <a:ext cx="72"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048" name="Line 1047"/>
              <p:cNvSpPr>
                <a:spLocks noChangeShapeType="1"/>
              </p:cNvSpPr>
              <p:nvPr/>
            </p:nvSpPr>
            <p:spPr bwMode="auto">
              <a:xfrm flipV="1">
                <a:off x="1680" y="3408"/>
                <a:ext cx="72"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049" name="Line 1048"/>
              <p:cNvSpPr>
                <a:spLocks noChangeShapeType="1"/>
              </p:cNvSpPr>
              <p:nvPr/>
            </p:nvSpPr>
            <p:spPr bwMode="auto">
              <a:xfrm flipV="1">
                <a:off x="1768" y="3360"/>
                <a:ext cx="40" cy="3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9869" name="Group 1049"/>
            <p:cNvGrpSpPr>
              <a:grpSpLocks/>
            </p:cNvGrpSpPr>
            <p:nvPr/>
          </p:nvGrpSpPr>
          <p:grpSpPr bwMode="auto">
            <a:xfrm>
              <a:off x="1489" y="2690"/>
              <a:ext cx="423" cy="279"/>
              <a:chOff x="1489" y="2690"/>
              <a:chExt cx="423" cy="279"/>
            </a:xfrm>
          </p:grpSpPr>
          <p:sp>
            <p:nvSpPr>
              <p:cNvPr id="110040" name="Freeform 1050"/>
              <p:cNvSpPr>
                <a:spLocks/>
              </p:cNvSpPr>
              <p:nvPr/>
            </p:nvSpPr>
            <p:spPr bwMode="auto">
              <a:xfrm>
                <a:off x="1800" y="2690"/>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32" y="88"/>
                    </a:lnTo>
                    <a:lnTo>
                      <a:pt x="16" y="64"/>
                    </a:lnTo>
                    <a:lnTo>
                      <a:pt x="0" y="40"/>
                    </a:lnTo>
                    <a:lnTo>
                      <a:pt x="112" y="0"/>
                    </a:lnTo>
                    <a:close/>
                  </a:path>
                </a:pathLst>
              </a:custGeom>
              <a:solidFill>
                <a:schemeClr val="bg2"/>
              </a:solidFill>
              <a:ln w="9525">
                <a:solidFill>
                  <a:schemeClr val="bg2"/>
                </a:solidFill>
                <a:round/>
                <a:headEnd/>
                <a:tailEnd/>
              </a:ln>
            </p:spPr>
            <p:txBody>
              <a:bodyPr/>
              <a:lstStyle/>
              <a:p>
                <a:endParaRPr lang="en-US"/>
              </a:p>
            </p:txBody>
          </p:sp>
          <p:sp>
            <p:nvSpPr>
              <p:cNvPr id="110041" name="Line 1051"/>
              <p:cNvSpPr>
                <a:spLocks noChangeShapeType="1"/>
              </p:cNvSpPr>
              <p:nvPr/>
            </p:nvSpPr>
            <p:spPr bwMode="auto">
              <a:xfrm flipV="1">
                <a:off x="1489" y="2922"/>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042" name="Line 1052"/>
              <p:cNvSpPr>
                <a:spLocks noChangeShapeType="1"/>
              </p:cNvSpPr>
              <p:nvPr/>
            </p:nvSpPr>
            <p:spPr bwMode="auto">
              <a:xfrm flipV="1">
                <a:off x="1585" y="2858"/>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043" name="Line 1053"/>
              <p:cNvSpPr>
                <a:spLocks noChangeShapeType="1"/>
              </p:cNvSpPr>
              <p:nvPr/>
            </p:nvSpPr>
            <p:spPr bwMode="auto">
              <a:xfrm flipV="1">
                <a:off x="1672" y="2803"/>
                <a:ext cx="80"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044" name="Line 1054"/>
              <p:cNvSpPr>
                <a:spLocks noChangeShapeType="1"/>
              </p:cNvSpPr>
              <p:nvPr/>
            </p:nvSpPr>
            <p:spPr bwMode="auto">
              <a:xfrm flipV="1">
                <a:off x="1768" y="2754"/>
                <a:ext cx="48" cy="3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9870" name="Group 1055"/>
            <p:cNvGrpSpPr>
              <a:grpSpLocks/>
            </p:cNvGrpSpPr>
            <p:nvPr/>
          </p:nvGrpSpPr>
          <p:grpSpPr bwMode="auto">
            <a:xfrm>
              <a:off x="1490" y="2993"/>
              <a:ext cx="414" cy="271"/>
              <a:chOff x="1490" y="2993"/>
              <a:chExt cx="414" cy="271"/>
            </a:xfrm>
          </p:grpSpPr>
          <p:sp>
            <p:nvSpPr>
              <p:cNvPr id="110035" name="Freeform 1056"/>
              <p:cNvSpPr>
                <a:spLocks/>
              </p:cNvSpPr>
              <p:nvPr/>
            </p:nvSpPr>
            <p:spPr bwMode="auto">
              <a:xfrm>
                <a:off x="1792" y="2993"/>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32" y="88"/>
                    </a:lnTo>
                    <a:lnTo>
                      <a:pt x="16" y="64"/>
                    </a:lnTo>
                    <a:lnTo>
                      <a:pt x="0" y="40"/>
                    </a:lnTo>
                    <a:lnTo>
                      <a:pt x="112" y="0"/>
                    </a:lnTo>
                    <a:close/>
                  </a:path>
                </a:pathLst>
              </a:custGeom>
              <a:solidFill>
                <a:schemeClr val="bg2"/>
              </a:solidFill>
              <a:ln w="9525">
                <a:solidFill>
                  <a:schemeClr val="bg2"/>
                </a:solidFill>
                <a:round/>
                <a:headEnd/>
                <a:tailEnd/>
              </a:ln>
            </p:spPr>
            <p:txBody>
              <a:bodyPr/>
              <a:lstStyle/>
              <a:p>
                <a:endParaRPr lang="en-US"/>
              </a:p>
            </p:txBody>
          </p:sp>
          <p:sp>
            <p:nvSpPr>
              <p:cNvPr id="110036" name="Line 1057"/>
              <p:cNvSpPr>
                <a:spLocks noChangeShapeType="1"/>
              </p:cNvSpPr>
              <p:nvPr/>
            </p:nvSpPr>
            <p:spPr bwMode="auto">
              <a:xfrm flipV="1">
                <a:off x="1490" y="3218"/>
                <a:ext cx="70" cy="46"/>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037" name="Line 1058"/>
              <p:cNvSpPr>
                <a:spLocks noChangeShapeType="1"/>
              </p:cNvSpPr>
              <p:nvPr/>
            </p:nvSpPr>
            <p:spPr bwMode="auto">
              <a:xfrm flipV="1">
                <a:off x="1584" y="3154"/>
                <a:ext cx="72"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038" name="Line 1059"/>
              <p:cNvSpPr>
                <a:spLocks noChangeShapeType="1"/>
              </p:cNvSpPr>
              <p:nvPr/>
            </p:nvSpPr>
            <p:spPr bwMode="auto">
              <a:xfrm flipV="1">
                <a:off x="1672" y="3097"/>
                <a:ext cx="80"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039" name="Line 1060"/>
              <p:cNvSpPr>
                <a:spLocks noChangeShapeType="1"/>
              </p:cNvSpPr>
              <p:nvPr/>
            </p:nvSpPr>
            <p:spPr bwMode="auto">
              <a:xfrm flipV="1">
                <a:off x="1768" y="3057"/>
                <a:ext cx="40" cy="24"/>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9871" name="Group 1061"/>
            <p:cNvGrpSpPr>
              <a:grpSpLocks/>
            </p:cNvGrpSpPr>
            <p:nvPr/>
          </p:nvGrpSpPr>
          <p:grpSpPr bwMode="auto">
            <a:xfrm>
              <a:off x="1936" y="2993"/>
              <a:ext cx="439" cy="582"/>
              <a:chOff x="1936" y="2993"/>
              <a:chExt cx="439" cy="582"/>
            </a:xfrm>
          </p:grpSpPr>
          <p:sp>
            <p:nvSpPr>
              <p:cNvPr id="110028" name="Freeform 1062"/>
              <p:cNvSpPr>
                <a:spLocks/>
              </p:cNvSpPr>
              <p:nvPr/>
            </p:nvSpPr>
            <p:spPr bwMode="auto">
              <a:xfrm>
                <a:off x="2287" y="3472"/>
                <a:ext cx="88" cy="103"/>
              </a:xfrm>
              <a:custGeom>
                <a:avLst/>
                <a:gdLst>
                  <a:gd name="T0" fmla="*/ 88 w 88"/>
                  <a:gd name="T1" fmla="*/ 103 h 103"/>
                  <a:gd name="T2" fmla="*/ 0 w 88"/>
                  <a:gd name="T3" fmla="*/ 32 h 103"/>
                  <a:gd name="T4" fmla="*/ 24 w 88"/>
                  <a:gd name="T5" fmla="*/ 16 h 103"/>
                  <a:gd name="T6" fmla="*/ 40 w 88"/>
                  <a:gd name="T7" fmla="*/ 0 h 103"/>
                  <a:gd name="T8" fmla="*/ 88 w 88"/>
                  <a:gd name="T9" fmla="*/ 103 h 103"/>
                  <a:gd name="T10" fmla="*/ 0 60000 65536"/>
                  <a:gd name="T11" fmla="*/ 0 60000 65536"/>
                  <a:gd name="T12" fmla="*/ 0 60000 65536"/>
                  <a:gd name="T13" fmla="*/ 0 60000 65536"/>
                  <a:gd name="T14" fmla="*/ 0 60000 65536"/>
                  <a:gd name="T15" fmla="*/ 0 w 88"/>
                  <a:gd name="T16" fmla="*/ 0 h 103"/>
                  <a:gd name="T17" fmla="*/ 88 w 88"/>
                  <a:gd name="T18" fmla="*/ 103 h 103"/>
                </a:gdLst>
                <a:ahLst/>
                <a:cxnLst>
                  <a:cxn ang="T10">
                    <a:pos x="T0" y="T1"/>
                  </a:cxn>
                  <a:cxn ang="T11">
                    <a:pos x="T2" y="T3"/>
                  </a:cxn>
                  <a:cxn ang="T12">
                    <a:pos x="T4" y="T5"/>
                  </a:cxn>
                  <a:cxn ang="T13">
                    <a:pos x="T6" y="T7"/>
                  </a:cxn>
                  <a:cxn ang="T14">
                    <a:pos x="T8" y="T9"/>
                  </a:cxn>
                </a:cxnLst>
                <a:rect l="T15" t="T16" r="T17" b="T18"/>
                <a:pathLst>
                  <a:path w="88" h="103">
                    <a:moveTo>
                      <a:pt x="88" y="103"/>
                    </a:moveTo>
                    <a:lnTo>
                      <a:pt x="0" y="32"/>
                    </a:lnTo>
                    <a:lnTo>
                      <a:pt x="24" y="16"/>
                    </a:lnTo>
                    <a:lnTo>
                      <a:pt x="40" y="0"/>
                    </a:lnTo>
                    <a:lnTo>
                      <a:pt x="88" y="103"/>
                    </a:lnTo>
                    <a:close/>
                  </a:path>
                </a:pathLst>
              </a:custGeom>
              <a:solidFill>
                <a:schemeClr val="bg2"/>
              </a:solidFill>
              <a:ln w="9525">
                <a:solidFill>
                  <a:schemeClr val="bg2"/>
                </a:solidFill>
                <a:round/>
                <a:headEnd/>
                <a:tailEnd/>
              </a:ln>
            </p:spPr>
            <p:txBody>
              <a:bodyPr/>
              <a:lstStyle/>
              <a:p>
                <a:endParaRPr lang="en-US"/>
              </a:p>
            </p:txBody>
          </p:sp>
          <p:sp>
            <p:nvSpPr>
              <p:cNvPr id="110029" name="Line 1063"/>
              <p:cNvSpPr>
                <a:spLocks noChangeShapeType="1"/>
              </p:cNvSpPr>
              <p:nvPr/>
            </p:nvSpPr>
            <p:spPr bwMode="auto">
              <a:xfrm>
                <a:off x="1936" y="2993"/>
                <a:ext cx="56" cy="7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030" name="Line 1064"/>
              <p:cNvSpPr>
                <a:spLocks noChangeShapeType="1"/>
              </p:cNvSpPr>
              <p:nvPr/>
            </p:nvSpPr>
            <p:spPr bwMode="auto">
              <a:xfrm>
                <a:off x="2000" y="3081"/>
                <a:ext cx="55" cy="7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031" name="Line 1065"/>
              <p:cNvSpPr>
                <a:spLocks noChangeShapeType="1"/>
              </p:cNvSpPr>
              <p:nvPr/>
            </p:nvSpPr>
            <p:spPr bwMode="auto">
              <a:xfrm>
                <a:off x="2071" y="3169"/>
                <a:ext cx="48" cy="7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032" name="Line 1066"/>
              <p:cNvSpPr>
                <a:spLocks noChangeShapeType="1"/>
              </p:cNvSpPr>
              <p:nvPr/>
            </p:nvSpPr>
            <p:spPr bwMode="auto">
              <a:xfrm>
                <a:off x="2135" y="3264"/>
                <a:ext cx="56" cy="63"/>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033" name="Line 1067"/>
              <p:cNvSpPr>
                <a:spLocks noChangeShapeType="1"/>
              </p:cNvSpPr>
              <p:nvPr/>
            </p:nvSpPr>
            <p:spPr bwMode="auto">
              <a:xfrm>
                <a:off x="2207" y="3352"/>
                <a:ext cx="48" cy="7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034" name="Line 1068"/>
              <p:cNvSpPr>
                <a:spLocks noChangeShapeType="1"/>
              </p:cNvSpPr>
              <p:nvPr/>
            </p:nvSpPr>
            <p:spPr bwMode="auto">
              <a:xfrm>
                <a:off x="2271" y="3440"/>
                <a:ext cx="40"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9872" name="Group 1069"/>
            <p:cNvGrpSpPr>
              <a:grpSpLocks/>
            </p:cNvGrpSpPr>
            <p:nvPr/>
          </p:nvGrpSpPr>
          <p:grpSpPr bwMode="auto">
            <a:xfrm>
              <a:off x="1944" y="2690"/>
              <a:ext cx="447" cy="279"/>
              <a:chOff x="1944" y="2690"/>
              <a:chExt cx="447" cy="279"/>
            </a:xfrm>
          </p:grpSpPr>
          <p:sp>
            <p:nvSpPr>
              <p:cNvPr id="110023" name="Freeform 1070"/>
              <p:cNvSpPr>
                <a:spLocks/>
              </p:cNvSpPr>
              <p:nvPr/>
            </p:nvSpPr>
            <p:spPr bwMode="auto">
              <a:xfrm>
                <a:off x="2279" y="2889"/>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 name="T15" fmla="*/ 0 w 112"/>
                  <a:gd name="T16" fmla="*/ 0 h 80"/>
                  <a:gd name="T17" fmla="*/ 112 w 112"/>
                  <a:gd name="T18" fmla="*/ 80 h 80"/>
                </a:gdLst>
                <a:ahLst/>
                <a:cxnLst>
                  <a:cxn ang="T10">
                    <a:pos x="T0" y="T1"/>
                  </a:cxn>
                  <a:cxn ang="T11">
                    <a:pos x="T2" y="T3"/>
                  </a:cxn>
                  <a:cxn ang="T12">
                    <a:pos x="T4" y="T5"/>
                  </a:cxn>
                  <a:cxn ang="T13">
                    <a:pos x="T6" y="T7"/>
                  </a:cxn>
                  <a:cxn ang="T14">
                    <a:pos x="T8" y="T9"/>
                  </a:cxn>
                </a:cxnLst>
                <a:rect l="T15" t="T16" r="T17" b="T18"/>
                <a:pathLst>
                  <a:path w="112" h="80">
                    <a:moveTo>
                      <a:pt x="112" y="80"/>
                    </a:moveTo>
                    <a:lnTo>
                      <a:pt x="0" y="48"/>
                    </a:lnTo>
                    <a:lnTo>
                      <a:pt x="16" y="24"/>
                    </a:lnTo>
                    <a:lnTo>
                      <a:pt x="32" y="0"/>
                    </a:lnTo>
                    <a:lnTo>
                      <a:pt x="112" y="80"/>
                    </a:lnTo>
                    <a:close/>
                  </a:path>
                </a:pathLst>
              </a:custGeom>
              <a:solidFill>
                <a:schemeClr val="bg2"/>
              </a:solidFill>
              <a:ln w="9525">
                <a:solidFill>
                  <a:schemeClr val="bg2"/>
                </a:solidFill>
                <a:round/>
                <a:headEnd/>
                <a:tailEnd/>
              </a:ln>
            </p:spPr>
            <p:txBody>
              <a:bodyPr/>
              <a:lstStyle/>
              <a:p>
                <a:endParaRPr lang="en-US"/>
              </a:p>
            </p:txBody>
          </p:sp>
          <p:sp>
            <p:nvSpPr>
              <p:cNvPr id="110024" name="Line 1071"/>
              <p:cNvSpPr>
                <a:spLocks noChangeShapeType="1"/>
              </p:cNvSpPr>
              <p:nvPr/>
            </p:nvSpPr>
            <p:spPr bwMode="auto">
              <a:xfrm>
                <a:off x="1944" y="2690"/>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025" name="Line 1072"/>
              <p:cNvSpPr>
                <a:spLocks noChangeShapeType="1"/>
              </p:cNvSpPr>
              <p:nvPr/>
            </p:nvSpPr>
            <p:spPr bwMode="auto">
              <a:xfrm>
                <a:off x="2040" y="2746"/>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026" name="Line 1073"/>
              <p:cNvSpPr>
                <a:spLocks noChangeShapeType="1"/>
              </p:cNvSpPr>
              <p:nvPr/>
            </p:nvSpPr>
            <p:spPr bwMode="auto">
              <a:xfrm>
                <a:off x="2136" y="2810"/>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027" name="Line 1074"/>
              <p:cNvSpPr>
                <a:spLocks noChangeShapeType="1"/>
              </p:cNvSpPr>
              <p:nvPr/>
            </p:nvSpPr>
            <p:spPr bwMode="auto">
              <a:xfrm>
                <a:off x="2232" y="2866"/>
                <a:ext cx="63" cy="46"/>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9873" name="Group 1075"/>
            <p:cNvGrpSpPr>
              <a:grpSpLocks/>
            </p:cNvGrpSpPr>
            <p:nvPr/>
          </p:nvGrpSpPr>
          <p:grpSpPr bwMode="auto">
            <a:xfrm>
              <a:off x="2407" y="3001"/>
              <a:ext cx="423" cy="271"/>
              <a:chOff x="2407" y="3001"/>
              <a:chExt cx="423" cy="271"/>
            </a:xfrm>
          </p:grpSpPr>
          <p:sp>
            <p:nvSpPr>
              <p:cNvPr id="110018" name="Freeform 1076"/>
              <p:cNvSpPr>
                <a:spLocks/>
              </p:cNvSpPr>
              <p:nvPr/>
            </p:nvSpPr>
            <p:spPr bwMode="auto">
              <a:xfrm>
                <a:off x="2718" y="3185"/>
                <a:ext cx="112" cy="87"/>
              </a:xfrm>
              <a:custGeom>
                <a:avLst/>
                <a:gdLst>
                  <a:gd name="T0" fmla="*/ 112 w 112"/>
                  <a:gd name="T1" fmla="*/ 87 h 87"/>
                  <a:gd name="T2" fmla="*/ 0 w 112"/>
                  <a:gd name="T3" fmla="*/ 47 h 87"/>
                  <a:gd name="T4" fmla="*/ 16 w 112"/>
                  <a:gd name="T5" fmla="*/ 23 h 87"/>
                  <a:gd name="T6" fmla="*/ 32 w 112"/>
                  <a:gd name="T7" fmla="*/ 0 h 87"/>
                  <a:gd name="T8" fmla="*/ 112 w 112"/>
                  <a:gd name="T9" fmla="*/ 87 h 87"/>
                  <a:gd name="T10" fmla="*/ 0 60000 65536"/>
                  <a:gd name="T11" fmla="*/ 0 60000 65536"/>
                  <a:gd name="T12" fmla="*/ 0 60000 65536"/>
                  <a:gd name="T13" fmla="*/ 0 60000 65536"/>
                  <a:gd name="T14" fmla="*/ 0 60000 65536"/>
                  <a:gd name="T15" fmla="*/ 0 w 112"/>
                  <a:gd name="T16" fmla="*/ 0 h 87"/>
                  <a:gd name="T17" fmla="*/ 112 w 112"/>
                  <a:gd name="T18" fmla="*/ 87 h 87"/>
                </a:gdLst>
                <a:ahLst/>
                <a:cxnLst>
                  <a:cxn ang="T10">
                    <a:pos x="T0" y="T1"/>
                  </a:cxn>
                  <a:cxn ang="T11">
                    <a:pos x="T2" y="T3"/>
                  </a:cxn>
                  <a:cxn ang="T12">
                    <a:pos x="T4" y="T5"/>
                  </a:cxn>
                  <a:cxn ang="T13">
                    <a:pos x="T6" y="T7"/>
                  </a:cxn>
                  <a:cxn ang="T14">
                    <a:pos x="T8" y="T9"/>
                  </a:cxn>
                </a:cxnLst>
                <a:rect l="T15" t="T16" r="T17" b="T18"/>
                <a:pathLst>
                  <a:path w="112" h="87">
                    <a:moveTo>
                      <a:pt x="112" y="87"/>
                    </a:moveTo>
                    <a:lnTo>
                      <a:pt x="0" y="47"/>
                    </a:lnTo>
                    <a:lnTo>
                      <a:pt x="16" y="23"/>
                    </a:lnTo>
                    <a:lnTo>
                      <a:pt x="32" y="0"/>
                    </a:lnTo>
                    <a:lnTo>
                      <a:pt x="112" y="87"/>
                    </a:lnTo>
                    <a:close/>
                  </a:path>
                </a:pathLst>
              </a:custGeom>
              <a:solidFill>
                <a:schemeClr val="bg2"/>
              </a:solidFill>
              <a:ln w="9525">
                <a:solidFill>
                  <a:schemeClr val="bg2"/>
                </a:solidFill>
                <a:round/>
                <a:headEnd/>
                <a:tailEnd/>
              </a:ln>
            </p:spPr>
            <p:txBody>
              <a:bodyPr/>
              <a:lstStyle/>
              <a:p>
                <a:endParaRPr lang="en-US"/>
              </a:p>
            </p:txBody>
          </p:sp>
          <p:sp>
            <p:nvSpPr>
              <p:cNvPr id="110019" name="Line 1077"/>
              <p:cNvSpPr>
                <a:spLocks noChangeShapeType="1"/>
              </p:cNvSpPr>
              <p:nvPr/>
            </p:nvSpPr>
            <p:spPr bwMode="auto">
              <a:xfrm>
                <a:off x="2407" y="3001"/>
                <a:ext cx="72"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020" name="Line 1078"/>
              <p:cNvSpPr>
                <a:spLocks noChangeShapeType="1"/>
              </p:cNvSpPr>
              <p:nvPr/>
            </p:nvSpPr>
            <p:spPr bwMode="auto">
              <a:xfrm>
                <a:off x="2503" y="3065"/>
                <a:ext cx="71" cy="39"/>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021" name="Line 1079"/>
              <p:cNvSpPr>
                <a:spLocks noChangeShapeType="1"/>
              </p:cNvSpPr>
              <p:nvPr/>
            </p:nvSpPr>
            <p:spPr bwMode="auto">
              <a:xfrm>
                <a:off x="2599" y="3121"/>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022" name="Line 1080"/>
              <p:cNvSpPr>
                <a:spLocks noChangeShapeType="1"/>
              </p:cNvSpPr>
              <p:nvPr/>
            </p:nvSpPr>
            <p:spPr bwMode="auto">
              <a:xfrm>
                <a:off x="2688" y="3185"/>
                <a:ext cx="46" cy="2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9874" name="Group 1081"/>
            <p:cNvGrpSpPr>
              <a:grpSpLocks/>
            </p:cNvGrpSpPr>
            <p:nvPr/>
          </p:nvGrpSpPr>
          <p:grpSpPr bwMode="auto">
            <a:xfrm>
              <a:off x="2854" y="3296"/>
              <a:ext cx="439" cy="279"/>
              <a:chOff x="2854" y="3296"/>
              <a:chExt cx="439" cy="279"/>
            </a:xfrm>
          </p:grpSpPr>
          <p:sp>
            <p:nvSpPr>
              <p:cNvPr id="110013" name="Freeform 1082"/>
              <p:cNvSpPr>
                <a:spLocks/>
              </p:cNvSpPr>
              <p:nvPr/>
            </p:nvSpPr>
            <p:spPr bwMode="auto">
              <a:xfrm>
                <a:off x="3181" y="3488"/>
                <a:ext cx="112" cy="87"/>
              </a:xfrm>
              <a:custGeom>
                <a:avLst/>
                <a:gdLst>
                  <a:gd name="T0" fmla="*/ 112 w 112"/>
                  <a:gd name="T1" fmla="*/ 87 h 87"/>
                  <a:gd name="T2" fmla="*/ 0 w 112"/>
                  <a:gd name="T3" fmla="*/ 48 h 87"/>
                  <a:gd name="T4" fmla="*/ 16 w 112"/>
                  <a:gd name="T5" fmla="*/ 24 h 87"/>
                  <a:gd name="T6" fmla="*/ 32 w 112"/>
                  <a:gd name="T7" fmla="*/ 0 h 87"/>
                  <a:gd name="T8" fmla="*/ 112 w 112"/>
                  <a:gd name="T9" fmla="*/ 87 h 87"/>
                  <a:gd name="T10" fmla="*/ 0 60000 65536"/>
                  <a:gd name="T11" fmla="*/ 0 60000 65536"/>
                  <a:gd name="T12" fmla="*/ 0 60000 65536"/>
                  <a:gd name="T13" fmla="*/ 0 60000 65536"/>
                  <a:gd name="T14" fmla="*/ 0 60000 65536"/>
                  <a:gd name="T15" fmla="*/ 0 w 112"/>
                  <a:gd name="T16" fmla="*/ 0 h 87"/>
                  <a:gd name="T17" fmla="*/ 112 w 112"/>
                  <a:gd name="T18" fmla="*/ 87 h 87"/>
                </a:gdLst>
                <a:ahLst/>
                <a:cxnLst>
                  <a:cxn ang="T10">
                    <a:pos x="T0" y="T1"/>
                  </a:cxn>
                  <a:cxn ang="T11">
                    <a:pos x="T2" y="T3"/>
                  </a:cxn>
                  <a:cxn ang="T12">
                    <a:pos x="T4" y="T5"/>
                  </a:cxn>
                  <a:cxn ang="T13">
                    <a:pos x="T6" y="T7"/>
                  </a:cxn>
                  <a:cxn ang="T14">
                    <a:pos x="T8" y="T9"/>
                  </a:cxn>
                </a:cxnLst>
                <a:rect l="T15" t="T16" r="T17" b="T18"/>
                <a:pathLst>
                  <a:path w="112" h="87">
                    <a:moveTo>
                      <a:pt x="112" y="87"/>
                    </a:moveTo>
                    <a:lnTo>
                      <a:pt x="0" y="48"/>
                    </a:lnTo>
                    <a:lnTo>
                      <a:pt x="16" y="24"/>
                    </a:lnTo>
                    <a:lnTo>
                      <a:pt x="32" y="0"/>
                    </a:lnTo>
                    <a:lnTo>
                      <a:pt x="112" y="87"/>
                    </a:lnTo>
                    <a:close/>
                  </a:path>
                </a:pathLst>
              </a:custGeom>
              <a:solidFill>
                <a:schemeClr val="bg2"/>
              </a:solidFill>
              <a:ln w="9525">
                <a:solidFill>
                  <a:schemeClr val="bg2"/>
                </a:solidFill>
                <a:round/>
                <a:headEnd/>
                <a:tailEnd/>
              </a:ln>
            </p:spPr>
            <p:txBody>
              <a:bodyPr/>
              <a:lstStyle/>
              <a:p>
                <a:endParaRPr lang="en-US"/>
              </a:p>
            </p:txBody>
          </p:sp>
          <p:sp>
            <p:nvSpPr>
              <p:cNvPr id="110014" name="Line 1083"/>
              <p:cNvSpPr>
                <a:spLocks noChangeShapeType="1"/>
              </p:cNvSpPr>
              <p:nvPr/>
            </p:nvSpPr>
            <p:spPr bwMode="auto">
              <a:xfrm>
                <a:off x="2854" y="3296"/>
                <a:ext cx="72"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015" name="Line 1084"/>
              <p:cNvSpPr>
                <a:spLocks noChangeShapeType="1"/>
              </p:cNvSpPr>
              <p:nvPr/>
            </p:nvSpPr>
            <p:spPr bwMode="auto">
              <a:xfrm>
                <a:off x="2950" y="3360"/>
                <a:ext cx="71" cy="39"/>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016" name="Line 1085"/>
              <p:cNvSpPr>
                <a:spLocks noChangeShapeType="1"/>
              </p:cNvSpPr>
              <p:nvPr/>
            </p:nvSpPr>
            <p:spPr bwMode="auto">
              <a:xfrm>
                <a:off x="3046" y="3416"/>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017" name="Line 1086"/>
              <p:cNvSpPr>
                <a:spLocks noChangeShapeType="1"/>
              </p:cNvSpPr>
              <p:nvPr/>
            </p:nvSpPr>
            <p:spPr bwMode="auto">
              <a:xfrm>
                <a:off x="3135" y="3480"/>
                <a:ext cx="62" cy="3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9875" name="Group 1087"/>
            <p:cNvGrpSpPr>
              <a:grpSpLocks/>
            </p:cNvGrpSpPr>
            <p:nvPr/>
          </p:nvGrpSpPr>
          <p:grpSpPr bwMode="auto">
            <a:xfrm>
              <a:off x="2863" y="3304"/>
              <a:ext cx="422" cy="279"/>
              <a:chOff x="2863" y="3304"/>
              <a:chExt cx="422" cy="279"/>
            </a:xfrm>
          </p:grpSpPr>
          <p:sp>
            <p:nvSpPr>
              <p:cNvPr id="110008" name="Freeform 1088"/>
              <p:cNvSpPr>
                <a:spLocks/>
              </p:cNvSpPr>
              <p:nvPr/>
            </p:nvSpPr>
            <p:spPr bwMode="auto">
              <a:xfrm>
                <a:off x="3173" y="3304"/>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32" y="88"/>
                    </a:lnTo>
                    <a:lnTo>
                      <a:pt x="16" y="64"/>
                    </a:lnTo>
                    <a:lnTo>
                      <a:pt x="0" y="40"/>
                    </a:lnTo>
                    <a:lnTo>
                      <a:pt x="112" y="0"/>
                    </a:lnTo>
                    <a:close/>
                  </a:path>
                </a:pathLst>
              </a:custGeom>
              <a:solidFill>
                <a:schemeClr val="bg2"/>
              </a:solidFill>
              <a:ln w="9525">
                <a:solidFill>
                  <a:schemeClr val="bg2"/>
                </a:solidFill>
                <a:round/>
                <a:headEnd/>
                <a:tailEnd/>
              </a:ln>
            </p:spPr>
            <p:txBody>
              <a:bodyPr/>
              <a:lstStyle/>
              <a:p>
                <a:endParaRPr lang="en-US"/>
              </a:p>
            </p:txBody>
          </p:sp>
          <p:sp>
            <p:nvSpPr>
              <p:cNvPr id="110009" name="Line 1089"/>
              <p:cNvSpPr>
                <a:spLocks noChangeShapeType="1"/>
              </p:cNvSpPr>
              <p:nvPr/>
            </p:nvSpPr>
            <p:spPr bwMode="auto">
              <a:xfrm flipV="1">
                <a:off x="2863" y="3536"/>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010" name="Line 1090"/>
              <p:cNvSpPr>
                <a:spLocks noChangeShapeType="1"/>
              </p:cNvSpPr>
              <p:nvPr/>
            </p:nvSpPr>
            <p:spPr bwMode="auto">
              <a:xfrm flipV="1">
                <a:off x="2958" y="3473"/>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011" name="Line 1091"/>
              <p:cNvSpPr>
                <a:spLocks noChangeShapeType="1"/>
              </p:cNvSpPr>
              <p:nvPr/>
            </p:nvSpPr>
            <p:spPr bwMode="auto">
              <a:xfrm flipV="1">
                <a:off x="3046" y="3417"/>
                <a:ext cx="79"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012" name="Line 1092"/>
              <p:cNvSpPr>
                <a:spLocks noChangeShapeType="1"/>
              </p:cNvSpPr>
              <p:nvPr/>
            </p:nvSpPr>
            <p:spPr bwMode="auto">
              <a:xfrm flipV="1">
                <a:off x="3141" y="3368"/>
                <a:ext cx="48" cy="3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9876" name="Group 1093"/>
            <p:cNvGrpSpPr>
              <a:grpSpLocks/>
            </p:cNvGrpSpPr>
            <p:nvPr/>
          </p:nvGrpSpPr>
          <p:grpSpPr bwMode="auto">
            <a:xfrm>
              <a:off x="2870" y="2690"/>
              <a:ext cx="415" cy="287"/>
              <a:chOff x="2870" y="2690"/>
              <a:chExt cx="415" cy="287"/>
            </a:xfrm>
          </p:grpSpPr>
          <p:sp>
            <p:nvSpPr>
              <p:cNvPr id="110003" name="Freeform 1094"/>
              <p:cNvSpPr>
                <a:spLocks/>
              </p:cNvSpPr>
              <p:nvPr/>
            </p:nvSpPr>
            <p:spPr bwMode="auto">
              <a:xfrm>
                <a:off x="3173" y="2690"/>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32" y="88"/>
                    </a:lnTo>
                    <a:lnTo>
                      <a:pt x="16" y="64"/>
                    </a:lnTo>
                    <a:lnTo>
                      <a:pt x="0" y="40"/>
                    </a:lnTo>
                    <a:lnTo>
                      <a:pt x="112" y="0"/>
                    </a:lnTo>
                    <a:close/>
                  </a:path>
                </a:pathLst>
              </a:custGeom>
              <a:solidFill>
                <a:schemeClr val="bg2"/>
              </a:solidFill>
              <a:ln w="9525">
                <a:solidFill>
                  <a:schemeClr val="bg2"/>
                </a:solidFill>
                <a:round/>
                <a:headEnd/>
                <a:tailEnd/>
              </a:ln>
            </p:spPr>
            <p:txBody>
              <a:bodyPr/>
              <a:lstStyle/>
              <a:p>
                <a:endParaRPr lang="en-US"/>
              </a:p>
            </p:txBody>
          </p:sp>
          <p:sp>
            <p:nvSpPr>
              <p:cNvPr id="110004" name="Line 1095"/>
              <p:cNvSpPr>
                <a:spLocks noChangeShapeType="1"/>
              </p:cNvSpPr>
              <p:nvPr/>
            </p:nvSpPr>
            <p:spPr bwMode="auto">
              <a:xfrm flipV="1">
                <a:off x="2870" y="2929"/>
                <a:ext cx="72"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005" name="Line 1096"/>
              <p:cNvSpPr>
                <a:spLocks noChangeShapeType="1"/>
              </p:cNvSpPr>
              <p:nvPr/>
            </p:nvSpPr>
            <p:spPr bwMode="auto">
              <a:xfrm flipV="1">
                <a:off x="2967" y="2867"/>
                <a:ext cx="70" cy="46"/>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006" name="Line 1097"/>
              <p:cNvSpPr>
                <a:spLocks noChangeShapeType="1"/>
              </p:cNvSpPr>
              <p:nvPr/>
            </p:nvSpPr>
            <p:spPr bwMode="auto">
              <a:xfrm flipV="1">
                <a:off x="3053" y="2803"/>
                <a:ext cx="72"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007" name="Line 1098"/>
              <p:cNvSpPr>
                <a:spLocks noChangeShapeType="1"/>
              </p:cNvSpPr>
              <p:nvPr/>
            </p:nvSpPr>
            <p:spPr bwMode="auto">
              <a:xfrm flipV="1">
                <a:off x="3149" y="2754"/>
                <a:ext cx="40" cy="3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9877" name="Group 1099"/>
            <p:cNvGrpSpPr>
              <a:grpSpLocks/>
            </p:cNvGrpSpPr>
            <p:nvPr/>
          </p:nvGrpSpPr>
          <p:grpSpPr bwMode="auto">
            <a:xfrm>
              <a:off x="2878" y="2068"/>
              <a:ext cx="431" cy="287"/>
              <a:chOff x="2878" y="2068"/>
              <a:chExt cx="431" cy="287"/>
            </a:xfrm>
          </p:grpSpPr>
          <p:sp>
            <p:nvSpPr>
              <p:cNvPr id="109998" name="Freeform 1100"/>
              <p:cNvSpPr>
                <a:spLocks/>
              </p:cNvSpPr>
              <p:nvPr/>
            </p:nvSpPr>
            <p:spPr bwMode="auto">
              <a:xfrm>
                <a:off x="3197" y="2267"/>
                <a:ext cx="112" cy="88"/>
              </a:xfrm>
              <a:custGeom>
                <a:avLst/>
                <a:gdLst>
                  <a:gd name="T0" fmla="*/ 112 w 112"/>
                  <a:gd name="T1" fmla="*/ 88 h 88"/>
                  <a:gd name="T2" fmla="*/ 0 w 112"/>
                  <a:gd name="T3" fmla="*/ 48 h 88"/>
                  <a:gd name="T4" fmla="*/ 16 w 112"/>
                  <a:gd name="T5" fmla="*/ 24 h 88"/>
                  <a:gd name="T6" fmla="*/ 32 w 112"/>
                  <a:gd name="T7" fmla="*/ 0 h 88"/>
                  <a:gd name="T8" fmla="*/ 112 w 112"/>
                  <a:gd name="T9" fmla="*/ 88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88"/>
                    </a:moveTo>
                    <a:lnTo>
                      <a:pt x="0" y="48"/>
                    </a:lnTo>
                    <a:lnTo>
                      <a:pt x="16" y="24"/>
                    </a:lnTo>
                    <a:lnTo>
                      <a:pt x="32" y="0"/>
                    </a:lnTo>
                    <a:lnTo>
                      <a:pt x="112" y="88"/>
                    </a:lnTo>
                    <a:close/>
                  </a:path>
                </a:pathLst>
              </a:custGeom>
              <a:solidFill>
                <a:schemeClr val="bg2"/>
              </a:solidFill>
              <a:ln w="9525">
                <a:solidFill>
                  <a:schemeClr val="bg2"/>
                </a:solidFill>
                <a:round/>
                <a:headEnd/>
                <a:tailEnd/>
              </a:ln>
            </p:spPr>
            <p:txBody>
              <a:bodyPr/>
              <a:lstStyle/>
              <a:p>
                <a:endParaRPr lang="en-US"/>
              </a:p>
            </p:txBody>
          </p:sp>
          <p:sp>
            <p:nvSpPr>
              <p:cNvPr id="109999" name="Line 1101"/>
              <p:cNvSpPr>
                <a:spLocks noChangeShapeType="1"/>
              </p:cNvSpPr>
              <p:nvPr/>
            </p:nvSpPr>
            <p:spPr bwMode="auto">
              <a:xfrm>
                <a:off x="2878" y="2068"/>
                <a:ext cx="72"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000" name="Line 1102"/>
              <p:cNvSpPr>
                <a:spLocks noChangeShapeType="1"/>
              </p:cNvSpPr>
              <p:nvPr/>
            </p:nvSpPr>
            <p:spPr bwMode="auto">
              <a:xfrm>
                <a:off x="2975" y="2132"/>
                <a:ext cx="70" cy="46"/>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001" name="Line 1103"/>
              <p:cNvSpPr>
                <a:spLocks noChangeShapeType="1"/>
              </p:cNvSpPr>
              <p:nvPr/>
            </p:nvSpPr>
            <p:spPr bwMode="auto">
              <a:xfrm>
                <a:off x="3062" y="2196"/>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002" name="Line 1104"/>
              <p:cNvSpPr>
                <a:spLocks noChangeShapeType="1"/>
              </p:cNvSpPr>
              <p:nvPr/>
            </p:nvSpPr>
            <p:spPr bwMode="auto">
              <a:xfrm>
                <a:off x="3157" y="2251"/>
                <a:ext cx="56" cy="4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9878" name="Group 1105"/>
            <p:cNvGrpSpPr>
              <a:grpSpLocks/>
            </p:cNvGrpSpPr>
            <p:nvPr/>
          </p:nvGrpSpPr>
          <p:grpSpPr bwMode="auto">
            <a:xfrm>
              <a:off x="2415" y="2387"/>
              <a:ext cx="439" cy="271"/>
              <a:chOff x="2415" y="2387"/>
              <a:chExt cx="439" cy="271"/>
            </a:xfrm>
          </p:grpSpPr>
          <p:sp>
            <p:nvSpPr>
              <p:cNvPr id="109993" name="Freeform 1106"/>
              <p:cNvSpPr>
                <a:spLocks/>
              </p:cNvSpPr>
              <p:nvPr/>
            </p:nvSpPr>
            <p:spPr bwMode="auto">
              <a:xfrm>
                <a:off x="2742" y="2578"/>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 name="T15" fmla="*/ 0 w 112"/>
                  <a:gd name="T16" fmla="*/ 0 h 80"/>
                  <a:gd name="T17" fmla="*/ 112 w 112"/>
                  <a:gd name="T18" fmla="*/ 80 h 80"/>
                </a:gdLst>
                <a:ahLst/>
                <a:cxnLst>
                  <a:cxn ang="T10">
                    <a:pos x="T0" y="T1"/>
                  </a:cxn>
                  <a:cxn ang="T11">
                    <a:pos x="T2" y="T3"/>
                  </a:cxn>
                  <a:cxn ang="T12">
                    <a:pos x="T4" y="T5"/>
                  </a:cxn>
                  <a:cxn ang="T13">
                    <a:pos x="T6" y="T7"/>
                  </a:cxn>
                  <a:cxn ang="T14">
                    <a:pos x="T8" y="T9"/>
                  </a:cxn>
                </a:cxnLst>
                <a:rect l="T15" t="T16" r="T17" b="T18"/>
                <a:pathLst>
                  <a:path w="112" h="80">
                    <a:moveTo>
                      <a:pt x="112" y="80"/>
                    </a:moveTo>
                    <a:lnTo>
                      <a:pt x="0" y="48"/>
                    </a:lnTo>
                    <a:lnTo>
                      <a:pt x="16" y="24"/>
                    </a:lnTo>
                    <a:lnTo>
                      <a:pt x="32" y="0"/>
                    </a:lnTo>
                    <a:lnTo>
                      <a:pt x="112" y="80"/>
                    </a:lnTo>
                    <a:close/>
                  </a:path>
                </a:pathLst>
              </a:custGeom>
              <a:solidFill>
                <a:schemeClr val="bg2"/>
              </a:solidFill>
              <a:ln w="9525">
                <a:solidFill>
                  <a:schemeClr val="bg2"/>
                </a:solidFill>
                <a:round/>
                <a:headEnd/>
                <a:tailEnd/>
              </a:ln>
            </p:spPr>
            <p:txBody>
              <a:bodyPr/>
              <a:lstStyle/>
              <a:p>
                <a:endParaRPr lang="en-US"/>
              </a:p>
            </p:txBody>
          </p:sp>
          <p:sp>
            <p:nvSpPr>
              <p:cNvPr id="109994" name="Line 1107"/>
              <p:cNvSpPr>
                <a:spLocks noChangeShapeType="1"/>
              </p:cNvSpPr>
              <p:nvPr/>
            </p:nvSpPr>
            <p:spPr bwMode="auto">
              <a:xfrm>
                <a:off x="2415" y="2387"/>
                <a:ext cx="72"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995" name="Line 1108"/>
              <p:cNvSpPr>
                <a:spLocks noChangeShapeType="1"/>
              </p:cNvSpPr>
              <p:nvPr/>
            </p:nvSpPr>
            <p:spPr bwMode="auto">
              <a:xfrm>
                <a:off x="2512" y="2443"/>
                <a:ext cx="70" cy="46"/>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996" name="Line 1109"/>
              <p:cNvSpPr>
                <a:spLocks noChangeShapeType="1"/>
              </p:cNvSpPr>
              <p:nvPr/>
            </p:nvSpPr>
            <p:spPr bwMode="auto">
              <a:xfrm>
                <a:off x="2607" y="2507"/>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997" name="Line 1110"/>
              <p:cNvSpPr>
                <a:spLocks noChangeShapeType="1"/>
              </p:cNvSpPr>
              <p:nvPr/>
            </p:nvSpPr>
            <p:spPr bwMode="auto">
              <a:xfrm>
                <a:off x="2702" y="2562"/>
                <a:ext cx="56" cy="39"/>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9879" name="Group 1111"/>
            <p:cNvGrpSpPr>
              <a:grpSpLocks/>
            </p:cNvGrpSpPr>
            <p:nvPr/>
          </p:nvGrpSpPr>
          <p:grpSpPr bwMode="auto">
            <a:xfrm>
              <a:off x="1944" y="2387"/>
              <a:ext cx="439" cy="271"/>
              <a:chOff x="1944" y="2387"/>
              <a:chExt cx="439" cy="271"/>
            </a:xfrm>
          </p:grpSpPr>
          <p:sp>
            <p:nvSpPr>
              <p:cNvPr id="109988" name="Freeform 1112"/>
              <p:cNvSpPr>
                <a:spLocks/>
              </p:cNvSpPr>
              <p:nvPr/>
            </p:nvSpPr>
            <p:spPr bwMode="auto">
              <a:xfrm>
                <a:off x="2271" y="2578"/>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 name="T15" fmla="*/ 0 w 112"/>
                  <a:gd name="T16" fmla="*/ 0 h 80"/>
                  <a:gd name="T17" fmla="*/ 112 w 112"/>
                  <a:gd name="T18" fmla="*/ 80 h 80"/>
                </a:gdLst>
                <a:ahLst/>
                <a:cxnLst>
                  <a:cxn ang="T10">
                    <a:pos x="T0" y="T1"/>
                  </a:cxn>
                  <a:cxn ang="T11">
                    <a:pos x="T2" y="T3"/>
                  </a:cxn>
                  <a:cxn ang="T12">
                    <a:pos x="T4" y="T5"/>
                  </a:cxn>
                  <a:cxn ang="T13">
                    <a:pos x="T6" y="T7"/>
                  </a:cxn>
                  <a:cxn ang="T14">
                    <a:pos x="T8" y="T9"/>
                  </a:cxn>
                </a:cxnLst>
                <a:rect l="T15" t="T16" r="T17" b="T18"/>
                <a:pathLst>
                  <a:path w="112" h="80">
                    <a:moveTo>
                      <a:pt x="112" y="80"/>
                    </a:moveTo>
                    <a:lnTo>
                      <a:pt x="0" y="48"/>
                    </a:lnTo>
                    <a:lnTo>
                      <a:pt x="16" y="24"/>
                    </a:lnTo>
                    <a:lnTo>
                      <a:pt x="32" y="0"/>
                    </a:lnTo>
                    <a:lnTo>
                      <a:pt x="112" y="80"/>
                    </a:lnTo>
                    <a:close/>
                  </a:path>
                </a:pathLst>
              </a:custGeom>
              <a:solidFill>
                <a:schemeClr val="bg2"/>
              </a:solidFill>
              <a:ln w="9525">
                <a:solidFill>
                  <a:schemeClr val="bg2"/>
                </a:solidFill>
                <a:round/>
                <a:headEnd/>
                <a:tailEnd/>
              </a:ln>
            </p:spPr>
            <p:txBody>
              <a:bodyPr/>
              <a:lstStyle/>
              <a:p>
                <a:endParaRPr lang="en-US"/>
              </a:p>
            </p:txBody>
          </p:sp>
          <p:sp>
            <p:nvSpPr>
              <p:cNvPr id="109989" name="Line 1113"/>
              <p:cNvSpPr>
                <a:spLocks noChangeShapeType="1"/>
              </p:cNvSpPr>
              <p:nvPr/>
            </p:nvSpPr>
            <p:spPr bwMode="auto">
              <a:xfrm>
                <a:off x="1944" y="2387"/>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990" name="Line 1114"/>
              <p:cNvSpPr>
                <a:spLocks noChangeShapeType="1"/>
              </p:cNvSpPr>
              <p:nvPr/>
            </p:nvSpPr>
            <p:spPr bwMode="auto">
              <a:xfrm>
                <a:off x="2040" y="2443"/>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991" name="Line 1115"/>
              <p:cNvSpPr>
                <a:spLocks noChangeShapeType="1"/>
              </p:cNvSpPr>
              <p:nvPr/>
            </p:nvSpPr>
            <p:spPr bwMode="auto">
              <a:xfrm>
                <a:off x="2136" y="2507"/>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992" name="Line 1116"/>
              <p:cNvSpPr>
                <a:spLocks noChangeShapeType="1"/>
              </p:cNvSpPr>
              <p:nvPr/>
            </p:nvSpPr>
            <p:spPr bwMode="auto">
              <a:xfrm>
                <a:off x="2231" y="2562"/>
                <a:ext cx="56" cy="39"/>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9880" name="Group 1117"/>
            <p:cNvGrpSpPr>
              <a:grpSpLocks/>
            </p:cNvGrpSpPr>
            <p:nvPr/>
          </p:nvGrpSpPr>
          <p:grpSpPr bwMode="auto">
            <a:xfrm>
              <a:off x="2399" y="3304"/>
              <a:ext cx="447" cy="279"/>
              <a:chOff x="2399" y="3304"/>
              <a:chExt cx="447" cy="279"/>
            </a:xfrm>
          </p:grpSpPr>
          <p:sp>
            <p:nvSpPr>
              <p:cNvPr id="109983" name="Freeform 1118"/>
              <p:cNvSpPr>
                <a:spLocks/>
              </p:cNvSpPr>
              <p:nvPr/>
            </p:nvSpPr>
            <p:spPr bwMode="auto">
              <a:xfrm>
                <a:off x="2734" y="3504"/>
                <a:ext cx="112" cy="79"/>
              </a:xfrm>
              <a:custGeom>
                <a:avLst/>
                <a:gdLst>
                  <a:gd name="T0" fmla="*/ 112 w 112"/>
                  <a:gd name="T1" fmla="*/ 79 h 79"/>
                  <a:gd name="T2" fmla="*/ 0 w 112"/>
                  <a:gd name="T3" fmla="*/ 47 h 79"/>
                  <a:gd name="T4" fmla="*/ 16 w 112"/>
                  <a:gd name="T5" fmla="*/ 24 h 79"/>
                  <a:gd name="T6" fmla="*/ 32 w 112"/>
                  <a:gd name="T7" fmla="*/ 0 h 79"/>
                  <a:gd name="T8" fmla="*/ 112 w 112"/>
                  <a:gd name="T9" fmla="*/ 79 h 79"/>
                  <a:gd name="T10" fmla="*/ 0 60000 65536"/>
                  <a:gd name="T11" fmla="*/ 0 60000 65536"/>
                  <a:gd name="T12" fmla="*/ 0 60000 65536"/>
                  <a:gd name="T13" fmla="*/ 0 60000 65536"/>
                  <a:gd name="T14" fmla="*/ 0 60000 65536"/>
                  <a:gd name="T15" fmla="*/ 0 w 112"/>
                  <a:gd name="T16" fmla="*/ 0 h 79"/>
                  <a:gd name="T17" fmla="*/ 112 w 112"/>
                  <a:gd name="T18" fmla="*/ 79 h 79"/>
                </a:gdLst>
                <a:ahLst/>
                <a:cxnLst>
                  <a:cxn ang="T10">
                    <a:pos x="T0" y="T1"/>
                  </a:cxn>
                  <a:cxn ang="T11">
                    <a:pos x="T2" y="T3"/>
                  </a:cxn>
                  <a:cxn ang="T12">
                    <a:pos x="T4" y="T5"/>
                  </a:cxn>
                  <a:cxn ang="T13">
                    <a:pos x="T6" y="T7"/>
                  </a:cxn>
                  <a:cxn ang="T14">
                    <a:pos x="T8" y="T9"/>
                  </a:cxn>
                </a:cxnLst>
                <a:rect l="T15" t="T16" r="T17" b="T18"/>
                <a:pathLst>
                  <a:path w="112" h="79">
                    <a:moveTo>
                      <a:pt x="112" y="79"/>
                    </a:moveTo>
                    <a:lnTo>
                      <a:pt x="0" y="47"/>
                    </a:lnTo>
                    <a:lnTo>
                      <a:pt x="16" y="24"/>
                    </a:lnTo>
                    <a:lnTo>
                      <a:pt x="32" y="0"/>
                    </a:lnTo>
                    <a:lnTo>
                      <a:pt x="112" y="79"/>
                    </a:lnTo>
                    <a:close/>
                  </a:path>
                </a:pathLst>
              </a:custGeom>
              <a:solidFill>
                <a:schemeClr val="bg2"/>
              </a:solidFill>
              <a:ln w="9525">
                <a:solidFill>
                  <a:schemeClr val="bg2"/>
                </a:solidFill>
                <a:round/>
                <a:headEnd/>
                <a:tailEnd/>
              </a:ln>
            </p:spPr>
            <p:txBody>
              <a:bodyPr/>
              <a:lstStyle/>
              <a:p>
                <a:endParaRPr lang="en-US"/>
              </a:p>
            </p:txBody>
          </p:sp>
          <p:sp>
            <p:nvSpPr>
              <p:cNvPr id="109984" name="Line 1119"/>
              <p:cNvSpPr>
                <a:spLocks noChangeShapeType="1"/>
              </p:cNvSpPr>
              <p:nvPr/>
            </p:nvSpPr>
            <p:spPr bwMode="auto">
              <a:xfrm>
                <a:off x="2399" y="3304"/>
                <a:ext cx="72"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985" name="Line 1120"/>
              <p:cNvSpPr>
                <a:spLocks noChangeShapeType="1"/>
              </p:cNvSpPr>
              <p:nvPr/>
            </p:nvSpPr>
            <p:spPr bwMode="auto">
              <a:xfrm>
                <a:off x="2495" y="3360"/>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986" name="Line 1121"/>
              <p:cNvSpPr>
                <a:spLocks noChangeShapeType="1"/>
              </p:cNvSpPr>
              <p:nvPr/>
            </p:nvSpPr>
            <p:spPr bwMode="auto">
              <a:xfrm>
                <a:off x="2590" y="3424"/>
                <a:ext cx="72"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987" name="Line 1122"/>
              <p:cNvSpPr>
                <a:spLocks noChangeShapeType="1"/>
              </p:cNvSpPr>
              <p:nvPr/>
            </p:nvSpPr>
            <p:spPr bwMode="auto">
              <a:xfrm>
                <a:off x="2687" y="3480"/>
                <a:ext cx="63" cy="46"/>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9881" name="Group 1123"/>
            <p:cNvGrpSpPr>
              <a:grpSpLocks/>
            </p:cNvGrpSpPr>
            <p:nvPr/>
          </p:nvGrpSpPr>
          <p:grpSpPr bwMode="auto">
            <a:xfrm>
              <a:off x="1936" y="3304"/>
              <a:ext cx="431" cy="271"/>
              <a:chOff x="1936" y="3304"/>
              <a:chExt cx="431" cy="271"/>
            </a:xfrm>
          </p:grpSpPr>
          <p:sp>
            <p:nvSpPr>
              <p:cNvPr id="109978" name="Freeform 1124"/>
              <p:cNvSpPr>
                <a:spLocks/>
              </p:cNvSpPr>
              <p:nvPr/>
            </p:nvSpPr>
            <p:spPr bwMode="auto">
              <a:xfrm>
                <a:off x="2255" y="3496"/>
                <a:ext cx="112" cy="79"/>
              </a:xfrm>
              <a:custGeom>
                <a:avLst/>
                <a:gdLst>
                  <a:gd name="T0" fmla="*/ 112 w 112"/>
                  <a:gd name="T1" fmla="*/ 79 h 79"/>
                  <a:gd name="T2" fmla="*/ 0 w 112"/>
                  <a:gd name="T3" fmla="*/ 40 h 79"/>
                  <a:gd name="T4" fmla="*/ 16 w 112"/>
                  <a:gd name="T5" fmla="*/ 16 h 79"/>
                  <a:gd name="T6" fmla="*/ 32 w 112"/>
                  <a:gd name="T7" fmla="*/ 0 h 79"/>
                  <a:gd name="T8" fmla="*/ 112 w 112"/>
                  <a:gd name="T9" fmla="*/ 79 h 79"/>
                  <a:gd name="T10" fmla="*/ 0 60000 65536"/>
                  <a:gd name="T11" fmla="*/ 0 60000 65536"/>
                  <a:gd name="T12" fmla="*/ 0 60000 65536"/>
                  <a:gd name="T13" fmla="*/ 0 60000 65536"/>
                  <a:gd name="T14" fmla="*/ 0 60000 65536"/>
                  <a:gd name="T15" fmla="*/ 0 w 112"/>
                  <a:gd name="T16" fmla="*/ 0 h 79"/>
                  <a:gd name="T17" fmla="*/ 112 w 112"/>
                  <a:gd name="T18" fmla="*/ 79 h 79"/>
                </a:gdLst>
                <a:ahLst/>
                <a:cxnLst>
                  <a:cxn ang="T10">
                    <a:pos x="T0" y="T1"/>
                  </a:cxn>
                  <a:cxn ang="T11">
                    <a:pos x="T2" y="T3"/>
                  </a:cxn>
                  <a:cxn ang="T12">
                    <a:pos x="T4" y="T5"/>
                  </a:cxn>
                  <a:cxn ang="T13">
                    <a:pos x="T6" y="T7"/>
                  </a:cxn>
                  <a:cxn ang="T14">
                    <a:pos x="T8" y="T9"/>
                  </a:cxn>
                </a:cxnLst>
                <a:rect l="T15" t="T16" r="T17" b="T18"/>
                <a:pathLst>
                  <a:path w="112" h="79">
                    <a:moveTo>
                      <a:pt x="112" y="79"/>
                    </a:moveTo>
                    <a:lnTo>
                      <a:pt x="0" y="40"/>
                    </a:lnTo>
                    <a:lnTo>
                      <a:pt x="16" y="16"/>
                    </a:lnTo>
                    <a:lnTo>
                      <a:pt x="32" y="0"/>
                    </a:lnTo>
                    <a:lnTo>
                      <a:pt x="112" y="79"/>
                    </a:lnTo>
                    <a:close/>
                  </a:path>
                </a:pathLst>
              </a:custGeom>
              <a:solidFill>
                <a:schemeClr val="bg2"/>
              </a:solidFill>
              <a:ln w="9525">
                <a:solidFill>
                  <a:schemeClr val="bg2"/>
                </a:solidFill>
                <a:round/>
                <a:headEnd/>
                <a:tailEnd/>
              </a:ln>
            </p:spPr>
            <p:txBody>
              <a:bodyPr/>
              <a:lstStyle/>
              <a:p>
                <a:endParaRPr lang="en-US"/>
              </a:p>
            </p:txBody>
          </p:sp>
          <p:sp>
            <p:nvSpPr>
              <p:cNvPr id="109979" name="Line 1125"/>
              <p:cNvSpPr>
                <a:spLocks noChangeShapeType="1"/>
              </p:cNvSpPr>
              <p:nvPr/>
            </p:nvSpPr>
            <p:spPr bwMode="auto">
              <a:xfrm>
                <a:off x="1936" y="3304"/>
                <a:ext cx="72"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980" name="Line 1126"/>
              <p:cNvSpPr>
                <a:spLocks noChangeShapeType="1"/>
              </p:cNvSpPr>
              <p:nvPr/>
            </p:nvSpPr>
            <p:spPr bwMode="auto">
              <a:xfrm>
                <a:off x="2032" y="3360"/>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981" name="Line 1127"/>
              <p:cNvSpPr>
                <a:spLocks noChangeShapeType="1"/>
              </p:cNvSpPr>
              <p:nvPr/>
            </p:nvSpPr>
            <p:spPr bwMode="auto">
              <a:xfrm>
                <a:off x="2127" y="3424"/>
                <a:ext cx="72"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982" name="Line 1128"/>
              <p:cNvSpPr>
                <a:spLocks noChangeShapeType="1"/>
              </p:cNvSpPr>
              <p:nvPr/>
            </p:nvSpPr>
            <p:spPr bwMode="auto">
              <a:xfrm>
                <a:off x="2224" y="3480"/>
                <a:ext cx="47" cy="3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9882" name="Group 1129"/>
            <p:cNvGrpSpPr>
              <a:grpSpLocks/>
            </p:cNvGrpSpPr>
            <p:nvPr/>
          </p:nvGrpSpPr>
          <p:grpSpPr bwMode="auto">
            <a:xfrm>
              <a:off x="2400" y="3304"/>
              <a:ext cx="414" cy="279"/>
              <a:chOff x="2400" y="3304"/>
              <a:chExt cx="414" cy="279"/>
            </a:xfrm>
          </p:grpSpPr>
          <p:sp>
            <p:nvSpPr>
              <p:cNvPr id="109973" name="Freeform 1130"/>
              <p:cNvSpPr>
                <a:spLocks/>
              </p:cNvSpPr>
              <p:nvPr/>
            </p:nvSpPr>
            <p:spPr bwMode="auto">
              <a:xfrm>
                <a:off x="2702" y="3304"/>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32" y="88"/>
                    </a:lnTo>
                    <a:lnTo>
                      <a:pt x="16" y="64"/>
                    </a:lnTo>
                    <a:lnTo>
                      <a:pt x="0" y="40"/>
                    </a:lnTo>
                    <a:lnTo>
                      <a:pt x="112" y="0"/>
                    </a:lnTo>
                    <a:close/>
                  </a:path>
                </a:pathLst>
              </a:custGeom>
              <a:solidFill>
                <a:schemeClr val="bg2"/>
              </a:solidFill>
              <a:ln w="9525">
                <a:solidFill>
                  <a:schemeClr val="bg2"/>
                </a:solidFill>
                <a:round/>
                <a:headEnd/>
                <a:tailEnd/>
              </a:ln>
            </p:spPr>
            <p:txBody>
              <a:bodyPr/>
              <a:lstStyle/>
              <a:p>
                <a:endParaRPr lang="en-US"/>
              </a:p>
            </p:txBody>
          </p:sp>
          <p:sp>
            <p:nvSpPr>
              <p:cNvPr id="109974" name="Line 1131"/>
              <p:cNvSpPr>
                <a:spLocks noChangeShapeType="1"/>
              </p:cNvSpPr>
              <p:nvPr/>
            </p:nvSpPr>
            <p:spPr bwMode="auto">
              <a:xfrm flipV="1">
                <a:off x="2400" y="3536"/>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975" name="Line 1132"/>
              <p:cNvSpPr>
                <a:spLocks noChangeShapeType="1"/>
              </p:cNvSpPr>
              <p:nvPr/>
            </p:nvSpPr>
            <p:spPr bwMode="auto">
              <a:xfrm flipV="1">
                <a:off x="2495" y="3473"/>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976" name="Line 1133"/>
              <p:cNvSpPr>
                <a:spLocks noChangeShapeType="1"/>
              </p:cNvSpPr>
              <p:nvPr/>
            </p:nvSpPr>
            <p:spPr bwMode="auto">
              <a:xfrm flipV="1">
                <a:off x="2583" y="3409"/>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977" name="Line 1134"/>
              <p:cNvSpPr>
                <a:spLocks noChangeShapeType="1"/>
              </p:cNvSpPr>
              <p:nvPr/>
            </p:nvSpPr>
            <p:spPr bwMode="auto">
              <a:xfrm flipV="1">
                <a:off x="2678" y="3368"/>
                <a:ext cx="40" cy="3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9883" name="Group 1135"/>
            <p:cNvGrpSpPr>
              <a:grpSpLocks/>
            </p:cNvGrpSpPr>
            <p:nvPr/>
          </p:nvGrpSpPr>
          <p:grpSpPr bwMode="auto">
            <a:xfrm>
              <a:off x="2400" y="3001"/>
              <a:ext cx="422" cy="271"/>
              <a:chOff x="2400" y="3001"/>
              <a:chExt cx="422" cy="271"/>
            </a:xfrm>
          </p:grpSpPr>
          <p:sp>
            <p:nvSpPr>
              <p:cNvPr id="109968" name="Freeform 1136"/>
              <p:cNvSpPr>
                <a:spLocks/>
              </p:cNvSpPr>
              <p:nvPr/>
            </p:nvSpPr>
            <p:spPr bwMode="auto">
              <a:xfrm>
                <a:off x="2710" y="3001"/>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32" y="88"/>
                    </a:lnTo>
                    <a:lnTo>
                      <a:pt x="16" y="64"/>
                    </a:lnTo>
                    <a:lnTo>
                      <a:pt x="0" y="40"/>
                    </a:lnTo>
                    <a:lnTo>
                      <a:pt x="112" y="0"/>
                    </a:lnTo>
                    <a:close/>
                  </a:path>
                </a:pathLst>
              </a:custGeom>
              <a:solidFill>
                <a:schemeClr val="bg2"/>
              </a:solidFill>
              <a:ln w="9525">
                <a:solidFill>
                  <a:schemeClr val="bg2"/>
                </a:solidFill>
                <a:round/>
                <a:headEnd/>
                <a:tailEnd/>
              </a:ln>
            </p:spPr>
            <p:txBody>
              <a:bodyPr/>
              <a:lstStyle/>
              <a:p>
                <a:endParaRPr lang="en-US"/>
              </a:p>
            </p:txBody>
          </p:sp>
          <p:sp>
            <p:nvSpPr>
              <p:cNvPr id="109969" name="Line 1137"/>
              <p:cNvSpPr>
                <a:spLocks noChangeShapeType="1"/>
              </p:cNvSpPr>
              <p:nvPr/>
            </p:nvSpPr>
            <p:spPr bwMode="auto">
              <a:xfrm flipV="1">
                <a:off x="2400" y="3225"/>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970" name="Line 1138"/>
              <p:cNvSpPr>
                <a:spLocks noChangeShapeType="1"/>
              </p:cNvSpPr>
              <p:nvPr/>
            </p:nvSpPr>
            <p:spPr bwMode="auto">
              <a:xfrm flipV="1">
                <a:off x="2496" y="3170"/>
                <a:ext cx="70" cy="3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971" name="Line 1139"/>
              <p:cNvSpPr>
                <a:spLocks noChangeShapeType="1"/>
              </p:cNvSpPr>
              <p:nvPr/>
            </p:nvSpPr>
            <p:spPr bwMode="auto">
              <a:xfrm flipV="1">
                <a:off x="2590" y="3105"/>
                <a:ext cx="72"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972" name="Line 1140"/>
              <p:cNvSpPr>
                <a:spLocks noChangeShapeType="1"/>
              </p:cNvSpPr>
              <p:nvPr/>
            </p:nvSpPr>
            <p:spPr bwMode="auto">
              <a:xfrm flipV="1">
                <a:off x="2678" y="3065"/>
                <a:ext cx="48" cy="24"/>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9884" name="Group 1141"/>
            <p:cNvGrpSpPr>
              <a:grpSpLocks/>
            </p:cNvGrpSpPr>
            <p:nvPr/>
          </p:nvGrpSpPr>
          <p:grpSpPr bwMode="auto">
            <a:xfrm>
              <a:off x="3318" y="3001"/>
              <a:ext cx="422" cy="271"/>
              <a:chOff x="3318" y="3001"/>
              <a:chExt cx="422" cy="271"/>
            </a:xfrm>
          </p:grpSpPr>
          <p:sp>
            <p:nvSpPr>
              <p:cNvPr id="109963" name="Freeform 1142"/>
              <p:cNvSpPr>
                <a:spLocks/>
              </p:cNvSpPr>
              <p:nvPr/>
            </p:nvSpPr>
            <p:spPr bwMode="auto">
              <a:xfrm>
                <a:off x="3628" y="3001"/>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32" y="88"/>
                    </a:lnTo>
                    <a:lnTo>
                      <a:pt x="16" y="64"/>
                    </a:lnTo>
                    <a:lnTo>
                      <a:pt x="0" y="40"/>
                    </a:lnTo>
                    <a:lnTo>
                      <a:pt x="112" y="0"/>
                    </a:lnTo>
                    <a:close/>
                  </a:path>
                </a:pathLst>
              </a:custGeom>
              <a:solidFill>
                <a:schemeClr val="bg2"/>
              </a:solidFill>
              <a:ln w="9525">
                <a:solidFill>
                  <a:schemeClr val="bg2"/>
                </a:solidFill>
                <a:round/>
                <a:headEnd/>
                <a:tailEnd/>
              </a:ln>
            </p:spPr>
            <p:txBody>
              <a:bodyPr/>
              <a:lstStyle/>
              <a:p>
                <a:endParaRPr lang="en-US"/>
              </a:p>
            </p:txBody>
          </p:sp>
          <p:sp>
            <p:nvSpPr>
              <p:cNvPr id="109964" name="Line 1143"/>
              <p:cNvSpPr>
                <a:spLocks noChangeShapeType="1"/>
              </p:cNvSpPr>
              <p:nvPr/>
            </p:nvSpPr>
            <p:spPr bwMode="auto">
              <a:xfrm flipV="1">
                <a:off x="3318" y="3225"/>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965" name="Line 1144"/>
              <p:cNvSpPr>
                <a:spLocks noChangeShapeType="1"/>
              </p:cNvSpPr>
              <p:nvPr/>
            </p:nvSpPr>
            <p:spPr bwMode="auto">
              <a:xfrm flipV="1">
                <a:off x="3414" y="3169"/>
                <a:ext cx="71" cy="39"/>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966" name="Line 1145"/>
              <p:cNvSpPr>
                <a:spLocks noChangeShapeType="1"/>
              </p:cNvSpPr>
              <p:nvPr/>
            </p:nvSpPr>
            <p:spPr bwMode="auto">
              <a:xfrm flipV="1">
                <a:off x="3509" y="3106"/>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967" name="Line 1146"/>
              <p:cNvSpPr>
                <a:spLocks noChangeShapeType="1"/>
              </p:cNvSpPr>
              <p:nvPr/>
            </p:nvSpPr>
            <p:spPr bwMode="auto">
              <a:xfrm flipV="1">
                <a:off x="3596" y="3065"/>
                <a:ext cx="48" cy="24"/>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9885" name="Group 1147"/>
            <p:cNvGrpSpPr>
              <a:grpSpLocks/>
            </p:cNvGrpSpPr>
            <p:nvPr/>
          </p:nvGrpSpPr>
          <p:grpSpPr bwMode="auto">
            <a:xfrm>
              <a:off x="3325" y="2076"/>
              <a:ext cx="439" cy="271"/>
              <a:chOff x="3325" y="2076"/>
              <a:chExt cx="439" cy="271"/>
            </a:xfrm>
          </p:grpSpPr>
          <p:sp>
            <p:nvSpPr>
              <p:cNvPr id="109958" name="Freeform 1148"/>
              <p:cNvSpPr>
                <a:spLocks/>
              </p:cNvSpPr>
              <p:nvPr/>
            </p:nvSpPr>
            <p:spPr bwMode="auto">
              <a:xfrm>
                <a:off x="3652" y="2267"/>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 name="T15" fmla="*/ 0 w 112"/>
                  <a:gd name="T16" fmla="*/ 0 h 80"/>
                  <a:gd name="T17" fmla="*/ 112 w 112"/>
                  <a:gd name="T18" fmla="*/ 80 h 80"/>
                </a:gdLst>
                <a:ahLst/>
                <a:cxnLst>
                  <a:cxn ang="T10">
                    <a:pos x="T0" y="T1"/>
                  </a:cxn>
                  <a:cxn ang="T11">
                    <a:pos x="T2" y="T3"/>
                  </a:cxn>
                  <a:cxn ang="T12">
                    <a:pos x="T4" y="T5"/>
                  </a:cxn>
                  <a:cxn ang="T13">
                    <a:pos x="T6" y="T7"/>
                  </a:cxn>
                  <a:cxn ang="T14">
                    <a:pos x="T8" y="T9"/>
                  </a:cxn>
                </a:cxnLst>
                <a:rect l="T15" t="T16" r="T17" b="T18"/>
                <a:pathLst>
                  <a:path w="112" h="80">
                    <a:moveTo>
                      <a:pt x="112" y="80"/>
                    </a:moveTo>
                    <a:lnTo>
                      <a:pt x="0" y="48"/>
                    </a:lnTo>
                    <a:lnTo>
                      <a:pt x="16" y="24"/>
                    </a:lnTo>
                    <a:lnTo>
                      <a:pt x="32" y="0"/>
                    </a:lnTo>
                    <a:lnTo>
                      <a:pt x="112" y="80"/>
                    </a:lnTo>
                    <a:close/>
                  </a:path>
                </a:pathLst>
              </a:custGeom>
              <a:solidFill>
                <a:schemeClr val="bg2"/>
              </a:solidFill>
              <a:ln w="9525">
                <a:solidFill>
                  <a:schemeClr val="bg2"/>
                </a:solidFill>
                <a:round/>
                <a:headEnd/>
                <a:tailEnd/>
              </a:ln>
            </p:spPr>
            <p:txBody>
              <a:bodyPr/>
              <a:lstStyle/>
              <a:p>
                <a:endParaRPr lang="en-US"/>
              </a:p>
            </p:txBody>
          </p:sp>
          <p:sp>
            <p:nvSpPr>
              <p:cNvPr id="109959" name="Line 1149"/>
              <p:cNvSpPr>
                <a:spLocks noChangeShapeType="1"/>
              </p:cNvSpPr>
              <p:nvPr/>
            </p:nvSpPr>
            <p:spPr bwMode="auto">
              <a:xfrm>
                <a:off x="3325" y="2076"/>
                <a:ext cx="72"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960" name="Line 1150"/>
              <p:cNvSpPr>
                <a:spLocks noChangeShapeType="1"/>
              </p:cNvSpPr>
              <p:nvPr/>
            </p:nvSpPr>
            <p:spPr bwMode="auto">
              <a:xfrm>
                <a:off x="3422" y="2132"/>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961" name="Line 1151"/>
              <p:cNvSpPr>
                <a:spLocks noChangeShapeType="1"/>
              </p:cNvSpPr>
              <p:nvPr/>
            </p:nvSpPr>
            <p:spPr bwMode="auto">
              <a:xfrm>
                <a:off x="3517" y="2196"/>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962" name="Line 1152"/>
              <p:cNvSpPr>
                <a:spLocks noChangeShapeType="1"/>
              </p:cNvSpPr>
              <p:nvPr/>
            </p:nvSpPr>
            <p:spPr bwMode="auto">
              <a:xfrm>
                <a:off x="3612" y="2251"/>
                <a:ext cx="56" cy="4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9886" name="Group 1153"/>
            <p:cNvGrpSpPr>
              <a:grpSpLocks/>
            </p:cNvGrpSpPr>
            <p:nvPr/>
          </p:nvGrpSpPr>
          <p:grpSpPr bwMode="auto">
            <a:xfrm>
              <a:off x="3788" y="2068"/>
              <a:ext cx="431" cy="287"/>
              <a:chOff x="3788" y="2068"/>
              <a:chExt cx="431" cy="287"/>
            </a:xfrm>
          </p:grpSpPr>
          <p:sp>
            <p:nvSpPr>
              <p:cNvPr id="109953" name="Freeform 1154"/>
              <p:cNvSpPr>
                <a:spLocks/>
              </p:cNvSpPr>
              <p:nvPr/>
            </p:nvSpPr>
            <p:spPr bwMode="auto">
              <a:xfrm>
                <a:off x="4107" y="2267"/>
                <a:ext cx="112" cy="88"/>
              </a:xfrm>
              <a:custGeom>
                <a:avLst/>
                <a:gdLst>
                  <a:gd name="T0" fmla="*/ 112 w 112"/>
                  <a:gd name="T1" fmla="*/ 88 h 88"/>
                  <a:gd name="T2" fmla="*/ 0 w 112"/>
                  <a:gd name="T3" fmla="*/ 48 h 88"/>
                  <a:gd name="T4" fmla="*/ 16 w 112"/>
                  <a:gd name="T5" fmla="*/ 24 h 88"/>
                  <a:gd name="T6" fmla="*/ 32 w 112"/>
                  <a:gd name="T7" fmla="*/ 0 h 88"/>
                  <a:gd name="T8" fmla="*/ 112 w 112"/>
                  <a:gd name="T9" fmla="*/ 88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88"/>
                    </a:moveTo>
                    <a:lnTo>
                      <a:pt x="0" y="48"/>
                    </a:lnTo>
                    <a:lnTo>
                      <a:pt x="16" y="24"/>
                    </a:lnTo>
                    <a:lnTo>
                      <a:pt x="32" y="0"/>
                    </a:lnTo>
                    <a:lnTo>
                      <a:pt x="112" y="88"/>
                    </a:lnTo>
                    <a:close/>
                  </a:path>
                </a:pathLst>
              </a:custGeom>
              <a:solidFill>
                <a:schemeClr val="bg2"/>
              </a:solidFill>
              <a:ln w="9525">
                <a:solidFill>
                  <a:schemeClr val="bg2"/>
                </a:solidFill>
                <a:round/>
                <a:headEnd/>
                <a:tailEnd/>
              </a:ln>
            </p:spPr>
            <p:txBody>
              <a:bodyPr/>
              <a:lstStyle/>
              <a:p>
                <a:endParaRPr lang="en-US"/>
              </a:p>
            </p:txBody>
          </p:sp>
          <p:sp>
            <p:nvSpPr>
              <p:cNvPr id="109954" name="Line 1155"/>
              <p:cNvSpPr>
                <a:spLocks noChangeShapeType="1"/>
              </p:cNvSpPr>
              <p:nvPr/>
            </p:nvSpPr>
            <p:spPr bwMode="auto">
              <a:xfrm>
                <a:off x="3788" y="2068"/>
                <a:ext cx="72"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955" name="Line 1156"/>
              <p:cNvSpPr>
                <a:spLocks noChangeShapeType="1"/>
              </p:cNvSpPr>
              <p:nvPr/>
            </p:nvSpPr>
            <p:spPr bwMode="auto">
              <a:xfrm>
                <a:off x="3885" y="2132"/>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956" name="Line 1157"/>
              <p:cNvSpPr>
                <a:spLocks noChangeShapeType="1"/>
              </p:cNvSpPr>
              <p:nvPr/>
            </p:nvSpPr>
            <p:spPr bwMode="auto">
              <a:xfrm>
                <a:off x="3973" y="2196"/>
                <a:ext cx="70" cy="46"/>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957" name="Line 1158"/>
              <p:cNvSpPr>
                <a:spLocks noChangeShapeType="1"/>
              </p:cNvSpPr>
              <p:nvPr/>
            </p:nvSpPr>
            <p:spPr bwMode="auto">
              <a:xfrm>
                <a:off x="4067" y="2251"/>
                <a:ext cx="56" cy="4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9887" name="Group 1159"/>
            <p:cNvGrpSpPr>
              <a:grpSpLocks/>
            </p:cNvGrpSpPr>
            <p:nvPr/>
          </p:nvGrpSpPr>
          <p:grpSpPr bwMode="auto">
            <a:xfrm>
              <a:off x="4251" y="2084"/>
              <a:ext cx="431" cy="263"/>
              <a:chOff x="4251" y="2084"/>
              <a:chExt cx="431" cy="263"/>
            </a:xfrm>
          </p:grpSpPr>
          <p:sp>
            <p:nvSpPr>
              <p:cNvPr id="109948" name="Freeform 1160"/>
              <p:cNvSpPr>
                <a:spLocks/>
              </p:cNvSpPr>
              <p:nvPr/>
            </p:nvSpPr>
            <p:spPr bwMode="auto">
              <a:xfrm>
                <a:off x="4570" y="2267"/>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 name="T15" fmla="*/ 0 w 112"/>
                  <a:gd name="T16" fmla="*/ 0 h 80"/>
                  <a:gd name="T17" fmla="*/ 112 w 112"/>
                  <a:gd name="T18" fmla="*/ 80 h 80"/>
                </a:gdLst>
                <a:ahLst/>
                <a:cxnLst>
                  <a:cxn ang="T10">
                    <a:pos x="T0" y="T1"/>
                  </a:cxn>
                  <a:cxn ang="T11">
                    <a:pos x="T2" y="T3"/>
                  </a:cxn>
                  <a:cxn ang="T12">
                    <a:pos x="T4" y="T5"/>
                  </a:cxn>
                  <a:cxn ang="T13">
                    <a:pos x="T6" y="T7"/>
                  </a:cxn>
                  <a:cxn ang="T14">
                    <a:pos x="T8" y="T9"/>
                  </a:cxn>
                </a:cxnLst>
                <a:rect l="T15" t="T16" r="T17" b="T18"/>
                <a:pathLst>
                  <a:path w="112" h="80">
                    <a:moveTo>
                      <a:pt x="112" y="80"/>
                    </a:moveTo>
                    <a:lnTo>
                      <a:pt x="0" y="48"/>
                    </a:lnTo>
                    <a:lnTo>
                      <a:pt x="16" y="24"/>
                    </a:lnTo>
                    <a:lnTo>
                      <a:pt x="32" y="0"/>
                    </a:lnTo>
                    <a:lnTo>
                      <a:pt x="112" y="80"/>
                    </a:lnTo>
                    <a:close/>
                  </a:path>
                </a:pathLst>
              </a:custGeom>
              <a:solidFill>
                <a:schemeClr val="bg2"/>
              </a:solidFill>
              <a:ln w="9525">
                <a:solidFill>
                  <a:schemeClr val="bg2"/>
                </a:solidFill>
                <a:round/>
                <a:headEnd/>
                <a:tailEnd/>
              </a:ln>
            </p:spPr>
            <p:txBody>
              <a:bodyPr/>
              <a:lstStyle/>
              <a:p>
                <a:endParaRPr lang="en-US"/>
              </a:p>
            </p:txBody>
          </p:sp>
          <p:sp>
            <p:nvSpPr>
              <p:cNvPr id="109949" name="Line 1161"/>
              <p:cNvSpPr>
                <a:spLocks noChangeShapeType="1"/>
              </p:cNvSpPr>
              <p:nvPr/>
            </p:nvSpPr>
            <p:spPr bwMode="auto">
              <a:xfrm>
                <a:off x="4251" y="2084"/>
                <a:ext cx="72"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950" name="Line 1162"/>
              <p:cNvSpPr>
                <a:spLocks noChangeShapeType="1"/>
              </p:cNvSpPr>
              <p:nvPr/>
            </p:nvSpPr>
            <p:spPr bwMode="auto">
              <a:xfrm>
                <a:off x="4348" y="2140"/>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951" name="Line 1163"/>
              <p:cNvSpPr>
                <a:spLocks noChangeShapeType="1"/>
              </p:cNvSpPr>
              <p:nvPr/>
            </p:nvSpPr>
            <p:spPr bwMode="auto">
              <a:xfrm>
                <a:off x="4443" y="2203"/>
                <a:ext cx="71" cy="39"/>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952" name="Line 1164"/>
              <p:cNvSpPr>
                <a:spLocks noChangeShapeType="1"/>
              </p:cNvSpPr>
              <p:nvPr/>
            </p:nvSpPr>
            <p:spPr bwMode="auto">
              <a:xfrm>
                <a:off x="4539" y="2259"/>
                <a:ext cx="47" cy="3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9888" name="Group 1165"/>
            <p:cNvGrpSpPr>
              <a:grpSpLocks/>
            </p:cNvGrpSpPr>
            <p:nvPr/>
          </p:nvGrpSpPr>
          <p:grpSpPr bwMode="auto">
            <a:xfrm>
              <a:off x="4236" y="3001"/>
              <a:ext cx="430" cy="279"/>
              <a:chOff x="4236" y="3001"/>
              <a:chExt cx="430" cy="279"/>
            </a:xfrm>
          </p:grpSpPr>
          <p:sp>
            <p:nvSpPr>
              <p:cNvPr id="109943" name="Freeform 1166"/>
              <p:cNvSpPr>
                <a:spLocks/>
              </p:cNvSpPr>
              <p:nvPr/>
            </p:nvSpPr>
            <p:spPr bwMode="auto">
              <a:xfrm>
                <a:off x="4554" y="3001"/>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32" y="88"/>
                    </a:lnTo>
                    <a:lnTo>
                      <a:pt x="16" y="64"/>
                    </a:lnTo>
                    <a:lnTo>
                      <a:pt x="0" y="40"/>
                    </a:lnTo>
                    <a:lnTo>
                      <a:pt x="112" y="0"/>
                    </a:lnTo>
                    <a:close/>
                  </a:path>
                </a:pathLst>
              </a:custGeom>
              <a:solidFill>
                <a:schemeClr val="bg2"/>
              </a:solidFill>
              <a:ln w="9525">
                <a:solidFill>
                  <a:schemeClr val="bg2"/>
                </a:solidFill>
                <a:round/>
                <a:headEnd/>
                <a:tailEnd/>
              </a:ln>
            </p:spPr>
            <p:txBody>
              <a:bodyPr/>
              <a:lstStyle/>
              <a:p>
                <a:endParaRPr lang="en-US"/>
              </a:p>
            </p:txBody>
          </p:sp>
          <p:sp>
            <p:nvSpPr>
              <p:cNvPr id="109944" name="Line 1167"/>
              <p:cNvSpPr>
                <a:spLocks noChangeShapeType="1"/>
              </p:cNvSpPr>
              <p:nvPr/>
            </p:nvSpPr>
            <p:spPr bwMode="auto">
              <a:xfrm flipV="1">
                <a:off x="4236" y="3233"/>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945" name="Line 1168"/>
              <p:cNvSpPr>
                <a:spLocks noChangeShapeType="1"/>
              </p:cNvSpPr>
              <p:nvPr/>
            </p:nvSpPr>
            <p:spPr bwMode="auto">
              <a:xfrm flipV="1">
                <a:off x="4332" y="3169"/>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946" name="Line 1169"/>
              <p:cNvSpPr>
                <a:spLocks noChangeShapeType="1"/>
              </p:cNvSpPr>
              <p:nvPr/>
            </p:nvSpPr>
            <p:spPr bwMode="auto">
              <a:xfrm flipV="1">
                <a:off x="4419" y="3114"/>
                <a:ext cx="80"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947" name="Line 1170"/>
              <p:cNvSpPr>
                <a:spLocks noChangeShapeType="1"/>
              </p:cNvSpPr>
              <p:nvPr/>
            </p:nvSpPr>
            <p:spPr bwMode="auto">
              <a:xfrm flipV="1">
                <a:off x="4515" y="3066"/>
                <a:ext cx="55" cy="3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9889" name="Group 1171"/>
            <p:cNvGrpSpPr>
              <a:grpSpLocks/>
            </p:cNvGrpSpPr>
            <p:nvPr/>
          </p:nvGrpSpPr>
          <p:grpSpPr bwMode="auto">
            <a:xfrm>
              <a:off x="3772" y="2682"/>
              <a:ext cx="423" cy="287"/>
              <a:chOff x="3772" y="2682"/>
              <a:chExt cx="423" cy="287"/>
            </a:xfrm>
          </p:grpSpPr>
          <p:sp>
            <p:nvSpPr>
              <p:cNvPr id="109938" name="Freeform 1172"/>
              <p:cNvSpPr>
                <a:spLocks/>
              </p:cNvSpPr>
              <p:nvPr/>
            </p:nvSpPr>
            <p:spPr bwMode="auto">
              <a:xfrm>
                <a:off x="4083" y="2881"/>
                <a:ext cx="112" cy="88"/>
              </a:xfrm>
              <a:custGeom>
                <a:avLst/>
                <a:gdLst>
                  <a:gd name="T0" fmla="*/ 112 w 112"/>
                  <a:gd name="T1" fmla="*/ 88 h 88"/>
                  <a:gd name="T2" fmla="*/ 0 w 112"/>
                  <a:gd name="T3" fmla="*/ 48 h 88"/>
                  <a:gd name="T4" fmla="*/ 16 w 112"/>
                  <a:gd name="T5" fmla="*/ 24 h 88"/>
                  <a:gd name="T6" fmla="*/ 32 w 112"/>
                  <a:gd name="T7" fmla="*/ 0 h 88"/>
                  <a:gd name="T8" fmla="*/ 112 w 112"/>
                  <a:gd name="T9" fmla="*/ 88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88"/>
                    </a:moveTo>
                    <a:lnTo>
                      <a:pt x="0" y="48"/>
                    </a:lnTo>
                    <a:lnTo>
                      <a:pt x="16" y="24"/>
                    </a:lnTo>
                    <a:lnTo>
                      <a:pt x="32" y="0"/>
                    </a:lnTo>
                    <a:lnTo>
                      <a:pt x="112" y="88"/>
                    </a:lnTo>
                    <a:close/>
                  </a:path>
                </a:pathLst>
              </a:custGeom>
              <a:solidFill>
                <a:schemeClr val="bg2"/>
              </a:solidFill>
              <a:ln w="9525">
                <a:solidFill>
                  <a:schemeClr val="bg2"/>
                </a:solidFill>
                <a:round/>
                <a:headEnd/>
                <a:tailEnd/>
              </a:ln>
            </p:spPr>
            <p:txBody>
              <a:bodyPr/>
              <a:lstStyle/>
              <a:p>
                <a:endParaRPr lang="en-US"/>
              </a:p>
            </p:txBody>
          </p:sp>
          <p:sp>
            <p:nvSpPr>
              <p:cNvPr id="109939" name="Line 1173"/>
              <p:cNvSpPr>
                <a:spLocks noChangeShapeType="1"/>
              </p:cNvSpPr>
              <p:nvPr/>
            </p:nvSpPr>
            <p:spPr bwMode="auto">
              <a:xfrm>
                <a:off x="3772" y="2682"/>
                <a:ext cx="72"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940" name="Line 1174"/>
              <p:cNvSpPr>
                <a:spLocks noChangeShapeType="1"/>
              </p:cNvSpPr>
              <p:nvPr/>
            </p:nvSpPr>
            <p:spPr bwMode="auto">
              <a:xfrm>
                <a:off x="3868" y="2746"/>
                <a:ext cx="72"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941" name="Line 1175"/>
              <p:cNvSpPr>
                <a:spLocks noChangeShapeType="1"/>
              </p:cNvSpPr>
              <p:nvPr/>
            </p:nvSpPr>
            <p:spPr bwMode="auto">
              <a:xfrm>
                <a:off x="3957" y="2810"/>
                <a:ext cx="70" cy="46"/>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942" name="Line 1176"/>
              <p:cNvSpPr>
                <a:spLocks noChangeShapeType="1"/>
              </p:cNvSpPr>
              <p:nvPr/>
            </p:nvSpPr>
            <p:spPr bwMode="auto">
              <a:xfrm>
                <a:off x="4051" y="2873"/>
                <a:ext cx="48" cy="3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9890" name="Group 1177"/>
            <p:cNvGrpSpPr>
              <a:grpSpLocks/>
            </p:cNvGrpSpPr>
            <p:nvPr/>
          </p:nvGrpSpPr>
          <p:grpSpPr bwMode="auto">
            <a:xfrm>
              <a:off x="3780" y="2387"/>
              <a:ext cx="431" cy="279"/>
              <a:chOff x="3780" y="2387"/>
              <a:chExt cx="431" cy="279"/>
            </a:xfrm>
          </p:grpSpPr>
          <p:sp>
            <p:nvSpPr>
              <p:cNvPr id="109933" name="Freeform 1178"/>
              <p:cNvSpPr>
                <a:spLocks/>
              </p:cNvSpPr>
              <p:nvPr/>
            </p:nvSpPr>
            <p:spPr bwMode="auto">
              <a:xfrm>
                <a:off x="4099" y="2578"/>
                <a:ext cx="112" cy="88"/>
              </a:xfrm>
              <a:custGeom>
                <a:avLst/>
                <a:gdLst>
                  <a:gd name="T0" fmla="*/ 112 w 112"/>
                  <a:gd name="T1" fmla="*/ 88 h 88"/>
                  <a:gd name="T2" fmla="*/ 0 w 112"/>
                  <a:gd name="T3" fmla="*/ 48 h 88"/>
                  <a:gd name="T4" fmla="*/ 16 w 112"/>
                  <a:gd name="T5" fmla="*/ 24 h 88"/>
                  <a:gd name="T6" fmla="*/ 32 w 112"/>
                  <a:gd name="T7" fmla="*/ 0 h 88"/>
                  <a:gd name="T8" fmla="*/ 112 w 112"/>
                  <a:gd name="T9" fmla="*/ 88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88"/>
                    </a:moveTo>
                    <a:lnTo>
                      <a:pt x="0" y="48"/>
                    </a:lnTo>
                    <a:lnTo>
                      <a:pt x="16" y="24"/>
                    </a:lnTo>
                    <a:lnTo>
                      <a:pt x="32" y="0"/>
                    </a:lnTo>
                    <a:lnTo>
                      <a:pt x="112" y="88"/>
                    </a:lnTo>
                    <a:close/>
                  </a:path>
                </a:pathLst>
              </a:custGeom>
              <a:solidFill>
                <a:schemeClr val="bg2"/>
              </a:solidFill>
              <a:ln w="9525">
                <a:solidFill>
                  <a:schemeClr val="bg2"/>
                </a:solidFill>
                <a:round/>
                <a:headEnd/>
                <a:tailEnd/>
              </a:ln>
            </p:spPr>
            <p:txBody>
              <a:bodyPr/>
              <a:lstStyle/>
              <a:p>
                <a:endParaRPr lang="en-US"/>
              </a:p>
            </p:txBody>
          </p:sp>
          <p:sp>
            <p:nvSpPr>
              <p:cNvPr id="109934" name="Line 1179"/>
              <p:cNvSpPr>
                <a:spLocks noChangeShapeType="1"/>
              </p:cNvSpPr>
              <p:nvPr/>
            </p:nvSpPr>
            <p:spPr bwMode="auto">
              <a:xfrm>
                <a:off x="3780" y="2387"/>
                <a:ext cx="72"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935" name="Line 1180"/>
              <p:cNvSpPr>
                <a:spLocks noChangeShapeType="1"/>
              </p:cNvSpPr>
              <p:nvPr/>
            </p:nvSpPr>
            <p:spPr bwMode="auto">
              <a:xfrm>
                <a:off x="3877" y="2451"/>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936" name="Line 1181"/>
              <p:cNvSpPr>
                <a:spLocks noChangeShapeType="1"/>
              </p:cNvSpPr>
              <p:nvPr/>
            </p:nvSpPr>
            <p:spPr bwMode="auto">
              <a:xfrm>
                <a:off x="3965" y="2507"/>
                <a:ext cx="78" cy="46"/>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937" name="Line 1182"/>
              <p:cNvSpPr>
                <a:spLocks noChangeShapeType="1"/>
              </p:cNvSpPr>
              <p:nvPr/>
            </p:nvSpPr>
            <p:spPr bwMode="auto">
              <a:xfrm>
                <a:off x="4060" y="2570"/>
                <a:ext cx="55" cy="3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9891" name="Group 1183"/>
            <p:cNvGrpSpPr>
              <a:grpSpLocks/>
            </p:cNvGrpSpPr>
            <p:nvPr/>
          </p:nvGrpSpPr>
          <p:grpSpPr bwMode="auto">
            <a:xfrm>
              <a:off x="3780" y="1781"/>
              <a:ext cx="415" cy="263"/>
              <a:chOff x="3780" y="1781"/>
              <a:chExt cx="415" cy="263"/>
            </a:xfrm>
          </p:grpSpPr>
          <p:sp>
            <p:nvSpPr>
              <p:cNvPr id="109928" name="Freeform 1184"/>
              <p:cNvSpPr>
                <a:spLocks/>
              </p:cNvSpPr>
              <p:nvPr/>
            </p:nvSpPr>
            <p:spPr bwMode="auto">
              <a:xfrm>
                <a:off x="4083" y="1781"/>
                <a:ext cx="112" cy="87"/>
              </a:xfrm>
              <a:custGeom>
                <a:avLst/>
                <a:gdLst>
                  <a:gd name="T0" fmla="*/ 112 w 112"/>
                  <a:gd name="T1" fmla="*/ 0 h 87"/>
                  <a:gd name="T2" fmla="*/ 32 w 112"/>
                  <a:gd name="T3" fmla="*/ 87 h 87"/>
                  <a:gd name="T4" fmla="*/ 16 w 112"/>
                  <a:gd name="T5" fmla="*/ 64 h 87"/>
                  <a:gd name="T6" fmla="*/ 0 w 112"/>
                  <a:gd name="T7" fmla="*/ 40 h 87"/>
                  <a:gd name="T8" fmla="*/ 112 w 112"/>
                  <a:gd name="T9" fmla="*/ 0 h 87"/>
                  <a:gd name="T10" fmla="*/ 0 60000 65536"/>
                  <a:gd name="T11" fmla="*/ 0 60000 65536"/>
                  <a:gd name="T12" fmla="*/ 0 60000 65536"/>
                  <a:gd name="T13" fmla="*/ 0 60000 65536"/>
                  <a:gd name="T14" fmla="*/ 0 60000 65536"/>
                  <a:gd name="T15" fmla="*/ 0 w 112"/>
                  <a:gd name="T16" fmla="*/ 0 h 87"/>
                  <a:gd name="T17" fmla="*/ 112 w 112"/>
                  <a:gd name="T18" fmla="*/ 87 h 87"/>
                </a:gdLst>
                <a:ahLst/>
                <a:cxnLst>
                  <a:cxn ang="T10">
                    <a:pos x="T0" y="T1"/>
                  </a:cxn>
                  <a:cxn ang="T11">
                    <a:pos x="T2" y="T3"/>
                  </a:cxn>
                  <a:cxn ang="T12">
                    <a:pos x="T4" y="T5"/>
                  </a:cxn>
                  <a:cxn ang="T13">
                    <a:pos x="T6" y="T7"/>
                  </a:cxn>
                  <a:cxn ang="T14">
                    <a:pos x="T8" y="T9"/>
                  </a:cxn>
                </a:cxnLst>
                <a:rect l="T15" t="T16" r="T17" b="T18"/>
                <a:pathLst>
                  <a:path w="112" h="87">
                    <a:moveTo>
                      <a:pt x="112" y="0"/>
                    </a:moveTo>
                    <a:lnTo>
                      <a:pt x="32" y="87"/>
                    </a:lnTo>
                    <a:lnTo>
                      <a:pt x="16" y="64"/>
                    </a:lnTo>
                    <a:lnTo>
                      <a:pt x="0" y="40"/>
                    </a:lnTo>
                    <a:lnTo>
                      <a:pt x="112" y="0"/>
                    </a:lnTo>
                    <a:close/>
                  </a:path>
                </a:pathLst>
              </a:custGeom>
              <a:solidFill>
                <a:schemeClr val="bg2"/>
              </a:solidFill>
              <a:ln w="9525">
                <a:solidFill>
                  <a:schemeClr val="bg2"/>
                </a:solidFill>
                <a:round/>
                <a:headEnd/>
                <a:tailEnd/>
              </a:ln>
            </p:spPr>
            <p:txBody>
              <a:bodyPr/>
              <a:lstStyle/>
              <a:p>
                <a:endParaRPr lang="en-US"/>
              </a:p>
            </p:txBody>
          </p:sp>
          <p:sp>
            <p:nvSpPr>
              <p:cNvPr id="109929" name="Line 1185"/>
              <p:cNvSpPr>
                <a:spLocks noChangeShapeType="1"/>
              </p:cNvSpPr>
              <p:nvPr/>
            </p:nvSpPr>
            <p:spPr bwMode="auto">
              <a:xfrm flipV="1">
                <a:off x="3780" y="1996"/>
                <a:ext cx="72"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930" name="Line 1186"/>
              <p:cNvSpPr>
                <a:spLocks noChangeShapeType="1"/>
              </p:cNvSpPr>
              <p:nvPr/>
            </p:nvSpPr>
            <p:spPr bwMode="auto">
              <a:xfrm flipV="1">
                <a:off x="3876" y="1940"/>
                <a:ext cx="72" cy="4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931" name="Line 1187"/>
              <p:cNvSpPr>
                <a:spLocks noChangeShapeType="1"/>
              </p:cNvSpPr>
              <p:nvPr/>
            </p:nvSpPr>
            <p:spPr bwMode="auto">
              <a:xfrm flipV="1">
                <a:off x="3973" y="1878"/>
                <a:ext cx="70" cy="46"/>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932" name="Line 1188"/>
              <p:cNvSpPr>
                <a:spLocks noChangeShapeType="1"/>
              </p:cNvSpPr>
              <p:nvPr/>
            </p:nvSpPr>
            <p:spPr bwMode="auto">
              <a:xfrm flipV="1">
                <a:off x="4059" y="1846"/>
                <a:ext cx="40" cy="15"/>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9892" name="Group 1189"/>
            <p:cNvGrpSpPr>
              <a:grpSpLocks/>
            </p:cNvGrpSpPr>
            <p:nvPr/>
          </p:nvGrpSpPr>
          <p:grpSpPr bwMode="auto">
            <a:xfrm>
              <a:off x="3780" y="1765"/>
              <a:ext cx="447" cy="279"/>
              <a:chOff x="3780" y="1765"/>
              <a:chExt cx="447" cy="279"/>
            </a:xfrm>
          </p:grpSpPr>
          <p:sp>
            <p:nvSpPr>
              <p:cNvPr id="109923" name="Freeform 1190"/>
              <p:cNvSpPr>
                <a:spLocks/>
              </p:cNvSpPr>
              <p:nvPr/>
            </p:nvSpPr>
            <p:spPr bwMode="auto">
              <a:xfrm>
                <a:off x="4115" y="1964"/>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 name="T15" fmla="*/ 0 w 112"/>
                  <a:gd name="T16" fmla="*/ 0 h 80"/>
                  <a:gd name="T17" fmla="*/ 112 w 112"/>
                  <a:gd name="T18" fmla="*/ 80 h 80"/>
                </a:gdLst>
                <a:ahLst/>
                <a:cxnLst>
                  <a:cxn ang="T10">
                    <a:pos x="T0" y="T1"/>
                  </a:cxn>
                  <a:cxn ang="T11">
                    <a:pos x="T2" y="T3"/>
                  </a:cxn>
                  <a:cxn ang="T12">
                    <a:pos x="T4" y="T5"/>
                  </a:cxn>
                  <a:cxn ang="T13">
                    <a:pos x="T6" y="T7"/>
                  </a:cxn>
                  <a:cxn ang="T14">
                    <a:pos x="T8" y="T9"/>
                  </a:cxn>
                </a:cxnLst>
                <a:rect l="T15" t="T16" r="T17" b="T18"/>
                <a:pathLst>
                  <a:path w="112" h="80">
                    <a:moveTo>
                      <a:pt x="112" y="80"/>
                    </a:moveTo>
                    <a:lnTo>
                      <a:pt x="0" y="48"/>
                    </a:lnTo>
                    <a:lnTo>
                      <a:pt x="16" y="24"/>
                    </a:lnTo>
                    <a:lnTo>
                      <a:pt x="32" y="0"/>
                    </a:lnTo>
                    <a:lnTo>
                      <a:pt x="112" y="80"/>
                    </a:lnTo>
                    <a:close/>
                  </a:path>
                </a:pathLst>
              </a:custGeom>
              <a:solidFill>
                <a:schemeClr val="bg2"/>
              </a:solidFill>
              <a:ln w="9525">
                <a:solidFill>
                  <a:schemeClr val="bg2"/>
                </a:solidFill>
                <a:round/>
                <a:headEnd/>
                <a:tailEnd/>
              </a:ln>
            </p:spPr>
            <p:txBody>
              <a:bodyPr/>
              <a:lstStyle/>
              <a:p>
                <a:endParaRPr lang="en-US"/>
              </a:p>
            </p:txBody>
          </p:sp>
          <p:sp>
            <p:nvSpPr>
              <p:cNvPr id="109924" name="Line 1191"/>
              <p:cNvSpPr>
                <a:spLocks noChangeShapeType="1"/>
              </p:cNvSpPr>
              <p:nvPr/>
            </p:nvSpPr>
            <p:spPr bwMode="auto">
              <a:xfrm>
                <a:off x="3780" y="1765"/>
                <a:ext cx="72"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925" name="Line 1192"/>
              <p:cNvSpPr>
                <a:spLocks noChangeShapeType="1"/>
              </p:cNvSpPr>
              <p:nvPr/>
            </p:nvSpPr>
            <p:spPr bwMode="auto">
              <a:xfrm>
                <a:off x="3877" y="1821"/>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926" name="Line 1193"/>
              <p:cNvSpPr>
                <a:spLocks noChangeShapeType="1"/>
              </p:cNvSpPr>
              <p:nvPr/>
            </p:nvSpPr>
            <p:spPr bwMode="auto">
              <a:xfrm>
                <a:off x="3972" y="1884"/>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927" name="Line 1194"/>
              <p:cNvSpPr>
                <a:spLocks noChangeShapeType="1"/>
              </p:cNvSpPr>
              <p:nvPr/>
            </p:nvSpPr>
            <p:spPr bwMode="auto">
              <a:xfrm>
                <a:off x="4068" y="1940"/>
                <a:ext cx="63"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9893" name="Group 1195"/>
            <p:cNvGrpSpPr>
              <a:grpSpLocks/>
            </p:cNvGrpSpPr>
            <p:nvPr/>
          </p:nvGrpSpPr>
          <p:grpSpPr bwMode="auto">
            <a:xfrm>
              <a:off x="3326" y="1781"/>
              <a:ext cx="430" cy="255"/>
              <a:chOff x="3326" y="1781"/>
              <a:chExt cx="430" cy="255"/>
            </a:xfrm>
          </p:grpSpPr>
          <p:sp>
            <p:nvSpPr>
              <p:cNvPr id="109918" name="Freeform 1196"/>
              <p:cNvSpPr>
                <a:spLocks/>
              </p:cNvSpPr>
              <p:nvPr/>
            </p:nvSpPr>
            <p:spPr bwMode="auto">
              <a:xfrm>
                <a:off x="3644" y="1956"/>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 name="T15" fmla="*/ 0 w 112"/>
                  <a:gd name="T16" fmla="*/ 0 h 80"/>
                  <a:gd name="T17" fmla="*/ 112 w 112"/>
                  <a:gd name="T18" fmla="*/ 80 h 80"/>
                </a:gdLst>
                <a:ahLst/>
                <a:cxnLst>
                  <a:cxn ang="T10">
                    <a:pos x="T0" y="T1"/>
                  </a:cxn>
                  <a:cxn ang="T11">
                    <a:pos x="T2" y="T3"/>
                  </a:cxn>
                  <a:cxn ang="T12">
                    <a:pos x="T4" y="T5"/>
                  </a:cxn>
                  <a:cxn ang="T13">
                    <a:pos x="T6" y="T7"/>
                  </a:cxn>
                  <a:cxn ang="T14">
                    <a:pos x="T8" y="T9"/>
                  </a:cxn>
                </a:cxnLst>
                <a:rect l="T15" t="T16" r="T17" b="T18"/>
                <a:pathLst>
                  <a:path w="112" h="80">
                    <a:moveTo>
                      <a:pt x="112" y="80"/>
                    </a:moveTo>
                    <a:lnTo>
                      <a:pt x="0" y="48"/>
                    </a:lnTo>
                    <a:lnTo>
                      <a:pt x="16" y="24"/>
                    </a:lnTo>
                    <a:lnTo>
                      <a:pt x="32" y="0"/>
                    </a:lnTo>
                    <a:lnTo>
                      <a:pt x="112" y="80"/>
                    </a:lnTo>
                    <a:close/>
                  </a:path>
                </a:pathLst>
              </a:custGeom>
              <a:solidFill>
                <a:schemeClr val="bg2"/>
              </a:solidFill>
              <a:ln w="9525">
                <a:solidFill>
                  <a:schemeClr val="bg2"/>
                </a:solidFill>
                <a:round/>
                <a:headEnd/>
                <a:tailEnd/>
              </a:ln>
            </p:spPr>
            <p:txBody>
              <a:bodyPr/>
              <a:lstStyle/>
              <a:p>
                <a:endParaRPr lang="en-US"/>
              </a:p>
            </p:txBody>
          </p:sp>
          <p:sp>
            <p:nvSpPr>
              <p:cNvPr id="109919" name="Line 1197"/>
              <p:cNvSpPr>
                <a:spLocks noChangeShapeType="1"/>
              </p:cNvSpPr>
              <p:nvPr/>
            </p:nvSpPr>
            <p:spPr bwMode="auto">
              <a:xfrm>
                <a:off x="3326" y="1781"/>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920" name="Line 1198"/>
              <p:cNvSpPr>
                <a:spLocks noChangeShapeType="1"/>
              </p:cNvSpPr>
              <p:nvPr/>
            </p:nvSpPr>
            <p:spPr bwMode="auto">
              <a:xfrm>
                <a:off x="3422" y="1837"/>
                <a:ext cx="79"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921" name="Line 1199"/>
              <p:cNvSpPr>
                <a:spLocks noChangeShapeType="1"/>
              </p:cNvSpPr>
              <p:nvPr/>
            </p:nvSpPr>
            <p:spPr bwMode="auto">
              <a:xfrm>
                <a:off x="3516" y="1892"/>
                <a:ext cx="80"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922" name="Line 1200"/>
              <p:cNvSpPr>
                <a:spLocks noChangeShapeType="1"/>
              </p:cNvSpPr>
              <p:nvPr/>
            </p:nvSpPr>
            <p:spPr bwMode="auto">
              <a:xfrm>
                <a:off x="3612" y="1948"/>
                <a:ext cx="48" cy="3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9894" name="Group 1201"/>
            <p:cNvGrpSpPr>
              <a:grpSpLocks/>
            </p:cNvGrpSpPr>
            <p:nvPr/>
          </p:nvGrpSpPr>
          <p:grpSpPr bwMode="auto">
            <a:xfrm>
              <a:off x="3325" y="2698"/>
              <a:ext cx="415" cy="279"/>
              <a:chOff x="3325" y="2698"/>
              <a:chExt cx="415" cy="279"/>
            </a:xfrm>
          </p:grpSpPr>
          <p:sp>
            <p:nvSpPr>
              <p:cNvPr id="109913" name="Freeform 1202"/>
              <p:cNvSpPr>
                <a:spLocks/>
              </p:cNvSpPr>
              <p:nvPr/>
            </p:nvSpPr>
            <p:spPr bwMode="auto">
              <a:xfrm>
                <a:off x="3628" y="2889"/>
                <a:ext cx="112" cy="88"/>
              </a:xfrm>
              <a:custGeom>
                <a:avLst/>
                <a:gdLst>
                  <a:gd name="T0" fmla="*/ 112 w 112"/>
                  <a:gd name="T1" fmla="*/ 88 h 88"/>
                  <a:gd name="T2" fmla="*/ 0 w 112"/>
                  <a:gd name="T3" fmla="*/ 48 h 88"/>
                  <a:gd name="T4" fmla="*/ 16 w 112"/>
                  <a:gd name="T5" fmla="*/ 24 h 88"/>
                  <a:gd name="T6" fmla="*/ 32 w 112"/>
                  <a:gd name="T7" fmla="*/ 0 h 88"/>
                  <a:gd name="T8" fmla="*/ 112 w 112"/>
                  <a:gd name="T9" fmla="*/ 88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88"/>
                    </a:moveTo>
                    <a:lnTo>
                      <a:pt x="0" y="48"/>
                    </a:lnTo>
                    <a:lnTo>
                      <a:pt x="16" y="24"/>
                    </a:lnTo>
                    <a:lnTo>
                      <a:pt x="32" y="0"/>
                    </a:lnTo>
                    <a:lnTo>
                      <a:pt x="112" y="88"/>
                    </a:lnTo>
                    <a:close/>
                  </a:path>
                </a:pathLst>
              </a:custGeom>
              <a:solidFill>
                <a:schemeClr val="bg2"/>
              </a:solidFill>
              <a:ln w="9525">
                <a:solidFill>
                  <a:schemeClr val="bg2"/>
                </a:solidFill>
                <a:round/>
                <a:headEnd/>
                <a:tailEnd/>
              </a:ln>
            </p:spPr>
            <p:txBody>
              <a:bodyPr/>
              <a:lstStyle/>
              <a:p>
                <a:endParaRPr lang="en-US"/>
              </a:p>
            </p:txBody>
          </p:sp>
          <p:sp>
            <p:nvSpPr>
              <p:cNvPr id="109914" name="Line 1203"/>
              <p:cNvSpPr>
                <a:spLocks noChangeShapeType="1"/>
              </p:cNvSpPr>
              <p:nvPr/>
            </p:nvSpPr>
            <p:spPr bwMode="auto">
              <a:xfrm>
                <a:off x="3325" y="2698"/>
                <a:ext cx="72"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915" name="Line 1204"/>
              <p:cNvSpPr>
                <a:spLocks noChangeShapeType="1"/>
              </p:cNvSpPr>
              <p:nvPr/>
            </p:nvSpPr>
            <p:spPr bwMode="auto">
              <a:xfrm>
                <a:off x="3421" y="2762"/>
                <a:ext cx="72"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916" name="Line 1205"/>
              <p:cNvSpPr>
                <a:spLocks noChangeShapeType="1"/>
              </p:cNvSpPr>
              <p:nvPr/>
            </p:nvSpPr>
            <p:spPr bwMode="auto">
              <a:xfrm>
                <a:off x="3510" y="2826"/>
                <a:ext cx="70" cy="46"/>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917" name="Line 1206"/>
              <p:cNvSpPr>
                <a:spLocks noChangeShapeType="1"/>
              </p:cNvSpPr>
              <p:nvPr/>
            </p:nvSpPr>
            <p:spPr bwMode="auto">
              <a:xfrm>
                <a:off x="3604" y="2881"/>
                <a:ext cx="40" cy="3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9895" name="Group 1207"/>
            <p:cNvGrpSpPr>
              <a:grpSpLocks/>
            </p:cNvGrpSpPr>
            <p:nvPr/>
          </p:nvGrpSpPr>
          <p:grpSpPr bwMode="auto">
            <a:xfrm>
              <a:off x="2878" y="2395"/>
              <a:ext cx="423" cy="271"/>
              <a:chOff x="2878" y="2395"/>
              <a:chExt cx="423" cy="271"/>
            </a:xfrm>
          </p:grpSpPr>
          <p:sp>
            <p:nvSpPr>
              <p:cNvPr id="109908" name="Freeform 1208"/>
              <p:cNvSpPr>
                <a:spLocks/>
              </p:cNvSpPr>
              <p:nvPr/>
            </p:nvSpPr>
            <p:spPr bwMode="auto">
              <a:xfrm>
                <a:off x="3189" y="2578"/>
                <a:ext cx="112" cy="88"/>
              </a:xfrm>
              <a:custGeom>
                <a:avLst/>
                <a:gdLst>
                  <a:gd name="T0" fmla="*/ 112 w 112"/>
                  <a:gd name="T1" fmla="*/ 88 h 88"/>
                  <a:gd name="T2" fmla="*/ 0 w 112"/>
                  <a:gd name="T3" fmla="*/ 48 h 88"/>
                  <a:gd name="T4" fmla="*/ 16 w 112"/>
                  <a:gd name="T5" fmla="*/ 24 h 88"/>
                  <a:gd name="T6" fmla="*/ 32 w 112"/>
                  <a:gd name="T7" fmla="*/ 0 h 88"/>
                  <a:gd name="T8" fmla="*/ 112 w 112"/>
                  <a:gd name="T9" fmla="*/ 88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88"/>
                    </a:moveTo>
                    <a:lnTo>
                      <a:pt x="0" y="48"/>
                    </a:lnTo>
                    <a:lnTo>
                      <a:pt x="16" y="24"/>
                    </a:lnTo>
                    <a:lnTo>
                      <a:pt x="32" y="0"/>
                    </a:lnTo>
                    <a:lnTo>
                      <a:pt x="112" y="88"/>
                    </a:lnTo>
                    <a:close/>
                  </a:path>
                </a:pathLst>
              </a:custGeom>
              <a:solidFill>
                <a:schemeClr val="bg2"/>
              </a:solidFill>
              <a:ln w="9525">
                <a:solidFill>
                  <a:schemeClr val="bg2"/>
                </a:solidFill>
                <a:round/>
                <a:headEnd/>
                <a:tailEnd/>
              </a:ln>
            </p:spPr>
            <p:txBody>
              <a:bodyPr/>
              <a:lstStyle/>
              <a:p>
                <a:endParaRPr lang="en-US"/>
              </a:p>
            </p:txBody>
          </p:sp>
          <p:sp>
            <p:nvSpPr>
              <p:cNvPr id="109909" name="Line 1209"/>
              <p:cNvSpPr>
                <a:spLocks noChangeShapeType="1"/>
              </p:cNvSpPr>
              <p:nvPr/>
            </p:nvSpPr>
            <p:spPr bwMode="auto">
              <a:xfrm>
                <a:off x="2878" y="2395"/>
                <a:ext cx="72"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910" name="Line 1210"/>
              <p:cNvSpPr>
                <a:spLocks noChangeShapeType="1"/>
              </p:cNvSpPr>
              <p:nvPr/>
            </p:nvSpPr>
            <p:spPr bwMode="auto">
              <a:xfrm>
                <a:off x="2975" y="2459"/>
                <a:ext cx="70" cy="3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911" name="Line 1211"/>
              <p:cNvSpPr>
                <a:spLocks noChangeShapeType="1"/>
              </p:cNvSpPr>
              <p:nvPr/>
            </p:nvSpPr>
            <p:spPr bwMode="auto">
              <a:xfrm>
                <a:off x="3070" y="2515"/>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912" name="Line 1212"/>
              <p:cNvSpPr>
                <a:spLocks noChangeShapeType="1"/>
              </p:cNvSpPr>
              <p:nvPr/>
            </p:nvSpPr>
            <p:spPr bwMode="auto">
              <a:xfrm>
                <a:off x="3157" y="2578"/>
                <a:ext cx="48" cy="24"/>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9896" name="Group 1213"/>
            <p:cNvGrpSpPr>
              <a:grpSpLocks/>
            </p:cNvGrpSpPr>
            <p:nvPr/>
          </p:nvGrpSpPr>
          <p:grpSpPr bwMode="auto">
            <a:xfrm>
              <a:off x="2862" y="3001"/>
              <a:ext cx="423" cy="263"/>
              <a:chOff x="2862" y="3001"/>
              <a:chExt cx="423" cy="263"/>
            </a:xfrm>
          </p:grpSpPr>
          <p:sp>
            <p:nvSpPr>
              <p:cNvPr id="109903" name="Freeform 1214"/>
              <p:cNvSpPr>
                <a:spLocks/>
              </p:cNvSpPr>
              <p:nvPr/>
            </p:nvSpPr>
            <p:spPr bwMode="auto">
              <a:xfrm>
                <a:off x="3173" y="3185"/>
                <a:ext cx="112" cy="79"/>
              </a:xfrm>
              <a:custGeom>
                <a:avLst/>
                <a:gdLst>
                  <a:gd name="T0" fmla="*/ 112 w 112"/>
                  <a:gd name="T1" fmla="*/ 79 h 79"/>
                  <a:gd name="T2" fmla="*/ 0 w 112"/>
                  <a:gd name="T3" fmla="*/ 47 h 79"/>
                  <a:gd name="T4" fmla="*/ 16 w 112"/>
                  <a:gd name="T5" fmla="*/ 23 h 79"/>
                  <a:gd name="T6" fmla="*/ 32 w 112"/>
                  <a:gd name="T7" fmla="*/ 0 h 79"/>
                  <a:gd name="T8" fmla="*/ 112 w 112"/>
                  <a:gd name="T9" fmla="*/ 79 h 79"/>
                  <a:gd name="T10" fmla="*/ 0 60000 65536"/>
                  <a:gd name="T11" fmla="*/ 0 60000 65536"/>
                  <a:gd name="T12" fmla="*/ 0 60000 65536"/>
                  <a:gd name="T13" fmla="*/ 0 60000 65536"/>
                  <a:gd name="T14" fmla="*/ 0 60000 65536"/>
                  <a:gd name="T15" fmla="*/ 0 w 112"/>
                  <a:gd name="T16" fmla="*/ 0 h 79"/>
                  <a:gd name="T17" fmla="*/ 112 w 112"/>
                  <a:gd name="T18" fmla="*/ 79 h 79"/>
                </a:gdLst>
                <a:ahLst/>
                <a:cxnLst>
                  <a:cxn ang="T10">
                    <a:pos x="T0" y="T1"/>
                  </a:cxn>
                  <a:cxn ang="T11">
                    <a:pos x="T2" y="T3"/>
                  </a:cxn>
                  <a:cxn ang="T12">
                    <a:pos x="T4" y="T5"/>
                  </a:cxn>
                  <a:cxn ang="T13">
                    <a:pos x="T6" y="T7"/>
                  </a:cxn>
                  <a:cxn ang="T14">
                    <a:pos x="T8" y="T9"/>
                  </a:cxn>
                </a:cxnLst>
                <a:rect l="T15" t="T16" r="T17" b="T18"/>
                <a:pathLst>
                  <a:path w="112" h="79">
                    <a:moveTo>
                      <a:pt x="112" y="79"/>
                    </a:moveTo>
                    <a:lnTo>
                      <a:pt x="0" y="47"/>
                    </a:lnTo>
                    <a:lnTo>
                      <a:pt x="16" y="23"/>
                    </a:lnTo>
                    <a:lnTo>
                      <a:pt x="32" y="0"/>
                    </a:lnTo>
                    <a:lnTo>
                      <a:pt x="112" y="79"/>
                    </a:lnTo>
                    <a:close/>
                  </a:path>
                </a:pathLst>
              </a:custGeom>
              <a:solidFill>
                <a:schemeClr val="bg2"/>
              </a:solidFill>
              <a:ln w="9525">
                <a:solidFill>
                  <a:schemeClr val="bg2"/>
                </a:solidFill>
                <a:round/>
                <a:headEnd/>
                <a:tailEnd/>
              </a:ln>
            </p:spPr>
            <p:txBody>
              <a:bodyPr/>
              <a:lstStyle/>
              <a:p>
                <a:endParaRPr lang="en-US"/>
              </a:p>
            </p:txBody>
          </p:sp>
          <p:sp>
            <p:nvSpPr>
              <p:cNvPr id="109904" name="Line 1215"/>
              <p:cNvSpPr>
                <a:spLocks noChangeShapeType="1"/>
              </p:cNvSpPr>
              <p:nvPr/>
            </p:nvSpPr>
            <p:spPr bwMode="auto">
              <a:xfrm>
                <a:off x="2862" y="3001"/>
                <a:ext cx="72"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905" name="Line 1216"/>
              <p:cNvSpPr>
                <a:spLocks noChangeShapeType="1"/>
              </p:cNvSpPr>
              <p:nvPr/>
            </p:nvSpPr>
            <p:spPr bwMode="auto">
              <a:xfrm>
                <a:off x="2958" y="3057"/>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906" name="Line 1217"/>
              <p:cNvSpPr>
                <a:spLocks noChangeShapeType="1"/>
              </p:cNvSpPr>
              <p:nvPr/>
            </p:nvSpPr>
            <p:spPr bwMode="auto">
              <a:xfrm>
                <a:off x="3054" y="3121"/>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907" name="Line 1218"/>
              <p:cNvSpPr>
                <a:spLocks noChangeShapeType="1"/>
              </p:cNvSpPr>
              <p:nvPr/>
            </p:nvSpPr>
            <p:spPr bwMode="auto">
              <a:xfrm>
                <a:off x="3150" y="3177"/>
                <a:ext cx="39" cy="3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9897" name="Group 1219"/>
            <p:cNvGrpSpPr>
              <a:grpSpLocks/>
            </p:cNvGrpSpPr>
            <p:nvPr/>
          </p:nvGrpSpPr>
          <p:grpSpPr bwMode="auto">
            <a:xfrm>
              <a:off x="3318" y="3304"/>
              <a:ext cx="422" cy="287"/>
              <a:chOff x="3318" y="3304"/>
              <a:chExt cx="422" cy="287"/>
            </a:xfrm>
          </p:grpSpPr>
          <p:sp>
            <p:nvSpPr>
              <p:cNvPr id="109898" name="Freeform 1220"/>
              <p:cNvSpPr>
                <a:spLocks/>
              </p:cNvSpPr>
              <p:nvPr/>
            </p:nvSpPr>
            <p:spPr bwMode="auto">
              <a:xfrm>
                <a:off x="3628" y="3304"/>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32" y="88"/>
                    </a:lnTo>
                    <a:lnTo>
                      <a:pt x="16" y="64"/>
                    </a:lnTo>
                    <a:lnTo>
                      <a:pt x="0" y="40"/>
                    </a:lnTo>
                    <a:lnTo>
                      <a:pt x="112" y="0"/>
                    </a:lnTo>
                    <a:close/>
                  </a:path>
                </a:pathLst>
              </a:custGeom>
              <a:solidFill>
                <a:schemeClr val="bg2"/>
              </a:solidFill>
              <a:ln w="9525">
                <a:solidFill>
                  <a:schemeClr val="bg2"/>
                </a:solidFill>
                <a:round/>
                <a:headEnd/>
                <a:tailEnd/>
              </a:ln>
            </p:spPr>
            <p:txBody>
              <a:bodyPr/>
              <a:lstStyle/>
              <a:p>
                <a:endParaRPr lang="en-US"/>
              </a:p>
            </p:txBody>
          </p:sp>
          <p:sp>
            <p:nvSpPr>
              <p:cNvPr id="109899" name="Line 1221"/>
              <p:cNvSpPr>
                <a:spLocks noChangeShapeType="1"/>
              </p:cNvSpPr>
              <p:nvPr/>
            </p:nvSpPr>
            <p:spPr bwMode="auto">
              <a:xfrm flipV="1">
                <a:off x="3318" y="3544"/>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900" name="Line 1222"/>
              <p:cNvSpPr>
                <a:spLocks noChangeShapeType="1"/>
              </p:cNvSpPr>
              <p:nvPr/>
            </p:nvSpPr>
            <p:spPr bwMode="auto">
              <a:xfrm flipV="1">
                <a:off x="3413" y="3481"/>
                <a:ext cx="72"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901" name="Line 1223"/>
              <p:cNvSpPr>
                <a:spLocks noChangeShapeType="1"/>
              </p:cNvSpPr>
              <p:nvPr/>
            </p:nvSpPr>
            <p:spPr bwMode="auto">
              <a:xfrm flipV="1">
                <a:off x="3501" y="3417"/>
                <a:ext cx="71" cy="4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902" name="Line 1224"/>
              <p:cNvSpPr>
                <a:spLocks noChangeShapeType="1"/>
              </p:cNvSpPr>
              <p:nvPr/>
            </p:nvSpPr>
            <p:spPr bwMode="auto">
              <a:xfrm flipV="1">
                <a:off x="3596" y="3368"/>
                <a:ext cx="48" cy="3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109573" name="Rectangle 1225"/>
          <p:cNvSpPr>
            <a:spLocks noGrp="1" noChangeArrowheads="1"/>
          </p:cNvSpPr>
          <p:nvPr>
            <p:ph type="title"/>
          </p:nvPr>
        </p:nvSpPr>
        <p:spPr/>
        <p:txBody>
          <a:bodyPr/>
          <a:lstStyle/>
          <a:p>
            <a:r>
              <a:rPr lang="en-US" sz="3600" dirty="0"/>
              <a:t>Blood management</a:t>
            </a:r>
            <a:endParaRPr lang="en-US" dirty="0"/>
          </a:p>
        </p:txBody>
      </p:sp>
      <p:grpSp>
        <p:nvGrpSpPr>
          <p:cNvPr id="94460" name="Group 1226"/>
          <p:cNvGrpSpPr>
            <a:grpSpLocks/>
          </p:cNvGrpSpPr>
          <p:nvPr/>
        </p:nvGrpSpPr>
        <p:grpSpPr bwMode="auto">
          <a:xfrm>
            <a:off x="3467100" y="2247900"/>
            <a:ext cx="3481388" cy="4038600"/>
            <a:chOff x="1224" y="1416"/>
            <a:chExt cx="2193" cy="2544"/>
          </a:xfrm>
        </p:grpSpPr>
        <p:sp>
          <p:nvSpPr>
            <p:cNvPr id="109667" name="Line 1227"/>
            <p:cNvSpPr>
              <a:spLocks noChangeShapeType="1"/>
            </p:cNvSpPr>
            <p:nvPr/>
          </p:nvSpPr>
          <p:spPr bwMode="auto">
            <a:xfrm flipV="1">
              <a:off x="1500" y="2033"/>
              <a:ext cx="973" cy="313"/>
            </a:xfrm>
            <a:prstGeom prst="line">
              <a:avLst/>
            </a:prstGeom>
            <a:noFill/>
            <a:ln w="76200">
              <a:solidFill>
                <a:schemeClr val="tx1"/>
              </a:solidFill>
              <a:round/>
              <a:headEnd type="none" w="lg" len="lg"/>
              <a:tailEnd type="triangle" w="med" len="lg"/>
            </a:ln>
            <a:extLst>
              <a:ext uri="{909E8E84-426E-40DD-AFC4-6F175D3DCCD1}">
                <a14:hiddenFill xmlns:a14="http://schemas.microsoft.com/office/drawing/2010/main">
                  <a:noFill/>
                </a14:hiddenFill>
              </a:ext>
            </a:extLst>
          </p:spPr>
          <p:txBody>
            <a:bodyPr wrap="none" anchor="ctr"/>
            <a:lstStyle/>
            <a:p>
              <a:endParaRPr lang="en-US"/>
            </a:p>
          </p:txBody>
        </p:sp>
        <p:sp>
          <p:nvSpPr>
            <p:cNvPr id="109668" name="Line 1228"/>
            <p:cNvSpPr>
              <a:spLocks noChangeShapeType="1"/>
            </p:cNvSpPr>
            <p:nvPr/>
          </p:nvSpPr>
          <p:spPr bwMode="auto">
            <a:xfrm flipV="1">
              <a:off x="1500" y="2373"/>
              <a:ext cx="1618" cy="1336"/>
            </a:xfrm>
            <a:prstGeom prst="line">
              <a:avLst/>
            </a:prstGeom>
            <a:noFill/>
            <a:ln w="76200">
              <a:solidFill>
                <a:schemeClr val="tx1"/>
              </a:solidFill>
              <a:round/>
              <a:headEnd type="none" w="lg" len="lg"/>
              <a:tailEnd type="triangle" w="med" len="lg"/>
            </a:ln>
            <a:extLst>
              <a:ext uri="{909E8E84-426E-40DD-AFC4-6F175D3DCCD1}">
                <a14:hiddenFill xmlns:a14="http://schemas.microsoft.com/office/drawing/2010/main">
                  <a:noFill/>
                </a14:hiddenFill>
              </a:ext>
            </a:extLst>
          </p:spPr>
          <p:txBody>
            <a:bodyPr wrap="none" anchor="ctr"/>
            <a:lstStyle/>
            <a:p>
              <a:endParaRPr lang="en-US"/>
            </a:p>
          </p:txBody>
        </p:sp>
        <p:sp>
          <p:nvSpPr>
            <p:cNvPr id="109669" name="Line 1229"/>
            <p:cNvSpPr>
              <a:spLocks noChangeShapeType="1"/>
            </p:cNvSpPr>
            <p:nvPr/>
          </p:nvSpPr>
          <p:spPr bwMode="auto">
            <a:xfrm>
              <a:off x="1500" y="1682"/>
              <a:ext cx="1072" cy="1709"/>
            </a:xfrm>
            <a:prstGeom prst="line">
              <a:avLst/>
            </a:prstGeom>
            <a:noFill/>
            <a:ln w="76200">
              <a:solidFill>
                <a:schemeClr val="tx1"/>
              </a:solidFill>
              <a:round/>
              <a:headEnd type="none" w="lg" len="lg"/>
              <a:tailEnd type="triangle" w="med" len="lg"/>
            </a:ln>
            <a:extLst>
              <a:ext uri="{909E8E84-426E-40DD-AFC4-6F175D3DCCD1}">
                <a14:hiddenFill xmlns:a14="http://schemas.microsoft.com/office/drawing/2010/main">
                  <a:noFill/>
                </a14:hiddenFill>
              </a:ext>
            </a:extLst>
          </p:spPr>
          <p:txBody>
            <a:bodyPr wrap="none" anchor="ctr"/>
            <a:lstStyle/>
            <a:p>
              <a:endParaRPr lang="en-US"/>
            </a:p>
          </p:txBody>
        </p:sp>
        <p:sp>
          <p:nvSpPr>
            <p:cNvPr id="109670" name="Rectangle 1230"/>
            <p:cNvSpPr>
              <a:spLocks noChangeArrowheads="1"/>
            </p:cNvSpPr>
            <p:nvPr/>
          </p:nvSpPr>
          <p:spPr bwMode="auto">
            <a:xfrm>
              <a:off x="1224" y="1416"/>
              <a:ext cx="464" cy="2544"/>
            </a:xfrm>
            <a:prstGeom prst="rect">
              <a:avLst/>
            </a:prstGeom>
            <a:solidFill>
              <a:srgbClr val="477BFD">
                <a:alpha val="50195"/>
              </a:srgbClr>
            </a:solidFill>
            <a:ln>
              <a:noFill/>
            </a:ln>
            <a:extLst>
              <a:ext uri="{91240B29-F687-4F45-9708-019B960494DF}">
                <a14:hiddenLine xmlns:a14="http://schemas.microsoft.com/office/drawing/2010/main" w="38100">
                  <a:solidFill>
                    <a:srgbClr val="000000"/>
                  </a:solidFill>
                  <a:miter lim="800000"/>
                  <a:headEnd type="none" w="lg" len="lg"/>
                  <a:tailEnd type="none" w="lg" len="lg"/>
                </a14:hiddenLine>
              </a:ext>
            </a:extLst>
          </p:spPr>
          <p:txBody>
            <a:bodyPr wrap="none" anchor="ctr"/>
            <a:lstStyle/>
            <a:p>
              <a:endParaRPr lang="en-US"/>
            </a:p>
          </p:txBody>
        </p:sp>
        <p:grpSp>
          <p:nvGrpSpPr>
            <p:cNvPr id="109671" name="Group 1231"/>
            <p:cNvGrpSpPr>
              <a:grpSpLocks/>
            </p:cNvGrpSpPr>
            <p:nvPr/>
          </p:nvGrpSpPr>
          <p:grpSpPr bwMode="auto">
            <a:xfrm>
              <a:off x="2308" y="1754"/>
              <a:ext cx="621" cy="511"/>
              <a:chOff x="2700" y="1858"/>
              <a:chExt cx="948" cy="780"/>
            </a:xfrm>
          </p:grpSpPr>
          <p:sp>
            <p:nvSpPr>
              <p:cNvPr id="109684" name="Rectangle 1232"/>
              <p:cNvSpPr>
                <a:spLocks noChangeArrowheads="1"/>
              </p:cNvSpPr>
              <p:nvPr/>
            </p:nvSpPr>
            <p:spPr bwMode="auto">
              <a:xfrm>
                <a:off x="2700" y="1858"/>
                <a:ext cx="948" cy="780"/>
              </a:xfrm>
              <a:prstGeom prst="rect">
                <a:avLst/>
              </a:prstGeom>
              <a:solidFill>
                <a:srgbClr val="3770FD">
                  <a:alpha val="50195"/>
                </a:srgbClr>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p>
                <a:endParaRPr lang="en-US"/>
              </a:p>
            </p:txBody>
          </p:sp>
          <p:grpSp>
            <p:nvGrpSpPr>
              <p:cNvPr id="109685" name="Group 1233"/>
              <p:cNvGrpSpPr>
                <a:grpSpLocks/>
              </p:cNvGrpSpPr>
              <p:nvPr/>
            </p:nvGrpSpPr>
            <p:grpSpPr bwMode="auto">
              <a:xfrm>
                <a:off x="2931" y="2061"/>
                <a:ext cx="506" cy="416"/>
                <a:chOff x="4101" y="2013"/>
                <a:chExt cx="506" cy="416"/>
              </a:xfrm>
            </p:grpSpPr>
            <p:sp>
              <p:nvSpPr>
                <p:cNvPr id="109686" name="Line 1234"/>
                <p:cNvSpPr>
                  <a:spLocks noChangeShapeType="1"/>
                </p:cNvSpPr>
                <p:nvPr/>
              </p:nvSpPr>
              <p:spPr bwMode="auto">
                <a:xfrm flipV="1">
                  <a:off x="4101" y="2013"/>
                  <a:ext cx="0" cy="416"/>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9687" name="Line 1235"/>
                <p:cNvSpPr>
                  <a:spLocks noChangeShapeType="1"/>
                </p:cNvSpPr>
                <p:nvPr/>
              </p:nvSpPr>
              <p:spPr bwMode="auto">
                <a:xfrm>
                  <a:off x="4107" y="2423"/>
                  <a:ext cx="500"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9688" name="Arc 1236"/>
                <p:cNvSpPr>
                  <a:spLocks/>
                </p:cNvSpPr>
                <p:nvPr/>
              </p:nvSpPr>
              <p:spPr bwMode="auto">
                <a:xfrm flipH="1" flipV="1">
                  <a:off x="4109" y="2068"/>
                  <a:ext cx="379" cy="331"/>
                </a:xfrm>
                <a:custGeom>
                  <a:avLst/>
                  <a:gdLst>
                    <a:gd name="T0" fmla="*/ 7 w 21600"/>
                    <a:gd name="T1" fmla="*/ 0 h 21600"/>
                    <a:gd name="T2" fmla="*/ 0 w 21600"/>
                    <a:gd name="T3" fmla="*/ 5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21600" y="0"/>
                      </a:moveTo>
                      <a:cubicBezTo>
                        <a:pt x="21600" y="11929"/>
                        <a:pt x="11929" y="21599"/>
                        <a:pt x="0" y="21600"/>
                      </a:cubicBezTo>
                    </a:path>
                    <a:path w="21600" h="21600" stroke="0" extrusionOk="0">
                      <a:moveTo>
                        <a:pt x="21600" y="0"/>
                      </a:moveTo>
                      <a:cubicBezTo>
                        <a:pt x="21600" y="11929"/>
                        <a:pt x="11929" y="21599"/>
                        <a:pt x="0" y="21600"/>
                      </a:cubicBezTo>
                      <a:lnTo>
                        <a:pt x="0" y="0"/>
                      </a:lnTo>
                      <a:close/>
                    </a:path>
                  </a:pathLst>
                </a:custGeom>
                <a:noFill/>
                <a:ln w="28575" cap="rnd">
                  <a:solidFill>
                    <a:schemeClr val="bg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grpSp>
        <p:grpSp>
          <p:nvGrpSpPr>
            <p:cNvPr id="109672" name="Group 1237"/>
            <p:cNvGrpSpPr>
              <a:grpSpLocks/>
            </p:cNvGrpSpPr>
            <p:nvPr/>
          </p:nvGrpSpPr>
          <p:grpSpPr bwMode="auto">
            <a:xfrm>
              <a:off x="2796" y="2145"/>
              <a:ext cx="621" cy="511"/>
              <a:chOff x="2700" y="1858"/>
              <a:chExt cx="948" cy="780"/>
            </a:xfrm>
          </p:grpSpPr>
          <p:sp>
            <p:nvSpPr>
              <p:cNvPr id="109679" name="Rectangle 1238"/>
              <p:cNvSpPr>
                <a:spLocks noChangeArrowheads="1"/>
              </p:cNvSpPr>
              <p:nvPr/>
            </p:nvSpPr>
            <p:spPr bwMode="auto">
              <a:xfrm>
                <a:off x="2700" y="1858"/>
                <a:ext cx="948" cy="780"/>
              </a:xfrm>
              <a:prstGeom prst="rect">
                <a:avLst/>
              </a:prstGeom>
              <a:solidFill>
                <a:srgbClr val="3770FD">
                  <a:alpha val="50195"/>
                </a:srgbClr>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p>
                <a:endParaRPr lang="en-US"/>
              </a:p>
            </p:txBody>
          </p:sp>
          <p:grpSp>
            <p:nvGrpSpPr>
              <p:cNvPr id="109680" name="Group 1239"/>
              <p:cNvGrpSpPr>
                <a:grpSpLocks/>
              </p:cNvGrpSpPr>
              <p:nvPr/>
            </p:nvGrpSpPr>
            <p:grpSpPr bwMode="auto">
              <a:xfrm>
                <a:off x="2931" y="2061"/>
                <a:ext cx="506" cy="416"/>
                <a:chOff x="4101" y="2013"/>
                <a:chExt cx="506" cy="416"/>
              </a:xfrm>
            </p:grpSpPr>
            <p:sp>
              <p:nvSpPr>
                <p:cNvPr id="109681" name="Line 1240"/>
                <p:cNvSpPr>
                  <a:spLocks noChangeShapeType="1"/>
                </p:cNvSpPr>
                <p:nvPr/>
              </p:nvSpPr>
              <p:spPr bwMode="auto">
                <a:xfrm flipV="1">
                  <a:off x="4101" y="2013"/>
                  <a:ext cx="0" cy="416"/>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9682" name="Line 1241"/>
                <p:cNvSpPr>
                  <a:spLocks noChangeShapeType="1"/>
                </p:cNvSpPr>
                <p:nvPr/>
              </p:nvSpPr>
              <p:spPr bwMode="auto">
                <a:xfrm>
                  <a:off x="4107" y="2423"/>
                  <a:ext cx="500"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9683" name="Arc 1242"/>
                <p:cNvSpPr>
                  <a:spLocks/>
                </p:cNvSpPr>
                <p:nvPr/>
              </p:nvSpPr>
              <p:spPr bwMode="auto">
                <a:xfrm flipH="1" flipV="1">
                  <a:off x="4109" y="2068"/>
                  <a:ext cx="379" cy="331"/>
                </a:xfrm>
                <a:custGeom>
                  <a:avLst/>
                  <a:gdLst>
                    <a:gd name="T0" fmla="*/ 7 w 21600"/>
                    <a:gd name="T1" fmla="*/ 0 h 21600"/>
                    <a:gd name="T2" fmla="*/ 0 w 21600"/>
                    <a:gd name="T3" fmla="*/ 5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21600" y="0"/>
                      </a:moveTo>
                      <a:cubicBezTo>
                        <a:pt x="21600" y="11929"/>
                        <a:pt x="11929" y="21599"/>
                        <a:pt x="0" y="21600"/>
                      </a:cubicBezTo>
                    </a:path>
                    <a:path w="21600" h="21600" stroke="0" extrusionOk="0">
                      <a:moveTo>
                        <a:pt x="21600" y="0"/>
                      </a:moveTo>
                      <a:cubicBezTo>
                        <a:pt x="21600" y="11929"/>
                        <a:pt x="11929" y="21599"/>
                        <a:pt x="0" y="21600"/>
                      </a:cubicBezTo>
                      <a:lnTo>
                        <a:pt x="0" y="0"/>
                      </a:lnTo>
                      <a:close/>
                    </a:path>
                  </a:pathLst>
                </a:custGeom>
                <a:noFill/>
                <a:ln w="28575" cap="rnd">
                  <a:solidFill>
                    <a:schemeClr val="bg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grpSp>
        <p:grpSp>
          <p:nvGrpSpPr>
            <p:cNvPr id="109673" name="Group 1243"/>
            <p:cNvGrpSpPr>
              <a:grpSpLocks/>
            </p:cNvGrpSpPr>
            <p:nvPr/>
          </p:nvGrpSpPr>
          <p:grpSpPr bwMode="auto">
            <a:xfrm>
              <a:off x="2223" y="3055"/>
              <a:ext cx="621" cy="511"/>
              <a:chOff x="2700" y="1858"/>
              <a:chExt cx="948" cy="780"/>
            </a:xfrm>
          </p:grpSpPr>
          <p:sp>
            <p:nvSpPr>
              <p:cNvPr id="109674" name="Rectangle 1244"/>
              <p:cNvSpPr>
                <a:spLocks noChangeArrowheads="1"/>
              </p:cNvSpPr>
              <p:nvPr/>
            </p:nvSpPr>
            <p:spPr bwMode="auto">
              <a:xfrm>
                <a:off x="2700" y="1858"/>
                <a:ext cx="948" cy="780"/>
              </a:xfrm>
              <a:prstGeom prst="rect">
                <a:avLst/>
              </a:prstGeom>
              <a:solidFill>
                <a:srgbClr val="3770FD">
                  <a:alpha val="50195"/>
                </a:srgbClr>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p>
                <a:endParaRPr lang="en-US"/>
              </a:p>
            </p:txBody>
          </p:sp>
          <p:grpSp>
            <p:nvGrpSpPr>
              <p:cNvPr id="109675" name="Group 1245"/>
              <p:cNvGrpSpPr>
                <a:grpSpLocks/>
              </p:cNvGrpSpPr>
              <p:nvPr/>
            </p:nvGrpSpPr>
            <p:grpSpPr bwMode="auto">
              <a:xfrm>
                <a:off x="2931" y="2061"/>
                <a:ext cx="506" cy="416"/>
                <a:chOff x="4101" y="2013"/>
                <a:chExt cx="506" cy="416"/>
              </a:xfrm>
            </p:grpSpPr>
            <p:sp>
              <p:nvSpPr>
                <p:cNvPr id="109676" name="Line 1246"/>
                <p:cNvSpPr>
                  <a:spLocks noChangeShapeType="1"/>
                </p:cNvSpPr>
                <p:nvPr/>
              </p:nvSpPr>
              <p:spPr bwMode="auto">
                <a:xfrm flipV="1">
                  <a:off x="4101" y="2013"/>
                  <a:ext cx="0" cy="416"/>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9677" name="Line 1247"/>
                <p:cNvSpPr>
                  <a:spLocks noChangeShapeType="1"/>
                </p:cNvSpPr>
                <p:nvPr/>
              </p:nvSpPr>
              <p:spPr bwMode="auto">
                <a:xfrm>
                  <a:off x="4107" y="2423"/>
                  <a:ext cx="500"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9678" name="Arc 1248"/>
                <p:cNvSpPr>
                  <a:spLocks/>
                </p:cNvSpPr>
                <p:nvPr/>
              </p:nvSpPr>
              <p:spPr bwMode="auto">
                <a:xfrm flipH="1" flipV="1">
                  <a:off x="4109" y="2068"/>
                  <a:ext cx="379" cy="331"/>
                </a:xfrm>
                <a:custGeom>
                  <a:avLst/>
                  <a:gdLst>
                    <a:gd name="T0" fmla="*/ 7 w 21600"/>
                    <a:gd name="T1" fmla="*/ 0 h 21600"/>
                    <a:gd name="T2" fmla="*/ 0 w 21600"/>
                    <a:gd name="T3" fmla="*/ 5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21600" y="0"/>
                      </a:moveTo>
                      <a:cubicBezTo>
                        <a:pt x="21600" y="11929"/>
                        <a:pt x="11929" y="21599"/>
                        <a:pt x="0" y="21600"/>
                      </a:cubicBezTo>
                    </a:path>
                    <a:path w="21600" h="21600" stroke="0" extrusionOk="0">
                      <a:moveTo>
                        <a:pt x="21600" y="0"/>
                      </a:moveTo>
                      <a:cubicBezTo>
                        <a:pt x="21600" y="11929"/>
                        <a:pt x="11929" y="21599"/>
                        <a:pt x="0" y="21600"/>
                      </a:cubicBezTo>
                      <a:lnTo>
                        <a:pt x="0" y="0"/>
                      </a:lnTo>
                      <a:close/>
                    </a:path>
                  </a:pathLst>
                </a:custGeom>
                <a:noFill/>
                <a:ln w="28575" cap="rnd">
                  <a:solidFill>
                    <a:schemeClr val="bg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grpSp>
      </p:grpSp>
      <p:grpSp>
        <p:nvGrpSpPr>
          <p:cNvPr id="95555" name="Group 1249"/>
          <p:cNvGrpSpPr>
            <a:grpSpLocks/>
          </p:cNvGrpSpPr>
          <p:nvPr/>
        </p:nvGrpSpPr>
        <p:grpSpPr bwMode="auto">
          <a:xfrm>
            <a:off x="4368800" y="2235200"/>
            <a:ext cx="3481388" cy="4038600"/>
            <a:chOff x="1224" y="1416"/>
            <a:chExt cx="2193" cy="2544"/>
          </a:xfrm>
        </p:grpSpPr>
        <p:sp>
          <p:nvSpPr>
            <p:cNvPr id="109645" name="Line 1250"/>
            <p:cNvSpPr>
              <a:spLocks noChangeShapeType="1"/>
            </p:cNvSpPr>
            <p:nvPr/>
          </p:nvSpPr>
          <p:spPr bwMode="auto">
            <a:xfrm flipV="1">
              <a:off x="1500" y="2033"/>
              <a:ext cx="973" cy="313"/>
            </a:xfrm>
            <a:prstGeom prst="line">
              <a:avLst/>
            </a:prstGeom>
            <a:noFill/>
            <a:ln w="76200">
              <a:solidFill>
                <a:schemeClr val="tx1"/>
              </a:solidFill>
              <a:round/>
              <a:headEnd type="none" w="lg" len="lg"/>
              <a:tailEnd type="triangle" w="med" len="lg"/>
            </a:ln>
            <a:extLst>
              <a:ext uri="{909E8E84-426E-40DD-AFC4-6F175D3DCCD1}">
                <a14:hiddenFill xmlns:a14="http://schemas.microsoft.com/office/drawing/2010/main">
                  <a:noFill/>
                </a14:hiddenFill>
              </a:ext>
            </a:extLst>
          </p:spPr>
          <p:txBody>
            <a:bodyPr wrap="none" anchor="ctr"/>
            <a:lstStyle/>
            <a:p>
              <a:endParaRPr lang="en-US"/>
            </a:p>
          </p:txBody>
        </p:sp>
        <p:sp>
          <p:nvSpPr>
            <p:cNvPr id="109646" name="Line 1251"/>
            <p:cNvSpPr>
              <a:spLocks noChangeShapeType="1"/>
            </p:cNvSpPr>
            <p:nvPr/>
          </p:nvSpPr>
          <p:spPr bwMode="auto">
            <a:xfrm flipV="1">
              <a:off x="1500" y="2373"/>
              <a:ext cx="1618" cy="1336"/>
            </a:xfrm>
            <a:prstGeom prst="line">
              <a:avLst/>
            </a:prstGeom>
            <a:noFill/>
            <a:ln w="76200">
              <a:solidFill>
                <a:schemeClr val="tx1"/>
              </a:solidFill>
              <a:round/>
              <a:headEnd type="none" w="lg" len="lg"/>
              <a:tailEnd type="triangle" w="med" len="lg"/>
            </a:ln>
            <a:extLst>
              <a:ext uri="{909E8E84-426E-40DD-AFC4-6F175D3DCCD1}">
                <a14:hiddenFill xmlns:a14="http://schemas.microsoft.com/office/drawing/2010/main">
                  <a:noFill/>
                </a14:hiddenFill>
              </a:ext>
            </a:extLst>
          </p:spPr>
          <p:txBody>
            <a:bodyPr wrap="none" anchor="ctr"/>
            <a:lstStyle/>
            <a:p>
              <a:endParaRPr lang="en-US"/>
            </a:p>
          </p:txBody>
        </p:sp>
        <p:sp>
          <p:nvSpPr>
            <p:cNvPr id="109647" name="Line 1252"/>
            <p:cNvSpPr>
              <a:spLocks noChangeShapeType="1"/>
            </p:cNvSpPr>
            <p:nvPr/>
          </p:nvSpPr>
          <p:spPr bwMode="auto">
            <a:xfrm>
              <a:off x="1500" y="1682"/>
              <a:ext cx="1072" cy="1709"/>
            </a:xfrm>
            <a:prstGeom prst="line">
              <a:avLst/>
            </a:prstGeom>
            <a:noFill/>
            <a:ln w="76200">
              <a:solidFill>
                <a:schemeClr val="tx1"/>
              </a:solidFill>
              <a:round/>
              <a:headEnd type="none" w="lg" len="lg"/>
              <a:tailEnd type="triangle" w="med" len="lg"/>
            </a:ln>
            <a:extLst>
              <a:ext uri="{909E8E84-426E-40DD-AFC4-6F175D3DCCD1}">
                <a14:hiddenFill xmlns:a14="http://schemas.microsoft.com/office/drawing/2010/main">
                  <a:noFill/>
                </a14:hiddenFill>
              </a:ext>
            </a:extLst>
          </p:spPr>
          <p:txBody>
            <a:bodyPr wrap="none" anchor="ctr"/>
            <a:lstStyle/>
            <a:p>
              <a:endParaRPr lang="en-US"/>
            </a:p>
          </p:txBody>
        </p:sp>
        <p:sp>
          <p:nvSpPr>
            <p:cNvPr id="109648" name="Rectangle 1253"/>
            <p:cNvSpPr>
              <a:spLocks noChangeArrowheads="1"/>
            </p:cNvSpPr>
            <p:nvPr/>
          </p:nvSpPr>
          <p:spPr bwMode="auto">
            <a:xfrm>
              <a:off x="1224" y="1416"/>
              <a:ext cx="464" cy="2544"/>
            </a:xfrm>
            <a:prstGeom prst="rect">
              <a:avLst/>
            </a:prstGeom>
            <a:solidFill>
              <a:srgbClr val="477BFD">
                <a:alpha val="50195"/>
              </a:srgbClr>
            </a:solidFill>
            <a:ln>
              <a:noFill/>
            </a:ln>
            <a:extLst>
              <a:ext uri="{91240B29-F687-4F45-9708-019B960494DF}">
                <a14:hiddenLine xmlns:a14="http://schemas.microsoft.com/office/drawing/2010/main" w="38100">
                  <a:solidFill>
                    <a:srgbClr val="000000"/>
                  </a:solidFill>
                  <a:miter lim="800000"/>
                  <a:headEnd type="none" w="lg" len="lg"/>
                  <a:tailEnd type="none" w="lg" len="lg"/>
                </a14:hiddenLine>
              </a:ext>
            </a:extLst>
          </p:spPr>
          <p:txBody>
            <a:bodyPr wrap="none" anchor="ctr"/>
            <a:lstStyle/>
            <a:p>
              <a:endParaRPr lang="en-US"/>
            </a:p>
          </p:txBody>
        </p:sp>
        <p:grpSp>
          <p:nvGrpSpPr>
            <p:cNvPr id="109649" name="Group 1254"/>
            <p:cNvGrpSpPr>
              <a:grpSpLocks/>
            </p:cNvGrpSpPr>
            <p:nvPr/>
          </p:nvGrpSpPr>
          <p:grpSpPr bwMode="auto">
            <a:xfrm>
              <a:off x="2308" y="1754"/>
              <a:ext cx="621" cy="511"/>
              <a:chOff x="2700" y="1858"/>
              <a:chExt cx="948" cy="780"/>
            </a:xfrm>
          </p:grpSpPr>
          <p:sp>
            <p:nvSpPr>
              <p:cNvPr id="109662" name="Rectangle 1255"/>
              <p:cNvSpPr>
                <a:spLocks noChangeArrowheads="1"/>
              </p:cNvSpPr>
              <p:nvPr/>
            </p:nvSpPr>
            <p:spPr bwMode="auto">
              <a:xfrm>
                <a:off x="2700" y="1858"/>
                <a:ext cx="948" cy="780"/>
              </a:xfrm>
              <a:prstGeom prst="rect">
                <a:avLst/>
              </a:prstGeom>
              <a:solidFill>
                <a:srgbClr val="3770FD">
                  <a:alpha val="50195"/>
                </a:srgbClr>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p>
                <a:endParaRPr lang="en-US"/>
              </a:p>
            </p:txBody>
          </p:sp>
          <p:grpSp>
            <p:nvGrpSpPr>
              <p:cNvPr id="109663" name="Group 1256"/>
              <p:cNvGrpSpPr>
                <a:grpSpLocks/>
              </p:cNvGrpSpPr>
              <p:nvPr/>
            </p:nvGrpSpPr>
            <p:grpSpPr bwMode="auto">
              <a:xfrm>
                <a:off x="2931" y="2061"/>
                <a:ext cx="506" cy="416"/>
                <a:chOff x="4101" y="2013"/>
                <a:chExt cx="506" cy="416"/>
              </a:xfrm>
            </p:grpSpPr>
            <p:sp>
              <p:nvSpPr>
                <p:cNvPr id="109664" name="Line 1257"/>
                <p:cNvSpPr>
                  <a:spLocks noChangeShapeType="1"/>
                </p:cNvSpPr>
                <p:nvPr/>
              </p:nvSpPr>
              <p:spPr bwMode="auto">
                <a:xfrm flipV="1">
                  <a:off x="4101" y="2013"/>
                  <a:ext cx="0" cy="416"/>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9665" name="Line 1258"/>
                <p:cNvSpPr>
                  <a:spLocks noChangeShapeType="1"/>
                </p:cNvSpPr>
                <p:nvPr/>
              </p:nvSpPr>
              <p:spPr bwMode="auto">
                <a:xfrm>
                  <a:off x="4107" y="2423"/>
                  <a:ext cx="500"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9666" name="Arc 1259"/>
                <p:cNvSpPr>
                  <a:spLocks/>
                </p:cNvSpPr>
                <p:nvPr/>
              </p:nvSpPr>
              <p:spPr bwMode="auto">
                <a:xfrm flipH="1" flipV="1">
                  <a:off x="4109" y="2068"/>
                  <a:ext cx="379" cy="331"/>
                </a:xfrm>
                <a:custGeom>
                  <a:avLst/>
                  <a:gdLst>
                    <a:gd name="T0" fmla="*/ 7 w 21600"/>
                    <a:gd name="T1" fmla="*/ 0 h 21600"/>
                    <a:gd name="T2" fmla="*/ 0 w 21600"/>
                    <a:gd name="T3" fmla="*/ 5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21600" y="0"/>
                      </a:moveTo>
                      <a:cubicBezTo>
                        <a:pt x="21600" y="11929"/>
                        <a:pt x="11929" y="21599"/>
                        <a:pt x="0" y="21600"/>
                      </a:cubicBezTo>
                    </a:path>
                    <a:path w="21600" h="21600" stroke="0" extrusionOk="0">
                      <a:moveTo>
                        <a:pt x="21600" y="0"/>
                      </a:moveTo>
                      <a:cubicBezTo>
                        <a:pt x="21600" y="11929"/>
                        <a:pt x="11929" y="21599"/>
                        <a:pt x="0" y="21600"/>
                      </a:cubicBezTo>
                      <a:lnTo>
                        <a:pt x="0" y="0"/>
                      </a:lnTo>
                      <a:close/>
                    </a:path>
                  </a:pathLst>
                </a:custGeom>
                <a:noFill/>
                <a:ln w="28575" cap="rnd">
                  <a:solidFill>
                    <a:schemeClr val="bg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grpSp>
        <p:grpSp>
          <p:nvGrpSpPr>
            <p:cNvPr id="109650" name="Group 1260"/>
            <p:cNvGrpSpPr>
              <a:grpSpLocks/>
            </p:cNvGrpSpPr>
            <p:nvPr/>
          </p:nvGrpSpPr>
          <p:grpSpPr bwMode="auto">
            <a:xfrm>
              <a:off x="2796" y="2145"/>
              <a:ext cx="621" cy="511"/>
              <a:chOff x="2700" y="1858"/>
              <a:chExt cx="948" cy="780"/>
            </a:xfrm>
          </p:grpSpPr>
          <p:sp>
            <p:nvSpPr>
              <p:cNvPr id="109657" name="Rectangle 1261"/>
              <p:cNvSpPr>
                <a:spLocks noChangeArrowheads="1"/>
              </p:cNvSpPr>
              <p:nvPr/>
            </p:nvSpPr>
            <p:spPr bwMode="auto">
              <a:xfrm>
                <a:off x="2700" y="1858"/>
                <a:ext cx="948" cy="780"/>
              </a:xfrm>
              <a:prstGeom prst="rect">
                <a:avLst/>
              </a:prstGeom>
              <a:solidFill>
                <a:srgbClr val="3770FD">
                  <a:alpha val="50195"/>
                </a:srgbClr>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p>
                <a:endParaRPr lang="en-US"/>
              </a:p>
            </p:txBody>
          </p:sp>
          <p:grpSp>
            <p:nvGrpSpPr>
              <p:cNvPr id="109658" name="Group 1262"/>
              <p:cNvGrpSpPr>
                <a:grpSpLocks/>
              </p:cNvGrpSpPr>
              <p:nvPr/>
            </p:nvGrpSpPr>
            <p:grpSpPr bwMode="auto">
              <a:xfrm>
                <a:off x="2931" y="2061"/>
                <a:ext cx="506" cy="416"/>
                <a:chOff x="4101" y="2013"/>
                <a:chExt cx="506" cy="416"/>
              </a:xfrm>
            </p:grpSpPr>
            <p:sp>
              <p:nvSpPr>
                <p:cNvPr id="109659" name="Line 1263"/>
                <p:cNvSpPr>
                  <a:spLocks noChangeShapeType="1"/>
                </p:cNvSpPr>
                <p:nvPr/>
              </p:nvSpPr>
              <p:spPr bwMode="auto">
                <a:xfrm flipV="1">
                  <a:off x="4101" y="2013"/>
                  <a:ext cx="0" cy="416"/>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9660" name="Line 1264"/>
                <p:cNvSpPr>
                  <a:spLocks noChangeShapeType="1"/>
                </p:cNvSpPr>
                <p:nvPr/>
              </p:nvSpPr>
              <p:spPr bwMode="auto">
                <a:xfrm>
                  <a:off x="4107" y="2423"/>
                  <a:ext cx="500"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9661" name="Arc 1265"/>
                <p:cNvSpPr>
                  <a:spLocks/>
                </p:cNvSpPr>
                <p:nvPr/>
              </p:nvSpPr>
              <p:spPr bwMode="auto">
                <a:xfrm flipH="1" flipV="1">
                  <a:off x="4109" y="2068"/>
                  <a:ext cx="379" cy="331"/>
                </a:xfrm>
                <a:custGeom>
                  <a:avLst/>
                  <a:gdLst>
                    <a:gd name="T0" fmla="*/ 7 w 21600"/>
                    <a:gd name="T1" fmla="*/ 0 h 21600"/>
                    <a:gd name="T2" fmla="*/ 0 w 21600"/>
                    <a:gd name="T3" fmla="*/ 5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21600" y="0"/>
                      </a:moveTo>
                      <a:cubicBezTo>
                        <a:pt x="21600" y="11929"/>
                        <a:pt x="11929" y="21599"/>
                        <a:pt x="0" y="21600"/>
                      </a:cubicBezTo>
                    </a:path>
                    <a:path w="21600" h="21600" stroke="0" extrusionOk="0">
                      <a:moveTo>
                        <a:pt x="21600" y="0"/>
                      </a:moveTo>
                      <a:cubicBezTo>
                        <a:pt x="21600" y="11929"/>
                        <a:pt x="11929" y="21599"/>
                        <a:pt x="0" y="21600"/>
                      </a:cubicBezTo>
                      <a:lnTo>
                        <a:pt x="0" y="0"/>
                      </a:lnTo>
                      <a:close/>
                    </a:path>
                  </a:pathLst>
                </a:custGeom>
                <a:noFill/>
                <a:ln w="28575" cap="rnd">
                  <a:solidFill>
                    <a:schemeClr val="bg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grpSp>
        <p:grpSp>
          <p:nvGrpSpPr>
            <p:cNvPr id="109651" name="Group 1266"/>
            <p:cNvGrpSpPr>
              <a:grpSpLocks/>
            </p:cNvGrpSpPr>
            <p:nvPr/>
          </p:nvGrpSpPr>
          <p:grpSpPr bwMode="auto">
            <a:xfrm>
              <a:off x="2223" y="3055"/>
              <a:ext cx="621" cy="511"/>
              <a:chOff x="2700" y="1858"/>
              <a:chExt cx="948" cy="780"/>
            </a:xfrm>
          </p:grpSpPr>
          <p:sp>
            <p:nvSpPr>
              <p:cNvPr id="109652" name="Rectangle 1267"/>
              <p:cNvSpPr>
                <a:spLocks noChangeArrowheads="1"/>
              </p:cNvSpPr>
              <p:nvPr/>
            </p:nvSpPr>
            <p:spPr bwMode="auto">
              <a:xfrm>
                <a:off x="2700" y="1858"/>
                <a:ext cx="948" cy="780"/>
              </a:xfrm>
              <a:prstGeom prst="rect">
                <a:avLst/>
              </a:prstGeom>
              <a:solidFill>
                <a:srgbClr val="3770FD">
                  <a:alpha val="50195"/>
                </a:srgbClr>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p>
                <a:endParaRPr lang="en-US"/>
              </a:p>
            </p:txBody>
          </p:sp>
          <p:grpSp>
            <p:nvGrpSpPr>
              <p:cNvPr id="109653" name="Group 1268"/>
              <p:cNvGrpSpPr>
                <a:grpSpLocks/>
              </p:cNvGrpSpPr>
              <p:nvPr/>
            </p:nvGrpSpPr>
            <p:grpSpPr bwMode="auto">
              <a:xfrm>
                <a:off x="2931" y="2061"/>
                <a:ext cx="506" cy="416"/>
                <a:chOff x="4101" y="2013"/>
                <a:chExt cx="506" cy="416"/>
              </a:xfrm>
            </p:grpSpPr>
            <p:sp>
              <p:nvSpPr>
                <p:cNvPr id="109654" name="Line 1269"/>
                <p:cNvSpPr>
                  <a:spLocks noChangeShapeType="1"/>
                </p:cNvSpPr>
                <p:nvPr/>
              </p:nvSpPr>
              <p:spPr bwMode="auto">
                <a:xfrm flipV="1">
                  <a:off x="4101" y="2013"/>
                  <a:ext cx="0" cy="416"/>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9655" name="Line 1270"/>
                <p:cNvSpPr>
                  <a:spLocks noChangeShapeType="1"/>
                </p:cNvSpPr>
                <p:nvPr/>
              </p:nvSpPr>
              <p:spPr bwMode="auto">
                <a:xfrm>
                  <a:off x="4107" y="2423"/>
                  <a:ext cx="500"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9656" name="Arc 1271"/>
                <p:cNvSpPr>
                  <a:spLocks/>
                </p:cNvSpPr>
                <p:nvPr/>
              </p:nvSpPr>
              <p:spPr bwMode="auto">
                <a:xfrm flipH="1" flipV="1">
                  <a:off x="4109" y="2068"/>
                  <a:ext cx="379" cy="331"/>
                </a:xfrm>
                <a:custGeom>
                  <a:avLst/>
                  <a:gdLst>
                    <a:gd name="T0" fmla="*/ 7 w 21600"/>
                    <a:gd name="T1" fmla="*/ 0 h 21600"/>
                    <a:gd name="T2" fmla="*/ 0 w 21600"/>
                    <a:gd name="T3" fmla="*/ 5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21600" y="0"/>
                      </a:moveTo>
                      <a:cubicBezTo>
                        <a:pt x="21600" y="11929"/>
                        <a:pt x="11929" y="21599"/>
                        <a:pt x="0" y="21600"/>
                      </a:cubicBezTo>
                    </a:path>
                    <a:path w="21600" h="21600" stroke="0" extrusionOk="0">
                      <a:moveTo>
                        <a:pt x="21600" y="0"/>
                      </a:moveTo>
                      <a:cubicBezTo>
                        <a:pt x="21600" y="11929"/>
                        <a:pt x="11929" y="21599"/>
                        <a:pt x="0" y="21600"/>
                      </a:cubicBezTo>
                      <a:lnTo>
                        <a:pt x="0" y="0"/>
                      </a:lnTo>
                      <a:close/>
                    </a:path>
                  </a:pathLst>
                </a:custGeom>
                <a:noFill/>
                <a:ln w="28575" cap="rnd">
                  <a:solidFill>
                    <a:schemeClr val="bg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grpSp>
      </p:grpSp>
      <p:grpSp>
        <p:nvGrpSpPr>
          <p:cNvPr id="95562" name="Group 1272"/>
          <p:cNvGrpSpPr>
            <a:grpSpLocks/>
          </p:cNvGrpSpPr>
          <p:nvPr/>
        </p:nvGrpSpPr>
        <p:grpSpPr bwMode="auto">
          <a:xfrm>
            <a:off x="5232400" y="2222500"/>
            <a:ext cx="3481388" cy="4038600"/>
            <a:chOff x="1224" y="1416"/>
            <a:chExt cx="2193" cy="2544"/>
          </a:xfrm>
        </p:grpSpPr>
        <p:sp>
          <p:nvSpPr>
            <p:cNvPr id="109623" name="Line 1273"/>
            <p:cNvSpPr>
              <a:spLocks noChangeShapeType="1"/>
            </p:cNvSpPr>
            <p:nvPr/>
          </p:nvSpPr>
          <p:spPr bwMode="auto">
            <a:xfrm flipV="1">
              <a:off x="1500" y="2033"/>
              <a:ext cx="973" cy="313"/>
            </a:xfrm>
            <a:prstGeom prst="line">
              <a:avLst/>
            </a:prstGeom>
            <a:noFill/>
            <a:ln w="76200">
              <a:solidFill>
                <a:schemeClr val="tx1"/>
              </a:solidFill>
              <a:round/>
              <a:headEnd type="none" w="lg" len="lg"/>
              <a:tailEnd type="triangle" w="med" len="lg"/>
            </a:ln>
            <a:extLst>
              <a:ext uri="{909E8E84-426E-40DD-AFC4-6F175D3DCCD1}">
                <a14:hiddenFill xmlns:a14="http://schemas.microsoft.com/office/drawing/2010/main">
                  <a:noFill/>
                </a14:hiddenFill>
              </a:ext>
            </a:extLst>
          </p:spPr>
          <p:txBody>
            <a:bodyPr wrap="none" anchor="ctr"/>
            <a:lstStyle/>
            <a:p>
              <a:endParaRPr lang="en-US"/>
            </a:p>
          </p:txBody>
        </p:sp>
        <p:sp>
          <p:nvSpPr>
            <p:cNvPr id="109624" name="Line 1274"/>
            <p:cNvSpPr>
              <a:spLocks noChangeShapeType="1"/>
            </p:cNvSpPr>
            <p:nvPr/>
          </p:nvSpPr>
          <p:spPr bwMode="auto">
            <a:xfrm flipV="1">
              <a:off x="1500" y="2373"/>
              <a:ext cx="1618" cy="1336"/>
            </a:xfrm>
            <a:prstGeom prst="line">
              <a:avLst/>
            </a:prstGeom>
            <a:noFill/>
            <a:ln w="76200">
              <a:solidFill>
                <a:schemeClr val="tx1"/>
              </a:solidFill>
              <a:round/>
              <a:headEnd type="none" w="lg" len="lg"/>
              <a:tailEnd type="triangle" w="med" len="lg"/>
            </a:ln>
            <a:extLst>
              <a:ext uri="{909E8E84-426E-40DD-AFC4-6F175D3DCCD1}">
                <a14:hiddenFill xmlns:a14="http://schemas.microsoft.com/office/drawing/2010/main">
                  <a:noFill/>
                </a14:hiddenFill>
              </a:ext>
            </a:extLst>
          </p:spPr>
          <p:txBody>
            <a:bodyPr wrap="none" anchor="ctr"/>
            <a:lstStyle/>
            <a:p>
              <a:endParaRPr lang="en-US"/>
            </a:p>
          </p:txBody>
        </p:sp>
        <p:sp>
          <p:nvSpPr>
            <p:cNvPr id="109625" name="Line 1275"/>
            <p:cNvSpPr>
              <a:spLocks noChangeShapeType="1"/>
            </p:cNvSpPr>
            <p:nvPr/>
          </p:nvSpPr>
          <p:spPr bwMode="auto">
            <a:xfrm>
              <a:off x="1500" y="1682"/>
              <a:ext cx="1072" cy="1709"/>
            </a:xfrm>
            <a:prstGeom prst="line">
              <a:avLst/>
            </a:prstGeom>
            <a:noFill/>
            <a:ln w="76200">
              <a:solidFill>
                <a:schemeClr val="tx1"/>
              </a:solidFill>
              <a:round/>
              <a:headEnd type="none" w="lg" len="lg"/>
              <a:tailEnd type="triangle" w="med" len="lg"/>
            </a:ln>
            <a:extLst>
              <a:ext uri="{909E8E84-426E-40DD-AFC4-6F175D3DCCD1}">
                <a14:hiddenFill xmlns:a14="http://schemas.microsoft.com/office/drawing/2010/main">
                  <a:noFill/>
                </a14:hiddenFill>
              </a:ext>
            </a:extLst>
          </p:spPr>
          <p:txBody>
            <a:bodyPr wrap="none" anchor="ctr"/>
            <a:lstStyle/>
            <a:p>
              <a:endParaRPr lang="en-US"/>
            </a:p>
          </p:txBody>
        </p:sp>
        <p:sp>
          <p:nvSpPr>
            <p:cNvPr id="109626" name="Rectangle 1276"/>
            <p:cNvSpPr>
              <a:spLocks noChangeArrowheads="1"/>
            </p:cNvSpPr>
            <p:nvPr/>
          </p:nvSpPr>
          <p:spPr bwMode="auto">
            <a:xfrm>
              <a:off x="1224" y="1416"/>
              <a:ext cx="464" cy="2544"/>
            </a:xfrm>
            <a:prstGeom prst="rect">
              <a:avLst/>
            </a:prstGeom>
            <a:solidFill>
              <a:srgbClr val="477BFD">
                <a:alpha val="50195"/>
              </a:srgbClr>
            </a:solidFill>
            <a:ln>
              <a:noFill/>
            </a:ln>
            <a:extLst>
              <a:ext uri="{91240B29-F687-4F45-9708-019B960494DF}">
                <a14:hiddenLine xmlns:a14="http://schemas.microsoft.com/office/drawing/2010/main" w="38100">
                  <a:solidFill>
                    <a:srgbClr val="000000"/>
                  </a:solidFill>
                  <a:miter lim="800000"/>
                  <a:headEnd type="none" w="lg" len="lg"/>
                  <a:tailEnd type="none" w="lg" len="lg"/>
                </a14:hiddenLine>
              </a:ext>
            </a:extLst>
          </p:spPr>
          <p:txBody>
            <a:bodyPr wrap="none" anchor="ctr"/>
            <a:lstStyle/>
            <a:p>
              <a:endParaRPr lang="en-US"/>
            </a:p>
          </p:txBody>
        </p:sp>
        <p:grpSp>
          <p:nvGrpSpPr>
            <p:cNvPr id="109627" name="Group 1277"/>
            <p:cNvGrpSpPr>
              <a:grpSpLocks/>
            </p:cNvGrpSpPr>
            <p:nvPr/>
          </p:nvGrpSpPr>
          <p:grpSpPr bwMode="auto">
            <a:xfrm>
              <a:off x="2308" y="1754"/>
              <a:ext cx="621" cy="511"/>
              <a:chOff x="2700" y="1858"/>
              <a:chExt cx="948" cy="780"/>
            </a:xfrm>
          </p:grpSpPr>
          <p:sp>
            <p:nvSpPr>
              <p:cNvPr id="109640" name="Rectangle 1278"/>
              <p:cNvSpPr>
                <a:spLocks noChangeArrowheads="1"/>
              </p:cNvSpPr>
              <p:nvPr/>
            </p:nvSpPr>
            <p:spPr bwMode="auto">
              <a:xfrm>
                <a:off x="2700" y="1858"/>
                <a:ext cx="948" cy="780"/>
              </a:xfrm>
              <a:prstGeom prst="rect">
                <a:avLst/>
              </a:prstGeom>
              <a:solidFill>
                <a:srgbClr val="3770FD">
                  <a:alpha val="50195"/>
                </a:srgbClr>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p>
                <a:endParaRPr lang="en-US"/>
              </a:p>
            </p:txBody>
          </p:sp>
          <p:grpSp>
            <p:nvGrpSpPr>
              <p:cNvPr id="109641" name="Group 1279"/>
              <p:cNvGrpSpPr>
                <a:grpSpLocks/>
              </p:cNvGrpSpPr>
              <p:nvPr/>
            </p:nvGrpSpPr>
            <p:grpSpPr bwMode="auto">
              <a:xfrm>
                <a:off x="2931" y="2061"/>
                <a:ext cx="506" cy="416"/>
                <a:chOff x="4101" y="2013"/>
                <a:chExt cx="506" cy="416"/>
              </a:xfrm>
            </p:grpSpPr>
            <p:sp>
              <p:nvSpPr>
                <p:cNvPr id="109642" name="Line 1280"/>
                <p:cNvSpPr>
                  <a:spLocks noChangeShapeType="1"/>
                </p:cNvSpPr>
                <p:nvPr/>
              </p:nvSpPr>
              <p:spPr bwMode="auto">
                <a:xfrm flipV="1">
                  <a:off x="4101" y="2013"/>
                  <a:ext cx="0" cy="416"/>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9643" name="Line 1281"/>
                <p:cNvSpPr>
                  <a:spLocks noChangeShapeType="1"/>
                </p:cNvSpPr>
                <p:nvPr/>
              </p:nvSpPr>
              <p:spPr bwMode="auto">
                <a:xfrm>
                  <a:off x="4107" y="2423"/>
                  <a:ext cx="500"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9644" name="Arc 1282"/>
                <p:cNvSpPr>
                  <a:spLocks/>
                </p:cNvSpPr>
                <p:nvPr/>
              </p:nvSpPr>
              <p:spPr bwMode="auto">
                <a:xfrm flipH="1" flipV="1">
                  <a:off x="4109" y="2068"/>
                  <a:ext cx="379" cy="331"/>
                </a:xfrm>
                <a:custGeom>
                  <a:avLst/>
                  <a:gdLst>
                    <a:gd name="T0" fmla="*/ 7 w 21600"/>
                    <a:gd name="T1" fmla="*/ 0 h 21600"/>
                    <a:gd name="T2" fmla="*/ 0 w 21600"/>
                    <a:gd name="T3" fmla="*/ 5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21600" y="0"/>
                      </a:moveTo>
                      <a:cubicBezTo>
                        <a:pt x="21600" y="11929"/>
                        <a:pt x="11929" y="21599"/>
                        <a:pt x="0" y="21600"/>
                      </a:cubicBezTo>
                    </a:path>
                    <a:path w="21600" h="21600" stroke="0" extrusionOk="0">
                      <a:moveTo>
                        <a:pt x="21600" y="0"/>
                      </a:moveTo>
                      <a:cubicBezTo>
                        <a:pt x="21600" y="11929"/>
                        <a:pt x="11929" y="21599"/>
                        <a:pt x="0" y="21600"/>
                      </a:cubicBezTo>
                      <a:lnTo>
                        <a:pt x="0" y="0"/>
                      </a:lnTo>
                      <a:close/>
                    </a:path>
                  </a:pathLst>
                </a:custGeom>
                <a:noFill/>
                <a:ln w="28575" cap="rnd">
                  <a:solidFill>
                    <a:schemeClr val="bg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grpSp>
        <p:grpSp>
          <p:nvGrpSpPr>
            <p:cNvPr id="109628" name="Group 1283"/>
            <p:cNvGrpSpPr>
              <a:grpSpLocks/>
            </p:cNvGrpSpPr>
            <p:nvPr/>
          </p:nvGrpSpPr>
          <p:grpSpPr bwMode="auto">
            <a:xfrm>
              <a:off x="2796" y="2145"/>
              <a:ext cx="621" cy="511"/>
              <a:chOff x="2700" y="1858"/>
              <a:chExt cx="948" cy="780"/>
            </a:xfrm>
          </p:grpSpPr>
          <p:sp>
            <p:nvSpPr>
              <p:cNvPr id="109635" name="Rectangle 1284"/>
              <p:cNvSpPr>
                <a:spLocks noChangeArrowheads="1"/>
              </p:cNvSpPr>
              <p:nvPr/>
            </p:nvSpPr>
            <p:spPr bwMode="auto">
              <a:xfrm>
                <a:off x="2700" y="1858"/>
                <a:ext cx="948" cy="780"/>
              </a:xfrm>
              <a:prstGeom prst="rect">
                <a:avLst/>
              </a:prstGeom>
              <a:solidFill>
                <a:srgbClr val="3770FD">
                  <a:alpha val="50195"/>
                </a:srgbClr>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p>
                <a:endParaRPr lang="en-US"/>
              </a:p>
            </p:txBody>
          </p:sp>
          <p:grpSp>
            <p:nvGrpSpPr>
              <p:cNvPr id="109636" name="Group 1285"/>
              <p:cNvGrpSpPr>
                <a:grpSpLocks/>
              </p:cNvGrpSpPr>
              <p:nvPr/>
            </p:nvGrpSpPr>
            <p:grpSpPr bwMode="auto">
              <a:xfrm>
                <a:off x="2931" y="2061"/>
                <a:ext cx="506" cy="416"/>
                <a:chOff x="4101" y="2013"/>
                <a:chExt cx="506" cy="416"/>
              </a:xfrm>
            </p:grpSpPr>
            <p:sp>
              <p:nvSpPr>
                <p:cNvPr id="109637" name="Line 1286"/>
                <p:cNvSpPr>
                  <a:spLocks noChangeShapeType="1"/>
                </p:cNvSpPr>
                <p:nvPr/>
              </p:nvSpPr>
              <p:spPr bwMode="auto">
                <a:xfrm flipV="1">
                  <a:off x="4101" y="2013"/>
                  <a:ext cx="0" cy="416"/>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9638" name="Line 1287"/>
                <p:cNvSpPr>
                  <a:spLocks noChangeShapeType="1"/>
                </p:cNvSpPr>
                <p:nvPr/>
              </p:nvSpPr>
              <p:spPr bwMode="auto">
                <a:xfrm>
                  <a:off x="4107" y="2423"/>
                  <a:ext cx="500"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9639" name="Arc 1288"/>
                <p:cNvSpPr>
                  <a:spLocks/>
                </p:cNvSpPr>
                <p:nvPr/>
              </p:nvSpPr>
              <p:spPr bwMode="auto">
                <a:xfrm flipH="1" flipV="1">
                  <a:off x="4109" y="2068"/>
                  <a:ext cx="379" cy="331"/>
                </a:xfrm>
                <a:custGeom>
                  <a:avLst/>
                  <a:gdLst>
                    <a:gd name="T0" fmla="*/ 7 w 21600"/>
                    <a:gd name="T1" fmla="*/ 0 h 21600"/>
                    <a:gd name="T2" fmla="*/ 0 w 21600"/>
                    <a:gd name="T3" fmla="*/ 5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21600" y="0"/>
                      </a:moveTo>
                      <a:cubicBezTo>
                        <a:pt x="21600" y="11929"/>
                        <a:pt x="11929" y="21599"/>
                        <a:pt x="0" y="21600"/>
                      </a:cubicBezTo>
                    </a:path>
                    <a:path w="21600" h="21600" stroke="0" extrusionOk="0">
                      <a:moveTo>
                        <a:pt x="21600" y="0"/>
                      </a:moveTo>
                      <a:cubicBezTo>
                        <a:pt x="21600" y="11929"/>
                        <a:pt x="11929" y="21599"/>
                        <a:pt x="0" y="21600"/>
                      </a:cubicBezTo>
                      <a:lnTo>
                        <a:pt x="0" y="0"/>
                      </a:lnTo>
                      <a:close/>
                    </a:path>
                  </a:pathLst>
                </a:custGeom>
                <a:noFill/>
                <a:ln w="28575" cap="rnd">
                  <a:solidFill>
                    <a:schemeClr val="bg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grpSp>
        <p:grpSp>
          <p:nvGrpSpPr>
            <p:cNvPr id="109629" name="Group 1289"/>
            <p:cNvGrpSpPr>
              <a:grpSpLocks/>
            </p:cNvGrpSpPr>
            <p:nvPr/>
          </p:nvGrpSpPr>
          <p:grpSpPr bwMode="auto">
            <a:xfrm>
              <a:off x="2223" y="3055"/>
              <a:ext cx="621" cy="511"/>
              <a:chOff x="2700" y="1858"/>
              <a:chExt cx="948" cy="780"/>
            </a:xfrm>
          </p:grpSpPr>
          <p:sp>
            <p:nvSpPr>
              <p:cNvPr id="109630" name="Rectangle 1290"/>
              <p:cNvSpPr>
                <a:spLocks noChangeArrowheads="1"/>
              </p:cNvSpPr>
              <p:nvPr/>
            </p:nvSpPr>
            <p:spPr bwMode="auto">
              <a:xfrm>
                <a:off x="2700" y="1858"/>
                <a:ext cx="948" cy="780"/>
              </a:xfrm>
              <a:prstGeom prst="rect">
                <a:avLst/>
              </a:prstGeom>
              <a:solidFill>
                <a:srgbClr val="3770FD">
                  <a:alpha val="50195"/>
                </a:srgbClr>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p>
                <a:endParaRPr lang="en-US"/>
              </a:p>
            </p:txBody>
          </p:sp>
          <p:grpSp>
            <p:nvGrpSpPr>
              <p:cNvPr id="109631" name="Group 1291"/>
              <p:cNvGrpSpPr>
                <a:grpSpLocks/>
              </p:cNvGrpSpPr>
              <p:nvPr/>
            </p:nvGrpSpPr>
            <p:grpSpPr bwMode="auto">
              <a:xfrm>
                <a:off x="2931" y="2061"/>
                <a:ext cx="506" cy="416"/>
                <a:chOff x="4101" y="2013"/>
                <a:chExt cx="506" cy="416"/>
              </a:xfrm>
            </p:grpSpPr>
            <p:sp>
              <p:nvSpPr>
                <p:cNvPr id="109632" name="Line 1292"/>
                <p:cNvSpPr>
                  <a:spLocks noChangeShapeType="1"/>
                </p:cNvSpPr>
                <p:nvPr/>
              </p:nvSpPr>
              <p:spPr bwMode="auto">
                <a:xfrm flipV="1">
                  <a:off x="4101" y="2013"/>
                  <a:ext cx="0" cy="416"/>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9633" name="Line 1293"/>
                <p:cNvSpPr>
                  <a:spLocks noChangeShapeType="1"/>
                </p:cNvSpPr>
                <p:nvPr/>
              </p:nvSpPr>
              <p:spPr bwMode="auto">
                <a:xfrm>
                  <a:off x="4107" y="2423"/>
                  <a:ext cx="500"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9634" name="Arc 1294"/>
                <p:cNvSpPr>
                  <a:spLocks/>
                </p:cNvSpPr>
                <p:nvPr/>
              </p:nvSpPr>
              <p:spPr bwMode="auto">
                <a:xfrm flipH="1" flipV="1">
                  <a:off x="4109" y="2068"/>
                  <a:ext cx="379" cy="331"/>
                </a:xfrm>
                <a:custGeom>
                  <a:avLst/>
                  <a:gdLst>
                    <a:gd name="T0" fmla="*/ 7 w 21600"/>
                    <a:gd name="T1" fmla="*/ 0 h 21600"/>
                    <a:gd name="T2" fmla="*/ 0 w 21600"/>
                    <a:gd name="T3" fmla="*/ 5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21600" y="0"/>
                      </a:moveTo>
                      <a:cubicBezTo>
                        <a:pt x="21600" y="11929"/>
                        <a:pt x="11929" y="21599"/>
                        <a:pt x="0" y="21600"/>
                      </a:cubicBezTo>
                    </a:path>
                    <a:path w="21600" h="21600" stroke="0" extrusionOk="0">
                      <a:moveTo>
                        <a:pt x="21600" y="0"/>
                      </a:moveTo>
                      <a:cubicBezTo>
                        <a:pt x="21600" y="11929"/>
                        <a:pt x="11929" y="21599"/>
                        <a:pt x="0" y="21600"/>
                      </a:cubicBezTo>
                      <a:lnTo>
                        <a:pt x="0" y="0"/>
                      </a:lnTo>
                      <a:close/>
                    </a:path>
                  </a:pathLst>
                </a:custGeom>
                <a:noFill/>
                <a:ln w="28575" cap="rnd">
                  <a:solidFill>
                    <a:schemeClr val="bg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grpSp>
      </p:grpSp>
      <p:grpSp>
        <p:nvGrpSpPr>
          <p:cNvPr id="95569" name="Group 1295"/>
          <p:cNvGrpSpPr>
            <a:grpSpLocks/>
          </p:cNvGrpSpPr>
          <p:nvPr/>
        </p:nvGrpSpPr>
        <p:grpSpPr bwMode="auto">
          <a:xfrm>
            <a:off x="6096000" y="2222500"/>
            <a:ext cx="3481388" cy="4038600"/>
            <a:chOff x="1224" y="1416"/>
            <a:chExt cx="2193" cy="2544"/>
          </a:xfrm>
        </p:grpSpPr>
        <p:sp>
          <p:nvSpPr>
            <p:cNvPr id="109601" name="Line 1296"/>
            <p:cNvSpPr>
              <a:spLocks noChangeShapeType="1"/>
            </p:cNvSpPr>
            <p:nvPr/>
          </p:nvSpPr>
          <p:spPr bwMode="auto">
            <a:xfrm flipV="1">
              <a:off x="1500" y="2033"/>
              <a:ext cx="973" cy="313"/>
            </a:xfrm>
            <a:prstGeom prst="line">
              <a:avLst/>
            </a:prstGeom>
            <a:noFill/>
            <a:ln w="76200">
              <a:solidFill>
                <a:schemeClr val="tx1"/>
              </a:solidFill>
              <a:round/>
              <a:headEnd type="none" w="lg" len="lg"/>
              <a:tailEnd type="triangle" w="med" len="lg"/>
            </a:ln>
            <a:extLst>
              <a:ext uri="{909E8E84-426E-40DD-AFC4-6F175D3DCCD1}">
                <a14:hiddenFill xmlns:a14="http://schemas.microsoft.com/office/drawing/2010/main">
                  <a:noFill/>
                </a14:hiddenFill>
              </a:ext>
            </a:extLst>
          </p:spPr>
          <p:txBody>
            <a:bodyPr wrap="none" anchor="ctr"/>
            <a:lstStyle/>
            <a:p>
              <a:endParaRPr lang="en-US"/>
            </a:p>
          </p:txBody>
        </p:sp>
        <p:sp>
          <p:nvSpPr>
            <p:cNvPr id="109602" name="Line 1297"/>
            <p:cNvSpPr>
              <a:spLocks noChangeShapeType="1"/>
            </p:cNvSpPr>
            <p:nvPr/>
          </p:nvSpPr>
          <p:spPr bwMode="auto">
            <a:xfrm flipV="1">
              <a:off x="1500" y="2373"/>
              <a:ext cx="1618" cy="1336"/>
            </a:xfrm>
            <a:prstGeom prst="line">
              <a:avLst/>
            </a:prstGeom>
            <a:noFill/>
            <a:ln w="76200">
              <a:solidFill>
                <a:schemeClr val="tx1"/>
              </a:solidFill>
              <a:round/>
              <a:headEnd type="none" w="lg" len="lg"/>
              <a:tailEnd type="triangle" w="med" len="lg"/>
            </a:ln>
            <a:extLst>
              <a:ext uri="{909E8E84-426E-40DD-AFC4-6F175D3DCCD1}">
                <a14:hiddenFill xmlns:a14="http://schemas.microsoft.com/office/drawing/2010/main">
                  <a:noFill/>
                </a14:hiddenFill>
              </a:ext>
            </a:extLst>
          </p:spPr>
          <p:txBody>
            <a:bodyPr wrap="none" anchor="ctr"/>
            <a:lstStyle/>
            <a:p>
              <a:endParaRPr lang="en-US"/>
            </a:p>
          </p:txBody>
        </p:sp>
        <p:sp>
          <p:nvSpPr>
            <p:cNvPr id="109603" name="Line 1298"/>
            <p:cNvSpPr>
              <a:spLocks noChangeShapeType="1"/>
            </p:cNvSpPr>
            <p:nvPr/>
          </p:nvSpPr>
          <p:spPr bwMode="auto">
            <a:xfrm>
              <a:off x="1500" y="1682"/>
              <a:ext cx="1072" cy="1709"/>
            </a:xfrm>
            <a:prstGeom prst="line">
              <a:avLst/>
            </a:prstGeom>
            <a:noFill/>
            <a:ln w="76200">
              <a:solidFill>
                <a:schemeClr val="tx1"/>
              </a:solidFill>
              <a:round/>
              <a:headEnd type="none" w="lg" len="lg"/>
              <a:tailEnd type="triangle" w="med" len="lg"/>
            </a:ln>
            <a:extLst>
              <a:ext uri="{909E8E84-426E-40DD-AFC4-6F175D3DCCD1}">
                <a14:hiddenFill xmlns:a14="http://schemas.microsoft.com/office/drawing/2010/main">
                  <a:noFill/>
                </a14:hiddenFill>
              </a:ext>
            </a:extLst>
          </p:spPr>
          <p:txBody>
            <a:bodyPr wrap="none" anchor="ctr"/>
            <a:lstStyle/>
            <a:p>
              <a:endParaRPr lang="en-US"/>
            </a:p>
          </p:txBody>
        </p:sp>
        <p:sp>
          <p:nvSpPr>
            <p:cNvPr id="109604" name="Rectangle 1299"/>
            <p:cNvSpPr>
              <a:spLocks noChangeArrowheads="1"/>
            </p:cNvSpPr>
            <p:nvPr/>
          </p:nvSpPr>
          <p:spPr bwMode="auto">
            <a:xfrm>
              <a:off x="1224" y="1416"/>
              <a:ext cx="464" cy="2544"/>
            </a:xfrm>
            <a:prstGeom prst="rect">
              <a:avLst/>
            </a:prstGeom>
            <a:solidFill>
              <a:srgbClr val="477BFD">
                <a:alpha val="50195"/>
              </a:srgbClr>
            </a:solidFill>
            <a:ln>
              <a:noFill/>
            </a:ln>
            <a:extLst>
              <a:ext uri="{91240B29-F687-4F45-9708-019B960494DF}">
                <a14:hiddenLine xmlns:a14="http://schemas.microsoft.com/office/drawing/2010/main" w="38100">
                  <a:solidFill>
                    <a:srgbClr val="000000"/>
                  </a:solidFill>
                  <a:miter lim="800000"/>
                  <a:headEnd type="none" w="lg" len="lg"/>
                  <a:tailEnd type="none" w="lg" len="lg"/>
                </a14:hiddenLine>
              </a:ext>
            </a:extLst>
          </p:spPr>
          <p:txBody>
            <a:bodyPr wrap="none" anchor="ctr"/>
            <a:lstStyle/>
            <a:p>
              <a:endParaRPr lang="en-US"/>
            </a:p>
          </p:txBody>
        </p:sp>
        <p:grpSp>
          <p:nvGrpSpPr>
            <p:cNvPr id="109605" name="Group 1300"/>
            <p:cNvGrpSpPr>
              <a:grpSpLocks/>
            </p:cNvGrpSpPr>
            <p:nvPr/>
          </p:nvGrpSpPr>
          <p:grpSpPr bwMode="auto">
            <a:xfrm>
              <a:off x="2308" y="1754"/>
              <a:ext cx="621" cy="511"/>
              <a:chOff x="2700" y="1858"/>
              <a:chExt cx="948" cy="780"/>
            </a:xfrm>
          </p:grpSpPr>
          <p:sp>
            <p:nvSpPr>
              <p:cNvPr id="109618" name="Rectangle 1301"/>
              <p:cNvSpPr>
                <a:spLocks noChangeArrowheads="1"/>
              </p:cNvSpPr>
              <p:nvPr/>
            </p:nvSpPr>
            <p:spPr bwMode="auto">
              <a:xfrm>
                <a:off x="2700" y="1858"/>
                <a:ext cx="948" cy="780"/>
              </a:xfrm>
              <a:prstGeom prst="rect">
                <a:avLst/>
              </a:prstGeom>
              <a:solidFill>
                <a:srgbClr val="3770FD">
                  <a:alpha val="50195"/>
                </a:srgbClr>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p>
                <a:endParaRPr lang="en-US"/>
              </a:p>
            </p:txBody>
          </p:sp>
          <p:grpSp>
            <p:nvGrpSpPr>
              <p:cNvPr id="109619" name="Group 1302"/>
              <p:cNvGrpSpPr>
                <a:grpSpLocks/>
              </p:cNvGrpSpPr>
              <p:nvPr/>
            </p:nvGrpSpPr>
            <p:grpSpPr bwMode="auto">
              <a:xfrm>
                <a:off x="2931" y="2061"/>
                <a:ext cx="506" cy="416"/>
                <a:chOff x="4101" y="2013"/>
                <a:chExt cx="506" cy="416"/>
              </a:xfrm>
            </p:grpSpPr>
            <p:sp>
              <p:nvSpPr>
                <p:cNvPr id="109620" name="Line 1303"/>
                <p:cNvSpPr>
                  <a:spLocks noChangeShapeType="1"/>
                </p:cNvSpPr>
                <p:nvPr/>
              </p:nvSpPr>
              <p:spPr bwMode="auto">
                <a:xfrm flipV="1">
                  <a:off x="4101" y="2013"/>
                  <a:ext cx="0" cy="416"/>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9621" name="Line 1304"/>
                <p:cNvSpPr>
                  <a:spLocks noChangeShapeType="1"/>
                </p:cNvSpPr>
                <p:nvPr/>
              </p:nvSpPr>
              <p:spPr bwMode="auto">
                <a:xfrm>
                  <a:off x="4107" y="2423"/>
                  <a:ext cx="500"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9622" name="Arc 1305"/>
                <p:cNvSpPr>
                  <a:spLocks/>
                </p:cNvSpPr>
                <p:nvPr/>
              </p:nvSpPr>
              <p:spPr bwMode="auto">
                <a:xfrm flipH="1" flipV="1">
                  <a:off x="4109" y="2068"/>
                  <a:ext cx="379" cy="331"/>
                </a:xfrm>
                <a:custGeom>
                  <a:avLst/>
                  <a:gdLst>
                    <a:gd name="T0" fmla="*/ 7 w 21600"/>
                    <a:gd name="T1" fmla="*/ 0 h 21600"/>
                    <a:gd name="T2" fmla="*/ 0 w 21600"/>
                    <a:gd name="T3" fmla="*/ 5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21600" y="0"/>
                      </a:moveTo>
                      <a:cubicBezTo>
                        <a:pt x="21600" y="11929"/>
                        <a:pt x="11929" y="21599"/>
                        <a:pt x="0" y="21600"/>
                      </a:cubicBezTo>
                    </a:path>
                    <a:path w="21600" h="21600" stroke="0" extrusionOk="0">
                      <a:moveTo>
                        <a:pt x="21600" y="0"/>
                      </a:moveTo>
                      <a:cubicBezTo>
                        <a:pt x="21600" y="11929"/>
                        <a:pt x="11929" y="21599"/>
                        <a:pt x="0" y="21600"/>
                      </a:cubicBezTo>
                      <a:lnTo>
                        <a:pt x="0" y="0"/>
                      </a:lnTo>
                      <a:close/>
                    </a:path>
                  </a:pathLst>
                </a:custGeom>
                <a:noFill/>
                <a:ln w="28575" cap="rnd">
                  <a:solidFill>
                    <a:schemeClr val="bg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grpSp>
        <p:grpSp>
          <p:nvGrpSpPr>
            <p:cNvPr id="109606" name="Group 1306"/>
            <p:cNvGrpSpPr>
              <a:grpSpLocks/>
            </p:cNvGrpSpPr>
            <p:nvPr/>
          </p:nvGrpSpPr>
          <p:grpSpPr bwMode="auto">
            <a:xfrm>
              <a:off x="2796" y="2145"/>
              <a:ext cx="621" cy="511"/>
              <a:chOff x="2700" y="1858"/>
              <a:chExt cx="948" cy="780"/>
            </a:xfrm>
          </p:grpSpPr>
          <p:sp>
            <p:nvSpPr>
              <p:cNvPr id="109613" name="Rectangle 1307"/>
              <p:cNvSpPr>
                <a:spLocks noChangeArrowheads="1"/>
              </p:cNvSpPr>
              <p:nvPr/>
            </p:nvSpPr>
            <p:spPr bwMode="auto">
              <a:xfrm>
                <a:off x="2700" y="1858"/>
                <a:ext cx="948" cy="780"/>
              </a:xfrm>
              <a:prstGeom prst="rect">
                <a:avLst/>
              </a:prstGeom>
              <a:solidFill>
                <a:srgbClr val="3770FD">
                  <a:alpha val="50195"/>
                </a:srgbClr>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p>
                <a:endParaRPr lang="en-US"/>
              </a:p>
            </p:txBody>
          </p:sp>
          <p:grpSp>
            <p:nvGrpSpPr>
              <p:cNvPr id="109614" name="Group 1308"/>
              <p:cNvGrpSpPr>
                <a:grpSpLocks/>
              </p:cNvGrpSpPr>
              <p:nvPr/>
            </p:nvGrpSpPr>
            <p:grpSpPr bwMode="auto">
              <a:xfrm>
                <a:off x="2931" y="2061"/>
                <a:ext cx="506" cy="416"/>
                <a:chOff x="4101" y="2013"/>
                <a:chExt cx="506" cy="416"/>
              </a:xfrm>
            </p:grpSpPr>
            <p:sp>
              <p:nvSpPr>
                <p:cNvPr id="109615" name="Line 1309"/>
                <p:cNvSpPr>
                  <a:spLocks noChangeShapeType="1"/>
                </p:cNvSpPr>
                <p:nvPr/>
              </p:nvSpPr>
              <p:spPr bwMode="auto">
                <a:xfrm flipV="1">
                  <a:off x="4101" y="2013"/>
                  <a:ext cx="0" cy="416"/>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9616" name="Line 1310"/>
                <p:cNvSpPr>
                  <a:spLocks noChangeShapeType="1"/>
                </p:cNvSpPr>
                <p:nvPr/>
              </p:nvSpPr>
              <p:spPr bwMode="auto">
                <a:xfrm>
                  <a:off x="4107" y="2423"/>
                  <a:ext cx="500"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9617" name="Arc 1311"/>
                <p:cNvSpPr>
                  <a:spLocks/>
                </p:cNvSpPr>
                <p:nvPr/>
              </p:nvSpPr>
              <p:spPr bwMode="auto">
                <a:xfrm flipH="1" flipV="1">
                  <a:off x="4109" y="2068"/>
                  <a:ext cx="379" cy="331"/>
                </a:xfrm>
                <a:custGeom>
                  <a:avLst/>
                  <a:gdLst>
                    <a:gd name="T0" fmla="*/ 7 w 21600"/>
                    <a:gd name="T1" fmla="*/ 0 h 21600"/>
                    <a:gd name="T2" fmla="*/ 0 w 21600"/>
                    <a:gd name="T3" fmla="*/ 5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21600" y="0"/>
                      </a:moveTo>
                      <a:cubicBezTo>
                        <a:pt x="21600" y="11929"/>
                        <a:pt x="11929" y="21599"/>
                        <a:pt x="0" y="21600"/>
                      </a:cubicBezTo>
                    </a:path>
                    <a:path w="21600" h="21600" stroke="0" extrusionOk="0">
                      <a:moveTo>
                        <a:pt x="21600" y="0"/>
                      </a:moveTo>
                      <a:cubicBezTo>
                        <a:pt x="21600" y="11929"/>
                        <a:pt x="11929" y="21599"/>
                        <a:pt x="0" y="21600"/>
                      </a:cubicBezTo>
                      <a:lnTo>
                        <a:pt x="0" y="0"/>
                      </a:lnTo>
                      <a:close/>
                    </a:path>
                  </a:pathLst>
                </a:custGeom>
                <a:noFill/>
                <a:ln w="28575" cap="rnd">
                  <a:solidFill>
                    <a:schemeClr val="bg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grpSp>
        <p:grpSp>
          <p:nvGrpSpPr>
            <p:cNvPr id="109607" name="Group 1312"/>
            <p:cNvGrpSpPr>
              <a:grpSpLocks/>
            </p:cNvGrpSpPr>
            <p:nvPr/>
          </p:nvGrpSpPr>
          <p:grpSpPr bwMode="auto">
            <a:xfrm>
              <a:off x="2223" y="3055"/>
              <a:ext cx="621" cy="511"/>
              <a:chOff x="2700" y="1858"/>
              <a:chExt cx="948" cy="780"/>
            </a:xfrm>
          </p:grpSpPr>
          <p:sp>
            <p:nvSpPr>
              <p:cNvPr id="109608" name="Rectangle 1313"/>
              <p:cNvSpPr>
                <a:spLocks noChangeArrowheads="1"/>
              </p:cNvSpPr>
              <p:nvPr/>
            </p:nvSpPr>
            <p:spPr bwMode="auto">
              <a:xfrm>
                <a:off x="2700" y="1858"/>
                <a:ext cx="948" cy="780"/>
              </a:xfrm>
              <a:prstGeom prst="rect">
                <a:avLst/>
              </a:prstGeom>
              <a:solidFill>
                <a:srgbClr val="3770FD">
                  <a:alpha val="50195"/>
                </a:srgbClr>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p>
                <a:endParaRPr lang="en-US"/>
              </a:p>
            </p:txBody>
          </p:sp>
          <p:grpSp>
            <p:nvGrpSpPr>
              <p:cNvPr id="109609" name="Group 1314"/>
              <p:cNvGrpSpPr>
                <a:grpSpLocks/>
              </p:cNvGrpSpPr>
              <p:nvPr/>
            </p:nvGrpSpPr>
            <p:grpSpPr bwMode="auto">
              <a:xfrm>
                <a:off x="2931" y="2061"/>
                <a:ext cx="506" cy="416"/>
                <a:chOff x="4101" y="2013"/>
                <a:chExt cx="506" cy="416"/>
              </a:xfrm>
            </p:grpSpPr>
            <p:sp>
              <p:nvSpPr>
                <p:cNvPr id="109610" name="Line 1315"/>
                <p:cNvSpPr>
                  <a:spLocks noChangeShapeType="1"/>
                </p:cNvSpPr>
                <p:nvPr/>
              </p:nvSpPr>
              <p:spPr bwMode="auto">
                <a:xfrm flipV="1">
                  <a:off x="4101" y="2013"/>
                  <a:ext cx="0" cy="416"/>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9611" name="Line 1316"/>
                <p:cNvSpPr>
                  <a:spLocks noChangeShapeType="1"/>
                </p:cNvSpPr>
                <p:nvPr/>
              </p:nvSpPr>
              <p:spPr bwMode="auto">
                <a:xfrm>
                  <a:off x="4107" y="2423"/>
                  <a:ext cx="500"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9612" name="Arc 1317"/>
                <p:cNvSpPr>
                  <a:spLocks/>
                </p:cNvSpPr>
                <p:nvPr/>
              </p:nvSpPr>
              <p:spPr bwMode="auto">
                <a:xfrm flipH="1" flipV="1">
                  <a:off x="4109" y="2068"/>
                  <a:ext cx="379" cy="331"/>
                </a:xfrm>
                <a:custGeom>
                  <a:avLst/>
                  <a:gdLst>
                    <a:gd name="T0" fmla="*/ 7 w 21600"/>
                    <a:gd name="T1" fmla="*/ 0 h 21600"/>
                    <a:gd name="T2" fmla="*/ 0 w 21600"/>
                    <a:gd name="T3" fmla="*/ 5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21600" y="0"/>
                      </a:moveTo>
                      <a:cubicBezTo>
                        <a:pt x="21600" y="11929"/>
                        <a:pt x="11929" y="21599"/>
                        <a:pt x="0" y="21600"/>
                      </a:cubicBezTo>
                    </a:path>
                    <a:path w="21600" h="21600" stroke="0" extrusionOk="0">
                      <a:moveTo>
                        <a:pt x="21600" y="0"/>
                      </a:moveTo>
                      <a:cubicBezTo>
                        <a:pt x="21600" y="11929"/>
                        <a:pt x="11929" y="21599"/>
                        <a:pt x="0" y="21600"/>
                      </a:cubicBezTo>
                      <a:lnTo>
                        <a:pt x="0" y="0"/>
                      </a:lnTo>
                      <a:close/>
                    </a:path>
                  </a:pathLst>
                </a:custGeom>
                <a:noFill/>
                <a:ln w="28575" cap="rnd">
                  <a:solidFill>
                    <a:schemeClr val="bg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grpSp>
      </p:grpSp>
      <p:grpSp>
        <p:nvGrpSpPr>
          <p:cNvPr id="95576" name="Group 1318"/>
          <p:cNvGrpSpPr>
            <a:grpSpLocks/>
          </p:cNvGrpSpPr>
          <p:nvPr/>
        </p:nvGrpSpPr>
        <p:grpSpPr bwMode="auto">
          <a:xfrm>
            <a:off x="6953250" y="2222500"/>
            <a:ext cx="3481388" cy="4038600"/>
            <a:chOff x="1224" y="1416"/>
            <a:chExt cx="2193" cy="2544"/>
          </a:xfrm>
        </p:grpSpPr>
        <p:sp>
          <p:nvSpPr>
            <p:cNvPr id="109579" name="Line 1319"/>
            <p:cNvSpPr>
              <a:spLocks noChangeShapeType="1"/>
            </p:cNvSpPr>
            <p:nvPr/>
          </p:nvSpPr>
          <p:spPr bwMode="auto">
            <a:xfrm flipV="1">
              <a:off x="1500" y="2033"/>
              <a:ext cx="973" cy="313"/>
            </a:xfrm>
            <a:prstGeom prst="line">
              <a:avLst/>
            </a:prstGeom>
            <a:noFill/>
            <a:ln w="76200">
              <a:solidFill>
                <a:schemeClr val="tx1"/>
              </a:solidFill>
              <a:round/>
              <a:headEnd type="none" w="lg" len="lg"/>
              <a:tailEnd type="triangle" w="med" len="lg"/>
            </a:ln>
            <a:extLst>
              <a:ext uri="{909E8E84-426E-40DD-AFC4-6F175D3DCCD1}">
                <a14:hiddenFill xmlns:a14="http://schemas.microsoft.com/office/drawing/2010/main">
                  <a:noFill/>
                </a14:hiddenFill>
              </a:ext>
            </a:extLst>
          </p:spPr>
          <p:txBody>
            <a:bodyPr wrap="none" anchor="ctr"/>
            <a:lstStyle/>
            <a:p>
              <a:endParaRPr lang="en-US"/>
            </a:p>
          </p:txBody>
        </p:sp>
        <p:sp>
          <p:nvSpPr>
            <p:cNvPr id="109580" name="Line 1320"/>
            <p:cNvSpPr>
              <a:spLocks noChangeShapeType="1"/>
            </p:cNvSpPr>
            <p:nvPr/>
          </p:nvSpPr>
          <p:spPr bwMode="auto">
            <a:xfrm flipV="1">
              <a:off x="1500" y="2373"/>
              <a:ext cx="1618" cy="1336"/>
            </a:xfrm>
            <a:prstGeom prst="line">
              <a:avLst/>
            </a:prstGeom>
            <a:noFill/>
            <a:ln w="76200">
              <a:solidFill>
                <a:schemeClr val="tx1"/>
              </a:solidFill>
              <a:round/>
              <a:headEnd type="none" w="lg" len="lg"/>
              <a:tailEnd type="triangle" w="med" len="lg"/>
            </a:ln>
            <a:extLst>
              <a:ext uri="{909E8E84-426E-40DD-AFC4-6F175D3DCCD1}">
                <a14:hiddenFill xmlns:a14="http://schemas.microsoft.com/office/drawing/2010/main">
                  <a:noFill/>
                </a14:hiddenFill>
              </a:ext>
            </a:extLst>
          </p:spPr>
          <p:txBody>
            <a:bodyPr wrap="none" anchor="ctr"/>
            <a:lstStyle/>
            <a:p>
              <a:endParaRPr lang="en-US"/>
            </a:p>
          </p:txBody>
        </p:sp>
        <p:sp>
          <p:nvSpPr>
            <p:cNvPr id="109581" name="Line 1321"/>
            <p:cNvSpPr>
              <a:spLocks noChangeShapeType="1"/>
            </p:cNvSpPr>
            <p:nvPr/>
          </p:nvSpPr>
          <p:spPr bwMode="auto">
            <a:xfrm>
              <a:off x="1500" y="1682"/>
              <a:ext cx="1072" cy="1709"/>
            </a:xfrm>
            <a:prstGeom prst="line">
              <a:avLst/>
            </a:prstGeom>
            <a:noFill/>
            <a:ln w="76200">
              <a:solidFill>
                <a:schemeClr val="tx1"/>
              </a:solidFill>
              <a:round/>
              <a:headEnd type="none" w="lg" len="lg"/>
              <a:tailEnd type="triangle" w="med" len="lg"/>
            </a:ln>
            <a:extLst>
              <a:ext uri="{909E8E84-426E-40DD-AFC4-6F175D3DCCD1}">
                <a14:hiddenFill xmlns:a14="http://schemas.microsoft.com/office/drawing/2010/main">
                  <a:noFill/>
                </a14:hiddenFill>
              </a:ext>
            </a:extLst>
          </p:spPr>
          <p:txBody>
            <a:bodyPr wrap="none" anchor="ctr"/>
            <a:lstStyle/>
            <a:p>
              <a:endParaRPr lang="en-US"/>
            </a:p>
          </p:txBody>
        </p:sp>
        <p:sp>
          <p:nvSpPr>
            <p:cNvPr id="109582" name="Rectangle 1322"/>
            <p:cNvSpPr>
              <a:spLocks noChangeArrowheads="1"/>
            </p:cNvSpPr>
            <p:nvPr/>
          </p:nvSpPr>
          <p:spPr bwMode="auto">
            <a:xfrm>
              <a:off x="1224" y="1416"/>
              <a:ext cx="464" cy="2544"/>
            </a:xfrm>
            <a:prstGeom prst="rect">
              <a:avLst/>
            </a:prstGeom>
            <a:solidFill>
              <a:srgbClr val="477BFD">
                <a:alpha val="50195"/>
              </a:srgbClr>
            </a:solidFill>
            <a:ln>
              <a:noFill/>
            </a:ln>
            <a:extLst>
              <a:ext uri="{91240B29-F687-4F45-9708-019B960494DF}">
                <a14:hiddenLine xmlns:a14="http://schemas.microsoft.com/office/drawing/2010/main" w="38100">
                  <a:solidFill>
                    <a:srgbClr val="000000"/>
                  </a:solidFill>
                  <a:miter lim="800000"/>
                  <a:headEnd type="none" w="lg" len="lg"/>
                  <a:tailEnd type="none" w="lg" len="lg"/>
                </a14:hiddenLine>
              </a:ext>
            </a:extLst>
          </p:spPr>
          <p:txBody>
            <a:bodyPr wrap="none" anchor="ctr"/>
            <a:lstStyle/>
            <a:p>
              <a:endParaRPr lang="en-US"/>
            </a:p>
          </p:txBody>
        </p:sp>
        <p:grpSp>
          <p:nvGrpSpPr>
            <p:cNvPr id="109583" name="Group 1323"/>
            <p:cNvGrpSpPr>
              <a:grpSpLocks/>
            </p:cNvGrpSpPr>
            <p:nvPr/>
          </p:nvGrpSpPr>
          <p:grpSpPr bwMode="auto">
            <a:xfrm>
              <a:off x="2308" y="1754"/>
              <a:ext cx="621" cy="511"/>
              <a:chOff x="2700" y="1858"/>
              <a:chExt cx="948" cy="780"/>
            </a:xfrm>
          </p:grpSpPr>
          <p:sp>
            <p:nvSpPr>
              <p:cNvPr id="109596" name="Rectangle 1324"/>
              <p:cNvSpPr>
                <a:spLocks noChangeArrowheads="1"/>
              </p:cNvSpPr>
              <p:nvPr/>
            </p:nvSpPr>
            <p:spPr bwMode="auto">
              <a:xfrm>
                <a:off x="2700" y="1858"/>
                <a:ext cx="948" cy="780"/>
              </a:xfrm>
              <a:prstGeom prst="rect">
                <a:avLst/>
              </a:prstGeom>
              <a:solidFill>
                <a:srgbClr val="3770FD">
                  <a:alpha val="50195"/>
                </a:srgbClr>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p>
                <a:endParaRPr lang="en-US"/>
              </a:p>
            </p:txBody>
          </p:sp>
          <p:grpSp>
            <p:nvGrpSpPr>
              <p:cNvPr id="109597" name="Group 1325"/>
              <p:cNvGrpSpPr>
                <a:grpSpLocks/>
              </p:cNvGrpSpPr>
              <p:nvPr/>
            </p:nvGrpSpPr>
            <p:grpSpPr bwMode="auto">
              <a:xfrm>
                <a:off x="2931" y="2061"/>
                <a:ext cx="506" cy="416"/>
                <a:chOff x="4101" y="2013"/>
                <a:chExt cx="506" cy="416"/>
              </a:xfrm>
            </p:grpSpPr>
            <p:sp>
              <p:nvSpPr>
                <p:cNvPr id="109598" name="Line 1326"/>
                <p:cNvSpPr>
                  <a:spLocks noChangeShapeType="1"/>
                </p:cNvSpPr>
                <p:nvPr/>
              </p:nvSpPr>
              <p:spPr bwMode="auto">
                <a:xfrm flipV="1">
                  <a:off x="4101" y="2013"/>
                  <a:ext cx="0" cy="416"/>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9599" name="Line 1327"/>
                <p:cNvSpPr>
                  <a:spLocks noChangeShapeType="1"/>
                </p:cNvSpPr>
                <p:nvPr/>
              </p:nvSpPr>
              <p:spPr bwMode="auto">
                <a:xfrm>
                  <a:off x="4107" y="2423"/>
                  <a:ext cx="500"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9600" name="Arc 1328"/>
                <p:cNvSpPr>
                  <a:spLocks/>
                </p:cNvSpPr>
                <p:nvPr/>
              </p:nvSpPr>
              <p:spPr bwMode="auto">
                <a:xfrm flipH="1" flipV="1">
                  <a:off x="4109" y="2068"/>
                  <a:ext cx="379" cy="331"/>
                </a:xfrm>
                <a:custGeom>
                  <a:avLst/>
                  <a:gdLst>
                    <a:gd name="T0" fmla="*/ 7 w 21600"/>
                    <a:gd name="T1" fmla="*/ 0 h 21600"/>
                    <a:gd name="T2" fmla="*/ 0 w 21600"/>
                    <a:gd name="T3" fmla="*/ 5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21600" y="0"/>
                      </a:moveTo>
                      <a:cubicBezTo>
                        <a:pt x="21600" y="11929"/>
                        <a:pt x="11929" y="21599"/>
                        <a:pt x="0" y="21600"/>
                      </a:cubicBezTo>
                    </a:path>
                    <a:path w="21600" h="21600" stroke="0" extrusionOk="0">
                      <a:moveTo>
                        <a:pt x="21600" y="0"/>
                      </a:moveTo>
                      <a:cubicBezTo>
                        <a:pt x="21600" y="11929"/>
                        <a:pt x="11929" y="21599"/>
                        <a:pt x="0" y="21600"/>
                      </a:cubicBezTo>
                      <a:lnTo>
                        <a:pt x="0" y="0"/>
                      </a:lnTo>
                      <a:close/>
                    </a:path>
                  </a:pathLst>
                </a:custGeom>
                <a:noFill/>
                <a:ln w="28575" cap="rnd">
                  <a:solidFill>
                    <a:schemeClr val="bg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grpSp>
        <p:grpSp>
          <p:nvGrpSpPr>
            <p:cNvPr id="109584" name="Group 1329"/>
            <p:cNvGrpSpPr>
              <a:grpSpLocks/>
            </p:cNvGrpSpPr>
            <p:nvPr/>
          </p:nvGrpSpPr>
          <p:grpSpPr bwMode="auto">
            <a:xfrm>
              <a:off x="2796" y="2145"/>
              <a:ext cx="621" cy="511"/>
              <a:chOff x="2700" y="1858"/>
              <a:chExt cx="948" cy="780"/>
            </a:xfrm>
          </p:grpSpPr>
          <p:sp>
            <p:nvSpPr>
              <p:cNvPr id="109591" name="Rectangle 1330"/>
              <p:cNvSpPr>
                <a:spLocks noChangeArrowheads="1"/>
              </p:cNvSpPr>
              <p:nvPr/>
            </p:nvSpPr>
            <p:spPr bwMode="auto">
              <a:xfrm>
                <a:off x="2700" y="1858"/>
                <a:ext cx="948" cy="780"/>
              </a:xfrm>
              <a:prstGeom prst="rect">
                <a:avLst/>
              </a:prstGeom>
              <a:solidFill>
                <a:srgbClr val="3770FD">
                  <a:alpha val="50195"/>
                </a:srgbClr>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p>
                <a:endParaRPr lang="en-US"/>
              </a:p>
            </p:txBody>
          </p:sp>
          <p:grpSp>
            <p:nvGrpSpPr>
              <p:cNvPr id="109592" name="Group 1331"/>
              <p:cNvGrpSpPr>
                <a:grpSpLocks/>
              </p:cNvGrpSpPr>
              <p:nvPr/>
            </p:nvGrpSpPr>
            <p:grpSpPr bwMode="auto">
              <a:xfrm>
                <a:off x="2931" y="2061"/>
                <a:ext cx="506" cy="416"/>
                <a:chOff x="4101" y="2013"/>
                <a:chExt cx="506" cy="416"/>
              </a:xfrm>
            </p:grpSpPr>
            <p:sp>
              <p:nvSpPr>
                <p:cNvPr id="109593" name="Line 1332"/>
                <p:cNvSpPr>
                  <a:spLocks noChangeShapeType="1"/>
                </p:cNvSpPr>
                <p:nvPr/>
              </p:nvSpPr>
              <p:spPr bwMode="auto">
                <a:xfrm flipV="1">
                  <a:off x="4101" y="2013"/>
                  <a:ext cx="0" cy="416"/>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9594" name="Line 1333"/>
                <p:cNvSpPr>
                  <a:spLocks noChangeShapeType="1"/>
                </p:cNvSpPr>
                <p:nvPr/>
              </p:nvSpPr>
              <p:spPr bwMode="auto">
                <a:xfrm>
                  <a:off x="4107" y="2423"/>
                  <a:ext cx="500"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9595" name="Arc 1334"/>
                <p:cNvSpPr>
                  <a:spLocks/>
                </p:cNvSpPr>
                <p:nvPr/>
              </p:nvSpPr>
              <p:spPr bwMode="auto">
                <a:xfrm flipH="1" flipV="1">
                  <a:off x="4109" y="2068"/>
                  <a:ext cx="379" cy="331"/>
                </a:xfrm>
                <a:custGeom>
                  <a:avLst/>
                  <a:gdLst>
                    <a:gd name="T0" fmla="*/ 7 w 21600"/>
                    <a:gd name="T1" fmla="*/ 0 h 21600"/>
                    <a:gd name="T2" fmla="*/ 0 w 21600"/>
                    <a:gd name="T3" fmla="*/ 5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21600" y="0"/>
                      </a:moveTo>
                      <a:cubicBezTo>
                        <a:pt x="21600" y="11929"/>
                        <a:pt x="11929" y="21599"/>
                        <a:pt x="0" y="21600"/>
                      </a:cubicBezTo>
                    </a:path>
                    <a:path w="21600" h="21600" stroke="0" extrusionOk="0">
                      <a:moveTo>
                        <a:pt x="21600" y="0"/>
                      </a:moveTo>
                      <a:cubicBezTo>
                        <a:pt x="21600" y="11929"/>
                        <a:pt x="11929" y="21599"/>
                        <a:pt x="0" y="21600"/>
                      </a:cubicBezTo>
                      <a:lnTo>
                        <a:pt x="0" y="0"/>
                      </a:lnTo>
                      <a:close/>
                    </a:path>
                  </a:pathLst>
                </a:custGeom>
                <a:noFill/>
                <a:ln w="28575" cap="rnd">
                  <a:solidFill>
                    <a:schemeClr val="bg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grpSp>
        <p:grpSp>
          <p:nvGrpSpPr>
            <p:cNvPr id="109585" name="Group 1335"/>
            <p:cNvGrpSpPr>
              <a:grpSpLocks/>
            </p:cNvGrpSpPr>
            <p:nvPr/>
          </p:nvGrpSpPr>
          <p:grpSpPr bwMode="auto">
            <a:xfrm>
              <a:off x="2223" y="3055"/>
              <a:ext cx="621" cy="511"/>
              <a:chOff x="2700" y="1858"/>
              <a:chExt cx="948" cy="780"/>
            </a:xfrm>
          </p:grpSpPr>
          <p:sp>
            <p:nvSpPr>
              <p:cNvPr id="109586" name="Rectangle 1336"/>
              <p:cNvSpPr>
                <a:spLocks noChangeArrowheads="1"/>
              </p:cNvSpPr>
              <p:nvPr/>
            </p:nvSpPr>
            <p:spPr bwMode="auto">
              <a:xfrm>
                <a:off x="2700" y="1858"/>
                <a:ext cx="948" cy="780"/>
              </a:xfrm>
              <a:prstGeom prst="rect">
                <a:avLst/>
              </a:prstGeom>
              <a:solidFill>
                <a:srgbClr val="3770FD">
                  <a:alpha val="50195"/>
                </a:srgbClr>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p>
                <a:endParaRPr lang="en-US"/>
              </a:p>
            </p:txBody>
          </p:sp>
          <p:grpSp>
            <p:nvGrpSpPr>
              <p:cNvPr id="109587" name="Group 1337"/>
              <p:cNvGrpSpPr>
                <a:grpSpLocks/>
              </p:cNvGrpSpPr>
              <p:nvPr/>
            </p:nvGrpSpPr>
            <p:grpSpPr bwMode="auto">
              <a:xfrm>
                <a:off x="2931" y="2061"/>
                <a:ext cx="506" cy="416"/>
                <a:chOff x="4101" y="2013"/>
                <a:chExt cx="506" cy="416"/>
              </a:xfrm>
            </p:grpSpPr>
            <p:sp>
              <p:nvSpPr>
                <p:cNvPr id="109588" name="Line 1338"/>
                <p:cNvSpPr>
                  <a:spLocks noChangeShapeType="1"/>
                </p:cNvSpPr>
                <p:nvPr/>
              </p:nvSpPr>
              <p:spPr bwMode="auto">
                <a:xfrm flipV="1">
                  <a:off x="4101" y="2013"/>
                  <a:ext cx="0" cy="416"/>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9589" name="Line 1339"/>
                <p:cNvSpPr>
                  <a:spLocks noChangeShapeType="1"/>
                </p:cNvSpPr>
                <p:nvPr/>
              </p:nvSpPr>
              <p:spPr bwMode="auto">
                <a:xfrm>
                  <a:off x="4107" y="2423"/>
                  <a:ext cx="500"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9590" name="Arc 1340"/>
                <p:cNvSpPr>
                  <a:spLocks/>
                </p:cNvSpPr>
                <p:nvPr/>
              </p:nvSpPr>
              <p:spPr bwMode="auto">
                <a:xfrm flipH="1" flipV="1">
                  <a:off x="4109" y="2068"/>
                  <a:ext cx="379" cy="331"/>
                </a:xfrm>
                <a:custGeom>
                  <a:avLst/>
                  <a:gdLst>
                    <a:gd name="T0" fmla="*/ 7 w 21600"/>
                    <a:gd name="T1" fmla="*/ 0 h 21600"/>
                    <a:gd name="T2" fmla="*/ 0 w 21600"/>
                    <a:gd name="T3" fmla="*/ 5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21600" y="0"/>
                      </a:moveTo>
                      <a:cubicBezTo>
                        <a:pt x="21600" y="11929"/>
                        <a:pt x="11929" y="21599"/>
                        <a:pt x="0" y="21600"/>
                      </a:cubicBezTo>
                    </a:path>
                    <a:path w="21600" h="21600" stroke="0" extrusionOk="0">
                      <a:moveTo>
                        <a:pt x="21600" y="0"/>
                      </a:moveTo>
                      <a:cubicBezTo>
                        <a:pt x="21600" y="11929"/>
                        <a:pt x="11929" y="21599"/>
                        <a:pt x="0" y="21600"/>
                      </a:cubicBezTo>
                      <a:lnTo>
                        <a:pt x="0" y="0"/>
                      </a:lnTo>
                      <a:close/>
                    </a:path>
                  </a:pathLst>
                </a:custGeom>
                <a:noFill/>
                <a:ln w="28575" cap="rnd">
                  <a:solidFill>
                    <a:schemeClr val="bg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grpSp>
      </p:grpSp>
    </p:spTree>
    <p:extLst>
      <p:ext uri="{BB962C8B-B14F-4D97-AF65-F5344CB8AC3E}">
        <p14:creationId xmlns:p14="http://schemas.microsoft.com/office/powerpoint/2010/main" val="4128030338"/>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nodeType="afterEffect">
                                  <p:stCondLst>
                                    <p:cond delay="0"/>
                                  </p:stCondLst>
                                  <p:childTnLst>
                                    <p:set>
                                      <p:cBhvr>
                                        <p:cTn id="6" dur="1" fill="hold">
                                          <p:stCondLst>
                                            <p:cond delay="0"/>
                                          </p:stCondLst>
                                        </p:cTn>
                                        <p:tgtEl>
                                          <p:spTgt spid="94460"/>
                                        </p:tgtEl>
                                        <p:attrNameLst>
                                          <p:attrName>style.visibility</p:attrName>
                                        </p:attrNameLst>
                                      </p:cBhvr>
                                      <p:to>
                                        <p:strVal val="visible"/>
                                      </p:to>
                                    </p:set>
                                    <p:animEffect transition="in" filter="wipe(left)">
                                      <p:cBhvr>
                                        <p:cTn id="7" dur="500"/>
                                        <p:tgtEl>
                                          <p:spTgt spid="94460"/>
                                        </p:tgtEl>
                                      </p:cBhvr>
                                    </p:animEffect>
                                  </p:childTnLst>
                                  <p:subTnLst>
                                    <p:set>
                                      <p:cBhvr override="childStyle">
                                        <p:cTn dur="1" fill="hold" display="0" masterRel="nextClick" afterEffect="1"/>
                                        <p:tgtEl>
                                          <p:spTgt spid="94460"/>
                                        </p:tgtEl>
                                        <p:attrNameLst>
                                          <p:attrName>style.visibility</p:attrName>
                                        </p:attrNameLst>
                                      </p:cBhvr>
                                      <p:to>
                                        <p:strVal val="hidden"/>
                                      </p:to>
                                    </p:set>
                                  </p:subTnLst>
                                </p:cTn>
                              </p:par>
                            </p:childTnLst>
                          </p:cTn>
                        </p:par>
                        <p:par>
                          <p:cTn id="8" fill="hold" nodeType="afterGroup">
                            <p:stCondLst>
                              <p:cond delay="500"/>
                            </p:stCondLst>
                            <p:childTnLst>
                              <p:par>
                                <p:cTn id="9" presetID="22" presetClass="entr" presetSubtype="8" fill="hold" nodeType="afterEffect">
                                  <p:stCondLst>
                                    <p:cond delay="0"/>
                                  </p:stCondLst>
                                  <p:childTnLst>
                                    <p:set>
                                      <p:cBhvr>
                                        <p:cTn id="10" dur="1" fill="hold">
                                          <p:stCondLst>
                                            <p:cond delay="0"/>
                                          </p:stCondLst>
                                        </p:cTn>
                                        <p:tgtEl>
                                          <p:spTgt spid="95555"/>
                                        </p:tgtEl>
                                        <p:attrNameLst>
                                          <p:attrName>style.visibility</p:attrName>
                                        </p:attrNameLst>
                                      </p:cBhvr>
                                      <p:to>
                                        <p:strVal val="visible"/>
                                      </p:to>
                                    </p:set>
                                    <p:animEffect transition="in" filter="wipe(left)">
                                      <p:cBhvr>
                                        <p:cTn id="11" dur="500"/>
                                        <p:tgtEl>
                                          <p:spTgt spid="95555"/>
                                        </p:tgtEl>
                                      </p:cBhvr>
                                    </p:animEffect>
                                  </p:childTnLst>
                                  <p:subTnLst>
                                    <p:set>
                                      <p:cBhvr override="childStyle">
                                        <p:cTn dur="1" fill="hold" display="0" masterRel="sameClick" afterEffect="1">
                                          <p:stCondLst>
                                            <p:cond evt="end" delay="0">
                                              <p:tn val="9"/>
                                            </p:cond>
                                          </p:stCondLst>
                                        </p:cTn>
                                        <p:tgtEl>
                                          <p:spTgt spid="95555"/>
                                        </p:tgtEl>
                                        <p:attrNameLst>
                                          <p:attrName>style.visibility</p:attrName>
                                        </p:attrNameLst>
                                      </p:cBhvr>
                                      <p:to>
                                        <p:strVal val="hidden"/>
                                      </p:to>
                                    </p:set>
                                  </p:subTnLst>
                                </p:cTn>
                              </p:par>
                            </p:childTnLst>
                          </p:cTn>
                        </p:par>
                        <p:par>
                          <p:cTn id="12" fill="hold" nodeType="afterGroup">
                            <p:stCondLst>
                              <p:cond delay="1000"/>
                            </p:stCondLst>
                            <p:childTnLst>
                              <p:par>
                                <p:cTn id="13" presetID="22" presetClass="entr" presetSubtype="8" fill="hold" nodeType="afterEffect">
                                  <p:stCondLst>
                                    <p:cond delay="0"/>
                                  </p:stCondLst>
                                  <p:childTnLst>
                                    <p:set>
                                      <p:cBhvr>
                                        <p:cTn id="14" dur="1" fill="hold">
                                          <p:stCondLst>
                                            <p:cond delay="0"/>
                                          </p:stCondLst>
                                        </p:cTn>
                                        <p:tgtEl>
                                          <p:spTgt spid="95562"/>
                                        </p:tgtEl>
                                        <p:attrNameLst>
                                          <p:attrName>style.visibility</p:attrName>
                                        </p:attrNameLst>
                                      </p:cBhvr>
                                      <p:to>
                                        <p:strVal val="visible"/>
                                      </p:to>
                                    </p:set>
                                    <p:animEffect transition="in" filter="wipe(left)">
                                      <p:cBhvr>
                                        <p:cTn id="15" dur="500"/>
                                        <p:tgtEl>
                                          <p:spTgt spid="95562"/>
                                        </p:tgtEl>
                                      </p:cBhvr>
                                    </p:animEffect>
                                  </p:childTnLst>
                                  <p:subTnLst>
                                    <p:set>
                                      <p:cBhvr override="childStyle">
                                        <p:cTn dur="1" fill="hold" display="0" masterRel="sameClick" afterEffect="1">
                                          <p:stCondLst>
                                            <p:cond evt="end" delay="0">
                                              <p:tn val="13"/>
                                            </p:cond>
                                          </p:stCondLst>
                                        </p:cTn>
                                        <p:tgtEl>
                                          <p:spTgt spid="95562"/>
                                        </p:tgtEl>
                                        <p:attrNameLst>
                                          <p:attrName>style.visibility</p:attrName>
                                        </p:attrNameLst>
                                      </p:cBhvr>
                                      <p:to>
                                        <p:strVal val="hidden"/>
                                      </p:to>
                                    </p:set>
                                  </p:subTnLst>
                                </p:cTn>
                              </p:par>
                            </p:childTnLst>
                          </p:cTn>
                        </p:par>
                        <p:par>
                          <p:cTn id="16" fill="hold" nodeType="afterGroup">
                            <p:stCondLst>
                              <p:cond delay="1500"/>
                            </p:stCondLst>
                            <p:childTnLst>
                              <p:par>
                                <p:cTn id="17" presetID="22" presetClass="entr" presetSubtype="8" fill="hold" nodeType="afterEffect">
                                  <p:stCondLst>
                                    <p:cond delay="0"/>
                                  </p:stCondLst>
                                  <p:childTnLst>
                                    <p:set>
                                      <p:cBhvr>
                                        <p:cTn id="18" dur="1" fill="hold">
                                          <p:stCondLst>
                                            <p:cond delay="0"/>
                                          </p:stCondLst>
                                        </p:cTn>
                                        <p:tgtEl>
                                          <p:spTgt spid="95569"/>
                                        </p:tgtEl>
                                        <p:attrNameLst>
                                          <p:attrName>style.visibility</p:attrName>
                                        </p:attrNameLst>
                                      </p:cBhvr>
                                      <p:to>
                                        <p:strVal val="visible"/>
                                      </p:to>
                                    </p:set>
                                    <p:animEffect transition="in" filter="wipe(left)">
                                      <p:cBhvr>
                                        <p:cTn id="19" dur="500"/>
                                        <p:tgtEl>
                                          <p:spTgt spid="95569"/>
                                        </p:tgtEl>
                                      </p:cBhvr>
                                    </p:animEffect>
                                  </p:childTnLst>
                                  <p:subTnLst>
                                    <p:set>
                                      <p:cBhvr override="childStyle">
                                        <p:cTn dur="1" fill="hold" display="0" masterRel="sameClick" afterEffect="1">
                                          <p:stCondLst>
                                            <p:cond evt="end" delay="0">
                                              <p:tn val="17"/>
                                            </p:cond>
                                          </p:stCondLst>
                                        </p:cTn>
                                        <p:tgtEl>
                                          <p:spTgt spid="95569"/>
                                        </p:tgtEl>
                                        <p:attrNameLst>
                                          <p:attrName>style.visibility</p:attrName>
                                        </p:attrNameLst>
                                      </p:cBhvr>
                                      <p:to>
                                        <p:strVal val="hidden"/>
                                      </p:to>
                                    </p:set>
                                  </p:subTnLst>
                                </p:cTn>
                              </p:par>
                            </p:childTnLst>
                          </p:cTn>
                        </p:par>
                        <p:par>
                          <p:cTn id="20" fill="hold" nodeType="afterGroup">
                            <p:stCondLst>
                              <p:cond delay="2000"/>
                            </p:stCondLst>
                            <p:childTnLst>
                              <p:par>
                                <p:cTn id="21" presetID="22" presetClass="entr" presetSubtype="8" fill="hold" nodeType="afterEffect">
                                  <p:stCondLst>
                                    <p:cond delay="0"/>
                                  </p:stCondLst>
                                  <p:childTnLst>
                                    <p:set>
                                      <p:cBhvr>
                                        <p:cTn id="22" dur="1" fill="hold">
                                          <p:stCondLst>
                                            <p:cond delay="0"/>
                                          </p:stCondLst>
                                        </p:cTn>
                                        <p:tgtEl>
                                          <p:spTgt spid="95576"/>
                                        </p:tgtEl>
                                        <p:attrNameLst>
                                          <p:attrName>style.visibility</p:attrName>
                                        </p:attrNameLst>
                                      </p:cBhvr>
                                      <p:to>
                                        <p:strVal val="visible"/>
                                      </p:to>
                                    </p:set>
                                    <p:animEffect transition="in" filter="wipe(left)">
                                      <p:cBhvr>
                                        <p:cTn id="23" dur="500"/>
                                        <p:tgtEl>
                                          <p:spTgt spid="955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Shape 245">
          <a:extLst>
            <a:ext uri="{FF2B5EF4-FFF2-40B4-BE49-F238E27FC236}">
              <a16:creationId xmlns:a16="http://schemas.microsoft.com/office/drawing/2014/main" id="{EA140131-0E2A-AEC5-63D1-5140C41C9CA6}"/>
            </a:ext>
          </a:extLst>
        </p:cNvPr>
        <p:cNvGrpSpPr/>
        <p:nvPr/>
      </p:nvGrpSpPr>
      <p:grpSpPr>
        <a:xfrm>
          <a:off x="0" y="0"/>
          <a:ext cx="0" cy="0"/>
          <a:chOff x="0" y="0"/>
          <a:chExt cx="0" cy="0"/>
        </a:xfrm>
      </p:grpSpPr>
      <p:pic>
        <p:nvPicPr>
          <p:cNvPr id="3" name="Picture 2">
            <a:extLst>
              <a:ext uri="{FF2B5EF4-FFF2-40B4-BE49-F238E27FC236}">
                <a16:creationId xmlns:a16="http://schemas.microsoft.com/office/drawing/2014/main" id="{58E9998E-5C06-53A3-B8EC-C42D3BC6BBCF}"/>
              </a:ext>
            </a:extLst>
          </p:cNvPr>
          <p:cNvPicPr>
            <a:picLocks noChangeAspect="1"/>
          </p:cNvPicPr>
          <p:nvPr/>
        </p:nvPicPr>
        <p:blipFill>
          <a:blip r:embed="rId3"/>
          <a:stretch>
            <a:fillRect/>
          </a:stretch>
        </p:blipFill>
        <p:spPr>
          <a:xfrm>
            <a:off x="-57956" y="-51516"/>
            <a:ext cx="12292833" cy="6909515"/>
          </a:xfrm>
          <a:prstGeom prst="rect">
            <a:avLst/>
          </a:prstGeom>
        </p:spPr>
      </p:pic>
      <p:sp>
        <p:nvSpPr>
          <p:cNvPr id="246" name="Google Shape;246;p26">
            <a:extLst>
              <a:ext uri="{FF2B5EF4-FFF2-40B4-BE49-F238E27FC236}">
                <a16:creationId xmlns:a16="http://schemas.microsoft.com/office/drawing/2014/main" id="{E3512A9D-1380-B346-F54C-8809502A5DCE}"/>
              </a:ext>
            </a:extLst>
          </p:cNvPr>
          <p:cNvSpPr txBox="1">
            <a:spLocks noGrp="1"/>
          </p:cNvSpPr>
          <p:nvPr>
            <p:ph type="title"/>
          </p:nvPr>
        </p:nvSpPr>
        <p:spPr>
          <a:xfrm>
            <a:off x="2021700" y="353850"/>
            <a:ext cx="8283900" cy="550500"/>
          </a:xfrm>
          <a:prstGeom prst="rect">
            <a:avLst/>
          </a:prstGeom>
          <a:noFill/>
          <a:ln>
            <a:noFill/>
          </a:ln>
        </p:spPr>
        <p:txBody>
          <a:bodyPr spcFirstLastPara="1" wrap="square" lIns="91425" tIns="45700" rIns="91425" bIns="45700" anchor="ctr" anchorCtr="0">
            <a:noAutofit/>
          </a:bodyPr>
          <a:lstStyle/>
          <a:p>
            <a:pPr marL="0" lvl="0" indent="0" algn="ctr" rtl="0">
              <a:spcBef>
                <a:spcPts val="0"/>
              </a:spcBef>
              <a:spcAft>
                <a:spcPts val="0"/>
              </a:spcAft>
              <a:buNone/>
            </a:pPr>
            <a:r>
              <a:rPr lang="en-US">
                <a:solidFill>
                  <a:schemeClr val="lt1"/>
                </a:solidFill>
              </a:rPr>
              <a:t>OUTLINE</a:t>
            </a:r>
            <a:endParaRPr/>
          </a:p>
        </p:txBody>
      </p:sp>
      <p:sp>
        <p:nvSpPr>
          <p:cNvPr id="5" name="Google Shape;247;p26">
            <a:extLst>
              <a:ext uri="{FF2B5EF4-FFF2-40B4-BE49-F238E27FC236}">
                <a16:creationId xmlns:a16="http://schemas.microsoft.com/office/drawing/2014/main" id="{832C6E5A-099C-CEE5-8C18-CED15B768F20}"/>
              </a:ext>
            </a:extLst>
          </p:cNvPr>
          <p:cNvSpPr txBox="1">
            <a:spLocks noGrp="1"/>
          </p:cNvSpPr>
          <p:nvPr>
            <p:ph type="body" idx="1"/>
          </p:nvPr>
        </p:nvSpPr>
        <p:spPr>
          <a:xfrm>
            <a:off x="1039756" y="1799894"/>
            <a:ext cx="10856871" cy="3479115"/>
          </a:xfrm>
          <a:prstGeom prst="rect">
            <a:avLst/>
          </a:prstGeom>
          <a:noFill/>
          <a:ln>
            <a:noFill/>
          </a:ln>
        </p:spPr>
        <p:txBody>
          <a:bodyPr spcFirstLastPara="1" wrap="square" lIns="91425" tIns="45700" rIns="91425" bIns="45700" anchor="t" anchorCtr="0">
            <a:noAutofit/>
          </a:bodyPr>
          <a:lstStyle/>
          <a:p>
            <a:pPr marL="342900">
              <a:buClr>
                <a:schemeClr val="lt1"/>
              </a:buClr>
              <a:buFont typeface="Times New Roman"/>
              <a:buChar char="➜"/>
            </a:pPr>
            <a:r>
              <a:rPr lang="en-US" sz="2400" dirty="0">
                <a:solidFill>
                  <a:schemeClr val="bg1"/>
                </a:solidFill>
              </a:rPr>
              <a:t>VFA V - Applications of ADP</a:t>
            </a:r>
          </a:p>
          <a:p>
            <a:pPr marL="800100" lvl="1">
              <a:buClr>
                <a:schemeClr val="lt1"/>
              </a:buClr>
              <a:buFont typeface="Times New Roman"/>
              <a:buChar char="➜"/>
            </a:pPr>
            <a:endParaRPr lang="en-US" sz="2000" dirty="0">
              <a:solidFill>
                <a:schemeClr val="bg1"/>
              </a:solidFill>
            </a:endParaRPr>
          </a:p>
          <a:p>
            <a:pPr marL="800100" lvl="1">
              <a:spcBef>
                <a:spcPts val="0"/>
              </a:spcBef>
              <a:buClr>
                <a:schemeClr val="lt1"/>
              </a:buClr>
              <a:buFont typeface="Times New Roman"/>
              <a:buChar char="➜"/>
            </a:pPr>
            <a:r>
              <a:rPr lang="en-US" sz="2000" dirty="0">
                <a:solidFill>
                  <a:schemeClr val="accent2">
                    <a:lumMod val="40000"/>
                    <a:lumOff val="60000"/>
                  </a:schemeClr>
                </a:solidFill>
              </a:rPr>
              <a:t>Blood management</a:t>
            </a:r>
          </a:p>
          <a:p>
            <a:pPr marL="800100" lvl="1">
              <a:spcBef>
                <a:spcPts val="0"/>
              </a:spcBef>
              <a:buClr>
                <a:schemeClr val="lt1"/>
              </a:buClr>
              <a:buFont typeface="Times New Roman"/>
              <a:buChar char="➜"/>
            </a:pPr>
            <a:endParaRPr lang="en-US" sz="2000" dirty="0">
              <a:solidFill>
                <a:schemeClr val="accent2">
                  <a:lumMod val="40000"/>
                  <a:lumOff val="60000"/>
                </a:schemeClr>
              </a:solidFill>
            </a:endParaRPr>
          </a:p>
          <a:p>
            <a:pPr marL="800100" lvl="1">
              <a:spcBef>
                <a:spcPts val="0"/>
              </a:spcBef>
              <a:buClr>
                <a:schemeClr val="lt1"/>
              </a:buClr>
              <a:buFont typeface="Times New Roman"/>
              <a:buChar char="➜"/>
            </a:pPr>
            <a:r>
              <a:rPr lang="en-US" sz="2000" dirty="0">
                <a:solidFill>
                  <a:schemeClr val="bg1"/>
                </a:solidFill>
              </a:rPr>
              <a:t>Grid-level energy storage</a:t>
            </a:r>
          </a:p>
          <a:p>
            <a:pPr marL="800100" lvl="1">
              <a:spcBef>
                <a:spcPts val="0"/>
              </a:spcBef>
              <a:buClr>
                <a:schemeClr val="lt1"/>
              </a:buClr>
              <a:buFont typeface="Times New Roman"/>
              <a:buChar char="➜"/>
            </a:pPr>
            <a:endParaRPr lang="en-US" sz="2000" dirty="0">
              <a:solidFill>
                <a:schemeClr val="accent2">
                  <a:lumMod val="40000"/>
                  <a:lumOff val="60000"/>
                </a:schemeClr>
              </a:solidFill>
            </a:endParaRPr>
          </a:p>
          <a:p>
            <a:pPr marL="800100" lvl="1">
              <a:spcBef>
                <a:spcPts val="0"/>
              </a:spcBef>
              <a:buClr>
                <a:schemeClr val="lt1"/>
              </a:buClr>
              <a:buFont typeface="Times New Roman"/>
              <a:buChar char="➜"/>
            </a:pPr>
            <a:r>
              <a:rPr lang="en-US" sz="2000" dirty="0">
                <a:solidFill>
                  <a:schemeClr val="accent2">
                    <a:lumMod val="40000"/>
                    <a:lumOff val="60000"/>
                  </a:schemeClr>
                </a:solidFill>
              </a:rPr>
              <a:t>Truckload fleet planning at Schneider National</a:t>
            </a:r>
          </a:p>
          <a:p>
            <a:pPr marL="800100" lvl="1">
              <a:spcBef>
                <a:spcPts val="0"/>
              </a:spcBef>
              <a:buClr>
                <a:schemeClr val="lt1"/>
              </a:buClr>
              <a:buFont typeface="Times New Roman"/>
              <a:buChar char="➜"/>
            </a:pPr>
            <a:endParaRPr lang="en-US" sz="2000" dirty="0">
              <a:solidFill>
                <a:schemeClr val="accent2">
                  <a:lumMod val="40000"/>
                  <a:lumOff val="60000"/>
                </a:schemeClr>
              </a:solidFill>
            </a:endParaRPr>
          </a:p>
          <a:p>
            <a:pPr marL="800100" lvl="1">
              <a:spcBef>
                <a:spcPts val="0"/>
              </a:spcBef>
              <a:buClr>
                <a:schemeClr val="lt1"/>
              </a:buClr>
              <a:buFont typeface="Times New Roman"/>
              <a:buChar char="➜"/>
            </a:pPr>
            <a:r>
              <a:rPr lang="en-US" sz="2000" dirty="0">
                <a:solidFill>
                  <a:schemeClr val="accent2">
                    <a:lumMod val="40000"/>
                    <a:lumOff val="60000"/>
                  </a:schemeClr>
                </a:solidFill>
              </a:rPr>
              <a:t>Locomotive planning at Norfolk Southern</a:t>
            </a:r>
          </a:p>
          <a:p>
            <a:pPr marL="800100" lvl="1">
              <a:spcBef>
                <a:spcPts val="0"/>
              </a:spcBef>
              <a:buClr>
                <a:schemeClr val="lt1"/>
              </a:buClr>
              <a:buFont typeface="Times New Roman"/>
              <a:buChar char="➜"/>
            </a:pPr>
            <a:endParaRPr lang="en-US" sz="2000" dirty="0">
              <a:solidFill>
                <a:schemeClr val="bg1"/>
              </a:solidFill>
            </a:endParaRPr>
          </a:p>
          <a:p>
            <a:pPr marL="800100" lvl="1">
              <a:buClr>
                <a:schemeClr val="lt1"/>
              </a:buClr>
              <a:buFont typeface="Arial" panose="020B0604020202020204" pitchFamily="34" charset="0"/>
              <a:buChar char="•"/>
            </a:pPr>
            <a:endParaRPr lang="en-US" sz="2000" dirty="0">
              <a:solidFill>
                <a:schemeClr val="bg1"/>
              </a:solidFill>
            </a:endParaRPr>
          </a:p>
        </p:txBody>
      </p:sp>
      <p:sp>
        <p:nvSpPr>
          <p:cNvPr id="2" name="TextBox 1">
            <a:extLst>
              <a:ext uri="{FF2B5EF4-FFF2-40B4-BE49-F238E27FC236}">
                <a16:creationId xmlns:a16="http://schemas.microsoft.com/office/drawing/2014/main" id="{C5CE7A11-3D10-6CF9-9E55-46F869C36362}"/>
              </a:ext>
            </a:extLst>
          </p:cNvPr>
          <p:cNvSpPr txBox="1"/>
          <p:nvPr/>
        </p:nvSpPr>
        <p:spPr>
          <a:xfrm>
            <a:off x="11439525" y="6280363"/>
            <a:ext cx="527709" cy="461665"/>
          </a:xfrm>
          <a:prstGeom prst="rect">
            <a:avLst/>
          </a:prstGeom>
          <a:noFill/>
        </p:spPr>
        <p:txBody>
          <a:bodyPr wrap="none" rtlCol="0">
            <a:spAutoFit/>
          </a:bodyPr>
          <a:lstStyle/>
          <a:p>
            <a:r>
              <a:rPr lang="en-US" sz="2400" dirty="0">
                <a:solidFill>
                  <a:schemeClr val="accent2">
                    <a:lumMod val="60000"/>
                    <a:lumOff val="40000"/>
                  </a:schemeClr>
                </a:solidFill>
              </a:rPr>
              <a:t>15</a:t>
            </a:r>
          </a:p>
        </p:txBody>
      </p:sp>
    </p:spTree>
    <p:extLst>
      <p:ext uri="{BB962C8B-B14F-4D97-AF65-F5344CB8AC3E}">
        <p14:creationId xmlns:p14="http://schemas.microsoft.com/office/powerpoint/2010/main" val="1545815276"/>
      </p:ext>
    </p:extLst>
  </p:cSld>
  <p:clrMapOvr>
    <a:masterClrMapping/>
  </p:clrMapOvr>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5" name="Slide Number Placeholder 5"/>
          <p:cNvSpPr txBox="1">
            <a:spLocks noGrp="1"/>
          </p:cNvSpPr>
          <p:nvPr/>
        </p:nvSpPr>
        <p:spPr bwMode="auto">
          <a:xfrm>
            <a:off x="8077200" y="6534150"/>
            <a:ext cx="19050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i="1">
                <a:solidFill>
                  <a:schemeClr val="tx1"/>
                </a:solidFill>
                <a:latin typeface="Times New Roman" pitchFamily="18" charset="0"/>
              </a:defRPr>
            </a:lvl1pPr>
            <a:lvl2pPr marL="742950" indent="-285750">
              <a:defRPr i="1">
                <a:solidFill>
                  <a:schemeClr val="tx1"/>
                </a:solidFill>
                <a:latin typeface="Times New Roman" pitchFamily="18" charset="0"/>
              </a:defRPr>
            </a:lvl2pPr>
            <a:lvl3pPr marL="1143000" indent="-228600">
              <a:defRPr i="1">
                <a:solidFill>
                  <a:schemeClr val="tx1"/>
                </a:solidFill>
                <a:latin typeface="Times New Roman" pitchFamily="18" charset="0"/>
              </a:defRPr>
            </a:lvl3pPr>
            <a:lvl4pPr marL="1600200" indent="-228600">
              <a:defRPr i="1">
                <a:solidFill>
                  <a:schemeClr val="tx1"/>
                </a:solidFill>
                <a:latin typeface="Times New Roman" pitchFamily="18" charset="0"/>
              </a:defRPr>
            </a:lvl4pPr>
            <a:lvl5pPr marL="2057400" indent="-228600">
              <a:defRPr i="1">
                <a:solidFill>
                  <a:schemeClr val="tx1"/>
                </a:solidFill>
                <a:latin typeface="Times New Roman" pitchFamily="18" charset="0"/>
              </a:defRPr>
            </a:lvl5pPr>
            <a:lvl6pPr marL="2514600" indent="-228600" algn="ctr" eaLnBrk="0" fontAlgn="base" hangingPunct="0">
              <a:spcBef>
                <a:spcPct val="0"/>
              </a:spcBef>
              <a:spcAft>
                <a:spcPct val="0"/>
              </a:spcAft>
              <a:defRPr i="1">
                <a:solidFill>
                  <a:schemeClr val="tx1"/>
                </a:solidFill>
                <a:latin typeface="Times New Roman" pitchFamily="18" charset="0"/>
              </a:defRPr>
            </a:lvl6pPr>
            <a:lvl7pPr marL="2971800" indent="-228600" algn="ctr" eaLnBrk="0" fontAlgn="base" hangingPunct="0">
              <a:spcBef>
                <a:spcPct val="0"/>
              </a:spcBef>
              <a:spcAft>
                <a:spcPct val="0"/>
              </a:spcAft>
              <a:defRPr i="1">
                <a:solidFill>
                  <a:schemeClr val="tx1"/>
                </a:solidFill>
                <a:latin typeface="Times New Roman" pitchFamily="18" charset="0"/>
              </a:defRPr>
            </a:lvl7pPr>
            <a:lvl8pPr marL="3429000" indent="-228600" algn="ctr" eaLnBrk="0" fontAlgn="base" hangingPunct="0">
              <a:spcBef>
                <a:spcPct val="0"/>
              </a:spcBef>
              <a:spcAft>
                <a:spcPct val="0"/>
              </a:spcAft>
              <a:defRPr i="1">
                <a:solidFill>
                  <a:schemeClr val="tx1"/>
                </a:solidFill>
                <a:latin typeface="Times New Roman" pitchFamily="18" charset="0"/>
              </a:defRPr>
            </a:lvl8pPr>
            <a:lvl9pPr marL="3886200" indent="-228600" algn="ctr" eaLnBrk="0" fontAlgn="base" hangingPunct="0">
              <a:spcBef>
                <a:spcPct val="0"/>
              </a:spcBef>
              <a:spcAft>
                <a:spcPct val="0"/>
              </a:spcAft>
              <a:defRPr i="1">
                <a:solidFill>
                  <a:schemeClr val="tx1"/>
                </a:solidFill>
                <a:latin typeface="Times New Roman" pitchFamily="18" charset="0"/>
              </a:defRPr>
            </a:lvl9pPr>
          </a:lstStyle>
          <a:p>
            <a:pPr algn="r"/>
            <a:r>
              <a:rPr lang="en-US" i="0"/>
              <a:t>Slide </a:t>
            </a:r>
            <a:fld id="{73179F04-1448-491D-BBAA-E6AB10CCC1B6}" type="slidenum">
              <a:rPr lang="en-US" i="0"/>
              <a:pPr algn="r"/>
              <a:t>179</a:t>
            </a:fld>
            <a:endParaRPr lang="en-US" i="0"/>
          </a:p>
        </p:txBody>
      </p:sp>
      <p:pic>
        <p:nvPicPr>
          <p:cNvPr id="74756" name="Picture 3"/>
          <p:cNvPicPr>
            <a:picLocks noChangeAspect="1" noChangeArrowheads="1"/>
          </p:cNvPicPr>
          <p:nvPr/>
        </p:nvPicPr>
        <p:blipFill>
          <a:blip r:embed="rId3">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2428876" y="1601788"/>
            <a:ext cx="709613" cy="5073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lgn="ctr">
                <a:solidFill>
                  <a:srgbClr val="000000"/>
                </a:solidFill>
                <a:miter lim="800000"/>
                <a:headEnd/>
                <a:tailEnd/>
              </a14:hiddenLine>
            </a:ext>
          </a:extLst>
        </p:spPr>
      </p:pic>
      <p:sp>
        <p:nvSpPr>
          <p:cNvPr id="74757" name="Rectangle 4"/>
          <p:cNvSpPr>
            <a:spLocks noGrp="1" noChangeArrowheads="1"/>
          </p:cNvSpPr>
          <p:nvPr>
            <p:ph type="title" idx="4294967295"/>
          </p:nvPr>
        </p:nvSpPr>
        <p:spPr/>
        <p:txBody>
          <a:bodyPr/>
          <a:lstStyle/>
          <a:p>
            <a:r>
              <a:rPr lang="en-US" sz="3200" dirty="0"/>
              <a:t>Grid level storage</a:t>
            </a:r>
          </a:p>
        </p:txBody>
      </p:sp>
      <p:pic>
        <p:nvPicPr>
          <p:cNvPr id="8"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1"/>
            <a:ext cx="12192000" cy="6858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lgn="ctr">
                <a:solidFill>
                  <a:srgbClr val="000000"/>
                </a:solidFill>
                <a:miter lim="800000"/>
                <a:headEnd/>
                <a:tailEnd type="none" w="med" len="lg"/>
              </a14:hiddenLine>
            </a:ext>
          </a:extLst>
        </p:spPr>
      </p:pic>
      <p:grpSp>
        <p:nvGrpSpPr>
          <p:cNvPr id="5" name="Group 4"/>
          <p:cNvGrpSpPr/>
          <p:nvPr/>
        </p:nvGrpSpPr>
        <p:grpSpPr>
          <a:xfrm>
            <a:off x="1799530" y="1232511"/>
            <a:ext cx="8731555" cy="4740824"/>
            <a:chOff x="405997" y="1783191"/>
            <a:chExt cx="8731555" cy="4740824"/>
          </a:xfrm>
        </p:grpSpPr>
        <p:pic>
          <p:nvPicPr>
            <p:cNvPr id="48" name="Picture 3"/>
            <p:cNvPicPr>
              <a:picLocks noChangeAspect="1" noChangeArrowheads="1"/>
            </p:cNvPicPr>
            <p:nvPr/>
          </p:nvPicPr>
          <p:blipFill rotWithShape="1">
            <a:blip r:embed="rId5">
              <a:extLst>
                <a:ext uri="{28A0092B-C50C-407E-A947-70E740481C1C}">
                  <a14:useLocalDpi xmlns:a14="http://schemas.microsoft.com/office/drawing/2010/main" val="0"/>
                </a:ext>
              </a:extLst>
            </a:blip>
            <a:srcRect l="21824" t="33360" r="5626" b="23443"/>
            <a:stretch/>
          </p:blipFill>
          <p:spPr bwMode="auto">
            <a:xfrm>
              <a:off x="7483670" y="2332894"/>
              <a:ext cx="1653882" cy="7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9" name="Picture 3"/>
            <p:cNvPicPr>
              <a:picLocks noChangeAspect="1" noChangeArrowheads="1"/>
            </p:cNvPicPr>
            <p:nvPr/>
          </p:nvPicPr>
          <p:blipFill rotWithShape="1">
            <a:blip r:embed="rId5">
              <a:extLst>
                <a:ext uri="{28A0092B-C50C-407E-A947-70E740481C1C}">
                  <a14:useLocalDpi xmlns:a14="http://schemas.microsoft.com/office/drawing/2010/main" val="0"/>
                </a:ext>
              </a:extLst>
            </a:blip>
            <a:srcRect l="21824" t="33360" r="5626" b="23443"/>
            <a:stretch/>
          </p:blipFill>
          <p:spPr bwMode="auto">
            <a:xfrm>
              <a:off x="6912756" y="3488289"/>
              <a:ext cx="1653882" cy="7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0" name="Picture 3"/>
            <p:cNvPicPr>
              <a:picLocks noChangeAspect="1" noChangeArrowheads="1"/>
            </p:cNvPicPr>
            <p:nvPr/>
          </p:nvPicPr>
          <p:blipFill rotWithShape="1">
            <a:blip r:embed="rId5">
              <a:extLst>
                <a:ext uri="{28A0092B-C50C-407E-A947-70E740481C1C}">
                  <a14:useLocalDpi xmlns:a14="http://schemas.microsoft.com/office/drawing/2010/main" val="0"/>
                </a:ext>
              </a:extLst>
            </a:blip>
            <a:srcRect l="21824" t="33360" r="5626" b="23443"/>
            <a:stretch/>
          </p:blipFill>
          <p:spPr bwMode="auto">
            <a:xfrm>
              <a:off x="6865864" y="4684957"/>
              <a:ext cx="1653882" cy="7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1" name="Picture 3"/>
            <p:cNvPicPr>
              <a:picLocks noChangeAspect="1" noChangeArrowheads="1"/>
            </p:cNvPicPr>
            <p:nvPr/>
          </p:nvPicPr>
          <p:blipFill rotWithShape="1">
            <a:blip r:embed="rId5">
              <a:extLst>
                <a:ext uri="{28A0092B-C50C-407E-A947-70E740481C1C}">
                  <a14:useLocalDpi xmlns:a14="http://schemas.microsoft.com/office/drawing/2010/main" val="0"/>
                </a:ext>
              </a:extLst>
            </a:blip>
            <a:srcRect l="21824" t="33360" r="5626" b="23443"/>
            <a:stretch/>
          </p:blipFill>
          <p:spPr bwMode="auto">
            <a:xfrm>
              <a:off x="5924623" y="5785461"/>
              <a:ext cx="1653882" cy="7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2" name="Picture 3"/>
            <p:cNvPicPr>
              <a:picLocks noChangeAspect="1" noChangeArrowheads="1"/>
            </p:cNvPicPr>
            <p:nvPr/>
          </p:nvPicPr>
          <p:blipFill rotWithShape="1">
            <a:blip r:embed="rId5">
              <a:extLst>
                <a:ext uri="{28A0092B-C50C-407E-A947-70E740481C1C}">
                  <a14:useLocalDpi xmlns:a14="http://schemas.microsoft.com/office/drawing/2010/main" val="0"/>
                </a:ext>
              </a:extLst>
            </a:blip>
            <a:srcRect l="21824" t="33360" r="5626" b="23443"/>
            <a:stretch/>
          </p:blipFill>
          <p:spPr bwMode="auto">
            <a:xfrm>
              <a:off x="4270741" y="4731972"/>
              <a:ext cx="1653882" cy="7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3" name="Picture 3"/>
            <p:cNvPicPr>
              <a:picLocks noChangeAspect="1" noChangeArrowheads="1"/>
            </p:cNvPicPr>
            <p:nvPr/>
          </p:nvPicPr>
          <p:blipFill rotWithShape="1">
            <a:blip r:embed="rId5">
              <a:extLst>
                <a:ext uri="{28A0092B-C50C-407E-A947-70E740481C1C}">
                  <a14:useLocalDpi xmlns:a14="http://schemas.microsoft.com/office/drawing/2010/main" val="0"/>
                </a:ext>
              </a:extLst>
            </a:blip>
            <a:srcRect l="21824" t="33360" r="5626" b="23443"/>
            <a:stretch/>
          </p:blipFill>
          <p:spPr bwMode="auto">
            <a:xfrm>
              <a:off x="5097682" y="3769336"/>
              <a:ext cx="1653882" cy="7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4" name="Picture 3"/>
            <p:cNvPicPr>
              <a:picLocks noChangeAspect="1" noChangeArrowheads="1"/>
            </p:cNvPicPr>
            <p:nvPr/>
          </p:nvPicPr>
          <p:blipFill rotWithShape="1">
            <a:blip r:embed="rId5">
              <a:extLst>
                <a:ext uri="{28A0092B-C50C-407E-A947-70E740481C1C}">
                  <a14:useLocalDpi xmlns:a14="http://schemas.microsoft.com/office/drawing/2010/main" val="0"/>
                </a:ext>
              </a:extLst>
            </a:blip>
            <a:srcRect l="21824" t="33360" r="5626" b="23443"/>
            <a:stretch/>
          </p:blipFill>
          <p:spPr bwMode="auto">
            <a:xfrm>
              <a:off x="4662414" y="2549770"/>
              <a:ext cx="1653882" cy="7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5" name="Picture 3"/>
            <p:cNvPicPr>
              <a:picLocks noChangeAspect="1" noChangeArrowheads="1"/>
            </p:cNvPicPr>
            <p:nvPr/>
          </p:nvPicPr>
          <p:blipFill rotWithShape="1">
            <a:blip r:embed="rId5">
              <a:extLst>
                <a:ext uri="{28A0092B-C50C-407E-A947-70E740481C1C}">
                  <a14:useLocalDpi xmlns:a14="http://schemas.microsoft.com/office/drawing/2010/main" val="0"/>
                </a:ext>
              </a:extLst>
            </a:blip>
            <a:srcRect l="21824" t="33360" r="5626" b="23443"/>
            <a:stretch/>
          </p:blipFill>
          <p:spPr bwMode="auto">
            <a:xfrm>
              <a:off x="2879579" y="3167247"/>
              <a:ext cx="1653882" cy="7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6" name="Picture 3"/>
            <p:cNvPicPr>
              <a:picLocks noChangeAspect="1" noChangeArrowheads="1"/>
            </p:cNvPicPr>
            <p:nvPr/>
          </p:nvPicPr>
          <p:blipFill rotWithShape="1">
            <a:blip r:embed="rId5">
              <a:extLst>
                <a:ext uri="{28A0092B-C50C-407E-A947-70E740481C1C}">
                  <a14:useLocalDpi xmlns:a14="http://schemas.microsoft.com/office/drawing/2010/main" val="0"/>
                </a:ext>
              </a:extLst>
            </a:blip>
            <a:srcRect l="21824" t="33360" r="5626" b="23443"/>
            <a:stretch/>
          </p:blipFill>
          <p:spPr bwMode="auto">
            <a:xfrm>
              <a:off x="2363763" y="1963617"/>
              <a:ext cx="1653882" cy="7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7" name="Picture 3"/>
            <p:cNvPicPr>
              <a:picLocks noChangeAspect="1" noChangeArrowheads="1"/>
            </p:cNvPicPr>
            <p:nvPr/>
          </p:nvPicPr>
          <p:blipFill rotWithShape="1">
            <a:blip r:embed="rId5">
              <a:extLst>
                <a:ext uri="{28A0092B-C50C-407E-A947-70E740481C1C}">
                  <a14:useLocalDpi xmlns:a14="http://schemas.microsoft.com/office/drawing/2010/main" val="0"/>
                </a:ext>
              </a:extLst>
            </a:blip>
            <a:srcRect l="21824" t="33360" r="5626" b="23443"/>
            <a:stretch/>
          </p:blipFill>
          <p:spPr bwMode="auto">
            <a:xfrm>
              <a:off x="405997" y="1783191"/>
              <a:ext cx="1653882" cy="7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8" name="Picture 3"/>
            <p:cNvPicPr>
              <a:picLocks noChangeAspect="1" noChangeArrowheads="1"/>
            </p:cNvPicPr>
            <p:nvPr/>
          </p:nvPicPr>
          <p:blipFill rotWithShape="1">
            <a:blip r:embed="rId5">
              <a:extLst>
                <a:ext uri="{28A0092B-C50C-407E-A947-70E740481C1C}">
                  <a14:useLocalDpi xmlns:a14="http://schemas.microsoft.com/office/drawing/2010/main" val="0"/>
                </a:ext>
              </a:extLst>
            </a:blip>
            <a:srcRect l="21824" t="33360" r="5626" b="23443"/>
            <a:stretch/>
          </p:blipFill>
          <p:spPr bwMode="auto">
            <a:xfrm>
              <a:off x="1035343" y="3013869"/>
              <a:ext cx="1653882" cy="7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 name="Picture 3"/>
            <p:cNvPicPr>
              <a:picLocks noChangeAspect="1" noChangeArrowheads="1"/>
            </p:cNvPicPr>
            <p:nvPr/>
          </p:nvPicPr>
          <p:blipFill rotWithShape="1">
            <a:blip r:embed="rId5">
              <a:extLst>
                <a:ext uri="{28A0092B-C50C-407E-A947-70E740481C1C}">
                  <a14:useLocalDpi xmlns:a14="http://schemas.microsoft.com/office/drawing/2010/main" val="0"/>
                </a:ext>
              </a:extLst>
            </a:blip>
            <a:srcRect l="21824" t="33360" r="5626" b="23443"/>
            <a:stretch/>
          </p:blipFill>
          <p:spPr bwMode="auto">
            <a:xfrm>
              <a:off x="2181591" y="4275870"/>
              <a:ext cx="1653882" cy="7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0" name="Content Placeholder 2"/>
          <p:cNvSpPr txBox="1">
            <a:spLocks/>
          </p:cNvSpPr>
          <p:nvPr/>
        </p:nvSpPr>
        <p:spPr>
          <a:xfrm>
            <a:off x="471340" y="330200"/>
            <a:ext cx="9853760" cy="4953000"/>
          </a:xfrm>
          <a:prstGeom prst="rect">
            <a:avLst/>
          </a:prstGeom>
        </p:spPr>
        <p:txBody>
          <a:bodyPr/>
          <a:lstStyle>
            <a:lvl1pPr marL="342900" indent="-342900" algn="l" rtl="0" eaLnBrk="0" fontAlgn="base" hangingPunct="0">
              <a:spcBef>
                <a:spcPct val="20000"/>
              </a:spcBef>
              <a:spcAft>
                <a:spcPct val="0"/>
              </a:spcAft>
              <a:buClr>
                <a:schemeClr val="tx1"/>
              </a:buClr>
              <a:buSzPct val="80000"/>
              <a:buFont typeface="Wingdings" pitchFamily="2" charset="2"/>
              <a:buChar char="q"/>
              <a:defRPr sz="28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400">
                <a:solidFill>
                  <a:schemeClr val="tx1"/>
                </a:solidFill>
                <a:latin typeface="+mn-lt"/>
              </a:defRPr>
            </a:lvl2pPr>
            <a:lvl3pPr marL="1143000" indent="-228600" algn="l" rtl="0" eaLnBrk="0" fontAlgn="base" hangingPunct="0">
              <a:spcBef>
                <a:spcPct val="0"/>
              </a:spcBef>
              <a:spcAft>
                <a:spcPct val="0"/>
              </a:spcAft>
              <a:buChar char="•"/>
              <a:defRPr sz="2000">
                <a:solidFill>
                  <a:schemeClr val="tx1"/>
                </a:solidFill>
                <a:latin typeface="+mn-lt"/>
              </a:defRPr>
            </a:lvl3pPr>
            <a:lvl4pPr marL="1600200" indent="-228600" algn="l" rtl="0" eaLnBrk="0" fontAlgn="base" hangingPunct="0">
              <a:spcBef>
                <a:spcPct val="0"/>
              </a:spcBef>
              <a:spcAft>
                <a:spcPct val="0"/>
              </a:spcAft>
              <a:buChar char="–"/>
              <a:defRPr sz="2000">
                <a:solidFill>
                  <a:schemeClr val="tx1"/>
                </a:solidFill>
                <a:latin typeface="+mn-lt"/>
              </a:defRPr>
            </a:lvl4pPr>
            <a:lvl5pPr marL="2057400" indent="-228600" algn="l" rtl="0" eaLnBrk="0" fontAlgn="base" hangingPunct="0">
              <a:spcBef>
                <a:spcPct val="0"/>
              </a:spcBef>
              <a:spcAft>
                <a:spcPct val="0"/>
              </a:spcAft>
              <a:buChar char="»"/>
              <a:defRPr sz="2000">
                <a:solidFill>
                  <a:schemeClr val="tx1"/>
                </a:solidFill>
                <a:latin typeface="+mn-lt"/>
              </a:defRPr>
            </a:lvl5pPr>
            <a:lvl6pPr marL="2514600" indent="-228600" algn="l" rtl="0" eaLnBrk="0" fontAlgn="base" hangingPunct="0">
              <a:spcBef>
                <a:spcPct val="0"/>
              </a:spcBef>
              <a:spcAft>
                <a:spcPct val="0"/>
              </a:spcAft>
              <a:buChar char="»"/>
              <a:defRPr sz="2000">
                <a:solidFill>
                  <a:schemeClr val="tx1"/>
                </a:solidFill>
                <a:latin typeface="+mn-lt"/>
              </a:defRPr>
            </a:lvl6pPr>
            <a:lvl7pPr marL="2971800" indent="-228600" algn="l" rtl="0" eaLnBrk="0" fontAlgn="base" hangingPunct="0">
              <a:spcBef>
                <a:spcPct val="0"/>
              </a:spcBef>
              <a:spcAft>
                <a:spcPct val="0"/>
              </a:spcAft>
              <a:buChar char="»"/>
              <a:defRPr sz="2000">
                <a:solidFill>
                  <a:schemeClr val="tx1"/>
                </a:solidFill>
                <a:latin typeface="+mn-lt"/>
              </a:defRPr>
            </a:lvl7pPr>
            <a:lvl8pPr marL="3429000" indent="-228600" algn="l" rtl="0" eaLnBrk="0" fontAlgn="base" hangingPunct="0">
              <a:spcBef>
                <a:spcPct val="0"/>
              </a:spcBef>
              <a:spcAft>
                <a:spcPct val="0"/>
              </a:spcAft>
              <a:buChar char="»"/>
              <a:defRPr sz="2000">
                <a:solidFill>
                  <a:schemeClr val="tx1"/>
                </a:solidFill>
                <a:latin typeface="+mn-lt"/>
              </a:defRPr>
            </a:lvl8pPr>
            <a:lvl9pPr marL="3886200" indent="-228600" algn="l" rtl="0" eaLnBrk="0" fontAlgn="base" hangingPunct="0">
              <a:spcBef>
                <a:spcPct val="0"/>
              </a:spcBef>
              <a:spcAft>
                <a:spcPct val="0"/>
              </a:spcAft>
              <a:buChar char="»"/>
              <a:defRPr sz="2000">
                <a:solidFill>
                  <a:schemeClr val="tx1"/>
                </a:solidFill>
                <a:latin typeface="+mn-lt"/>
              </a:defRPr>
            </a:lvl9pPr>
          </a:lstStyle>
          <a:p>
            <a:pPr marL="0" indent="0">
              <a:buNone/>
            </a:pPr>
            <a:r>
              <a:rPr lang="en-US" sz="2400" dirty="0"/>
              <a:t>Imagine 25 large storage devices spread around the PJM grid:</a:t>
            </a:r>
          </a:p>
        </p:txBody>
      </p:sp>
      <p:sp>
        <p:nvSpPr>
          <p:cNvPr id="2" name="Footer Placeholder 1"/>
          <p:cNvSpPr>
            <a:spLocks noGrp="1"/>
          </p:cNvSpPr>
          <p:nvPr>
            <p:ph type="ftr" sz="quarter" idx="11"/>
          </p:nvPr>
        </p:nvSpPr>
        <p:spPr/>
        <p:txBody>
          <a:bodyPr/>
          <a:lstStyle/>
          <a:p>
            <a:pPr>
              <a:defRPr/>
            </a:pPr>
            <a:r>
              <a:rPr lang="en-US"/>
              <a:t>© 2019 W.B. Powell</a:t>
            </a:r>
          </a:p>
        </p:txBody>
      </p:sp>
    </p:spTree>
    <p:extLst>
      <p:ext uri="{BB962C8B-B14F-4D97-AF65-F5344CB8AC3E}">
        <p14:creationId xmlns:p14="http://schemas.microsoft.com/office/powerpoint/2010/main" val="2307150153"/>
      </p:ext>
    </p:extLst>
  </p:cSld>
  <p:clrMapOvr>
    <a:masterClrMapping/>
  </p:clrMapOvr>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4">
            <a:extLst>
              <a:ext uri="{FF2B5EF4-FFF2-40B4-BE49-F238E27FC236}">
                <a16:creationId xmlns:a16="http://schemas.microsoft.com/office/drawing/2014/main" id="{D0B6DE1E-365F-A644-D1E8-DC5EC68955A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1"/>
            <a:ext cx="12192000" cy="6858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lgn="ctr">
                <a:solidFill>
                  <a:srgbClr val="000000"/>
                </a:solidFill>
                <a:miter lim="800000"/>
                <a:headEnd/>
                <a:tailEnd type="none" w="med" len="lg"/>
              </a14:hiddenLine>
            </a:ext>
          </a:extLst>
        </p:spPr>
      </p:pic>
      <p:sp>
        <p:nvSpPr>
          <p:cNvPr id="74755" name="Slide Number Placeholder 5"/>
          <p:cNvSpPr txBox="1">
            <a:spLocks noGrp="1"/>
          </p:cNvSpPr>
          <p:nvPr/>
        </p:nvSpPr>
        <p:spPr bwMode="auto">
          <a:xfrm>
            <a:off x="8077200" y="6534150"/>
            <a:ext cx="19050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i="1">
                <a:solidFill>
                  <a:schemeClr val="tx1"/>
                </a:solidFill>
                <a:latin typeface="Times New Roman" pitchFamily="18" charset="0"/>
              </a:defRPr>
            </a:lvl1pPr>
            <a:lvl2pPr marL="742950" indent="-285750">
              <a:defRPr i="1">
                <a:solidFill>
                  <a:schemeClr val="tx1"/>
                </a:solidFill>
                <a:latin typeface="Times New Roman" pitchFamily="18" charset="0"/>
              </a:defRPr>
            </a:lvl2pPr>
            <a:lvl3pPr marL="1143000" indent="-228600">
              <a:defRPr i="1">
                <a:solidFill>
                  <a:schemeClr val="tx1"/>
                </a:solidFill>
                <a:latin typeface="Times New Roman" pitchFamily="18" charset="0"/>
              </a:defRPr>
            </a:lvl3pPr>
            <a:lvl4pPr marL="1600200" indent="-228600">
              <a:defRPr i="1">
                <a:solidFill>
                  <a:schemeClr val="tx1"/>
                </a:solidFill>
                <a:latin typeface="Times New Roman" pitchFamily="18" charset="0"/>
              </a:defRPr>
            </a:lvl4pPr>
            <a:lvl5pPr marL="2057400" indent="-228600">
              <a:defRPr i="1">
                <a:solidFill>
                  <a:schemeClr val="tx1"/>
                </a:solidFill>
                <a:latin typeface="Times New Roman" pitchFamily="18" charset="0"/>
              </a:defRPr>
            </a:lvl5pPr>
            <a:lvl6pPr marL="2514600" indent="-228600" algn="ctr" eaLnBrk="0" fontAlgn="base" hangingPunct="0">
              <a:spcBef>
                <a:spcPct val="0"/>
              </a:spcBef>
              <a:spcAft>
                <a:spcPct val="0"/>
              </a:spcAft>
              <a:defRPr i="1">
                <a:solidFill>
                  <a:schemeClr val="tx1"/>
                </a:solidFill>
                <a:latin typeface="Times New Roman" pitchFamily="18" charset="0"/>
              </a:defRPr>
            </a:lvl6pPr>
            <a:lvl7pPr marL="2971800" indent="-228600" algn="ctr" eaLnBrk="0" fontAlgn="base" hangingPunct="0">
              <a:spcBef>
                <a:spcPct val="0"/>
              </a:spcBef>
              <a:spcAft>
                <a:spcPct val="0"/>
              </a:spcAft>
              <a:defRPr i="1">
                <a:solidFill>
                  <a:schemeClr val="tx1"/>
                </a:solidFill>
                <a:latin typeface="Times New Roman" pitchFamily="18" charset="0"/>
              </a:defRPr>
            </a:lvl7pPr>
            <a:lvl8pPr marL="3429000" indent="-228600" algn="ctr" eaLnBrk="0" fontAlgn="base" hangingPunct="0">
              <a:spcBef>
                <a:spcPct val="0"/>
              </a:spcBef>
              <a:spcAft>
                <a:spcPct val="0"/>
              </a:spcAft>
              <a:defRPr i="1">
                <a:solidFill>
                  <a:schemeClr val="tx1"/>
                </a:solidFill>
                <a:latin typeface="Times New Roman" pitchFamily="18" charset="0"/>
              </a:defRPr>
            </a:lvl8pPr>
            <a:lvl9pPr marL="3886200" indent="-228600" algn="ctr" eaLnBrk="0" fontAlgn="base" hangingPunct="0">
              <a:spcBef>
                <a:spcPct val="0"/>
              </a:spcBef>
              <a:spcAft>
                <a:spcPct val="0"/>
              </a:spcAft>
              <a:defRPr i="1">
                <a:solidFill>
                  <a:schemeClr val="tx1"/>
                </a:solidFill>
                <a:latin typeface="Times New Roman" pitchFamily="18" charset="0"/>
              </a:defRPr>
            </a:lvl9pPr>
          </a:lstStyle>
          <a:p>
            <a:pPr algn="r"/>
            <a:r>
              <a:rPr lang="en-US" i="0"/>
              <a:t>Slide </a:t>
            </a:r>
            <a:fld id="{73179F04-1448-491D-BBAA-E6AB10CCC1B6}" type="slidenum">
              <a:rPr lang="en-US" i="0"/>
              <a:pPr algn="r"/>
              <a:t>180</a:t>
            </a:fld>
            <a:endParaRPr lang="en-US" i="0"/>
          </a:p>
        </p:txBody>
      </p:sp>
      <p:sp>
        <p:nvSpPr>
          <p:cNvPr id="74757" name="Rectangle 4"/>
          <p:cNvSpPr>
            <a:spLocks noGrp="1" noChangeArrowheads="1"/>
          </p:cNvSpPr>
          <p:nvPr>
            <p:ph type="title" idx="4294967295"/>
          </p:nvPr>
        </p:nvSpPr>
        <p:spPr/>
        <p:txBody>
          <a:bodyPr/>
          <a:lstStyle/>
          <a:p>
            <a:r>
              <a:rPr lang="en-US" sz="3200" dirty="0">
                <a:latin typeface="Oswald" panose="00000500000000000000" pitchFamily="2" charset="0"/>
              </a:rPr>
              <a:t>Grid level energy storage</a:t>
            </a:r>
          </a:p>
        </p:txBody>
      </p:sp>
      <p:grpSp>
        <p:nvGrpSpPr>
          <p:cNvPr id="5" name="Group 4"/>
          <p:cNvGrpSpPr/>
          <p:nvPr/>
        </p:nvGrpSpPr>
        <p:grpSpPr>
          <a:xfrm>
            <a:off x="1799530" y="1232511"/>
            <a:ext cx="8731555" cy="4740824"/>
            <a:chOff x="405997" y="1783191"/>
            <a:chExt cx="8731555" cy="4740824"/>
          </a:xfrm>
        </p:grpSpPr>
        <p:pic>
          <p:nvPicPr>
            <p:cNvPr id="48" name="Picture 3"/>
            <p:cNvPicPr>
              <a:picLocks noChangeAspect="1" noChangeArrowheads="1"/>
            </p:cNvPicPr>
            <p:nvPr/>
          </p:nvPicPr>
          <p:blipFill rotWithShape="1">
            <a:blip r:embed="rId4">
              <a:extLst>
                <a:ext uri="{28A0092B-C50C-407E-A947-70E740481C1C}">
                  <a14:useLocalDpi xmlns:a14="http://schemas.microsoft.com/office/drawing/2010/main" val="0"/>
                </a:ext>
              </a:extLst>
            </a:blip>
            <a:srcRect l="21824" t="33360" r="5626" b="23443"/>
            <a:stretch/>
          </p:blipFill>
          <p:spPr bwMode="auto">
            <a:xfrm>
              <a:off x="7483670" y="2332894"/>
              <a:ext cx="1653882" cy="7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9" name="Picture 3"/>
            <p:cNvPicPr>
              <a:picLocks noChangeAspect="1" noChangeArrowheads="1"/>
            </p:cNvPicPr>
            <p:nvPr/>
          </p:nvPicPr>
          <p:blipFill rotWithShape="1">
            <a:blip r:embed="rId4">
              <a:extLst>
                <a:ext uri="{28A0092B-C50C-407E-A947-70E740481C1C}">
                  <a14:useLocalDpi xmlns:a14="http://schemas.microsoft.com/office/drawing/2010/main" val="0"/>
                </a:ext>
              </a:extLst>
            </a:blip>
            <a:srcRect l="21824" t="33360" r="5626" b="23443"/>
            <a:stretch/>
          </p:blipFill>
          <p:spPr bwMode="auto">
            <a:xfrm>
              <a:off x="6912756" y="3488289"/>
              <a:ext cx="1653882" cy="7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0" name="Picture 3"/>
            <p:cNvPicPr>
              <a:picLocks noChangeAspect="1" noChangeArrowheads="1"/>
            </p:cNvPicPr>
            <p:nvPr/>
          </p:nvPicPr>
          <p:blipFill rotWithShape="1">
            <a:blip r:embed="rId4">
              <a:extLst>
                <a:ext uri="{28A0092B-C50C-407E-A947-70E740481C1C}">
                  <a14:useLocalDpi xmlns:a14="http://schemas.microsoft.com/office/drawing/2010/main" val="0"/>
                </a:ext>
              </a:extLst>
            </a:blip>
            <a:srcRect l="21824" t="33360" r="5626" b="23443"/>
            <a:stretch/>
          </p:blipFill>
          <p:spPr bwMode="auto">
            <a:xfrm>
              <a:off x="6865864" y="4684957"/>
              <a:ext cx="1653882" cy="7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1" name="Picture 3"/>
            <p:cNvPicPr>
              <a:picLocks noChangeAspect="1" noChangeArrowheads="1"/>
            </p:cNvPicPr>
            <p:nvPr/>
          </p:nvPicPr>
          <p:blipFill rotWithShape="1">
            <a:blip r:embed="rId4">
              <a:extLst>
                <a:ext uri="{28A0092B-C50C-407E-A947-70E740481C1C}">
                  <a14:useLocalDpi xmlns:a14="http://schemas.microsoft.com/office/drawing/2010/main" val="0"/>
                </a:ext>
              </a:extLst>
            </a:blip>
            <a:srcRect l="21824" t="33360" r="5626" b="23443"/>
            <a:stretch/>
          </p:blipFill>
          <p:spPr bwMode="auto">
            <a:xfrm>
              <a:off x="5924623" y="5785461"/>
              <a:ext cx="1653882" cy="7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2" name="Picture 3"/>
            <p:cNvPicPr>
              <a:picLocks noChangeAspect="1" noChangeArrowheads="1"/>
            </p:cNvPicPr>
            <p:nvPr/>
          </p:nvPicPr>
          <p:blipFill rotWithShape="1">
            <a:blip r:embed="rId4">
              <a:extLst>
                <a:ext uri="{28A0092B-C50C-407E-A947-70E740481C1C}">
                  <a14:useLocalDpi xmlns:a14="http://schemas.microsoft.com/office/drawing/2010/main" val="0"/>
                </a:ext>
              </a:extLst>
            </a:blip>
            <a:srcRect l="21824" t="33360" r="5626" b="23443"/>
            <a:stretch/>
          </p:blipFill>
          <p:spPr bwMode="auto">
            <a:xfrm>
              <a:off x="4270741" y="4731972"/>
              <a:ext cx="1653882" cy="7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3" name="Picture 3"/>
            <p:cNvPicPr>
              <a:picLocks noChangeAspect="1" noChangeArrowheads="1"/>
            </p:cNvPicPr>
            <p:nvPr/>
          </p:nvPicPr>
          <p:blipFill rotWithShape="1">
            <a:blip r:embed="rId4">
              <a:extLst>
                <a:ext uri="{28A0092B-C50C-407E-A947-70E740481C1C}">
                  <a14:useLocalDpi xmlns:a14="http://schemas.microsoft.com/office/drawing/2010/main" val="0"/>
                </a:ext>
              </a:extLst>
            </a:blip>
            <a:srcRect l="21824" t="33360" r="5626" b="23443"/>
            <a:stretch/>
          </p:blipFill>
          <p:spPr bwMode="auto">
            <a:xfrm>
              <a:off x="5097682" y="3769336"/>
              <a:ext cx="1653882" cy="7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4" name="Picture 3"/>
            <p:cNvPicPr>
              <a:picLocks noChangeAspect="1" noChangeArrowheads="1"/>
            </p:cNvPicPr>
            <p:nvPr/>
          </p:nvPicPr>
          <p:blipFill rotWithShape="1">
            <a:blip r:embed="rId4">
              <a:extLst>
                <a:ext uri="{28A0092B-C50C-407E-A947-70E740481C1C}">
                  <a14:useLocalDpi xmlns:a14="http://schemas.microsoft.com/office/drawing/2010/main" val="0"/>
                </a:ext>
              </a:extLst>
            </a:blip>
            <a:srcRect l="21824" t="33360" r="5626" b="23443"/>
            <a:stretch/>
          </p:blipFill>
          <p:spPr bwMode="auto">
            <a:xfrm>
              <a:off x="4662414" y="2549770"/>
              <a:ext cx="1653882" cy="7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5" name="Picture 3"/>
            <p:cNvPicPr>
              <a:picLocks noChangeAspect="1" noChangeArrowheads="1"/>
            </p:cNvPicPr>
            <p:nvPr/>
          </p:nvPicPr>
          <p:blipFill rotWithShape="1">
            <a:blip r:embed="rId4">
              <a:extLst>
                <a:ext uri="{28A0092B-C50C-407E-A947-70E740481C1C}">
                  <a14:useLocalDpi xmlns:a14="http://schemas.microsoft.com/office/drawing/2010/main" val="0"/>
                </a:ext>
              </a:extLst>
            </a:blip>
            <a:srcRect l="21824" t="33360" r="5626" b="23443"/>
            <a:stretch/>
          </p:blipFill>
          <p:spPr bwMode="auto">
            <a:xfrm>
              <a:off x="2879579" y="3167247"/>
              <a:ext cx="1653882" cy="7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6" name="Picture 3"/>
            <p:cNvPicPr>
              <a:picLocks noChangeAspect="1" noChangeArrowheads="1"/>
            </p:cNvPicPr>
            <p:nvPr/>
          </p:nvPicPr>
          <p:blipFill rotWithShape="1">
            <a:blip r:embed="rId4">
              <a:extLst>
                <a:ext uri="{28A0092B-C50C-407E-A947-70E740481C1C}">
                  <a14:useLocalDpi xmlns:a14="http://schemas.microsoft.com/office/drawing/2010/main" val="0"/>
                </a:ext>
              </a:extLst>
            </a:blip>
            <a:srcRect l="21824" t="33360" r="5626" b="23443"/>
            <a:stretch/>
          </p:blipFill>
          <p:spPr bwMode="auto">
            <a:xfrm>
              <a:off x="2363763" y="1963617"/>
              <a:ext cx="1653882" cy="7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7" name="Picture 3"/>
            <p:cNvPicPr>
              <a:picLocks noChangeAspect="1" noChangeArrowheads="1"/>
            </p:cNvPicPr>
            <p:nvPr/>
          </p:nvPicPr>
          <p:blipFill rotWithShape="1">
            <a:blip r:embed="rId4">
              <a:extLst>
                <a:ext uri="{28A0092B-C50C-407E-A947-70E740481C1C}">
                  <a14:useLocalDpi xmlns:a14="http://schemas.microsoft.com/office/drawing/2010/main" val="0"/>
                </a:ext>
              </a:extLst>
            </a:blip>
            <a:srcRect l="21824" t="33360" r="5626" b="23443"/>
            <a:stretch/>
          </p:blipFill>
          <p:spPr bwMode="auto">
            <a:xfrm>
              <a:off x="405997" y="1783191"/>
              <a:ext cx="1653882" cy="7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8" name="Picture 3"/>
            <p:cNvPicPr>
              <a:picLocks noChangeAspect="1" noChangeArrowheads="1"/>
            </p:cNvPicPr>
            <p:nvPr/>
          </p:nvPicPr>
          <p:blipFill rotWithShape="1">
            <a:blip r:embed="rId4">
              <a:extLst>
                <a:ext uri="{28A0092B-C50C-407E-A947-70E740481C1C}">
                  <a14:useLocalDpi xmlns:a14="http://schemas.microsoft.com/office/drawing/2010/main" val="0"/>
                </a:ext>
              </a:extLst>
            </a:blip>
            <a:srcRect l="21824" t="33360" r="5626" b="23443"/>
            <a:stretch/>
          </p:blipFill>
          <p:spPr bwMode="auto">
            <a:xfrm>
              <a:off x="1035343" y="3013869"/>
              <a:ext cx="1653882" cy="7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 name="Picture 3"/>
            <p:cNvPicPr>
              <a:picLocks noChangeAspect="1" noChangeArrowheads="1"/>
            </p:cNvPicPr>
            <p:nvPr/>
          </p:nvPicPr>
          <p:blipFill rotWithShape="1">
            <a:blip r:embed="rId4">
              <a:extLst>
                <a:ext uri="{28A0092B-C50C-407E-A947-70E740481C1C}">
                  <a14:useLocalDpi xmlns:a14="http://schemas.microsoft.com/office/drawing/2010/main" val="0"/>
                </a:ext>
              </a:extLst>
            </a:blip>
            <a:srcRect l="21824" t="33360" r="5626" b="23443"/>
            <a:stretch/>
          </p:blipFill>
          <p:spPr bwMode="auto">
            <a:xfrm>
              <a:off x="2181591" y="4275870"/>
              <a:ext cx="1653882" cy="7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 name="Group 1"/>
          <p:cNvGrpSpPr/>
          <p:nvPr/>
        </p:nvGrpSpPr>
        <p:grpSpPr>
          <a:xfrm>
            <a:off x="2155622" y="1100281"/>
            <a:ext cx="8001980" cy="4733602"/>
            <a:chOff x="631622" y="1100281"/>
            <a:chExt cx="8001980" cy="4733602"/>
          </a:xfrm>
        </p:grpSpPr>
        <p:grpSp>
          <p:nvGrpSpPr>
            <p:cNvPr id="21" name="Group 20"/>
            <p:cNvGrpSpPr/>
            <p:nvPr/>
          </p:nvGrpSpPr>
          <p:grpSpPr>
            <a:xfrm>
              <a:off x="1318122" y="2399178"/>
              <a:ext cx="911878" cy="692902"/>
              <a:chOff x="1975701" y="4584032"/>
              <a:chExt cx="1008131" cy="692902"/>
            </a:xfrm>
          </p:grpSpPr>
          <p:grpSp>
            <p:nvGrpSpPr>
              <p:cNvPr id="22" name="Group 21"/>
              <p:cNvGrpSpPr/>
              <p:nvPr/>
            </p:nvGrpSpPr>
            <p:grpSpPr>
              <a:xfrm>
                <a:off x="1975701" y="4584032"/>
                <a:ext cx="1008131" cy="692902"/>
                <a:chOff x="1676900" y="2090703"/>
                <a:chExt cx="6349500" cy="2366001"/>
              </a:xfrm>
            </p:grpSpPr>
            <p:sp>
              <p:nvSpPr>
                <p:cNvPr id="24" name="Line 5"/>
                <p:cNvSpPr>
                  <a:spLocks noChangeShapeType="1"/>
                </p:cNvSpPr>
                <p:nvPr/>
              </p:nvSpPr>
              <p:spPr bwMode="auto">
                <a:xfrm>
                  <a:off x="1676901" y="4456704"/>
                  <a:ext cx="6349499" cy="0"/>
                </a:xfrm>
                <a:prstGeom prst="line">
                  <a:avLst/>
                </a:prstGeom>
                <a:noFill/>
                <a:ln w="28575">
                  <a:solidFill>
                    <a:schemeClr val="tx1"/>
                  </a:solidFill>
                  <a:round/>
                  <a:headEnd type="none" w="med" len="med"/>
                  <a:tailEnd type="arrow" w="med" len="med"/>
                </a:ln>
                <a:extLst>
                  <a:ext uri="{909E8E84-426E-40DD-AFC4-6F175D3DCCD1}">
                    <a14:hiddenFill xmlns:a14="http://schemas.microsoft.com/office/drawing/2010/main">
                      <a:noFill/>
                    </a14:hiddenFill>
                  </a:ext>
                </a:extLst>
              </p:spPr>
              <p:txBody>
                <a:bodyPr wrap="none" anchor="ctr"/>
                <a:lstStyle/>
                <a:p>
                  <a:endParaRPr lang="en-US"/>
                </a:p>
              </p:txBody>
            </p:sp>
            <p:cxnSp>
              <p:nvCxnSpPr>
                <p:cNvPr id="25" name="Straight Arrow Connector 24"/>
                <p:cNvCxnSpPr>
                  <a:stCxn id="24" idx="0"/>
                </p:cNvCxnSpPr>
                <p:nvPr/>
              </p:nvCxnSpPr>
              <p:spPr bwMode="auto">
                <a:xfrm flipV="1">
                  <a:off x="1676900" y="2090703"/>
                  <a:ext cx="0" cy="2366000"/>
                </a:xfrm>
                <a:prstGeom prst="straightConnector1">
                  <a:avLst/>
                </a:prstGeom>
                <a:noFill/>
                <a:ln w="28575" cap="flat" cmpd="sng" algn="ctr">
                  <a:solidFill>
                    <a:schemeClr val="tx1"/>
                  </a:solidFill>
                  <a:prstDash val="solid"/>
                  <a:round/>
                  <a:headEnd type="none" w="med" len="med"/>
                  <a:tailEnd type="arrow"/>
                </a:ln>
                <a:effectLst/>
              </p:spPr>
            </p:cxnSp>
          </p:grpSp>
          <p:sp>
            <p:nvSpPr>
              <p:cNvPr id="23" name="Freeform 22"/>
              <p:cNvSpPr/>
              <p:nvPr/>
            </p:nvSpPr>
            <p:spPr>
              <a:xfrm>
                <a:off x="1985210" y="4824664"/>
                <a:ext cx="902369" cy="445168"/>
              </a:xfrm>
              <a:custGeom>
                <a:avLst/>
                <a:gdLst>
                  <a:gd name="connsiteX0" fmla="*/ 0 w 902369"/>
                  <a:gd name="connsiteY0" fmla="*/ 445168 h 445168"/>
                  <a:gd name="connsiteX1" fmla="*/ 96253 w 902369"/>
                  <a:gd name="connsiteY1" fmla="*/ 156410 h 445168"/>
                  <a:gd name="connsiteX2" fmla="*/ 300790 w 902369"/>
                  <a:gd name="connsiteY2" fmla="*/ 0 h 445168"/>
                  <a:gd name="connsiteX3" fmla="*/ 601579 w 902369"/>
                  <a:gd name="connsiteY3" fmla="*/ 0 h 445168"/>
                  <a:gd name="connsiteX4" fmla="*/ 902369 w 902369"/>
                  <a:gd name="connsiteY4" fmla="*/ 144379 h 445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369" h="445168">
                    <a:moveTo>
                      <a:pt x="0" y="445168"/>
                    </a:moveTo>
                    <a:lnTo>
                      <a:pt x="96253" y="156410"/>
                    </a:lnTo>
                    <a:lnTo>
                      <a:pt x="300790" y="0"/>
                    </a:lnTo>
                    <a:lnTo>
                      <a:pt x="601579" y="0"/>
                    </a:lnTo>
                    <a:lnTo>
                      <a:pt x="902369" y="144379"/>
                    </a:lnTo>
                  </a:path>
                </a:pathLst>
              </a:custGeom>
              <a:noFill/>
              <a:ln w="28575">
                <a:solidFill>
                  <a:schemeClr val="tx1"/>
                </a:solidFill>
              </a:ln>
            </p:spPr>
            <p:txBody>
              <a:bodyPr vert="horz" wrap="none" lIns="91440" tIns="45720" rIns="91440" bIns="45720" numCol="1" rtlCol="0" anchor="ctr" anchorCtr="0" compatLnSpc="1">
                <a:prstTxWarp prst="textNoShape">
                  <a:avLst/>
                </a:prstTxWarp>
              </a:bodyPr>
              <a:lstStyle/>
              <a:p>
                <a:pPr algn="ctr" eaLnBrk="0" fontAlgn="base" hangingPunct="0">
                  <a:spcBef>
                    <a:spcPct val="0"/>
                  </a:spcBef>
                  <a:spcAft>
                    <a:spcPct val="0"/>
                  </a:spcAft>
                  <a:buClrTx/>
                </a:pPr>
                <a:endParaRPr lang="en-US" sz="1800" i="1">
                  <a:solidFill>
                    <a:schemeClr val="tx1"/>
                  </a:solidFill>
                  <a:latin typeface="Times New Roman" pitchFamily="18" charset="0"/>
                </a:endParaRPr>
              </a:p>
            </p:txBody>
          </p:sp>
        </p:grpSp>
        <p:grpSp>
          <p:nvGrpSpPr>
            <p:cNvPr id="26" name="Group 25"/>
            <p:cNvGrpSpPr/>
            <p:nvPr/>
          </p:nvGrpSpPr>
          <p:grpSpPr>
            <a:xfrm>
              <a:off x="631622" y="1100281"/>
              <a:ext cx="911878" cy="692902"/>
              <a:chOff x="1975701" y="4584032"/>
              <a:chExt cx="1008131" cy="692902"/>
            </a:xfrm>
          </p:grpSpPr>
          <p:grpSp>
            <p:nvGrpSpPr>
              <p:cNvPr id="27" name="Group 26"/>
              <p:cNvGrpSpPr/>
              <p:nvPr/>
            </p:nvGrpSpPr>
            <p:grpSpPr>
              <a:xfrm>
                <a:off x="1975701" y="4584032"/>
                <a:ext cx="1008131" cy="692902"/>
                <a:chOff x="1676900" y="2090703"/>
                <a:chExt cx="6349500" cy="2366001"/>
              </a:xfrm>
            </p:grpSpPr>
            <p:sp>
              <p:nvSpPr>
                <p:cNvPr id="29" name="Line 5"/>
                <p:cNvSpPr>
                  <a:spLocks noChangeShapeType="1"/>
                </p:cNvSpPr>
                <p:nvPr/>
              </p:nvSpPr>
              <p:spPr bwMode="auto">
                <a:xfrm>
                  <a:off x="1676901" y="4456704"/>
                  <a:ext cx="6349499" cy="0"/>
                </a:xfrm>
                <a:prstGeom prst="line">
                  <a:avLst/>
                </a:prstGeom>
                <a:noFill/>
                <a:ln w="28575">
                  <a:solidFill>
                    <a:schemeClr val="tx1"/>
                  </a:solidFill>
                  <a:round/>
                  <a:headEnd type="none" w="med" len="med"/>
                  <a:tailEnd type="arrow" w="med" len="med"/>
                </a:ln>
                <a:extLst>
                  <a:ext uri="{909E8E84-426E-40DD-AFC4-6F175D3DCCD1}">
                    <a14:hiddenFill xmlns:a14="http://schemas.microsoft.com/office/drawing/2010/main">
                      <a:noFill/>
                    </a14:hiddenFill>
                  </a:ext>
                </a:extLst>
              </p:spPr>
              <p:txBody>
                <a:bodyPr wrap="none" anchor="ctr"/>
                <a:lstStyle/>
                <a:p>
                  <a:endParaRPr lang="en-US"/>
                </a:p>
              </p:txBody>
            </p:sp>
            <p:cxnSp>
              <p:nvCxnSpPr>
                <p:cNvPr id="30" name="Straight Arrow Connector 29"/>
                <p:cNvCxnSpPr>
                  <a:stCxn id="29" idx="0"/>
                </p:cNvCxnSpPr>
                <p:nvPr/>
              </p:nvCxnSpPr>
              <p:spPr bwMode="auto">
                <a:xfrm flipV="1">
                  <a:off x="1676900" y="2090703"/>
                  <a:ext cx="0" cy="2366000"/>
                </a:xfrm>
                <a:prstGeom prst="straightConnector1">
                  <a:avLst/>
                </a:prstGeom>
                <a:noFill/>
                <a:ln w="28575" cap="flat" cmpd="sng" algn="ctr">
                  <a:solidFill>
                    <a:schemeClr val="tx1"/>
                  </a:solidFill>
                  <a:prstDash val="solid"/>
                  <a:round/>
                  <a:headEnd type="none" w="med" len="med"/>
                  <a:tailEnd type="arrow"/>
                </a:ln>
                <a:effectLst/>
              </p:spPr>
            </p:cxnSp>
          </p:grpSp>
          <p:sp>
            <p:nvSpPr>
              <p:cNvPr id="28" name="Freeform 27"/>
              <p:cNvSpPr/>
              <p:nvPr/>
            </p:nvSpPr>
            <p:spPr>
              <a:xfrm>
                <a:off x="1985210" y="4824664"/>
                <a:ext cx="902369" cy="445168"/>
              </a:xfrm>
              <a:custGeom>
                <a:avLst/>
                <a:gdLst>
                  <a:gd name="connsiteX0" fmla="*/ 0 w 902369"/>
                  <a:gd name="connsiteY0" fmla="*/ 445168 h 445168"/>
                  <a:gd name="connsiteX1" fmla="*/ 96253 w 902369"/>
                  <a:gd name="connsiteY1" fmla="*/ 156410 h 445168"/>
                  <a:gd name="connsiteX2" fmla="*/ 300790 w 902369"/>
                  <a:gd name="connsiteY2" fmla="*/ 0 h 445168"/>
                  <a:gd name="connsiteX3" fmla="*/ 601579 w 902369"/>
                  <a:gd name="connsiteY3" fmla="*/ 0 h 445168"/>
                  <a:gd name="connsiteX4" fmla="*/ 902369 w 902369"/>
                  <a:gd name="connsiteY4" fmla="*/ 144379 h 445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369" h="445168">
                    <a:moveTo>
                      <a:pt x="0" y="445168"/>
                    </a:moveTo>
                    <a:lnTo>
                      <a:pt x="96253" y="156410"/>
                    </a:lnTo>
                    <a:lnTo>
                      <a:pt x="300790" y="0"/>
                    </a:lnTo>
                    <a:lnTo>
                      <a:pt x="601579" y="0"/>
                    </a:lnTo>
                    <a:lnTo>
                      <a:pt x="902369" y="144379"/>
                    </a:lnTo>
                  </a:path>
                </a:pathLst>
              </a:custGeom>
              <a:noFill/>
              <a:ln w="28575">
                <a:solidFill>
                  <a:schemeClr val="tx1"/>
                </a:solidFill>
              </a:ln>
            </p:spPr>
            <p:txBody>
              <a:bodyPr vert="horz" wrap="none" lIns="91440" tIns="45720" rIns="91440" bIns="45720" numCol="1" rtlCol="0" anchor="ctr" anchorCtr="0" compatLnSpc="1">
                <a:prstTxWarp prst="textNoShape">
                  <a:avLst/>
                </a:prstTxWarp>
              </a:bodyPr>
              <a:lstStyle/>
              <a:p>
                <a:pPr algn="ctr" eaLnBrk="0" fontAlgn="base" hangingPunct="0">
                  <a:spcBef>
                    <a:spcPct val="0"/>
                  </a:spcBef>
                  <a:spcAft>
                    <a:spcPct val="0"/>
                  </a:spcAft>
                  <a:buClrTx/>
                </a:pPr>
                <a:endParaRPr lang="en-US" sz="1800" i="1">
                  <a:solidFill>
                    <a:schemeClr val="tx1"/>
                  </a:solidFill>
                  <a:latin typeface="Times New Roman" pitchFamily="18" charset="0"/>
                </a:endParaRPr>
              </a:p>
            </p:txBody>
          </p:sp>
        </p:grpSp>
        <p:grpSp>
          <p:nvGrpSpPr>
            <p:cNvPr id="31" name="Group 30"/>
            <p:cNvGrpSpPr/>
            <p:nvPr/>
          </p:nvGrpSpPr>
          <p:grpSpPr>
            <a:xfrm>
              <a:off x="2512156" y="1261070"/>
              <a:ext cx="911878" cy="692902"/>
              <a:chOff x="1975701" y="4584032"/>
              <a:chExt cx="1008131" cy="692902"/>
            </a:xfrm>
          </p:grpSpPr>
          <p:grpSp>
            <p:nvGrpSpPr>
              <p:cNvPr id="32" name="Group 31"/>
              <p:cNvGrpSpPr/>
              <p:nvPr/>
            </p:nvGrpSpPr>
            <p:grpSpPr>
              <a:xfrm>
                <a:off x="1975701" y="4584032"/>
                <a:ext cx="1008131" cy="692902"/>
                <a:chOff x="1676900" y="2090703"/>
                <a:chExt cx="6349500" cy="2366001"/>
              </a:xfrm>
            </p:grpSpPr>
            <p:sp>
              <p:nvSpPr>
                <p:cNvPr id="34" name="Line 5"/>
                <p:cNvSpPr>
                  <a:spLocks noChangeShapeType="1"/>
                </p:cNvSpPr>
                <p:nvPr/>
              </p:nvSpPr>
              <p:spPr bwMode="auto">
                <a:xfrm>
                  <a:off x="1676901" y="4456704"/>
                  <a:ext cx="6349499" cy="0"/>
                </a:xfrm>
                <a:prstGeom prst="line">
                  <a:avLst/>
                </a:prstGeom>
                <a:noFill/>
                <a:ln w="28575">
                  <a:solidFill>
                    <a:schemeClr val="tx1"/>
                  </a:solidFill>
                  <a:round/>
                  <a:headEnd type="none" w="med" len="med"/>
                  <a:tailEnd type="arrow" w="med" len="med"/>
                </a:ln>
                <a:extLst>
                  <a:ext uri="{909E8E84-426E-40DD-AFC4-6F175D3DCCD1}">
                    <a14:hiddenFill xmlns:a14="http://schemas.microsoft.com/office/drawing/2010/main">
                      <a:noFill/>
                    </a14:hiddenFill>
                  </a:ext>
                </a:extLst>
              </p:spPr>
              <p:txBody>
                <a:bodyPr wrap="none" anchor="ctr"/>
                <a:lstStyle/>
                <a:p>
                  <a:endParaRPr lang="en-US"/>
                </a:p>
              </p:txBody>
            </p:sp>
            <p:cxnSp>
              <p:nvCxnSpPr>
                <p:cNvPr id="35" name="Straight Arrow Connector 34"/>
                <p:cNvCxnSpPr>
                  <a:stCxn id="34" idx="0"/>
                </p:cNvCxnSpPr>
                <p:nvPr/>
              </p:nvCxnSpPr>
              <p:spPr bwMode="auto">
                <a:xfrm flipV="1">
                  <a:off x="1676900" y="2090703"/>
                  <a:ext cx="0" cy="2366000"/>
                </a:xfrm>
                <a:prstGeom prst="straightConnector1">
                  <a:avLst/>
                </a:prstGeom>
                <a:noFill/>
                <a:ln w="28575" cap="flat" cmpd="sng" algn="ctr">
                  <a:solidFill>
                    <a:schemeClr val="tx1"/>
                  </a:solidFill>
                  <a:prstDash val="solid"/>
                  <a:round/>
                  <a:headEnd type="none" w="med" len="med"/>
                  <a:tailEnd type="arrow"/>
                </a:ln>
                <a:effectLst/>
              </p:spPr>
            </p:cxnSp>
          </p:grpSp>
          <p:sp>
            <p:nvSpPr>
              <p:cNvPr id="33" name="Freeform 32"/>
              <p:cNvSpPr/>
              <p:nvPr/>
            </p:nvSpPr>
            <p:spPr>
              <a:xfrm>
                <a:off x="1985210" y="4824664"/>
                <a:ext cx="902369" cy="445168"/>
              </a:xfrm>
              <a:custGeom>
                <a:avLst/>
                <a:gdLst>
                  <a:gd name="connsiteX0" fmla="*/ 0 w 902369"/>
                  <a:gd name="connsiteY0" fmla="*/ 445168 h 445168"/>
                  <a:gd name="connsiteX1" fmla="*/ 96253 w 902369"/>
                  <a:gd name="connsiteY1" fmla="*/ 156410 h 445168"/>
                  <a:gd name="connsiteX2" fmla="*/ 300790 w 902369"/>
                  <a:gd name="connsiteY2" fmla="*/ 0 h 445168"/>
                  <a:gd name="connsiteX3" fmla="*/ 601579 w 902369"/>
                  <a:gd name="connsiteY3" fmla="*/ 0 h 445168"/>
                  <a:gd name="connsiteX4" fmla="*/ 902369 w 902369"/>
                  <a:gd name="connsiteY4" fmla="*/ 144379 h 445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369" h="445168">
                    <a:moveTo>
                      <a:pt x="0" y="445168"/>
                    </a:moveTo>
                    <a:lnTo>
                      <a:pt x="96253" y="156410"/>
                    </a:lnTo>
                    <a:lnTo>
                      <a:pt x="300790" y="0"/>
                    </a:lnTo>
                    <a:lnTo>
                      <a:pt x="601579" y="0"/>
                    </a:lnTo>
                    <a:lnTo>
                      <a:pt x="902369" y="144379"/>
                    </a:lnTo>
                  </a:path>
                </a:pathLst>
              </a:custGeom>
              <a:noFill/>
              <a:ln w="28575">
                <a:solidFill>
                  <a:schemeClr val="tx1"/>
                </a:solidFill>
              </a:ln>
            </p:spPr>
            <p:txBody>
              <a:bodyPr vert="horz" wrap="none" lIns="91440" tIns="45720" rIns="91440" bIns="45720" numCol="1" rtlCol="0" anchor="ctr" anchorCtr="0" compatLnSpc="1">
                <a:prstTxWarp prst="textNoShape">
                  <a:avLst/>
                </a:prstTxWarp>
              </a:bodyPr>
              <a:lstStyle/>
              <a:p>
                <a:pPr algn="ctr" eaLnBrk="0" fontAlgn="base" hangingPunct="0">
                  <a:spcBef>
                    <a:spcPct val="0"/>
                  </a:spcBef>
                  <a:spcAft>
                    <a:spcPct val="0"/>
                  </a:spcAft>
                  <a:buClrTx/>
                </a:pPr>
                <a:endParaRPr lang="en-US" sz="1800" i="1">
                  <a:solidFill>
                    <a:schemeClr val="tx1"/>
                  </a:solidFill>
                  <a:latin typeface="Times New Roman" pitchFamily="18" charset="0"/>
                </a:endParaRPr>
              </a:p>
            </p:txBody>
          </p:sp>
        </p:grpSp>
        <p:grpSp>
          <p:nvGrpSpPr>
            <p:cNvPr id="36" name="Group 35"/>
            <p:cNvGrpSpPr/>
            <p:nvPr/>
          </p:nvGrpSpPr>
          <p:grpSpPr>
            <a:xfrm>
              <a:off x="3092395" y="2478873"/>
              <a:ext cx="911878" cy="692902"/>
              <a:chOff x="1975701" y="4584032"/>
              <a:chExt cx="1008131" cy="692902"/>
            </a:xfrm>
          </p:grpSpPr>
          <p:grpSp>
            <p:nvGrpSpPr>
              <p:cNvPr id="37" name="Group 36"/>
              <p:cNvGrpSpPr/>
              <p:nvPr/>
            </p:nvGrpSpPr>
            <p:grpSpPr>
              <a:xfrm>
                <a:off x="1975701" y="4584032"/>
                <a:ext cx="1008131" cy="692902"/>
                <a:chOff x="1676900" y="2090703"/>
                <a:chExt cx="6349500" cy="2366001"/>
              </a:xfrm>
            </p:grpSpPr>
            <p:sp>
              <p:nvSpPr>
                <p:cNvPr id="39" name="Line 5"/>
                <p:cNvSpPr>
                  <a:spLocks noChangeShapeType="1"/>
                </p:cNvSpPr>
                <p:nvPr/>
              </p:nvSpPr>
              <p:spPr bwMode="auto">
                <a:xfrm>
                  <a:off x="1676901" y="4456704"/>
                  <a:ext cx="6349499" cy="0"/>
                </a:xfrm>
                <a:prstGeom prst="line">
                  <a:avLst/>
                </a:prstGeom>
                <a:noFill/>
                <a:ln w="28575">
                  <a:solidFill>
                    <a:schemeClr val="tx1"/>
                  </a:solidFill>
                  <a:round/>
                  <a:headEnd type="none" w="med" len="med"/>
                  <a:tailEnd type="arrow" w="med" len="med"/>
                </a:ln>
                <a:extLst>
                  <a:ext uri="{909E8E84-426E-40DD-AFC4-6F175D3DCCD1}">
                    <a14:hiddenFill xmlns:a14="http://schemas.microsoft.com/office/drawing/2010/main">
                      <a:noFill/>
                    </a14:hiddenFill>
                  </a:ext>
                </a:extLst>
              </p:spPr>
              <p:txBody>
                <a:bodyPr wrap="none" anchor="ctr"/>
                <a:lstStyle/>
                <a:p>
                  <a:endParaRPr lang="en-US"/>
                </a:p>
              </p:txBody>
            </p:sp>
            <p:cxnSp>
              <p:nvCxnSpPr>
                <p:cNvPr id="40" name="Straight Arrow Connector 39"/>
                <p:cNvCxnSpPr>
                  <a:stCxn id="39" idx="0"/>
                </p:cNvCxnSpPr>
                <p:nvPr/>
              </p:nvCxnSpPr>
              <p:spPr bwMode="auto">
                <a:xfrm flipV="1">
                  <a:off x="1676900" y="2090703"/>
                  <a:ext cx="0" cy="2366000"/>
                </a:xfrm>
                <a:prstGeom prst="straightConnector1">
                  <a:avLst/>
                </a:prstGeom>
                <a:noFill/>
                <a:ln w="28575" cap="flat" cmpd="sng" algn="ctr">
                  <a:solidFill>
                    <a:schemeClr val="tx1"/>
                  </a:solidFill>
                  <a:prstDash val="solid"/>
                  <a:round/>
                  <a:headEnd type="none" w="med" len="med"/>
                  <a:tailEnd type="arrow"/>
                </a:ln>
                <a:effectLst/>
              </p:spPr>
            </p:cxnSp>
          </p:grpSp>
          <p:sp>
            <p:nvSpPr>
              <p:cNvPr id="38" name="Freeform 37"/>
              <p:cNvSpPr/>
              <p:nvPr/>
            </p:nvSpPr>
            <p:spPr>
              <a:xfrm>
                <a:off x="1985210" y="4824664"/>
                <a:ext cx="902369" cy="445168"/>
              </a:xfrm>
              <a:custGeom>
                <a:avLst/>
                <a:gdLst>
                  <a:gd name="connsiteX0" fmla="*/ 0 w 902369"/>
                  <a:gd name="connsiteY0" fmla="*/ 445168 h 445168"/>
                  <a:gd name="connsiteX1" fmla="*/ 96253 w 902369"/>
                  <a:gd name="connsiteY1" fmla="*/ 156410 h 445168"/>
                  <a:gd name="connsiteX2" fmla="*/ 300790 w 902369"/>
                  <a:gd name="connsiteY2" fmla="*/ 0 h 445168"/>
                  <a:gd name="connsiteX3" fmla="*/ 601579 w 902369"/>
                  <a:gd name="connsiteY3" fmla="*/ 0 h 445168"/>
                  <a:gd name="connsiteX4" fmla="*/ 902369 w 902369"/>
                  <a:gd name="connsiteY4" fmla="*/ 144379 h 445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369" h="445168">
                    <a:moveTo>
                      <a:pt x="0" y="445168"/>
                    </a:moveTo>
                    <a:lnTo>
                      <a:pt x="96253" y="156410"/>
                    </a:lnTo>
                    <a:lnTo>
                      <a:pt x="300790" y="0"/>
                    </a:lnTo>
                    <a:lnTo>
                      <a:pt x="601579" y="0"/>
                    </a:lnTo>
                    <a:lnTo>
                      <a:pt x="902369" y="144379"/>
                    </a:lnTo>
                  </a:path>
                </a:pathLst>
              </a:custGeom>
              <a:noFill/>
              <a:ln w="28575">
                <a:solidFill>
                  <a:schemeClr val="tx1"/>
                </a:solidFill>
              </a:ln>
            </p:spPr>
            <p:txBody>
              <a:bodyPr vert="horz" wrap="none" lIns="91440" tIns="45720" rIns="91440" bIns="45720" numCol="1" rtlCol="0" anchor="ctr" anchorCtr="0" compatLnSpc="1">
                <a:prstTxWarp prst="textNoShape">
                  <a:avLst/>
                </a:prstTxWarp>
              </a:bodyPr>
              <a:lstStyle/>
              <a:p>
                <a:pPr algn="ctr" eaLnBrk="0" fontAlgn="base" hangingPunct="0">
                  <a:spcBef>
                    <a:spcPct val="0"/>
                  </a:spcBef>
                  <a:spcAft>
                    <a:spcPct val="0"/>
                  </a:spcAft>
                  <a:buClrTx/>
                </a:pPr>
                <a:endParaRPr lang="en-US" sz="1800" i="1">
                  <a:solidFill>
                    <a:schemeClr val="tx1"/>
                  </a:solidFill>
                  <a:latin typeface="Times New Roman" pitchFamily="18" charset="0"/>
                </a:endParaRPr>
              </a:p>
            </p:txBody>
          </p:sp>
        </p:grpSp>
        <p:grpSp>
          <p:nvGrpSpPr>
            <p:cNvPr id="41" name="Group 40"/>
            <p:cNvGrpSpPr/>
            <p:nvPr/>
          </p:nvGrpSpPr>
          <p:grpSpPr>
            <a:xfrm>
              <a:off x="2439451" y="3596008"/>
              <a:ext cx="911878" cy="692902"/>
              <a:chOff x="1975701" y="4584032"/>
              <a:chExt cx="1008131" cy="692902"/>
            </a:xfrm>
          </p:grpSpPr>
          <p:grpSp>
            <p:nvGrpSpPr>
              <p:cNvPr id="42" name="Group 41"/>
              <p:cNvGrpSpPr/>
              <p:nvPr/>
            </p:nvGrpSpPr>
            <p:grpSpPr>
              <a:xfrm>
                <a:off x="1975701" y="4584032"/>
                <a:ext cx="1008131" cy="692902"/>
                <a:chOff x="1676900" y="2090703"/>
                <a:chExt cx="6349500" cy="2366001"/>
              </a:xfrm>
            </p:grpSpPr>
            <p:sp>
              <p:nvSpPr>
                <p:cNvPr id="44" name="Line 5"/>
                <p:cNvSpPr>
                  <a:spLocks noChangeShapeType="1"/>
                </p:cNvSpPr>
                <p:nvPr/>
              </p:nvSpPr>
              <p:spPr bwMode="auto">
                <a:xfrm>
                  <a:off x="1676901" y="4456704"/>
                  <a:ext cx="6349499" cy="0"/>
                </a:xfrm>
                <a:prstGeom prst="line">
                  <a:avLst/>
                </a:prstGeom>
                <a:noFill/>
                <a:ln w="28575">
                  <a:solidFill>
                    <a:schemeClr val="tx1"/>
                  </a:solidFill>
                  <a:round/>
                  <a:headEnd type="none" w="med" len="med"/>
                  <a:tailEnd type="arrow" w="med" len="med"/>
                </a:ln>
                <a:extLst>
                  <a:ext uri="{909E8E84-426E-40DD-AFC4-6F175D3DCCD1}">
                    <a14:hiddenFill xmlns:a14="http://schemas.microsoft.com/office/drawing/2010/main">
                      <a:noFill/>
                    </a14:hiddenFill>
                  </a:ext>
                </a:extLst>
              </p:spPr>
              <p:txBody>
                <a:bodyPr wrap="none" anchor="ctr"/>
                <a:lstStyle/>
                <a:p>
                  <a:endParaRPr lang="en-US"/>
                </a:p>
              </p:txBody>
            </p:sp>
            <p:cxnSp>
              <p:nvCxnSpPr>
                <p:cNvPr id="45" name="Straight Arrow Connector 44"/>
                <p:cNvCxnSpPr>
                  <a:stCxn id="44" idx="0"/>
                </p:cNvCxnSpPr>
                <p:nvPr/>
              </p:nvCxnSpPr>
              <p:spPr bwMode="auto">
                <a:xfrm flipV="1">
                  <a:off x="1676900" y="2090703"/>
                  <a:ext cx="0" cy="2366000"/>
                </a:xfrm>
                <a:prstGeom prst="straightConnector1">
                  <a:avLst/>
                </a:prstGeom>
                <a:noFill/>
                <a:ln w="28575" cap="flat" cmpd="sng" algn="ctr">
                  <a:solidFill>
                    <a:schemeClr val="tx1"/>
                  </a:solidFill>
                  <a:prstDash val="solid"/>
                  <a:round/>
                  <a:headEnd type="none" w="med" len="med"/>
                  <a:tailEnd type="arrow"/>
                </a:ln>
                <a:effectLst/>
              </p:spPr>
            </p:cxnSp>
          </p:grpSp>
          <p:sp>
            <p:nvSpPr>
              <p:cNvPr id="43" name="Freeform 42"/>
              <p:cNvSpPr/>
              <p:nvPr/>
            </p:nvSpPr>
            <p:spPr>
              <a:xfrm>
                <a:off x="1985210" y="4824664"/>
                <a:ext cx="902369" cy="445168"/>
              </a:xfrm>
              <a:custGeom>
                <a:avLst/>
                <a:gdLst>
                  <a:gd name="connsiteX0" fmla="*/ 0 w 902369"/>
                  <a:gd name="connsiteY0" fmla="*/ 445168 h 445168"/>
                  <a:gd name="connsiteX1" fmla="*/ 96253 w 902369"/>
                  <a:gd name="connsiteY1" fmla="*/ 156410 h 445168"/>
                  <a:gd name="connsiteX2" fmla="*/ 300790 w 902369"/>
                  <a:gd name="connsiteY2" fmla="*/ 0 h 445168"/>
                  <a:gd name="connsiteX3" fmla="*/ 601579 w 902369"/>
                  <a:gd name="connsiteY3" fmla="*/ 0 h 445168"/>
                  <a:gd name="connsiteX4" fmla="*/ 902369 w 902369"/>
                  <a:gd name="connsiteY4" fmla="*/ 144379 h 445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369" h="445168">
                    <a:moveTo>
                      <a:pt x="0" y="445168"/>
                    </a:moveTo>
                    <a:lnTo>
                      <a:pt x="96253" y="156410"/>
                    </a:lnTo>
                    <a:lnTo>
                      <a:pt x="300790" y="0"/>
                    </a:lnTo>
                    <a:lnTo>
                      <a:pt x="601579" y="0"/>
                    </a:lnTo>
                    <a:lnTo>
                      <a:pt x="902369" y="144379"/>
                    </a:lnTo>
                  </a:path>
                </a:pathLst>
              </a:custGeom>
              <a:noFill/>
              <a:ln w="28575">
                <a:solidFill>
                  <a:schemeClr val="tx1"/>
                </a:solidFill>
              </a:ln>
            </p:spPr>
            <p:txBody>
              <a:bodyPr vert="horz" wrap="none" lIns="91440" tIns="45720" rIns="91440" bIns="45720" numCol="1" rtlCol="0" anchor="ctr" anchorCtr="0" compatLnSpc="1">
                <a:prstTxWarp prst="textNoShape">
                  <a:avLst/>
                </a:prstTxWarp>
              </a:bodyPr>
              <a:lstStyle/>
              <a:p>
                <a:pPr algn="ctr" eaLnBrk="0" fontAlgn="base" hangingPunct="0">
                  <a:spcBef>
                    <a:spcPct val="0"/>
                  </a:spcBef>
                  <a:spcAft>
                    <a:spcPct val="0"/>
                  </a:spcAft>
                  <a:buClrTx/>
                </a:pPr>
                <a:endParaRPr lang="en-US" sz="1800" i="1">
                  <a:solidFill>
                    <a:schemeClr val="tx1"/>
                  </a:solidFill>
                  <a:latin typeface="Times New Roman" pitchFamily="18" charset="0"/>
                </a:endParaRPr>
              </a:p>
            </p:txBody>
          </p:sp>
        </p:grpSp>
        <p:grpSp>
          <p:nvGrpSpPr>
            <p:cNvPr id="46" name="Group 45"/>
            <p:cNvGrpSpPr/>
            <p:nvPr/>
          </p:nvGrpSpPr>
          <p:grpSpPr>
            <a:xfrm>
              <a:off x="4521321" y="4151080"/>
              <a:ext cx="911878" cy="692902"/>
              <a:chOff x="1975701" y="4584032"/>
              <a:chExt cx="1008131" cy="692902"/>
            </a:xfrm>
          </p:grpSpPr>
          <p:grpSp>
            <p:nvGrpSpPr>
              <p:cNvPr id="47" name="Group 46"/>
              <p:cNvGrpSpPr/>
              <p:nvPr/>
            </p:nvGrpSpPr>
            <p:grpSpPr>
              <a:xfrm>
                <a:off x="1975701" y="4584032"/>
                <a:ext cx="1008131" cy="692902"/>
                <a:chOff x="1676900" y="2090703"/>
                <a:chExt cx="6349500" cy="2366001"/>
              </a:xfrm>
            </p:grpSpPr>
            <p:sp>
              <p:nvSpPr>
                <p:cNvPr id="61" name="Line 5"/>
                <p:cNvSpPr>
                  <a:spLocks noChangeShapeType="1"/>
                </p:cNvSpPr>
                <p:nvPr/>
              </p:nvSpPr>
              <p:spPr bwMode="auto">
                <a:xfrm>
                  <a:off x="1676901" y="4456704"/>
                  <a:ext cx="6349499" cy="0"/>
                </a:xfrm>
                <a:prstGeom prst="line">
                  <a:avLst/>
                </a:prstGeom>
                <a:noFill/>
                <a:ln w="28575">
                  <a:solidFill>
                    <a:schemeClr val="tx1"/>
                  </a:solidFill>
                  <a:round/>
                  <a:headEnd type="none" w="med" len="med"/>
                  <a:tailEnd type="arrow" w="med" len="med"/>
                </a:ln>
                <a:extLst>
                  <a:ext uri="{909E8E84-426E-40DD-AFC4-6F175D3DCCD1}">
                    <a14:hiddenFill xmlns:a14="http://schemas.microsoft.com/office/drawing/2010/main">
                      <a:noFill/>
                    </a14:hiddenFill>
                  </a:ext>
                </a:extLst>
              </p:spPr>
              <p:txBody>
                <a:bodyPr wrap="none" anchor="ctr"/>
                <a:lstStyle/>
                <a:p>
                  <a:endParaRPr lang="en-US"/>
                </a:p>
              </p:txBody>
            </p:sp>
            <p:cxnSp>
              <p:nvCxnSpPr>
                <p:cNvPr id="62" name="Straight Arrow Connector 61"/>
                <p:cNvCxnSpPr>
                  <a:stCxn id="61" idx="0"/>
                </p:cNvCxnSpPr>
                <p:nvPr/>
              </p:nvCxnSpPr>
              <p:spPr bwMode="auto">
                <a:xfrm flipV="1">
                  <a:off x="1676900" y="2090703"/>
                  <a:ext cx="0" cy="2366000"/>
                </a:xfrm>
                <a:prstGeom prst="straightConnector1">
                  <a:avLst/>
                </a:prstGeom>
                <a:noFill/>
                <a:ln w="28575" cap="flat" cmpd="sng" algn="ctr">
                  <a:solidFill>
                    <a:schemeClr val="tx1"/>
                  </a:solidFill>
                  <a:prstDash val="solid"/>
                  <a:round/>
                  <a:headEnd type="none" w="med" len="med"/>
                  <a:tailEnd type="arrow"/>
                </a:ln>
                <a:effectLst/>
              </p:spPr>
            </p:cxnSp>
          </p:grpSp>
          <p:sp>
            <p:nvSpPr>
              <p:cNvPr id="60" name="Freeform 59"/>
              <p:cNvSpPr/>
              <p:nvPr/>
            </p:nvSpPr>
            <p:spPr>
              <a:xfrm>
                <a:off x="1985210" y="4824664"/>
                <a:ext cx="902369" cy="445168"/>
              </a:xfrm>
              <a:custGeom>
                <a:avLst/>
                <a:gdLst>
                  <a:gd name="connsiteX0" fmla="*/ 0 w 902369"/>
                  <a:gd name="connsiteY0" fmla="*/ 445168 h 445168"/>
                  <a:gd name="connsiteX1" fmla="*/ 96253 w 902369"/>
                  <a:gd name="connsiteY1" fmla="*/ 156410 h 445168"/>
                  <a:gd name="connsiteX2" fmla="*/ 300790 w 902369"/>
                  <a:gd name="connsiteY2" fmla="*/ 0 h 445168"/>
                  <a:gd name="connsiteX3" fmla="*/ 601579 w 902369"/>
                  <a:gd name="connsiteY3" fmla="*/ 0 h 445168"/>
                  <a:gd name="connsiteX4" fmla="*/ 902369 w 902369"/>
                  <a:gd name="connsiteY4" fmla="*/ 144379 h 445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369" h="445168">
                    <a:moveTo>
                      <a:pt x="0" y="445168"/>
                    </a:moveTo>
                    <a:lnTo>
                      <a:pt x="96253" y="156410"/>
                    </a:lnTo>
                    <a:lnTo>
                      <a:pt x="300790" y="0"/>
                    </a:lnTo>
                    <a:lnTo>
                      <a:pt x="601579" y="0"/>
                    </a:lnTo>
                    <a:lnTo>
                      <a:pt x="902369" y="144379"/>
                    </a:lnTo>
                  </a:path>
                </a:pathLst>
              </a:custGeom>
              <a:noFill/>
              <a:ln w="28575">
                <a:solidFill>
                  <a:schemeClr val="tx1"/>
                </a:solidFill>
              </a:ln>
            </p:spPr>
            <p:txBody>
              <a:bodyPr vert="horz" wrap="none" lIns="91440" tIns="45720" rIns="91440" bIns="45720" numCol="1" rtlCol="0" anchor="ctr" anchorCtr="0" compatLnSpc="1">
                <a:prstTxWarp prst="textNoShape">
                  <a:avLst/>
                </a:prstTxWarp>
              </a:bodyPr>
              <a:lstStyle/>
              <a:p>
                <a:pPr algn="ctr" eaLnBrk="0" fontAlgn="base" hangingPunct="0">
                  <a:spcBef>
                    <a:spcPct val="0"/>
                  </a:spcBef>
                  <a:spcAft>
                    <a:spcPct val="0"/>
                  </a:spcAft>
                  <a:buClrTx/>
                </a:pPr>
                <a:endParaRPr lang="en-US" sz="1800" i="1">
                  <a:solidFill>
                    <a:schemeClr val="tx1"/>
                  </a:solidFill>
                  <a:latin typeface="Times New Roman" pitchFamily="18" charset="0"/>
                </a:endParaRPr>
              </a:p>
            </p:txBody>
          </p:sp>
        </p:grpSp>
        <p:grpSp>
          <p:nvGrpSpPr>
            <p:cNvPr id="63" name="Group 62"/>
            <p:cNvGrpSpPr/>
            <p:nvPr/>
          </p:nvGrpSpPr>
          <p:grpSpPr>
            <a:xfrm>
              <a:off x="5235784" y="3078686"/>
              <a:ext cx="911878" cy="692902"/>
              <a:chOff x="1975701" y="4584032"/>
              <a:chExt cx="1008131" cy="692902"/>
            </a:xfrm>
          </p:grpSpPr>
          <p:grpSp>
            <p:nvGrpSpPr>
              <p:cNvPr id="64" name="Group 63"/>
              <p:cNvGrpSpPr/>
              <p:nvPr/>
            </p:nvGrpSpPr>
            <p:grpSpPr>
              <a:xfrm>
                <a:off x="1975701" y="4584032"/>
                <a:ext cx="1008131" cy="692902"/>
                <a:chOff x="1676900" y="2090703"/>
                <a:chExt cx="6349500" cy="2366001"/>
              </a:xfrm>
            </p:grpSpPr>
            <p:sp>
              <p:nvSpPr>
                <p:cNvPr id="66" name="Line 5"/>
                <p:cNvSpPr>
                  <a:spLocks noChangeShapeType="1"/>
                </p:cNvSpPr>
                <p:nvPr/>
              </p:nvSpPr>
              <p:spPr bwMode="auto">
                <a:xfrm>
                  <a:off x="1676901" y="4456704"/>
                  <a:ext cx="6349499" cy="0"/>
                </a:xfrm>
                <a:prstGeom prst="line">
                  <a:avLst/>
                </a:prstGeom>
                <a:noFill/>
                <a:ln w="28575">
                  <a:solidFill>
                    <a:schemeClr val="tx1"/>
                  </a:solidFill>
                  <a:round/>
                  <a:headEnd type="none" w="med" len="med"/>
                  <a:tailEnd type="arrow" w="med" len="med"/>
                </a:ln>
                <a:extLst>
                  <a:ext uri="{909E8E84-426E-40DD-AFC4-6F175D3DCCD1}">
                    <a14:hiddenFill xmlns:a14="http://schemas.microsoft.com/office/drawing/2010/main">
                      <a:noFill/>
                    </a14:hiddenFill>
                  </a:ext>
                </a:extLst>
              </p:spPr>
              <p:txBody>
                <a:bodyPr wrap="none" anchor="ctr"/>
                <a:lstStyle/>
                <a:p>
                  <a:endParaRPr lang="en-US"/>
                </a:p>
              </p:txBody>
            </p:sp>
            <p:cxnSp>
              <p:nvCxnSpPr>
                <p:cNvPr id="67" name="Straight Arrow Connector 66"/>
                <p:cNvCxnSpPr>
                  <a:stCxn id="66" idx="0"/>
                </p:cNvCxnSpPr>
                <p:nvPr/>
              </p:nvCxnSpPr>
              <p:spPr bwMode="auto">
                <a:xfrm flipV="1">
                  <a:off x="1676900" y="2090703"/>
                  <a:ext cx="0" cy="2366000"/>
                </a:xfrm>
                <a:prstGeom prst="straightConnector1">
                  <a:avLst/>
                </a:prstGeom>
                <a:noFill/>
                <a:ln w="28575" cap="flat" cmpd="sng" algn="ctr">
                  <a:solidFill>
                    <a:schemeClr val="tx1"/>
                  </a:solidFill>
                  <a:prstDash val="solid"/>
                  <a:round/>
                  <a:headEnd type="none" w="med" len="med"/>
                  <a:tailEnd type="arrow"/>
                </a:ln>
                <a:effectLst/>
              </p:spPr>
            </p:cxnSp>
          </p:grpSp>
          <p:sp>
            <p:nvSpPr>
              <p:cNvPr id="65" name="Freeform 64"/>
              <p:cNvSpPr/>
              <p:nvPr/>
            </p:nvSpPr>
            <p:spPr>
              <a:xfrm>
                <a:off x="1985210" y="4824664"/>
                <a:ext cx="902369" cy="445168"/>
              </a:xfrm>
              <a:custGeom>
                <a:avLst/>
                <a:gdLst>
                  <a:gd name="connsiteX0" fmla="*/ 0 w 902369"/>
                  <a:gd name="connsiteY0" fmla="*/ 445168 h 445168"/>
                  <a:gd name="connsiteX1" fmla="*/ 96253 w 902369"/>
                  <a:gd name="connsiteY1" fmla="*/ 156410 h 445168"/>
                  <a:gd name="connsiteX2" fmla="*/ 300790 w 902369"/>
                  <a:gd name="connsiteY2" fmla="*/ 0 h 445168"/>
                  <a:gd name="connsiteX3" fmla="*/ 601579 w 902369"/>
                  <a:gd name="connsiteY3" fmla="*/ 0 h 445168"/>
                  <a:gd name="connsiteX4" fmla="*/ 902369 w 902369"/>
                  <a:gd name="connsiteY4" fmla="*/ 144379 h 445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369" h="445168">
                    <a:moveTo>
                      <a:pt x="0" y="445168"/>
                    </a:moveTo>
                    <a:lnTo>
                      <a:pt x="96253" y="156410"/>
                    </a:lnTo>
                    <a:lnTo>
                      <a:pt x="300790" y="0"/>
                    </a:lnTo>
                    <a:lnTo>
                      <a:pt x="601579" y="0"/>
                    </a:lnTo>
                    <a:lnTo>
                      <a:pt x="902369" y="144379"/>
                    </a:lnTo>
                  </a:path>
                </a:pathLst>
              </a:custGeom>
              <a:noFill/>
              <a:ln w="28575">
                <a:solidFill>
                  <a:schemeClr val="tx1"/>
                </a:solidFill>
              </a:ln>
            </p:spPr>
            <p:txBody>
              <a:bodyPr vert="horz" wrap="none" lIns="91440" tIns="45720" rIns="91440" bIns="45720" numCol="1" rtlCol="0" anchor="ctr" anchorCtr="0" compatLnSpc="1">
                <a:prstTxWarp prst="textNoShape">
                  <a:avLst/>
                </a:prstTxWarp>
              </a:bodyPr>
              <a:lstStyle/>
              <a:p>
                <a:pPr algn="ctr" eaLnBrk="0" fontAlgn="base" hangingPunct="0">
                  <a:spcBef>
                    <a:spcPct val="0"/>
                  </a:spcBef>
                  <a:spcAft>
                    <a:spcPct val="0"/>
                  </a:spcAft>
                  <a:buClrTx/>
                </a:pPr>
                <a:endParaRPr lang="en-US" sz="1800" i="1">
                  <a:solidFill>
                    <a:schemeClr val="tx1"/>
                  </a:solidFill>
                  <a:latin typeface="Times New Roman" pitchFamily="18" charset="0"/>
                </a:endParaRPr>
              </a:p>
            </p:txBody>
          </p:sp>
        </p:grpSp>
        <p:grpSp>
          <p:nvGrpSpPr>
            <p:cNvPr id="68" name="Group 67"/>
            <p:cNvGrpSpPr/>
            <p:nvPr/>
          </p:nvGrpSpPr>
          <p:grpSpPr>
            <a:xfrm>
              <a:off x="4910011" y="1897235"/>
              <a:ext cx="911878" cy="692902"/>
              <a:chOff x="1975701" y="4584032"/>
              <a:chExt cx="1008131" cy="692902"/>
            </a:xfrm>
          </p:grpSpPr>
          <p:grpSp>
            <p:nvGrpSpPr>
              <p:cNvPr id="69" name="Group 68"/>
              <p:cNvGrpSpPr/>
              <p:nvPr/>
            </p:nvGrpSpPr>
            <p:grpSpPr>
              <a:xfrm>
                <a:off x="1975701" y="4584032"/>
                <a:ext cx="1008131" cy="692902"/>
                <a:chOff x="1676900" y="2090703"/>
                <a:chExt cx="6349500" cy="2366001"/>
              </a:xfrm>
            </p:grpSpPr>
            <p:sp>
              <p:nvSpPr>
                <p:cNvPr id="71" name="Line 5"/>
                <p:cNvSpPr>
                  <a:spLocks noChangeShapeType="1"/>
                </p:cNvSpPr>
                <p:nvPr/>
              </p:nvSpPr>
              <p:spPr bwMode="auto">
                <a:xfrm>
                  <a:off x="1676901" y="4456704"/>
                  <a:ext cx="6349499" cy="0"/>
                </a:xfrm>
                <a:prstGeom prst="line">
                  <a:avLst/>
                </a:prstGeom>
                <a:noFill/>
                <a:ln w="28575">
                  <a:solidFill>
                    <a:schemeClr val="tx1"/>
                  </a:solidFill>
                  <a:round/>
                  <a:headEnd type="none" w="med" len="med"/>
                  <a:tailEnd type="arrow" w="med" len="med"/>
                </a:ln>
                <a:extLst>
                  <a:ext uri="{909E8E84-426E-40DD-AFC4-6F175D3DCCD1}">
                    <a14:hiddenFill xmlns:a14="http://schemas.microsoft.com/office/drawing/2010/main">
                      <a:noFill/>
                    </a14:hiddenFill>
                  </a:ext>
                </a:extLst>
              </p:spPr>
              <p:txBody>
                <a:bodyPr wrap="none" anchor="ctr"/>
                <a:lstStyle/>
                <a:p>
                  <a:endParaRPr lang="en-US"/>
                </a:p>
              </p:txBody>
            </p:sp>
            <p:cxnSp>
              <p:nvCxnSpPr>
                <p:cNvPr id="72" name="Straight Arrow Connector 71"/>
                <p:cNvCxnSpPr>
                  <a:stCxn id="71" idx="0"/>
                </p:cNvCxnSpPr>
                <p:nvPr/>
              </p:nvCxnSpPr>
              <p:spPr bwMode="auto">
                <a:xfrm flipV="1">
                  <a:off x="1676900" y="2090703"/>
                  <a:ext cx="0" cy="2366000"/>
                </a:xfrm>
                <a:prstGeom prst="straightConnector1">
                  <a:avLst/>
                </a:prstGeom>
                <a:noFill/>
                <a:ln w="28575" cap="flat" cmpd="sng" algn="ctr">
                  <a:solidFill>
                    <a:schemeClr val="tx1"/>
                  </a:solidFill>
                  <a:prstDash val="solid"/>
                  <a:round/>
                  <a:headEnd type="none" w="med" len="med"/>
                  <a:tailEnd type="arrow"/>
                </a:ln>
                <a:effectLst/>
              </p:spPr>
            </p:cxnSp>
          </p:grpSp>
          <p:sp>
            <p:nvSpPr>
              <p:cNvPr id="70" name="Freeform 69"/>
              <p:cNvSpPr/>
              <p:nvPr/>
            </p:nvSpPr>
            <p:spPr>
              <a:xfrm>
                <a:off x="1985210" y="4824664"/>
                <a:ext cx="902369" cy="445168"/>
              </a:xfrm>
              <a:custGeom>
                <a:avLst/>
                <a:gdLst>
                  <a:gd name="connsiteX0" fmla="*/ 0 w 902369"/>
                  <a:gd name="connsiteY0" fmla="*/ 445168 h 445168"/>
                  <a:gd name="connsiteX1" fmla="*/ 96253 w 902369"/>
                  <a:gd name="connsiteY1" fmla="*/ 156410 h 445168"/>
                  <a:gd name="connsiteX2" fmla="*/ 300790 w 902369"/>
                  <a:gd name="connsiteY2" fmla="*/ 0 h 445168"/>
                  <a:gd name="connsiteX3" fmla="*/ 601579 w 902369"/>
                  <a:gd name="connsiteY3" fmla="*/ 0 h 445168"/>
                  <a:gd name="connsiteX4" fmla="*/ 902369 w 902369"/>
                  <a:gd name="connsiteY4" fmla="*/ 144379 h 445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369" h="445168">
                    <a:moveTo>
                      <a:pt x="0" y="445168"/>
                    </a:moveTo>
                    <a:lnTo>
                      <a:pt x="96253" y="156410"/>
                    </a:lnTo>
                    <a:lnTo>
                      <a:pt x="300790" y="0"/>
                    </a:lnTo>
                    <a:lnTo>
                      <a:pt x="601579" y="0"/>
                    </a:lnTo>
                    <a:lnTo>
                      <a:pt x="902369" y="144379"/>
                    </a:lnTo>
                  </a:path>
                </a:pathLst>
              </a:custGeom>
              <a:noFill/>
              <a:ln w="28575">
                <a:solidFill>
                  <a:schemeClr val="tx1"/>
                </a:solidFill>
              </a:ln>
            </p:spPr>
            <p:txBody>
              <a:bodyPr vert="horz" wrap="none" lIns="91440" tIns="45720" rIns="91440" bIns="45720" numCol="1" rtlCol="0" anchor="ctr" anchorCtr="0" compatLnSpc="1">
                <a:prstTxWarp prst="textNoShape">
                  <a:avLst/>
                </a:prstTxWarp>
              </a:bodyPr>
              <a:lstStyle/>
              <a:p>
                <a:pPr algn="ctr" eaLnBrk="0" fontAlgn="base" hangingPunct="0">
                  <a:spcBef>
                    <a:spcPct val="0"/>
                  </a:spcBef>
                  <a:spcAft>
                    <a:spcPct val="0"/>
                  </a:spcAft>
                  <a:buClrTx/>
                </a:pPr>
                <a:endParaRPr lang="en-US" sz="1800" i="1">
                  <a:solidFill>
                    <a:schemeClr val="tx1"/>
                  </a:solidFill>
                  <a:latin typeface="Times New Roman" pitchFamily="18" charset="0"/>
                </a:endParaRPr>
              </a:p>
            </p:txBody>
          </p:sp>
        </p:grpSp>
        <p:grpSp>
          <p:nvGrpSpPr>
            <p:cNvPr id="73" name="Group 72"/>
            <p:cNvGrpSpPr/>
            <p:nvPr/>
          </p:nvGrpSpPr>
          <p:grpSpPr>
            <a:xfrm>
              <a:off x="7721724" y="1697297"/>
              <a:ext cx="911878" cy="692902"/>
              <a:chOff x="1975701" y="4584032"/>
              <a:chExt cx="1008131" cy="692902"/>
            </a:xfrm>
          </p:grpSpPr>
          <p:grpSp>
            <p:nvGrpSpPr>
              <p:cNvPr id="74" name="Group 73"/>
              <p:cNvGrpSpPr/>
              <p:nvPr/>
            </p:nvGrpSpPr>
            <p:grpSpPr>
              <a:xfrm>
                <a:off x="1975701" y="4584032"/>
                <a:ext cx="1008131" cy="692902"/>
                <a:chOff x="1676900" y="2090703"/>
                <a:chExt cx="6349500" cy="2366001"/>
              </a:xfrm>
            </p:grpSpPr>
            <p:sp>
              <p:nvSpPr>
                <p:cNvPr id="76" name="Line 5"/>
                <p:cNvSpPr>
                  <a:spLocks noChangeShapeType="1"/>
                </p:cNvSpPr>
                <p:nvPr/>
              </p:nvSpPr>
              <p:spPr bwMode="auto">
                <a:xfrm>
                  <a:off x="1676901" y="4456704"/>
                  <a:ext cx="6349499" cy="0"/>
                </a:xfrm>
                <a:prstGeom prst="line">
                  <a:avLst/>
                </a:prstGeom>
                <a:noFill/>
                <a:ln w="28575">
                  <a:solidFill>
                    <a:schemeClr val="tx1"/>
                  </a:solidFill>
                  <a:round/>
                  <a:headEnd type="none" w="med" len="med"/>
                  <a:tailEnd type="arrow" w="med" len="med"/>
                </a:ln>
                <a:extLst>
                  <a:ext uri="{909E8E84-426E-40DD-AFC4-6F175D3DCCD1}">
                    <a14:hiddenFill xmlns:a14="http://schemas.microsoft.com/office/drawing/2010/main">
                      <a:noFill/>
                    </a14:hiddenFill>
                  </a:ext>
                </a:extLst>
              </p:spPr>
              <p:txBody>
                <a:bodyPr wrap="none" anchor="ctr"/>
                <a:lstStyle/>
                <a:p>
                  <a:endParaRPr lang="en-US"/>
                </a:p>
              </p:txBody>
            </p:sp>
            <p:cxnSp>
              <p:nvCxnSpPr>
                <p:cNvPr id="77" name="Straight Arrow Connector 76"/>
                <p:cNvCxnSpPr>
                  <a:stCxn id="76" idx="0"/>
                </p:cNvCxnSpPr>
                <p:nvPr/>
              </p:nvCxnSpPr>
              <p:spPr bwMode="auto">
                <a:xfrm flipV="1">
                  <a:off x="1676900" y="2090703"/>
                  <a:ext cx="0" cy="2366000"/>
                </a:xfrm>
                <a:prstGeom prst="straightConnector1">
                  <a:avLst/>
                </a:prstGeom>
                <a:noFill/>
                <a:ln w="28575" cap="flat" cmpd="sng" algn="ctr">
                  <a:solidFill>
                    <a:schemeClr val="tx1"/>
                  </a:solidFill>
                  <a:prstDash val="solid"/>
                  <a:round/>
                  <a:headEnd type="none" w="med" len="med"/>
                  <a:tailEnd type="arrow"/>
                </a:ln>
                <a:effectLst/>
              </p:spPr>
            </p:cxnSp>
          </p:grpSp>
          <p:sp>
            <p:nvSpPr>
              <p:cNvPr id="75" name="Freeform 74"/>
              <p:cNvSpPr/>
              <p:nvPr/>
            </p:nvSpPr>
            <p:spPr>
              <a:xfrm>
                <a:off x="1985210" y="4824664"/>
                <a:ext cx="902369" cy="445168"/>
              </a:xfrm>
              <a:custGeom>
                <a:avLst/>
                <a:gdLst>
                  <a:gd name="connsiteX0" fmla="*/ 0 w 902369"/>
                  <a:gd name="connsiteY0" fmla="*/ 445168 h 445168"/>
                  <a:gd name="connsiteX1" fmla="*/ 96253 w 902369"/>
                  <a:gd name="connsiteY1" fmla="*/ 156410 h 445168"/>
                  <a:gd name="connsiteX2" fmla="*/ 300790 w 902369"/>
                  <a:gd name="connsiteY2" fmla="*/ 0 h 445168"/>
                  <a:gd name="connsiteX3" fmla="*/ 601579 w 902369"/>
                  <a:gd name="connsiteY3" fmla="*/ 0 h 445168"/>
                  <a:gd name="connsiteX4" fmla="*/ 902369 w 902369"/>
                  <a:gd name="connsiteY4" fmla="*/ 144379 h 445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369" h="445168">
                    <a:moveTo>
                      <a:pt x="0" y="445168"/>
                    </a:moveTo>
                    <a:lnTo>
                      <a:pt x="96253" y="156410"/>
                    </a:lnTo>
                    <a:lnTo>
                      <a:pt x="300790" y="0"/>
                    </a:lnTo>
                    <a:lnTo>
                      <a:pt x="601579" y="0"/>
                    </a:lnTo>
                    <a:lnTo>
                      <a:pt x="902369" y="144379"/>
                    </a:lnTo>
                  </a:path>
                </a:pathLst>
              </a:custGeom>
              <a:noFill/>
              <a:ln w="28575">
                <a:solidFill>
                  <a:schemeClr val="tx1"/>
                </a:solidFill>
              </a:ln>
            </p:spPr>
            <p:txBody>
              <a:bodyPr vert="horz" wrap="none" lIns="91440" tIns="45720" rIns="91440" bIns="45720" numCol="1" rtlCol="0" anchor="ctr" anchorCtr="0" compatLnSpc="1">
                <a:prstTxWarp prst="textNoShape">
                  <a:avLst/>
                </a:prstTxWarp>
              </a:bodyPr>
              <a:lstStyle/>
              <a:p>
                <a:pPr algn="ctr" eaLnBrk="0" fontAlgn="base" hangingPunct="0">
                  <a:spcBef>
                    <a:spcPct val="0"/>
                  </a:spcBef>
                  <a:spcAft>
                    <a:spcPct val="0"/>
                  </a:spcAft>
                  <a:buClrTx/>
                </a:pPr>
                <a:endParaRPr lang="en-US" sz="1800" i="1">
                  <a:solidFill>
                    <a:schemeClr val="tx1"/>
                  </a:solidFill>
                  <a:latin typeface="Times New Roman" pitchFamily="18" charset="0"/>
                </a:endParaRPr>
              </a:p>
            </p:txBody>
          </p:sp>
        </p:grpSp>
        <p:grpSp>
          <p:nvGrpSpPr>
            <p:cNvPr id="78" name="Group 77"/>
            <p:cNvGrpSpPr/>
            <p:nvPr/>
          </p:nvGrpSpPr>
          <p:grpSpPr>
            <a:xfrm>
              <a:off x="7194615" y="2881544"/>
              <a:ext cx="911878" cy="692902"/>
              <a:chOff x="1975701" y="4584032"/>
              <a:chExt cx="1008131" cy="692902"/>
            </a:xfrm>
          </p:grpSpPr>
          <p:grpSp>
            <p:nvGrpSpPr>
              <p:cNvPr id="79" name="Group 78"/>
              <p:cNvGrpSpPr/>
              <p:nvPr/>
            </p:nvGrpSpPr>
            <p:grpSpPr>
              <a:xfrm>
                <a:off x="1975701" y="4584032"/>
                <a:ext cx="1008131" cy="692902"/>
                <a:chOff x="1676900" y="2090703"/>
                <a:chExt cx="6349500" cy="2366001"/>
              </a:xfrm>
            </p:grpSpPr>
            <p:sp>
              <p:nvSpPr>
                <p:cNvPr id="81" name="Line 5"/>
                <p:cNvSpPr>
                  <a:spLocks noChangeShapeType="1"/>
                </p:cNvSpPr>
                <p:nvPr/>
              </p:nvSpPr>
              <p:spPr bwMode="auto">
                <a:xfrm>
                  <a:off x="1676901" y="4456704"/>
                  <a:ext cx="6349499" cy="0"/>
                </a:xfrm>
                <a:prstGeom prst="line">
                  <a:avLst/>
                </a:prstGeom>
                <a:noFill/>
                <a:ln w="28575">
                  <a:solidFill>
                    <a:schemeClr val="tx1"/>
                  </a:solidFill>
                  <a:round/>
                  <a:headEnd type="none" w="med" len="med"/>
                  <a:tailEnd type="arrow" w="med" len="med"/>
                </a:ln>
                <a:extLst>
                  <a:ext uri="{909E8E84-426E-40DD-AFC4-6F175D3DCCD1}">
                    <a14:hiddenFill xmlns:a14="http://schemas.microsoft.com/office/drawing/2010/main">
                      <a:noFill/>
                    </a14:hiddenFill>
                  </a:ext>
                </a:extLst>
              </p:spPr>
              <p:txBody>
                <a:bodyPr wrap="none" anchor="ctr"/>
                <a:lstStyle/>
                <a:p>
                  <a:endParaRPr lang="en-US"/>
                </a:p>
              </p:txBody>
            </p:sp>
            <p:cxnSp>
              <p:nvCxnSpPr>
                <p:cNvPr id="82" name="Straight Arrow Connector 81"/>
                <p:cNvCxnSpPr>
                  <a:stCxn id="81" idx="0"/>
                </p:cNvCxnSpPr>
                <p:nvPr/>
              </p:nvCxnSpPr>
              <p:spPr bwMode="auto">
                <a:xfrm flipV="1">
                  <a:off x="1676900" y="2090703"/>
                  <a:ext cx="0" cy="2366000"/>
                </a:xfrm>
                <a:prstGeom prst="straightConnector1">
                  <a:avLst/>
                </a:prstGeom>
                <a:noFill/>
                <a:ln w="28575" cap="flat" cmpd="sng" algn="ctr">
                  <a:solidFill>
                    <a:schemeClr val="tx1"/>
                  </a:solidFill>
                  <a:prstDash val="solid"/>
                  <a:round/>
                  <a:headEnd type="none" w="med" len="med"/>
                  <a:tailEnd type="arrow"/>
                </a:ln>
                <a:effectLst/>
              </p:spPr>
            </p:cxnSp>
          </p:grpSp>
          <p:sp>
            <p:nvSpPr>
              <p:cNvPr id="80" name="Freeform 79"/>
              <p:cNvSpPr/>
              <p:nvPr/>
            </p:nvSpPr>
            <p:spPr>
              <a:xfrm>
                <a:off x="1985210" y="4824664"/>
                <a:ext cx="902369" cy="445168"/>
              </a:xfrm>
              <a:custGeom>
                <a:avLst/>
                <a:gdLst>
                  <a:gd name="connsiteX0" fmla="*/ 0 w 902369"/>
                  <a:gd name="connsiteY0" fmla="*/ 445168 h 445168"/>
                  <a:gd name="connsiteX1" fmla="*/ 96253 w 902369"/>
                  <a:gd name="connsiteY1" fmla="*/ 156410 h 445168"/>
                  <a:gd name="connsiteX2" fmla="*/ 300790 w 902369"/>
                  <a:gd name="connsiteY2" fmla="*/ 0 h 445168"/>
                  <a:gd name="connsiteX3" fmla="*/ 601579 w 902369"/>
                  <a:gd name="connsiteY3" fmla="*/ 0 h 445168"/>
                  <a:gd name="connsiteX4" fmla="*/ 902369 w 902369"/>
                  <a:gd name="connsiteY4" fmla="*/ 144379 h 445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369" h="445168">
                    <a:moveTo>
                      <a:pt x="0" y="445168"/>
                    </a:moveTo>
                    <a:lnTo>
                      <a:pt x="96253" y="156410"/>
                    </a:lnTo>
                    <a:lnTo>
                      <a:pt x="300790" y="0"/>
                    </a:lnTo>
                    <a:lnTo>
                      <a:pt x="601579" y="0"/>
                    </a:lnTo>
                    <a:lnTo>
                      <a:pt x="902369" y="144379"/>
                    </a:lnTo>
                  </a:path>
                </a:pathLst>
              </a:custGeom>
              <a:noFill/>
              <a:ln w="28575">
                <a:solidFill>
                  <a:schemeClr val="tx1"/>
                </a:solidFill>
              </a:ln>
            </p:spPr>
            <p:txBody>
              <a:bodyPr vert="horz" wrap="none" lIns="91440" tIns="45720" rIns="91440" bIns="45720" numCol="1" rtlCol="0" anchor="ctr" anchorCtr="0" compatLnSpc="1">
                <a:prstTxWarp prst="textNoShape">
                  <a:avLst/>
                </a:prstTxWarp>
              </a:bodyPr>
              <a:lstStyle/>
              <a:p>
                <a:pPr algn="ctr" eaLnBrk="0" fontAlgn="base" hangingPunct="0">
                  <a:spcBef>
                    <a:spcPct val="0"/>
                  </a:spcBef>
                  <a:spcAft>
                    <a:spcPct val="0"/>
                  </a:spcAft>
                  <a:buClrTx/>
                </a:pPr>
                <a:endParaRPr lang="en-US" sz="1800" i="1">
                  <a:solidFill>
                    <a:schemeClr val="tx1"/>
                  </a:solidFill>
                  <a:latin typeface="Times New Roman" pitchFamily="18" charset="0"/>
                </a:endParaRPr>
              </a:p>
            </p:txBody>
          </p:sp>
        </p:grpSp>
        <p:grpSp>
          <p:nvGrpSpPr>
            <p:cNvPr id="83" name="Group 82"/>
            <p:cNvGrpSpPr/>
            <p:nvPr/>
          </p:nvGrpSpPr>
          <p:grpSpPr>
            <a:xfrm>
              <a:off x="7112123" y="4082569"/>
              <a:ext cx="911878" cy="692902"/>
              <a:chOff x="1975701" y="4584032"/>
              <a:chExt cx="1008131" cy="692902"/>
            </a:xfrm>
          </p:grpSpPr>
          <p:grpSp>
            <p:nvGrpSpPr>
              <p:cNvPr id="84" name="Group 83"/>
              <p:cNvGrpSpPr/>
              <p:nvPr/>
            </p:nvGrpSpPr>
            <p:grpSpPr>
              <a:xfrm>
                <a:off x="1975701" y="4584032"/>
                <a:ext cx="1008131" cy="692902"/>
                <a:chOff x="1676900" y="2090703"/>
                <a:chExt cx="6349500" cy="2366001"/>
              </a:xfrm>
            </p:grpSpPr>
            <p:sp>
              <p:nvSpPr>
                <p:cNvPr id="86" name="Line 5"/>
                <p:cNvSpPr>
                  <a:spLocks noChangeShapeType="1"/>
                </p:cNvSpPr>
                <p:nvPr/>
              </p:nvSpPr>
              <p:spPr bwMode="auto">
                <a:xfrm>
                  <a:off x="1676901" y="4456704"/>
                  <a:ext cx="6349499" cy="0"/>
                </a:xfrm>
                <a:prstGeom prst="line">
                  <a:avLst/>
                </a:prstGeom>
                <a:noFill/>
                <a:ln w="28575">
                  <a:solidFill>
                    <a:schemeClr val="tx1"/>
                  </a:solidFill>
                  <a:round/>
                  <a:headEnd type="none" w="med" len="med"/>
                  <a:tailEnd type="arrow" w="med" len="med"/>
                </a:ln>
                <a:extLst>
                  <a:ext uri="{909E8E84-426E-40DD-AFC4-6F175D3DCCD1}">
                    <a14:hiddenFill xmlns:a14="http://schemas.microsoft.com/office/drawing/2010/main">
                      <a:noFill/>
                    </a14:hiddenFill>
                  </a:ext>
                </a:extLst>
              </p:spPr>
              <p:txBody>
                <a:bodyPr wrap="none" anchor="ctr"/>
                <a:lstStyle/>
                <a:p>
                  <a:endParaRPr lang="en-US"/>
                </a:p>
              </p:txBody>
            </p:sp>
            <p:cxnSp>
              <p:nvCxnSpPr>
                <p:cNvPr id="87" name="Straight Arrow Connector 86"/>
                <p:cNvCxnSpPr>
                  <a:stCxn id="86" idx="0"/>
                </p:cNvCxnSpPr>
                <p:nvPr/>
              </p:nvCxnSpPr>
              <p:spPr bwMode="auto">
                <a:xfrm flipV="1">
                  <a:off x="1676900" y="2090703"/>
                  <a:ext cx="0" cy="2366000"/>
                </a:xfrm>
                <a:prstGeom prst="straightConnector1">
                  <a:avLst/>
                </a:prstGeom>
                <a:noFill/>
                <a:ln w="28575" cap="flat" cmpd="sng" algn="ctr">
                  <a:solidFill>
                    <a:schemeClr val="tx1"/>
                  </a:solidFill>
                  <a:prstDash val="solid"/>
                  <a:round/>
                  <a:headEnd type="none" w="med" len="med"/>
                  <a:tailEnd type="arrow"/>
                </a:ln>
                <a:effectLst/>
              </p:spPr>
            </p:cxnSp>
          </p:grpSp>
          <p:sp>
            <p:nvSpPr>
              <p:cNvPr id="85" name="Freeform 84"/>
              <p:cNvSpPr/>
              <p:nvPr/>
            </p:nvSpPr>
            <p:spPr>
              <a:xfrm>
                <a:off x="1985210" y="4824664"/>
                <a:ext cx="902369" cy="445168"/>
              </a:xfrm>
              <a:custGeom>
                <a:avLst/>
                <a:gdLst>
                  <a:gd name="connsiteX0" fmla="*/ 0 w 902369"/>
                  <a:gd name="connsiteY0" fmla="*/ 445168 h 445168"/>
                  <a:gd name="connsiteX1" fmla="*/ 96253 w 902369"/>
                  <a:gd name="connsiteY1" fmla="*/ 156410 h 445168"/>
                  <a:gd name="connsiteX2" fmla="*/ 300790 w 902369"/>
                  <a:gd name="connsiteY2" fmla="*/ 0 h 445168"/>
                  <a:gd name="connsiteX3" fmla="*/ 601579 w 902369"/>
                  <a:gd name="connsiteY3" fmla="*/ 0 h 445168"/>
                  <a:gd name="connsiteX4" fmla="*/ 902369 w 902369"/>
                  <a:gd name="connsiteY4" fmla="*/ 144379 h 445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369" h="445168">
                    <a:moveTo>
                      <a:pt x="0" y="445168"/>
                    </a:moveTo>
                    <a:lnTo>
                      <a:pt x="96253" y="156410"/>
                    </a:lnTo>
                    <a:lnTo>
                      <a:pt x="300790" y="0"/>
                    </a:lnTo>
                    <a:lnTo>
                      <a:pt x="601579" y="0"/>
                    </a:lnTo>
                    <a:lnTo>
                      <a:pt x="902369" y="144379"/>
                    </a:lnTo>
                  </a:path>
                </a:pathLst>
              </a:custGeom>
              <a:noFill/>
              <a:ln w="28575">
                <a:solidFill>
                  <a:schemeClr val="tx1"/>
                </a:solidFill>
              </a:ln>
            </p:spPr>
            <p:txBody>
              <a:bodyPr vert="horz" wrap="none" lIns="91440" tIns="45720" rIns="91440" bIns="45720" numCol="1" rtlCol="0" anchor="ctr" anchorCtr="0" compatLnSpc="1">
                <a:prstTxWarp prst="textNoShape">
                  <a:avLst/>
                </a:prstTxWarp>
              </a:bodyPr>
              <a:lstStyle/>
              <a:p>
                <a:pPr algn="ctr" eaLnBrk="0" fontAlgn="base" hangingPunct="0">
                  <a:spcBef>
                    <a:spcPct val="0"/>
                  </a:spcBef>
                  <a:spcAft>
                    <a:spcPct val="0"/>
                  </a:spcAft>
                  <a:buClrTx/>
                </a:pPr>
                <a:endParaRPr lang="en-US" sz="1800" i="1">
                  <a:solidFill>
                    <a:schemeClr val="tx1"/>
                  </a:solidFill>
                  <a:latin typeface="Times New Roman" pitchFamily="18" charset="0"/>
                </a:endParaRPr>
              </a:p>
            </p:txBody>
          </p:sp>
        </p:grpSp>
        <p:grpSp>
          <p:nvGrpSpPr>
            <p:cNvPr id="88" name="Group 87"/>
            <p:cNvGrpSpPr/>
            <p:nvPr/>
          </p:nvGrpSpPr>
          <p:grpSpPr>
            <a:xfrm>
              <a:off x="6115230" y="5140981"/>
              <a:ext cx="911878" cy="692902"/>
              <a:chOff x="1975701" y="4584032"/>
              <a:chExt cx="1008131" cy="692902"/>
            </a:xfrm>
          </p:grpSpPr>
          <p:grpSp>
            <p:nvGrpSpPr>
              <p:cNvPr id="89" name="Group 88"/>
              <p:cNvGrpSpPr/>
              <p:nvPr/>
            </p:nvGrpSpPr>
            <p:grpSpPr>
              <a:xfrm>
                <a:off x="1975701" y="4584032"/>
                <a:ext cx="1008131" cy="692902"/>
                <a:chOff x="1676900" y="2090703"/>
                <a:chExt cx="6349500" cy="2366001"/>
              </a:xfrm>
            </p:grpSpPr>
            <p:sp>
              <p:nvSpPr>
                <p:cNvPr id="91" name="Line 5"/>
                <p:cNvSpPr>
                  <a:spLocks noChangeShapeType="1"/>
                </p:cNvSpPr>
                <p:nvPr/>
              </p:nvSpPr>
              <p:spPr bwMode="auto">
                <a:xfrm>
                  <a:off x="1676901" y="4456704"/>
                  <a:ext cx="6349499" cy="0"/>
                </a:xfrm>
                <a:prstGeom prst="line">
                  <a:avLst/>
                </a:prstGeom>
                <a:noFill/>
                <a:ln w="28575">
                  <a:solidFill>
                    <a:schemeClr val="tx1"/>
                  </a:solidFill>
                  <a:round/>
                  <a:headEnd type="none" w="med" len="med"/>
                  <a:tailEnd type="arrow" w="med" len="med"/>
                </a:ln>
                <a:extLst>
                  <a:ext uri="{909E8E84-426E-40DD-AFC4-6F175D3DCCD1}">
                    <a14:hiddenFill xmlns:a14="http://schemas.microsoft.com/office/drawing/2010/main">
                      <a:noFill/>
                    </a14:hiddenFill>
                  </a:ext>
                </a:extLst>
              </p:spPr>
              <p:txBody>
                <a:bodyPr wrap="none" anchor="ctr"/>
                <a:lstStyle/>
                <a:p>
                  <a:endParaRPr lang="en-US"/>
                </a:p>
              </p:txBody>
            </p:sp>
            <p:cxnSp>
              <p:nvCxnSpPr>
                <p:cNvPr id="92" name="Straight Arrow Connector 91"/>
                <p:cNvCxnSpPr>
                  <a:stCxn id="91" idx="0"/>
                </p:cNvCxnSpPr>
                <p:nvPr/>
              </p:nvCxnSpPr>
              <p:spPr bwMode="auto">
                <a:xfrm flipV="1">
                  <a:off x="1676900" y="2090703"/>
                  <a:ext cx="0" cy="2366000"/>
                </a:xfrm>
                <a:prstGeom prst="straightConnector1">
                  <a:avLst/>
                </a:prstGeom>
                <a:noFill/>
                <a:ln w="28575" cap="flat" cmpd="sng" algn="ctr">
                  <a:solidFill>
                    <a:schemeClr val="tx1"/>
                  </a:solidFill>
                  <a:prstDash val="solid"/>
                  <a:round/>
                  <a:headEnd type="none" w="med" len="med"/>
                  <a:tailEnd type="arrow"/>
                </a:ln>
                <a:effectLst/>
              </p:spPr>
            </p:cxnSp>
          </p:grpSp>
          <p:sp>
            <p:nvSpPr>
              <p:cNvPr id="90" name="Freeform 89"/>
              <p:cNvSpPr/>
              <p:nvPr/>
            </p:nvSpPr>
            <p:spPr>
              <a:xfrm>
                <a:off x="1985210" y="4824664"/>
                <a:ext cx="902369" cy="445168"/>
              </a:xfrm>
              <a:custGeom>
                <a:avLst/>
                <a:gdLst>
                  <a:gd name="connsiteX0" fmla="*/ 0 w 902369"/>
                  <a:gd name="connsiteY0" fmla="*/ 445168 h 445168"/>
                  <a:gd name="connsiteX1" fmla="*/ 96253 w 902369"/>
                  <a:gd name="connsiteY1" fmla="*/ 156410 h 445168"/>
                  <a:gd name="connsiteX2" fmla="*/ 300790 w 902369"/>
                  <a:gd name="connsiteY2" fmla="*/ 0 h 445168"/>
                  <a:gd name="connsiteX3" fmla="*/ 601579 w 902369"/>
                  <a:gd name="connsiteY3" fmla="*/ 0 h 445168"/>
                  <a:gd name="connsiteX4" fmla="*/ 902369 w 902369"/>
                  <a:gd name="connsiteY4" fmla="*/ 144379 h 445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369" h="445168">
                    <a:moveTo>
                      <a:pt x="0" y="445168"/>
                    </a:moveTo>
                    <a:lnTo>
                      <a:pt x="96253" y="156410"/>
                    </a:lnTo>
                    <a:lnTo>
                      <a:pt x="300790" y="0"/>
                    </a:lnTo>
                    <a:lnTo>
                      <a:pt x="601579" y="0"/>
                    </a:lnTo>
                    <a:lnTo>
                      <a:pt x="902369" y="144379"/>
                    </a:lnTo>
                  </a:path>
                </a:pathLst>
              </a:custGeom>
              <a:noFill/>
              <a:ln w="28575">
                <a:solidFill>
                  <a:schemeClr val="tx1"/>
                </a:solidFill>
              </a:ln>
            </p:spPr>
            <p:txBody>
              <a:bodyPr vert="horz" wrap="none" lIns="91440" tIns="45720" rIns="91440" bIns="45720" numCol="1" rtlCol="0" anchor="ctr" anchorCtr="0" compatLnSpc="1">
                <a:prstTxWarp prst="textNoShape">
                  <a:avLst/>
                </a:prstTxWarp>
              </a:bodyPr>
              <a:lstStyle/>
              <a:p>
                <a:pPr algn="ctr" eaLnBrk="0" fontAlgn="base" hangingPunct="0">
                  <a:spcBef>
                    <a:spcPct val="0"/>
                  </a:spcBef>
                  <a:spcAft>
                    <a:spcPct val="0"/>
                  </a:spcAft>
                  <a:buClrTx/>
                </a:pPr>
                <a:endParaRPr lang="en-US" sz="1800" i="1">
                  <a:solidFill>
                    <a:schemeClr val="tx1"/>
                  </a:solidFill>
                  <a:latin typeface="Times New Roman" pitchFamily="18" charset="0"/>
                </a:endParaRPr>
              </a:p>
            </p:txBody>
          </p:sp>
        </p:grpSp>
      </p:grpSp>
      <p:sp>
        <p:nvSpPr>
          <p:cNvPr id="3" name="Footer Placeholder 2"/>
          <p:cNvSpPr>
            <a:spLocks noGrp="1"/>
          </p:cNvSpPr>
          <p:nvPr>
            <p:ph type="ftr" sz="quarter" idx="11"/>
          </p:nvPr>
        </p:nvSpPr>
        <p:spPr/>
        <p:txBody>
          <a:bodyPr/>
          <a:lstStyle/>
          <a:p>
            <a:pPr>
              <a:defRPr/>
            </a:pPr>
            <a:r>
              <a:rPr lang="en-US"/>
              <a:t>© 2019 W.B. Powell</a:t>
            </a:r>
          </a:p>
        </p:txBody>
      </p:sp>
    </p:spTree>
    <p:extLst>
      <p:ext uri="{BB962C8B-B14F-4D97-AF65-F5344CB8AC3E}">
        <p14:creationId xmlns:p14="http://schemas.microsoft.com/office/powerpoint/2010/main" val="17347298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nodeType="clickEffect">
                                  <p:stCondLst>
                                    <p:cond delay="0"/>
                                  </p:stCondLst>
                                  <p:childTnLst>
                                    <p:animEffect transition="out" filter="dissolve">
                                      <p:cBhvr>
                                        <p:cTn id="11" dur="500"/>
                                        <p:tgtEl>
                                          <p:spTgt spid="5"/>
                                        </p:tgtEl>
                                      </p:cBhvr>
                                    </p:animEffect>
                                    <p:set>
                                      <p:cBhvr>
                                        <p:cTn id="12" dur="1" fill="hold">
                                          <p:stCondLst>
                                            <p:cond delay="499"/>
                                          </p:stCondLst>
                                        </p:cTn>
                                        <p:tgtEl>
                                          <p:spTgt spid="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5" name="Slide Number Placeholder 5"/>
          <p:cNvSpPr txBox="1">
            <a:spLocks noGrp="1"/>
          </p:cNvSpPr>
          <p:nvPr/>
        </p:nvSpPr>
        <p:spPr bwMode="auto">
          <a:xfrm>
            <a:off x="8077200" y="6534150"/>
            <a:ext cx="19050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i="1">
                <a:solidFill>
                  <a:schemeClr val="tx1"/>
                </a:solidFill>
                <a:latin typeface="Times New Roman" pitchFamily="18" charset="0"/>
              </a:defRPr>
            </a:lvl1pPr>
            <a:lvl2pPr marL="742950" indent="-285750">
              <a:defRPr i="1">
                <a:solidFill>
                  <a:schemeClr val="tx1"/>
                </a:solidFill>
                <a:latin typeface="Times New Roman" pitchFamily="18" charset="0"/>
              </a:defRPr>
            </a:lvl2pPr>
            <a:lvl3pPr marL="1143000" indent="-228600">
              <a:defRPr i="1">
                <a:solidFill>
                  <a:schemeClr val="tx1"/>
                </a:solidFill>
                <a:latin typeface="Times New Roman" pitchFamily="18" charset="0"/>
              </a:defRPr>
            </a:lvl3pPr>
            <a:lvl4pPr marL="1600200" indent="-228600">
              <a:defRPr i="1">
                <a:solidFill>
                  <a:schemeClr val="tx1"/>
                </a:solidFill>
                <a:latin typeface="Times New Roman" pitchFamily="18" charset="0"/>
              </a:defRPr>
            </a:lvl4pPr>
            <a:lvl5pPr marL="2057400" indent="-228600">
              <a:defRPr i="1">
                <a:solidFill>
                  <a:schemeClr val="tx1"/>
                </a:solidFill>
                <a:latin typeface="Times New Roman" pitchFamily="18" charset="0"/>
              </a:defRPr>
            </a:lvl5pPr>
            <a:lvl6pPr marL="2514600" indent="-228600" algn="ctr" eaLnBrk="0" fontAlgn="base" hangingPunct="0">
              <a:spcBef>
                <a:spcPct val="0"/>
              </a:spcBef>
              <a:spcAft>
                <a:spcPct val="0"/>
              </a:spcAft>
              <a:defRPr i="1">
                <a:solidFill>
                  <a:schemeClr val="tx1"/>
                </a:solidFill>
                <a:latin typeface="Times New Roman" pitchFamily="18" charset="0"/>
              </a:defRPr>
            </a:lvl6pPr>
            <a:lvl7pPr marL="2971800" indent="-228600" algn="ctr" eaLnBrk="0" fontAlgn="base" hangingPunct="0">
              <a:spcBef>
                <a:spcPct val="0"/>
              </a:spcBef>
              <a:spcAft>
                <a:spcPct val="0"/>
              </a:spcAft>
              <a:defRPr i="1">
                <a:solidFill>
                  <a:schemeClr val="tx1"/>
                </a:solidFill>
                <a:latin typeface="Times New Roman" pitchFamily="18" charset="0"/>
              </a:defRPr>
            </a:lvl7pPr>
            <a:lvl8pPr marL="3429000" indent="-228600" algn="ctr" eaLnBrk="0" fontAlgn="base" hangingPunct="0">
              <a:spcBef>
                <a:spcPct val="0"/>
              </a:spcBef>
              <a:spcAft>
                <a:spcPct val="0"/>
              </a:spcAft>
              <a:defRPr i="1">
                <a:solidFill>
                  <a:schemeClr val="tx1"/>
                </a:solidFill>
                <a:latin typeface="Times New Roman" pitchFamily="18" charset="0"/>
              </a:defRPr>
            </a:lvl8pPr>
            <a:lvl9pPr marL="3886200" indent="-228600" algn="ctr" eaLnBrk="0" fontAlgn="base" hangingPunct="0">
              <a:spcBef>
                <a:spcPct val="0"/>
              </a:spcBef>
              <a:spcAft>
                <a:spcPct val="0"/>
              </a:spcAft>
              <a:defRPr i="1">
                <a:solidFill>
                  <a:schemeClr val="tx1"/>
                </a:solidFill>
                <a:latin typeface="Times New Roman" pitchFamily="18" charset="0"/>
              </a:defRPr>
            </a:lvl9pPr>
          </a:lstStyle>
          <a:p>
            <a:pPr algn="r"/>
            <a:r>
              <a:rPr lang="en-US" i="0"/>
              <a:t>Slide </a:t>
            </a:r>
            <a:fld id="{73179F04-1448-491D-BBAA-E6AB10CCC1B6}" type="slidenum">
              <a:rPr lang="en-US" i="0"/>
              <a:pPr algn="r"/>
              <a:t>181</a:t>
            </a:fld>
            <a:endParaRPr lang="en-US" i="0"/>
          </a:p>
        </p:txBody>
      </p:sp>
      <p:pic>
        <p:nvPicPr>
          <p:cNvPr id="74756" name="Picture 3"/>
          <p:cNvPicPr>
            <a:picLocks noChangeAspect="1" noChangeArrowheads="1"/>
          </p:cNvPicPr>
          <p:nvPr/>
        </p:nvPicPr>
        <p:blipFill>
          <a:blip r:embed="rId3">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2428876" y="1601788"/>
            <a:ext cx="709613" cy="5073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lgn="ctr">
                <a:solidFill>
                  <a:srgbClr val="000000"/>
                </a:solidFill>
                <a:miter lim="800000"/>
                <a:headEnd/>
                <a:tailEnd/>
              </a14:hiddenLine>
            </a:ext>
          </a:extLst>
        </p:spPr>
      </p:pic>
      <p:sp>
        <p:nvSpPr>
          <p:cNvPr id="74757" name="Rectangle 4"/>
          <p:cNvSpPr>
            <a:spLocks noGrp="1" noChangeArrowheads="1"/>
          </p:cNvSpPr>
          <p:nvPr>
            <p:ph type="title" idx="4294967295"/>
          </p:nvPr>
        </p:nvSpPr>
        <p:spPr/>
        <p:txBody>
          <a:bodyPr/>
          <a:lstStyle/>
          <a:p>
            <a:r>
              <a:rPr lang="en-US" sz="3200" dirty="0">
                <a:latin typeface="Oswald" panose="00000500000000000000" pitchFamily="2" charset="0"/>
              </a:rPr>
              <a:t>Grid level energy storage</a:t>
            </a:r>
            <a:endParaRPr lang="en-US" sz="3200" dirty="0"/>
          </a:p>
        </p:txBody>
      </p:sp>
      <p:grpSp>
        <p:nvGrpSpPr>
          <p:cNvPr id="5" name="Group 4"/>
          <p:cNvGrpSpPr/>
          <p:nvPr/>
        </p:nvGrpSpPr>
        <p:grpSpPr>
          <a:xfrm>
            <a:off x="3348176" y="1854461"/>
            <a:ext cx="675070" cy="4560799"/>
            <a:chOff x="1824176" y="1854460"/>
            <a:chExt cx="675070" cy="4560799"/>
          </a:xfrm>
        </p:grpSpPr>
        <p:grpSp>
          <p:nvGrpSpPr>
            <p:cNvPr id="23" name="Group 22"/>
            <p:cNvGrpSpPr/>
            <p:nvPr/>
          </p:nvGrpSpPr>
          <p:grpSpPr>
            <a:xfrm>
              <a:off x="1889641" y="5952043"/>
              <a:ext cx="609605" cy="463216"/>
              <a:chOff x="1975701" y="4584032"/>
              <a:chExt cx="1008131" cy="692902"/>
            </a:xfrm>
          </p:grpSpPr>
          <p:grpSp>
            <p:nvGrpSpPr>
              <p:cNvPr id="24" name="Group 23"/>
              <p:cNvGrpSpPr/>
              <p:nvPr/>
            </p:nvGrpSpPr>
            <p:grpSpPr>
              <a:xfrm>
                <a:off x="1975701" y="4584032"/>
                <a:ext cx="1008131" cy="692902"/>
                <a:chOff x="1676900" y="2090703"/>
                <a:chExt cx="6349500" cy="2366001"/>
              </a:xfrm>
            </p:grpSpPr>
            <p:sp>
              <p:nvSpPr>
                <p:cNvPr id="26" name="Line 5"/>
                <p:cNvSpPr>
                  <a:spLocks noChangeShapeType="1"/>
                </p:cNvSpPr>
                <p:nvPr/>
              </p:nvSpPr>
              <p:spPr bwMode="auto">
                <a:xfrm>
                  <a:off x="1676901" y="4456704"/>
                  <a:ext cx="6349499" cy="0"/>
                </a:xfrm>
                <a:prstGeom prst="line">
                  <a:avLst/>
                </a:prstGeom>
                <a:noFill/>
                <a:ln w="28575">
                  <a:solidFill>
                    <a:schemeClr val="tx1"/>
                  </a:solidFill>
                  <a:round/>
                  <a:headEnd type="none" w="med" len="med"/>
                  <a:tailEnd type="arrow" w="med" len="med"/>
                </a:ln>
                <a:extLst>
                  <a:ext uri="{909E8E84-426E-40DD-AFC4-6F175D3DCCD1}">
                    <a14:hiddenFill xmlns:a14="http://schemas.microsoft.com/office/drawing/2010/main">
                      <a:noFill/>
                    </a14:hiddenFill>
                  </a:ext>
                </a:extLst>
              </p:spPr>
              <p:txBody>
                <a:bodyPr wrap="none" anchor="ctr"/>
                <a:lstStyle/>
                <a:p>
                  <a:endParaRPr lang="en-US"/>
                </a:p>
              </p:txBody>
            </p:sp>
            <p:cxnSp>
              <p:nvCxnSpPr>
                <p:cNvPr id="27" name="Straight Arrow Connector 26"/>
                <p:cNvCxnSpPr>
                  <a:stCxn id="26" idx="0"/>
                </p:cNvCxnSpPr>
                <p:nvPr/>
              </p:nvCxnSpPr>
              <p:spPr bwMode="auto">
                <a:xfrm flipV="1">
                  <a:off x="1676900" y="2090703"/>
                  <a:ext cx="0" cy="2366000"/>
                </a:xfrm>
                <a:prstGeom prst="straightConnector1">
                  <a:avLst/>
                </a:prstGeom>
                <a:noFill/>
                <a:ln w="28575" cap="flat" cmpd="sng" algn="ctr">
                  <a:solidFill>
                    <a:schemeClr val="tx1"/>
                  </a:solidFill>
                  <a:prstDash val="solid"/>
                  <a:round/>
                  <a:headEnd type="none" w="med" len="med"/>
                  <a:tailEnd type="arrow"/>
                </a:ln>
                <a:effectLst/>
              </p:spPr>
            </p:cxnSp>
          </p:grpSp>
          <p:sp>
            <p:nvSpPr>
              <p:cNvPr id="25" name="Freeform 24"/>
              <p:cNvSpPr/>
              <p:nvPr/>
            </p:nvSpPr>
            <p:spPr>
              <a:xfrm>
                <a:off x="1985210" y="4824664"/>
                <a:ext cx="902369" cy="445168"/>
              </a:xfrm>
              <a:custGeom>
                <a:avLst/>
                <a:gdLst>
                  <a:gd name="connsiteX0" fmla="*/ 0 w 902369"/>
                  <a:gd name="connsiteY0" fmla="*/ 445168 h 445168"/>
                  <a:gd name="connsiteX1" fmla="*/ 96253 w 902369"/>
                  <a:gd name="connsiteY1" fmla="*/ 156410 h 445168"/>
                  <a:gd name="connsiteX2" fmla="*/ 300790 w 902369"/>
                  <a:gd name="connsiteY2" fmla="*/ 0 h 445168"/>
                  <a:gd name="connsiteX3" fmla="*/ 601579 w 902369"/>
                  <a:gd name="connsiteY3" fmla="*/ 0 h 445168"/>
                  <a:gd name="connsiteX4" fmla="*/ 902369 w 902369"/>
                  <a:gd name="connsiteY4" fmla="*/ 144379 h 445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369" h="445168">
                    <a:moveTo>
                      <a:pt x="0" y="445168"/>
                    </a:moveTo>
                    <a:lnTo>
                      <a:pt x="96253" y="156410"/>
                    </a:lnTo>
                    <a:lnTo>
                      <a:pt x="300790" y="0"/>
                    </a:lnTo>
                    <a:lnTo>
                      <a:pt x="601579" y="0"/>
                    </a:lnTo>
                    <a:lnTo>
                      <a:pt x="902369" y="144379"/>
                    </a:lnTo>
                  </a:path>
                </a:pathLst>
              </a:custGeom>
              <a:noFill/>
              <a:ln w="28575">
                <a:solidFill>
                  <a:schemeClr val="tx1"/>
                </a:solidFill>
              </a:ln>
            </p:spPr>
            <p:txBody>
              <a:bodyPr vert="horz" wrap="none" lIns="91440" tIns="45720" rIns="91440" bIns="45720" numCol="1" rtlCol="0" anchor="ctr" anchorCtr="0" compatLnSpc="1">
                <a:prstTxWarp prst="textNoShape">
                  <a:avLst/>
                </a:prstTxWarp>
              </a:bodyPr>
              <a:lstStyle/>
              <a:p>
                <a:pPr algn="ctr" eaLnBrk="0" fontAlgn="base" hangingPunct="0">
                  <a:spcBef>
                    <a:spcPct val="0"/>
                  </a:spcBef>
                  <a:spcAft>
                    <a:spcPct val="0"/>
                  </a:spcAft>
                  <a:buClrTx/>
                </a:pPr>
                <a:endParaRPr lang="en-US" sz="1800" i="1">
                  <a:solidFill>
                    <a:schemeClr val="tx1"/>
                  </a:solidFill>
                  <a:latin typeface="Times New Roman" pitchFamily="18" charset="0"/>
                </a:endParaRPr>
              </a:p>
            </p:txBody>
          </p:sp>
        </p:grpSp>
        <p:grpSp>
          <p:nvGrpSpPr>
            <p:cNvPr id="28" name="Group 27"/>
            <p:cNvGrpSpPr/>
            <p:nvPr/>
          </p:nvGrpSpPr>
          <p:grpSpPr>
            <a:xfrm>
              <a:off x="1880609" y="5212810"/>
              <a:ext cx="609605" cy="463216"/>
              <a:chOff x="1975701" y="4584032"/>
              <a:chExt cx="1008131" cy="692902"/>
            </a:xfrm>
          </p:grpSpPr>
          <p:grpSp>
            <p:nvGrpSpPr>
              <p:cNvPr id="29" name="Group 28"/>
              <p:cNvGrpSpPr/>
              <p:nvPr/>
            </p:nvGrpSpPr>
            <p:grpSpPr>
              <a:xfrm>
                <a:off x="1975701" y="4584032"/>
                <a:ext cx="1008131" cy="692902"/>
                <a:chOff x="1676900" y="2090703"/>
                <a:chExt cx="6349500" cy="2366001"/>
              </a:xfrm>
            </p:grpSpPr>
            <p:sp>
              <p:nvSpPr>
                <p:cNvPr id="31" name="Line 5"/>
                <p:cNvSpPr>
                  <a:spLocks noChangeShapeType="1"/>
                </p:cNvSpPr>
                <p:nvPr/>
              </p:nvSpPr>
              <p:spPr bwMode="auto">
                <a:xfrm>
                  <a:off x="1676901" y="4456704"/>
                  <a:ext cx="6349499" cy="0"/>
                </a:xfrm>
                <a:prstGeom prst="line">
                  <a:avLst/>
                </a:prstGeom>
                <a:noFill/>
                <a:ln w="28575">
                  <a:solidFill>
                    <a:schemeClr val="tx1"/>
                  </a:solidFill>
                  <a:round/>
                  <a:headEnd type="none" w="med" len="med"/>
                  <a:tailEnd type="arrow" w="med" len="med"/>
                </a:ln>
                <a:extLst>
                  <a:ext uri="{909E8E84-426E-40DD-AFC4-6F175D3DCCD1}">
                    <a14:hiddenFill xmlns:a14="http://schemas.microsoft.com/office/drawing/2010/main">
                      <a:noFill/>
                    </a14:hiddenFill>
                  </a:ext>
                </a:extLst>
              </p:spPr>
              <p:txBody>
                <a:bodyPr wrap="none" anchor="ctr"/>
                <a:lstStyle/>
                <a:p>
                  <a:endParaRPr lang="en-US"/>
                </a:p>
              </p:txBody>
            </p:sp>
            <p:cxnSp>
              <p:nvCxnSpPr>
                <p:cNvPr id="32" name="Straight Arrow Connector 31"/>
                <p:cNvCxnSpPr>
                  <a:stCxn id="31" idx="0"/>
                </p:cNvCxnSpPr>
                <p:nvPr/>
              </p:nvCxnSpPr>
              <p:spPr bwMode="auto">
                <a:xfrm flipV="1">
                  <a:off x="1676900" y="2090703"/>
                  <a:ext cx="0" cy="2366000"/>
                </a:xfrm>
                <a:prstGeom prst="straightConnector1">
                  <a:avLst/>
                </a:prstGeom>
                <a:noFill/>
                <a:ln w="28575" cap="flat" cmpd="sng" algn="ctr">
                  <a:solidFill>
                    <a:schemeClr val="tx1"/>
                  </a:solidFill>
                  <a:prstDash val="solid"/>
                  <a:round/>
                  <a:headEnd type="none" w="med" len="med"/>
                  <a:tailEnd type="arrow"/>
                </a:ln>
                <a:effectLst/>
              </p:spPr>
            </p:cxnSp>
          </p:grpSp>
          <p:sp>
            <p:nvSpPr>
              <p:cNvPr id="30" name="Freeform 29"/>
              <p:cNvSpPr/>
              <p:nvPr/>
            </p:nvSpPr>
            <p:spPr>
              <a:xfrm>
                <a:off x="1985210" y="4824664"/>
                <a:ext cx="902369" cy="445168"/>
              </a:xfrm>
              <a:custGeom>
                <a:avLst/>
                <a:gdLst>
                  <a:gd name="connsiteX0" fmla="*/ 0 w 902369"/>
                  <a:gd name="connsiteY0" fmla="*/ 445168 h 445168"/>
                  <a:gd name="connsiteX1" fmla="*/ 96253 w 902369"/>
                  <a:gd name="connsiteY1" fmla="*/ 156410 h 445168"/>
                  <a:gd name="connsiteX2" fmla="*/ 300790 w 902369"/>
                  <a:gd name="connsiteY2" fmla="*/ 0 h 445168"/>
                  <a:gd name="connsiteX3" fmla="*/ 601579 w 902369"/>
                  <a:gd name="connsiteY3" fmla="*/ 0 h 445168"/>
                  <a:gd name="connsiteX4" fmla="*/ 902369 w 902369"/>
                  <a:gd name="connsiteY4" fmla="*/ 144379 h 445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369" h="445168">
                    <a:moveTo>
                      <a:pt x="0" y="445168"/>
                    </a:moveTo>
                    <a:lnTo>
                      <a:pt x="96253" y="156410"/>
                    </a:lnTo>
                    <a:lnTo>
                      <a:pt x="300790" y="0"/>
                    </a:lnTo>
                    <a:lnTo>
                      <a:pt x="601579" y="0"/>
                    </a:lnTo>
                    <a:lnTo>
                      <a:pt x="902369" y="144379"/>
                    </a:lnTo>
                  </a:path>
                </a:pathLst>
              </a:custGeom>
              <a:noFill/>
              <a:ln w="28575">
                <a:solidFill>
                  <a:schemeClr val="tx1"/>
                </a:solidFill>
              </a:ln>
            </p:spPr>
            <p:txBody>
              <a:bodyPr vert="horz" wrap="none" lIns="91440" tIns="45720" rIns="91440" bIns="45720" numCol="1" rtlCol="0" anchor="ctr" anchorCtr="0" compatLnSpc="1">
                <a:prstTxWarp prst="textNoShape">
                  <a:avLst/>
                </a:prstTxWarp>
              </a:bodyPr>
              <a:lstStyle/>
              <a:p>
                <a:pPr algn="ctr" eaLnBrk="0" fontAlgn="base" hangingPunct="0">
                  <a:spcBef>
                    <a:spcPct val="0"/>
                  </a:spcBef>
                  <a:spcAft>
                    <a:spcPct val="0"/>
                  </a:spcAft>
                  <a:buClrTx/>
                </a:pPr>
                <a:endParaRPr lang="en-US" sz="1800" i="1">
                  <a:solidFill>
                    <a:schemeClr val="tx1"/>
                  </a:solidFill>
                  <a:latin typeface="Times New Roman" pitchFamily="18" charset="0"/>
                </a:endParaRPr>
              </a:p>
            </p:txBody>
          </p:sp>
        </p:grpSp>
        <p:grpSp>
          <p:nvGrpSpPr>
            <p:cNvPr id="33" name="Group 32"/>
            <p:cNvGrpSpPr/>
            <p:nvPr/>
          </p:nvGrpSpPr>
          <p:grpSpPr>
            <a:xfrm>
              <a:off x="1872008" y="4356564"/>
              <a:ext cx="609605" cy="463216"/>
              <a:chOff x="1975701" y="4584032"/>
              <a:chExt cx="1008131" cy="692902"/>
            </a:xfrm>
          </p:grpSpPr>
          <p:grpSp>
            <p:nvGrpSpPr>
              <p:cNvPr id="34" name="Group 33"/>
              <p:cNvGrpSpPr/>
              <p:nvPr/>
            </p:nvGrpSpPr>
            <p:grpSpPr>
              <a:xfrm>
                <a:off x="1975701" y="4584032"/>
                <a:ext cx="1008131" cy="692902"/>
                <a:chOff x="1676900" y="2090703"/>
                <a:chExt cx="6349500" cy="2366001"/>
              </a:xfrm>
            </p:grpSpPr>
            <p:sp>
              <p:nvSpPr>
                <p:cNvPr id="36" name="Line 5"/>
                <p:cNvSpPr>
                  <a:spLocks noChangeShapeType="1"/>
                </p:cNvSpPr>
                <p:nvPr/>
              </p:nvSpPr>
              <p:spPr bwMode="auto">
                <a:xfrm>
                  <a:off x="1676901" y="4456704"/>
                  <a:ext cx="6349499" cy="0"/>
                </a:xfrm>
                <a:prstGeom prst="line">
                  <a:avLst/>
                </a:prstGeom>
                <a:noFill/>
                <a:ln w="28575">
                  <a:solidFill>
                    <a:schemeClr val="tx1"/>
                  </a:solidFill>
                  <a:round/>
                  <a:headEnd type="none" w="med" len="med"/>
                  <a:tailEnd type="arrow" w="med" len="med"/>
                </a:ln>
                <a:extLst>
                  <a:ext uri="{909E8E84-426E-40DD-AFC4-6F175D3DCCD1}">
                    <a14:hiddenFill xmlns:a14="http://schemas.microsoft.com/office/drawing/2010/main">
                      <a:noFill/>
                    </a14:hiddenFill>
                  </a:ext>
                </a:extLst>
              </p:spPr>
              <p:txBody>
                <a:bodyPr wrap="none" anchor="ctr"/>
                <a:lstStyle/>
                <a:p>
                  <a:endParaRPr lang="en-US"/>
                </a:p>
              </p:txBody>
            </p:sp>
            <p:cxnSp>
              <p:nvCxnSpPr>
                <p:cNvPr id="37" name="Straight Arrow Connector 36"/>
                <p:cNvCxnSpPr>
                  <a:stCxn id="36" idx="0"/>
                </p:cNvCxnSpPr>
                <p:nvPr/>
              </p:nvCxnSpPr>
              <p:spPr bwMode="auto">
                <a:xfrm flipV="1">
                  <a:off x="1676900" y="2090703"/>
                  <a:ext cx="0" cy="2366000"/>
                </a:xfrm>
                <a:prstGeom prst="straightConnector1">
                  <a:avLst/>
                </a:prstGeom>
                <a:noFill/>
                <a:ln w="28575" cap="flat" cmpd="sng" algn="ctr">
                  <a:solidFill>
                    <a:schemeClr val="tx1"/>
                  </a:solidFill>
                  <a:prstDash val="solid"/>
                  <a:round/>
                  <a:headEnd type="none" w="med" len="med"/>
                  <a:tailEnd type="arrow"/>
                </a:ln>
                <a:effectLst/>
              </p:spPr>
            </p:cxnSp>
          </p:grpSp>
          <p:sp>
            <p:nvSpPr>
              <p:cNvPr id="35" name="Freeform 34"/>
              <p:cNvSpPr/>
              <p:nvPr/>
            </p:nvSpPr>
            <p:spPr>
              <a:xfrm>
                <a:off x="1985210" y="4824664"/>
                <a:ext cx="902369" cy="445168"/>
              </a:xfrm>
              <a:custGeom>
                <a:avLst/>
                <a:gdLst>
                  <a:gd name="connsiteX0" fmla="*/ 0 w 902369"/>
                  <a:gd name="connsiteY0" fmla="*/ 445168 h 445168"/>
                  <a:gd name="connsiteX1" fmla="*/ 96253 w 902369"/>
                  <a:gd name="connsiteY1" fmla="*/ 156410 h 445168"/>
                  <a:gd name="connsiteX2" fmla="*/ 300790 w 902369"/>
                  <a:gd name="connsiteY2" fmla="*/ 0 h 445168"/>
                  <a:gd name="connsiteX3" fmla="*/ 601579 w 902369"/>
                  <a:gd name="connsiteY3" fmla="*/ 0 h 445168"/>
                  <a:gd name="connsiteX4" fmla="*/ 902369 w 902369"/>
                  <a:gd name="connsiteY4" fmla="*/ 144379 h 445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369" h="445168">
                    <a:moveTo>
                      <a:pt x="0" y="445168"/>
                    </a:moveTo>
                    <a:lnTo>
                      <a:pt x="96253" y="156410"/>
                    </a:lnTo>
                    <a:lnTo>
                      <a:pt x="300790" y="0"/>
                    </a:lnTo>
                    <a:lnTo>
                      <a:pt x="601579" y="0"/>
                    </a:lnTo>
                    <a:lnTo>
                      <a:pt x="902369" y="144379"/>
                    </a:lnTo>
                  </a:path>
                </a:pathLst>
              </a:custGeom>
              <a:noFill/>
              <a:ln w="28575">
                <a:solidFill>
                  <a:schemeClr val="tx1"/>
                </a:solidFill>
              </a:ln>
            </p:spPr>
            <p:txBody>
              <a:bodyPr vert="horz" wrap="none" lIns="91440" tIns="45720" rIns="91440" bIns="45720" numCol="1" rtlCol="0" anchor="ctr" anchorCtr="0" compatLnSpc="1">
                <a:prstTxWarp prst="textNoShape">
                  <a:avLst/>
                </a:prstTxWarp>
              </a:bodyPr>
              <a:lstStyle/>
              <a:p>
                <a:pPr algn="ctr" eaLnBrk="0" fontAlgn="base" hangingPunct="0">
                  <a:spcBef>
                    <a:spcPct val="0"/>
                  </a:spcBef>
                  <a:spcAft>
                    <a:spcPct val="0"/>
                  </a:spcAft>
                  <a:buClrTx/>
                </a:pPr>
                <a:endParaRPr lang="en-US" sz="1800" i="1">
                  <a:solidFill>
                    <a:schemeClr val="tx1"/>
                  </a:solidFill>
                  <a:latin typeface="Times New Roman" pitchFamily="18" charset="0"/>
                </a:endParaRPr>
              </a:p>
            </p:txBody>
          </p:sp>
        </p:grpSp>
        <p:grpSp>
          <p:nvGrpSpPr>
            <p:cNvPr id="38" name="Group 37"/>
            <p:cNvGrpSpPr/>
            <p:nvPr/>
          </p:nvGrpSpPr>
          <p:grpSpPr>
            <a:xfrm>
              <a:off x="1824176" y="1854460"/>
              <a:ext cx="609605" cy="463216"/>
              <a:chOff x="1975701" y="4584032"/>
              <a:chExt cx="1008131" cy="692902"/>
            </a:xfrm>
          </p:grpSpPr>
          <p:grpSp>
            <p:nvGrpSpPr>
              <p:cNvPr id="39" name="Group 38"/>
              <p:cNvGrpSpPr/>
              <p:nvPr/>
            </p:nvGrpSpPr>
            <p:grpSpPr>
              <a:xfrm>
                <a:off x="1975701" y="4584032"/>
                <a:ext cx="1008131" cy="692902"/>
                <a:chOff x="1676900" y="2090703"/>
                <a:chExt cx="6349500" cy="2366001"/>
              </a:xfrm>
            </p:grpSpPr>
            <p:sp>
              <p:nvSpPr>
                <p:cNvPr id="41" name="Line 5"/>
                <p:cNvSpPr>
                  <a:spLocks noChangeShapeType="1"/>
                </p:cNvSpPr>
                <p:nvPr/>
              </p:nvSpPr>
              <p:spPr bwMode="auto">
                <a:xfrm>
                  <a:off x="1676901" y="4456704"/>
                  <a:ext cx="6349499" cy="0"/>
                </a:xfrm>
                <a:prstGeom prst="line">
                  <a:avLst/>
                </a:prstGeom>
                <a:noFill/>
                <a:ln w="28575">
                  <a:solidFill>
                    <a:schemeClr val="tx1"/>
                  </a:solidFill>
                  <a:round/>
                  <a:headEnd type="none" w="med" len="med"/>
                  <a:tailEnd type="arrow" w="med" len="med"/>
                </a:ln>
                <a:extLst>
                  <a:ext uri="{909E8E84-426E-40DD-AFC4-6F175D3DCCD1}">
                    <a14:hiddenFill xmlns:a14="http://schemas.microsoft.com/office/drawing/2010/main">
                      <a:noFill/>
                    </a14:hiddenFill>
                  </a:ext>
                </a:extLst>
              </p:spPr>
              <p:txBody>
                <a:bodyPr wrap="none" anchor="ctr"/>
                <a:lstStyle/>
                <a:p>
                  <a:endParaRPr lang="en-US"/>
                </a:p>
              </p:txBody>
            </p:sp>
            <p:cxnSp>
              <p:nvCxnSpPr>
                <p:cNvPr id="42" name="Straight Arrow Connector 41"/>
                <p:cNvCxnSpPr>
                  <a:stCxn id="41" idx="0"/>
                </p:cNvCxnSpPr>
                <p:nvPr/>
              </p:nvCxnSpPr>
              <p:spPr bwMode="auto">
                <a:xfrm flipV="1">
                  <a:off x="1676900" y="2090703"/>
                  <a:ext cx="0" cy="2366000"/>
                </a:xfrm>
                <a:prstGeom prst="straightConnector1">
                  <a:avLst/>
                </a:prstGeom>
                <a:noFill/>
                <a:ln w="28575" cap="flat" cmpd="sng" algn="ctr">
                  <a:solidFill>
                    <a:schemeClr val="tx1"/>
                  </a:solidFill>
                  <a:prstDash val="solid"/>
                  <a:round/>
                  <a:headEnd type="none" w="med" len="med"/>
                  <a:tailEnd type="arrow"/>
                </a:ln>
                <a:effectLst/>
              </p:spPr>
            </p:cxnSp>
          </p:grpSp>
          <p:sp>
            <p:nvSpPr>
              <p:cNvPr id="40" name="Freeform 39"/>
              <p:cNvSpPr/>
              <p:nvPr/>
            </p:nvSpPr>
            <p:spPr>
              <a:xfrm>
                <a:off x="1985210" y="4824664"/>
                <a:ext cx="902369" cy="445168"/>
              </a:xfrm>
              <a:custGeom>
                <a:avLst/>
                <a:gdLst>
                  <a:gd name="connsiteX0" fmla="*/ 0 w 902369"/>
                  <a:gd name="connsiteY0" fmla="*/ 445168 h 445168"/>
                  <a:gd name="connsiteX1" fmla="*/ 96253 w 902369"/>
                  <a:gd name="connsiteY1" fmla="*/ 156410 h 445168"/>
                  <a:gd name="connsiteX2" fmla="*/ 300790 w 902369"/>
                  <a:gd name="connsiteY2" fmla="*/ 0 h 445168"/>
                  <a:gd name="connsiteX3" fmla="*/ 601579 w 902369"/>
                  <a:gd name="connsiteY3" fmla="*/ 0 h 445168"/>
                  <a:gd name="connsiteX4" fmla="*/ 902369 w 902369"/>
                  <a:gd name="connsiteY4" fmla="*/ 144379 h 445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369" h="445168">
                    <a:moveTo>
                      <a:pt x="0" y="445168"/>
                    </a:moveTo>
                    <a:lnTo>
                      <a:pt x="96253" y="156410"/>
                    </a:lnTo>
                    <a:lnTo>
                      <a:pt x="300790" y="0"/>
                    </a:lnTo>
                    <a:lnTo>
                      <a:pt x="601579" y="0"/>
                    </a:lnTo>
                    <a:lnTo>
                      <a:pt x="902369" y="144379"/>
                    </a:lnTo>
                  </a:path>
                </a:pathLst>
              </a:custGeom>
              <a:noFill/>
              <a:ln w="28575">
                <a:solidFill>
                  <a:schemeClr val="tx1"/>
                </a:solidFill>
              </a:ln>
            </p:spPr>
            <p:txBody>
              <a:bodyPr vert="horz" wrap="none" lIns="91440" tIns="45720" rIns="91440" bIns="45720" numCol="1" rtlCol="0" anchor="ctr" anchorCtr="0" compatLnSpc="1">
                <a:prstTxWarp prst="textNoShape">
                  <a:avLst/>
                </a:prstTxWarp>
              </a:bodyPr>
              <a:lstStyle/>
              <a:p>
                <a:pPr algn="ctr" eaLnBrk="0" fontAlgn="base" hangingPunct="0">
                  <a:spcBef>
                    <a:spcPct val="0"/>
                  </a:spcBef>
                  <a:spcAft>
                    <a:spcPct val="0"/>
                  </a:spcAft>
                  <a:buClrTx/>
                </a:pPr>
                <a:endParaRPr lang="en-US" sz="1800" i="1">
                  <a:solidFill>
                    <a:schemeClr val="tx1"/>
                  </a:solidFill>
                  <a:latin typeface="Times New Roman" pitchFamily="18" charset="0"/>
                </a:endParaRPr>
              </a:p>
            </p:txBody>
          </p:sp>
        </p:grpSp>
        <p:grpSp>
          <p:nvGrpSpPr>
            <p:cNvPr id="43" name="Group 42"/>
            <p:cNvGrpSpPr/>
            <p:nvPr/>
          </p:nvGrpSpPr>
          <p:grpSpPr>
            <a:xfrm>
              <a:off x="1863407" y="2781763"/>
              <a:ext cx="609605" cy="463216"/>
              <a:chOff x="1975701" y="4584032"/>
              <a:chExt cx="1008131" cy="692902"/>
            </a:xfrm>
          </p:grpSpPr>
          <p:grpSp>
            <p:nvGrpSpPr>
              <p:cNvPr id="44" name="Group 43"/>
              <p:cNvGrpSpPr/>
              <p:nvPr/>
            </p:nvGrpSpPr>
            <p:grpSpPr>
              <a:xfrm>
                <a:off x="1975701" y="4584032"/>
                <a:ext cx="1008131" cy="692902"/>
                <a:chOff x="1676900" y="2090703"/>
                <a:chExt cx="6349500" cy="2366001"/>
              </a:xfrm>
            </p:grpSpPr>
            <p:sp>
              <p:nvSpPr>
                <p:cNvPr id="46" name="Line 5"/>
                <p:cNvSpPr>
                  <a:spLocks noChangeShapeType="1"/>
                </p:cNvSpPr>
                <p:nvPr/>
              </p:nvSpPr>
              <p:spPr bwMode="auto">
                <a:xfrm>
                  <a:off x="1676901" y="4456704"/>
                  <a:ext cx="6349499" cy="0"/>
                </a:xfrm>
                <a:prstGeom prst="line">
                  <a:avLst/>
                </a:prstGeom>
                <a:noFill/>
                <a:ln w="28575">
                  <a:solidFill>
                    <a:schemeClr val="tx1"/>
                  </a:solidFill>
                  <a:round/>
                  <a:headEnd type="none" w="med" len="med"/>
                  <a:tailEnd type="arrow" w="med" len="med"/>
                </a:ln>
                <a:extLst>
                  <a:ext uri="{909E8E84-426E-40DD-AFC4-6F175D3DCCD1}">
                    <a14:hiddenFill xmlns:a14="http://schemas.microsoft.com/office/drawing/2010/main">
                      <a:noFill/>
                    </a14:hiddenFill>
                  </a:ext>
                </a:extLst>
              </p:spPr>
              <p:txBody>
                <a:bodyPr wrap="none" anchor="ctr"/>
                <a:lstStyle/>
                <a:p>
                  <a:endParaRPr lang="en-US"/>
                </a:p>
              </p:txBody>
            </p:sp>
            <p:cxnSp>
              <p:nvCxnSpPr>
                <p:cNvPr id="47" name="Straight Arrow Connector 46"/>
                <p:cNvCxnSpPr>
                  <a:stCxn id="46" idx="0"/>
                </p:cNvCxnSpPr>
                <p:nvPr/>
              </p:nvCxnSpPr>
              <p:spPr bwMode="auto">
                <a:xfrm flipV="1">
                  <a:off x="1676900" y="2090703"/>
                  <a:ext cx="0" cy="2366000"/>
                </a:xfrm>
                <a:prstGeom prst="straightConnector1">
                  <a:avLst/>
                </a:prstGeom>
                <a:noFill/>
                <a:ln w="28575" cap="flat" cmpd="sng" algn="ctr">
                  <a:solidFill>
                    <a:schemeClr val="tx1"/>
                  </a:solidFill>
                  <a:prstDash val="solid"/>
                  <a:round/>
                  <a:headEnd type="none" w="med" len="med"/>
                  <a:tailEnd type="arrow"/>
                </a:ln>
                <a:effectLst/>
              </p:spPr>
            </p:cxnSp>
          </p:grpSp>
          <p:sp>
            <p:nvSpPr>
              <p:cNvPr id="45" name="Freeform 44"/>
              <p:cNvSpPr/>
              <p:nvPr/>
            </p:nvSpPr>
            <p:spPr>
              <a:xfrm>
                <a:off x="1985210" y="4824664"/>
                <a:ext cx="902369" cy="445168"/>
              </a:xfrm>
              <a:custGeom>
                <a:avLst/>
                <a:gdLst>
                  <a:gd name="connsiteX0" fmla="*/ 0 w 902369"/>
                  <a:gd name="connsiteY0" fmla="*/ 445168 h 445168"/>
                  <a:gd name="connsiteX1" fmla="*/ 96253 w 902369"/>
                  <a:gd name="connsiteY1" fmla="*/ 156410 h 445168"/>
                  <a:gd name="connsiteX2" fmla="*/ 300790 w 902369"/>
                  <a:gd name="connsiteY2" fmla="*/ 0 h 445168"/>
                  <a:gd name="connsiteX3" fmla="*/ 601579 w 902369"/>
                  <a:gd name="connsiteY3" fmla="*/ 0 h 445168"/>
                  <a:gd name="connsiteX4" fmla="*/ 902369 w 902369"/>
                  <a:gd name="connsiteY4" fmla="*/ 144379 h 445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369" h="445168">
                    <a:moveTo>
                      <a:pt x="0" y="445168"/>
                    </a:moveTo>
                    <a:lnTo>
                      <a:pt x="96253" y="156410"/>
                    </a:lnTo>
                    <a:lnTo>
                      <a:pt x="300790" y="0"/>
                    </a:lnTo>
                    <a:lnTo>
                      <a:pt x="601579" y="0"/>
                    </a:lnTo>
                    <a:lnTo>
                      <a:pt x="902369" y="144379"/>
                    </a:lnTo>
                  </a:path>
                </a:pathLst>
              </a:custGeom>
              <a:noFill/>
              <a:ln w="28575">
                <a:solidFill>
                  <a:schemeClr val="tx1"/>
                </a:solidFill>
              </a:ln>
            </p:spPr>
            <p:txBody>
              <a:bodyPr vert="horz" wrap="none" lIns="91440" tIns="45720" rIns="91440" bIns="45720" numCol="1" rtlCol="0" anchor="ctr" anchorCtr="0" compatLnSpc="1">
                <a:prstTxWarp prst="textNoShape">
                  <a:avLst/>
                </a:prstTxWarp>
              </a:bodyPr>
              <a:lstStyle/>
              <a:p>
                <a:pPr algn="ctr" eaLnBrk="0" fontAlgn="base" hangingPunct="0">
                  <a:spcBef>
                    <a:spcPct val="0"/>
                  </a:spcBef>
                  <a:spcAft>
                    <a:spcPct val="0"/>
                  </a:spcAft>
                  <a:buClrTx/>
                </a:pPr>
                <a:endParaRPr lang="en-US" sz="1800" i="1">
                  <a:solidFill>
                    <a:schemeClr val="tx1"/>
                  </a:solidFill>
                  <a:latin typeface="Times New Roman" pitchFamily="18" charset="0"/>
                </a:endParaRPr>
              </a:p>
            </p:txBody>
          </p:sp>
        </p:grpSp>
      </p:grpSp>
      <p:sp>
        <p:nvSpPr>
          <p:cNvPr id="2" name="Footer Placeholder 1"/>
          <p:cNvSpPr>
            <a:spLocks noGrp="1"/>
          </p:cNvSpPr>
          <p:nvPr>
            <p:ph type="ftr" sz="quarter" idx="11"/>
          </p:nvPr>
        </p:nvSpPr>
        <p:spPr/>
        <p:txBody>
          <a:bodyPr/>
          <a:lstStyle/>
          <a:p>
            <a:pPr>
              <a:defRPr/>
            </a:pPr>
            <a:r>
              <a:rPr lang="en-US"/>
              <a:t>© 2019 W.B. Powell</a:t>
            </a:r>
          </a:p>
        </p:txBody>
      </p:sp>
    </p:spTree>
    <p:extLst>
      <p:ext uri="{BB962C8B-B14F-4D97-AF65-F5344CB8AC3E}">
        <p14:creationId xmlns:p14="http://schemas.microsoft.com/office/powerpoint/2010/main" val="1613982255"/>
      </p:ext>
    </p:extLst>
  </p:cSld>
  <p:clrMapOvr>
    <a:masterClrMapping/>
  </p:clrMapOvr>
  <p:transition spd="slow">
    <p:wipe/>
  </p:transition>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6" name="Slide Number Placeholder 5"/>
          <p:cNvSpPr txBox="1">
            <a:spLocks noGrp="1"/>
          </p:cNvSpPr>
          <p:nvPr/>
        </p:nvSpPr>
        <p:spPr bwMode="auto">
          <a:xfrm>
            <a:off x="8077200" y="6534150"/>
            <a:ext cx="19050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i="1">
                <a:solidFill>
                  <a:schemeClr val="tx1"/>
                </a:solidFill>
                <a:latin typeface="Times New Roman" pitchFamily="18" charset="0"/>
              </a:defRPr>
            </a:lvl1pPr>
            <a:lvl2pPr marL="742950" indent="-285750">
              <a:defRPr i="1">
                <a:solidFill>
                  <a:schemeClr val="tx1"/>
                </a:solidFill>
                <a:latin typeface="Times New Roman" pitchFamily="18" charset="0"/>
              </a:defRPr>
            </a:lvl2pPr>
            <a:lvl3pPr marL="1143000" indent="-228600">
              <a:defRPr i="1">
                <a:solidFill>
                  <a:schemeClr val="tx1"/>
                </a:solidFill>
                <a:latin typeface="Times New Roman" pitchFamily="18" charset="0"/>
              </a:defRPr>
            </a:lvl3pPr>
            <a:lvl4pPr marL="1600200" indent="-228600">
              <a:defRPr i="1">
                <a:solidFill>
                  <a:schemeClr val="tx1"/>
                </a:solidFill>
                <a:latin typeface="Times New Roman" pitchFamily="18" charset="0"/>
              </a:defRPr>
            </a:lvl4pPr>
            <a:lvl5pPr marL="2057400" indent="-228600">
              <a:defRPr i="1">
                <a:solidFill>
                  <a:schemeClr val="tx1"/>
                </a:solidFill>
                <a:latin typeface="Times New Roman" pitchFamily="18" charset="0"/>
              </a:defRPr>
            </a:lvl5pPr>
            <a:lvl6pPr marL="2514600" indent="-228600" algn="ctr" eaLnBrk="0" fontAlgn="base" hangingPunct="0">
              <a:spcBef>
                <a:spcPct val="0"/>
              </a:spcBef>
              <a:spcAft>
                <a:spcPct val="0"/>
              </a:spcAft>
              <a:defRPr i="1">
                <a:solidFill>
                  <a:schemeClr val="tx1"/>
                </a:solidFill>
                <a:latin typeface="Times New Roman" pitchFamily="18" charset="0"/>
              </a:defRPr>
            </a:lvl6pPr>
            <a:lvl7pPr marL="2971800" indent="-228600" algn="ctr" eaLnBrk="0" fontAlgn="base" hangingPunct="0">
              <a:spcBef>
                <a:spcPct val="0"/>
              </a:spcBef>
              <a:spcAft>
                <a:spcPct val="0"/>
              </a:spcAft>
              <a:defRPr i="1">
                <a:solidFill>
                  <a:schemeClr val="tx1"/>
                </a:solidFill>
                <a:latin typeface="Times New Roman" pitchFamily="18" charset="0"/>
              </a:defRPr>
            </a:lvl7pPr>
            <a:lvl8pPr marL="3429000" indent="-228600" algn="ctr" eaLnBrk="0" fontAlgn="base" hangingPunct="0">
              <a:spcBef>
                <a:spcPct val="0"/>
              </a:spcBef>
              <a:spcAft>
                <a:spcPct val="0"/>
              </a:spcAft>
              <a:defRPr i="1">
                <a:solidFill>
                  <a:schemeClr val="tx1"/>
                </a:solidFill>
                <a:latin typeface="Times New Roman" pitchFamily="18" charset="0"/>
              </a:defRPr>
            </a:lvl8pPr>
            <a:lvl9pPr marL="3886200" indent="-228600" algn="ctr" eaLnBrk="0" fontAlgn="base" hangingPunct="0">
              <a:spcBef>
                <a:spcPct val="0"/>
              </a:spcBef>
              <a:spcAft>
                <a:spcPct val="0"/>
              </a:spcAft>
              <a:defRPr i="1">
                <a:solidFill>
                  <a:schemeClr val="tx1"/>
                </a:solidFill>
                <a:latin typeface="Times New Roman" pitchFamily="18" charset="0"/>
              </a:defRPr>
            </a:lvl9pPr>
          </a:lstStyle>
          <a:p>
            <a:pPr algn="r"/>
            <a:r>
              <a:rPr lang="en-US" i="0"/>
              <a:t>Slide </a:t>
            </a:r>
            <a:fld id="{8F4EE4E5-EFEB-4A91-BD89-ABD4C1EDAC7B}" type="slidenum">
              <a:rPr lang="en-US" i="0"/>
              <a:pPr algn="r"/>
              <a:t>182</a:t>
            </a:fld>
            <a:endParaRPr lang="en-US" i="0"/>
          </a:p>
        </p:txBody>
      </p:sp>
      <p:sp>
        <p:nvSpPr>
          <p:cNvPr id="8197" name="Rectangle 2"/>
          <p:cNvSpPr>
            <a:spLocks noGrp="1" noChangeArrowheads="1"/>
          </p:cNvSpPr>
          <p:nvPr>
            <p:ph type="title" idx="4294967295"/>
          </p:nvPr>
        </p:nvSpPr>
        <p:spPr/>
        <p:txBody>
          <a:bodyPr/>
          <a:lstStyle/>
          <a:p>
            <a:r>
              <a:rPr lang="en-US" sz="3200" dirty="0">
                <a:latin typeface="Oswald" panose="00000500000000000000" pitchFamily="2" charset="0"/>
              </a:rPr>
              <a:t>Grid level energy storage</a:t>
            </a:r>
            <a:endParaRPr lang="en-US" sz="3200" dirty="0"/>
          </a:p>
        </p:txBody>
      </p:sp>
      <p:pic>
        <p:nvPicPr>
          <p:cNvPr id="8198" name="Picture 5"/>
          <p:cNvPicPr>
            <a:picLocks noChangeAspect="1" noChangeArrowheads="1"/>
          </p:cNvPicPr>
          <p:nvPr/>
        </p:nvPicPr>
        <p:blipFill>
          <a:blip r:embed="rId3">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2428876" y="1601788"/>
            <a:ext cx="709613" cy="5073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lgn="ctr">
                <a:solidFill>
                  <a:srgbClr val="000000"/>
                </a:solidFill>
                <a:miter lim="800000"/>
                <a:headEnd/>
                <a:tailEnd/>
              </a14:hiddenLine>
            </a:ext>
          </a:extLst>
        </p:spPr>
      </p:pic>
      <p:sp>
        <p:nvSpPr>
          <p:cNvPr id="8199" name="Text Box 7"/>
          <p:cNvSpPr txBox="1">
            <a:spLocks noChangeArrowheads="1"/>
          </p:cNvSpPr>
          <p:nvPr/>
        </p:nvSpPr>
        <p:spPr bwMode="auto">
          <a:xfrm>
            <a:off x="2266148" y="1079501"/>
            <a:ext cx="78418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lgn="ctr">
                <a:solidFill>
                  <a:srgbClr val="000000"/>
                </a:solidFill>
                <a:miter lim="800000"/>
                <a:headEnd/>
                <a:tailEnd/>
              </a14:hiddenLine>
            </a:ext>
          </a:extLst>
        </p:spPr>
        <p:txBody>
          <a:bodyPr wrap="none">
            <a:spAutoFit/>
          </a:bodyPr>
          <a:lstStyle>
            <a:lvl1pPr>
              <a:defRPr i="1">
                <a:solidFill>
                  <a:schemeClr val="tx1"/>
                </a:solidFill>
                <a:latin typeface="Times New Roman" pitchFamily="18" charset="0"/>
              </a:defRPr>
            </a:lvl1pPr>
            <a:lvl2pPr marL="742950" indent="-285750">
              <a:defRPr i="1">
                <a:solidFill>
                  <a:schemeClr val="tx1"/>
                </a:solidFill>
                <a:latin typeface="Times New Roman" pitchFamily="18" charset="0"/>
              </a:defRPr>
            </a:lvl2pPr>
            <a:lvl3pPr marL="1143000" indent="-228600">
              <a:defRPr i="1">
                <a:solidFill>
                  <a:schemeClr val="tx1"/>
                </a:solidFill>
                <a:latin typeface="Times New Roman" pitchFamily="18" charset="0"/>
              </a:defRPr>
            </a:lvl3pPr>
            <a:lvl4pPr marL="1600200" indent="-228600">
              <a:defRPr i="1">
                <a:solidFill>
                  <a:schemeClr val="tx1"/>
                </a:solidFill>
                <a:latin typeface="Times New Roman" pitchFamily="18" charset="0"/>
              </a:defRPr>
            </a:lvl4pPr>
            <a:lvl5pPr marL="2057400" indent="-228600">
              <a:defRPr i="1">
                <a:solidFill>
                  <a:schemeClr val="tx1"/>
                </a:solidFill>
                <a:latin typeface="Times New Roman" pitchFamily="18" charset="0"/>
              </a:defRPr>
            </a:lvl5pPr>
            <a:lvl6pPr marL="2514600" indent="-228600" algn="ctr" eaLnBrk="0" fontAlgn="base" hangingPunct="0">
              <a:spcBef>
                <a:spcPct val="0"/>
              </a:spcBef>
              <a:spcAft>
                <a:spcPct val="0"/>
              </a:spcAft>
              <a:defRPr i="1">
                <a:solidFill>
                  <a:schemeClr val="tx1"/>
                </a:solidFill>
                <a:latin typeface="Times New Roman" pitchFamily="18" charset="0"/>
              </a:defRPr>
            </a:lvl6pPr>
            <a:lvl7pPr marL="2971800" indent="-228600" algn="ctr" eaLnBrk="0" fontAlgn="base" hangingPunct="0">
              <a:spcBef>
                <a:spcPct val="0"/>
              </a:spcBef>
              <a:spcAft>
                <a:spcPct val="0"/>
              </a:spcAft>
              <a:defRPr i="1">
                <a:solidFill>
                  <a:schemeClr val="tx1"/>
                </a:solidFill>
                <a:latin typeface="Times New Roman" pitchFamily="18" charset="0"/>
              </a:defRPr>
            </a:lvl7pPr>
            <a:lvl8pPr marL="3429000" indent="-228600" algn="ctr" eaLnBrk="0" fontAlgn="base" hangingPunct="0">
              <a:spcBef>
                <a:spcPct val="0"/>
              </a:spcBef>
              <a:spcAft>
                <a:spcPct val="0"/>
              </a:spcAft>
              <a:defRPr i="1">
                <a:solidFill>
                  <a:schemeClr val="tx1"/>
                </a:solidFill>
                <a:latin typeface="Times New Roman" pitchFamily="18" charset="0"/>
              </a:defRPr>
            </a:lvl8pPr>
            <a:lvl9pPr marL="3886200" indent="-228600" algn="ctr" eaLnBrk="0" fontAlgn="base" hangingPunct="0">
              <a:spcBef>
                <a:spcPct val="0"/>
              </a:spcBef>
              <a:spcAft>
                <a:spcPct val="0"/>
              </a:spcAft>
              <a:defRPr i="1">
                <a:solidFill>
                  <a:schemeClr val="tx1"/>
                </a:solidFill>
                <a:latin typeface="Times New Roman" pitchFamily="18" charset="0"/>
              </a:defRPr>
            </a:lvl9pPr>
          </a:lstStyle>
          <a:p>
            <a:r>
              <a:rPr lang="en-US" i="0" dirty="0"/>
              <a:t>Monday</a:t>
            </a:r>
          </a:p>
        </p:txBody>
      </p:sp>
      <mc:AlternateContent xmlns:mc="http://schemas.openxmlformats.org/markup-compatibility/2006" xmlns:a14="http://schemas.microsoft.com/office/drawing/2010/main">
        <mc:Choice Requires="a14">
          <p:sp>
            <p:nvSpPr>
              <p:cNvPr id="3994637" name="Object 13"/>
              <p:cNvSpPr txBox="1"/>
              <p:nvPr/>
            </p:nvSpPr>
            <p:spPr bwMode="auto">
              <a:xfrm>
                <a:off x="9357697" y="3638717"/>
                <a:ext cx="812800" cy="406400"/>
              </a:xfrm>
              <a:prstGeom prst="rect">
                <a:avLst/>
              </a:prstGeom>
              <a:noFill/>
              <a:ln>
                <a:noFill/>
              </a:ln>
              <a:effectLst/>
            </p:spPr>
            <p:txBody>
              <a:bodyPr>
                <a:normAutofit/>
              </a:bodyPr>
              <a:lstStyle/>
              <a:p>
                <a:pPr/>
                <a14:m>
                  <m:oMathPara xmlns:m="http://schemas.openxmlformats.org/officeDocument/2006/math">
                    <m:oMathParaPr>
                      <m:jc m:val="left"/>
                    </m:oMathParaPr>
                    <m:oMath>
                      <m:r>
                        <a:rPr lang="en-US" i="1">
                          <a:latin typeface="Cambria Math" panose="02040503050406030204" pitchFamily="18" charset="0"/>
                        </a:rPr>
                        <m:t>…</m:t>
                      </m:r>
                    </m:oMath>
                  </m:oMathPara>
                </a14:m>
                <a:endParaRPr lang="en-US"/>
              </a:p>
            </p:txBody>
          </p:sp>
        </mc:Choice>
        <mc:Fallback xmlns="">
          <p:sp>
            <p:nvSpPr>
              <p:cNvPr id="3994637" name="Object 13"/>
              <p:cNvSpPr txBox="1">
                <a:spLocks noRot="1" noChangeAspect="1" noMove="1" noResize="1" noEditPoints="1" noAdjustHandles="1" noChangeArrowheads="1" noChangeShapeType="1" noTextEdit="1"/>
              </p:cNvSpPr>
              <p:nvPr/>
            </p:nvSpPr>
            <p:spPr bwMode="auto">
              <a:xfrm>
                <a:off x="9357697" y="3638717"/>
                <a:ext cx="812800" cy="406400"/>
              </a:xfrm>
              <a:prstGeom prst="rect">
                <a:avLst/>
              </a:prstGeom>
              <a:blipFill>
                <a:blip r:embed="rId4"/>
                <a:stretch>
                  <a:fillRect/>
                </a:stretch>
              </a:blipFill>
              <a:ln>
                <a:noFill/>
              </a:ln>
              <a:effectLst/>
            </p:spPr>
            <p:txBody>
              <a:bodyPr/>
              <a:lstStyle/>
              <a:p>
                <a:r>
                  <a:rPr lang="en-US">
                    <a:noFill/>
                  </a:rPr>
                  <a:t> </a:t>
                </a:r>
              </a:p>
            </p:txBody>
          </p:sp>
        </mc:Fallback>
      </mc:AlternateContent>
      <p:sp>
        <p:nvSpPr>
          <p:cNvPr id="8200" name="Text Box 14"/>
          <p:cNvSpPr txBox="1">
            <a:spLocks noChangeArrowheads="1"/>
          </p:cNvSpPr>
          <p:nvPr/>
        </p:nvSpPr>
        <p:spPr bwMode="auto">
          <a:xfrm>
            <a:off x="1647171" y="1333501"/>
            <a:ext cx="58381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lgn="ctr">
                <a:solidFill>
                  <a:srgbClr val="000000"/>
                </a:solidFill>
                <a:miter lim="800000"/>
                <a:headEnd/>
                <a:tailEnd/>
              </a14:hiddenLine>
            </a:ext>
          </a:extLst>
        </p:spPr>
        <p:txBody>
          <a:bodyPr wrap="none">
            <a:spAutoFit/>
          </a:bodyPr>
          <a:lstStyle>
            <a:lvl1pPr>
              <a:defRPr i="1">
                <a:solidFill>
                  <a:schemeClr val="tx1"/>
                </a:solidFill>
                <a:latin typeface="Times New Roman" pitchFamily="18" charset="0"/>
              </a:defRPr>
            </a:lvl1pPr>
            <a:lvl2pPr marL="742950" indent="-285750">
              <a:defRPr i="1">
                <a:solidFill>
                  <a:schemeClr val="tx1"/>
                </a:solidFill>
                <a:latin typeface="Times New Roman" pitchFamily="18" charset="0"/>
              </a:defRPr>
            </a:lvl2pPr>
            <a:lvl3pPr marL="1143000" indent="-228600">
              <a:defRPr i="1">
                <a:solidFill>
                  <a:schemeClr val="tx1"/>
                </a:solidFill>
                <a:latin typeface="Times New Roman" pitchFamily="18" charset="0"/>
              </a:defRPr>
            </a:lvl3pPr>
            <a:lvl4pPr marL="1600200" indent="-228600">
              <a:defRPr i="1">
                <a:solidFill>
                  <a:schemeClr val="tx1"/>
                </a:solidFill>
                <a:latin typeface="Times New Roman" pitchFamily="18" charset="0"/>
              </a:defRPr>
            </a:lvl4pPr>
            <a:lvl5pPr marL="2057400" indent="-228600">
              <a:defRPr i="1">
                <a:solidFill>
                  <a:schemeClr val="tx1"/>
                </a:solidFill>
                <a:latin typeface="Times New Roman" pitchFamily="18" charset="0"/>
              </a:defRPr>
            </a:lvl5pPr>
            <a:lvl6pPr marL="2514600" indent="-228600" algn="ctr" eaLnBrk="0" fontAlgn="base" hangingPunct="0">
              <a:spcBef>
                <a:spcPct val="0"/>
              </a:spcBef>
              <a:spcAft>
                <a:spcPct val="0"/>
              </a:spcAft>
              <a:defRPr i="1">
                <a:solidFill>
                  <a:schemeClr val="tx1"/>
                </a:solidFill>
                <a:latin typeface="Times New Roman" pitchFamily="18" charset="0"/>
              </a:defRPr>
            </a:lvl6pPr>
            <a:lvl7pPr marL="2971800" indent="-228600" algn="ctr" eaLnBrk="0" fontAlgn="base" hangingPunct="0">
              <a:spcBef>
                <a:spcPct val="0"/>
              </a:spcBef>
              <a:spcAft>
                <a:spcPct val="0"/>
              </a:spcAft>
              <a:defRPr i="1">
                <a:solidFill>
                  <a:schemeClr val="tx1"/>
                </a:solidFill>
                <a:latin typeface="Times New Roman" pitchFamily="18" charset="0"/>
              </a:defRPr>
            </a:lvl7pPr>
            <a:lvl8pPr marL="3429000" indent="-228600" algn="ctr" eaLnBrk="0" fontAlgn="base" hangingPunct="0">
              <a:spcBef>
                <a:spcPct val="0"/>
              </a:spcBef>
              <a:spcAft>
                <a:spcPct val="0"/>
              </a:spcAft>
              <a:defRPr i="1">
                <a:solidFill>
                  <a:schemeClr val="tx1"/>
                </a:solidFill>
                <a:latin typeface="Times New Roman" pitchFamily="18" charset="0"/>
              </a:defRPr>
            </a:lvl8pPr>
            <a:lvl9pPr marL="3886200" indent="-228600" algn="ctr" eaLnBrk="0" fontAlgn="base" hangingPunct="0">
              <a:spcBef>
                <a:spcPct val="0"/>
              </a:spcBef>
              <a:spcAft>
                <a:spcPct val="0"/>
              </a:spcAft>
              <a:defRPr i="1">
                <a:solidFill>
                  <a:schemeClr val="tx1"/>
                </a:solidFill>
                <a:latin typeface="Times New Roman" pitchFamily="18" charset="0"/>
              </a:defRPr>
            </a:lvl9pPr>
          </a:lstStyle>
          <a:p>
            <a:r>
              <a:rPr lang="en-US" b="1" i="0" dirty="0"/>
              <a:t>Time</a:t>
            </a:r>
          </a:p>
        </p:txBody>
      </p:sp>
      <p:sp>
        <p:nvSpPr>
          <p:cNvPr id="8201" name="Text Box 15"/>
          <p:cNvSpPr txBox="1">
            <a:spLocks noChangeArrowheads="1"/>
          </p:cNvSpPr>
          <p:nvPr/>
        </p:nvSpPr>
        <p:spPr bwMode="auto">
          <a:xfrm>
            <a:off x="2498566" y="1347789"/>
            <a:ext cx="42351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lgn="ctr">
                <a:solidFill>
                  <a:srgbClr val="000000"/>
                </a:solidFill>
                <a:miter lim="800000"/>
                <a:headEnd/>
                <a:tailEnd/>
              </a14:hiddenLine>
            </a:ext>
          </a:extLst>
        </p:spPr>
        <p:txBody>
          <a:bodyPr wrap="none">
            <a:spAutoFit/>
          </a:bodyPr>
          <a:lstStyle>
            <a:lvl1pPr>
              <a:defRPr i="1">
                <a:solidFill>
                  <a:schemeClr val="tx1"/>
                </a:solidFill>
                <a:latin typeface="Times New Roman" pitchFamily="18" charset="0"/>
              </a:defRPr>
            </a:lvl1pPr>
            <a:lvl2pPr marL="742950" indent="-285750">
              <a:defRPr i="1">
                <a:solidFill>
                  <a:schemeClr val="tx1"/>
                </a:solidFill>
                <a:latin typeface="Times New Roman" pitchFamily="18" charset="0"/>
              </a:defRPr>
            </a:lvl2pPr>
            <a:lvl3pPr marL="1143000" indent="-228600">
              <a:defRPr i="1">
                <a:solidFill>
                  <a:schemeClr val="tx1"/>
                </a:solidFill>
                <a:latin typeface="Times New Roman" pitchFamily="18" charset="0"/>
              </a:defRPr>
            </a:lvl3pPr>
            <a:lvl4pPr marL="1600200" indent="-228600">
              <a:defRPr i="1">
                <a:solidFill>
                  <a:schemeClr val="tx1"/>
                </a:solidFill>
                <a:latin typeface="Times New Roman" pitchFamily="18" charset="0"/>
              </a:defRPr>
            </a:lvl4pPr>
            <a:lvl5pPr marL="2057400" indent="-228600">
              <a:defRPr i="1">
                <a:solidFill>
                  <a:schemeClr val="tx1"/>
                </a:solidFill>
                <a:latin typeface="Times New Roman" pitchFamily="18" charset="0"/>
              </a:defRPr>
            </a:lvl5pPr>
            <a:lvl6pPr marL="2514600" indent="-228600" algn="ctr" eaLnBrk="0" fontAlgn="base" hangingPunct="0">
              <a:spcBef>
                <a:spcPct val="0"/>
              </a:spcBef>
              <a:spcAft>
                <a:spcPct val="0"/>
              </a:spcAft>
              <a:defRPr i="1">
                <a:solidFill>
                  <a:schemeClr val="tx1"/>
                </a:solidFill>
                <a:latin typeface="Times New Roman" pitchFamily="18" charset="0"/>
              </a:defRPr>
            </a:lvl6pPr>
            <a:lvl7pPr marL="2971800" indent="-228600" algn="ctr" eaLnBrk="0" fontAlgn="base" hangingPunct="0">
              <a:spcBef>
                <a:spcPct val="0"/>
              </a:spcBef>
              <a:spcAft>
                <a:spcPct val="0"/>
              </a:spcAft>
              <a:defRPr i="1">
                <a:solidFill>
                  <a:schemeClr val="tx1"/>
                </a:solidFill>
                <a:latin typeface="Times New Roman" pitchFamily="18" charset="0"/>
              </a:defRPr>
            </a:lvl7pPr>
            <a:lvl8pPr marL="3429000" indent="-228600" algn="ctr" eaLnBrk="0" fontAlgn="base" hangingPunct="0">
              <a:spcBef>
                <a:spcPct val="0"/>
              </a:spcBef>
              <a:spcAft>
                <a:spcPct val="0"/>
              </a:spcAft>
              <a:defRPr i="1">
                <a:solidFill>
                  <a:schemeClr val="tx1"/>
                </a:solidFill>
                <a:latin typeface="Times New Roman" pitchFamily="18" charset="0"/>
              </a:defRPr>
            </a:lvl8pPr>
            <a:lvl9pPr marL="3886200" indent="-228600" algn="ctr" eaLnBrk="0" fontAlgn="base" hangingPunct="0">
              <a:spcBef>
                <a:spcPct val="0"/>
              </a:spcBef>
              <a:spcAft>
                <a:spcPct val="0"/>
              </a:spcAft>
              <a:defRPr i="1">
                <a:solidFill>
                  <a:schemeClr val="tx1"/>
                </a:solidFill>
                <a:latin typeface="Times New Roman" pitchFamily="18" charset="0"/>
              </a:defRPr>
            </a:lvl9pPr>
          </a:lstStyle>
          <a:p>
            <a:r>
              <a:rPr lang="en-US" b="1" i="0" dirty="0"/>
              <a:t>:05</a:t>
            </a:r>
          </a:p>
        </p:txBody>
      </p:sp>
      <p:grpSp>
        <p:nvGrpSpPr>
          <p:cNvPr id="57" name="Group 56"/>
          <p:cNvGrpSpPr/>
          <p:nvPr/>
        </p:nvGrpSpPr>
        <p:grpSpPr>
          <a:xfrm>
            <a:off x="3348176" y="1854461"/>
            <a:ext cx="675070" cy="4560799"/>
            <a:chOff x="1824176" y="1854460"/>
            <a:chExt cx="675070" cy="4560799"/>
          </a:xfrm>
        </p:grpSpPr>
        <p:grpSp>
          <p:nvGrpSpPr>
            <p:cNvPr id="58" name="Group 57"/>
            <p:cNvGrpSpPr/>
            <p:nvPr/>
          </p:nvGrpSpPr>
          <p:grpSpPr>
            <a:xfrm>
              <a:off x="1889641" y="5952043"/>
              <a:ext cx="609605" cy="463216"/>
              <a:chOff x="1975701" y="4584032"/>
              <a:chExt cx="1008131" cy="692902"/>
            </a:xfrm>
          </p:grpSpPr>
          <p:grpSp>
            <p:nvGrpSpPr>
              <p:cNvPr id="79" name="Group 78"/>
              <p:cNvGrpSpPr/>
              <p:nvPr/>
            </p:nvGrpSpPr>
            <p:grpSpPr>
              <a:xfrm>
                <a:off x="1975701" y="4584032"/>
                <a:ext cx="1008131" cy="692902"/>
                <a:chOff x="1676900" y="2090703"/>
                <a:chExt cx="6349500" cy="2366001"/>
              </a:xfrm>
            </p:grpSpPr>
            <p:sp>
              <p:nvSpPr>
                <p:cNvPr id="81" name="Line 5"/>
                <p:cNvSpPr>
                  <a:spLocks noChangeShapeType="1"/>
                </p:cNvSpPr>
                <p:nvPr/>
              </p:nvSpPr>
              <p:spPr bwMode="auto">
                <a:xfrm>
                  <a:off x="1676901" y="4456704"/>
                  <a:ext cx="6349499" cy="0"/>
                </a:xfrm>
                <a:prstGeom prst="line">
                  <a:avLst/>
                </a:prstGeom>
                <a:noFill/>
                <a:ln w="28575">
                  <a:solidFill>
                    <a:schemeClr val="tx1"/>
                  </a:solidFill>
                  <a:round/>
                  <a:headEnd type="none" w="med" len="med"/>
                  <a:tailEnd type="arrow" w="med" len="med"/>
                </a:ln>
                <a:extLst>
                  <a:ext uri="{909E8E84-426E-40DD-AFC4-6F175D3DCCD1}">
                    <a14:hiddenFill xmlns:a14="http://schemas.microsoft.com/office/drawing/2010/main">
                      <a:noFill/>
                    </a14:hiddenFill>
                  </a:ext>
                </a:extLst>
              </p:spPr>
              <p:txBody>
                <a:bodyPr wrap="none" anchor="ctr"/>
                <a:lstStyle/>
                <a:p>
                  <a:endParaRPr lang="en-US"/>
                </a:p>
              </p:txBody>
            </p:sp>
            <p:cxnSp>
              <p:nvCxnSpPr>
                <p:cNvPr id="82" name="Straight Arrow Connector 81"/>
                <p:cNvCxnSpPr>
                  <a:stCxn id="81" idx="0"/>
                </p:cNvCxnSpPr>
                <p:nvPr/>
              </p:nvCxnSpPr>
              <p:spPr bwMode="auto">
                <a:xfrm flipV="1">
                  <a:off x="1676900" y="2090703"/>
                  <a:ext cx="0" cy="2366000"/>
                </a:xfrm>
                <a:prstGeom prst="straightConnector1">
                  <a:avLst/>
                </a:prstGeom>
                <a:noFill/>
                <a:ln w="28575" cap="flat" cmpd="sng" algn="ctr">
                  <a:solidFill>
                    <a:schemeClr val="tx1"/>
                  </a:solidFill>
                  <a:prstDash val="solid"/>
                  <a:round/>
                  <a:headEnd type="none" w="med" len="med"/>
                  <a:tailEnd type="arrow"/>
                </a:ln>
                <a:effectLst/>
              </p:spPr>
            </p:cxnSp>
          </p:grpSp>
          <p:sp>
            <p:nvSpPr>
              <p:cNvPr id="80" name="Freeform 79"/>
              <p:cNvSpPr/>
              <p:nvPr/>
            </p:nvSpPr>
            <p:spPr>
              <a:xfrm>
                <a:off x="1985210" y="4824664"/>
                <a:ext cx="902369" cy="445168"/>
              </a:xfrm>
              <a:custGeom>
                <a:avLst/>
                <a:gdLst>
                  <a:gd name="connsiteX0" fmla="*/ 0 w 902369"/>
                  <a:gd name="connsiteY0" fmla="*/ 445168 h 445168"/>
                  <a:gd name="connsiteX1" fmla="*/ 96253 w 902369"/>
                  <a:gd name="connsiteY1" fmla="*/ 156410 h 445168"/>
                  <a:gd name="connsiteX2" fmla="*/ 300790 w 902369"/>
                  <a:gd name="connsiteY2" fmla="*/ 0 h 445168"/>
                  <a:gd name="connsiteX3" fmla="*/ 601579 w 902369"/>
                  <a:gd name="connsiteY3" fmla="*/ 0 h 445168"/>
                  <a:gd name="connsiteX4" fmla="*/ 902369 w 902369"/>
                  <a:gd name="connsiteY4" fmla="*/ 144379 h 445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369" h="445168">
                    <a:moveTo>
                      <a:pt x="0" y="445168"/>
                    </a:moveTo>
                    <a:lnTo>
                      <a:pt x="96253" y="156410"/>
                    </a:lnTo>
                    <a:lnTo>
                      <a:pt x="300790" y="0"/>
                    </a:lnTo>
                    <a:lnTo>
                      <a:pt x="601579" y="0"/>
                    </a:lnTo>
                    <a:lnTo>
                      <a:pt x="902369" y="144379"/>
                    </a:lnTo>
                  </a:path>
                </a:pathLst>
              </a:custGeom>
              <a:noFill/>
              <a:ln w="28575">
                <a:solidFill>
                  <a:schemeClr val="tx1"/>
                </a:solidFill>
              </a:ln>
            </p:spPr>
            <p:txBody>
              <a:bodyPr vert="horz" wrap="none" lIns="91440" tIns="45720" rIns="91440" bIns="45720" numCol="1" rtlCol="0" anchor="ctr" anchorCtr="0" compatLnSpc="1">
                <a:prstTxWarp prst="textNoShape">
                  <a:avLst/>
                </a:prstTxWarp>
              </a:bodyPr>
              <a:lstStyle/>
              <a:p>
                <a:pPr algn="ctr" eaLnBrk="0" fontAlgn="base" hangingPunct="0">
                  <a:spcBef>
                    <a:spcPct val="0"/>
                  </a:spcBef>
                  <a:spcAft>
                    <a:spcPct val="0"/>
                  </a:spcAft>
                  <a:buClrTx/>
                </a:pPr>
                <a:endParaRPr lang="en-US" sz="1800" i="1">
                  <a:solidFill>
                    <a:schemeClr val="tx1"/>
                  </a:solidFill>
                  <a:latin typeface="Times New Roman" pitchFamily="18" charset="0"/>
                </a:endParaRPr>
              </a:p>
            </p:txBody>
          </p:sp>
        </p:grpSp>
        <p:grpSp>
          <p:nvGrpSpPr>
            <p:cNvPr id="59" name="Group 58"/>
            <p:cNvGrpSpPr/>
            <p:nvPr/>
          </p:nvGrpSpPr>
          <p:grpSpPr>
            <a:xfrm>
              <a:off x="1880609" y="5212810"/>
              <a:ext cx="609605" cy="463216"/>
              <a:chOff x="1975701" y="4584032"/>
              <a:chExt cx="1008131" cy="692902"/>
            </a:xfrm>
          </p:grpSpPr>
          <p:grpSp>
            <p:nvGrpSpPr>
              <p:cNvPr id="75" name="Group 74"/>
              <p:cNvGrpSpPr/>
              <p:nvPr/>
            </p:nvGrpSpPr>
            <p:grpSpPr>
              <a:xfrm>
                <a:off x="1975701" y="4584032"/>
                <a:ext cx="1008131" cy="692902"/>
                <a:chOff x="1676900" y="2090703"/>
                <a:chExt cx="6349500" cy="2366001"/>
              </a:xfrm>
            </p:grpSpPr>
            <p:sp>
              <p:nvSpPr>
                <p:cNvPr id="77" name="Line 5"/>
                <p:cNvSpPr>
                  <a:spLocks noChangeShapeType="1"/>
                </p:cNvSpPr>
                <p:nvPr/>
              </p:nvSpPr>
              <p:spPr bwMode="auto">
                <a:xfrm>
                  <a:off x="1676901" y="4456704"/>
                  <a:ext cx="6349499" cy="0"/>
                </a:xfrm>
                <a:prstGeom prst="line">
                  <a:avLst/>
                </a:prstGeom>
                <a:noFill/>
                <a:ln w="28575">
                  <a:solidFill>
                    <a:schemeClr val="tx1"/>
                  </a:solidFill>
                  <a:round/>
                  <a:headEnd type="none" w="med" len="med"/>
                  <a:tailEnd type="arrow" w="med" len="med"/>
                </a:ln>
                <a:extLst>
                  <a:ext uri="{909E8E84-426E-40DD-AFC4-6F175D3DCCD1}">
                    <a14:hiddenFill xmlns:a14="http://schemas.microsoft.com/office/drawing/2010/main">
                      <a:noFill/>
                    </a14:hiddenFill>
                  </a:ext>
                </a:extLst>
              </p:spPr>
              <p:txBody>
                <a:bodyPr wrap="none" anchor="ctr"/>
                <a:lstStyle/>
                <a:p>
                  <a:endParaRPr lang="en-US"/>
                </a:p>
              </p:txBody>
            </p:sp>
            <p:cxnSp>
              <p:nvCxnSpPr>
                <p:cNvPr id="78" name="Straight Arrow Connector 77"/>
                <p:cNvCxnSpPr>
                  <a:stCxn id="77" idx="0"/>
                </p:cNvCxnSpPr>
                <p:nvPr/>
              </p:nvCxnSpPr>
              <p:spPr bwMode="auto">
                <a:xfrm flipV="1">
                  <a:off x="1676900" y="2090703"/>
                  <a:ext cx="0" cy="2366000"/>
                </a:xfrm>
                <a:prstGeom prst="straightConnector1">
                  <a:avLst/>
                </a:prstGeom>
                <a:noFill/>
                <a:ln w="28575" cap="flat" cmpd="sng" algn="ctr">
                  <a:solidFill>
                    <a:schemeClr val="tx1"/>
                  </a:solidFill>
                  <a:prstDash val="solid"/>
                  <a:round/>
                  <a:headEnd type="none" w="med" len="med"/>
                  <a:tailEnd type="arrow"/>
                </a:ln>
                <a:effectLst/>
              </p:spPr>
            </p:cxnSp>
          </p:grpSp>
          <p:sp>
            <p:nvSpPr>
              <p:cNvPr id="76" name="Freeform 75"/>
              <p:cNvSpPr/>
              <p:nvPr/>
            </p:nvSpPr>
            <p:spPr>
              <a:xfrm>
                <a:off x="1985210" y="4824664"/>
                <a:ext cx="902369" cy="445168"/>
              </a:xfrm>
              <a:custGeom>
                <a:avLst/>
                <a:gdLst>
                  <a:gd name="connsiteX0" fmla="*/ 0 w 902369"/>
                  <a:gd name="connsiteY0" fmla="*/ 445168 h 445168"/>
                  <a:gd name="connsiteX1" fmla="*/ 96253 w 902369"/>
                  <a:gd name="connsiteY1" fmla="*/ 156410 h 445168"/>
                  <a:gd name="connsiteX2" fmla="*/ 300790 w 902369"/>
                  <a:gd name="connsiteY2" fmla="*/ 0 h 445168"/>
                  <a:gd name="connsiteX3" fmla="*/ 601579 w 902369"/>
                  <a:gd name="connsiteY3" fmla="*/ 0 h 445168"/>
                  <a:gd name="connsiteX4" fmla="*/ 902369 w 902369"/>
                  <a:gd name="connsiteY4" fmla="*/ 144379 h 445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369" h="445168">
                    <a:moveTo>
                      <a:pt x="0" y="445168"/>
                    </a:moveTo>
                    <a:lnTo>
                      <a:pt x="96253" y="156410"/>
                    </a:lnTo>
                    <a:lnTo>
                      <a:pt x="300790" y="0"/>
                    </a:lnTo>
                    <a:lnTo>
                      <a:pt x="601579" y="0"/>
                    </a:lnTo>
                    <a:lnTo>
                      <a:pt x="902369" y="144379"/>
                    </a:lnTo>
                  </a:path>
                </a:pathLst>
              </a:custGeom>
              <a:noFill/>
              <a:ln w="28575">
                <a:solidFill>
                  <a:schemeClr val="tx1"/>
                </a:solidFill>
              </a:ln>
            </p:spPr>
            <p:txBody>
              <a:bodyPr vert="horz" wrap="none" lIns="91440" tIns="45720" rIns="91440" bIns="45720" numCol="1" rtlCol="0" anchor="ctr" anchorCtr="0" compatLnSpc="1">
                <a:prstTxWarp prst="textNoShape">
                  <a:avLst/>
                </a:prstTxWarp>
              </a:bodyPr>
              <a:lstStyle/>
              <a:p>
                <a:pPr algn="ctr" eaLnBrk="0" fontAlgn="base" hangingPunct="0">
                  <a:spcBef>
                    <a:spcPct val="0"/>
                  </a:spcBef>
                  <a:spcAft>
                    <a:spcPct val="0"/>
                  </a:spcAft>
                  <a:buClrTx/>
                </a:pPr>
                <a:endParaRPr lang="en-US" sz="1800" i="1">
                  <a:solidFill>
                    <a:schemeClr val="tx1"/>
                  </a:solidFill>
                  <a:latin typeface="Times New Roman" pitchFamily="18" charset="0"/>
                </a:endParaRPr>
              </a:p>
            </p:txBody>
          </p:sp>
        </p:grpSp>
        <p:grpSp>
          <p:nvGrpSpPr>
            <p:cNvPr id="60" name="Group 59"/>
            <p:cNvGrpSpPr/>
            <p:nvPr/>
          </p:nvGrpSpPr>
          <p:grpSpPr>
            <a:xfrm>
              <a:off x="1872008" y="4356564"/>
              <a:ext cx="609605" cy="463216"/>
              <a:chOff x="1975701" y="4584032"/>
              <a:chExt cx="1008131" cy="692902"/>
            </a:xfrm>
          </p:grpSpPr>
          <p:grpSp>
            <p:nvGrpSpPr>
              <p:cNvPr id="71" name="Group 70"/>
              <p:cNvGrpSpPr/>
              <p:nvPr/>
            </p:nvGrpSpPr>
            <p:grpSpPr>
              <a:xfrm>
                <a:off x="1975701" y="4584032"/>
                <a:ext cx="1008131" cy="692902"/>
                <a:chOff x="1676900" y="2090703"/>
                <a:chExt cx="6349500" cy="2366001"/>
              </a:xfrm>
            </p:grpSpPr>
            <p:sp>
              <p:nvSpPr>
                <p:cNvPr id="73" name="Line 5"/>
                <p:cNvSpPr>
                  <a:spLocks noChangeShapeType="1"/>
                </p:cNvSpPr>
                <p:nvPr/>
              </p:nvSpPr>
              <p:spPr bwMode="auto">
                <a:xfrm>
                  <a:off x="1676901" y="4456704"/>
                  <a:ext cx="6349499" cy="0"/>
                </a:xfrm>
                <a:prstGeom prst="line">
                  <a:avLst/>
                </a:prstGeom>
                <a:noFill/>
                <a:ln w="28575">
                  <a:solidFill>
                    <a:schemeClr val="tx1"/>
                  </a:solidFill>
                  <a:round/>
                  <a:headEnd type="none" w="med" len="med"/>
                  <a:tailEnd type="arrow" w="med" len="med"/>
                </a:ln>
                <a:extLst>
                  <a:ext uri="{909E8E84-426E-40DD-AFC4-6F175D3DCCD1}">
                    <a14:hiddenFill xmlns:a14="http://schemas.microsoft.com/office/drawing/2010/main">
                      <a:noFill/>
                    </a14:hiddenFill>
                  </a:ext>
                </a:extLst>
              </p:spPr>
              <p:txBody>
                <a:bodyPr wrap="none" anchor="ctr"/>
                <a:lstStyle/>
                <a:p>
                  <a:endParaRPr lang="en-US"/>
                </a:p>
              </p:txBody>
            </p:sp>
            <p:cxnSp>
              <p:nvCxnSpPr>
                <p:cNvPr id="74" name="Straight Arrow Connector 73"/>
                <p:cNvCxnSpPr>
                  <a:stCxn id="73" idx="0"/>
                </p:cNvCxnSpPr>
                <p:nvPr/>
              </p:nvCxnSpPr>
              <p:spPr bwMode="auto">
                <a:xfrm flipV="1">
                  <a:off x="1676900" y="2090703"/>
                  <a:ext cx="0" cy="2366000"/>
                </a:xfrm>
                <a:prstGeom prst="straightConnector1">
                  <a:avLst/>
                </a:prstGeom>
                <a:noFill/>
                <a:ln w="28575" cap="flat" cmpd="sng" algn="ctr">
                  <a:solidFill>
                    <a:schemeClr val="tx1"/>
                  </a:solidFill>
                  <a:prstDash val="solid"/>
                  <a:round/>
                  <a:headEnd type="none" w="med" len="med"/>
                  <a:tailEnd type="arrow"/>
                </a:ln>
                <a:effectLst/>
              </p:spPr>
            </p:cxnSp>
          </p:grpSp>
          <p:sp>
            <p:nvSpPr>
              <p:cNvPr id="72" name="Freeform 71"/>
              <p:cNvSpPr/>
              <p:nvPr/>
            </p:nvSpPr>
            <p:spPr>
              <a:xfrm>
                <a:off x="1985210" y="4824664"/>
                <a:ext cx="902369" cy="445168"/>
              </a:xfrm>
              <a:custGeom>
                <a:avLst/>
                <a:gdLst>
                  <a:gd name="connsiteX0" fmla="*/ 0 w 902369"/>
                  <a:gd name="connsiteY0" fmla="*/ 445168 h 445168"/>
                  <a:gd name="connsiteX1" fmla="*/ 96253 w 902369"/>
                  <a:gd name="connsiteY1" fmla="*/ 156410 h 445168"/>
                  <a:gd name="connsiteX2" fmla="*/ 300790 w 902369"/>
                  <a:gd name="connsiteY2" fmla="*/ 0 h 445168"/>
                  <a:gd name="connsiteX3" fmla="*/ 601579 w 902369"/>
                  <a:gd name="connsiteY3" fmla="*/ 0 h 445168"/>
                  <a:gd name="connsiteX4" fmla="*/ 902369 w 902369"/>
                  <a:gd name="connsiteY4" fmla="*/ 144379 h 445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369" h="445168">
                    <a:moveTo>
                      <a:pt x="0" y="445168"/>
                    </a:moveTo>
                    <a:lnTo>
                      <a:pt x="96253" y="156410"/>
                    </a:lnTo>
                    <a:lnTo>
                      <a:pt x="300790" y="0"/>
                    </a:lnTo>
                    <a:lnTo>
                      <a:pt x="601579" y="0"/>
                    </a:lnTo>
                    <a:lnTo>
                      <a:pt x="902369" y="144379"/>
                    </a:lnTo>
                  </a:path>
                </a:pathLst>
              </a:custGeom>
              <a:noFill/>
              <a:ln w="28575">
                <a:solidFill>
                  <a:schemeClr val="tx1"/>
                </a:solidFill>
              </a:ln>
            </p:spPr>
            <p:txBody>
              <a:bodyPr vert="horz" wrap="none" lIns="91440" tIns="45720" rIns="91440" bIns="45720" numCol="1" rtlCol="0" anchor="ctr" anchorCtr="0" compatLnSpc="1">
                <a:prstTxWarp prst="textNoShape">
                  <a:avLst/>
                </a:prstTxWarp>
              </a:bodyPr>
              <a:lstStyle/>
              <a:p>
                <a:pPr algn="ctr" eaLnBrk="0" fontAlgn="base" hangingPunct="0">
                  <a:spcBef>
                    <a:spcPct val="0"/>
                  </a:spcBef>
                  <a:spcAft>
                    <a:spcPct val="0"/>
                  </a:spcAft>
                  <a:buClrTx/>
                </a:pPr>
                <a:endParaRPr lang="en-US" sz="1800" i="1">
                  <a:solidFill>
                    <a:schemeClr val="tx1"/>
                  </a:solidFill>
                  <a:latin typeface="Times New Roman" pitchFamily="18" charset="0"/>
                </a:endParaRPr>
              </a:p>
            </p:txBody>
          </p:sp>
        </p:grpSp>
        <p:grpSp>
          <p:nvGrpSpPr>
            <p:cNvPr id="61" name="Group 60"/>
            <p:cNvGrpSpPr/>
            <p:nvPr/>
          </p:nvGrpSpPr>
          <p:grpSpPr>
            <a:xfrm>
              <a:off x="1824176" y="1854460"/>
              <a:ext cx="609605" cy="463216"/>
              <a:chOff x="1975701" y="4584032"/>
              <a:chExt cx="1008131" cy="692902"/>
            </a:xfrm>
          </p:grpSpPr>
          <p:grpSp>
            <p:nvGrpSpPr>
              <p:cNvPr id="67" name="Group 66"/>
              <p:cNvGrpSpPr/>
              <p:nvPr/>
            </p:nvGrpSpPr>
            <p:grpSpPr>
              <a:xfrm>
                <a:off x="1975701" y="4584032"/>
                <a:ext cx="1008131" cy="692902"/>
                <a:chOff x="1676900" y="2090703"/>
                <a:chExt cx="6349500" cy="2366001"/>
              </a:xfrm>
            </p:grpSpPr>
            <p:sp>
              <p:nvSpPr>
                <p:cNvPr id="69" name="Line 5"/>
                <p:cNvSpPr>
                  <a:spLocks noChangeShapeType="1"/>
                </p:cNvSpPr>
                <p:nvPr/>
              </p:nvSpPr>
              <p:spPr bwMode="auto">
                <a:xfrm>
                  <a:off x="1676901" y="4456704"/>
                  <a:ext cx="6349499" cy="0"/>
                </a:xfrm>
                <a:prstGeom prst="line">
                  <a:avLst/>
                </a:prstGeom>
                <a:noFill/>
                <a:ln w="28575">
                  <a:solidFill>
                    <a:schemeClr val="tx1"/>
                  </a:solidFill>
                  <a:round/>
                  <a:headEnd type="none" w="med" len="med"/>
                  <a:tailEnd type="arrow" w="med" len="med"/>
                </a:ln>
                <a:extLst>
                  <a:ext uri="{909E8E84-426E-40DD-AFC4-6F175D3DCCD1}">
                    <a14:hiddenFill xmlns:a14="http://schemas.microsoft.com/office/drawing/2010/main">
                      <a:noFill/>
                    </a14:hiddenFill>
                  </a:ext>
                </a:extLst>
              </p:spPr>
              <p:txBody>
                <a:bodyPr wrap="none" anchor="ctr"/>
                <a:lstStyle/>
                <a:p>
                  <a:endParaRPr lang="en-US"/>
                </a:p>
              </p:txBody>
            </p:sp>
            <p:cxnSp>
              <p:nvCxnSpPr>
                <p:cNvPr id="70" name="Straight Arrow Connector 69"/>
                <p:cNvCxnSpPr>
                  <a:stCxn id="69" idx="0"/>
                </p:cNvCxnSpPr>
                <p:nvPr/>
              </p:nvCxnSpPr>
              <p:spPr bwMode="auto">
                <a:xfrm flipV="1">
                  <a:off x="1676900" y="2090703"/>
                  <a:ext cx="0" cy="2366000"/>
                </a:xfrm>
                <a:prstGeom prst="straightConnector1">
                  <a:avLst/>
                </a:prstGeom>
                <a:noFill/>
                <a:ln w="28575" cap="flat" cmpd="sng" algn="ctr">
                  <a:solidFill>
                    <a:schemeClr val="tx1"/>
                  </a:solidFill>
                  <a:prstDash val="solid"/>
                  <a:round/>
                  <a:headEnd type="none" w="med" len="med"/>
                  <a:tailEnd type="arrow"/>
                </a:ln>
                <a:effectLst/>
              </p:spPr>
            </p:cxnSp>
          </p:grpSp>
          <p:sp>
            <p:nvSpPr>
              <p:cNvPr id="68" name="Freeform 67"/>
              <p:cNvSpPr/>
              <p:nvPr/>
            </p:nvSpPr>
            <p:spPr>
              <a:xfrm>
                <a:off x="1985210" y="4824664"/>
                <a:ext cx="902369" cy="445168"/>
              </a:xfrm>
              <a:custGeom>
                <a:avLst/>
                <a:gdLst>
                  <a:gd name="connsiteX0" fmla="*/ 0 w 902369"/>
                  <a:gd name="connsiteY0" fmla="*/ 445168 h 445168"/>
                  <a:gd name="connsiteX1" fmla="*/ 96253 w 902369"/>
                  <a:gd name="connsiteY1" fmla="*/ 156410 h 445168"/>
                  <a:gd name="connsiteX2" fmla="*/ 300790 w 902369"/>
                  <a:gd name="connsiteY2" fmla="*/ 0 h 445168"/>
                  <a:gd name="connsiteX3" fmla="*/ 601579 w 902369"/>
                  <a:gd name="connsiteY3" fmla="*/ 0 h 445168"/>
                  <a:gd name="connsiteX4" fmla="*/ 902369 w 902369"/>
                  <a:gd name="connsiteY4" fmla="*/ 144379 h 445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369" h="445168">
                    <a:moveTo>
                      <a:pt x="0" y="445168"/>
                    </a:moveTo>
                    <a:lnTo>
                      <a:pt x="96253" y="156410"/>
                    </a:lnTo>
                    <a:lnTo>
                      <a:pt x="300790" y="0"/>
                    </a:lnTo>
                    <a:lnTo>
                      <a:pt x="601579" y="0"/>
                    </a:lnTo>
                    <a:lnTo>
                      <a:pt x="902369" y="144379"/>
                    </a:lnTo>
                  </a:path>
                </a:pathLst>
              </a:custGeom>
              <a:noFill/>
              <a:ln w="28575">
                <a:solidFill>
                  <a:schemeClr val="tx1"/>
                </a:solidFill>
              </a:ln>
            </p:spPr>
            <p:txBody>
              <a:bodyPr vert="horz" wrap="none" lIns="91440" tIns="45720" rIns="91440" bIns="45720" numCol="1" rtlCol="0" anchor="ctr" anchorCtr="0" compatLnSpc="1">
                <a:prstTxWarp prst="textNoShape">
                  <a:avLst/>
                </a:prstTxWarp>
              </a:bodyPr>
              <a:lstStyle/>
              <a:p>
                <a:pPr algn="ctr" eaLnBrk="0" fontAlgn="base" hangingPunct="0">
                  <a:spcBef>
                    <a:spcPct val="0"/>
                  </a:spcBef>
                  <a:spcAft>
                    <a:spcPct val="0"/>
                  </a:spcAft>
                  <a:buClrTx/>
                </a:pPr>
                <a:endParaRPr lang="en-US" sz="1800" i="1">
                  <a:solidFill>
                    <a:schemeClr val="tx1"/>
                  </a:solidFill>
                  <a:latin typeface="Times New Roman" pitchFamily="18" charset="0"/>
                </a:endParaRPr>
              </a:p>
            </p:txBody>
          </p:sp>
        </p:grpSp>
        <p:grpSp>
          <p:nvGrpSpPr>
            <p:cNvPr id="62" name="Group 61"/>
            <p:cNvGrpSpPr/>
            <p:nvPr/>
          </p:nvGrpSpPr>
          <p:grpSpPr>
            <a:xfrm>
              <a:off x="1863407" y="2781763"/>
              <a:ext cx="609605" cy="463216"/>
              <a:chOff x="1975701" y="4584032"/>
              <a:chExt cx="1008131" cy="692902"/>
            </a:xfrm>
          </p:grpSpPr>
          <p:grpSp>
            <p:nvGrpSpPr>
              <p:cNvPr id="63" name="Group 62"/>
              <p:cNvGrpSpPr/>
              <p:nvPr/>
            </p:nvGrpSpPr>
            <p:grpSpPr>
              <a:xfrm>
                <a:off x="1975701" y="4584032"/>
                <a:ext cx="1008131" cy="692902"/>
                <a:chOff x="1676900" y="2090703"/>
                <a:chExt cx="6349500" cy="2366001"/>
              </a:xfrm>
            </p:grpSpPr>
            <p:sp>
              <p:nvSpPr>
                <p:cNvPr id="65" name="Line 5"/>
                <p:cNvSpPr>
                  <a:spLocks noChangeShapeType="1"/>
                </p:cNvSpPr>
                <p:nvPr/>
              </p:nvSpPr>
              <p:spPr bwMode="auto">
                <a:xfrm>
                  <a:off x="1676901" y="4456704"/>
                  <a:ext cx="6349499" cy="0"/>
                </a:xfrm>
                <a:prstGeom prst="line">
                  <a:avLst/>
                </a:prstGeom>
                <a:noFill/>
                <a:ln w="28575">
                  <a:solidFill>
                    <a:schemeClr val="tx1"/>
                  </a:solidFill>
                  <a:round/>
                  <a:headEnd type="none" w="med" len="med"/>
                  <a:tailEnd type="arrow" w="med" len="med"/>
                </a:ln>
                <a:extLst>
                  <a:ext uri="{909E8E84-426E-40DD-AFC4-6F175D3DCCD1}">
                    <a14:hiddenFill xmlns:a14="http://schemas.microsoft.com/office/drawing/2010/main">
                      <a:noFill/>
                    </a14:hiddenFill>
                  </a:ext>
                </a:extLst>
              </p:spPr>
              <p:txBody>
                <a:bodyPr wrap="none" anchor="ctr"/>
                <a:lstStyle/>
                <a:p>
                  <a:endParaRPr lang="en-US"/>
                </a:p>
              </p:txBody>
            </p:sp>
            <p:cxnSp>
              <p:nvCxnSpPr>
                <p:cNvPr id="66" name="Straight Arrow Connector 65"/>
                <p:cNvCxnSpPr>
                  <a:stCxn id="65" idx="0"/>
                </p:cNvCxnSpPr>
                <p:nvPr/>
              </p:nvCxnSpPr>
              <p:spPr bwMode="auto">
                <a:xfrm flipV="1">
                  <a:off x="1676900" y="2090703"/>
                  <a:ext cx="0" cy="2366000"/>
                </a:xfrm>
                <a:prstGeom prst="straightConnector1">
                  <a:avLst/>
                </a:prstGeom>
                <a:noFill/>
                <a:ln w="28575" cap="flat" cmpd="sng" algn="ctr">
                  <a:solidFill>
                    <a:schemeClr val="tx1"/>
                  </a:solidFill>
                  <a:prstDash val="solid"/>
                  <a:round/>
                  <a:headEnd type="none" w="med" len="med"/>
                  <a:tailEnd type="arrow"/>
                </a:ln>
                <a:effectLst/>
              </p:spPr>
            </p:cxnSp>
          </p:grpSp>
          <p:sp>
            <p:nvSpPr>
              <p:cNvPr id="64" name="Freeform 63"/>
              <p:cNvSpPr/>
              <p:nvPr/>
            </p:nvSpPr>
            <p:spPr>
              <a:xfrm>
                <a:off x="1985210" y="4824664"/>
                <a:ext cx="902369" cy="445168"/>
              </a:xfrm>
              <a:custGeom>
                <a:avLst/>
                <a:gdLst>
                  <a:gd name="connsiteX0" fmla="*/ 0 w 902369"/>
                  <a:gd name="connsiteY0" fmla="*/ 445168 h 445168"/>
                  <a:gd name="connsiteX1" fmla="*/ 96253 w 902369"/>
                  <a:gd name="connsiteY1" fmla="*/ 156410 h 445168"/>
                  <a:gd name="connsiteX2" fmla="*/ 300790 w 902369"/>
                  <a:gd name="connsiteY2" fmla="*/ 0 h 445168"/>
                  <a:gd name="connsiteX3" fmla="*/ 601579 w 902369"/>
                  <a:gd name="connsiteY3" fmla="*/ 0 h 445168"/>
                  <a:gd name="connsiteX4" fmla="*/ 902369 w 902369"/>
                  <a:gd name="connsiteY4" fmla="*/ 144379 h 445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369" h="445168">
                    <a:moveTo>
                      <a:pt x="0" y="445168"/>
                    </a:moveTo>
                    <a:lnTo>
                      <a:pt x="96253" y="156410"/>
                    </a:lnTo>
                    <a:lnTo>
                      <a:pt x="300790" y="0"/>
                    </a:lnTo>
                    <a:lnTo>
                      <a:pt x="601579" y="0"/>
                    </a:lnTo>
                    <a:lnTo>
                      <a:pt x="902369" y="144379"/>
                    </a:lnTo>
                  </a:path>
                </a:pathLst>
              </a:custGeom>
              <a:noFill/>
              <a:ln w="28575">
                <a:solidFill>
                  <a:schemeClr val="tx1"/>
                </a:solidFill>
              </a:ln>
            </p:spPr>
            <p:txBody>
              <a:bodyPr vert="horz" wrap="none" lIns="91440" tIns="45720" rIns="91440" bIns="45720" numCol="1" rtlCol="0" anchor="ctr" anchorCtr="0" compatLnSpc="1">
                <a:prstTxWarp prst="textNoShape">
                  <a:avLst/>
                </a:prstTxWarp>
              </a:bodyPr>
              <a:lstStyle/>
              <a:p>
                <a:pPr algn="ctr" eaLnBrk="0" fontAlgn="base" hangingPunct="0">
                  <a:spcBef>
                    <a:spcPct val="0"/>
                  </a:spcBef>
                  <a:spcAft>
                    <a:spcPct val="0"/>
                  </a:spcAft>
                  <a:buClrTx/>
                </a:pPr>
                <a:endParaRPr lang="en-US" sz="1800" i="1">
                  <a:solidFill>
                    <a:schemeClr val="tx1"/>
                  </a:solidFill>
                  <a:latin typeface="Times New Roman" pitchFamily="18" charset="0"/>
                </a:endParaRPr>
              </a:p>
            </p:txBody>
          </p:sp>
        </p:grpSp>
      </p:grpSp>
      <p:grpSp>
        <p:nvGrpSpPr>
          <p:cNvPr id="10" name="Group 9"/>
          <p:cNvGrpSpPr/>
          <p:nvPr/>
        </p:nvGrpSpPr>
        <p:grpSpPr>
          <a:xfrm>
            <a:off x="4045392" y="1336675"/>
            <a:ext cx="1537999" cy="5340350"/>
            <a:chOff x="2521391" y="1336675"/>
            <a:chExt cx="1537999" cy="5340350"/>
          </a:xfrm>
        </p:grpSpPr>
        <p:grpSp>
          <p:nvGrpSpPr>
            <p:cNvPr id="2" name="Group 25"/>
            <p:cNvGrpSpPr>
              <a:grpSpLocks/>
            </p:cNvGrpSpPr>
            <p:nvPr/>
          </p:nvGrpSpPr>
          <p:grpSpPr bwMode="auto">
            <a:xfrm>
              <a:off x="2521391" y="1336675"/>
              <a:ext cx="709612" cy="5340350"/>
              <a:chOff x="1179" y="842"/>
              <a:chExt cx="447" cy="3364"/>
            </a:xfrm>
          </p:grpSpPr>
          <p:pic>
            <p:nvPicPr>
              <p:cNvPr id="8220" name="Picture 8"/>
              <p:cNvPicPr>
                <a:picLocks noChangeAspect="1" noChangeArrowheads="1"/>
              </p:cNvPicPr>
              <p:nvPr/>
            </p:nvPicPr>
            <p:blipFill>
              <a:blip r:embed="rId3">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179" y="1010"/>
                <a:ext cx="447" cy="31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lgn="ctr">
                    <a:solidFill>
                      <a:srgbClr val="000000"/>
                    </a:solidFill>
                    <a:miter lim="800000"/>
                    <a:headEnd/>
                    <a:tailEnd/>
                  </a14:hiddenLine>
                </a:ext>
              </a:extLst>
            </p:spPr>
          </p:pic>
          <p:sp>
            <p:nvSpPr>
              <p:cNvPr id="8221" name="Text Box 16"/>
              <p:cNvSpPr txBox="1">
                <a:spLocks noChangeArrowheads="1"/>
              </p:cNvSpPr>
              <p:nvPr/>
            </p:nvSpPr>
            <p:spPr bwMode="auto">
              <a:xfrm>
                <a:off x="1239" y="842"/>
                <a:ext cx="267"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lgn="ctr">
                    <a:solidFill>
                      <a:srgbClr val="000000"/>
                    </a:solidFill>
                    <a:miter lim="800000"/>
                    <a:headEnd/>
                    <a:tailEnd/>
                  </a14:hiddenLine>
                </a:ext>
              </a:extLst>
            </p:spPr>
            <p:txBody>
              <a:bodyPr wrap="none">
                <a:spAutoFit/>
              </a:bodyPr>
              <a:lstStyle>
                <a:lvl1pPr>
                  <a:defRPr i="1">
                    <a:solidFill>
                      <a:schemeClr val="tx1"/>
                    </a:solidFill>
                    <a:latin typeface="Times New Roman" pitchFamily="18" charset="0"/>
                  </a:defRPr>
                </a:lvl1pPr>
                <a:lvl2pPr marL="742950" indent="-285750">
                  <a:defRPr i="1">
                    <a:solidFill>
                      <a:schemeClr val="tx1"/>
                    </a:solidFill>
                    <a:latin typeface="Times New Roman" pitchFamily="18" charset="0"/>
                  </a:defRPr>
                </a:lvl2pPr>
                <a:lvl3pPr marL="1143000" indent="-228600">
                  <a:defRPr i="1">
                    <a:solidFill>
                      <a:schemeClr val="tx1"/>
                    </a:solidFill>
                    <a:latin typeface="Times New Roman" pitchFamily="18" charset="0"/>
                  </a:defRPr>
                </a:lvl3pPr>
                <a:lvl4pPr marL="1600200" indent="-228600">
                  <a:defRPr i="1">
                    <a:solidFill>
                      <a:schemeClr val="tx1"/>
                    </a:solidFill>
                    <a:latin typeface="Times New Roman" pitchFamily="18" charset="0"/>
                  </a:defRPr>
                </a:lvl4pPr>
                <a:lvl5pPr marL="2057400" indent="-228600">
                  <a:defRPr i="1">
                    <a:solidFill>
                      <a:schemeClr val="tx1"/>
                    </a:solidFill>
                    <a:latin typeface="Times New Roman" pitchFamily="18" charset="0"/>
                  </a:defRPr>
                </a:lvl5pPr>
                <a:lvl6pPr marL="2514600" indent="-228600" algn="ctr" eaLnBrk="0" fontAlgn="base" hangingPunct="0">
                  <a:spcBef>
                    <a:spcPct val="0"/>
                  </a:spcBef>
                  <a:spcAft>
                    <a:spcPct val="0"/>
                  </a:spcAft>
                  <a:defRPr i="1">
                    <a:solidFill>
                      <a:schemeClr val="tx1"/>
                    </a:solidFill>
                    <a:latin typeface="Times New Roman" pitchFamily="18" charset="0"/>
                  </a:defRPr>
                </a:lvl6pPr>
                <a:lvl7pPr marL="2971800" indent="-228600" algn="ctr" eaLnBrk="0" fontAlgn="base" hangingPunct="0">
                  <a:spcBef>
                    <a:spcPct val="0"/>
                  </a:spcBef>
                  <a:spcAft>
                    <a:spcPct val="0"/>
                  </a:spcAft>
                  <a:defRPr i="1">
                    <a:solidFill>
                      <a:schemeClr val="tx1"/>
                    </a:solidFill>
                    <a:latin typeface="Times New Roman" pitchFamily="18" charset="0"/>
                  </a:defRPr>
                </a:lvl7pPr>
                <a:lvl8pPr marL="3429000" indent="-228600" algn="ctr" eaLnBrk="0" fontAlgn="base" hangingPunct="0">
                  <a:spcBef>
                    <a:spcPct val="0"/>
                  </a:spcBef>
                  <a:spcAft>
                    <a:spcPct val="0"/>
                  </a:spcAft>
                  <a:defRPr i="1">
                    <a:solidFill>
                      <a:schemeClr val="tx1"/>
                    </a:solidFill>
                    <a:latin typeface="Times New Roman" pitchFamily="18" charset="0"/>
                  </a:defRPr>
                </a:lvl8pPr>
                <a:lvl9pPr marL="3886200" indent="-228600" algn="ctr" eaLnBrk="0" fontAlgn="base" hangingPunct="0">
                  <a:spcBef>
                    <a:spcPct val="0"/>
                  </a:spcBef>
                  <a:spcAft>
                    <a:spcPct val="0"/>
                  </a:spcAft>
                  <a:defRPr i="1">
                    <a:solidFill>
                      <a:schemeClr val="tx1"/>
                    </a:solidFill>
                    <a:latin typeface="Times New Roman" pitchFamily="18" charset="0"/>
                  </a:defRPr>
                </a:lvl9pPr>
              </a:lstStyle>
              <a:p>
                <a:r>
                  <a:rPr lang="en-US" b="1" i="0" dirty="0"/>
                  <a:t>:10</a:t>
                </a:r>
              </a:p>
            </p:txBody>
          </p:sp>
        </p:grpSp>
        <p:grpSp>
          <p:nvGrpSpPr>
            <p:cNvPr id="85" name="Group 84"/>
            <p:cNvGrpSpPr/>
            <p:nvPr/>
          </p:nvGrpSpPr>
          <p:grpSpPr>
            <a:xfrm>
              <a:off x="3384320" y="1862476"/>
              <a:ext cx="675070" cy="4560799"/>
              <a:chOff x="1824176" y="1854460"/>
              <a:chExt cx="675070" cy="4560799"/>
            </a:xfrm>
          </p:grpSpPr>
          <p:grpSp>
            <p:nvGrpSpPr>
              <p:cNvPr id="86" name="Group 85"/>
              <p:cNvGrpSpPr/>
              <p:nvPr/>
            </p:nvGrpSpPr>
            <p:grpSpPr>
              <a:xfrm>
                <a:off x="1889641" y="5952043"/>
                <a:ext cx="609605" cy="463216"/>
                <a:chOff x="1975701" y="4584032"/>
                <a:chExt cx="1008131" cy="692902"/>
              </a:xfrm>
            </p:grpSpPr>
            <p:grpSp>
              <p:nvGrpSpPr>
                <p:cNvPr id="107" name="Group 106"/>
                <p:cNvGrpSpPr/>
                <p:nvPr/>
              </p:nvGrpSpPr>
              <p:grpSpPr>
                <a:xfrm>
                  <a:off x="1975701" y="4584032"/>
                  <a:ext cx="1008131" cy="692902"/>
                  <a:chOff x="1676900" y="2090703"/>
                  <a:chExt cx="6349500" cy="2366001"/>
                </a:xfrm>
              </p:grpSpPr>
              <p:sp>
                <p:nvSpPr>
                  <p:cNvPr id="109" name="Line 5"/>
                  <p:cNvSpPr>
                    <a:spLocks noChangeShapeType="1"/>
                  </p:cNvSpPr>
                  <p:nvPr/>
                </p:nvSpPr>
                <p:spPr bwMode="auto">
                  <a:xfrm>
                    <a:off x="1676901" y="4456704"/>
                    <a:ext cx="6349499" cy="0"/>
                  </a:xfrm>
                  <a:prstGeom prst="line">
                    <a:avLst/>
                  </a:prstGeom>
                  <a:noFill/>
                  <a:ln w="28575">
                    <a:solidFill>
                      <a:schemeClr val="tx1"/>
                    </a:solidFill>
                    <a:round/>
                    <a:headEnd type="none" w="med" len="med"/>
                    <a:tailEnd type="arrow" w="med" len="med"/>
                  </a:ln>
                  <a:extLst>
                    <a:ext uri="{909E8E84-426E-40DD-AFC4-6F175D3DCCD1}">
                      <a14:hiddenFill xmlns:a14="http://schemas.microsoft.com/office/drawing/2010/main">
                        <a:noFill/>
                      </a14:hiddenFill>
                    </a:ext>
                  </a:extLst>
                </p:spPr>
                <p:txBody>
                  <a:bodyPr wrap="none" anchor="ctr"/>
                  <a:lstStyle/>
                  <a:p>
                    <a:endParaRPr lang="en-US"/>
                  </a:p>
                </p:txBody>
              </p:sp>
              <p:cxnSp>
                <p:nvCxnSpPr>
                  <p:cNvPr id="110" name="Straight Arrow Connector 109"/>
                  <p:cNvCxnSpPr>
                    <a:stCxn id="109" idx="0"/>
                  </p:cNvCxnSpPr>
                  <p:nvPr/>
                </p:nvCxnSpPr>
                <p:spPr bwMode="auto">
                  <a:xfrm flipV="1">
                    <a:off x="1676900" y="2090703"/>
                    <a:ext cx="0" cy="2366000"/>
                  </a:xfrm>
                  <a:prstGeom prst="straightConnector1">
                    <a:avLst/>
                  </a:prstGeom>
                  <a:noFill/>
                  <a:ln w="28575" cap="flat" cmpd="sng" algn="ctr">
                    <a:solidFill>
                      <a:schemeClr val="tx1"/>
                    </a:solidFill>
                    <a:prstDash val="solid"/>
                    <a:round/>
                    <a:headEnd type="none" w="med" len="med"/>
                    <a:tailEnd type="arrow"/>
                  </a:ln>
                  <a:effectLst/>
                </p:spPr>
              </p:cxnSp>
            </p:grpSp>
            <p:sp>
              <p:nvSpPr>
                <p:cNvPr id="108" name="Freeform 107"/>
                <p:cNvSpPr/>
                <p:nvPr/>
              </p:nvSpPr>
              <p:spPr>
                <a:xfrm>
                  <a:off x="1985210" y="4824664"/>
                  <a:ext cx="902369" cy="445168"/>
                </a:xfrm>
                <a:custGeom>
                  <a:avLst/>
                  <a:gdLst>
                    <a:gd name="connsiteX0" fmla="*/ 0 w 902369"/>
                    <a:gd name="connsiteY0" fmla="*/ 445168 h 445168"/>
                    <a:gd name="connsiteX1" fmla="*/ 96253 w 902369"/>
                    <a:gd name="connsiteY1" fmla="*/ 156410 h 445168"/>
                    <a:gd name="connsiteX2" fmla="*/ 300790 w 902369"/>
                    <a:gd name="connsiteY2" fmla="*/ 0 h 445168"/>
                    <a:gd name="connsiteX3" fmla="*/ 601579 w 902369"/>
                    <a:gd name="connsiteY3" fmla="*/ 0 h 445168"/>
                    <a:gd name="connsiteX4" fmla="*/ 902369 w 902369"/>
                    <a:gd name="connsiteY4" fmla="*/ 144379 h 445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369" h="445168">
                      <a:moveTo>
                        <a:pt x="0" y="445168"/>
                      </a:moveTo>
                      <a:lnTo>
                        <a:pt x="96253" y="156410"/>
                      </a:lnTo>
                      <a:lnTo>
                        <a:pt x="300790" y="0"/>
                      </a:lnTo>
                      <a:lnTo>
                        <a:pt x="601579" y="0"/>
                      </a:lnTo>
                      <a:lnTo>
                        <a:pt x="902369" y="144379"/>
                      </a:lnTo>
                    </a:path>
                  </a:pathLst>
                </a:custGeom>
                <a:noFill/>
                <a:ln w="28575">
                  <a:solidFill>
                    <a:schemeClr val="tx1"/>
                  </a:solidFill>
                </a:ln>
              </p:spPr>
              <p:txBody>
                <a:bodyPr vert="horz" wrap="none" lIns="91440" tIns="45720" rIns="91440" bIns="45720" numCol="1" rtlCol="0" anchor="ctr" anchorCtr="0" compatLnSpc="1">
                  <a:prstTxWarp prst="textNoShape">
                    <a:avLst/>
                  </a:prstTxWarp>
                </a:bodyPr>
                <a:lstStyle/>
                <a:p>
                  <a:pPr algn="ctr" eaLnBrk="0" fontAlgn="base" hangingPunct="0">
                    <a:spcBef>
                      <a:spcPct val="0"/>
                    </a:spcBef>
                    <a:spcAft>
                      <a:spcPct val="0"/>
                    </a:spcAft>
                    <a:buClrTx/>
                  </a:pPr>
                  <a:endParaRPr lang="en-US" sz="1800" i="1">
                    <a:solidFill>
                      <a:schemeClr val="tx1"/>
                    </a:solidFill>
                    <a:latin typeface="Times New Roman" pitchFamily="18" charset="0"/>
                  </a:endParaRPr>
                </a:p>
              </p:txBody>
            </p:sp>
          </p:grpSp>
          <p:grpSp>
            <p:nvGrpSpPr>
              <p:cNvPr id="87" name="Group 86"/>
              <p:cNvGrpSpPr/>
              <p:nvPr/>
            </p:nvGrpSpPr>
            <p:grpSpPr>
              <a:xfrm>
                <a:off x="1880609" y="5212810"/>
                <a:ext cx="609605" cy="463216"/>
                <a:chOff x="1975701" y="4584032"/>
                <a:chExt cx="1008131" cy="692902"/>
              </a:xfrm>
            </p:grpSpPr>
            <p:grpSp>
              <p:nvGrpSpPr>
                <p:cNvPr id="103" name="Group 102"/>
                <p:cNvGrpSpPr/>
                <p:nvPr/>
              </p:nvGrpSpPr>
              <p:grpSpPr>
                <a:xfrm>
                  <a:off x="1975701" y="4584032"/>
                  <a:ext cx="1008131" cy="692902"/>
                  <a:chOff x="1676900" y="2090703"/>
                  <a:chExt cx="6349500" cy="2366001"/>
                </a:xfrm>
              </p:grpSpPr>
              <p:sp>
                <p:nvSpPr>
                  <p:cNvPr id="105" name="Line 5"/>
                  <p:cNvSpPr>
                    <a:spLocks noChangeShapeType="1"/>
                  </p:cNvSpPr>
                  <p:nvPr/>
                </p:nvSpPr>
                <p:spPr bwMode="auto">
                  <a:xfrm>
                    <a:off x="1676901" y="4456704"/>
                    <a:ext cx="6349499" cy="0"/>
                  </a:xfrm>
                  <a:prstGeom prst="line">
                    <a:avLst/>
                  </a:prstGeom>
                  <a:noFill/>
                  <a:ln w="28575">
                    <a:solidFill>
                      <a:schemeClr val="tx1"/>
                    </a:solidFill>
                    <a:round/>
                    <a:headEnd type="none" w="med" len="med"/>
                    <a:tailEnd type="arrow" w="med" len="med"/>
                  </a:ln>
                  <a:extLst>
                    <a:ext uri="{909E8E84-426E-40DD-AFC4-6F175D3DCCD1}">
                      <a14:hiddenFill xmlns:a14="http://schemas.microsoft.com/office/drawing/2010/main">
                        <a:noFill/>
                      </a14:hiddenFill>
                    </a:ext>
                  </a:extLst>
                </p:spPr>
                <p:txBody>
                  <a:bodyPr wrap="none" anchor="ctr"/>
                  <a:lstStyle/>
                  <a:p>
                    <a:endParaRPr lang="en-US"/>
                  </a:p>
                </p:txBody>
              </p:sp>
              <p:cxnSp>
                <p:nvCxnSpPr>
                  <p:cNvPr id="106" name="Straight Arrow Connector 105"/>
                  <p:cNvCxnSpPr>
                    <a:stCxn id="105" idx="0"/>
                  </p:cNvCxnSpPr>
                  <p:nvPr/>
                </p:nvCxnSpPr>
                <p:spPr bwMode="auto">
                  <a:xfrm flipV="1">
                    <a:off x="1676900" y="2090703"/>
                    <a:ext cx="0" cy="2366000"/>
                  </a:xfrm>
                  <a:prstGeom prst="straightConnector1">
                    <a:avLst/>
                  </a:prstGeom>
                  <a:noFill/>
                  <a:ln w="28575" cap="flat" cmpd="sng" algn="ctr">
                    <a:solidFill>
                      <a:schemeClr val="tx1"/>
                    </a:solidFill>
                    <a:prstDash val="solid"/>
                    <a:round/>
                    <a:headEnd type="none" w="med" len="med"/>
                    <a:tailEnd type="arrow"/>
                  </a:ln>
                  <a:effectLst/>
                </p:spPr>
              </p:cxnSp>
            </p:grpSp>
            <p:sp>
              <p:nvSpPr>
                <p:cNvPr id="104" name="Freeform 103"/>
                <p:cNvSpPr/>
                <p:nvPr/>
              </p:nvSpPr>
              <p:spPr>
                <a:xfrm>
                  <a:off x="1985210" y="4824664"/>
                  <a:ext cx="902369" cy="445168"/>
                </a:xfrm>
                <a:custGeom>
                  <a:avLst/>
                  <a:gdLst>
                    <a:gd name="connsiteX0" fmla="*/ 0 w 902369"/>
                    <a:gd name="connsiteY0" fmla="*/ 445168 h 445168"/>
                    <a:gd name="connsiteX1" fmla="*/ 96253 w 902369"/>
                    <a:gd name="connsiteY1" fmla="*/ 156410 h 445168"/>
                    <a:gd name="connsiteX2" fmla="*/ 300790 w 902369"/>
                    <a:gd name="connsiteY2" fmla="*/ 0 h 445168"/>
                    <a:gd name="connsiteX3" fmla="*/ 601579 w 902369"/>
                    <a:gd name="connsiteY3" fmla="*/ 0 h 445168"/>
                    <a:gd name="connsiteX4" fmla="*/ 902369 w 902369"/>
                    <a:gd name="connsiteY4" fmla="*/ 144379 h 445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369" h="445168">
                      <a:moveTo>
                        <a:pt x="0" y="445168"/>
                      </a:moveTo>
                      <a:lnTo>
                        <a:pt x="96253" y="156410"/>
                      </a:lnTo>
                      <a:lnTo>
                        <a:pt x="300790" y="0"/>
                      </a:lnTo>
                      <a:lnTo>
                        <a:pt x="601579" y="0"/>
                      </a:lnTo>
                      <a:lnTo>
                        <a:pt x="902369" y="144379"/>
                      </a:lnTo>
                    </a:path>
                  </a:pathLst>
                </a:custGeom>
                <a:noFill/>
                <a:ln w="28575">
                  <a:solidFill>
                    <a:schemeClr val="tx1"/>
                  </a:solidFill>
                </a:ln>
              </p:spPr>
              <p:txBody>
                <a:bodyPr vert="horz" wrap="none" lIns="91440" tIns="45720" rIns="91440" bIns="45720" numCol="1" rtlCol="0" anchor="ctr" anchorCtr="0" compatLnSpc="1">
                  <a:prstTxWarp prst="textNoShape">
                    <a:avLst/>
                  </a:prstTxWarp>
                </a:bodyPr>
                <a:lstStyle/>
                <a:p>
                  <a:pPr algn="ctr" eaLnBrk="0" fontAlgn="base" hangingPunct="0">
                    <a:spcBef>
                      <a:spcPct val="0"/>
                    </a:spcBef>
                    <a:spcAft>
                      <a:spcPct val="0"/>
                    </a:spcAft>
                    <a:buClrTx/>
                  </a:pPr>
                  <a:endParaRPr lang="en-US" sz="1800" i="1">
                    <a:solidFill>
                      <a:schemeClr val="tx1"/>
                    </a:solidFill>
                    <a:latin typeface="Times New Roman" pitchFamily="18" charset="0"/>
                  </a:endParaRPr>
                </a:p>
              </p:txBody>
            </p:sp>
          </p:grpSp>
          <p:grpSp>
            <p:nvGrpSpPr>
              <p:cNvPr id="88" name="Group 87"/>
              <p:cNvGrpSpPr/>
              <p:nvPr/>
            </p:nvGrpSpPr>
            <p:grpSpPr>
              <a:xfrm>
                <a:off x="1872008" y="4356564"/>
                <a:ext cx="609605" cy="463216"/>
                <a:chOff x="1975701" y="4584032"/>
                <a:chExt cx="1008131" cy="692902"/>
              </a:xfrm>
            </p:grpSpPr>
            <p:grpSp>
              <p:nvGrpSpPr>
                <p:cNvPr id="99" name="Group 98"/>
                <p:cNvGrpSpPr/>
                <p:nvPr/>
              </p:nvGrpSpPr>
              <p:grpSpPr>
                <a:xfrm>
                  <a:off x="1975701" y="4584032"/>
                  <a:ext cx="1008131" cy="692902"/>
                  <a:chOff x="1676900" y="2090703"/>
                  <a:chExt cx="6349500" cy="2366001"/>
                </a:xfrm>
              </p:grpSpPr>
              <p:sp>
                <p:nvSpPr>
                  <p:cNvPr id="101" name="Line 5"/>
                  <p:cNvSpPr>
                    <a:spLocks noChangeShapeType="1"/>
                  </p:cNvSpPr>
                  <p:nvPr/>
                </p:nvSpPr>
                <p:spPr bwMode="auto">
                  <a:xfrm>
                    <a:off x="1676901" y="4456704"/>
                    <a:ext cx="6349499" cy="0"/>
                  </a:xfrm>
                  <a:prstGeom prst="line">
                    <a:avLst/>
                  </a:prstGeom>
                  <a:noFill/>
                  <a:ln w="28575">
                    <a:solidFill>
                      <a:schemeClr val="tx1"/>
                    </a:solidFill>
                    <a:round/>
                    <a:headEnd type="none" w="med" len="med"/>
                    <a:tailEnd type="arrow" w="med" len="med"/>
                  </a:ln>
                  <a:extLst>
                    <a:ext uri="{909E8E84-426E-40DD-AFC4-6F175D3DCCD1}">
                      <a14:hiddenFill xmlns:a14="http://schemas.microsoft.com/office/drawing/2010/main">
                        <a:noFill/>
                      </a14:hiddenFill>
                    </a:ext>
                  </a:extLst>
                </p:spPr>
                <p:txBody>
                  <a:bodyPr wrap="none" anchor="ctr"/>
                  <a:lstStyle/>
                  <a:p>
                    <a:endParaRPr lang="en-US"/>
                  </a:p>
                </p:txBody>
              </p:sp>
              <p:cxnSp>
                <p:nvCxnSpPr>
                  <p:cNvPr id="102" name="Straight Arrow Connector 101"/>
                  <p:cNvCxnSpPr>
                    <a:stCxn id="101" idx="0"/>
                  </p:cNvCxnSpPr>
                  <p:nvPr/>
                </p:nvCxnSpPr>
                <p:spPr bwMode="auto">
                  <a:xfrm flipV="1">
                    <a:off x="1676900" y="2090703"/>
                    <a:ext cx="0" cy="2366000"/>
                  </a:xfrm>
                  <a:prstGeom prst="straightConnector1">
                    <a:avLst/>
                  </a:prstGeom>
                  <a:noFill/>
                  <a:ln w="28575" cap="flat" cmpd="sng" algn="ctr">
                    <a:solidFill>
                      <a:schemeClr val="tx1"/>
                    </a:solidFill>
                    <a:prstDash val="solid"/>
                    <a:round/>
                    <a:headEnd type="none" w="med" len="med"/>
                    <a:tailEnd type="arrow"/>
                  </a:ln>
                  <a:effectLst/>
                </p:spPr>
              </p:cxnSp>
            </p:grpSp>
            <p:sp>
              <p:nvSpPr>
                <p:cNvPr id="100" name="Freeform 99"/>
                <p:cNvSpPr/>
                <p:nvPr/>
              </p:nvSpPr>
              <p:spPr>
                <a:xfrm>
                  <a:off x="1985210" y="4824664"/>
                  <a:ext cx="902369" cy="445168"/>
                </a:xfrm>
                <a:custGeom>
                  <a:avLst/>
                  <a:gdLst>
                    <a:gd name="connsiteX0" fmla="*/ 0 w 902369"/>
                    <a:gd name="connsiteY0" fmla="*/ 445168 h 445168"/>
                    <a:gd name="connsiteX1" fmla="*/ 96253 w 902369"/>
                    <a:gd name="connsiteY1" fmla="*/ 156410 h 445168"/>
                    <a:gd name="connsiteX2" fmla="*/ 300790 w 902369"/>
                    <a:gd name="connsiteY2" fmla="*/ 0 h 445168"/>
                    <a:gd name="connsiteX3" fmla="*/ 601579 w 902369"/>
                    <a:gd name="connsiteY3" fmla="*/ 0 h 445168"/>
                    <a:gd name="connsiteX4" fmla="*/ 902369 w 902369"/>
                    <a:gd name="connsiteY4" fmla="*/ 144379 h 445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369" h="445168">
                      <a:moveTo>
                        <a:pt x="0" y="445168"/>
                      </a:moveTo>
                      <a:lnTo>
                        <a:pt x="96253" y="156410"/>
                      </a:lnTo>
                      <a:lnTo>
                        <a:pt x="300790" y="0"/>
                      </a:lnTo>
                      <a:lnTo>
                        <a:pt x="601579" y="0"/>
                      </a:lnTo>
                      <a:lnTo>
                        <a:pt x="902369" y="144379"/>
                      </a:lnTo>
                    </a:path>
                  </a:pathLst>
                </a:custGeom>
                <a:noFill/>
                <a:ln w="28575">
                  <a:solidFill>
                    <a:schemeClr val="tx1"/>
                  </a:solidFill>
                </a:ln>
              </p:spPr>
              <p:txBody>
                <a:bodyPr vert="horz" wrap="none" lIns="91440" tIns="45720" rIns="91440" bIns="45720" numCol="1" rtlCol="0" anchor="ctr" anchorCtr="0" compatLnSpc="1">
                  <a:prstTxWarp prst="textNoShape">
                    <a:avLst/>
                  </a:prstTxWarp>
                </a:bodyPr>
                <a:lstStyle/>
                <a:p>
                  <a:pPr algn="ctr" eaLnBrk="0" fontAlgn="base" hangingPunct="0">
                    <a:spcBef>
                      <a:spcPct val="0"/>
                    </a:spcBef>
                    <a:spcAft>
                      <a:spcPct val="0"/>
                    </a:spcAft>
                    <a:buClrTx/>
                  </a:pPr>
                  <a:endParaRPr lang="en-US" sz="1800" i="1">
                    <a:solidFill>
                      <a:schemeClr val="tx1"/>
                    </a:solidFill>
                    <a:latin typeface="Times New Roman" pitchFamily="18" charset="0"/>
                  </a:endParaRPr>
                </a:p>
              </p:txBody>
            </p:sp>
          </p:grpSp>
          <p:grpSp>
            <p:nvGrpSpPr>
              <p:cNvPr id="89" name="Group 88"/>
              <p:cNvGrpSpPr/>
              <p:nvPr/>
            </p:nvGrpSpPr>
            <p:grpSpPr>
              <a:xfrm>
                <a:off x="1824176" y="1854460"/>
                <a:ext cx="609605" cy="463216"/>
                <a:chOff x="1975701" y="4584032"/>
                <a:chExt cx="1008131" cy="692902"/>
              </a:xfrm>
            </p:grpSpPr>
            <p:grpSp>
              <p:nvGrpSpPr>
                <p:cNvPr id="95" name="Group 94"/>
                <p:cNvGrpSpPr/>
                <p:nvPr/>
              </p:nvGrpSpPr>
              <p:grpSpPr>
                <a:xfrm>
                  <a:off x="1975701" y="4584032"/>
                  <a:ext cx="1008131" cy="692902"/>
                  <a:chOff x="1676900" y="2090703"/>
                  <a:chExt cx="6349500" cy="2366001"/>
                </a:xfrm>
              </p:grpSpPr>
              <p:sp>
                <p:nvSpPr>
                  <p:cNvPr id="97" name="Line 5"/>
                  <p:cNvSpPr>
                    <a:spLocks noChangeShapeType="1"/>
                  </p:cNvSpPr>
                  <p:nvPr/>
                </p:nvSpPr>
                <p:spPr bwMode="auto">
                  <a:xfrm>
                    <a:off x="1676901" y="4456704"/>
                    <a:ext cx="6349499" cy="0"/>
                  </a:xfrm>
                  <a:prstGeom prst="line">
                    <a:avLst/>
                  </a:prstGeom>
                  <a:noFill/>
                  <a:ln w="28575">
                    <a:solidFill>
                      <a:schemeClr val="tx1"/>
                    </a:solidFill>
                    <a:round/>
                    <a:headEnd type="none" w="med" len="med"/>
                    <a:tailEnd type="arrow" w="med" len="med"/>
                  </a:ln>
                  <a:extLst>
                    <a:ext uri="{909E8E84-426E-40DD-AFC4-6F175D3DCCD1}">
                      <a14:hiddenFill xmlns:a14="http://schemas.microsoft.com/office/drawing/2010/main">
                        <a:noFill/>
                      </a14:hiddenFill>
                    </a:ext>
                  </a:extLst>
                </p:spPr>
                <p:txBody>
                  <a:bodyPr wrap="none" anchor="ctr"/>
                  <a:lstStyle/>
                  <a:p>
                    <a:endParaRPr lang="en-US"/>
                  </a:p>
                </p:txBody>
              </p:sp>
              <p:cxnSp>
                <p:nvCxnSpPr>
                  <p:cNvPr id="98" name="Straight Arrow Connector 97"/>
                  <p:cNvCxnSpPr>
                    <a:stCxn id="97" idx="0"/>
                  </p:cNvCxnSpPr>
                  <p:nvPr/>
                </p:nvCxnSpPr>
                <p:spPr bwMode="auto">
                  <a:xfrm flipV="1">
                    <a:off x="1676900" y="2090703"/>
                    <a:ext cx="0" cy="2366000"/>
                  </a:xfrm>
                  <a:prstGeom prst="straightConnector1">
                    <a:avLst/>
                  </a:prstGeom>
                  <a:noFill/>
                  <a:ln w="28575" cap="flat" cmpd="sng" algn="ctr">
                    <a:solidFill>
                      <a:schemeClr val="tx1"/>
                    </a:solidFill>
                    <a:prstDash val="solid"/>
                    <a:round/>
                    <a:headEnd type="none" w="med" len="med"/>
                    <a:tailEnd type="arrow"/>
                  </a:ln>
                  <a:effectLst/>
                </p:spPr>
              </p:cxnSp>
            </p:grpSp>
            <p:sp>
              <p:nvSpPr>
                <p:cNvPr id="96" name="Freeform 95"/>
                <p:cNvSpPr/>
                <p:nvPr/>
              </p:nvSpPr>
              <p:spPr>
                <a:xfrm>
                  <a:off x="1985210" y="4824664"/>
                  <a:ext cx="902369" cy="445168"/>
                </a:xfrm>
                <a:custGeom>
                  <a:avLst/>
                  <a:gdLst>
                    <a:gd name="connsiteX0" fmla="*/ 0 w 902369"/>
                    <a:gd name="connsiteY0" fmla="*/ 445168 h 445168"/>
                    <a:gd name="connsiteX1" fmla="*/ 96253 w 902369"/>
                    <a:gd name="connsiteY1" fmla="*/ 156410 h 445168"/>
                    <a:gd name="connsiteX2" fmla="*/ 300790 w 902369"/>
                    <a:gd name="connsiteY2" fmla="*/ 0 h 445168"/>
                    <a:gd name="connsiteX3" fmla="*/ 601579 w 902369"/>
                    <a:gd name="connsiteY3" fmla="*/ 0 h 445168"/>
                    <a:gd name="connsiteX4" fmla="*/ 902369 w 902369"/>
                    <a:gd name="connsiteY4" fmla="*/ 144379 h 445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369" h="445168">
                      <a:moveTo>
                        <a:pt x="0" y="445168"/>
                      </a:moveTo>
                      <a:lnTo>
                        <a:pt x="96253" y="156410"/>
                      </a:lnTo>
                      <a:lnTo>
                        <a:pt x="300790" y="0"/>
                      </a:lnTo>
                      <a:lnTo>
                        <a:pt x="601579" y="0"/>
                      </a:lnTo>
                      <a:lnTo>
                        <a:pt x="902369" y="144379"/>
                      </a:lnTo>
                    </a:path>
                  </a:pathLst>
                </a:custGeom>
                <a:noFill/>
                <a:ln w="28575">
                  <a:solidFill>
                    <a:schemeClr val="tx1"/>
                  </a:solidFill>
                </a:ln>
              </p:spPr>
              <p:txBody>
                <a:bodyPr vert="horz" wrap="none" lIns="91440" tIns="45720" rIns="91440" bIns="45720" numCol="1" rtlCol="0" anchor="ctr" anchorCtr="0" compatLnSpc="1">
                  <a:prstTxWarp prst="textNoShape">
                    <a:avLst/>
                  </a:prstTxWarp>
                </a:bodyPr>
                <a:lstStyle/>
                <a:p>
                  <a:pPr algn="ctr" eaLnBrk="0" fontAlgn="base" hangingPunct="0">
                    <a:spcBef>
                      <a:spcPct val="0"/>
                    </a:spcBef>
                    <a:spcAft>
                      <a:spcPct val="0"/>
                    </a:spcAft>
                    <a:buClrTx/>
                  </a:pPr>
                  <a:endParaRPr lang="en-US" sz="1800" i="1">
                    <a:solidFill>
                      <a:schemeClr val="tx1"/>
                    </a:solidFill>
                    <a:latin typeface="Times New Roman" pitchFamily="18" charset="0"/>
                  </a:endParaRPr>
                </a:p>
              </p:txBody>
            </p:sp>
          </p:grpSp>
          <p:grpSp>
            <p:nvGrpSpPr>
              <p:cNvPr id="90" name="Group 89"/>
              <p:cNvGrpSpPr/>
              <p:nvPr/>
            </p:nvGrpSpPr>
            <p:grpSpPr>
              <a:xfrm>
                <a:off x="1863407" y="2781763"/>
                <a:ext cx="609605" cy="463216"/>
                <a:chOff x="1975701" y="4584032"/>
                <a:chExt cx="1008131" cy="692902"/>
              </a:xfrm>
            </p:grpSpPr>
            <p:grpSp>
              <p:nvGrpSpPr>
                <p:cNvPr id="91" name="Group 90"/>
                <p:cNvGrpSpPr/>
                <p:nvPr/>
              </p:nvGrpSpPr>
              <p:grpSpPr>
                <a:xfrm>
                  <a:off x="1975701" y="4584032"/>
                  <a:ext cx="1008131" cy="692902"/>
                  <a:chOff x="1676900" y="2090703"/>
                  <a:chExt cx="6349500" cy="2366001"/>
                </a:xfrm>
              </p:grpSpPr>
              <p:sp>
                <p:nvSpPr>
                  <p:cNvPr id="93" name="Line 5"/>
                  <p:cNvSpPr>
                    <a:spLocks noChangeShapeType="1"/>
                  </p:cNvSpPr>
                  <p:nvPr/>
                </p:nvSpPr>
                <p:spPr bwMode="auto">
                  <a:xfrm>
                    <a:off x="1676901" y="4456704"/>
                    <a:ext cx="6349499" cy="0"/>
                  </a:xfrm>
                  <a:prstGeom prst="line">
                    <a:avLst/>
                  </a:prstGeom>
                  <a:noFill/>
                  <a:ln w="28575">
                    <a:solidFill>
                      <a:schemeClr val="tx1"/>
                    </a:solidFill>
                    <a:round/>
                    <a:headEnd type="none" w="med" len="med"/>
                    <a:tailEnd type="arrow" w="med" len="med"/>
                  </a:ln>
                  <a:extLst>
                    <a:ext uri="{909E8E84-426E-40DD-AFC4-6F175D3DCCD1}">
                      <a14:hiddenFill xmlns:a14="http://schemas.microsoft.com/office/drawing/2010/main">
                        <a:noFill/>
                      </a14:hiddenFill>
                    </a:ext>
                  </a:extLst>
                </p:spPr>
                <p:txBody>
                  <a:bodyPr wrap="none" anchor="ctr"/>
                  <a:lstStyle/>
                  <a:p>
                    <a:endParaRPr lang="en-US"/>
                  </a:p>
                </p:txBody>
              </p:sp>
              <p:cxnSp>
                <p:nvCxnSpPr>
                  <p:cNvPr id="94" name="Straight Arrow Connector 93"/>
                  <p:cNvCxnSpPr>
                    <a:stCxn id="93" idx="0"/>
                  </p:cNvCxnSpPr>
                  <p:nvPr/>
                </p:nvCxnSpPr>
                <p:spPr bwMode="auto">
                  <a:xfrm flipV="1">
                    <a:off x="1676900" y="2090703"/>
                    <a:ext cx="0" cy="2366000"/>
                  </a:xfrm>
                  <a:prstGeom prst="straightConnector1">
                    <a:avLst/>
                  </a:prstGeom>
                  <a:noFill/>
                  <a:ln w="28575" cap="flat" cmpd="sng" algn="ctr">
                    <a:solidFill>
                      <a:schemeClr val="tx1"/>
                    </a:solidFill>
                    <a:prstDash val="solid"/>
                    <a:round/>
                    <a:headEnd type="none" w="med" len="med"/>
                    <a:tailEnd type="arrow"/>
                  </a:ln>
                  <a:effectLst/>
                </p:spPr>
              </p:cxnSp>
            </p:grpSp>
            <p:sp>
              <p:nvSpPr>
                <p:cNvPr id="92" name="Freeform 91"/>
                <p:cNvSpPr/>
                <p:nvPr/>
              </p:nvSpPr>
              <p:spPr>
                <a:xfrm>
                  <a:off x="1985210" y="4824664"/>
                  <a:ext cx="902369" cy="445168"/>
                </a:xfrm>
                <a:custGeom>
                  <a:avLst/>
                  <a:gdLst>
                    <a:gd name="connsiteX0" fmla="*/ 0 w 902369"/>
                    <a:gd name="connsiteY0" fmla="*/ 445168 h 445168"/>
                    <a:gd name="connsiteX1" fmla="*/ 96253 w 902369"/>
                    <a:gd name="connsiteY1" fmla="*/ 156410 h 445168"/>
                    <a:gd name="connsiteX2" fmla="*/ 300790 w 902369"/>
                    <a:gd name="connsiteY2" fmla="*/ 0 h 445168"/>
                    <a:gd name="connsiteX3" fmla="*/ 601579 w 902369"/>
                    <a:gd name="connsiteY3" fmla="*/ 0 h 445168"/>
                    <a:gd name="connsiteX4" fmla="*/ 902369 w 902369"/>
                    <a:gd name="connsiteY4" fmla="*/ 144379 h 445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369" h="445168">
                      <a:moveTo>
                        <a:pt x="0" y="445168"/>
                      </a:moveTo>
                      <a:lnTo>
                        <a:pt x="96253" y="156410"/>
                      </a:lnTo>
                      <a:lnTo>
                        <a:pt x="300790" y="0"/>
                      </a:lnTo>
                      <a:lnTo>
                        <a:pt x="601579" y="0"/>
                      </a:lnTo>
                      <a:lnTo>
                        <a:pt x="902369" y="144379"/>
                      </a:lnTo>
                    </a:path>
                  </a:pathLst>
                </a:custGeom>
                <a:noFill/>
                <a:ln w="28575">
                  <a:solidFill>
                    <a:schemeClr val="tx1"/>
                  </a:solidFill>
                </a:ln>
              </p:spPr>
              <p:txBody>
                <a:bodyPr vert="horz" wrap="none" lIns="91440" tIns="45720" rIns="91440" bIns="45720" numCol="1" rtlCol="0" anchor="ctr" anchorCtr="0" compatLnSpc="1">
                  <a:prstTxWarp prst="textNoShape">
                    <a:avLst/>
                  </a:prstTxWarp>
                </a:bodyPr>
                <a:lstStyle/>
                <a:p>
                  <a:pPr algn="ctr" eaLnBrk="0" fontAlgn="base" hangingPunct="0">
                    <a:spcBef>
                      <a:spcPct val="0"/>
                    </a:spcBef>
                    <a:spcAft>
                      <a:spcPct val="0"/>
                    </a:spcAft>
                    <a:buClrTx/>
                  </a:pPr>
                  <a:endParaRPr lang="en-US" sz="1800" i="1">
                    <a:solidFill>
                      <a:schemeClr val="tx1"/>
                    </a:solidFill>
                    <a:latin typeface="Times New Roman" pitchFamily="18" charset="0"/>
                  </a:endParaRPr>
                </a:p>
              </p:txBody>
            </p:sp>
          </p:grpSp>
        </p:grpSp>
      </p:grpSp>
      <p:grpSp>
        <p:nvGrpSpPr>
          <p:cNvPr id="11" name="Group 10"/>
          <p:cNvGrpSpPr/>
          <p:nvPr/>
        </p:nvGrpSpPr>
        <p:grpSpPr>
          <a:xfrm>
            <a:off x="5754381" y="1338263"/>
            <a:ext cx="1560594" cy="5340350"/>
            <a:chOff x="4230381" y="1338263"/>
            <a:chExt cx="1560594" cy="5340350"/>
          </a:xfrm>
        </p:grpSpPr>
        <p:grpSp>
          <p:nvGrpSpPr>
            <p:cNvPr id="3" name="Group 26"/>
            <p:cNvGrpSpPr>
              <a:grpSpLocks/>
            </p:cNvGrpSpPr>
            <p:nvPr/>
          </p:nvGrpSpPr>
          <p:grpSpPr bwMode="auto">
            <a:xfrm>
              <a:off x="4230381" y="1338263"/>
              <a:ext cx="709613" cy="5340350"/>
              <a:chOff x="1796" y="843"/>
              <a:chExt cx="447" cy="3364"/>
            </a:xfrm>
          </p:grpSpPr>
          <p:pic>
            <p:nvPicPr>
              <p:cNvPr id="8218" name="Picture 9"/>
              <p:cNvPicPr>
                <a:picLocks noChangeAspect="1" noChangeArrowheads="1"/>
              </p:cNvPicPr>
              <p:nvPr/>
            </p:nvPicPr>
            <p:blipFill>
              <a:blip r:embed="rId3">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796" y="1011"/>
                <a:ext cx="447" cy="31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lgn="ctr">
                    <a:solidFill>
                      <a:srgbClr val="000000"/>
                    </a:solidFill>
                    <a:miter lim="800000"/>
                    <a:headEnd/>
                    <a:tailEnd/>
                  </a14:hiddenLine>
                </a:ext>
              </a:extLst>
            </p:spPr>
          </p:pic>
          <p:sp>
            <p:nvSpPr>
              <p:cNvPr id="8219" name="Text Box 17"/>
              <p:cNvSpPr txBox="1">
                <a:spLocks noChangeArrowheads="1"/>
              </p:cNvSpPr>
              <p:nvPr/>
            </p:nvSpPr>
            <p:spPr bwMode="auto">
              <a:xfrm>
                <a:off x="1864" y="843"/>
                <a:ext cx="267"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lgn="ctr">
                    <a:solidFill>
                      <a:srgbClr val="000000"/>
                    </a:solidFill>
                    <a:miter lim="800000"/>
                    <a:headEnd/>
                    <a:tailEnd/>
                  </a14:hiddenLine>
                </a:ext>
              </a:extLst>
            </p:spPr>
            <p:txBody>
              <a:bodyPr wrap="none">
                <a:spAutoFit/>
              </a:bodyPr>
              <a:lstStyle>
                <a:lvl1pPr>
                  <a:defRPr i="1">
                    <a:solidFill>
                      <a:schemeClr val="tx1"/>
                    </a:solidFill>
                    <a:latin typeface="Times New Roman" pitchFamily="18" charset="0"/>
                  </a:defRPr>
                </a:lvl1pPr>
                <a:lvl2pPr marL="742950" indent="-285750">
                  <a:defRPr i="1">
                    <a:solidFill>
                      <a:schemeClr val="tx1"/>
                    </a:solidFill>
                    <a:latin typeface="Times New Roman" pitchFamily="18" charset="0"/>
                  </a:defRPr>
                </a:lvl2pPr>
                <a:lvl3pPr marL="1143000" indent="-228600">
                  <a:defRPr i="1">
                    <a:solidFill>
                      <a:schemeClr val="tx1"/>
                    </a:solidFill>
                    <a:latin typeface="Times New Roman" pitchFamily="18" charset="0"/>
                  </a:defRPr>
                </a:lvl3pPr>
                <a:lvl4pPr marL="1600200" indent="-228600">
                  <a:defRPr i="1">
                    <a:solidFill>
                      <a:schemeClr val="tx1"/>
                    </a:solidFill>
                    <a:latin typeface="Times New Roman" pitchFamily="18" charset="0"/>
                  </a:defRPr>
                </a:lvl4pPr>
                <a:lvl5pPr marL="2057400" indent="-228600">
                  <a:defRPr i="1">
                    <a:solidFill>
                      <a:schemeClr val="tx1"/>
                    </a:solidFill>
                    <a:latin typeface="Times New Roman" pitchFamily="18" charset="0"/>
                  </a:defRPr>
                </a:lvl5pPr>
                <a:lvl6pPr marL="2514600" indent="-228600" algn="ctr" eaLnBrk="0" fontAlgn="base" hangingPunct="0">
                  <a:spcBef>
                    <a:spcPct val="0"/>
                  </a:spcBef>
                  <a:spcAft>
                    <a:spcPct val="0"/>
                  </a:spcAft>
                  <a:defRPr i="1">
                    <a:solidFill>
                      <a:schemeClr val="tx1"/>
                    </a:solidFill>
                    <a:latin typeface="Times New Roman" pitchFamily="18" charset="0"/>
                  </a:defRPr>
                </a:lvl6pPr>
                <a:lvl7pPr marL="2971800" indent="-228600" algn="ctr" eaLnBrk="0" fontAlgn="base" hangingPunct="0">
                  <a:spcBef>
                    <a:spcPct val="0"/>
                  </a:spcBef>
                  <a:spcAft>
                    <a:spcPct val="0"/>
                  </a:spcAft>
                  <a:defRPr i="1">
                    <a:solidFill>
                      <a:schemeClr val="tx1"/>
                    </a:solidFill>
                    <a:latin typeface="Times New Roman" pitchFamily="18" charset="0"/>
                  </a:defRPr>
                </a:lvl7pPr>
                <a:lvl8pPr marL="3429000" indent="-228600" algn="ctr" eaLnBrk="0" fontAlgn="base" hangingPunct="0">
                  <a:spcBef>
                    <a:spcPct val="0"/>
                  </a:spcBef>
                  <a:spcAft>
                    <a:spcPct val="0"/>
                  </a:spcAft>
                  <a:defRPr i="1">
                    <a:solidFill>
                      <a:schemeClr val="tx1"/>
                    </a:solidFill>
                    <a:latin typeface="Times New Roman" pitchFamily="18" charset="0"/>
                  </a:defRPr>
                </a:lvl8pPr>
                <a:lvl9pPr marL="3886200" indent="-228600" algn="ctr" eaLnBrk="0" fontAlgn="base" hangingPunct="0">
                  <a:spcBef>
                    <a:spcPct val="0"/>
                  </a:spcBef>
                  <a:spcAft>
                    <a:spcPct val="0"/>
                  </a:spcAft>
                  <a:defRPr i="1">
                    <a:solidFill>
                      <a:schemeClr val="tx1"/>
                    </a:solidFill>
                    <a:latin typeface="Times New Roman" pitchFamily="18" charset="0"/>
                  </a:defRPr>
                </a:lvl9pPr>
              </a:lstStyle>
              <a:p>
                <a:r>
                  <a:rPr lang="en-US" b="1" i="0" dirty="0"/>
                  <a:t>:15</a:t>
                </a:r>
              </a:p>
            </p:txBody>
          </p:sp>
        </p:grpSp>
        <p:grpSp>
          <p:nvGrpSpPr>
            <p:cNvPr id="112" name="Group 111"/>
            <p:cNvGrpSpPr/>
            <p:nvPr/>
          </p:nvGrpSpPr>
          <p:grpSpPr>
            <a:xfrm>
              <a:off x="5115905" y="1858460"/>
              <a:ext cx="675070" cy="4560799"/>
              <a:chOff x="1824176" y="1854460"/>
              <a:chExt cx="675070" cy="4560799"/>
            </a:xfrm>
          </p:grpSpPr>
          <p:grpSp>
            <p:nvGrpSpPr>
              <p:cNvPr id="113" name="Group 112"/>
              <p:cNvGrpSpPr/>
              <p:nvPr/>
            </p:nvGrpSpPr>
            <p:grpSpPr>
              <a:xfrm>
                <a:off x="1889641" y="5952043"/>
                <a:ext cx="609605" cy="463216"/>
                <a:chOff x="1975701" y="4584032"/>
                <a:chExt cx="1008131" cy="692902"/>
              </a:xfrm>
            </p:grpSpPr>
            <p:grpSp>
              <p:nvGrpSpPr>
                <p:cNvPr id="134" name="Group 133"/>
                <p:cNvGrpSpPr/>
                <p:nvPr/>
              </p:nvGrpSpPr>
              <p:grpSpPr>
                <a:xfrm>
                  <a:off x="1975701" y="4584032"/>
                  <a:ext cx="1008131" cy="692902"/>
                  <a:chOff x="1676900" y="2090703"/>
                  <a:chExt cx="6349500" cy="2366001"/>
                </a:xfrm>
              </p:grpSpPr>
              <p:sp>
                <p:nvSpPr>
                  <p:cNvPr id="136" name="Line 5"/>
                  <p:cNvSpPr>
                    <a:spLocks noChangeShapeType="1"/>
                  </p:cNvSpPr>
                  <p:nvPr/>
                </p:nvSpPr>
                <p:spPr bwMode="auto">
                  <a:xfrm>
                    <a:off x="1676901" y="4456704"/>
                    <a:ext cx="6349499" cy="0"/>
                  </a:xfrm>
                  <a:prstGeom prst="line">
                    <a:avLst/>
                  </a:prstGeom>
                  <a:noFill/>
                  <a:ln w="28575">
                    <a:solidFill>
                      <a:schemeClr val="tx1"/>
                    </a:solidFill>
                    <a:round/>
                    <a:headEnd type="none" w="med" len="med"/>
                    <a:tailEnd type="arrow" w="med" len="med"/>
                  </a:ln>
                  <a:extLst>
                    <a:ext uri="{909E8E84-426E-40DD-AFC4-6F175D3DCCD1}">
                      <a14:hiddenFill xmlns:a14="http://schemas.microsoft.com/office/drawing/2010/main">
                        <a:noFill/>
                      </a14:hiddenFill>
                    </a:ext>
                  </a:extLst>
                </p:spPr>
                <p:txBody>
                  <a:bodyPr wrap="none" anchor="ctr"/>
                  <a:lstStyle/>
                  <a:p>
                    <a:endParaRPr lang="en-US"/>
                  </a:p>
                </p:txBody>
              </p:sp>
              <p:cxnSp>
                <p:nvCxnSpPr>
                  <p:cNvPr id="137" name="Straight Arrow Connector 136"/>
                  <p:cNvCxnSpPr>
                    <a:stCxn id="136" idx="0"/>
                  </p:cNvCxnSpPr>
                  <p:nvPr/>
                </p:nvCxnSpPr>
                <p:spPr bwMode="auto">
                  <a:xfrm flipV="1">
                    <a:off x="1676900" y="2090703"/>
                    <a:ext cx="0" cy="2366000"/>
                  </a:xfrm>
                  <a:prstGeom prst="straightConnector1">
                    <a:avLst/>
                  </a:prstGeom>
                  <a:noFill/>
                  <a:ln w="28575" cap="flat" cmpd="sng" algn="ctr">
                    <a:solidFill>
                      <a:schemeClr val="tx1"/>
                    </a:solidFill>
                    <a:prstDash val="solid"/>
                    <a:round/>
                    <a:headEnd type="none" w="med" len="med"/>
                    <a:tailEnd type="arrow"/>
                  </a:ln>
                  <a:effectLst/>
                </p:spPr>
              </p:cxnSp>
            </p:grpSp>
            <p:sp>
              <p:nvSpPr>
                <p:cNvPr id="135" name="Freeform 134"/>
                <p:cNvSpPr/>
                <p:nvPr/>
              </p:nvSpPr>
              <p:spPr>
                <a:xfrm>
                  <a:off x="1985210" y="4824664"/>
                  <a:ext cx="902369" cy="445168"/>
                </a:xfrm>
                <a:custGeom>
                  <a:avLst/>
                  <a:gdLst>
                    <a:gd name="connsiteX0" fmla="*/ 0 w 902369"/>
                    <a:gd name="connsiteY0" fmla="*/ 445168 h 445168"/>
                    <a:gd name="connsiteX1" fmla="*/ 96253 w 902369"/>
                    <a:gd name="connsiteY1" fmla="*/ 156410 h 445168"/>
                    <a:gd name="connsiteX2" fmla="*/ 300790 w 902369"/>
                    <a:gd name="connsiteY2" fmla="*/ 0 h 445168"/>
                    <a:gd name="connsiteX3" fmla="*/ 601579 w 902369"/>
                    <a:gd name="connsiteY3" fmla="*/ 0 h 445168"/>
                    <a:gd name="connsiteX4" fmla="*/ 902369 w 902369"/>
                    <a:gd name="connsiteY4" fmla="*/ 144379 h 445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369" h="445168">
                      <a:moveTo>
                        <a:pt x="0" y="445168"/>
                      </a:moveTo>
                      <a:lnTo>
                        <a:pt x="96253" y="156410"/>
                      </a:lnTo>
                      <a:lnTo>
                        <a:pt x="300790" y="0"/>
                      </a:lnTo>
                      <a:lnTo>
                        <a:pt x="601579" y="0"/>
                      </a:lnTo>
                      <a:lnTo>
                        <a:pt x="902369" y="144379"/>
                      </a:lnTo>
                    </a:path>
                  </a:pathLst>
                </a:custGeom>
                <a:noFill/>
                <a:ln w="28575">
                  <a:solidFill>
                    <a:schemeClr val="tx1"/>
                  </a:solidFill>
                </a:ln>
              </p:spPr>
              <p:txBody>
                <a:bodyPr vert="horz" wrap="none" lIns="91440" tIns="45720" rIns="91440" bIns="45720" numCol="1" rtlCol="0" anchor="ctr" anchorCtr="0" compatLnSpc="1">
                  <a:prstTxWarp prst="textNoShape">
                    <a:avLst/>
                  </a:prstTxWarp>
                </a:bodyPr>
                <a:lstStyle/>
                <a:p>
                  <a:pPr algn="ctr" eaLnBrk="0" fontAlgn="base" hangingPunct="0">
                    <a:spcBef>
                      <a:spcPct val="0"/>
                    </a:spcBef>
                    <a:spcAft>
                      <a:spcPct val="0"/>
                    </a:spcAft>
                    <a:buClrTx/>
                  </a:pPr>
                  <a:endParaRPr lang="en-US" sz="1800" i="1">
                    <a:solidFill>
                      <a:schemeClr val="tx1"/>
                    </a:solidFill>
                    <a:latin typeface="Times New Roman" pitchFamily="18" charset="0"/>
                  </a:endParaRPr>
                </a:p>
              </p:txBody>
            </p:sp>
          </p:grpSp>
          <p:grpSp>
            <p:nvGrpSpPr>
              <p:cNvPr id="114" name="Group 113"/>
              <p:cNvGrpSpPr/>
              <p:nvPr/>
            </p:nvGrpSpPr>
            <p:grpSpPr>
              <a:xfrm>
                <a:off x="1880609" y="5212810"/>
                <a:ext cx="609605" cy="463216"/>
                <a:chOff x="1975701" y="4584032"/>
                <a:chExt cx="1008131" cy="692902"/>
              </a:xfrm>
            </p:grpSpPr>
            <p:grpSp>
              <p:nvGrpSpPr>
                <p:cNvPr id="130" name="Group 129"/>
                <p:cNvGrpSpPr/>
                <p:nvPr/>
              </p:nvGrpSpPr>
              <p:grpSpPr>
                <a:xfrm>
                  <a:off x="1975701" y="4584032"/>
                  <a:ext cx="1008131" cy="692902"/>
                  <a:chOff x="1676900" y="2090703"/>
                  <a:chExt cx="6349500" cy="2366001"/>
                </a:xfrm>
              </p:grpSpPr>
              <p:sp>
                <p:nvSpPr>
                  <p:cNvPr id="132" name="Line 5"/>
                  <p:cNvSpPr>
                    <a:spLocks noChangeShapeType="1"/>
                  </p:cNvSpPr>
                  <p:nvPr/>
                </p:nvSpPr>
                <p:spPr bwMode="auto">
                  <a:xfrm>
                    <a:off x="1676901" y="4456704"/>
                    <a:ext cx="6349499" cy="0"/>
                  </a:xfrm>
                  <a:prstGeom prst="line">
                    <a:avLst/>
                  </a:prstGeom>
                  <a:noFill/>
                  <a:ln w="28575">
                    <a:solidFill>
                      <a:schemeClr val="tx1"/>
                    </a:solidFill>
                    <a:round/>
                    <a:headEnd type="none" w="med" len="med"/>
                    <a:tailEnd type="arrow" w="med" len="med"/>
                  </a:ln>
                  <a:extLst>
                    <a:ext uri="{909E8E84-426E-40DD-AFC4-6F175D3DCCD1}">
                      <a14:hiddenFill xmlns:a14="http://schemas.microsoft.com/office/drawing/2010/main">
                        <a:noFill/>
                      </a14:hiddenFill>
                    </a:ext>
                  </a:extLst>
                </p:spPr>
                <p:txBody>
                  <a:bodyPr wrap="none" anchor="ctr"/>
                  <a:lstStyle/>
                  <a:p>
                    <a:endParaRPr lang="en-US"/>
                  </a:p>
                </p:txBody>
              </p:sp>
              <p:cxnSp>
                <p:nvCxnSpPr>
                  <p:cNvPr id="133" name="Straight Arrow Connector 132"/>
                  <p:cNvCxnSpPr>
                    <a:stCxn id="132" idx="0"/>
                  </p:cNvCxnSpPr>
                  <p:nvPr/>
                </p:nvCxnSpPr>
                <p:spPr bwMode="auto">
                  <a:xfrm flipV="1">
                    <a:off x="1676900" y="2090703"/>
                    <a:ext cx="0" cy="2366000"/>
                  </a:xfrm>
                  <a:prstGeom prst="straightConnector1">
                    <a:avLst/>
                  </a:prstGeom>
                  <a:noFill/>
                  <a:ln w="28575" cap="flat" cmpd="sng" algn="ctr">
                    <a:solidFill>
                      <a:schemeClr val="tx1"/>
                    </a:solidFill>
                    <a:prstDash val="solid"/>
                    <a:round/>
                    <a:headEnd type="none" w="med" len="med"/>
                    <a:tailEnd type="arrow"/>
                  </a:ln>
                  <a:effectLst/>
                </p:spPr>
              </p:cxnSp>
            </p:grpSp>
            <p:sp>
              <p:nvSpPr>
                <p:cNvPr id="131" name="Freeform 130"/>
                <p:cNvSpPr/>
                <p:nvPr/>
              </p:nvSpPr>
              <p:spPr>
                <a:xfrm>
                  <a:off x="1985210" y="4824664"/>
                  <a:ext cx="902369" cy="445168"/>
                </a:xfrm>
                <a:custGeom>
                  <a:avLst/>
                  <a:gdLst>
                    <a:gd name="connsiteX0" fmla="*/ 0 w 902369"/>
                    <a:gd name="connsiteY0" fmla="*/ 445168 h 445168"/>
                    <a:gd name="connsiteX1" fmla="*/ 96253 w 902369"/>
                    <a:gd name="connsiteY1" fmla="*/ 156410 h 445168"/>
                    <a:gd name="connsiteX2" fmla="*/ 300790 w 902369"/>
                    <a:gd name="connsiteY2" fmla="*/ 0 h 445168"/>
                    <a:gd name="connsiteX3" fmla="*/ 601579 w 902369"/>
                    <a:gd name="connsiteY3" fmla="*/ 0 h 445168"/>
                    <a:gd name="connsiteX4" fmla="*/ 902369 w 902369"/>
                    <a:gd name="connsiteY4" fmla="*/ 144379 h 445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369" h="445168">
                      <a:moveTo>
                        <a:pt x="0" y="445168"/>
                      </a:moveTo>
                      <a:lnTo>
                        <a:pt x="96253" y="156410"/>
                      </a:lnTo>
                      <a:lnTo>
                        <a:pt x="300790" y="0"/>
                      </a:lnTo>
                      <a:lnTo>
                        <a:pt x="601579" y="0"/>
                      </a:lnTo>
                      <a:lnTo>
                        <a:pt x="902369" y="144379"/>
                      </a:lnTo>
                    </a:path>
                  </a:pathLst>
                </a:custGeom>
                <a:noFill/>
                <a:ln w="28575">
                  <a:solidFill>
                    <a:schemeClr val="tx1"/>
                  </a:solidFill>
                </a:ln>
              </p:spPr>
              <p:txBody>
                <a:bodyPr vert="horz" wrap="none" lIns="91440" tIns="45720" rIns="91440" bIns="45720" numCol="1" rtlCol="0" anchor="ctr" anchorCtr="0" compatLnSpc="1">
                  <a:prstTxWarp prst="textNoShape">
                    <a:avLst/>
                  </a:prstTxWarp>
                </a:bodyPr>
                <a:lstStyle/>
                <a:p>
                  <a:pPr algn="ctr" eaLnBrk="0" fontAlgn="base" hangingPunct="0">
                    <a:spcBef>
                      <a:spcPct val="0"/>
                    </a:spcBef>
                    <a:spcAft>
                      <a:spcPct val="0"/>
                    </a:spcAft>
                    <a:buClrTx/>
                  </a:pPr>
                  <a:endParaRPr lang="en-US" sz="1800" i="1">
                    <a:solidFill>
                      <a:schemeClr val="tx1"/>
                    </a:solidFill>
                    <a:latin typeface="Times New Roman" pitchFamily="18" charset="0"/>
                  </a:endParaRPr>
                </a:p>
              </p:txBody>
            </p:sp>
          </p:grpSp>
          <p:grpSp>
            <p:nvGrpSpPr>
              <p:cNvPr id="115" name="Group 114"/>
              <p:cNvGrpSpPr/>
              <p:nvPr/>
            </p:nvGrpSpPr>
            <p:grpSpPr>
              <a:xfrm>
                <a:off x="1872008" y="4356564"/>
                <a:ext cx="609605" cy="463216"/>
                <a:chOff x="1975701" y="4584032"/>
                <a:chExt cx="1008131" cy="692902"/>
              </a:xfrm>
            </p:grpSpPr>
            <p:grpSp>
              <p:nvGrpSpPr>
                <p:cNvPr id="126" name="Group 125"/>
                <p:cNvGrpSpPr/>
                <p:nvPr/>
              </p:nvGrpSpPr>
              <p:grpSpPr>
                <a:xfrm>
                  <a:off x="1975701" y="4584032"/>
                  <a:ext cx="1008131" cy="692902"/>
                  <a:chOff x="1676900" y="2090703"/>
                  <a:chExt cx="6349500" cy="2366001"/>
                </a:xfrm>
              </p:grpSpPr>
              <p:sp>
                <p:nvSpPr>
                  <p:cNvPr id="128" name="Line 5"/>
                  <p:cNvSpPr>
                    <a:spLocks noChangeShapeType="1"/>
                  </p:cNvSpPr>
                  <p:nvPr/>
                </p:nvSpPr>
                <p:spPr bwMode="auto">
                  <a:xfrm>
                    <a:off x="1676901" y="4456704"/>
                    <a:ext cx="6349499" cy="0"/>
                  </a:xfrm>
                  <a:prstGeom prst="line">
                    <a:avLst/>
                  </a:prstGeom>
                  <a:noFill/>
                  <a:ln w="28575">
                    <a:solidFill>
                      <a:schemeClr val="tx1"/>
                    </a:solidFill>
                    <a:round/>
                    <a:headEnd type="none" w="med" len="med"/>
                    <a:tailEnd type="arrow" w="med" len="med"/>
                  </a:ln>
                  <a:extLst>
                    <a:ext uri="{909E8E84-426E-40DD-AFC4-6F175D3DCCD1}">
                      <a14:hiddenFill xmlns:a14="http://schemas.microsoft.com/office/drawing/2010/main">
                        <a:noFill/>
                      </a14:hiddenFill>
                    </a:ext>
                  </a:extLst>
                </p:spPr>
                <p:txBody>
                  <a:bodyPr wrap="none" anchor="ctr"/>
                  <a:lstStyle/>
                  <a:p>
                    <a:endParaRPr lang="en-US"/>
                  </a:p>
                </p:txBody>
              </p:sp>
              <p:cxnSp>
                <p:nvCxnSpPr>
                  <p:cNvPr id="129" name="Straight Arrow Connector 128"/>
                  <p:cNvCxnSpPr>
                    <a:stCxn id="128" idx="0"/>
                  </p:cNvCxnSpPr>
                  <p:nvPr/>
                </p:nvCxnSpPr>
                <p:spPr bwMode="auto">
                  <a:xfrm flipV="1">
                    <a:off x="1676900" y="2090703"/>
                    <a:ext cx="0" cy="2366000"/>
                  </a:xfrm>
                  <a:prstGeom prst="straightConnector1">
                    <a:avLst/>
                  </a:prstGeom>
                  <a:noFill/>
                  <a:ln w="28575" cap="flat" cmpd="sng" algn="ctr">
                    <a:solidFill>
                      <a:schemeClr val="tx1"/>
                    </a:solidFill>
                    <a:prstDash val="solid"/>
                    <a:round/>
                    <a:headEnd type="none" w="med" len="med"/>
                    <a:tailEnd type="arrow"/>
                  </a:ln>
                  <a:effectLst/>
                </p:spPr>
              </p:cxnSp>
            </p:grpSp>
            <p:sp>
              <p:nvSpPr>
                <p:cNvPr id="127" name="Freeform 126"/>
                <p:cNvSpPr/>
                <p:nvPr/>
              </p:nvSpPr>
              <p:spPr>
                <a:xfrm>
                  <a:off x="1985210" y="4824664"/>
                  <a:ext cx="902369" cy="445168"/>
                </a:xfrm>
                <a:custGeom>
                  <a:avLst/>
                  <a:gdLst>
                    <a:gd name="connsiteX0" fmla="*/ 0 w 902369"/>
                    <a:gd name="connsiteY0" fmla="*/ 445168 h 445168"/>
                    <a:gd name="connsiteX1" fmla="*/ 96253 w 902369"/>
                    <a:gd name="connsiteY1" fmla="*/ 156410 h 445168"/>
                    <a:gd name="connsiteX2" fmla="*/ 300790 w 902369"/>
                    <a:gd name="connsiteY2" fmla="*/ 0 h 445168"/>
                    <a:gd name="connsiteX3" fmla="*/ 601579 w 902369"/>
                    <a:gd name="connsiteY3" fmla="*/ 0 h 445168"/>
                    <a:gd name="connsiteX4" fmla="*/ 902369 w 902369"/>
                    <a:gd name="connsiteY4" fmla="*/ 144379 h 445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369" h="445168">
                      <a:moveTo>
                        <a:pt x="0" y="445168"/>
                      </a:moveTo>
                      <a:lnTo>
                        <a:pt x="96253" y="156410"/>
                      </a:lnTo>
                      <a:lnTo>
                        <a:pt x="300790" y="0"/>
                      </a:lnTo>
                      <a:lnTo>
                        <a:pt x="601579" y="0"/>
                      </a:lnTo>
                      <a:lnTo>
                        <a:pt x="902369" y="144379"/>
                      </a:lnTo>
                    </a:path>
                  </a:pathLst>
                </a:custGeom>
                <a:noFill/>
                <a:ln w="28575">
                  <a:solidFill>
                    <a:schemeClr val="tx1"/>
                  </a:solidFill>
                </a:ln>
              </p:spPr>
              <p:txBody>
                <a:bodyPr vert="horz" wrap="none" lIns="91440" tIns="45720" rIns="91440" bIns="45720" numCol="1" rtlCol="0" anchor="ctr" anchorCtr="0" compatLnSpc="1">
                  <a:prstTxWarp prst="textNoShape">
                    <a:avLst/>
                  </a:prstTxWarp>
                </a:bodyPr>
                <a:lstStyle/>
                <a:p>
                  <a:pPr algn="ctr" eaLnBrk="0" fontAlgn="base" hangingPunct="0">
                    <a:spcBef>
                      <a:spcPct val="0"/>
                    </a:spcBef>
                    <a:spcAft>
                      <a:spcPct val="0"/>
                    </a:spcAft>
                    <a:buClrTx/>
                  </a:pPr>
                  <a:endParaRPr lang="en-US" sz="1800" i="1">
                    <a:solidFill>
                      <a:schemeClr val="tx1"/>
                    </a:solidFill>
                    <a:latin typeface="Times New Roman" pitchFamily="18" charset="0"/>
                  </a:endParaRPr>
                </a:p>
              </p:txBody>
            </p:sp>
          </p:grpSp>
          <p:grpSp>
            <p:nvGrpSpPr>
              <p:cNvPr id="116" name="Group 115"/>
              <p:cNvGrpSpPr/>
              <p:nvPr/>
            </p:nvGrpSpPr>
            <p:grpSpPr>
              <a:xfrm>
                <a:off x="1824176" y="1854460"/>
                <a:ext cx="609605" cy="463216"/>
                <a:chOff x="1975701" y="4584032"/>
                <a:chExt cx="1008131" cy="692902"/>
              </a:xfrm>
            </p:grpSpPr>
            <p:grpSp>
              <p:nvGrpSpPr>
                <p:cNvPr id="122" name="Group 121"/>
                <p:cNvGrpSpPr/>
                <p:nvPr/>
              </p:nvGrpSpPr>
              <p:grpSpPr>
                <a:xfrm>
                  <a:off x="1975701" y="4584032"/>
                  <a:ext cx="1008131" cy="692902"/>
                  <a:chOff x="1676900" y="2090703"/>
                  <a:chExt cx="6349500" cy="2366001"/>
                </a:xfrm>
              </p:grpSpPr>
              <p:sp>
                <p:nvSpPr>
                  <p:cNvPr id="124" name="Line 5"/>
                  <p:cNvSpPr>
                    <a:spLocks noChangeShapeType="1"/>
                  </p:cNvSpPr>
                  <p:nvPr/>
                </p:nvSpPr>
                <p:spPr bwMode="auto">
                  <a:xfrm>
                    <a:off x="1676901" y="4456704"/>
                    <a:ext cx="6349499" cy="0"/>
                  </a:xfrm>
                  <a:prstGeom prst="line">
                    <a:avLst/>
                  </a:prstGeom>
                  <a:noFill/>
                  <a:ln w="28575">
                    <a:solidFill>
                      <a:schemeClr val="tx1"/>
                    </a:solidFill>
                    <a:round/>
                    <a:headEnd type="none" w="med" len="med"/>
                    <a:tailEnd type="arrow" w="med" len="med"/>
                  </a:ln>
                  <a:extLst>
                    <a:ext uri="{909E8E84-426E-40DD-AFC4-6F175D3DCCD1}">
                      <a14:hiddenFill xmlns:a14="http://schemas.microsoft.com/office/drawing/2010/main">
                        <a:noFill/>
                      </a14:hiddenFill>
                    </a:ext>
                  </a:extLst>
                </p:spPr>
                <p:txBody>
                  <a:bodyPr wrap="none" anchor="ctr"/>
                  <a:lstStyle/>
                  <a:p>
                    <a:endParaRPr lang="en-US"/>
                  </a:p>
                </p:txBody>
              </p:sp>
              <p:cxnSp>
                <p:nvCxnSpPr>
                  <p:cNvPr id="125" name="Straight Arrow Connector 124"/>
                  <p:cNvCxnSpPr>
                    <a:stCxn id="124" idx="0"/>
                  </p:cNvCxnSpPr>
                  <p:nvPr/>
                </p:nvCxnSpPr>
                <p:spPr bwMode="auto">
                  <a:xfrm flipV="1">
                    <a:off x="1676900" y="2090703"/>
                    <a:ext cx="0" cy="2366000"/>
                  </a:xfrm>
                  <a:prstGeom prst="straightConnector1">
                    <a:avLst/>
                  </a:prstGeom>
                  <a:noFill/>
                  <a:ln w="28575" cap="flat" cmpd="sng" algn="ctr">
                    <a:solidFill>
                      <a:schemeClr val="tx1"/>
                    </a:solidFill>
                    <a:prstDash val="solid"/>
                    <a:round/>
                    <a:headEnd type="none" w="med" len="med"/>
                    <a:tailEnd type="arrow"/>
                  </a:ln>
                  <a:effectLst/>
                </p:spPr>
              </p:cxnSp>
            </p:grpSp>
            <p:sp>
              <p:nvSpPr>
                <p:cNvPr id="123" name="Freeform 122"/>
                <p:cNvSpPr/>
                <p:nvPr/>
              </p:nvSpPr>
              <p:spPr>
                <a:xfrm>
                  <a:off x="1985210" y="4824664"/>
                  <a:ext cx="902369" cy="445168"/>
                </a:xfrm>
                <a:custGeom>
                  <a:avLst/>
                  <a:gdLst>
                    <a:gd name="connsiteX0" fmla="*/ 0 w 902369"/>
                    <a:gd name="connsiteY0" fmla="*/ 445168 h 445168"/>
                    <a:gd name="connsiteX1" fmla="*/ 96253 w 902369"/>
                    <a:gd name="connsiteY1" fmla="*/ 156410 h 445168"/>
                    <a:gd name="connsiteX2" fmla="*/ 300790 w 902369"/>
                    <a:gd name="connsiteY2" fmla="*/ 0 h 445168"/>
                    <a:gd name="connsiteX3" fmla="*/ 601579 w 902369"/>
                    <a:gd name="connsiteY3" fmla="*/ 0 h 445168"/>
                    <a:gd name="connsiteX4" fmla="*/ 902369 w 902369"/>
                    <a:gd name="connsiteY4" fmla="*/ 144379 h 445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369" h="445168">
                      <a:moveTo>
                        <a:pt x="0" y="445168"/>
                      </a:moveTo>
                      <a:lnTo>
                        <a:pt x="96253" y="156410"/>
                      </a:lnTo>
                      <a:lnTo>
                        <a:pt x="300790" y="0"/>
                      </a:lnTo>
                      <a:lnTo>
                        <a:pt x="601579" y="0"/>
                      </a:lnTo>
                      <a:lnTo>
                        <a:pt x="902369" y="144379"/>
                      </a:lnTo>
                    </a:path>
                  </a:pathLst>
                </a:custGeom>
                <a:noFill/>
                <a:ln w="28575">
                  <a:solidFill>
                    <a:schemeClr val="tx1"/>
                  </a:solidFill>
                </a:ln>
              </p:spPr>
              <p:txBody>
                <a:bodyPr vert="horz" wrap="none" lIns="91440" tIns="45720" rIns="91440" bIns="45720" numCol="1" rtlCol="0" anchor="ctr" anchorCtr="0" compatLnSpc="1">
                  <a:prstTxWarp prst="textNoShape">
                    <a:avLst/>
                  </a:prstTxWarp>
                </a:bodyPr>
                <a:lstStyle/>
                <a:p>
                  <a:pPr algn="ctr" eaLnBrk="0" fontAlgn="base" hangingPunct="0">
                    <a:spcBef>
                      <a:spcPct val="0"/>
                    </a:spcBef>
                    <a:spcAft>
                      <a:spcPct val="0"/>
                    </a:spcAft>
                    <a:buClrTx/>
                  </a:pPr>
                  <a:endParaRPr lang="en-US" sz="1800" i="1">
                    <a:solidFill>
                      <a:schemeClr val="tx1"/>
                    </a:solidFill>
                    <a:latin typeface="Times New Roman" pitchFamily="18" charset="0"/>
                  </a:endParaRPr>
                </a:p>
              </p:txBody>
            </p:sp>
          </p:grpSp>
          <p:grpSp>
            <p:nvGrpSpPr>
              <p:cNvPr id="117" name="Group 116"/>
              <p:cNvGrpSpPr/>
              <p:nvPr/>
            </p:nvGrpSpPr>
            <p:grpSpPr>
              <a:xfrm>
                <a:off x="1863407" y="2781763"/>
                <a:ext cx="609605" cy="463216"/>
                <a:chOff x="1975701" y="4584032"/>
                <a:chExt cx="1008131" cy="692902"/>
              </a:xfrm>
            </p:grpSpPr>
            <p:grpSp>
              <p:nvGrpSpPr>
                <p:cNvPr id="118" name="Group 117"/>
                <p:cNvGrpSpPr/>
                <p:nvPr/>
              </p:nvGrpSpPr>
              <p:grpSpPr>
                <a:xfrm>
                  <a:off x="1975701" y="4584032"/>
                  <a:ext cx="1008131" cy="692902"/>
                  <a:chOff x="1676900" y="2090703"/>
                  <a:chExt cx="6349500" cy="2366001"/>
                </a:xfrm>
              </p:grpSpPr>
              <p:sp>
                <p:nvSpPr>
                  <p:cNvPr id="120" name="Line 5"/>
                  <p:cNvSpPr>
                    <a:spLocks noChangeShapeType="1"/>
                  </p:cNvSpPr>
                  <p:nvPr/>
                </p:nvSpPr>
                <p:spPr bwMode="auto">
                  <a:xfrm>
                    <a:off x="1676901" y="4456704"/>
                    <a:ext cx="6349499" cy="0"/>
                  </a:xfrm>
                  <a:prstGeom prst="line">
                    <a:avLst/>
                  </a:prstGeom>
                  <a:noFill/>
                  <a:ln w="28575">
                    <a:solidFill>
                      <a:schemeClr val="tx1"/>
                    </a:solidFill>
                    <a:round/>
                    <a:headEnd type="none" w="med" len="med"/>
                    <a:tailEnd type="arrow" w="med" len="med"/>
                  </a:ln>
                  <a:extLst>
                    <a:ext uri="{909E8E84-426E-40DD-AFC4-6F175D3DCCD1}">
                      <a14:hiddenFill xmlns:a14="http://schemas.microsoft.com/office/drawing/2010/main">
                        <a:noFill/>
                      </a14:hiddenFill>
                    </a:ext>
                  </a:extLst>
                </p:spPr>
                <p:txBody>
                  <a:bodyPr wrap="none" anchor="ctr"/>
                  <a:lstStyle/>
                  <a:p>
                    <a:endParaRPr lang="en-US"/>
                  </a:p>
                </p:txBody>
              </p:sp>
              <p:cxnSp>
                <p:nvCxnSpPr>
                  <p:cNvPr id="121" name="Straight Arrow Connector 120"/>
                  <p:cNvCxnSpPr>
                    <a:stCxn id="120" idx="0"/>
                  </p:cNvCxnSpPr>
                  <p:nvPr/>
                </p:nvCxnSpPr>
                <p:spPr bwMode="auto">
                  <a:xfrm flipV="1">
                    <a:off x="1676900" y="2090703"/>
                    <a:ext cx="0" cy="2366000"/>
                  </a:xfrm>
                  <a:prstGeom prst="straightConnector1">
                    <a:avLst/>
                  </a:prstGeom>
                  <a:noFill/>
                  <a:ln w="28575" cap="flat" cmpd="sng" algn="ctr">
                    <a:solidFill>
                      <a:schemeClr val="tx1"/>
                    </a:solidFill>
                    <a:prstDash val="solid"/>
                    <a:round/>
                    <a:headEnd type="none" w="med" len="med"/>
                    <a:tailEnd type="arrow"/>
                  </a:ln>
                  <a:effectLst/>
                </p:spPr>
              </p:cxnSp>
            </p:grpSp>
            <p:sp>
              <p:nvSpPr>
                <p:cNvPr id="119" name="Freeform 118"/>
                <p:cNvSpPr/>
                <p:nvPr/>
              </p:nvSpPr>
              <p:spPr>
                <a:xfrm>
                  <a:off x="1985210" y="4824664"/>
                  <a:ext cx="902369" cy="445168"/>
                </a:xfrm>
                <a:custGeom>
                  <a:avLst/>
                  <a:gdLst>
                    <a:gd name="connsiteX0" fmla="*/ 0 w 902369"/>
                    <a:gd name="connsiteY0" fmla="*/ 445168 h 445168"/>
                    <a:gd name="connsiteX1" fmla="*/ 96253 w 902369"/>
                    <a:gd name="connsiteY1" fmla="*/ 156410 h 445168"/>
                    <a:gd name="connsiteX2" fmla="*/ 300790 w 902369"/>
                    <a:gd name="connsiteY2" fmla="*/ 0 h 445168"/>
                    <a:gd name="connsiteX3" fmla="*/ 601579 w 902369"/>
                    <a:gd name="connsiteY3" fmla="*/ 0 h 445168"/>
                    <a:gd name="connsiteX4" fmla="*/ 902369 w 902369"/>
                    <a:gd name="connsiteY4" fmla="*/ 144379 h 445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369" h="445168">
                      <a:moveTo>
                        <a:pt x="0" y="445168"/>
                      </a:moveTo>
                      <a:lnTo>
                        <a:pt x="96253" y="156410"/>
                      </a:lnTo>
                      <a:lnTo>
                        <a:pt x="300790" y="0"/>
                      </a:lnTo>
                      <a:lnTo>
                        <a:pt x="601579" y="0"/>
                      </a:lnTo>
                      <a:lnTo>
                        <a:pt x="902369" y="144379"/>
                      </a:lnTo>
                    </a:path>
                  </a:pathLst>
                </a:custGeom>
                <a:noFill/>
                <a:ln w="28575">
                  <a:solidFill>
                    <a:schemeClr val="tx1"/>
                  </a:solidFill>
                </a:ln>
              </p:spPr>
              <p:txBody>
                <a:bodyPr vert="horz" wrap="none" lIns="91440" tIns="45720" rIns="91440" bIns="45720" numCol="1" rtlCol="0" anchor="ctr" anchorCtr="0" compatLnSpc="1">
                  <a:prstTxWarp prst="textNoShape">
                    <a:avLst/>
                  </a:prstTxWarp>
                </a:bodyPr>
                <a:lstStyle/>
                <a:p>
                  <a:pPr algn="ctr" eaLnBrk="0" fontAlgn="base" hangingPunct="0">
                    <a:spcBef>
                      <a:spcPct val="0"/>
                    </a:spcBef>
                    <a:spcAft>
                      <a:spcPct val="0"/>
                    </a:spcAft>
                    <a:buClrTx/>
                  </a:pPr>
                  <a:endParaRPr lang="en-US" sz="1800" i="1">
                    <a:solidFill>
                      <a:schemeClr val="tx1"/>
                    </a:solidFill>
                    <a:latin typeface="Times New Roman" pitchFamily="18" charset="0"/>
                  </a:endParaRPr>
                </a:p>
              </p:txBody>
            </p:sp>
          </p:grpSp>
        </p:grpSp>
      </p:grpSp>
      <p:grpSp>
        <p:nvGrpSpPr>
          <p:cNvPr id="12" name="Group 11"/>
          <p:cNvGrpSpPr/>
          <p:nvPr/>
        </p:nvGrpSpPr>
        <p:grpSpPr>
          <a:xfrm>
            <a:off x="7513913" y="1339850"/>
            <a:ext cx="1565750" cy="5327650"/>
            <a:chOff x="5989913" y="1339850"/>
            <a:chExt cx="1565750" cy="5327650"/>
          </a:xfrm>
        </p:grpSpPr>
        <p:grpSp>
          <p:nvGrpSpPr>
            <p:cNvPr id="4" name="Group 27"/>
            <p:cNvGrpSpPr>
              <a:grpSpLocks/>
            </p:cNvGrpSpPr>
            <p:nvPr/>
          </p:nvGrpSpPr>
          <p:grpSpPr bwMode="auto">
            <a:xfrm>
              <a:off x="5989913" y="1339850"/>
              <a:ext cx="709612" cy="5327650"/>
              <a:chOff x="2389" y="844"/>
              <a:chExt cx="447" cy="3356"/>
            </a:xfrm>
          </p:grpSpPr>
          <p:pic>
            <p:nvPicPr>
              <p:cNvPr id="8216" name="Picture 11"/>
              <p:cNvPicPr>
                <a:picLocks noChangeAspect="1" noChangeArrowheads="1"/>
              </p:cNvPicPr>
              <p:nvPr/>
            </p:nvPicPr>
            <p:blipFill>
              <a:blip r:embed="rId3">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2389" y="1004"/>
                <a:ext cx="447" cy="31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lgn="ctr">
                    <a:solidFill>
                      <a:srgbClr val="000000"/>
                    </a:solidFill>
                    <a:miter lim="800000"/>
                    <a:headEnd/>
                    <a:tailEnd/>
                  </a14:hiddenLine>
                </a:ext>
              </a:extLst>
            </p:spPr>
          </p:pic>
          <p:sp>
            <p:nvSpPr>
              <p:cNvPr id="8217" name="Text Box 18"/>
              <p:cNvSpPr txBox="1">
                <a:spLocks noChangeArrowheads="1"/>
              </p:cNvSpPr>
              <p:nvPr/>
            </p:nvSpPr>
            <p:spPr bwMode="auto">
              <a:xfrm>
                <a:off x="2449" y="844"/>
                <a:ext cx="267"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lgn="ctr">
                    <a:solidFill>
                      <a:srgbClr val="000000"/>
                    </a:solidFill>
                    <a:miter lim="800000"/>
                    <a:headEnd/>
                    <a:tailEnd/>
                  </a14:hiddenLine>
                </a:ext>
              </a:extLst>
            </p:spPr>
            <p:txBody>
              <a:bodyPr wrap="none">
                <a:spAutoFit/>
              </a:bodyPr>
              <a:lstStyle>
                <a:lvl1pPr>
                  <a:defRPr i="1">
                    <a:solidFill>
                      <a:schemeClr val="tx1"/>
                    </a:solidFill>
                    <a:latin typeface="Times New Roman" pitchFamily="18" charset="0"/>
                  </a:defRPr>
                </a:lvl1pPr>
                <a:lvl2pPr marL="742950" indent="-285750">
                  <a:defRPr i="1">
                    <a:solidFill>
                      <a:schemeClr val="tx1"/>
                    </a:solidFill>
                    <a:latin typeface="Times New Roman" pitchFamily="18" charset="0"/>
                  </a:defRPr>
                </a:lvl2pPr>
                <a:lvl3pPr marL="1143000" indent="-228600">
                  <a:defRPr i="1">
                    <a:solidFill>
                      <a:schemeClr val="tx1"/>
                    </a:solidFill>
                    <a:latin typeface="Times New Roman" pitchFamily="18" charset="0"/>
                  </a:defRPr>
                </a:lvl3pPr>
                <a:lvl4pPr marL="1600200" indent="-228600">
                  <a:defRPr i="1">
                    <a:solidFill>
                      <a:schemeClr val="tx1"/>
                    </a:solidFill>
                    <a:latin typeface="Times New Roman" pitchFamily="18" charset="0"/>
                  </a:defRPr>
                </a:lvl4pPr>
                <a:lvl5pPr marL="2057400" indent="-228600">
                  <a:defRPr i="1">
                    <a:solidFill>
                      <a:schemeClr val="tx1"/>
                    </a:solidFill>
                    <a:latin typeface="Times New Roman" pitchFamily="18" charset="0"/>
                  </a:defRPr>
                </a:lvl5pPr>
                <a:lvl6pPr marL="2514600" indent="-228600" algn="ctr" eaLnBrk="0" fontAlgn="base" hangingPunct="0">
                  <a:spcBef>
                    <a:spcPct val="0"/>
                  </a:spcBef>
                  <a:spcAft>
                    <a:spcPct val="0"/>
                  </a:spcAft>
                  <a:defRPr i="1">
                    <a:solidFill>
                      <a:schemeClr val="tx1"/>
                    </a:solidFill>
                    <a:latin typeface="Times New Roman" pitchFamily="18" charset="0"/>
                  </a:defRPr>
                </a:lvl6pPr>
                <a:lvl7pPr marL="2971800" indent="-228600" algn="ctr" eaLnBrk="0" fontAlgn="base" hangingPunct="0">
                  <a:spcBef>
                    <a:spcPct val="0"/>
                  </a:spcBef>
                  <a:spcAft>
                    <a:spcPct val="0"/>
                  </a:spcAft>
                  <a:defRPr i="1">
                    <a:solidFill>
                      <a:schemeClr val="tx1"/>
                    </a:solidFill>
                    <a:latin typeface="Times New Roman" pitchFamily="18" charset="0"/>
                  </a:defRPr>
                </a:lvl7pPr>
                <a:lvl8pPr marL="3429000" indent="-228600" algn="ctr" eaLnBrk="0" fontAlgn="base" hangingPunct="0">
                  <a:spcBef>
                    <a:spcPct val="0"/>
                  </a:spcBef>
                  <a:spcAft>
                    <a:spcPct val="0"/>
                  </a:spcAft>
                  <a:defRPr i="1">
                    <a:solidFill>
                      <a:schemeClr val="tx1"/>
                    </a:solidFill>
                    <a:latin typeface="Times New Roman" pitchFamily="18" charset="0"/>
                  </a:defRPr>
                </a:lvl8pPr>
                <a:lvl9pPr marL="3886200" indent="-228600" algn="ctr" eaLnBrk="0" fontAlgn="base" hangingPunct="0">
                  <a:spcBef>
                    <a:spcPct val="0"/>
                  </a:spcBef>
                  <a:spcAft>
                    <a:spcPct val="0"/>
                  </a:spcAft>
                  <a:defRPr i="1">
                    <a:solidFill>
                      <a:schemeClr val="tx1"/>
                    </a:solidFill>
                    <a:latin typeface="Times New Roman" pitchFamily="18" charset="0"/>
                  </a:defRPr>
                </a:lvl9pPr>
              </a:lstStyle>
              <a:p>
                <a:r>
                  <a:rPr lang="en-US" b="1" i="0" dirty="0"/>
                  <a:t>:20</a:t>
                </a:r>
              </a:p>
            </p:txBody>
          </p:sp>
        </p:grpSp>
        <p:grpSp>
          <p:nvGrpSpPr>
            <p:cNvPr id="138" name="Group 137"/>
            <p:cNvGrpSpPr/>
            <p:nvPr/>
          </p:nvGrpSpPr>
          <p:grpSpPr>
            <a:xfrm>
              <a:off x="6880593" y="1854444"/>
              <a:ext cx="675070" cy="4560799"/>
              <a:chOff x="1824176" y="1854460"/>
              <a:chExt cx="675070" cy="4560799"/>
            </a:xfrm>
          </p:grpSpPr>
          <p:grpSp>
            <p:nvGrpSpPr>
              <p:cNvPr id="139" name="Group 138"/>
              <p:cNvGrpSpPr/>
              <p:nvPr/>
            </p:nvGrpSpPr>
            <p:grpSpPr>
              <a:xfrm>
                <a:off x="1889641" y="5952043"/>
                <a:ext cx="609605" cy="463216"/>
                <a:chOff x="1975701" y="4584032"/>
                <a:chExt cx="1008131" cy="692902"/>
              </a:xfrm>
            </p:grpSpPr>
            <p:grpSp>
              <p:nvGrpSpPr>
                <p:cNvPr id="160" name="Group 159"/>
                <p:cNvGrpSpPr/>
                <p:nvPr/>
              </p:nvGrpSpPr>
              <p:grpSpPr>
                <a:xfrm>
                  <a:off x="1975701" y="4584032"/>
                  <a:ext cx="1008131" cy="692902"/>
                  <a:chOff x="1676900" y="2090703"/>
                  <a:chExt cx="6349500" cy="2366001"/>
                </a:xfrm>
              </p:grpSpPr>
              <p:sp>
                <p:nvSpPr>
                  <p:cNvPr id="162" name="Line 5"/>
                  <p:cNvSpPr>
                    <a:spLocks noChangeShapeType="1"/>
                  </p:cNvSpPr>
                  <p:nvPr/>
                </p:nvSpPr>
                <p:spPr bwMode="auto">
                  <a:xfrm>
                    <a:off x="1676901" y="4456704"/>
                    <a:ext cx="6349499" cy="0"/>
                  </a:xfrm>
                  <a:prstGeom prst="line">
                    <a:avLst/>
                  </a:prstGeom>
                  <a:noFill/>
                  <a:ln w="28575">
                    <a:solidFill>
                      <a:schemeClr val="tx1"/>
                    </a:solidFill>
                    <a:round/>
                    <a:headEnd type="none" w="med" len="med"/>
                    <a:tailEnd type="arrow" w="med" len="med"/>
                  </a:ln>
                  <a:extLst>
                    <a:ext uri="{909E8E84-426E-40DD-AFC4-6F175D3DCCD1}">
                      <a14:hiddenFill xmlns:a14="http://schemas.microsoft.com/office/drawing/2010/main">
                        <a:noFill/>
                      </a14:hiddenFill>
                    </a:ext>
                  </a:extLst>
                </p:spPr>
                <p:txBody>
                  <a:bodyPr wrap="none" anchor="ctr"/>
                  <a:lstStyle/>
                  <a:p>
                    <a:endParaRPr lang="en-US"/>
                  </a:p>
                </p:txBody>
              </p:sp>
              <p:cxnSp>
                <p:nvCxnSpPr>
                  <p:cNvPr id="163" name="Straight Arrow Connector 162"/>
                  <p:cNvCxnSpPr>
                    <a:stCxn id="162" idx="0"/>
                  </p:cNvCxnSpPr>
                  <p:nvPr/>
                </p:nvCxnSpPr>
                <p:spPr bwMode="auto">
                  <a:xfrm flipV="1">
                    <a:off x="1676900" y="2090703"/>
                    <a:ext cx="0" cy="2366000"/>
                  </a:xfrm>
                  <a:prstGeom prst="straightConnector1">
                    <a:avLst/>
                  </a:prstGeom>
                  <a:noFill/>
                  <a:ln w="28575" cap="flat" cmpd="sng" algn="ctr">
                    <a:solidFill>
                      <a:schemeClr val="tx1"/>
                    </a:solidFill>
                    <a:prstDash val="solid"/>
                    <a:round/>
                    <a:headEnd type="none" w="med" len="med"/>
                    <a:tailEnd type="arrow"/>
                  </a:ln>
                  <a:effectLst/>
                </p:spPr>
              </p:cxnSp>
            </p:grpSp>
            <p:sp>
              <p:nvSpPr>
                <p:cNvPr id="161" name="Freeform 160"/>
                <p:cNvSpPr/>
                <p:nvPr/>
              </p:nvSpPr>
              <p:spPr>
                <a:xfrm>
                  <a:off x="1985210" y="4824664"/>
                  <a:ext cx="902369" cy="445168"/>
                </a:xfrm>
                <a:custGeom>
                  <a:avLst/>
                  <a:gdLst>
                    <a:gd name="connsiteX0" fmla="*/ 0 w 902369"/>
                    <a:gd name="connsiteY0" fmla="*/ 445168 h 445168"/>
                    <a:gd name="connsiteX1" fmla="*/ 96253 w 902369"/>
                    <a:gd name="connsiteY1" fmla="*/ 156410 h 445168"/>
                    <a:gd name="connsiteX2" fmla="*/ 300790 w 902369"/>
                    <a:gd name="connsiteY2" fmla="*/ 0 h 445168"/>
                    <a:gd name="connsiteX3" fmla="*/ 601579 w 902369"/>
                    <a:gd name="connsiteY3" fmla="*/ 0 h 445168"/>
                    <a:gd name="connsiteX4" fmla="*/ 902369 w 902369"/>
                    <a:gd name="connsiteY4" fmla="*/ 144379 h 445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369" h="445168">
                      <a:moveTo>
                        <a:pt x="0" y="445168"/>
                      </a:moveTo>
                      <a:lnTo>
                        <a:pt x="96253" y="156410"/>
                      </a:lnTo>
                      <a:lnTo>
                        <a:pt x="300790" y="0"/>
                      </a:lnTo>
                      <a:lnTo>
                        <a:pt x="601579" y="0"/>
                      </a:lnTo>
                      <a:lnTo>
                        <a:pt x="902369" y="144379"/>
                      </a:lnTo>
                    </a:path>
                  </a:pathLst>
                </a:custGeom>
                <a:noFill/>
                <a:ln w="28575">
                  <a:solidFill>
                    <a:schemeClr val="tx1"/>
                  </a:solidFill>
                </a:ln>
              </p:spPr>
              <p:txBody>
                <a:bodyPr vert="horz" wrap="none" lIns="91440" tIns="45720" rIns="91440" bIns="45720" numCol="1" rtlCol="0" anchor="ctr" anchorCtr="0" compatLnSpc="1">
                  <a:prstTxWarp prst="textNoShape">
                    <a:avLst/>
                  </a:prstTxWarp>
                </a:bodyPr>
                <a:lstStyle/>
                <a:p>
                  <a:pPr algn="ctr" eaLnBrk="0" fontAlgn="base" hangingPunct="0">
                    <a:spcBef>
                      <a:spcPct val="0"/>
                    </a:spcBef>
                    <a:spcAft>
                      <a:spcPct val="0"/>
                    </a:spcAft>
                    <a:buClrTx/>
                  </a:pPr>
                  <a:endParaRPr lang="en-US" sz="1800" i="1">
                    <a:solidFill>
                      <a:schemeClr val="tx1"/>
                    </a:solidFill>
                    <a:latin typeface="Times New Roman" pitchFamily="18" charset="0"/>
                  </a:endParaRPr>
                </a:p>
              </p:txBody>
            </p:sp>
          </p:grpSp>
          <p:grpSp>
            <p:nvGrpSpPr>
              <p:cNvPr id="140" name="Group 139"/>
              <p:cNvGrpSpPr/>
              <p:nvPr/>
            </p:nvGrpSpPr>
            <p:grpSpPr>
              <a:xfrm>
                <a:off x="1880609" y="5212810"/>
                <a:ext cx="609605" cy="463216"/>
                <a:chOff x="1975701" y="4584032"/>
                <a:chExt cx="1008131" cy="692902"/>
              </a:xfrm>
            </p:grpSpPr>
            <p:grpSp>
              <p:nvGrpSpPr>
                <p:cNvPr id="156" name="Group 155"/>
                <p:cNvGrpSpPr/>
                <p:nvPr/>
              </p:nvGrpSpPr>
              <p:grpSpPr>
                <a:xfrm>
                  <a:off x="1975701" y="4584032"/>
                  <a:ext cx="1008131" cy="692902"/>
                  <a:chOff x="1676900" y="2090703"/>
                  <a:chExt cx="6349500" cy="2366001"/>
                </a:xfrm>
              </p:grpSpPr>
              <p:sp>
                <p:nvSpPr>
                  <p:cNvPr id="158" name="Line 5"/>
                  <p:cNvSpPr>
                    <a:spLocks noChangeShapeType="1"/>
                  </p:cNvSpPr>
                  <p:nvPr/>
                </p:nvSpPr>
                <p:spPr bwMode="auto">
                  <a:xfrm>
                    <a:off x="1676901" y="4456704"/>
                    <a:ext cx="6349499" cy="0"/>
                  </a:xfrm>
                  <a:prstGeom prst="line">
                    <a:avLst/>
                  </a:prstGeom>
                  <a:noFill/>
                  <a:ln w="28575">
                    <a:solidFill>
                      <a:schemeClr val="tx1"/>
                    </a:solidFill>
                    <a:round/>
                    <a:headEnd type="none" w="med" len="med"/>
                    <a:tailEnd type="arrow" w="med" len="med"/>
                  </a:ln>
                  <a:extLst>
                    <a:ext uri="{909E8E84-426E-40DD-AFC4-6F175D3DCCD1}">
                      <a14:hiddenFill xmlns:a14="http://schemas.microsoft.com/office/drawing/2010/main">
                        <a:noFill/>
                      </a14:hiddenFill>
                    </a:ext>
                  </a:extLst>
                </p:spPr>
                <p:txBody>
                  <a:bodyPr wrap="none" anchor="ctr"/>
                  <a:lstStyle/>
                  <a:p>
                    <a:endParaRPr lang="en-US"/>
                  </a:p>
                </p:txBody>
              </p:sp>
              <p:cxnSp>
                <p:nvCxnSpPr>
                  <p:cNvPr id="159" name="Straight Arrow Connector 158"/>
                  <p:cNvCxnSpPr>
                    <a:stCxn id="158" idx="0"/>
                  </p:cNvCxnSpPr>
                  <p:nvPr/>
                </p:nvCxnSpPr>
                <p:spPr bwMode="auto">
                  <a:xfrm flipV="1">
                    <a:off x="1676900" y="2090703"/>
                    <a:ext cx="0" cy="2366000"/>
                  </a:xfrm>
                  <a:prstGeom prst="straightConnector1">
                    <a:avLst/>
                  </a:prstGeom>
                  <a:noFill/>
                  <a:ln w="28575" cap="flat" cmpd="sng" algn="ctr">
                    <a:solidFill>
                      <a:schemeClr val="tx1"/>
                    </a:solidFill>
                    <a:prstDash val="solid"/>
                    <a:round/>
                    <a:headEnd type="none" w="med" len="med"/>
                    <a:tailEnd type="arrow"/>
                  </a:ln>
                  <a:effectLst/>
                </p:spPr>
              </p:cxnSp>
            </p:grpSp>
            <p:sp>
              <p:nvSpPr>
                <p:cNvPr id="157" name="Freeform 156"/>
                <p:cNvSpPr/>
                <p:nvPr/>
              </p:nvSpPr>
              <p:spPr>
                <a:xfrm>
                  <a:off x="1985210" y="4824664"/>
                  <a:ext cx="902369" cy="445168"/>
                </a:xfrm>
                <a:custGeom>
                  <a:avLst/>
                  <a:gdLst>
                    <a:gd name="connsiteX0" fmla="*/ 0 w 902369"/>
                    <a:gd name="connsiteY0" fmla="*/ 445168 h 445168"/>
                    <a:gd name="connsiteX1" fmla="*/ 96253 w 902369"/>
                    <a:gd name="connsiteY1" fmla="*/ 156410 h 445168"/>
                    <a:gd name="connsiteX2" fmla="*/ 300790 w 902369"/>
                    <a:gd name="connsiteY2" fmla="*/ 0 h 445168"/>
                    <a:gd name="connsiteX3" fmla="*/ 601579 w 902369"/>
                    <a:gd name="connsiteY3" fmla="*/ 0 h 445168"/>
                    <a:gd name="connsiteX4" fmla="*/ 902369 w 902369"/>
                    <a:gd name="connsiteY4" fmla="*/ 144379 h 445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369" h="445168">
                      <a:moveTo>
                        <a:pt x="0" y="445168"/>
                      </a:moveTo>
                      <a:lnTo>
                        <a:pt x="96253" y="156410"/>
                      </a:lnTo>
                      <a:lnTo>
                        <a:pt x="300790" y="0"/>
                      </a:lnTo>
                      <a:lnTo>
                        <a:pt x="601579" y="0"/>
                      </a:lnTo>
                      <a:lnTo>
                        <a:pt x="902369" y="144379"/>
                      </a:lnTo>
                    </a:path>
                  </a:pathLst>
                </a:custGeom>
                <a:noFill/>
                <a:ln w="28575">
                  <a:solidFill>
                    <a:schemeClr val="tx1"/>
                  </a:solidFill>
                </a:ln>
              </p:spPr>
              <p:txBody>
                <a:bodyPr vert="horz" wrap="none" lIns="91440" tIns="45720" rIns="91440" bIns="45720" numCol="1" rtlCol="0" anchor="ctr" anchorCtr="0" compatLnSpc="1">
                  <a:prstTxWarp prst="textNoShape">
                    <a:avLst/>
                  </a:prstTxWarp>
                </a:bodyPr>
                <a:lstStyle/>
                <a:p>
                  <a:pPr algn="ctr" eaLnBrk="0" fontAlgn="base" hangingPunct="0">
                    <a:spcBef>
                      <a:spcPct val="0"/>
                    </a:spcBef>
                    <a:spcAft>
                      <a:spcPct val="0"/>
                    </a:spcAft>
                    <a:buClrTx/>
                  </a:pPr>
                  <a:endParaRPr lang="en-US" sz="1800" i="1">
                    <a:solidFill>
                      <a:schemeClr val="tx1"/>
                    </a:solidFill>
                    <a:latin typeface="Times New Roman" pitchFamily="18" charset="0"/>
                  </a:endParaRPr>
                </a:p>
              </p:txBody>
            </p:sp>
          </p:grpSp>
          <p:grpSp>
            <p:nvGrpSpPr>
              <p:cNvPr id="141" name="Group 140"/>
              <p:cNvGrpSpPr/>
              <p:nvPr/>
            </p:nvGrpSpPr>
            <p:grpSpPr>
              <a:xfrm>
                <a:off x="1872008" y="4356564"/>
                <a:ext cx="609605" cy="463216"/>
                <a:chOff x="1975701" y="4584032"/>
                <a:chExt cx="1008131" cy="692902"/>
              </a:xfrm>
            </p:grpSpPr>
            <p:grpSp>
              <p:nvGrpSpPr>
                <p:cNvPr id="152" name="Group 151"/>
                <p:cNvGrpSpPr/>
                <p:nvPr/>
              </p:nvGrpSpPr>
              <p:grpSpPr>
                <a:xfrm>
                  <a:off x="1975701" y="4584032"/>
                  <a:ext cx="1008131" cy="692902"/>
                  <a:chOff x="1676900" y="2090703"/>
                  <a:chExt cx="6349500" cy="2366001"/>
                </a:xfrm>
              </p:grpSpPr>
              <p:sp>
                <p:nvSpPr>
                  <p:cNvPr id="154" name="Line 5"/>
                  <p:cNvSpPr>
                    <a:spLocks noChangeShapeType="1"/>
                  </p:cNvSpPr>
                  <p:nvPr/>
                </p:nvSpPr>
                <p:spPr bwMode="auto">
                  <a:xfrm>
                    <a:off x="1676901" y="4456704"/>
                    <a:ext cx="6349499" cy="0"/>
                  </a:xfrm>
                  <a:prstGeom prst="line">
                    <a:avLst/>
                  </a:prstGeom>
                  <a:noFill/>
                  <a:ln w="28575">
                    <a:solidFill>
                      <a:schemeClr val="tx1"/>
                    </a:solidFill>
                    <a:round/>
                    <a:headEnd type="none" w="med" len="med"/>
                    <a:tailEnd type="arrow" w="med" len="med"/>
                  </a:ln>
                  <a:extLst>
                    <a:ext uri="{909E8E84-426E-40DD-AFC4-6F175D3DCCD1}">
                      <a14:hiddenFill xmlns:a14="http://schemas.microsoft.com/office/drawing/2010/main">
                        <a:noFill/>
                      </a14:hiddenFill>
                    </a:ext>
                  </a:extLst>
                </p:spPr>
                <p:txBody>
                  <a:bodyPr wrap="none" anchor="ctr"/>
                  <a:lstStyle/>
                  <a:p>
                    <a:endParaRPr lang="en-US"/>
                  </a:p>
                </p:txBody>
              </p:sp>
              <p:cxnSp>
                <p:nvCxnSpPr>
                  <p:cNvPr id="155" name="Straight Arrow Connector 154"/>
                  <p:cNvCxnSpPr>
                    <a:stCxn id="154" idx="0"/>
                  </p:cNvCxnSpPr>
                  <p:nvPr/>
                </p:nvCxnSpPr>
                <p:spPr bwMode="auto">
                  <a:xfrm flipV="1">
                    <a:off x="1676900" y="2090703"/>
                    <a:ext cx="0" cy="2366000"/>
                  </a:xfrm>
                  <a:prstGeom prst="straightConnector1">
                    <a:avLst/>
                  </a:prstGeom>
                  <a:noFill/>
                  <a:ln w="28575" cap="flat" cmpd="sng" algn="ctr">
                    <a:solidFill>
                      <a:schemeClr val="tx1"/>
                    </a:solidFill>
                    <a:prstDash val="solid"/>
                    <a:round/>
                    <a:headEnd type="none" w="med" len="med"/>
                    <a:tailEnd type="arrow"/>
                  </a:ln>
                  <a:effectLst/>
                </p:spPr>
              </p:cxnSp>
            </p:grpSp>
            <p:sp>
              <p:nvSpPr>
                <p:cNvPr id="153" name="Freeform 152"/>
                <p:cNvSpPr/>
                <p:nvPr/>
              </p:nvSpPr>
              <p:spPr>
                <a:xfrm>
                  <a:off x="1985210" y="4824664"/>
                  <a:ext cx="902369" cy="445168"/>
                </a:xfrm>
                <a:custGeom>
                  <a:avLst/>
                  <a:gdLst>
                    <a:gd name="connsiteX0" fmla="*/ 0 w 902369"/>
                    <a:gd name="connsiteY0" fmla="*/ 445168 h 445168"/>
                    <a:gd name="connsiteX1" fmla="*/ 96253 w 902369"/>
                    <a:gd name="connsiteY1" fmla="*/ 156410 h 445168"/>
                    <a:gd name="connsiteX2" fmla="*/ 300790 w 902369"/>
                    <a:gd name="connsiteY2" fmla="*/ 0 h 445168"/>
                    <a:gd name="connsiteX3" fmla="*/ 601579 w 902369"/>
                    <a:gd name="connsiteY3" fmla="*/ 0 h 445168"/>
                    <a:gd name="connsiteX4" fmla="*/ 902369 w 902369"/>
                    <a:gd name="connsiteY4" fmla="*/ 144379 h 445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369" h="445168">
                      <a:moveTo>
                        <a:pt x="0" y="445168"/>
                      </a:moveTo>
                      <a:lnTo>
                        <a:pt x="96253" y="156410"/>
                      </a:lnTo>
                      <a:lnTo>
                        <a:pt x="300790" y="0"/>
                      </a:lnTo>
                      <a:lnTo>
                        <a:pt x="601579" y="0"/>
                      </a:lnTo>
                      <a:lnTo>
                        <a:pt x="902369" y="144379"/>
                      </a:lnTo>
                    </a:path>
                  </a:pathLst>
                </a:custGeom>
                <a:noFill/>
                <a:ln w="28575">
                  <a:solidFill>
                    <a:schemeClr val="tx1"/>
                  </a:solidFill>
                </a:ln>
              </p:spPr>
              <p:txBody>
                <a:bodyPr vert="horz" wrap="none" lIns="91440" tIns="45720" rIns="91440" bIns="45720" numCol="1" rtlCol="0" anchor="ctr" anchorCtr="0" compatLnSpc="1">
                  <a:prstTxWarp prst="textNoShape">
                    <a:avLst/>
                  </a:prstTxWarp>
                </a:bodyPr>
                <a:lstStyle/>
                <a:p>
                  <a:pPr algn="ctr" eaLnBrk="0" fontAlgn="base" hangingPunct="0">
                    <a:spcBef>
                      <a:spcPct val="0"/>
                    </a:spcBef>
                    <a:spcAft>
                      <a:spcPct val="0"/>
                    </a:spcAft>
                    <a:buClrTx/>
                  </a:pPr>
                  <a:endParaRPr lang="en-US" sz="1800" i="1">
                    <a:solidFill>
                      <a:schemeClr val="tx1"/>
                    </a:solidFill>
                    <a:latin typeface="Times New Roman" pitchFamily="18" charset="0"/>
                  </a:endParaRPr>
                </a:p>
              </p:txBody>
            </p:sp>
          </p:grpSp>
          <p:grpSp>
            <p:nvGrpSpPr>
              <p:cNvPr id="142" name="Group 141"/>
              <p:cNvGrpSpPr/>
              <p:nvPr/>
            </p:nvGrpSpPr>
            <p:grpSpPr>
              <a:xfrm>
                <a:off x="1824176" y="1854460"/>
                <a:ext cx="609605" cy="463216"/>
                <a:chOff x="1975701" y="4584032"/>
                <a:chExt cx="1008131" cy="692902"/>
              </a:xfrm>
            </p:grpSpPr>
            <p:grpSp>
              <p:nvGrpSpPr>
                <p:cNvPr id="148" name="Group 147"/>
                <p:cNvGrpSpPr/>
                <p:nvPr/>
              </p:nvGrpSpPr>
              <p:grpSpPr>
                <a:xfrm>
                  <a:off x="1975701" y="4584032"/>
                  <a:ext cx="1008131" cy="692902"/>
                  <a:chOff x="1676900" y="2090703"/>
                  <a:chExt cx="6349500" cy="2366001"/>
                </a:xfrm>
              </p:grpSpPr>
              <p:sp>
                <p:nvSpPr>
                  <p:cNvPr id="150" name="Line 5"/>
                  <p:cNvSpPr>
                    <a:spLocks noChangeShapeType="1"/>
                  </p:cNvSpPr>
                  <p:nvPr/>
                </p:nvSpPr>
                <p:spPr bwMode="auto">
                  <a:xfrm>
                    <a:off x="1676901" y="4456704"/>
                    <a:ext cx="6349499" cy="0"/>
                  </a:xfrm>
                  <a:prstGeom prst="line">
                    <a:avLst/>
                  </a:prstGeom>
                  <a:noFill/>
                  <a:ln w="28575">
                    <a:solidFill>
                      <a:schemeClr val="tx1"/>
                    </a:solidFill>
                    <a:round/>
                    <a:headEnd type="none" w="med" len="med"/>
                    <a:tailEnd type="arrow" w="med" len="med"/>
                  </a:ln>
                  <a:extLst>
                    <a:ext uri="{909E8E84-426E-40DD-AFC4-6F175D3DCCD1}">
                      <a14:hiddenFill xmlns:a14="http://schemas.microsoft.com/office/drawing/2010/main">
                        <a:noFill/>
                      </a14:hiddenFill>
                    </a:ext>
                  </a:extLst>
                </p:spPr>
                <p:txBody>
                  <a:bodyPr wrap="none" anchor="ctr"/>
                  <a:lstStyle/>
                  <a:p>
                    <a:endParaRPr lang="en-US"/>
                  </a:p>
                </p:txBody>
              </p:sp>
              <p:cxnSp>
                <p:nvCxnSpPr>
                  <p:cNvPr id="151" name="Straight Arrow Connector 150"/>
                  <p:cNvCxnSpPr>
                    <a:stCxn id="150" idx="0"/>
                  </p:cNvCxnSpPr>
                  <p:nvPr/>
                </p:nvCxnSpPr>
                <p:spPr bwMode="auto">
                  <a:xfrm flipV="1">
                    <a:off x="1676900" y="2090703"/>
                    <a:ext cx="0" cy="2366000"/>
                  </a:xfrm>
                  <a:prstGeom prst="straightConnector1">
                    <a:avLst/>
                  </a:prstGeom>
                  <a:noFill/>
                  <a:ln w="28575" cap="flat" cmpd="sng" algn="ctr">
                    <a:solidFill>
                      <a:schemeClr val="tx1"/>
                    </a:solidFill>
                    <a:prstDash val="solid"/>
                    <a:round/>
                    <a:headEnd type="none" w="med" len="med"/>
                    <a:tailEnd type="arrow"/>
                  </a:ln>
                  <a:effectLst/>
                </p:spPr>
              </p:cxnSp>
            </p:grpSp>
            <p:sp>
              <p:nvSpPr>
                <p:cNvPr id="149" name="Freeform 148"/>
                <p:cNvSpPr/>
                <p:nvPr/>
              </p:nvSpPr>
              <p:spPr>
                <a:xfrm>
                  <a:off x="1985210" y="4824664"/>
                  <a:ext cx="902369" cy="445168"/>
                </a:xfrm>
                <a:custGeom>
                  <a:avLst/>
                  <a:gdLst>
                    <a:gd name="connsiteX0" fmla="*/ 0 w 902369"/>
                    <a:gd name="connsiteY0" fmla="*/ 445168 h 445168"/>
                    <a:gd name="connsiteX1" fmla="*/ 96253 w 902369"/>
                    <a:gd name="connsiteY1" fmla="*/ 156410 h 445168"/>
                    <a:gd name="connsiteX2" fmla="*/ 300790 w 902369"/>
                    <a:gd name="connsiteY2" fmla="*/ 0 h 445168"/>
                    <a:gd name="connsiteX3" fmla="*/ 601579 w 902369"/>
                    <a:gd name="connsiteY3" fmla="*/ 0 h 445168"/>
                    <a:gd name="connsiteX4" fmla="*/ 902369 w 902369"/>
                    <a:gd name="connsiteY4" fmla="*/ 144379 h 445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369" h="445168">
                      <a:moveTo>
                        <a:pt x="0" y="445168"/>
                      </a:moveTo>
                      <a:lnTo>
                        <a:pt x="96253" y="156410"/>
                      </a:lnTo>
                      <a:lnTo>
                        <a:pt x="300790" y="0"/>
                      </a:lnTo>
                      <a:lnTo>
                        <a:pt x="601579" y="0"/>
                      </a:lnTo>
                      <a:lnTo>
                        <a:pt x="902369" y="144379"/>
                      </a:lnTo>
                    </a:path>
                  </a:pathLst>
                </a:custGeom>
                <a:noFill/>
                <a:ln w="28575">
                  <a:solidFill>
                    <a:schemeClr val="tx1"/>
                  </a:solidFill>
                </a:ln>
              </p:spPr>
              <p:txBody>
                <a:bodyPr vert="horz" wrap="none" lIns="91440" tIns="45720" rIns="91440" bIns="45720" numCol="1" rtlCol="0" anchor="ctr" anchorCtr="0" compatLnSpc="1">
                  <a:prstTxWarp prst="textNoShape">
                    <a:avLst/>
                  </a:prstTxWarp>
                </a:bodyPr>
                <a:lstStyle/>
                <a:p>
                  <a:pPr algn="ctr" eaLnBrk="0" fontAlgn="base" hangingPunct="0">
                    <a:spcBef>
                      <a:spcPct val="0"/>
                    </a:spcBef>
                    <a:spcAft>
                      <a:spcPct val="0"/>
                    </a:spcAft>
                    <a:buClrTx/>
                  </a:pPr>
                  <a:endParaRPr lang="en-US" sz="1800" i="1">
                    <a:solidFill>
                      <a:schemeClr val="tx1"/>
                    </a:solidFill>
                    <a:latin typeface="Times New Roman" pitchFamily="18" charset="0"/>
                  </a:endParaRPr>
                </a:p>
              </p:txBody>
            </p:sp>
          </p:grpSp>
          <p:grpSp>
            <p:nvGrpSpPr>
              <p:cNvPr id="143" name="Group 142"/>
              <p:cNvGrpSpPr/>
              <p:nvPr/>
            </p:nvGrpSpPr>
            <p:grpSpPr>
              <a:xfrm>
                <a:off x="1863407" y="2781763"/>
                <a:ext cx="609605" cy="463216"/>
                <a:chOff x="1975701" y="4584032"/>
                <a:chExt cx="1008131" cy="692902"/>
              </a:xfrm>
            </p:grpSpPr>
            <p:grpSp>
              <p:nvGrpSpPr>
                <p:cNvPr id="144" name="Group 143"/>
                <p:cNvGrpSpPr/>
                <p:nvPr/>
              </p:nvGrpSpPr>
              <p:grpSpPr>
                <a:xfrm>
                  <a:off x="1975701" y="4584032"/>
                  <a:ext cx="1008131" cy="692902"/>
                  <a:chOff x="1676900" y="2090703"/>
                  <a:chExt cx="6349500" cy="2366001"/>
                </a:xfrm>
              </p:grpSpPr>
              <p:sp>
                <p:nvSpPr>
                  <p:cNvPr id="146" name="Line 5"/>
                  <p:cNvSpPr>
                    <a:spLocks noChangeShapeType="1"/>
                  </p:cNvSpPr>
                  <p:nvPr/>
                </p:nvSpPr>
                <p:spPr bwMode="auto">
                  <a:xfrm>
                    <a:off x="1676901" y="4456704"/>
                    <a:ext cx="6349499" cy="0"/>
                  </a:xfrm>
                  <a:prstGeom prst="line">
                    <a:avLst/>
                  </a:prstGeom>
                  <a:noFill/>
                  <a:ln w="28575">
                    <a:solidFill>
                      <a:schemeClr val="tx1"/>
                    </a:solidFill>
                    <a:round/>
                    <a:headEnd type="none" w="med" len="med"/>
                    <a:tailEnd type="arrow" w="med" len="med"/>
                  </a:ln>
                  <a:extLst>
                    <a:ext uri="{909E8E84-426E-40DD-AFC4-6F175D3DCCD1}">
                      <a14:hiddenFill xmlns:a14="http://schemas.microsoft.com/office/drawing/2010/main">
                        <a:noFill/>
                      </a14:hiddenFill>
                    </a:ext>
                  </a:extLst>
                </p:spPr>
                <p:txBody>
                  <a:bodyPr wrap="none" anchor="ctr"/>
                  <a:lstStyle/>
                  <a:p>
                    <a:endParaRPr lang="en-US"/>
                  </a:p>
                </p:txBody>
              </p:sp>
              <p:cxnSp>
                <p:nvCxnSpPr>
                  <p:cNvPr id="147" name="Straight Arrow Connector 146"/>
                  <p:cNvCxnSpPr>
                    <a:stCxn id="146" idx="0"/>
                  </p:cNvCxnSpPr>
                  <p:nvPr/>
                </p:nvCxnSpPr>
                <p:spPr bwMode="auto">
                  <a:xfrm flipV="1">
                    <a:off x="1676900" y="2090703"/>
                    <a:ext cx="0" cy="2366000"/>
                  </a:xfrm>
                  <a:prstGeom prst="straightConnector1">
                    <a:avLst/>
                  </a:prstGeom>
                  <a:noFill/>
                  <a:ln w="28575" cap="flat" cmpd="sng" algn="ctr">
                    <a:solidFill>
                      <a:schemeClr val="tx1"/>
                    </a:solidFill>
                    <a:prstDash val="solid"/>
                    <a:round/>
                    <a:headEnd type="none" w="med" len="med"/>
                    <a:tailEnd type="arrow"/>
                  </a:ln>
                  <a:effectLst/>
                </p:spPr>
              </p:cxnSp>
            </p:grpSp>
            <p:sp>
              <p:nvSpPr>
                <p:cNvPr id="145" name="Freeform 144"/>
                <p:cNvSpPr/>
                <p:nvPr/>
              </p:nvSpPr>
              <p:spPr>
                <a:xfrm>
                  <a:off x="1985210" y="4824664"/>
                  <a:ext cx="902369" cy="445168"/>
                </a:xfrm>
                <a:custGeom>
                  <a:avLst/>
                  <a:gdLst>
                    <a:gd name="connsiteX0" fmla="*/ 0 w 902369"/>
                    <a:gd name="connsiteY0" fmla="*/ 445168 h 445168"/>
                    <a:gd name="connsiteX1" fmla="*/ 96253 w 902369"/>
                    <a:gd name="connsiteY1" fmla="*/ 156410 h 445168"/>
                    <a:gd name="connsiteX2" fmla="*/ 300790 w 902369"/>
                    <a:gd name="connsiteY2" fmla="*/ 0 h 445168"/>
                    <a:gd name="connsiteX3" fmla="*/ 601579 w 902369"/>
                    <a:gd name="connsiteY3" fmla="*/ 0 h 445168"/>
                    <a:gd name="connsiteX4" fmla="*/ 902369 w 902369"/>
                    <a:gd name="connsiteY4" fmla="*/ 144379 h 445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369" h="445168">
                      <a:moveTo>
                        <a:pt x="0" y="445168"/>
                      </a:moveTo>
                      <a:lnTo>
                        <a:pt x="96253" y="156410"/>
                      </a:lnTo>
                      <a:lnTo>
                        <a:pt x="300790" y="0"/>
                      </a:lnTo>
                      <a:lnTo>
                        <a:pt x="601579" y="0"/>
                      </a:lnTo>
                      <a:lnTo>
                        <a:pt x="902369" y="144379"/>
                      </a:lnTo>
                    </a:path>
                  </a:pathLst>
                </a:custGeom>
                <a:noFill/>
                <a:ln w="28575">
                  <a:solidFill>
                    <a:schemeClr val="tx1"/>
                  </a:solidFill>
                </a:ln>
              </p:spPr>
              <p:txBody>
                <a:bodyPr vert="horz" wrap="none" lIns="91440" tIns="45720" rIns="91440" bIns="45720" numCol="1" rtlCol="0" anchor="ctr" anchorCtr="0" compatLnSpc="1">
                  <a:prstTxWarp prst="textNoShape">
                    <a:avLst/>
                  </a:prstTxWarp>
                </a:bodyPr>
                <a:lstStyle/>
                <a:p>
                  <a:pPr algn="ctr" eaLnBrk="0" fontAlgn="base" hangingPunct="0">
                    <a:spcBef>
                      <a:spcPct val="0"/>
                    </a:spcBef>
                    <a:spcAft>
                      <a:spcPct val="0"/>
                    </a:spcAft>
                    <a:buClrTx/>
                  </a:pPr>
                  <a:endParaRPr lang="en-US" sz="1800" i="1">
                    <a:solidFill>
                      <a:schemeClr val="tx1"/>
                    </a:solidFill>
                    <a:latin typeface="Times New Roman" pitchFamily="18" charset="0"/>
                  </a:endParaRPr>
                </a:p>
              </p:txBody>
            </p:sp>
          </p:grpSp>
        </p:grpSp>
      </p:grpSp>
      <p:sp>
        <p:nvSpPr>
          <p:cNvPr id="5" name="Footer Placeholder 4"/>
          <p:cNvSpPr>
            <a:spLocks noGrp="1"/>
          </p:cNvSpPr>
          <p:nvPr>
            <p:ph type="ftr" sz="quarter" idx="11"/>
          </p:nvPr>
        </p:nvSpPr>
        <p:spPr/>
        <p:txBody>
          <a:bodyPr/>
          <a:lstStyle/>
          <a:p>
            <a:pPr>
              <a:defRPr/>
            </a:pPr>
            <a:r>
              <a:rPr lang="en-US"/>
              <a:t>© 2019 W.B. Powell</a:t>
            </a:r>
          </a:p>
        </p:txBody>
      </p:sp>
    </p:spTree>
    <p:extLst>
      <p:ext uri="{BB962C8B-B14F-4D97-AF65-F5344CB8AC3E}">
        <p14:creationId xmlns:p14="http://schemas.microsoft.com/office/powerpoint/2010/main" val="104020028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p:stCondLst>
                              <p:cond delay="500"/>
                            </p:stCondLst>
                            <p:childTnLst>
                              <p:par>
                                <p:cTn id="5" presetID="22" presetClass="entr" presetSubtype="8" fill="hold" nodeType="after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wipe(left)">
                                      <p:cBhvr>
                                        <p:cTn id="7" dur="500"/>
                                        <p:tgtEl>
                                          <p:spTgt spid="10"/>
                                        </p:tgtEl>
                                      </p:cBhvr>
                                    </p:animEffect>
                                  </p:childTnLst>
                                </p:cTn>
                              </p:par>
                            </p:childTnLst>
                          </p:cTn>
                        </p:par>
                        <p:par>
                          <p:cTn id="8" fill="hold">
                            <p:stCondLst>
                              <p:cond delay="1000"/>
                            </p:stCondLst>
                            <p:childTnLst>
                              <p:par>
                                <p:cTn id="9" presetID="22" presetClass="entr" presetSubtype="8" fill="hold" nodeType="afterEffect">
                                  <p:stCondLst>
                                    <p:cond delay="0"/>
                                  </p:stCondLst>
                                  <p:childTnLst>
                                    <p:set>
                                      <p:cBhvr>
                                        <p:cTn id="10" dur="1" fill="hold">
                                          <p:stCondLst>
                                            <p:cond delay="0"/>
                                          </p:stCondLst>
                                        </p:cTn>
                                        <p:tgtEl>
                                          <p:spTgt spid="11"/>
                                        </p:tgtEl>
                                        <p:attrNameLst>
                                          <p:attrName>style.visibility</p:attrName>
                                        </p:attrNameLst>
                                      </p:cBhvr>
                                      <p:to>
                                        <p:strVal val="visible"/>
                                      </p:to>
                                    </p:set>
                                    <p:animEffect transition="in" filter="wipe(left)">
                                      <p:cBhvr>
                                        <p:cTn id="11" dur="500"/>
                                        <p:tgtEl>
                                          <p:spTgt spid="11"/>
                                        </p:tgtEl>
                                      </p:cBhvr>
                                    </p:animEffect>
                                  </p:childTnLst>
                                </p:cTn>
                              </p:par>
                            </p:childTnLst>
                          </p:cTn>
                        </p:par>
                        <p:par>
                          <p:cTn id="12" fill="hold">
                            <p:stCondLst>
                              <p:cond delay="1500"/>
                            </p:stCondLst>
                            <p:childTnLst>
                              <p:par>
                                <p:cTn id="13" presetID="22" presetClass="entr" presetSubtype="8" fill="hold" nodeType="after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wipe(left)">
                                      <p:cBhvr>
                                        <p:cTn id="15"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6" name="Slide Number Placeholder 5"/>
          <p:cNvSpPr txBox="1">
            <a:spLocks noGrp="1"/>
          </p:cNvSpPr>
          <p:nvPr/>
        </p:nvSpPr>
        <p:spPr bwMode="auto">
          <a:xfrm>
            <a:off x="8077200" y="6534150"/>
            <a:ext cx="19050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i="1">
                <a:solidFill>
                  <a:schemeClr val="tx1"/>
                </a:solidFill>
                <a:latin typeface="Times New Roman" pitchFamily="18" charset="0"/>
              </a:defRPr>
            </a:lvl1pPr>
            <a:lvl2pPr marL="742950" indent="-285750">
              <a:defRPr i="1">
                <a:solidFill>
                  <a:schemeClr val="tx1"/>
                </a:solidFill>
                <a:latin typeface="Times New Roman" pitchFamily="18" charset="0"/>
              </a:defRPr>
            </a:lvl2pPr>
            <a:lvl3pPr marL="1143000" indent="-228600">
              <a:defRPr i="1">
                <a:solidFill>
                  <a:schemeClr val="tx1"/>
                </a:solidFill>
                <a:latin typeface="Times New Roman" pitchFamily="18" charset="0"/>
              </a:defRPr>
            </a:lvl3pPr>
            <a:lvl4pPr marL="1600200" indent="-228600">
              <a:defRPr i="1">
                <a:solidFill>
                  <a:schemeClr val="tx1"/>
                </a:solidFill>
                <a:latin typeface="Times New Roman" pitchFamily="18" charset="0"/>
              </a:defRPr>
            </a:lvl4pPr>
            <a:lvl5pPr marL="2057400" indent="-228600">
              <a:defRPr i="1">
                <a:solidFill>
                  <a:schemeClr val="tx1"/>
                </a:solidFill>
                <a:latin typeface="Times New Roman" pitchFamily="18" charset="0"/>
              </a:defRPr>
            </a:lvl5pPr>
            <a:lvl6pPr marL="2514600" indent="-228600" algn="ctr" eaLnBrk="0" fontAlgn="base" hangingPunct="0">
              <a:spcBef>
                <a:spcPct val="0"/>
              </a:spcBef>
              <a:spcAft>
                <a:spcPct val="0"/>
              </a:spcAft>
              <a:defRPr i="1">
                <a:solidFill>
                  <a:schemeClr val="tx1"/>
                </a:solidFill>
                <a:latin typeface="Times New Roman" pitchFamily="18" charset="0"/>
              </a:defRPr>
            </a:lvl6pPr>
            <a:lvl7pPr marL="2971800" indent="-228600" algn="ctr" eaLnBrk="0" fontAlgn="base" hangingPunct="0">
              <a:spcBef>
                <a:spcPct val="0"/>
              </a:spcBef>
              <a:spcAft>
                <a:spcPct val="0"/>
              </a:spcAft>
              <a:defRPr i="1">
                <a:solidFill>
                  <a:schemeClr val="tx1"/>
                </a:solidFill>
                <a:latin typeface="Times New Roman" pitchFamily="18" charset="0"/>
              </a:defRPr>
            </a:lvl7pPr>
            <a:lvl8pPr marL="3429000" indent="-228600" algn="ctr" eaLnBrk="0" fontAlgn="base" hangingPunct="0">
              <a:spcBef>
                <a:spcPct val="0"/>
              </a:spcBef>
              <a:spcAft>
                <a:spcPct val="0"/>
              </a:spcAft>
              <a:defRPr i="1">
                <a:solidFill>
                  <a:schemeClr val="tx1"/>
                </a:solidFill>
                <a:latin typeface="Times New Roman" pitchFamily="18" charset="0"/>
              </a:defRPr>
            </a:lvl8pPr>
            <a:lvl9pPr marL="3886200" indent="-228600" algn="ctr" eaLnBrk="0" fontAlgn="base" hangingPunct="0">
              <a:spcBef>
                <a:spcPct val="0"/>
              </a:spcBef>
              <a:spcAft>
                <a:spcPct val="0"/>
              </a:spcAft>
              <a:defRPr i="1">
                <a:solidFill>
                  <a:schemeClr val="tx1"/>
                </a:solidFill>
                <a:latin typeface="Times New Roman" pitchFamily="18" charset="0"/>
              </a:defRPr>
            </a:lvl9pPr>
          </a:lstStyle>
          <a:p>
            <a:pPr algn="r"/>
            <a:r>
              <a:rPr lang="en-US" i="0"/>
              <a:t>Slide </a:t>
            </a:r>
            <a:fld id="{8F4EE4E5-EFEB-4A91-BD89-ABD4C1EDAC7B}" type="slidenum">
              <a:rPr lang="en-US" i="0"/>
              <a:pPr algn="r"/>
              <a:t>183</a:t>
            </a:fld>
            <a:endParaRPr lang="en-US" i="0"/>
          </a:p>
        </p:txBody>
      </p:sp>
      <p:sp>
        <p:nvSpPr>
          <p:cNvPr id="8197" name="Rectangle 2"/>
          <p:cNvSpPr>
            <a:spLocks noGrp="1" noChangeArrowheads="1"/>
          </p:cNvSpPr>
          <p:nvPr>
            <p:ph type="title" idx="4294967295"/>
          </p:nvPr>
        </p:nvSpPr>
        <p:spPr/>
        <p:txBody>
          <a:bodyPr/>
          <a:lstStyle/>
          <a:p>
            <a:r>
              <a:rPr lang="en-US" sz="3200" dirty="0">
                <a:latin typeface="Oswald" panose="00000500000000000000" pitchFamily="2" charset="0"/>
              </a:rPr>
              <a:t>Grid level energy storage</a:t>
            </a:r>
            <a:endParaRPr lang="en-US" sz="3200" dirty="0"/>
          </a:p>
        </p:txBody>
      </p:sp>
      <p:sp>
        <p:nvSpPr>
          <p:cNvPr id="8199" name="Text Box 7"/>
          <p:cNvSpPr txBox="1">
            <a:spLocks noChangeArrowheads="1"/>
          </p:cNvSpPr>
          <p:nvPr/>
        </p:nvSpPr>
        <p:spPr bwMode="auto">
          <a:xfrm>
            <a:off x="2266148" y="1079501"/>
            <a:ext cx="78418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lgn="ctr">
                <a:solidFill>
                  <a:srgbClr val="000000"/>
                </a:solidFill>
                <a:miter lim="800000"/>
                <a:headEnd/>
                <a:tailEnd/>
              </a14:hiddenLine>
            </a:ext>
          </a:extLst>
        </p:spPr>
        <p:txBody>
          <a:bodyPr wrap="none">
            <a:spAutoFit/>
          </a:bodyPr>
          <a:lstStyle>
            <a:lvl1pPr>
              <a:defRPr i="1">
                <a:solidFill>
                  <a:schemeClr val="tx1"/>
                </a:solidFill>
                <a:latin typeface="Times New Roman" pitchFamily="18" charset="0"/>
              </a:defRPr>
            </a:lvl1pPr>
            <a:lvl2pPr marL="742950" indent="-285750">
              <a:defRPr i="1">
                <a:solidFill>
                  <a:schemeClr val="tx1"/>
                </a:solidFill>
                <a:latin typeface="Times New Roman" pitchFamily="18" charset="0"/>
              </a:defRPr>
            </a:lvl2pPr>
            <a:lvl3pPr marL="1143000" indent="-228600">
              <a:defRPr i="1">
                <a:solidFill>
                  <a:schemeClr val="tx1"/>
                </a:solidFill>
                <a:latin typeface="Times New Roman" pitchFamily="18" charset="0"/>
              </a:defRPr>
            </a:lvl3pPr>
            <a:lvl4pPr marL="1600200" indent="-228600">
              <a:defRPr i="1">
                <a:solidFill>
                  <a:schemeClr val="tx1"/>
                </a:solidFill>
                <a:latin typeface="Times New Roman" pitchFamily="18" charset="0"/>
              </a:defRPr>
            </a:lvl4pPr>
            <a:lvl5pPr marL="2057400" indent="-228600">
              <a:defRPr i="1">
                <a:solidFill>
                  <a:schemeClr val="tx1"/>
                </a:solidFill>
                <a:latin typeface="Times New Roman" pitchFamily="18" charset="0"/>
              </a:defRPr>
            </a:lvl5pPr>
            <a:lvl6pPr marL="2514600" indent="-228600" algn="ctr" eaLnBrk="0" fontAlgn="base" hangingPunct="0">
              <a:spcBef>
                <a:spcPct val="0"/>
              </a:spcBef>
              <a:spcAft>
                <a:spcPct val="0"/>
              </a:spcAft>
              <a:defRPr i="1">
                <a:solidFill>
                  <a:schemeClr val="tx1"/>
                </a:solidFill>
                <a:latin typeface="Times New Roman" pitchFamily="18" charset="0"/>
              </a:defRPr>
            </a:lvl6pPr>
            <a:lvl7pPr marL="2971800" indent="-228600" algn="ctr" eaLnBrk="0" fontAlgn="base" hangingPunct="0">
              <a:spcBef>
                <a:spcPct val="0"/>
              </a:spcBef>
              <a:spcAft>
                <a:spcPct val="0"/>
              </a:spcAft>
              <a:defRPr i="1">
                <a:solidFill>
                  <a:schemeClr val="tx1"/>
                </a:solidFill>
                <a:latin typeface="Times New Roman" pitchFamily="18" charset="0"/>
              </a:defRPr>
            </a:lvl7pPr>
            <a:lvl8pPr marL="3429000" indent="-228600" algn="ctr" eaLnBrk="0" fontAlgn="base" hangingPunct="0">
              <a:spcBef>
                <a:spcPct val="0"/>
              </a:spcBef>
              <a:spcAft>
                <a:spcPct val="0"/>
              </a:spcAft>
              <a:defRPr i="1">
                <a:solidFill>
                  <a:schemeClr val="tx1"/>
                </a:solidFill>
                <a:latin typeface="Times New Roman" pitchFamily="18" charset="0"/>
              </a:defRPr>
            </a:lvl8pPr>
            <a:lvl9pPr marL="3886200" indent="-228600" algn="ctr" eaLnBrk="0" fontAlgn="base" hangingPunct="0">
              <a:spcBef>
                <a:spcPct val="0"/>
              </a:spcBef>
              <a:spcAft>
                <a:spcPct val="0"/>
              </a:spcAft>
              <a:defRPr i="1">
                <a:solidFill>
                  <a:schemeClr val="tx1"/>
                </a:solidFill>
                <a:latin typeface="Times New Roman" pitchFamily="18" charset="0"/>
              </a:defRPr>
            </a:lvl9pPr>
          </a:lstStyle>
          <a:p>
            <a:r>
              <a:rPr lang="en-US" i="0" dirty="0"/>
              <a:t>Monday</a:t>
            </a:r>
          </a:p>
        </p:txBody>
      </p:sp>
      <mc:AlternateContent xmlns:mc="http://schemas.openxmlformats.org/markup-compatibility/2006" xmlns:a14="http://schemas.microsoft.com/office/drawing/2010/main">
        <mc:Choice Requires="a14">
          <p:sp>
            <p:nvSpPr>
              <p:cNvPr id="3994637" name="Object 13"/>
              <p:cNvSpPr txBox="1"/>
              <p:nvPr/>
            </p:nvSpPr>
            <p:spPr bwMode="auto">
              <a:xfrm>
                <a:off x="9357697" y="3638717"/>
                <a:ext cx="812800" cy="406400"/>
              </a:xfrm>
              <a:prstGeom prst="rect">
                <a:avLst/>
              </a:prstGeom>
              <a:noFill/>
              <a:ln>
                <a:noFill/>
              </a:ln>
              <a:effectLst/>
            </p:spPr>
            <p:txBody>
              <a:bodyPr>
                <a:normAutofit/>
              </a:bodyPr>
              <a:lstStyle/>
              <a:p>
                <a:pPr/>
                <a14:m>
                  <m:oMathPara xmlns:m="http://schemas.openxmlformats.org/officeDocument/2006/math">
                    <m:oMathParaPr>
                      <m:jc m:val="left"/>
                    </m:oMathParaPr>
                    <m:oMath>
                      <m:r>
                        <a:rPr lang="en-US" i="1">
                          <a:latin typeface="Cambria Math" panose="02040503050406030204" pitchFamily="18" charset="0"/>
                        </a:rPr>
                        <m:t>…</m:t>
                      </m:r>
                    </m:oMath>
                  </m:oMathPara>
                </a14:m>
                <a:endParaRPr lang="en-US"/>
              </a:p>
            </p:txBody>
          </p:sp>
        </mc:Choice>
        <mc:Fallback xmlns="">
          <p:sp>
            <p:nvSpPr>
              <p:cNvPr id="3994637" name="Object 13"/>
              <p:cNvSpPr txBox="1">
                <a:spLocks noRot="1" noChangeAspect="1" noMove="1" noResize="1" noEditPoints="1" noAdjustHandles="1" noChangeArrowheads="1" noChangeShapeType="1" noTextEdit="1"/>
              </p:cNvSpPr>
              <p:nvPr/>
            </p:nvSpPr>
            <p:spPr bwMode="auto">
              <a:xfrm>
                <a:off x="9357697" y="3638717"/>
                <a:ext cx="812800" cy="406400"/>
              </a:xfrm>
              <a:prstGeom prst="rect">
                <a:avLst/>
              </a:prstGeom>
              <a:blipFill>
                <a:blip r:embed="rId3"/>
                <a:stretch>
                  <a:fillRect/>
                </a:stretch>
              </a:blipFill>
              <a:ln>
                <a:noFill/>
              </a:ln>
              <a:effectLst/>
            </p:spPr>
            <p:txBody>
              <a:bodyPr/>
              <a:lstStyle/>
              <a:p>
                <a:r>
                  <a:rPr lang="en-US">
                    <a:noFill/>
                  </a:rPr>
                  <a:t> </a:t>
                </a:r>
              </a:p>
            </p:txBody>
          </p:sp>
        </mc:Fallback>
      </mc:AlternateContent>
      <p:sp>
        <p:nvSpPr>
          <p:cNvPr id="8200" name="Text Box 14"/>
          <p:cNvSpPr txBox="1">
            <a:spLocks noChangeArrowheads="1"/>
          </p:cNvSpPr>
          <p:nvPr/>
        </p:nvSpPr>
        <p:spPr bwMode="auto">
          <a:xfrm>
            <a:off x="1647171" y="1333501"/>
            <a:ext cx="58381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lgn="ctr">
                <a:solidFill>
                  <a:srgbClr val="000000"/>
                </a:solidFill>
                <a:miter lim="800000"/>
                <a:headEnd/>
                <a:tailEnd/>
              </a14:hiddenLine>
            </a:ext>
          </a:extLst>
        </p:spPr>
        <p:txBody>
          <a:bodyPr wrap="none">
            <a:spAutoFit/>
          </a:bodyPr>
          <a:lstStyle>
            <a:lvl1pPr>
              <a:defRPr i="1">
                <a:solidFill>
                  <a:schemeClr val="tx1"/>
                </a:solidFill>
                <a:latin typeface="Times New Roman" pitchFamily="18" charset="0"/>
              </a:defRPr>
            </a:lvl1pPr>
            <a:lvl2pPr marL="742950" indent="-285750">
              <a:defRPr i="1">
                <a:solidFill>
                  <a:schemeClr val="tx1"/>
                </a:solidFill>
                <a:latin typeface="Times New Roman" pitchFamily="18" charset="0"/>
              </a:defRPr>
            </a:lvl2pPr>
            <a:lvl3pPr marL="1143000" indent="-228600">
              <a:defRPr i="1">
                <a:solidFill>
                  <a:schemeClr val="tx1"/>
                </a:solidFill>
                <a:latin typeface="Times New Roman" pitchFamily="18" charset="0"/>
              </a:defRPr>
            </a:lvl3pPr>
            <a:lvl4pPr marL="1600200" indent="-228600">
              <a:defRPr i="1">
                <a:solidFill>
                  <a:schemeClr val="tx1"/>
                </a:solidFill>
                <a:latin typeface="Times New Roman" pitchFamily="18" charset="0"/>
              </a:defRPr>
            </a:lvl4pPr>
            <a:lvl5pPr marL="2057400" indent="-228600">
              <a:defRPr i="1">
                <a:solidFill>
                  <a:schemeClr val="tx1"/>
                </a:solidFill>
                <a:latin typeface="Times New Roman" pitchFamily="18" charset="0"/>
              </a:defRPr>
            </a:lvl5pPr>
            <a:lvl6pPr marL="2514600" indent="-228600" algn="ctr" eaLnBrk="0" fontAlgn="base" hangingPunct="0">
              <a:spcBef>
                <a:spcPct val="0"/>
              </a:spcBef>
              <a:spcAft>
                <a:spcPct val="0"/>
              </a:spcAft>
              <a:defRPr i="1">
                <a:solidFill>
                  <a:schemeClr val="tx1"/>
                </a:solidFill>
                <a:latin typeface="Times New Roman" pitchFamily="18" charset="0"/>
              </a:defRPr>
            </a:lvl6pPr>
            <a:lvl7pPr marL="2971800" indent="-228600" algn="ctr" eaLnBrk="0" fontAlgn="base" hangingPunct="0">
              <a:spcBef>
                <a:spcPct val="0"/>
              </a:spcBef>
              <a:spcAft>
                <a:spcPct val="0"/>
              </a:spcAft>
              <a:defRPr i="1">
                <a:solidFill>
                  <a:schemeClr val="tx1"/>
                </a:solidFill>
                <a:latin typeface="Times New Roman" pitchFamily="18" charset="0"/>
              </a:defRPr>
            </a:lvl7pPr>
            <a:lvl8pPr marL="3429000" indent="-228600" algn="ctr" eaLnBrk="0" fontAlgn="base" hangingPunct="0">
              <a:spcBef>
                <a:spcPct val="0"/>
              </a:spcBef>
              <a:spcAft>
                <a:spcPct val="0"/>
              </a:spcAft>
              <a:defRPr i="1">
                <a:solidFill>
                  <a:schemeClr val="tx1"/>
                </a:solidFill>
                <a:latin typeface="Times New Roman" pitchFamily="18" charset="0"/>
              </a:defRPr>
            </a:lvl8pPr>
            <a:lvl9pPr marL="3886200" indent="-228600" algn="ctr" eaLnBrk="0" fontAlgn="base" hangingPunct="0">
              <a:spcBef>
                <a:spcPct val="0"/>
              </a:spcBef>
              <a:spcAft>
                <a:spcPct val="0"/>
              </a:spcAft>
              <a:defRPr i="1">
                <a:solidFill>
                  <a:schemeClr val="tx1"/>
                </a:solidFill>
                <a:latin typeface="Times New Roman" pitchFamily="18" charset="0"/>
              </a:defRPr>
            </a:lvl9pPr>
          </a:lstStyle>
          <a:p>
            <a:r>
              <a:rPr lang="en-US" b="1" i="0" dirty="0"/>
              <a:t>Time</a:t>
            </a:r>
          </a:p>
        </p:txBody>
      </p:sp>
      <p:sp>
        <p:nvSpPr>
          <p:cNvPr id="8201" name="Text Box 15"/>
          <p:cNvSpPr txBox="1">
            <a:spLocks noChangeArrowheads="1"/>
          </p:cNvSpPr>
          <p:nvPr/>
        </p:nvSpPr>
        <p:spPr bwMode="auto">
          <a:xfrm>
            <a:off x="2498566" y="1347789"/>
            <a:ext cx="42351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lgn="ctr">
                <a:solidFill>
                  <a:srgbClr val="000000"/>
                </a:solidFill>
                <a:miter lim="800000"/>
                <a:headEnd/>
                <a:tailEnd/>
              </a14:hiddenLine>
            </a:ext>
          </a:extLst>
        </p:spPr>
        <p:txBody>
          <a:bodyPr wrap="none">
            <a:spAutoFit/>
          </a:bodyPr>
          <a:lstStyle>
            <a:lvl1pPr>
              <a:defRPr i="1">
                <a:solidFill>
                  <a:schemeClr val="tx1"/>
                </a:solidFill>
                <a:latin typeface="Times New Roman" pitchFamily="18" charset="0"/>
              </a:defRPr>
            </a:lvl1pPr>
            <a:lvl2pPr marL="742950" indent="-285750">
              <a:defRPr i="1">
                <a:solidFill>
                  <a:schemeClr val="tx1"/>
                </a:solidFill>
                <a:latin typeface="Times New Roman" pitchFamily="18" charset="0"/>
              </a:defRPr>
            </a:lvl2pPr>
            <a:lvl3pPr marL="1143000" indent="-228600">
              <a:defRPr i="1">
                <a:solidFill>
                  <a:schemeClr val="tx1"/>
                </a:solidFill>
                <a:latin typeface="Times New Roman" pitchFamily="18" charset="0"/>
              </a:defRPr>
            </a:lvl3pPr>
            <a:lvl4pPr marL="1600200" indent="-228600">
              <a:defRPr i="1">
                <a:solidFill>
                  <a:schemeClr val="tx1"/>
                </a:solidFill>
                <a:latin typeface="Times New Roman" pitchFamily="18" charset="0"/>
              </a:defRPr>
            </a:lvl4pPr>
            <a:lvl5pPr marL="2057400" indent="-228600">
              <a:defRPr i="1">
                <a:solidFill>
                  <a:schemeClr val="tx1"/>
                </a:solidFill>
                <a:latin typeface="Times New Roman" pitchFamily="18" charset="0"/>
              </a:defRPr>
            </a:lvl5pPr>
            <a:lvl6pPr marL="2514600" indent="-228600" algn="ctr" eaLnBrk="0" fontAlgn="base" hangingPunct="0">
              <a:spcBef>
                <a:spcPct val="0"/>
              </a:spcBef>
              <a:spcAft>
                <a:spcPct val="0"/>
              </a:spcAft>
              <a:defRPr i="1">
                <a:solidFill>
                  <a:schemeClr val="tx1"/>
                </a:solidFill>
                <a:latin typeface="Times New Roman" pitchFamily="18" charset="0"/>
              </a:defRPr>
            </a:lvl6pPr>
            <a:lvl7pPr marL="2971800" indent="-228600" algn="ctr" eaLnBrk="0" fontAlgn="base" hangingPunct="0">
              <a:spcBef>
                <a:spcPct val="0"/>
              </a:spcBef>
              <a:spcAft>
                <a:spcPct val="0"/>
              </a:spcAft>
              <a:defRPr i="1">
                <a:solidFill>
                  <a:schemeClr val="tx1"/>
                </a:solidFill>
                <a:latin typeface="Times New Roman" pitchFamily="18" charset="0"/>
              </a:defRPr>
            </a:lvl7pPr>
            <a:lvl8pPr marL="3429000" indent="-228600" algn="ctr" eaLnBrk="0" fontAlgn="base" hangingPunct="0">
              <a:spcBef>
                <a:spcPct val="0"/>
              </a:spcBef>
              <a:spcAft>
                <a:spcPct val="0"/>
              </a:spcAft>
              <a:defRPr i="1">
                <a:solidFill>
                  <a:schemeClr val="tx1"/>
                </a:solidFill>
                <a:latin typeface="Times New Roman" pitchFamily="18" charset="0"/>
              </a:defRPr>
            </a:lvl8pPr>
            <a:lvl9pPr marL="3886200" indent="-228600" algn="ctr" eaLnBrk="0" fontAlgn="base" hangingPunct="0">
              <a:spcBef>
                <a:spcPct val="0"/>
              </a:spcBef>
              <a:spcAft>
                <a:spcPct val="0"/>
              </a:spcAft>
              <a:defRPr i="1">
                <a:solidFill>
                  <a:schemeClr val="tx1"/>
                </a:solidFill>
                <a:latin typeface="Times New Roman" pitchFamily="18" charset="0"/>
              </a:defRPr>
            </a:lvl9pPr>
          </a:lstStyle>
          <a:p>
            <a:r>
              <a:rPr lang="en-US" b="1" i="0" dirty="0"/>
              <a:t>:05</a:t>
            </a:r>
          </a:p>
        </p:txBody>
      </p:sp>
      <p:grpSp>
        <p:nvGrpSpPr>
          <p:cNvPr id="5" name="Group 4"/>
          <p:cNvGrpSpPr/>
          <p:nvPr/>
        </p:nvGrpSpPr>
        <p:grpSpPr>
          <a:xfrm>
            <a:off x="2428876" y="1601788"/>
            <a:ext cx="1594371" cy="5073650"/>
            <a:chOff x="904875" y="1601788"/>
            <a:chExt cx="1594371" cy="5073650"/>
          </a:xfrm>
        </p:grpSpPr>
        <p:pic>
          <p:nvPicPr>
            <p:cNvPr id="8198" name="Picture 5"/>
            <p:cNvPicPr>
              <a:picLocks noChangeAspect="1" noChangeArrowheads="1"/>
            </p:cNvPicPr>
            <p:nvPr/>
          </p:nvPicPr>
          <p:blipFill>
            <a:blip r:embed="rId4">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904875" y="1601788"/>
              <a:ext cx="709613" cy="5073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lgn="ctr">
                  <a:solidFill>
                    <a:srgbClr val="000000"/>
                  </a:solidFill>
                  <a:miter lim="800000"/>
                  <a:headEnd/>
                  <a:tailEnd/>
                </a14:hiddenLine>
              </a:ext>
            </a:extLst>
          </p:spPr>
        </p:pic>
        <p:grpSp>
          <p:nvGrpSpPr>
            <p:cNvPr id="57" name="Group 56"/>
            <p:cNvGrpSpPr/>
            <p:nvPr/>
          </p:nvGrpSpPr>
          <p:grpSpPr>
            <a:xfrm>
              <a:off x="1824176" y="1854460"/>
              <a:ext cx="675070" cy="4560799"/>
              <a:chOff x="1824176" y="1854460"/>
              <a:chExt cx="675070" cy="4560799"/>
            </a:xfrm>
          </p:grpSpPr>
          <p:grpSp>
            <p:nvGrpSpPr>
              <p:cNvPr id="58" name="Group 57"/>
              <p:cNvGrpSpPr/>
              <p:nvPr/>
            </p:nvGrpSpPr>
            <p:grpSpPr>
              <a:xfrm>
                <a:off x="1889641" y="5952043"/>
                <a:ext cx="609605" cy="463216"/>
                <a:chOff x="1975701" y="4584032"/>
                <a:chExt cx="1008131" cy="692902"/>
              </a:xfrm>
            </p:grpSpPr>
            <p:grpSp>
              <p:nvGrpSpPr>
                <p:cNvPr id="79" name="Group 78"/>
                <p:cNvGrpSpPr/>
                <p:nvPr/>
              </p:nvGrpSpPr>
              <p:grpSpPr>
                <a:xfrm>
                  <a:off x="1975701" y="4584032"/>
                  <a:ext cx="1008131" cy="692902"/>
                  <a:chOff x="1676900" y="2090703"/>
                  <a:chExt cx="6349500" cy="2366001"/>
                </a:xfrm>
              </p:grpSpPr>
              <p:sp>
                <p:nvSpPr>
                  <p:cNvPr id="81" name="Line 5"/>
                  <p:cNvSpPr>
                    <a:spLocks noChangeShapeType="1"/>
                  </p:cNvSpPr>
                  <p:nvPr/>
                </p:nvSpPr>
                <p:spPr bwMode="auto">
                  <a:xfrm>
                    <a:off x="1676901" y="4456704"/>
                    <a:ext cx="6349499" cy="0"/>
                  </a:xfrm>
                  <a:prstGeom prst="line">
                    <a:avLst/>
                  </a:prstGeom>
                  <a:noFill/>
                  <a:ln w="28575">
                    <a:solidFill>
                      <a:schemeClr val="tx1"/>
                    </a:solidFill>
                    <a:round/>
                    <a:headEnd type="none" w="med" len="med"/>
                    <a:tailEnd type="arrow" w="med" len="med"/>
                  </a:ln>
                  <a:extLst>
                    <a:ext uri="{909E8E84-426E-40DD-AFC4-6F175D3DCCD1}">
                      <a14:hiddenFill xmlns:a14="http://schemas.microsoft.com/office/drawing/2010/main">
                        <a:noFill/>
                      </a14:hiddenFill>
                    </a:ext>
                  </a:extLst>
                </p:spPr>
                <p:txBody>
                  <a:bodyPr wrap="none" anchor="ctr"/>
                  <a:lstStyle/>
                  <a:p>
                    <a:endParaRPr lang="en-US"/>
                  </a:p>
                </p:txBody>
              </p:sp>
              <p:cxnSp>
                <p:nvCxnSpPr>
                  <p:cNvPr id="82" name="Straight Arrow Connector 81"/>
                  <p:cNvCxnSpPr>
                    <a:stCxn id="81" idx="0"/>
                  </p:cNvCxnSpPr>
                  <p:nvPr/>
                </p:nvCxnSpPr>
                <p:spPr bwMode="auto">
                  <a:xfrm flipV="1">
                    <a:off x="1676900" y="2090703"/>
                    <a:ext cx="0" cy="2366000"/>
                  </a:xfrm>
                  <a:prstGeom prst="straightConnector1">
                    <a:avLst/>
                  </a:prstGeom>
                  <a:noFill/>
                  <a:ln w="28575" cap="flat" cmpd="sng" algn="ctr">
                    <a:solidFill>
                      <a:schemeClr val="tx1"/>
                    </a:solidFill>
                    <a:prstDash val="solid"/>
                    <a:round/>
                    <a:headEnd type="none" w="med" len="med"/>
                    <a:tailEnd type="arrow"/>
                  </a:ln>
                  <a:effectLst/>
                </p:spPr>
              </p:cxnSp>
            </p:grpSp>
            <p:sp>
              <p:nvSpPr>
                <p:cNvPr id="80" name="Freeform 79"/>
                <p:cNvSpPr/>
                <p:nvPr/>
              </p:nvSpPr>
              <p:spPr>
                <a:xfrm>
                  <a:off x="1985210" y="4824664"/>
                  <a:ext cx="902369" cy="445168"/>
                </a:xfrm>
                <a:custGeom>
                  <a:avLst/>
                  <a:gdLst>
                    <a:gd name="connsiteX0" fmla="*/ 0 w 902369"/>
                    <a:gd name="connsiteY0" fmla="*/ 445168 h 445168"/>
                    <a:gd name="connsiteX1" fmla="*/ 96253 w 902369"/>
                    <a:gd name="connsiteY1" fmla="*/ 156410 h 445168"/>
                    <a:gd name="connsiteX2" fmla="*/ 300790 w 902369"/>
                    <a:gd name="connsiteY2" fmla="*/ 0 h 445168"/>
                    <a:gd name="connsiteX3" fmla="*/ 601579 w 902369"/>
                    <a:gd name="connsiteY3" fmla="*/ 0 h 445168"/>
                    <a:gd name="connsiteX4" fmla="*/ 902369 w 902369"/>
                    <a:gd name="connsiteY4" fmla="*/ 144379 h 445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369" h="445168">
                      <a:moveTo>
                        <a:pt x="0" y="445168"/>
                      </a:moveTo>
                      <a:lnTo>
                        <a:pt x="96253" y="156410"/>
                      </a:lnTo>
                      <a:lnTo>
                        <a:pt x="300790" y="0"/>
                      </a:lnTo>
                      <a:lnTo>
                        <a:pt x="601579" y="0"/>
                      </a:lnTo>
                      <a:lnTo>
                        <a:pt x="902369" y="144379"/>
                      </a:lnTo>
                    </a:path>
                  </a:pathLst>
                </a:custGeom>
                <a:noFill/>
                <a:ln w="28575">
                  <a:solidFill>
                    <a:schemeClr val="tx1"/>
                  </a:solidFill>
                </a:ln>
              </p:spPr>
              <p:txBody>
                <a:bodyPr vert="horz" wrap="none" lIns="91440" tIns="45720" rIns="91440" bIns="45720" numCol="1" rtlCol="0" anchor="ctr" anchorCtr="0" compatLnSpc="1">
                  <a:prstTxWarp prst="textNoShape">
                    <a:avLst/>
                  </a:prstTxWarp>
                </a:bodyPr>
                <a:lstStyle/>
                <a:p>
                  <a:pPr algn="ctr" eaLnBrk="0" fontAlgn="base" hangingPunct="0">
                    <a:spcBef>
                      <a:spcPct val="0"/>
                    </a:spcBef>
                    <a:spcAft>
                      <a:spcPct val="0"/>
                    </a:spcAft>
                    <a:buClrTx/>
                  </a:pPr>
                  <a:endParaRPr lang="en-US" sz="1800" i="1">
                    <a:solidFill>
                      <a:schemeClr val="tx1"/>
                    </a:solidFill>
                    <a:latin typeface="Times New Roman" pitchFamily="18" charset="0"/>
                  </a:endParaRPr>
                </a:p>
              </p:txBody>
            </p:sp>
          </p:grpSp>
          <p:grpSp>
            <p:nvGrpSpPr>
              <p:cNvPr id="59" name="Group 58"/>
              <p:cNvGrpSpPr/>
              <p:nvPr/>
            </p:nvGrpSpPr>
            <p:grpSpPr>
              <a:xfrm>
                <a:off x="1880609" y="5212810"/>
                <a:ext cx="609605" cy="463216"/>
                <a:chOff x="1975701" y="4584032"/>
                <a:chExt cx="1008131" cy="692902"/>
              </a:xfrm>
            </p:grpSpPr>
            <p:grpSp>
              <p:nvGrpSpPr>
                <p:cNvPr id="75" name="Group 74"/>
                <p:cNvGrpSpPr/>
                <p:nvPr/>
              </p:nvGrpSpPr>
              <p:grpSpPr>
                <a:xfrm>
                  <a:off x="1975701" y="4584032"/>
                  <a:ext cx="1008131" cy="692902"/>
                  <a:chOff x="1676900" y="2090703"/>
                  <a:chExt cx="6349500" cy="2366001"/>
                </a:xfrm>
              </p:grpSpPr>
              <p:sp>
                <p:nvSpPr>
                  <p:cNvPr id="77" name="Line 5"/>
                  <p:cNvSpPr>
                    <a:spLocks noChangeShapeType="1"/>
                  </p:cNvSpPr>
                  <p:nvPr/>
                </p:nvSpPr>
                <p:spPr bwMode="auto">
                  <a:xfrm>
                    <a:off x="1676901" y="4456704"/>
                    <a:ext cx="6349499" cy="0"/>
                  </a:xfrm>
                  <a:prstGeom prst="line">
                    <a:avLst/>
                  </a:prstGeom>
                  <a:noFill/>
                  <a:ln w="28575">
                    <a:solidFill>
                      <a:schemeClr val="tx1"/>
                    </a:solidFill>
                    <a:round/>
                    <a:headEnd type="none" w="med" len="med"/>
                    <a:tailEnd type="arrow" w="med" len="med"/>
                  </a:ln>
                  <a:extLst>
                    <a:ext uri="{909E8E84-426E-40DD-AFC4-6F175D3DCCD1}">
                      <a14:hiddenFill xmlns:a14="http://schemas.microsoft.com/office/drawing/2010/main">
                        <a:noFill/>
                      </a14:hiddenFill>
                    </a:ext>
                  </a:extLst>
                </p:spPr>
                <p:txBody>
                  <a:bodyPr wrap="none" anchor="ctr"/>
                  <a:lstStyle/>
                  <a:p>
                    <a:endParaRPr lang="en-US"/>
                  </a:p>
                </p:txBody>
              </p:sp>
              <p:cxnSp>
                <p:nvCxnSpPr>
                  <p:cNvPr id="78" name="Straight Arrow Connector 77"/>
                  <p:cNvCxnSpPr>
                    <a:stCxn id="77" idx="0"/>
                  </p:cNvCxnSpPr>
                  <p:nvPr/>
                </p:nvCxnSpPr>
                <p:spPr bwMode="auto">
                  <a:xfrm flipV="1">
                    <a:off x="1676900" y="2090703"/>
                    <a:ext cx="0" cy="2366000"/>
                  </a:xfrm>
                  <a:prstGeom prst="straightConnector1">
                    <a:avLst/>
                  </a:prstGeom>
                  <a:noFill/>
                  <a:ln w="28575" cap="flat" cmpd="sng" algn="ctr">
                    <a:solidFill>
                      <a:schemeClr val="tx1"/>
                    </a:solidFill>
                    <a:prstDash val="solid"/>
                    <a:round/>
                    <a:headEnd type="none" w="med" len="med"/>
                    <a:tailEnd type="arrow"/>
                  </a:ln>
                  <a:effectLst/>
                </p:spPr>
              </p:cxnSp>
            </p:grpSp>
            <p:sp>
              <p:nvSpPr>
                <p:cNvPr id="76" name="Freeform 75"/>
                <p:cNvSpPr/>
                <p:nvPr/>
              </p:nvSpPr>
              <p:spPr>
                <a:xfrm>
                  <a:off x="1985210" y="4824664"/>
                  <a:ext cx="902369" cy="445168"/>
                </a:xfrm>
                <a:custGeom>
                  <a:avLst/>
                  <a:gdLst>
                    <a:gd name="connsiteX0" fmla="*/ 0 w 902369"/>
                    <a:gd name="connsiteY0" fmla="*/ 445168 h 445168"/>
                    <a:gd name="connsiteX1" fmla="*/ 96253 w 902369"/>
                    <a:gd name="connsiteY1" fmla="*/ 156410 h 445168"/>
                    <a:gd name="connsiteX2" fmla="*/ 300790 w 902369"/>
                    <a:gd name="connsiteY2" fmla="*/ 0 h 445168"/>
                    <a:gd name="connsiteX3" fmla="*/ 601579 w 902369"/>
                    <a:gd name="connsiteY3" fmla="*/ 0 h 445168"/>
                    <a:gd name="connsiteX4" fmla="*/ 902369 w 902369"/>
                    <a:gd name="connsiteY4" fmla="*/ 144379 h 445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369" h="445168">
                      <a:moveTo>
                        <a:pt x="0" y="445168"/>
                      </a:moveTo>
                      <a:lnTo>
                        <a:pt x="96253" y="156410"/>
                      </a:lnTo>
                      <a:lnTo>
                        <a:pt x="300790" y="0"/>
                      </a:lnTo>
                      <a:lnTo>
                        <a:pt x="601579" y="0"/>
                      </a:lnTo>
                      <a:lnTo>
                        <a:pt x="902369" y="144379"/>
                      </a:lnTo>
                    </a:path>
                  </a:pathLst>
                </a:custGeom>
                <a:noFill/>
                <a:ln w="28575">
                  <a:solidFill>
                    <a:schemeClr val="tx1"/>
                  </a:solidFill>
                </a:ln>
              </p:spPr>
              <p:txBody>
                <a:bodyPr vert="horz" wrap="none" lIns="91440" tIns="45720" rIns="91440" bIns="45720" numCol="1" rtlCol="0" anchor="ctr" anchorCtr="0" compatLnSpc="1">
                  <a:prstTxWarp prst="textNoShape">
                    <a:avLst/>
                  </a:prstTxWarp>
                </a:bodyPr>
                <a:lstStyle/>
                <a:p>
                  <a:pPr algn="ctr" eaLnBrk="0" fontAlgn="base" hangingPunct="0">
                    <a:spcBef>
                      <a:spcPct val="0"/>
                    </a:spcBef>
                    <a:spcAft>
                      <a:spcPct val="0"/>
                    </a:spcAft>
                    <a:buClrTx/>
                  </a:pPr>
                  <a:endParaRPr lang="en-US" sz="1800" i="1">
                    <a:solidFill>
                      <a:schemeClr val="tx1"/>
                    </a:solidFill>
                    <a:latin typeface="Times New Roman" pitchFamily="18" charset="0"/>
                  </a:endParaRPr>
                </a:p>
              </p:txBody>
            </p:sp>
          </p:grpSp>
          <p:grpSp>
            <p:nvGrpSpPr>
              <p:cNvPr id="60" name="Group 59"/>
              <p:cNvGrpSpPr/>
              <p:nvPr/>
            </p:nvGrpSpPr>
            <p:grpSpPr>
              <a:xfrm>
                <a:off x="1872008" y="4356564"/>
                <a:ext cx="609605" cy="463216"/>
                <a:chOff x="1975701" y="4584032"/>
                <a:chExt cx="1008131" cy="692902"/>
              </a:xfrm>
            </p:grpSpPr>
            <p:grpSp>
              <p:nvGrpSpPr>
                <p:cNvPr id="71" name="Group 70"/>
                <p:cNvGrpSpPr/>
                <p:nvPr/>
              </p:nvGrpSpPr>
              <p:grpSpPr>
                <a:xfrm>
                  <a:off x="1975701" y="4584032"/>
                  <a:ext cx="1008131" cy="692902"/>
                  <a:chOff x="1676900" y="2090703"/>
                  <a:chExt cx="6349500" cy="2366001"/>
                </a:xfrm>
              </p:grpSpPr>
              <p:sp>
                <p:nvSpPr>
                  <p:cNvPr id="73" name="Line 5"/>
                  <p:cNvSpPr>
                    <a:spLocks noChangeShapeType="1"/>
                  </p:cNvSpPr>
                  <p:nvPr/>
                </p:nvSpPr>
                <p:spPr bwMode="auto">
                  <a:xfrm>
                    <a:off x="1676901" y="4456704"/>
                    <a:ext cx="6349499" cy="0"/>
                  </a:xfrm>
                  <a:prstGeom prst="line">
                    <a:avLst/>
                  </a:prstGeom>
                  <a:noFill/>
                  <a:ln w="28575">
                    <a:solidFill>
                      <a:schemeClr val="tx1"/>
                    </a:solidFill>
                    <a:round/>
                    <a:headEnd type="none" w="med" len="med"/>
                    <a:tailEnd type="arrow" w="med" len="med"/>
                  </a:ln>
                  <a:extLst>
                    <a:ext uri="{909E8E84-426E-40DD-AFC4-6F175D3DCCD1}">
                      <a14:hiddenFill xmlns:a14="http://schemas.microsoft.com/office/drawing/2010/main">
                        <a:noFill/>
                      </a14:hiddenFill>
                    </a:ext>
                  </a:extLst>
                </p:spPr>
                <p:txBody>
                  <a:bodyPr wrap="none" anchor="ctr"/>
                  <a:lstStyle/>
                  <a:p>
                    <a:endParaRPr lang="en-US"/>
                  </a:p>
                </p:txBody>
              </p:sp>
              <p:cxnSp>
                <p:nvCxnSpPr>
                  <p:cNvPr id="74" name="Straight Arrow Connector 73"/>
                  <p:cNvCxnSpPr>
                    <a:stCxn id="73" idx="0"/>
                  </p:cNvCxnSpPr>
                  <p:nvPr/>
                </p:nvCxnSpPr>
                <p:spPr bwMode="auto">
                  <a:xfrm flipV="1">
                    <a:off x="1676900" y="2090703"/>
                    <a:ext cx="0" cy="2366000"/>
                  </a:xfrm>
                  <a:prstGeom prst="straightConnector1">
                    <a:avLst/>
                  </a:prstGeom>
                  <a:noFill/>
                  <a:ln w="28575" cap="flat" cmpd="sng" algn="ctr">
                    <a:solidFill>
                      <a:schemeClr val="tx1"/>
                    </a:solidFill>
                    <a:prstDash val="solid"/>
                    <a:round/>
                    <a:headEnd type="none" w="med" len="med"/>
                    <a:tailEnd type="arrow"/>
                  </a:ln>
                  <a:effectLst/>
                </p:spPr>
              </p:cxnSp>
            </p:grpSp>
            <p:sp>
              <p:nvSpPr>
                <p:cNvPr id="72" name="Freeform 71"/>
                <p:cNvSpPr/>
                <p:nvPr/>
              </p:nvSpPr>
              <p:spPr>
                <a:xfrm>
                  <a:off x="1985210" y="4824664"/>
                  <a:ext cx="902369" cy="445168"/>
                </a:xfrm>
                <a:custGeom>
                  <a:avLst/>
                  <a:gdLst>
                    <a:gd name="connsiteX0" fmla="*/ 0 w 902369"/>
                    <a:gd name="connsiteY0" fmla="*/ 445168 h 445168"/>
                    <a:gd name="connsiteX1" fmla="*/ 96253 w 902369"/>
                    <a:gd name="connsiteY1" fmla="*/ 156410 h 445168"/>
                    <a:gd name="connsiteX2" fmla="*/ 300790 w 902369"/>
                    <a:gd name="connsiteY2" fmla="*/ 0 h 445168"/>
                    <a:gd name="connsiteX3" fmla="*/ 601579 w 902369"/>
                    <a:gd name="connsiteY3" fmla="*/ 0 h 445168"/>
                    <a:gd name="connsiteX4" fmla="*/ 902369 w 902369"/>
                    <a:gd name="connsiteY4" fmla="*/ 144379 h 445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369" h="445168">
                      <a:moveTo>
                        <a:pt x="0" y="445168"/>
                      </a:moveTo>
                      <a:lnTo>
                        <a:pt x="96253" y="156410"/>
                      </a:lnTo>
                      <a:lnTo>
                        <a:pt x="300790" y="0"/>
                      </a:lnTo>
                      <a:lnTo>
                        <a:pt x="601579" y="0"/>
                      </a:lnTo>
                      <a:lnTo>
                        <a:pt x="902369" y="144379"/>
                      </a:lnTo>
                    </a:path>
                  </a:pathLst>
                </a:custGeom>
                <a:noFill/>
                <a:ln w="28575">
                  <a:solidFill>
                    <a:schemeClr val="tx1"/>
                  </a:solidFill>
                </a:ln>
              </p:spPr>
              <p:txBody>
                <a:bodyPr vert="horz" wrap="none" lIns="91440" tIns="45720" rIns="91440" bIns="45720" numCol="1" rtlCol="0" anchor="ctr" anchorCtr="0" compatLnSpc="1">
                  <a:prstTxWarp prst="textNoShape">
                    <a:avLst/>
                  </a:prstTxWarp>
                </a:bodyPr>
                <a:lstStyle/>
                <a:p>
                  <a:pPr algn="ctr" eaLnBrk="0" fontAlgn="base" hangingPunct="0">
                    <a:spcBef>
                      <a:spcPct val="0"/>
                    </a:spcBef>
                    <a:spcAft>
                      <a:spcPct val="0"/>
                    </a:spcAft>
                    <a:buClrTx/>
                  </a:pPr>
                  <a:endParaRPr lang="en-US" sz="1800" i="1">
                    <a:solidFill>
                      <a:schemeClr val="tx1"/>
                    </a:solidFill>
                    <a:latin typeface="Times New Roman" pitchFamily="18" charset="0"/>
                  </a:endParaRPr>
                </a:p>
              </p:txBody>
            </p:sp>
          </p:grpSp>
          <p:grpSp>
            <p:nvGrpSpPr>
              <p:cNvPr id="61" name="Group 60"/>
              <p:cNvGrpSpPr/>
              <p:nvPr/>
            </p:nvGrpSpPr>
            <p:grpSpPr>
              <a:xfrm>
                <a:off x="1824176" y="1854460"/>
                <a:ext cx="609605" cy="463216"/>
                <a:chOff x="1975701" y="4584032"/>
                <a:chExt cx="1008131" cy="692902"/>
              </a:xfrm>
            </p:grpSpPr>
            <p:grpSp>
              <p:nvGrpSpPr>
                <p:cNvPr id="67" name="Group 66"/>
                <p:cNvGrpSpPr/>
                <p:nvPr/>
              </p:nvGrpSpPr>
              <p:grpSpPr>
                <a:xfrm>
                  <a:off x="1975701" y="4584032"/>
                  <a:ext cx="1008131" cy="692902"/>
                  <a:chOff x="1676900" y="2090703"/>
                  <a:chExt cx="6349500" cy="2366001"/>
                </a:xfrm>
              </p:grpSpPr>
              <p:sp>
                <p:nvSpPr>
                  <p:cNvPr id="69" name="Line 5"/>
                  <p:cNvSpPr>
                    <a:spLocks noChangeShapeType="1"/>
                  </p:cNvSpPr>
                  <p:nvPr/>
                </p:nvSpPr>
                <p:spPr bwMode="auto">
                  <a:xfrm>
                    <a:off x="1676901" y="4456704"/>
                    <a:ext cx="6349499" cy="0"/>
                  </a:xfrm>
                  <a:prstGeom prst="line">
                    <a:avLst/>
                  </a:prstGeom>
                  <a:noFill/>
                  <a:ln w="28575">
                    <a:solidFill>
                      <a:schemeClr val="tx1"/>
                    </a:solidFill>
                    <a:round/>
                    <a:headEnd type="none" w="med" len="med"/>
                    <a:tailEnd type="arrow" w="med" len="med"/>
                  </a:ln>
                  <a:extLst>
                    <a:ext uri="{909E8E84-426E-40DD-AFC4-6F175D3DCCD1}">
                      <a14:hiddenFill xmlns:a14="http://schemas.microsoft.com/office/drawing/2010/main">
                        <a:noFill/>
                      </a14:hiddenFill>
                    </a:ext>
                  </a:extLst>
                </p:spPr>
                <p:txBody>
                  <a:bodyPr wrap="none" anchor="ctr"/>
                  <a:lstStyle/>
                  <a:p>
                    <a:endParaRPr lang="en-US"/>
                  </a:p>
                </p:txBody>
              </p:sp>
              <p:cxnSp>
                <p:nvCxnSpPr>
                  <p:cNvPr id="70" name="Straight Arrow Connector 69"/>
                  <p:cNvCxnSpPr>
                    <a:stCxn id="69" idx="0"/>
                  </p:cNvCxnSpPr>
                  <p:nvPr/>
                </p:nvCxnSpPr>
                <p:spPr bwMode="auto">
                  <a:xfrm flipV="1">
                    <a:off x="1676900" y="2090703"/>
                    <a:ext cx="0" cy="2366000"/>
                  </a:xfrm>
                  <a:prstGeom prst="straightConnector1">
                    <a:avLst/>
                  </a:prstGeom>
                  <a:noFill/>
                  <a:ln w="28575" cap="flat" cmpd="sng" algn="ctr">
                    <a:solidFill>
                      <a:schemeClr val="tx1"/>
                    </a:solidFill>
                    <a:prstDash val="solid"/>
                    <a:round/>
                    <a:headEnd type="none" w="med" len="med"/>
                    <a:tailEnd type="arrow"/>
                  </a:ln>
                  <a:effectLst/>
                </p:spPr>
              </p:cxnSp>
            </p:grpSp>
            <p:sp>
              <p:nvSpPr>
                <p:cNvPr id="68" name="Freeform 67"/>
                <p:cNvSpPr/>
                <p:nvPr/>
              </p:nvSpPr>
              <p:spPr>
                <a:xfrm>
                  <a:off x="1985210" y="4824664"/>
                  <a:ext cx="902369" cy="445168"/>
                </a:xfrm>
                <a:custGeom>
                  <a:avLst/>
                  <a:gdLst>
                    <a:gd name="connsiteX0" fmla="*/ 0 w 902369"/>
                    <a:gd name="connsiteY0" fmla="*/ 445168 h 445168"/>
                    <a:gd name="connsiteX1" fmla="*/ 96253 w 902369"/>
                    <a:gd name="connsiteY1" fmla="*/ 156410 h 445168"/>
                    <a:gd name="connsiteX2" fmla="*/ 300790 w 902369"/>
                    <a:gd name="connsiteY2" fmla="*/ 0 h 445168"/>
                    <a:gd name="connsiteX3" fmla="*/ 601579 w 902369"/>
                    <a:gd name="connsiteY3" fmla="*/ 0 h 445168"/>
                    <a:gd name="connsiteX4" fmla="*/ 902369 w 902369"/>
                    <a:gd name="connsiteY4" fmla="*/ 144379 h 445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369" h="445168">
                      <a:moveTo>
                        <a:pt x="0" y="445168"/>
                      </a:moveTo>
                      <a:lnTo>
                        <a:pt x="96253" y="156410"/>
                      </a:lnTo>
                      <a:lnTo>
                        <a:pt x="300790" y="0"/>
                      </a:lnTo>
                      <a:lnTo>
                        <a:pt x="601579" y="0"/>
                      </a:lnTo>
                      <a:lnTo>
                        <a:pt x="902369" y="144379"/>
                      </a:lnTo>
                    </a:path>
                  </a:pathLst>
                </a:custGeom>
                <a:noFill/>
                <a:ln w="28575">
                  <a:solidFill>
                    <a:schemeClr val="tx1"/>
                  </a:solidFill>
                </a:ln>
              </p:spPr>
              <p:txBody>
                <a:bodyPr vert="horz" wrap="none" lIns="91440" tIns="45720" rIns="91440" bIns="45720" numCol="1" rtlCol="0" anchor="ctr" anchorCtr="0" compatLnSpc="1">
                  <a:prstTxWarp prst="textNoShape">
                    <a:avLst/>
                  </a:prstTxWarp>
                </a:bodyPr>
                <a:lstStyle/>
                <a:p>
                  <a:pPr algn="ctr" eaLnBrk="0" fontAlgn="base" hangingPunct="0">
                    <a:spcBef>
                      <a:spcPct val="0"/>
                    </a:spcBef>
                    <a:spcAft>
                      <a:spcPct val="0"/>
                    </a:spcAft>
                    <a:buClrTx/>
                  </a:pPr>
                  <a:endParaRPr lang="en-US" sz="1800" i="1">
                    <a:solidFill>
                      <a:schemeClr val="tx1"/>
                    </a:solidFill>
                    <a:latin typeface="Times New Roman" pitchFamily="18" charset="0"/>
                  </a:endParaRPr>
                </a:p>
              </p:txBody>
            </p:sp>
          </p:grpSp>
          <p:grpSp>
            <p:nvGrpSpPr>
              <p:cNvPr id="62" name="Group 61"/>
              <p:cNvGrpSpPr/>
              <p:nvPr/>
            </p:nvGrpSpPr>
            <p:grpSpPr>
              <a:xfrm>
                <a:off x="1863407" y="2781763"/>
                <a:ext cx="609605" cy="463216"/>
                <a:chOff x="1975701" y="4584032"/>
                <a:chExt cx="1008131" cy="692902"/>
              </a:xfrm>
            </p:grpSpPr>
            <p:grpSp>
              <p:nvGrpSpPr>
                <p:cNvPr id="63" name="Group 62"/>
                <p:cNvGrpSpPr/>
                <p:nvPr/>
              </p:nvGrpSpPr>
              <p:grpSpPr>
                <a:xfrm>
                  <a:off x="1975701" y="4584032"/>
                  <a:ext cx="1008131" cy="692902"/>
                  <a:chOff x="1676900" y="2090703"/>
                  <a:chExt cx="6349500" cy="2366001"/>
                </a:xfrm>
              </p:grpSpPr>
              <p:sp>
                <p:nvSpPr>
                  <p:cNvPr id="65" name="Line 5"/>
                  <p:cNvSpPr>
                    <a:spLocks noChangeShapeType="1"/>
                  </p:cNvSpPr>
                  <p:nvPr/>
                </p:nvSpPr>
                <p:spPr bwMode="auto">
                  <a:xfrm>
                    <a:off x="1676901" y="4456704"/>
                    <a:ext cx="6349499" cy="0"/>
                  </a:xfrm>
                  <a:prstGeom prst="line">
                    <a:avLst/>
                  </a:prstGeom>
                  <a:noFill/>
                  <a:ln w="28575">
                    <a:solidFill>
                      <a:schemeClr val="tx1"/>
                    </a:solidFill>
                    <a:round/>
                    <a:headEnd type="none" w="med" len="med"/>
                    <a:tailEnd type="arrow" w="med" len="med"/>
                  </a:ln>
                  <a:extLst>
                    <a:ext uri="{909E8E84-426E-40DD-AFC4-6F175D3DCCD1}">
                      <a14:hiddenFill xmlns:a14="http://schemas.microsoft.com/office/drawing/2010/main">
                        <a:noFill/>
                      </a14:hiddenFill>
                    </a:ext>
                  </a:extLst>
                </p:spPr>
                <p:txBody>
                  <a:bodyPr wrap="none" anchor="ctr"/>
                  <a:lstStyle/>
                  <a:p>
                    <a:endParaRPr lang="en-US"/>
                  </a:p>
                </p:txBody>
              </p:sp>
              <p:cxnSp>
                <p:nvCxnSpPr>
                  <p:cNvPr id="66" name="Straight Arrow Connector 65"/>
                  <p:cNvCxnSpPr>
                    <a:stCxn id="65" idx="0"/>
                  </p:cNvCxnSpPr>
                  <p:nvPr/>
                </p:nvCxnSpPr>
                <p:spPr bwMode="auto">
                  <a:xfrm flipV="1">
                    <a:off x="1676900" y="2090703"/>
                    <a:ext cx="0" cy="2366000"/>
                  </a:xfrm>
                  <a:prstGeom prst="straightConnector1">
                    <a:avLst/>
                  </a:prstGeom>
                  <a:noFill/>
                  <a:ln w="28575" cap="flat" cmpd="sng" algn="ctr">
                    <a:solidFill>
                      <a:schemeClr val="tx1"/>
                    </a:solidFill>
                    <a:prstDash val="solid"/>
                    <a:round/>
                    <a:headEnd type="none" w="med" len="med"/>
                    <a:tailEnd type="arrow"/>
                  </a:ln>
                  <a:effectLst/>
                </p:spPr>
              </p:cxnSp>
            </p:grpSp>
            <p:sp>
              <p:nvSpPr>
                <p:cNvPr id="64" name="Freeform 63"/>
                <p:cNvSpPr/>
                <p:nvPr/>
              </p:nvSpPr>
              <p:spPr>
                <a:xfrm>
                  <a:off x="1985210" y="4824664"/>
                  <a:ext cx="902369" cy="445168"/>
                </a:xfrm>
                <a:custGeom>
                  <a:avLst/>
                  <a:gdLst>
                    <a:gd name="connsiteX0" fmla="*/ 0 w 902369"/>
                    <a:gd name="connsiteY0" fmla="*/ 445168 h 445168"/>
                    <a:gd name="connsiteX1" fmla="*/ 96253 w 902369"/>
                    <a:gd name="connsiteY1" fmla="*/ 156410 h 445168"/>
                    <a:gd name="connsiteX2" fmla="*/ 300790 w 902369"/>
                    <a:gd name="connsiteY2" fmla="*/ 0 h 445168"/>
                    <a:gd name="connsiteX3" fmla="*/ 601579 w 902369"/>
                    <a:gd name="connsiteY3" fmla="*/ 0 h 445168"/>
                    <a:gd name="connsiteX4" fmla="*/ 902369 w 902369"/>
                    <a:gd name="connsiteY4" fmla="*/ 144379 h 445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369" h="445168">
                      <a:moveTo>
                        <a:pt x="0" y="445168"/>
                      </a:moveTo>
                      <a:lnTo>
                        <a:pt x="96253" y="156410"/>
                      </a:lnTo>
                      <a:lnTo>
                        <a:pt x="300790" y="0"/>
                      </a:lnTo>
                      <a:lnTo>
                        <a:pt x="601579" y="0"/>
                      </a:lnTo>
                      <a:lnTo>
                        <a:pt x="902369" y="144379"/>
                      </a:lnTo>
                    </a:path>
                  </a:pathLst>
                </a:custGeom>
                <a:noFill/>
                <a:ln w="28575">
                  <a:solidFill>
                    <a:schemeClr val="tx1"/>
                  </a:solidFill>
                </a:ln>
              </p:spPr>
              <p:txBody>
                <a:bodyPr vert="horz" wrap="none" lIns="91440" tIns="45720" rIns="91440" bIns="45720" numCol="1" rtlCol="0" anchor="ctr" anchorCtr="0" compatLnSpc="1">
                  <a:prstTxWarp prst="textNoShape">
                    <a:avLst/>
                  </a:prstTxWarp>
                </a:bodyPr>
                <a:lstStyle/>
                <a:p>
                  <a:pPr algn="ctr" eaLnBrk="0" fontAlgn="base" hangingPunct="0">
                    <a:spcBef>
                      <a:spcPct val="0"/>
                    </a:spcBef>
                    <a:spcAft>
                      <a:spcPct val="0"/>
                    </a:spcAft>
                    <a:buClrTx/>
                  </a:pPr>
                  <a:endParaRPr lang="en-US" sz="1800" i="1">
                    <a:solidFill>
                      <a:schemeClr val="tx1"/>
                    </a:solidFill>
                    <a:latin typeface="Times New Roman" pitchFamily="18" charset="0"/>
                  </a:endParaRPr>
                </a:p>
              </p:txBody>
            </p:sp>
          </p:grpSp>
        </p:grpSp>
      </p:grpSp>
      <p:grpSp>
        <p:nvGrpSpPr>
          <p:cNvPr id="10" name="Group 9"/>
          <p:cNvGrpSpPr/>
          <p:nvPr/>
        </p:nvGrpSpPr>
        <p:grpSpPr>
          <a:xfrm>
            <a:off x="4045392" y="1336675"/>
            <a:ext cx="1537999" cy="5340350"/>
            <a:chOff x="2521391" y="1336675"/>
            <a:chExt cx="1537999" cy="5340350"/>
          </a:xfrm>
        </p:grpSpPr>
        <p:grpSp>
          <p:nvGrpSpPr>
            <p:cNvPr id="2" name="Group 25"/>
            <p:cNvGrpSpPr>
              <a:grpSpLocks/>
            </p:cNvGrpSpPr>
            <p:nvPr/>
          </p:nvGrpSpPr>
          <p:grpSpPr bwMode="auto">
            <a:xfrm>
              <a:off x="2521391" y="1336675"/>
              <a:ext cx="709612" cy="5340350"/>
              <a:chOff x="1179" y="842"/>
              <a:chExt cx="447" cy="3364"/>
            </a:xfrm>
          </p:grpSpPr>
          <p:pic>
            <p:nvPicPr>
              <p:cNvPr id="8220" name="Picture 8"/>
              <p:cNvPicPr>
                <a:picLocks noChangeAspect="1" noChangeArrowheads="1"/>
              </p:cNvPicPr>
              <p:nvPr/>
            </p:nvPicPr>
            <p:blipFill>
              <a:blip r:embed="rId4">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179" y="1010"/>
                <a:ext cx="447" cy="31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lgn="ctr">
                    <a:solidFill>
                      <a:srgbClr val="000000"/>
                    </a:solidFill>
                    <a:miter lim="800000"/>
                    <a:headEnd/>
                    <a:tailEnd/>
                  </a14:hiddenLine>
                </a:ext>
              </a:extLst>
            </p:spPr>
          </p:pic>
          <p:sp>
            <p:nvSpPr>
              <p:cNvPr id="8221" name="Text Box 16"/>
              <p:cNvSpPr txBox="1">
                <a:spLocks noChangeArrowheads="1"/>
              </p:cNvSpPr>
              <p:nvPr/>
            </p:nvSpPr>
            <p:spPr bwMode="auto">
              <a:xfrm>
                <a:off x="1239" y="842"/>
                <a:ext cx="267"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lgn="ctr">
                    <a:solidFill>
                      <a:srgbClr val="000000"/>
                    </a:solidFill>
                    <a:miter lim="800000"/>
                    <a:headEnd/>
                    <a:tailEnd/>
                  </a14:hiddenLine>
                </a:ext>
              </a:extLst>
            </p:spPr>
            <p:txBody>
              <a:bodyPr wrap="none">
                <a:spAutoFit/>
              </a:bodyPr>
              <a:lstStyle>
                <a:lvl1pPr>
                  <a:defRPr i="1">
                    <a:solidFill>
                      <a:schemeClr val="tx1"/>
                    </a:solidFill>
                    <a:latin typeface="Times New Roman" pitchFamily="18" charset="0"/>
                  </a:defRPr>
                </a:lvl1pPr>
                <a:lvl2pPr marL="742950" indent="-285750">
                  <a:defRPr i="1">
                    <a:solidFill>
                      <a:schemeClr val="tx1"/>
                    </a:solidFill>
                    <a:latin typeface="Times New Roman" pitchFamily="18" charset="0"/>
                  </a:defRPr>
                </a:lvl2pPr>
                <a:lvl3pPr marL="1143000" indent="-228600">
                  <a:defRPr i="1">
                    <a:solidFill>
                      <a:schemeClr val="tx1"/>
                    </a:solidFill>
                    <a:latin typeface="Times New Roman" pitchFamily="18" charset="0"/>
                  </a:defRPr>
                </a:lvl3pPr>
                <a:lvl4pPr marL="1600200" indent="-228600">
                  <a:defRPr i="1">
                    <a:solidFill>
                      <a:schemeClr val="tx1"/>
                    </a:solidFill>
                    <a:latin typeface="Times New Roman" pitchFamily="18" charset="0"/>
                  </a:defRPr>
                </a:lvl4pPr>
                <a:lvl5pPr marL="2057400" indent="-228600">
                  <a:defRPr i="1">
                    <a:solidFill>
                      <a:schemeClr val="tx1"/>
                    </a:solidFill>
                    <a:latin typeface="Times New Roman" pitchFamily="18" charset="0"/>
                  </a:defRPr>
                </a:lvl5pPr>
                <a:lvl6pPr marL="2514600" indent="-228600" algn="ctr" eaLnBrk="0" fontAlgn="base" hangingPunct="0">
                  <a:spcBef>
                    <a:spcPct val="0"/>
                  </a:spcBef>
                  <a:spcAft>
                    <a:spcPct val="0"/>
                  </a:spcAft>
                  <a:defRPr i="1">
                    <a:solidFill>
                      <a:schemeClr val="tx1"/>
                    </a:solidFill>
                    <a:latin typeface="Times New Roman" pitchFamily="18" charset="0"/>
                  </a:defRPr>
                </a:lvl6pPr>
                <a:lvl7pPr marL="2971800" indent="-228600" algn="ctr" eaLnBrk="0" fontAlgn="base" hangingPunct="0">
                  <a:spcBef>
                    <a:spcPct val="0"/>
                  </a:spcBef>
                  <a:spcAft>
                    <a:spcPct val="0"/>
                  </a:spcAft>
                  <a:defRPr i="1">
                    <a:solidFill>
                      <a:schemeClr val="tx1"/>
                    </a:solidFill>
                    <a:latin typeface="Times New Roman" pitchFamily="18" charset="0"/>
                  </a:defRPr>
                </a:lvl7pPr>
                <a:lvl8pPr marL="3429000" indent="-228600" algn="ctr" eaLnBrk="0" fontAlgn="base" hangingPunct="0">
                  <a:spcBef>
                    <a:spcPct val="0"/>
                  </a:spcBef>
                  <a:spcAft>
                    <a:spcPct val="0"/>
                  </a:spcAft>
                  <a:defRPr i="1">
                    <a:solidFill>
                      <a:schemeClr val="tx1"/>
                    </a:solidFill>
                    <a:latin typeface="Times New Roman" pitchFamily="18" charset="0"/>
                  </a:defRPr>
                </a:lvl8pPr>
                <a:lvl9pPr marL="3886200" indent="-228600" algn="ctr" eaLnBrk="0" fontAlgn="base" hangingPunct="0">
                  <a:spcBef>
                    <a:spcPct val="0"/>
                  </a:spcBef>
                  <a:spcAft>
                    <a:spcPct val="0"/>
                  </a:spcAft>
                  <a:defRPr i="1">
                    <a:solidFill>
                      <a:schemeClr val="tx1"/>
                    </a:solidFill>
                    <a:latin typeface="Times New Roman" pitchFamily="18" charset="0"/>
                  </a:defRPr>
                </a:lvl9pPr>
              </a:lstStyle>
              <a:p>
                <a:r>
                  <a:rPr lang="en-US" b="1" i="0" dirty="0"/>
                  <a:t>:10</a:t>
                </a:r>
              </a:p>
            </p:txBody>
          </p:sp>
        </p:grpSp>
        <p:grpSp>
          <p:nvGrpSpPr>
            <p:cNvPr id="85" name="Group 84"/>
            <p:cNvGrpSpPr/>
            <p:nvPr/>
          </p:nvGrpSpPr>
          <p:grpSpPr>
            <a:xfrm>
              <a:off x="3384320" y="1862476"/>
              <a:ext cx="675070" cy="4560799"/>
              <a:chOff x="1824176" y="1854460"/>
              <a:chExt cx="675070" cy="4560799"/>
            </a:xfrm>
          </p:grpSpPr>
          <p:grpSp>
            <p:nvGrpSpPr>
              <p:cNvPr id="86" name="Group 85"/>
              <p:cNvGrpSpPr/>
              <p:nvPr/>
            </p:nvGrpSpPr>
            <p:grpSpPr>
              <a:xfrm>
                <a:off x="1889641" y="5952043"/>
                <a:ext cx="609605" cy="463216"/>
                <a:chOff x="1975701" y="4584032"/>
                <a:chExt cx="1008131" cy="692902"/>
              </a:xfrm>
            </p:grpSpPr>
            <p:grpSp>
              <p:nvGrpSpPr>
                <p:cNvPr id="107" name="Group 106"/>
                <p:cNvGrpSpPr/>
                <p:nvPr/>
              </p:nvGrpSpPr>
              <p:grpSpPr>
                <a:xfrm>
                  <a:off x="1975701" y="4584032"/>
                  <a:ext cx="1008131" cy="692902"/>
                  <a:chOff x="1676900" y="2090703"/>
                  <a:chExt cx="6349500" cy="2366001"/>
                </a:xfrm>
              </p:grpSpPr>
              <p:sp>
                <p:nvSpPr>
                  <p:cNvPr id="109" name="Line 5"/>
                  <p:cNvSpPr>
                    <a:spLocks noChangeShapeType="1"/>
                  </p:cNvSpPr>
                  <p:nvPr/>
                </p:nvSpPr>
                <p:spPr bwMode="auto">
                  <a:xfrm>
                    <a:off x="1676901" y="4456704"/>
                    <a:ext cx="6349499" cy="0"/>
                  </a:xfrm>
                  <a:prstGeom prst="line">
                    <a:avLst/>
                  </a:prstGeom>
                  <a:noFill/>
                  <a:ln w="28575">
                    <a:solidFill>
                      <a:schemeClr val="tx1"/>
                    </a:solidFill>
                    <a:round/>
                    <a:headEnd type="none" w="med" len="med"/>
                    <a:tailEnd type="arrow" w="med" len="med"/>
                  </a:ln>
                  <a:extLst>
                    <a:ext uri="{909E8E84-426E-40DD-AFC4-6F175D3DCCD1}">
                      <a14:hiddenFill xmlns:a14="http://schemas.microsoft.com/office/drawing/2010/main">
                        <a:noFill/>
                      </a14:hiddenFill>
                    </a:ext>
                  </a:extLst>
                </p:spPr>
                <p:txBody>
                  <a:bodyPr wrap="none" anchor="ctr"/>
                  <a:lstStyle/>
                  <a:p>
                    <a:endParaRPr lang="en-US"/>
                  </a:p>
                </p:txBody>
              </p:sp>
              <p:cxnSp>
                <p:nvCxnSpPr>
                  <p:cNvPr id="110" name="Straight Arrow Connector 109"/>
                  <p:cNvCxnSpPr>
                    <a:stCxn id="109" idx="0"/>
                  </p:cNvCxnSpPr>
                  <p:nvPr/>
                </p:nvCxnSpPr>
                <p:spPr bwMode="auto">
                  <a:xfrm flipV="1">
                    <a:off x="1676900" y="2090703"/>
                    <a:ext cx="0" cy="2366000"/>
                  </a:xfrm>
                  <a:prstGeom prst="straightConnector1">
                    <a:avLst/>
                  </a:prstGeom>
                  <a:noFill/>
                  <a:ln w="28575" cap="flat" cmpd="sng" algn="ctr">
                    <a:solidFill>
                      <a:schemeClr val="tx1"/>
                    </a:solidFill>
                    <a:prstDash val="solid"/>
                    <a:round/>
                    <a:headEnd type="none" w="med" len="med"/>
                    <a:tailEnd type="arrow"/>
                  </a:ln>
                  <a:effectLst/>
                </p:spPr>
              </p:cxnSp>
            </p:grpSp>
            <p:sp>
              <p:nvSpPr>
                <p:cNvPr id="108" name="Freeform 107"/>
                <p:cNvSpPr/>
                <p:nvPr/>
              </p:nvSpPr>
              <p:spPr>
                <a:xfrm>
                  <a:off x="1985210" y="4824664"/>
                  <a:ext cx="902369" cy="445168"/>
                </a:xfrm>
                <a:custGeom>
                  <a:avLst/>
                  <a:gdLst>
                    <a:gd name="connsiteX0" fmla="*/ 0 w 902369"/>
                    <a:gd name="connsiteY0" fmla="*/ 445168 h 445168"/>
                    <a:gd name="connsiteX1" fmla="*/ 96253 w 902369"/>
                    <a:gd name="connsiteY1" fmla="*/ 156410 h 445168"/>
                    <a:gd name="connsiteX2" fmla="*/ 300790 w 902369"/>
                    <a:gd name="connsiteY2" fmla="*/ 0 h 445168"/>
                    <a:gd name="connsiteX3" fmla="*/ 601579 w 902369"/>
                    <a:gd name="connsiteY3" fmla="*/ 0 h 445168"/>
                    <a:gd name="connsiteX4" fmla="*/ 902369 w 902369"/>
                    <a:gd name="connsiteY4" fmla="*/ 144379 h 445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369" h="445168">
                      <a:moveTo>
                        <a:pt x="0" y="445168"/>
                      </a:moveTo>
                      <a:lnTo>
                        <a:pt x="96253" y="156410"/>
                      </a:lnTo>
                      <a:lnTo>
                        <a:pt x="300790" y="0"/>
                      </a:lnTo>
                      <a:lnTo>
                        <a:pt x="601579" y="0"/>
                      </a:lnTo>
                      <a:lnTo>
                        <a:pt x="902369" y="144379"/>
                      </a:lnTo>
                    </a:path>
                  </a:pathLst>
                </a:custGeom>
                <a:noFill/>
                <a:ln w="28575">
                  <a:solidFill>
                    <a:schemeClr val="tx1"/>
                  </a:solidFill>
                </a:ln>
              </p:spPr>
              <p:txBody>
                <a:bodyPr vert="horz" wrap="none" lIns="91440" tIns="45720" rIns="91440" bIns="45720" numCol="1" rtlCol="0" anchor="ctr" anchorCtr="0" compatLnSpc="1">
                  <a:prstTxWarp prst="textNoShape">
                    <a:avLst/>
                  </a:prstTxWarp>
                </a:bodyPr>
                <a:lstStyle/>
                <a:p>
                  <a:pPr algn="ctr" eaLnBrk="0" fontAlgn="base" hangingPunct="0">
                    <a:spcBef>
                      <a:spcPct val="0"/>
                    </a:spcBef>
                    <a:spcAft>
                      <a:spcPct val="0"/>
                    </a:spcAft>
                    <a:buClrTx/>
                  </a:pPr>
                  <a:endParaRPr lang="en-US" sz="1800" i="1">
                    <a:solidFill>
                      <a:schemeClr val="tx1"/>
                    </a:solidFill>
                    <a:latin typeface="Times New Roman" pitchFamily="18" charset="0"/>
                  </a:endParaRPr>
                </a:p>
              </p:txBody>
            </p:sp>
          </p:grpSp>
          <p:grpSp>
            <p:nvGrpSpPr>
              <p:cNvPr id="87" name="Group 86"/>
              <p:cNvGrpSpPr/>
              <p:nvPr/>
            </p:nvGrpSpPr>
            <p:grpSpPr>
              <a:xfrm>
                <a:off x="1880609" y="5212810"/>
                <a:ext cx="609605" cy="463216"/>
                <a:chOff x="1975701" y="4584032"/>
                <a:chExt cx="1008131" cy="692902"/>
              </a:xfrm>
            </p:grpSpPr>
            <p:grpSp>
              <p:nvGrpSpPr>
                <p:cNvPr id="103" name="Group 102"/>
                <p:cNvGrpSpPr/>
                <p:nvPr/>
              </p:nvGrpSpPr>
              <p:grpSpPr>
                <a:xfrm>
                  <a:off x="1975701" y="4584032"/>
                  <a:ext cx="1008131" cy="692902"/>
                  <a:chOff x="1676900" y="2090703"/>
                  <a:chExt cx="6349500" cy="2366001"/>
                </a:xfrm>
              </p:grpSpPr>
              <p:sp>
                <p:nvSpPr>
                  <p:cNvPr id="105" name="Line 5"/>
                  <p:cNvSpPr>
                    <a:spLocks noChangeShapeType="1"/>
                  </p:cNvSpPr>
                  <p:nvPr/>
                </p:nvSpPr>
                <p:spPr bwMode="auto">
                  <a:xfrm>
                    <a:off x="1676901" y="4456704"/>
                    <a:ext cx="6349499" cy="0"/>
                  </a:xfrm>
                  <a:prstGeom prst="line">
                    <a:avLst/>
                  </a:prstGeom>
                  <a:noFill/>
                  <a:ln w="28575">
                    <a:solidFill>
                      <a:schemeClr val="tx1"/>
                    </a:solidFill>
                    <a:round/>
                    <a:headEnd type="none" w="med" len="med"/>
                    <a:tailEnd type="arrow" w="med" len="med"/>
                  </a:ln>
                  <a:extLst>
                    <a:ext uri="{909E8E84-426E-40DD-AFC4-6F175D3DCCD1}">
                      <a14:hiddenFill xmlns:a14="http://schemas.microsoft.com/office/drawing/2010/main">
                        <a:noFill/>
                      </a14:hiddenFill>
                    </a:ext>
                  </a:extLst>
                </p:spPr>
                <p:txBody>
                  <a:bodyPr wrap="none" anchor="ctr"/>
                  <a:lstStyle/>
                  <a:p>
                    <a:endParaRPr lang="en-US"/>
                  </a:p>
                </p:txBody>
              </p:sp>
              <p:cxnSp>
                <p:nvCxnSpPr>
                  <p:cNvPr id="106" name="Straight Arrow Connector 105"/>
                  <p:cNvCxnSpPr>
                    <a:stCxn id="105" idx="0"/>
                  </p:cNvCxnSpPr>
                  <p:nvPr/>
                </p:nvCxnSpPr>
                <p:spPr bwMode="auto">
                  <a:xfrm flipV="1">
                    <a:off x="1676900" y="2090703"/>
                    <a:ext cx="0" cy="2366000"/>
                  </a:xfrm>
                  <a:prstGeom prst="straightConnector1">
                    <a:avLst/>
                  </a:prstGeom>
                  <a:noFill/>
                  <a:ln w="28575" cap="flat" cmpd="sng" algn="ctr">
                    <a:solidFill>
                      <a:schemeClr val="tx1"/>
                    </a:solidFill>
                    <a:prstDash val="solid"/>
                    <a:round/>
                    <a:headEnd type="none" w="med" len="med"/>
                    <a:tailEnd type="arrow"/>
                  </a:ln>
                  <a:effectLst/>
                </p:spPr>
              </p:cxnSp>
            </p:grpSp>
            <p:sp>
              <p:nvSpPr>
                <p:cNvPr id="104" name="Freeform 103"/>
                <p:cNvSpPr/>
                <p:nvPr/>
              </p:nvSpPr>
              <p:spPr>
                <a:xfrm>
                  <a:off x="1985210" y="4824664"/>
                  <a:ext cx="902369" cy="445168"/>
                </a:xfrm>
                <a:custGeom>
                  <a:avLst/>
                  <a:gdLst>
                    <a:gd name="connsiteX0" fmla="*/ 0 w 902369"/>
                    <a:gd name="connsiteY0" fmla="*/ 445168 h 445168"/>
                    <a:gd name="connsiteX1" fmla="*/ 96253 w 902369"/>
                    <a:gd name="connsiteY1" fmla="*/ 156410 h 445168"/>
                    <a:gd name="connsiteX2" fmla="*/ 300790 w 902369"/>
                    <a:gd name="connsiteY2" fmla="*/ 0 h 445168"/>
                    <a:gd name="connsiteX3" fmla="*/ 601579 w 902369"/>
                    <a:gd name="connsiteY3" fmla="*/ 0 h 445168"/>
                    <a:gd name="connsiteX4" fmla="*/ 902369 w 902369"/>
                    <a:gd name="connsiteY4" fmla="*/ 144379 h 445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369" h="445168">
                      <a:moveTo>
                        <a:pt x="0" y="445168"/>
                      </a:moveTo>
                      <a:lnTo>
                        <a:pt x="96253" y="156410"/>
                      </a:lnTo>
                      <a:lnTo>
                        <a:pt x="300790" y="0"/>
                      </a:lnTo>
                      <a:lnTo>
                        <a:pt x="601579" y="0"/>
                      </a:lnTo>
                      <a:lnTo>
                        <a:pt x="902369" y="144379"/>
                      </a:lnTo>
                    </a:path>
                  </a:pathLst>
                </a:custGeom>
                <a:noFill/>
                <a:ln w="28575">
                  <a:solidFill>
                    <a:schemeClr val="tx1"/>
                  </a:solidFill>
                </a:ln>
              </p:spPr>
              <p:txBody>
                <a:bodyPr vert="horz" wrap="none" lIns="91440" tIns="45720" rIns="91440" bIns="45720" numCol="1" rtlCol="0" anchor="ctr" anchorCtr="0" compatLnSpc="1">
                  <a:prstTxWarp prst="textNoShape">
                    <a:avLst/>
                  </a:prstTxWarp>
                </a:bodyPr>
                <a:lstStyle/>
                <a:p>
                  <a:pPr algn="ctr" eaLnBrk="0" fontAlgn="base" hangingPunct="0">
                    <a:spcBef>
                      <a:spcPct val="0"/>
                    </a:spcBef>
                    <a:spcAft>
                      <a:spcPct val="0"/>
                    </a:spcAft>
                    <a:buClrTx/>
                  </a:pPr>
                  <a:endParaRPr lang="en-US" sz="1800" i="1">
                    <a:solidFill>
                      <a:schemeClr val="tx1"/>
                    </a:solidFill>
                    <a:latin typeface="Times New Roman" pitchFamily="18" charset="0"/>
                  </a:endParaRPr>
                </a:p>
              </p:txBody>
            </p:sp>
          </p:grpSp>
          <p:grpSp>
            <p:nvGrpSpPr>
              <p:cNvPr id="88" name="Group 87"/>
              <p:cNvGrpSpPr/>
              <p:nvPr/>
            </p:nvGrpSpPr>
            <p:grpSpPr>
              <a:xfrm>
                <a:off x="1872008" y="4356564"/>
                <a:ext cx="609605" cy="463216"/>
                <a:chOff x="1975701" y="4584032"/>
                <a:chExt cx="1008131" cy="692902"/>
              </a:xfrm>
            </p:grpSpPr>
            <p:grpSp>
              <p:nvGrpSpPr>
                <p:cNvPr id="99" name="Group 98"/>
                <p:cNvGrpSpPr/>
                <p:nvPr/>
              </p:nvGrpSpPr>
              <p:grpSpPr>
                <a:xfrm>
                  <a:off x="1975701" y="4584032"/>
                  <a:ext cx="1008131" cy="692902"/>
                  <a:chOff x="1676900" y="2090703"/>
                  <a:chExt cx="6349500" cy="2366001"/>
                </a:xfrm>
              </p:grpSpPr>
              <p:sp>
                <p:nvSpPr>
                  <p:cNvPr id="101" name="Line 5"/>
                  <p:cNvSpPr>
                    <a:spLocks noChangeShapeType="1"/>
                  </p:cNvSpPr>
                  <p:nvPr/>
                </p:nvSpPr>
                <p:spPr bwMode="auto">
                  <a:xfrm>
                    <a:off x="1676901" y="4456704"/>
                    <a:ext cx="6349499" cy="0"/>
                  </a:xfrm>
                  <a:prstGeom prst="line">
                    <a:avLst/>
                  </a:prstGeom>
                  <a:noFill/>
                  <a:ln w="28575">
                    <a:solidFill>
                      <a:schemeClr val="tx1"/>
                    </a:solidFill>
                    <a:round/>
                    <a:headEnd type="none" w="med" len="med"/>
                    <a:tailEnd type="arrow" w="med" len="med"/>
                  </a:ln>
                  <a:extLst>
                    <a:ext uri="{909E8E84-426E-40DD-AFC4-6F175D3DCCD1}">
                      <a14:hiddenFill xmlns:a14="http://schemas.microsoft.com/office/drawing/2010/main">
                        <a:noFill/>
                      </a14:hiddenFill>
                    </a:ext>
                  </a:extLst>
                </p:spPr>
                <p:txBody>
                  <a:bodyPr wrap="none" anchor="ctr"/>
                  <a:lstStyle/>
                  <a:p>
                    <a:endParaRPr lang="en-US"/>
                  </a:p>
                </p:txBody>
              </p:sp>
              <p:cxnSp>
                <p:nvCxnSpPr>
                  <p:cNvPr id="102" name="Straight Arrow Connector 101"/>
                  <p:cNvCxnSpPr>
                    <a:stCxn id="101" idx="0"/>
                  </p:cNvCxnSpPr>
                  <p:nvPr/>
                </p:nvCxnSpPr>
                <p:spPr bwMode="auto">
                  <a:xfrm flipV="1">
                    <a:off x="1676900" y="2090703"/>
                    <a:ext cx="0" cy="2366000"/>
                  </a:xfrm>
                  <a:prstGeom prst="straightConnector1">
                    <a:avLst/>
                  </a:prstGeom>
                  <a:noFill/>
                  <a:ln w="28575" cap="flat" cmpd="sng" algn="ctr">
                    <a:solidFill>
                      <a:schemeClr val="tx1"/>
                    </a:solidFill>
                    <a:prstDash val="solid"/>
                    <a:round/>
                    <a:headEnd type="none" w="med" len="med"/>
                    <a:tailEnd type="arrow"/>
                  </a:ln>
                  <a:effectLst/>
                </p:spPr>
              </p:cxnSp>
            </p:grpSp>
            <p:sp>
              <p:nvSpPr>
                <p:cNvPr id="100" name="Freeform 99"/>
                <p:cNvSpPr/>
                <p:nvPr/>
              </p:nvSpPr>
              <p:spPr>
                <a:xfrm>
                  <a:off x="1985210" y="4824664"/>
                  <a:ext cx="902369" cy="445168"/>
                </a:xfrm>
                <a:custGeom>
                  <a:avLst/>
                  <a:gdLst>
                    <a:gd name="connsiteX0" fmla="*/ 0 w 902369"/>
                    <a:gd name="connsiteY0" fmla="*/ 445168 h 445168"/>
                    <a:gd name="connsiteX1" fmla="*/ 96253 w 902369"/>
                    <a:gd name="connsiteY1" fmla="*/ 156410 h 445168"/>
                    <a:gd name="connsiteX2" fmla="*/ 300790 w 902369"/>
                    <a:gd name="connsiteY2" fmla="*/ 0 h 445168"/>
                    <a:gd name="connsiteX3" fmla="*/ 601579 w 902369"/>
                    <a:gd name="connsiteY3" fmla="*/ 0 h 445168"/>
                    <a:gd name="connsiteX4" fmla="*/ 902369 w 902369"/>
                    <a:gd name="connsiteY4" fmla="*/ 144379 h 445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369" h="445168">
                      <a:moveTo>
                        <a:pt x="0" y="445168"/>
                      </a:moveTo>
                      <a:lnTo>
                        <a:pt x="96253" y="156410"/>
                      </a:lnTo>
                      <a:lnTo>
                        <a:pt x="300790" y="0"/>
                      </a:lnTo>
                      <a:lnTo>
                        <a:pt x="601579" y="0"/>
                      </a:lnTo>
                      <a:lnTo>
                        <a:pt x="902369" y="144379"/>
                      </a:lnTo>
                    </a:path>
                  </a:pathLst>
                </a:custGeom>
                <a:noFill/>
                <a:ln w="28575">
                  <a:solidFill>
                    <a:schemeClr val="tx1"/>
                  </a:solidFill>
                </a:ln>
              </p:spPr>
              <p:txBody>
                <a:bodyPr vert="horz" wrap="none" lIns="91440" tIns="45720" rIns="91440" bIns="45720" numCol="1" rtlCol="0" anchor="ctr" anchorCtr="0" compatLnSpc="1">
                  <a:prstTxWarp prst="textNoShape">
                    <a:avLst/>
                  </a:prstTxWarp>
                </a:bodyPr>
                <a:lstStyle/>
                <a:p>
                  <a:pPr algn="ctr" eaLnBrk="0" fontAlgn="base" hangingPunct="0">
                    <a:spcBef>
                      <a:spcPct val="0"/>
                    </a:spcBef>
                    <a:spcAft>
                      <a:spcPct val="0"/>
                    </a:spcAft>
                    <a:buClrTx/>
                  </a:pPr>
                  <a:endParaRPr lang="en-US" sz="1800" i="1">
                    <a:solidFill>
                      <a:schemeClr val="tx1"/>
                    </a:solidFill>
                    <a:latin typeface="Times New Roman" pitchFamily="18" charset="0"/>
                  </a:endParaRPr>
                </a:p>
              </p:txBody>
            </p:sp>
          </p:grpSp>
          <p:grpSp>
            <p:nvGrpSpPr>
              <p:cNvPr id="89" name="Group 88"/>
              <p:cNvGrpSpPr/>
              <p:nvPr/>
            </p:nvGrpSpPr>
            <p:grpSpPr>
              <a:xfrm>
                <a:off x="1824176" y="1854460"/>
                <a:ext cx="609605" cy="463216"/>
                <a:chOff x="1975701" y="4584032"/>
                <a:chExt cx="1008131" cy="692902"/>
              </a:xfrm>
            </p:grpSpPr>
            <p:grpSp>
              <p:nvGrpSpPr>
                <p:cNvPr id="95" name="Group 94"/>
                <p:cNvGrpSpPr/>
                <p:nvPr/>
              </p:nvGrpSpPr>
              <p:grpSpPr>
                <a:xfrm>
                  <a:off x="1975701" y="4584032"/>
                  <a:ext cx="1008131" cy="692902"/>
                  <a:chOff x="1676900" y="2090703"/>
                  <a:chExt cx="6349500" cy="2366001"/>
                </a:xfrm>
              </p:grpSpPr>
              <p:sp>
                <p:nvSpPr>
                  <p:cNvPr id="97" name="Line 5"/>
                  <p:cNvSpPr>
                    <a:spLocks noChangeShapeType="1"/>
                  </p:cNvSpPr>
                  <p:nvPr/>
                </p:nvSpPr>
                <p:spPr bwMode="auto">
                  <a:xfrm>
                    <a:off x="1676901" y="4456704"/>
                    <a:ext cx="6349499" cy="0"/>
                  </a:xfrm>
                  <a:prstGeom prst="line">
                    <a:avLst/>
                  </a:prstGeom>
                  <a:noFill/>
                  <a:ln w="28575">
                    <a:solidFill>
                      <a:schemeClr val="tx1"/>
                    </a:solidFill>
                    <a:round/>
                    <a:headEnd type="none" w="med" len="med"/>
                    <a:tailEnd type="arrow" w="med" len="med"/>
                  </a:ln>
                  <a:extLst>
                    <a:ext uri="{909E8E84-426E-40DD-AFC4-6F175D3DCCD1}">
                      <a14:hiddenFill xmlns:a14="http://schemas.microsoft.com/office/drawing/2010/main">
                        <a:noFill/>
                      </a14:hiddenFill>
                    </a:ext>
                  </a:extLst>
                </p:spPr>
                <p:txBody>
                  <a:bodyPr wrap="none" anchor="ctr"/>
                  <a:lstStyle/>
                  <a:p>
                    <a:endParaRPr lang="en-US"/>
                  </a:p>
                </p:txBody>
              </p:sp>
              <p:cxnSp>
                <p:nvCxnSpPr>
                  <p:cNvPr id="98" name="Straight Arrow Connector 97"/>
                  <p:cNvCxnSpPr>
                    <a:stCxn id="97" idx="0"/>
                  </p:cNvCxnSpPr>
                  <p:nvPr/>
                </p:nvCxnSpPr>
                <p:spPr bwMode="auto">
                  <a:xfrm flipV="1">
                    <a:off x="1676900" y="2090703"/>
                    <a:ext cx="0" cy="2366000"/>
                  </a:xfrm>
                  <a:prstGeom prst="straightConnector1">
                    <a:avLst/>
                  </a:prstGeom>
                  <a:noFill/>
                  <a:ln w="28575" cap="flat" cmpd="sng" algn="ctr">
                    <a:solidFill>
                      <a:schemeClr val="tx1"/>
                    </a:solidFill>
                    <a:prstDash val="solid"/>
                    <a:round/>
                    <a:headEnd type="none" w="med" len="med"/>
                    <a:tailEnd type="arrow"/>
                  </a:ln>
                  <a:effectLst/>
                </p:spPr>
              </p:cxnSp>
            </p:grpSp>
            <p:sp>
              <p:nvSpPr>
                <p:cNvPr id="96" name="Freeform 95"/>
                <p:cNvSpPr/>
                <p:nvPr/>
              </p:nvSpPr>
              <p:spPr>
                <a:xfrm>
                  <a:off x="1985210" y="4824664"/>
                  <a:ext cx="902369" cy="445168"/>
                </a:xfrm>
                <a:custGeom>
                  <a:avLst/>
                  <a:gdLst>
                    <a:gd name="connsiteX0" fmla="*/ 0 w 902369"/>
                    <a:gd name="connsiteY0" fmla="*/ 445168 h 445168"/>
                    <a:gd name="connsiteX1" fmla="*/ 96253 w 902369"/>
                    <a:gd name="connsiteY1" fmla="*/ 156410 h 445168"/>
                    <a:gd name="connsiteX2" fmla="*/ 300790 w 902369"/>
                    <a:gd name="connsiteY2" fmla="*/ 0 h 445168"/>
                    <a:gd name="connsiteX3" fmla="*/ 601579 w 902369"/>
                    <a:gd name="connsiteY3" fmla="*/ 0 h 445168"/>
                    <a:gd name="connsiteX4" fmla="*/ 902369 w 902369"/>
                    <a:gd name="connsiteY4" fmla="*/ 144379 h 445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369" h="445168">
                      <a:moveTo>
                        <a:pt x="0" y="445168"/>
                      </a:moveTo>
                      <a:lnTo>
                        <a:pt x="96253" y="156410"/>
                      </a:lnTo>
                      <a:lnTo>
                        <a:pt x="300790" y="0"/>
                      </a:lnTo>
                      <a:lnTo>
                        <a:pt x="601579" y="0"/>
                      </a:lnTo>
                      <a:lnTo>
                        <a:pt x="902369" y="144379"/>
                      </a:lnTo>
                    </a:path>
                  </a:pathLst>
                </a:custGeom>
                <a:noFill/>
                <a:ln w="28575">
                  <a:solidFill>
                    <a:schemeClr val="tx1"/>
                  </a:solidFill>
                </a:ln>
              </p:spPr>
              <p:txBody>
                <a:bodyPr vert="horz" wrap="none" lIns="91440" tIns="45720" rIns="91440" bIns="45720" numCol="1" rtlCol="0" anchor="ctr" anchorCtr="0" compatLnSpc="1">
                  <a:prstTxWarp prst="textNoShape">
                    <a:avLst/>
                  </a:prstTxWarp>
                </a:bodyPr>
                <a:lstStyle/>
                <a:p>
                  <a:pPr algn="ctr" eaLnBrk="0" fontAlgn="base" hangingPunct="0">
                    <a:spcBef>
                      <a:spcPct val="0"/>
                    </a:spcBef>
                    <a:spcAft>
                      <a:spcPct val="0"/>
                    </a:spcAft>
                    <a:buClrTx/>
                  </a:pPr>
                  <a:endParaRPr lang="en-US" sz="1800" i="1">
                    <a:solidFill>
                      <a:schemeClr val="tx1"/>
                    </a:solidFill>
                    <a:latin typeface="Times New Roman" pitchFamily="18" charset="0"/>
                  </a:endParaRPr>
                </a:p>
              </p:txBody>
            </p:sp>
          </p:grpSp>
          <p:grpSp>
            <p:nvGrpSpPr>
              <p:cNvPr id="90" name="Group 89"/>
              <p:cNvGrpSpPr/>
              <p:nvPr/>
            </p:nvGrpSpPr>
            <p:grpSpPr>
              <a:xfrm>
                <a:off x="1863407" y="2781763"/>
                <a:ext cx="609605" cy="463216"/>
                <a:chOff x="1975701" y="4584032"/>
                <a:chExt cx="1008131" cy="692902"/>
              </a:xfrm>
            </p:grpSpPr>
            <p:grpSp>
              <p:nvGrpSpPr>
                <p:cNvPr id="91" name="Group 90"/>
                <p:cNvGrpSpPr/>
                <p:nvPr/>
              </p:nvGrpSpPr>
              <p:grpSpPr>
                <a:xfrm>
                  <a:off x="1975701" y="4584032"/>
                  <a:ext cx="1008131" cy="692902"/>
                  <a:chOff x="1676900" y="2090703"/>
                  <a:chExt cx="6349500" cy="2366001"/>
                </a:xfrm>
              </p:grpSpPr>
              <p:sp>
                <p:nvSpPr>
                  <p:cNvPr id="93" name="Line 5"/>
                  <p:cNvSpPr>
                    <a:spLocks noChangeShapeType="1"/>
                  </p:cNvSpPr>
                  <p:nvPr/>
                </p:nvSpPr>
                <p:spPr bwMode="auto">
                  <a:xfrm>
                    <a:off x="1676901" y="4456704"/>
                    <a:ext cx="6349499" cy="0"/>
                  </a:xfrm>
                  <a:prstGeom prst="line">
                    <a:avLst/>
                  </a:prstGeom>
                  <a:noFill/>
                  <a:ln w="28575">
                    <a:solidFill>
                      <a:schemeClr val="tx1"/>
                    </a:solidFill>
                    <a:round/>
                    <a:headEnd type="none" w="med" len="med"/>
                    <a:tailEnd type="arrow" w="med" len="med"/>
                  </a:ln>
                  <a:extLst>
                    <a:ext uri="{909E8E84-426E-40DD-AFC4-6F175D3DCCD1}">
                      <a14:hiddenFill xmlns:a14="http://schemas.microsoft.com/office/drawing/2010/main">
                        <a:noFill/>
                      </a14:hiddenFill>
                    </a:ext>
                  </a:extLst>
                </p:spPr>
                <p:txBody>
                  <a:bodyPr wrap="none" anchor="ctr"/>
                  <a:lstStyle/>
                  <a:p>
                    <a:endParaRPr lang="en-US"/>
                  </a:p>
                </p:txBody>
              </p:sp>
              <p:cxnSp>
                <p:nvCxnSpPr>
                  <p:cNvPr id="94" name="Straight Arrow Connector 93"/>
                  <p:cNvCxnSpPr>
                    <a:stCxn id="93" idx="0"/>
                  </p:cNvCxnSpPr>
                  <p:nvPr/>
                </p:nvCxnSpPr>
                <p:spPr bwMode="auto">
                  <a:xfrm flipV="1">
                    <a:off x="1676900" y="2090703"/>
                    <a:ext cx="0" cy="2366000"/>
                  </a:xfrm>
                  <a:prstGeom prst="straightConnector1">
                    <a:avLst/>
                  </a:prstGeom>
                  <a:noFill/>
                  <a:ln w="28575" cap="flat" cmpd="sng" algn="ctr">
                    <a:solidFill>
                      <a:schemeClr val="tx1"/>
                    </a:solidFill>
                    <a:prstDash val="solid"/>
                    <a:round/>
                    <a:headEnd type="none" w="med" len="med"/>
                    <a:tailEnd type="arrow"/>
                  </a:ln>
                  <a:effectLst/>
                </p:spPr>
              </p:cxnSp>
            </p:grpSp>
            <p:sp>
              <p:nvSpPr>
                <p:cNvPr id="92" name="Freeform 91"/>
                <p:cNvSpPr/>
                <p:nvPr/>
              </p:nvSpPr>
              <p:spPr>
                <a:xfrm>
                  <a:off x="1985210" y="4824664"/>
                  <a:ext cx="902369" cy="445168"/>
                </a:xfrm>
                <a:custGeom>
                  <a:avLst/>
                  <a:gdLst>
                    <a:gd name="connsiteX0" fmla="*/ 0 w 902369"/>
                    <a:gd name="connsiteY0" fmla="*/ 445168 h 445168"/>
                    <a:gd name="connsiteX1" fmla="*/ 96253 w 902369"/>
                    <a:gd name="connsiteY1" fmla="*/ 156410 h 445168"/>
                    <a:gd name="connsiteX2" fmla="*/ 300790 w 902369"/>
                    <a:gd name="connsiteY2" fmla="*/ 0 h 445168"/>
                    <a:gd name="connsiteX3" fmla="*/ 601579 w 902369"/>
                    <a:gd name="connsiteY3" fmla="*/ 0 h 445168"/>
                    <a:gd name="connsiteX4" fmla="*/ 902369 w 902369"/>
                    <a:gd name="connsiteY4" fmla="*/ 144379 h 445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369" h="445168">
                      <a:moveTo>
                        <a:pt x="0" y="445168"/>
                      </a:moveTo>
                      <a:lnTo>
                        <a:pt x="96253" y="156410"/>
                      </a:lnTo>
                      <a:lnTo>
                        <a:pt x="300790" y="0"/>
                      </a:lnTo>
                      <a:lnTo>
                        <a:pt x="601579" y="0"/>
                      </a:lnTo>
                      <a:lnTo>
                        <a:pt x="902369" y="144379"/>
                      </a:lnTo>
                    </a:path>
                  </a:pathLst>
                </a:custGeom>
                <a:noFill/>
                <a:ln w="28575">
                  <a:solidFill>
                    <a:schemeClr val="tx1"/>
                  </a:solidFill>
                </a:ln>
              </p:spPr>
              <p:txBody>
                <a:bodyPr vert="horz" wrap="none" lIns="91440" tIns="45720" rIns="91440" bIns="45720" numCol="1" rtlCol="0" anchor="ctr" anchorCtr="0" compatLnSpc="1">
                  <a:prstTxWarp prst="textNoShape">
                    <a:avLst/>
                  </a:prstTxWarp>
                </a:bodyPr>
                <a:lstStyle/>
                <a:p>
                  <a:pPr algn="ctr" eaLnBrk="0" fontAlgn="base" hangingPunct="0">
                    <a:spcBef>
                      <a:spcPct val="0"/>
                    </a:spcBef>
                    <a:spcAft>
                      <a:spcPct val="0"/>
                    </a:spcAft>
                    <a:buClrTx/>
                  </a:pPr>
                  <a:endParaRPr lang="en-US" sz="1800" i="1">
                    <a:solidFill>
                      <a:schemeClr val="tx1"/>
                    </a:solidFill>
                    <a:latin typeface="Times New Roman" pitchFamily="18" charset="0"/>
                  </a:endParaRPr>
                </a:p>
              </p:txBody>
            </p:sp>
          </p:grpSp>
        </p:grpSp>
      </p:grpSp>
      <p:grpSp>
        <p:nvGrpSpPr>
          <p:cNvPr id="11" name="Group 10"/>
          <p:cNvGrpSpPr/>
          <p:nvPr/>
        </p:nvGrpSpPr>
        <p:grpSpPr>
          <a:xfrm>
            <a:off x="5754381" y="1338263"/>
            <a:ext cx="1560594" cy="5340350"/>
            <a:chOff x="4230381" y="1338263"/>
            <a:chExt cx="1560594" cy="5340350"/>
          </a:xfrm>
        </p:grpSpPr>
        <p:grpSp>
          <p:nvGrpSpPr>
            <p:cNvPr id="3" name="Group 26"/>
            <p:cNvGrpSpPr>
              <a:grpSpLocks/>
            </p:cNvGrpSpPr>
            <p:nvPr/>
          </p:nvGrpSpPr>
          <p:grpSpPr bwMode="auto">
            <a:xfrm>
              <a:off x="4230381" y="1338263"/>
              <a:ext cx="709613" cy="5340350"/>
              <a:chOff x="1796" y="843"/>
              <a:chExt cx="447" cy="3364"/>
            </a:xfrm>
          </p:grpSpPr>
          <p:pic>
            <p:nvPicPr>
              <p:cNvPr id="8218" name="Picture 9"/>
              <p:cNvPicPr>
                <a:picLocks noChangeAspect="1" noChangeArrowheads="1"/>
              </p:cNvPicPr>
              <p:nvPr/>
            </p:nvPicPr>
            <p:blipFill>
              <a:blip r:embed="rId4">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796" y="1011"/>
                <a:ext cx="447" cy="31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lgn="ctr">
                    <a:solidFill>
                      <a:srgbClr val="000000"/>
                    </a:solidFill>
                    <a:miter lim="800000"/>
                    <a:headEnd/>
                    <a:tailEnd/>
                  </a14:hiddenLine>
                </a:ext>
              </a:extLst>
            </p:spPr>
          </p:pic>
          <p:sp>
            <p:nvSpPr>
              <p:cNvPr id="8219" name="Text Box 17"/>
              <p:cNvSpPr txBox="1">
                <a:spLocks noChangeArrowheads="1"/>
              </p:cNvSpPr>
              <p:nvPr/>
            </p:nvSpPr>
            <p:spPr bwMode="auto">
              <a:xfrm>
                <a:off x="1864" y="843"/>
                <a:ext cx="267"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lgn="ctr">
                    <a:solidFill>
                      <a:srgbClr val="000000"/>
                    </a:solidFill>
                    <a:miter lim="800000"/>
                    <a:headEnd/>
                    <a:tailEnd/>
                  </a14:hiddenLine>
                </a:ext>
              </a:extLst>
            </p:spPr>
            <p:txBody>
              <a:bodyPr wrap="none">
                <a:spAutoFit/>
              </a:bodyPr>
              <a:lstStyle>
                <a:lvl1pPr>
                  <a:defRPr i="1">
                    <a:solidFill>
                      <a:schemeClr val="tx1"/>
                    </a:solidFill>
                    <a:latin typeface="Times New Roman" pitchFamily="18" charset="0"/>
                  </a:defRPr>
                </a:lvl1pPr>
                <a:lvl2pPr marL="742950" indent="-285750">
                  <a:defRPr i="1">
                    <a:solidFill>
                      <a:schemeClr val="tx1"/>
                    </a:solidFill>
                    <a:latin typeface="Times New Roman" pitchFamily="18" charset="0"/>
                  </a:defRPr>
                </a:lvl2pPr>
                <a:lvl3pPr marL="1143000" indent="-228600">
                  <a:defRPr i="1">
                    <a:solidFill>
                      <a:schemeClr val="tx1"/>
                    </a:solidFill>
                    <a:latin typeface="Times New Roman" pitchFamily="18" charset="0"/>
                  </a:defRPr>
                </a:lvl3pPr>
                <a:lvl4pPr marL="1600200" indent="-228600">
                  <a:defRPr i="1">
                    <a:solidFill>
                      <a:schemeClr val="tx1"/>
                    </a:solidFill>
                    <a:latin typeface="Times New Roman" pitchFamily="18" charset="0"/>
                  </a:defRPr>
                </a:lvl4pPr>
                <a:lvl5pPr marL="2057400" indent="-228600">
                  <a:defRPr i="1">
                    <a:solidFill>
                      <a:schemeClr val="tx1"/>
                    </a:solidFill>
                    <a:latin typeface="Times New Roman" pitchFamily="18" charset="0"/>
                  </a:defRPr>
                </a:lvl5pPr>
                <a:lvl6pPr marL="2514600" indent="-228600" algn="ctr" eaLnBrk="0" fontAlgn="base" hangingPunct="0">
                  <a:spcBef>
                    <a:spcPct val="0"/>
                  </a:spcBef>
                  <a:spcAft>
                    <a:spcPct val="0"/>
                  </a:spcAft>
                  <a:defRPr i="1">
                    <a:solidFill>
                      <a:schemeClr val="tx1"/>
                    </a:solidFill>
                    <a:latin typeface="Times New Roman" pitchFamily="18" charset="0"/>
                  </a:defRPr>
                </a:lvl6pPr>
                <a:lvl7pPr marL="2971800" indent="-228600" algn="ctr" eaLnBrk="0" fontAlgn="base" hangingPunct="0">
                  <a:spcBef>
                    <a:spcPct val="0"/>
                  </a:spcBef>
                  <a:spcAft>
                    <a:spcPct val="0"/>
                  </a:spcAft>
                  <a:defRPr i="1">
                    <a:solidFill>
                      <a:schemeClr val="tx1"/>
                    </a:solidFill>
                    <a:latin typeface="Times New Roman" pitchFamily="18" charset="0"/>
                  </a:defRPr>
                </a:lvl7pPr>
                <a:lvl8pPr marL="3429000" indent="-228600" algn="ctr" eaLnBrk="0" fontAlgn="base" hangingPunct="0">
                  <a:spcBef>
                    <a:spcPct val="0"/>
                  </a:spcBef>
                  <a:spcAft>
                    <a:spcPct val="0"/>
                  </a:spcAft>
                  <a:defRPr i="1">
                    <a:solidFill>
                      <a:schemeClr val="tx1"/>
                    </a:solidFill>
                    <a:latin typeface="Times New Roman" pitchFamily="18" charset="0"/>
                  </a:defRPr>
                </a:lvl8pPr>
                <a:lvl9pPr marL="3886200" indent="-228600" algn="ctr" eaLnBrk="0" fontAlgn="base" hangingPunct="0">
                  <a:spcBef>
                    <a:spcPct val="0"/>
                  </a:spcBef>
                  <a:spcAft>
                    <a:spcPct val="0"/>
                  </a:spcAft>
                  <a:defRPr i="1">
                    <a:solidFill>
                      <a:schemeClr val="tx1"/>
                    </a:solidFill>
                    <a:latin typeface="Times New Roman" pitchFamily="18" charset="0"/>
                  </a:defRPr>
                </a:lvl9pPr>
              </a:lstStyle>
              <a:p>
                <a:r>
                  <a:rPr lang="en-US" b="1" i="0" dirty="0"/>
                  <a:t>:15</a:t>
                </a:r>
              </a:p>
            </p:txBody>
          </p:sp>
        </p:grpSp>
        <p:grpSp>
          <p:nvGrpSpPr>
            <p:cNvPr id="112" name="Group 111"/>
            <p:cNvGrpSpPr/>
            <p:nvPr/>
          </p:nvGrpSpPr>
          <p:grpSpPr>
            <a:xfrm>
              <a:off x="5115905" y="1858460"/>
              <a:ext cx="675070" cy="4560799"/>
              <a:chOff x="1824176" y="1854460"/>
              <a:chExt cx="675070" cy="4560799"/>
            </a:xfrm>
          </p:grpSpPr>
          <p:grpSp>
            <p:nvGrpSpPr>
              <p:cNvPr id="113" name="Group 112"/>
              <p:cNvGrpSpPr/>
              <p:nvPr/>
            </p:nvGrpSpPr>
            <p:grpSpPr>
              <a:xfrm>
                <a:off x="1889641" y="5952043"/>
                <a:ext cx="609605" cy="463216"/>
                <a:chOff x="1975701" y="4584032"/>
                <a:chExt cx="1008131" cy="692902"/>
              </a:xfrm>
            </p:grpSpPr>
            <p:grpSp>
              <p:nvGrpSpPr>
                <p:cNvPr id="134" name="Group 133"/>
                <p:cNvGrpSpPr/>
                <p:nvPr/>
              </p:nvGrpSpPr>
              <p:grpSpPr>
                <a:xfrm>
                  <a:off x="1975701" y="4584032"/>
                  <a:ext cx="1008131" cy="692902"/>
                  <a:chOff x="1676900" y="2090703"/>
                  <a:chExt cx="6349500" cy="2366001"/>
                </a:xfrm>
              </p:grpSpPr>
              <p:sp>
                <p:nvSpPr>
                  <p:cNvPr id="136" name="Line 5"/>
                  <p:cNvSpPr>
                    <a:spLocks noChangeShapeType="1"/>
                  </p:cNvSpPr>
                  <p:nvPr/>
                </p:nvSpPr>
                <p:spPr bwMode="auto">
                  <a:xfrm>
                    <a:off x="1676901" y="4456704"/>
                    <a:ext cx="6349499" cy="0"/>
                  </a:xfrm>
                  <a:prstGeom prst="line">
                    <a:avLst/>
                  </a:prstGeom>
                  <a:noFill/>
                  <a:ln w="28575">
                    <a:solidFill>
                      <a:schemeClr val="tx1"/>
                    </a:solidFill>
                    <a:round/>
                    <a:headEnd type="none" w="med" len="med"/>
                    <a:tailEnd type="arrow" w="med" len="med"/>
                  </a:ln>
                  <a:extLst>
                    <a:ext uri="{909E8E84-426E-40DD-AFC4-6F175D3DCCD1}">
                      <a14:hiddenFill xmlns:a14="http://schemas.microsoft.com/office/drawing/2010/main">
                        <a:noFill/>
                      </a14:hiddenFill>
                    </a:ext>
                  </a:extLst>
                </p:spPr>
                <p:txBody>
                  <a:bodyPr wrap="none" anchor="ctr"/>
                  <a:lstStyle/>
                  <a:p>
                    <a:endParaRPr lang="en-US"/>
                  </a:p>
                </p:txBody>
              </p:sp>
              <p:cxnSp>
                <p:nvCxnSpPr>
                  <p:cNvPr id="137" name="Straight Arrow Connector 136"/>
                  <p:cNvCxnSpPr>
                    <a:stCxn id="136" idx="0"/>
                  </p:cNvCxnSpPr>
                  <p:nvPr/>
                </p:nvCxnSpPr>
                <p:spPr bwMode="auto">
                  <a:xfrm flipV="1">
                    <a:off x="1676900" y="2090703"/>
                    <a:ext cx="0" cy="2366000"/>
                  </a:xfrm>
                  <a:prstGeom prst="straightConnector1">
                    <a:avLst/>
                  </a:prstGeom>
                  <a:noFill/>
                  <a:ln w="28575" cap="flat" cmpd="sng" algn="ctr">
                    <a:solidFill>
                      <a:schemeClr val="tx1"/>
                    </a:solidFill>
                    <a:prstDash val="solid"/>
                    <a:round/>
                    <a:headEnd type="none" w="med" len="med"/>
                    <a:tailEnd type="arrow"/>
                  </a:ln>
                  <a:effectLst/>
                </p:spPr>
              </p:cxnSp>
            </p:grpSp>
            <p:sp>
              <p:nvSpPr>
                <p:cNvPr id="135" name="Freeform 134"/>
                <p:cNvSpPr/>
                <p:nvPr/>
              </p:nvSpPr>
              <p:spPr>
                <a:xfrm>
                  <a:off x="1985210" y="4824664"/>
                  <a:ext cx="902369" cy="445168"/>
                </a:xfrm>
                <a:custGeom>
                  <a:avLst/>
                  <a:gdLst>
                    <a:gd name="connsiteX0" fmla="*/ 0 w 902369"/>
                    <a:gd name="connsiteY0" fmla="*/ 445168 h 445168"/>
                    <a:gd name="connsiteX1" fmla="*/ 96253 w 902369"/>
                    <a:gd name="connsiteY1" fmla="*/ 156410 h 445168"/>
                    <a:gd name="connsiteX2" fmla="*/ 300790 w 902369"/>
                    <a:gd name="connsiteY2" fmla="*/ 0 h 445168"/>
                    <a:gd name="connsiteX3" fmla="*/ 601579 w 902369"/>
                    <a:gd name="connsiteY3" fmla="*/ 0 h 445168"/>
                    <a:gd name="connsiteX4" fmla="*/ 902369 w 902369"/>
                    <a:gd name="connsiteY4" fmla="*/ 144379 h 445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369" h="445168">
                      <a:moveTo>
                        <a:pt x="0" y="445168"/>
                      </a:moveTo>
                      <a:lnTo>
                        <a:pt x="96253" y="156410"/>
                      </a:lnTo>
                      <a:lnTo>
                        <a:pt x="300790" y="0"/>
                      </a:lnTo>
                      <a:lnTo>
                        <a:pt x="601579" y="0"/>
                      </a:lnTo>
                      <a:lnTo>
                        <a:pt x="902369" y="144379"/>
                      </a:lnTo>
                    </a:path>
                  </a:pathLst>
                </a:custGeom>
                <a:noFill/>
                <a:ln w="28575">
                  <a:solidFill>
                    <a:schemeClr val="tx1"/>
                  </a:solidFill>
                </a:ln>
              </p:spPr>
              <p:txBody>
                <a:bodyPr vert="horz" wrap="none" lIns="91440" tIns="45720" rIns="91440" bIns="45720" numCol="1" rtlCol="0" anchor="ctr" anchorCtr="0" compatLnSpc="1">
                  <a:prstTxWarp prst="textNoShape">
                    <a:avLst/>
                  </a:prstTxWarp>
                </a:bodyPr>
                <a:lstStyle/>
                <a:p>
                  <a:pPr algn="ctr" eaLnBrk="0" fontAlgn="base" hangingPunct="0">
                    <a:spcBef>
                      <a:spcPct val="0"/>
                    </a:spcBef>
                    <a:spcAft>
                      <a:spcPct val="0"/>
                    </a:spcAft>
                    <a:buClrTx/>
                  </a:pPr>
                  <a:endParaRPr lang="en-US" sz="1800" i="1">
                    <a:solidFill>
                      <a:schemeClr val="tx1"/>
                    </a:solidFill>
                    <a:latin typeface="Times New Roman" pitchFamily="18" charset="0"/>
                  </a:endParaRPr>
                </a:p>
              </p:txBody>
            </p:sp>
          </p:grpSp>
          <p:grpSp>
            <p:nvGrpSpPr>
              <p:cNvPr id="114" name="Group 113"/>
              <p:cNvGrpSpPr/>
              <p:nvPr/>
            </p:nvGrpSpPr>
            <p:grpSpPr>
              <a:xfrm>
                <a:off x="1880609" y="5212810"/>
                <a:ext cx="609605" cy="463216"/>
                <a:chOff x="1975701" y="4584032"/>
                <a:chExt cx="1008131" cy="692902"/>
              </a:xfrm>
            </p:grpSpPr>
            <p:grpSp>
              <p:nvGrpSpPr>
                <p:cNvPr id="130" name="Group 129"/>
                <p:cNvGrpSpPr/>
                <p:nvPr/>
              </p:nvGrpSpPr>
              <p:grpSpPr>
                <a:xfrm>
                  <a:off x="1975701" y="4584032"/>
                  <a:ext cx="1008131" cy="692902"/>
                  <a:chOff x="1676900" y="2090703"/>
                  <a:chExt cx="6349500" cy="2366001"/>
                </a:xfrm>
              </p:grpSpPr>
              <p:sp>
                <p:nvSpPr>
                  <p:cNvPr id="132" name="Line 5"/>
                  <p:cNvSpPr>
                    <a:spLocks noChangeShapeType="1"/>
                  </p:cNvSpPr>
                  <p:nvPr/>
                </p:nvSpPr>
                <p:spPr bwMode="auto">
                  <a:xfrm>
                    <a:off x="1676901" y="4456704"/>
                    <a:ext cx="6349499" cy="0"/>
                  </a:xfrm>
                  <a:prstGeom prst="line">
                    <a:avLst/>
                  </a:prstGeom>
                  <a:noFill/>
                  <a:ln w="28575">
                    <a:solidFill>
                      <a:schemeClr val="tx1"/>
                    </a:solidFill>
                    <a:round/>
                    <a:headEnd type="none" w="med" len="med"/>
                    <a:tailEnd type="arrow" w="med" len="med"/>
                  </a:ln>
                  <a:extLst>
                    <a:ext uri="{909E8E84-426E-40DD-AFC4-6F175D3DCCD1}">
                      <a14:hiddenFill xmlns:a14="http://schemas.microsoft.com/office/drawing/2010/main">
                        <a:noFill/>
                      </a14:hiddenFill>
                    </a:ext>
                  </a:extLst>
                </p:spPr>
                <p:txBody>
                  <a:bodyPr wrap="none" anchor="ctr"/>
                  <a:lstStyle/>
                  <a:p>
                    <a:endParaRPr lang="en-US"/>
                  </a:p>
                </p:txBody>
              </p:sp>
              <p:cxnSp>
                <p:nvCxnSpPr>
                  <p:cNvPr id="133" name="Straight Arrow Connector 132"/>
                  <p:cNvCxnSpPr>
                    <a:stCxn id="132" idx="0"/>
                  </p:cNvCxnSpPr>
                  <p:nvPr/>
                </p:nvCxnSpPr>
                <p:spPr bwMode="auto">
                  <a:xfrm flipV="1">
                    <a:off x="1676900" y="2090703"/>
                    <a:ext cx="0" cy="2366000"/>
                  </a:xfrm>
                  <a:prstGeom prst="straightConnector1">
                    <a:avLst/>
                  </a:prstGeom>
                  <a:noFill/>
                  <a:ln w="28575" cap="flat" cmpd="sng" algn="ctr">
                    <a:solidFill>
                      <a:schemeClr val="tx1"/>
                    </a:solidFill>
                    <a:prstDash val="solid"/>
                    <a:round/>
                    <a:headEnd type="none" w="med" len="med"/>
                    <a:tailEnd type="arrow"/>
                  </a:ln>
                  <a:effectLst/>
                </p:spPr>
              </p:cxnSp>
            </p:grpSp>
            <p:sp>
              <p:nvSpPr>
                <p:cNvPr id="131" name="Freeform 130"/>
                <p:cNvSpPr/>
                <p:nvPr/>
              </p:nvSpPr>
              <p:spPr>
                <a:xfrm>
                  <a:off x="1985210" y="4824664"/>
                  <a:ext cx="902369" cy="445168"/>
                </a:xfrm>
                <a:custGeom>
                  <a:avLst/>
                  <a:gdLst>
                    <a:gd name="connsiteX0" fmla="*/ 0 w 902369"/>
                    <a:gd name="connsiteY0" fmla="*/ 445168 h 445168"/>
                    <a:gd name="connsiteX1" fmla="*/ 96253 w 902369"/>
                    <a:gd name="connsiteY1" fmla="*/ 156410 h 445168"/>
                    <a:gd name="connsiteX2" fmla="*/ 300790 w 902369"/>
                    <a:gd name="connsiteY2" fmla="*/ 0 h 445168"/>
                    <a:gd name="connsiteX3" fmla="*/ 601579 w 902369"/>
                    <a:gd name="connsiteY3" fmla="*/ 0 h 445168"/>
                    <a:gd name="connsiteX4" fmla="*/ 902369 w 902369"/>
                    <a:gd name="connsiteY4" fmla="*/ 144379 h 445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369" h="445168">
                      <a:moveTo>
                        <a:pt x="0" y="445168"/>
                      </a:moveTo>
                      <a:lnTo>
                        <a:pt x="96253" y="156410"/>
                      </a:lnTo>
                      <a:lnTo>
                        <a:pt x="300790" y="0"/>
                      </a:lnTo>
                      <a:lnTo>
                        <a:pt x="601579" y="0"/>
                      </a:lnTo>
                      <a:lnTo>
                        <a:pt x="902369" y="144379"/>
                      </a:lnTo>
                    </a:path>
                  </a:pathLst>
                </a:custGeom>
                <a:noFill/>
                <a:ln w="28575">
                  <a:solidFill>
                    <a:schemeClr val="tx1"/>
                  </a:solidFill>
                </a:ln>
              </p:spPr>
              <p:txBody>
                <a:bodyPr vert="horz" wrap="none" lIns="91440" tIns="45720" rIns="91440" bIns="45720" numCol="1" rtlCol="0" anchor="ctr" anchorCtr="0" compatLnSpc="1">
                  <a:prstTxWarp prst="textNoShape">
                    <a:avLst/>
                  </a:prstTxWarp>
                </a:bodyPr>
                <a:lstStyle/>
                <a:p>
                  <a:pPr algn="ctr" eaLnBrk="0" fontAlgn="base" hangingPunct="0">
                    <a:spcBef>
                      <a:spcPct val="0"/>
                    </a:spcBef>
                    <a:spcAft>
                      <a:spcPct val="0"/>
                    </a:spcAft>
                    <a:buClrTx/>
                  </a:pPr>
                  <a:endParaRPr lang="en-US" sz="1800" i="1">
                    <a:solidFill>
                      <a:schemeClr val="tx1"/>
                    </a:solidFill>
                    <a:latin typeface="Times New Roman" pitchFamily="18" charset="0"/>
                  </a:endParaRPr>
                </a:p>
              </p:txBody>
            </p:sp>
          </p:grpSp>
          <p:grpSp>
            <p:nvGrpSpPr>
              <p:cNvPr id="115" name="Group 114"/>
              <p:cNvGrpSpPr/>
              <p:nvPr/>
            </p:nvGrpSpPr>
            <p:grpSpPr>
              <a:xfrm>
                <a:off x="1872008" y="4356564"/>
                <a:ext cx="609605" cy="463216"/>
                <a:chOff x="1975701" y="4584032"/>
                <a:chExt cx="1008131" cy="692902"/>
              </a:xfrm>
            </p:grpSpPr>
            <p:grpSp>
              <p:nvGrpSpPr>
                <p:cNvPr id="126" name="Group 125"/>
                <p:cNvGrpSpPr/>
                <p:nvPr/>
              </p:nvGrpSpPr>
              <p:grpSpPr>
                <a:xfrm>
                  <a:off x="1975701" y="4584032"/>
                  <a:ext cx="1008131" cy="692902"/>
                  <a:chOff x="1676900" y="2090703"/>
                  <a:chExt cx="6349500" cy="2366001"/>
                </a:xfrm>
              </p:grpSpPr>
              <p:sp>
                <p:nvSpPr>
                  <p:cNvPr id="128" name="Line 5"/>
                  <p:cNvSpPr>
                    <a:spLocks noChangeShapeType="1"/>
                  </p:cNvSpPr>
                  <p:nvPr/>
                </p:nvSpPr>
                <p:spPr bwMode="auto">
                  <a:xfrm>
                    <a:off x="1676901" y="4456704"/>
                    <a:ext cx="6349499" cy="0"/>
                  </a:xfrm>
                  <a:prstGeom prst="line">
                    <a:avLst/>
                  </a:prstGeom>
                  <a:noFill/>
                  <a:ln w="28575">
                    <a:solidFill>
                      <a:schemeClr val="tx1"/>
                    </a:solidFill>
                    <a:round/>
                    <a:headEnd type="none" w="med" len="med"/>
                    <a:tailEnd type="arrow" w="med" len="med"/>
                  </a:ln>
                  <a:extLst>
                    <a:ext uri="{909E8E84-426E-40DD-AFC4-6F175D3DCCD1}">
                      <a14:hiddenFill xmlns:a14="http://schemas.microsoft.com/office/drawing/2010/main">
                        <a:noFill/>
                      </a14:hiddenFill>
                    </a:ext>
                  </a:extLst>
                </p:spPr>
                <p:txBody>
                  <a:bodyPr wrap="none" anchor="ctr"/>
                  <a:lstStyle/>
                  <a:p>
                    <a:endParaRPr lang="en-US"/>
                  </a:p>
                </p:txBody>
              </p:sp>
              <p:cxnSp>
                <p:nvCxnSpPr>
                  <p:cNvPr id="129" name="Straight Arrow Connector 128"/>
                  <p:cNvCxnSpPr>
                    <a:stCxn id="128" idx="0"/>
                  </p:cNvCxnSpPr>
                  <p:nvPr/>
                </p:nvCxnSpPr>
                <p:spPr bwMode="auto">
                  <a:xfrm flipV="1">
                    <a:off x="1676900" y="2090703"/>
                    <a:ext cx="0" cy="2366000"/>
                  </a:xfrm>
                  <a:prstGeom prst="straightConnector1">
                    <a:avLst/>
                  </a:prstGeom>
                  <a:noFill/>
                  <a:ln w="28575" cap="flat" cmpd="sng" algn="ctr">
                    <a:solidFill>
                      <a:schemeClr val="tx1"/>
                    </a:solidFill>
                    <a:prstDash val="solid"/>
                    <a:round/>
                    <a:headEnd type="none" w="med" len="med"/>
                    <a:tailEnd type="arrow"/>
                  </a:ln>
                  <a:effectLst/>
                </p:spPr>
              </p:cxnSp>
            </p:grpSp>
            <p:sp>
              <p:nvSpPr>
                <p:cNvPr id="127" name="Freeform 126"/>
                <p:cNvSpPr/>
                <p:nvPr/>
              </p:nvSpPr>
              <p:spPr>
                <a:xfrm>
                  <a:off x="1985210" y="4824664"/>
                  <a:ext cx="902369" cy="445168"/>
                </a:xfrm>
                <a:custGeom>
                  <a:avLst/>
                  <a:gdLst>
                    <a:gd name="connsiteX0" fmla="*/ 0 w 902369"/>
                    <a:gd name="connsiteY0" fmla="*/ 445168 h 445168"/>
                    <a:gd name="connsiteX1" fmla="*/ 96253 w 902369"/>
                    <a:gd name="connsiteY1" fmla="*/ 156410 h 445168"/>
                    <a:gd name="connsiteX2" fmla="*/ 300790 w 902369"/>
                    <a:gd name="connsiteY2" fmla="*/ 0 h 445168"/>
                    <a:gd name="connsiteX3" fmla="*/ 601579 w 902369"/>
                    <a:gd name="connsiteY3" fmla="*/ 0 h 445168"/>
                    <a:gd name="connsiteX4" fmla="*/ 902369 w 902369"/>
                    <a:gd name="connsiteY4" fmla="*/ 144379 h 445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369" h="445168">
                      <a:moveTo>
                        <a:pt x="0" y="445168"/>
                      </a:moveTo>
                      <a:lnTo>
                        <a:pt x="96253" y="156410"/>
                      </a:lnTo>
                      <a:lnTo>
                        <a:pt x="300790" y="0"/>
                      </a:lnTo>
                      <a:lnTo>
                        <a:pt x="601579" y="0"/>
                      </a:lnTo>
                      <a:lnTo>
                        <a:pt x="902369" y="144379"/>
                      </a:lnTo>
                    </a:path>
                  </a:pathLst>
                </a:custGeom>
                <a:noFill/>
                <a:ln w="28575">
                  <a:solidFill>
                    <a:schemeClr val="tx1"/>
                  </a:solidFill>
                </a:ln>
              </p:spPr>
              <p:txBody>
                <a:bodyPr vert="horz" wrap="none" lIns="91440" tIns="45720" rIns="91440" bIns="45720" numCol="1" rtlCol="0" anchor="ctr" anchorCtr="0" compatLnSpc="1">
                  <a:prstTxWarp prst="textNoShape">
                    <a:avLst/>
                  </a:prstTxWarp>
                </a:bodyPr>
                <a:lstStyle/>
                <a:p>
                  <a:pPr algn="ctr" eaLnBrk="0" fontAlgn="base" hangingPunct="0">
                    <a:spcBef>
                      <a:spcPct val="0"/>
                    </a:spcBef>
                    <a:spcAft>
                      <a:spcPct val="0"/>
                    </a:spcAft>
                    <a:buClrTx/>
                  </a:pPr>
                  <a:endParaRPr lang="en-US" sz="1800" i="1">
                    <a:solidFill>
                      <a:schemeClr val="tx1"/>
                    </a:solidFill>
                    <a:latin typeface="Times New Roman" pitchFamily="18" charset="0"/>
                  </a:endParaRPr>
                </a:p>
              </p:txBody>
            </p:sp>
          </p:grpSp>
          <p:grpSp>
            <p:nvGrpSpPr>
              <p:cNvPr id="116" name="Group 115"/>
              <p:cNvGrpSpPr/>
              <p:nvPr/>
            </p:nvGrpSpPr>
            <p:grpSpPr>
              <a:xfrm>
                <a:off x="1824176" y="1854460"/>
                <a:ext cx="609605" cy="463216"/>
                <a:chOff x="1975701" y="4584032"/>
                <a:chExt cx="1008131" cy="692902"/>
              </a:xfrm>
            </p:grpSpPr>
            <p:grpSp>
              <p:nvGrpSpPr>
                <p:cNvPr id="122" name="Group 121"/>
                <p:cNvGrpSpPr/>
                <p:nvPr/>
              </p:nvGrpSpPr>
              <p:grpSpPr>
                <a:xfrm>
                  <a:off x="1975701" y="4584032"/>
                  <a:ext cx="1008131" cy="692902"/>
                  <a:chOff x="1676900" y="2090703"/>
                  <a:chExt cx="6349500" cy="2366001"/>
                </a:xfrm>
              </p:grpSpPr>
              <p:sp>
                <p:nvSpPr>
                  <p:cNvPr id="124" name="Line 5"/>
                  <p:cNvSpPr>
                    <a:spLocks noChangeShapeType="1"/>
                  </p:cNvSpPr>
                  <p:nvPr/>
                </p:nvSpPr>
                <p:spPr bwMode="auto">
                  <a:xfrm>
                    <a:off x="1676901" y="4456704"/>
                    <a:ext cx="6349499" cy="0"/>
                  </a:xfrm>
                  <a:prstGeom prst="line">
                    <a:avLst/>
                  </a:prstGeom>
                  <a:noFill/>
                  <a:ln w="28575">
                    <a:solidFill>
                      <a:schemeClr val="tx1"/>
                    </a:solidFill>
                    <a:round/>
                    <a:headEnd type="none" w="med" len="med"/>
                    <a:tailEnd type="arrow" w="med" len="med"/>
                  </a:ln>
                  <a:extLst>
                    <a:ext uri="{909E8E84-426E-40DD-AFC4-6F175D3DCCD1}">
                      <a14:hiddenFill xmlns:a14="http://schemas.microsoft.com/office/drawing/2010/main">
                        <a:noFill/>
                      </a14:hiddenFill>
                    </a:ext>
                  </a:extLst>
                </p:spPr>
                <p:txBody>
                  <a:bodyPr wrap="none" anchor="ctr"/>
                  <a:lstStyle/>
                  <a:p>
                    <a:endParaRPr lang="en-US"/>
                  </a:p>
                </p:txBody>
              </p:sp>
              <p:cxnSp>
                <p:nvCxnSpPr>
                  <p:cNvPr id="125" name="Straight Arrow Connector 124"/>
                  <p:cNvCxnSpPr>
                    <a:stCxn id="124" idx="0"/>
                  </p:cNvCxnSpPr>
                  <p:nvPr/>
                </p:nvCxnSpPr>
                <p:spPr bwMode="auto">
                  <a:xfrm flipV="1">
                    <a:off x="1676900" y="2090703"/>
                    <a:ext cx="0" cy="2366000"/>
                  </a:xfrm>
                  <a:prstGeom prst="straightConnector1">
                    <a:avLst/>
                  </a:prstGeom>
                  <a:noFill/>
                  <a:ln w="28575" cap="flat" cmpd="sng" algn="ctr">
                    <a:solidFill>
                      <a:schemeClr val="tx1"/>
                    </a:solidFill>
                    <a:prstDash val="solid"/>
                    <a:round/>
                    <a:headEnd type="none" w="med" len="med"/>
                    <a:tailEnd type="arrow"/>
                  </a:ln>
                  <a:effectLst/>
                </p:spPr>
              </p:cxnSp>
            </p:grpSp>
            <p:sp>
              <p:nvSpPr>
                <p:cNvPr id="123" name="Freeform 122"/>
                <p:cNvSpPr/>
                <p:nvPr/>
              </p:nvSpPr>
              <p:spPr>
                <a:xfrm>
                  <a:off x="1985210" y="4824664"/>
                  <a:ext cx="902369" cy="445168"/>
                </a:xfrm>
                <a:custGeom>
                  <a:avLst/>
                  <a:gdLst>
                    <a:gd name="connsiteX0" fmla="*/ 0 w 902369"/>
                    <a:gd name="connsiteY0" fmla="*/ 445168 h 445168"/>
                    <a:gd name="connsiteX1" fmla="*/ 96253 w 902369"/>
                    <a:gd name="connsiteY1" fmla="*/ 156410 h 445168"/>
                    <a:gd name="connsiteX2" fmla="*/ 300790 w 902369"/>
                    <a:gd name="connsiteY2" fmla="*/ 0 h 445168"/>
                    <a:gd name="connsiteX3" fmla="*/ 601579 w 902369"/>
                    <a:gd name="connsiteY3" fmla="*/ 0 h 445168"/>
                    <a:gd name="connsiteX4" fmla="*/ 902369 w 902369"/>
                    <a:gd name="connsiteY4" fmla="*/ 144379 h 445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369" h="445168">
                      <a:moveTo>
                        <a:pt x="0" y="445168"/>
                      </a:moveTo>
                      <a:lnTo>
                        <a:pt x="96253" y="156410"/>
                      </a:lnTo>
                      <a:lnTo>
                        <a:pt x="300790" y="0"/>
                      </a:lnTo>
                      <a:lnTo>
                        <a:pt x="601579" y="0"/>
                      </a:lnTo>
                      <a:lnTo>
                        <a:pt x="902369" y="144379"/>
                      </a:lnTo>
                    </a:path>
                  </a:pathLst>
                </a:custGeom>
                <a:noFill/>
                <a:ln w="28575">
                  <a:solidFill>
                    <a:schemeClr val="tx1"/>
                  </a:solidFill>
                </a:ln>
              </p:spPr>
              <p:txBody>
                <a:bodyPr vert="horz" wrap="none" lIns="91440" tIns="45720" rIns="91440" bIns="45720" numCol="1" rtlCol="0" anchor="ctr" anchorCtr="0" compatLnSpc="1">
                  <a:prstTxWarp prst="textNoShape">
                    <a:avLst/>
                  </a:prstTxWarp>
                </a:bodyPr>
                <a:lstStyle/>
                <a:p>
                  <a:pPr algn="ctr" eaLnBrk="0" fontAlgn="base" hangingPunct="0">
                    <a:spcBef>
                      <a:spcPct val="0"/>
                    </a:spcBef>
                    <a:spcAft>
                      <a:spcPct val="0"/>
                    </a:spcAft>
                    <a:buClrTx/>
                  </a:pPr>
                  <a:endParaRPr lang="en-US" sz="1800" i="1">
                    <a:solidFill>
                      <a:schemeClr val="tx1"/>
                    </a:solidFill>
                    <a:latin typeface="Times New Roman" pitchFamily="18" charset="0"/>
                  </a:endParaRPr>
                </a:p>
              </p:txBody>
            </p:sp>
          </p:grpSp>
          <p:grpSp>
            <p:nvGrpSpPr>
              <p:cNvPr id="117" name="Group 116"/>
              <p:cNvGrpSpPr/>
              <p:nvPr/>
            </p:nvGrpSpPr>
            <p:grpSpPr>
              <a:xfrm>
                <a:off x="1863407" y="2781763"/>
                <a:ext cx="609605" cy="463216"/>
                <a:chOff x="1975701" y="4584032"/>
                <a:chExt cx="1008131" cy="692902"/>
              </a:xfrm>
            </p:grpSpPr>
            <p:grpSp>
              <p:nvGrpSpPr>
                <p:cNvPr id="118" name="Group 117"/>
                <p:cNvGrpSpPr/>
                <p:nvPr/>
              </p:nvGrpSpPr>
              <p:grpSpPr>
                <a:xfrm>
                  <a:off x="1975701" y="4584032"/>
                  <a:ext cx="1008131" cy="692902"/>
                  <a:chOff x="1676900" y="2090703"/>
                  <a:chExt cx="6349500" cy="2366001"/>
                </a:xfrm>
              </p:grpSpPr>
              <p:sp>
                <p:nvSpPr>
                  <p:cNvPr id="120" name="Line 5"/>
                  <p:cNvSpPr>
                    <a:spLocks noChangeShapeType="1"/>
                  </p:cNvSpPr>
                  <p:nvPr/>
                </p:nvSpPr>
                <p:spPr bwMode="auto">
                  <a:xfrm>
                    <a:off x="1676901" y="4456704"/>
                    <a:ext cx="6349499" cy="0"/>
                  </a:xfrm>
                  <a:prstGeom prst="line">
                    <a:avLst/>
                  </a:prstGeom>
                  <a:noFill/>
                  <a:ln w="28575">
                    <a:solidFill>
                      <a:schemeClr val="tx1"/>
                    </a:solidFill>
                    <a:round/>
                    <a:headEnd type="none" w="med" len="med"/>
                    <a:tailEnd type="arrow" w="med" len="med"/>
                  </a:ln>
                  <a:extLst>
                    <a:ext uri="{909E8E84-426E-40DD-AFC4-6F175D3DCCD1}">
                      <a14:hiddenFill xmlns:a14="http://schemas.microsoft.com/office/drawing/2010/main">
                        <a:noFill/>
                      </a14:hiddenFill>
                    </a:ext>
                  </a:extLst>
                </p:spPr>
                <p:txBody>
                  <a:bodyPr wrap="none" anchor="ctr"/>
                  <a:lstStyle/>
                  <a:p>
                    <a:endParaRPr lang="en-US"/>
                  </a:p>
                </p:txBody>
              </p:sp>
              <p:cxnSp>
                <p:nvCxnSpPr>
                  <p:cNvPr id="121" name="Straight Arrow Connector 120"/>
                  <p:cNvCxnSpPr>
                    <a:stCxn id="120" idx="0"/>
                  </p:cNvCxnSpPr>
                  <p:nvPr/>
                </p:nvCxnSpPr>
                <p:spPr bwMode="auto">
                  <a:xfrm flipV="1">
                    <a:off x="1676900" y="2090703"/>
                    <a:ext cx="0" cy="2366000"/>
                  </a:xfrm>
                  <a:prstGeom prst="straightConnector1">
                    <a:avLst/>
                  </a:prstGeom>
                  <a:noFill/>
                  <a:ln w="28575" cap="flat" cmpd="sng" algn="ctr">
                    <a:solidFill>
                      <a:schemeClr val="tx1"/>
                    </a:solidFill>
                    <a:prstDash val="solid"/>
                    <a:round/>
                    <a:headEnd type="none" w="med" len="med"/>
                    <a:tailEnd type="arrow"/>
                  </a:ln>
                  <a:effectLst/>
                </p:spPr>
              </p:cxnSp>
            </p:grpSp>
            <p:sp>
              <p:nvSpPr>
                <p:cNvPr id="119" name="Freeform 118"/>
                <p:cNvSpPr/>
                <p:nvPr/>
              </p:nvSpPr>
              <p:spPr>
                <a:xfrm>
                  <a:off x="1985210" y="4824664"/>
                  <a:ext cx="902369" cy="445168"/>
                </a:xfrm>
                <a:custGeom>
                  <a:avLst/>
                  <a:gdLst>
                    <a:gd name="connsiteX0" fmla="*/ 0 w 902369"/>
                    <a:gd name="connsiteY0" fmla="*/ 445168 h 445168"/>
                    <a:gd name="connsiteX1" fmla="*/ 96253 w 902369"/>
                    <a:gd name="connsiteY1" fmla="*/ 156410 h 445168"/>
                    <a:gd name="connsiteX2" fmla="*/ 300790 w 902369"/>
                    <a:gd name="connsiteY2" fmla="*/ 0 h 445168"/>
                    <a:gd name="connsiteX3" fmla="*/ 601579 w 902369"/>
                    <a:gd name="connsiteY3" fmla="*/ 0 h 445168"/>
                    <a:gd name="connsiteX4" fmla="*/ 902369 w 902369"/>
                    <a:gd name="connsiteY4" fmla="*/ 144379 h 445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369" h="445168">
                      <a:moveTo>
                        <a:pt x="0" y="445168"/>
                      </a:moveTo>
                      <a:lnTo>
                        <a:pt x="96253" y="156410"/>
                      </a:lnTo>
                      <a:lnTo>
                        <a:pt x="300790" y="0"/>
                      </a:lnTo>
                      <a:lnTo>
                        <a:pt x="601579" y="0"/>
                      </a:lnTo>
                      <a:lnTo>
                        <a:pt x="902369" y="144379"/>
                      </a:lnTo>
                    </a:path>
                  </a:pathLst>
                </a:custGeom>
                <a:noFill/>
                <a:ln w="28575">
                  <a:solidFill>
                    <a:schemeClr val="tx1"/>
                  </a:solidFill>
                </a:ln>
              </p:spPr>
              <p:txBody>
                <a:bodyPr vert="horz" wrap="none" lIns="91440" tIns="45720" rIns="91440" bIns="45720" numCol="1" rtlCol="0" anchor="ctr" anchorCtr="0" compatLnSpc="1">
                  <a:prstTxWarp prst="textNoShape">
                    <a:avLst/>
                  </a:prstTxWarp>
                </a:bodyPr>
                <a:lstStyle/>
                <a:p>
                  <a:pPr algn="ctr" eaLnBrk="0" fontAlgn="base" hangingPunct="0">
                    <a:spcBef>
                      <a:spcPct val="0"/>
                    </a:spcBef>
                    <a:spcAft>
                      <a:spcPct val="0"/>
                    </a:spcAft>
                    <a:buClrTx/>
                  </a:pPr>
                  <a:endParaRPr lang="en-US" sz="1800" i="1">
                    <a:solidFill>
                      <a:schemeClr val="tx1"/>
                    </a:solidFill>
                    <a:latin typeface="Times New Roman" pitchFamily="18" charset="0"/>
                  </a:endParaRPr>
                </a:p>
              </p:txBody>
            </p:sp>
          </p:grpSp>
        </p:grpSp>
      </p:grpSp>
      <p:grpSp>
        <p:nvGrpSpPr>
          <p:cNvPr id="12" name="Group 11"/>
          <p:cNvGrpSpPr/>
          <p:nvPr/>
        </p:nvGrpSpPr>
        <p:grpSpPr>
          <a:xfrm>
            <a:off x="7513913" y="1339850"/>
            <a:ext cx="1565750" cy="5327650"/>
            <a:chOff x="5989913" y="1339850"/>
            <a:chExt cx="1565750" cy="5327650"/>
          </a:xfrm>
        </p:grpSpPr>
        <p:grpSp>
          <p:nvGrpSpPr>
            <p:cNvPr id="4" name="Group 27"/>
            <p:cNvGrpSpPr>
              <a:grpSpLocks/>
            </p:cNvGrpSpPr>
            <p:nvPr/>
          </p:nvGrpSpPr>
          <p:grpSpPr bwMode="auto">
            <a:xfrm>
              <a:off x="5989913" y="1339850"/>
              <a:ext cx="709612" cy="5327650"/>
              <a:chOff x="2389" y="844"/>
              <a:chExt cx="447" cy="3356"/>
            </a:xfrm>
          </p:grpSpPr>
          <p:pic>
            <p:nvPicPr>
              <p:cNvPr id="8216" name="Picture 11"/>
              <p:cNvPicPr>
                <a:picLocks noChangeAspect="1" noChangeArrowheads="1"/>
              </p:cNvPicPr>
              <p:nvPr/>
            </p:nvPicPr>
            <p:blipFill>
              <a:blip r:embed="rId4">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2389" y="1004"/>
                <a:ext cx="447" cy="31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lgn="ctr">
                    <a:solidFill>
                      <a:srgbClr val="000000"/>
                    </a:solidFill>
                    <a:miter lim="800000"/>
                    <a:headEnd/>
                    <a:tailEnd/>
                  </a14:hiddenLine>
                </a:ext>
              </a:extLst>
            </p:spPr>
          </p:pic>
          <p:sp>
            <p:nvSpPr>
              <p:cNvPr id="8217" name="Text Box 18"/>
              <p:cNvSpPr txBox="1">
                <a:spLocks noChangeArrowheads="1"/>
              </p:cNvSpPr>
              <p:nvPr/>
            </p:nvSpPr>
            <p:spPr bwMode="auto">
              <a:xfrm>
                <a:off x="2449" y="844"/>
                <a:ext cx="267"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lgn="ctr">
                    <a:solidFill>
                      <a:srgbClr val="000000"/>
                    </a:solidFill>
                    <a:miter lim="800000"/>
                    <a:headEnd/>
                    <a:tailEnd/>
                  </a14:hiddenLine>
                </a:ext>
              </a:extLst>
            </p:spPr>
            <p:txBody>
              <a:bodyPr wrap="none">
                <a:spAutoFit/>
              </a:bodyPr>
              <a:lstStyle>
                <a:lvl1pPr>
                  <a:defRPr i="1">
                    <a:solidFill>
                      <a:schemeClr val="tx1"/>
                    </a:solidFill>
                    <a:latin typeface="Times New Roman" pitchFamily="18" charset="0"/>
                  </a:defRPr>
                </a:lvl1pPr>
                <a:lvl2pPr marL="742950" indent="-285750">
                  <a:defRPr i="1">
                    <a:solidFill>
                      <a:schemeClr val="tx1"/>
                    </a:solidFill>
                    <a:latin typeface="Times New Roman" pitchFamily="18" charset="0"/>
                  </a:defRPr>
                </a:lvl2pPr>
                <a:lvl3pPr marL="1143000" indent="-228600">
                  <a:defRPr i="1">
                    <a:solidFill>
                      <a:schemeClr val="tx1"/>
                    </a:solidFill>
                    <a:latin typeface="Times New Roman" pitchFamily="18" charset="0"/>
                  </a:defRPr>
                </a:lvl3pPr>
                <a:lvl4pPr marL="1600200" indent="-228600">
                  <a:defRPr i="1">
                    <a:solidFill>
                      <a:schemeClr val="tx1"/>
                    </a:solidFill>
                    <a:latin typeface="Times New Roman" pitchFamily="18" charset="0"/>
                  </a:defRPr>
                </a:lvl4pPr>
                <a:lvl5pPr marL="2057400" indent="-228600">
                  <a:defRPr i="1">
                    <a:solidFill>
                      <a:schemeClr val="tx1"/>
                    </a:solidFill>
                    <a:latin typeface="Times New Roman" pitchFamily="18" charset="0"/>
                  </a:defRPr>
                </a:lvl5pPr>
                <a:lvl6pPr marL="2514600" indent="-228600" algn="ctr" eaLnBrk="0" fontAlgn="base" hangingPunct="0">
                  <a:spcBef>
                    <a:spcPct val="0"/>
                  </a:spcBef>
                  <a:spcAft>
                    <a:spcPct val="0"/>
                  </a:spcAft>
                  <a:defRPr i="1">
                    <a:solidFill>
                      <a:schemeClr val="tx1"/>
                    </a:solidFill>
                    <a:latin typeface="Times New Roman" pitchFamily="18" charset="0"/>
                  </a:defRPr>
                </a:lvl6pPr>
                <a:lvl7pPr marL="2971800" indent="-228600" algn="ctr" eaLnBrk="0" fontAlgn="base" hangingPunct="0">
                  <a:spcBef>
                    <a:spcPct val="0"/>
                  </a:spcBef>
                  <a:spcAft>
                    <a:spcPct val="0"/>
                  </a:spcAft>
                  <a:defRPr i="1">
                    <a:solidFill>
                      <a:schemeClr val="tx1"/>
                    </a:solidFill>
                    <a:latin typeface="Times New Roman" pitchFamily="18" charset="0"/>
                  </a:defRPr>
                </a:lvl7pPr>
                <a:lvl8pPr marL="3429000" indent="-228600" algn="ctr" eaLnBrk="0" fontAlgn="base" hangingPunct="0">
                  <a:spcBef>
                    <a:spcPct val="0"/>
                  </a:spcBef>
                  <a:spcAft>
                    <a:spcPct val="0"/>
                  </a:spcAft>
                  <a:defRPr i="1">
                    <a:solidFill>
                      <a:schemeClr val="tx1"/>
                    </a:solidFill>
                    <a:latin typeface="Times New Roman" pitchFamily="18" charset="0"/>
                  </a:defRPr>
                </a:lvl8pPr>
                <a:lvl9pPr marL="3886200" indent="-228600" algn="ctr" eaLnBrk="0" fontAlgn="base" hangingPunct="0">
                  <a:spcBef>
                    <a:spcPct val="0"/>
                  </a:spcBef>
                  <a:spcAft>
                    <a:spcPct val="0"/>
                  </a:spcAft>
                  <a:defRPr i="1">
                    <a:solidFill>
                      <a:schemeClr val="tx1"/>
                    </a:solidFill>
                    <a:latin typeface="Times New Roman" pitchFamily="18" charset="0"/>
                  </a:defRPr>
                </a:lvl9pPr>
              </a:lstStyle>
              <a:p>
                <a:r>
                  <a:rPr lang="en-US" b="1" i="0" dirty="0"/>
                  <a:t>:20</a:t>
                </a:r>
              </a:p>
            </p:txBody>
          </p:sp>
        </p:grpSp>
        <p:grpSp>
          <p:nvGrpSpPr>
            <p:cNvPr id="138" name="Group 137"/>
            <p:cNvGrpSpPr/>
            <p:nvPr/>
          </p:nvGrpSpPr>
          <p:grpSpPr>
            <a:xfrm>
              <a:off x="6880593" y="1854444"/>
              <a:ext cx="675070" cy="4560799"/>
              <a:chOff x="1824176" y="1854460"/>
              <a:chExt cx="675070" cy="4560799"/>
            </a:xfrm>
          </p:grpSpPr>
          <p:grpSp>
            <p:nvGrpSpPr>
              <p:cNvPr id="139" name="Group 138"/>
              <p:cNvGrpSpPr/>
              <p:nvPr/>
            </p:nvGrpSpPr>
            <p:grpSpPr>
              <a:xfrm>
                <a:off x="1889641" y="5952043"/>
                <a:ext cx="609605" cy="463216"/>
                <a:chOff x="1975701" y="4584032"/>
                <a:chExt cx="1008131" cy="692902"/>
              </a:xfrm>
            </p:grpSpPr>
            <p:grpSp>
              <p:nvGrpSpPr>
                <p:cNvPr id="160" name="Group 159"/>
                <p:cNvGrpSpPr/>
                <p:nvPr/>
              </p:nvGrpSpPr>
              <p:grpSpPr>
                <a:xfrm>
                  <a:off x="1975701" y="4584032"/>
                  <a:ext cx="1008131" cy="692902"/>
                  <a:chOff x="1676900" y="2090703"/>
                  <a:chExt cx="6349500" cy="2366001"/>
                </a:xfrm>
              </p:grpSpPr>
              <p:sp>
                <p:nvSpPr>
                  <p:cNvPr id="162" name="Line 5"/>
                  <p:cNvSpPr>
                    <a:spLocks noChangeShapeType="1"/>
                  </p:cNvSpPr>
                  <p:nvPr/>
                </p:nvSpPr>
                <p:spPr bwMode="auto">
                  <a:xfrm>
                    <a:off x="1676901" y="4456704"/>
                    <a:ext cx="6349499" cy="0"/>
                  </a:xfrm>
                  <a:prstGeom prst="line">
                    <a:avLst/>
                  </a:prstGeom>
                  <a:noFill/>
                  <a:ln w="28575">
                    <a:solidFill>
                      <a:schemeClr val="tx1"/>
                    </a:solidFill>
                    <a:round/>
                    <a:headEnd type="none" w="med" len="med"/>
                    <a:tailEnd type="arrow" w="med" len="med"/>
                  </a:ln>
                  <a:extLst>
                    <a:ext uri="{909E8E84-426E-40DD-AFC4-6F175D3DCCD1}">
                      <a14:hiddenFill xmlns:a14="http://schemas.microsoft.com/office/drawing/2010/main">
                        <a:noFill/>
                      </a14:hiddenFill>
                    </a:ext>
                  </a:extLst>
                </p:spPr>
                <p:txBody>
                  <a:bodyPr wrap="none" anchor="ctr"/>
                  <a:lstStyle/>
                  <a:p>
                    <a:endParaRPr lang="en-US"/>
                  </a:p>
                </p:txBody>
              </p:sp>
              <p:cxnSp>
                <p:nvCxnSpPr>
                  <p:cNvPr id="163" name="Straight Arrow Connector 162"/>
                  <p:cNvCxnSpPr>
                    <a:stCxn id="162" idx="0"/>
                  </p:cNvCxnSpPr>
                  <p:nvPr/>
                </p:nvCxnSpPr>
                <p:spPr bwMode="auto">
                  <a:xfrm flipV="1">
                    <a:off x="1676900" y="2090703"/>
                    <a:ext cx="0" cy="2366000"/>
                  </a:xfrm>
                  <a:prstGeom prst="straightConnector1">
                    <a:avLst/>
                  </a:prstGeom>
                  <a:noFill/>
                  <a:ln w="28575" cap="flat" cmpd="sng" algn="ctr">
                    <a:solidFill>
                      <a:schemeClr val="tx1"/>
                    </a:solidFill>
                    <a:prstDash val="solid"/>
                    <a:round/>
                    <a:headEnd type="none" w="med" len="med"/>
                    <a:tailEnd type="arrow"/>
                  </a:ln>
                  <a:effectLst/>
                </p:spPr>
              </p:cxnSp>
            </p:grpSp>
            <p:sp>
              <p:nvSpPr>
                <p:cNvPr id="161" name="Freeform 160"/>
                <p:cNvSpPr/>
                <p:nvPr/>
              </p:nvSpPr>
              <p:spPr>
                <a:xfrm>
                  <a:off x="1985210" y="4824664"/>
                  <a:ext cx="902369" cy="445168"/>
                </a:xfrm>
                <a:custGeom>
                  <a:avLst/>
                  <a:gdLst>
                    <a:gd name="connsiteX0" fmla="*/ 0 w 902369"/>
                    <a:gd name="connsiteY0" fmla="*/ 445168 h 445168"/>
                    <a:gd name="connsiteX1" fmla="*/ 96253 w 902369"/>
                    <a:gd name="connsiteY1" fmla="*/ 156410 h 445168"/>
                    <a:gd name="connsiteX2" fmla="*/ 300790 w 902369"/>
                    <a:gd name="connsiteY2" fmla="*/ 0 h 445168"/>
                    <a:gd name="connsiteX3" fmla="*/ 601579 w 902369"/>
                    <a:gd name="connsiteY3" fmla="*/ 0 h 445168"/>
                    <a:gd name="connsiteX4" fmla="*/ 902369 w 902369"/>
                    <a:gd name="connsiteY4" fmla="*/ 144379 h 445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369" h="445168">
                      <a:moveTo>
                        <a:pt x="0" y="445168"/>
                      </a:moveTo>
                      <a:lnTo>
                        <a:pt x="96253" y="156410"/>
                      </a:lnTo>
                      <a:lnTo>
                        <a:pt x="300790" y="0"/>
                      </a:lnTo>
                      <a:lnTo>
                        <a:pt x="601579" y="0"/>
                      </a:lnTo>
                      <a:lnTo>
                        <a:pt x="902369" y="144379"/>
                      </a:lnTo>
                    </a:path>
                  </a:pathLst>
                </a:custGeom>
                <a:noFill/>
                <a:ln w="28575">
                  <a:solidFill>
                    <a:schemeClr val="tx1"/>
                  </a:solidFill>
                </a:ln>
              </p:spPr>
              <p:txBody>
                <a:bodyPr vert="horz" wrap="none" lIns="91440" tIns="45720" rIns="91440" bIns="45720" numCol="1" rtlCol="0" anchor="ctr" anchorCtr="0" compatLnSpc="1">
                  <a:prstTxWarp prst="textNoShape">
                    <a:avLst/>
                  </a:prstTxWarp>
                </a:bodyPr>
                <a:lstStyle/>
                <a:p>
                  <a:pPr algn="ctr" eaLnBrk="0" fontAlgn="base" hangingPunct="0">
                    <a:spcBef>
                      <a:spcPct val="0"/>
                    </a:spcBef>
                    <a:spcAft>
                      <a:spcPct val="0"/>
                    </a:spcAft>
                    <a:buClrTx/>
                  </a:pPr>
                  <a:endParaRPr lang="en-US" sz="1800" i="1">
                    <a:solidFill>
                      <a:schemeClr val="tx1"/>
                    </a:solidFill>
                    <a:latin typeface="Times New Roman" pitchFamily="18" charset="0"/>
                  </a:endParaRPr>
                </a:p>
              </p:txBody>
            </p:sp>
          </p:grpSp>
          <p:grpSp>
            <p:nvGrpSpPr>
              <p:cNvPr id="140" name="Group 139"/>
              <p:cNvGrpSpPr/>
              <p:nvPr/>
            </p:nvGrpSpPr>
            <p:grpSpPr>
              <a:xfrm>
                <a:off x="1880609" y="5212810"/>
                <a:ext cx="609605" cy="463216"/>
                <a:chOff x="1975701" y="4584032"/>
                <a:chExt cx="1008131" cy="692902"/>
              </a:xfrm>
            </p:grpSpPr>
            <p:grpSp>
              <p:nvGrpSpPr>
                <p:cNvPr id="156" name="Group 155"/>
                <p:cNvGrpSpPr/>
                <p:nvPr/>
              </p:nvGrpSpPr>
              <p:grpSpPr>
                <a:xfrm>
                  <a:off x="1975701" y="4584032"/>
                  <a:ext cx="1008131" cy="692902"/>
                  <a:chOff x="1676900" y="2090703"/>
                  <a:chExt cx="6349500" cy="2366001"/>
                </a:xfrm>
              </p:grpSpPr>
              <p:sp>
                <p:nvSpPr>
                  <p:cNvPr id="158" name="Line 5"/>
                  <p:cNvSpPr>
                    <a:spLocks noChangeShapeType="1"/>
                  </p:cNvSpPr>
                  <p:nvPr/>
                </p:nvSpPr>
                <p:spPr bwMode="auto">
                  <a:xfrm>
                    <a:off x="1676901" y="4456704"/>
                    <a:ext cx="6349499" cy="0"/>
                  </a:xfrm>
                  <a:prstGeom prst="line">
                    <a:avLst/>
                  </a:prstGeom>
                  <a:noFill/>
                  <a:ln w="28575">
                    <a:solidFill>
                      <a:schemeClr val="tx1"/>
                    </a:solidFill>
                    <a:round/>
                    <a:headEnd type="none" w="med" len="med"/>
                    <a:tailEnd type="arrow" w="med" len="med"/>
                  </a:ln>
                  <a:extLst>
                    <a:ext uri="{909E8E84-426E-40DD-AFC4-6F175D3DCCD1}">
                      <a14:hiddenFill xmlns:a14="http://schemas.microsoft.com/office/drawing/2010/main">
                        <a:noFill/>
                      </a14:hiddenFill>
                    </a:ext>
                  </a:extLst>
                </p:spPr>
                <p:txBody>
                  <a:bodyPr wrap="none" anchor="ctr"/>
                  <a:lstStyle/>
                  <a:p>
                    <a:endParaRPr lang="en-US"/>
                  </a:p>
                </p:txBody>
              </p:sp>
              <p:cxnSp>
                <p:nvCxnSpPr>
                  <p:cNvPr id="159" name="Straight Arrow Connector 158"/>
                  <p:cNvCxnSpPr>
                    <a:stCxn id="158" idx="0"/>
                  </p:cNvCxnSpPr>
                  <p:nvPr/>
                </p:nvCxnSpPr>
                <p:spPr bwMode="auto">
                  <a:xfrm flipV="1">
                    <a:off x="1676900" y="2090703"/>
                    <a:ext cx="0" cy="2366000"/>
                  </a:xfrm>
                  <a:prstGeom prst="straightConnector1">
                    <a:avLst/>
                  </a:prstGeom>
                  <a:noFill/>
                  <a:ln w="28575" cap="flat" cmpd="sng" algn="ctr">
                    <a:solidFill>
                      <a:schemeClr val="tx1"/>
                    </a:solidFill>
                    <a:prstDash val="solid"/>
                    <a:round/>
                    <a:headEnd type="none" w="med" len="med"/>
                    <a:tailEnd type="arrow"/>
                  </a:ln>
                  <a:effectLst/>
                </p:spPr>
              </p:cxnSp>
            </p:grpSp>
            <p:sp>
              <p:nvSpPr>
                <p:cNvPr id="157" name="Freeform 156"/>
                <p:cNvSpPr/>
                <p:nvPr/>
              </p:nvSpPr>
              <p:spPr>
                <a:xfrm>
                  <a:off x="1985210" y="4824664"/>
                  <a:ext cx="902369" cy="445168"/>
                </a:xfrm>
                <a:custGeom>
                  <a:avLst/>
                  <a:gdLst>
                    <a:gd name="connsiteX0" fmla="*/ 0 w 902369"/>
                    <a:gd name="connsiteY0" fmla="*/ 445168 h 445168"/>
                    <a:gd name="connsiteX1" fmla="*/ 96253 w 902369"/>
                    <a:gd name="connsiteY1" fmla="*/ 156410 h 445168"/>
                    <a:gd name="connsiteX2" fmla="*/ 300790 w 902369"/>
                    <a:gd name="connsiteY2" fmla="*/ 0 h 445168"/>
                    <a:gd name="connsiteX3" fmla="*/ 601579 w 902369"/>
                    <a:gd name="connsiteY3" fmla="*/ 0 h 445168"/>
                    <a:gd name="connsiteX4" fmla="*/ 902369 w 902369"/>
                    <a:gd name="connsiteY4" fmla="*/ 144379 h 445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369" h="445168">
                      <a:moveTo>
                        <a:pt x="0" y="445168"/>
                      </a:moveTo>
                      <a:lnTo>
                        <a:pt x="96253" y="156410"/>
                      </a:lnTo>
                      <a:lnTo>
                        <a:pt x="300790" y="0"/>
                      </a:lnTo>
                      <a:lnTo>
                        <a:pt x="601579" y="0"/>
                      </a:lnTo>
                      <a:lnTo>
                        <a:pt x="902369" y="144379"/>
                      </a:lnTo>
                    </a:path>
                  </a:pathLst>
                </a:custGeom>
                <a:noFill/>
                <a:ln w="28575">
                  <a:solidFill>
                    <a:schemeClr val="tx1"/>
                  </a:solidFill>
                </a:ln>
              </p:spPr>
              <p:txBody>
                <a:bodyPr vert="horz" wrap="none" lIns="91440" tIns="45720" rIns="91440" bIns="45720" numCol="1" rtlCol="0" anchor="ctr" anchorCtr="0" compatLnSpc="1">
                  <a:prstTxWarp prst="textNoShape">
                    <a:avLst/>
                  </a:prstTxWarp>
                </a:bodyPr>
                <a:lstStyle/>
                <a:p>
                  <a:pPr algn="ctr" eaLnBrk="0" fontAlgn="base" hangingPunct="0">
                    <a:spcBef>
                      <a:spcPct val="0"/>
                    </a:spcBef>
                    <a:spcAft>
                      <a:spcPct val="0"/>
                    </a:spcAft>
                    <a:buClrTx/>
                  </a:pPr>
                  <a:endParaRPr lang="en-US" sz="1800" i="1">
                    <a:solidFill>
                      <a:schemeClr val="tx1"/>
                    </a:solidFill>
                    <a:latin typeface="Times New Roman" pitchFamily="18" charset="0"/>
                  </a:endParaRPr>
                </a:p>
              </p:txBody>
            </p:sp>
          </p:grpSp>
          <p:grpSp>
            <p:nvGrpSpPr>
              <p:cNvPr id="141" name="Group 140"/>
              <p:cNvGrpSpPr/>
              <p:nvPr/>
            </p:nvGrpSpPr>
            <p:grpSpPr>
              <a:xfrm>
                <a:off x="1872008" y="4356564"/>
                <a:ext cx="609605" cy="463216"/>
                <a:chOff x="1975701" y="4584032"/>
                <a:chExt cx="1008131" cy="692902"/>
              </a:xfrm>
            </p:grpSpPr>
            <p:grpSp>
              <p:nvGrpSpPr>
                <p:cNvPr id="152" name="Group 151"/>
                <p:cNvGrpSpPr/>
                <p:nvPr/>
              </p:nvGrpSpPr>
              <p:grpSpPr>
                <a:xfrm>
                  <a:off x="1975701" y="4584032"/>
                  <a:ext cx="1008131" cy="692902"/>
                  <a:chOff x="1676900" y="2090703"/>
                  <a:chExt cx="6349500" cy="2366001"/>
                </a:xfrm>
              </p:grpSpPr>
              <p:sp>
                <p:nvSpPr>
                  <p:cNvPr id="154" name="Line 5"/>
                  <p:cNvSpPr>
                    <a:spLocks noChangeShapeType="1"/>
                  </p:cNvSpPr>
                  <p:nvPr/>
                </p:nvSpPr>
                <p:spPr bwMode="auto">
                  <a:xfrm>
                    <a:off x="1676901" y="4456704"/>
                    <a:ext cx="6349499" cy="0"/>
                  </a:xfrm>
                  <a:prstGeom prst="line">
                    <a:avLst/>
                  </a:prstGeom>
                  <a:noFill/>
                  <a:ln w="28575">
                    <a:solidFill>
                      <a:schemeClr val="tx1"/>
                    </a:solidFill>
                    <a:round/>
                    <a:headEnd type="none" w="med" len="med"/>
                    <a:tailEnd type="arrow" w="med" len="med"/>
                  </a:ln>
                  <a:extLst>
                    <a:ext uri="{909E8E84-426E-40DD-AFC4-6F175D3DCCD1}">
                      <a14:hiddenFill xmlns:a14="http://schemas.microsoft.com/office/drawing/2010/main">
                        <a:noFill/>
                      </a14:hiddenFill>
                    </a:ext>
                  </a:extLst>
                </p:spPr>
                <p:txBody>
                  <a:bodyPr wrap="none" anchor="ctr"/>
                  <a:lstStyle/>
                  <a:p>
                    <a:endParaRPr lang="en-US"/>
                  </a:p>
                </p:txBody>
              </p:sp>
              <p:cxnSp>
                <p:nvCxnSpPr>
                  <p:cNvPr id="155" name="Straight Arrow Connector 154"/>
                  <p:cNvCxnSpPr>
                    <a:stCxn id="154" idx="0"/>
                  </p:cNvCxnSpPr>
                  <p:nvPr/>
                </p:nvCxnSpPr>
                <p:spPr bwMode="auto">
                  <a:xfrm flipV="1">
                    <a:off x="1676900" y="2090703"/>
                    <a:ext cx="0" cy="2366000"/>
                  </a:xfrm>
                  <a:prstGeom prst="straightConnector1">
                    <a:avLst/>
                  </a:prstGeom>
                  <a:noFill/>
                  <a:ln w="28575" cap="flat" cmpd="sng" algn="ctr">
                    <a:solidFill>
                      <a:schemeClr val="tx1"/>
                    </a:solidFill>
                    <a:prstDash val="solid"/>
                    <a:round/>
                    <a:headEnd type="none" w="med" len="med"/>
                    <a:tailEnd type="arrow"/>
                  </a:ln>
                  <a:effectLst/>
                </p:spPr>
              </p:cxnSp>
            </p:grpSp>
            <p:sp>
              <p:nvSpPr>
                <p:cNvPr id="153" name="Freeform 152"/>
                <p:cNvSpPr/>
                <p:nvPr/>
              </p:nvSpPr>
              <p:spPr>
                <a:xfrm>
                  <a:off x="1985210" y="4824664"/>
                  <a:ext cx="902369" cy="445168"/>
                </a:xfrm>
                <a:custGeom>
                  <a:avLst/>
                  <a:gdLst>
                    <a:gd name="connsiteX0" fmla="*/ 0 w 902369"/>
                    <a:gd name="connsiteY0" fmla="*/ 445168 h 445168"/>
                    <a:gd name="connsiteX1" fmla="*/ 96253 w 902369"/>
                    <a:gd name="connsiteY1" fmla="*/ 156410 h 445168"/>
                    <a:gd name="connsiteX2" fmla="*/ 300790 w 902369"/>
                    <a:gd name="connsiteY2" fmla="*/ 0 h 445168"/>
                    <a:gd name="connsiteX3" fmla="*/ 601579 w 902369"/>
                    <a:gd name="connsiteY3" fmla="*/ 0 h 445168"/>
                    <a:gd name="connsiteX4" fmla="*/ 902369 w 902369"/>
                    <a:gd name="connsiteY4" fmla="*/ 144379 h 445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369" h="445168">
                      <a:moveTo>
                        <a:pt x="0" y="445168"/>
                      </a:moveTo>
                      <a:lnTo>
                        <a:pt x="96253" y="156410"/>
                      </a:lnTo>
                      <a:lnTo>
                        <a:pt x="300790" y="0"/>
                      </a:lnTo>
                      <a:lnTo>
                        <a:pt x="601579" y="0"/>
                      </a:lnTo>
                      <a:lnTo>
                        <a:pt x="902369" y="144379"/>
                      </a:lnTo>
                    </a:path>
                  </a:pathLst>
                </a:custGeom>
                <a:noFill/>
                <a:ln w="28575">
                  <a:solidFill>
                    <a:schemeClr val="tx1"/>
                  </a:solidFill>
                </a:ln>
              </p:spPr>
              <p:txBody>
                <a:bodyPr vert="horz" wrap="none" lIns="91440" tIns="45720" rIns="91440" bIns="45720" numCol="1" rtlCol="0" anchor="ctr" anchorCtr="0" compatLnSpc="1">
                  <a:prstTxWarp prst="textNoShape">
                    <a:avLst/>
                  </a:prstTxWarp>
                </a:bodyPr>
                <a:lstStyle/>
                <a:p>
                  <a:pPr algn="ctr" eaLnBrk="0" fontAlgn="base" hangingPunct="0">
                    <a:spcBef>
                      <a:spcPct val="0"/>
                    </a:spcBef>
                    <a:spcAft>
                      <a:spcPct val="0"/>
                    </a:spcAft>
                    <a:buClrTx/>
                  </a:pPr>
                  <a:endParaRPr lang="en-US" sz="1800" i="1">
                    <a:solidFill>
                      <a:schemeClr val="tx1"/>
                    </a:solidFill>
                    <a:latin typeface="Times New Roman" pitchFamily="18" charset="0"/>
                  </a:endParaRPr>
                </a:p>
              </p:txBody>
            </p:sp>
          </p:grpSp>
          <p:grpSp>
            <p:nvGrpSpPr>
              <p:cNvPr id="142" name="Group 141"/>
              <p:cNvGrpSpPr/>
              <p:nvPr/>
            </p:nvGrpSpPr>
            <p:grpSpPr>
              <a:xfrm>
                <a:off x="1824176" y="1854460"/>
                <a:ext cx="609605" cy="463216"/>
                <a:chOff x="1975701" y="4584032"/>
                <a:chExt cx="1008131" cy="692902"/>
              </a:xfrm>
            </p:grpSpPr>
            <p:grpSp>
              <p:nvGrpSpPr>
                <p:cNvPr id="148" name="Group 147"/>
                <p:cNvGrpSpPr/>
                <p:nvPr/>
              </p:nvGrpSpPr>
              <p:grpSpPr>
                <a:xfrm>
                  <a:off x="1975701" y="4584032"/>
                  <a:ext cx="1008131" cy="692902"/>
                  <a:chOff x="1676900" y="2090703"/>
                  <a:chExt cx="6349500" cy="2366001"/>
                </a:xfrm>
              </p:grpSpPr>
              <p:sp>
                <p:nvSpPr>
                  <p:cNvPr id="150" name="Line 5"/>
                  <p:cNvSpPr>
                    <a:spLocks noChangeShapeType="1"/>
                  </p:cNvSpPr>
                  <p:nvPr/>
                </p:nvSpPr>
                <p:spPr bwMode="auto">
                  <a:xfrm>
                    <a:off x="1676901" y="4456704"/>
                    <a:ext cx="6349499" cy="0"/>
                  </a:xfrm>
                  <a:prstGeom prst="line">
                    <a:avLst/>
                  </a:prstGeom>
                  <a:noFill/>
                  <a:ln w="28575">
                    <a:solidFill>
                      <a:schemeClr val="tx1"/>
                    </a:solidFill>
                    <a:round/>
                    <a:headEnd type="none" w="med" len="med"/>
                    <a:tailEnd type="arrow" w="med" len="med"/>
                  </a:ln>
                  <a:extLst>
                    <a:ext uri="{909E8E84-426E-40DD-AFC4-6F175D3DCCD1}">
                      <a14:hiddenFill xmlns:a14="http://schemas.microsoft.com/office/drawing/2010/main">
                        <a:noFill/>
                      </a14:hiddenFill>
                    </a:ext>
                  </a:extLst>
                </p:spPr>
                <p:txBody>
                  <a:bodyPr wrap="none" anchor="ctr"/>
                  <a:lstStyle/>
                  <a:p>
                    <a:endParaRPr lang="en-US"/>
                  </a:p>
                </p:txBody>
              </p:sp>
              <p:cxnSp>
                <p:nvCxnSpPr>
                  <p:cNvPr id="151" name="Straight Arrow Connector 150"/>
                  <p:cNvCxnSpPr>
                    <a:stCxn id="150" idx="0"/>
                  </p:cNvCxnSpPr>
                  <p:nvPr/>
                </p:nvCxnSpPr>
                <p:spPr bwMode="auto">
                  <a:xfrm flipV="1">
                    <a:off x="1676900" y="2090703"/>
                    <a:ext cx="0" cy="2366000"/>
                  </a:xfrm>
                  <a:prstGeom prst="straightConnector1">
                    <a:avLst/>
                  </a:prstGeom>
                  <a:noFill/>
                  <a:ln w="28575" cap="flat" cmpd="sng" algn="ctr">
                    <a:solidFill>
                      <a:schemeClr val="tx1"/>
                    </a:solidFill>
                    <a:prstDash val="solid"/>
                    <a:round/>
                    <a:headEnd type="none" w="med" len="med"/>
                    <a:tailEnd type="arrow"/>
                  </a:ln>
                  <a:effectLst/>
                </p:spPr>
              </p:cxnSp>
            </p:grpSp>
            <p:sp>
              <p:nvSpPr>
                <p:cNvPr id="149" name="Freeform 148"/>
                <p:cNvSpPr/>
                <p:nvPr/>
              </p:nvSpPr>
              <p:spPr>
                <a:xfrm>
                  <a:off x="1985210" y="4824664"/>
                  <a:ext cx="902369" cy="445168"/>
                </a:xfrm>
                <a:custGeom>
                  <a:avLst/>
                  <a:gdLst>
                    <a:gd name="connsiteX0" fmla="*/ 0 w 902369"/>
                    <a:gd name="connsiteY0" fmla="*/ 445168 h 445168"/>
                    <a:gd name="connsiteX1" fmla="*/ 96253 w 902369"/>
                    <a:gd name="connsiteY1" fmla="*/ 156410 h 445168"/>
                    <a:gd name="connsiteX2" fmla="*/ 300790 w 902369"/>
                    <a:gd name="connsiteY2" fmla="*/ 0 h 445168"/>
                    <a:gd name="connsiteX3" fmla="*/ 601579 w 902369"/>
                    <a:gd name="connsiteY3" fmla="*/ 0 h 445168"/>
                    <a:gd name="connsiteX4" fmla="*/ 902369 w 902369"/>
                    <a:gd name="connsiteY4" fmla="*/ 144379 h 445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369" h="445168">
                      <a:moveTo>
                        <a:pt x="0" y="445168"/>
                      </a:moveTo>
                      <a:lnTo>
                        <a:pt x="96253" y="156410"/>
                      </a:lnTo>
                      <a:lnTo>
                        <a:pt x="300790" y="0"/>
                      </a:lnTo>
                      <a:lnTo>
                        <a:pt x="601579" y="0"/>
                      </a:lnTo>
                      <a:lnTo>
                        <a:pt x="902369" y="144379"/>
                      </a:lnTo>
                    </a:path>
                  </a:pathLst>
                </a:custGeom>
                <a:noFill/>
                <a:ln w="28575">
                  <a:solidFill>
                    <a:schemeClr val="tx1"/>
                  </a:solidFill>
                </a:ln>
              </p:spPr>
              <p:txBody>
                <a:bodyPr vert="horz" wrap="none" lIns="91440" tIns="45720" rIns="91440" bIns="45720" numCol="1" rtlCol="0" anchor="ctr" anchorCtr="0" compatLnSpc="1">
                  <a:prstTxWarp prst="textNoShape">
                    <a:avLst/>
                  </a:prstTxWarp>
                </a:bodyPr>
                <a:lstStyle/>
                <a:p>
                  <a:pPr algn="ctr" eaLnBrk="0" fontAlgn="base" hangingPunct="0">
                    <a:spcBef>
                      <a:spcPct val="0"/>
                    </a:spcBef>
                    <a:spcAft>
                      <a:spcPct val="0"/>
                    </a:spcAft>
                    <a:buClrTx/>
                  </a:pPr>
                  <a:endParaRPr lang="en-US" sz="1800" i="1">
                    <a:solidFill>
                      <a:schemeClr val="tx1"/>
                    </a:solidFill>
                    <a:latin typeface="Times New Roman" pitchFamily="18" charset="0"/>
                  </a:endParaRPr>
                </a:p>
              </p:txBody>
            </p:sp>
          </p:grpSp>
          <p:grpSp>
            <p:nvGrpSpPr>
              <p:cNvPr id="143" name="Group 142"/>
              <p:cNvGrpSpPr/>
              <p:nvPr/>
            </p:nvGrpSpPr>
            <p:grpSpPr>
              <a:xfrm>
                <a:off x="1863407" y="2781763"/>
                <a:ext cx="609605" cy="463216"/>
                <a:chOff x="1975701" y="4584032"/>
                <a:chExt cx="1008131" cy="692902"/>
              </a:xfrm>
            </p:grpSpPr>
            <p:grpSp>
              <p:nvGrpSpPr>
                <p:cNvPr id="144" name="Group 143"/>
                <p:cNvGrpSpPr/>
                <p:nvPr/>
              </p:nvGrpSpPr>
              <p:grpSpPr>
                <a:xfrm>
                  <a:off x="1975701" y="4584032"/>
                  <a:ext cx="1008131" cy="692902"/>
                  <a:chOff x="1676900" y="2090703"/>
                  <a:chExt cx="6349500" cy="2366001"/>
                </a:xfrm>
              </p:grpSpPr>
              <p:sp>
                <p:nvSpPr>
                  <p:cNvPr id="146" name="Line 5"/>
                  <p:cNvSpPr>
                    <a:spLocks noChangeShapeType="1"/>
                  </p:cNvSpPr>
                  <p:nvPr/>
                </p:nvSpPr>
                <p:spPr bwMode="auto">
                  <a:xfrm>
                    <a:off x="1676901" y="4456704"/>
                    <a:ext cx="6349499" cy="0"/>
                  </a:xfrm>
                  <a:prstGeom prst="line">
                    <a:avLst/>
                  </a:prstGeom>
                  <a:noFill/>
                  <a:ln w="28575">
                    <a:solidFill>
                      <a:schemeClr val="tx1"/>
                    </a:solidFill>
                    <a:round/>
                    <a:headEnd type="none" w="med" len="med"/>
                    <a:tailEnd type="arrow" w="med" len="med"/>
                  </a:ln>
                  <a:extLst>
                    <a:ext uri="{909E8E84-426E-40DD-AFC4-6F175D3DCCD1}">
                      <a14:hiddenFill xmlns:a14="http://schemas.microsoft.com/office/drawing/2010/main">
                        <a:noFill/>
                      </a14:hiddenFill>
                    </a:ext>
                  </a:extLst>
                </p:spPr>
                <p:txBody>
                  <a:bodyPr wrap="none" anchor="ctr"/>
                  <a:lstStyle/>
                  <a:p>
                    <a:endParaRPr lang="en-US"/>
                  </a:p>
                </p:txBody>
              </p:sp>
              <p:cxnSp>
                <p:nvCxnSpPr>
                  <p:cNvPr id="147" name="Straight Arrow Connector 146"/>
                  <p:cNvCxnSpPr>
                    <a:stCxn id="146" idx="0"/>
                  </p:cNvCxnSpPr>
                  <p:nvPr/>
                </p:nvCxnSpPr>
                <p:spPr bwMode="auto">
                  <a:xfrm flipV="1">
                    <a:off x="1676900" y="2090703"/>
                    <a:ext cx="0" cy="2366000"/>
                  </a:xfrm>
                  <a:prstGeom prst="straightConnector1">
                    <a:avLst/>
                  </a:prstGeom>
                  <a:noFill/>
                  <a:ln w="28575" cap="flat" cmpd="sng" algn="ctr">
                    <a:solidFill>
                      <a:schemeClr val="tx1"/>
                    </a:solidFill>
                    <a:prstDash val="solid"/>
                    <a:round/>
                    <a:headEnd type="none" w="med" len="med"/>
                    <a:tailEnd type="arrow"/>
                  </a:ln>
                  <a:effectLst/>
                </p:spPr>
              </p:cxnSp>
            </p:grpSp>
            <p:sp>
              <p:nvSpPr>
                <p:cNvPr id="145" name="Freeform 144"/>
                <p:cNvSpPr/>
                <p:nvPr/>
              </p:nvSpPr>
              <p:spPr>
                <a:xfrm>
                  <a:off x="1985210" y="4824664"/>
                  <a:ext cx="902369" cy="445168"/>
                </a:xfrm>
                <a:custGeom>
                  <a:avLst/>
                  <a:gdLst>
                    <a:gd name="connsiteX0" fmla="*/ 0 w 902369"/>
                    <a:gd name="connsiteY0" fmla="*/ 445168 h 445168"/>
                    <a:gd name="connsiteX1" fmla="*/ 96253 w 902369"/>
                    <a:gd name="connsiteY1" fmla="*/ 156410 h 445168"/>
                    <a:gd name="connsiteX2" fmla="*/ 300790 w 902369"/>
                    <a:gd name="connsiteY2" fmla="*/ 0 h 445168"/>
                    <a:gd name="connsiteX3" fmla="*/ 601579 w 902369"/>
                    <a:gd name="connsiteY3" fmla="*/ 0 h 445168"/>
                    <a:gd name="connsiteX4" fmla="*/ 902369 w 902369"/>
                    <a:gd name="connsiteY4" fmla="*/ 144379 h 445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369" h="445168">
                      <a:moveTo>
                        <a:pt x="0" y="445168"/>
                      </a:moveTo>
                      <a:lnTo>
                        <a:pt x="96253" y="156410"/>
                      </a:lnTo>
                      <a:lnTo>
                        <a:pt x="300790" y="0"/>
                      </a:lnTo>
                      <a:lnTo>
                        <a:pt x="601579" y="0"/>
                      </a:lnTo>
                      <a:lnTo>
                        <a:pt x="902369" y="144379"/>
                      </a:lnTo>
                    </a:path>
                  </a:pathLst>
                </a:custGeom>
                <a:noFill/>
                <a:ln w="28575">
                  <a:solidFill>
                    <a:schemeClr val="tx1"/>
                  </a:solidFill>
                </a:ln>
              </p:spPr>
              <p:txBody>
                <a:bodyPr vert="horz" wrap="none" lIns="91440" tIns="45720" rIns="91440" bIns="45720" numCol="1" rtlCol="0" anchor="ctr" anchorCtr="0" compatLnSpc="1">
                  <a:prstTxWarp prst="textNoShape">
                    <a:avLst/>
                  </a:prstTxWarp>
                </a:bodyPr>
                <a:lstStyle/>
                <a:p>
                  <a:pPr algn="ctr" eaLnBrk="0" fontAlgn="base" hangingPunct="0">
                    <a:spcBef>
                      <a:spcPct val="0"/>
                    </a:spcBef>
                    <a:spcAft>
                      <a:spcPct val="0"/>
                    </a:spcAft>
                    <a:buClrTx/>
                  </a:pPr>
                  <a:endParaRPr lang="en-US" sz="1800" i="1">
                    <a:solidFill>
                      <a:schemeClr val="tx1"/>
                    </a:solidFill>
                    <a:latin typeface="Times New Roman" pitchFamily="18" charset="0"/>
                  </a:endParaRPr>
                </a:p>
              </p:txBody>
            </p:sp>
          </p:grpSp>
        </p:grpSp>
      </p:grpSp>
      <p:sp>
        <p:nvSpPr>
          <p:cNvPr id="6" name="Footer Placeholder 5"/>
          <p:cNvSpPr>
            <a:spLocks noGrp="1"/>
          </p:cNvSpPr>
          <p:nvPr>
            <p:ph type="ftr" sz="quarter" idx="11"/>
          </p:nvPr>
        </p:nvSpPr>
        <p:spPr/>
        <p:txBody>
          <a:bodyPr/>
          <a:lstStyle/>
          <a:p>
            <a:pPr>
              <a:defRPr/>
            </a:pPr>
            <a:r>
              <a:rPr lang="en-US"/>
              <a:t>© 2019 W.B. Powell</a:t>
            </a:r>
          </a:p>
        </p:txBody>
      </p:sp>
    </p:spTree>
    <p:extLst>
      <p:ext uri="{BB962C8B-B14F-4D97-AF65-F5344CB8AC3E}">
        <p14:creationId xmlns:p14="http://schemas.microsoft.com/office/powerpoint/2010/main" val="300479517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left)">
                                      <p:cBhvr>
                                        <p:cTn id="7" dur="500"/>
                                        <p:tgtEl>
                                          <p:spTgt spid="5"/>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10"/>
                                        </p:tgtEl>
                                        <p:attrNameLst>
                                          <p:attrName>style.visibility</p:attrName>
                                        </p:attrNameLst>
                                      </p:cBhvr>
                                      <p:to>
                                        <p:strVal val="visible"/>
                                      </p:to>
                                    </p:set>
                                    <p:animEffect transition="in" filter="wipe(left)">
                                      <p:cBhvr>
                                        <p:cTn id="11" dur="500"/>
                                        <p:tgtEl>
                                          <p:spTgt spid="10"/>
                                        </p:tgtEl>
                                      </p:cBhvr>
                                    </p:animEffect>
                                  </p:childTnLst>
                                </p:cTn>
                              </p:par>
                            </p:childTnLst>
                          </p:cTn>
                        </p:par>
                        <p:par>
                          <p:cTn id="12" fill="hold">
                            <p:stCondLst>
                              <p:cond delay="1000"/>
                            </p:stCondLst>
                            <p:childTnLst>
                              <p:par>
                                <p:cTn id="13" presetID="22" presetClass="entr" presetSubtype="8" fill="hold" nodeType="afterEffect">
                                  <p:stCondLst>
                                    <p:cond delay="0"/>
                                  </p:stCondLst>
                                  <p:childTnLst>
                                    <p:set>
                                      <p:cBhvr>
                                        <p:cTn id="14" dur="1" fill="hold">
                                          <p:stCondLst>
                                            <p:cond delay="0"/>
                                          </p:stCondLst>
                                        </p:cTn>
                                        <p:tgtEl>
                                          <p:spTgt spid="11"/>
                                        </p:tgtEl>
                                        <p:attrNameLst>
                                          <p:attrName>style.visibility</p:attrName>
                                        </p:attrNameLst>
                                      </p:cBhvr>
                                      <p:to>
                                        <p:strVal val="visible"/>
                                      </p:to>
                                    </p:set>
                                    <p:animEffect transition="in" filter="wipe(left)">
                                      <p:cBhvr>
                                        <p:cTn id="15" dur="500"/>
                                        <p:tgtEl>
                                          <p:spTgt spid="11"/>
                                        </p:tgtEl>
                                      </p:cBhvr>
                                    </p:animEffect>
                                  </p:childTnLst>
                                </p:cTn>
                              </p:par>
                            </p:childTnLst>
                          </p:cTn>
                        </p:par>
                        <p:par>
                          <p:cTn id="16" fill="hold">
                            <p:stCondLst>
                              <p:cond delay="1500"/>
                            </p:stCondLst>
                            <p:childTnLst>
                              <p:par>
                                <p:cTn id="17" presetID="22" presetClass="entr" presetSubtype="8" fill="hold" nodeType="afterEffect">
                                  <p:stCondLst>
                                    <p:cond delay="0"/>
                                  </p:stCondLst>
                                  <p:childTnLst>
                                    <p:set>
                                      <p:cBhvr>
                                        <p:cTn id="18" dur="1" fill="hold">
                                          <p:stCondLst>
                                            <p:cond delay="0"/>
                                          </p:stCondLst>
                                        </p:cTn>
                                        <p:tgtEl>
                                          <p:spTgt spid="12"/>
                                        </p:tgtEl>
                                        <p:attrNameLst>
                                          <p:attrName>style.visibility</p:attrName>
                                        </p:attrNameLst>
                                      </p:cBhvr>
                                      <p:to>
                                        <p:strVal val="visible"/>
                                      </p:to>
                                    </p:set>
                                    <p:animEffect transition="in" filter="wipe(left)">
                                      <p:cBhvr>
                                        <p:cTn id="19"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6" name="Slide Number Placeholder 5"/>
          <p:cNvSpPr txBox="1">
            <a:spLocks noGrp="1"/>
          </p:cNvSpPr>
          <p:nvPr/>
        </p:nvSpPr>
        <p:spPr bwMode="auto">
          <a:xfrm>
            <a:off x="8077200" y="6534150"/>
            <a:ext cx="19050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i="1">
                <a:solidFill>
                  <a:schemeClr val="tx1"/>
                </a:solidFill>
                <a:latin typeface="Times New Roman" pitchFamily="18" charset="0"/>
              </a:defRPr>
            </a:lvl1pPr>
            <a:lvl2pPr marL="742950" indent="-285750">
              <a:defRPr i="1">
                <a:solidFill>
                  <a:schemeClr val="tx1"/>
                </a:solidFill>
                <a:latin typeface="Times New Roman" pitchFamily="18" charset="0"/>
              </a:defRPr>
            </a:lvl2pPr>
            <a:lvl3pPr marL="1143000" indent="-228600">
              <a:defRPr i="1">
                <a:solidFill>
                  <a:schemeClr val="tx1"/>
                </a:solidFill>
                <a:latin typeface="Times New Roman" pitchFamily="18" charset="0"/>
              </a:defRPr>
            </a:lvl3pPr>
            <a:lvl4pPr marL="1600200" indent="-228600">
              <a:defRPr i="1">
                <a:solidFill>
                  <a:schemeClr val="tx1"/>
                </a:solidFill>
                <a:latin typeface="Times New Roman" pitchFamily="18" charset="0"/>
              </a:defRPr>
            </a:lvl4pPr>
            <a:lvl5pPr marL="2057400" indent="-228600">
              <a:defRPr i="1">
                <a:solidFill>
                  <a:schemeClr val="tx1"/>
                </a:solidFill>
                <a:latin typeface="Times New Roman" pitchFamily="18" charset="0"/>
              </a:defRPr>
            </a:lvl5pPr>
            <a:lvl6pPr marL="2514600" indent="-228600" algn="ctr" eaLnBrk="0" fontAlgn="base" hangingPunct="0">
              <a:spcBef>
                <a:spcPct val="0"/>
              </a:spcBef>
              <a:spcAft>
                <a:spcPct val="0"/>
              </a:spcAft>
              <a:defRPr i="1">
                <a:solidFill>
                  <a:schemeClr val="tx1"/>
                </a:solidFill>
                <a:latin typeface="Times New Roman" pitchFamily="18" charset="0"/>
              </a:defRPr>
            </a:lvl6pPr>
            <a:lvl7pPr marL="2971800" indent="-228600" algn="ctr" eaLnBrk="0" fontAlgn="base" hangingPunct="0">
              <a:spcBef>
                <a:spcPct val="0"/>
              </a:spcBef>
              <a:spcAft>
                <a:spcPct val="0"/>
              </a:spcAft>
              <a:defRPr i="1">
                <a:solidFill>
                  <a:schemeClr val="tx1"/>
                </a:solidFill>
                <a:latin typeface="Times New Roman" pitchFamily="18" charset="0"/>
              </a:defRPr>
            </a:lvl7pPr>
            <a:lvl8pPr marL="3429000" indent="-228600" algn="ctr" eaLnBrk="0" fontAlgn="base" hangingPunct="0">
              <a:spcBef>
                <a:spcPct val="0"/>
              </a:spcBef>
              <a:spcAft>
                <a:spcPct val="0"/>
              </a:spcAft>
              <a:defRPr i="1">
                <a:solidFill>
                  <a:schemeClr val="tx1"/>
                </a:solidFill>
                <a:latin typeface="Times New Roman" pitchFamily="18" charset="0"/>
              </a:defRPr>
            </a:lvl8pPr>
            <a:lvl9pPr marL="3886200" indent="-228600" algn="ctr" eaLnBrk="0" fontAlgn="base" hangingPunct="0">
              <a:spcBef>
                <a:spcPct val="0"/>
              </a:spcBef>
              <a:spcAft>
                <a:spcPct val="0"/>
              </a:spcAft>
              <a:defRPr i="1">
                <a:solidFill>
                  <a:schemeClr val="tx1"/>
                </a:solidFill>
                <a:latin typeface="Times New Roman" pitchFamily="18" charset="0"/>
              </a:defRPr>
            </a:lvl9pPr>
          </a:lstStyle>
          <a:p>
            <a:pPr algn="r"/>
            <a:r>
              <a:rPr lang="en-US" i="0"/>
              <a:t>Slide </a:t>
            </a:r>
            <a:fld id="{8F4EE4E5-EFEB-4A91-BD89-ABD4C1EDAC7B}" type="slidenum">
              <a:rPr lang="en-US" i="0"/>
              <a:pPr algn="r"/>
              <a:t>184</a:t>
            </a:fld>
            <a:endParaRPr lang="en-US" i="0"/>
          </a:p>
        </p:txBody>
      </p:sp>
      <p:sp>
        <p:nvSpPr>
          <p:cNvPr id="8197" name="Rectangle 2"/>
          <p:cNvSpPr>
            <a:spLocks noGrp="1" noChangeArrowheads="1"/>
          </p:cNvSpPr>
          <p:nvPr>
            <p:ph type="title" idx="4294967295"/>
          </p:nvPr>
        </p:nvSpPr>
        <p:spPr/>
        <p:txBody>
          <a:bodyPr/>
          <a:lstStyle/>
          <a:p>
            <a:r>
              <a:rPr lang="en-US" sz="3200" dirty="0">
                <a:latin typeface="Oswald" panose="00000500000000000000" pitchFamily="2" charset="0"/>
              </a:rPr>
              <a:t>Grid level energy storage</a:t>
            </a:r>
            <a:endParaRPr lang="en-US" sz="3200" dirty="0"/>
          </a:p>
        </p:txBody>
      </p:sp>
      <p:sp>
        <p:nvSpPr>
          <p:cNvPr id="8199" name="Text Box 7"/>
          <p:cNvSpPr txBox="1">
            <a:spLocks noChangeArrowheads="1"/>
          </p:cNvSpPr>
          <p:nvPr/>
        </p:nvSpPr>
        <p:spPr bwMode="auto">
          <a:xfrm>
            <a:off x="2266148" y="1079501"/>
            <a:ext cx="78418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lgn="ctr">
                <a:solidFill>
                  <a:srgbClr val="000000"/>
                </a:solidFill>
                <a:miter lim="800000"/>
                <a:headEnd/>
                <a:tailEnd/>
              </a14:hiddenLine>
            </a:ext>
          </a:extLst>
        </p:spPr>
        <p:txBody>
          <a:bodyPr wrap="none">
            <a:spAutoFit/>
          </a:bodyPr>
          <a:lstStyle>
            <a:lvl1pPr>
              <a:defRPr i="1">
                <a:solidFill>
                  <a:schemeClr val="tx1"/>
                </a:solidFill>
                <a:latin typeface="Times New Roman" pitchFamily="18" charset="0"/>
              </a:defRPr>
            </a:lvl1pPr>
            <a:lvl2pPr marL="742950" indent="-285750">
              <a:defRPr i="1">
                <a:solidFill>
                  <a:schemeClr val="tx1"/>
                </a:solidFill>
                <a:latin typeface="Times New Roman" pitchFamily="18" charset="0"/>
              </a:defRPr>
            </a:lvl2pPr>
            <a:lvl3pPr marL="1143000" indent="-228600">
              <a:defRPr i="1">
                <a:solidFill>
                  <a:schemeClr val="tx1"/>
                </a:solidFill>
                <a:latin typeface="Times New Roman" pitchFamily="18" charset="0"/>
              </a:defRPr>
            </a:lvl3pPr>
            <a:lvl4pPr marL="1600200" indent="-228600">
              <a:defRPr i="1">
                <a:solidFill>
                  <a:schemeClr val="tx1"/>
                </a:solidFill>
                <a:latin typeface="Times New Roman" pitchFamily="18" charset="0"/>
              </a:defRPr>
            </a:lvl4pPr>
            <a:lvl5pPr marL="2057400" indent="-228600">
              <a:defRPr i="1">
                <a:solidFill>
                  <a:schemeClr val="tx1"/>
                </a:solidFill>
                <a:latin typeface="Times New Roman" pitchFamily="18" charset="0"/>
              </a:defRPr>
            </a:lvl5pPr>
            <a:lvl6pPr marL="2514600" indent="-228600" algn="ctr" eaLnBrk="0" fontAlgn="base" hangingPunct="0">
              <a:spcBef>
                <a:spcPct val="0"/>
              </a:spcBef>
              <a:spcAft>
                <a:spcPct val="0"/>
              </a:spcAft>
              <a:defRPr i="1">
                <a:solidFill>
                  <a:schemeClr val="tx1"/>
                </a:solidFill>
                <a:latin typeface="Times New Roman" pitchFamily="18" charset="0"/>
              </a:defRPr>
            </a:lvl6pPr>
            <a:lvl7pPr marL="2971800" indent="-228600" algn="ctr" eaLnBrk="0" fontAlgn="base" hangingPunct="0">
              <a:spcBef>
                <a:spcPct val="0"/>
              </a:spcBef>
              <a:spcAft>
                <a:spcPct val="0"/>
              </a:spcAft>
              <a:defRPr i="1">
                <a:solidFill>
                  <a:schemeClr val="tx1"/>
                </a:solidFill>
                <a:latin typeface="Times New Roman" pitchFamily="18" charset="0"/>
              </a:defRPr>
            </a:lvl7pPr>
            <a:lvl8pPr marL="3429000" indent="-228600" algn="ctr" eaLnBrk="0" fontAlgn="base" hangingPunct="0">
              <a:spcBef>
                <a:spcPct val="0"/>
              </a:spcBef>
              <a:spcAft>
                <a:spcPct val="0"/>
              </a:spcAft>
              <a:defRPr i="1">
                <a:solidFill>
                  <a:schemeClr val="tx1"/>
                </a:solidFill>
                <a:latin typeface="Times New Roman" pitchFamily="18" charset="0"/>
              </a:defRPr>
            </a:lvl8pPr>
            <a:lvl9pPr marL="3886200" indent="-228600" algn="ctr" eaLnBrk="0" fontAlgn="base" hangingPunct="0">
              <a:spcBef>
                <a:spcPct val="0"/>
              </a:spcBef>
              <a:spcAft>
                <a:spcPct val="0"/>
              </a:spcAft>
              <a:defRPr i="1">
                <a:solidFill>
                  <a:schemeClr val="tx1"/>
                </a:solidFill>
                <a:latin typeface="Times New Roman" pitchFamily="18" charset="0"/>
              </a:defRPr>
            </a:lvl9pPr>
          </a:lstStyle>
          <a:p>
            <a:r>
              <a:rPr lang="en-US" i="0" dirty="0"/>
              <a:t>Monday</a:t>
            </a:r>
          </a:p>
        </p:txBody>
      </p:sp>
      <mc:AlternateContent xmlns:mc="http://schemas.openxmlformats.org/markup-compatibility/2006" xmlns:a14="http://schemas.microsoft.com/office/drawing/2010/main">
        <mc:Choice Requires="a14">
          <p:sp>
            <p:nvSpPr>
              <p:cNvPr id="3994637" name="Object 13"/>
              <p:cNvSpPr txBox="1"/>
              <p:nvPr/>
            </p:nvSpPr>
            <p:spPr bwMode="auto">
              <a:xfrm>
                <a:off x="9357697" y="3638717"/>
                <a:ext cx="812800" cy="406400"/>
              </a:xfrm>
              <a:prstGeom prst="rect">
                <a:avLst/>
              </a:prstGeom>
              <a:noFill/>
              <a:ln>
                <a:noFill/>
              </a:ln>
              <a:effectLst/>
            </p:spPr>
            <p:txBody>
              <a:bodyPr>
                <a:normAutofit/>
              </a:bodyPr>
              <a:lstStyle/>
              <a:p>
                <a:pPr/>
                <a14:m>
                  <m:oMathPara xmlns:m="http://schemas.openxmlformats.org/officeDocument/2006/math">
                    <m:oMathParaPr>
                      <m:jc m:val="left"/>
                    </m:oMathParaPr>
                    <m:oMath>
                      <m:r>
                        <a:rPr lang="en-US" i="1">
                          <a:latin typeface="Cambria Math" panose="02040503050406030204" pitchFamily="18" charset="0"/>
                        </a:rPr>
                        <m:t>…</m:t>
                      </m:r>
                    </m:oMath>
                  </m:oMathPara>
                </a14:m>
                <a:endParaRPr lang="en-US"/>
              </a:p>
            </p:txBody>
          </p:sp>
        </mc:Choice>
        <mc:Fallback xmlns="">
          <p:sp>
            <p:nvSpPr>
              <p:cNvPr id="3994637" name="Object 13"/>
              <p:cNvSpPr txBox="1">
                <a:spLocks noRot="1" noChangeAspect="1" noMove="1" noResize="1" noEditPoints="1" noAdjustHandles="1" noChangeArrowheads="1" noChangeShapeType="1" noTextEdit="1"/>
              </p:cNvSpPr>
              <p:nvPr/>
            </p:nvSpPr>
            <p:spPr bwMode="auto">
              <a:xfrm>
                <a:off x="9357697" y="3638717"/>
                <a:ext cx="812800" cy="406400"/>
              </a:xfrm>
              <a:prstGeom prst="rect">
                <a:avLst/>
              </a:prstGeom>
              <a:blipFill>
                <a:blip r:embed="rId3"/>
                <a:stretch>
                  <a:fillRect/>
                </a:stretch>
              </a:blipFill>
              <a:ln>
                <a:noFill/>
              </a:ln>
              <a:effectLst/>
            </p:spPr>
            <p:txBody>
              <a:bodyPr/>
              <a:lstStyle/>
              <a:p>
                <a:r>
                  <a:rPr lang="en-US">
                    <a:noFill/>
                  </a:rPr>
                  <a:t> </a:t>
                </a:r>
              </a:p>
            </p:txBody>
          </p:sp>
        </mc:Fallback>
      </mc:AlternateContent>
      <p:sp>
        <p:nvSpPr>
          <p:cNvPr id="8200" name="Text Box 14"/>
          <p:cNvSpPr txBox="1">
            <a:spLocks noChangeArrowheads="1"/>
          </p:cNvSpPr>
          <p:nvPr/>
        </p:nvSpPr>
        <p:spPr bwMode="auto">
          <a:xfrm>
            <a:off x="1647171" y="1333501"/>
            <a:ext cx="58381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lgn="ctr">
                <a:solidFill>
                  <a:srgbClr val="000000"/>
                </a:solidFill>
                <a:miter lim="800000"/>
                <a:headEnd/>
                <a:tailEnd/>
              </a14:hiddenLine>
            </a:ext>
          </a:extLst>
        </p:spPr>
        <p:txBody>
          <a:bodyPr wrap="none">
            <a:spAutoFit/>
          </a:bodyPr>
          <a:lstStyle>
            <a:lvl1pPr>
              <a:defRPr i="1">
                <a:solidFill>
                  <a:schemeClr val="tx1"/>
                </a:solidFill>
                <a:latin typeface="Times New Roman" pitchFamily="18" charset="0"/>
              </a:defRPr>
            </a:lvl1pPr>
            <a:lvl2pPr marL="742950" indent="-285750">
              <a:defRPr i="1">
                <a:solidFill>
                  <a:schemeClr val="tx1"/>
                </a:solidFill>
                <a:latin typeface="Times New Roman" pitchFamily="18" charset="0"/>
              </a:defRPr>
            </a:lvl2pPr>
            <a:lvl3pPr marL="1143000" indent="-228600">
              <a:defRPr i="1">
                <a:solidFill>
                  <a:schemeClr val="tx1"/>
                </a:solidFill>
                <a:latin typeface="Times New Roman" pitchFamily="18" charset="0"/>
              </a:defRPr>
            </a:lvl3pPr>
            <a:lvl4pPr marL="1600200" indent="-228600">
              <a:defRPr i="1">
                <a:solidFill>
                  <a:schemeClr val="tx1"/>
                </a:solidFill>
                <a:latin typeface="Times New Roman" pitchFamily="18" charset="0"/>
              </a:defRPr>
            </a:lvl4pPr>
            <a:lvl5pPr marL="2057400" indent="-228600">
              <a:defRPr i="1">
                <a:solidFill>
                  <a:schemeClr val="tx1"/>
                </a:solidFill>
                <a:latin typeface="Times New Roman" pitchFamily="18" charset="0"/>
              </a:defRPr>
            </a:lvl5pPr>
            <a:lvl6pPr marL="2514600" indent="-228600" algn="ctr" eaLnBrk="0" fontAlgn="base" hangingPunct="0">
              <a:spcBef>
                <a:spcPct val="0"/>
              </a:spcBef>
              <a:spcAft>
                <a:spcPct val="0"/>
              </a:spcAft>
              <a:defRPr i="1">
                <a:solidFill>
                  <a:schemeClr val="tx1"/>
                </a:solidFill>
                <a:latin typeface="Times New Roman" pitchFamily="18" charset="0"/>
              </a:defRPr>
            </a:lvl6pPr>
            <a:lvl7pPr marL="2971800" indent="-228600" algn="ctr" eaLnBrk="0" fontAlgn="base" hangingPunct="0">
              <a:spcBef>
                <a:spcPct val="0"/>
              </a:spcBef>
              <a:spcAft>
                <a:spcPct val="0"/>
              </a:spcAft>
              <a:defRPr i="1">
                <a:solidFill>
                  <a:schemeClr val="tx1"/>
                </a:solidFill>
                <a:latin typeface="Times New Roman" pitchFamily="18" charset="0"/>
              </a:defRPr>
            </a:lvl7pPr>
            <a:lvl8pPr marL="3429000" indent="-228600" algn="ctr" eaLnBrk="0" fontAlgn="base" hangingPunct="0">
              <a:spcBef>
                <a:spcPct val="0"/>
              </a:spcBef>
              <a:spcAft>
                <a:spcPct val="0"/>
              </a:spcAft>
              <a:defRPr i="1">
                <a:solidFill>
                  <a:schemeClr val="tx1"/>
                </a:solidFill>
                <a:latin typeface="Times New Roman" pitchFamily="18" charset="0"/>
              </a:defRPr>
            </a:lvl8pPr>
            <a:lvl9pPr marL="3886200" indent="-228600" algn="ctr" eaLnBrk="0" fontAlgn="base" hangingPunct="0">
              <a:spcBef>
                <a:spcPct val="0"/>
              </a:spcBef>
              <a:spcAft>
                <a:spcPct val="0"/>
              </a:spcAft>
              <a:defRPr i="1">
                <a:solidFill>
                  <a:schemeClr val="tx1"/>
                </a:solidFill>
                <a:latin typeface="Times New Roman" pitchFamily="18" charset="0"/>
              </a:defRPr>
            </a:lvl9pPr>
          </a:lstStyle>
          <a:p>
            <a:r>
              <a:rPr lang="en-US" b="1" i="0" dirty="0"/>
              <a:t>Time</a:t>
            </a:r>
          </a:p>
        </p:txBody>
      </p:sp>
      <p:sp>
        <p:nvSpPr>
          <p:cNvPr id="8201" name="Text Box 15"/>
          <p:cNvSpPr txBox="1">
            <a:spLocks noChangeArrowheads="1"/>
          </p:cNvSpPr>
          <p:nvPr/>
        </p:nvSpPr>
        <p:spPr bwMode="auto">
          <a:xfrm>
            <a:off x="2498566" y="1347789"/>
            <a:ext cx="42351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lgn="ctr">
                <a:solidFill>
                  <a:srgbClr val="000000"/>
                </a:solidFill>
                <a:miter lim="800000"/>
                <a:headEnd/>
                <a:tailEnd/>
              </a14:hiddenLine>
            </a:ext>
          </a:extLst>
        </p:spPr>
        <p:txBody>
          <a:bodyPr wrap="none">
            <a:spAutoFit/>
          </a:bodyPr>
          <a:lstStyle>
            <a:lvl1pPr>
              <a:defRPr i="1">
                <a:solidFill>
                  <a:schemeClr val="tx1"/>
                </a:solidFill>
                <a:latin typeface="Times New Roman" pitchFamily="18" charset="0"/>
              </a:defRPr>
            </a:lvl1pPr>
            <a:lvl2pPr marL="742950" indent="-285750">
              <a:defRPr i="1">
                <a:solidFill>
                  <a:schemeClr val="tx1"/>
                </a:solidFill>
                <a:latin typeface="Times New Roman" pitchFamily="18" charset="0"/>
              </a:defRPr>
            </a:lvl2pPr>
            <a:lvl3pPr marL="1143000" indent="-228600">
              <a:defRPr i="1">
                <a:solidFill>
                  <a:schemeClr val="tx1"/>
                </a:solidFill>
                <a:latin typeface="Times New Roman" pitchFamily="18" charset="0"/>
              </a:defRPr>
            </a:lvl3pPr>
            <a:lvl4pPr marL="1600200" indent="-228600">
              <a:defRPr i="1">
                <a:solidFill>
                  <a:schemeClr val="tx1"/>
                </a:solidFill>
                <a:latin typeface="Times New Roman" pitchFamily="18" charset="0"/>
              </a:defRPr>
            </a:lvl4pPr>
            <a:lvl5pPr marL="2057400" indent="-228600">
              <a:defRPr i="1">
                <a:solidFill>
                  <a:schemeClr val="tx1"/>
                </a:solidFill>
                <a:latin typeface="Times New Roman" pitchFamily="18" charset="0"/>
              </a:defRPr>
            </a:lvl5pPr>
            <a:lvl6pPr marL="2514600" indent="-228600" algn="ctr" eaLnBrk="0" fontAlgn="base" hangingPunct="0">
              <a:spcBef>
                <a:spcPct val="0"/>
              </a:spcBef>
              <a:spcAft>
                <a:spcPct val="0"/>
              </a:spcAft>
              <a:defRPr i="1">
                <a:solidFill>
                  <a:schemeClr val="tx1"/>
                </a:solidFill>
                <a:latin typeface="Times New Roman" pitchFamily="18" charset="0"/>
              </a:defRPr>
            </a:lvl6pPr>
            <a:lvl7pPr marL="2971800" indent="-228600" algn="ctr" eaLnBrk="0" fontAlgn="base" hangingPunct="0">
              <a:spcBef>
                <a:spcPct val="0"/>
              </a:spcBef>
              <a:spcAft>
                <a:spcPct val="0"/>
              </a:spcAft>
              <a:defRPr i="1">
                <a:solidFill>
                  <a:schemeClr val="tx1"/>
                </a:solidFill>
                <a:latin typeface="Times New Roman" pitchFamily="18" charset="0"/>
              </a:defRPr>
            </a:lvl7pPr>
            <a:lvl8pPr marL="3429000" indent="-228600" algn="ctr" eaLnBrk="0" fontAlgn="base" hangingPunct="0">
              <a:spcBef>
                <a:spcPct val="0"/>
              </a:spcBef>
              <a:spcAft>
                <a:spcPct val="0"/>
              </a:spcAft>
              <a:defRPr i="1">
                <a:solidFill>
                  <a:schemeClr val="tx1"/>
                </a:solidFill>
                <a:latin typeface="Times New Roman" pitchFamily="18" charset="0"/>
              </a:defRPr>
            </a:lvl8pPr>
            <a:lvl9pPr marL="3886200" indent="-228600" algn="ctr" eaLnBrk="0" fontAlgn="base" hangingPunct="0">
              <a:spcBef>
                <a:spcPct val="0"/>
              </a:spcBef>
              <a:spcAft>
                <a:spcPct val="0"/>
              </a:spcAft>
              <a:defRPr i="1">
                <a:solidFill>
                  <a:schemeClr val="tx1"/>
                </a:solidFill>
                <a:latin typeface="Times New Roman" pitchFamily="18" charset="0"/>
              </a:defRPr>
            </a:lvl9pPr>
          </a:lstStyle>
          <a:p>
            <a:r>
              <a:rPr lang="en-US" b="1" i="0" dirty="0"/>
              <a:t>:05</a:t>
            </a:r>
          </a:p>
        </p:txBody>
      </p:sp>
      <p:grpSp>
        <p:nvGrpSpPr>
          <p:cNvPr id="5" name="Group 4"/>
          <p:cNvGrpSpPr/>
          <p:nvPr/>
        </p:nvGrpSpPr>
        <p:grpSpPr>
          <a:xfrm>
            <a:off x="2428876" y="1601788"/>
            <a:ext cx="1594371" cy="5073650"/>
            <a:chOff x="904875" y="1601788"/>
            <a:chExt cx="1594371" cy="5073650"/>
          </a:xfrm>
        </p:grpSpPr>
        <p:pic>
          <p:nvPicPr>
            <p:cNvPr id="8198" name="Picture 5"/>
            <p:cNvPicPr>
              <a:picLocks noChangeAspect="1" noChangeArrowheads="1"/>
            </p:cNvPicPr>
            <p:nvPr/>
          </p:nvPicPr>
          <p:blipFill>
            <a:blip r:embed="rId4">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904875" y="1601788"/>
              <a:ext cx="709613" cy="5073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lgn="ctr">
                  <a:solidFill>
                    <a:srgbClr val="000000"/>
                  </a:solidFill>
                  <a:miter lim="800000"/>
                  <a:headEnd/>
                  <a:tailEnd/>
                </a14:hiddenLine>
              </a:ext>
            </a:extLst>
          </p:spPr>
        </p:pic>
        <p:grpSp>
          <p:nvGrpSpPr>
            <p:cNvPr id="57" name="Group 56"/>
            <p:cNvGrpSpPr/>
            <p:nvPr/>
          </p:nvGrpSpPr>
          <p:grpSpPr>
            <a:xfrm>
              <a:off x="1824176" y="1854460"/>
              <a:ext cx="675070" cy="4560799"/>
              <a:chOff x="1824176" y="1854460"/>
              <a:chExt cx="675070" cy="4560799"/>
            </a:xfrm>
          </p:grpSpPr>
          <p:grpSp>
            <p:nvGrpSpPr>
              <p:cNvPr id="58" name="Group 57"/>
              <p:cNvGrpSpPr/>
              <p:nvPr/>
            </p:nvGrpSpPr>
            <p:grpSpPr>
              <a:xfrm>
                <a:off x="1889641" y="5952043"/>
                <a:ext cx="609605" cy="463216"/>
                <a:chOff x="1975701" y="4584032"/>
                <a:chExt cx="1008131" cy="692902"/>
              </a:xfrm>
            </p:grpSpPr>
            <p:grpSp>
              <p:nvGrpSpPr>
                <p:cNvPr id="79" name="Group 78"/>
                <p:cNvGrpSpPr/>
                <p:nvPr/>
              </p:nvGrpSpPr>
              <p:grpSpPr>
                <a:xfrm>
                  <a:off x="1975701" y="4584032"/>
                  <a:ext cx="1008131" cy="692902"/>
                  <a:chOff x="1676900" y="2090703"/>
                  <a:chExt cx="6349500" cy="2366001"/>
                </a:xfrm>
              </p:grpSpPr>
              <p:sp>
                <p:nvSpPr>
                  <p:cNvPr id="81" name="Line 5"/>
                  <p:cNvSpPr>
                    <a:spLocks noChangeShapeType="1"/>
                  </p:cNvSpPr>
                  <p:nvPr/>
                </p:nvSpPr>
                <p:spPr bwMode="auto">
                  <a:xfrm>
                    <a:off x="1676901" y="4456704"/>
                    <a:ext cx="6349499" cy="0"/>
                  </a:xfrm>
                  <a:prstGeom prst="line">
                    <a:avLst/>
                  </a:prstGeom>
                  <a:noFill/>
                  <a:ln w="28575">
                    <a:solidFill>
                      <a:schemeClr val="tx1"/>
                    </a:solidFill>
                    <a:round/>
                    <a:headEnd type="none" w="med" len="med"/>
                    <a:tailEnd type="arrow" w="med" len="med"/>
                  </a:ln>
                  <a:extLst>
                    <a:ext uri="{909E8E84-426E-40DD-AFC4-6F175D3DCCD1}">
                      <a14:hiddenFill xmlns:a14="http://schemas.microsoft.com/office/drawing/2010/main">
                        <a:noFill/>
                      </a14:hiddenFill>
                    </a:ext>
                  </a:extLst>
                </p:spPr>
                <p:txBody>
                  <a:bodyPr wrap="none" anchor="ctr"/>
                  <a:lstStyle/>
                  <a:p>
                    <a:endParaRPr lang="en-US"/>
                  </a:p>
                </p:txBody>
              </p:sp>
              <p:cxnSp>
                <p:nvCxnSpPr>
                  <p:cNvPr id="82" name="Straight Arrow Connector 81"/>
                  <p:cNvCxnSpPr>
                    <a:stCxn id="81" idx="0"/>
                  </p:cNvCxnSpPr>
                  <p:nvPr/>
                </p:nvCxnSpPr>
                <p:spPr bwMode="auto">
                  <a:xfrm flipV="1">
                    <a:off x="1676900" y="2090703"/>
                    <a:ext cx="0" cy="2366000"/>
                  </a:xfrm>
                  <a:prstGeom prst="straightConnector1">
                    <a:avLst/>
                  </a:prstGeom>
                  <a:noFill/>
                  <a:ln w="28575" cap="flat" cmpd="sng" algn="ctr">
                    <a:solidFill>
                      <a:schemeClr val="tx1"/>
                    </a:solidFill>
                    <a:prstDash val="solid"/>
                    <a:round/>
                    <a:headEnd type="none" w="med" len="med"/>
                    <a:tailEnd type="arrow"/>
                  </a:ln>
                  <a:effectLst/>
                </p:spPr>
              </p:cxnSp>
            </p:grpSp>
            <p:sp>
              <p:nvSpPr>
                <p:cNvPr id="80" name="Freeform 79"/>
                <p:cNvSpPr/>
                <p:nvPr/>
              </p:nvSpPr>
              <p:spPr>
                <a:xfrm>
                  <a:off x="1985210" y="4824664"/>
                  <a:ext cx="902369" cy="445168"/>
                </a:xfrm>
                <a:custGeom>
                  <a:avLst/>
                  <a:gdLst>
                    <a:gd name="connsiteX0" fmla="*/ 0 w 902369"/>
                    <a:gd name="connsiteY0" fmla="*/ 445168 h 445168"/>
                    <a:gd name="connsiteX1" fmla="*/ 96253 w 902369"/>
                    <a:gd name="connsiteY1" fmla="*/ 156410 h 445168"/>
                    <a:gd name="connsiteX2" fmla="*/ 300790 w 902369"/>
                    <a:gd name="connsiteY2" fmla="*/ 0 h 445168"/>
                    <a:gd name="connsiteX3" fmla="*/ 601579 w 902369"/>
                    <a:gd name="connsiteY3" fmla="*/ 0 h 445168"/>
                    <a:gd name="connsiteX4" fmla="*/ 902369 w 902369"/>
                    <a:gd name="connsiteY4" fmla="*/ 144379 h 445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369" h="445168">
                      <a:moveTo>
                        <a:pt x="0" y="445168"/>
                      </a:moveTo>
                      <a:lnTo>
                        <a:pt x="96253" y="156410"/>
                      </a:lnTo>
                      <a:lnTo>
                        <a:pt x="300790" y="0"/>
                      </a:lnTo>
                      <a:lnTo>
                        <a:pt x="601579" y="0"/>
                      </a:lnTo>
                      <a:lnTo>
                        <a:pt x="902369" y="144379"/>
                      </a:lnTo>
                    </a:path>
                  </a:pathLst>
                </a:custGeom>
                <a:noFill/>
                <a:ln w="28575">
                  <a:solidFill>
                    <a:schemeClr val="tx1"/>
                  </a:solidFill>
                </a:ln>
              </p:spPr>
              <p:txBody>
                <a:bodyPr vert="horz" wrap="none" lIns="91440" tIns="45720" rIns="91440" bIns="45720" numCol="1" rtlCol="0" anchor="ctr" anchorCtr="0" compatLnSpc="1">
                  <a:prstTxWarp prst="textNoShape">
                    <a:avLst/>
                  </a:prstTxWarp>
                </a:bodyPr>
                <a:lstStyle/>
                <a:p>
                  <a:pPr algn="ctr" eaLnBrk="0" fontAlgn="base" hangingPunct="0">
                    <a:spcBef>
                      <a:spcPct val="0"/>
                    </a:spcBef>
                    <a:spcAft>
                      <a:spcPct val="0"/>
                    </a:spcAft>
                    <a:buClrTx/>
                  </a:pPr>
                  <a:endParaRPr lang="en-US" sz="1800" i="1">
                    <a:solidFill>
                      <a:schemeClr val="tx1"/>
                    </a:solidFill>
                    <a:latin typeface="Times New Roman" pitchFamily="18" charset="0"/>
                  </a:endParaRPr>
                </a:p>
              </p:txBody>
            </p:sp>
          </p:grpSp>
          <p:grpSp>
            <p:nvGrpSpPr>
              <p:cNvPr id="59" name="Group 58"/>
              <p:cNvGrpSpPr/>
              <p:nvPr/>
            </p:nvGrpSpPr>
            <p:grpSpPr>
              <a:xfrm>
                <a:off x="1880609" y="5212810"/>
                <a:ext cx="609605" cy="463216"/>
                <a:chOff x="1975701" y="4584032"/>
                <a:chExt cx="1008131" cy="692902"/>
              </a:xfrm>
            </p:grpSpPr>
            <p:grpSp>
              <p:nvGrpSpPr>
                <p:cNvPr id="75" name="Group 74"/>
                <p:cNvGrpSpPr/>
                <p:nvPr/>
              </p:nvGrpSpPr>
              <p:grpSpPr>
                <a:xfrm>
                  <a:off x="1975701" y="4584032"/>
                  <a:ext cx="1008131" cy="692902"/>
                  <a:chOff x="1676900" y="2090703"/>
                  <a:chExt cx="6349500" cy="2366001"/>
                </a:xfrm>
              </p:grpSpPr>
              <p:sp>
                <p:nvSpPr>
                  <p:cNvPr id="77" name="Line 5"/>
                  <p:cNvSpPr>
                    <a:spLocks noChangeShapeType="1"/>
                  </p:cNvSpPr>
                  <p:nvPr/>
                </p:nvSpPr>
                <p:spPr bwMode="auto">
                  <a:xfrm>
                    <a:off x="1676901" y="4456704"/>
                    <a:ext cx="6349499" cy="0"/>
                  </a:xfrm>
                  <a:prstGeom prst="line">
                    <a:avLst/>
                  </a:prstGeom>
                  <a:noFill/>
                  <a:ln w="28575">
                    <a:solidFill>
                      <a:schemeClr val="tx1"/>
                    </a:solidFill>
                    <a:round/>
                    <a:headEnd type="none" w="med" len="med"/>
                    <a:tailEnd type="arrow" w="med" len="med"/>
                  </a:ln>
                  <a:extLst>
                    <a:ext uri="{909E8E84-426E-40DD-AFC4-6F175D3DCCD1}">
                      <a14:hiddenFill xmlns:a14="http://schemas.microsoft.com/office/drawing/2010/main">
                        <a:noFill/>
                      </a14:hiddenFill>
                    </a:ext>
                  </a:extLst>
                </p:spPr>
                <p:txBody>
                  <a:bodyPr wrap="none" anchor="ctr"/>
                  <a:lstStyle/>
                  <a:p>
                    <a:endParaRPr lang="en-US"/>
                  </a:p>
                </p:txBody>
              </p:sp>
              <p:cxnSp>
                <p:nvCxnSpPr>
                  <p:cNvPr id="78" name="Straight Arrow Connector 77"/>
                  <p:cNvCxnSpPr>
                    <a:stCxn id="77" idx="0"/>
                  </p:cNvCxnSpPr>
                  <p:nvPr/>
                </p:nvCxnSpPr>
                <p:spPr bwMode="auto">
                  <a:xfrm flipV="1">
                    <a:off x="1676900" y="2090703"/>
                    <a:ext cx="0" cy="2366000"/>
                  </a:xfrm>
                  <a:prstGeom prst="straightConnector1">
                    <a:avLst/>
                  </a:prstGeom>
                  <a:noFill/>
                  <a:ln w="28575" cap="flat" cmpd="sng" algn="ctr">
                    <a:solidFill>
                      <a:schemeClr val="tx1"/>
                    </a:solidFill>
                    <a:prstDash val="solid"/>
                    <a:round/>
                    <a:headEnd type="none" w="med" len="med"/>
                    <a:tailEnd type="arrow"/>
                  </a:ln>
                  <a:effectLst/>
                </p:spPr>
              </p:cxnSp>
            </p:grpSp>
            <p:sp>
              <p:nvSpPr>
                <p:cNvPr id="76" name="Freeform 75"/>
                <p:cNvSpPr/>
                <p:nvPr/>
              </p:nvSpPr>
              <p:spPr>
                <a:xfrm>
                  <a:off x="1985210" y="4824664"/>
                  <a:ext cx="902369" cy="445168"/>
                </a:xfrm>
                <a:custGeom>
                  <a:avLst/>
                  <a:gdLst>
                    <a:gd name="connsiteX0" fmla="*/ 0 w 902369"/>
                    <a:gd name="connsiteY0" fmla="*/ 445168 h 445168"/>
                    <a:gd name="connsiteX1" fmla="*/ 96253 w 902369"/>
                    <a:gd name="connsiteY1" fmla="*/ 156410 h 445168"/>
                    <a:gd name="connsiteX2" fmla="*/ 300790 w 902369"/>
                    <a:gd name="connsiteY2" fmla="*/ 0 h 445168"/>
                    <a:gd name="connsiteX3" fmla="*/ 601579 w 902369"/>
                    <a:gd name="connsiteY3" fmla="*/ 0 h 445168"/>
                    <a:gd name="connsiteX4" fmla="*/ 902369 w 902369"/>
                    <a:gd name="connsiteY4" fmla="*/ 144379 h 445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369" h="445168">
                      <a:moveTo>
                        <a:pt x="0" y="445168"/>
                      </a:moveTo>
                      <a:lnTo>
                        <a:pt x="96253" y="156410"/>
                      </a:lnTo>
                      <a:lnTo>
                        <a:pt x="300790" y="0"/>
                      </a:lnTo>
                      <a:lnTo>
                        <a:pt x="601579" y="0"/>
                      </a:lnTo>
                      <a:lnTo>
                        <a:pt x="902369" y="144379"/>
                      </a:lnTo>
                    </a:path>
                  </a:pathLst>
                </a:custGeom>
                <a:noFill/>
                <a:ln w="28575">
                  <a:solidFill>
                    <a:schemeClr val="tx1"/>
                  </a:solidFill>
                </a:ln>
              </p:spPr>
              <p:txBody>
                <a:bodyPr vert="horz" wrap="none" lIns="91440" tIns="45720" rIns="91440" bIns="45720" numCol="1" rtlCol="0" anchor="ctr" anchorCtr="0" compatLnSpc="1">
                  <a:prstTxWarp prst="textNoShape">
                    <a:avLst/>
                  </a:prstTxWarp>
                </a:bodyPr>
                <a:lstStyle/>
                <a:p>
                  <a:pPr algn="ctr" eaLnBrk="0" fontAlgn="base" hangingPunct="0">
                    <a:spcBef>
                      <a:spcPct val="0"/>
                    </a:spcBef>
                    <a:spcAft>
                      <a:spcPct val="0"/>
                    </a:spcAft>
                    <a:buClrTx/>
                  </a:pPr>
                  <a:endParaRPr lang="en-US" sz="1800" i="1">
                    <a:solidFill>
                      <a:schemeClr val="tx1"/>
                    </a:solidFill>
                    <a:latin typeface="Times New Roman" pitchFamily="18" charset="0"/>
                  </a:endParaRPr>
                </a:p>
              </p:txBody>
            </p:sp>
          </p:grpSp>
          <p:grpSp>
            <p:nvGrpSpPr>
              <p:cNvPr id="60" name="Group 59"/>
              <p:cNvGrpSpPr/>
              <p:nvPr/>
            </p:nvGrpSpPr>
            <p:grpSpPr>
              <a:xfrm>
                <a:off x="1872008" y="4356564"/>
                <a:ext cx="609605" cy="463216"/>
                <a:chOff x="1975701" y="4584032"/>
                <a:chExt cx="1008131" cy="692902"/>
              </a:xfrm>
            </p:grpSpPr>
            <p:grpSp>
              <p:nvGrpSpPr>
                <p:cNvPr id="71" name="Group 70"/>
                <p:cNvGrpSpPr/>
                <p:nvPr/>
              </p:nvGrpSpPr>
              <p:grpSpPr>
                <a:xfrm>
                  <a:off x="1975701" y="4584032"/>
                  <a:ext cx="1008131" cy="692902"/>
                  <a:chOff x="1676900" y="2090703"/>
                  <a:chExt cx="6349500" cy="2366001"/>
                </a:xfrm>
              </p:grpSpPr>
              <p:sp>
                <p:nvSpPr>
                  <p:cNvPr id="73" name="Line 5"/>
                  <p:cNvSpPr>
                    <a:spLocks noChangeShapeType="1"/>
                  </p:cNvSpPr>
                  <p:nvPr/>
                </p:nvSpPr>
                <p:spPr bwMode="auto">
                  <a:xfrm>
                    <a:off x="1676901" y="4456704"/>
                    <a:ext cx="6349499" cy="0"/>
                  </a:xfrm>
                  <a:prstGeom prst="line">
                    <a:avLst/>
                  </a:prstGeom>
                  <a:noFill/>
                  <a:ln w="28575">
                    <a:solidFill>
                      <a:schemeClr val="tx1"/>
                    </a:solidFill>
                    <a:round/>
                    <a:headEnd type="none" w="med" len="med"/>
                    <a:tailEnd type="arrow" w="med" len="med"/>
                  </a:ln>
                  <a:extLst>
                    <a:ext uri="{909E8E84-426E-40DD-AFC4-6F175D3DCCD1}">
                      <a14:hiddenFill xmlns:a14="http://schemas.microsoft.com/office/drawing/2010/main">
                        <a:noFill/>
                      </a14:hiddenFill>
                    </a:ext>
                  </a:extLst>
                </p:spPr>
                <p:txBody>
                  <a:bodyPr wrap="none" anchor="ctr"/>
                  <a:lstStyle/>
                  <a:p>
                    <a:endParaRPr lang="en-US"/>
                  </a:p>
                </p:txBody>
              </p:sp>
              <p:cxnSp>
                <p:nvCxnSpPr>
                  <p:cNvPr id="74" name="Straight Arrow Connector 73"/>
                  <p:cNvCxnSpPr>
                    <a:stCxn id="73" idx="0"/>
                  </p:cNvCxnSpPr>
                  <p:nvPr/>
                </p:nvCxnSpPr>
                <p:spPr bwMode="auto">
                  <a:xfrm flipV="1">
                    <a:off x="1676900" y="2090703"/>
                    <a:ext cx="0" cy="2366000"/>
                  </a:xfrm>
                  <a:prstGeom prst="straightConnector1">
                    <a:avLst/>
                  </a:prstGeom>
                  <a:noFill/>
                  <a:ln w="28575" cap="flat" cmpd="sng" algn="ctr">
                    <a:solidFill>
                      <a:schemeClr val="tx1"/>
                    </a:solidFill>
                    <a:prstDash val="solid"/>
                    <a:round/>
                    <a:headEnd type="none" w="med" len="med"/>
                    <a:tailEnd type="arrow"/>
                  </a:ln>
                  <a:effectLst/>
                </p:spPr>
              </p:cxnSp>
            </p:grpSp>
            <p:sp>
              <p:nvSpPr>
                <p:cNvPr id="72" name="Freeform 71"/>
                <p:cNvSpPr/>
                <p:nvPr/>
              </p:nvSpPr>
              <p:spPr>
                <a:xfrm>
                  <a:off x="1985210" y="4824664"/>
                  <a:ext cx="902369" cy="445168"/>
                </a:xfrm>
                <a:custGeom>
                  <a:avLst/>
                  <a:gdLst>
                    <a:gd name="connsiteX0" fmla="*/ 0 w 902369"/>
                    <a:gd name="connsiteY0" fmla="*/ 445168 h 445168"/>
                    <a:gd name="connsiteX1" fmla="*/ 96253 w 902369"/>
                    <a:gd name="connsiteY1" fmla="*/ 156410 h 445168"/>
                    <a:gd name="connsiteX2" fmla="*/ 300790 w 902369"/>
                    <a:gd name="connsiteY2" fmla="*/ 0 h 445168"/>
                    <a:gd name="connsiteX3" fmla="*/ 601579 w 902369"/>
                    <a:gd name="connsiteY3" fmla="*/ 0 h 445168"/>
                    <a:gd name="connsiteX4" fmla="*/ 902369 w 902369"/>
                    <a:gd name="connsiteY4" fmla="*/ 144379 h 445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369" h="445168">
                      <a:moveTo>
                        <a:pt x="0" y="445168"/>
                      </a:moveTo>
                      <a:lnTo>
                        <a:pt x="96253" y="156410"/>
                      </a:lnTo>
                      <a:lnTo>
                        <a:pt x="300790" y="0"/>
                      </a:lnTo>
                      <a:lnTo>
                        <a:pt x="601579" y="0"/>
                      </a:lnTo>
                      <a:lnTo>
                        <a:pt x="902369" y="144379"/>
                      </a:lnTo>
                    </a:path>
                  </a:pathLst>
                </a:custGeom>
                <a:noFill/>
                <a:ln w="28575">
                  <a:solidFill>
                    <a:schemeClr val="tx1"/>
                  </a:solidFill>
                </a:ln>
              </p:spPr>
              <p:txBody>
                <a:bodyPr vert="horz" wrap="none" lIns="91440" tIns="45720" rIns="91440" bIns="45720" numCol="1" rtlCol="0" anchor="ctr" anchorCtr="0" compatLnSpc="1">
                  <a:prstTxWarp prst="textNoShape">
                    <a:avLst/>
                  </a:prstTxWarp>
                </a:bodyPr>
                <a:lstStyle/>
                <a:p>
                  <a:pPr algn="ctr" eaLnBrk="0" fontAlgn="base" hangingPunct="0">
                    <a:spcBef>
                      <a:spcPct val="0"/>
                    </a:spcBef>
                    <a:spcAft>
                      <a:spcPct val="0"/>
                    </a:spcAft>
                    <a:buClrTx/>
                  </a:pPr>
                  <a:endParaRPr lang="en-US" sz="1800" i="1">
                    <a:solidFill>
                      <a:schemeClr val="tx1"/>
                    </a:solidFill>
                    <a:latin typeface="Times New Roman" pitchFamily="18" charset="0"/>
                  </a:endParaRPr>
                </a:p>
              </p:txBody>
            </p:sp>
          </p:grpSp>
          <p:grpSp>
            <p:nvGrpSpPr>
              <p:cNvPr id="61" name="Group 60"/>
              <p:cNvGrpSpPr/>
              <p:nvPr/>
            </p:nvGrpSpPr>
            <p:grpSpPr>
              <a:xfrm>
                <a:off x="1824176" y="1854460"/>
                <a:ext cx="609605" cy="463216"/>
                <a:chOff x="1975701" y="4584032"/>
                <a:chExt cx="1008131" cy="692902"/>
              </a:xfrm>
            </p:grpSpPr>
            <p:grpSp>
              <p:nvGrpSpPr>
                <p:cNvPr id="67" name="Group 66"/>
                <p:cNvGrpSpPr/>
                <p:nvPr/>
              </p:nvGrpSpPr>
              <p:grpSpPr>
                <a:xfrm>
                  <a:off x="1975701" y="4584032"/>
                  <a:ext cx="1008131" cy="692902"/>
                  <a:chOff x="1676900" y="2090703"/>
                  <a:chExt cx="6349500" cy="2366001"/>
                </a:xfrm>
              </p:grpSpPr>
              <p:sp>
                <p:nvSpPr>
                  <p:cNvPr id="69" name="Line 5"/>
                  <p:cNvSpPr>
                    <a:spLocks noChangeShapeType="1"/>
                  </p:cNvSpPr>
                  <p:nvPr/>
                </p:nvSpPr>
                <p:spPr bwMode="auto">
                  <a:xfrm>
                    <a:off x="1676901" y="4456704"/>
                    <a:ext cx="6349499" cy="0"/>
                  </a:xfrm>
                  <a:prstGeom prst="line">
                    <a:avLst/>
                  </a:prstGeom>
                  <a:noFill/>
                  <a:ln w="28575">
                    <a:solidFill>
                      <a:schemeClr val="tx1"/>
                    </a:solidFill>
                    <a:round/>
                    <a:headEnd type="none" w="med" len="med"/>
                    <a:tailEnd type="arrow" w="med" len="med"/>
                  </a:ln>
                  <a:extLst>
                    <a:ext uri="{909E8E84-426E-40DD-AFC4-6F175D3DCCD1}">
                      <a14:hiddenFill xmlns:a14="http://schemas.microsoft.com/office/drawing/2010/main">
                        <a:noFill/>
                      </a14:hiddenFill>
                    </a:ext>
                  </a:extLst>
                </p:spPr>
                <p:txBody>
                  <a:bodyPr wrap="none" anchor="ctr"/>
                  <a:lstStyle/>
                  <a:p>
                    <a:endParaRPr lang="en-US"/>
                  </a:p>
                </p:txBody>
              </p:sp>
              <p:cxnSp>
                <p:nvCxnSpPr>
                  <p:cNvPr id="70" name="Straight Arrow Connector 69"/>
                  <p:cNvCxnSpPr>
                    <a:stCxn id="69" idx="0"/>
                  </p:cNvCxnSpPr>
                  <p:nvPr/>
                </p:nvCxnSpPr>
                <p:spPr bwMode="auto">
                  <a:xfrm flipV="1">
                    <a:off x="1676900" y="2090703"/>
                    <a:ext cx="0" cy="2366000"/>
                  </a:xfrm>
                  <a:prstGeom prst="straightConnector1">
                    <a:avLst/>
                  </a:prstGeom>
                  <a:noFill/>
                  <a:ln w="28575" cap="flat" cmpd="sng" algn="ctr">
                    <a:solidFill>
                      <a:schemeClr val="tx1"/>
                    </a:solidFill>
                    <a:prstDash val="solid"/>
                    <a:round/>
                    <a:headEnd type="none" w="med" len="med"/>
                    <a:tailEnd type="arrow"/>
                  </a:ln>
                  <a:effectLst/>
                </p:spPr>
              </p:cxnSp>
            </p:grpSp>
            <p:sp>
              <p:nvSpPr>
                <p:cNvPr id="68" name="Freeform 67"/>
                <p:cNvSpPr/>
                <p:nvPr/>
              </p:nvSpPr>
              <p:spPr>
                <a:xfrm>
                  <a:off x="1985210" y="4824664"/>
                  <a:ext cx="902369" cy="445168"/>
                </a:xfrm>
                <a:custGeom>
                  <a:avLst/>
                  <a:gdLst>
                    <a:gd name="connsiteX0" fmla="*/ 0 w 902369"/>
                    <a:gd name="connsiteY0" fmla="*/ 445168 h 445168"/>
                    <a:gd name="connsiteX1" fmla="*/ 96253 w 902369"/>
                    <a:gd name="connsiteY1" fmla="*/ 156410 h 445168"/>
                    <a:gd name="connsiteX2" fmla="*/ 300790 w 902369"/>
                    <a:gd name="connsiteY2" fmla="*/ 0 h 445168"/>
                    <a:gd name="connsiteX3" fmla="*/ 601579 w 902369"/>
                    <a:gd name="connsiteY3" fmla="*/ 0 h 445168"/>
                    <a:gd name="connsiteX4" fmla="*/ 902369 w 902369"/>
                    <a:gd name="connsiteY4" fmla="*/ 144379 h 445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369" h="445168">
                      <a:moveTo>
                        <a:pt x="0" y="445168"/>
                      </a:moveTo>
                      <a:lnTo>
                        <a:pt x="96253" y="156410"/>
                      </a:lnTo>
                      <a:lnTo>
                        <a:pt x="300790" y="0"/>
                      </a:lnTo>
                      <a:lnTo>
                        <a:pt x="601579" y="0"/>
                      </a:lnTo>
                      <a:lnTo>
                        <a:pt x="902369" y="144379"/>
                      </a:lnTo>
                    </a:path>
                  </a:pathLst>
                </a:custGeom>
                <a:noFill/>
                <a:ln w="28575">
                  <a:solidFill>
                    <a:schemeClr val="tx1"/>
                  </a:solidFill>
                </a:ln>
              </p:spPr>
              <p:txBody>
                <a:bodyPr vert="horz" wrap="none" lIns="91440" tIns="45720" rIns="91440" bIns="45720" numCol="1" rtlCol="0" anchor="ctr" anchorCtr="0" compatLnSpc="1">
                  <a:prstTxWarp prst="textNoShape">
                    <a:avLst/>
                  </a:prstTxWarp>
                </a:bodyPr>
                <a:lstStyle/>
                <a:p>
                  <a:pPr algn="ctr" eaLnBrk="0" fontAlgn="base" hangingPunct="0">
                    <a:spcBef>
                      <a:spcPct val="0"/>
                    </a:spcBef>
                    <a:spcAft>
                      <a:spcPct val="0"/>
                    </a:spcAft>
                    <a:buClrTx/>
                  </a:pPr>
                  <a:endParaRPr lang="en-US" sz="1800" i="1">
                    <a:solidFill>
                      <a:schemeClr val="tx1"/>
                    </a:solidFill>
                    <a:latin typeface="Times New Roman" pitchFamily="18" charset="0"/>
                  </a:endParaRPr>
                </a:p>
              </p:txBody>
            </p:sp>
          </p:grpSp>
          <p:grpSp>
            <p:nvGrpSpPr>
              <p:cNvPr id="62" name="Group 61"/>
              <p:cNvGrpSpPr/>
              <p:nvPr/>
            </p:nvGrpSpPr>
            <p:grpSpPr>
              <a:xfrm>
                <a:off x="1863407" y="2781763"/>
                <a:ext cx="609605" cy="463216"/>
                <a:chOff x="1975701" y="4584032"/>
                <a:chExt cx="1008131" cy="692902"/>
              </a:xfrm>
            </p:grpSpPr>
            <p:grpSp>
              <p:nvGrpSpPr>
                <p:cNvPr id="63" name="Group 62"/>
                <p:cNvGrpSpPr/>
                <p:nvPr/>
              </p:nvGrpSpPr>
              <p:grpSpPr>
                <a:xfrm>
                  <a:off x="1975701" y="4584032"/>
                  <a:ext cx="1008131" cy="692902"/>
                  <a:chOff x="1676900" y="2090703"/>
                  <a:chExt cx="6349500" cy="2366001"/>
                </a:xfrm>
              </p:grpSpPr>
              <p:sp>
                <p:nvSpPr>
                  <p:cNvPr id="65" name="Line 5"/>
                  <p:cNvSpPr>
                    <a:spLocks noChangeShapeType="1"/>
                  </p:cNvSpPr>
                  <p:nvPr/>
                </p:nvSpPr>
                <p:spPr bwMode="auto">
                  <a:xfrm>
                    <a:off x="1676901" y="4456704"/>
                    <a:ext cx="6349499" cy="0"/>
                  </a:xfrm>
                  <a:prstGeom prst="line">
                    <a:avLst/>
                  </a:prstGeom>
                  <a:noFill/>
                  <a:ln w="28575">
                    <a:solidFill>
                      <a:schemeClr val="tx1"/>
                    </a:solidFill>
                    <a:round/>
                    <a:headEnd type="none" w="med" len="med"/>
                    <a:tailEnd type="arrow" w="med" len="med"/>
                  </a:ln>
                  <a:extLst>
                    <a:ext uri="{909E8E84-426E-40DD-AFC4-6F175D3DCCD1}">
                      <a14:hiddenFill xmlns:a14="http://schemas.microsoft.com/office/drawing/2010/main">
                        <a:noFill/>
                      </a14:hiddenFill>
                    </a:ext>
                  </a:extLst>
                </p:spPr>
                <p:txBody>
                  <a:bodyPr wrap="none" anchor="ctr"/>
                  <a:lstStyle/>
                  <a:p>
                    <a:endParaRPr lang="en-US"/>
                  </a:p>
                </p:txBody>
              </p:sp>
              <p:cxnSp>
                <p:nvCxnSpPr>
                  <p:cNvPr id="66" name="Straight Arrow Connector 65"/>
                  <p:cNvCxnSpPr>
                    <a:stCxn id="65" idx="0"/>
                  </p:cNvCxnSpPr>
                  <p:nvPr/>
                </p:nvCxnSpPr>
                <p:spPr bwMode="auto">
                  <a:xfrm flipV="1">
                    <a:off x="1676900" y="2090703"/>
                    <a:ext cx="0" cy="2366000"/>
                  </a:xfrm>
                  <a:prstGeom prst="straightConnector1">
                    <a:avLst/>
                  </a:prstGeom>
                  <a:noFill/>
                  <a:ln w="28575" cap="flat" cmpd="sng" algn="ctr">
                    <a:solidFill>
                      <a:schemeClr val="tx1"/>
                    </a:solidFill>
                    <a:prstDash val="solid"/>
                    <a:round/>
                    <a:headEnd type="none" w="med" len="med"/>
                    <a:tailEnd type="arrow"/>
                  </a:ln>
                  <a:effectLst/>
                </p:spPr>
              </p:cxnSp>
            </p:grpSp>
            <p:sp>
              <p:nvSpPr>
                <p:cNvPr id="64" name="Freeform 63"/>
                <p:cNvSpPr/>
                <p:nvPr/>
              </p:nvSpPr>
              <p:spPr>
                <a:xfrm>
                  <a:off x="1985210" y="4824664"/>
                  <a:ext cx="902369" cy="445168"/>
                </a:xfrm>
                <a:custGeom>
                  <a:avLst/>
                  <a:gdLst>
                    <a:gd name="connsiteX0" fmla="*/ 0 w 902369"/>
                    <a:gd name="connsiteY0" fmla="*/ 445168 h 445168"/>
                    <a:gd name="connsiteX1" fmla="*/ 96253 w 902369"/>
                    <a:gd name="connsiteY1" fmla="*/ 156410 h 445168"/>
                    <a:gd name="connsiteX2" fmla="*/ 300790 w 902369"/>
                    <a:gd name="connsiteY2" fmla="*/ 0 h 445168"/>
                    <a:gd name="connsiteX3" fmla="*/ 601579 w 902369"/>
                    <a:gd name="connsiteY3" fmla="*/ 0 h 445168"/>
                    <a:gd name="connsiteX4" fmla="*/ 902369 w 902369"/>
                    <a:gd name="connsiteY4" fmla="*/ 144379 h 445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369" h="445168">
                      <a:moveTo>
                        <a:pt x="0" y="445168"/>
                      </a:moveTo>
                      <a:lnTo>
                        <a:pt x="96253" y="156410"/>
                      </a:lnTo>
                      <a:lnTo>
                        <a:pt x="300790" y="0"/>
                      </a:lnTo>
                      <a:lnTo>
                        <a:pt x="601579" y="0"/>
                      </a:lnTo>
                      <a:lnTo>
                        <a:pt x="902369" y="144379"/>
                      </a:lnTo>
                    </a:path>
                  </a:pathLst>
                </a:custGeom>
                <a:noFill/>
                <a:ln w="28575">
                  <a:solidFill>
                    <a:schemeClr val="tx1"/>
                  </a:solidFill>
                </a:ln>
              </p:spPr>
              <p:txBody>
                <a:bodyPr vert="horz" wrap="none" lIns="91440" tIns="45720" rIns="91440" bIns="45720" numCol="1" rtlCol="0" anchor="ctr" anchorCtr="0" compatLnSpc="1">
                  <a:prstTxWarp prst="textNoShape">
                    <a:avLst/>
                  </a:prstTxWarp>
                </a:bodyPr>
                <a:lstStyle/>
                <a:p>
                  <a:pPr algn="ctr" eaLnBrk="0" fontAlgn="base" hangingPunct="0">
                    <a:spcBef>
                      <a:spcPct val="0"/>
                    </a:spcBef>
                    <a:spcAft>
                      <a:spcPct val="0"/>
                    </a:spcAft>
                    <a:buClrTx/>
                  </a:pPr>
                  <a:endParaRPr lang="en-US" sz="1800" i="1">
                    <a:solidFill>
                      <a:schemeClr val="tx1"/>
                    </a:solidFill>
                    <a:latin typeface="Times New Roman" pitchFamily="18" charset="0"/>
                  </a:endParaRPr>
                </a:p>
              </p:txBody>
            </p:sp>
          </p:grpSp>
        </p:grpSp>
      </p:grpSp>
      <p:grpSp>
        <p:nvGrpSpPr>
          <p:cNvPr id="10" name="Group 9"/>
          <p:cNvGrpSpPr/>
          <p:nvPr/>
        </p:nvGrpSpPr>
        <p:grpSpPr>
          <a:xfrm>
            <a:off x="4045392" y="1336675"/>
            <a:ext cx="1537999" cy="5340350"/>
            <a:chOff x="2521391" y="1336675"/>
            <a:chExt cx="1537999" cy="5340350"/>
          </a:xfrm>
        </p:grpSpPr>
        <p:grpSp>
          <p:nvGrpSpPr>
            <p:cNvPr id="2" name="Group 25"/>
            <p:cNvGrpSpPr>
              <a:grpSpLocks/>
            </p:cNvGrpSpPr>
            <p:nvPr/>
          </p:nvGrpSpPr>
          <p:grpSpPr bwMode="auto">
            <a:xfrm>
              <a:off x="2521391" y="1336675"/>
              <a:ext cx="709612" cy="5340350"/>
              <a:chOff x="1179" y="842"/>
              <a:chExt cx="447" cy="3364"/>
            </a:xfrm>
          </p:grpSpPr>
          <p:pic>
            <p:nvPicPr>
              <p:cNvPr id="8220" name="Picture 8"/>
              <p:cNvPicPr>
                <a:picLocks noChangeAspect="1" noChangeArrowheads="1"/>
              </p:cNvPicPr>
              <p:nvPr/>
            </p:nvPicPr>
            <p:blipFill>
              <a:blip r:embed="rId4">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179" y="1010"/>
                <a:ext cx="447" cy="31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lgn="ctr">
                    <a:solidFill>
                      <a:srgbClr val="000000"/>
                    </a:solidFill>
                    <a:miter lim="800000"/>
                    <a:headEnd/>
                    <a:tailEnd/>
                  </a14:hiddenLine>
                </a:ext>
              </a:extLst>
            </p:spPr>
          </p:pic>
          <p:sp>
            <p:nvSpPr>
              <p:cNvPr id="8221" name="Text Box 16"/>
              <p:cNvSpPr txBox="1">
                <a:spLocks noChangeArrowheads="1"/>
              </p:cNvSpPr>
              <p:nvPr/>
            </p:nvSpPr>
            <p:spPr bwMode="auto">
              <a:xfrm>
                <a:off x="1239" y="842"/>
                <a:ext cx="267"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lgn="ctr">
                    <a:solidFill>
                      <a:srgbClr val="000000"/>
                    </a:solidFill>
                    <a:miter lim="800000"/>
                    <a:headEnd/>
                    <a:tailEnd/>
                  </a14:hiddenLine>
                </a:ext>
              </a:extLst>
            </p:spPr>
            <p:txBody>
              <a:bodyPr wrap="none">
                <a:spAutoFit/>
              </a:bodyPr>
              <a:lstStyle>
                <a:lvl1pPr>
                  <a:defRPr i="1">
                    <a:solidFill>
                      <a:schemeClr val="tx1"/>
                    </a:solidFill>
                    <a:latin typeface="Times New Roman" pitchFamily="18" charset="0"/>
                  </a:defRPr>
                </a:lvl1pPr>
                <a:lvl2pPr marL="742950" indent="-285750">
                  <a:defRPr i="1">
                    <a:solidFill>
                      <a:schemeClr val="tx1"/>
                    </a:solidFill>
                    <a:latin typeface="Times New Roman" pitchFamily="18" charset="0"/>
                  </a:defRPr>
                </a:lvl2pPr>
                <a:lvl3pPr marL="1143000" indent="-228600">
                  <a:defRPr i="1">
                    <a:solidFill>
                      <a:schemeClr val="tx1"/>
                    </a:solidFill>
                    <a:latin typeface="Times New Roman" pitchFamily="18" charset="0"/>
                  </a:defRPr>
                </a:lvl3pPr>
                <a:lvl4pPr marL="1600200" indent="-228600">
                  <a:defRPr i="1">
                    <a:solidFill>
                      <a:schemeClr val="tx1"/>
                    </a:solidFill>
                    <a:latin typeface="Times New Roman" pitchFamily="18" charset="0"/>
                  </a:defRPr>
                </a:lvl4pPr>
                <a:lvl5pPr marL="2057400" indent="-228600">
                  <a:defRPr i="1">
                    <a:solidFill>
                      <a:schemeClr val="tx1"/>
                    </a:solidFill>
                    <a:latin typeface="Times New Roman" pitchFamily="18" charset="0"/>
                  </a:defRPr>
                </a:lvl5pPr>
                <a:lvl6pPr marL="2514600" indent="-228600" algn="ctr" eaLnBrk="0" fontAlgn="base" hangingPunct="0">
                  <a:spcBef>
                    <a:spcPct val="0"/>
                  </a:spcBef>
                  <a:spcAft>
                    <a:spcPct val="0"/>
                  </a:spcAft>
                  <a:defRPr i="1">
                    <a:solidFill>
                      <a:schemeClr val="tx1"/>
                    </a:solidFill>
                    <a:latin typeface="Times New Roman" pitchFamily="18" charset="0"/>
                  </a:defRPr>
                </a:lvl6pPr>
                <a:lvl7pPr marL="2971800" indent="-228600" algn="ctr" eaLnBrk="0" fontAlgn="base" hangingPunct="0">
                  <a:spcBef>
                    <a:spcPct val="0"/>
                  </a:spcBef>
                  <a:spcAft>
                    <a:spcPct val="0"/>
                  </a:spcAft>
                  <a:defRPr i="1">
                    <a:solidFill>
                      <a:schemeClr val="tx1"/>
                    </a:solidFill>
                    <a:latin typeface="Times New Roman" pitchFamily="18" charset="0"/>
                  </a:defRPr>
                </a:lvl7pPr>
                <a:lvl8pPr marL="3429000" indent="-228600" algn="ctr" eaLnBrk="0" fontAlgn="base" hangingPunct="0">
                  <a:spcBef>
                    <a:spcPct val="0"/>
                  </a:spcBef>
                  <a:spcAft>
                    <a:spcPct val="0"/>
                  </a:spcAft>
                  <a:defRPr i="1">
                    <a:solidFill>
                      <a:schemeClr val="tx1"/>
                    </a:solidFill>
                    <a:latin typeface="Times New Roman" pitchFamily="18" charset="0"/>
                  </a:defRPr>
                </a:lvl8pPr>
                <a:lvl9pPr marL="3886200" indent="-228600" algn="ctr" eaLnBrk="0" fontAlgn="base" hangingPunct="0">
                  <a:spcBef>
                    <a:spcPct val="0"/>
                  </a:spcBef>
                  <a:spcAft>
                    <a:spcPct val="0"/>
                  </a:spcAft>
                  <a:defRPr i="1">
                    <a:solidFill>
                      <a:schemeClr val="tx1"/>
                    </a:solidFill>
                    <a:latin typeface="Times New Roman" pitchFamily="18" charset="0"/>
                  </a:defRPr>
                </a:lvl9pPr>
              </a:lstStyle>
              <a:p>
                <a:r>
                  <a:rPr lang="en-US" b="1" i="0" dirty="0"/>
                  <a:t>:10</a:t>
                </a:r>
              </a:p>
            </p:txBody>
          </p:sp>
        </p:grpSp>
        <p:grpSp>
          <p:nvGrpSpPr>
            <p:cNvPr id="85" name="Group 84"/>
            <p:cNvGrpSpPr/>
            <p:nvPr/>
          </p:nvGrpSpPr>
          <p:grpSpPr>
            <a:xfrm>
              <a:off x="3384320" y="1862476"/>
              <a:ext cx="675070" cy="4560799"/>
              <a:chOff x="1824176" y="1854460"/>
              <a:chExt cx="675070" cy="4560799"/>
            </a:xfrm>
          </p:grpSpPr>
          <p:grpSp>
            <p:nvGrpSpPr>
              <p:cNvPr id="86" name="Group 85"/>
              <p:cNvGrpSpPr/>
              <p:nvPr/>
            </p:nvGrpSpPr>
            <p:grpSpPr>
              <a:xfrm>
                <a:off x="1889641" y="5952043"/>
                <a:ext cx="609605" cy="463216"/>
                <a:chOff x="1975701" y="4584032"/>
                <a:chExt cx="1008131" cy="692902"/>
              </a:xfrm>
            </p:grpSpPr>
            <p:grpSp>
              <p:nvGrpSpPr>
                <p:cNvPr id="107" name="Group 106"/>
                <p:cNvGrpSpPr/>
                <p:nvPr/>
              </p:nvGrpSpPr>
              <p:grpSpPr>
                <a:xfrm>
                  <a:off x="1975701" y="4584032"/>
                  <a:ext cx="1008131" cy="692902"/>
                  <a:chOff x="1676900" y="2090703"/>
                  <a:chExt cx="6349500" cy="2366001"/>
                </a:xfrm>
              </p:grpSpPr>
              <p:sp>
                <p:nvSpPr>
                  <p:cNvPr id="109" name="Line 5"/>
                  <p:cNvSpPr>
                    <a:spLocks noChangeShapeType="1"/>
                  </p:cNvSpPr>
                  <p:nvPr/>
                </p:nvSpPr>
                <p:spPr bwMode="auto">
                  <a:xfrm>
                    <a:off x="1676901" y="4456704"/>
                    <a:ext cx="6349499" cy="0"/>
                  </a:xfrm>
                  <a:prstGeom prst="line">
                    <a:avLst/>
                  </a:prstGeom>
                  <a:noFill/>
                  <a:ln w="28575">
                    <a:solidFill>
                      <a:schemeClr val="tx1"/>
                    </a:solidFill>
                    <a:round/>
                    <a:headEnd type="none" w="med" len="med"/>
                    <a:tailEnd type="arrow" w="med" len="med"/>
                  </a:ln>
                  <a:extLst>
                    <a:ext uri="{909E8E84-426E-40DD-AFC4-6F175D3DCCD1}">
                      <a14:hiddenFill xmlns:a14="http://schemas.microsoft.com/office/drawing/2010/main">
                        <a:noFill/>
                      </a14:hiddenFill>
                    </a:ext>
                  </a:extLst>
                </p:spPr>
                <p:txBody>
                  <a:bodyPr wrap="none" anchor="ctr"/>
                  <a:lstStyle/>
                  <a:p>
                    <a:endParaRPr lang="en-US"/>
                  </a:p>
                </p:txBody>
              </p:sp>
              <p:cxnSp>
                <p:nvCxnSpPr>
                  <p:cNvPr id="110" name="Straight Arrow Connector 109"/>
                  <p:cNvCxnSpPr>
                    <a:stCxn id="109" idx="0"/>
                  </p:cNvCxnSpPr>
                  <p:nvPr/>
                </p:nvCxnSpPr>
                <p:spPr bwMode="auto">
                  <a:xfrm flipV="1">
                    <a:off x="1676900" y="2090703"/>
                    <a:ext cx="0" cy="2366000"/>
                  </a:xfrm>
                  <a:prstGeom prst="straightConnector1">
                    <a:avLst/>
                  </a:prstGeom>
                  <a:noFill/>
                  <a:ln w="28575" cap="flat" cmpd="sng" algn="ctr">
                    <a:solidFill>
                      <a:schemeClr val="tx1"/>
                    </a:solidFill>
                    <a:prstDash val="solid"/>
                    <a:round/>
                    <a:headEnd type="none" w="med" len="med"/>
                    <a:tailEnd type="arrow"/>
                  </a:ln>
                  <a:effectLst/>
                </p:spPr>
              </p:cxnSp>
            </p:grpSp>
            <p:sp>
              <p:nvSpPr>
                <p:cNvPr id="108" name="Freeform 107"/>
                <p:cNvSpPr/>
                <p:nvPr/>
              </p:nvSpPr>
              <p:spPr>
                <a:xfrm>
                  <a:off x="1985210" y="4824664"/>
                  <a:ext cx="902369" cy="445168"/>
                </a:xfrm>
                <a:custGeom>
                  <a:avLst/>
                  <a:gdLst>
                    <a:gd name="connsiteX0" fmla="*/ 0 w 902369"/>
                    <a:gd name="connsiteY0" fmla="*/ 445168 h 445168"/>
                    <a:gd name="connsiteX1" fmla="*/ 96253 w 902369"/>
                    <a:gd name="connsiteY1" fmla="*/ 156410 h 445168"/>
                    <a:gd name="connsiteX2" fmla="*/ 300790 w 902369"/>
                    <a:gd name="connsiteY2" fmla="*/ 0 h 445168"/>
                    <a:gd name="connsiteX3" fmla="*/ 601579 w 902369"/>
                    <a:gd name="connsiteY3" fmla="*/ 0 h 445168"/>
                    <a:gd name="connsiteX4" fmla="*/ 902369 w 902369"/>
                    <a:gd name="connsiteY4" fmla="*/ 144379 h 445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369" h="445168">
                      <a:moveTo>
                        <a:pt x="0" y="445168"/>
                      </a:moveTo>
                      <a:lnTo>
                        <a:pt x="96253" y="156410"/>
                      </a:lnTo>
                      <a:lnTo>
                        <a:pt x="300790" y="0"/>
                      </a:lnTo>
                      <a:lnTo>
                        <a:pt x="601579" y="0"/>
                      </a:lnTo>
                      <a:lnTo>
                        <a:pt x="902369" y="144379"/>
                      </a:lnTo>
                    </a:path>
                  </a:pathLst>
                </a:custGeom>
                <a:noFill/>
                <a:ln w="28575">
                  <a:solidFill>
                    <a:schemeClr val="tx1"/>
                  </a:solidFill>
                </a:ln>
              </p:spPr>
              <p:txBody>
                <a:bodyPr vert="horz" wrap="none" lIns="91440" tIns="45720" rIns="91440" bIns="45720" numCol="1" rtlCol="0" anchor="ctr" anchorCtr="0" compatLnSpc="1">
                  <a:prstTxWarp prst="textNoShape">
                    <a:avLst/>
                  </a:prstTxWarp>
                </a:bodyPr>
                <a:lstStyle/>
                <a:p>
                  <a:pPr algn="ctr" eaLnBrk="0" fontAlgn="base" hangingPunct="0">
                    <a:spcBef>
                      <a:spcPct val="0"/>
                    </a:spcBef>
                    <a:spcAft>
                      <a:spcPct val="0"/>
                    </a:spcAft>
                    <a:buClrTx/>
                  </a:pPr>
                  <a:endParaRPr lang="en-US" sz="1800" i="1">
                    <a:solidFill>
                      <a:schemeClr val="tx1"/>
                    </a:solidFill>
                    <a:latin typeface="Times New Roman" pitchFamily="18" charset="0"/>
                  </a:endParaRPr>
                </a:p>
              </p:txBody>
            </p:sp>
          </p:grpSp>
          <p:grpSp>
            <p:nvGrpSpPr>
              <p:cNvPr id="87" name="Group 86"/>
              <p:cNvGrpSpPr/>
              <p:nvPr/>
            </p:nvGrpSpPr>
            <p:grpSpPr>
              <a:xfrm>
                <a:off x="1880609" y="5212810"/>
                <a:ext cx="609605" cy="463216"/>
                <a:chOff x="1975701" y="4584032"/>
                <a:chExt cx="1008131" cy="692902"/>
              </a:xfrm>
            </p:grpSpPr>
            <p:grpSp>
              <p:nvGrpSpPr>
                <p:cNvPr id="103" name="Group 102"/>
                <p:cNvGrpSpPr/>
                <p:nvPr/>
              </p:nvGrpSpPr>
              <p:grpSpPr>
                <a:xfrm>
                  <a:off x="1975701" y="4584032"/>
                  <a:ext cx="1008131" cy="692902"/>
                  <a:chOff x="1676900" y="2090703"/>
                  <a:chExt cx="6349500" cy="2366001"/>
                </a:xfrm>
              </p:grpSpPr>
              <p:sp>
                <p:nvSpPr>
                  <p:cNvPr id="105" name="Line 5"/>
                  <p:cNvSpPr>
                    <a:spLocks noChangeShapeType="1"/>
                  </p:cNvSpPr>
                  <p:nvPr/>
                </p:nvSpPr>
                <p:spPr bwMode="auto">
                  <a:xfrm>
                    <a:off x="1676901" y="4456704"/>
                    <a:ext cx="6349499" cy="0"/>
                  </a:xfrm>
                  <a:prstGeom prst="line">
                    <a:avLst/>
                  </a:prstGeom>
                  <a:noFill/>
                  <a:ln w="28575">
                    <a:solidFill>
                      <a:schemeClr val="tx1"/>
                    </a:solidFill>
                    <a:round/>
                    <a:headEnd type="none" w="med" len="med"/>
                    <a:tailEnd type="arrow" w="med" len="med"/>
                  </a:ln>
                  <a:extLst>
                    <a:ext uri="{909E8E84-426E-40DD-AFC4-6F175D3DCCD1}">
                      <a14:hiddenFill xmlns:a14="http://schemas.microsoft.com/office/drawing/2010/main">
                        <a:noFill/>
                      </a14:hiddenFill>
                    </a:ext>
                  </a:extLst>
                </p:spPr>
                <p:txBody>
                  <a:bodyPr wrap="none" anchor="ctr"/>
                  <a:lstStyle/>
                  <a:p>
                    <a:endParaRPr lang="en-US"/>
                  </a:p>
                </p:txBody>
              </p:sp>
              <p:cxnSp>
                <p:nvCxnSpPr>
                  <p:cNvPr id="106" name="Straight Arrow Connector 105"/>
                  <p:cNvCxnSpPr>
                    <a:stCxn id="105" idx="0"/>
                  </p:cNvCxnSpPr>
                  <p:nvPr/>
                </p:nvCxnSpPr>
                <p:spPr bwMode="auto">
                  <a:xfrm flipV="1">
                    <a:off x="1676900" y="2090703"/>
                    <a:ext cx="0" cy="2366000"/>
                  </a:xfrm>
                  <a:prstGeom prst="straightConnector1">
                    <a:avLst/>
                  </a:prstGeom>
                  <a:noFill/>
                  <a:ln w="28575" cap="flat" cmpd="sng" algn="ctr">
                    <a:solidFill>
                      <a:schemeClr val="tx1"/>
                    </a:solidFill>
                    <a:prstDash val="solid"/>
                    <a:round/>
                    <a:headEnd type="none" w="med" len="med"/>
                    <a:tailEnd type="arrow"/>
                  </a:ln>
                  <a:effectLst/>
                </p:spPr>
              </p:cxnSp>
            </p:grpSp>
            <p:sp>
              <p:nvSpPr>
                <p:cNvPr id="104" name="Freeform 103"/>
                <p:cNvSpPr/>
                <p:nvPr/>
              </p:nvSpPr>
              <p:spPr>
                <a:xfrm>
                  <a:off x="1985210" y="4824664"/>
                  <a:ext cx="902369" cy="445168"/>
                </a:xfrm>
                <a:custGeom>
                  <a:avLst/>
                  <a:gdLst>
                    <a:gd name="connsiteX0" fmla="*/ 0 w 902369"/>
                    <a:gd name="connsiteY0" fmla="*/ 445168 h 445168"/>
                    <a:gd name="connsiteX1" fmla="*/ 96253 w 902369"/>
                    <a:gd name="connsiteY1" fmla="*/ 156410 h 445168"/>
                    <a:gd name="connsiteX2" fmla="*/ 300790 w 902369"/>
                    <a:gd name="connsiteY2" fmla="*/ 0 h 445168"/>
                    <a:gd name="connsiteX3" fmla="*/ 601579 w 902369"/>
                    <a:gd name="connsiteY3" fmla="*/ 0 h 445168"/>
                    <a:gd name="connsiteX4" fmla="*/ 902369 w 902369"/>
                    <a:gd name="connsiteY4" fmla="*/ 144379 h 445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369" h="445168">
                      <a:moveTo>
                        <a:pt x="0" y="445168"/>
                      </a:moveTo>
                      <a:lnTo>
                        <a:pt x="96253" y="156410"/>
                      </a:lnTo>
                      <a:lnTo>
                        <a:pt x="300790" y="0"/>
                      </a:lnTo>
                      <a:lnTo>
                        <a:pt x="601579" y="0"/>
                      </a:lnTo>
                      <a:lnTo>
                        <a:pt x="902369" y="144379"/>
                      </a:lnTo>
                    </a:path>
                  </a:pathLst>
                </a:custGeom>
                <a:noFill/>
                <a:ln w="28575">
                  <a:solidFill>
                    <a:schemeClr val="tx1"/>
                  </a:solidFill>
                </a:ln>
              </p:spPr>
              <p:txBody>
                <a:bodyPr vert="horz" wrap="none" lIns="91440" tIns="45720" rIns="91440" bIns="45720" numCol="1" rtlCol="0" anchor="ctr" anchorCtr="0" compatLnSpc="1">
                  <a:prstTxWarp prst="textNoShape">
                    <a:avLst/>
                  </a:prstTxWarp>
                </a:bodyPr>
                <a:lstStyle/>
                <a:p>
                  <a:pPr algn="ctr" eaLnBrk="0" fontAlgn="base" hangingPunct="0">
                    <a:spcBef>
                      <a:spcPct val="0"/>
                    </a:spcBef>
                    <a:spcAft>
                      <a:spcPct val="0"/>
                    </a:spcAft>
                    <a:buClrTx/>
                  </a:pPr>
                  <a:endParaRPr lang="en-US" sz="1800" i="1">
                    <a:solidFill>
                      <a:schemeClr val="tx1"/>
                    </a:solidFill>
                    <a:latin typeface="Times New Roman" pitchFamily="18" charset="0"/>
                  </a:endParaRPr>
                </a:p>
              </p:txBody>
            </p:sp>
          </p:grpSp>
          <p:grpSp>
            <p:nvGrpSpPr>
              <p:cNvPr id="88" name="Group 87"/>
              <p:cNvGrpSpPr/>
              <p:nvPr/>
            </p:nvGrpSpPr>
            <p:grpSpPr>
              <a:xfrm>
                <a:off x="1872008" y="4356564"/>
                <a:ext cx="609605" cy="463216"/>
                <a:chOff x="1975701" y="4584032"/>
                <a:chExt cx="1008131" cy="692902"/>
              </a:xfrm>
            </p:grpSpPr>
            <p:grpSp>
              <p:nvGrpSpPr>
                <p:cNvPr id="99" name="Group 98"/>
                <p:cNvGrpSpPr/>
                <p:nvPr/>
              </p:nvGrpSpPr>
              <p:grpSpPr>
                <a:xfrm>
                  <a:off x="1975701" y="4584032"/>
                  <a:ext cx="1008131" cy="692902"/>
                  <a:chOff x="1676900" y="2090703"/>
                  <a:chExt cx="6349500" cy="2366001"/>
                </a:xfrm>
              </p:grpSpPr>
              <p:sp>
                <p:nvSpPr>
                  <p:cNvPr id="101" name="Line 5"/>
                  <p:cNvSpPr>
                    <a:spLocks noChangeShapeType="1"/>
                  </p:cNvSpPr>
                  <p:nvPr/>
                </p:nvSpPr>
                <p:spPr bwMode="auto">
                  <a:xfrm>
                    <a:off x="1676901" y="4456704"/>
                    <a:ext cx="6349499" cy="0"/>
                  </a:xfrm>
                  <a:prstGeom prst="line">
                    <a:avLst/>
                  </a:prstGeom>
                  <a:noFill/>
                  <a:ln w="28575">
                    <a:solidFill>
                      <a:schemeClr val="tx1"/>
                    </a:solidFill>
                    <a:round/>
                    <a:headEnd type="none" w="med" len="med"/>
                    <a:tailEnd type="arrow" w="med" len="med"/>
                  </a:ln>
                  <a:extLst>
                    <a:ext uri="{909E8E84-426E-40DD-AFC4-6F175D3DCCD1}">
                      <a14:hiddenFill xmlns:a14="http://schemas.microsoft.com/office/drawing/2010/main">
                        <a:noFill/>
                      </a14:hiddenFill>
                    </a:ext>
                  </a:extLst>
                </p:spPr>
                <p:txBody>
                  <a:bodyPr wrap="none" anchor="ctr"/>
                  <a:lstStyle/>
                  <a:p>
                    <a:endParaRPr lang="en-US"/>
                  </a:p>
                </p:txBody>
              </p:sp>
              <p:cxnSp>
                <p:nvCxnSpPr>
                  <p:cNvPr id="102" name="Straight Arrow Connector 101"/>
                  <p:cNvCxnSpPr>
                    <a:stCxn id="101" idx="0"/>
                  </p:cNvCxnSpPr>
                  <p:nvPr/>
                </p:nvCxnSpPr>
                <p:spPr bwMode="auto">
                  <a:xfrm flipV="1">
                    <a:off x="1676900" y="2090703"/>
                    <a:ext cx="0" cy="2366000"/>
                  </a:xfrm>
                  <a:prstGeom prst="straightConnector1">
                    <a:avLst/>
                  </a:prstGeom>
                  <a:noFill/>
                  <a:ln w="28575" cap="flat" cmpd="sng" algn="ctr">
                    <a:solidFill>
                      <a:schemeClr val="tx1"/>
                    </a:solidFill>
                    <a:prstDash val="solid"/>
                    <a:round/>
                    <a:headEnd type="none" w="med" len="med"/>
                    <a:tailEnd type="arrow"/>
                  </a:ln>
                  <a:effectLst/>
                </p:spPr>
              </p:cxnSp>
            </p:grpSp>
            <p:sp>
              <p:nvSpPr>
                <p:cNvPr id="100" name="Freeform 99"/>
                <p:cNvSpPr/>
                <p:nvPr/>
              </p:nvSpPr>
              <p:spPr>
                <a:xfrm>
                  <a:off x="1985210" y="4824664"/>
                  <a:ext cx="902369" cy="445168"/>
                </a:xfrm>
                <a:custGeom>
                  <a:avLst/>
                  <a:gdLst>
                    <a:gd name="connsiteX0" fmla="*/ 0 w 902369"/>
                    <a:gd name="connsiteY0" fmla="*/ 445168 h 445168"/>
                    <a:gd name="connsiteX1" fmla="*/ 96253 w 902369"/>
                    <a:gd name="connsiteY1" fmla="*/ 156410 h 445168"/>
                    <a:gd name="connsiteX2" fmla="*/ 300790 w 902369"/>
                    <a:gd name="connsiteY2" fmla="*/ 0 h 445168"/>
                    <a:gd name="connsiteX3" fmla="*/ 601579 w 902369"/>
                    <a:gd name="connsiteY3" fmla="*/ 0 h 445168"/>
                    <a:gd name="connsiteX4" fmla="*/ 902369 w 902369"/>
                    <a:gd name="connsiteY4" fmla="*/ 144379 h 445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369" h="445168">
                      <a:moveTo>
                        <a:pt x="0" y="445168"/>
                      </a:moveTo>
                      <a:lnTo>
                        <a:pt x="96253" y="156410"/>
                      </a:lnTo>
                      <a:lnTo>
                        <a:pt x="300790" y="0"/>
                      </a:lnTo>
                      <a:lnTo>
                        <a:pt x="601579" y="0"/>
                      </a:lnTo>
                      <a:lnTo>
                        <a:pt x="902369" y="144379"/>
                      </a:lnTo>
                    </a:path>
                  </a:pathLst>
                </a:custGeom>
                <a:noFill/>
                <a:ln w="28575">
                  <a:solidFill>
                    <a:schemeClr val="tx1"/>
                  </a:solidFill>
                </a:ln>
              </p:spPr>
              <p:txBody>
                <a:bodyPr vert="horz" wrap="none" lIns="91440" tIns="45720" rIns="91440" bIns="45720" numCol="1" rtlCol="0" anchor="ctr" anchorCtr="0" compatLnSpc="1">
                  <a:prstTxWarp prst="textNoShape">
                    <a:avLst/>
                  </a:prstTxWarp>
                </a:bodyPr>
                <a:lstStyle/>
                <a:p>
                  <a:pPr algn="ctr" eaLnBrk="0" fontAlgn="base" hangingPunct="0">
                    <a:spcBef>
                      <a:spcPct val="0"/>
                    </a:spcBef>
                    <a:spcAft>
                      <a:spcPct val="0"/>
                    </a:spcAft>
                    <a:buClrTx/>
                  </a:pPr>
                  <a:endParaRPr lang="en-US" sz="1800" i="1">
                    <a:solidFill>
                      <a:schemeClr val="tx1"/>
                    </a:solidFill>
                    <a:latin typeface="Times New Roman" pitchFamily="18" charset="0"/>
                  </a:endParaRPr>
                </a:p>
              </p:txBody>
            </p:sp>
          </p:grpSp>
          <p:grpSp>
            <p:nvGrpSpPr>
              <p:cNvPr id="89" name="Group 88"/>
              <p:cNvGrpSpPr/>
              <p:nvPr/>
            </p:nvGrpSpPr>
            <p:grpSpPr>
              <a:xfrm>
                <a:off x="1824176" y="1854460"/>
                <a:ext cx="609605" cy="463216"/>
                <a:chOff x="1975701" y="4584032"/>
                <a:chExt cx="1008131" cy="692902"/>
              </a:xfrm>
            </p:grpSpPr>
            <p:grpSp>
              <p:nvGrpSpPr>
                <p:cNvPr id="95" name="Group 94"/>
                <p:cNvGrpSpPr/>
                <p:nvPr/>
              </p:nvGrpSpPr>
              <p:grpSpPr>
                <a:xfrm>
                  <a:off x="1975701" y="4584032"/>
                  <a:ext cx="1008131" cy="692902"/>
                  <a:chOff x="1676900" y="2090703"/>
                  <a:chExt cx="6349500" cy="2366001"/>
                </a:xfrm>
              </p:grpSpPr>
              <p:sp>
                <p:nvSpPr>
                  <p:cNvPr id="97" name="Line 5"/>
                  <p:cNvSpPr>
                    <a:spLocks noChangeShapeType="1"/>
                  </p:cNvSpPr>
                  <p:nvPr/>
                </p:nvSpPr>
                <p:spPr bwMode="auto">
                  <a:xfrm>
                    <a:off x="1676901" y="4456704"/>
                    <a:ext cx="6349499" cy="0"/>
                  </a:xfrm>
                  <a:prstGeom prst="line">
                    <a:avLst/>
                  </a:prstGeom>
                  <a:noFill/>
                  <a:ln w="28575">
                    <a:solidFill>
                      <a:schemeClr val="tx1"/>
                    </a:solidFill>
                    <a:round/>
                    <a:headEnd type="none" w="med" len="med"/>
                    <a:tailEnd type="arrow" w="med" len="med"/>
                  </a:ln>
                  <a:extLst>
                    <a:ext uri="{909E8E84-426E-40DD-AFC4-6F175D3DCCD1}">
                      <a14:hiddenFill xmlns:a14="http://schemas.microsoft.com/office/drawing/2010/main">
                        <a:noFill/>
                      </a14:hiddenFill>
                    </a:ext>
                  </a:extLst>
                </p:spPr>
                <p:txBody>
                  <a:bodyPr wrap="none" anchor="ctr"/>
                  <a:lstStyle/>
                  <a:p>
                    <a:endParaRPr lang="en-US"/>
                  </a:p>
                </p:txBody>
              </p:sp>
              <p:cxnSp>
                <p:nvCxnSpPr>
                  <p:cNvPr id="98" name="Straight Arrow Connector 97"/>
                  <p:cNvCxnSpPr>
                    <a:stCxn id="97" idx="0"/>
                  </p:cNvCxnSpPr>
                  <p:nvPr/>
                </p:nvCxnSpPr>
                <p:spPr bwMode="auto">
                  <a:xfrm flipV="1">
                    <a:off x="1676900" y="2090703"/>
                    <a:ext cx="0" cy="2366000"/>
                  </a:xfrm>
                  <a:prstGeom prst="straightConnector1">
                    <a:avLst/>
                  </a:prstGeom>
                  <a:noFill/>
                  <a:ln w="28575" cap="flat" cmpd="sng" algn="ctr">
                    <a:solidFill>
                      <a:schemeClr val="tx1"/>
                    </a:solidFill>
                    <a:prstDash val="solid"/>
                    <a:round/>
                    <a:headEnd type="none" w="med" len="med"/>
                    <a:tailEnd type="arrow"/>
                  </a:ln>
                  <a:effectLst/>
                </p:spPr>
              </p:cxnSp>
            </p:grpSp>
            <p:sp>
              <p:nvSpPr>
                <p:cNvPr id="96" name="Freeform 95"/>
                <p:cNvSpPr/>
                <p:nvPr/>
              </p:nvSpPr>
              <p:spPr>
                <a:xfrm>
                  <a:off x="1985210" y="4824664"/>
                  <a:ext cx="902369" cy="445168"/>
                </a:xfrm>
                <a:custGeom>
                  <a:avLst/>
                  <a:gdLst>
                    <a:gd name="connsiteX0" fmla="*/ 0 w 902369"/>
                    <a:gd name="connsiteY0" fmla="*/ 445168 h 445168"/>
                    <a:gd name="connsiteX1" fmla="*/ 96253 w 902369"/>
                    <a:gd name="connsiteY1" fmla="*/ 156410 h 445168"/>
                    <a:gd name="connsiteX2" fmla="*/ 300790 w 902369"/>
                    <a:gd name="connsiteY2" fmla="*/ 0 h 445168"/>
                    <a:gd name="connsiteX3" fmla="*/ 601579 w 902369"/>
                    <a:gd name="connsiteY3" fmla="*/ 0 h 445168"/>
                    <a:gd name="connsiteX4" fmla="*/ 902369 w 902369"/>
                    <a:gd name="connsiteY4" fmla="*/ 144379 h 445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369" h="445168">
                      <a:moveTo>
                        <a:pt x="0" y="445168"/>
                      </a:moveTo>
                      <a:lnTo>
                        <a:pt x="96253" y="156410"/>
                      </a:lnTo>
                      <a:lnTo>
                        <a:pt x="300790" y="0"/>
                      </a:lnTo>
                      <a:lnTo>
                        <a:pt x="601579" y="0"/>
                      </a:lnTo>
                      <a:lnTo>
                        <a:pt x="902369" y="144379"/>
                      </a:lnTo>
                    </a:path>
                  </a:pathLst>
                </a:custGeom>
                <a:noFill/>
                <a:ln w="28575">
                  <a:solidFill>
                    <a:schemeClr val="tx1"/>
                  </a:solidFill>
                </a:ln>
              </p:spPr>
              <p:txBody>
                <a:bodyPr vert="horz" wrap="none" lIns="91440" tIns="45720" rIns="91440" bIns="45720" numCol="1" rtlCol="0" anchor="ctr" anchorCtr="0" compatLnSpc="1">
                  <a:prstTxWarp prst="textNoShape">
                    <a:avLst/>
                  </a:prstTxWarp>
                </a:bodyPr>
                <a:lstStyle/>
                <a:p>
                  <a:pPr algn="ctr" eaLnBrk="0" fontAlgn="base" hangingPunct="0">
                    <a:spcBef>
                      <a:spcPct val="0"/>
                    </a:spcBef>
                    <a:spcAft>
                      <a:spcPct val="0"/>
                    </a:spcAft>
                    <a:buClrTx/>
                  </a:pPr>
                  <a:endParaRPr lang="en-US" sz="1800" i="1">
                    <a:solidFill>
                      <a:schemeClr val="tx1"/>
                    </a:solidFill>
                    <a:latin typeface="Times New Roman" pitchFamily="18" charset="0"/>
                  </a:endParaRPr>
                </a:p>
              </p:txBody>
            </p:sp>
          </p:grpSp>
          <p:grpSp>
            <p:nvGrpSpPr>
              <p:cNvPr id="90" name="Group 89"/>
              <p:cNvGrpSpPr/>
              <p:nvPr/>
            </p:nvGrpSpPr>
            <p:grpSpPr>
              <a:xfrm>
                <a:off x="1863407" y="2781763"/>
                <a:ext cx="609605" cy="463216"/>
                <a:chOff x="1975701" y="4584032"/>
                <a:chExt cx="1008131" cy="692902"/>
              </a:xfrm>
            </p:grpSpPr>
            <p:grpSp>
              <p:nvGrpSpPr>
                <p:cNvPr id="91" name="Group 90"/>
                <p:cNvGrpSpPr/>
                <p:nvPr/>
              </p:nvGrpSpPr>
              <p:grpSpPr>
                <a:xfrm>
                  <a:off x="1975701" y="4584032"/>
                  <a:ext cx="1008131" cy="692902"/>
                  <a:chOff x="1676900" y="2090703"/>
                  <a:chExt cx="6349500" cy="2366001"/>
                </a:xfrm>
              </p:grpSpPr>
              <p:sp>
                <p:nvSpPr>
                  <p:cNvPr id="93" name="Line 5"/>
                  <p:cNvSpPr>
                    <a:spLocks noChangeShapeType="1"/>
                  </p:cNvSpPr>
                  <p:nvPr/>
                </p:nvSpPr>
                <p:spPr bwMode="auto">
                  <a:xfrm>
                    <a:off x="1676901" y="4456704"/>
                    <a:ext cx="6349499" cy="0"/>
                  </a:xfrm>
                  <a:prstGeom prst="line">
                    <a:avLst/>
                  </a:prstGeom>
                  <a:noFill/>
                  <a:ln w="28575">
                    <a:solidFill>
                      <a:schemeClr val="tx1"/>
                    </a:solidFill>
                    <a:round/>
                    <a:headEnd type="none" w="med" len="med"/>
                    <a:tailEnd type="arrow" w="med" len="med"/>
                  </a:ln>
                  <a:extLst>
                    <a:ext uri="{909E8E84-426E-40DD-AFC4-6F175D3DCCD1}">
                      <a14:hiddenFill xmlns:a14="http://schemas.microsoft.com/office/drawing/2010/main">
                        <a:noFill/>
                      </a14:hiddenFill>
                    </a:ext>
                  </a:extLst>
                </p:spPr>
                <p:txBody>
                  <a:bodyPr wrap="none" anchor="ctr"/>
                  <a:lstStyle/>
                  <a:p>
                    <a:endParaRPr lang="en-US"/>
                  </a:p>
                </p:txBody>
              </p:sp>
              <p:cxnSp>
                <p:nvCxnSpPr>
                  <p:cNvPr id="94" name="Straight Arrow Connector 93"/>
                  <p:cNvCxnSpPr>
                    <a:stCxn id="93" idx="0"/>
                  </p:cNvCxnSpPr>
                  <p:nvPr/>
                </p:nvCxnSpPr>
                <p:spPr bwMode="auto">
                  <a:xfrm flipV="1">
                    <a:off x="1676900" y="2090703"/>
                    <a:ext cx="0" cy="2366000"/>
                  </a:xfrm>
                  <a:prstGeom prst="straightConnector1">
                    <a:avLst/>
                  </a:prstGeom>
                  <a:noFill/>
                  <a:ln w="28575" cap="flat" cmpd="sng" algn="ctr">
                    <a:solidFill>
                      <a:schemeClr val="tx1"/>
                    </a:solidFill>
                    <a:prstDash val="solid"/>
                    <a:round/>
                    <a:headEnd type="none" w="med" len="med"/>
                    <a:tailEnd type="arrow"/>
                  </a:ln>
                  <a:effectLst/>
                </p:spPr>
              </p:cxnSp>
            </p:grpSp>
            <p:sp>
              <p:nvSpPr>
                <p:cNvPr id="92" name="Freeform 91"/>
                <p:cNvSpPr/>
                <p:nvPr/>
              </p:nvSpPr>
              <p:spPr>
                <a:xfrm>
                  <a:off x="1985210" y="4824664"/>
                  <a:ext cx="902369" cy="445168"/>
                </a:xfrm>
                <a:custGeom>
                  <a:avLst/>
                  <a:gdLst>
                    <a:gd name="connsiteX0" fmla="*/ 0 w 902369"/>
                    <a:gd name="connsiteY0" fmla="*/ 445168 h 445168"/>
                    <a:gd name="connsiteX1" fmla="*/ 96253 w 902369"/>
                    <a:gd name="connsiteY1" fmla="*/ 156410 h 445168"/>
                    <a:gd name="connsiteX2" fmla="*/ 300790 w 902369"/>
                    <a:gd name="connsiteY2" fmla="*/ 0 h 445168"/>
                    <a:gd name="connsiteX3" fmla="*/ 601579 w 902369"/>
                    <a:gd name="connsiteY3" fmla="*/ 0 h 445168"/>
                    <a:gd name="connsiteX4" fmla="*/ 902369 w 902369"/>
                    <a:gd name="connsiteY4" fmla="*/ 144379 h 445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369" h="445168">
                      <a:moveTo>
                        <a:pt x="0" y="445168"/>
                      </a:moveTo>
                      <a:lnTo>
                        <a:pt x="96253" y="156410"/>
                      </a:lnTo>
                      <a:lnTo>
                        <a:pt x="300790" y="0"/>
                      </a:lnTo>
                      <a:lnTo>
                        <a:pt x="601579" y="0"/>
                      </a:lnTo>
                      <a:lnTo>
                        <a:pt x="902369" y="144379"/>
                      </a:lnTo>
                    </a:path>
                  </a:pathLst>
                </a:custGeom>
                <a:noFill/>
                <a:ln w="28575">
                  <a:solidFill>
                    <a:schemeClr val="tx1"/>
                  </a:solidFill>
                </a:ln>
              </p:spPr>
              <p:txBody>
                <a:bodyPr vert="horz" wrap="none" lIns="91440" tIns="45720" rIns="91440" bIns="45720" numCol="1" rtlCol="0" anchor="ctr" anchorCtr="0" compatLnSpc="1">
                  <a:prstTxWarp prst="textNoShape">
                    <a:avLst/>
                  </a:prstTxWarp>
                </a:bodyPr>
                <a:lstStyle/>
                <a:p>
                  <a:pPr algn="ctr" eaLnBrk="0" fontAlgn="base" hangingPunct="0">
                    <a:spcBef>
                      <a:spcPct val="0"/>
                    </a:spcBef>
                    <a:spcAft>
                      <a:spcPct val="0"/>
                    </a:spcAft>
                    <a:buClrTx/>
                  </a:pPr>
                  <a:endParaRPr lang="en-US" sz="1800" i="1">
                    <a:solidFill>
                      <a:schemeClr val="tx1"/>
                    </a:solidFill>
                    <a:latin typeface="Times New Roman" pitchFamily="18" charset="0"/>
                  </a:endParaRPr>
                </a:p>
              </p:txBody>
            </p:sp>
          </p:grpSp>
        </p:grpSp>
      </p:grpSp>
      <p:grpSp>
        <p:nvGrpSpPr>
          <p:cNvPr id="11" name="Group 10"/>
          <p:cNvGrpSpPr/>
          <p:nvPr/>
        </p:nvGrpSpPr>
        <p:grpSpPr>
          <a:xfrm>
            <a:off x="5754381" y="1338263"/>
            <a:ext cx="1560594" cy="5340350"/>
            <a:chOff x="4230381" y="1338263"/>
            <a:chExt cx="1560594" cy="5340350"/>
          </a:xfrm>
        </p:grpSpPr>
        <p:grpSp>
          <p:nvGrpSpPr>
            <p:cNvPr id="3" name="Group 26"/>
            <p:cNvGrpSpPr>
              <a:grpSpLocks/>
            </p:cNvGrpSpPr>
            <p:nvPr/>
          </p:nvGrpSpPr>
          <p:grpSpPr bwMode="auto">
            <a:xfrm>
              <a:off x="4230381" y="1338263"/>
              <a:ext cx="709613" cy="5340350"/>
              <a:chOff x="1796" y="843"/>
              <a:chExt cx="447" cy="3364"/>
            </a:xfrm>
          </p:grpSpPr>
          <p:pic>
            <p:nvPicPr>
              <p:cNvPr id="8218" name="Picture 9"/>
              <p:cNvPicPr>
                <a:picLocks noChangeAspect="1" noChangeArrowheads="1"/>
              </p:cNvPicPr>
              <p:nvPr/>
            </p:nvPicPr>
            <p:blipFill>
              <a:blip r:embed="rId4">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796" y="1011"/>
                <a:ext cx="447" cy="31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lgn="ctr">
                    <a:solidFill>
                      <a:srgbClr val="000000"/>
                    </a:solidFill>
                    <a:miter lim="800000"/>
                    <a:headEnd/>
                    <a:tailEnd/>
                  </a14:hiddenLine>
                </a:ext>
              </a:extLst>
            </p:spPr>
          </p:pic>
          <p:sp>
            <p:nvSpPr>
              <p:cNvPr id="8219" name="Text Box 17"/>
              <p:cNvSpPr txBox="1">
                <a:spLocks noChangeArrowheads="1"/>
              </p:cNvSpPr>
              <p:nvPr/>
            </p:nvSpPr>
            <p:spPr bwMode="auto">
              <a:xfrm>
                <a:off x="1864" y="843"/>
                <a:ext cx="267"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lgn="ctr">
                    <a:solidFill>
                      <a:srgbClr val="000000"/>
                    </a:solidFill>
                    <a:miter lim="800000"/>
                    <a:headEnd/>
                    <a:tailEnd/>
                  </a14:hiddenLine>
                </a:ext>
              </a:extLst>
            </p:spPr>
            <p:txBody>
              <a:bodyPr wrap="none">
                <a:spAutoFit/>
              </a:bodyPr>
              <a:lstStyle>
                <a:lvl1pPr>
                  <a:defRPr i="1">
                    <a:solidFill>
                      <a:schemeClr val="tx1"/>
                    </a:solidFill>
                    <a:latin typeface="Times New Roman" pitchFamily="18" charset="0"/>
                  </a:defRPr>
                </a:lvl1pPr>
                <a:lvl2pPr marL="742950" indent="-285750">
                  <a:defRPr i="1">
                    <a:solidFill>
                      <a:schemeClr val="tx1"/>
                    </a:solidFill>
                    <a:latin typeface="Times New Roman" pitchFamily="18" charset="0"/>
                  </a:defRPr>
                </a:lvl2pPr>
                <a:lvl3pPr marL="1143000" indent="-228600">
                  <a:defRPr i="1">
                    <a:solidFill>
                      <a:schemeClr val="tx1"/>
                    </a:solidFill>
                    <a:latin typeface="Times New Roman" pitchFamily="18" charset="0"/>
                  </a:defRPr>
                </a:lvl3pPr>
                <a:lvl4pPr marL="1600200" indent="-228600">
                  <a:defRPr i="1">
                    <a:solidFill>
                      <a:schemeClr val="tx1"/>
                    </a:solidFill>
                    <a:latin typeface="Times New Roman" pitchFamily="18" charset="0"/>
                  </a:defRPr>
                </a:lvl4pPr>
                <a:lvl5pPr marL="2057400" indent="-228600">
                  <a:defRPr i="1">
                    <a:solidFill>
                      <a:schemeClr val="tx1"/>
                    </a:solidFill>
                    <a:latin typeface="Times New Roman" pitchFamily="18" charset="0"/>
                  </a:defRPr>
                </a:lvl5pPr>
                <a:lvl6pPr marL="2514600" indent="-228600" algn="ctr" eaLnBrk="0" fontAlgn="base" hangingPunct="0">
                  <a:spcBef>
                    <a:spcPct val="0"/>
                  </a:spcBef>
                  <a:spcAft>
                    <a:spcPct val="0"/>
                  </a:spcAft>
                  <a:defRPr i="1">
                    <a:solidFill>
                      <a:schemeClr val="tx1"/>
                    </a:solidFill>
                    <a:latin typeface="Times New Roman" pitchFamily="18" charset="0"/>
                  </a:defRPr>
                </a:lvl6pPr>
                <a:lvl7pPr marL="2971800" indent="-228600" algn="ctr" eaLnBrk="0" fontAlgn="base" hangingPunct="0">
                  <a:spcBef>
                    <a:spcPct val="0"/>
                  </a:spcBef>
                  <a:spcAft>
                    <a:spcPct val="0"/>
                  </a:spcAft>
                  <a:defRPr i="1">
                    <a:solidFill>
                      <a:schemeClr val="tx1"/>
                    </a:solidFill>
                    <a:latin typeface="Times New Roman" pitchFamily="18" charset="0"/>
                  </a:defRPr>
                </a:lvl7pPr>
                <a:lvl8pPr marL="3429000" indent="-228600" algn="ctr" eaLnBrk="0" fontAlgn="base" hangingPunct="0">
                  <a:spcBef>
                    <a:spcPct val="0"/>
                  </a:spcBef>
                  <a:spcAft>
                    <a:spcPct val="0"/>
                  </a:spcAft>
                  <a:defRPr i="1">
                    <a:solidFill>
                      <a:schemeClr val="tx1"/>
                    </a:solidFill>
                    <a:latin typeface="Times New Roman" pitchFamily="18" charset="0"/>
                  </a:defRPr>
                </a:lvl8pPr>
                <a:lvl9pPr marL="3886200" indent="-228600" algn="ctr" eaLnBrk="0" fontAlgn="base" hangingPunct="0">
                  <a:spcBef>
                    <a:spcPct val="0"/>
                  </a:spcBef>
                  <a:spcAft>
                    <a:spcPct val="0"/>
                  </a:spcAft>
                  <a:defRPr i="1">
                    <a:solidFill>
                      <a:schemeClr val="tx1"/>
                    </a:solidFill>
                    <a:latin typeface="Times New Roman" pitchFamily="18" charset="0"/>
                  </a:defRPr>
                </a:lvl9pPr>
              </a:lstStyle>
              <a:p>
                <a:r>
                  <a:rPr lang="en-US" b="1" i="0" dirty="0"/>
                  <a:t>:15</a:t>
                </a:r>
              </a:p>
            </p:txBody>
          </p:sp>
        </p:grpSp>
        <p:grpSp>
          <p:nvGrpSpPr>
            <p:cNvPr id="112" name="Group 111"/>
            <p:cNvGrpSpPr/>
            <p:nvPr/>
          </p:nvGrpSpPr>
          <p:grpSpPr>
            <a:xfrm>
              <a:off x="5115905" y="1858460"/>
              <a:ext cx="675070" cy="4560799"/>
              <a:chOff x="1824176" y="1854460"/>
              <a:chExt cx="675070" cy="4560799"/>
            </a:xfrm>
          </p:grpSpPr>
          <p:grpSp>
            <p:nvGrpSpPr>
              <p:cNvPr id="113" name="Group 112"/>
              <p:cNvGrpSpPr/>
              <p:nvPr/>
            </p:nvGrpSpPr>
            <p:grpSpPr>
              <a:xfrm>
                <a:off x="1889641" y="5952043"/>
                <a:ext cx="609605" cy="463216"/>
                <a:chOff x="1975701" y="4584032"/>
                <a:chExt cx="1008131" cy="692902"/>
              </a:xfrm>
            </p:grpSpPr>
            <p:grpSp>
              <p:nvGrpSpPr>
                <p:cNvPr id="134" name="Group 133"/>
                <p:cNvGrpSpPr/>
                <p:nvPr/>
              </p:nvGrpSpPr>
              <p:grpSpPr>
                <a:xfrm>
                  <a:off x="1975701" y="4584032"/>
                  <a:ext cx="1008131" cy="692902"/>
                  <a:chOff x="1676900" y="2090703"/>
                  <a:chExt cx="6349500" cy="2366001"/>
                </a:xfrm>
              </p:grpSpPr>
              <p:sp>
                <p:nvSpPr>
                  <p:cNvPr id="136" name="Line 5"/>
                  <p:cNvSpPr>
                    <a:spLocks noChangeShapeType="1"/>
                  </p:cNvSpPr>
                  <p:nvPr/>
                </p:nvSpPr>
                <p:spPr bwMode="auto">
                  <a:xfrm>
                    <a:off x="1676901" y="4456704"/>
                    <a:ext cx="6349499" cy="0"/>
                  </a:xfrm>
                  <a:prstGeom prst="line">
                    <a:avLst/>
                  </a:prstGeom>
                  <a:noFill/>
                  <a:ln w="28575">
                    <a:solidFill>
                      <a:schemeClr val="tx1"/>
                    </a:solidFill>
                    <a:round/>
                    <a:headEnd type="none" w="med" len="med"/>
                    <a:tailEnd type="arrow" w="med" len="med"/>
                  </a:ln>
                  <a:extLst>
                    <a:ext uri="{909E8E84-426E-40DD-AFC4-6F175D3DCCD1}">
                      <a14:hiddenFill xmlns:a14="http://schemas.microsoft.com/office/drawing/2010/main">
                        <a:noFill/>
                      </a14:hiddenFill>
                    </a:ext>
                  </a:extLst>
                </p:spPr>
                <p:txBody>
                  <a:bodyPr wrap="none" anchor="ctr"/>
                  <a:lstStyle/>
                  <a:p>
                    <a:endParaRPr lang="en-US"/>
                  </a:p>
                </p:txBody>
              </p:sp>
              <p:cxnSp>
                <p:nvCxnSpPr>
                  <p:cNvPr id="137" name="Straight Arrow Connector 136"/>
                  <p:cNvCxnSpPr>
                    <a:stCxn id="136" idx="0"/>
                  </p:cNvCxnSpPr>
                  <p:nvPr/>
                </p:nvCxnSpPr>
                <p:spPr bwMode="auto">
                  <a:xfrm flipV="1">
                    <a:off x="1676900" y="2090703"/>
                    <a:ext cx="0" cy="2366000"/>
                  </a:xfrm>
                  <a:prstGeom prst="straightConnector1">
                    <a:avLst/>
                  </a:prstGeom>
                  <a:noFill/>
                  <a:ln w="28575" cap="flat" cmpd="sng" algn="ctr">
                    <a:solidFill>
                      <a:schemeClr val="tx1"/>
                    </a:solidFill>
                    <a:prstDash val="solid"/>
                    <a:round/>
                    <a:headEnd type="none" w="med" len="med"/>
                    <a:tailEnd type="arrow"/>
                  </a:ln>
                  <a:effectLst/>
                </p:spPr>
              </p:cxnSp>
            </p:grpSp>
            <p:sp>
              <p:nvSpPr>
                <p:cNvPr id="135" name="Freeform 134"/>
                <p:cNvSpPr/>
                <p:nvPr/>
              </p:nvSpPr>
              <p:spPr>
                <a:xfrm>
                  <a:off x="1985210" y="4824664"/>
                  <a:ext cx="902369" cy="445168"/>
                </a:xfrm>
                <a:custGeom>
                  <a:avLst/>
                  <a:gdLst>
                    <a:gd name="connsiteX0" fmla="*/ 0 w 902369"/>
                    <a:gd name="connsiteY0" fmla="*/ 445168 h 445168"/>
                    <a:gd name="connsiteX1" fmla="*/ 96253 w 902369"/>
                    <a:gd name="connsiteY1" fmla="*/ 156410 h 445168"/>
                    <a:gd name="connsiteX2" fmla="*/ 300790 w 902369"/>
                    <a:gd name="connsiteY2" fmla="*/ 0 h 445168"/>
                    <a:gd name="connsiteX3" fmla="*/ 601579 w 902369"/>
                    <a:gd name="connsiteY3" fmla="*/ 0 h 445168"/>
                    <a:gd name="connsiteX4" fmla="*/ 902369 w 902369"/>
                    <a:gd name="connsiteY4" fmla="*/ 144379 h 445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369" h="445168">
                      <a:moveTo>
                        <a:pt x="0" y="445168"/>
                      </a:moveTo>
                      <a:lnTo>
                        <a:pt x="96253" y="156410"/>
                      </a:lnTo>
                      <a:lnTo>
                        <a:pt x="300790" y="0"/>
                      </a:lnTo>
                      <a:lnTo>
                        <a:pt x="601579" y="0"/>
                      </a:lnTo>
                      <a:lnTo>
                        <a:pt x="902369" y="144379"/>
                      </a:lnTo>
                    </a:path>
                  </a:pathLst>
                </a:custGeom>
                <a:noFill/>
                <a:ln w="28575">
                  <a:solidFill>
                    <a:schemeClr val="tx1"/>
                  </a:solidFill>
                </a:ln>
              </p:spPr>
              <p:txBody>
                <a:bodyPr vert="horz" wrap="none" lIns="91440" tIns="45720" rIns="91440" bIns="45720" numCol="1" rtlCol="0" anchor="ctr" anchorCtr="0" compatLnSpc="1">
                  <a:prstTxWarp prst="textNoShape">
                    <a:avLst/>
                  </a:prstTxWarp>
                </a:bodyPr>
                <a:lstStyle/>
                <a:p>
                  <a:pPr algn="ctr" eaLnBrk="0" fontAlgn="base" hangingPunct="0">
                    <a:spcBef>
                      <a:spcPct val="0"/>
                    </a:spcBef>
                    <a:spcAft>
                      <a:spcPct val="0"/>
                    </a:spcAft>
                    <a:buClrTx/>
                  </a:pPr>
                  <a:endParaRPr lang="en-US" sz="1800" i="1">
                    <a:solidFill>
                      <a:schemeClr val="tx1"/>
                    </a:solidFill>
                    <a:latin typeface="Times New Roman" pitchFamily="18" charset="0"/>
                  </a:endParaRPr>
                </a:p>
              </p:txBody>
            </p:sp>
          </p:grpSp>
          <p:grpSp>
            <p:nvGrpSpPr>
              <p:cNvPr id="114" name="Group 113"/>
              <p:cNvGrpSpPr/>
              <p:nvPr/>
            </p:nvGrpSpPr>
            <p:grpSpPr>
              <a:xfrm>
                <a:off x="1880609" y="5212810"/>
                <a:ext cx="609605" cy="463216"/>
                <a:chOff x="1975701" y="4584032"/>
                <a:chExt cx="1008131" cy="692902"/>
              </a:xfrm>
            </p:grpSpPr>
            <p:grpSp>
              <p:nvGrpSpPr>
                <p:cNvPr id="130" name="Group 129"/>
                <p:cNvGrpSpPr/>
                <p:nvPr/>
              </p:nvGrpSpPr>
              <p:grpSpPr>
                <a:xfrm>
                  <a:off x="1975701" y="4584032"/>
                  <a:ext cx="1008131" cy="692902"/>
                  <a:chOff x="1676900" y="2090703"/>
                  <a:chExt cx="6349500" cy="2366001"/>
                </a:xfrm>
              </p:grpSpPr>
              <p:sp>
                <p:nvSpPr>
                  <p:cNvPr id="132" name="Line 5"/>
                  <p:cNvSpPr>
                    <a:spLocks noChangeShapeType="1"/>
                  </p:cNvSpPr>
                  <p:nvPr/>
                </p:nvSpPr>
                <p:spPr bwMode="auto">
                  <a:xfrm>
                    <a:off x="1676901" y="4456704"/>
                    <a:ext cx="6349499" cy="0"/>
                  </a:xfrm>
                  <a:prstGeom prst="line">
                    <a:avLst/>
                  </a:prstGeom>
                  <a:noFill/>
                  <a:ln w="28575">
                    <a:solidFill>
                      <a:schemeClr val="tx1"/>
                    </a:solidFill>
                    <a:round/>
                    <a:headEnd type="none" w="med" len="med"/>
                    <a:tailEnd type="arrow" w="med" len="med"/>
                  </a:ln>
                  <a:extLst>
                    <a:ext uri="{909E8E84-426E-40DD-AFC4-6F175D3DCCD1}">
                      <a14:hiddenFill xmlns:a14="http://schemas.microsoft.com/office/drawing/2010/main">
                        <a:noFill/>
                      </a14:hiddenFill>
                    </a:ext>
                  </a:extLst>
                </p:spPr>
                <p:txBody>
                  <a:bodyPr wrap="none" anchor="ctr"/>
                  <a:lstStyle/>
                  <a:p>
                    <a:endParaRPr lang="en-US"/>
                  </a:p>
                </p:txBody>
              </p:sp>
              <p:cxnSp>
                <p:nvCxnSpPr>
                  <p:cNvPr id="133" name="Straight Arrow Connector 132"/>
                  <p:cNvCxnSpPr>
                    <a:stCxn id="132" idx="0"/>
                  </p:cNvCxnSpPr>
                  <p:nvPr/>
                </p:nvCxnSpPr>
                <p:spPr bwMode="auto">
                  <a:xfrm flipV="1">
                    <a:off x="1676900" y="2090703"/>
                    <a:ext cx="0" cy="2366000"/>
                  </a:xfrm>
                  <a:prstGeom prst="straightConnector1">
                    <a:avLst/>
                  </a:prstGeom>
                  <a:noFill/>
                  <a:ln w="28575" cap="flat" cmpd="sng" algn="ctr">
                    <a:solidFill>
                      <a:schemeClr val="tx1"/>
                    </a:solidFill>
                    <a:prstDash val="solid"/>
                    <a:round/>
                    <a:headEnd type="none" w="med" len="med"/>
                    <a:tailEnd type="arrow"/>
                  </a:ln>
                  <a:effectLst/>
                </p:spPr>
              </p:cxnSp>
            </p:grpSp>
            <p:sp>
              <p:nvSpPr>
                <p:cNvPr id="131" name="Freeform 130"/>
                <p:cNvSpPr/>
                <p:nvPr/>
              </p:nvSpPr>
              <p:spPr>
                <a:xfrm>
                  <a:off x="1985210" y="4824664"/>
                  <a:ext cx="902369" cy="445168"/>
                </a:xfrm>
                <a:custGeom>
                  <a:avLst/>
                  <a:gdLst>
                    <a:gd name="connsiteX0" fmla="*/ 0 w 902369"/>
                    <a:gd name="connsiteY0" fmla="*/ 445168 h 445168"/>
                    <a:gd name="connsiteX1" fmla="*/ 96253 w 902369"/>
                    <a:gd name="connsiteY1" fmla="*/ 156410 h 445168"/>
                    <a:gd name="connsiteX2" fmla="*/ 300790 w 902369"/>
                    <a:gd name="connsiteY2" fmla="*/ 0 h 445168"/>
                    <a:gd name="connsiteX3" fmla="*/ 601579 w 902369"/>
                    <a:gd name="connsiteY3" fmla="*/ 0 h 445168"/>
                    <a:gd name="connsiteX4" fmla="*/ 902369 w 902369"/>
                    <a:gd name="connsiteY4" fmla="*/ 144379 h 445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369" h="445168">
                      <a:moveTo>
                        <a:pt x="0" y="445168"/>
                      </a:moveTo>
                      <a:lnTo>
                        <a:pt x="96253" y="156410"/>
                      </a:lnTo>
                      <a:lnTo>
                        <a:pt x="300790" y="0"/>
                      </a:lnTo>
                      <a:lnTo>
                        <a:pt x="601579" y="0"/>
                      </a:lnTo>
                      <a:lnTo>
                        <a:pt x="902369" y="144379"/>
                      </a:lnTo>
                    </a:path>
                  </a:pathLst>
                </a:custGeom>
                <a:noFill/>
                <a:ln w="28575">
                  <a:solidFill>
                    <a:schemeClr val="tx1"/>
                  </a:solidFill>
                </a:ln>
              </p:spPr>
              <p:txBody>
                <a:bodyPr vert="horz" wrap="none" lIns="91440" tIns="45720" rIns="91440" bIns="45720" numCol="1" rtlCol="0" anchor="ctr" anchorCtr="0" compatLnSpc="1">
                  <a:prstTxWarp prst="textNoShape">
                    <a:avLst/>
                  </a:prstTxWarp>
                </a:bodyPr>
                <a:lstStyle/>
                <a:p>
                  <a:pPr algn="ctr" eaLnBrk="0" fontAlgn="base" hangingPunct="0">
                    <a:spcBef>
                      <a:spcPct val="0"/>
                    </a:spcBef>
                    <a:spcAft>
                      <a:spcPct val="0"/>
                    </a:spcAft>
                    <a:buClrTx/>
                  </a:pPr>
                  <a:endParaRPr lang="en-US" sz="1800" i="1">
                    <a:solidFill>
                      <a:schemeClr val="tx1"/>
                    </a:solidFill>
                    <a:latin typeface="Times New Roman" pitchFamily="18" charset="0"/>
                  </a:endParaRPr>
                </a:p>
              </p:txBody>
            </p:sp>
          </p:grpSp>
          <p:grpSp>
            <p:nvGrpSpPr>
              <p:cNvPr id="115" name="Group 114"/>
              <p:cNvGrpSpPr/>
              <p:nvPr/>
            </p:nvGrpSpPr>
            <p:grpSpPr>
              <a:xfrm>
                <a:off x="1872008" y="4356564"/>
                <a:ext cx="609605" cy="463216"/>
                <a:chOff x="1975701" y="4584032"/>
                <a:chExt cx="1008131" cy="692902"/>
              </a:xfrm>
            </p:grpSpPr>
            <p:grpSp>
              <p:nvGrpSpPr>
                <p:cNvPr id="126" name="Group 125"/>
                <p:cNvGrpSpPr/>
                <p:nvPr/>
              </p:nvGrpSpPr>
              <p:grpSpPr>
                <a:xfrm>
                  <a:off x="1975701" y="4584032"/>
                  <a:ext cx="1008131" cy="692902"/>
                  <a:chOff x="1676900" y="2090703"/>
                  <a:chExt cx="6349500" cy="2366001"/>
                </a:xfrm>
              </p:grpSpPr>
              <p:sp>
                <p:nvSpPr>
                  <p:cNvPr id="128" name="Line 5"/>
                  <p:cNvSpPr>
                    <a:spLocks noChangeShapeType="1"/>
                  </p:cNvSpPr>
                  <p:nvPr/>
                </p:nvSpPr>
                <p:spPr bwMode="auto">
                  <a:xfrm>
                    <a:off x="1676901" y="4456704"/>
                    <a:ext cx="6349499" cy="0"/>
                  </a:xfrm>
                  <a:prstGeom prst="line">
                    <a:avLst/>
                  </a:prstGeom>
                  <a:noFill/>
                  <a:ln w="28575">
                    <a:solidFill>
                      <a:schemeClr val="tx1"/>
                    </a:solidFill>
                    <a:round/>
                    <a:headEnd type="none" w="med" len="med"/>
                    <a:tailEnd type="arrow" w="med" len="med"/>
                  </a:ln>
                  <a:extLst>
                    <a:ext uri="{909E8E84-426E-40DD-AFC4-6F175D3DCCD1}">
                      <a14:hiddenFill xmlns:a14="http://schemas.microsoft.com/office/drawing/2010/main">
                        <a:noFill/>
                      </a14:hiddenFill>
                    </a:ext>
                  </a:extLst>
                </p:spPr>
                <p:txBody>
                  <a:bodyPr wrap="none" anchor="ctr"/>
                  <a:lstStyle/>
                  <a:p>
                    <a:endParaRPr lang="en-US"/>
                  </a:p>
                </p:txBody>
              </p:sp>
              <p:cxnSp>
                <p:nvCxnSpPr>
                  <p:cNvPr id="129" name="Straight Arrow Connector 128"/>
                  <p:cNvCxnSpPr>
                    <a:stCxn id="128" idx="0"/>
                  </p:cNvCxnSpPr>
                  <p:nvPr/>
                </p:nvCxnSpPr>
                <p:spPr bwMode="auto">
                  <a:xfrm flipV="1">
                    <a:off x="1676900" y="2090703"/>
                    <a:ext cx="0" cy="2366000"/>
                  </a:xfrm>
                  <a:prstGeom prst="straightConnector1">
                    <a:avLst/>
                  </a:prstGeom>
                  <a:noFill/>
                  <a:ln w="28575" cap="flat" cmpd="sng" algn="ctr">
                    <a:solidFill>
                      <a:schemeClr val="tx1"/>
                    </a:solidFill>
                    <a:prstDash val="solid"/>
                    <a:round/>
                    <a:headEnd type="none" w="med" len="med"/>
                    <a:tailEnd type="arrow"/>
                  </a:ln>
                  <a:effectLst/>
                </p:spPr>
              </p:cxnSp>
            </p:grpSp>
            <p:sp>
              <p:nvSpPr>
                <p:cNvPr id="127" name="Freeform 126"/>
                <p:cNvSpPr/>
                <p:nvPr/>
              </p:nvSpPr>
              <p:spPr>
                <a:xfrm>
                  <a:off x="1985210" y="4824664"/>
                  <a:ext cx="902369" cy="445168"/>
                </a:xfrm>
                <a:custGeom>
                  <a:avLst/>
                  <a:gdLst>
                    <a:gd name="connsiteX0" fmla="*/ 0 w 902369"/>
                    <a:gd name="connsiteY0" fmla="*/ 445168 h 445168"/>
                    <a:gd name="connsiteX1" fmla="*/ 96253 w 902369"/>
                    <a:gd name="connsiteY1" fmla="*/ 156410 h 445168"/>
                    <a:gd name="connsiteX2" fmla="*/ 300790 w 902369"/>
                    <a:gd name="connsiteY2" fmla="*/ 0 h 445168"/>
                    <a:gd name="connsiteX3" fmla="*/ 601579 w 902369"/>
                    <a:gd name="connsiteY3" fmla="*/ 0 h 445168"/>
                    <a:gd name="connsiteX4" fmla="*/ 902369 w 902369"/>
                    <a:gd name="connsiteY4" fmla="*/ 144379 h 445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369" h="445168">
                      <a:moveTo>
                        <a:pt x="0" y="445168"/>
                      </a:moveTo>
                      <a:lnTo>
                        <a:pt x="96253" y="156410"/>
                      </a:lnTo>
                      <a:lnTo>
                        <a:pt x="300790" y="0"/>
                      </a:lnTo>
                      <a:lnTo>
                        <a:pt x="601579" y="0"/>
                      </a:lnTo>
                      <a:lnTo>
                        <a:pt x="902369" y="144379"/>
                      </a:lnTo>
                    </a:path>
                  </a:pathLst>
                </a:custGeom>
                <a:noFill/>
                <a:ln w="28575">
                  <a:solidFill>
                    <a:schemeClr val="tx1"/>
                  </a:solidFill>
                </a:ln>
              </p:spPr>
              <p:txBody>
                <a:bodyPr vert="horz" wrap="none" lIns="91440" tIns="45720" rIns="91440" bIns="45720" numCol="1" rtlCol="0" anchor="ctr" anchorCtr="0" compatLnSpc="1">
                  <a:prstTxWarp prst="textNoShape">
                    <a:avLst/>
                  </a:prstTxWarp>
                </a:bodyPr>
                <a:lstStyle/>
                <a:p>
                  <a:pPr algn="ctr" eaLnBrk="0" fontAlgn="base" hangingPunct="0">
                    <a:spcBef>
                      <a:spcPct val="0"/>
                    </a:spcBef>
                    <a:spcAft>
                      <a:spcPct val="0"/>
                    </a:spcAft>
                    <a:buClrTx/>
                  </a:pPr>
                  <a:endParaRPr lang="en-US" sz="1800" i="1">
                    <a:solidFill>
                      <a:schemeClr val="tx1"/>
                    </a:solidFill>
                    <a:latin typeface="Times New Roman" pitchFamily="18" charset="0"/>
                  </a:endParaRPr>
                </a:p>
              </p:txBody>
            </p:sp>
          </p:grpSp>
          <p:grpSp>
            <p:nvGrpSpPr>
              <p:cNvPr id="116" name="Group 115"/>
              <p:cNvGrpSpPr/>
              <p:nvPr/>
            </p:nvGrpSpPr>
            <p:grpSpPr>
              <a:xfrm>
                <a:off x="1824176" y="1854460"/>
                <a:ext cx="609605" cy="463216"/>
                <a:chOff x="1975701" y="4584032"/>
                <a:chExt cx="1008131" cy="692902"/>
              </a:xfrm>
            </p:grpSpPr>
            <p:grpSp>
              <p:nvGrpSpPr>
                <p:cNvPr id="122" name="Group 121"/>
                <p:cNvGrpSpPr/>
                <p:nvPr/>
              </p:nvGrpSpPr>
              <p:grpSpPr>
                <a:xfrm>
                  <a:off x="1975701" y="4584032"/>
                  <a:ext cx="1008131" cy="692902"/>
                  <a:chOff x="1676900" y="2090703"/>
                  <a:chExt cx="6349500" cy="2366001"/>
                </a:xfrm>
              </p:grpSpPr>
              <p:sp>
                <p:nvSpPr>
                  <p:cNvPr id="124" name="Line 5"/>
                  <p:cNvSpPr>
                    <a:spLocks noChangeShapeType="1"/>
                  </p:cNvSpPr>
                  <p:nvPr/>
                </p:nvSpPr>
                <p:spPr bwMode="auto">
                  <a:xfrm>
                    <a:off x="1676901" y="4456704"/>
                    <a:ext cx="6349499" cy="0"/>
                  </a:xfrm>
                  <a:prstGeom prst="line">
                    <a:avLst/>
                  </a:prstGeom>
                  <a:noFill/>
                  <a:ln w="28575">
                    <a:solidFill>
                      <a:schemeClr val="tx1"/>
                    </a:solidFill>
                    <a:round/>
                    <a:headEnd type="none" w="med" len="med"/>
                    <a:tailEnd type="arrow" w="med" len="med"/>
                  </a:ln>
                  <a:extLst>
                    <a:ext uri="{909E8E84-426E-40DD-AFC4-6F175D3DCCD1}">
                      <a14:hiddenFill xmlns:a14="http://schemas.microsoft.com/office/drawing/2010/main">
                        <a:noFill/>
                      </a14:hiddenFill>
                    </a:ext>
                  </a:extLst>
                </p:spPr>
                <p:txBody>
                  <a:bodyPr wrap="none" anchor="ctr"/>
                  <a:lstStyle/>
                  <a:p>
                    <a:endParaRPr lang="en-US"/>
                  </a:p>
                </p:txBody>
              </p:sp>
              <p:cxnSp>
                <p:nvCxnSpPr>
                  <p:cNvPr id="125" name="Straight Arrow Connector 124"/>
                  <p:cNvCxnSpPr>
                    <a:stCxn id="124" idx="0"/>
                  </p:cNvCxnSpPr>
                  <p:nvPr/>
                </p:nvCxnSpPr>
                <p:spPr bwMode="auto">
                  <a:xfrm flipV="1">
                    <a:off x="1676900" y="2090703"/>
                    <a:ext cx="0" cy="2366000"/>
                  </a:xfrm>
                  <a:prstGeom prst="straightConnector1">
                    <a:avLst/>
                  </a:prstGeom>
                  <a:noFill/>
                  <a:ln w="28575" cap="flat" cmpd="sng" algn="ctr">
                    <a:solidFill>
                      <a:schemeClr val="tx1"/>
                    </a:solidFill>
                    <a:prstDash val="solid"/>
                    <a:round/>
                    <a:headEnd type="none" w="med" len="med"/>
                    <a:tailEnd type="arrow"/>
                  </a:ln>
                  <a:effectLst/>
                </p:spPr>
              </p:cxnSp>
            </p:grpSp>
            <p:sp>
              <p:nvSpPr>
                <p:cNvPr id="123" name="Freeform 122"/>
                <p:cNvSpPr/>
                <p:nvPr/>
              </p:nvSpPr>
              <p:spPr>
                <a:xfrm>
                  <a:off x="1985210" y="4824664"/>
                  <a:ext cx="902369" cy="445168"/>
                </a:xfrm>
                <a:custGeom>
                  <a:avLst/>
                  <a:gdLst>
                    <a:gd name="connsiteX0" fmla="*/ 0 w 902369"/>
                    <a:gd name="connsiteY0" fmla="*/ 445168 h 445168"/>
                    <a:gd name="connsiteX1" fmla="*/ 96253 w 902369"/>
                    <a:gd name="connsiteY1" fmla="*/ 156410 h 445168"/>
                    <a:gd name="connsiteX2" fmla="*/ 300790 w 902369"/>
                    <a:gd name="connsiteY2" fmla="*/ 0 h 445168"/>
                    <a:gd name="connsiteX3" fmla="*/ 601579 w 902369"/>
                    <a:gd name="connsiteY3" fmla="*/ 0 h 445168"/>
                    <a:gd name="connsiteX4" fmla="*/ 902369 w 902369"/>
                    <a:gd name="connsiteY4" fmla="*/ 144379 h 445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369" h="445168">
                      <a:moveTo>
                        <a:pt x="0" y="445168"/>
                      </a:moveTo>
                      <a:lnTo>
                        <a:pt x="96253" y="156410"/>
                      </a:lnTo>
                      <a:lnTo>
                        <a:pt x="300790" y="0"/>
                      </a:lnTo>
                      <a:lnTo>
                        <a:pt x="601579" y="0"/>
                      </a:lnTo>
                      <a:lnTo>
                        <a:pt x="902369" y="144379"/>
                      </a:lnTo>
                    </a:path>
                  </a:pathLst>
                </a:custGeom>
                <a:noFill/>
                <a:ln w="28575">
                  <a:solidFill>
                    <a:schemeClr val="tx1"/>
                  </a:solidFill>
                </a:ln>
              </p:spPr>
              <p:txBody>
                <a:bodyPr vert="horz" wrap="none" lIns="91440" tIns="45720" rIns="91440" bIns="45720" numCol="1" rtlCol="0" anchor="ctr" anchorCtr="0" compatLnSpc="1">
                  <a:prstTxWarp prst="textNoShape">
                    <a:avLst/>
                  </a:prstTxWarp>
                </a:bodyPr>
                <a:lstStyle/>
                <a:p>
                  <a:pPr algn="ctr" eaLnBrk="0" fontAlgn="base" hangingPunct="0">
                    <a:spcBef>
                      <a:spcPct val="0"/>
                    </a:spcBef>
                    <a:spcAft>
                      <a:spcPct val="0"/>
                    </a:spcAft>
                    <a:buClrTx/>
                  </a:pPr>
                  <a:endParaRPr lang="en-US" sz="1800" i="1">
                    <a:solidFill>
                      <a:schemeClr val="tx1"/>
                    </a:solidFill>
                    <a:latin typeface="Times New Roman" pitchFamily="18" charset="0"/>
                  </a:endParaRPr>
                </a:p>
              </p:txBody>
            </p:sp>
          </p:grpSp>
          <p:grpSp>
            <p:nvGrpSpPr>
              <p:cNvPr id="117" name="Group 116"/>
              <p:cNvGrpSpPr/>
              <p:nvPr/>
            </p:nvGrpSpPr>
            <p:grpSpPr>
              <a:xfrm>
                <a:off x="1863407" y="2781763"/>
                <a:ext cx="609605" cy="463216"/>
                <a:chOff x="1975701" y="4584032"/>
                <a:chExt cx="1008131" cy="692902"/>
              </a:xfrm>
            </p:grpSpPr>
            <p:grpSp>
              <p:nvGrpSpPr>
                <p:cNvPr id="118" name="Group 117"/>
                <p:cNvGrpSpPr/>
                <p:nvPr/>
              </p:nvGrpSpPr>
              <p:grpSpPr>
                <a:xfrm>
                  <a:off x="1975701" y="4584032"/>
                  <a:ext cx="1008131" cy="692902"/>
                  <a:chOff x="1676900" y="2090703"/>
                  <a:chExt cx="6349500" cy="2366001"/>
                </a:xfrm>
              </p:grpSpPr>
              <p:sp>
                <p:nvSpPr>
                  <p:cNvPr id="120" name="Line 5"/>
                  <p:cNvSpPr>
                    <a:spLocks noChangeShapeType="1"/>
                  </p:cNvSpPr>
                  <p:nvPr/>
                </p:nvSpPr>
                <p:spPr bwMode="auto">
                  <a:xfrm>
                    <a:off x="1676901" y="4456704"/>
                    <a:ext cx="6349499" cy="0"/>
                  </a:xfrm>
                  <a:prstGeom prst="line">
                    <a:avLst/>
                  </a:prstGeom>
                  <a:noFill/>
                  <a:ln w="28575">
                    <a:solidFill>
                      <a:schemeClr val="tx1"/>
                    </a:solidFill>
                    <a:round/>
                    <a:headEnd type="none" w="med" len="med"/>
                    <a:tailEnd type="arrow" w="med" len="med"/>
                  </a:ln>
                  <a:extLst>
                    <a:ext uri="{909E8E84-426E-40DD-AFC4-6F175D3DCCD1}">
                      <a14:hiddenFill xmlns:a14="http://schemas.microsoft.com/office/drawing/2010/main">
                        <a:noFill/>
                      </a14:hiddenFill>
                    </a:ext>
                  </a:extLst>
                </p:spPr>
                <p:txBody>
                  <a:bodyPr wrap="none" anchor="ctr"/>
                  <a:lstStyle/>
                  <a:p>
                    <a:endParaRPr lang="en-US"/>
                  </a:p>
                </p:txBody>
              </p:sp>
              <p:cxnSp>
                <p:nvCxnSpPr>
                  <p:cNvPr id="121" name="Straight Arrow Connector 120"/>
                  <p:cNvCxnSpPr>
                    <a:stCxn id="120" idx="0"/>
                  </p:cNvCxnSpPr>
                  <p:nvPr/>
                </p:nvCxnSpPr>
                <p:spPr bwMode="auto">
                  <a:xfrm flipV="1">
                    <a:off x="1676900" y="2090703"/>
                    <a:ext cx="0" cy="2366000"/>
                  </a:xfrm>
                  <a:prstGeom prst="straightConnector1">
                    <a:avLst/>
                  </a:prstGeom>
                  <a:noFill/>
                  <a:ln w="28575" cap="flat" cmpd="sng" algn="ctr">
                    <a:solidFill>
                      <a:schemeClr val="tx1"/>
                    </a:solidFill>
                    <a:prstDash val="solid"/>
                    <a:round/>
                    <a:headEnd type="none" w="med" len="med"/>
                    <a:tailEnd type="arrow"/>
                  </a:ln>
                  <a:effectLst/>
                </p:spPr>
              </p:cxnSp>
            </p:grpSp>
            <p:sp>
              <p:nvSpPr>
                <p:cNvPr id="119" name="Freeform 118"/>
                <p:cNvSpPr/>
                <p:nvPr/>
              </p:nvSpPr>
              <p:spPr>
                <a:xfrm>
                  <a:off x="1985210" y="4824664"/>
                  <a:ext cx="902369" cy="445168"/>
                </a:xfrm>
                <a:custGeom>
                  <a:avLst/>
                  <a:gdLst>
                    <a:gd name="connsiteX0" fmla="*/ 0 w 902369"/>
                    <a:gd name="connsiteY0" fmla="*/ 445168 h 445168"/>
                    <a:gd name="connsiteX1" fmla="*/ 96253 w 902369"/>
                    <a:gd name="connsiteY1" fmla="*/ 156410 h 445168"/>
                    <a:gd name="connsiteX2" fmla="*/ 300790 w 902369"/>
                    <a:gd name="connsiteY2" fmla="*/ 0 h 445168"/>
                    <a:gd name="connsiteX3" fmla="*/ 601579 w 902369"/>
                    <a:gd name="connsiteY3" fmla="*/ 0 h 445168"/>
                    <a:gd name="connsiteX4" fmla="*/ 902369 w 902369"/>
                    <a:gd name="connsiteY4" fmla="*/ 144379 h 445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369" h="445168">
                      <a:moveTo>
                        <a:pt x="0" y="445168"/>
                      </a:moveTo>
                      <a:lnTo>
                        <a:pt x="96253" y="156410"/>
                      </a:lnTo>
                      <a:lnTo>
                        <a:pt x="300790" y="0"/>
                      </a:lnTo>
                      <a:lnTo>
                        <a:pt x="601579" y="0"/>
                      </a:lnTo>
                      <a:lnTo>
                        <a:pt x="902369" y="144379"/>
                      </a:lnTo>
                    </a:path>
                  </a:pathLst>
                </a:custGeom>
                <a:noFill/>
                <a:ln w="28575">
                  <a:solidFill>
                    <a:schemeClr val="tx1"/>
                  </a:solidFill>
                </a:ln>
              </p:spPr>
              <p:txBody>
                <a:bodyPr vert="horz" wrap="none" lIns="91440" tIns="45720" rIns="91440" bIns="45720" numCol="1" rtlCol="0" anchor="ctr" anchorCtr="0" compatLnSpc="1">
                  <a:prstTxWarp prst="textNoShape">
                    <a:avLst/>
                  </a:prstTxWarp>
                </a:bodyPr>
                <a:lstStyle/>
                <a:p>
                  <a:pPr algn="ctr" eaLnBrk="0" fontAlgn="base" hangingPunct="0">
                    <a:spcBef>
                      <a:spcPct val="0"/>
                    </a:spcBef>
                    <a:spcAft>
                      <a:spcPct val="0"/>
                    </a:spcAft>
                    <a:buClrTx/>
                  </a:pPr>
                  <a:endParaRPr lang="en-US" sz="1800" i="1">
                    <a:solidFill>
                      <a:schemeClr val="tx1"/>
                    </a:solidFill>
                    <a:latin typeface="Times New Roman" pitchFamily="18" charset="0"/>
                  </a:endParaRPr>
                </a:p>
              </p:txBody>
            </p:sp>
          </p:grpSp>
        </p:grpSp>
      </p:grpSp>
      <p:grpSp>
        <p:nvGrpSpPr>
          <p:cNvPr id="12" name="Group 11"/>
          <p:cNvGrpSpPr/>
          <p:nvPr/>
        </p:nvGrpSpPr>
        <p:grpSpPr>
          <a:xfrm>
            <a:off x="7513913" y="1339850"/>
            <a:ext cx="1565750" cy="5327650"/>
            <a:chOff x="5989913" y="1339850"/>
            <a:chExt cx="1565750" cy="5327650"/>
          </a:xfrm>
        </p:grpSpPr>
        <p:grpSp>
          <p:nvGrpSpPr>
            <p:cNvPr id="4" name="Group 27"/>
            <p:cNvGrpSpPr>
              <a:grpSpLocks/>
            </p:cNvGrpSpPr>
            <p:nvPr/>
          </p:nvGrpSpPr>
          <p:grpSpPr bwMode="auto">
            <a:xfrm>
              <a:off x="5989913" y="1339850"/>
              <a:ext cx="709612" cy="5327650"/>
              <a:chOff x="2389" y="844"/>
              <a:chExt cx="447" cy="3356"/>
            </a:xfrm>
          </p:grpSpPr>
          <p:pic>
            <p:nvPicPr>
              <p:cNvPr id="8216" name="Picture 11"/>
              <p:cNvPicPr>
                <a:picLocks noChangeAspect="1" noChangeArrowheads="1"/>
              </p:cNvPicPr>
              <p:nvPr/>
            </p:nvPicPr>
            <p:blipFill>
              <a:blip r:embed="rId4">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2389" y="1004"/>
                <a:ext cx="447" cy="31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lgn="ctr">
                    <a:solidFill>
                      <a:srgbClr val="000000"/>
                    </a:solidFill>
                    <a:miter lim="800000"/>
                    <a:headEnd/>
                    <a:tailEnd/>
                  </a14:hiddenLine>
                </a:ext>
              </a:extLst>
            </p:spPr>
          </p:pic>
          <p:sp>
            <p:nvSpPr>
              <p:cNvPr id="8217" name="Text Box 18"/>
              <p:cNvSpPr txBox="1">
                <a:spLocks noChangeArrowheads="1"/>
              </p:cNvSpPr>
              <p:nvPr/>
            </p:nvSpPr>
            <p:spPr bwMode="auto">
              <a:xfrm>
                <a:off x="2449" y="844"/>
                <a:ext cx="267"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lgn="ctr">
                    <a:solidFill>
                      <a:srgbClr val="000000"/>
                    </a:solidFill>
                    <a:miter lim="800000"/>
                    <a:headEnd/>
                    <a:tailEnd/>
                  </a14:hiddenLine>
                </a:ext>
              </a:extLst>
            </p:spPr>
            <p:txBody>
              <a:bodyPr wrap="none">
                <a:spAutoFit/>
              </a:bodyPr>
              <a:lstStyle>
                <a:lvl1pPr>
                  <a:defRPr i="1">
                    <a:solidFill>
                      <a:schemeClr val="tx1"/>
                    </a:solidFill>
                    <a:latin typeface="Times New Roman" pitchFamily="18" charset="0"/>
                  </a:defRPr>
                </a:lvl1pPr>
                <a:lvl2pPr marL="742950" indent="-285750">
                  <a:defRPr i="1">
                    <a:solidFill>
                      <a:schemeClr val="tx1"/>
                    </a:solidFill>
                    <a:latin typeface="Times New Roman" pitchFamily="18" charset="0"/>
                  </a:defRPr>
                </a:lvl2pPr>
                <a:lvl3pPr marL="1143000" indent="-228600">
                  <a:defRPr i="1">
                    <a:solidFill>
                      <a:schemeClr val="tx1"/>
                    </a:solidFill>
                    <a:latin typeface="Times New Roman" pitchFamily="18" charset="0"/>
                  </a:defRPr>
                </a:lvl3pPr>
                <a:lvl4pPr marL="1600200" indent="-228600">
                  <a:defRPr i="1">
                    <a:solidFill>
                      <a:schemeClr val="tx1"/>
                    </a:solidFill>
                    <a:latin typeface="Times New Roman" pitchFamily="18" charset="0"/>
                  </a:defRPr>
                </a:lvl4pPr>
                <a:lvl5pPr marL="2057400" indent="-228600">
                  <a:defRPr i="1">
                    <a:solidFill>
                      <a:schemeClr val="tx1"/>
                    </a:solidFill>
                    <a:latin typeface="Times New Roman" pitchFamily="18" charset="0"/>
                  </a:defRPr>
                </a:lvl5pPr>
                <a:lvl6pPr marL="2514600" indent="-228600" algn="ctr" eaLnBrk="0" fontAlgn="base" hangingPunct="0">
                  <a:spcBef>
                    <a:spcPct val="0"/>
                  </a:spcBef>
                  <a:spcAft>
                    <a:spcPct val="0"/>
                  </a:spcAft>
                  <a:defRPr i="1">
                    <a:solidFill>
                      <a:schemeClr val="tx1"/>
                    </a:solidFill>
                    <a:latin typeface="Times New Roman" pitchFamily="18" charset="0"/>
                  </a:defRPr>
                </a:lvl6pPr>
                <a:lvl7pPr marL="2971800" indent="-228600" algn="ctr" eaLnBrk="0" fontAlgn="base" hangingPunct="0">
                  <a:spcBef>
                    <a:spcPct val="0"/>
                  </a:spcBef>
                  <a:spcAft>
                    <a:spcPct val="0"/>
                  </a:spcAft>
                  <a:defRPr i="1">
                    <a:solidFill>
                      <a:schemeClr val="tx1"/>
                    </a:solidFill>
                    <a:latin typeface="Times New Roman" pitchFamily="18" charset="0"/>
                  </a:defRPr>
                </a:lvl7pPr>
                <a:lvl8pPr marL="3429000" indent="-228600" algn="ctr" eaLnBrk="0" fontAlgn="base" hangingPunct="0">
                  <a:spcBef>
                    <a:spcPct val="0"/>
                  </a:spcBef>
                  <a:spcAft>
                    <a:spcPct val="0"/>
                  </a:spcAft>
                  <a:defRPr i="1">
                    <a:solidFill>
                      <a:schemeClr val="tx1"/>
                    </a:solidFill>
                    <a:latin typeface="Times New Roman" pitchFamily="18" charset="0"/>
                  </a:defRPr>
                </a:lvl8pPr>
                <a:lvl9pPr marL="3886200" indent="-228600" algn="ctr" eaLnBrk="0" fontAlgn="base" hangingPunct="0">
                  <a:spcBef>
                    <a:spcPct val="0"/>
                  </a:spcBef>
                  <a:spcAft>
                    <a:spcPct val="0"/>
                  </a:spcAft>
                  <a:defRPr i="1">
                    <a:solidFill>
                      <a:schemeClr val="tx1"/>
                    </a:solidFill>
                    <a:latin typeface="Times New Roman" pitchFamily="18" charset="0"/>
                  </a:defRPr>
                </a:lvl9pPr>
              </a:lstStyle>
              <a:p>
                <a:r>
                  <a:rPr lang="en-US" b="1" i="0" dirty="0"/>
                  <a:t>:20</a:t>
                </a:r>
              </a:p>
            </p:txBody>
          </p:sp>
        </p:grpSp>
        <p:grpSp>
          <p:nvGrpSpPr>
            <p:cNvPr id="138" name="Group 137"/>
            <p:cNvGrpSpPr/>
            <p:nvPr/>
          </p:nvGrpSpPr>
          <p:grpSpPr>
            <a:xfrm>
              <a:off x="6880593" y="1854444"/>
              <a:ext cx="675070" cy="4560799"/>
              <a:chOff x="1824176" y="1854460"/>
              <a:chExt cx="675070" cy="4560799"/>
            </a:xfrm>
          </p:grpSpPr>
          <p:grpSp>
            <p:nvGrpSpPr>
              <p:cNvPr id="139" name="Group 138"/>
              <p:cNvGrpSpPr/>
              <p:nvPr/>
            </p:nvGrpSpPr>
            <p:grpSpPr>
              <a:xfrm>
                <a:off x="1889641" y="5952043"/>
                <a:ext cx="609605" cy="463216"/>
                <a:chOff x="1975701" y="4584032"/>
                <a:chExt cx="1008131" cy="692902"/>
              </a:xfrm>
            </p:grpSpPr>
            <p:grpSp>
              <p:nvGrpSpPr>
                <p:cNvPr id="160" name="Group 159"/>
                <p:cNvGrpSpPr/>
                <p:nvPr/>
              </p:nvGrpSpPr>
              <p:grpSpPr>
                <a:xfrm>
                  <a:off x="1975701" y="4584032"/>
                  <a:ext cx="1008131" cy="692902"/>
                  <a:chOff x="1676900" y="2090703"/>
                  <a:chExt cx="6349500" cy="2366001"/>
                </a:xfrm>
              </p:grpSpPr>
              <p:sp>
                <p:nvSpPr>
                  <p:cNvPr id="162" name="Line 5"/>
                  <p:cNvSpPr>
                    <a:spLocks noChangeShapeType="1"/>
                  </p:cNvSpPr>
                  <p:nvPr/>
                </p:nvSpPr>
                <p:spPr bwMode="auto">
                  <a:xfrm>
                    <a:off x="1676901" y="4456704"/>
                    <a:ext cx="6349499" cy="0"/>
                  </a:xfrm>
                  <a:prstGeom prst="line">
                    <a:avLst/>
                  </a:prstGeom>
                  <a:noFill/>
                  <a:ln w="28575">
                    <a:solidFill>
                      <a:schemeClr val="tx1"/>
                    </a:solidFill>
                    <a:round/>
                    <a:headEnd type="none" w="med" len="med"/>
                    <a:tailEnd type="arrow" w="med" len="med"/>
                  </a:ln>
                  <a:extLst>
                    <a:ext uri="{909E8E84-426E-40DD-AFC4-6F175D3DCCD1}">
                      <a14:hiddenFill xmlns:a14="http://schemas.microsoft.com/office/drawing/2010/main">
                        <a:noFill/>
                      </a14:hiddenFill>
                    </a:ext>
                  </a:extLst>
                </p:spPr>
                <p:txBody>
                  <a:bodyPr wrap="none" anchor="ctr"/>
                  <a:lstStyle/>
                  <a:p>
                    <a:endParaRPr lang="en-US"/>
                  </a:p>
                </p:txBody>
              </p:sp>
              <p:cxnSp>
                <p:nvCxnSpPr>
                  <p:cNvPr id="163" name="Straight Arrow Connector 162"/>
                  <p:cNvCxnSpPr>
                    <a:stCxn id="162" idx="0"/>
                  </p:cNvCxnSpPr>
                  <p:nvPr/>
                </p:nvCxnSpPr>
                <p:spPr bwMode="auto">
                  <a:xfrm flipV="1">
                    <a:off x="1676900" y="2090703"/>
                    <a:ext cx="0" cy="2366000"/>
                  </a:xfrm>
                  <a:prstGeom prst="straightConnector1">
                    <a:avLst/>
                  </a:prstGeom>
                  <a:noFill/>
                  <a:ln w="28575" cap="flat" cmpd="sng" algn="ctr">
                    <a:solidFill>
                      <a:schemeClr val="tx1"/>
                    </a:solidFill>
                    <a:prstDash val="solid"/>
                    <a:round/>
                    <a:headEnd type="none" w="med" len="med"/>
                    <a:tailEnd type="arrow"/>
                  </a:ln>
                  <a:effectLst/>
                </p:spPr>
              </p:cxnSp>
            </p:grpSp>
            <p:sp>
              <p:nvSpPr>
                <p:cNvPr id="161" name="Freeform 160"/>
                <p:cNvSpPr/>
                <p:nvPr/>
              </p:nvSpPr>
              <p:spPr>
                <a:xfrm>
                  <a:off x="1985210" y="4824664"/>
                  <a:ext cx="902369" cy="445168"/>
                </a:xfrm>
                <a:custGeom>
                  <a:avLst/>
                  <a:gdLst>
                    <a:gd name="connsiteX0" fmla="*/ 0 w 902369"/>
                    <a:gd name="connsiteY0" fmla="*/ 445168 h 445168"/>
                    <a:gd name="connsiteX1" fmla="*/ 96253 w 902369"/>
                    <a:gd name="connsiteY1" fmla="*/ 156410 h 445168"/>
                    <a:gd name="connsiteX2" fmla="*/ 300790 w 902369"/>
                    <a:gd name="connsiteY2" fmla="*/ 0 h 445168"/>
                    <a:gd name="connsiteX3" fmla="*/ 601579 w 902369"/>
                    <a:gd name="connsiteY3" fmla="*/ 0 h 445168"/>
                    <a:gd name="connsiteX4" fmla="*/ 902369 w 902369"/>
                    <a:gd name="connsiteY4" fmla="*/ 144379 h 445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369" h="445168">
                      <a:moveTo>
                        <a:pt x="0" y="445168"/>
                      </a:moveTo>
                      <a:lnTo>
                        <a:pt x="96253" y="156410"/>
                      </a:lnTo>
                      <a:lnTo>
                        <a:pt x="300790" y="0"/>
                      </a:lnTo>
                      <a:lnTo>
                        <a:pt x="601579" y="0"/>
                      </a:lnTo>
                      <a:lnTo>
                        <a:pt x="902369" y="144379"/>
                      </a:lnTo>
                    </a:path>
                  </a:pathLst>
                </a:custGeom>
                <a:noFill/>
                <a:ln w="28575">
                  <a:solidFill>
                    <a:schemeClr val="tx1"/>
                  </a:solidFill>
                </a:ln>
              </p:spPr>
              <p:txBody>
                <a:bodyPr vert="horz" wrap="none" lIns="91440" tIns="45720" rIns="91440" bIns="45720" numCol="1" rtlCol="0" anchor="ctr" anchorCtr="0" compatLnSpc="1">
                  <a:prstTxWarp prst="textNoShape">
                    <a:avLst/>
                  </a:prstTxWarp>
                </a:bodyPr>
                <a:lstStyle/>
                <a:p>
                  <a:pPr algn="ctr" eaLnBrk="0" fontAlgn="base" hangingPunct="0">
                    <a:spcBef>
                      <a:spcPct val="0"/>
                    </a:spcBef>
                    <a:spcAft>
                      <a:spcPct val="0"/>
                    </a:spcAft>
                    <a:buClrTx/>
                  </a:pPr>
                  <a:endParaRPr lang="en-US" sz="1800" i="1">
                    <a:solidFill>
                      <a:schemeClr val="tx1"/>
                    </a:solidFill>
                    <a:latin typeface="Times New Roman" pitchFamily="18" charset="0"/>
                  </a:endParaRPr>
                </a:p>
              </p:txBody>
            </p:sp>
          </p:grpSp>
          <p:grpSp>
            <p:nvGrpSpPr>
              <p:cNvPr id="140" name="Group 139"/>
              <p:cNvGrpSpPr/>
              <p:nvPr/>
            </p:nvGrpSpPr>
            <p:grpSpPr>
              <a:xfrm>
                <a:off x="1880609" y="5212810"/>
                <a:ext cx="609605" cy="463216"/>
                <a:chOff x="1975701" y="4584032"/>
                <a:chExt cx="1008131" cy="692902"/>
              </a:xfrm>
            </p:grpSpPr>
            <p:grpSp>
              <p:nvGrpSpPr>
                <p:cNvPr id="156" name="Group 155"/>
                <p:cNvGrpSpPr/>
                <p:nvPr/>
              </p:nvGrpSpPr>
              <p:grpSpPr>
                <a:xfrm>
                  <a:off x="1975701" y="4584032"/>
                  <a:ext cx="1008131" cy="692902"/>
                  <a:chOff x="1676900" y="2090703"/>
                  <a:chExt cx="6349500" cy="2366001"/>
                </a:xfrm>
              </p:grpSpPr>
              <p:sp>
                <p:nvSpPr>
                  <p:cNvPr id="158" name="Line 5"/>
                  <p:cNvSpPr>
                    <a:spLocks noChangeShapeType="1"/>
                  </p:cNvSpPr>
                  <p:nvPr/>
                </p:nvSpPr>
                <p:spPr bwMode="auto">
                  <a:xfrm>
                    <a:off x="1676901" y="4456704"/>
                    <a:ext cx="6349499" cy="0"/>
                  </a:xfrm>
                  <a:prstGeom prst="line">
                    <a:avLst/>
                  </a:prstGeom>
                  <a:noFill/>
                  <a:ln w="28575">
                    <a:solidFill>
                      <a:schemeClr val="tx1"/>
                    </a:solidFill>
                    <a:round/>
                    <a:headEnd type="none" w="med" len="med"/>
                    <a:tailEnd type="arrow" w="med" len="med"/>
                  </a:ln>
                  <a:extLst>
                    <a:ext uri="{909E8E84-426E-40DD-AFC4-6F175D3DCCD1}">
                      <a14:hiddenFill xmlns:a14="http://schemas.microsoft.com/office/drawing/2010/main">
                        <a:noFill/>
                      </a14:hiddenFill>
                    </a:ext>
                  </a:extLst>
                </p:spPr>
                <p:txBody>
                  <a:bodyPr wrap="none" anchor="ctr"/>
                  <a:lstStyle/>
                  <a:p>
                    <a:endParaRPr lang="en-US"/>
                  </a:p>
                </p:txBody>
              </p:sp>
              <p:cxnSp>
                <p:nvCxnSpPr>
                  <p:cNvPr id="159" name="Straight Arrow Connector 158"/>
                  <p:cNvCxnSpPr>
                    <a:stCxn id="158" idx="0"/>
                  </p:cNvCxnSpPr>
                  <p:nvPr/>
                </p:nvCxnSpPr>
                <p:spPr bwMode="auto">
                  <a:xfrm flipV="1">
                    <a:off x="1676900" y="2090703"/>
                    <a:ext cx="0" cy="2366000"/>
                  </a:xfrm>
                  <a:prstGeom prst="straightConnector1">
                    <a:avLst/>
                  </a:prstGeom>
                  <a:noFill/>
                  <a:ln w="28575" cap="flat" cmpd="sng" algn="ctr">
                    <a:solidFill>
                      <a:schemeClr val="tx1"/>
                    </a:solidFill>
                    <a:prstDash val="solid"/>
                    <a:round/>
                    <a:headEnd type="none" w="med" len="med"/>
                    <a:tailEnd type="arrow"/>
                  </a:ln>
                  <a:effectLst/>
                </p:spPr>
              </p:cxnSp>
            </p:grpSp>
            <p:sp>
              <p:nvSpPr>
                <p:cNvPr id="157" name="Freeform 156"/>
                <p:cNvSpPr/>
                <p:nvPr/>
              </p:nvSpPr>
              <p:spPr>
                <a:xfrm>
                  <a:off x="1985210" y="4824664"/>
                  <a:ext cx="902369" cy="445168"/>
                </a:xfrm>
                <a:custGeom>
                  <a:avLst/>
                  <a:gdLst>
                    <a:gd name="connsiteX0" fmla="*/ 0 w 902369"/>
                    <a:gd name="connsiteY0" fmla="*/ 445168 h 445168"/>
                    <a:gd name="connsiteX1" fmla="*/ 96253 w 902369"/>
                    <a:gd name="connsiteY1" fmla="*/ 156410 h 445168"/>
                    <a:gd name="connsiteX2" fmla="*/ 300790 w 902369"/>
                    <a:gd name="connsiteY2" fmla="*/ 0 h 445168"/>
                    <a:gd name="connsiteX3" fmla="*/ 601579 w 902369"/>
                    <a:gd name="connsiteY3" fmla="*/ 0 h 445168"/>
                    <a:gd name="connsiteX4" fmla="*/ 902369 w 902369"/>
                    <a:gd name="connsiteY4" fmla="*/ 144379 h 445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369" h="445168">
                      <a:moveTo>
                        <a:pt x="0" y="445168"/>
                      </a:moveTo>
                      <a:lnTo>
                        <a:pt x="96253" y="156410"/>
                      </a:lnTo>
                      <a:lnTo>
                        <a:pt x="300790" y="0"/>
                      </a:lnTo>
                      <a:lnTo>
                        <a:pt x="601579" y="0"/>
                      </a:lnTo>
                      <a:lnTo>
                        <a:pt x="902369" y="144379"/>
                      </a:lnTo>
                    </a:path>
                  </a:pathLst>
                </a:custGeom>
                <a:noFill/>
                <a:ln w="28575">
                  <a:solidFill>
                    <a:schemeClr val="tx1"/>
                  </a:solidFill>
                </a:ln>
              </p:spPr>
              <p:txBody>
                <a:bodyPr vert="horz" wrap="none" lIns="91440" tIns="45720" rIns="91440" bIns="45720" numCol="1" rtlCol="0" anchor="ctr" anchorCtr="0" compatLnSpc="1">
                  <a:prstTxWarp prst="textNoShape">
                    <a:avLst/>
                  </a:prstTxWarp>
                </a:bodyPr>
                <a:lstStyle/>
                <a:p>
                  <a:pPr algn="ctr" eaLnBrk="0" fontAlgn="base" hangingPunct="0">
                    <a:spcBef>
                      <a:spcPct val="0"/>
                    </a:spcBef>
                    <a:spcAft>
                      <a:spcPct val="0"/>
                    </a:spcAft>
                    <a:buClrTx/>
                  </a:pPr>
                  <a:endParaRPr lang="en-US" sz="1800" i="1">
                    <a:solidFill>
                      <a:schemeClr val="tx1"/>
                    </a:solidFill>
                    <a:latin typeface="Times New Roman" pitchFamily="18" charset="0"/>
                  </a:endParaRPr>
                </a:p>
              </p:txBody>
            </p:sp>
          </p:grpSp>
          <p:grpSp>
            <p:nvGrpSpPr>
              <p:cNvPr id="141" name="Group 140"/>
              <p:cNvGrpSpPr/>
              <p:nvPr/>
            </p:nvGrpSpPr>
            <p:grpSpPr>
              <a:xfrm>
                <a:off x="1872008" y="4356564"/>
                <a:ext cx="609605" cy="463216"/>
                <a:chOff x="1975701" y="4584032"/>
                <a:chExt cx="1008131" cy="692902"/>
              </a:xfrm>
            </p:grpSpPr>
            <p:grpSp>
              <p:nvGrpSpPr>
                <p:cNvPr id="152" name="Group 151"/>
                <p:cNvGrpSpPr/>
                <p:nvPr/>
              </p:nvGrpSpPr>
              <p:grpSpPr>
                <a:xfrm>
                  <a:off x="1975701" y="4584032"/>
                  <a:ext cx="1008131" cy="692902"/>
                  <a:chOff x="1676900" y="2090703"/>
                  <a:chExt cx="6349500" cy="2366001"/>
                </a:xfrm>
              </p:grpSpPr>
              <p:sp>
                <p:nvSpPr>
                  <p:cNvPr id="154" name="Line 5"/>
                  <p:cNvSpPr>
                    <a:spLocks noChangeShapeType="1"/>
                  </p:cNvSpPr>
                  <p:nvPr/>
                </p:nvSpPr>
                <p:spPr bwMode="auto">
                  <a:xfrm>
                    <a:off x="1676901" y="4456704"/>
                    <a:ext cx="6349499" cy="0"/>
                  </a:xfrm>
                  <a:prstGeom prst="line">
                    <a:avLst/>
                  </a:prstGeom>
                  <a:noFill/>
                  <a:ln w="28575">
                    <a:solidFill>
                      <a:schemeClr val="tx1"/>
                    </a:solidFill>
                    <a:round/>
                    <a:headEnd type="none" w="med" len="med"/>
                    <a:tailEnd type="arrow" w="med" len="med"/>
                  </a:ln>
                  <a:extLst>
                    <a:ext uri="{909E8E84-426E-40DD-AFC4-6F175D3DCCD1}">
                      <a14:hiddenFill xmlns:a14="http://schemas.microsoft.com/office/drawing/2010/main">
                        <a:noFill/>
                      </a14:hiddenFill>
                    </a:ext>
                  </a:extLst>
                </p:spPr>
                <p:txBody>
                  <a:bodyPr wrap="none" anchor="ctr"/>
                  <a:lstStyle/>
                  <a:p>
                    <a:endParaRPr lang="en-US"/>
                  </a:p>
                </p:txBody>
              </p:sp>
              <p:cxnSp>
                <p:nvCxnSpPr>
                  <p:cNvPr id="155" name="Straight Arrow Connector 154"/>
                  <p:cNvCxnSpPr>
                    <a:stCxn id="154" idx="0"/>
                  </p:cNvCxnSpPr>
                  <p:nvPr/>
                </p:nvCxnSpPr>
                <p:spPr bwMode="auto">
                  <a:xfrm flipV="1">
                    <a:off x="1676900" y="2090703"/>
                    <a:ext cx="0" cy="2366000"/>
                  </a:xfrm>
                  <a:prstGeom prst="straightConnector1">
                    <a:avLst/>
                  </a:prstGeom>
                  <a:noFill/>
                  <a:ln w="28575" cap="flat" cmpd="sng" algn="ctr">
                    <a:solidFill>
                      <a:schemeClr val="tx1"/>
                    </a:solidFill>
                    <a:prstDash val="solid"/>
                    <a:round/>
                    <a:headEnd type="none" w="med" len="med"/>
                    <a:tailEnd type="arrow"/>
                  </a:ln>
                  <a:effectLst/>
                </p:spPr>
              </p:cxnSp>
            </p:grpSp>
            <p:sp>
              <p:nvSpPr>
                <p:cNvPr id="153" name="Freeform 152"/>
                <p:cNvSpPr/>
                <p:nvPr/>
              </p:nvSpPr>
              <p:spPr>
                <a:xfrm>
                  <a:off x="1985210" y="4824664"/>
                  <a:ext cx="902369" cy="445168"/>
                </a:xfrm>
                <a:custGeom>
                  <a:avLst/>
                  <a:gdLst>
                    <a:gd name="connsiteX0" fmla="*/ 0 w 902369"/>
                    <a:gd name="connsiteY0" fmla="*/ 445168 h 445168"/>
                    <a:gd name="connsiteX1" fmla="*/ 96253 w 902369"/>
                    <a:gd name="connsiteY1" fmla="*/ 156410 h 445168"/>
                    <a:gd name="connsiteX2" fmla="*/ 300790 w 902369"/>
                    <a:gd name="connsiteY2" fmla="*/ 0 h 445168"/>
                    <a:gd name="connsiteX3" fmla="*/ 601579 w 902369"/>
                    <a:gd name="connsiteY3" fmla="*/ 0 h 445168"/>
                    <a:gd name="connsiteX4" fmla="*/ 902369 w 902369"/>
                    <a:gd name="connsiteY4" fmla="*/ 144379 h 445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369" h="445168">
                      <a:moveTo>
                        <a:pt x="0" y="445168"/>
                      </a:moveTo>
                      <a:lnTo>
                        <a:pt x="96253" y="156410"/>
                      </a:lnTo>
                      <a:lnTo>
                        <a:pt x="300790" y="0"/>
                      </a:lnTo>
                      <a:lnTo>
                        <a:pt x="601579" y="0"/>
                      </a:lnTo>
                      <a:lnTo>
                        <a:pt x="902369" y="144379"/>
                      </a:lnTo>
                    </a:path>
                  </a:pathLst>
                </a:custGeom>
                <a:noFill/>
                <a:ln w="28575">
                  <a:solidFill>
                    <a:schemeClr val="tx1"/>
                  </a:solidFill>
                </a:ln>
              </p:spPr>
              <p:txBody>
                <a:bodyPr vert="horz" wrap="none" lIns="91440" tIns="45720" rIns="91440" bIns="45720" numCol="1" rtlCol="0" anchor="ctr" anchorCtr="0" compatLnSpc="1">
                  <a:prstTxWarp prst="textNoShape">
                    <a:avLst/>
                  </a:prstTxWarp>
                </a:bodyPr>
                <a:lstStyle/>
                <a:p>
                  <a:pPr algn="ctr" eaLnBrk="0" fontAlgn="base" hangingPunct="0">
                    <a:spcBef>
                      <a:spcPct val="0"/>
                    </a:spcBef>
                    <a:spcAft>
                      <a:spcPct val="0"/>
                    </a:spcAft>
                    <a:buClrTx/>
                  </a:pPr>
                  <a:endParaRPr lang="en-US" sz="1800" i="1">
                    <a:solidFill>
                      <a:schemeClr val="tx1"/>
                    </a:solidFill>
                    <a:latin typeface="Times New Roman" pitchFamily="18" charset="0"/>
                  </a:endParaRPr>
                </a:p>
              </p:txBody>
            </p:sp>
          </p:grpSp>
          <p:grpSp>
            <p:nvGrpSpPr>
              <p:cNvPr id="142" name="Group 141"/>
              <p:cNvGrpSpPr/>
              <p:nvPr/>
            </p:nvGrpSpPr>
            <p:grpSpPr>
              <a:xfrm>
                <a:off x="1824176" y="1854460"/>
                <a:ext cx="609605" cy="463216"/>
                <a:chOff x="1975701" y="4584032"/>
                <a:chExt cx="1008131" cy="692902"/>
              </a:xfrm>
            </p:grpSpPr>
            <p:grpSp>
              <p:nvGrpSpPr>
                <p:cNvPr id="148" name="Group 147"/>
                <p:cNvGrpSpPr/>
                <p:nvPr/>
              </p:nvGrpSpPr>
              <p:grpSpPr>
                <a:xfrm>
                  <a:off x="1975701" y="4584032"/>
                  <a:ext cx="1008131" cy="692902"/>
                  <a:chOff x="1676900" y="2090703"/>
                  <a:chExt cx="6349500" cy="2366001"/>
                </a:xfrm>
              </p:grpSpPr>
              <p:sp>
                <p:nvSpPr>
                  <p:cNvPr id="150" name="Line 5"/>
                  <p:cNvSpPr>
                    <a:spLocks noChangeShapeType="1"/>
                  </p:cNvSpPr>
                  <p:nvPr/>
                </p:nvSpPr>
                <p:spPr bwMode="auto">
                  <a:xfrm>
                    <a:off x="1676901" y="4456704"/>
                    <a:ext cx="6349499" cy="0"/>
                  </a:xfrm>
                  <a:prstGeom prst="line">
                    <a:avLst/>
                  </a:prstGeom>
                  <a:noFill/>
                  <a:ln w="28575">
                    <a:solidFill>
                      <a:schemeClr val="tx1"/>
                    </a:solidFill>
                    <a:round/>
                    <a:headEnd type="none" w="med" len="med"/>
                    <a:tailEnd type="arrow" w="med" len="med"/>
                  </a:ln>
                  <a:extLst>
                    <a:ext uri="{909E8E84-426E-40DD-AFC4-6F175D3DCCD1}">
                      <a14:hiddenFill xmlns:a14="http://schemas.microsoft.com/office/drawing/2010/main">
                        <a:noFill/>
                      </a14:hiddenFill>
                    </a:ext>
                  </a:extLst>
                </p:spPr>
                <p:txBody>
                  <a:bodyPr wrap="none" anchor="ctr"/>
                  <a:lstStyle/>
                  <a:p>
                    <a:endParaRPr lang="en-US"/>
                  </a:p>
                </p:txBody>
              </p:sp>
              <p:cxnSp>
                <p:nvCxnSpPr>
                  <p:cNvPr id="151" name="Straight Arrow Connector 150"/>
                  <p:cNvCxnSpPr>
                    <a:stCxn id="150" idx="0"/>
                  </p:cNvCxnSpPr>
                  <p:nvPr/>
                </p:nvCxnSpPr>
                <p:spPr bwMode="auto">
                  <a:xfrm flipV="1">
                    <a:off x="1676900" y="2090703"/>
                    <a:ext cx="0" cy="2366000"/>
                  </a:xfrm>
                  <a:prstGeom prst="straightConnector1">
                    <a:avLst/>
                  </a:prstGeom>
                  <a:noFill/>
                  <a:ln w="28575" cap="flat" cmpd="sng" algn="ctr">
                    <a:solidFill>
                      <a:schemeClr val="tx1"/>
                    </a:solidFill>
                    <a:prstDash val="solid"/>
                    <a:round/>
                    <a:headEnd type="none" w="med" len="med"/>
                    <a:tailEnd type="arrow"/>
                  </a:ln>
                  <a:effectLst/>
                </p:spPr>
              </p:cxnSp>
            </p:grpSp>
            <p:sp>
              <p:nvSpPr>
                <p:cNvPr id="149" name="Freeform 148"/>
                <p:cNvSpPr/>
                <p:nvPr/>
              </p:nvSpPr>
              <p:spPr>
                <a:xfrm>
                  <a:off x="1985210" y="4824664"/>
                  <a:ext cx="902369" cy="445168"/>
                </a:xfrm>
                <a:custGeom>
                  <a:avLst/>
                  <a:gdLst>
                    <a:gd name="connsiteX0" fmla="*/ 0 w 902369"/>
                    <a:gd name="connsiteY0" fmla="*/ 445168 h 445168"/>
                    <a:gd name="connsiteX1" fmla="*/ 96253 w 902369"/>
                    <a:gd name="connsiteY1" fmla="*/ 156410 h 445168"/>
                    <a:gd name="connsiteX2" fmla="*/ 300790 w 902369"/>
                    <a:gd name="connsiteY2" fmla="*/ 0 h 445168"/>
                    <a:gd name="connsiteX3" fmla="*/ 601579 w 902369"/>
                    <a:gd name="connsiteY3" fmla="*/ 0 h 445168"/>
                    <a:gd name="connsiteX4" fmla="*/ 902369 w 902369"/>
                    <a:gd name="connsiteY4" fmla="*/ 144379 h 445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369" h="445168">
                      <a:moveTo>
                        <a:pt x="0" y="445168"/>
                      </a:moveTo>
                      <a:lnTo>
                        <a:pt x="96253" y="156410"/>
                      </a:lnTo>
                      <a:lnTo>
                        <a:pt x="300790" y="0"/>
                      </a:lnTo>
                      <a:lnTo>
                        <a:pt x="601579" y="0"/>
                      </a:lnTo>
                      <a:lnTo>
                        <a:pt x="902369" y="144379"/>
                      </a:lnTo>
                    </a:path>
                  </a:pathLst>
                </a:custGeom>
                <a:noFill/>
                <a:ln w="28575">
                  <a:solidFill>
                    <a:schemeClr val="tx1"/>
                  </a:solidFill>
                </a:ln>
              </p:spPr>
              <p:txBody>
                <a:bodyPr vert="horz" wrap="none" lIns="91440" tIns="45720" rIns="91440" bIns="45720" numCol="1" rtlCol="0" anchor="ctr" anchorCtr="0" compatLnSpc="1">
                  <a:prstTxWarp prst="textNoShape">
                    <a:avLst/>
                  </a:prstTxWarp>
                </a:bodyPr>
                <a:lstStyle/>
                <a:p>
                  <a:pPr algn="ctr" eaLnBrk="0" fontAlgn="base" hangingPunct="0">
                    <a:spcBef>
                      <a:spcPct val="0"/>
                    </a:spcBef>
                    <a:spcAft>
                      <a:spcPct val="0"/>
                    </a:spcAft>
                    <a:buClrTx/>
                  </a:pPr>
                  <a:endParaRPr lang="en-US" sz="1800" i="1">
                    <a:solidFill>
                      <a:schemeClr val="tx1"/>
                    </a:solidFill>
                    <a:latin typeface="Times New Roman" pitchFamily="18" charset="0"/>
                  </a:endParaRPr>
                </a:p>
              </p:txBody>
            </p:sp>
          </p:grpSp>
          <p:grpSp>
            <p:nvGrpSpPr>
              <p:cNvPr id="143" name="Group 142"/>
              <p:cNvGrpSpPr/>
              <p:nvPr/>
            </p:nvGrpSpPr>
            <p:grpSpPr>
              <a:xfrm>
                <a:off x="1863407" y="2781763"/>
                <a:ext cx="609605" cy="463216"/>
                <a:chOff x="1975701" y="4584032"/>
                <a:chExt cx="1008131" cy="692902"/>
              </a:xfrm>
            </p:grpSpPr>
            <p:grpSp>
              <p:nvGrpSpPr>
                <p:cNvPr id="144" name="Group 143"/>
                <p:cNvGrpSpPr/>
                <p:nvPr/>
              </p:nvGrpSpPr>
              <p:grpSpPr>
                <a:xfrm>
                  <a:off x="1975701" y="4584032"/>
                  <a:ext cx="1008131" cy="692902"/>
                  <a:chOff x="1676900" y="2090703"/>
                  <a:chExt cx="6349500" cy="2366001"/>
                </a:xfrm>
              </p:grpSpPr>
              <p:sp>
                <p:nvSpPr>
                  <p:cNvPr id="146" name="Line 5"/>
                  <p:cNvSpPr>
                    <a:spLocks noChangeShapeType="1"/>
                  </p:cNvSpPr>
                  <p:nvPr/>
                </p:nvSpPr>
                <p:spPr bwMode="auto">
                  <a:xfrm>
                    <a:off x="1676901" y="4456704"/>
                    <a:ext cx="6349499" cy="0"/>
                  </a:xfrm>
                  <a:prstGeom prst="line">
                    <a:avLst/>
                  </a:prstGeom>
                  <a:noFill/>
                  <a:ln w="28575">
                    <a:solidFill>
                      <a:schemeClr val="tx1"/>
                    </a:solidFill>
                    <a:round/>
                    <a:headEnd type="none" w="med" len="med"/>
                    <a:tailEnd type="arrow" w="med" len="med"/>
                  </a:ln>
                  <a:extLst>
                    <a:ext uri="{909E8E84-426E-40DD-AFC4-6F175D3DCCD1}">
                      <a14:hiddenFill xmlns:a14="http://schemas.microsoft.com/office/drawing/2010/main">
                        <a:noFill/>
                      </a14:hiddenFill>
                    </a:ext>
                  </a:extLst>
                </p:spPr>
                <p:txBody>
                  <a:bodyPr wrap="none" anchor="ctr"/>
                  <a:lstStyle/>
                  <a:p>
                    <a:endParaRPr lang="en-US"/>
                  </a:p>
                </p:txBody>
              </p:sp>
              <p:cxnSp>
                <p:nvCxnSpPr>
                  <p:cNvPr id="147" name="Straight Arrow Connector 146"/>
                  <p:cNvCxnSpPr>
                    <a:stCxn id="146" idx="0"/>
                  </p:cNvCxnSpPr>
                  <p:nvPr/>
                </p:nvCxnSpPr>
                <p:spPr bwMode="auto">
                  <a:xfrm flipV="1">
                    <a:off x="1676900" y="2090703"/>
                    <a:ext cx="0" cy="2366000"/>
                  </a:xfrm>
                  <a:prstGeom prst="straightConnector1">
                    <a:avLst/>
                  </a:prstGeom>
                  <a:noFill/>
                  <a:ln w="28575" cap="flat" cmpd="sng" algn="ctr">
                    <a:solidFill>
                      <a:schemeClr val="tx1"/>
                    </a:solidFill>
                    <a:prstDash val="solid"/>
                    <a:round/>
                    <a:headEnd type="none" w="med" len="med"/>
                    <a:tailEnd type="arrow"/>
                  </a:ln>
                  <a:effectLst/>
                </p:spPr>
              </p:cxnSp>
            </p:grpSp>
            <p:sp>
              <p:nvSpPr>
                <p:cNvPr id="145" name="Freeform 144"/>
                <p:cNvSpPr/>
                <p:nvPr/>
              </p:nvSpPr>
              <p:spPr>
                <a:xfrm>
                  <a:off x="1985210" y="4824664"/>
                  <a:ext cx="902369" cy="445168"/>
                </a:xfrm>
                <a:custGeom>
                  <a:avLst/>
                  <a:gdLst>
                    <a:gd name="connsiteX0" fmla="*/ 0 w 902369"/>
                    <a:gd name="connsiteY0" fmla="*/ 445168 h 445168"/>
                    <a:gd name="connsiteX1" fmla="*/ 96253 w 902369"/>
                    <a:gd name="connsiteY1" fmla="*/ 156410 h 445168"/>
                    <a:gd name="connsiteX2" fmla="*/ 300790 w 902369"/>
                    <a:gd name="connsiteY2" fmla="*/ 0 h 445168"/>
                    <a:gd name="connsiteX3" fmla="*/ 601579 w 902369"/>
                    <a:gd name="connsiteY3" fmla="*/ 0 h 445168"/>
                    <a:gd name="connsiteX4" fmla="*/ 902369 w 902369"/>
                    <a:gd name="connsiteY4" fmla="*/ 144379 h 445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369" h="445168">
                      <a:moveTo>
                        <a:pt x="0" y="445168"/>
                      </a:moveTo>
                      <a:lnTo>
                        <a:pt x="96253" y="156410"/>
                      </a:lnTo>
                      <a:lnTo>
                        <a:pt x="300790" y="0"/>
                      </a:lnTo>
                      <a:lnTo>
                        <a:pt x="601579" y="0"/>
                      </a:lnTo>
                      <a:lnTo>
                        <a:pt x="902369" y="144379"/>
                      </a:lnTo>
                    </a:path>
                  </a:pathLst>
                </a:custGeom>
                <a:noFill/>
                <a:ln w="28575">
                  <a:solidFill>
                    <a:schemeClr val="tx1"/>
                  </a:solidFill>
                </a:ln>
              </p:spPr>
              <p:txBody>
                <a:bodyPr vert="horz" wrap="none" lIns="91440" tIns="45720" rIns="91440" bIns="45720" numCol="1" rtlCol="0" anchor="ctr" anchorCtr="0" compatLnSpc="1">
                  <a:prstTxWarp prst="textNoShape">
                    <a:avLst/>
                  </a:prstTxWarp>
                </a:bodyPr>
                <a:lstStyle/>
                <a:p>
                  <a:pPr algn="ctr" eaLnBrk="0" fontAlgn="base" hangingPunct="0">
                    <a:spcBef>
                      <a:spcPct val="0"/>
                    </a:spcBef>
                    <a:spcAft>
                      <a:spcPct val="0"/>
                    </a:spcAft>
                    <a:buClrTx/>
                  </a:pPr>
                  <a:endParaRPr lang="en-US" sz="1800" i="1">
                    <a:solidFill>
                      <a:schemeClr val="tx1"/>
                    </a:solidFill>
                    <a:latin typeface="Times New Roman" pitchFamily="18" charset="0"/>
                  </a:endParaRPr>
                </a:p>
              </p:txBody>
            </p:sp>
          </p:grpSp>
        </p:grpSp>
      </p:grpSp>
      <p:sp>
        <p:nvSpPr>
          <p:cNvPr id="6" name="Footer Placeholder 5"/>
          <p:cNvSpPr>
            <a:spLocks noGrp="1"/>
          </p:cNvSpPr>
          <p:nvPr>
            <p:ph type="ftr" sz="quarter" idx="11"/>
          </p:nvPr>
        </p:nvSpPr>
        <p:spPr/>
        <p:txBody>
          <a:bodyPr/>
          <a:lstStyle/>
          <a:p>
            <a:pPr>
              <a:defRPr/>
            </a:pPr>
            <a:r>
              <a:rPr lang="en-US"/>
              <a:t>© 2019 W.B. Powell</a:t>
            </a:r>
          </a:p>
        </p:txBody>
      </p:sp>
    </p:spTree>
    <p:extLst>
      <p:ext uri="{BB962C8B-B14F-4D97-AF65-F5344CB8AC3E}">
        <p14:creationId xmlns:p14="http://schemas.microsoft.com/office/powerpoint/2010/main" val="213704382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left)">
                                      <p:cBhvr>
                                        <p:cTn id="7" dur="500"/>
                                        <p:tgtEl>
                                          <p:spTgt spid="5"/>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10"/>
                                        </p:tgtEl>
                                        <p:attrNameLst>
                                          <p:attrName>style.visibility</p:attrName>
                                        </p:attrNameLst>
                                      </p:cBhvr>
                                      <p:to>
                                        <p:strVal val="visible"/>
                                      </p:to>
                                    </p:set>
                                    <p:animEffect transition="in" filter="wipe(left)">
                                      <p:cBhvr>
                                        <p:cTn id="11" dur="500"/>
                                        <p:tgtEl>
                                          <p:spTgt spid="10"/>
                                        </p:tgtEl>
                                      </p:cBhvr>
                                    </p:animEffect>
                                  </p:childTnLst>
                                </p:cTn>
                              </p:par>
                            </p:childTnLst>
                          </p:cTn>
                        </p:par>
                        <p:par>
                          <p:cTn id="12" fill="hold">
                            <p:stCondLst>
                              <p:cond delay="1000"/>
                            </p:stCondLst>
                            <p:childTnLst>
                              <p:par>
                                <p:cTn id="13" presetID="22" presetClass="entr" presetSubtype="8" fill="hold" nodeType="afterEffect">
                                  <p:stCondLst>
                                    <p:cond delay="0"/>
                                  </p:stCondLst>
                                  <p:childTnLst>
                                    <p:set>
                                      <p:cBhvr>
                                        <p:cTn id="14" dur="1" fill="hold">
                                          <p:stCondLst>
                                            <p:cond delay="0"/>
                                          </p:stCondLst>
                                        </p:cTn>
                                        <p:tgtEl>
                                          <p:spTgt spid="11"/>
                                        </p:tgtEl>
                                        <p:attrNameLst>
                                          <p:attrName>style.visibility</p:attrName>
                                        </p:attrNameLst>
                                      </p:cBhvr>
                                      <p:to>
                                        <p:strVal val="visible"/>
                                      </p:to>
                                    </p:set>
                                    <p:animEffect transition="in" filter="wipe(left)">
                                      <p:cBhvr>
                                        <p:cTn id="15" dur="500"/>
                                        <p:tgtEl>
                                          <p:spTgt spid="11"/>
                                        </p:tgtEl>
                                      </p:cBhvr>
                                    </p:animEffect>
                                  </p:childTnLst>
                                </p:cTn>
                              </p:par>
                            </p:childTnLst>
                          </p:cTn>
                        </p:par>
                        <p:par>
                          <p:cTn id="16" fill="hold">
                            <p:stCondLst>
                              <p:cond delay="1500"/>
                            </p:stCondLst>
                            <p:childTnLst>
                              <p:par>
                                <p:cTn id="17" presetID="22" presetClass="entr" presetSubtype="8" fill="hold" nodeType="afterEffect">
                                  <p:stCondLst>
                                    <p:cond delay="0"/>
                                  </p:stCondLst>
                                  <p:childTnLst>
                                    <p:set>
                                      <p:cBhvr>
                                        <p:cTn id="18" dur="1" fill="hold">
                                          <p:stCondLst>
                                            <p:cond delay="0"/>
                                          </p:stCondLst>
                                        </p:cTn>
                                        <p:tgtEl>
                                          <p:spTgt spid="12"/>
                                        </p:tgtEl>
                                        <p:attrNameLst>
                                          <p:attrName>style.visibility</p:attrName>
                                        </p:attrNameLst>
                                      </p:cBhvr>
                                      <p:to>
                                        <p:strVal val="visible"/>
                                      </p:to>
                                    </p:set>
                                    <p:animEffect transition="in" filter="wipe(left)">
                                      <p:cBhvr>
                                        <p:cTn id="19"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12514" name="Rectangle 2"/>
          <p:cNvSpPr>
            <a:spLocks noGrp="1" noChangeArrowheads="1"/>
          </p:cNvSpPr>
          <p:nvPr>
            <p:ph type="title"/>
          </p:nvPr>
        </p:nvSpPr>
        <p:spPr>
          <a:noFill/>
          <a:ln/>
          <a:extLst>
            <a:ext uri="{91240B29-F687-4F45-9708-019B960494DF}">
              <a14:hiddenLine xmlns:a14="http://schemas.microsoft.com/office/drawing/2010/main" w="12700">
                <a:solidFill>
                  <a:schemeClr val="tx1"/>
                </a:solidFill>
                <a:miter lim="800000"/>
                <a:headEnd/>
                <a:tailEnd/>
              </a14:hiddenLine>
            </a:ext>
          </a:extLst>
        </p:spPr>
        <p:txBody>
          <a:bodyPr spcFirstLastPara="1" wrap="square" lIns="90488" tIns="44450" rIns="90488" bIns="44450" anchor="ctr" anchorCtr="0">
            <a:noAutofit/>
          </a:bodyPr>
          <a:lstStyle/>
          <a:p>
            <a:r>
              <a:rPr lang="en-US" sz="3600" dirty="0">
                <a:latin typeface="Oswald" panose="00000500000000000000" pitchFamily="2" charset="0"/>
              </a:rPr>
              <a:t>Grid level energy storage</a:t>
            </a:r>
            <a:endParaRPr lang="en-US" altLang="en-US" dirty="0"/>
          </a:p>
        </p:txBody>
      </p:sp>
      <p:sp>
        <p:nvSpPr>
          <p:cNvPr id="2112515" name="Rectangle 3"/>
          <p:cNvSpPr>
            <a:spLocks noGrp="1" noChangeArrowheads="1"/>
          </p:cNvSpPr>
          <p:nvPr>
            <p:ph type="body" idx="1"/>
          </p:nvPr>
        </p:nvSpPr>
        <p:spPr>
          <a:xfrm>
            <a:off x="838987" y="1295400"/>
            <a:ext cx="9548028" cy="636588"/>
          </a:xfrm>
          <a:noFill/>
          <a:ln/>
          <a:extLst>
            <a:ext uri="{91240B29-F687-4F45-9708-019B960494DF}">
              <a14:hiddenLine xmlns:a14="http://schemas.microsoft.com/office/drawing/2010/main" w="12700">
                <a:solidFill>
                  <a:schemeClr val="tx1"/>
                </a:solidFill>
                <a:miter lim="800000"/>
                <a:headEnd/>
                <a:tailEnd/>
              </a14:hiddenLine>
            </a:ext>
          </a:extLst>
        </p:spPr>
        <p:txBody>
          <a:bodyPr spcFirstLastPara="1" wrap="square" lIns="90488" tIns="44450" rIns="90488" bIns="44450" anchor="t" anchorCtr="0">
            <a:noAutofit/>
          </a:bodyPr>
          <a:lstStyle/>
          <a:p>
            <a:pPr marL="86360" indent="0">
              <a:lnSpc>
                <a:spcPct val="90000"/>
              </a:lnSpc>
              <a:buNone/>
            </a:pPr>
            <a:r>
              <a:rPr lang="en-US" altLang="en-US" sz="2400" dirty="0"/>
              <a:t>Derivatives are used to estimate a piecewise linear approximation</a:t>
            </a:r>
          </a:p>
        </p:txBody>
      </p:sp>
      <p:sp>
        <p:nvSpPr>
          <p:cNvPr id="2112516" name="Rectangle 4"/>
          <p:cNvSpPr>
            <a:spLocks noChangeArrowheads="1"/>
          </p:cNvSpPr>
          <p:nvPr/>
        </p:nvSpPr>
        <p:spPr bwMode="auto">
          <a:xfrm>
            <a:off x="2787650" y="2571750"/>
            <a:ext cx="7150100" cy="37084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12517" name="Line 5"/>
          <p:cNvSpPr>
            <a:spLocks noChangeShapeType="1"/>
          </p:cNvSpPr>
          <p:nvPr/>
        </p:nvSpPr>
        <p:spPr bwMode="auto">
          <a:xfrm>
            <a:off x="3746500" y="5702300"/>
            <a:ext cx="5651500" cy="0"/>
          </a:xfrm>
          <a:prstGeom prst="line">
            <a:avLst/>
          </a:prstGeom>
          <a:noFill/>
          <a:ln w="254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12518" name="Line 6"/>
          <p:cNvSpPr>
            <a:spLocks noChangeShapeType="1"/>
          </p:cNvSpPr>
          <p:nvPr/>
        </p:nvSpPr>
        <p:spPr bwMode="auto">
          <a:xfrm flipV="1">
            <a:off x="3733800" y="3200400"/>
            <a:ext cx="0" cy="2514600"/>
          </a:xfrm>
          <a:prstGeom prst="line">
            <a:avLst/>
          </a:prstGeom>
          <a:noFill/>
          <a:ln w="254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mc:AlternateContent xmlns:mc="http://schemas.openxmlformats.org/markup-compatibility/2006" xmlns:a14="http://schemas.microsoft.com/office/drawing/2010/main">
        <mc:Choice Requires="a14">
          <p:sp>
            <p:nvSpPr>
              <p:cNvPr id="2112521" name="Object 9">
                <a:hlinkClick r:id="" action="ppaction://ole?verb=0"/>
              </p:cNvPr>
              <p:cNvSpPr txBox="1"/>
              <p:nvPr/>
            </p:nvSpPr>
            <p:spPr bwMode="auto">
              <a:xfrm>
                <a:off x="2886076" y="3200401"/>
                <a:ext cx="847725" cy="487363"/>
              </a:xfrm>
              <a:prstGeom prst="rect">
                <a:avLst/>
              </a:prstGeom>
              <a:noFill/>
              <a:ln>
                <a:noFill/>
              </a:ln>
              <a:effectLst/>
            </p:spPr>
            <p:txBody>
              <a:bodyPr>
                <a:normAutofit/>
              </a:bodyPr>
              <a:lstStyle/>
              <a:p>
                <a:pPr/>
                <a14:m>
                  <m:oMathPara xmlns:m="http://schemas.openxmlformats.org/officeDocument/2006/math">
                    <m:oMathParaPr>
                      <m:jc m:val="left"/>
                    </m:oMathParaPr>
                    <m:oMath>
                      <m:sSub>
                        <m:sSubPr>
                          <m:ctrlPr>
                            <a:rPr lang="en-US" i="1">
                              <a:latin typeface="Cambria Math" panose="02040503050406030204" pitchFamily="18" charset="0"/>
                            </a:rPr>
                          </m:ctrlPr>
                        </m:sSubPr>
                        <m:e>
                          <m:acc>
                            <m:accPr>
                              <m:chr m:val="̄"/>
                              <m:ctrlPr>
                                <a:rPr lang="en-US" i="1">
                                  <a:latin typeface="Cambria Math" panose="02040503050406030204" pitchFamily="18" charset="0"/>
                                </a:rPr>
                              </m:ctrlPr>
                            </m:accPr>
                            <m:e>
                              <m:r>
                                <a:rPr lang="en-US" i="1">
                                  <a:latin typeface="Cambria Math" panose="02040503050406030204" pitchFamily="18" charset="0"/>
                                </a:rPr>
                                <m:t>𝑉</m:t>
                              </m:r>
                            </m:e>
                          </m:acc>
                        </m:e>
                        <m:sub>
                          <m:r>
                            <a:rPr lang="en-US" i="1">
                              <a:latin typeface="Cambria Math" panose="02040503050406030204" pitchFamily="18" charset="0"/>
                            </a:rPr>
                            <m:t>𝑡</m:t>
                          </m:r>
                        </m:sub>
                      </m:sSub>
                      <m:r>
                        <a:rPr lang="en-US" i="1">
                          <a:latin typeface="Cambria Math" panose="02040503050406030204" pitchFamily="18" charset="0"/>
                        </a:rPr>
                        <m:t>(</m:t>
                      </m:r>
                      <m:sSub>
                        <m:sSubPr>
                          <m:ctrlPr>
                            <a:rPr lang="en-US" i="1">
                              <a:latin typeface="Cambria Math" panose="02040503050406030204" pitchFamily="18" charset="0"/>
                            </a:rPr>
                          </m:ctrlPr>
                        </m:sSubPr>
                        <m:e>
                          <m:r>
                            <a:rPr lang="en-US" i="1">
                              <a:latin typeface="Cambria Math" panose="02040503050406030204" pitchFamily="18" charset="0"/>
                            </a:rPr>
                            <m:t>𝑅</m:t>
                          </m:r>
                        </m:e>
                        <m:sub>
                          <m:r>
                            <a:rPr lang="en-US" i="1">
                              <a:latin typeface="Cambria Math" panose="02040503050406030204" pitchFamily="18" charset="0"/>
                            </a:rPr>
                            <m:t>𝑡</m:t>
                          </m:r>
                        </m:sub>
                      </m:sSub>
                      <m:r>
                        <a:rPr lang="en-US" i="1">
                          <a:latin typeface="Cambria Math" panose="02040503050406030204" pitchFamily="18" charset="0"/>
                        </a:rPr>
                        <m:t>)</m:t>
                      </m:r>
                    </m:oMath>
                  </m:oMathPara>
                </a14:m>
                <a:endParaRPr lang="en-US"/>
              </a:p>
            </p:txBody>
          </p:sp>
        </mc:Choice>
        <mc:Fallback xmlns="">
          <p:sp>
            <p:nvSpPr>
              <p:cNvPr id="2112521" name="Object 9">
                <a:hlinkClick r:id="" action="ppaction://ole?verb=0"/>
              </p:cNvPr>
              <p:cNvSpPr txBox="1">
                <a:spLocks noRot="1" noChangeAspect="1" noMove="1" noResize="1" noEditPoints="1" noAdjustHandles="1" noChangeArrowheads="1" noChangeShapeType="1" noTextEdit="1"/>
              </p:cNvSpPr>
              <p:nvPr/>
            </p:nvSpPr>
            <p:spPr bwMode="auto">
              <a:xfrm>
                <a:off x="2886076" y="3200401"/>
                <a:ext cx="847725" cy="487363"/>
              </a:xfrm>
              <a:prstGeom prst="rect">
                <a:avLst/>
              </a:prstGeom>
              <a:blipFill>
                <a:blip r:embed="rId3"/>
                <a:stretch>
                  <a:fillRect/>
                </a:stretch>
              </a:blipFill>
              <a:ln>
                <a:noFill/>
              </a:ln>
              <a:effectLst/>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2112522" name="Object 10">
                <a:hlinkClick r:id="" action="ppaction://ole?verb=0"/>
              </p:cNvPr>
              <p:cNvSpPr txBox="1"/>
              <p:nvPr/>
            </p:nvSpPr>
            <p:spPr bwMode="auto">
              <a:xfrm>
                <a:off x="6015038" y="5783263"/>
                <a:ext cx="285750" cy="398462"/>
              </a:xfrm>
              <a:prstGeom prst="rect">
                <a:avLst/>
              </a:prstGeom>
              <a:noFill/>
              <a:ln>
                <a:noFill/>
              </a:ln>
              <a:effectLst/>
            </p:spPr>
            <p:txBody>
              <a:bodyPr>
                <a:normAutofit/>
              </a:bodyPr>
              <a:lstStyle/>
              <a:p>
                <a:pPr/>
                <a14:m>
                  <m:oMathPara xmlns:m="http://schemas.openxmlformats.org/officeDocument/2006/math">
                    <m:oMathParaPr>
                      <m:jc m:val="left"/>
                    </m:oMathParaPr>
                    <m:oMath>
                      <m:sSub>
                        <m:sSubPr>
                          <m:ctrlPr>
                            <a:rPr lang="en-US" i="1">
                              <a:latin typeface="Cambria Math" panose="02040503050406030204" pitchFamily="18" charset="0"/>
                            </a:rPr>
                          </m:ctrlPr>
                        </m:sSubPr>
                        <m:e>
                          <m:r>
                            <a:rPr lang="en-US" i="1">
                              <a:latin typeface="Cambria Math" panose="02040503050406030204" pitchFamily="18" charset="0"/>
                            </a:rPr>
                            <m:t>𝑅</m:t>
                          </m:r>
                        </m:e>
                        <m:sub>
                          <m:r>
                            <a:rPr lang="en-US" i="1">
                              <a:latin typeface="Cambria Math" panose="02040503050406030204" pitchFamily="18" charset="0"/>
                            </a:rPr>
                            <m:t>𝑡</m:t>
                          </m:r>
                        </m:sub>
                      </m:sSub>
                    </m:oMath>
                  </m:oMathPara>
                </a14:m>
                <a:endParaRPr lang="en-US"/>
              </a:p>
            </p:txBody>
          </p:sp>
        </mc:Choice>
        <mc:Fallback xmlns="">
          <p:sp>
            <p:nvSpPr>
              <p:cNvPr id="2112522" name="Object 10">
                <a:hlinkClick r:id="" action="ppaction://ole?verb=0"/>
              </p:cNvPr>
              <p:cNvSpPr txBox="1">
                <a:spLocks noRot="1" noChangeAspect="1" noMove="1" noResize="1" noEditPoints="1" noAdjustHandles="1" noChangeArrowheads="1" noChangeShapeType="1" noTextEdit="1"/>
              </p:cNvSpPr>
              <p:nvPr/>
            </p:nvSpPr>
            <p:spPr bwMode="auto">
              <a:xfrm>
                <a:off x="6015038" y="5783263"/>
                <a:ext cx="285750" cy="398462"/>
              </a:xfrm>
              <a:prstGeom prst="rect">
                <a:avLst/>
              </a:prstGeom>
              <a:blipFill>
                <a:blip r:embed="rId4"/>
                <a:stretch>
                  <a:fillRect r="-4255"/>
                </a:stretch>
              </a:blipFill>
              <a:ln>
                <a:noFill/>
              </a:ln>
              <a:effectLst/>
            </p:spPr>
            <p:txBody>
              <a:bodyPr/>
              <a:lstStyle/>
              <a:p>
                <a:r>
                  <a:rPr lang="en-US">
                    <a:noFill/>
                  </a:rPr>
                  <a:t> </a:t>
                </a:r>
              </a:p>
            </p:txBody>
          </p:sp>
        </mc:Fallback>
      </mc:AlternateContent>
      <p:sp>
        <p:nvSpPr>
          <p:cNvPr id="2" name="Freeform 1"/>
          <p:cNvSpPr/>
          <p:nvPr/>
        </p:nvSpPr>
        <p:spPr>
          <a:xfrm>
            <a:off x="3739166" y="5705341"/>
            <a:ext cx="5486400" cy="0"/>
          </a:xfrm>
          <a:custGeom>
            <a:avLst/>
            <a:gdLst>
              <a:gd name="connsiteX0" fmla="*/ 0 w 5486400"/>
              <a:gd name="connsiteY0" fmla="*/ 0 h 0"/>
              <a:gd name="connsiteX1" fmla="*/ 5486400 w 5486400"/>
              <a:gd name="connsiteY1" fmla="*/ 0 h 0"/>
            </a:gdLst>
            <a:ahLst/>
            <a:cxnLst>
              <a:cxn ang="0">
                <a:pos x="connsiteX0" y="connsiteY0"/>
              </a:cxn>
              <a:cxn ang="0">
                <a:pos x="connsiteX1" y="connsiteY1"/>
              </a:cxn>
            </a:cxnLst>
            <a:rect l="l" t="t" r="r" b="b"/>
            <a:pathLst>
              <a:path w="5486400">
                <a:moveTo>
                  <a:pt x="0" y="0"/>
                </a:moveTo>
                <a:lnTo>
                  <a:pt x="5486400" y="0"/>
                </a:lnTo>
              </a:path>
            </a:pathLst>
          </a:custGeom>
          <a:noFill/>
          <a:ln w="38100">
            <a:solidFill>
              <a:srgbClr val="0033CC"/>
            </a:solidFill>
          </a:ln>
        </p:spPr>
        <p:txBody>
          <a:bodyPr vert="horz" wrap="none" lIns="91440" tIns="45720" rIns="91440" bIns="45720" numCol="1" rtlCol="0" anchor="ctr" anchorCtr="0" compatLnSpc="1">
            <a:prstTxWarp prst="textNoShape">
              <a:avLst/>
            </a:prstTxWarp>
          </a:bodyPr>
          <a:lstStyle/>
          <a:p>
            <a:pPr algn="ctr" eaLnBrk="0" fontAlgn="base" hangingPunct="0">
              <a:spcBef>
                <a:spcPct val="0"/>
              </a:spcBef>
              <a:spcAft>
                <a:spcPct val="0"/>
              </a:spcAft>
              <a:buClrTx/>
            </a:pPr>
            <a:endParaRPr lang="en-US" sz="1800" i="1">
              <a:solidFill>
                <a:schemeClr val="tx1"/>
              </a:solidFill>
              <a:latin typeface="Times New Roman" pitchFamily="18" charset="0"/>
            </a:endParaRPr>
          </a:p>
        </p:txBody>
      </p:sp>
      <p:cxnSp>
        <p:nvCxnSpPr>
          <p:cNvPr id="8" name="Straight Connector 7"/>
          <p:cNvCxnSpPr/>
          <p:nvPr/>
        </p:nvCxnSpPr>
        <p:spPr bwMode="auto">
          <a:xfrm>
            <a:off x="4207042" y="3200400"/>
            <a:ext cx="0" cy="2498552"/>
          </a:xfrm>
          <a:prstGeom prst="line">
            <a:avLst/>
          </a:prstGeom>
          <a:noFill/>
          <a:ln w="9525" cap="flat" cmpd="sng" algn="ctr">
            <a:solidFill>
              <a:schemeClr val="tx1"/>
            </a:solidFill>
            <a:prstDash val="solid"/>
            <a:round/>
            <a:headEnd type="none" w="med" len="med"/>
            <a:tailEnd type="none" w="med" len="med"/>
          </a:ln>
          <a:effectLst/>
        </p:spPr>
      </p:cxnSp>
      <p:cxnSp>
        <p:nvCxnSpPr>
          <p:cNvPr id="21" name="Straight Connector 20"/>
          <p:cNvCxnSpPr/>
          <p:nvPr/>
        </p:nvCxnSpPr>
        <p:spPr bwMode="auto">
          <a:xfrm>
            <a:off x="4684306" y="3196384"/>
            <a:ext cx="0" cy="2498552"/>
          </a:xfrm>
          <a:prstGeom prst="line">
            <a:avLst/>
          </a:prstGeom>
          <a:noFill/>
          <a:ln w="9525" cap="flat" cmpd="sng" algn="ctr">
            <a:solidFill>
              <a:schemeClr val="tx1"/>
            </a:solidFill>
            <a:prstDash val="solid"/>
            <a:round/>
            <a:headEnd type="none" w="med" len="med"/>
            <a:tailEnd type="none" w="med" len="med"/>
          </a:ln>
          <a:effectLst/>
        </p:spPr>
      </p:cxnSp>
      <p:cxnSp>
        <p:nvCxnSpPr>
          <p:cNvPr id="23" name="Straight Connector 22"/>
          <p:cNvCxnSpPr/>
          <p:nvPr/>
        </p:nvCxnSpPr>
        <p:spPr bwMode="auto">
          <a:xfrm>
            <a:off x="5161570" y="3204400"/>
            <a:ext cx="0" cy="2498552"/>
          </a:xfrm>
          <a:prstGeom prst="line">
            <a:avLst/>
          </a:prstGeom>
          <a:noFill/>
          <a:ln w="9525" cap="flat" cmpd="sng" algn="ctr">
            <a:solidFill>
              <a:schemeClr val="tx1"/>
            </a:solidFill>
            <a:prstDash val="solid"/>
            <a:round/>
            <a:headEnd type="none" w="med" len="med"/>
            <a:tailEnd type="none" w="med" len="med"/>
          </a:ln>
          <a:effectLst/>
        </p:spPr>
      </p:cxnSp>
      <p:cxnSp>
        <p:nvCxnSpPr>
          <p:cNvPr id="25" name="Straight Connector 24"/>
          <p:cNvCxnSpPr/>
          <p:nvPr/>
        </p:nvCxnSpPr>
        <p:spPr bwMode="auto">
          <a:xfrm>
            <a:off x="5626802" y="3200384"/>
            <a:ext cx="0" cy="2498552"/>
          </a:xfrm>
          <a:prstGeom prst="line">
            <a:avLst/>
          </a:prstGeom>
          <a:noFill/>
          <a:ln w="9525" cap="flat" cmpd="sng" algn="ctr">
            <a:solidFill>
              <a:schemeClr val="tx1"/>
            </a:solidFill>
            <a:prstDash val="solid"/>
            <a:round/>
            <a:headEnd type="none" w="med" len="med"/>
            <a:tailEnd type="none" w="med" len="med"/>
          </a:ln>
          <a:effectLst/>
        </p:spPr>
      </p:cxnSp>
      <p:cxnSp>
        <p:nvCxnSpPr>
          <p:cNvPr id="27" name="Straight Connector 26"/>
          <p:cNvCxnSpPr/>
          <p:nvPr/>
        </p:nvCxnSpPr>
        <p:spPr bwMode="auto">
          <a:xfrm>
            <a:off x="6092034" y="3196368"/>
            <a:ext cx="0" cy="2498552"/>
          </a:xfrm>
          <a:prstGeom prst="line">
            <a:avLst/>
          </a:prstGeom>
          <a:noFill/>
          <a:ln w="9525" cap="flat" cmpd="sng" algn="ctr">
            <a:solidFill>
              <a:schemeClr val="tx1"/>
            </a:solidFill>
            <a:prstDash val="solid"/>
            <a:round/>
            <a:headEnd type="none" w="med" len="med"/>
            <a:tailEnd type="none" w="med" len="med"/>
          </a:ln>
          <a:effectLst/>
        </p:spPr>
      </p:cxnSp>
      <p:cxnSp>
        <p:nvCxnSpPr>
          <p:cNvPr id="29" name="Straight Connector 28"/>
          <p:cNvCxnSpPr/>
          <p:nvPr/>
        </p:nvCxnSpPr>
        <p:spPr bwMode="auto">
          <a:xfrm>
            <a:off x="6569298" y="3204384"/>
            <a:ext cx="0" cy="2498552"/>
          </a:xfrm>
          <a:prstGeom prst="line">
            <a:avLst/>
          </a:prstGeom>
          <a:noFill/>
          <a:ln w="9525" cap="flat" cmpd="sng" algn="ctr">
            <a:solidFill>
              <a:schemeClr val="tx1"/>
            </a:solidFill>
            <a:prstDash val="solid"/>
            <a:round/>
            <a:headEnd type="none" w="med" len="med"/>
            <a:tailEnd type="none" w="med" len="med"/>
          </a:ln>
          <a:effectLst/>
        </p:spPr>
      </p:cxnSp>
      <p:cxnSp>
        <p:nvCxnSpPr>
          <p:cNvPr id="31" name="Straight Connector 30"/>
          <p:cNvCxnSpPr/>
          <p:nvPr/>
        </p:nvCxnSpPr>
        <p:spPr bwMode="auto">
          <a:xfrm>
            <a:off x="7046562" y="3200368"/>
            <a:ext cx="0" cy="2498552"/>
          </a:xfrm>
          <a:prstGeom prst="line">
            <a:avLst/>
          </a:prstGeom>
          <a:noFill/>
          <a:ln w="9525" cap="flat" cmpd="sng" algn="ctr">
            <a:solidFill>
              <a:schemeClr val="tx1"/>
            </a:solidFill>
            <a:prstDash val="solid"/>
            <a:round/>
            <a:headEnd type="none" w="med" len="med"/>
            <a:tailEnd type="none" w="med" len="med"/>
          </a:ln>
          <a:effectLst/>
        </p:spPr>
      </p:cxnSp>
      <p:cxnSp>
        <p:nvCxnSpPr>
          <p:cNvPr id="33" name="Straight Connector 32"/>
          <p:cNvCxnSpPr/>
          <p:nvPr/>
        </p:nvCxnSpPr>
        <p:spPr bwMode="auto">
          <a:xfrm>
            <a:off x="7523826" y="3196352"/>
            <a:ext cx="0" cy="2498552"/>
          </a:xfrm>
          <a:prstGeom prst="line">
            <a:avLst/>
          </a:prstGeom>
          <a:noFill/>
          <a:ln w="9525" cap="flat" cmpd="sng" algn="ctr">
            <a:solidFill>
              <a:schemeClr val="tx1"/>
            </a:solidFill>
            <a:prstDash val="solid"/>
            <a:round/>
            <a:headEnd type="none" w="med" len="med"/>
            <a:tailEnd type="none" w="med" len="med"/>
          </a:ln>
          <a:effectLst/>
        </p:spPr>
      </p:cxnSp>
      <p:cxnSp>
        <p:nvCxnSpPr>
          <p:cNvPr id="35" name="Straight Connector 34"/>
          <p:cNvCxnSpPr/>
          <p:nvPr/>
        </p:nvCxnSpPr>
        <p:spPr bwMode="auto">
          <a:xfrm>
            <a:off x="8001090" y="3204368"/>
            <a:ext cx="0" cy="2498552"/>
          </a:xfrm>
          <a:prstGeom prst="line">
            <a:avLst/>
          </a:prstGeom>
          <a:noFill/>
          <a:ln w="9525" cap="flat" cmpd="sng" algn="ctr">
            <a:solidFill>
              <a:schemeClr val="tx1"/>
            </a:solidFill>
            <a:prstDash val="solid"/>
            <a:round/>
            <a:headEnd type="none" w="med" len="med"/>
            <a:tailEnd type="none" w="med" len="med"/>
          </a:ln>
          <a:effectLst/>
        </p:spPr>
      </p:cxnSp>
      <p:cxnSp>
        <p:nvCxnSpPr>
          <p:cNvPr id="37" name="Straight Connector 36"/>
          <p:cNvCxnSpPr/>
          <p:nvPr/>
        </p:nvCxnSpPr>
        <p:spPr bwMode="auto">
          <a:xfrm>
            <a:off x="8466322" y="3200352"/>
            <a:ext cx="0" cy="2498552"/>
          </a:xfrm>
          <a:prstGeom prst="line">
            <a:avLst/>
          </a:prstGeom>
          <a:noFill/>
          <a:ln w="9525" cap="flat" cmpd="sng" algn="ctr">
            <a:solidFill>
              <a:schemeClr val="tx1"/>
            </a:solidFill>
            <a:prstDash val="solid"/>
            <a:round/>
            <a:headEnd type="none" w="med" len="med"/>
            <a:tailEnd type="none" w="med" len="med"/>
          </a:ln>
          <a:effectLst/>
        </p:spPr>
      </p:cxnSp>
      <p:cxnSp>
        <p:nvCxnSpPr>
          <p:cNvPr id="39" name="Straight Connector 38"/>
          <p:cNvCxnSpPr/>
          <p:nvPr/>
        </p:nvCxnSpPr>
        <p:spPr bwMode="auto">
          <a:xfrm>
            <a:off x="8943586" y="3196336"/>
            <a:ext cx="0" cy="2498552"/>
          </a:xfrm>
          <a:prstGeom prst="line">
            <a:avLst/>
          </a:prstGeom>
          <a:noFill/>
          <a:ln w="9525" cap="flat" cmpd="sng" algn="ctr">
            <a:solidFill>
              <a:schemeClr val="tx1"/>
            </a:solidFill>
            <a:prstDash val="solid"/>
            <a:round/>
            <a:headEnd type="none" w="med" len="med"/>
            <a:tailEnd type="none" w="med" len="med"/>
          </a:ln>
          <a:effectLst/>
        </p:spPr>
      </p:cxnSp>
      <p:sp>
        <p:nvSpPr>
          <p:cNvPr id="11" name="Freeform 10"/>
          <p:cNvSpPr/>
          <p:nvPr/>
        </p:nvSpPr>
        <p:spPr>
          <a:xfrm>
            <a:off x="3737811" y="4547938"/>
            <a:ext cx="5462336" cy="1155031"/>
          </a:xfrm>
          <a:custGeom>
            <a:avLst/>
            <a:gdLst>
              <a:gd name="connsiteX0" fmla="*/ 0 w 5462336"/>
              <a:gd name="connsiteY0" fmla="*/ 1155031 h 1155031"/>
              <a:gd name="connsiteX1" fmla="*/ 2370221 w 5462336"/>
              <a:gd name="connsiteY1" fmla="*/ 0 h 1155031"/>
              <a:gd name="connsiteX2" fmla="*/ 5462336 w 5462336"/>
              <a:gd name="connsiteY2" fmla="*/ 0 h 1155031"/>
            </a:gdLst>
            <a:ahLst/>
            <a:cxnLst>
              <a:cxn ang="0">
                <a:pos x="connsiteX0" y="connsiteY0"/>
              </a:cxn>
              <a:cxn ang="0">
                <a:pos x="connsiteX1" y="connsiteY1"/>
              </a:cxn>
              <a:cxn ang="0">
                <a:pos x="connsiteX2" y="connsiteY2"/>
              </a:cxn>
            </a:cxnLst>
            <a:rect l="l" t="t" r="r" b="b"/>
            <a:pathLst>
              <a:path w="5462336" h="1155031">
                <a:moveTo>
                  <a:pt x="0" y="1155031"/>
                </a:moveTo>
                <a:lnTo>
                  <a:pt x="2370221" y="0"/>
                </a:lnTo>
                <a:lnTo>
                  <a:pt x="5462336" y="0"/>
                </a:lnTo>
              </a:path>
            </a:pathLst>
          </a:custGeom>
          <a:noFill/>
          <a:ln w="28575">
            <a:solidFill>
              <a:srgbClr val="0033CC"/>
            </a:solidFill>
          </a:ln>
        </p:spPr>
        <p:txBody>
          <a:bodyPr vert="horz" wrap="none" lIns="91440" tIns="45720" rIns="91440" bIns="45720" numCol="1" rtlCol="0" anchor="ctr" anchorCtr="0" compatLnSpc="1">
            <a:prstTxWarp prst="textNoShape">
              <a:avLst/>
            </a:prstTxWarp>
          </a:bodyPr>
          <a:lstStyle/>
          <a:p>
            <a:pPr algn="ctr" eaLnBrk="0" fontAlgn="base" hangingPunct="0">
              <a:spcBef>
                <a:spcPct val="0"/>
              </a:spcBef>
              <a:spcAft>
                <a:spcPct val="0"/>
              </a:spcAft>
              <a:buClrTx/>
            </a:pPr>
            <a:endParaRPr lang="en-US" sz="1800" i="1">
              <a:solidFill>
                <a:schemeClr val="tx1"/>
              </a:solidFill>
              <a:latin typeface="Times New Roman" pitchFamily="18" charset="0"/>
            </a:endParaRPr>
          </a:p>
        </p:txBody>
      </p:sp>
      <p:sp>
        <p:nvSpPr>
          <p:cNvPr id="12" name="Freeform 11"/>
          <p:cNvSpPr/>
          <p:nvPr/>
        </p:nvSpPr>
        <p:spPr>
          <a:xfrm>
            <a:off x="3713747" y="4199022"/>
            <a:ext cx="5257800" cy="1503947"/>
          </a:xfrm>
          <a:custGeom>
            <a:avLst/>
            <a:gdLst>
              <a:gd name="connsiteX0" fmla="*/ 0 w 5257800"/>
              <a:gd name="connsiteY0" fmla="*/ 1503947 h 1503947"/>
              <a:gd name="connsiteX1" fmla="*/ 2406316 w 5257800"/>
              <a:gd name="connsiteY1" fmla="*/ 336884 h 1503947"/>
              <a:gd name="connsiteX2" fmla="*/ 3838074 w 5257800"/>
              <a:gd name="connsiteY2" fmla="*/ 0 h 1503947"/>
              <a:gd name="connsiteX3" fmla="*/ 5257800 w 5257800"/>
              <a:gd name="connsiteY3" fmla="*/ 324853 h 1503947"/>
            </a:gdLst>
            <a:ahLst/>
            <a:cxnLst>
              <a:cxn ang="0">
                <a:pos x="connsiteX0" y="connsiteY0"/>
              </a:cxn>
              <a:cxn ang="0">
                <a:pos x="connsiteX1" y="connsiteY1"/>
              </a:cxn>
              <a:cxn ang="0">
                <a:pos x="connsiteX2" y="connsiteY2"/>
              </a:cxn>
              <a:cxn ang="0">
                <a:pos x="connsiteX3" y="connsiteY3"/>
              </a:cxn>
            </a:cxnLst>
            <a:rect l="l" t="t" r="r" b="b"/>
            <a:pathLst>
              <a:path w="5257800" h="1503947">
                <a:moveTo>
                  <a:pt x="0" y="1503947"/>
                </a:moveTo>
                <a:lnTo>
                  <a:pt x="2406316" y="336884"/>
                </a:lnTo>
                <a:lnTo>
                  <a:pt x="3838074" y="0"/>
                </a:lnTo>
                <a:lnTo>
                  <a:pt x="5257800" y="324853"/>
                </a:lnTo>
              </a:path>
            </a:pathLst>
          </a:custGeom>
          <a:noFill/>
          <a:ln w="28575">
            <a:solidFill>
              <a:srgbClr val="0033CC"/>
            </a:solidFill>
          </a:ln>
        </p:spPr>
        <p:txBody>
          <a:bodyPr vert="horz" wrap="none" lIns="91440" tIns="45720" rIns="91440" bIns="45720" numCol="1" rtlCol="0" anchor="ctr" anchorCtr="0" compatLnSpc="1">
            <a:prstTxWarp prst="textNoShape">
              <a:avLst/>
            </a:prstTxWarp>
          </a:bodyPr>
          <a:lstStyle/>
          <a:p>
            <a:pPr algn="ctr" eaLnBrk="0" fontAlgn="base" hangingPunct="0">
              <a:spcBef>
                <a:spcPct val="0"/>
              </a:spcBef>
              <a:spcAft>
                <a:spcPct val="0"/>
              </a:spcAft>
              <a:buClrTx/>
            </a:pPr>
            <a:endParaRPr lang="en-US" sz="1800" i="1">
              <a:solidFill>
                <a:schemeClr val="tx1"/>
              </a:solidFill>
              <a:latin typeface="Times New Roman" pitchFamily="18" charset="0"/>
            </a:endParaRPr>
          </a:p>
        </p:txBody>
      </p:sp>
      <p:sp>
        <p:nvSpPr>
          <p:cNvPr id="13" name="Freeform 12"/>
          <p:cNvSpPr/>
          <p:nvPr/>
        </p:nvSpPr>
        <p:spPr>
          <a:xfrm>
            <a:off x="3713747" y="3886200"/>
            <a:ext cx="5257800" cy="1840832"/>
          </a:xfrm>
          <a:custGeom>
            <a:avLst/>
            <a:gdLst>
              <a:gd name="connsiteX0" fmla="*/ 0 w 5257800"/>
              <a:gd name="connsiteY0" fmla="*/ 1840832 h 1840832"/>
              <a:gd name="connsiteX1" fmla="*/ 998621 w 5257800"/>
              <a:gd name="connsiteY1" fmla="*/ 745958 h 1840832"/>
              <a:gd name="connsiteX2" fmla="*/ 2394285 w 5257800"/>
              <a:gd name="connsiteY2" fmla="*/ 132347 h 1840832"/>
              <a:gd name="connsiteX3" fmla="*/ 3826042 w 5257800"/>
              <a:gd name="connsiteY3" fmla="*/ 0 h 1840832"/>
              <a:gd name="connsiteX4" fmla="*/ 5257800 w 5257800"/>
              <a:gd name="connsiteY4" fmla="*/ 324853 h 18408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57800" h="1840832">
                <a:moveTo>
                  <a:pt x="0" y="1840832"/>
                </a:moveTo>
                <a:lnTo>
                  <a:pt x="998621" y="745958"/>
                </a:lnTo>
                <a:lnTo>
                  <a:pt x="2394285" y="132347"/>
                </a:lnTo>
                <a:lnTo>
                  <a:pt x="3826042" y="0"/>
                </a:lnTo>
                <a:lnTo>
                  <a:pt x="5257800" y="324853"/>
                </a:lnTo>
              </a:path>
            </a:pathLst>
          </a:custGeom>
          <a:noFill/>
          <a:ln w="28575">
            <a:solidFill>
              <a:srgbClr val="0033CC"/>
            </a:solidFill>
          </a:ln>
        </p:spPr>
        <p:txBody>
          <a:bodyPr vert="horz" wrap="none" lIns="91440" tIns="45720" rIns="91440" bIns="45720" numCol="1" rtlCol="0" anchor="ctr" anchorCtr="0" compatLnSpc="1">
            <a:prstTxWarp prst="textNoShape">
              <a:avLst/>
            </a:prstTxWarp>
          </a:bodyPr>
          <a:lstStyle/>
          <a:p>
            <a:pPr algn="ctr" eaLnBrk="0" fontAlgn="base" hangingPunct="0">
              <a:spcBef>
                <a:spcPct val="0"/>
              </a:spcBef>
              <a:spcAft>
                <a:spcPct val="0"/>
              </a:spcAft>
              <a:buClrTx/>
            </a:pPr>
            <a:endParaRPr lang="en-US" sz="1800" i="1">
              <a:solidFill>
                <a:schemeClr val="tx1"/>
              </a:solidFill>
              <a:latin typeface="Times New Roman" pitchFamily="18" charset="0"/>
            </a:endParaRPr>
          </a:p>
        </p:txBody>
      </p:sp>
      <p:sp>
        <p:nvSpPr>
          <p:cNvPr id="14" name="Freeform 13"/>
          <p:cNvSpPr/>
          <p:nvPr/>
        </p:nvSpPr>
        <p:spPr>
          <a:xfrm>
            <a:off x="3725780" y="3741822"/>
            <a:ext cx="5233737" cy="1973179"/>
          </a:xfrm>
          <a:custGeom>
            <a:avLst/>
            <a:gdLst>
              <a:gd name="connsiteX0" fmla="*/ 0 w 5233737"/>
              <a:gd name="connsiteY0" fmla="*/ 1973179 h 1973179"/>
              <a:gd name="connsiteX1" fmla="*/ 986589 w 5233737"/>
              <a:gd name="connsiteY1" fmla="*/ 914400 h 1973179"/>
              <a:gd name="connsiteX2" fmla="*/ 1913021 w 5233737"/>
              <a:gd name="connsiteY2" fmla="*/ 312821 h 1973179"/>
              <a:gd name="connsiteX3" fmla="*/ 2358189 w 5233737"/>
              <a:gd name="connsiteY3" fmla="*/ 132347 h 1973179"/>
              <a:gd name="connsiteX4" fmla="*/ 3826042 w 5233737"/>
              <a:gd name="connsiteY4" fmla="*/ 0 h 1973179"/>
              <a:gd name="connsiteX5" fmla="*/ 5233737 w 5233737"/>
              <a:gd name="connsiteY5" fmla="*/ 324853 h 1973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33737" h="1973179">
                <a:moveTo>
                  <a:pt x="0" y="1973179"/>
                </a:moveTo>
                <a:lnTo>
                  <a:pt x="986589" y="914400"/>
                </a:lnTo>
                <a:lnTo>
                  <a:pt x="1913021" y="312821"/>
                </a:lnTo>
                <a:lnTo>
                  <a:pt x="2358189" y="132347"/>
                </a:lnTo>
                <a:lnTo>
                  <a:pt x="3826042" y="0"/>
                </a:lnTo>
                <a:lnTo>
                  <a:pt x="5233737" y="324853"/>
                </a:lnTo>
              </a:path>
            </a:pathLst>
          </a:custGeom>
          <a:noFill/>
          <a:ln w="28575">
            <a:solidFill>
              <a:srgbClr val="0033CC"/>
            </a:solidFill>
          </a:ln>
        </p:spPr>
        <p:txBody>
          <a:bodyPr vert="horz" wrap="none" lIns="91440" tIns="45720" rIns="91440" bIns="45720" numCol="1" rtlCol="0" anchor="ctr" anchorCtr="0" compatLnSpc="1">
            <a:prstTxWarp prst="textNoShape">
              <a:avLst/>
            </a:prstTxWarp>
          </a:bodyPr>
          <a:lstStyle/>
          <a:p>
            <a:pPr algn="ctr" eaLnBrk="0" fontAlgn="base" hangingPunct="0">
              <a:spcBef>
                <a:spcPct val="0"/>
              </a:spcBef>
              <a:spcAft>
                <a:spcPct val="0"/>
              </a:spcAft>
              <a:buClrTx/>
            </a:pPr>
            <a:endParaRPr lang="en-US" sz="1800" i="1">
              <a:solidFill>
                <a:schemeClr val="tx1"/>
              </a:solidFill>
              <a:latin typeface="Times New Roman" pitchFamily="18" charset="0"/>
            </a:endParaRPr>
          </a:p>
        </p:txBody>
      </p:sp>
      <p:sp>
        <p:nvSpPr>
          <p:cNvPr id="16" name="Freeform 15"/>
          <p:cNvSpPr/>
          <p:nvPr/>
        </p:nvSpPr>
        <p:spPr>
          <a:xfrm>
            <a:off x="3713748" y="3814012"/>
            <a:ext cx="5233737" cy="1913021"/>
          </a:xfrm>
          <a:custGeom>
            <a:avLst/>
            <a:gdLst>
              <a:gd name="connsiteX0" fmla="*/ 0 w 5233737"/>
              <a:gd name="connsiteY0" fmla="*/ 1913021 h 1913021"/>
              <a:gd name="connsiteX1" fmla="*/ 974558 w 5233737"/>
              <a:gd name="connsiteY1" fmla="*/ 830178 h 1913021"/>
              <a:gd name="connsiteX2" fmla="*/ 1900990 w 5233737"/>
              <a:gd name="connsiteY2" fmla="*/ 252663 h 1913021"/>
              <a:gd name="connsiteX3" fmla="*/ 2394285 w 5233737"/>
              <a:gd name="connsiteY3" fmla="*/ 36094 h 1913021"/>
              <a:gd name="connsiteX4" fmla="*/ 2875548 w 5233737"/>
              <a:gd name="connsiteY4" fmla="*/ 12031 h 1913021"/>
              <a:gd name="connsiteX5" fmla="*/ 3838074 w 5233737"/>
              <a:gd name="connsiteY5" fmla="*/ 0 h 1913021"/>
              <a:gd name="connsiteX6" fmla="*/ 5233737 w 5233737"/>
              <a:gd name="connsiteY6" fmla="*/ 312821 h 1913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33737" h="1913021">
                <a:moveTo>
                  <a:pt x="0" y="1913021"/>
                </a:moveTo>
                <a:lnTo>
                  <a:pt x="974558" y="830178"/>
                </a:lnTo>
                <a:lnTo>
                  <a:pt x="1900990" y="252663"/>
                </a:lnTo>
                <a:lnTo>
                  <a:pt x="2394285" y="36094"/>
                </a:lnTo>
                <a:lnTo>
                  <a:pt x="2875548" y="12031"/>
                </a:lnTo>
                <a:lnTo>
                  <a:pt x="3838074" y="0"/>
                </a:lnTo>
                <a:lnTo>
                  <a:pt x="5233737" y="312821"/>
                </a:lnTo>
              </a:path>
            </a:pathLst>
          </a:custGeom>
          <a:noFill/>
          <a:ln w="28575">
            <a:solidFill>
              <a:srgbClr val="0033CC"/>
            </a:solidFill>
          </a:ln>
        </p:spPr>
        <p:txBody>
          <a:bodyPr vert="horz" wrap="none" lIns="91440" tIns="45720" rIns="91440" bIns="45720" numCol="1" rtlCol="0" anchor="ctr" anchorCtr="0" compatLnSpc="1">
            <a:prstTxWarp prst="textNoShape">
              <a:avLst/>
            </a:prstTxWarp>
          </a:bodyPr>
          <a:lstStyle/>
          <a:p>
            <a:pPr algn="ctr" eaLnBrk="0" fontAlgn="base" hangingPunct="0">
              <a:spcBef>
                <a:spcPct val="0"/>
              </a:spcBef>
              <a:spcAft>
                <a:spcPct val="0"/>
              </a:spcAft>
              <a:buClrTx/>
            </a:pPr>
            <a:endParaRPr lang="en-US" sz="1800" i="1">
              <a:solidFill>
                <a:schemeClr val="tx1"/>
              </a:solidFill>
              <a:latin typeface="Times New Roman" pitchFamily="18" charset="0"/>
            </a:endParaRPr>
          </a:p>
        </p:txBody>
      </p:sp>
      <p:sp>
        <p:nvSpPr>
          <p:cNvPr id="17" name="Freeform 16"/>
          <p:cNvSpPr/>
          <p:nvPr/>
        </p:nvSpPr>
        <p:spPr>
          <a:xfrm>
            <a:off x="3713748" y="3838075"/>
            <a:ext cx="5245769" cy="1913021"/>
          </a:xfrm>
          <a:custGeom>
            <a:avLst/>
            <a:gdLst>
              <a:gd name="connsiteX0" fmla="*/ 0 w 5245769"/>
              <a:gd name="connsiteY0" fmla="*/ 1913021 h 1913021"/>
              <a:gd name="connsiteX1" fmla="*/ 974558 w 5245769"/>
              <a:gd name="connsiteY1" fmla="*/ 794084 h 1913021"/>
              <a:gd name="connsiteX2" fmla="*/ 1900990 w 5245769"/>
              <a:gd name="connsiteY2" fmla="*/ 204537 h 1913021"/>
              <a:gd name="connsiteX3" fmla="*/ 2394285 w 5245769"/>
              <a:gd name="connsiteY3" fmla="*/ 12031 h 1913021"/>
              <a:gd name="connsiteX4" fmla="*/ 2863516 w 5245769"/>
              <a:gd name="connsiteY4" fmla="*/ 0 h 1913021"/>
              <a:gd name="connsiteX5" fmla="*/ 3332748 w 5245769"/>
              <a:gd name="connsiteY5" fmla="*/ 36094 h 1913021"/>
              <a:gd name="connsiteX6" fmla="*/ 3826042 w 5245769"/>
              <a:gd name="connsiteY6" fmla="*/ 144379 h 1913021"/>
              <a:gd name="connsiteX7" fmla="*/ 5245769 w 5245769"/>
              <a:gd name="connsiteY7" fmla="*/ 601579 h 1913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45769" h="1913021">
                <a:moveTo>
                  <a:pt x="0" y="1913021"/>
                </a:moveTo>
                <a:lnTo>
                  <a:pt x="974558" y="794084"/>
                </a:lnTo>
                <a:lnTo>
                  <a:pt x="1900990" y="204537"/>
                </a:lnTo>
                <a:lnTo>
                  <a:pt x="2394285" y="12031"/>
                </a:lnTo>
                <a:lnTo>
                  <a:pt x="2863516" y="0"/>
                </a:lnTo>
                <a:lnTo>
                  <a:pt x="3332748" y="36094"/>
                </a:lnTo>
                <a:lnTo>
                  <a:pt x="3826042" y="144379"/>
                </a:lnTo>
                <a:lnTo>
                  <a:pt x="5245769" y="601579"/>
                </a:lnTo>
              </a:path>
            </a:pathLst>
          </a:custGeom>
          <a:noFill/>
          <a:ln w="28575">
            <a:solidFill>
              <a:srgbClr val="0033CC"/>
            </a:solidFill>
          </a:ln>
        </p:spPr>
        <p:txBody>
          <a:bodyPr vert="horz" wrap="none" lIns="91440" tIns="45720" rIns="91440" bIns="45720" numCol="1" rtlCol="0" anchor="ctr" anchorCtr="0" compatLnSpc="1">
            <a:prstTxWarp prst="textNoShape">
              <a:avLst/>
            </a:prstTxWarp>
          </a:bodyPr>
          <a:lstStyle/>
          <a:p>
            <a:pPr algn="ctr" eaLnBrk="0" fontAlgn="base" hangingPunct="0">
              <a:spcBef>
                <a:spcPct val="0"/>
              </a:spcBef>
              <a:spcAft>
                <a:spcPct val="0"/>
              </a:spcAft>
              <a:buClrTx/>
            </a:pPr>
            <a:endParaRPr lang="en-US" sz="1800" i="1">
              <a:solidFill>
                <a:schemeClr val="tx1"/>
              </a:solidFill>
              <a:latin typeface="Times New Roman" pitchFamily="18" charset="0"/>
            </a:endParaRPr>
          </a:p>
        </p:txBody>
      </p:sp>
      <p:sp>
        <p:nvSpPr>
          <p:cNvPr id="4" name="Footer Placeholder 3"/>
          <p:cNvSpPr>
            <a:spLocks noGrp="1"/>
          </p:cNvSpPr>
          <p:nvPr>
            <p:ph type="ftr" sz="quarter" idx="11"/>
          </p:nvPr>
        </p:nvSpPr>
        <p:spPr>
          <a:xfrm>
            <a:off x="3124200" y="6637828"/>
            <a:ext cx="2895600" cy="457200"/>
          </a:xfrm>
          <a:prstGeom prst="rect">
            <a:avLst/>
          </a:prstGeom>
          <a:ln/>
        </p:spPr>
        <p:txBody>
          <a:bodyPr/>
          <a:lstStyle>
            <a:defPPr>
              <a:defRPr lang="en-US"/>
            </a:defPPr>
            <a:lvl1pPr algn="ctr" rtl="0" eaLnBrk="0" fontAlgn="base" hangingPunct="0">
              <a:spcBef>
                <a:spcPct val="0"/>
              </a:spcBef>
              <a:spcAft>
                <a:spcPct val="0"/>
              </a:spcAft>
              <a:defRPr sz="1200" i="0" kern="1200">
                <a:solidFill>
                  <a:schemeClr val="tx1"/>
                </a:solidFill>
                <a:latin typeface="Times New Roman" pitchFamily="18" charset="0"/>
                <a:ea typeface="+mn-ea"/>
                <a:cs typeface="+mn-cs"/>
              </a:defRPr>
            </a:lvl1pPr>
            <a:lvl2pPr marL="457200" algn="ctr" rtl="0" eaLnBrk="0" fontAlgn="base" hangingPunct="0">
              <a:spcBef>
                <a:spcPct val="0"/>
              </a:spcBef>
              <a:spcAft>
                <a:spcPct val="0"/>
              </a:spcAft>
              <a:defRPr i="1" kern="1200">
                <a:solidFill>
                  <a:schemeClr val="tx1"/>
                </a:solidFill>
                <a:latin typeface="Times New Roman" pitchFamily="18" charset="0"/>
                <a:ea typeface="+mn-ea"/>
                <a:cs typeface="+mn-cs"/>
              </a:defRPr>
            </a:lvl2pPr>
            <a:lvl3pPr marL="914400" algn="ctr" rtl="0" eaLnBrk="0" fontAlgn="base" hangingPunct="0">
              <a:spcBef>
                <a:spcPct val="0"/>
              </a:spcBef>
              <a:spcAft>
                <a:spcPct val="0"/>
              </a:spcAft>
              <a:defRPr i="1" kern="1200">
                <a:solidFill>
                  <a:schemeClr val="tx1"/>
                </a:solidFill>
                <a:latin typeface="Times New Roman" pitchFamily="18" charset="0"/>
                <a:ea typeface="+mn-ea"/>
                <a:cs typeface="+mn-cs"/>
              </a:defRPr>
            </a:lvl3pPr>
            <a:lvl4pPr marL="1371600" algn="ctr" rtl="0" eaLnBrk="0" fontAlgn="base" hangingPunct="0">
              <a:spcBef>
                <a:spcPct val="0"/>
              </a:spcBef>
              <a:spcAft>
                <a:spcPct val="0"/>
              </a:spcAft>
              <a:defRPr i="1" kern="1200">
                <a:solidFill>
                  <a:schemeClr val="tx1"/>
                </a:solidFill>
                <a:latin typeface="Times New Roman" pitchFamily="18" charset="0"/>
                <a:ea typeface="+mn-ea"/>
                <a:cs typeface="+mn-cs"/>
              </a:defRPr>
            </a:lvl4pPr>
            <a:lvl5pPr marL="1828800" algn="ctr" rtl="0" eaLnBrk="0" fontAlgn="base" hangingPunct="0">
              <a:spcBef>
                <a:spcPct val="0"/>
              </a:spcBef>
              <a:spcAft>
                <a:spcPct val="0"/>
              </a:spcAft>
              <a:defRPr i="1" kern="1200">
                <a:solidFill>
                  <a:schemeClr val="tx1"/>
                </a:solidFill>
                <a:latin typeface="Times New Roman" pitchFamily="18" charset="0"/>
                <a:ea typeface="+mn-ea"/>
                <a:cs typeface="+mn-cs"/>
              </a:defRPr>
            </a:lvl5pPr>
            <a:lvl6pPr marL="2286000" algn="l" defTabSz="914400" rtl="0" eaLnBrk="1" latinLnBrk="0" hangingPunct="1">
              <a:defRPr i="1" kern="1200">
                <a:solidFill>
                  <a:schemeClr val="tx1"/>
                </a:solidFill>
                <a:latin typeface="Times New Roman" pitchFamily="18" charset="0"/>
                <a:ea typeface="+mn-ea"/>
                <a:cs typeface="+mn-cs"/>
              </a:defRPr>
            </a:lvl6pPr>
            <a:lvl7pPr marL="2743200" algn="l" defTabSz="914400" rtl="0" eaLnBrk="1" latinLnBrk="0" hangingPunct="1">
              <a:defRPr i="1" kern="1200">
                <a:solidFill>
                  <a:schemeClr val="tx1"/>
                </a:solidFill>
                <a:latin typeface="Times New Roman" pitchFamily="18" charset="0"/>
                <a:ea typeface="+mn-ea"/>
                <a:cs typeface="+mn-cs"/>
              </a:defRPr>
            </a:lvl7pPr>
            <a:lvl8pPr marL="3200400" algn="l" defTabSz="914400" rtl="0" eaLnBrk="1" latinLnBrk="0" hangingPunct="1">
              <a:defRPr i="1" kern="1200">
                <a:solidFill>
                  <a:schemeClr val="tx1"/>
                </a:solidFill>
                <a:latin typeface="Times New Roman" pitchFamily="18" charset="0"/>
                <a:ea typeface="+mn-ea"/>
                <a:cs typeface="+mn-cs"/>
              </a:defRPr>
            </a:lvl8pPr>
            <a:lvl9pPr marL="3657600" algn="l" defTabSz="914400" rtl="0" eaLnBrk="1" latinLnBrk="0" hangingPunct="1">
              <a:defRPr i="1" kern="1200">
                <a:solidFill>
                  <a:schemeClr val="tx1"/>
                </a:solidFill>
                <a:latin typeface="Times New Roman" pitchFamily="18" charset="0"/>
                <a:ea typeface="+mn-ea"/>
                <a:cs typeface="+mn-cs"/>
              </a:defRPr>
            </a:lvl9pPr>
          </a:lstStyle>
          <a:p>
            <a:pPr>
              <a:defRPr/>
            </a:pPr>
            <a:r>
              <a:rPr lang="en-US"/>
              <a:t>© 2019 W.B. Powell</a:t>
            </a:r>
            <a:endParaRPr lang="en-US" dirty="0"/>
          </a:p>
        </p:txBody>
      </p:sp>
    </p:spTree>
    <p:extLst>
      <p:ext uri="{BB962C8B-B14F-4D97-AF65-F5344CB8AC3E}">
        <p14:creationId xmlns:p14="http://schemas.microsoft.com/office/powerpoint/2010/main" val="21114582"/>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left)">
                                      <p:cBhvr>
                                        <p:cTn id="7" dur="500"/>
                                        <p:tgtEl>
                                          <p:spTgt spid="2"/>
                                        </p:tgtEl>
                                      </p:cBhvr>
                                    </p:animEffect>
                                  </p:childTnLst>
                                  <p:subTnLst>
                                    <p:set>
                                      <p:cBhvr override="childStyle">
                                        <p:cTn dur="1" fill="hold" display="0" masterRel="nextClick" afterEffect="1"/>
                                        <p:tgtEl>
                                          <p:spTgt spid="2"/>
                                        </p:tgtEl>
                                        <p:attrNameLst>
                                          <p:attrName>style.visibility</p:attrName>
                                        </p:attrNameLst>
                                      </p:cBhvr>
                                      <p:to>
                                        <p:strVal val="hidden"/>
                                      </p:to>
                                    </p:set>
                                  </p:sub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wipe(left)">
                                      <p:cBhvr>
                                        <p:cTn id="12" dur="500"/>
                                        <p:tgtEl>
                                          <p:spTgt spid="11"/>
                                        </p:tgtEl>
                                      </p:cBhvr>
                                    </p:animEffect>
                                  </p:childTnLst>
                                  <p:subTnLst>
                                    <p:set>
                                      <p:cBhvr override="childStyle">
                                        <p:cTn dur="1" fill="hold" display="0" masterRel="nextClick" afterEffect="1"/>
                                        <p:tgtEl>
                                          <p:spTgt spid="11"/>
                                        </p:tgtEl>
                                        <p:attrNameLst>
                                          <p:attrName>style.visibility</p:attrName>
                                        </p:attrNameLst>
                                      </p:cBhvr>
                                      <p:to>
                                        <p:strVal val="hidden"/>
                                      </p:to>
                                    </p:set>
                                  </p:subTnLst>
                                </p:cTn>
                              </p:par>
                            </p:childTnLst>
                          </p:cTn>
                        </p:par>
                      </p:childTnLst>
                    </p:cTn>
                  </p:par>
                  <p:par>
                    <p:cTn id="13" fill="hold">
                      <p:stCondLst>
                        <p:cond delay="indefinite"/>
                      </p:stCondLst>
                      <p:childTnLst>
                        <p:par>
                          <p:cTn id="14" fill="hold">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12"/>
                                        </p:tgtEl>
                                        <p:attrNameLst>
                                          <p:attrName>style.visibility</p:attrName>
                                        </p:attrNameLst>
                                      </p:cBhvr>
                                      <p:to>
                                        <p:strVal val="visible"/>
                                      </p:to>
                                    </p:set>
                                    <p:animEffect transition="in" filter="wipe(left)">
                                      <p:cBhvr>
                                        <p:cTn id="17" dur="500"/>
                                        <p:tgtEl>
                                          <p:spTgt spid="12"/>
                                        </p:tgtEl>
                                      </p:cBhvr>
                                    </p:animEffect>
                                  </p:childTnLst>
                                  <p:subTnLst>
                                    <p:set>
                                      <p:cBhvr override="childStyle">
                                        <p:cTn dur="1" fill="hold" display="0" masterRel="nextClick" afterEffect="1"/>
                                        <p:tgtEl>
                                          <p:spTgt spid="12"/>
                                        </p:tgtEl>
                                        <p:attrNameLst>
                                          <p:attrName>style.visibility</p:attrName>
                                        </p:attrNameLst>
                                      </p:cBhvr>
                                      <p:to>
                                        <p:strVal val="hidden"/>
                                      </p:to>
                                    </p:set>
                                  </p:subTnLst>
                                </p:cTn>
                              </p:par>
                            </p:childTnLst>
                          </p:cTn>
                        </p:par>
                        <p:par>
                          <p:cTn id="18" fill="hold">
                            <p:stCondLst>
                              <p:cond delay="500"/>
                            </p:stCondLst>
                            <p:childTnLst>
                              <p:par>
                                <p:cTn id="19" presetID="22" presetClass="entr" presetSubtype="8" fill="hold" grpId="0" nodeType="afterEffect">
                                  <p:stCondLst>
                                    <p:cond delay="0"/>
                                  </p:stCondLst>
                                  <p:childTnLst>
                                    <p:set>
                                      <p:cBhvr>
                                        <p:cTn id="20" dur="1" fill="hold">
                                          <p:stCondLst>
                                            <p:cond delay="0"/>
                                          </p:stCondLst>
                                        </p:cTn>
                                        <p:tgtEl>
                                          <p:spTgt spid="13"/>
                                        </p:tgtEl>
                                        <p:attrNameLst>
                                          <p:attrName>style.visibility</p:attrName>
                                        </p:attrNameLst>
                                      </p:cBhvr>
                                      <p:to>
                                        <p:strVal val="visible"/>
                                      </p:to>
                                    </p:set>
                                    <p:animEffect transition="in" filter="wipe(left)">
                                      <p:cBhvr>
                                        <p:cTn id="21" dur="500"/>
                                        <p:tgtEl>
                                          <p:spTgt spid="13"/>
                                        </p:tgtEl>
                                      </p:cBhvr>
                                    </p:animEffect>
                                  </p:childTnLst>
                                  <p:subTnLst>
                                    <p:set>
                                      <p:cBhvr override="childStyle">
                                        <p:cTn dur="1" fill="hold" display="0" masterRel="nextClick" afterEffect="1"/>
                                        <p:tgtEl>
                                          <p:spTgt spid="13"/>
                                        </p:tgtEl>
                                        <p:attrNameLst>
                                          <p:attrName>style.visibility</p:attrName>
                                        </p:attrNameLst>
                                      </p:cBhvr>
                                      <p:to>
                                        <p:strVal val="hidden"/>
                                      </p:to>
                                    </p:set>
                                  </p:subTnLst>
                                </p:cTn>
                              </p:par>
                            </p:childTnLst>
                          </p:cTn>
                        </p:par>
                        <p:par>
                          <p:cTn id="22" fill="hold">
                            <p:stCondLst>
                              <p:cond delay="1000"/>
                            </p:stCondLst>
                            <p:childTnLst>
                              <p:par>
                                <p:cTn id="23" presetID="22" presetClass="entr" presetSubtype="8" fill="hold" grpId="0" nodeType="afterEffect">
                                  <p:stCondLst>
                                    <p:cond delay="0"/>
                                  </p:stCondLst>
                                  <p:childTnLst>
                                    <p:set>
                                      <p:cBhvr>
                                        <p:cTn id="24" dur="1" fill="hold">
                                          <p:stCondLst>
                                            <p:cond delay="0"/>
                                          </p:stCondLst>
                                        </p:cTn>
                                        <p:tgtEl>
                                          <p:spTgt spid="14"/>
                                        </p:tgtEl>
                                        <p:attrNameLst>
                                          <p:attrName>style.visibility</p:attrName>
                                        </p:attrNameLst>
                                      </p:cBhvr>
                                      <p:to>
                                        <p:strVal val="visible"/>
                                      </p:to>
                                    </p:set>
                                    <p:animEffect transition="in" filter="wipe(left)">
                                      <p:cBhvr>
                                        <p:cTn id="25" dur="500"/>
                                        <p:tgtEl>
                                          <p:spTgt spid="14"/>
                                        </p:tgtEl>
                                      </p:cBhvr>
                                    </p:animEffect>
                                  </p:childTnLst>
                                  <p:subTnLst>
                                    <p:set>
                                      <p:cBhvr override="childStyle">
                                        <p:cTn dur="1" fill="hold" display="0" masterRel="nextClick" afterEffect="1"/>
                                        <p:tgtEl>
                                          <p:spTgt spid="14"/>
                                        </p:tgtEl>
                                        <p:attrNameLst>
                                          <p:attrName>style.visibility</p:attrName>
                                        </p:attrNameLst>
                                      </p:cBhvr>
                                      <p:to>
                                        <p:strVal val="hidden"/>
                                      </p:to>
                                    </p:set>
                                  </p:subTnLst>
                                </p:cTn>
                              </p:par>
                            </p:childTnLst>
                          </p:cTn>
                        </p:par>
                        <p:par>
                          <p:cTn id="26" fill="hold">
                            <p:stCondLst>
                              <p:cond delay="1500"/>
                            </p:stCondLst>
                            <p:childTnLst>
                              <p:par>
                                <p:cTn id="27" presetID="22" presetClass="entr" presetSubtype="8" fill="hold" grpId="0" nodeType="afterEffect">
                                  <p:stCondLst>
                                    <p:cond delay="0"/>
                                  </p:stCondLst>
                                  <p:childTnLst>
                                    <p:set>
                                      <p:cBhvr>
                                        <p:cTn id="28" dur="1" fill="hold">
                                          <p:stCondLst>
                                            <p:cond delay="0"/>
                                          </p:stCondLst>
                                        </p:cTn>
                                        <p:tgtEl>
                                          <p:spTgt spid="16"/>
                                        </p:tgtEl>
                                        <p:attrNameLst>
                                          <p:attrName>style.visibility</p:attrName>
                                        </p:attrNameLst>
                                      </p:cBhvr>
                                      <p:to>
                                        <p:strVal val="visible"/>
                                      </p:to>
                                    </p:set>
                                    <p:animEffect transition="in" filter="wipe(left)">
                                      <p:cBhvr>
                                        <p:cTn id="29" dur="500"/>
                                        <p:tgtEl>
                                          <p:spTgt spid="16"/>
                                        </p:tgtEl>
                                      </p:cBhvr>
                                    </p:animEffect>
                                  </p:childTnLst>
                                  <p:subTnLst>
                                    <p:set>
                                      <p:cBhvr override="childStyle">
                                        <p:cTn dur="1" fill="hold" display="0" masterRel="nextClick" afterEffect="1"/>
                                        <p:tgtEl>
                                          <p:spTgt spid="16"/>
                                        </p:tgtEl>
                                        <p:attrNameLst>
                                          <p:attrName>style.visibility</p:attrName>
                                        </p:attrNameLst>
                                      </p:cBhvr>
                                      <p:to>
                                        <p:strVal val="hidden"/>
                                      </p:to>
                                    </p:set>
                                  </p:subTnLst>
                                </p:cTn>
                              </p:par>
                            </p:childTnLst>
                          </p:cTn>
                        </p:par>
                        <p:par>
                          <p:cTn id="30" fill="hold">
                            <p:stCondLst>
                              <p:cond delay="2000"/>
                            </p:stCondLst>
                            <p:childTnLst>
                              <p:par>
                                <p:cTn id="31" presetID="22" presetClass="entr" presetSubtype="8" fill="hold" grpId="0" nodeType="afterEffect">
                                  <p:stCondLst>
                                    <p:cond delay="0"/>
                                  </p:stCondLst>
                                  <p:childTnLst>
                                    <p:set>
                                      <p:cBhvr>
                                        <p:cTn id="32" dur="1" fill="hold">
                                          <p:stCondLst>
                                            <p:cond delay="0"/>
                                          </p:stCondLst>
                                        </p:cTn>
                                        <p:tgtEl>
                                          <p:spTgt spid="17"/>
                                        </p:tgtEl>
                                        <p:attrNameLst>
                                          <p:attrName>style.visibility</p:attrName>
                                        </p:attrNameLst>
                                      </p:cBhvr>
                                      <p:to>
                                        <p:strVal val="visible"/>
                                      </p:to>
                                    </p:set>
                                    <p:animEffect transition="in" filter="wipe(left)">
                                      <p:cBhvr>
                                        <p:cTn id="33"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11" grpId="0" animBg="1"/>
      <p:bldP spid="12" grpId="0" animBg="1"/>
      <p:bldP spid="13" grpId="0" animBg="1"/>
      <p:bldP spid="14" grpId="0" animBg="1"/>
      <p:bldP spid="16" grpId="0" animBg="1"/>
      <p:bldP spid="17" grpId="0" animBg="1"/>
    </p:bldLst>
  </p:timing>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16418" name="Object 2"/>
          <p:cNvGraphicFramePr>
            <a:graphicFrameLocks noChangeAspect="1"/>
          </p:cNvGraphicFramePr>
          <p:nvPr/>
        </p:nvGraphicFramePr>
        <p:xfrm>
          <a:off x="1714500" y="1104900"/>
          <a:ext cx="8547100" cy="6019800"/>
        </p:xfrm>
        <a:graphic>
          <a:graphicData uri="http://schemas.openxmlformats.org/presentationml/2006/ole">
            <mc:AlternateContent xmlns:mc="http://schemas.openxmlformats.org/markup-compatibility/2006">
              <mc:Choice xmlns:v="urn:schemas-microsoft-com:vml" Requires="v">
                <p:oleObj name="Chart" r:id="rId3" imgW="9715714" imgH="6838855" progId="Excel.Chart.8">
                  <p:embed/>
                </p:oleObj>
              </mc:Choice>
              <mc:Fallback>
                <p:oleObj name="Chart" r:id="rId3" imgW="9715714" imgH="6838855" progId="Excel.Chart.8">
                  <p:embed/>
                  <p:pic>
                    <p:nvPicPr>
                      <p:cNvPr id="316418" name="Object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714500" y="1104900"/>
                        <a:ext cx="8547100" cy="6019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type="none" w="med" len="lg"/>
                            <a:tailEnd type="none" w="med" len="lg"/>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16419" name="Rectangle 3"/>
          <p:cNvSpPr>
            <a:spLocks noGrp="1" noChangeArrowheads="1"/>
          </p:cNvSpPr>
          <p:nvPr>
            <p:ph type="title" idx="4294967295"/>
          </p:nvPr>
        </p:nvSpPr>
        <p:spPr>
          <a:noFill/>
        </p:spPr>
        <p:txBody>
          <a:bodyPr/>
          <a:lstStyle/>
          <a:p>
            <a:r>
              <a:rPr lang="en-US" dirty="0">
                <a:latin typeface="Oswald" panose="00000500000000000000" pitchFamily="2" charset="0"/>
              </a:rPr>
              <a:t>Grid level energy storage</a:t>
            </a:r>
            <a:endParaRPr lang="en-US" dirty="0"/>
          </a:p>
        </p:txBody>
      </p:sp>
      <p:sp>
        <p:nvSpPr>
          <p:cNvPr id="316420" name="Rectangle 4"/>
          <p:cNvSpPr>
            <a:spLocks noGrp="1" noChangeArrowheads="1"/>
          </p:cNvSpPr>
          <p:nvPr>
            <p:ph type="body" idx="4294967295"/>
          </p:nvPr>
        </p:nvSpPr>
        <p:spPr>
          <a:noFill/>
        </p:spPr>
        <p:txBody>
          <a:bodyPr/>
          <a:lstStyle/>
          <a:p>
            <a:r>
              <a:rPr lang="en-US" dirty="0"/>
              <a:t>… a typical performance graph.</a:t>
            </a:r>
          </a:p>
        </p:txBody>
      </p:sp>
    </p:spTree>
    <p:extLst>
      <p:ext uri="{BB962C8B-B14F-4D97-AF65-F5344CB8AC3E}">
        <p14:creationId xmlns:p14="http://schemas.microsoft.com/office/powerpoint/2010/main" val="3468439602"/>
      </p:ext>
    </p:extLst>
  </p:cSld>
  <p:clrMapOvr>
    <a:masterClrMapping/>
  </p:clrMapOvr>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3600" dirty="0">
                <a:latin typeface="Oswald" panose="00000500000000000000" pitchFamily="2" charset="0"/>
              </a:rPr>
              <a:t>Grid level energy storage</a:t>
            </a:r>
            <a:endParaRPr lang="en-US" dirty="0"/>
          </a:p>
        </p:txBody>
      </p:sp>
      <p:sp>
        <p:nvSpPr>
          <p:cNvPr id="3" name="Content Placeholder 2"/>
          <p:cNvSpPr>
            <a:spLocks noGrp="1"/>
          </p:cNvSpPr>
          <p:nvPr>
            <p:ph idx="1"/>
          </p:nvPr>
        </p:nvSpPr>
        <p:spPr>
          <a:xfrm>
            <a:off x="394422" y="1039940"/>
            <a:ext cx="10363200" cy="4401600"/>
          </a:xfrm>
        </p:spPr>
        <p:txBody>
          <a:bodyPr/>
          <a:lstStyle/>
          <a:p>
            <a:pPr marL="86360" indent="0">
              <a:buNone/>
            </a:pPr>
            <a:r>
              <a:rPr lang="en-US" dirty="0"/>
              <a:t>Without storage</a:t>
            </a:r>
          </a:p>
        </p:txBody>
      </p:sp>
      <p:pic>
        <p:nvPicPr>
          <p:cNvPr id="5" name="Picture 2"/>
          <p:cNvPicPr>
            <a:picLocks noChangeAspect="1" noChangeArrowheads="1"/>
          </p:cNvPicPr>
          <p:nvPr/>
        </p:nvPicPr>
        <p:blipFill rotWithShape="1">
          <a:blip r:embed="rId2">
            <a:extLst>
              <a:ext uri="{28A0092B-C50C-407E-A947-70E740481C1C}">
                <a14:useLocalDpi xmlns:a14="http://schemas.microsoft.com/office/drawing/2010/main" val="0"/>
              </a:ext>
            </a:extLst>
          </a:blip>
          <a:srcRect l="4156" t="8122" b="5266"/>
          <a:stretch/>
        </p:blipFill>
        <p:spPr bwMode="auto">
          <a:xfrm>
            <a:off x="1524000" y="1667691"/>
            <a:ext cx="9143504" cy="48345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 name="Footer Placeholder 3"/>
          <p:cNvSpPr>
            <a:spLocks noGrp="1"/>
          </p:cNvSpPr>
          <p:nvPr>
            <p:ph type="ftr" sz="quarter" idx="11"/>
          </p:nvPr>
        </p:nvSpPr>
        <p:spPr>
          <a:xfrm>
            <a:off x="3124200" y="6637828"/>
            <a:ext cx="2895600" cy="457200"/>
          </a:xfrm>
          <a:prstGeom prst="rect">
            <a:avLst/>
          </a:prstGeom>
          <a:ln/>
        </p:spPr>
        <p:txBody>
          <a:bodyPr/>
          <a:lstStyle>
            <a:defPPr>
              <a:defRPr lang="en-US"/>
            </a:defPPr>
            <a:lvl1pPr algn="ctr" rtl="0" eaLnBrk="0" fontAlgn="base" hangingPunct="0">
              <a:spcBef>
                <a:spcPct val="0"/>
              </a:spcBef>
              <a:spcAft>
                <a:spcPct val="0"/>
              </a:spcAft>
              <a:defRPr sz="1200" i="0" kern="1200">
                <a:solidFill>
                  <a:schemeClr val="tx1"/>
                </a:solidFill>
                <a:latin typeface="Times New Roman" pitchFamily="18" charset="0"/>
                <a:ea typeface="+mn-ea"/>
                <a:cs typeface="+mn-cs"/>
              </a:defRPr>
            </a:lvl1pPr>
            <a:lvl2pPr marL="457200" algn="ctr" rtl="0" eaLnBrk="0" fontAlgn="base" hangingPunct="0">
              <a:spcBef>
                <a:spcPct val="0"/>
              </a:spcBef>
              <a:spcAft>
                <a:spcPct val="0"/>
              </a:spcAft>
              <a:defRPr i="1" kern="1200">
                <a:solidFill>
                  <a:schemeClr val="tx1"/>
                </a:solidFill>
                <a:latin typeface="Times New Roman" pitchFamily="18" charset="0"/>
                <a:ea typeface="+mn-ea"/>
                <a:cs typeface="+mn-cs"/>
              </a:defRPr>
            </a:lvl2pPr>
            <a:lvl3pPr marL="914400" algn="ctr" rtl="0" eaLnBrk="0" fontAlgn="base" hangingPunct="0">
              <a:spcBef>
                <a:spcPct val="0"/>
              </a:spcBef>
              <a:spcAft>
                <a:spcPct val="0"/>
              </a:spcAft>
              <a:defRPr i="1" kern="1200">
                <a:solidFill>
                  <a:schemeClr val="tx1"/>
                </a:solidFill>
                <a:latin typeface="Times New Roman" pitchFamily="18" charset="0"/>
                <a:ea typeface="+mn-ea"/>
                <a:cs typeface="+mn-cs"/>
              </a:defRPr>
            </a:lvl3pPr>
            <a:lvl4pPr marL="1371600" algn="ctr" rtl="0" eaLnBrk="0" fontAlgn="base" hangingPunct="0">
              <a:spcBef>
                <a:spcPct val="0"/>
              </a:spcBef>
              <a:spcAft>
                <a:spcPct val="0"/>
              </a:spcAft>
              <a:defRPr i="1" kern="1200">
                <a:solidFill>
                  <a:schemeClr val="tx1"/>
                </a:solidFill>
                <a:latin typeface="Times New Roman" pitchFamily="18" charset="0"/>
                <a:ea typeface="+mn-ea"/>
                <a:cs typeface="+mn-cs"/>
              </a:defRPr>
            </a:lvl4pPr>
            <a:lvl5pPr marL="1828800" algn="ctr" rtl="0" eaLnBrk="0" fontAlgn="base" hangingPunct="0">
              <a:spcBef>
                <a:spcPct val="0"/>
              </a:spcBef>
              <a:spcAft>
                <a:spcPct val="0"/>
              </a:spcAft>
              <a:defRPr i="1" kern="1200">
                <a:solidFill>
                  <a:schemeClr val="tx1"/>
                </a:solidFill>
                <a:latin typeface="Times New Roman" pitchFamily="18" charset="0"/>
                <a:ea typeface="+mn-ea"/>
                <a:cs typeface="+mn-cs"/>
              </a:defRPr>
            </a:lvl5pPr>
            <a:lvl6pPr marL="2286000" algn="l" defTabSz="914400" rtl="0" eaLnBrk="1" latinLnBrk="0" hangingPunct="1">
              <a:defRPr i="1" kern="1200">
                <a:solidFill>
                  <a:schemeClr val="tx1"/>
                </a:solidFill>
                <a:latin typeface="Times New Roman" pitchFamily="18" charset="0"/>
                <a:ea typeface="+mn-ea"/>
                <a:cs typeface="+mn-cs"/>
              </a:defRPr>
            </a:lvl6pPr>
            <a:lvl7pPr marL="2743200" algn="l" defTabSz="914400" rtl="0" eaLnBrk="1" latinLnBrk="0" hangingPunct="1">
              <a:defRPr i="1" kern="1200">
                <a:solidFill>
                  <a:schemeClr val="tx1"/>
                </a:solidFill>
                <a:latin typeface="Times New Roman" pitchFamily="18" charset="0"/>
                <a:ea typeface="+mn-ea"/>
                <a:cs typeface="+mn-cs"/>
              </a:defRPr>
            </a:lvl7pPr>
            <a:lvl8pPr marL="3200400" algn="l" defTabSz="914400" rtl="0" eaLnBrk="1" latinLnBrk="0" hangingPunct="1">
              <a:defRPr i="1" kern="1200">
                <a:solidFill>
                  <a:schemeClr val="tx1"/>
                </a:solidFill>
                <a:latin typeface="Times New Roman" pitchFamily="18" charset="0"/>
                <a:ea typeface="+mn-ea"/>
                <a:cs typeface="+mn-cs"/>
              </a:defRPr>
            </a:lvl8pPr>
            <a:lvl9pPr marL="3657600" algn="l" defTabSz="914400" rtl="0" eaLnBrk="1" latinLnBrk="0" hangingPunct="1">
              <a:defRPr i="1" kern="1200">
                <a:solidFill>
                  <a:schemeClr val="tx1"/>
                </a:solidFill>
                <a:latin typeface="Times New Roman" pitchFamily="18" charset="0"/>
                <a:ea typeface="+mn-ea"/>
                <a:cs typeface="+mn-cs"/>
              </a:defRPr>
            </a:lvl9pPr>
          </a:lstStyle>
          <a:p>
            <a:pPr>
              <a:defRPr/>
            </a:pPr>
            <a:r>
              <a:rPr lang="en-US"/>
              <a:t>© 2019 W.B. Powell</a:t>
            </a:r>
            <a:endParaRPr lang="en-US" dirty="0"/>
          </a:p>
        </p:txBody>
      </p:sp>
    </p:spTree>
    <p:extLst>
      <p:ext uri="{BB962C8B-B14F-4D97-AF65-F5344CB8AC3E}">
        <p14:creationId xmlns:p14="http://schemas.microsoft.com/office/powerpoint/2010/main" val="830422206"/>
      </p:ext>
    </p:extLst>
  </p:cSld>
  <p:clrMapOvr>
    <a:masterClrMapping/>
  </p:clrMapOvr>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3600" dirty="0">
                <a:latin typeface="Oswald" panose="00000500000000000000" pitchFamily="2" charset="0"/>
              </a:rPr>
              <a:t>Grid level energy storage</a:t>
            </a:r>
            <a:endParaRPr lang="en-US" dirty="0"/>
          </a:p>
        </p:txBody>
      </p:sp>
      <p:pic>
        <p:nvPicPr>
          <p:cNvPr id="7"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547750" y="1662386"/>
            <a:ext cx="9144000" cy="48517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 name="Footer Placeholder 3"/>
          <p:cNvSpPr>
            <a:spLocks noGrp="1"/>
          </p:cNvSpPr>
          <p:nvPr>
            <p:ph type="ftr" sz="quarter" idx="11"/>
          </p:nvPr>
        </p:nvSpPr>
        <p:spPr>
          <a:xfrm>
            <a:off x="3124200" y="6637828"/>
            <a:ext cx="2895600" cy="457200"/>
          </a:xfrm>
          <a:prstGeom prst="rect">
            <a:avLst/>
          </a:prstGeom>
          <a:ln/>
        </p:spPr>
        <p:txBody>
          <a:bodyPr/>
          <a:lstStyle>
            <a:defPPr>
              <a:defRPr lang="en-US"/>
            </a:defPPr>
            <a:lvl1pPr algn="ctr" rtl="0" eaLnBrk="0" fontAlgn="base" hangingPunct="0">
              <a:spcBef>
                <a:spcPct val="0"/>
              </a:spcBef>
              <a:spcAft>
                <a:spcPct val="0"/>
              </a:spcAft>
              <a:defRPr sz="1200" i="0" kern="1200">
                <a:solidFill>
                  <a:schemeClr val="tx1"/>
                </a:solidFill>
                <a:latin typeface="Times New Roman" pitchFamily="18" charset="0"/>
                <a:ea typeface="+mn-ea"/>
                <a:cs typeface="+mn-cs"/>
              </a:defRPr>
            </a:lvl1pPr>
            <a:lvl2pPr marL="457200" algn="ctr" rtl="0" eaLnBrk="0" fontAlgn="base" hangingPunct="0">
              <a:spcBef>
                <a:spcPct val="0"/>
              </a:spcBef>
              <a:spcAft>
                <a:spcPct val="0"/>
              </a:spcAft>
              <a:defRPr i="1" kern="1200">
                <a:solidFill>
                  <a:schemeClr val="tx1"/>
                </a:solidFill>
                <a:latin typeface="Times New Roman" pitchFamily="18" charset="0"/>
                <a:ea typeface="+mn-ea"/>
                <a:cs typeface="+mn-cs"/>
              </a:defRPr>
            </a:lvl2pPr>
            <a:lvl3pPr marL="914400" algn="ctr" rtl="0" eaLnBrk="0" fontAlgn="base" hangingPunct="0">
              <a:spcBef>
                <a:spcPct val="0"/>
              </a:spcBef>
              <a:spcAft>
                <a:spcPct val="0"/>
              </a:spcAft>
              <a:defRPr i="1" kern="1200">
                <a:solidFill>
                  <a:schemeClr val="tx1"/>
                </a:solidFill>
                <a:latin typeface="Times New Roman" pitchFamily="18" charset="0"/>
                <a:ea typeface="+mn-ea"/>
                <a:cs typeface="+mn-cs"/>
              </a:defRPr>
            </a:lvl3pPr>
            <a:lvl4pPr marL="1371600" algn="ctr" rtl="0" eaLnBrk="0" fontAlgn="base" hangingPunct="0">
              <a:spcBef>
                <a:spcPct val="0"/>
              </a:spcBef>
              <a:spcAft>
                <a:spcPct val="0"/>
              </a:spcAft>
              <a:defRPr i="1" kern="1200">
                <a:solidFill>
                  <a:schemeClr val="tx1"/>
                </a:solidFill>
                <a:latin typeface="Times New Roman" pitchFamily="18" charset="0"/>
                <a:ea typeface="+mn-ea"/>
                <a:cs typeface="+mn-cs"/>
              </a:defRPr>
            </a:lvl4pPr>
            <a:lvl5pPr marL="1828800" algn="ctr" rtl="0" eaLnBrk="0" fontAlgn="base" hangingPunct="0">
              <a:spcBef>
                <a:spcPct val="0"/>
              </a:spcBef>
              <a:spcAft>
                <a:spcPct val="0"/>
              </a:spcAft>
              <a:defRPr i="1" kern="1200">
                <a:solidFill>
                  <a:schemeClr val="tx1"/>
                </a:solidFill>
                <a:latin typeface="Times New Roman" pitchFamily="18" charset="0"/>
                <a:ea typeface="+mn-ea"/>
                <a:cs typeface="+mn-cs"/>
              </a:defRPr>
            </a:lvl5pPr>
            <a:lvl6pPr marL="2286000" algn="l" defTabSz="914400" rtl="0" eaLnBrk="1" latinLnBrk="0" hangingPunct="1">
              <a:defRPr i="1" kern="1200">
                <a:solidFill>
                  <a:schemeClr val="tx1"/>
                </a:solidFill>
                <a:latin typeface="Times New Roman" pitchFamily="18" charset="0"/>
                <a:ea typeface="+mn-ea"/>
                <a:cs typeface="+mn-cs"/>
              </a:defRPr>
            </a:lvl6pPr>
            <a:lvl7pPr marL="2743200" algn="l" defTabSz="914400" rtl="0" eaLnBrk="1" latinLnBrk="0" hangingPunct="1">
              <a:defRPr i="1" kern="1200">
                <a:solidFill>
                  <a:schemeClr val="tx1"/>
                </a:solidFill>
                <a:latin typeface="Times New Roman" pitchFamily="18" charset="0"/>
                <a:ea typeface="+mn-ea"/>
                <a:cs typeface="+mn-cs"/>
              </a:defRPr>
            </a:lvl7pPr>
            <a:lvl8pPr marL="3200400" algn="l" defTabSz="914400" rtl="0" eaLnBrk="1" latinLnBrk="0" hangingPunct="1">
              <a:defRPr i="1" kern="1200">
                <a:solidFill>
                  <a:schemeClr val="tx1"/>
                </a:solidFill>
                <a:latin typeface="Times New Roman" pitchFamily="18" charset="0"/>
                <a:ea typeface="+mn-ea"/>
                <a:cs typeface="+mn-cs"/>
              </a:defRPr>
            </a:lvl8pPr>
            <a:lvl9pPr marL="3657600" algn="l" defTabSz="914400" rtl="0" eaLnBrk="1" latinLnBrk="0" hangingPunct="1">
              <a:defRPr i="1" kern="1200">
                <a:solidFill>
                  <a:schemeClr val="tx1"/>
                </a:solidFill>
                <a:latin typeface="Times New Roman" pitchFamily="18" charset="0"/>
                <a:ea typeface="+mn-ea"/>
                <a:cs typeface="+mn-cs"/>
              </a:defRPr>
            </a:lvl9pPr>
          </a:lstStyle>
          <a:p>
            <a:pPr>
              <a:defRPr/>
            </a:pPr>
            <a:r>
              <a:rPr lang="en-US"/>
              <a:t>© 2019 W.B. Powell</a:t>
            </a:r>
            <a:endParaRPr lang="en-US" dirty="0"/>
          </a:p>
        </p:txBody>
      </p:sp>
      <p:sp>
        <p:nvSpPr>
          <p:cNvPr id="8" name="Content Placeholder 2">
            <a:extLst>
              <a:ext uri="{FF2B5EF4-FFF2-40B4-BE49-F238E27FC236}">
                <a16:creationId xmlns:a16="http://schemas.microsoft.com/office/drawing/2014/main" id="{C1FE3C25-D626-4169-C098-934E2A457483}"/>
              </a:ext>
            </a:extLst>
          </p:cNvPr>
          <p:cNvSpPr txBox="1">
            <a:spLocks/>
          </p:cNvSpPr>
          <p:nvPr/>
        </p:nvSpPr>
        <p:spPr>
          <a:xfrm>
            <a:off x="394422" y="1039940"/>
            <a:ext cx="10363200" cy="4401600"/>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70840" algn="l" rtl="0">
              <a:lnSpc>
                <a:spcPct val="100000"/>
              </a:lnSpc>
              <a:spcBef>
                <a:spcPts val="560"/>
              </a:spcBef>
              <a:spcAft>
                <a:spcPts val="0"/>
              </a:spcAft>
              <a:buClr>
                <a:schemeClr val="dk1"/>
              </a:buClr>
              <a:buSzPts val="2240"/>
              <a:buFont typeface="Raleway"/>
              <a:buChar char="•"/>
              <a:defRPr sz="2800" b="0" i="0" u="none" strike="noStrike" cap="none">
                <a:solidFill>
                  <a:schemeClr val="dk1"/>
                </a:solidFill>
                <a:latin typeface="Raleway"/>
                <a:ea typeface="Raleway"/>
                <a:cs typeface="Raleway"/>
                <a:sym typeface="Raleway"/>
              </a:defRPr>
            </a:lvl1pPr>
            <a:lvl2pPr marL="914400" marR="0" lvl="1" indent="-342900" algn="l" rtl="0">
              <a:lnSpc>
                <a:spcPct val="100000"/>
              </a:lnSpc>
              <a:spcBef>
                <a:spcPts val="360"/>
              </a:spcBef>
              <a:spcAft>
                <a:spcPts val="0"/>
              </a:spcAft>
              <a:buClr>
                <a:schemeClr val="dk1"/>
              </a:buClr>
              <a:buSzPts val="1800"/>
              <a:buFont typeface="Raleway"/>
              <a:buChar char="»"/>
              <a:defRPr sz="2400" b="0" i="0" u="none" strike="noStrike" cap="none">
                <a:solidFill>
                  <a:schemeClr val="dk1"/>
                </a:solidFill>
                <a:latin typeface="Raleway"/>
                <a:ea typeface="Raleway"/>
                <a:cs typeface="Raleway"/>
                <a:sym typeface="Raleway"/>
              </a:defRPr>
            </a:lvl2pPr>
            <a:lvl3pPr marL="1371600" marR="0" lvl="2" indent="-342900" algn="l" rtl="0">
              <a:lnSpc>
                <a:spcPct val="100000"/>
              </a:lnSpc>
              <a:spcBef>
                <a:spcPts val="0"/>
              </a:spcBef>
              <a:spcAft>
                <a:spcPts val="0"/>
              </a:spcAft>
              <a:buClr>
                <a:schemeClr val="dk1"/>
              </a:buClr>
              <a:buSzPts val="1800"/>
              <a:buFont typeface="Raleway"/>
              <a:buChar char="•"/>
              <a:defRPr sz="2000" b="0" i="0" u="none" strike="noStrike" cap="none">
                <a:solidFill>
                  <a:schemeClr val="dk1"/>
                </a:solidFill>
                <a:latin typeface="Raleway"/>
                <a:ea typeface="Raleway"/>
                <a:cs typeface="Raleway"/>
                <a:sym typeface="Raleway"/>
              </a:defRPr>
            </a:lvl3pPr>
            <a:lvl4pPr marL="1828800" marR="0" lvl="3" indent="-342900" algn="l" rtl="0">
              <a:lnSpc>
                <a:spcPct val="100000"/>
              </a:lnSpc>
              <a:spcBef>
                <a:spcPts val="0"/>
              </a:spcBef>
              <a:spcAft>
                <a:spcPts val="0"/>
              </a:spcAft>
              <a:buClr>
                <a:schemeClr val="dk1"/>
              </a:buClr>
              <a:buSzPts val="1800"/>
              <a:buFont typeface="Raleway"/>
              <a:buChar char="–"/>
              <a:defRPr sz="2000" b="0" i="0" u="none" strike="noStrike" cap="none">
                <a:solidFill>
                  <a:schemeClr val="dk1"/>
                </a:solidFill>
                <a:latin typeface="Raleway"/>
                <a:ea typeface="Raleway"/>
                <a:cs typeface="Raleway"/>
                <a:sym typeface="Raleway"/>
              </a:defRPr>
            </a:lvl4pPr>
            <a:lvl5pPr marL="2286000" marR="0" lvl="4" indent="-342900" algn="l" rtl="0">
              <a:lnSpc>
                <a:spcPct val="100000"/>
              </a:lnSpc>
              <a:spcBef>
                <a:spcPts val="0"/>
              </a:spcBef>
              <a:spcAft>
                <a:spcPts val="0"/>
              </a:spcAft>
              <a:buClr>
                <a:schemeClr val="dk1"/>
              </a:buClr>
              <a:buSzPts val="1800"/>
              <a:buFont typeface="Raleway"/>
              <a:buChar char="»"/>
              <a:defRPr sz="2000" b="0" i="0" u="none" strike="noStrike" cap="none">
                <a:solidFill>
                  <a:schemeClr val="dk1"/>
                </a:solidFill>
                <a:latin typeface="Raleway"/>
                <a:ea typeface="Raleway"/>
                <a:cs typeface="Raleway"/>
                <a:sym typeface="Raleway"/>
              </a:defRPr>
            </a:lvl5pPr>
            <a:lvl6pPr marL="2743200" marR="0" lvl="5" indent="-342900" algn="l" rtl="0">
              <a:lnSpc>
                <a:spcPct val="100000"/>
              </a:lnSpc>
              <a:spcBef>
                <a:spcPts val="0"/>
              </a:spcBef>
              <a:spcAft>
                <a:spcPts val="0"/>
              </a:spcAft>
              <a:buClr>
                <a:schemeClr val="dk1"/>
              </a:buClr>
              <a:buSzPts val="1800"/>
              <a:buFont typeface="Raleway"/>
              <a:buChar char="»"/>
              <a:defRPr sz="2000" b="0" i="0" u="none" strike="noStrike" cap="none">
                <a:solidFill>
                  <a:schemeClr val="dk1"/>
                </a:solidFill>
                <a:latin typeface="Raleway"/>
                <a:ea typeface="Raleway"/>
                <a:cs typeface="Raleway"/>
                <a:sym typeface="Raleway"/>
              </a:defRPr>
            </a:lvl6pPr>
            <a:lvl7pPr marL="3200400" marR="0" lvl="6" indent="-342900" algn="l" rtl="0">
              <a:lnSpc>
                <a:spcPct val="100000"/>
              </a:lnSpc>
              <a:spcBef>
                <a:spcPts val="0"/>
              </a:spcBef>
              <a:spcAft>
                <a:spcPts val="0"/>
              </a:spcAft>
              <a:buClr>
                <a:schemeClr val="dk1"/>
              </a:buClr>
              <a:buSzPts val="1800"/>
              <a:buFont typeface="Raleway"/>
              <a:buChar char="»"/>
              <a:defRPr sz="2000" b="0" i="0" u="none" strike="noStrike" cap="none">
                <a:solidFill>
                  <a:schemeClr val="dk1"/>
                </a:solidFill>
                <a:latin typeface="Raleway"/>
                <a:ea typeface="Raleway"/>
                <a:cs typeface="Raleway"/>
                <a:sym typeface="Raleway"/>
              </a:defRPr>
            </a:lvl7pPr>
            <a:lvl8pPr marL="3657600" marR="0" lvl="7" indent="-342900" algn="l" rtl="0">
              <a:lnSpc>
                <a:spcPct val="100000"/>
              </a:lnSpc>
              <a:spcBef>
                <a:spcPts val="0"/>
              </a:spcBef>
              <a:spcAft>
                <a:spcPts val="0"/>
              </a:spcAft>
              <a:buClr>
                <a:schemeClr val="dk1"/>
              </a:buClr>
              <a:buSzPts val="1800"/>
              <a:buFont typeface="Raleway"/>
              <a:buChar char="»"/>
              <a:defRPr sz="2000" b="0" i="0" u="none" strike="noStrike" cap="none">
                <a:solidFill>
                  <a:schemeClr val="dk1"/>
                </a:solidFill>
                <a:latin typeface="Raleway"/>
                <a:ea typeface="Raleway"/>
                <a:cs typeface="Raleway"/>
                <a:sym typeface="Raleway"/>
              </a:defRPr>
            </a:lvl8pPr>
            <a:lvl9pPr marL="4114800" marR="0" lvl="8" indent="-342900" algn="l" rtl="0">
              <a:lnSpc>
                <a:spcPct val="100000"/>
              </a:lnSpc>
              <a:spcBef>
                <a:spcPts val="0"/>
              </a:spcBef>
              <a:spcAft>
                <a:spcPts val="0"/>
              </a:spcAft>
              <a:buClr>
                <a:schemeClr val="dk1"/>
              </a:buClr>
              <a:buSzPts val="1800"/>
              <a:buFont typeface="Raleway"/>
              <a:buChar char="»"/>
              <a:defRPr sz="2000" b="0" i="0" u="none" strike="noStrike" cap="none">
                <a:solidFill>
                  <a:schemeClr val="dk1"/>
                </a:solidFill>
                <a:latin typeface="Raleway"/>
                <a:ea typeface="Raleway"/>
                <a:cs typeface="Raleway"/>
                <a:sym typeface="Raleway"/>
              </a:defRPr>
            </a:lvl9pPr>
          </a:lstStyle>
          <a:p>
            <a:pPr marL="86360" indent="0">
              <a:buFont typeface="Raleway"/>
              <a:buNone/>
            </a:pPr>
            <a:r>
              <a:rPr lang="en-US" dirty="0"/>
              <a:t>With storage</a:t>
            </a:r>
          </a:p>
        </p:txBody>
      </p:sp>
    </p:spTree>
    <p:extLst>
      <p:ext uri="{BB962C8B-B14F-4D97-AF65-F5344CB8AC3E}">
        <p14:creationId xmlns:p14="http://schemas.microsoft.com/office/powerpoint/2010/main" val="1612806094"/>
      </p:ext>
    </p:extLst>
  </p:cSld>
  <p:clrMapOvr>
    <a:masterClrMapping/>
  </p:clrMapOvr>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Shape 245">
          <a:extLst>
            <a:ext uri="{FF2B5EF4-FFF2-40B4-BE49-F238E27FC236}">
              <a16:creationId xmlns:a16="http://schemas.microsoft.com/office/drawing/2014/main" id="{FB22F7F4-4E79-787C-1E9B-D8715FD476B3}"/>
            </a:ext>
          </a:extLst>
        </p:cNvPr>
        <p:cNvGrpSpPr/>
        <p:nvPr/>
      </p:nvGrpSpPr>
      <p:grpSpPr>
        <a:xfrm>
          <a:off x="0" y="0"/>
          <a:ext cx="0" cy="0"/>
          <a:chOff x="0" y="0"/>
          <a:chExt cx="0" cy="0"/>
        </a:xfrm>
      </p:grpSpPr>
      <p:pic>
        <p:nvPicPr>
          <p:cNvPr id="3" name="Picture 2">
            <a:extLst>
              <a:ext uri="{FF2B5EF4-FFF2-40B4-BE49-F238E27FC236}">
                <a16:creationId xmlns:a16="http://schemas.microsoft.com/office/drawing/2014/main" id="{4690F6DC-8405-02E2-B48F-81BABE9480D7}"/>
              </a:ext>
            </a:extLst>
          </p:cNvPr>
          <p:cNvPicPr>
            <a:picLocks noChangeAspect="1"/>
          </p:cNvPicPr>
          <p:nvPr/>
        </p:nvPicPr>
        <p:blipFill>
          <a:blip r:embed="rId3"/>
          <a:stretch>
            <a:fillRect/>
          </a:stretch>
        </p:blipFill>
        <p:spPr>
          <a:xfrm>
            <a:off x="-57956" y="-51516"/>
            <a:ext cx="12292833" cy="6909515"/>
          </a:xfrm>
          <a:prstGeom prst="rect">
            <a:avLst/>
          </a:prstGeom>
        </p:spPr>
      </p:pic>
      <p:sp>
        <p:nvSpPr>
          <p:cNvPr id="246" name="Google Shape;246;p26">
            <a:extLst>
              <a:ext uri="{FF2B5EF4-FFF2-40B4-BE49-F238E27FC236}">
                <a16:creationId xmlns:a16="http://schemas.microsoft.com/office/drawing/2014/main" id="{20ABF5A9-6FB0-AEB4-2173-6A551EDCF4DA}"/>
              </a:ext>
            </a:extLst>
          </p:cNvPr>
          <p:cNvSpPr txBox="1">
            <a:spLocks noGrp="1"/>
          </p:cNvSpPr>
          <p:nvPr>
            <p:ph type="title"/>
          </p:nvPr>
        </p:nvSpPr>
        <p:spPr>
          <a:xfrm>
            <a:off x="2021700" y="353850"/>
            <a:ext cx="8283900" cy="550500"/>
          </a:xfrm>
          <a:prstGeom prst="rect">
            <a:avLst/>
          </a:prstGeom>
          <a:noFill/>
          <a:ln>
            <a:noFill/>
          </a:ln>
        </p:spPr>
        <p:txBody>
          <a:bodyPr spcFirstLastPara="1" wrap="square" lIns="91425" tIns="45700" rIns="91425" bIns="45700" anchor="ctr" anchorCtr="0">
            <a:noAutofit/>
          </a:bodyPr>
          <a:lstStyle/>
          <a:p>
            <a:pPr marL="0" lvl="0" indent="0" algn="ctr" rtl="0">
              <a:spcBef>
                <a:spcPts val="0"/>
              </a:spcBef>
              <a:spcAft>
                <a:spcPts val="0"/>
              </a:spcAft>
              <a:buNone/>
            </a:pPr>
            <a:r>
              <a:rPr lang="en-US">
                <a:solidFill>
                  <a:schemeClr val="lt1"/>
                </a:solidFill>
              </a:rPr>
              <a:t>OUTLINE</a:t>
            </a:r>
            <a:endParaRPr/>
          </a:p>
        </p:txBody>
      </p:sp>
      <p:sp>
        <p:nvSpPr>
          <p:cNvPr id="5" name="Google Shape;247;p26">
            <a:extLst>
              <a:ext uri="{FF2B5EF4-FFF2-40B4-BE49-F238E27FC236}">
                <a16:creationId xmlns:a16="http://schemas.microsoft.com/office/drawing/2014/main" id="{6C0C50B0-AA4D-40FA-C662-32E6B5C0D014}"/>
              </a:ext>
            </a:extLst>
          </p:cNvPr>
          <p:cNvSpPr txBox="1">
            <a:spLocks noGrp="1"/>
          </p:cNvSpPr>
          <p:nvPr>
            <p:ph type="body" idx="1"/>
          </p:nvPr>
        </p:nvSpPr>
        <p:spPr>
          <a:xfrm>
            <a:off x="1039756" y="1799894"/>
            <a:ext cx="10856871" cy="3479115"/>
          </a:xfrm>
          <a:prstGeom prst="rect">
            <a:avLst/>
          </a:prstGeom>
          <a:noFill/>
          <a:ln>
            <a:noFill/>
          </a:ln>
        </p:spPr>
        <p:txBody>
          <a:bodyPr spcFirstLastPara="1" wrap="square" lIns="91425" tIns="45700" rIns="91425" bIns="45700" anchor="t" anchorCtr="0">
            <a:noAutofit/>
          </a:bodyPr>
          <a:lstStyle/>
          <a:p>
            <a:pPr marL="342900">
              <a:buClr>
                <a:schemeClr val="lt1"/>
              </a:buClr>
              <a:buFont typeface="Times New Roman"/>
              <a:buChar char="➜"/>
            </a:pPr>
            <a:r>
              <a:rPr lang="en-US" sz="2400" dirty="0">
                <a:solidFill>
                  <a:schemeClr val="bg1"/>
                </a:solidFill>
              </a:rPr>
              <a:t>VFA V - Applications of ADP</a:t>
            </a:r>
          </a:p>
          <a:p>
            <a:pPr marL="800100" lvl="1">
              <a:buClr>
                <a:schemeClr val="lt1"/>
              </a:buClr>
              <a:buFont typeface="Times New Roman"/>
              <a:buChar char="➜"/>
            </a:pPr>
            <a:endParaRPr lang="en-US" sz="2000" dirty="0">
              <a:solidFill>
                <a:schemeClr val="bg1"/>
              </a:solidFill>
            </a:endParaRPr>
          </a:p>
          <a:p>
            <a:pPr marL="800100" lvl="1">
              <a:spcBef>
                <a:spcPts val="0"/>
              </a:spcBef>
              <a:buClr>
                <a:schemeClr val="lt1"/>
              </a:buClr>
              <a:buFont typeface="Times New Roman"/>
              <a:buChar char="➜"/>
            </a:pPr>
            <a:r>
              <a:rPr lang="en-US" sz="2000" dirty="0">
                <a:solidFill>
                  <a:schemeClr val="accent2">
                    <a:lumMod val="40000"/>
                    <a:lumOff val="60000"/>
                  </a:schemeClr>
                </a:solidFill>
              </a:rPr>
              <a:t>Blood management</a:t>
            </a:r>
          </a:p>
          <a:p>
            <a:pPr marL="800100" lvl="1">
              <a:spcBef>
                <a:spcPts val="0"/>
              </a:spcBef>
              <a:buClr>
                <a:schemeClr val="lt1"/>
              </a:buClr>
              <a:buFont typeface="Times New Roman"/>
              <a:buChar char="➜"/>
            </a:pPr>
            <a:endParaRPr lang="en-US" sz="2000" dirty="0">
              <a:solidFill>
                <a:schemeClr val="accent2">
                  <a:lumMod val="40000"/>
                  <a:lumOff val="60000"/>
                </a:schemeClr>
              </a:solidFill>
            </a:endParaRPr>
          </a:p>
          <a:p>
            <a:pPr marL="800100" lvl="1">
              <a:spcBef>
                <a:spcPts val="0"/>
              </a:spcBef>
              <a:buClr>
                <a:schemeClr val="lt1"/>
              </a:buClr>
              <a:buFont typeface="Times New Roman"/>
              <a:buChar char="➜"/>
            </a:pPr>
            <a:r>
              <a:rPr lang="en-US" sz="2000" dirty="0">
                <a:solidFill>
                  <a:schemeClr val="accent2">
                    <a:lumMod val="40000"/>
                    <a:lumOff val="60000"/>
                  </a:schemeClr>
                </a:solidFill>
              </a:rPr>
              <a:t>Grid-level energy storage</a:t>
            </a:r>
          </a:p>
          <a:p>
            <a:pPr marL="800100" lvl="1">
              <a:spcBef>
                <a:spcPts val="0"/>
              </a:spcBef>
              <a:buClr>
                <a:schemeClr val="lt1"/>
              </a:buClr>
              <a:buFont typeface="Times New Roman"/>
              <a:buChar char="➜"/>
            </a:pPr>
            <a:endParaRPr lang="en-US" sz="2000" dirty="0">
              <a:solidFill>
                <a:schemeClr val="accent2">
                  <a:lumMod val="40000"/>
                  <a:lumOff val="60000"/>
                </a:schemeClr>
              </a:solidFill>
            </a:endParaRPr>
          </a:p>
          <a:p>
            <a:pPr marL="800100" lvl="1">
              <a:spcBef>
                <a:spcPts val="0"/>
              </a:spcBef>
              <a:buClr>
                <a:schemeClr val="lt1"/>
              </a:buClr>
              <a:buFont typeface="Times New Roman"/>
              <a:buChar char="➜"/>
            </a:pPr>
            <a:r>
              <a:rPr lang="en-US" sz="2000" dirty="0">
                <a:solidFill>
                  <a:schemeClr val="bg1"/>
                </a:solidFill>
              </a:rPr>
              <a:t>Truckload fleet planning at Schneider National</a:t>
            </a:r>
          </a:p>
          <a:p>
            <a:pPr marL="800100" lvl="1">
              <a:spcBef>
                <a:spcPts val="0"/>
              </a:spcBef>
              <a:buClr>
                <a:schemeClr val="lt1"/>
              </a:buClr>
              <a:buFont typeface="Times New Roman"/>
              <a:buChar char="➜"/>
            </a:pPr>
            <a:endParaRPr lang="en-US" sz="2000" dirty="0">
              <a:solidFill>
                <a:schemeClr val="accent2">
                  <a:lumMod val="40000"/>
                  <a:lumOff val="60000"/>
                </a:schemeClr>
              </a:solidFill>
            </a:endParaRPr>
          </a:p>
          <a:p>
            <a:pPr marL="800100" lvl="1">
              <a:spcBef>
                <a:spcPts val="0"/>
              </a:spcBef>
              <a:buClr>
                <a:schemeClr val="lt1"/>
              </a:buClr>
              <a:buFont typeface="Times New Roman"/>
              <a:buChar char="➜"/>
            </a:pPr>
            <a:r>
              <a:rPr lang="en-US" sz="2000" dirty="0">
                <a:solidFill>
                  <a:schemeClr val="accent2">
                    <a:lumMod val="40000"/>
                    <a:lumOff val="60000"/>
                  </a:schemeClr>
                </a:solidFill>
              </a:rPr>
              <a:t>Locomotive planning at Norfolk Southern</a:t>
            </a:r>
          </a:p>
          <a:p>
            <a:pPr marL="800100" lvl="1">
              <a:spcBef>
                <a:spcPts val="0"/>
              </a:spcBef>
              <a:buClr>
                <a:schemeClr val="lt1"/>
              </a:buClr>
              <a:buFont typeface="Times New Roman"/>
              <a:buChar char="➜"/>
            </a:pPr>
            <a:endParaRPr lang="en-US" sz="2000" dirty="0">
              <a:solidFill>
                <a:schemeClr val="bg1"/>
              </a:solidFill>
            </a:endParaRPr>
          </a:p>
          <a:p>
            <a:pPr marL="800100" lvl="1">
              <a:buClr>
                <a:schemeClr val="lt1"/>
              </a:buClr>
              <a:buFont typeface="Arial" panose="020B0604020202020204" pitchFamily="34" charset="0"/>
              <a:buChar char="•"/>
            </a:pPr>
            <a:endParaRPr lang="en-US" sz="2000" dirty="0">
              <a:solidFill>
                <a:schemeClr val="bg1"/>
              </a:solidFill>
            </a:endParaRPr>
          </a:p>
        </p:txBody>
      </p:sp>
      <p:sp>
        <p:nvSpPr>
          <p:cNvPr id="2" name="TextBox 1">
            <a:extLst>
              <a:ext uri="{FF2B5EF4-FFF2-40B4-BE49-F238E27FC236}">
                <a16:creationId xmlns:a16="http://schemas.microsoft.com/office/drawing/2014/main" id="{B2FA064E-AF90-B3AC-A6AE-02DC00A8B9FB}"/>
              </a:ext>
            </a:extLst>
          </p:cNvPr>
          <p:cNvSpPr txBox="1"/>
          <p:nvPr/>
        </p:nvSpPr>
        <p:spPr>
          <a:xfrm>
            <a:off x="11439525" y="6280363"/>
            <a:ext cx="527709" cy="461665"/>
          </a:xfrm>
          <a:prstGeom prst="rect">
            <a:avLst/>
          </a:prstGeom>
          <a:noFill/>
        </p:spPr>
        <p:txBody>
          <a:bodyPr wrap="none" rtlCol="0">
            <a:spAutoFit/>
          </a:bodyPr>
          <a:lstStyle/>
          <a:p>
            <a:r>
              <a:rPr lang="en-US" sz="2400" dirty="0">
                <a:solidFill>
                  <a:schemeClr val="accent2">
                    <a:lumMod val="60000"/>
                    <a:lumOff val="40000"/>
                  </a:schemeClr>
                </a:solidFill>
              </a:rPr>
              <a:t>15</a:t>
            </a:r>
          </a:p>
        </p:txBody>
      </p:sp>
    </p:spTree>
    <p:extLst>
      <p:ext uri="{BB962C8B-B14F-4D97-AF65-F5344CB8AC3E}">
        <p14:creationId xmlns:p14="http://schemas.microsoft.com/office/powerpoint/2010/main" val="2988345285"/>
      </p:ext>
    </p:extLst>
  </p:cSld>
  <p:clrMapOvr>
    <a:masterClrMapping/>
  </p:clrMapOvr>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Group 4">
            <a:extLst>
              <a:ext uri="{FF2B5EF4-FFF2-40B4-BE49-F238E27FC236}">
                <a16:creationId xmlns:a16="http://schemas.microsoft.com/office/drawing/2014/main" id="{F2180FCE-A4A9-998C-1CCB-C9C6DFB63489}"/>
              </a:ext>
            </a:extLst>
          </p:cNvPr>
          <p:cNvGrpSpPr/>
          <p:nvPr/>
        </p:nvGrpSpPr>
        <p:grpSpPr>
          <a:xfrm>
            <a:off x="0" y="0"/>
            <a:ext cx="12192000" cy="6858000"/>
            <a:chOff x="679450" y="1866900"/>
            <a:chExt cx="7200900" cy="3905250"/>
          </a:xfrm>
        </p:grpSpPr>
        <p:pic>
          <p:nvPicPr>
            <p:cNvPr id="6" name="Picture 5">
              <a:extLst>
                <a:ext uri="{FF2B5EF4-FFF2-40B4-BE49-F238E27FC236}">
                  <a16:creationId xmlns:a16="http://schemas.microsoft.com/office/drawing/2014/main" id="{B87671B4-5005-129F-717F-34BBFC2F20F2}"/>
                </a:ext>
              </a:extLst>
            </p:cNvPr>
            <p:cNvPicPr>
              <a:picLocks noChangeAspect="1"/>
            </p:cNvPicPr>
            <p:nvPr/>
          </p:nvPicPr>
          <p:blipFill rotWithShape="1">
            <a:blip r:embed="rId3"/>
            <a:srcRect l="5574" t="26381" r="35364" b="14572"/>
            <a:stretch/>
          </p:blipFill>
          <p:spPr>
            <a:xfrm>
              <a:off x="679450" y="1866900"/>
              <a:ext cx="7200900" cy="3905250"/>
            </a:xfrm>
            <a:prstGeom prst="rect">
              <a:avLst/>
            </a:prstGeom>
          </p:spPr>
        </p:pic>
        <p:pic>
          <p:nvPicPr>
            <p:cNvPr id="7" name="Picture 6">
              <a:extLst>
                <a:ext uri="{FF2B5EF4-FFF2-40B4-BE49-F238E27FC236}">
                  <a16:creationId xmlns:a16="http://schemas.microsoft.com/office/drawing/2014/main" id="{43B2A717-1BF5-C9CD-7305-200190152D77}"/>
                </a:ext>
              </a:extLst>
            </p:cNvPr>
            <p:cNvPicPr>
              <a:picLocks noChangeAspect="1"/>
            </p:cNvPicPr>
            <p:nvPr/>
          </p:nvPicPr>
          <p:blipFill>
            <a:blip r:embed="rId4"/>
            <a:stretch>
              <a:fillRect/>
            </a:stretch>
          </p:blipFill>
          <p:spPr>
            <a:xfrm>
              <a:off x="4706911" y="4695670"/>
              <a:ext cx="451241" cy="243590"/>
            </a:xfrm>
            <a:prstGeom prst="rect">
              <a:avLst/>
            </a:prstGeom>
          </p:spPr>
        </p:pic>
      </p:grpSp>
      <p:sp>
        <p:nvSpPr>
          <p:cNvPr id="2542671" name="TextBox 2542670">
            <a:extLst>
              <a:ext uri="{FF2B5EF4-FFF2-40B4-BE49-F238E27FC236}">
                <a16:creationId xmlns:a16="http://schemas.microsoft.com/office/drawing/2014/main" id="{2EB9AD69-9662-B129-0387-0EC5A09FE31A}"/>
              </a:ext>
            </a:extLst>
          </p:cNvPr>
          <p:cNvSpPr txBox="1"/>
          <p:nvPr/>
        </p:nvSpPr>
        <p:spPr>
          <a:xfrm>
            <a:off x="3108797" y="1681933"/>
            <a:ext cx="957826" cy="369332"/>
          </a:xfrm>
          <a:prstGeom prst="rect">
            <a:avLst/>
          </a:prstGeom>
          <a:noFill/>
        </p:spPr>
        <p:txBody>
          <a:bodyPr wrap="none" rtlCol="0">
            <a:spAutoFit/>
          </a:bodyPr>
          <a:lstStyle/>
          <a:p>
            <a:r>
              <a:rPr lang="en-US" dirty="0">
                <a:solidFill>
                  <a:schemeClr val="bg1"/>
                </a:solidFill>
              </a:rPr>
              <a:t>Monday</a:t>
            </a:r>
          </a:p>
        </p:txBody>
      </p:sp>
      <p:grpSp>
        <p:nvGrpSpPr>
          <p:cNvPr id="2542789" name="Group 2542788">
            <a:extLst>
              <a:ext uri="{FF2B5EF4-FFF2-40B4-BE49-F238E27FC236}">
                <a16:creationId xmlns:a16="http://schemas.microsoft.com/office/drawing/2014/main" id="{D20EDF9A-904F-843A-A713-1198E4CC5E7F}"/>
              </a:ext>
            </a:extLst>
          </p:cNvPr>
          <p:cNvGrpSpPr/>
          <p:nvPr/>
        </p:nvGrpSpPr>
        <p:grpSpPr>
          <a:xfrm>
            <a:off x="2714175" y="2494105"/>
            <a:ext cx="1609257" cy="2537692"/>
            <a:chOff x="2714175" y="2494105"/>
            <a:chExt cx="1609257" cy="2537692"/>
          </a:xfrm>
        </p:grpSpPr>
        <p:pic>
          <p:nvPicPr>
            <p:cNvPr id="8" name="Picture 7">
              <a:extLst>
                <a:ext uri="{FF2B5EF4-FFF2-40B4-BE49-F238E27FC236}">
                  <a16:creationId xmlns:a16="http://schemas.microsoft.com/office/drawing/2014/main" id="{BE9805DA-ECB1-BBEB-5149-29819225BDEC}"/>
                </a:ext>
              </a:extLst>
            </p:cNvPr>
            <p:cNvPicPr>
              <a:picLocks noChangeAspect="1"/>
            </p:cNvPicPr>
            <p:nvPr/>
          </p:nvPicPr>
          <p:blipFill>
            <a:blip r:embed="rId5">
              <a:biLevel thresh="25000"/>
              <a:extLst>
                <a:ext uri="{BEBA8EAE-BF5A-486C-A8C5-ECC9F3942E4B}">
                  <a14:imgProps xmlns:a14="http://schemas.microsoft.com/office/drawing/2010/main">
                    <a14:imgLayer r:embed="rId6">
                      <a14:imgEffect>
                        <a14:backgroundRemoval t="5238" b="90000" l="6215" r="95198">
                          <a14:foregroundMark x1="66667" y1="6190" x2="66667" y2="6190"/>
                          <a14:foregroundMark x1="12429" y1="56667" x2="12429" y2="56667"/>
                          <a14:foregroundMark x1="16949" y1="59524" x2="16949" y2="59524"/>
                          <a14:foregroundMark x1="17232" y1="55238" x2="17232" y2="55238"/>
                          <a14:foregroundMark x1="14972" y1="65238" x2="14972" y2="65238"/>
                          <a14:foregroundMark x1="95198" y1="73810" x2="95198" y2="73810"/>
                          <a14:foregroundMark x1="18362" y1="82857" x2="18362" y2="82857"/>
                          <a14:foregroundMark x1="6215" y1="77143" x2="6215" y2="77143"/>
                        </a14:backgroundRemoval>
                      </a14:imgEffect>
                    </a14:imgLayer>
                  </a14:imgProps>
                </a:ext>
              </a:extLst>
            </a:blip>
            <a:stretch>
              <a:fillRect/>
            </a:stretch>
          </p:blipFill>
          <p:spPr>
            <a:xfrm>
              <a:off x="2778478" y="2494105"/>
              <a:ext cx="412202" cy="244527"/>
            </a:xfrm>
            <a:prstGeom prst="rect">
              <a:avLst/>
            </a:prstGeom>
          </p:spPr>
        </p:pic>
        <p:pic>
          <p:nvPicPr>
            <p:cNvPr id="9" name="Picture 8">
              <a:extLst>
                <a:ext uri="{FF2B5EF4-FFF2-40B4-BE49-F238E27FC236}">
                  <a16:creationId xmlns:a16="http://schemas.microsoft.com/office/drawing/2014/main" id="{3241226E-393D-1DB9-4438-C0E6CCD80BAD}"/>
                </a:ext>
              </a:extLst>
            </p:cNvPr>
            <p:cNvPicPr>
              <a:picLocks noChangeAspect="1"/>
            </p:cNvPicPr>
            <p:nvPr/>
          </p:nvPicPr>
          <p:blipFill>
            <a:blip r:embed="rId5">
              <a:biLevel thresh="25000"/>
              <a:extLst>
                <a:ext uri="{BEBA8EAE-BF5A-486C-A8C5-ECC9F3942E4B}">
                  <a14:imgProps xmlns:a14="http://schemas.microsoft.com/office/drawing/2010/main">
                    <a14:imgLayer r:embed="rId6">
                      <a14:imgEffect>
                        <a14:backgroundRemoval t="5238" b="90000" l="6215" r="95198">
                          <a14:foregroundMark x1="66667" y1="6190" x2="66667" y2="6190"/>
                          <a14:foregroundMark x1="12429" y1="56667" x2="12429" y2="56667"/>
                          <a14:foregroundMark x1="16949" y1="59524" x2="16949" y2="59524"/>
                          <a14:foregroundMark x1="17232" y1="55238" x2="17232" y2="55238"/>
                          <a14:foregroundMark x1="14972" y1="65238" x2="14972" y2="65238"/>
                          <a14:foregroundMark x1="95198" y1="73810" x2="95198" y2="73810"/>
                          <a14:foregroundMark x1="18362" y1="82857" x2="18362" y2="82857"/>
                          <a14:foregroundMark x1="6215" y1="77143" x2="6215" y2="77143"/>
                        </a14:backgroundRemoval>
                      </a14:imgEffect>
                    </a14:imgLayer>
                  </a14:imgProps>
                </a:ext>
              </a:extLst>
            </a:blip>
            <a:stretch>
              <a:fillRect/>
            </a:stretch>
          </p:blipFill>
          <p:spPr>
            <a:xfrm>
              <a:off x="2759426" y="3253729"/>
              <a:ext cx="412202" cy="244527"/>
            </a:xfrm>
            <a:prstGeom prst="rect">
              <a:avLst/>
            </a:prstGeom>
          </p:spPr>
        </p:pic>
        <p:pic>
          <p:nvPicPr>
            <p:cNvPr id="10" name="Picture 9">
              <a:extLst>
                <a:ext uri="{FF2B5EF4-FFF2-40B4-BE49-F238E27FC236}">
                  <a16:creationId xmlns:a16="http://schemas.microsoft.com/office/drawing/2014/main" id="{AB32B4D3-590E-74D6-60E5-17363733A6C9}"/>
                </a:ext>
              </a:extLst>
            </p:cNvPr>
            <p:cNvPicPr>
              <a:picLocks noChangeAspect="1"/>
            </p:cNvPicPr>
            <p:nvPr/>
          </p:nvPicPr>
          <p:blipFill>
            <a:blip r:embed="rId5">
              <a:biLevel thresh="25000"/>
              <a:extLst>
                <a:ext uri="{BEBA8EAE-BF5A-486C-A8C5-ECC9F3942E4B}">
                  <a14:imgProps xmlns:a14="http://schemas.microsoft.com/office/drawing/2010/main">
                    <a14:imgLayer r:embed="rId6">
                      <a14:imgEffect>
                        <a14:backgroundRemoval t="5238" b="90000" l="6215" r="95198">
                          <a14:foregroundMark x1="66667" y1="6190" x2="66667" y2="6190"/>
                          <a14:foregroundMark x1="12429" y1="56667" x2="12429" y2="56667"/>
                          <a14:foregroundMark x1="16949" y1="59524" x2="16949" y2="59524"/>
                          <a14:foregroundMark x1="17232" y1="55238" x2="17232" y2="55238"/>
                          <a14:foregroundMark x1="14972" y1="65238" x2="14972" y2="65238"/>
                          <a14:foregroundMark x1="95198" y1="73810" x2="95198" y2="73810"/>
                          <a14:foregroundMark x1="18362" y1="82857" x2="18362" y2="82857"/>
                          <a14:foregroundMark x1="6215" y1="77143" x2="6215" y2="77143"/>
                        </a14:backgroundRemoval>
                      </a14:imgEffect>
                    </a14:imgLayer>
                  </a14:imgProps>
                </a:ext>
              </a:extLst>
            </a:blip>
            <a:stretch>
              <a:fillRect/>
            </a:stretch>
          </p:blipFill>
          <p:spPr>
            <a:xfrm>
              <a:off x="2733230" y="3877621"/>
              <a:ext cx="412202" cy="244527"/>
            </a:xfrm>
            <a:prstGeom prst="rect">
              <a:avLst/>
            </a:prstGeom>
          </p:spPr>
        </p:pic>
        <p:grpSp>
          <p:nvGrpSpPr>
            <p:cNvPr id="12" name="Group 4">
              <a:extLst>
                <a:ext uri="{FF2B5EF4-FFF2-40B4-BE49-F238E27FC236}">
                  <a16:creationId xmlns:a16="http://schemas.microsoft.com/office/drawing/2014/main" id="{7B0B411A-0477-4CB4-90CD-BC3AA4712C66}"/>
                </a:ext>
              </a:extLst>
            </p:cNvPr>
            <p:cNvGrpSpPr>
              <a:grpSpLocks/>
            </p:cNvGrpSpPr>
            <p:nvPr/>
          </p:nvGrpSpPr>
          <p:grpSpPr bwMode="auto">
            <a:xfrm>
              <a:off x="3874963" y="2835144"/>
              <a:ext cx="448469" cy="205096"/>
              <a:chOff x="2256" y="2352"/>
              <a:chExt cx="933" cy="365"/>
            </a:xfrm>
          </p:grpSpPr>
          <p:grpSp>
            <p:nvGrpSpPr>
              <p:cNvPr id="13" name="Group 5">
                <a:extLst>
                  <a:ext uri="{FF2B5EF4-FFF2-40B4-BE49-F238E27FC236}">
                    <a16:creationId xmlns:a16="http://schemas.microsoft.com/office/drawing/2014/main" id="{323D7016-CEF0-73FB-3F02-BE5487C1774C}"/>
                  </a:ext>
                </a:extLst>
              </p:cNvPr>
              <p:cNvGrpSpPr>
                <a:grpSpLocks/>
              </p:cNvGrpSpPr>
              <p:nvPr/>
            </p:nvGrpSpPr>
            <p:grpSpPr bwMode="auto">
              <a:xfrm flipH="1">
                <a:off x="2256" y="2352"/>
                <a:ext cx="933" cy="249"/>
                <a:chOff x="693" y="2029"/>
                <a:chExt cx="836" cy="228"/>
              </a:xfrm>
            </p:grpSpPr>
            <p:sp>
              <p:nvSpPr>
                <p:cNvPr id="47" name="Rectangle 6">
                  <a:extLst>
                    <a:ext uri="{FF2B5EF4-FFF2-40B4-BE49-F238E27FC236}">
                      <a16:creationId xmlns:a16="http://schemas.microsoft.com/office/drawing/2014/main" id="{C32569A7-9EA9-BB7F-E5D7-EAC998729B0E}"/>
                    </a:ext>
                  </a:extLst>
                </p:cNvPr>
                <p:cNvSpPr>
                  <a:spLocks noChangeArrowheads="1"/>
                </p:cNvSpPr>
                <p:nvPr/>
              </p:nvSpPr>
              <p:spPr bwMode="auto">
                <a:xfrm>
                  <a:off x="693" y="2029"/>
                  <a:ext cx="836" cy="228"/>
                </a:xfrm>
                <a:prstGeom prst="rect">
                  <a:avLst/>
                </a:prstGeom>
                <a:gradFill rotWithShape="0">
                  <a:gsLst>
                    <a:gs pos="0">
                      <a:srgbClr val="037C03"/>
                    </a:gs>
                    <a:gs pos="50000">
                      <a:srgbClr val="037C03">
                        <a:gamma/>
                        <a:shade val="6275"/>
                        <a:invGamma/>
                      </a:srgbClr>
                    </a:gs>
                    <a:gs pos="100000">
                      <a:srgbClr val="037C03"/>
                    </a:gs>
                  </a:gsLst>
                  <a:lin ang="5400000" scaled="1"/>
                </a:gradFill>
                <a:ln w="3175">
                  <a:solidFill>
                    <a:srgbClr val="000000"/>
                  </a:solidFill>
                  <a:miter lim="800000"/>
                  <a:headEnd/>
                  <a:tailEnd/>
                </a:ln>
              </p:spPr>
              <p:txBody>
                <a:bodyPr/>
                <a:lstStyle/>
                <a:p>
                  <a:endParaRPr lang="en-US"/>
                </a:p>
              </p:txBody>
            </p:sp>
            <p:sp>
              <p:nvSpPr>
                <p:cNvPr id="48" name="Rectangle 7">
                  <a:extLst>
                    <a:ext uri="{FF2B5EF4-FFF2-40B4-BE49-F238E27FC236}">
                      <a16:creationId xmlns:a16="http://schemas.microsoft.com/office/drawing/2014/main" id="{2479036D-DEC0-CDED-E2AF-A4B76BF6A14D}"/>
                    </a:ext>
                  </a:extLst>
                </p:cNvPr>
                <p:cNvSpPr>
                  <a:spLocks noChangeArrowheads="1"/>
                </p:cNvSpPr>
                <p:nvPr/>
              </p:nvSpPr>
              <p:spPr bwMode="auto">
                <a:xfrm>
                  <a:off x="693" y="2037"/>
                  <a:ext cx="836" cy="213"/>
                </a:xfrm>
                <a:prstGeom prst="rect">
                  <a:avLst/>
                </a:prstGeom>
                <a:solidFill>
                  <a:srgbClr val="C5D3ED"/>
                </a:solidFill>
                <a:ln w="3175">
                  <a:solidFill>
                    <a:srgbClr val="000000"/>
                  </a:solidFill>
                  <a:miter lim="800000"/>
                  <a:headEnd/>
                  <a:tailEnd/>
                </a:ln>
              </p:spPr>
              <p:txBody>
                <a:bodyPr/>
                <a:lstStyle/>
                <a:p>
                  <a:endParaRPr lang="en-US" dirty="0"/>
                </a:p>
              </p:txBody>
            </p:sp>
          </p:grpSp>
          <p:grpSp>
            <p:nvGrpSpPr>
              <p:cNvPr id="14" name="Group 8">
                <a:extLst>
                  <a:ext uri="{FF2B5EF4-FFF2-40B4-BE49-F238E27FC236}">
                    <a16:creationId xmlns:a16="http://schemas.microsoft.com/office/drawing/2014/main" id="{EC15A067-2530-80F2-5F60-92BCF3DAEE09}"/>
                  </a:ext>
                </a:extLst>
              </p:cNvPr>
              <p:cNvGrpSpPr>
                <a:grpSpLocks/>
              </p:cNvGrpSpPr>
              <p:nvPr/>
            </p:nvGrpSpPr>
            <p:grpSpPr bwMode="auto">
              <a:xfrm flipH="1">
                <a:off x="2413" y="2614"/>
                <a:ext cx="624" cy="103"/>
                <a:chOff x="926" y="2258"/>
                <a:chExt cx="559" cy="94"/>
              </a:xfrm>
            </p:grpSpPr>
            <p:grpSp>
              <p:nvGrpSpPr>
                <p:cNvPr id="15" name="Group 9">
                  <a:extLst>
                    <a:ext uri="{FF2B5EF4-FFF2-40B4-BE49-F238E27FC236}">
                      <a16:creationId xmlns:a16="http://schemas.microsoft.com/office/drawing/2014/main" id="{B533E833-C507-7611-6F0C-0D82A67D250D}"/>
                    </a:ext>
                  </a:extLst>
                </p:cNvPr>
                <p:cNvGrpSpPr>
                  <a:grpSpLocks/>
                </p:cNvGrpSpPr>
                <p:nvPr/>
              </p:nvGrpSpPr>
              <p:grpSpPr bwMode="auto">
                <a:xfrm>
                  <a:off x="926" y="2258"/>
                  <a:ext cx="559" cy="81"/>
                  <a:chOff x="926" y="2258"/>
                  <a:chExt cx="559" cy="81"/>
                </a:xfrm>
              </p:grpSpPr>
              <p:grpSp>
                <p:nvGrpSpPr>
                  <p:cNvPr id="24" name="Group 10">
                    <a:extLst>
                      <a:ext uri="{FF2B5EF4-FFF2-40B4-BE49-F238E27FC236}">
                        <a16:creationId xmlns:a16="http://schemas.microsoft.com/office/drawing/2014/main" id="{B4454D54-9621-8885-F21F-2B1F2999761F}"/>
                      </a:ext>
                    </a:extLst>
                  </p:cNvPr>
                  <p:cNvGrpSpPr>
                    <a:grpSpLocks/>
                  </p:cNvGrpSpPr>
                  <p:nvPr/>
                </p:nvGrpSpPr>
                <p:grpSpPr bwMode="auto">
                  <a:xfrm>
                    <a:off x="926" y="2258"/>
                    <a:ext cx="67" cy="62"/>
                    <a:chOff x="926" y="2258"/>
                    <a:chExt cx="67" cy="62"/>
                  </a:xfrm>
                </p:grpSpPr>
                <p:sp>
                  <p:nvSpPr>
                    <p:cNvPr id="44" name="Freeform 11">
                      <a:extLst>
                        <a:ext uri="{FF2B5EF4-FFF2-40B4-BE49-F238E27FC236}">
                          <a16:creationId xmlns:a16="http://schemas.microsoft.com/office/drawing/2014/main" id="{AD390226-4E59-6555-D0DF-0E9A8939F7E8}"/>
                        </a:ext>
                      </a:extLst>
                    </p:cNvPr>
                    <p:cNvSpPr>
                      <a:spLocks/>
                    </p:cNvSpPr>
                    <p:nvPr/>
                  </p:nvSpPr>
                  <p:spPr bwMode="auto">
                    <a:xfrm>
                      <a:off x="926" y="2258"/>
                      <a:ext cx="67" cy="10"/>
                    </a:xfrm>
                    <a:custGeom>
                      <a:avLst/>
                      <a:gdLst>
                        <a:gd name="T0" fmla="*/ 0 w 67"/>
                        <a:gd name="T1" fmla="*/ 0 h 10"/>
                        <a:gd name="T2" fmla="*/ 67 w 67"/>
                        <a:gd name="T3" fmla="*/ 0 h 10"/>
                        <a:gd name="T4" fmla="*/ 59 w 67"/>
                        <a:gd name="T5" fmla="*/ 10 h 10"/>
                        <a:gd name="T6" fmla="*/ 7 w 67"/>
                        <a:gd name="T7" fmla="*/ 10 h 10"/>
                        <a:gd name="T8" fmla="*/ 0 w 67"/>
                        <a:gd name="T9" fmla="*/ 0 h 10"/>
                      </a:gdLst>
                      <a:ahLst/>
                      <a:cxnLst>
                        <a:cxn ang="0">
                          <a:pos x="T0" y="T1"/>
                        </a:cxn>
                        <a:cxn ang="0">
                          <a:pos x="T2" y="T3"/>
                        </a:cxn>
                        <a:cxn ang="0">
                          <a:pos x="T4" y="T5"/>
                        </a:cxn>
                        <a:cxn ang="0">
                          <a:pos x="T6" y="T7"/>
                        </a:cxn>
                        <a:cxn ang="0">
                          <a:pos x="T8" y="T9"/>
                        </a:cxn>
                      </a:cxnLst>
                      <a:rect l="0" t="0" r="r" b="b"/>
                      <a:pathLst>
                        <a:path w="67" h="10">
                          <a:moveTo>
                            <a:pt x="0" y="0"/>
                          </a:moveTo>
                          <a:lnTo>
                            <a:pt x="67" y="0"/>
                          </a:lnTo>
                          <a:lnTo>
                            <a:pt x="59" y="10"/>
                          </a:lnTo>
                          <a:lnTo>
                            <a:pt x="7" y="10"/>
                          </a:lnTo>
                          <a:lnTo>
                            <a:pt x="0" y="0"/>
                          </a:lnTo>
                          <a:close/>
                        </a:path>
                      </a:pathLst>
                    </a:custGeom>
                    <a:solidFill>
                      <a:srgbClr val="606060"/>
                    </a:solidFill>
                    <a:ln w="3175">
                      <a:solidFill>
                        <a:srgbClr val="404040"/>
                      </a:solidFill>
                      <a:prstDash val="solid"/>
                      <a:round/>
                      <a:headEnd/>
                      <a:tailEnd/>
                    </a:ln>
                  </p:spPr>
                  <p:txBody>
                    <a:bodyPr/>
                    <a:lstStyle/>
                    <a:p>
                      <a:endParaRPr lang="en-US"/>
                    </a:p>
                  </p:txBody>
                </p:sp>
                <p:sp>
                  <p:nvSpPr>
                    <p:cNvPr id="45" name="Freeform 12">
                      <a:extLst>
                        <a:ext uri="{FF2B5EF4-FFF2-40B4-BE49-F238E27FC236}">
                          <a16:creationId xmlns:a16="http://schemas.microsoft.com/office/drawing/2014/main" id="{C9C1723B-4ECC-E037-E98D-98EDD81DD69E}"/>
                        </a:ext>
                      </a:extLst>
                    </p:cNvPr>
                    <p:cNvSpPr>
                      <a:spLocks/>
                    </p:cNvSpPr>
                    <p:nvPr/>
                  </p:nvSpPr>
                  <p:spPr bwMode="auto">
                    <a:xfrm>
                      <a:off x="941" y="2268"/>
                      <a:ext cx="34" cy="4"/>
                    </a:xfrm>
                    <a:custGeom>
                      <a:avLst/>
                      <a:gdLst>
                        <a:gd name="T0" fmla="*/ 0 w 34"/>
                        <a:gd name="T1" fmla="*/ 0 h 4"/>
                        <a:gd name="T2" fmla="*/ 34 w 34"/>
                        <a:gd name="T3" fmla="*/ 0 h 4"/>
                        <a:gd name="T4" fmla="*/ 30 w 34"/>
                        <a:gd name="T5" fmla="*/ 4 h 4"/>
                        <a:gd name="T6" fmla="*/ 4 w 34"/>
                        <a:gd name="T7" fmla="*/ 4 h 4"/>
                        <a:gd name="T8" fmla="*/ 0 w 34"/>
                        <a:gd name="T9" fmla="*/ 0 h 4"/>
                      </a:gdLst>
                      <a:ahLst/>
                      <a:cxnLst>
                        <a:cxn ang="0">
                          <a:pos x="T0" y="T1"/>
                        </a:cxn>
                        <a:cxn ang="0">
                          <a:pos x="T2" y="T3"/>
                        </a:cxn>
                        <a:cxn ang="0">
                          <a:pos x="T4" y="T5"/>
                        </a:cxn>
                        <a:cxn ang="0">
                          <a:pos x="T6" y="T7"/>
                        </a:cxn>
                        <a:cxn ang="0">
                          <a:pos x="T8" y="T9"/>
                        </a:cxn>
                      </a:cxnLst>
                      <a:rect l="0" t="0" r="r" b="b"/>
                      <a:pathLst>
                        <a:path w="34" h="4">
                          <a:moveTo>
                            <a:pt x="0" y="0"/>
                          </a:moveTo>
                          <a:lnTo>
                            <a:pt x="34" y="0"/>
                          </a:lnTo>
                          <a:lnTo>
                            <a:pt x="30" y="4"/>
                          </a:lnTo>
                          <a:lnTo>
                            <a:pt x="4" y="4"/>
                          </a:lnTo>
                          <a:lnTo>
                            <a:pt x="0" y="0"/>
                          </a:lnTo>
                          <a:close/>
                        </a:path>
                      </a:pathLst>
                    </a:custGeom>
                    <a:solidFill>
                      <a:srgbClr val="606060"/>
                    </a:solidFill>
                    <a:ln w="3175">
                      <a:solidFill>
                        <a:srgbClr val="404040"/>
                      </a:solidFill>
                      <a:prstDash val="solid"/>
                      <a:round/>
                      <a:headEnd/>
                      <a:tailEnd/>
                    </a:ln>
                  </p:spPr>
                  <p:txBody>
                    <a:bodyPr/>
                    <a:lstStyle/>
                    <a:p>
                      <a:endParaRPr lang="en-US"/>
                    </a:p>
                  </p:txBody>
                </p:sp>
                <p:sp>
                  <p:nvSpPr>
                    <p:cNvPr id="46" name="Rectangle 13">
                      <a:extLst>
                        <a:ext uri="{FF2B5EF4-FFF2-40B4-BE49-F238E27FC236}">
                          <a16:creationId xmlns:a16="http://schemas.microsoft.com/office/drawing/2014/main" id="{A71CDDC6-48CE-2B0F-2538-F0AF3C20EE2B}"/>
                        </a:ext>
                      </a:extLst>
                    </p:cNvPr>
                    <p:cNvSpPr>
                      <a:spLocks noChangeArrowheads="1"/>
                    </p:cNvSpPr>
                    <p:nvPr/>
                  </p:nvSpPr>
                  <p:spPr bwMode="auto">
                    <a:xfrm>
                      <a:off x="956" y="2273"/>
                      <a:ext cx="6" cy="47"/>
                    </a:xfrm>
                    <a:prstGeom prst="rect">
                      <a:avLst/>
                    </a:prstGeom>
                    <a:solidFill>
                      <a:srgbClr val="606060"/>
                    </a:solidFill>
                    <a:ln w="3175">
                      <a:solidFill>
                        <a:srgbClr val="404040"/>
                      </a:solidFill>
                      <a:miter lim="800000"/>
                      <a:headEnd/>
                      <a:tailEnd/>
                    </a:ln>
                  </p:spPr>
                  <p:txBody>
                    <a:bodyPr/>
                    <a:lstStyle/>
                    <a:p>
                      <a:endParaRPr lang="en-US"/>
                    </a:p>
                  </p:txBody>
                </p:sp>
              </p:grpSp>
              <p:grpSp>
                <p:nvGrpSpPr>
                  <p:cNvPr id="32" name="Group 14">
                    <a:extLst>
                      <a:ext uri="{FF2B5EF4-FFF2-40B4-BE49-F238E27FC236}">
                        <a16:creationId xmlns:a16="http://schemas.microsoft.com/office/drawing/2014/main" id="{F68207EA-AF52-CA3B-3230-82710688E59C}"/>
                      </a:ext>
                    </a:extLst>
                  </p:cNvPr>
                  <p:cNvGrpSpPr>
                    <a:grpSpLocks/>
                  </p:cNvGrpSpPr>
                  <p:nvPr/>
                </p:nvGrpSpPr>
                <p:grpSpPr bwMode="auto">
                  <a:xfrm>
                    <a:off x="1264" y="2258"/>
                    <a:ext cx="107" cy="81"/>
                    <a:chOff x="1264" y="2258"/>
                    <a:chExt cx="107" cy="81"/>
                  </a:xfrm>
                </p:grpSpPr>
                <p:sp>
                  <p:nvSpPr>
                    <p:cNvPr id="39" name="Freeform 15">
                      <a:extLst>
                        <a:ext uri="{FF2B5EF4-FFF2-40B4-BE49-F238E27FC236}">
                          <a16:creationId xmlns:a16="http://schemas.microsoft.com/office/drawing/2014/main" id="{2465C37B-475F-8C16-0623-96C3386D0D04}"/>
                        </a:ext>
                      </a:extLst>
                    </p:cNvPr>
                    <p:cNvSpPr>
                      <a:spLocks/>
                    </p:cNvSpPr>
                    <p:nvPr/>
                  </p:nvSpPr>
                  <p:spPr bwMode="auto">
                    <a:xfrm>
                      <a:off x="1264" y="2260"/>
                      <a:ext cx="106" cy="16"/>
                    </a:xfrm>
                    <a:custGeom>
                      <a:avLst/>
                      <a:gdLst>
                        <a:gd name="T0" fmla="*/ 0 w 106"/>
                        <a:gd name="T1" fmla="*/ 0 h 16"/>
                        <a:gd name="T2" fmla="*/ 106 w 106"/>
                        <a:gd name="T3" fmla="*/ 0 h 16"/>
                        <a:gd name="T4" fmla="*/ 106 w 106"/>
                        <a:gd name="T5" fmla="*/ 16 h 16"/>
                        <a:gd name="T6" fmla="*/ 8 w 106"/>
                        <a:gd name="T7" fmla="*/ 16 h 16"/>
                        <a:gd name="T8" fmla="*/ 0 w 106"/>
                        <a:gd name="T9" fmla="*/ 0 h 16"/>
                      </a:gdLst>
                      <a:ahLst/>
                      <a:cxnLst>
                        <a:cxn ang="0">
                          <a:pos x="T0" y="T1"/>
                        </a:cxn>
                        <a:cxn ang="0">
                          <a:pos x="T2" y="T3"/>
                        </a:cxn>
                        <a:cxn ang="0">
                          <a:pos x="T4" y="T5"/>
                        </a:cxn>
                        <a:cxn ang="0">
                          <a:pos x="T6" y="T7"/>
                        </a:cxn>
                        <a:cxn ang="0">
                          <a:pos x="T8" y="T9"/>
                        </a:cxn>
                      </a:cxnLst>
                      <a:rect l="0" t="0" r="r" b="b"/>
                      <a:pathLst>
                        <a:path w="106" h="16">
                          <a:moveTo>
                            <a:pt x="0" y="0"/>
                          </a:moveTo>
                          <a:lnTo>
                            <a:pt x="106" y="0"/>
                          </a:lnTo>
                          <a:lnTo>
                            <a:pt x="106" y="16"/>
                          </a:lnTo>
                          <a:lnTo>
                            <a:pt x="8" y="16"/>
                          </a:lnTo>
                          <a:lnTo>
                            <a:pt x="0" y="0"/>
                          </a:lnTo>
                          <a:close/>
                        </a:path>
                      </a:pathLst>
                    </a:custGeom>
                    <a:solidFill>
                      <a:srgbClr val="606060"/>
                    </a:solidFill>
                    <a:ln w="3175">
                      <a:solidFill>
                        <a:srgbClr val="404040"/>
                      </a:solidFill>
                      <a:prstDash val="solid"/>
                      <a:round/>
                      <a:headEnd/>
                      <a:tailEnd/>
                    </a:ln>
                  </p:spPr>
                  <p:txBody>
                    <a:bodyPr/>
                    <a:lstStyle/>
                    <a:p>
                      <a:endParaRPr lang="en-US"/>
                    </a:p>
                  </p:txBody>
                </p:sp>
                <p:grpSp>
                  <p:nvGrpSpPr>
                    <p:cNvPr id="40" name="Group 16">
                      <a:extLst>
                        <a:ext uri="{FF2B5EF4-FFF2-40B4-BE49-F238E27FC236}">
                          <a16:creationId xmlns:a16="http://schemas.microsoft.com/office/drawing/2014/main" id="{1FDE85F0-6205-586E-0C74-87595D590DE2}"/>
                        </a:ext>
                      </a:extLst>
                    </p:cNvPr>
                    <p:cNvGrpSpPr>
                      <a:grpSpLocks/>
                    </p:cNvGrpSpPr>
                    <p:nvPr/>
                  </p:nvGrpSpPr>
                  <p:grpSpPr bwMode="auto">
                    <a:xfrm>
                      <a:off x="1272" y="2258"/>
                      <a:ext cx="91" cy="18"/>
                      <a:chOff x="1272" y="2258"/>
                      <a:chExt cx="91" cy="18"/>
                    </a:xfrm>
                  </p:grpSpPr>
                  <p:sp>
                    <p:nvSpPr>
                      <p:cNvPr id="42" name="Freeform 17">
                        <a:extLst>
                          <a:ext uri="{FF2B5EF4-FFF2-40B4-BE49-F238E27FC236}">
                            <a16:creationId xmlns:a16="http://schemas.microsoft.com/office/drawing/2014/main" id="{E07F1694-6D1F-B93D-1629-0BE4D195CF35}"/>
                          </a:ext>
                        </a:extLst>
                      </p:cNvPr>
                      <p:cNvSpPr>
                        <a:spLocks/>
                      </p:cNvSpPr>
                      <p:nvPr/>
                    </p:nvSpPr>
                    <p:spPr bwMode="auto">
                      <a:xfrm>
                        <a:off x="1272" y="2262"/>
                        <a:ext cx="80" cy="14"/>
                      </a:xfrm>
                      <a:custGeom>
                        <a:avLst/>
                        <a:gdLst>
                          <a:gd name="T0" fmla="*/ 0 w 80"/>
                          <a:gd name="T1" fmla="*/ 14 h 14"/>
                          <a:gd name="T2" fmla="*/ 12 w 80"/>
                          <a:gd name="T3" fmla="*/ 0 h 14"/>
                          <a:gd name="T4" fmla="*/ 80 w 80"/>
                          <a:gd name="T5" fmla="*/ 0 h 14"/>
                          <a:gd name="T6" fmla="*/ 80 w 80"/>
                          <a:gd name="T7" fmla="*/ 14 h 14"/>
                        </a:gdLst>
                        <a:ahLst/>
                        <a:cxnLst>
                          <a:cxn ang="0">
                            <a:pos x="T0" y="T1"/>
                          </a:cxn>
                          <a:cxn ang="0">
                            <a:pos x="T2" y="T3"/>
                          </a:cxn>
                          <a:cxn ang="0">
                            <a:pos x="T4" y="T5"/>
                          </a:cxn>
                          <a:cxn ang="0">
                            <a:pos x="T6" y="T7"/>
                          </a:cxn>
                        </a:cxnLst>
                        <a:rect l="0" t="0" r="r" b="b"/>
                        <a:pathLst>
                          <a:path w="80" h="14">
                            <a:moveTo>
                              <a:pt x="0" y="14"/>
                            </a:moveTo>
                            <a:lnTo>
                              <a:pt x="12" y="0"/>
                            </a:lnTo>
                            <a:lnTo>
                              <a:pt x="80" y="0"/>
                            </a:lnTo>
                            <a:lnTo>
                              <a:pt x="80" y="14"/>
                            </a:lnTo>
                          </a:path>
                        </a:pathLst>
                      </a:custGeom>
                      <a:noFill/>
                      <a:ln w="3175">
                        <a:solidFill>
                          <a:srgbClr val="40404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3" name="Line 18">
                        <a:extLst>
                          <a:ext uri="{FF2B5EF4-FFF2-40B4-BE49-F238E27FC236}">
                            <a16:creationId xmlns:a16="http://schemas.microsoft.com/office/drawing/2014/main" id="{E27BC7A1-7831-82D0-1BF9-BFDB8067F8A3}"/>
                          </a:ext>
                        </a:extLst>
                      </p:cNvPr>
                      <p:cNvSpPr>
                        <a:spLocks noChangeShapeType="1"/>
                      </p:cNvSpPr>
                      <p:nvPr/>
                    </p:nvSpPr>
                    <p:spPr bwMode="auto">
                      <a:xfrm>
                        <a:off x="1362" y="2258"/>
                        <a:ext cx="1" cy="18"/>
                      </a:xfrm>
                      <a:prstGeom prst="line">
                        <a:avLst/>
                      </a:prstGeom>
                      <a:noFill/>
                      <a:ln w="3175">
                        <a:solidFill>
                          <a:srgbClr val="40404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41" name="Line 19">
                      <a:extLst>
                        <a:ext uri="{FF2B5EF4-FFF2-40B4-BE49-F238E27FC236}">
                          <a16:creationId xmlns:a16="http://schemas.microsoft.com/office/drawing/2014/main" id="{44F75BC0-796C-8C81-B8AC-1DA3330868A2}"/>
                        </a:ext>
                      </a:extLst>
                    </p:cNvPr>
                    <p:cNvSpPr>
                      <a:spLocks noChangeShapeType="1"/>
                    </p:cNvSpPr>
                    <p:nvPr/>
                  </p:nvSpPr>
                  <p:spPr bwMode="auto">
                    <a:xfrm>
                      <a:off x="1370" y="2276"/>
                      <a:ext cx="1" cy="63"/>
                    </a:xfrm>
                    <a:prstGeom prst="line">
                      <a:avLst/>
                    </a:prstGeom>
                    <a:noFill/>
                    <a:ln w="3175">
                      <a:solidFill>
                        <a:srgbClr val="20202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33" name="Group 20">
                    <a:extLst>
                      <a:ext uri="{FF2B5EF4-FFF2-40B4-BE49-F238E27FC236}">
                        <a16:creationId xmlns:a16="http://schemas.microsoft.com/office/drawing/2014/main" id="{6049F60E-D0A8-7E9E-D40A-3A1CAE4934A1}"/>
                      </a:ext>
                    </a:extLst>
                  </p:cNvPr>
                  <p:cNvGrpSpPr>
                    <a:grpSpLocks/>
                  </p:cNvGrpSpPr>
                  <p:nvPr/>
                </p:nvGrpSpPr>
                <p:grpSpPr bwMode="auto">
                  <a:xfrm>
                    <a:off x="1377" y="2258"/>
                    <a:ext cx="108" cy="81"/>
                    <a:chOff x="1377" y="2258"/>
                    <a:chExt cx="108" cy="81"/>
                  </a:xfrm>
                </p:grpSpPr>
                <p:sp>
                  <p:nvSpPr>
                    <p:cNvPr id="34" name="Freeform 21">
                      <a:extLst>
                        <a:ext uri="{FF2B5EF4-FFF2-40B4-BE49-F238E27FC236}">
                          <a16:creationId xmlns:a16="http://schemas.microsoft.com/office/drawing/2014/main" id="{674B0276-57B6-6A84-396D-B6DC24AE5ABC}"/>
                        </a:ext>
                      </a:extLst>
                    </p:cNvPr>
                    <p:cNvSpPr>
                      <a:spLocks/>
                    </p:cNvSpPr>
                    <p:nvPr/>
                  </p:nvSpPr>
                  <p:spPr bwMode="auto">
                    <a:xfrm>
                      <a:off x="1377" y="2260"/>
                      <a:ext cx="107" cy="16"/>
                    </a:xfrm>
                    <a:custGeom>
                      <a:avLst/>
                      <a:gdLst>
                        <a:gd name="T0" fmla="*/ 0 w 107"/>
                        <a:gd name="T1" fmla="*/ 0 h 16"/>
                        <a:gd name="T2" fmla="*/ 107 w 107"/>
                        <a:gd name="T3" fmla="*/ 0 h 16"/>
                        <a:gd name="T4" fmla="*/ 107 w 107"/>
                        <a:gd name="T5" fmla="*/ 16 h 16"/>
                        <a:gd name="T6" fmla="*/ 10 w 107"/>
                        <a:gd name="T7" fmla="*/ 16 h 16"/>
                        <a:gd name="T8" fmla="*/ 0 w 107"/>
                        <a:gd name="T9" fmla="*/ 0 h 16"/>
                      </a:gdLst>
                      <a:ahLst/>
                      <a:cxnLst>
                        <a:cxn ang="0">
                          <a:pos x="T0" y="T1"/>
                        </a:cxn>
                        <a:cxn ang="0">
                          <a:pos x="T2" y="T3"/>
                        </a:cxn>
                        <a:cxn ang="0">
                          <a:pos x="T4" y="T5"/>
                        </a:cxn>
                        <a:cxn ang="0">
                          <a:pos x="T6" y="T7"/>
                        </a:cxn>
                        <a:cxn ang="0">
                          <a:pos x="T8" y="T9"/>
                        </a:cxn>
                      </a:cxnLst>
                      <a:rect l="0" t="0" r="r" b="b"/>
                      <a:pathLst>
                        <a:path w="107" h="16">
                          <a:moveTo>
                            <a:pt x="0" y="0"/>
                          </a:moveTo>
                          <a:lnTo>
                            <a:pt x="107" y="0"/>
                          </a:lnTo>
                          <a:lnTo>
                            <a:pt x="107" y="16"/>
                          </a:lnTo>
                          <a:lnTo>
                            <a:pt x="10" y="16"/>
                          </a:lnTo>
                          <a:lnTo>
                            <a:pt x="0" y="0"/>
                          </a:lnTo>
                          <a:close/>
                        </a:path>
                      </a:pathLst>
                    </a:custGeom>
                    <a:solidFill>
                      <a:srgbClr val="606060"/>
                    </a:solidFill>
                    <a:ln w="3175">
                      <a:solidFill>
                        <a:srgbClr val="404040"/>
                      </a:solidFill>
                      <a:prstDash val="solid"/>
                      <a:round/>
                      <a:headEnd/>
                      <a:tailEnd/>
                    </a:ln>
                  </p:spPr>
                  <p:txBody>
                    <a:bodyPr/>
                    <a:lstStyle/>
                    <a:p>
                      <a:endParaRPr lang="en-US"/>
                    </a:p>
                  </p:txBody>
                </p:sp>
                <p:grpSp>
                  <p:nvGrpSpPr>
                    <p:cNvPr id="35" name="Group 22">
                      <a:extLst>
                        <a:ext uri="{FF2B5EF4-FFF2-40B4-BE49-F238E27FC236}">
                          <a16:creationId xmlns:a16="http://schemas.microsoft.com/office/drawing/2014/main" id="{652C1233-F8C3-3E16-6FB6-0D3083E0CDCB}"/>
                        </a:ext>
                      </a:extLst>
                    </p:cNvPr>
                    <p:cNvGrpSpPr>
                      <a:grpSpLocks/>
                    </p:cNvGrpSpPr>
                    <p:nvPr/>
                  </p:nvGrpSpPr>
                  <p:grpSpPr bwMode="auto">
                    <a:xfrm>
                      <a:off x="1387" y="2258"/>
                      <a:ext cx="89" cy="18"/>
                      <a:chOff x="1387" y="2258"/>
                      <a:chExt cx="89" cy="18"/>
                    </a:xfrm>
                  </p:grpSpPr>
                  <p:sp>
                    <p:nvSpPr>
                      <p:cNvPr id="37" name="Freeform 23">
                        <a:extLst>
                          <a:ext uri="{FF2B5EF4-FFF2-40B4-BE49-F238E27FC236}">
                            <a16:creationId xmlns:a16="http://schemas.microsoft.com/office/drawing/2014/main" id="{D7AAAE32-401F-7438-867F-81A28F1B0F1C}"/>
                          </a:ext>
                        </a:extLst>
                      </p:cNvPr>
                      <p:cNvSpPr>
                        <a:spLocks/>
                      </p:cNvSpPr>
                      <p:nvPr/>
                    </p:nvSpPr>
                    <p:spPr bwMode="auto">
                      <a:xfrm>
                        <a:off x="1387" y="2262"/>
                        <a:ext cx="80" cy="14"/>
                      </a:xfrm>
                      <a:custGeom>
                        <a:avLst/>
                        <a:gdLst>
                          <a:gd name="T0" fmla="*/ 0 w 80"/>
                          <a:gd name="T1" fmla="*/ 14 h 14"/>
                          <a:gd name="T2" fmla="*/ 12 w 80"/>
                          <a:gd name="T3" fmla="*/ 0 h 14"/>
                          <a:gd name="T4" fmla="*/ 80 w 80"/>
                          <a:gd name="T5" fmla="*/ 0 h 14"/>
                          <a:gd name="T6" fmla="*/ 80 w 80"/>
                          <a:gd name="T7" fmla="*/ 14 h 14"/>
                        </a:gdLst>
                        <a:ahLst/>
                        <a:cxnLst>
                          <a:cxn ang="0">
                            <a:pos x="T0" y="T1"/>
                          </a:cxn>
                          <a:cxn ang="0">
                            <a:pos x="T2" y="T3"/>
                          </a:cxn>
                          <a:cxn ang="0">
                            <a:pos x="T4" y="T5"/>
                          </a:cxn>
                          <a:cxn ang="0">
                            <a:pos x="T6" y="T7"/>
                          </a:cxn>
                        </a:cxnLst>
                        <a:rect l="0" t="0" r="r" b="b"/>
                        <a:pathLst>
                          <a:path w="80" h="14">
                            <a:moveTo>
                              <a:pt x="0" y="14"/>
                            </a:moveTo>
                            <a:lnTo>
                              <a:pt x="12" y="0"/>
                            </a:lnTo>
                            <a:lnTo>
                              <a:pt x="80" y="0"/>
                            </a:lnTo>
                            <a:lnTo>
                              <a:pt x="80" y="14"/>
                            </a:lnTo>
                          </a:path>
                        </a:pathLst>
                      </a:custGeom>
                      <a:noFill/>
                      <a:ln w="3175">
                        <a:solidFill>
                          <a:srgbClr val="40404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8" name="Line 24">
                        <a:extLst>
                          <a:ext uri="{FF2B5EF4-FFF2-40B4-BE49-F238E27FC236}">
                            <a16:creationId xmlns:a16="http://schemas.microsoft.com/office/drawing/2014/main" id="{26F2DC29-639B-1DF8-8542-4727C4F07765}"/>
                          </a:ext>
                        </a:extLst>
                      </p:cNvPr>
                      <p:cNvSpPr>
                        <a:spLocks noChangeShapeType="1"/>
                      </p:cNvSpPr>
                      <p:nvPr/>
                    </p:nvSpPr>
                    <p:spPr bwMode="auto">
                      <a:xfrm>
                        <a:off x="1475" y="2258"/>
                        <a:ext cx="1" cy="18"/>
                      </a:xfrm>
                      <a:prstGeom prst="line">
                        <a:avLst/>
                      </a:prstGeom>
                      <a:noFill/>
                      <a:ln w="3175">
                        <a:solidFill>
                          <a:srgbClr val="40404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36" name="Line 25">
                      <a:extLst>
                        <a:ext uri="{FF2B5EF4-FFF2-40B4-BE49-F238E27FC236}">
                          <a16:creationId xmlns:a16="http://schemas.microsoft.com/office/drawing/2014/main" id="{21C0D502-5B07-6C98-2071-7ECE769C88E4}"/>
                        </a:ext>
                      </a:extLst>
                    </p:cNvPr>
                    <p:cNvSpPr>
                      <a:spLocks noChangeShapeType="1"/>
                    </p:cNvSpPr>
                    <p:nvPr/>
                  </p:nvSpPr>
                  <p:spPr bwMode="auto">
                    <a:xfrm>
                      <a:off x="1484" y="2276"/>
                      <a:ext cx="1" cy="63"/>
                    </a:xfrm>
                    <a:prstGeom prst="line">
                      <a:avLst/>
                    </a:prstGeom>
                    <a:noFill/>
                    <a:ln w="3175">
                      <a:solidFill>
                        <a:srgbClr val="20202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6" name="Group 26">
                  <a:extLst>
                    <a:ext uri="{FF2B5EF4-FFF2-40B4-BE49-F238E27FC236}">
                      <a16:creationId xmlns:a16="http://schemas.microsoft.com/office/drawing/2014/main" id="{D6F35E13-349F-9055-98D7-C0EEF1D7CCE1}"/>
                    </a:ext>
                  </a:extLst>
                </p:cNvPr>
                <p:cNvGrpSpPr>
                  <a:grpSpLocks/>
                </p:cNvGrpSpPr>
                <p:nvPr/>
              </p:nvGrpSpPr>
              <p:grpSpPr bwMode="auto">
                <a:xfrm>
                  <a:off x="1277" y="2267"/>
                  <a:ext cx="86" cy="85"/>
                  <a:chOff x="1277" y="2267"/>
                  <a:chExt cx="86" cy="85"/>
                </a:xfrm>
              </p:grpSpPr>
              <p:sp>
                <p:nvSpPr>
                  <p:cNvPr id="21" name="Oval 27">
                    <a:extLst>
                      <a:ext uri="{FF2B5EF4-FFF2-40B4-BE49-F238E27FC236}">
                        <a16:creationId xmlns:a16="http://schemas.microsoft.com/office/drawing/2014/main" id="{BFD58203-EB41-2B96-7806-8A04663FCED0}"/>
                      </a:ext>
                    </a:extLst>
                  </p:cNvPr>
                  <p:cNvSpPr>
                    <a:spLocks noChangeArrowheads="1"/>
                  </p:cNvSpPr>
                  <p:nvPr/>
                </p:nvSpPr>
                <p:spPr bwMode="auto">
                  <a:xfrm>
                    <a:off x="1277" y="2267"/>
                    <a:ext cx="86" cy="85"/>
                  </a:xfrm>
                  <a:prstGeom prst="ellipse">
                    <a:avLst/>
                  </a:prstGeom>
                  <a:solidFill>
                    <a:srgbClr val="202020"/>
                  </a:solidFill>
                  <a:ln w="3175">
                    <a:solidFill>
                      <a:srgbClr val="000000"/>
                    </a:solidFill>
                    <a:round/>
                    <a:headEnd/>
                    <a:tailEnd/>
                  </a:ln>
                </p:spPr>
                <p:txBody>
                  <a:bodyPr/>
                  <a:lstStyle/>
                  <a:p>
                    <a:endParaRPr lang="en-US"/>
                  </a:p>
                </p:txBody>
              </p:sp>
              <p:sp>
                <p:nvSpPr>
                  <p:cNvPr id="22" name="Oval 28">
                    <a:extLst>
                      <a:ext uri="{FF2B5EF4-FFF2-40B4-BE49-F238E27FC236}">
                        <a16:creationId xmlns:a16="http://schemas.microsoft.com/office/drawing/2014/main" id="{E7E88D0F-8A23-93BB-9CBE-93407B7EB9DD}"/>
                      </a:ext>
                    </a:extLst>
                  </p:cNvPr>
                  <p:cNvSpPr>
                    <a:spLocks noChangeArrowheads="1"/>
                  </p:cNvSpPr>
                  <p:nvPr/>
                </p:nvSpPr>
                <p:spPr bwMode="auto">
                  <a:xfrm>
                    <a:off x="1289" y="2279"/>
                    <a:ext cx="60" cy="59"/>
                  </a:xfrm>
                  <a:prstGeom prst="ellipse">
                    <a:avLst/>
                  </a:prstGeom>
                  <a:solidFill>
                    <a:srgbClr val="A0A0A0"/>
                  </a:solidFill>
                  <a:ln w="3175">
                    <a:solidFill>
                      <a:srgbClr val="000000"/>
                    </a:solidFill>
                    <a:round/>
                    <a:headEnd/>
                    <a:tailEnd/>
                  </a:ln>
                </p:spPr>
                <p:txBody>
                  <a:bodyPr/>
                  <a:lstStyle/>
                  <a:p>
                    <a:endParaRPr lang="en-US"/>
                  </a:p>
                </p:txBody>
              </p:sp>
              <p:sp>
                <p:nvSpPr>
                  <p:cNvPr id="23" name="Oval 29">
                    <a:extLst>
                      <a:ext uri="{FF2B5EF4-FFF2-40B4-BE49-F238E27FC236}">
                        <a16:creationId xmlns:a16="http://schemas.microsoft.com/office/drawing/2014/main" id="{AEF5885E-08E7-0FA6-DAB2-8AC111DAAE9E}"/>
                      </a:ext>
                    </a:extLst>
                  </p:cNvPr>
                  <p:cNvSpPr>
                    <a:spLocks noChangeArrowheads="1"/>
                  </p:cNvSpPr>
                  <p:nvPr/>
                </p:nvSpPr>
                <p:spPr bwMode="auto">
                  <a:xfrm>
                    <a:off x="1305" y="2297"/>
                    <a:ext cx="26" cy="25"/>
                  </a:xfrm>
                  <a:prstGeom prst="ellipse">
                    <a:avLst/>
                  </a:prstGeom>
                  <a:solidFill>
                    <a:srgbClr val="606060"/>
                  </a:solidFill>
                  <a:ln w="3175">
                    <a:solidFill>
                      <a:srgbClr val="000000"/>
                    </a:solidFill>
                    <a:round/>
                    <a:headEnd/>
                    <a:tailEnd/>
                  </a:ln>
                </p:spPr>
                <p:txBody>
                  <a:bodyPr/>
                  <a:lstStyle/>
                  <a:p>
                    <a:endParaRPr lang="en-US"/>
                  </a:p>
                </p:txBody>
              </p:sp>
            </p:grpSp>
            <p:grpSp>
              <p:nvGrpSpPr>
                <p:cNvPr id="17" name="Group 30">
                  <a:extLst>
                    <a:ext uri="{FF2B5EF4-FFF2-40B4-BE49-F238E27FC236}">
                      <a16:creationId xmlns:a16="http://schemas.microsoft.com/office/drawing/2014/main" id="{4B7FBFEF-2A5E-8B9F-86E1-1605ACCE67C0}"/>
                    </a:ext>
                  </a:extLst>
                </p:cNvPr>
                <p:cNvGrpSpPr>
                  <a:grpSpLocks/>
                </p:cNvGrpSpPr>
                <p:nvPr/>
              </p:nvGrpSpPr>
              <p:grpSpPr bwMode="auto">
                <a:xfrm>
                  <a:off x="1390" y="2267"/>
                  <a:ext cx="86" cy="85"/>
                  <a:chOff x="1390" y="2267"/>
                  <a:chExt cx="86" cy="85"/>
                </a:xfrm>
              </p:grpSpPr>
              <p:sp>
                <p:nvSpPr>
                  <p:cNvPr id="18" name="Oval 31">
                    <a:extLst>
                      <a:ext uri="{FF2B5EF4-FFF2-40B4-BE49-F238E27FC236}">
                        <a16:creationId xmlns:a16="http://schemas.microsoft.com/office/drawing/2014/main" id="{1BF8596B-8421-2E83-5C73-ECDEBB07AB83}"/>
                      </a:ext>
                    </a:extLst>
                  </p:cNvPr>
                  <p:cNvSpPr>
                    <a:spLocks noChangeArrowheads="1"/>
                  </p:cNvSpPr>
                  <p:nvPr/>
                </p:nvSpPr>
                <p:spPr bwMode="auto">
                  <a:xfrm>
                    <a:off x="1390" y="2267"/>
                    <a:ext cx="86" cy="85"/>
                  </a:xfrm>
                  <a:prstGeom prst="ellipse">
                    <a:avLst/>
                  </a:prstGeom>
                  <a:solidFill>
                    <a:srgbClr val="202020"/>
                  </a:solidFill>
                  <a:ln w="3175">
                    <a:solidFill>
                      <a:srgbClr val="000000"/>
                    </a:solidFill>
                    <a:round/>
                    <a:headEnd/>
                    <a:tailEnd/>
                  </a:ln>
                </p:spPr>
                <p:txBody>
                  <a:bodyPr/>
                  <a:lstStyle/>
                  <a:p>
                    <a:endParaRPr lang="en-US"/>
                  </a:p>
                </p:txBody>
              </p:sp>
              <p:sp>
                <p:nvSpPr>
                  <p:cNvPr id="19" name="Oval 32">
                    <a:extLst>
                      <a:ext uri="{FF2B5EF4-FFF2-40B4-BE49-F238E27FC236}">
                        <a16:creationId xmlns:a16="http://schemas.microsoft.com/office/drawing/2014/main" id="{04947B9B-B6C5-B8AD-513B-4101DD521C21}"/>
                      </a:ext>
                    </a:extLst>
                  </p:cNvPr>
                  <p:cNvSpPr>
                    <a:spLocks noChangeArrowheads="1"/>
                  </p:cNvSpPr>
                  <p:nvPr/>
                </p:nvSpPr>
                <p:spPr bwMode="auto">
                  <a:xfrm>
                    <a:off x="1404" y="2279"/>
                    <a:ext cx="60" cy="59"/>
                  </a:xfrm>
                  <a:prstGeom prst="ellipse">
                    <a:avLst/>
                  </a:prstGeom>
                  <a:solidFill>
                    <a:srgbClr val="A0A0A0"/>
                  </a:solidFill>
                  <a:ln w="3175">
                    <a:solidFill>
                      <a:srgbClr val="000000"/>
                    </a:solidFill>
                    <a:round/>
                    <a:headEnd/>
                    <a:tailEnd/>
                  </a:ln>
                </p:spPr>
                <p:txBody>
                  <a:bodyPr/>
                  <a:lstStyle/>
                  <a:p>
                    <a:endParaRPr lang="en-US"/>
                  </a:p>
                </p:txBody>
              </p:sp>
              <p:sp>
                <p:nvSpPr>
                  <p:cNvPr id="20" name="Oval 33">
                    <a:extLst>
                      <a:ext uri="{FF2B5EF4-FFF2-40B4-BE49-F238E27FC236}">
                        <a16:creationId xmlns:a16="http://schemas.microsoft.com/office/drawing/2014/main" id="{B0FA3551-DA8F-15A9-E3E9-845E94CCC69F}"/>
                      </a:ext>
                    </a:extLst>
                  </p:cNvPr>
                  <p:cNvSpPr>
                    <a:spLocks noChangeArrowheads="1"/>
                  </p:cNvSpPr>
                  <p:nvPr/>
                </p:nvSpPr>
                <p:spPr bwMode="auto">
                  <a:xfrm>
                    <a:off x="1420" y="2297"/>
                    <a:ext cx="26" cy="25"/>
                  </a:xfrm>
                  <a:prstGeom prst="ellipse">
                    <a:avLst/>
                  </a:prstGeom>
                  <a:solidFill>
                    <a:srgbClr val="606060"/>
                  </a:solidFill>
                  <a:ln w="3175">
                    <a:solidFill>
                      <a:srgbClr val="000000"/>
                    </a:solidFill>
                    <a:round/>
                    <a:headEnd/>
                    <a:tailEnd/>
                  </a:ln>
                </p:spPr>
                <p:txBody>
                  <a:bodyPr/>
                  <a:lstStyle/>
                  <a:p>
                    <a:endParaRPr lang="en-US"/>
                  </a:p>
                </p:txBody>
              </p:sp>
            </p:grpSp>
          </p:grpSp>
        </p:grpSp>
        <p:grpSp>
          <p:nvGrpSpPr>
            <p:cNvPr id="49" name="Group 4">
              <a:extLst>
                <a:ext uri="{FF2B5EF4-FFF2-40B4-BE49-F238E27FC236}">
                  <a16:creationId xmlns:a16="http://schemas.microsoft.com/office/drawing/2014/main" id="{8A6AF8F0-4708-C12F-B4E0-58669F916E0F}"/>
                </a:ext>
              </a:extLst>
            </p:cNvPr>
            <p:cNvGrpSpPr>
              <a:grpSpLocks/>
            </p:cNvGrpSpPr>
            <p:nvPr/>
          </p:nvGrpSpPr>
          <p:grpSpPr bwMode="auto">
            <a:xfrm>
              <a:off x="3870196" y="3623344"/>
              <a:ext cx="448469" cy="205096"/>
              <a:chOff x="2256" y="2352"/>
              <a:chExt cx="933" cy="365"/>
            </a:xfrm>
          </p:grpSpPr>
          <p:grpSp>
            <p:nvGrpSpPr>
              <p:cNvPr id="50" name="Group 5">
                <a:extLst>
                  <a:ext uri="{FF2B5EF4-FFF2-40B4-BE49-F238E27FC236}">
                    <a16:creationId xmlns:a16="http://schemas.microsoft.com/office/drawing/2014/main" id="{7C26F3A8-5CEE-3BA8-E368-40015BFFFE96}"/>
                  </a:ext>
                </a:extLst>
              </p:cNvPr>
              <p:cNvGrpSpPr>
                <a:grpSpLocks/>
              </p:cNvGrpSpPr>
              <p:nvPr/>
            </p:nvGrpSpPr>
            <p:grpSpPr bwMode="auto">
              <a:xfrm flipH="1">
                <a:off x="2256" y="2352"/>
                <a:ext cx="933" cy="249"/>
                <a:chOff x="693" y="2029"/>
                <a:chExt cx="836" cy="228"/>
              </a:xfrm>
            </p:grpSpPr>
            <p:sp>
              <p:nvSpPr>
                <p:cNvPr id="2542613" name="Rectangle 6">
                  <a:extLst>
                    <a:ext uri="{FF2B5EF4-FFF2-40B4-BE49-F238E27FC236}">
                      <a16:creationId xmlns:a16="http://schemas.microsoft.com/office/drawing/2014/main" id="{9151B536-07D4-7693-082C-49B2E2DCF768}"/>
                    </a:ext>
                  </a:extLst>
                </p:cNvPr>
                <p:cNvSpPr>
                  <a:spLocks noChangeArrowheads="1"/>
                </p:cNvSpPr>
                <p:nvPr/>
              </p:nvSpPr>
              <p:spPr bwMode="auto">
                <a:xfrm>
                  <a:off x="693" y="2029"/>
                  <a:ext cx="836" cy="228"/>
                </a:xfrm>
                <a:prstGeom prst="rect">
                  <a:avLst/>
                </a:prstGeom>
                <a:gradFill rotWithShape="0">
                  <a:gsLst>
                    <a:gs pos="0">
                      <a:srgbClr val="037C03"/>
                    </a:gs>
                    <a:gs pos="50000">
                      <a:srgbClr val="037C03">
                        <a:gamma/>
                        <a:shade val="6275"/>
                        <a:invGamma/>
                      </a:srgbClr>
                    </a:gs>
                    <a:gs pos="100000">
                      <a:srgbClr val="037C03"/>
                    </a:gs>
                  </a:gsLst>
                  <a:lin ang="5400000" scaled="1"/>
                </a:gradFill>
                <a:ln w="3175">
                  <a:solidFill>
                    <a:srgbClr val="000000"/>
                  </a:solidFill>
                  <a:miter lim="800000"/>
                  <a:headEnd/>
                  <a:tailEnd/>
                </a:ln>
              </p:spPr>
              <p:txBody>
                <a:bodyPr/>
                <a:lstStyle/>
                <a:p>
                  <a:endParaRPr lang="en-US"/>
                </a:p>
              </p:txBody>
            </p:sp>
            <p:sp>
              <p:nvSpPr>
                <p:cNvPr id="2542614" name="Rectangle 7">
                  <a:extLst>
                    <a:ext uri="{FF2B5EF4-FFF2-40B4-BE49-F238E27FC236}">
                      <a16:creationId xmlns:a16="http://schemas.microsoft.com/office/drawing/2014/main" id="{E5DAB0F3-7B6E-7534-AF8F-1D8FBB73968A}"/>
                    </a:ext>
                  </a:extLst>
                </p:cNvPr>
                <p:cNvSpPr>
                  <a:spLocks noChangeArrowheads="1"/>
                </p:cNvSpPr>
                <p:nvPr/>
              </p:nvSpPr>
              <p:spPr bwMode="auto">
                <a:xfrm>
                  <a:off x="693" y="2037"/>
                  <a:ext cx="836" cy="213"/>
                </a:xfrm>
                <a:prstGeom prst="rect">
                  <a:avLst/>
                </a:prstGeom>
                <a:solidFill>
                  <a:srgbClr val="C5D3ED"/>
                </a:solidFill>
                <a:ln w="3175">
                  <a:solidFill>
                    <a:srgbClr val="000000"/>
                  </a:solidFill>
                  <a:miter lim="800000"/>
                  <a:headEnd/>
                  <a:tailEnd/>
                </a:ln>
              </p:spPr>
              <p:txBody>
                <a:bodyPr/>
                <a:lstStyle/>
                <a:p>
                  <a:endParaRPr lang="en-US" dirty="0"/>
                </a:p>
              </p:txBody>
            </p:sp>
          </p:grpSp>
          <p:grpSp>
            <p:nvGrpSpPr>
              <p:cNvPr id="51" name="Group 8">
                <a:extLst>
                  <a:ext uri="{FF2B5EF4-FFF2-40B4-BE49-F238E27FC236}">
                    <a16:creationId xmlns:a16="http://schemas.microsoft.com/office/drawing/2014/main" id="{4AEE31E4-57CC-10E4-D5B0-37A29F8BE24A}"/>
                  </a:ext>
                </a:extLst>
              </p:cNvPr>
              <p:cNvGrpSpPr>
                <a:grpSpLocks/>
              </p:cNvGrpSpPr>
              <p:nvPr/>
            </p:nvGrpSpPr>
            <p:grpSpPr bwMode="auto">
              <a:xfrm flipH="1">
                <a:off x="2413" y="2614"/>
                <a:ext cx="624" cy="103"/>
                <a:chOff x="926" y="2258"/>
                <a:chExt cx="559" cy="94"/>
              </a:xfrm>
            </p:grpSpPr>
            <p:grpSp>
              <p:nvGrpSpPr>
                <p:cNvPr id="52" name="Group 9">
                  <a:extLst>
                    <a:ext uri="{FF2B5EF4-FFF2-40B4-BE49-F238E27FC236}">
                      <a16:creationId xmlns:a16="http://schemas.microsoft.com/office/drawing/2014/main" id="{EB349AC6-A59E-488E-52B0-432820B86AEE}"/>
                    </a:ext>
                  </a:extLst>
                </p:cNvPr>
                <p:cNvGrpSpPr>
                  <a:grpSpLocks/>
                </p:cNvGrpSpPr>
                <p:nvPr/>
              </p:nvGrpSpPr>
              <p:grpSpPr bwMode="auto">
                <a:xfrm>
                  <a:off x="926" y="2258"/>
                  <a:ext cx="559" cy="81"/>
                  <a:chOff x="926" y="2258"/>
                  <a:chExt cx="559" cy="81"/>
                </a:xfrm>
              </p:grpSpPr>
              <p:grpSp>
                <p:nvGrpSpPr>
                  <p:cNvPr id="61" name="Group 10">
                    <a:extLst>
                      <a:ext uri="{FF2B5EF4-FFF2-40B4-BE49-F238E27FC236}">
                        <a16:creationId xmlns:a16="http://schemas.microsoft.com/office/drawing/2014/main" id="{53346FDC-8F6B-9428-5770-A43C30497400}"/>
                      </a:ext>
                    </a:extLst>
                  </p:cNvPr>
                  <p:cNvGrpSpPr>
                    <a:grpSpLocks/>
                  </p:cNvGrpSpPr>
                  <p:nvPr/>
                </p:nvGrpSpPr>
                <p:grpSpPr bwMode="auto">
                  <a:xfrm>
                    <a:off x="926" y="2258"/>
                    <a:ext cx="67" cy="62"/>
                    <a:chOff x="926" y="2258"/>
                    <a:chExt cx="67" cy="62"/>
                  </a:xfrm>
                </p:grpSpPr>
                <p:sp>
                  <p:nvSpPr>
                    <p:cNvPr id="2542610" name="Freeform 11">
                      <a:extLst>
                        <a:ext uri="{FF2B5EF4-FFF2-40B4-BE49-F238E27FC236}">
                          <a16:creationId xmlns:a16="http://schemas.microsoft.com/office/drawing/2014/main" id="{049B412D-08DC-5A21-4EF9-B26EC4CF2998}"/>
                        </a:ext>
                      </a:extLst>
                    </p:cNvPr>
                    <p:cNvSpPr>
                      <a:spLocks/>
                    </p:cNvSpPr>
                    <p:nvPr/>
                  </p:nvSpPr>
                  <p:spPr bwMode="auto">
                    <a:xfrm>
                      <a:off x="926" y="2258"/>
                      <a:ext cx="67" cy="10"/>
                    </a:xfrm>
                    <a:custGeom>
                      <a:avLst/>
                      <a:gdLst>
                        <a:gd name="T0" fmla="*/ 0 w 67"/>
                        <a:gd name="T1" fmla="*/ 0 h 10"/>
                        <a:gd name="T2" fmla="*/ 67 w 67"/>
                        <a:gd name="T3" fmla="*/ 0 h 10"/>
                        <a:gd name="T4" fmla="*/ 59 w 67"/>
                        <a:gd name="T5" fmla="*/ 10 h 10"/>
                        <a:gd name="T6" fmla="*/ 7 w 67"/>
                        <a:gd name="T7" fmla="*/ 10 h 10"/>
                        <a:gd name="T8" fmla="*/ 0 w 67"/>
                        <a:gd name="T9" fmla="*/ 0 h 10"/>
                      </a:gdLst>
                      <a:ahLst/>
                      <a:cxnLst>
                        <a:cxn ang="0">
                          <a:pos x="T0" y="T1"/>
                        </a:cxn>
                        <a:cxn ang="0">
                          <a:pos x="T2" y="T3"/>
                        </a:cxn>
                        <a:cxn ang="0">
                          <a:pos x="T4" y="T5"/>
                        </a:cxn>
                        <a:cxn ang="0">
                          <a:pos x="T6" y="T7"/>
                        </a:cxn>
                        <a:cxn ang="0">
                          <a:pos x="T8" y="T9"/>
                        </a:cxn>
                      </a:cxnLst>
                      <a:rect l="0" t="0" r="r" b="b"/>
                      <a:pathLst>
                        <a:path w="67" h="10">
                          <a:moveTo>
                            <a:pt x="0" y="0"/>
                          </a:moveTo>
                          <a:lnTo>
                            <a:pt x="67" y="0"/>
                          </a:lnTo>
                          <a:lnTo>
                            <a:pt x="59" y="10"/>
                          </a:lnTo>
                          <a:lnTo>
                            <a:pt x="7" y="10"/>
                          </a:lnTo>
                          <a:lnTo>
                            <a:pt x="0" y="0"/>
                          </a:lnTo>
                          <a:close/>
                        </a:path>
                      </a:pathLst>
                    </a:custGeom>
                    <a:solidFill>
                      <a:srgbClr val="606060"/>
                    </a:solidFill>
                    <a:ln w="3175">
                      <a:solidFill>
                        <a:srgbClr val="404040"/>
                      </a:solidFill>
                      <a:prstDash val="solid"/>
                      <a:round/>
                      <a:headEnd/>
                      <a:tailEnd/>
                    </a:ln>
                  </p:spPr>
                  <p:txBody>
                    <a:bodyPr/>
                    <a:lstStyle/>
                    <a:p>
                      <a:endParaRPr lang="en-US"/>
                    </a:p>
                  </p:txBody>
                </p:sp>
                <p:sp>
                  <p:nvSpPr>
                    <p:cNvPr id="2542611" name="Freeform 12">
                      <a:extLst>
                        <a:ext uri="{FF2B5EF4-FFF2-40B4-BE49-F238E27FC236}">
                          <a16:creationId xmlns:a16="http://schemas.microsoft.com/office/drawing/2014/main" id="{ACBE8E59-39EF-D40F-430A-48DC7F3F0527}"/>
                        </a:ext>
                      </a:extLst>
                    </p:cNvPr>
                    <p:cNvSpPr>
                      <a:spLocks/>
                    </p:cNvSpPr>
                    <p:nvPr/>
                  </p:nvSpPr>
                  <p:spPr bwMode="auto">
                    <a:xfrm>
                      <a:off x="941" y="2268"/>
                      <a:ext cx="34" cy="4"/>
                    </a:xfrm>
                    <a:custGeom>
                      <a:avLst/>
                      <a:gdLst>
                        <a:gd name="T0" fmla="*/ 0 w 34"/>
                        <a:gd name="T1" fmla="*/ 0 h 4"/>
                        <a:gd name="T2" fmla="*/ 34 w 34"/>
                        <a:gd name="T3" fmla="*/ 0 h 4"/>
                        <a:gd name="T4" fmla="*/ 30 w 34"/>
                        <a:gd name="T5" fmla="*/ 4 h 4"/>
                        <a:gd name="T6" fmla="*/ 4 w 34"/>
                        <a:gd name="T7" fmla="*/ 4 h 4"/>
                        <a:gd name="T8" fmla="*/ 0 w 34"/>
                        <a:gd name="T9" fmla="*/ 0 h 4"/>
                      </a:gdLst>
                      <a:ahLst/>
                      <a:cxnLst>
                        <a:cxn ang="0">
                          <a:pos x="T0" y="T1"/>
                        </a:cxn>
                        <a:cxn ang="0">
                          <a:pos x="T2" y="T3"/>
                        </a:cxn>
                        <a:cxn ang="0">
                          <a:pos x="T4" y="T5"/>
                        </a:cxn>
                        <a:cxn ang="0">
                          <a:pos x="T6" y="T7"/>
                        </a:cxn>
                        <a:cxn ang="0">
                          <a:pos x="T8" y="T9"/>
                        </a:cxn>
                      </a:cxnLst>
                      <a:rect l="0" t="0" r="r" b="b"/>
                      <a:pathLst>
                        <a:path w="34" h="4">
                          <a:moveTo>
                            <a:pt x="0" y="0"/>
                          </a:moveTo>
                          <a:lnTo>
                            <a:pt x="34" y="0"/>
                          </a:lnTo>
                          <a:lnTo>
                            <a:pt x="30" y="4"/>
                          </a:lnTo>
                          <a:lnTo>
                            <a:pt x="4" y="4"/>
                          </a:lnTo>
                          <a:lnTo>
                            <a:pt x="0" y="0"/>
                          </a:lnTo>
                          <a:close/>
                        </a:path>
                      </a:pathLst>
                    </a:custGeom>
                    <a:solidFill>
                      <a:srgbClr val="606060"/>
                    </a:solidFill>
                    <a:ln w="3175">
                      <a:solidFill>
                        <a:srgbClr val="404040"/>
                      </a:solidFill>
                      <a:prstDash val="solid"/>
                      <a:round/>
                      <a:headEnd/>
                      <a:tailEnd/>
                    </a:ln>
                  </p:spPr>
                  <p:txBody>
                    <a:bodyPr/>
                    <a:lstStyle/>
                    <a:p>
                      <a:endParaRPr lang="en-US"/>
                    </a:p>
                  </p:txBody>
                </p:sp>
                <p:sp>
                  <p:nvSpPr>
                    <p:cNvPr id="2542612" name="Rectangle 13">
                      <a:extLst>
                        <a:ext uri="{FF2B5EF4-FFF2-40B4-BE49-F238E27FC236}">
                          <a16:creationId xmlns:a16="http://schemas.microsoft.com/office/drawing/2014/main" id="{E6A09E36-C05C-26AB-A228-EC0B1E5C13DE}"/>
                        </a:ext>
                      </a:extLst>
                    </p:cNvPr>
                    <p:cNvSpPr>
                      <a:spLocks noChangeArrowheads="1"/>
                    </p:cNvSpPr>
                    <p:nvPr/>
                  </p:nvSpPr>
                  <p:spPr bwMode="auto">
                    <a:xfrm>
                      <a:off x="956" y="2273"/>
                      <a:ext cx="6" cy="47"/>
                    </a:xfrm>
                    <a:prstGeom prst="rect">
                      <a:avLst/>
                    </a:prstGeom>
                    <a:solidFill>
                      <a:srgbClr val="606060"/>
                    </a:solidFill>
                    <a:ln w="3175">
                      <a:solidFill>
                        <a:srgbClr val="404040"/>
                      </a:solidFill>
                      <a:miter lim="800000"/>
                      <a:headEnd/>
                      <a:tailEnd/>
                    </a:ln>
                  </p:spPr>
                  <p:txBody>
                    <a:bodyPr/>
                    <a:lstStyle/>
                    <a:p>
                      <a:endParaRPr lang="en-US"/>
                    </a:p>
                  </p:txBody>
                </p:sp>
              </p:grpSp>
              <p:grpSp>
                <p:nvGrpSpPr>
                  <p:cNvPr id="62" name="Group 14">
                    <a:extLst>
                      <a:ext uri="{FF2B5EF4-FFF2-40B4-BE49-F238E27FC236}">
                        <a16:creationId xmlns:a16="http://schemas.microsoft.com/office/drawing/2014/main" id="{DD3A67C5-D2F0-49F9-8F80-6408C51031C8}"/>
                      </a:ext>
                    </a:extLst>
                  </p:cNvPr>
                  <p:cNvGrpSpPr>
                    <a:grpSpLocks/>
                  </p:cNvGrpSpPr>
                  <p:nvPr/>
                </p:nvGrpSpPr>
                <p:grpSpPr bwMode="auto">
                  <a:xfrm>
                    <a:off x="1264" y="2258"/>
                    <a:ext cx="107" cy="81"/>
                    <a:chOff x="1264" y="2258"/>
                    <a:chExt cx="107" cy="81"/>
                  </a:xfrm>
                </p:grpSpPr>
                <p:sp>
                  <p:nvSpPr>
                    <p:cNvPr id="2542605" name="Freeform 15">
                      <a:extLst>
                        <a:ext uri="{FF2B5EF4-FFF2-40B4-BE49-F238E27FC236}">
                          <a16:creationId xmlns:a16="http://schemas.microsoft.com/office/drawing/2014/main" id="{05DE581D-EB33-5EE2-23C0-E0E40253C8CB}"/>
                        </a:ext>
                      </a:extLst>
                    </p:cNvPr>
                    <p:cNvSpPr>
                      <a:spLocks/>
                    </p:cNvSpPr>
                    <p:nvPr/>
                  </p:nvSpPr>
                  <p:spPr bwMode="auto">
                    <a:xfrm>
                      <a:off x="1264" y="2260"/>
                      <a:ext cx="106" cy="16"/>
                    </a:xfrm>
                    <a:custGeom>
                      <a:avLst/>
                      <a:gdLst>
                        <a:gd name="T0" fmla="*/ 0 w 106"/>
                        <a:gd name="T1" fmla="*/ 0 h 16"/>
                        <a:gd name="T2" fmla="*/ 106 w 106"/>
                        <a:gd name="T3" fmla="*/ 0 h 16"/>
                        <a:gd name="T4" fmla="*/ 106 w 106"/>
                        <a:gd name="T5" fmla="*/ 16 h 16"/>
                        <a:gd name="T6" fmla="*/ 8 w 106"/>
                        <a:gd name="T7" fmla="*/ 16 h 16"/>
                        <a:gd name="T8" fmla="*/ 0 w 106"/>
                        <a:gd name="T9" fmla="*/ 0 h 16"/>
                      </a:gdLst>
                      <a:ahLst/>
                      <a:cxnLst>
                        <a:cxn ang="0">
                          <a:pos x="T0" y="T1"/>
                        </a:cxn>
                        <a:cxn ang="0">
                          <a:pos x="T2" y="T3"/>
                        </a:cxn>
                        <a:cxn ang="0">
                          <a:pos x="T4" y="T5"/>
                        </a:cxn>
                        <a:cxn ang="0">
                          <a:pos x="T6" y="T7"/>
                        </a:cxn>
                        <a:cxn ang="0">
                          <a:pos x="T8" y="T9"/>
                        </a:cxn>
                      </a:cxnLst>
                      <a:rect l="0" t="0" r="r" b="b"/>
                      <a:pathLst>
                        <a:path w="106" h="16">
                          <a:moveTo>
                            <a:pt x="0" y="0"/>
                          </a:moveTo>
                          <a:lnTo>
                            <a:pt x="106" y="0"/>
                          </a:lnTo>
                          <a:lnTo>
                            <a:pt x="106" y="16"/>
                          </a:lnTo>
                          <a:lnTo>
                            <a:pt x="8" y="16"/>
                          </a:lnTo>
                          <a:lnTo>
                            <a:pt x="0" y="0"/>
                          </a:lnTo>
                          <a:close/>
                        </a:path>
                      </a:pathLst>
                    </a:custGeom>
                    <a:solidFill>
                      <a:srgbClr val="606060"/>
                    </a:solidFill>
                    <a:ln w="3175">
                      <a:solidFill>
                        <a:srgbClr val="404040"/>
                      </a:solidFill>
                      <a:prstDash val="solid"/>
                      <a:round/>
                      <a:headEnd/>
                      <a:tailEnd/>
                    </a:ln>
                  </p:spPr>
                  <p:txBody>
                    <a:bodyPr/>
                    <a:lstStyle/>
                    <a:p>
                      <a:endParaRPr lang="en-US"/>
                    </a:p>
                  </p:txBody>
                </p:sp>
                <p:grpSp>
                  <p:nvGrpSpPr>
                    <p:cNvPr id="2542606" name="Group 16">
                      <a:extLst>
                        <a:ext uri="{FF2B5EF4-FFF2-40B4-BE49-F238E27FC236}">
                          <a16:creationId xmlns:a16="http://schemas.microsoft.com/office/drawing/2014/main" id="{64CE709A-86D1-A362-DCB5-DBC96DF378AC}"/>
                        </a:ext>
                      </a:extLst>
                    </p:cNvPr>
                    <p:cNvGrpSpPr>
                      <a:grpSpLocks/>
                    </p:cNvGrpSpPr>
                    <p:nvPr/>
                  </p:nvGrpSpPr>
                  <p:grpSpPr bwMode="auto">
                    <a:xfrm>
                      <a:off x="1272" y="2258"/>
                      <a:ext cx="91" cy="18"/>
                      <a:chOff x="1272" y="2258"/>
                      <a:chExt cx="91" cy="18"/>
                    </a:xfrm>
                  </p:grpSpPr>
                  <p:sp>
                    <p:nvSpPr>
                      <p:cNvPr id="2542608" name="Freeform 17">
                        <a:extLst>
                          <a:ext uri="{FF2B5EF4-FFF2-40B4-BE49-F238E27FC236}">
                            <a16:creationId xmlns:a16="http://schemas.microsoft.com/office/drawing/2014/main" id="{074462CB-7A3F-976C-598E-AD259539577B}"/>
                          </a:ext>
                        </a:extLst>
                      </p:cNvPr>
                      <p:cNvSpPr>
                        <a:spLocks/>
                      </p:cNvSpPr>
                      <p:nvPr/>
                    </p:nvSpPr>
                    <p:spPr bwMode="auto">
                      <a:xfrm>
                        <a:off x="1272" y="2262"/>
                        <a:ext cx="80" cy="14"/>
                      </a:xfrm>
                      <a:custGeom>
                        <a:avLst/>
                        <a:gdLst>
                          <a:gd name="T0" fmla="*/ 0 w 80"/>
                          <a:gd name="T1" fmla="*/ 14 h 14"/>
                          <a:gd name="T2" fmla="*/ 12 w 80"/>
                          <a:gd name="T3" fmla="*/ 0 h 14"/>
                          <a:gd name="T4" fmla="*/ 80 w 80"/>
                          <a:gd name="T5" fmla="*/ 0 h 14"/>
                          <a:gd name="T6" fmla="*/ 80 w 80"/>
                          <a:gd name="T7" fmla="*/ 14 h 14"/>
                        </a:gdLst>
                        <a:ahLst/>
                        <a:cxnLst>
                          <a:cxn ang="0">
                            <a:pos x="T0" y="T1"/>
                          </a:cxn>
                          <a:cxn ang="0">
                            <a:pos x="T2" y="T3"/>
                          </a:cxn>
                          <a:cxn ang="0">
                            <a:pos x="T4" y="T5"/>
                          </a:cxn>
                          <a:cxn ang="0">
                            <a:pos x="T6" y="T7"/>
                          </a:cxn>
                        </a:cxnLst>
                        <a:rect l="0" t="0" r="r" b="b"/>
                        <a:pathLst>
                          <a:path w="80" h="14">
                            <a:moveTo>
                              <a:pt x="0" y="14"/>
                            </a:moveTo>
                            <a:lnTo>
                              <a:pt x="12" y="0"/>
                            </a:lnTo>
                            <a:lnTo>
                              <a:pt x="80" y="0"/>
                            </a:lnTo>
                            <a:lnTo>
                              <a:pt x="80" y="14"/>
                            </a:lnTo>
                          </a:path>
                        </a:pathLst>
                      </a:custGeom>
                      <a:noFill/>
                      <a:ln w="3175">
                        <a:solidFill>
                          <a:srgbClr val="40404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42609" name="Line 18">
                        <a:extLst>
                          <a:ext uri="{FF2B5EF4-FFF2-40B4-BE49-F238E27FC236}">
                            <a16:creationId xmlns:a16="http://schemas.microsoft.com/office/drawing/2014/main" id="{C057F656-C5DF-4EE8-3505-1F098820E94F}"/>
                          </a:ext>
                        </a:extLst>
                      </p:cNvPr>
                      <p:cNvSpPr>
                        <a:spLocks noChangeShapeType="1"/>
                      </p:cNvSpPr>
                      <p:nvPr/>
                    </p:nvSpPr>
                    <p:spPr bwMode="auto">
                      <a:xfrm>
                        <a:off x="1362" y="2258"/>
                        <a:ext cx="1" cy="18"/>
                      </a:xfrm>
                      <a:prstGeom prst="line">
                        <a:avLst/>
                      </a:prstGeom>
                      <a:noFill/>
                      <a:ln w="3175">
                        <a:solidFill>
                          <a:srgbClr val="40404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2542607" name="Line 19">
                      <a:extLst>
                        <a:ext uri="{FF2B5EF4-FFF2-40B4-BE49-F238E27FC236}">
                          <a16:creationId xmlns:a16="http://schemas.microsoft.com/office/drawing/2014/main" id="{6AE270C5-6CA4-1509-5E81-A03C20DE520B}"/>
                        </a:ext>
                      </a:extLst>
                    </p:cNvPr>
                    <p:cNvSpPr>
                      <a:spLocks noChangeShapeType="1"/>
                    </p:cNvSpPr>
                    <p:nvPr/>
                  </p:nvSpPr>
                  <p:spPr bwMode="auto">
                    <a:xfrm>
                      <a:off x="1370" y="2276"/>
                      <a:ext cx="1" cy="63"/>
                    </a:xfrm>
                    <a:prstGeom prst="line">
                      <a:avLst/>
                    </a:prstGeom>
                    <a:noFill/>
                    <a:ln w="3175">
                      <a:solidFill>
                        <a:srgbClr val="20202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63" name="Group 20">
                    <a:extLst>
                      <a:ext uri="{FF2B5EF4-FFF2-40B4-BE49-F238E27FC236}">
                        <a16:creationId xmlns:a16="http://schemas.microsoft.com/office/drawing/2014/main" id="{C04E0140-8B77-AF1F-818C-9849045ACED2}"/>
                      </a:ext>
                    </a:extLst>
                  </p:cNvPr>
                  <p:cNvGrpSpPr>
                    <a:grpSpLocks/>
                  </p:cNvGrpSpPr>
                  <p:nvPr/>
                </p:nvGrpSpPr>
                <p:grpSpPr bwMode="auto">
                  <a:xfrm>
                    <a:off x="1377" y="2258"/>
                    <a:ext cx="108" cy="81"/>
                    <a:chOff x="1377" y="2258"/>
                    <a:chExt cx="108" cy="81"/>
                  </a:xfrm>
                </p:grpSpPr>
                <p:sp>
                  <p:nvSpPr>
                    <p:cNvPr id="2542592" name="Freeform 21">
                      <a:extLst>
                        <a:ext uri="{FF2B5EF4-FFF2-40B4-BE49-F238E27FC236}">
                          <a16:creationId xmlns:a16="http://schemas.microsoft.com/office/drawing/2014/main" id="{A647E342-2070-2717-C193-96C787F6625C}"/>
                        </a:ext>
                      </a:extLst>
                    </p:cNvPr>
                    <p:cNvSpPr>
                      <a:spLocks/>
                    </p:cNvSpPr>
                    <p:nvPr/>
                  </p:nvSpPr>
                  <p:spPr bwMode="auto">
                    <a:xfrm>
                      <a:off x="1377" y="2260"/>
                      <a:ext cx="107" cy="16"/>
                    </a:xfrm>
                    <a:custGeom>
                      <a:avLst/>
                      <a:gdLst>
                        <a:gd name="T0" fmla="*/ 0 w 107"/>
                        <a:gd name="T1" fmla="*/ 0 h 16"/>
                        <a:gd name="T2" fmla="*/ 107 w 107"/>
                        <a:gd name="T3" fmla="*/ 0 h 16"/>
                        <a:gd name="T4" fmla="*/ 107 w 107"/>
                        <a:gd name="T5" fmla="*/ 16 h 16"/>
                        <a:gd name="T6" fmla="*/ 10 w 107"/>
                        <a:gd name="T7" fmla="*/ 16 h 16"/>
                        <a:gd name="T8" fmla="*/ 0 w 107"/>
                        <a:gd name="T9" fmla="*/ 0 h 16"/>
                      </a:gdLst>
                      <a:ahLst/>
                      <a:cxnLst>
                        <a:cxn ang="0">
                          <a:pos x="T0" y="T1"/>
                        </a:cxn>
                        <a:cxn ang="0">
                          <a:pos x="T2" y="T3"/>
                        </a:cxn>
                        <a:cxn ang="0">
                          <a:pos x="T4" y="T5"/>
                        </a:cxn>
                        <a:cxn ang="0">
                          <a:pos x="T6" y="T7"/>
                        </a:cxn>
                        <a:cxn ang="0">
                          <a:pos x="T8" y="T9"/>
                        </a:cxn>
                      </a:cxnLst>
                      <a:rect l="0" t="0" r="r" b="b"/>
                      <a:pathLst>
                        <a:path w="107" h="16">
                          <a:moveTo>
                            <a:pt x="0" y="0"/>
                          </a:moveTo>
                          <a:lnTo>
                            <a:pt x="107" y="0"/>
                          </a:lnTo>
                          <a:lnTo>
                            <a:pt x="107" y="16"/>
                          </a:lnTo>
                          <a:lnTo>
                            <a:pt x="10" y="16"/>
                          </a:lnTo>
                          <a:lnTo>
                            <a:pt x="0" y="0"/>
                          </a:lnTo>
                          <a:close/>
                        </a:path>
                      </a:pathLst>
                    </a:custGeom>
                    <a:solidFill>
                      <a:srgbClr val="606060"/>
                    </a:solidFill>
                    <a:ln w="3175">
                      <a:solidFill>
                        <a:srgbClr val="404040"/>
                      </a:solidFill>
                      <a:prstDash val="solid"/>
                      <a:round/>
                      <a:headEnd/>
                      <a:tailEnd/>
                    </a:ln>
                  </p:spPr>
                  <p:txBody>
                    <a:bodyPr/>
                    <a:lstStyle/>
                    <a:p>
                      <a:endParaRPr lang="en-US"/>
                    </a:p>
                  </p:txBody>
                </p:sp>
                <p:grpSp>
                  <p:nvGrpSpPr>
                    <p:cNvPr id="2542593" name="Group 22">
                      <a:extLst>
                        <a:ext uri="{FF2B5EF4-FFF2-40B4-BE49-F238E27FC236}">
                          <a16:creationId xmlns:a16="http://schemas.microsoft.com/office/drawing/2014/main" id="{26215A73-251D-8BBC-E5F2-80DA1F9DA452}"/>
                        </a:ext>
                      </a:extLst>
                    </p:cNvPr>
                    <p:cNvGrpSpPr>
                      <a:grpSpLocks/>
                    </p:cNvGrpSpPr>
                    <p:nvPr/>
                  </p:nvGrpSpPr>
                  <p:grpSpPr bwMode="auto">
                    <a:xfrm>
                      <a:off x="1387" y="2258"/>
                      <a:ext cx="89" cy="18"/>
                      <a:chOff x="1387" y="2258"/>
                      <a:chExt cx="89" cy="18"/>
                    </a:xfrm>
                  </p:grpSpPr>
                  <p:sp>
                    <p:nvSpPr>
                      <p:cNvPr id="2542603" name="Freeform 23">
                        <a:extLst>
                          <a:ext uri="{FF2B5EF4-FFF2-40B4-BE49-F238E27FC236}">
                            <a16:creationId xmlns:a16="http://schemas.microsoft.com/office/drawing/2014/main" id="{C064DDE8-68C5-7697-5359-6317DF28D559}"/>
                          </a:ext>
                        </a:extLst>
                      </p:cNvPr>
                      <p:cNvSpPr>
                        <a:spLocks/>
                      </p:cNvSpPr>
                      <p:nvPr/>
                    </p:nvSpPr>
                    <p:spPr bwMode="auto">
                      <a:xfrm>
                        <a:off x="1387" y="2262"/>
                        <a:ext cx="80" cy="14"/>
                      </a:xfrm>
                      <a:custGeom>
                        <a:avLst/>
                        <a:gdLst>
                          <a:gd name="T0" fmla="*/ 0 w 80"/>
                          <a:gd name="T1" fmla="*/ 14 h 14"/>
                          <a:gd name="T2" fmla="*/ 12 w 80"/>
                          <a:gd name="T3" fmla="*/ 0 h 14"/>
                          <a:gd name="T4" fmla="*/ 80 w 80"/>
                          <a:gd name="T5" fmla="*/ 0 h 14"/>
                          <a:gd name="T6" fmla="*/ 80 w 80"/>
                          <a:gd name="T7" fmla="*/ 14 h 14"/>
                        </a:gdLst>
                        <a:ahLst/>
                        <a:cxnLst>
                          <a:cxn ang="0">
                            <a:pos x="T0" y="T1"/>
                          </a:cxn>
                          <a:cxn ang="0">
                            <a:pos x="T2" y="T3"/>
                          </a:cxn>
                          <a:cxn ang="0">
                            <a:pos x="T4" y="T5"/>
                          </a:cxn>
                          <a:cxn ang="0">
                            <a:pos x="T6" y="T7"/>
                          </a:cxn>
                        </a:cxnLst>
                        <a:rect l="0" t="0" r="r" b="b"/>
                        <a:pathLst>
                          <a:path w="80" h="14">
                            <a:moveTo>
                              <a:pt x="0" y="14"/>
                            </a:moveTo>
                            <a:lnTo>
                              <a:pt x="12" y="0"/>
                            </a:lnTo>
                            <a:lnTo>
                              <a:pt x="80" y="0"/>
                            </a:lnTo>
                            <a:lnTo>
                              <a:pt x="80" y="14"/>
                            </a:lnTo>
                          </a:path>
                        </a:pathLst>
                      </a:custGeom>
                      <a:noFill/>
                      <a:ln w="3175">
                        <a:solidFill>
                          <a:srgbClr val="40404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42604" name="Line 24">
                        <a:extLst>
                          <a:ext uri="{FF2B5EF4-FFF2-40B4-BE49-F238E27FC236}">
                            <a16:creationId xmlns:a16="http://schemas.microsoft.com/office/drawing/2014/main" id="{D334B125-A298-A2F1-F8C9-994F12E39D3A}"/>
                          </a:ext>
                        </a:extLst>
                      </p:cNvPr>
                      <p:cNvSpPr>
                        <a:spLocks noChangeShapeType="1"/>
                      </p:cNvSpPr>
                      <p:nvPr/>
                    </p:nvSpPr>
                    <p:spPr bwMode="auto">
                      <a:xfrm>
                        <a:off x="1475" y="2258"/>
                        <a:ext cx="1" cy="18"/>
                      </a:xfrm>
                      <a:prstGeom prst="line">
                        <a:avLst/>
                      </a:prstGeom>
                      <a:noFill/>
                      <a:ln w="3175">
                        <a:solidFill>
                          <a:srgbClr val="40404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2542595" name="Line 25">
                      <a:extLst>
                        <a:ext uri="{FF2B5EF4-FFF2-40B4-BE49-F238E27FC236}">
                          <a16:creationId xmlns:a16="http://schemas.microsoft.com/office/drawing/2014/main" id="{92756748-3FFE-6A58-2DC4-02BEF893C964}"/>
                        </a:ext>
                      </a:extLst>
                    </p:cNvPr>
                    <p:cNvSpPr>
                      <a:spLocks noChangeShapeType="1"/>
                    </p:cNvSpPr>
                    <p:nvPr/>
                  </p:nvSpPr>
                  <p:spPr bwMode="auto">
                    <a:xfrm>
                      <a:off x="1484" y="2276"/>
                      <a:ext cx="1" cy="63"/>
                    </a:xfrm>
                    <a:prstGeom prst="line">
                      <a:avLst/>
                    </a:prstGeom>
                    <a:noFill/>
                    <a:ln w="3175">
                      <a:solidFill>
                        <a:srgbClr val="20202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3" name="Group 26">
                  <a:extLst>
                    <a:ext uri="{FF2B5EF4-FFF2-40B4-BE49-F238E27FC236}">
                      <a16:creationId xmlns:a16="http://schemas.microsoft.com/office/drawing/2014/main" id="{F147DA65-66ED-459B-4EE2-174B82A20F89}"/>
                    </a:ext>
                  </a:extLst>
                </p:cNvPr>
                <p:cNvGrpSpPr>
                  <a:grpSpLocks/>
                </p:cNvGrpSpPr>
                <p:nvPr/>
              </p:nvGrpSpPr>
              <p:grpSpPr bwMode="auto">
                <a:xfrm>
                  <a:off x="1277" y="2267"/>
                  <a:ext cx="86" cy="85"/>
                  <a:chOff x="1277" y="2267"/>
                  <a:chExt cx="86" cy="85"/>
                </a:xfrm>
              </p:grpSpPr>
              <p:sp>
                <p:nvSpPr>
                  <p:cNvPr id="58" name="Oval 27">
                    <a:extLst>
                      <a:ext uri="{FF2B5EF4-FFF2-40B4-BE49-F238E27FC236}">
                        <a16:creationId xmlns:a16="http://schemas.microsoft.com/office/drawing/2014/main" id="{BE0C4BD1-4BAA-ABCB-3158-B23995147476}"/>
                      </a:ext>
                    </a:extLst>
                  </p:cNvPr>
                  <p:cNvSpPr>
                    <a:spLocks noChangeArrowheads="1"/>
                  </p:cNvSpPr>
                  <p:nvPr/>
                </p:nvSpPr>
                <p:spPr bwMode="auto">
                  <a:xfrm>
                    <a:off x="1277" y="2267"/>
                    <a:ext cx="86" cy="85"/>
                  </a:xfrm>
                  <a:prstGeom prst="ellipse">
                    <a:avLst/>
                  </a:prstGeom>
                  <a:solidFill>
                    <a:srgbClr val="202020"/>
                  </a:solidFill>
                  <a:ln w="3175">
                    <a:solidFill>
                      <a:srgbClr val="000000"/>
                    </a:solidFill>
                    <a:round/>
                    <a:headEnd/>
                    <a:tailEnd/>
                  </a:ln>
                </p:spPr>
                <p:txBody>
                  <a:bodyPr/>
                  <a:lstStyle/>
                  <a:p>
                    <a:endParaRPr lang="en-US"/>
                  </a:p>
                </p:txBody>
              </p:sp>
              <p:sp>
                <p:nvSpPr>
                  <p:cNvPr id="59" name="Oval 28">
                    <a:extLst>
                      <a:ext uri="{FF2B5EF4-FFF2-40B4-BE49-F238E27FC236}">
                        <a16:creationId xmlns:a16="http://schemas.microsoft.com/office/drawing/2014/main" id="{12D5EF24-C7B0-B177-AB44-C53868C57F91}"/>
                      </a:ext>
                    </a:extLst>
                  </p:cNvPr>
                  <p:cNvSpPr>
                    <a:spLocks noChangeArrowheads="1"/>
                  </p:cNvSpPr>
                  <p:nvPr/>
                </p:nvSpPr>
                <p:spPr bwMode="auto">
                  <a:xfrm>
                    <a:off x="1289" y="2279"/>
                    <a:ext cx="60" cy="59"/>
                  </a:xfrm>
                  <a:prstGeom prst="ellipse">
                    <a:avLst/>
                  </a:prstGeom>
                  <a:solidFill>
                    <a:srgbClr val="A0A0A0"/>
                  </a:solidFill>
                  <a:ln w="3175">
                    <a:solidFill>
                      <a:srgbClr val="000000"/>
                    </a:solidFill>
                    <a:round/>
                    <a:headEnd/>
                    <a:tailEnd/>
                  </a:ln>
                </p:spPr>
                <p:txBody>
                  <a:bodyPr/>
                  <a:lstStyle/>
                  <a:p>
                    <a:endParaRPr lang="en-US"/>
                  </a:p>
                </p:txBody>
              </p:sp>
              <p:sp>
                <p:nvSpPr>
                  <p:cNvPr id="60" name="Oval 29">
                    <a:extLst>
                      <a:ext uri="{FF2B5EF4-FFF2-40B4-BE49-F238E27FC236}">
                        <a16:creationId xmlns:a16="http://schemas.microsoft.com/office/drawing/2014/main" id="{D66B3186-66A7-94D9-D2AC-455140B1CA18}"/>
                      </a:ext>
                    </a:extLst>
                  </p:cNvPr>
                  <p:cNvSpPr>
                    <a:spLocks noChangeArrowheads="1"/>
                  </p:cNvSpPr>
                  <p:nvPr/>
                </p:nvSpPr>
                <p:spPr bwMode="auto">
                  <a:xfrm>
                    <a:off x="1305" y="2297"/>
                    <a:ext cx="26" cy="25"/>
                  </a:xfrm>
                  <a:prstGeom prst="ellipse">
                    <a:avLst/>
                  </a:prstGeom>
                  <a:solidFill>
                    <a:srgbClr val="606060"/>
                  </a:solidFill>
                  <a:ln w="3175">
                    <a:solidFill>
                      <a:srgbClr val="000000"/>
                    </a:solidFill>
                    <a:round/>
                    <a:headEnd/>
                    <a:tailEnd/>
                  </a:ln>
                </p:spPr>
                <p:txBody>
                  <a:bodyPr/>
                  <a:lstStyle/>
                  <a:p>
                    <a:endParaRPr lang="en-US"/>
                  </a:p>
                </p:txBody>
              </p:sp>
            </p:grpSp>
            <p:grpSp>
              <p:nvGrpSpPr>
                <p:cNvPr id="54" name="Group 30">
                  <a:extLst>
                    <a:ext uri="{FF2B5EF4-FFF2-40B4-BE49-F238E27FC236}">
                      <a16:creationId xmlns:a16="http://schemas.microsoft.com/office/drawing/2014/main" id="{E7E21E33-C779-54E8-0EFF-19FBC719EE78}"/>
                    </a:ext>
                  </a:extLst>
                </p:cNvPr>
                <p:cNvGrpSpPr>
                  <a:grpSpLocks/>
                </p:cNvGrpSpPr>
                <p:nvPr/>
              </p:nvGrpSpPr>
              <p:grpSpPr bwMode="auto">
                <a:xfrm>
                  <a:off x="1390" y="2267"/>
                  <a:ext cx="86" cy="85"/>
                  <a:chOff x="1390" y="2267"/>
                  <a:chExt cx="86" cy="85"/>
                </a:xfrm>
              </p:grpSpPr>
              <p:sp>
                <p:nvSpPr>
                  <p:cNvPr id="55" name="Oval 31">
                    <a:extLst>
                      <a:ext uri="{FF2B5EF4-FFF2-40B4-BE49-F238E27FC236}">
                        <a16:creationId xmlns:a16="http://schemas.microsoft.com/office/drawing/2014/main" id="{A2D0B819-0290-7A73-5D8D-106727A6BD30}"/>
                      </a:ext>
                    </a:extLst>
                  </p:cNvPr>
                  <p:cNvSpPr>
                    <a:spLocks noChangeArrowheads="1"/>
                  </p:cNvSpPr>
                  <p:nvPr/>
                </p:nvSpPr>
                <p:spPr bwMode="auto">
                  <a:xfrm>
                    <a:off x="1390" y="2267"/>
                    <a:ext cx="86" cy="85"/>
                  </a:xfrm>
                  <a:prstGeom prst="ellipse">
                    <a:avLst/>
                  </a:prstGeom>
                  <a:solidFill>
                    <a:srgbClr val="202020"/>
                  </a:solidFill>
                  <a:ln w="3175">
                    <a:solidFill>
                      <a:srgbClr val="000000"/>
                    </a:solidFill>
                    <a:round/>
                    <a:headEnd/>
                    <a:tailEnd/>
                  </a:ln>
                </p:spPr>
                <p:txBody>
                  <a:bodyPr/>
                  <a:lstStyle/>
                  <a:p>
                    <a:endParaRPr lang="en-US"/>
                  </a:p>
                </p:txBody>
              </p:sp>
              <p:sp>
                <p:nvSpPr>
                  <p:cNvPr id="56" name="Oval 32">
                    <a:extLst>
                      <a:ext uri="{FF2B5EF4-FFF2-40B4-BE49-F238E27FC236}">
                        <a16:creationId xmlns:a16="http://schemas.microsoft.com/office/drawing/2014/main" id="{16D39B49-F43C-CA95-3705-94A4DB54D7E9}"/>
                      </a:ext>
                    </a:extLst>
                  </p:cNvPr>
                  <p:cNvSpPr>
                    <a:spLocks noChangeArrowheads="1"/>
                  </p:cNvSpPr>
                  <p:nvPr/>
                </p:nvSpPr>
                <p:spPr bwMode="auto">
                  <a:xfrm>
                    <a:off x="1404" y="2279"/>
                    <a:ext cx="60" cy="59"/>
                  </a:xfrm>
                  <a:prstGeom prst="ellipse">
                    <a:avLst/>
                  </a:prstGeom>
                  <a:solidFill>
                    <a:srgbClr val="A0A0A0"/>
                  </a:solidFill>
                  <a:ln w="3175">
                    <a:solidFill>
                      <a:srgbClr val="000000"/>
                    </a:solidFill>
                    <a:round/>
                    <a:headEnd/>
                    <a:tailEnd/>
                  </a:ln>
                </p:spPr>
                <p:txBody>
                  <a:bodyPr/>
                  <a:lstStyle/>
                  <a:p>
                    <a:endParaRPr lang="en-US"/>
                  </a:p>
                </p:txBody>
              </p:sp>
              <p:sp>
                <p:nvSpPr>
                  <p:cNvPr id="57" name="Oval 33">
                    <a:extLst>
                      <a:ext uri="{FF2B5EF4-FFF2-40B4-BE49-F238E27FC236}">
                        <a16:creationId xmlns:a16="http://schemas.microsoft.com/office/drawing/2014/main" id="{00B2FE40-682D-0095-388D-C9D8E85A672E}"/>
                      </a:ext>
                    </a:extLst>
                  </p:cNvPr>
                  <p:cNvSpPr>
                    <a:spLocks noChangeArrowheads="1"/>
                  </p:cNvSpPr>
                  <p:nvPr/>
                </p:nvSpPr>
                <p:spPr bwMode="auto">
                  <a:xfrm>
                    <a:off x="1420" y="2297"/>
                    <a:ext cx="26" cy="25"/>
                  </a:xfrm>
                  <a:prstGeom prst="ellipse">
                    <a:avLst/>
                  </a:prstGeom>
                  <a:solidFill>
                    <a:srgbClr val="606060"/>
                  </a:solidFill>
                  <a:ln w="3175">
                    <a:solidFill>
                      <a:srgbClr val="000000"/>
                    </a:solidFill>
                    <a:round/>
                    <a:headEnd/>
                    <a:tailEnd/>
                  </a:ln>
                </p:spPr>
                <p:txBody>
                  <a:bodyPr/>
                  <a:lstStyle/>
                  <a:p>
                    <a:endParaRPr lang="en-US"/>
                  </a:p>
                </p:txBody>
              </p:sp>
            </p:grpSp>
          </p:grpSp>
        </p:grpSp>
        <p:grpSp>
          <p:nvGrpSpPr>
            <p:cNvPr id="2542615" name="Group 4">
              <a:extLst>
                <a:ext uri="{FF2B5EF4-FFF2-40B4-BE49-F238E27FC236}">
                  <a16:creationId xmlns:a16="http://schemas.microsoft.com/office/drawing/2014/main" id="{3D2478FC-43A5-E7A7-47AF-7392F6ACA5F2}"/>
                </a:ext>
              </a:extLst>
            </p:cNvPr>
            <p:cNvGrpSpPr>
              <a:grpSpLocks/>
            </p:cNvGrpSpPr>
            <p:nvPr/>
          </p:nvGrpSpPr>
          <p:grpSpPr bwMode="auto">
            <a:xfrm>
              <a:off x="3872575" y="4240093"/>
              <a:ext cx="448469" cy="205096"/>
              <a:chOff x="2256" y="2352"/>
              <a:chExt cx="933" cy="365"/>
            </a:xfrm>
          </p:grpSpPr>
          <p:grpSp>
            <p:nvGrpSpPr>
              <p:cNvPr id="2542616" name="Group 5">
                <a:extLst>
                  <a:ext uri="{FF2B5EF4-FFF2-40B4-BE49-F238E27FC236}">
                    <a16:creationId xmlns:a16="http://schemas.microsoft.com/office/drawing/2014/main" id="{52013A51-4248-6C8E-A9DD-51577F5B7D91}"/>
                  </a:ext>
                </a:extLst>
              </p:cNvPr>
              <p:cNvGrpSpPr>
                <a:grpSpLocks/>
              </p:cNvGrpSpPr>
              <p:nvPr/>
            </p:nvGrpSpPr>
            <p:grpSpPr bwMode="auto">
              <a:xfrm flipH="1">
                <a:off x="2256" y="2352"/>
                <a:ext cx="933" cy="249"/>
                <a:chOff x="693" y="2029"/>
                <a:chExt cx="836" cy="228"/>
              </a:xfrm>
            </p:grpSpPr>
            <p:sp>
              <p:nvSpPr>
                <p:cNvPr id="2542643" name="Rectangle 6">
                  <a:extLst>
                    <a:ext uri="{FF2B5EF4-FFF2-40B4-BE49-F238E27FC236}">
                      <a16:creationId xmlns:a16="http://schemas.microsoft.com/office/drawing/2014/main" id="{32A4B3A4-EBB9-F1CC-4171-47B103D6FBA3}"/>
                    </a:ext>
                  </a:extLst>
                </p:cNvPr>
                <p:cNvSpPr>
                  <a:spLocks noChangeArrowheads="1"/>
                </p:cNvSpPr>
                <p:nvPr/>
              </p:nvSpPr>
              <p:spPr bwMode="auto">
                <a:xfrm>
                  <a:off x="693" y="2029"/>
                  <a:ext cx="836" cy="228"/>
                </a:xfrm>
                <a:prstGeom prst="rect">
                  <a:avLst/>
                </a:prstGeom>
                <a:gradFill rotWithShape="0">
                  <a:gsLst>
                    <a:gs pos="0">
                      <a:srgbClr val="037C03"/>
                    </a:gs>
                    <a:gs pos="50000">
                      <a:srgbClr val="037C03">
                        <a:gamma/>
                        <a:shade val="6275"/>
                        <a:invGamma/>
                      </a:srgbClr>
                    </a:gs>
                    <a:gs pos="100000">
                      <a:srgbClr val="037C03"/>
                    </a:gs>
                  </a:gsLst>
                  <a:lin ang="5400000" scaled="1"/>
                </a:gradFill>
                <a:ln w="3175">
                  <a:solidFill>
                    <a:srgbClr val="000000"/>
                  </a:solidFill>
                  <a:miter lim="800000"/>
                  <a:headEnd/>
                  <a:tailEnd/>
                </a:ln>
              </p:spPr>
              <p:txBody>
                <a:bodyPr/>
                <a:lstStyle/>
                <a:p>
                  <a:endParaRPr lang="en-US"/>
                </a:p>
              </p:txBody>
            </p:sp>
            <p:sp>
              <p:nvSpPr>
                <p:cNvPr id="2542644" name="Rectangle 7">
                  <a:extLst>
                    <a:ext uri="{FF2B5EF4-FFF2-40B4-BE49-F238E27FC236}">
                      <a16:creationId xmlns:a16="http://schemas.microsoft.com/office/drawing/2014/main" id="{9309CA00-0CE0-2B0F-E8BA-A12BD59FC948}"/>
                    </a:ext>
                  </a:extLst>
                </p:cNvPr>
                <p:cNvSpPr>
                  <a:spLocks noChangeArrowheads="1"/>
                </p:cNvSpPr>
                <p:nvPr/>
              </p:nvSpPr>
              <p:spPr bwMode="auto">
                <a:xfrm>
                  <a:off x="693" y="2037"/>
                  <a:ext cx="836" cy="213"/>
                </a:xfrm>
                <a:prstGeom prst="rect">
                  <a:avLst/>
                </a:prstGeom>
                <a:solidFill>
                  <a:srgbClr val="C5D3ED"/>
                </a:solidFill>
                <a:ln w="3175">
                  <a:solidFill>
                    <a:srgbClr val="000000"/>
                  </a:solidFill>
                  <a:miter lim="800000"/>
                  <a:headEnd/>
                  <a:tailEnd/>
                </a:ln>
              </p:spPr>
              <p:txBody>
                <a:bodyPr/>
                <a:lstStyle/>
                <a:p>
                  <a:endParaRPr lang="en-US" dirty="0"/>
                </a:p>
              </p:txBody>
            </p:sp>
          </p:grpSp>
          <p:grpSp>
            <p:nvGrpSpPr>
              <p:cNvPr id="2542617" name="Group 8">
                <a:extLst>
                  <a:ext uri="{FF2B5EF4-FFF2-40B4-BE49-F238E27FC236}">
                    <a16:creationId xmlns:a16="http://schemas.microsoft.com/office/drawing/2014/main" id="{AF589225-9D32-EA77-A8EF-DE3CEFCD9123}"/>
                  </a:ext>
                </a:extLst>
              </p:cNvPr>
              <p:cNvGrpSpPr>
                <a:grpSpLocks/>
              </p:cNvGrpSpPr>
              <p:nvPr/>
            </p:nvGrpSpPr>
            <p:grpSpPr bwMode="auto">
              <a:xfrm flipH="1">
                <a:off x="2413" y="2614"/>
                <a:ext cx="624" cy="103"/>
                <a:chOff x="926" y="2258"/>
                <a:chExt cx="559" cy="94"/>
              </a:xfrm>
            </p:grpSpPr>
            <p:grpSp>
              <p:nvGrpSpPr>
                <p:cNvPr id="2542618" name="Group 9">
                  <a:extLst>
                    <a:ext uri="{FF2B5EF4-FFF2-40B4-BE49-F238E27FC236}">
                      <a16:creationId xmlns:a16="http://schemas.microsoft.com/office/drawing/2014/main" id="{93D9E586-D8D4-29E8-E4DD-E90A1B08C977}"/>
                    </a:ext>
                  </a:extLst>
                </p:cNvPr>
                <p:cNvGrpSpPr>
                  <a:grpSpLocks/>
                </p:cNvGrpSpPr>
                <p:nvPr/>
              </p:nvGrpSpPr>
              <p:grpSpPr bwMode="auto">
                <a:xfrm>
                  <a:off x="926" y="2258"/>
                  <a:ext cx="559" cy="81"/>
                  <a:chOff x="926" y="2258"/>
                  <a:chExt cx="559" cy="81"/>
                </a:xfrm>
              </p:grpSpPr>
              <p:grpSp>
                <p:nvGrpSpPr>
                  <p:cNvPr id="2542627" name="Group 10">
                    <a:extLst>
                      <a:ext uri="{FF2B5EF4-FFF2-40B4-BE49-F238E27FC236}">
                        <a16:creationId xmlns:a16="http://schemas.microsoft.com/office/drawing/2014/main" id="{1F93BDEE-4174-398F-8257-2C00BD87D729}"/>
                      </a:ext>
                    </a:extLst>
                  </p:cNvPr>
                  <p:cNvGrpSpPr>
                    <a:grpSpLocks/>
                  </p:cNvGrpSpPr>
                  <p:nvPr/>
                </p:nvGrpSpPr>
                <p:grpSpPr bwMode="auto">
                  <a:xfrm>
                    <a:off x="926" y="2258"/>
                    <a:ext cx="67" cy="62"/>
                    <a:chOff x="926" y="2258"/>
                    <a:chExt cx="67" cy="62"/>
                  </a:xfrm>
                </p:grpSpPr>
                <p:sp>
                  <p:nvSpPr>
                    <p:cNvPr id="2542640" name="Freeform 11">
                      <a:extLst>
                        <a:ext uri="{FF2B5EF4-FFF2-40B4-BE49-F238E27FC236}">
                          <a16:creationId xmlns:a16="http://schemas.microsoft.com/office/drawing/2014/main" id="{52BCC441-86BA-8636-21D3-DE6005D4C9B2}"/>
                        </a:ext>
                      </a:extLst>
                    </p:cNvPr>
                    <p:cNvSpPr>
                      <a:spLocks/>
                    </p:cNvSpPr>
                    <p:nvPr/>
                  </p:nvSpPr>
                  <p:spPr bwMode="auto">
                    <a:xfrm>
                      <a:off x="926" y="2258"/>
                      <a:ext cx="67" cy="10"/>
                    </a:xfrm>
                    <a:custGeom>
                      <a:avLst/>
                      <a:gdLst>
                        <a:gd name="T0" fmla="*/ 0 w 67"/>
                        <a:gd name="T1" fmla="*/ 0 h 10"/>
                        <a:gd name="T2" fmla="*/ 67 w 67"/>
                        <a:gd name="T3" fmla="*/ 0 h 10"/>
                        <a:gd name="T4" fmla="*/ 59 w 67"/>
                        <a:gd name="T5" fmla="*/ 10 h 10"/>
                        <a:gd name="T6" fmla="*/ 7 w 67"/>
                        <a:gd name="T7" fmla="*/ 10 h 10"/>
                        <a:gd name="T8" fmla="*/ 0 w 67"/>
                        <a:gd name="T9" fmla="*/ 0 h 10"/>
                      </a:gdLst>
                      <a:ahLst/>
                      <a:cxnLst>
                        <a:cxn ang="0">
                          <a:pos x="T0" y="T1"/>
                        </a:cxn>
                        <a:cxn ang="0">
                          <a:pos x="T2" y="T3"/>
                        </a:cxn>
                        <a:cxn ang="0">
                          <a:pos x="T4" y="T5"/>
                        </a:cxn>
                        <a:cxn ang="0">
                          <a:pos x="T6" y="T7"/>
                        </a:cxn>
                        <a:cxn ang="0">
                          <a:pos x="T8" y="T9"/>
                        </a:cxn>
                      </a:cxnLst>
                      <a:rect l="0" t="0" r="r" b="b"/>
                      <a:pathLst>
                        <a:path w="67" h="10">
                          <a:moveTo>
                            <a:pt x="0" y="0"/>
                          </a:moveTo>
                          <a:lnTo>
                            <a:pt x="67" y="0"/>
                          </a:lnTo>
                          <a:lnTo>
                            <a:pt x="59" y="10"/>
                          </a:lnTo>
                          <a:lnTo>
                            <a:pt x="7" y="10"/>
                          </a:lnTo>
                          <a:lnTo>
                            <a:pt x="0" y="0"/>
                          </a:lnTo>
                          <a:close/>
                        </a:path>
                      </a:pathLst>
                    </a:custGeom>
                    <a:solidFill>
                      <a:srgbClr val="606060"/>
                    </a:solidFill>
                    <a:ln w="3175">
                      <a:solidFill>
                        <a:srgbClr val="404040"/>
                      </a:solidFill>
                      <a:prstDash val="solid"/>
                      <a:round/>
                      <a:headEnd/>
                      <a:tailEnd/>
                    </a:ln>
                  </p:spPr>
                  <p:txBody>
                    <a:bodyPr/>
                    <a:lstStyle/>
                    <a:p>
                      <a:endParaRPr lang="en-US"/>
                    </a:p>
                  </p:txBody>
                </p:sp>
                <p:sp>
                  <p:nvSpPr>
                    <p:cNvPr id="2542641" name="Freeform 12">
                      <a:extLst>
                        <a:ext uri="{FF2B5EF4-FFF2-40B4-BE49-F238E27FC236}">
                          <a16:creationId xmlns:a16="http://schemas.microsoft.com/office/drawing/2014/main" id="{D70409E4-EE9B-792B-E11C-90F3DAA3584D}"/>
                        </a:ext>
                      </a:extLst>
                    </p:cNvPr>
                    <p:cNvSpPr>
                      <a:spLocks/>
                    </p:cNvSpPr>
                    <p:nvPr/>
                  </p:nvSpPr>
                  <p:spPr bwMode="auto">
                    <a:xfrm>
                      <a:off x="941" y="2268"/>
                      <a:ext cx="34" cy="4"/>
                    </a:xfrm>
                    <a:custGeom>
                      <a:avLst/>
                      <a:gdLst>
                        <a:gd name="T0" fmla="*/ 0 w 34"/>
                        <a:gd name="T1" fmla="*/ 0 h 4"/>
                        <a:gd name="T2" fmla="*/ 34 w 34"/>
                        <a:gd name="T3" fmla="*/ 0 h 4"/>
                        <a:gd name="T4" fmla="*/ 30 w 34"/>
                        <a:gd name="T5" fmla="*/ 4 h 4"/>
                        <a:gd name="T6" fmla="*/ 4 w 34"/>
                        <a:gd name="T7" fmla="*/ 4 h 4"/>
                        <a:gd name="T8" fmla="*/ 0 w 34"/>
                        <a:gd name="T9" fmla="*/ 0 h 4"/>
                      </a:gdLst>
                      <a:ahLst/>
                      <a:cxnLst>
                        <a:cxn ang="0">
                          <a:pos x="T0" y="T1"/>
                        </a:cxn>
                        <a:cxn ang="0">
                          <a:pos x="T2" y="T3"/>
                        </a:cxn>
                        <a:cxn ang="0">
                          <a:pos x="T4" y="T5"/>
                        </a:cxn>
                        <a:cxn ang="0">
                          <a:pos x="T6" y="T7"/>
                        </a:cxn>
                        <a:cxn ang="0">
                          <a:pos x="T8" y="T9"/>
                        </a:cxn>
                      </a:cxnLst>
                      <a:rect l="0" t="0" r="r" b="b"/>
                      <a:pathLst>
                        <a:path w="34" h="4">
                          <a:moveTo>
                            <a:pt x="0" y="0"/>
                          </a:moveTo>
                          <a:lnTo>
                            <a:pt x="34" y="0"/>
                          </a:lnTo>
                          <a:lnTo>
                            <a:pt x="30" y="4"/>
                          </a:lnTo>
                          <a:lnTo>
                            <a:pt x="4" y="4"/>
                          </a:lnTo>
                          <a:lnTo>
                            <a:pt x="0" y="0"/>
                          </a:lnTo>
                          <a:close/>
                        </a:path>
                      </a:pathLst>
                    </a:custGeom>
                    <a:solidFill>
                      <a:srgbClr val="606060"/>
                    </a:solidFill>
                    <a:ln w="3175">
                      <a:solidFill>
                        <a:srgbClr val="404040"/>
                      </a:solidFill>
                      <a:prstDash val="solid"/>
                      <a:round/>
                      <a:headEnd/>
                      <a:tailEnd/>
                    </a:ln>
                  </p:spPr>
                  <p:txBody>
                    <a:bodyPr/>
                    <a:lstStyle/>
                    <a:p>
                      <a:endParaRPr lang="en-US"/>
                    </a:p>
                  </p:txBody>
                </p:sp>
                <p:sp>
                  <p:nvSpPr>
                    <p:cNvPr id="2542642" name="Rectangle 13">
                      <a:extLst>
                        <a:ext uri="{FF2B5EF4-FFF2-40B4-BE49-F238E27FC236}">
                          <a16:creationId xmlns:a16="http://schemas.microsoft.com/office/drawing/2014/main" id="{E2BF3BD5-1CF8-A25F-82E6-6A2CD9618B12}"/>
                        </a:ext>
                      </a:extLst>
                    </p:cNvPr>
                    <p:cNvSpPr>
                      <a:spLocks noChangeArrowheads="1"/>
                    </p:cNvSpPr>
                    <p:nvPr/>
                  </p:nvSpPr>
                  <p:spPr bwMode="auto">
                    <a:xfrm>
                      <a:off x="956" y="2273"/>
                      <a:ext cx="6" cy="47"/>
                    </a:xfrm>
                    <a:prstGeom prst="rect">
                      <a:avLst/>
                    </a:prstGeom>
                    <a:solidFill>
                      <a:srgbClr val="606060"/>
                    </a:solidFill>
                    <a:ln w="3175">
                      <a:solidFill>
                        <a:srgbClr val="404040"/>
                      </a:solidFill>
                      <a:miter lim="800000"/>
                      <a:headEnd/>
                      <a:tailEnd/>
                    </a:ln>
                  </p:spPr>
                  <p:txBody>
                    <a:bodyPr/>
                    <a:lstStyle/>
                    <a:p>
                      <a:endParaRPr lang="en-US"/>
                    </a:p>
                  </p:txBody>
                </p:sp>
              </p:grpSp>
              <p:grpSp>
                <p:nvGrpSpPr>
                  <p:cNvPr id="2542628" name="Group 14">
                    <a:extLst>
                      <a:ext uri="{FF2B5EF4-FFF2-40B4-BE49-F238E27FC236}">
                        <a16:creationId xmlns:a16="http://schemas.microsoft.com/office/drawing/2014/main" id="{BE619760-5577-00C6-F299-8ACE6EF000FF}"/>
                      </a:ext>
                    </a:extLst>
                  </p:cNvPr>
                  <p:cNvGrpSpPr>
                    <a:grpSpLocks/>
                  </p:cNvGrpSpPr>
                  <p:nvPr/>
                </p:nvGrpSpPr>
                <p:grpSpPr bwMode="auto">
                  <a:xfrm>
                    <a:off x="1264" y="2258"/>
                    <a:ext cx="107" cy="81"/>
                    <a:chOff x="1264" y="2258"/>
                    <a:chExt cx="107" cy="81"/>
                  </a:xfrm>
                </p:grpSpPr>
                <p:sp>
                  <p:nvSpPr>
                    <p:cNvPr id="2542635" name="Freeform 15">
                      <a:extLst>
                        <a:ext uri="{FF2B5EF4-FFF2-40B4-BE49-F238E27FC236}">
                          <a16:creationId xmlns:a16="http://schemas.microsoft.com/office/drawing/2014/main" id="{71B8DCA8-790E-9E44-66BA-425A848E11EC}"/>
                        </a:ext>
                      </a:extLst>
                    </p:cNvPr>
                    <p:cNvSpPr>
                      <a:spLocks/>
                    </p:cNvSpPr>
                    <p:nvPr/>
                  </p:nvSpPr>
                  <p:spPr bwMode="auto">
                    <a:xfrm>
                      <a:off x="1264" y="2260"/>
                      <a:ext cx="106" cy="16"/>
                    </a:xfrm>
                    <a:custGeom>
                      <a:avLst/>
                      <a:gdLst>
                        <a:gd name="T0" fmla="*/ 0 w 106"/>
                        <a:gd name="T1" fmla="*/ 0 h 16"/>
                        <a:gd name="T2" fmla="*/ 106 w 106"/>
                        <a:gd name="T3" fmla="*/ 0 h 16"/>
                        <a:gd name="T4" fmla="*/ 106 w 106"/>
                        <a:gd name="T5" fmla="*/ 16 h 16"/>
                        <a:gd name="T6" fmla="*/ 8 w 106"/>
                        <a:gd name="T7" fmla="*/ 16 h 16"/>
                        <a:gd name="T8" fmla="*/ 0 w 106"/>
                        <a:gd name="T9" fmla="*/ 0 h 16"/>
                      </a:gdLst>
                      <a:ahLst/>
                      <a:cxnLst>
                        <a:cxn ang="0">
                          <a:pos x="T0" y="T1"/>
                        </a:cxn>
                        <a:cxn ang="0">
                          <a:pos x="T2" y="T3"/>
                        </a:cxn>
                        <a:cxn ang="0">
                          <a:pos x="T4" y="T5"/>
                        </a:cxn>
                        <a:cxn ang="0">
                          <a:pos x="T6" y="T7"/>
                        </a:cxn>
                        <a:cxn ang="0">
                          <a:pos x="T8" y="T9"/>
                        </a:cxn>
                      </a:cxnLst>
                      <a:rect l="0" t="0" r="r" b="b"/>
                      <a:pathLst>
                        <a:path w="106" h="16">
                          <a:moveTo>
                            <a:pt x="0" y="0"/>
                          </a:moveTo>
                          <a:lnTo>
                            <a:pt x="106" y="0"/>
                          </a:lnTo>
                          <a:lnTo>
                            <a:pt x="106" y="16"/>
                          </a:lnTo>
                          <a:lnTo>
                            <a:pt x="8" y="16"/>
                          </a:lnTo>
                          <a:lnTo>
                            <a:pt x="0" y="0"/>
                          </a:lnTo>
                          <a:close/>
                        </a:path>
                      </a:pathLst>
                    </a:custGeom>
                    <a:solidFill>
                      <a:srgbClr val="606060"/>
                    </a:solidFill>
                    <a:ln w="3175">
                      <a:solidFill>
                        <a:srgbClr val="404040"/>
                      </a:solidFill>
                      <a:prstDash val="solid"/>
                      <a:round/>
                      <a:headEnd/>
                      <a:tailEnd/>
                    </a:ln>
                  </p:spPr>
                  <p:txBody>
                    <a:bodyPr/>
                    <a:lstStyle/>
                    <a:p>
                      <a:endParaRPr lang="en-US"/>
                    </a:p>
                  </p:txBody>
                </p:sp>
                <p:grpSp>
                  <p:nvGrpSpPr>
                    <p:cNvPr id="2542636" name="Group 16">
                      <a:extLst>
                        <a:ext uri="{FF2B5EF4-FFF2-40B4-BE49-F238E27FC236}">
                          <a16:creationId xmlns:a16="http://schemas.microsoft.com/office/drawing/2014/main" id="{81A12F62-109B-4D16-428A-E4BF88951320}"/>
                        </a:ext>
                      </a:extLst>
                    </p:cNvPr>
                    <p:cNvGrpSpPr>
                      <a:grpSpLocks/>
                    </p:cNvGrpSpPr>
                    <p:nvPr/>
                  </p:nvGrpSpPr>
                  <p:grpSpPr bwMode="auto">
                    <a:xfrm>
                      <a:off x="1272" y="2258"/>
                      <a:ext cx="91" cy="18"/>
                      <a:chOff x="1272" y="2258"/>
                      <a:chExt cx="91" cy="18"/>
                    </a:xfrm>
                  </p:grpSpPr>
                  <p:sp>
                    <p:nvSpPr>
                      <p:cNvPr id="2542638" name="Freeform 17">
                        <a:extLst>
                          <a:ext uri="{FF2B5EF4-FFF2-40B4-BE49-F238E27FC236}">
                            <a16:creationId xmlns:a16="http://schemas.microsoft.com/office/drawing/2014/main" id="{A02BC97B-5BD7-2799-D74F-539EEDAC0E05}"/>
                          </a:ext>
                        </a:extLst>
                      </p:cNvPr>
                      <p:cNvSpPr>
                        <a:spLocks/>
                      </p:cNvSpPr>
                      <p:nvPr/>
                    </p:nvSpPr>
                    <p:spPr bwMode="auto">
                      <a:xfrm>
                        <a:off x="1272" y="2262"/>
                        <a:ext cx="80" cy="14"/>
                      </a:xfrm>
                      <a:custGeom>
                        <a:avLst/>
                        <a:gdLst>
                          <a:gd name="T0" fmla="*/ 0 w 80"/>
                          <a:gd name="T1" fmla="*/ 14 h 14"/>
                          <a:gd name="T2" fmla="*/ 12 w 80"/>
                          <a:gd name="T3" fmla="*/ 0 h 14"/>
                          <a:gd name="T4" fmla="*/ 80 w 80"/>
                          <a:gd name="T5" fmla="*/ 0 h 14"/>
                          <a:gd name="T6" fmla="*/ 80 w 80"/>
                          <a:gd name="T7" fmla="*/ 14 h 14"/>
                        </a:gdLst>
                        <a:ahLst/>
                        <a:cxnLst>
                          <a:cxn ang="0">
                            <a:pos x="T0" y="T1"/>
                          </a:cxn>
                          <a:cxn ang="0">
                            <a:pos x="T2" y="T3"/>
                          </a:cxn>
                          <a:cxn ang="0">
                            <a:pos x="T4" y="T5"/>
                          </a:cxn>
                          <a:cxn ang="0">
                            <a:pos x="T6" y="T7"/>
                          </a:cxn>
                        </a:cxnLst>
                        <a:rect l="0" t="0" r="r" b="b"/>
                        <a:pathLst>
                          <a:path w="80" h="14">
                            <a:moveTo>
                              <a:pt x="0" y="14"/>
                            </a:moveTo>
                            <a:lnTo>
                              <a:pt x="12" y="0"/>
                            </a:lnTo>
                            <a:lnTo>
                              <a:pt x="80" y="0"/>
                            </a:lnTo>
                            <a:lnTo>
                              <a:pt x="80" y="14"/>
                            </a:lnTo>
                          </a:path>
                        </a:pathLst>
                      </a:custGeom>
                      <a:noFill/>
                      <a:ln w="3175">
                        <a:solidFill>
                          <a:srgbClr val="40404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42639" name="Line 18">
                        <a:extLst>
                          <a:ext uri="{FF2B5EF4-FFF2-40B4-BE49-F238E27FC236}">
                            <a16:creationId xmlns:a16="http://schemas.microsoft.com/office/drawing/2014/main" id="{5974C13C-9B9E-F8D4-7B73-21D19A180512}"/>
                          </a:ext>
                        </a:extLst>
                      </p:cNvPr>
                      <p:cNvSpPr>
                        <a:spLocks noChangeShapeType="1"/>
                      </p:cNvSpPr>
                      <p:nvPr/>
                    </p:nvSpPr>
                    <p:spPr bwMode="auto">
                      <a:xfrm>
                        <a:off x="1362" y="2258"/>
                        <a:ext cx="1" cy="18"/>
                      </a:xfrm>
                      <a:prstGeom prst="line">
                        <a:avLst/>
                      </a:prstGeom>
                      <a:noFill/>
                      <a:ln w="3175">
                        <a:solidFill>
                          <a:srgbClr val="40404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2542637" name="Line 19">
                      <a:extLst>
                        <a:ext uri="{FF2B5EF4-FFF2-40B4-BE49-F238E27FC236}">
                          <a16:creationId xmlns:a16="http://schemas.microsoft.com/office/drawing/2014/main" id="{555D30EC-4042-DB10-2A16-AC799850DDCE}"/>
                        </a:ext>
                      </a:extLst>
                    </p:cNvPr>
                    <p:cNvSpPr>
                      <a:spLocks noChangeShapeType="1"/>
                    </p:cNvSpPr>
                    <p:nvPr/>
                  </p:nvSpPr>
                  <p:spPr bwMode="auto">
                    <a:xfrm>
                      <a:off x="1370" y="2276"/>
                      <a:ext cx="1" cy="63"/>
                    </a:xfrm>
                    <a:prstGeom prst="line">
                      <a:avLst/>
                    </a:prstGeom>
                    <a:noFill/>
                    <a:ln w="3175">
                      <a:solidFill>
                        <a:srgbClr val="20202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2542629" name="Group 20">
                    <a:extLst>
                      <a:ext uri="{FF2B5EF4-FFF2-40B4-BE49-F238E27FC236}">
                        <a16:creationId xmlns:a16="http://schemas.microsoft.com/office/drawing/2014/main" id="{4C3809D6-BA11-D1F8-24E3-2CD9EA183EFC}"/>
                      </a:ext>
                    </a:extLst>
                  </p:cNvPr>
                  <p:cNvGrpSpPr>
                    <a:grpSpLocks/>
                  </p:cNvGrpSpPr>
                  <p:nvPr/>
                </p:nvGrpSpPr>
                <p:grpSpPr bwMode="auto">
                  <a:xfrm>
                    <a:off x="1377" y="2258"/>
                    <a:ext cx="108" cy="81"/>
                    <a:chOff x="1377" y="2258"/>
                    <a:chExt cx="108" cy="81"/>
                  </a:xfrm>
                </p:grpSpPr>
                <p:sp>
                  <p:nvSpPr>
                    <p:cNvPr id="2542630" name="Freeform 21">
                      <a:extLst>
                        <a:ext uri="{FF2B5EF4-FFF2-40B4-BE49-F238E27FC236}">
                          <a16:creationId xmlns:a16="http://schemas.microsoft.com/office/drawing/2014/main" id="{169F0DCD-9257-A777-D79B-7F6B5772E010}"/>
                        </a:ext>
                      </a:extLst>
                    </p:cNvPr>
                    <p:cNvSpPr>
                      <a:spLocks/>
                    </p:cNvSpPr>
                    <p:nvPr/>
                  </p:nvSpPr>
                  <p:spPr bwMode="auto">
                    <a:xfrm>
                      <a:off x="1377" y="2260"/>
                      <a:ext cx="107" cy="16"/>
                    </a:xfrm>
                    <a:custGeom>
                      <a:avLst/>
                      <a:gdLst>
                        <a:gd name="T0" fmla="*/ 0 w 107"/>
                        <a:gd name="T1" fmla="*/ 0 h 16"/>
                        <a:gd name="T2" fmla="*/ 107 w 107"/>
                        <a:gd name="T3" fmla="*/ 0 h 16"/>
                        <a:gd name="T4" fmla="*/ 107 w 107"/>
                        <a:gd name="T5" fmla="*/ 16 h 16"/>
                        <a:gd name="T6" fmla="*/ 10 w 107"/>
                        <a:gd name="T7" fmla="*/ 16 h 16"/>
                        <a:gd name="T8" fmla="*/ 0 w 107"/>
                        <a:gd name="T9" fmla="*/ 0 h 16"/>
                      </a:gdLst>
                      <a:ahLst/>
                      <a:cxnLst>
                        <a:cxn ang="0">
                          <a:pos x="T0" y="T1"/>
                        </a:cxn>
                        <a:cxn ang="0">
                          <a:pos x="T2" y="T3"/>
                        </a:cxn>
                        <a:cxn ang="0">
                          <a:pos x="T4" y="T5"/>
                        </a:cxn>
                        <a:cxn ang="0">
                          <a:pos x="T6" y="T7"/>
                        </a:cxn>
                        <a:cxn ang="0">
                          <a:pos x="T8" y="T9"/>
                        </a:cxn>
                      </a:cxnLst>
                      <a:rect l="0" t="0" r="r" b="b"/>
                      <a:pathLst>
                        <a:path w="107" h="16">
                          <a:moveTo>
                            <a:pt x="0" y="0"/>
                          </a:moveTo>
                          <a:lnTo>
                            <a:pt x="107" y="0"/>
                          </a:lnTo>
                          <a:lnTo>
                            <a:pt x="107" y="16"/>
                          </a:lnTo>
                          <a:lnTo>
                            <a:pt x="10" y="16"/>
                          </a:lnTo>
                          <a:lnTo>
                            <a:pt x="0" y="0"/>
                          </a:lnTo>
                          <a:close/>
                        </a:path>
                      </a:pathLst>
                    </a:custGeom>
                    <a:solidFill>
                      <a:srgbClr val="606060"/>
                    </a:solidFill>
                    <a:ln w="3175">
                      <a:solidFill>
                        <a:srgbClr val="404040"/>
                      </a:solidFill>
                      <a:prstDash val="solid"/>
                      <a:round/>
                      <a:headEnd/>
                      <a:tailEnd/>
                    </a:ln>
                  </p:spPr>
                  <p:txBody>
                    <a:bodyPr/>
                    <a:lstStyle/>
                    <a:p>
                      <a:endParaRPr lang="en-US"/>
                    </a:p>
                  </p:txBody>
                </p:sp>
                <p:grpSp>
                  <p:nvGrpSpPr>
                    <p:cNvPr id="2542631" name="Group 22">
                      <a:extLst>
                        <a:ext uri="{FF2B5EF4-FFF2-40B4-BE49-F238E27FC236}">
                          <a16:creationId xmlns:a16="http://schemas.microsoft.com/office/drawing/2014/main" id="{F8A2751A-7031-FB91-9225-FF685D23D6E8}"/>
                        </a:ext>
                      </a:extLst>
                    </p:cNvPr>
                    <p:cNvGrpSpPr>
                      <a:grpSpLocks/>
                    </p:cNvGrpSpPr>
                    <p:nvPr/>
                  </p:nvGrpSpPr>
                  <p:grpSpPr bwMode="auto">
                    <a:xfrm>
                      <a:off x="1387" y="2258"/>
                      <a:ext cx="89" cy="18"/>
                      <a:chOff x="1387" y="2258"/>
                      <a:chExt cx="89" cy="18"/>
                    </a:xfrm>
                  </p:grpSpPr>
                  <p:sp>
                    <p:nvSpPr>
                      <p:cNvPr id="2542633" name="Freeform 23">
                        <a:extLst>
                          <a:ext uri="{FF2B5EF4-FFF2-40B4-BE49-F238E27FC236}">
                            <a16:creationId xmlns:a16="http://schemas.microsoft.com/office/drawing/2014/main" id="{18D047A6-AC7C-BC8F-32C9-ACC764042247}"/>
                          </a:ext>
                        </a:extLst>
                      </p:cNvPr>
                      <p:cNvSpPr>
                        <a:spLocks/>
                      </p:cNvSpPr>
                      <p:nvPr/>
                    </p:nvSpPr>
                    <p:spPr bwMode="auto">
                      <a:xfrm>
                        <a:off x="1387" y="2262"/>
                        <a:ext cx="80" cy="14"/>
                      </a:xfrm>
                      <a:custGeom>
                        <a:avLst/>
                        <a:gdLst>
                          <a:gd name="T0" fmla="*/ 0 w 80"/>
                          <a:gd name="T1" fmla="*/ 14 h 14"/>
                          <a:gd name="T2" fmla="*/ 12 w 80"/>
                          <a:gd name="T3" fmla="*/ 0 h 14"/>
                          <a:gd name="T4" fmla="*/ 80 w 80"/>
                          <a:gd name="T5" fmla="*/ 0 h 14"/>
                          <a:gd name="T6" fmla="*/ 80 w 80"/>
                          <a:gd name="T7" fmla="*/ 14 h 14"/>
                        </a:gdLst>
                        <a:ahLst/>
                        <a:cxnLst>
                          <a:cxn ang="0">
                            <a:pos x="T0" y="T1"/>
                          </a:cxn>
                          <a:cxn ang="0">
                            <a:pos x="T2" y="T3"/>
                          </a:cxn>
                          <a:cxn ang="0">
                            <a:pos x="T4" y="T5"/>
                          </a:cxn>
                          <a:cxn ang="0">
                            <a:pos x="T6" y="T7"/>
                          </a:cxn>
                        </a:cxnLst>
                        <a:rect l="0" t="0" r="r" b="b"/>
                        <a:pathLst>
                          <a:path w="80" h="14">
                            <a:moveTo>
                              <a:pt x="0" y="14"/>
                            </a:moveTo>
                            <a:lnTo>
                              <a:pt x="12" y="0"/>
                            </a:lnTo>
                            <a:lnTo>
                              <a:pt x="80" y="0"/>
                            </a:lnTo>
                            <a:lnTo>
                              <a:pt x="80" y="14"/>
                            </a:lnTo>
                          </a:path>
                        </a:pathLst>
                      </a:custGeom>
                      <a:noFill/>
                      <a:ln w="3175">
                        <a:solidFill>
                          <a:srgbClr val="40404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42634" name="Line 24">
                        <a:extLst>
                          <a:ext uri="{FF2B5EF4-FFF2-40B4-BE49-F238E27FC236}">
                            <a16:creationId xmlns:a16="http://schemas.microsoft.com/office/drawing/2014/main" id="{9BEDACC3-18AF-7DFB-63EF-C6947C13FED4}"/>
                          </a:ext>
                        </a:extLst>
                      </p:cNvPr>
                      <p:cNvSpPr>
                        <a:spLocks noChangeShapeType="1"/>
                      </p:cNvSpPr>
                      <p:nvPr/>
                    </p:nvSpPr>
                    <p:spPr bwMode="auto">
                      <a:xfrm>
                        <a:off x="1475" y="2258"/>
                        <a:ext cx="1" cy="18"/>
                      </a:xfrm>
                      <a:prstGeom prst="line">
                        <a:avLst/>
                      </a:prstGeom>
                      <a:noFill/>
                      <a:ln w="3175">
                        <a:solidFill>
                          <a:srgbClr val="40404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2542632" name="Line 25">
                      <a:extLst>
                        <a:ext uri="{FF2B5EF4-FFF2-40B4-BE49-F238E27FC236}">
                          <a16:creationId xmlns:a16="http://schemas.microsoft.com/office/drawing/2014/main" id="{B48643F2-9306-311C-B9B6-FDB7828D038C}"/>
                        </a:ext>
                      </a:extLst>
                    </p:cNvPr>
                    <p:cNvSpPr>
                      <a:spLocks noChangeShapeType="1"/>
                    </p:cNvSpPr>
                    <p:nvPr/>
                  </p:nvSpPr>
                  <p:spPr bwMode="auto">
                    <a:xfrm>
                      <a:off x="1484" y="2276"/>
                      <a:ext cx="1" cy="63"/>
                    </a:xfrm>
                    <a:prstGeom prst="line">
                      <a:avLst/>
                    </a:prstGeom>
                    <a:noFill/>
                    <a:ln w="3175">
                      <a:solidFill>
                        <a:srgbClr val="20202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2542619" name="Group 26">
                  <a:extLst>
                    <a:ext uri="{FF2B5EF4-FFF2-40B4-BE49-F238E27FC236}">
                      <a16:creationId xmlns:a16="http://schemas.microsoft.com/office/drawing/2014/main" id="{3A171E1D-5544-C625-591C-4E6B7F48B507}"/>
                    </a:ext>
                  </a:extLst>
                </p:cNvPr>
                <p:cNvGrpSpPr>
                  <a:grpSpLocks/>
                </p:cNvGrpSpPr>
                <p:nvPr/>
              </p:nvGrpSpPr>
              <p:grpSpPr bwMode="auto">
                <a:xfrm>
                  <a:off x="1277" y="2267"/>
                  <a:ext cx="86" cy="85"/>
                  <a:chOff x="1277" y="2267"/>
                  <a:chExt cx="86" cy="85"/>
                </a:xfrm>
              </p:grpSpPr>
              <p:sp>
                <p:nvSpPr>
                  <p:cNvPr id="2542624" name="Oval 27">
                    <a:extLst>
                      <a:ext uri="{FF2B5EF4-FFF2-40B4-BE49-F238E27FC236}">
                        <a16:creationId xmlns:a16="http://schemas.microsoft.com/office/drawing/2014/main" id="{146190B6-EEF0-C3FA-F164-AD043F27E63E}"/>
                      </a:ext>
                    </a:extLst>
                  </p:cNvPr>
                  <p:cNvSpPr>
                    <a:spLocks noChangeArrowheads="1"/>
                  </p:cNvSpPr>
                  <p:nvPr/>
                </p:nvSpPr>
                <p:spPr bwMode="auto">
                  <a:xfrm>
                    <a:off x="1277" y="2267"/>
                    <a:ext cx="86" cy="85"/>
                  </a:xfrm>
                  <a:prstGeom prst="ellipse">
                    <a:avLst/>
                  </a:prstGeom>
                  <a:solidFill>
                    <a:srgbClr val="202020"/>
                  </a:solidFill>
                  <a:ln w="3175">
                    <a:solidFill>
                      <a:srgbClr val="000000"/>
                    </a:solidFill>
                    <a:round/>
                    <a:headEnd/>
                    <a:tailEnd/>
                  </a:ln>
                </p:spPr>
                <p:txBody>
                  <a:bodyPr/>
                  <a:lstStyle/>
                  <a:p>
                    <a:endParaRPr lang="en-US"/>
                  </a:p>
                </p:txBody>
              </p:sp>
              <p:sp>
                <p:nvSpPr>
                  <p:cNvPr id="2542625" name="Oval 28">
                    <a:extLst>
                      <a:ext uri="{FF2B5EF4-FFF2-40B4-BE49-F238E27FC236}">
                        <a16:creationId xmlns:a16="http://schemas.microsoft.com/office/drawing/2014/main" id="{4A669E5A-11C9-61EB-B22E-23AE2BC0F21C}"/>
                      </a:ext>
                    </a:extLst>
                  </p:cNvPr>
                  <p:cNvSpPr>
                    <a:spLocks noChangeArrowheads="1"/>
                  </p:cNvSpPr>
                  <p:nvPr/>
                </p:nvSpPr>
                <p:spPr bwMode="auto">
                  <a:xfrm>
                    <a:off x="1289" y="2279"/>
                    <a:ext cx="60" cy="59"/>
                  </a:xfrm>
                  <a:prstGeom prst="ellipse">
                    <a:avLst/>
                  </a:prstGeom>
                  <a:solidFill>
                    <a:srgbClr val="A0A0A0"/>
                  </a:solidFill>
                  <a:ln w="3175">
                    <a:solidFill>
                      <a:srgbClr val="000000"/>
                    </a:solidFill>
                    <a:round/>
                    <a:headEnd/>
                    <a:tailEnd/>
                  </a:ln>
                </p:spPr>
                <p:txBody>
                  <a:bodyPr/>
                  <a:lstStyle/>
                  <a:p>
                    <a:endParaRPr lang="en-US"/>
                  </a:p>
                </p:txBody>
              </p:sp>
              <p:sp>
                <p:nvSpPr>
                  <p:cNvPr id="2542626" name="Oval 29">
                    <a:extLst>
                      <a:ext uri="{FF2B5EF4-FFF2-40B4-BE49-F238E27FC236}">
                        <a16:creationId xmlns:a16="http://schemas.microsoft.com/office/drawing/2014/main" id="{0936D637-00B1-52E9-3E96-462E378F7C28}"/>
                      </a:ext>
                    </a:extLst>
                  </p:cNvPr>
                  <p:cNvSpPr>
                    <a:spLocks noChangeArrowheads="1"/>
                  </p:cNvSpPr>
                  <p:nvPr/>
                </p:nvSpPr>
                <p:spPr bwMode="auto">
                  <a:xfrm>
                    <a:off x="1305" y="2297"/>
                    <a:ext cx="26" cy="25"/>
                  </a:xfrm>
                  <a:prstGeom prst="ellipse">
                    <a:avLst/>
                  </a:prstGeom>
                  <a:solidFill>
                    <a:srgbClr val="606060"/>
                  </a:solidFill>
                  <a:ln w="3175">
                    <a:solidFill>
                      <a:srgbClr val="000000"/>
                    </a:solidFill>
                    <a:round/>
                    <a:headEnd/>
                    <a:tailEnd/>
                  </a:ln>
                </p:spPr>
                <p:txBody>
                  <a:bodyPr/>
                  <a:lstStyle/>
                  <a:p>
                    <a:endParaRPr lang="en-US"/>
                  </a:p>
                </p:txBody>
              </p:sp>
            </p:grpSp>
            <p:grpSp>
              <p:nvGrpSpPr>
                <p:cNvPr id="2542620" name="Group 30">
                  <a:extLst>
                    <a:ext uri="{FF2B5EF4-FFF2-40B4-BE49-F238E27FC236}">
                      <a16:creationId xmlns:a16="http://schemas.microsoft.com/office/drawing/2014/main" id="{95699BA6-AD95-36DC-341E-E87218DE9611}"/>
                    </a:ext>
                  </a:extLst>
                </p:cNvPr>
                <p:cNvGrpSpPr>
                  <a:grpSpLocks/>
                </p:cNvGrpSpPr>
                <p:nvPr/>
              </p:nvGrpSpPr>
              <p:grpSpPr bwMode="auto">
                <a:xfrm>
                  <a:off x="1390" y="2267"/>
                  <a:ext cx="86" cy="85"/>
                  <a:chOff x="1390" y="2267"/>
                  <a:chExt cx="86" cy="85"/>
                </a:xfrm>
              </p:grpSpPr>
              <p:sp>
                <p:nvSpPr>
                  <p:cNvPr id="2542621" name="Oval 31">
                    <a:extLst>
                      <a:ext uri="{FF2B5EF4-FFF2-40B4-BE49-F238E27FC236}">
                        <a16:creationId xmlns:a16="http://schemas.microsoft.com/office/drawing/2014/main" id="{0C8348F9-E934-E385-158D-9A0DFCB8FAD6}"/>
                      </a:ext>
                    </a:extLst>
                  </p:cNvPr>
                  <p:cNvSpPr>
                    <a:spLocks noChangeArrowheads="1"/>
                  </p:cNvSpPr>
                  <p:nvPr/>
                </p:nvSpPr>
                <p:spPr bwMode="auto">
                  <a:xfrm>
                    <a:off x="1390" y="2267"/>
                    <a:ext cx="86" cy="85"/>
                  </a:xfrm>
                  <a:prstGeom prst="ellipse">
                    <a:avLst/>
                  </a:prstGeom>
                  <a:solidFill>
                    <a:srgbClr val="202020"/>
                  </a:solidFill>
                  <a:ln w="3175">
                    <a:solidFill>
                      <a:srgbClr val="000000"/>
                    </a:solidFill>
                    <a:round/>
                    <a:headEnd/>
                    <a:tailEnd/>
                  </a:ln>
                </p:spPr>
                <p:txBody>
                  <a:bodyPr/>
                  <a:lstStyle/>
                  <a:p>
                    <a:endParaRPr lang="en-US"/>
                  </a:p>
                </p:txBody>
              </p:sp>
              <p:sp>
                <p:nvSpPr>
                  <p:cNvPr id="2542622" name="Oval 32">
                    <a:extLst>
                      <a:ext uri="{FF2B5EF4-FFF2-40B4-BE49-F238E27FC236}">
                        <a16:creationId xmlns:a16="http://schemas.microsoft.com/office/drawing/2014/main" id="{47ED10BA-6CEF-9B41-5D75-D2B1019EE162}"/>
                      </a:ext>
                    </a:extLst>
                  </p:cNvPr>
                  <p:cNvSpPr>
                    <a:spLocks noChangeArrowheads="1"/>
                  </p:cNvSpPr>
                  <p:nvPr/>
                </p:nvSpPr>
                <p:spPr bwMode="auto">
                  <a:xfrm>
                    <a:off x="1404" y="2279"/>
                    <a:ext cx="60" cy="59"/>
                  </a:xfrm>
                  <a:prstGeom prst="ellipse">
                    <a:avLst/>
                  </a:prstGeom>
                  <a:solidFill>
                    <a:srgbClr val="A0A0A0"/>
                  </a:solidFill>
                  <a:ln w="3175">
                    <a:solidFill>
                      <a:srgbClr val="000000"/>
                    </a:solidFill>
                    <a:round/>
                    <a:headEnd/>
                    <a:tailEnd/>
                  </a:ln>
                </p:spPr>
                <p:txBody>
                  <a:bodyPr/>
                  <a:lstStyle/>
                  <a:p>
                    <a:endParaRPr lang="en-US"/>
                  </a:p>
                </p:txBody>
              </p:sp>
              <p:sp>
                <p:nvSpPr>
                  <p:cNvPr id="2542623" name="Oval 33">
                    <a:extLst>
                      <a:ext uri="{FF2B5EF4-FFF2-40B4-BE49-F238E27FC236}">
                        <a16:creationId xmlns:a16="http://schemas.microsoft.com/office/drawing/2014/main" id="{BE408643-02E1-6532-6BE1-0986751ABB22}"/>
                      </a:ext>
                    </a:extLst>
                  </p:cNvPr>
                  <p:cNvSpPr>
                    <a:spLocks noChangeArrowheads="1"/>
                  </p:cNvSpPr>
                  <p:nvPr/>
                </p:nvSpPr>
                <p:spPr bwMode="auto">
                  <a:xfrm>
                    <a:off x="1420" y="2297"/>
                    <a:ext cx="26" cy="25"/>
                  </a:xfrm>
                  <a:prstGeom prst="ellipse">
                    <a:avLst/>
                  </a:prstGeom>
                  <a:solidFill>
                    <a:srgbClr val="606060"/>
                  </a:solidFill>
                  <a:ln w="3175">
                    <a:solidFill>
                      <a:srgbClr val="000000"/>
                    </a:solidFill>
                    <a:round/>
                    <a:headEnd/>
                    <a:tailEnd/>
                  </a:ln>
                </p:spPr>
                <p:txBody>
                  <a:bodyPr/>
                  <a:lstStyle/>
                  <a:p>
                    <a:endParaRPr lang="en-US"/>
                  </a:p>
                </p:txBody>
              </p:sp>
            </p:grpSp>
          </p:grpSp>
        </p:grpSp>
        <p:cxnSp>
          <p:nvCxnSpPr>
            <p:cNvPr id="2542646" name="Straight Arrow Connector 2542645">
              <a:extLst>
                <a:ext uri="{FF2B5EF4-FFF2-40B4-BE49-F238E27FC236}">
                  <a16:creationId xmlns:a16="http://schemas.microsoft.com/office/drawing/2014/main" id="{16321BC4-7D1C-D671-010A-316395A0F496}"/>
                </a:ext>
              </a:extLst>
            </p:cNvPr>
            <p:cNvCxnSpPr>
              <a:cxnSpLocks/>
              <a:stCxn id="8" idx="3"/>
              <a:endCxn id="48" idx="3"/>
            </p:cNvCxnSpPr>
            <p:nvPr/>
          </p:nvCxnSpPr>
          <p:spPr>
            <a:xfrm>
              <a:off x="3190680" y="2616369"/>
              <a:ext cx="684283" cy="289039"/>
            </a:xfrm>
            <a:prstGeom prst="straightConnector1">
              <a:avLst/>
            </a:prstGeom>
            <a:ln w="28575">
              <a:solidFill>
                <a:schemeClr val="bg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2542647" name="Straight Arrow Connector 2542646">
              <a:extLst>
                <a:ext uri="{FF2B5EF4-FFF2-40B4-BE49-F238E27FC236}">
                  <a16:creationId xmlns:a16="http://schemas.microsoft.com/office/drawing/2014/main" id="{0F00AFD2-8953-70C2-8DE0-9B0D0C60270D}"/>
                </a:ext>
              </a:extLst>
            </p:cNvPr>
            <p:cNvCxnSpPr>
              <a:cxnSpLocks/>
              <a:stCxn id="9" idx="3"/>
              <a:endCxn id="48" idx="3"/>
            </p:cNvCxnSpPr>
            <p:nvPr/>
          </p:nvCxnSpPr>
          <p:spPr>
            <a:xfrm flipV="1">
              <a:off x="3171628" y="2905408"/>
              <a:ext cx="703335" cy="470585"/>
            </a:xfrm>
            <a:prstGeom prst="straightConnector1">
              <a:avLst/>
            </a:prstGeom>
            <a:ln w="28575">
              <a:solidFill>
                <a:schemeClr val="bg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2542650" name="Straight Arrow Connector 2542649">
              <a:extLst>
                <a:ext uri="{FF2B5EF4-FFF2-40B4-BE49-F238E27FC236}">
                  <a16:creationId xmlns:a16="http://schemas.microsoft.com/office/drawing/2014/main" id="{23674C6F-CC22-054A-E975-9325261D53F4}"/>
                </a:ext>
              </a:extLst>
            </p:cNvPr>
            <p:cNvCxnSpPr>
              <a:cxnSpLocks/>
              <a:stCxn id="10" idx="3"/>
              <a:endCxn id="48" idx="3"/>
            </p:cNvCxnSpPr>
            <p:nvPr/>
          </p:nvCxnSpPr>
          <p:spPr>
            <a:xfrm flipV="1">
              <a:off x="3145432" y="2905408"/>
              <a:ext cx="729531" cy="1094477"/>
            </a:xfrm>
            <a:prstGeom prst="straightConnector1">
              <a:avLst/>
            </a:prstGeom>
            <a:ln w="28575">
              <a:solidFill>
                <a:schemeClr val="bg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2542653" name="Straight Arrow Connector 2542652">
              <a:extLst>
                <a:ext uri="{FF2B5EF4-FFF2-40B4-BE49-F238E27FC236}">
                  <a16:creationId xmlns:a16="http://schemas.microsoft.com/office/drawing/2014/main" id="{37362F3D-4576-1135-4606-459E47961783}"/>
                </a:ext>
              </a:extLst>
            </p:cNvPr>
            <p:cNvCxnSpPr>
              <a:cxnSpLocks/>
            </p:cNvCxnSpPr>
            <p:nvPr/>
          </p:nvCxnSpPr>
          <p:spPr>
            <a:xfrm>
              <a:off x="3191206" y="2616368"/>
              <a:ext cx="679516" cy="1077239"/>
            </a:xfrm>
            <a:prstGeom prst="straightConnector1">
              <a:avLst/>
            </a:prstGeom>
            <a:ln w="28575">
              <a:solidFill>
                <a:schemeClr val="bg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2542656" name="Straight Arrow Connector 2542655">
              <a:extLst>
                <a:ext uri="{FF2B5EF4-FFF2-40B4-BE49-F238E27FC236}">
                  <a16:creationId xmlns:a16="http://schemas.microsoft.com/office/drawing/2014/main" id="{A62F2D2B-102B-DC9C-0809-D99EF89D0041}"/>
                </a:ext>
              </a:extLst>
            </p:cNvPr>
            <p:cNvCxnSpPr>
              <a:cxnSpLocks/>
              <a:stCxn id="9" idx="3"/>
              <a:endCxn id="2542614" idx="3"/>
            </p:cNvCxnSpPr>
            <p:nvPr/>
          </p:nvCxnSpPr>
          <p:spPr>
            <a:xfrm>
              <a:off x="3171628" y="3375993"/>
              <a:ext cx="698568" cy="317615"/>
            </a:xfrm>
            <a:prstGeom prst="straightConnector1">
              <a:avLst/>
            </a:prstGeom>
            <a:ln w="28575">
              <a:solidFill>
                <a:schemeClr val="bg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2542659" name="Straight Arrow Connector 2542658">
              <a:extLst>
                <a:ext uri="{FF2B5EF4-FFF2-40B4-BE49-F238E27FC236}">
                  <a16:creationId xmlns:a16="http://schemas.microsoft.com/office/drawing/2014/main" id="{5690F271-A372-30BC-4823-DF8DEE68DCA0}"/>
                </a:ext>
              </a:extLst>
            </p:cNvPr>
            <p:cNvCxnSpPr>
              <a:cxnSpLocks/>
              <a:stCxn id="10" idx="3"/>
              <a:endCxn id="2542614" idx="3"/>
            </p:cNvCxnSpPr>
            <p:nvPr/>
          </p:nvCxnSpPr>
          <p:spPr>
            <a:xfrm flipV="1">
              <a:off x="3145432" y="3693608"/>
              <a:ext cx="724764" cy="306277"/>
            </a:xfrm>
            <a:prstGeom prst="straightConnector1">
              <a:avLst/>
            </a:prstGeom>
            <a:ln w="28575">
              <a:solidFill>
                <a:schemeClr val="bg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2542662" name="Straight Arrow Connector 2542661">
              <a:extLst>
                <a:ext uri="{FF2B5EF4-FFF2-40B4-BE49-F238E27FC236}">
                  <a16:creationId xmlns:a16="http://schemas.microsoft.com/office/drawing/2014/main" id="{ADECF88E-6CEA-7579-5631-6FDACD4CF1D8}"/>
                </a:ext>
              </a:extLst>
            </p:cNvPr>
            <p:cNvCxnSpPr>
              <a:cxnSpLocks/>
              <a:stCxn id="10" idx="3"/>
              <a:endCxn id="2542644" idx="3"/>
            </p:cNvCxnSpPr>
            <p:nvPr/>
          </p:nvCxnSpPr>
          <p:spPr>
            <a:xfrm>
              <a:off x="3145432" y="3999885"/>
              <a:ext cx="727143" cy="310472"/>
            </a:xfrm>
            <a:prstGeom prst="straightConnector1">
              <a:avLst/>
            </a:prstGeom>
            <a:ln w="28575">
              <a:solidFill>
                <a:schemeClr val="bg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pic>
          <p:nvPicPr>
            <p:cNvPr id="2542786" name="Picture 2542785">
              <a:extLst>
                <a:ext uri="{FF2B5EF4-FFF2-40B4-BE49-F238E27FC236}">
                  <a16:creationId xmlns:a16="http://schemas.microsoft.com/office/drawing/2014/main" id="{CC57D72B-0AC4-87EE-A2FB-79F4E4D2FEA9}"/>
                </a:ext>
              </a:extLst>
            </p:cNvPr>
            <p:cNvPicPr>
              <a:picLocks noChangeAspect="1"/>
            </p:cNvPicPr>
            <p:nvPr/>
          </p:nvPicPr>
          <p:blipFill>
            <a:blip r:embed="rId5">
              <a:biLevel thresh="25000"/>
              <a:extLst>
                <a:ext uri="{BEBA8EAE-BF5A-486C-A8C5-ECC9F3942E4B}">
                  <a14:imgProps xmlns:a14="http://schemas.microsoft.com/office/drawing/2010/main">
                    <a14:imgLayer r:embed="rId6">
                      <a14:imgEffect>
                        <a14:backgroundRemoval t="5238" b="90000" l="6215" r="95198">
                          <a14:foregroundMark x1="66667" y1="6190" x2="66667" y2="6190"/>
                          <a14:foregroundMark x1="12429" y1="56667" x2="12429" y2="56667"/>
                          <a14:foregroundMark x1="16949" y1="59524" x2="16949" y2="59524"/>
                          <a14:foregroundMark x1="17232" y1="55238" x2="17232" y2="55238"/>
                          <a14:foregroundMark x1="14972" y1="65238" x2="14972" y2="65238"/>
                          <a14:foregroundMark x1="95198" y1="73810" x2="95198" y2="73810"/>
                          <a14:foregroundMark x1="18362" y1="82857" x2="18362" y2="82857"/>
                          <a14:foregroundMark x1="6215" y1="77143" x2="6215" y2="77143"/>
                        </a14:backgroundRemoval>
                      </a14:imgEffect>
                    </a14:imgLayer>
                  </a14:imgProps>
                </a:ext>
              </a:extLst>
            </a:blip>
            <a:stretch>
              <a:fillRect/>
            </a:stretch>
          </p:blipFill>
          <p:spPr>
            <a:xfrm>
              <a:off x="2714175" y="4787270"/>
              <a:ext cx="412202" cy="244527"/>
            </a:xfrm>
            <a:prstGeom prst="rect">
              <a:avLst/>
            </a:prstGeom>
          </p:spPr>
        </p:pic>
        <p:cxnSp>
          <p:nvCxnSpPr>
            <p:cNvPr id="2542787" name="Straight Arrow Connector 2542786">
              <a:extLst>
                <a:ext uri="{FF2B5EF4-FFF2-40B4-BE49-F238E27FC236}">
                  <a16:creationId xmlns:a16="http://schemas.microsoft.com/office/drawing/2014/main" id="{CA725F53-7CBD-1BE7-0855-CFE90045DEEB}"/>
                </a:ext>
              </a:extLst>
            </p:cNvPr>
            <p:cNvCxnSpPr>
              <a:cxnSpLocks/>
              <a:stCxn id="2542786" idx="3"/>
            </p:cNvCxnSpPr>
            <p:nvPr/>
          </p:nvCxnSpPr>
          <p:spPr>
            <a:xfrm flipV="1">
              <a:off x="3126377" y="4310357"/>
              <a:ext cx="746198" cy="599177"/>
            </a:xfrm>
            <a:prstGeom prst="straightConnector1">
              <a:avLst/>
            </a:prstGeom>
            <a:ln w="28575">
              <a:solidFill>
                <a:schemeClr val="bg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2542788" name="Straight Arrow Connector 2542787">
              <a:extLst>
                <a:ext uri="{FF2B5EF4-FFF2-40B4-BE49-F238E27FC236}">
                  <a16:creationId xmlns:a16="http://schemas.microsoft.com/office/drawing/2014/main" id="{07CBBFDF-56D3-D8CB-3571-98A04418020C}"/>
                </a:ext>
              </a:extLst>
            </p:cNvPr>
            <p:cNvCxnSpPr>
              <a:cxnSpLocks/>
              <a:stCxn id="2542786" idx="3"/>
            </p:cNvCxnSpPr>
            <p:nvPr/>
          </p:nvCxnSpPr>
          <p:spPr>
            <a:xfrm flipV="1">
              <a:off x="3126377" y="3693608"/>
              <a:ext cx="743819" cy="1215926"/>
            </a:xfrm>
            <a:prstGeom prst="straightConnector1">
              <a:avLst/>
            </a:prstGeom>
            <a:ln w="28575">
              <a:solidFill>
                <a:schemeClr val="bg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grpSp>
      <p:pic>
        <p:nvPicPr>
          <p:cNvPr id="3" name="Picture 2" descr="A picture containing text, clipart&#10;&#10;Description automatically generated">
            <a:extLst>
              <a:ext uri="{FF2B5EF4-FFF2-40B4-BE49-F238E27FC236}">
                <a16:creationId xmlns:a16="http://schemas.microsoft.com/office/drawing/2014/main" id="{CB392A56-1139-1A06-9A95-52365F89D5A5}"/>
              </a:ext>
            </a:extLst>
          </p:cNvPr>
          <p:cNvPicPr>
            <a:picLocks noChangeAspect="1"/>
          </p:cNvPicPr>
          <p:nvPr/>
        </p:nvPicPr>
        <p:blipFill>
          <a:blip r:embed="rId7">
            <a:extLst>
              <a:ext uri="{BEBA8EAE-BF5A-486C-A8C5-ECC9F3942E4B}">
                <a14:imgProps xmlns:a14="http://schemas.microsoft.com/office/drawing/2010/main">
                  <a14:imgLayer r:embed="rId8">
                    <a14:imgEffect>
                      <a14:backgroundRemoval t="5495" b="97253" l="4706" r="97059">
                        <a14:foregroundMark x1="45294" y1="24725" x2="45294" y2="24725"/>
                        <a14:foregroundMark x1="56471" y1="23626" x2="56471" y2="23626"/>
                        <a14:foregroundMark x1="41765" y1="20879" x2="41765" y2="20879"/>
                        <a14:foregroundMark x1="10000" y1="72527" x2="10000" y2="72527"/>
                        <a14:foregroundMark x1="10588" y1="79121" x2="10588" y2="79121"/>
                        <a14:foregroundMark x1="11765" y1="68681" x2="11765" y2="68681"/>
                        <a14:foregroundMark x1="6471" y1="68681" x2="6471" y2="68681"/>
                        <a14:foregroundMark x1="40000" y1="30220" x2="40000" y2="30220"/>
                        <a14:foregroundMark x1="54706" y1="20879" x2="54706" y2="20879"/>
                        <a14:foregroundMark x1="54706" y1="30220" x2="54706" y2="30220"/>
                        <a14:foregroundMark x1="54706" y1="30220" x2="54706" y2="30220"/>
                        <a14:foregroundMark x1="51765" y1="24176" x2="51765" y2="24176"/>
                        <a14:foregroundMark x1="53529" y1="30769" x2="53529" y2="30769"/>
                        <a14:foregroundMark x1="45882" y1="29670" x2="45882" y2="29670"/>
                        <a14:foregroundMark x1="8824" y1="87363" x2="8824" y2="87363"/>
                        <a14:foregroundMark x1="19412" y1="89011" x2="19412" y2="89011"/>
                        <a14:foregroundMark x1="31176" y1="93407" x2="31176" y2="93407"/>
                        <a14:foregroundMark x1="24118" y1="95604" x2="24118" y2="96154"/>
                        <a14:foregroundMark x1="24118" y1="87912" x2="24118" y2="95604"/>
                        <a14:foregroundMark x1="5882" y1="65385" x2="5882" y2="65385"/>
                        <a14:foregroundMark x1="9413" y1="62088" x2="8235" y2="61538"/>
                        <a14:foregroundMark x1="10588" y1="62637" x2="9413" y2="62088"/>
                        <a14:foregroundMark x1="16471" y1="65385" x2="10588" y2="62637"/>
                        <a14:foregroundMark x1="28235" y1="89560" x2="28235" y2="89560"/>
                        <a14:foregroundMark x1="31765" y1="96703" x2="31765" y2="96703"/>
                        <a14:foregroundMark x1="38235" y1="95604" x2="38235" y2="95604"/>
                        <a14:foregroundMark x1="35882" y1="92857" x2="35882" y2="92857"/>
                        <a14:foregroundMark x1="34118" y1="90110" x2="34118" y2="90110"/>
                        <a14:foregroundMark x1="41765" y1="90659" x2="41765" y2="90659"/>
                        <a14:foregroundMark x1="41765" y1="93956" x2="41765" y2="93956"/>
                        <a14:foregroundMark x1="45882" y1="97253" x2="45882" y2="97253"/>
                        <a14:foregroundMark x1="50000" y1="97802" x2="50000" y2="97802"/>
                        <a14:foregroundMark x1="52941" y1="97802" x2="52941" y2="97802"/>
                        <a14:foregroundMark x1="58235" y1="97253" x2="58235" y2="97253"/>
                        <a14:foregroundMark x1="61176" y1="97802" x2="61176" y2="97802"/>
                        <a14:foregroundMark x1="60000" y1="90110" x2="60000" y2="90110"/>
                        <a14:foregroundMark x1="64118" y1="90659" x2="64118" y2="90659"/>
                        <a14:foregroundMark x1="70000" y1="86813" x2="70000" y2="86813"/>
                        <a14:foregroundMark x1="74118" y1="85165" x2="74118" y2="85165"/>
                        <a14:foregroundMark x1="75882" y1="91758" x2="75882" y2="91758"/>
                        <a14:foregroundMark x1="87647" y1="75275" x2="87647" y2="75275"/>
                        <a14:foregroundMark x1="87647" y1="75275" x2="87647" y2="75275"/>
                        <a14:foregroundMark x1="87647" y1="72527" x2="87647" y2="72527"/>
                        <a14:foregroundMark x1="84706" y1="80769" x2="84706" y2="80769"/>
                        <a14:foregroundMark x1="92941" y1="82418" x2="92941" y2="82418"/>
                        <a14:foregroundMark x1="97059" y1="65934" x2="97059" y2="65934"/>
                        <a14:foregroundMark x1="88235" y1="65934" x2="88235" y2="65934"/>
                        <a14:foregroundMark x1="10000" y1="62088" x2="10000" y2="62088"/>
                        <a14:foregroundMark x1="10000" y1="62088" x2="10000" y2="62088"/>
                        <a14:foregroundMark x1="10000" y1="62088" x2="10000" y2="62088"/>
                        <a14:foregroundMark x1="10000" y1="62088" x2="10000" y2="62088"/>
                        <a14:foregroundMark x1="50000" y1="5495" x2="50000" y2="5495"/>
                        <a14:foregroundMark x1="9412" y1="62637" x2="9412" y2="62637"/>
                        <a14:foregroundMark x1="9412" y1="62088" x2="9412" y2="62088"/>
                        <a14:foregroundMark x1="9412" y1="62088" x2="9412" y2="62088"/>
                        <a14:foregroundMark x1="9412" y1="62088" x2="9412" y2="62088"/>
                        <a14:foregroundMark x1="9412" y1="62088" x2="9412" y2="62088"/>
                        <a14:backgroundMark x1="9412" y1="61538" x2="9412" y2="61538"/>
                        <a14:backgroundMark x1="8235" y1="60989" x2="8235" y2="60989"/>
                        <a14:backgroundMark x1="11765" y1="62637" x2="11765" y2="62637"/>
                        <a14:backgroundMark x1="10588" y1="62088" x2="10588" y2="62088"/>
                        <a14:backgroundMark x1="24706" y1="96154" x2="24706" y2="96154"/>
                        <a14:backgroundMark x1="24118" y1="95604" x2="24118" y2="95604"/>
                        <a14:backgroundMark x1="23529" y1="97253" x2="23529" y2="97253"/>
                        <a14:backgroundMark x1="24118" y1="97253" x2="24118" y2="97253"/>
                        <a14:backgroundMark x1="24118" y1="97253" x2="24118" y2="97253"/>
                        <a14:backgroundMark x1="23529" y1="97802" x2="23529" y2="97802"/>
                        <a14:backgroundMark x1="23529" y1="96703" x2="23529" y2="96703"/>
                        <a14:backgroundMark x1="23529" y1="96703" x2="23529" y2="96154"/>
                        <a14:backgroundMark x1="7647" y1="62088" x2="7647" y2="62088"/>
                        <a14:backgroundMark x1="8824" y1="62637" x2="8824" y2="62637"/>
                      </a14:backgroundRemoval>
                    </a14:imgEffect>
                  </a14:imgLayer>
                </a14:imgProps>
              </a:ext>
            </a:extLst>
          </a:blip>
          <a:stretch>
            <a:fillRect/>
          </a:stretch>
        </p:blipFill>
        <p:spPr>
          <a:xfrm>
            <a:off x="11521881" y="6235103"/>
            <a:ext cx="518216" cy="554796"/>
          </a:xfrm>
          <a:prstGeom prst="rect">
            <a:avLst/>
          </a:prstGeom>
        </p:spPr>
      </p:pic>
      <p:pic>
        <p:nvPicPr>
          <p:cNvPr id="4" name="Picture 3">
            <a:extLst>
              <a:ext uri="{FF2B5EF4-FFF2-40B4-BE49-F238E27FC236}">
                <a16:creationId xmlns:a16="http://schemas.microsoft.com/office/drawing/2014/main" id="{3D5491A6-077F-F59E-1C20-DFDB06E87BB4}"/>
              </a:ext>
            </a:extLst>
          </p:cNvPr>
          <p:cNvPicPr>
            <a:picLocks noChangeAspect="1"/>
          </p:cNvPicPr>
          <p:nvPr/>
        </p:nvPicPr>
        <p:blipFill>
          <a:blip r:embed="rId9"/>
          <a:stretch>
            <a:fillRect/>
          </a:stretch>
        </p:blipFill>
        <p:spPr>
          <a:xfrm>
            <a:off x="189185" y="6505401"/>
            <a:ext cx="1948619" cy="175408"/>
          </a:xfrm>
          <a:prstGeom prst="rect">
            <a:avLst/>
          </a:prstGeom>
        </p:spPr>
      </p:pic>
    </p:spTree>
    <p:extLst>
      <p:ext uri="{BB962C8B-B14F-4D97-AF65-F5344CB8AC3E}">
        <p14:creationId xmlns:p14="http://schemas.microsoft.com/office/powerpoint/2010/main" val="2643819239"/>
      </p:ext>
    </p:extLst>
  </p:cSld>
  <p:clrMapOvr>
    <a:masterClrMapping/>
  </p:clrMapOvr>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Group 4">
            <a:extLst>
              <a:ext uri="{FF2B5EF4-FFF2-40B4-BE49-F238E27FC236}">
                <a16:creationId xmlns:a16="http://schemas.microsoft.com/office/drawing/2014/main" id="{F2180FCE-A4A9-998C-1CCB-C9C6DFB63489}"/>
              </a:ext>
            </a:extLst>
          </p:cNvPr>
          <p:cNvGrpSpPr/>
          <p:nvPr/>
        </p:nvGrpSpPr>
        <p:grpSpPr>
          <a:xfrm>
            <a:off x="0" y="0"/>
            <a:ext cx="12192000" cy="6858000"/>
            <a:chOff x="679450" y="1866900"/>
            <a:chExt cx="7200900" cy="3905250"/>
          </a:xfrm>
        </p:grpSpPr>
        <p:pic>
          <p:nvPicPr>
            <p:cNvPr id="6" name="Picture 5">
              <a:extLst>
                <a:ext uri="{FF2B5EF4-FFF2-40B4-BE49-F238E27FC236}">
                  <a16:creationId xmlns:a16="http://schemas.microsoft.com/office/drawing/2014/main" id="{B87671B4-5005-129F-717F-34BBFC2F20F2}"/>
                </a:ext>
              </a:extLst>
            </p:cNvPr>
            <p:cNvPicPr>
              <a:picLocks noChangeAspect="1"/>
            </p:cNvPicPr>
            <p:nvPr/>
          </p:nvPicPr>
          <p:blipFill rotWithShape="1">
            <a:blip r:embed="rId3"/>
            <a:srcRect l="5574" t="26381" r="35364" b="14572"/>
            <a:stretch/>
          </p:blipFill>
          <p:spPr>
            <a:xfrm>
              <a:off x="679450" y="1866900"/>
              <a:ext cx="7200900" cy="3905250"/>
            </a:xfrm>
            <a:prstGeom prst="rect">
              <a:avLst/>
            </a:prstGeom>
          </p:spPr>
        </p:pic>
        <p:pic>
          <p:nvPicPr>
            <p:cNvPr id="7" name="Picture 6">
              <a:extLst>
                <a:ext uri="{FF2B5EF4-FFF2-40B4-BE49-F238E27FC236}">
                  <a16:creationId xmlns:a16="http://schemas.microsoft.com/office/drawing/2014/main" id="{43B2A717-1BF5-C9CD-7305-200190152D77}"/>
                </a:ext>
              </a:extLst>
            </p:cNvPr>
            <p:cNvPicPr>
              <a:picLocks noChangeAspect="1"/>
            </p:cNvPicPr>
            <p:nvPr/>
          </p:nvPicPr>
          <p:blipFill>
            <a:blip r:embed="rId4"/>
            <a:stretch>
              <a:fillRect/>
            </a:stretch>
          </p:blipFill>
          <p:spPr>
            <a:xfrm>
              <a:off x="4706911" y="4695670"/>
              <a:ext cx="451241" cy="243590"/>
            </a:xfrm>
            <a:prstGeom prst="rect">
              <a:avLst/>
            </a:prstGeom>
          </p:spPr>
        </p:pic>
      </p:grpSp>
      <p:sp>
        <p:nvSpPr>
          <p:cNvPr id="2542671" name="TextBox 2542670">
            <a:extLst>
              <a:ext uri="{FF2B5EF4-FFF2-40B4-BE49-F238E27FC236}">
                <a16:creationId xmlns:a16="http://schemas.microsoft.com/office/drawing/2014/main" id="{2EB9AD69-9662-B129-0387-0EC5A09FE31A}"/>
              </a:ext>
            </a:extLst>
          </p:cNvPr>
          <p:cNvSpPr txBox="1"/>
          <p:nvPr/>
        </p:nvSpPr>
        <p:spPr>
          <a:xfrm>
            <a:off x="3108797" y="1681933"/>
            <a:ext cx="957826" cy="369332"/>
          </a:xfrm>
          <a:prstGeom prst="rect">
            <a:avLst/>
          </a:prstGeom>
          <a:noFill/>
        </p:spPr>
        <p:txBody>
          <a:bodyPr wrap="none" rtlCol="0">
            <a:spAutoFit/>
          </a:bodyPr>
          <a:lstStyle/>
          <a:p>
            <a:r>
              <a:rPr lang="en-US" dirty="0">
                <a:solidFill>
                  <a:schemeClr val="bg1"/>
                </a:solidFill>
              </a:rPr>
              <a:t>Monday</a:t>
            </a:r>
          </a:p>
        </p:txBody>
      </p:sp>
      <p:pic>
        <p:nvPicPr>
          <p:cNvPr id="2542672" name="Picture 2542671">
            <a:extLst>
              <a:ext uri="{FF2B5EF4-FFF2-40B4-BE49-F238E27FC236}">
                <a16:creationId xmlns:a16="http://schemas.microsoft.com/office/drawing/2014/main" id="{371AA73D-765B-0F3C-A082-FDAC7E3295EE}"/>
              </a:ext>
            </a:extLst>
          </p:cNvPr>
          <p:cNvPicPr>
            <a:picLocks noChangeAspect="1"/>
          </p:cNvPicPr>
          <p:nvPr/>
        </p:nvPicPr>
        <p:blipFill>
          <a:blip r:embed="rId5">
            <a:biLevel thresh="25000"/>
            <a:extLst>
              <a:ext uri="{BEBA8EAE-BF5A-486C-A8C5-ECC9F3942E4B}">
                <a14:imgProps xmlns:a14="http://schemas.microsoft.com/office/drawing/2010/main">
                  <a14:imgLayer r:embed="rId6">
                    <a14:imgEffect>
                      <a14:backgroundRemoval t="5238" b="90000" l="6215" r="95198">
                        <a14:foregroundMark x1="66667" y1="6190" x2="66667" y2="6190"/>
                        <a14:foregroundMark x1="12429" y1="56667" x2="12429" y2="56667"/>
                        <a14:foregroundMark x1="16949" y1="59524" x2="16949" y2="59524"/>
                        <a14:foregroundMark x1="17232" y1="55238" x2="17232" y2="55238"/>
                        <a14:foregroundMark x1="14972" y1="65238" x2="14972" y2="65238"/>
                        <a14:foregroundMark x1="95198" y1="73810" x2="95198" y2="73810"/>
                        <a14:foregroundMark x1="18362" y1="82857" x2="18362" y2="82857"/>
                        <a14:foregroundMark x1="6215" y1="77143" x2="6215" y2="77143"/>
                      </a14:backgroundRemoval>
                    </a14:imgEffect>
                  </a14:imgLayer>
                </a14:imgProps>
              </a:ext>
            </a:extLst>
          </a:blip>
          <a:stretch>
            <a:fillRect/>
          </a:stretch>
        </p:blipFill>
        <p:spPr>
          <a:xfrm>
            <a:off x="4859701" y="2753664"/>
            <a:ext cx="412202" cy="244527"/>
          </a:xfrm>
          <a:prstGeom prst="rect">
            <a:avLst/>
          </a:prstGeom>
        </p:spPr>
      </p:pic>
      <p:pic>
        <p:nvPicPr>
          <p:cNvPr id="2542673" name="Picture 2542672">
            <a:extLst>
              <a:ext uri="{FF2B5EF4-FFF2-40B4-BE49-F238E27FC236}">
                <a16:creationId xmlns:a16="http://schemas.microsoft.com/office/drawing/2014/main" id="{B35C4784-C41F-FA29-1C7A-E363B5975E07}"/>
              </a:ext>
            </a:extLst>
          </p:cNvPr>
          <p:cNvPicPr>
            <a:picLocks noChangeAspect="1"/>
          </p:cNvPicPr>
          <p:nvPr/>
        </p:nvPicPr>
        <p:blipFill>
          <a:blip r:embed="rId5">
            <a:biLevel thresh="25000"/>
            <a:extLst>
              <a:ext uri="{BEBA8EAE-BF5A-486C-A8C5-ECC9F3942E4B}">
                <a14:imgProps xmlns:a14="http://schemas.microsoft.com/office/drawing/2010/main">
                  <a14:imgLayer r:embed="rId6">
                    <a14:imgEffect>
                      <a14:backgroundRemoval t="5238" b="90000" l="6215" r="95198">
                        <a14:foregroundMark x1="66667" y1="6190" x2="66667" y2="6190"/>
                        <a14:foregroundMark x1="12429" y1="56667" x2="12429" y2="56667"/>
                        <a14:foregroundMark x1="16949" y1="59524" x2="16949" y2="59524"/>
                        <a14:foregroundMark x1="17232" y1="55238" x2="17232" y2="55238"/>
                        <a14:foregroundMark x1="14972" y1="65238" x2="14972" y2="65238"/>
                        <a14:foregroundMark x1="95198" y1="73810" x2="95198" y2="73810"/>
                        <a14:foregroundMark x1="18362" y1="82857" x2="18362" y2="82857"/>
                        <a14:foregroundMark x1="6215" y1="77143" x2="6215" y2="77143"/>
                      </a14:backgroundRemoval>
                    </a14:imgEffect>
                  </a14:imgLayer>
                </a14:imgProps>
              </a:ext>
            </a:extLst>
          </a:blip>
          <a:stretch>
            <a:fillRect/>
          </a:stretch>
        </p:blipFill>
        <p:spPr>
          <a:xfrm>
            <a:off x="4840649" y="3263254"/>
            <a:ext cx="412202" cy="244527"/>
          </a:xfrm>
          <a:prstGeom prst="rect">
            <a:avLst/>
          </a:prstGeom>
        </p:spPr>
      </p:pic>
      <p:pic>
        <p:nvPicPr>
          <p:cNvPr id="2542674" name="Picture 2542673">
            <a:extLst>
              <a:ext uri="{FF2B5EF4-FFF2-40B4-BE49-F238E27FC236}">
                <a16:creationId xmlns:a16="http://schemas.microsoft.com/office/drawing/2014/main" id="{6EBA6C8D-8AE3-8928-C5B8-74B6C6DB7FE2}"/>
              </a:ext>
            </a:extLst>
          </p:cNvPr>
          <p:cNvPicPr>
            <a:picLocks noChangeAspect="1"/>
          </p:cNvPicPr>
          <p:nvPr/>
        </p:nvPicPr>
        <p:blipFill>
          <a:blip r:embed="rId5">
            <a:biLevel thresh="25000"/>
            <a:extLst>
              <a:ext uri="{BEBA8EAE-BF5A-486C-A8C5-ECC9F3942E4B}">
                <a14:imgProps xmlns:a14="http://schemas.microsoft.com/office/drawing/2010/main">
                  <a14:imgLayer r:embed="rId6">
                    <a14:imgEffect>
                      <a14:backgroundRemoval t="5238" b="90000" l="6215" r="95198">
                        <a14:foregroundMark x1="66667" y1="6190" x2="66667" y2="6190"/>
                        <a14:foregroundMark x1="12429" y1="56667" x2="12429" y2="56667"/>
                        <a14:foregroundMark x1="16949" y1="59524" x2="16949" y2="59524"/>
                        <a14:foregroundMark x1="17232" y1="55238" x2="17232" y2="55238"/>
                        <a14:foregroundMark x1="14972" y1="65238" x2="14972" y2="65238"/>
                        <a14:foregroundMark x1="95198" y1="73810" x2="95198" y2="73810"/>
                        <a14:foregroundMark x1="18362" y1="82857" x2="18362" y2="82857"/>
                        <a14:foregroundMark x1="6215" y1="77143" x2="6215" y2="77143"/>
                      </a14:backgroundRemoval>
                    </a14:imgEffect>
                  </a14:imgLayer>
                </a14:imgProps>
              </a:ext>
            </a:extLst>
          </a:blip>
          <a:stretch>
            <a:fillRect/>
          </a:stretch>
        </p:blipFill>
        <p:spPr>
          <a:xfrm>
            <a:off x="4814453" y="4030024"/>
            <a:ext cx="412202" cy="244527"/>
          </a:xfrm>
          <a:prstGeom prst="rect">
            <a:avLst/>
          </a:prstGeom>
        </p:spPr>
      </p:pic>
      <p:pic>
        <p:nvPicPr>
          <p:cNvPr id="2542675" name="Picture 2542674">
            <a:extLst>
              <a:ext uri="{FF2B5EF4-FFF2-40B4-BE49-F238E27FC236}">
                <a16:creationId xmlns:a16="http://schemas.microsoft.com/office/drawing/2014/main" id="{0D1D7F17-6036-D3CE-A253-D8FD0574691E}"/>
              </a:ext>
            </a:extLst>
          </p:cNvPr>
          <p:cNvPicPr>
            <a:picLocks noChangeAspect="1"/>
          </p:cNvPicPr>
          <p:nvPr/>
        </p:nvPicPr>
        <p:blipFill>
          <a:blip r:embed="rId5">
            <a:biLevel thresh="25000"/>
            <a:extLst>
              <a:ext uri="{BEBA8EAE-BF5A-486C-A8C5-ECC9F3942E4B}">
                <a14:imgProps xmlns:a14="http://schemas.microsoft.com/office/drawing/2010/main">
                  <a14:imgLayer r:embed="rId6">
                    <a14:imgEffect>
                      <a14:backgroundRemoval t="5238" b="90000" l="6215" r="95198">
                        <a14:foregroundMark x1="66667" y1="6190" x2="66667" y2="6190"/>
                        <a14:foregroundMark x1="12429" y1="56667" x2="12429" y2="56667"/>
                        <a14:foregroundMark x1="16949" y1="59524" x2="16949" y2="59524"/>
                        <a14:foregroundMark x1="17232" y1="55238" x2="17232" y2="55238"/>
                        <a14:foregroundMark x1="14972" y1="65238" x2="14972" y2="65238"/>
                        <a14:foregroundMark x1="95198" y1="73810" x2="95198" y2="73810"/>
                        <a14:foregroundMark x1="18362" y1="82857" x2="18362" y2="82857"/>
                        <a14:foregroundMark x1="6215" y1="77143" x2="6215" y2="77143"/>
                      </a14:backgroundRemoval>
                    </a14:imgEffect>
                  </a14:imgLayer>
                </a14:imgProps>
              </a:ext>
            </a:extLst>
          </a:blip>
          <a:stretch>
            <a:fillRect/>
          </a:stretch>
        </p:blipFill>
        <p:spPr>
          <a:xfrm>
            <a:off x="4795398" y="4775358"/>
            <a:ext cx="412202" cy="244527"/>
          </a:xfrm>
          <a:prstGeom prst="rect">
            <a:avLst/>
          </a:prstGeom>
        </p:spPr>
      </p:pic>
      <p:grpSp>
        <p:nvGrpSpPr>
          <p:cNvPr id="2542676" name="Group 4">
            <a:extLst>
              <a:ext uri="{FF2B5EF4-FFF2-40B4-BE49-F238E27FC236}">
                <a16:creationId xmlns:a16="http://schemas.microsoft.com/office/drawing/2014/main" id="{457FC4B3-64E1-1FAF-04C6-FE69A031C2C9}"/>
              </a:ext>
            </a:extLst>
          </p:cNvPr>
          <p:cNvGrpSpPr>
            <a:grpSpLocks/>
          </p:cNvGrpSpPr>
          <p:nvPr/>
        </p:nvGrpSpPr>
        <p:grpSpPr bwMode="auto">
          <a:xfrm>
            <a:off x="5939141" y="2507595"/>
            <a:ext cx="448469" cy="205096"/>
            <a:chOff x="2256" y="2352"/>
            <a:chExt cx="933" cy="365"/>
          </a:xfrm>
        </p:grpSpPr>
        <p:grpSp>
          <p:nvGrpSpPr>
            <p:cNvPr id="2542677" name="Group 5">
              <a:extLst>
                <a:ext uri="{FF2B5EF4-FFF2-40B4-BE49-F238E27FC236}">
                  <a16:creationId xmlns:a16="http://schemas.microsoft.com/office/drawing/2014/main" id="{53FF0145-CE1E-0F55-F22C-6B4FC48C9D6F}"/>
                </a:ext>
              </a:extLst>
            </p:cNvPr>
            <p:cNvGrpSpPr>
              <a:grpSpLocks/>
            </p:cNvGrpSpPr>
            <p:nvPr/>
          </p:nvGrpSpPr>
          <p:grpSpPr bwMode="auto">
            <a:xfrm flipH="1">
              <a:off x="2256" y="2352"/>
              <a:ext cx="933" cy="249"/>
              <a:chOff x="693" y="2029"/>
              <a:chExt cx="836" cy="228"/>
            </a:xfrm>
          </p:grpSpPr>
          <p:sp>
            <p:nvSpPr>
              <p:cNvPr id="2542704" name="Rectangle 6">
                <a:extLst>
                  <a:ext uri="{FF2B5EF4-FFF2-40B4-BE49-F238E27FC236}">
                    <a16:creationId xmlns:a16="http://schemas.microsoft.com/office/drawing/2014/main" id="{D76569F3-57F7-B78F-0D80-C8D22F93E2E6}"/>
                  </a:ext>
                </a:extLst>
              </p:cNvPr>
              <p:cNvSpPr>
                <a:spLocks noChangeArrowheads="1"/>
              </p:cNvSpPr>
              <p:nvPr/>
            </p:nvSpPr>
            <p:spPr bwMode="auto">
              <a:xfrm>
                <a:off x="693" y="2029"/>
                <a:ext cx="836" cy="228"/>
              </a:xfrm>
              <a:prstGeom prst="rect">
                <a:avLst/>
              </a:prstGeom>
              <a:gradFill rotWithShape="0">
                <a:gsLst>
                  <a:gs pos="0">
                    <a:srgbClr val="037C03"/>
                  </a:gs>
                  <a:gs pos="50000">
                    <a:srgbClr val="037C03">
                      <a:gamma/>
                      <a:shade val="6275"/>
                      <a:invGamma/>
                    </a:srgbClr>
                  </a:gs>
                  <a:gs pos="100000">
                    <a:srgbClr val="037C03"/>
                  </a:gs>
                </a:gsLst>
                <a:lin ang="5400000" scaled="1"/>
              </a:gradFill>
              <a:ln w="3175">
                <a:solidFill>
                  <a:srgbClr val="000000"/>
                </a:solidFill>
                <a:miter lim="800000"/>
                <a:headEnd/>
                <a:tailEnd/>
              </a:ln>
            </p:spPr>
            <p:txBody>
              <a:bodyPr/>
              <a:lstStyle/>
              <a:p>
                <a:endParaRPr lang="en-US"/>
              </a:p>
            </p:txBody>
          </p:sp>
          <p:sp>
            <p:nvSpPr>
              <p:cNvPr id="2542705" name="Rectangle 7">
                <a:extLst>
                  <a:ext uri="{FF2B5EF4-FFF2-40B4-BE49-F238E27FC236}">
                    <a16:creationId xmlns:a16="http://schemas.microsoft.com/office/drawing/2014/main" id="{1272D906-967F-8966-65F9-25D11613A0D4}"/>
                  </a:ext>
                </a:extLst>
              </p:cNvPr>
              <p:cNvSpPr>
                <a:spLocks noChangeArrowheads="1"/>
              </p:cNvSpPr>
              <p:nvPr/>
            </p:nvSpPr>
            <p:spPr bwMode="auto">
              <a:xfrm>
                <a:off x="693" y="2037"/>
                <a:ext cx="836" cy="213"/>
              </a:xfrm>
              <a:prstGeom prst="rect">
                <a:avLst/>
              </a:prstGeom>
              <a:solidFill>
                <a:srgbClr val="C5D3ED"/>
              </a:solidFill>
              <a:ln w="3175">
                <a:solidFill>
                  <a:srgbClr val="000000"/>
                </a:solidFill>
                <a:miter lim="800000"/>
                <a:headEnd/>
                <a:tailEnd/>
              </a:ln>
            </p:spPr>
            <p:txBody>
              <a:bodyPr/>
              <a:lstStyle/>
              <a:p>
                <a:endParaRPr lang="en-US" dirty="0"/>
              </a:p>
            </p:txBody>
          </p:sp>
        </p:grpSp>
        <p:grpSp>
          <p:nvGrpSpPr>
            <p:cNvPr id="2542678" name="Group 8">
              <a:extLst>
                <a:ext uri="{FF2B5EF4-FFF2-40B4-BE49-F238E27FC236}">
                  <a16:creationId xmlns:a16="http://schemas.microsoft.com/office/drawing/2014/main" id="{63DDA301-8FE3-81EF-7A41-6C65A48E7879}"/>
                </a:ext>
              </a:extLst>
            </p:cNvPr>
            <p:cNvGrpSpPr>
              <a:grpSpLocks/>
            </p:cNvGrpSpPr>
            <p:nvPr/>
          </p:nvGrpSpPr>
          <p:grpSpPr bwMode="auto">
            <a:xfrm flipH="1">
              <a:off x="2413" y="2614"/>
              <a:ext cx="624" cy="103"/>
              <a:chOff x="926" y="2258"/>
              <a:chExt cx="559" cy="94"/>
            </a:xfrm>
          </p:grpSpPr>
          <p:grpSp>
            <p:nvGrpSpPr>
              <p:cNvPr id="2542679" name="Group 9">
                <a:extLst>
                  <a:ext uri="{FF2B5EF4-FFF2-40B4-BE49-F238E27FC236}">
                    <a16:creationId xmlns:a16="http://schemas.microsoft.com/office/drawing/2014/main" id="{2E39E387-F78E-6E24-1F93-B4DF2522693C}"/>
                  </a:ext>
                </a:extLst>
              </p:cNvPr>
              <p:cNvGrpSpPr>
                <a:grpSpLocks/>
              </p:cNvGrpSpPr>
              <p:nvPr/>
            </p:nvGrpSpPr>
            <p:grpSpPr bwMode="auto">
              <a:xfrm>
                <a:off x="926" y="2258"/>
                <a:ext cx="559" cy="81"/>
                <a:chOff x="926" y="2258"/>
                <a:chExt cx="559" cy="81"/>
              </a:xfrm>
            </p:grpSpPr>
            <p:grpSp>
              <p:nvGrpSpPr>
                <p:cNvPr id="2542688" name="Group 10">
                  <a:extLst>
                    <a:ext uri="{FF2B5EF4-FFF2-40B4-BE49-F238E27FC236}">
                      <a16:creationId xmlns:a16="http://schemas.microsoft.com/office/drawing/2014/main" id="{104EC4A1-A30A-3633-DB0E-E0EF238AE0AE}"/>
                    </a:ext>
                  </a:extLst>
                </p:cNvPr>
                <p:cNvGrpSpPr>
                  <a:grpSpLocks/>
                </p:cNvGrpSpPr>
                <p:nvPr/>
              </p:nvGrpSpPr>
              <p:grpSpPr bwMode="auto">
                <a:xfrm>
                  <a:off x="926" y="2258"/>
                  <a:ext cx="67" cy="62"/>
                  <a:chOff x="926" y="2258"/>
                  <a:chExt cx="67" cy="62"/>
                </a:xfrm>
              </p:grpSpPr>
              <p:sp>
                <p:nvSpPr>
                  <p:cNvPr id="2542701" name="Freeform 11">
                    <a:extLst>
                      <a:ext uri="{FF2B5EF4-FFF2-40B4-BE49-F238E27FC236}">
                        <a16:creationId xmlns:a16="http://schemas.microsoft.com/office/drawing/2014/main" id="{5BBED07F-A883-D533-626F-83387CB59F13}"/>
                      </a:ext>
                    </a:extLst>
                  </p:cNvPr>
                  <p:cNvSpPr>
                    <a:spLocks/>
                  </p:cNvSpPr>
                  <p:nvPr/>
                </p:nvSpPr>
                <p:spPr bwMode="auto">
                  <a:xfrm>
                    <a:off x="926" y="2258"/>
                    <a:ext cx="67" cy="10"/>
                  </a:xfrm>
                  <a:custGeom>
                    <a:avLst/>
                    <a:gdLst>
                      <a:gd name="T0" fmla="*/ 0 w 67"/>
                      <a:gd name="T1" fmla="*/ 0 h 10"/>
                      <a:gd name="T2" fmla="*/ 67 w 67"/>
                      <a:gd name="T3" fmla="*/ 0 h 10"/>
                      <a:gd name="T4" fmla="*/ 59 w 67"/>
                      <a:gd name="T5" fmla="*/ 10 h 10"/>
                      <a:gd name="T6" fmla="*/ 7 w 67"/>
                      <a:gd name="T7" fmla="*/ 10 h 10"/>
                      <a:gd name="T8" fmla="*/ 0 w 67"/>
                      <a:gd name="T9" fmla="*/ 0 h 10"/>
                    </a:gdLst>
                    <a:ahLst/>
                    <a:cxnLst>
                      <a:cxn ang="0">
                        <a:pos x="T0" y="T1"/>
                      </a:cxn>
                      <a:cxn ang="0">
                        <a:pos x="T2" y="T3"/>
                      </a:cxn>
                      <a:cxn ang="0">
                        <a:pos x="T4" y="T5"/>
                      </a:cxn>
                      <a:cxn ang="0">
                        <a:pos x="T6" y="T7"/>
                      </a:cxn>
                      <a:cxn ang="0">
                        <a:pos x="T8" y="T9"/>
                      </a:cxn>
                    </a:cxnLst>
                    <a:rect l="0" t="0" r="r" b="b"/>
                    <a:pathLst>
                      <a:path w="67" h="10">
                        <a:moveTo>
                          <a:pt x="0" y="0"/>
                        </a:moveTo>
                        <a:lnTo>
                          <a:pt x="67" y="0"/>
                        </a:lnTo>
                        <a:lnTo>
                          <a:pt x="59" y="10"/>
                        </a:lnTo>
                        <a:lnTo>
                          <a:pt x="7" y="10"/>
                        </a:lnTo>
                        <a:lnTo>
                          <a:pt x="0" y="0"/>
                        </a:lnTo>
                        <a:close/>
                      </a:path>
                    </a:pathLst>
                  </a:custGeom>
                  <a:solidFill>
                    <a:srgbClr val="606060"/>
                  </a:solidFill>
                  <a:ln w="3175">
                    <a:solidFill>
                      <a:srgbClr val="404040"/>
                    </a:solidFill>
                    <a:prstDash val="solid"/>
                    <a:round/>
                    <a:headEnd/>
                    <a:tailEnd/>
                  </a:ln>
                </p:spPr>
                <p:txBody>
                  <a:bodyPr/>
                  <a:lstStyle/>
                  <a:p>
                    <a:endParaRPr lang="en-US"/>
                  </a:p>
                </p:txBody>
              </p:sp>
              <p:sp>
                <p:nvSpPr>
                  <p:cNvPr id="2542702" name="Freeform 12">
                    <a:extLst>
                      <a:ext uri="{FF2B5EF4-FFF2-40B4-BE49-F238E27FC236}">
                        <a16:creationId xmlns:a16="http://schemas.microsoft.com/office/drawing/2014/main" id="{3373BD8E-D412-678B-563C-B166AE8F3A4E}"/>
                      </a:ext>
                    </a:extLst>
                  </p:cNvPr>
                  <p:cNvSpPr>
                    <a:spLocks/>
                  </p:cNvSpPr>
                  <p:nvPr/>
                </p:nvSpPr>
                <p:spPr bwMode="auto">
                  <a:xfrm>
                    <a:off x="941" y="2268"/>
                    <a:ext cx="34" cy="4"/>
                  </a:xfrm>
                  <a:custGeom>
                    <a:avLst/>
                    <a:gdLst>
                      <a:gd name="T0" fmla="*/ 0 w 34"/>
                      <a:gd name="T1" fmla="*/ 0 h 4"/>
                      <a:gd name="T2" fmla="*/ 34 w 34"/>
                      <a:gd name="T3" fmla="*/ 0 h 4"/>
                      <a:gd name="T4" fmla="*/ 30 w 34"/>
                      <a:gd name="T5" fmla="*/ 4 h 4"/>
                      <a:gd name="T6" fmla="*/ 4 w 34"/>
                      <a:gd name="T7" fmla="*/ 4 h 4"/>
                      <a:gd name="T8" fmla="*/ 0 w 34"/>
                      <a:gd name="T9" fmla="*/ 0 h 4"/>
                    </a:gdLst>
                    <a:ahLst/>
                    <a:cxnLst>
                      <a:cxn ang="0">
                        <a:pos x="T0" y="T1"/>
                      </a:cxn>
                      <a:cxn ang="0">
                        <a:pos x="T2" y="T3"/>
                      </a:cxn>
                      <a:cxn ang="0">
                        <a:pos x="T4" y="T5"/>
                      </a:cxn>
                      <a:cxn ang="0">
                        <a:pos x="T6" y="T7"/>
                      </a:cxn>
                      <a:cxn ang="0">
                        <a:pos x="T8" y="T9"/>
                      </a:cxn>
                    </a:cxnLst>
                    <a:rect l="0" t="0" r="r" b="b"/>
                    <a:pathLst>
                      <a:path w="34" h="4">
                        <a:moveTo>
                          <a:pt x="0" y="0"/>
                        </a:moveTo>
                        <a:lnTo>
                          <a:pt x="34" y="0"/>
                        </a:lnTo>
                        <a:lnTo>
                          <a:pt x="30" y="4"/>
                        </a:lnTo>
                        <a:lnTo>
                          <a:pt x="4" y="4"/>
                        </a:lnTo>
                        <a:lnTo>
                          <a:pt x="0" y="0"/>
                        </a:lnTo>
                        <a:close/>
                      </a:path>
                    </a:pathLst>
                  </a:custGeom>
                  <a:solidFill>
                    <a:srgbClr val="606060"/>
                  </a:solidFill>
                  <a:ln w="3175">
                    <a:solidFill>
                      <a:srgbClr val="404040"/>
                    </a:solidFill>
                    <a:prstDash val="solid"/>
                    <a:round/>
                    <a:headEnd/>
                    <a:tailEnd/>
                  </a:ln>
                </p:spPr>
                <p:txBody>
                  <a:bodyPr/>
                  <a:lstStyle/>
                  <a:p>
                    <a:endParaRPr lang="en-US"/>
                  </a:p>
                </p:txBody>
              </p:sp>
              <p:sp>
                <p:nvSpPr>
                  <p:cNvPr id="2542703" name="Rectangle 13">
                    <a:extLst>
                      <a:ext uri="{FF2B5EF4-FFF2-40B4-BE49-F238E27FC236}">
                        <a16:creationId xmlns:a16="http://schemas.microsoft.com/office/drawing/2014/main" id="{1C9B11AC-4156-DC78-A92A-9B0247E204BD}"/>
                      </a:ext>
                    </a:extLst>
                  </p:cNvPr>
                  <p:cNvSpPr>
                    <a:spLocks noChangeArrowheads="1"/>
                  </p:cNvSpPr>
                  <p:nvPr/>
                </p:nvSpPr>
                <p:spPr bwMode="auto">
                  <a:xfrm>
                    <a:off x="956" y="2273"/>
                    <a:ext cx="6" cy="47"/>
                  </a:xfrm>
                  <a:prstGeom prst="rect">
                    <a:avLst/>
                  </a:prstGeom>
                  <a:solidFill>
                    <a:srgbClr val="606060"/>
                  </a:solidFill>
                  <a:ln w="3175">
                    <a:solidFill>
                      <a:srgbClr val="404040"/>
                    </a:solidFill>
                    <a:miter lim="800000"/>
                    <a:headEnd/>
                    <a:tailEnd/>
                  </a:ln>
                </p:spPr>
                <p:txBody>
                  <a:bodyPr/>
                  <a:lstStyle/>
                  <a:p>
                    <a:endParaRPr lang="en-US"/>
                  </a:p>
                </p:txBody>
              </p:sp>
            </p:grpSp>
            <p:grpSp>
              <p:nvGrpSpPr>
                <p:cNvPr id="2542689" name="Group 14">
                  <a:extLst>
                    <a:ext uri="{FF2B5EF4-FFF2-40B4-BE49-F238E27FC236}">
                      <a16:creationId xmlns:a16="http://schemas.microsoft.com/office/drawing/2014/main" id="{82CD0791-D676-4363-0850-1C9339F4B422}"/>
                    </a:ext>
                  </a:extLst>
                </p:cNvPr>
                <p:cNvGrpSpPr>
                  <a:grpSpLocks/>
                </p:cNvGrpSpPr>
                <p:nvPr/>
              </p:nvGrpSpPr>
              <p:grpSpPr bwMode="auto">
                <a:xfrm>
                  <a:off x="1264" y="2258"/>
                  <a:ext cx="107" cy="81"/>
                  <a:chOff x="1264" y="2258"/>
                  <a:chExt cx="107" cy="81"/>
                </a:xfrm>
              </p:grpSpPr>
              <p:sp>
                <p:nvSpPr>
                  <p:cNvPr id="2542696" name="Freeform 15">
                    <a:extLst>
                      <a:ext uri="{FF2B5EF4-FFF2-40B4-BE49-F238E27FC236}">
                        <a16:creationId xmlns:a16="http://schemas.microsoft.com/office/drawing/2014/main" id="{D37D29C9-A992-1571-F9F2-54C593572C54}"/>
                      </a:ext>
                    </a:extLst>
                  </p:cNvPr>
                  <p:cNvSpPr>
                    <a:spLocks/>
                  </p:cNvSpPr>
                  <p:nvPr/>
                </p:nvSpPr>
                <p:spPr bwMode="auto">
                  <a:xfrm>
                    <a:off x="1264" y="2260"/>
                    <a:ext cx="106" cy="16"/>
                  </a:xfrm>
                  <a:custGeom>
                    <a:avLst/>
                    <a:gdLst>
                      <a:gd name="T0" fmla="*/ 0 w 106"/>
                      <a:gd name="T1" fmla="*/ 0 h 16"/>
                      <a:gd name="T2" fmla="*/ 106 w 106"/>
                      <a:gd name="T3" fmla="*/ 0 h 16"/>
                      <a:gd name="T4" fmla="*/ 106 w 106"/>
                      <a:gd name="T5" fmla="*/ 16 h 16"/>
                      <a:gd name="T6" fmla="*/ 8 w 106"/>
                      <a:gd name="T7" fmla="*/ 16 h 16"/>
                      <a:gd name="T8" fmla="*/ 0 w 106"/>
                      <a:gd name="T9" fmla="*/ 0 h 16"/>
                    </a:gdLst>
                    <a:ahLst/>
                    <a:cxnLst>
                      <a:cxn ang="0">
                        <a:pos x="T0" y="T1"/>
                      </a:cxn>
                      <a:cxn ang="0">
                        <a:pos x="T2" y="T3"/>
                      </a:cxn>
                      <a:cxn ang="0">
                        <a:pos x="T4" y="T5"/>
                      </a:cxn>
                      <a:cxn ang="0">
                        <a:pos x="T6" y="T7"/>
                      </a:cxn>
                      <a:cxn ang="0">
                        <a:pos x="T8" y="T9"/>
                      </a:cxn>
                    </a:cxnLst>
                    <a:rect l="0" t="0" r="r" b="b"/>
                    <a:pathLst>
                      <a:path w="106" h="16">
                        <a:moveTo>
                          <a:pt x="0" y="0"/>
                        </a:moveTo>
                        <a:lnTo>
                          <a:pt x="106" y="0"/>
                        </a:lnTo>
                        <a:lnTo>
                          <a:pt x="106" y="16"/>
                        </a:lnTo>
                        <a:lnTo>
                          <a:pt x="8" y="16"/>
                        </a:lnTo>
                        <a:lnTo>
                          <a:pt x="0" y="0"/>
                        </a:lnTo>
                        <a:close/>
                      </a:path>
                    </a:pathLst>
                  </a:custGeom>
                  <a:solidFill>
                    <a:srgbClr val="606060"/>
                  </a:solidFill>
                  <a:ln w="3175">
                    <a:solidFill>
                      <a:srgbClr val="404040"/>
                    </a:solidFill>
                    <a:prstDash val="solid"/>
                    <a:round/>
                    <a:headEnd/>
                    <a:tailEnd/>
                  </a:ln>
                </p:spPr>
                <p:txBody>
                  <a:bodyPr/>
                  <a:lstStyle/>
                  <a:p>
                    <a:endParaRPr lang="en-US"/>
                  </a:p>
                </p:txBody>
              </p:sp>
              <p:grpSp>
                <p:nvGrpSpPr>
                  <p:cNvPr id="2542697" name="Group 16">
                    <a:extLst>
                      <a:ext uri="{FF2B5EF4-FFF2-40B4-BE49-F238E27FC236}">
                        <a16:creationId xmlns:a16="http://schemas.microsoft.com/office/drawing/2014/main" id="{8BA1A4A7-CFEB-8F1C-F79B-82B91D2E543D}"/>
                      </a:ext>
                    </a:extLst>
                  </p:cNvPr>
                  <p:cNvGrpSpPr>
                    <a:grpSpLocks/>
                  </p:cNvGrpSpPr>
                  <p:nvPr/>
                </p:nvGrpSpPr>
                <p:grpSpPr bwMode="auto">
                  <a:xfrm>
                    <a:off x="1272" y="2258"/>
                    <a:ext cx="91" cy="18"/>
                    <a:chOff x="1272" y="2258"/>
                    <a:chExt cx="91" cy="18"/>
                  </a:xfrm>
                </p:grpSpPr>
                <p:sp>
                  <p:nvSpPr>
                    <p:cNvPr id="2542699" name="Freeform 17">
                      <a:extLst>
                        <a:ext uri="{FF2B5EF4-FFF2-40B4-BE49-F238E27FC236}">
                          <a16:creationId xmlns:a16="http://schemas.microsoft.com/office/drawing/2014/main" id="{7776BFE4-2B90-2B07-6CA5-FBAF59B8587C}"/>
                        </a:ext>
                      </a:extLst>
                    </p:cNvPr>
                    <p:cNvSpPr>
                      <a:spLocks/>
                    </p:cNvSpPr>
                    <p:nvPr/>
                  </p:nvSpPr>
                  <p:spPr bwMode="auto">
                    <a:xfrm>
                      <a:off x="1272" y="2262"/>
                      <a:ext cx="80" cy="14"/>
                    </a:xfrm>
                    <a:custGeom>
                      <a:avLst/>
                      <a:gdLst>
                        <a:gd name="T0" fmla="*/ 0 w 80"/>
                        <a:gd name="T1" fmla="*/ 14 h 14"/>
                        <a:gd name="T2" fmla="*/ 12 w 80"/>
                        <a:gd name="T3" fmla="*/ 0 h 14"/>
                        <a:gd name="T4" fmla="*/ 80 w 80"/>
                        <a:gd name="T5" fmla="*/ 0 h 14"/>
                        <a:gd name="T6" fmla="*/ 80 w 80"/>
                        <a:gd name="T7" fmla="*/ 14 h 14"/>
                      </a:gdLst>
                      <a:ahLst/>
                      <a:cxnLst>
                        <a:cxn ang="0">
                          <a:pos x="T0" y="T1"/>
                        </a:cxn>
                        <a:cxn ang="0">
                          <a:pos x="T2" y="T3"/>
                        </a:cxn>
                        <a:cxn ang="0">
                          <a:pos x="T4" y="T5"/>
                        </a:cxn>
                        <a:cxn ang="0">
                          <a:pos x="T6" y="T7"/>
                        </a:cxn>
                      </a:cxnLst>
                      <a:rect l="0" t="0" r="r" b="b"/>
                      <a:pathLst>
                        <a:path w="80" h="14">
                          <a:moveTo>
                            <a:pt x="0" y="14"/>
                          </a:moveTo>
                          <a:lnTo>
                            <a:pt x="12" y="0"/>
                          </a:lnTo>
                          <a:lnTo>
                            <a:pt x="80" y="0"/>
                          </a:lnTo>
                          <a:lnTo>
                            <a:pt x="80" y="14"/>
                          </a:lnTo>
                        </a:path>
                      </a:pathLst>
                    </a:custGeom>
                    <a:noFill/>
                    <a:ln w="3175">
                      <a:solidFill>
                        <a:srgbClr val="40404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42700" name="Line 18">
                      <a:extLst>
                        <a:ext uri="{FF2B5EF4-FFF2-40B4-BE49-F238E27FC236}">
                          <a16:creationId xmlns:a16="http://schemas.microsoft.com/office/drawing/2014/main" id="{4619CEAA-C853-7A91-E983-45E7FAEF7C94}"/>
                        </a:ext>
                      </a:extLst>
                    </p:cNvPr>
                    <p:cNvSpPr>
                      <a:spLocks noChangeShapeType="1"/>
                    </p:cNvSpPr>
                    <p:nvPr/>
                  </p:nvSpPr>
                  <p:spPr bwMode="auto">
                    <a:xfrm>
                      <a:off x="1362" y="2258"/>
                      <a:ext cx="1" cy="18"/>
                    </a:xfrm>
                    <a:prstGeom prst="line">
                      <a:avLst/>
                    </a:prstGeom>
                    <a:noFill/>
                    <a:ln w="3175">
                      <a:solidFill>
                        <a:srgbClr val="40404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2542698" name="Line 19">
                    <a:extLst>
                      <a:ext uri="{FF2B5EF4-FFF2-40B4-BE49-F238E27FC236}">
                        <a16:creationId xmlns:a16="http://schemas.microsoft.com/office/drawing/2014/main" id="{1BB7D212-24F7-B342-FB63-CE501AF8A77D}"/>
                      </a:ext>
                    </a:extLst>
                  </p:cNvPr>
                  <p:cNvSpPr>
                    <a:spLocks noChangeShapeType="1"/>
                  </p:cNvSpPr>
                  <p:nvPr/>
                </p:nvSpPr>
                <p:spPr bwMode="auto">
                  <a:xfrm>
                    <a:off x="1370" y="2276"/>
                    <a:ext cx="1" cy="63"/>
                  </a:xfrm>
                  <a:prstGeom prst="line">
                    <a:avLst/>
                  </a:prstGeom>
                  <a:noFill/>
                  <a:ln w="3175">
                    <a:solidFill>
                      <a:srgbClr val="20202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2542690" name="Group 20">
                  <a:extLst>
                    <a:ext uri="{FF2B5EF4-FFF2-40B4-BE49-F238E27FC236}">
                      <a16:creationId xmlns:a16="http://schemas.microsoft.com/office/drawing/2014/main" id="{8DA01DC0-47EF-88F9-8E1D-897415A57C58}"/>
                    </a:ext>
                  </a:extLst>
                </p:cNvPr>
                <p:cNvGrpSpPr>
                  <a:grpSpLocks/>
                </p:cNvGrpSpPr>
                <p:nvPr/>
              </p:nvGrpSpPr>
              <p:grpSpPr bwMode="auto">
                <a:xfrm>
                  <a:off x="1377" y="2258"/>
                  <a:ext cx="108" cy="81"/>
                  <a:chOff x="1377" y="2258"/>
                  <a:chExt cx="108" cy="81"/>
                </a:xfrm>
              </p:grpSpPr>
              <p:sp>
                <p:nvSpPr>
                  <p:cNvPr id="2542691" name="Freeform 21">
                    <a:extLst>
                      <a:ext uri="{FF2B5EF4-FFF2-40B4-BE49-F238E27FC236}">
                        <a16:creationId xmlns:a16="http://schemas.microsoft.com/office/drawing/2014/main" id="{932ADA8E-1DEA-5CC0-7319-BF8B7CAF6554}"/>
                      </a:ext>
                    </a:extLst>
                  </p:cNvPr>
                  <p:cNvSpPr>
                    <a:spLocks/>
                  </p:cNvSpPr>
                  <p:nvPr/>
                </p:nvSpPr>
                <p:spPr bwMode="auto">
                  <a:xfrm>
                    <a:off x="1377" y="2260"/>
                    <a:ext cx="107" cy="16"/>
                  </a:xfrm>
                  <a:custGeom>
                    <a:avLst/>
                    <a:gdLst>
                      <a:gd name="T0" fmla="*/ 0 w 107"/>
                      <a:gd name="T1" fmla="*/ 0 h 16"/>
                      <a:gd name="T2" fmla="*/ 107 w 107"/>
                      <a:gd name="T3" fmla="*/ 0 h 16"/>
                      <a:gd name="T4" fmla="*/ 107 w 107"/>
                      <a:gd name="T5" fmla="*/ 16 h 16"/>
                      <a:gd name="T6" fmla="*/ 10 w 107"/>
                      <a:gd name="T7" fmla="*/ 16 h 16"/>
                      <a:gd name="T8" fmla="*/ 0 w 107"/>
                      <a:gd name="T9" fmla="*/ 0 h 16"/>
                    </a:gdLst>
                    <a:ahLst/>
                    <a:cxnLst>
                      <a:cxn ang="0">
                        <a:pos x="T0" y="T1"/>
                      </a:cxn>
                      <a:cxn ang="0">
                        <a:pos x="T2" y="T3"/>
                      </a:cxn>
                      <a:cxn ang="0">
                        <a:pos x="T4" y="T5"/>
                      </a:cxn>
                      <a:cxn ang="0">
                        <a:pos x="T6" y="T7"/>
                      </a:cxn>
                      <a:cxn ang="0">
                        <a:pos x="T8" y="T9"/>
                      </a:cxn>
                    </a:cxnLst>
                    <a:rect l="0" t="0" r="r" b="b"/>
                    <a:pathLst>
                      <a:path w="107" h="16">
                        <a:moveTo>
                          <a:pt x="0" y="0"/>
                        </a:moveTo>
                        <a:lnTo>
                          <a:pt x="107" y="0"/>
                        </a:lnTo>
                        <a:lnTo>
                          <a:pt x="107" y="16"/>
                        </a:lnTo>
                        <a:lnTo>
                          <a:pt x="10" y="16"/>
                        </a:lnTo>
                        <a:lnTo>
                          <a:pt x="0" y="0"/>
                        </a:lnTo>
                        <a:close/>
                      </a:path>
                    </a:pathLst>
                  </a:custGeom>
                  <a:solidFill>
                    <a:srgbClr val="606060"/>
                  </a:solidFill>
                  <a:ln w="3175">
                    <a:solidFill>
                      <a:srgbClr val="404040"/>
                    </a:solidFill>
                    <a:prstDash val="solid"/>
                    <a:round/>
                    <a:headEnd/>
                    <a:tailEnd/>
                  </a:ln>
                </p:spPr>
                <p:txBody>
                  <a:bodyPr/>
                  <a:lstStyle/>
                  <a:p>
                    <a:endParaRPr lang="en-US"/>
                  </a:p>
                </p:txBody>
              </p:sp>
              <p:grpSp>
                <p:nvGrpSpPr>
                  <p:cNvPr id="2542692" name="Group 22">
                    <a:extLst>
                      <a:ext uri="{FF2B5EF4-FFF2-40B4-BE49-F238E27FC236}">
                        <a16:creationId xmlns:a16="http://schemas.microsoft.com/office/drawing/2014/main" id="{BD0BB500-8DB2-C84D-10AB-F28214CAF3F1}"/>
                      </a:ext>
                    </a:extLst>
                  </p:cNvPr>
                  <p:cNvGrpSpPr>
                    <a:grpSpLocks/>
                  </p:cNvGrpSpPr>
                  <p:nvPr/>
                </p:nvGrpSpPr>
                <p:grpSpPr bwMode="auto">
                  <a:xfrm>
                    <a:off x="1387" y="2258"/>
                    <a:ext cx="89" cy="18"/>
                    <a:chOff x="1387" y="2258"/>
                    <a:chExt cx="89" cy="18"/>
                  </a:xfrm>
                </p:grpSpPr>
                <p:sp>
                  <p:nvSpPr>
                    <p:cNvPr id="2542694" name="Freeform 23">
                      <a:extLst>
                        <a:ext uri="{FF2B5EF4-FFF2-40B4-BE49-F238E27FC236}">
                          <a16:creationId xmlns:a16="http://schemas.microsoft.com/office/drawing/2014/main" id="{8E2ACFCB-F821-031F-F6AB-9A0444B0D6B8}"/>
                        </a:ext>
                      </a:extLst>
                    </p:cNvPr>
                    <p:cNvSpPr>
                      <a:spLocks/>
                    </p:cNvSpPr>
                    <p:nvPr/>
                  </p:nvSpPr>
                  <p:spPr bwMode="auto">
                    <a:xfrm>
                      <a:off x="1387" y="2262"/>
                      <a:ext cx="80" cy="14"/>
                    </a:xfrm>
                    <a:custGeom>
                      <a:avLst/>
                      <a:gdLst>
                        <a:gd name="T0" fmla="*/ 0 w 80"/>
                        <a:gd name="T1" fmla="*/ 14 h 14"/>
                        <a:gd name="T2" fmla="*/ 12 w 80"/>
                        <a:gd name="T3" fmla="*/ 0 h 14"/>
                        <a:gd name="T4" fmla="*/ 80 w 80"/>
                        <a:gd name="T5" fmla="*/ 0 h 14"/>
                        <a:gd name="T6" fmla="*/ 80 w 80"/>
                        <a:gd name="T7" fmla="*/ 14 h 14"/>
                      </a:gdLst>
                      <a:ahLst/>
                      <a:cxnLst>
                        <a:cxn ang="0">
                          <a:pos x="T0" y="T1"/>
                        </a:cxn>
                        <a:cxn ang="0">
                          <a:pos x="T2" y="T3"/>
                        </a:cxn>
                        <a:cxn ang="0">
                          <a:pos x="T4" y="T5"/>
                        </a:cxn>
                        <a:cxn ang="0">
                          <a:pos x="T6" y="T7"/>
                        </a:cxn>
                      </a:cxnLst>
                      <a:rect l="0" t="0" r="r" b="b"/>
                      <a:pathLst>
                        <a:path w="80" h="14">
                          <a:moveTo>
                            <a:pt x="0" y="14"/>
                          </a:moveTo>
                          <a:lnTo>
                            <a:pt x="12" y="0"/>
                          </a:lnTo>
                          <a:lnTo>
                            <a:pt x="80" y="0"/>
                          </a:lnTo>
                          <a:lnTo>
                            <a:pt x="80" y="14"/>
                          </a:lnTo>
                        </a:path>
                      </a:pathLst>
                    </a:custGeom>
                    <a:noFill/>
                    <a:ln w="3175">
                      <a:solidFill>
                        <a:srgbClr val="40404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42695" name="Line 24">
                      <a:extLst>
                        <a:ext uri="{FF2B5EF4-FFF2-40B4-BE49-F238E27FC236}">
                          <a16:creationId xmlns:a16="http://schemas.microsoft.com/office/drawing/2014/main" id="{C9E60056-53B4-1058-8B79-B44F9163EF59}"/>
                        </a:ext>
                      </a:extLst>
                    </p:cNvPr>
                    <p:cNvSpPr>
                      <a:spLocks noChangeShapeType="1"/>
                    </p:cNvSpPr>
                    <p:nvPr/>
                  </p:nvSpPr>
                  <p:spPr bwMode="auto">
                    <a:xfrm>
                      <a:off x="1475" y="2258"/>
                      <a:ext cx="1" cy="18"/>
                    </a:xfrm>
                    <a:prstGeom prst="line">
                      <a:avLst/>
                    </a:prstGeom>
                    <a:noFill/>
                    <a:ln w="3175">
                      <a:solidFill>
                        <a:srgbClr val="40404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2542693" name="Line 25">
                    <a:extLst>
                      <a:ext uri="{FF2B5EF4-FFF2-40B4-BE49-F238E27FC236}">
                        <a16:creationId xmlns:a16="http://schemas.microsoft.com/office/drawing/2014/main" id="{8773A6C1-A53A-C956-DC31-2E9B5609B801}"/>
                      </a:ext>
                    </a:extLst>
                  </p:cNvPr>
                  <p:cNvSpPr>
                    <a:spLocks noChangeShapeType="1"/>
                  </p:cNvSpPr>
                  <p:nvPr/>
                </p:nvSpPr>
                <p:spPr bwMode="auto">
                  <a:xfrm>
                    <a:off x="1484" y="2276"/>
                    <a:ext cx="1" cy="63"/>
                  </a:xfrm>
                  <a:prstGeom prst="line">
                    <a:avLst/>
                  </a:prstGeom>
                  <a:noFill/>
                  <a:ln w="3175">
                    <a:solidFill>
                      <a:srgbClr val="20202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2542680" name="Group 26">
                <a:extLst>
                  <a:ext uri="{FF2B5EF4-FFF2-40B4-BE49-F238E27FC236}">
                    <a16:creationId xmlns:a16="http://schemas.microsoft.com/office/drawing/2014/main" id="{65B663EE-41A9-02DC-5449-91D520C56040}"/>
                  </a:ext>
                </a:extLst>
              </p:cNvPr>
              <p:cNvGrpSpPr>
                <a:grpSpLocks/>
              </p:cNvGrpSpPr>
              <p:nvPr/>
            </p:nvGrpSpPr>
            <p:grpSpPr bwMode="auto">
              <a:xfrm>
                <a:off x="1277" y="2267"/>
                <a:ext cx="86" cy="85"/>
                <a:chOff x="1277" y="2267"/>
                <a:chExt cx="86" cy="85"/>
              </a:xfrm>
            </p:grpSpPr>
            <p:sp>
              <p:nvSpPr>
                <p:cNvPr id="2542685" name="Oval 27">
                  <a:extLst>
                    <a:ext uri="{FF2B5EF4-FFF2-40B4-BE49-F238E27FC236}">
                      <a16:creationId xmlns:a16="http://schemas.microsoft.com/office/drawing/2014/main" id="{C74F1C0E-9696-292F-A6AB-1B82CEA01814}"/>
                    </a:ext>
                  </a:extLst>
                </p:cNvPr>
                <p:cNvSpPr>
                  <a:spLocks noChangeArrowheads="1"/>
                </p:cNvSpPr>
                <p:nvPr/>
              </p:nvSpPr>
              <p:spPr bwMode="auto">
                <a:xfrm>
                  <a:off x="1277" y="2267"/>
                  <a:ext cx="86" cy="85"/>
                </a:xfrm>
                <a:prstGeom prst="ellipse">
                  <a:avLst/>
                </a:prstGeom>
                <a:solidFill>
                  <a:srgbClr val="202020"/>
                </a:solidFill>
                <a:ln w="3175">
                  <a:solidFill>
                    <a:srgbClr val="000000"/>
                  </a:solidFill>
                  <a:round/>
                  <a:headEnd/>
                  <a:tailEnd/>
                </a:ln>
              </p:spPr>
              <p:txBody>
                <a:bodyPr/>
                <a:lstStyle/>
                <a:p>
                  <a:endParaRPr lang="en-US"/>
                </a:p>
              </p:txBody>
            </p:sp>
            <p:sp>
              <p:nvSpPr>
                <p:cNvPr id="2542686" name="Oval 28">
                  <a:extLst>
                    <a:ext uri="{FF2B5EF4-FFF2-40B4-BE49-F238E27FC236}">
                      <a16:creationId xmlns:a16="http://schemas.microsoft.com/office/drawing/2014/main" id="{F81043EE-6801-551F-7695-DAAD6943EF69}"/>
                    </a:ext>
                  </a:extLst>
                </p:cNvPr>
                <p:cNvSpPr>
                  <a:spLocks noChangeArrowheads="1"/>
                </p:cNvSpPr>
                <p:nvPr/>
              </p:nvSpPr>
              <p:spPr bwMode="auto">
                <a:xfrm>
                  <a:off x="1289" y="2279"/>
                  <a:ext cx="60" cy="59"/>
                </a:xfrm>
                <a:prstGeom prst="ellipse">
                  <a:avLst/>
                </a:prstGeom>
                <a:solidFill>
                  <a:srgbClr val="A0A0A0"/>
                </a:solidFill>
                <a:ln w="3175">
                  <a:solidFill>
                    <a:srgbClr val="000000"/>
                  </a:solidFill>
                  <a:round/>
                  <a:headEnd/>
                  <a:tailEnd/>
                </a:ln>
              </p:spPr>
              <p:txBody>
                <a:bodyPr/>
                <a:lstStyle/>
                <a:p>
                  <a:endParaRPr lang="en-US"/>
                </a:p>
              </p:txBody>
            </p:sp>
            <p:sp>
              <p:nvSpPr>
                <p:cNvPr id="2542687" name="Oval 29">
                  <a:extLst>
                    <a:ext uri="{FF2B5EF4-FFF2-40B4-BE49-F238E27FC236}">
                      <a16:creationId xmlns:a16="http://schemas.microsoft.com/office/drawing/2014/main" id="{6455C728-7C02-49F3-5A12-35EA48A9CF5C}"/>
                    </a:ext>
                  </a:extLst>
                </p:cNvPr>
                <p:cNvSpPr>
                  <a:spLocks noChangeArrowheads="1"/>
                </p:cNvSpPr>
                <p:nvPr/>
              </p:nvSpPr>
              <p:spPr bwMode="auto">
                <a:xfrm>
                  <a:off x="1305" y="2297"/>
                  <a:ext cx="26" cy="25"/>
                </a:xfrm>
                <a:prstGeom prst="ellipse">
                  <a:avLst/>
                </a:prstGeom>
                <a:solidFill>
                  <a:srgbClr val="606060"/>
                </a:solidFill>
                <a:ln w="3175">
                  <a:solidFill>
                    <a:srgbClr val="000000"/>
                  </a:solidFill>
                  <a:round/>
                  <a:headEnd/>
                  <a:tailEnd/>
                </a:ln>
              </p:spPr>
              <p:txBody>
                <a:bodyPr/>
                <a:lstStyle/>
                <a:p>
                  <a:endParaRPr lang="en-US"/>
                </a:p>
              </p:txBody>
            </p:sp>
          </p:grpSp>
          <p:grpSp>
            <p:nvGrpSpPr>
              <p:cNvPr id="2542681" name="Group 30">
                <a:extLst>
                  <a:ext uri="{FF2B5EF4-FFF2-40B4-BE49-F238E27FC236}">
                    <a16:creationId xmlns:a16="http://schemas.microsoft.com/office/drawing/2014/main" id="{8CF0A51C-B415-90D7-CB93-0E02D085CC6E}"/>
                  </a:ext>
                </a:extLst>
              </p:cNvPr>
              <p:cNvGrpSpPr>
                <a:grpSpLocks/>
              </p:cNvGrpSpPr>
              <p:nvPr/>
            </p:nvGrpSpPr>
            <p:grpSpPr bwMode="auto">
              <a:xfrm>
                <a:off x="1390" y="2267"/>
                <a:ext cx="86" cy="85"/>
                <a:chOff x="1390" y="2267"/>
                <a:chExt cx="86" cy="85"/>
              </a:xfrm>
            </p:grpSpPr>
            <p:sp>
              <p:nvSpPr>
                <p:cNvPr id="2542682" name="Oval 31">
                  <a:extLst>
                    <a:ext uri="{FF2B5EF4-FFF2-40B4-BE49-F238E27FC236}">
                      <a16:creationId xmlns:a16="http://schemas.microsoft.com/office/drawing/2014/main" id="{9140D6F2-52D9-0CD6-FD72-6CE0E9B44120}"/>
                    </a:ext>
                  </a:extLst>
                </p:cNvPr>
                <p:cNvSpPr>
                  <a:spLocks noChangeArrowheads="1"/>
                </p:cNvSpPr>
                <p:nvPr/>
              </p:nvSpPr>
              <p:spPr bwMode="auto">
                <a:xfrm>
                  <a:off x="1390" y="2267"/>
                  <a:ext cx="86" cy="85"/>
                </a:xfrm>
                <a:prstGeom prst="ellipse">
                  <a:avLst/>
                </a:prstGeom>
                <a:solidFill>
                  <a:srgbClr val="202020"/>
                </a:solidFill>
                <a:ln w="3175">
                  <a:solidFill>
                    <a:srgbClr val="000000"/>
                  </a:solidFill>
                  <a:round/>
                  <a:headEnd/>
                  <a:tailEnd/>
                </a:ln>
              </p:spPr>
              <p:txBody>
                <a:bodyPr/>
                <a:lstStyle/>
                <a:p>
                  <a:endParaRPr lang="en-US"/>
                </a:p>
              </p:txBody>
            </p:sp>
            <p:sp>
              <p:nvSpPr>
                <p:cNvPr id="2542683" name="Oval 32">
                  <a:extLst>
                    <a:ext uri="{FF2B5EF4-FFF2-40B4-BE49-F238E27FC236}">
                      <a16:creationId xmlns:a16="http://schemas.microsoft.com/office/drawing/2014/main" id="{D281C495-25F9-3852-2C61-1DF1EAD80144}"/>
                    </a:ext>
                  </a:extLst>
                </p:cNvPr>
                <p:cNvSpPr>
                  <a:spLocks noChangeArrowheads="1"/>
                </p:cNvSpPr>
                <p:nvPr/>
              </p:nvSpPr>
              <p:spPr bwMode="auto">
                <a:xfrm>
                  <a:off x="1404" y="2279"/>
                  <a:ext cx="60" cy="59"/>
                </a:xfrm>
                <a:prstGeom prst="ellipse">
                  <a:avLst/>
                </a:prstGeom>
                <a:solidFill>
                  <a:srgbClr val="A0A0A0"/>
                </a:solidFill>
                <a:ln w="3175">
                  <a:solidFill>
                    <a:srgbClr val="000000"/>
                  </a:solidFill>
                  <a:round/>
                  <a:headEnd/>
                  <a:tailEnd/>
                </a:ln>
              </p:spPr>
              <p:txBody>
                <a:bodyPr/>
                <a:lstStyle/>
                <a:p>
                  <a:endParaRPr lang="en-US"/>
                </a:p>
              </p:txBody>
            </p:sp>
            <p:sp>
              <p:nvSpPr>
                <p:cNvPr id="2542684" name="Oval 33">
                  <a:extLst>
                    <a:ext uri="{FF2B5EF4-FFF2-40B4-BE49-F238E27FC236}">
                      <a16:creationId xmlns:a16="http://schemas.microsoft.com/office/drawing/2014/main" id="{0798D21B-D082-F012-8D80-5DC73885BC45}"/>
                    </a:ext>
                  </a:extLst>
                </p:cNvPr>
                <p:cNvSpPr>
                  <a:spLocks noChangeArrowheads="1"/>
                </p:cNvSpPr>
                <p:nvPr/>
              </p:nvSpPr>
              <p:spPr bwMode="auto">
                <a:xfrm>
                  <a:off x="1420" y="2297"/>
                  <a:ext cx="26" cy="25"/>
                </a:xfrm>
                <a:prstGeom prst="ellipse">
                  <a:avLst/>
                </a:prstGeom>
                <a:solidFill>
                  <a:srgbClr val="606060"/>
                </a:solidFill>
                <a:ln w="3175">
                  <a:solidFill>
                    <a:srgbClr val="000000"/>
                  </a:solidFill>
                  <a:round/>
                  <a:headEnd/>
                  <a:tailEnd/>
                </a:ln>
              </p:spPr>
              <p:txBody>
                <a:bodyPr/>
                <a:lstStyle/>
                <a:p>
                  <a:endParaRPr lang="en-US"/>
                </a:p>
              </p:txBody>
            </p:sp>
          </p:grpSp>
        </p:grpSp>
      </p:grpSp>
      <p:grpSp>
        <p:nvGrpSpPr>
          <p:cNvPr id="2542706" name="Group 4">
            <a:extLst>
              <a:ext uri="{FF2B5EF4-FFF2-40B4-BE49-F238E27FC236}">
                <a16:creationId xmlns:a16="http://schemas.microsoft.com/office/drawing/2014/main" id="{FD12EECC-015C-2EB0-8C75-41CDDB94F3C4}"/>
              </a:ext>
            </a:extLst>
          </p:cNvPr>
          <p:cNvGrpSpPr>
            <a:grpSpLocks/>
          </p:cNvGrpSpPr>
          <p:nvPr/>
        </p:nvGrpSpPr>
        <p:grpSpPr bwMode="auto">
          <a:xfrm>
            <a:off x="5951419" y="3554288"/>
            <a:ext cx="448469" cy="205096"/>
            <a:chOff x="2256" y="2352"/>
            <a:chExt cx="933" cy="365"/>
          </a:xfrm>
        </p:grpSpPr>
        <p:grpSp>
          <p:nvGrpSpPr>
            <p:cNvPr id="2542707" name="Group 5">
              <a:extLst>
                <a:ext uri="{FF2B5EF4-FFF2-40B4-BE49-F238E27FC236}">
                  <a16:creationId xmlns:a16="http://schemas.microsoft.com/office/drawing/2014/main" id="{7A5AD10D-98F7-C95C-4C90-B5492874AB9C}"/>
                </a:ext>
              </a:extLst>
            </p:cNvPr>
            <p:cNvGrpSpPr>
              <a:grpSpLocks/>
            </p:cNvGrpSpPr>
            <p:nvPr/>
          </p:nvGrpSpPr>
          <p:grpSpPr bwMode="auto">
            <a:xfrm flipH="1">
              <a:off x="2256" y="2352"/>
              <a:ext cx="933" cy="249"/>
              <a:chOff x="693" y="2029"/>
              <a:chExt cx="836" cy="228"/>
            </a:xfrm>
          </p:grpSpPr>
          <p:sp>
            <p:nvSpPr>
              <p:cNvPr id="2542743" name="Rectangle 6">
                <a:extLst>
                  <a:ext uri="{FF2B5EF4-FFF2-40B4-BE49-F238E27FC236}">
                    <a16:creationId xmlns:a16="http://schemas.microsoft.com/office/drawing/2014/main" id="{E27EFD5B-CB95-5D16-F8FE-0589623EFE8C}"/>
                  </a:ext>
                </a:extLst>
              </p:cNvPr>
              <p:cNvSpPr>
                <a:spLocks noChangeArrowheads="1"/>
              </p:cNvSpPr>
              <p:nvPr/>
            </p:nvSpPr>
            <p:spPr bwMode="auto">
              <a:xfrm>
                <a:off x="693" y="2029"/>
                <a:ext cx="836" cy="228"/>
              </a:xfrm>
              <a:prstGeom prst="rect">
                <a:avLst/>
              </a:prstGeom>
              <a:gradFill rotWithShape="0">
                <a:gsLst>
                  <a:gs pos="0">
                    <a:srgbClr val="037C03"/>
                  </a:gs>
                  <a:gs pos="50000">
                    <a:srgbClr val="037C03">
                      <a:gamma/>
                      <a:shade val="6275"/>
                      <a:invGamma/>
                    </a:srgbClr>
                  </a:gs>
                  <a:gs pos="100000">
                    <a:srgbClr val="037C03"/>
                  </a:gs>
                </a:gsLst>
                <a:lin ang="5400000" scaled="1"/>
              </a:gradFill>
              <a:ln w="3175">
                <a:solidFill>
                  <a:srgbClr val="000000"/>
                </a:solidFill>
                <a:miter lim="800000"/>
                <a:headEnd/>
                <a:tailEnd/>
              </a:ln>
            </p:spPr>
            <p:txBody>
              <a:bodyPr/>
              <a:lstStyle/>
              <a:p>
                <a:endParaRPr lang="en-US"/>
              </a:p>
            </p:txBody>
          </p:sp>
          <p:sp>
            <p:nvSpPr>
              <p:cNvPr id="2542744" name="Rectangle 7">
                <a:extLst>
                  <a:ext uri="{FF2B5EF4-FFF2-40B4-BE49-F238E27FC236}">
                    <a16:creationId xmlns:a16="http://schemas.microsoft.com/office/drawing/2014/main" id="{9AA47CF5-BC44-9B3B-4153-7505360166CC}"/>
                  </a:ext>
                </a:extLst>
              </p:cNvPr>
              <p:cNvSpPr>
                <a:spLocks noChangeArrowheads="1"/>
              </p:cNvSpPr>
              <p:nvPr/>
            </p:nvSpPr>
            <p:spPr bwMode="auto">
              <a:xfrm>
                <a:off x="693" y="2037"/>
                <a:ext cx="836" cy="213"/>
              </a:xfrm>
              <a:prstGeom prst="rect">
                <a:avLst/>
              </a:prstGeom>
              <a:solidFill>
                <a:srgbClr val="C5D3ED"/>
              </a:solidFill>
              <a:ln w="3175">
                <a:solidFill>
                  <a:srgbClr val="000000"/>
                </a:solidFill>
                <a:miter lim="800000"/>
                <a:headEnd/>
                <a:tailEnd/>
              </a:ln>
            </p:spPr>
            <p:txBody>
              <a:bodyPr/>
              <a:lstStyle/>
              <a:p>
                <a:endParaRPr lang="en-US" dirty="0"/>
              </a:p>
            </p:txBody>
          </p:sp>
        </p:grpSp>
        <p:grpSp>
          <p:nvGrpSpPr>
            <p:cNvPr id="2542708" name="Group 8">
              <a:extLst>
                <a:ext uri="{FF2B5EF4-FFF2-40B4-BE49-F238E27FC236}">
                  <a16:creationId xmlns:a16="http://schemas.microsoft.com/office/drawing/2014/main" id="{00D11B53-C772-64C0-A18E-A67A7A8D243D}"/>
                </a:ext>
              </a:extLst>
            </p:cNvPr>
            <p:cNvGrpSpPr>
              <a:grpSpLocks/>
            </p:cNvGrpSpPr>
            <p:nvPr/>
          </p:nvGrpSpPr>
          <p:grpSpPr bwMode="auto">
            <a:xfrm flipH="1">
              <a:off x="2413" y="2614"/>
              <a:ext cx="624" cy="103"/>
              <a:chOff x="926" y="2258"/>
              <a:chExt cx="559" cy="94"/>
            </a:xfrm>
          </p:grpSpPr>
          <p:grpSp>
            <p:nvGrpSpPr>
              <p:cNvPr id="2542709" name="Group 9">
                <a:extLst>
                  <a:ext uri="{FF2B5EF4-FFF2-40B4-BE49-F238E27FC236}">
                    <a16:creationId xmlns:a16="http://schemas.microsoft.com/office/drawing/2014/main" id="{DBB65FF9-6253-4EFF-FD75-44682DD0D012}"/>
                  </a:ext>
                </a:extLst>
              </p:cNvPr>
              <p:cNvGrpSpPr>
                <a:grpSpLocks/>
              </p:cNvGrpSpPr>
              <p:nvPr/>
            </p:nvGrpSpPr>
            <p:grpSpPr bwMode="auto">
              <a:xfrm>
                <a:off x="926" y="2258"/>
                <a:ext cx="559" cy="81"/>
                <a:chOff x="926" y="2258"/>
                <a:chExt cx="559" cy="81"/>
              </a:xfrm>
            </p:grpSpPr>
            <p:grpSp>
              <p:nvGrpSpPr>
                <p:cNvPr id="2542727" name="Group 10">
                  <a:extLst>
                    <a:ext uri="{FF2B5EF4-FFF2-40B4-BE49-F238E27FC236}">
                      <a16:creationId xmlns:a16="http://schemas.microsoft.com/office/drawing/2014/main" id="{E597AF6F-A138-1BDB-A37E-344D32DAF3F1}"/>
                    </a:ext>
                  </a:extLst>
                </p:cNvPr>
                <p:cNvGrpSpPr>
                  <a:grpSpLocks/>
                </p:cNvGrpSpPr>
                <p:nvPr/>
              </p:nvGrpSpPr>
              <p:grpSpPr bwMode="auto">
                <a:xfrm>
                  <a:off x="926" y="2258"/>
                  <a:ext cx="67" cy="62"/>
                  <a:chOff x="926" y="2258"/>
                  <a:chExt cx="67" cy="62"/>
                </a:xfrm>
              </p:grpSpPr>
              <p:sp>
                <p:nvSpPr>
                  <p:cNvPr id="2542740" name="Freeform 11">
                    <a:extLst>
                      <a:ext uri="{FF2B5EF4-FFF2-40B4-BE49-F238E27FC236}">
                        <a16:creationId xmlns:a16="http://schemas.microsoft.com/office/drawing/2014/main" id="{2DF093B7-2C9E-3D13-C55A-A3A88E3A8BD8}"/>
                      </a:ext>
                    </a:extLst>
                  </p:cNvPr>
                  <p:cNvSpPr>
                    <a:spLocks/>
                  </p:cNvSpPr>
                  <p:nvPr/>
                </p:nvSpPr>
                <p:spPr bwMode="auto">
                  <a:xfrm>
                    <a:off x="926" y="2258"/>
                    <a:ext cx="67" cy="10"/>
                  </a:xfrm>
                  <a:custGeom>
                    <a:avLst/>
                    <a:gdLst>
                      <a:gd name="T0" fmla="*/ 0 w 67"/>
                      <a:gd name="T1" fmla="*/ 0 h 10"/>
                      <a:gd name="T2" fmla="*/ 67 w 67"/>
                      <a:gd name="T3" fmla="*/ 0 h 10"/>
                      <a:gd name="T4" fmla="*/ 59 w 67"/>
                      <a:gd name="T5" fmla="*/ 10 h 10"/>
                      <a:gd name="T6" fmla="*/ 7 w 67"/>
                      <a:gd name="T7" fmla="*/ 10 h 10"/>
                      <a:gd name="T8" fmla="*/ 0 w 67"/>
                      <a:gd name="T9" fmla="*/ 0 h 10"/>
                    </a:gdLst>
                    <a:ahLst/>
                    <a:cxnLst>
                      <a:cxn ang="0">
                        <a:pos x="T0" y="T1"/>
                      </a:cxn>
                      <a:cxn ang="0">
                        <a:pos x="T2" y="T3"/>
                      </a:cxn>
                      <a:cxn ang="0">
                        <a:pos x="T4" y="T5"/>
                      </a:cxn>
                      <a:cxn ang="0">
                        <a:pos x="T6" y="T7"/>
                      </a:cxn>
                      <a:cxn ang="0">
                        <a:pos x="T8" y="T9"/>
                      </a:cxn>
                    </a:cxnLst>
                    <a:rect l="0" t="0" r="r" b="b"/>
                    <a:pathLst>
                      <a:path w="67" h="10">
                        <a:moveTo>
                          <a:pt x="0" y="0"/>
                        </a:moveTo>
                        <a:lnTo>
                          <a:pt x="67" y="0"/>
                        </a:lnTo>
                        <a:lnTo>
                          <a:pt x="59" y="10"/>
                        </a:lnTo>
                        <a:lnTo>
                          <a:pt x="7" y="10"/>
                        </a:lnTo>
                        <a:lnTo>
                          <a:pt x="0" y="0"/>
                        </a:lnTo>
                        <a:close/>
                      </a:path>
                    </a:pathLst>
                  </a:custGeom>
                  <a:solidFill>
                    <a:srgbClr val="606060"/>
                  </a:solidFill>
                  <a:ln w="3175">
                    <a:solidFill>
                      <a:srgbClr val="404040"/>
                    </a:solidFill>
                    <a:prstDash val="solid"/>
                    <a:round/>
                    <a:headEnd/>
                    <a:tailEnd/>
                  </a:ln>
                </p:spPr>
                <p:txBody>
                  <a:bodyPr/>
                  <a:lstStyle/>
                  <a:p>
                    <a:endParaRPr lang="en-US"/>
                  </a:p>
                </p:txBody>
              </p:sp>
              <p:sp>
                <p:nvSpPr>
                  <p:cNvPr id="2542741" name="Freeform 12">
                    <a:extLst>
                      <a:ext uri="{FF2B5EF4-FFF2-40B4-BE49-F238E27FC236}">
                        <a16:creationId xmlns:a16="http://schemas.microsoft.com/office/drawing/2014/main" id="{27061989-FBF9-DE16-5300-E8C7428CCC41}"/>
                      </a:ext>
                    </a:extLst>
                  </p:cNvPr>
                  <p:cNvSpPr>
                    <a:spLocks/>
                  </p:cNvSpPr>
                  <p:nvPr/>
                </p:nvSpPr>
                <p:spPr bwMode="auto">
                  <a:xfrm>
                    <a:off x="941" y="2268"/>
                    <a:ext cx="34" cy="4"/>
                  </a:xfrm>
                  <a:custGeom>
                    <a:avLst/>
                    <a:gdLst>
                      <a:gd name="T0" fmla="*/ 0 w 34"/>
                      <a:gd name="T1" fmla="*/ 0 h 4"/>
                      <a:gd name="T2" fmla="*/ 34 w 34"/>
                      <a:gd name="T3" fmla="*/ 0 h 4"/>
                      <a:gd name="T4" fmla="*/ 30 w 34"/>
                      <a:gd name="T5" fmla="*/ 4 h 4"/>
                      <a:gd name="T6" fmla="*/ 4 w 34"/>
                      <a:gd name="T7" fmla="*/ 4 h 4"/>
                      <a:gd name="T8" fmla="*/ 0 w 34"/>
                      <a:gd name="T9" fmla="*/ 0 h 4"/>
                    </a:gdLst>
                    <a:ahLst/>
                    <a:cxnLst>
                      <a:cxn ang="0">
                        <a:pos x="T0" y="T1"/>
                      </a:cxn>
                      <a:cxn ang="0">
                        <a:pos x="T2" y="T3"/>
                      </a:cxn>
                      <a:cxn ang="0">
                        <a:pos x="T4" y="T5"/>
                      </a:cxn>
                      <a:cxn ang="0">
                        <a:pos x="T6" y="T7"/>
                      </a:cxn>
                      <a:cxn ang="0">
                        <a:pos x="T8" y="T9"/>
                      </a:cxn>
                    </a:cxnLst>
                    <a:rect l="0" t="0" r="r" b="b"/>
                    <a:pathLst>
                      <a:path w="34" h="4">
                        <a:moveTo>
                          <a:pt x="0" y="0"/>
                        </a:moveTo>
                        <a:lnTo>
                          <a:pt x="34" y="0"/>
                        </a:lnTo>
                        <a:lnTo>
                          <a:pt x="30" y="4"/>
                        </a:lnTo>
                        <a:lnTo>
                          <a:pt x="4" y="4"/>
                        </a:lnTo>
                        <a:lnTo>
                          <a:pt x="0" y="0"/>
                        </a:lnTo>
                        <a:close/>
                      </a:path>
                    </a:pathLst>
                  </a:custGeom>
                  <a:solidFill>
                    <a:srgbClr val="606060"/>
                  </a:solidFill>
                  <a:ln w="3175">
                    <a:solidFill>
                      <a:srgbClr val="404040"/>
                    </a:solidFill>
                    <a:prstDash val="solid"/>
                    <a:round/>
                    <a:headEnd/>
                    <a:tailEnd/>
                  </a:ln>
                </p:spPr>
                <p:txBody>
                  <a:bodyPr/>
                  <a:lstStyle/>
                  <a:p>
                    <a:endParaRPr lang="en-US"/>
                  </a:p>
                </p:txBody>
              </p:sp>
              <p:sp>
                <p:nvSpPr>
                  <p:cNvPr id="2542742" name="Rectangle 13">
                    <a:extLst>
                      <a:ext uri="{FF2B5EF4-FFF2-40B4-BE49-F238E27FC236}">
                        <a16:creationId xmlns:a16="http://schemas.microsoft.com/office/drawing/2014/main" id="{6526BF83-087A-D5A6-389F-AB6D2AA14E72}"/>
                      </a:ext>
                    </a:extLst>
                  </p:cNvPr>
                  <p:cNvSpPr>
                    <a:spLocks noChangeArrowheads="1"/>
                  </p:cNvSpPr>
                  <p:nvPr/>
                </p:nvSpPr>
                <p:spPr bwMode="auto">
                  <a:xfrm>
                    <a:off x="956" y="2273"/>
                    <a:ext cx="6" cy="47"/>
                  </a:xfrm>
                  <a:prstGeom prst="rect">
                    <a:avLst/>
                  </a:prstGeom>
                  <a:solidFill>
                    <a:srgbClr val="606060"/>
                  </a:solidFill>
                  <a:ln w="3175">
                    <a:solidFill>
                      <a:srgbClr val="404040"/>
                    </a:solidFill>
                    <a:miter lim="800000"/>
                    <a:headEnd/>
                    <a:tailEnd/>
                  </a:ln>
                </p:spPr>
                <p:txBody>
                  <a:bodyPr/>
                  <a:lstStyle/>
                  <a:p>
                    <a:endParaRPr lang="en-US"/>
                  </a:p>
                </p:txBody>
              </p:sp>
            </p:grpSp>
            <p:grpSp>
              <p:nvGrpSpPr>
                <p:cNvPr id="2542728" name="Group 14">
                  <a:extLst>
                    <a:ext uri="{FF2B5EF4-FFF2-40B4-BE49-F238E27FC236}">
                      <a16:creationId xmlns:a16="http://schemas.microsoft.com/office/drawing/2014/main" id="{307DFDAA-C0E3-DD77-64DD-A053F5962351}"/>
                    </a:ext>
                  </a:extLst>
                </p:cNvPr>
                <p:cNvGrpSpPr>
                  <a:grpSpLocks/>
                </p:cNvGrpSpPr>
                <p:nvPr/>
              </p:nvGrpSpPr>
              <p:grpSpPr bwMode="auto">
                <a:xfrm>
                  <a:off x="1264" y="2258"/>
                  <a:ext cx="107" cy="81"/>
                  <a:chOff x="1264" y="2258"/>
                  <a:chExt cx="107" cy="81"/>
                </a:xfrm>
              </p:grpSpPr>
              <p:sp>
                <p:nvSpPr>
                  <p:cNvPr id="2542735" name="Freeform 15">
                    <a:extLst>
                      <a:ext uri="{FF2B5EF4-FFF2-40B4-BE49-F238E27FC236}">
                        <a16:creationId xmlns:a16="http://schemas.microsoft.com/office/drawing/2014/main" id="{0BC97C2E-55AA-8118-46E9-FC57E9AAAF0B}"/>
                      </a:ext>
                    </a:extLst>
                  </p:cNvPr>
                  <p:cNvSpPr>
                    <a:spLocks/>
                  </p:cNvSpPr>
                  <p:nvPr/>
                </p:nvSpPr>
                <p:spPr bwMode="auto">
                  <a:xfrm>
                    <a:off x="1264" y="2260"/>
                    <a:ext cx="106" cy="16"/>
                  </a:xfrm>
                  <a:custGeom>
                    <a:avLst/>
                    <a:gdLst>
                      <a:gd name="T0" fmla="*/ 0 w 106"/>
                      <a:gd name="T1" fmla="*/ 0 h 16"/>
                      <a:gd name="T2" fmla="*/ 106 w 106"/>
                      <a:gd name="T3" fmla="*/ 0 h 16"/>
                      <a:gd name="T4" fmla="*/ 106 w 106"/>
                      <a:gd name="T5" fmla="*/ 16 h 16"/>
                      <a:gd name="T6" fmla="*/ 8 w 106"/>
                      <a:gd name="T7" fmla="*/ 16 h 16"/>
                      <a:gd name="T8" fmla="*/ 0 w 106"/>
                      <a:gd name="T9" fmla="*/ 0 h 16"/>
                    </a:gdLst>
                    <a:ahLst/>
                    <a:cxnLst>
                      <a:cxn ang="0">
                        <a:pos x="T0" y="T1"/>
                      </a:cxn>
                      <a:cxn ang="0">
                        <a:pos x="T2" y="T3"/>
                      </a:cxn>
                      <a:cxn ang="0">
                        <a:pos x="T4" y="T5"/>
                      </a:cxn>
                      <a:cxn ang="0">
                        <a:pos x="T6" y="T7"/>
                      </a:cxn>
                      <a:cxn ang="0">
                        <a:pos x="T8" y="T9"/>
                      </a:cxn>
                    </a:cxnLst>
                    <a:rect l="0" t="0" r="r" b="b"/>
                    <a:pathLst>
                      <a:path w="106" h="16">
                        <a:moveTo>
                          <a:pt x="0" y="0"/>
                        </a:moveTo>
                        <a:lnTo>
                          <a:pt x="106" y="0"/>
                        </a:lnTo>
                        <a:lnTo>
                          <a:pt x="106" y="16"/>
                        </a:lnTo>
                        <a:lnTo>
                          <a:pt x="8" y="16"/>
                        </a:lnTo>
                        <a:lnTo>
                          <a:pt x="0" y="0"/>
                        </a:lnTo>
                        <a:close/>
                      </a:path>
                    </a:pathLst>
                  </a:custGeom>
                  <a:solidFill>
                    <a:srgbClr val="606060"/>
                  </a:solidFill>
                  <a:ln w="3175">
                    <a:solidFill>
                      <a:srgbClr val="404040"/>
                    </a:solidFill>
                    <a:prstDash val="solid"/>
                    <a:round/>
                    <a:headEnd/>
                    <a:tailEnd/>
                  </a:ln>
                </p:spPr>
                <p:txBody>
                  <a:bodyPr/>
                  <a:lstStyle/>
                  <a:p>
                    <a:endParaRPr lang="en-US"/>
                  </a:p>
                </p:txBody>
              </p:sp>
              <p:grpSp>
                <p:nvGrpSpPr>
                  <p:cNvPr id="2542736" name="Group 16">
                    <a:extLst>
                      <a:ext uri="{FF2B5EF4-FFF2-40B4-BE49-F238E27FC236}">
                        <a16:creationId xmlns:a16="http://schemas.microsoft.com/office/drawing/2014/main" id="{CE36FC4B-98F1-5E9C-4D6C-451C2E60C7F7}"/>
                      </a:ext>
                    </a:extLst>
                  </p:cNvPr>
                  <p:cNvGrpSpPr>
                    <a:grpSpLocks/>
                  </p:cNvGrpSpPr>
                  <p:nvPr/>
                </p:nvGrpSpPr>
                <p:grpSpPr bwMode="auto">
                  <a:xfrm>
                    <a:off x="1272" y="2258"/>
                    <a:ext cx="91" cy="18"/>
                    <a:chOff x="1272" y="2258"/>
                    <a:chExt cx="91" cy="18"/>
                  </a:xfrm>
                </p:grpSpPr>
                <p:sp>
                  <p:nvSpPr>
                    <p:cNvPr id="2542738" name="Freeform 17">
                      <a:extLst>
                        <a:ext uri="{FF2B5EF4-FFF2-40B4-BE49-F238E27FC236}">
                          <a16:creationId xmlns:a16="http://schemas.microsoft.com/office/drawing/2014/main" id="{65B1AABE-0FE6-4FCC-CD8B-4922A5F874A9}"/>
                        </a:ext>
                      </a:extLst>
                    </p:cNvPr>
                    <p:cNvSpPr>
                      <a:spLocks/>
                    </p:cNvSpPr>
                    <p:nvPr/>
                  </p:nvSpPr>
                  <p:spPr bwMode="auto">
                    <a:xfrm>
                      <a:off x="1272" y="2262"/>
                      <a:ext cx="80" cy="14"/>
                    </a:xfrm>
                    <a:custGeom>
                      <a:avLst/>
                      <a:gdLst>
                        <a:gd name="T0" fmla="*/ 0 w 80"/>
                        <a:gd name="T1" fmla="*/ 14 h 14"/>
                        <a:gd name="T2" fmla="*/ 12 w 80"/>
                        <a:gd name="T3" fmla="*/ 0 h 14"/>
                        <a:gd name="T4" fmla="*/ 80 w 80"/>
                        <a:gd name="T5" fmla="*/ 0 h 14"/>
                        <a:gd name="T6" fmla="*/ 80 w 80"/>
                        <a:gd name="T7" fmla="*/ 14 h 14"/>
                      </a:gdLst>
                      <a:ahLst/>
                      <a:cxnLst>
                        <a:cxn ang="0">
                          <a:pos x="T0" y="T1"/>
                        </a:cxn>
                        <a:cxn ang="0">
                          <a:pos x="T2" y="T3"/>
                        </a:cxn>
                        <a:cxn ang="0">
                          <a:pos x="T4" y="T5"/>
                        </a:cxn>
                        <a:cxn ang="0">
                          <a:pos x="T6" y="T7"/>
                        </a:cxn>
                      </a:cxnLst>
                      <a:rect l="0" t="0" r="r" b="b"/>
                      <a:pathLst>
                        <a:path w="80" h="14">
                          <a:moveTo>
                            <a:pt x="0" y="14"/>
                          </a:moveTo>
                          <a:lnTo>
                            <a:pt x="12" y="0"/>
                          </a:lnTo>
                          <a:lnTo>
                            <a:pt x="80" y="0"/>
                          </a:lnTo>
                          <a:lnTo>
                            <a:pt x="80" y="14"/>
                          </a:lnTo>
                        </a:path>
                      </a:pathLst>
                    </a:custGeom>
                    <a:noFill/>
                    <a:ln w="3175">
                      <a:solidFill>
                        <a:srgbClr val="40404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42739" name="Line 18">
                      <a:extLst>
                        <a:ext uri="{FF2B5EF4-FFF2-40B4-BE49-F238E27FC236}">
                          <a16:creationId xmlns:a16="http://schemas.microsoft.com/office/drawing/2014/main" id="{E9D8F96C-12A5-9C05-5787-70FF87522882}"/>
                        </a:ext>
                      </a:extLst>
                    </p:cNvPr>
                    <p:cNvSpPr>
                      <a:spLocks noChangeShapeType="1"/>
                    </p:cNvSpPr>
                    <p:nvPr/>
                  </p:nvSpPr>
                  <p:spPr bwMode="auto">
                    <a:xfrm>
                      <a:off x="1362" y="2258"/>
                      <a:ext cx="1" cy="18"/>
                    </a:xfrm>
                    <a:prstGeom prst="line">
                      <a:avLst/>
                    </a:prstGeom>
                    <a:noFill/>
                    <a:ln w="3175">
                      <a:solidFill>
                        <a:srgbClr val="40404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2542737" name="Line 19">
                    <a:extLst>
                      <a:ext uri="{FF2B5EF4-FFF2-40B4-BE49-F238E27FC236}">
                        <a16:creationId xmlns:a16="http://schemas.microsoft.com/office/drawing/2014/main" id="{15D35A0C-AE23-C884-8A7B-81D840CB0E61}"/>
                      </a:ext>
                    </a:extLst>
                  </p:cNvPr>
                  <p:cNvSpPr>
                    <a:spLocks noChangeShapeType="1"/>
                  </p:cNvSpPr>
                  <p:nvPr/>
                </p:nvSpPr>
                <p:spPr bwMode="auto">
                  <a:xfrm>
                    <a:off x="1370" y="2276"/>
                    <a:ext cx="1" cy="63"/>
                  </a:xfrm>
                  <a:prstGeom prst="line">
                    <a:avLst/>
                  </a:prstGeom>
                  <a:noFill/>
                  <a:ln w="3175">
                    <a:solidFill>
                      <a:srgbClr val="20202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2542729" name="Group 20">
                  <a:extLst>
                    <a:ext uri="{FF2B5EF4-FFF2-40B4-BE49-F238E27FC236}">
                      <a16:creationId xmlns:a16="http://schemas.microsoft.com/office/drawing/2014/main" id="{C0359010-0D22-5655-11C8-9130E9783DE8}"/>
                    </a:ext>
                  </a:extLst>
                </p:cNvPr>
                <p:cNvGrpSpPr>
                  <a:grpSpLocks/>
                </p:cNvGrpSpPr>
                <p:nvPr/>
              </p:nvGrpSpPr>
              <p:grpSpPr bwMode="auto">
                <a:xfrm>
                  <a:off x="1377" y="2258"/>
                  <a:ext cx="108" cy="81"/>
                  <a:chOff x="1377" y="2258"/>
                  <a:chExt cx="108" cy="81"/>
                </a:xfrm>
              </p:grpSpPr>
              <p:sp>
                <p:nvSpPr>
                  <p:cNvPr id="2542730" name="Freeform 21">
                    <a:extLst>
                      <a:ext uri="{FF2B5EF4-FFF2-40B4-BE49-F238E27FC236}">
                        <a16:creationId xmlns:a16="http://schemas.microsoft.com/office/drawing/2014/main" id="{D44DA8E2-4F42-2D9C-A2BA-1131103DB4C6}"/>
                      </a:ext>
                    </a:extLst>
                  </p:cNvPr>
                  <p:cNvSpPr>
                    <a:spLocks/>
                  </p:cNvSpPr>
                  <p:nvPr/>
                </p:nvSpPr>
                <p:spPr bwMode="auto">
                  <a:xfrm>
                    <a:off x="1377" y="2260"/>
                    <a:ext cx="107" cy="16"/>
                  </a:xfrm>
                  <a:custGeom>
                    <a:avLst/>
                    <a:gdLst>
                      <a:gd name="T0" fmla="*/ 0 w 107"/>
                      <a:gd name="T1" fmla="*/ 0 h 16"/>
                      <a:gd name="T2" fmla="*/ 107 w 107"/>
                      <a:gd name="T3" fmla="*/ 0 h 16"/>
                      <a:gd name="T4" fmla="*/ 107 w 107"/>
                      <a:gd name="T5" fmla="*/ 16 h 16"/>
                      <a:gd name="T6" fmla="*/ 10 w 107"/>
                      <a:gd name="T7" fmla="*/ 16 h 16"/>
                      <a:gd name="T8" fmla="*/ 0 w 107"/>
                      <a:gd name="T9" fmla="*/ 0 h 16"/>
                    </a:gdLst>
                    <a:ahLst/>
                    <a:cxnLst>
                      <a:cxn ang="0">
                        <a:pos x="T0" y="T1"/>
                      </a:cxn>
                      <a:cxn ang="0">
                        <a:pos x="T2" y="T3"/>
                      </a:cxn>
                      <a:cxn ang="0">
                        <a:pos x="T4" y="T5"/>
                      </a:cxn>
                      <a:cxn ang="0">
                        <a:pos x="T6" y="T7"/>
                      </a:cxn>
                      <a:cxn ang="0">
                        <a:pos x="T8" y="T9"/>
                      </a:cxn>
                    </a:cxnLst>
                    <a:rect l="0" t="0" r="r" b="b"/>
                    <a:pathLst>
                      <a:path w="107" h="16">
                        <a:moveTo>
                          <a:pt x="0" y="0"/>
                        </a:moveTo>
                        <a:lnTo>
                          <a:pt x="107" y="0"/>
                        </a:lnTo>
                        <a:lnTo>
                          <a:pt x="107" y="16"/>
                        </a:lnTo>
                        <a:lnTo>
                          <a:pt x="10" y="16"/>
                        </a:lnTo>
                        <a:lnTo>
                          <a:pt x="0" y="0"/>
                        </a:lnTo>
                        <a:close/>
                      </a:path>
                    </a:pathLst>
                  </a:custGeom>
                  <a:solidFill>
                    <a:srgbClr val="606060"/>
                  </a:solidFill>
                  <a:ln w="3175">
                    <a:solidFill>
                      <a:srgbClr val="404040"/>
                    </a:solidFill>
                    <a:prstDash val="solid"/>
                    <a:round/>
                    <a:headEnd/>
                    <a:tailEnd/>
                  </a:ln>
                </p:spPr>
                <p:txBody>
                  <a:bodyPr/>
                  <a:lstStyle/>
                  <a:p>
                    <a:endParaRPr lang="en-US"/>
                  </a:p>
                </p:txBody>
              </p:sp>
              <p:grpSp>
                <p:nvGrpSpPr>
                  <p:cNvPr id="2542731" name="Group 22">
                    <a:extLst>
                      <a:ext uri="{FF2B5EF4-FFF2-40B4-BE49-F238E27FC236}">
                        <a16:creationId xmlns:a16="http://schemas.microsoft.com/office/drawing/2014/main" id="{D80A0B4B-2B94-4063-8CAF-5ED9EA50F919}"/>
                      </a:ext>
                    </a:extLst>
                  </p:cNvPr>
                  <p:cNvGrpSpPr>
                    <a:grpSpLocks/>
                  </p:cNvGrpSpPr>
                  <p:nvPr/>
                </p:nvGrpSpPr>
                <p:grpSpPr bwMode="auto">
                  <a:xfrm>
                    <a:off x="1387" y="2258"/>
                    <a:ext cx="89" cy="18"/>
                    <a:chOff x="1387" y="2258"/>
                    <a:chExt cx="89" cy="18"/>
                  </a:xfrm>
                </p:grpSpPr>
                <p:sp>
                  <p:nvSpPr>
                    <p:cNvPr id="2542733" name="Freeform 23">
                      <a:extLst>
                        <a:ext uri="{FF2B5EF4-FFF2-40B4-BE49-F238E27FC236}">
                          <a16:creationId xmlns:a16="http://schemas.microsoft.com/office/drawing/2014/main" id="{F13274F5-BF41-0C90-B851-2C82049CC4AD}"/>
                        </a:ext>
                      </a:extLst>
                    </p:cNvPr>
                    <p:cNvSpPr>
                      <a:spLocks/>
                    </p:cNvSpPr>
                    <p:nvPr/>
                  </p:nvSpPr>
                  <p:spPr bwMode="auto">
                    <a:xfrm>
                      <a:off x="1387" y="2262"/>
                      <a:ext cx="80" cy="14"/>
                    </a:xfrm>
                    <a:custGeom>
                      <a:avLst/>
                      <a:gdLst>
                        <a:gd name="T0" fmla="*/ 0 w 80"/>
                        <a:gd name="T1" fmla="*/ 14 h 14"/>
                        <a:gd name="T2" fmla="*/ 12 w 80"/>
                        <a:gd name="T3" fmla="*/ 0 h 14"/>
                        <a:gd name="T4" fmla="*/ 80 w 80"/>
                        <a:gd name="T5" fmla="*/ 0 h 14"/>
                        <a:gd name="T6" fmla="*/ 80 w 80"/>
                        <a:gd name="T7" fmla="*/ 14 h 14"/>
                      </a:gdLst>
                      <a:ahLst/>
                      <a:cxnLst>
                        <a:cxn ang="0">
                          <a:pos x="T0" y="T1"/>
                        </a:cxn>
                        <a:cxn ang="0">
                          <a:pos x="T2" y="T3"/>
                        </a:cxn>
                        <a:cxn ang="0">
                          <a:pos x="T4" y="T5"/>
                        </a:cxn>
                        <a:cxn ang="0">
                          <a:pos x="T6" y="T7"/>
                        </a:cxn>
                      </a:cxnLst>
                      <a:rect l="0" t="0" r="r" b="b"/>
                      <a:pathLst>
                        <a:path w="80" h="14">
                          <a:moveTo>
                            <a:pt x="0" y="14"/>
                          </a:moveTo>
                          <a:lnTo>
                            <a:pt x="12" y="0"/>
                          </a:lnTo>
                          <a:lnTo>
                            <a:pt x="80" y="0"/>
                          </a:lnTo>
                          <a:lnTo>
                            <a:pt x="80" y="14"/>
                          </a:lnTo>
                        </a:path>
                      </a:pathLst>
                    </a:custGeom>
                    <a:noFill/>
                    <a:ln w="3175">
                      <a:solidFill>
                        <a:srgbClr val="40404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42734" name="Line 24">
                      <a:extLst>
                        <a:ext uri="{FF2B5EF4-FFF2-40B4-BE49-F238E27FC236}">
                          <a16:creationId xmlns:a16="http://schemas.microsoft.com/office/drawing/2014/main" id="{B46F2C61-3F54-F6E5-4839-F5BA5FE8C08D}"/>
                        </a:ext>
                      </a:extLst>
                    </p:cNvPr>
                    <p:cNvSpPr>
                      <a:spLocks noChangeShapeType="1"/>
                    </p:cNvSpPr>
                    <p:nvPr/>
                  </p:nvSpPr>
                  <p:spPr bwMode="auto">
                    <a:xfrm>
                      <a:off x="1475" y="2258"/>
                      <a:ext cx="1" cy="18"/>
                    </a:xfrm>
                    <a:prstGeom prst="line">
                      <a:avLst/>
                    </a:prstGeom>
                    <a:noFill/>
                    <a:ln w="3175">
                      <a:solidFill>
                        <a:srgbClr val="40404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2542732" name="Line 25">
                    <a:extLst>
                      <a:ext uri="{FF2B5EF4-FFF2-40B4-BE49-F238E27FC236}">
                        <a16:creationId xmlns:a16="http://schemas.microsoft.com/office/drawing/2014/main" id="{FC6379FF-3D70-ED09-F550-C64C6DCF2E9D}"/>
                      </a:ext>
                    </a:extLst>
                  </p:cNvPr>
                  <p:cNvSpPr>
                    <a:spLocks noChangeShapeType="1"/>
                  </p:cNvSpPr>
                  <p:nvPr/>
                </p:nvSpPr>
                <p:spPr bwMode="auto">
                  <a:xfrm>
                    <a:off x="1484" y="2276"/>
                    <a:ext cx="1" cy="63"/>
                  </a:xfrm>
                  <a:prstGeom prst="line">
                    <a:avLst/>
                  </a:prstGeom>
                  <a:noFill/>
                  <a:ln w="3175">
                    <a:solidFill>
                      <a:srgbClr val="20202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2542710" name="Group 26">
                <a:extLst>
                  <a:ext uri="{FF2B5EF4-FFF2-40B4-BE49-F238E27FC236}">
                    <a16:creationId xmlns:a16="http://schemas.microsoft.com/office/drawing/2014/main" id="{36DB4ECC-D1EB-DE51-8B9C-0B79A3967BB1}"/>
                  </a:ext>
                </a:extLst>
              </p:cNvPr>
              <p:cNvGrpSpPr>
                <a:grpSpLocks/>
              </p:cNvGrpSpPr>
              <p:nvPr/>
            </p:nvGrpSpPr>
            <p:grpSpPr bwMode="auto">
              <a:xfrm>
                <a:off x="1277" y="2267"/>
                <a:ext cx="86" cy="85"/>
                <a:chOff x="1277" y="2267"/>
                <a:chExt cx="86" cy="85"/>
              </a:xfrm>
            </p:grpSpPr>
            <p:sp>
              <p:nvSpPr>
                <p:cNvPr id="2542715" name="Oval 27">
                  <a:extLst>
                    <a:ext uri="{FF2B5EF4-FFF2-40B4-BE49-F238E27FC236}">
                      <a16:creationId xmlns:a16="http://schemas.microsoft.com/office/drawing/2014/main" id="{18F496BB-7696-49A8-7736-3F23F2C522CB}"/>
                    </a:ext>
                  </a:extLst>
                </p:cNvPr>
                <p:cNvSpPr>
                  <a:spLocks noChangeArrowheads="1"/>
                </p:cNvSpPr>
                <p:nvPr/>
              </p:nvSpPr>
              <p:spPr bwMode="auto">
                <a:xfrm>
                  <a:off x="1277" y="2267"/>
                  <a:ext cx="86" cy="85"/>
                </a:xfrm>
                <a:prstGeom prst="ellipse">
                  <a:avLst/>
                </a:prstGeom>
                <a:solidFill>
                  <a:srgbClr val="202020"/>
                </a:solidFill>
                <a:ln w="3175">
                  <a:solidFill>
                    <a:srgbClr val="000000"/>
                  </a:solidFill>
                  <a:round/>
                  <a:headEnd/>
                  <a:tailEnd/>
                </a:ln>
              </p:spPr>
              <p:txBody>
                <a:bodyPr/>
                <a:lstStyle/>
                <a:p>
                  <a:endParaRPr lang="en-US"/>
                </a:p>
              </p:txBody>
            </p:sp>
            <p:sp>
              <p:nvSpPr>
                <p:cNvPr id="2542725" name="Oval 28">
                  <a:extLst>
                    <a:ext uri="{FF2B5EF4-FFF2-40B4-BE49-F238E27FC236}">
                      <a16:creationId xmlns:a16="http://schemas.microsoft.com/office/drawing/2014/main" id="{5147370C-22C9-FE58-77CE-5BDA11FD0488}"/>
                    </a:ext>
                  </a:extLst>
                </p:cNvPr>
                <p:cNvSpPr>
                  <a:spLocks noChangeArrowheads="1"/>
                </p:cNvSpPr>
                <p:nvPr/>
              </p:nvSpPr>
              <p:spPr bwMode="auto">
                <a:xfrm>
                  <a:off x="1289" y="2279"/>
                  <a:ext cx="60" cy="59"/>
                </a:xfrm>
                <a:prstGeom prst="ellipse">
                  <a:avLst/>
                </a:prstGeom>
                <a:solidFill>
                  <a:srgbClr val="A0A0A0"/>
                </a:solidFill>
                <a:ln w="3175">
                  <a:solidFill>
                    <a:srgbClr val="000000"/>
                  </a:solidFill>
                  <a:round/>
                  <a:headEnd/>
                  <a:tailEnd/>
                </a:ln>
              </p:spPr>
              <p:txBody>
                <a:bodyPr/>
                <a:lstStyle/>
                <a:p>
                  <a:endParaRPr lang="en-US"/>
                </a:p>
              </p:txBody>
            </p:sp>
            <p:sp>
              <p:nvSpPr>
                <p:cNvPr id="2542726" name="Oval 29">
                  <a:extLst>
                    <a:ext uri="{FF2B5EF4-FFF2-40B4-BE49-F238E27FC236}">
                      <a16:creationId xmlns:a16="http://schemas.microsoft.com/office/drawing/2014/main" id="{E739934F-8963-40B4-BD29-22EDB82D4946}"/>
                    </a:ext>
                  </a:extLst>
                </p:cNvPr>
                <p:cNvSpPr>
                  <a:spLocks noChangeArrowheads="1"/>
                </p:cNvSpPr>
                <p:nvPr/>
              </p:nvSpPr>
              <p:spPr bwMode="auto">
                <a:xfrm>
                  <a:off x="1305" y="2297"/>
                  <a:ext cx="26" cy="25"/>
                </a:xfrm>
                <a:prstGeom prst="ellipse">
                  <a:avLst/>
                </a:prstGeom>
                <a:solidFill>
                  <a:srgbClr val="606060"/>
                </a:solidFill>
                <a:ln w="3175">
                  <a:solidFill>
                    <a:srgbClr val="000000"/>
                  </a:solidFill>
                  <a:round/>
                  <a:headEnd/>
                  <a:tailEnd/>
                </a:ln>
              </p:spPr>
              <p:txBody>
                <a:bodyPr/>
                <a:lstStyle/>
                <a:p>
                  <a:endParaRPr lang="en-US"/>
                </a:p>
              </p:txBody>
            </p:sp>
          </p:grpSp>
          <p:grpSp>
            <p:nvGrpSpPr>
              <p:cNvPr id="2542711" name="Group 30">
                <a:extLst>
                  <a:ext uri="{FF2B5EF4-FFF2-40B4-BE49-F238E27FC236}">
                    <a16:creationId xmlns:a16="http://schemas.microsoft.com/office/drawing/2014/main" id="{6CD9BC5F-8758-537F-C286-5DAADB452EA1}"/>
                  </a:ext>
                </a:extLst>
              </p:cNvPr>
              <p:cNvGrpSpPr>
                <a:grpSpLocks/>
              </p:cNvGrpSpPr>
              <p:nvPr/>
            </p:nvGrpSpPr>
            <p:grpSpPr bwMode="auto">
              <a:xfrm>
                <a:off x="1390" y="2267"/>
                <a:ext cx="86" cy="85"/>
                <a:chOff x="1390" y="2267"/>
                <a:chExt cx="86" cy="85"/>
              </a:xfrm>
            </p:grpSpPr>
            <p:sp>
              <p:nvSpPr>
                <p:cNvPr id="2542712" name="Oval 31">
                  <a:extLst>
                    <a:ext uri="{FF2B5EF4-FFF2-40B4-BE49-F238E27FC236}">
                      <a16:creationId xmlns:a16="http://schemas.microsoft.com/office/drawing/2014/main" id="{F12E6E09-E3CD-8FE7-F199-96E974F0D4C5}"/>
                    </a:ext>
                  </a:extLst>
                </p:cNvPr>
                <p:cNvSpPr>
                  <a:spLocks noChangeArrowheads="1"/>
                </p:cNvSpPr>
                <p:nvPr/>
              </p:nvSpPr>
              <p:spPr bwMode="auto">
                <a:xfrm>
                  <a:off x="1390" y="2267"/>
                  <a:ext cx="86" cy="85"/>
                </a:xfrm>
                <a:prstGeom prst="ellipse">
                  <a:avLst/>
                </a:prstGeom>
                <a:solidFill>
                  <a:srgbClr val="202020"/>
                </a:solidFill>
                <a:ln w="3175">
                  <a:solidFill>
                    <a:srgbClr val="000000"/>
                  </a:solidFill>
                  <a:round/>
                  <a:headEnd/>
                  <a:tailEnd/>
                </a:ln>
              </p:spPr>
              <p:txBody>
                <a:bodyPr/>
                <a:lstStyle/>
                <a:p>
                  <a:endParaRPr lang="en-US"/>
                </a:p>
              </p:txBody>
            </p:sp>
            <p:sp>
              <p:nvSpPr>
                <p:cNvPr id="2542713" name="Oval 32">
                  <a:extLst>
                    <a:ext uri="{FF2B5EF4-FFF2-40B4-BE49-F238E27FC236}">
                      <a16:creationId xmlns:a16="http://schemas.microsoft.com/office/drawing/2014/main" id="{98CC002A-51A3-9A58-75CE-1604A62BFF33}"/>
                    </a:ext>
                  </a:extLst>
                </p:cNvPr>
                <p:cNvSpPr>
                  <a:spLocks noChangeArrowheads="1"/>
                </p:cNvSpPr>
                <p:nvPr/>
              </p:nvSpPr>
              <p:spPr bwMode="auto">
                <a:xfrm>
                  <a:off x="1404" y="2279"/>
                  <a:ext cx="60" cy="59"/>
                </a:xfrm>
                <a:prstGeom prst="ellipse">
                  <a:avLst/>
                </a:prstGeom>
                <a:solidFill>
                  <a:srgbClr val="A0A0A0"/>
                </a:solidFill>
                <a:ln w="3175">
                  <a:solidFill>
                    <a:srgbClr val="000000"/>
                  </a:solidFill>
                  <a:round/>
                  <a:headEnd/>
                  <a:tailEnd/>
                </a:ln>
              </p:spPr>
              <p:txBody>
                <a:bodyPr/>
                <a:lstStyle/>
                <a:p>
                  <a:endParaRPr lang="en-US"/>
                </a:p>
              </p:txBody>
            </p:sp>
            <p:sp>
              <p:nvSpPr>
                <p:cNvPr id="2542714" name="Oval 33">
                  <a:extLst>
                    <a:ext uri="{FF2B5EF4-FFF2-40B4-BE49-F238E27FC236}">
                      <a16:creationId xmlns:a16="http://schemas.microsoft.com/office/drawing/2014/main" id="{A628C991-4C64-3674-0C8E-6CE784D5C619}"/>
                    </a:ext>
                  </a:extLst>
                </p:cNvPr>
                <p:cNvSpPr>
                  <a:spLocks noChangeArrowheads="1"/>
                </p:cNvSpPr>
                <p:nvPr/>
              </p:nvSpPr>
              <p:spPr bwMode="auto">
                <a:xfrm>
                  <a:off x="1420" y="2297"/>
                  <a:ext cx="26" cy="25"/>
                </a:xfrm>
                <a:prstGeom prst="ellipse">
                  <a:avLst/>
                </a:prstGeom>
                <a:solidFill>
                  <a:srgbClr val="606060"/>
                </a:solidFill>
                <a:ln w="3175">
                  <a:solidFill>
                    <a:srgbClr val="000000"/>
                  </a:solidFill>
                  <a:round/>
                  <a:headEnd/>
                  <a:tailEnd/>
                </a:ln>
              </p:spPr>
              <p:txBody>
                <a:bodyPr/>
                <a:lstStyle/>
                <a:p>
                  <a:endParaRPr lang="en-US"/>
                </a:p>
              </p:txBody>
            </p:sp>
          </p:grpSp>
        </p:grpSp>
      </p:grpSp>
      <p:grpSp>
        <p:nvGrpSpPr>
          <p:cNvPr id="2542745" name="Group 4">
            <a:extLst>
              <a:ext uri="{FF2B5EF4-FFF2-40B4-BE49-F238E27FC236}">
                <a16:creationId xmlns:a16="http://schemas.microsoft.com/office/drawing/2014/main" id="{2D2349E7-3A8E-AF3C-220E-FB743AD5A5BD}"/>
              </a:ext>
            </a:extLst>
          </p:cNvPr>
          <p:cNvGrpSpPr>
            <a:grpSpLocks/>
          </p:cNvGrpSpPr>
          <p:nvPr/>
        </p:nvGrpSpPr>
        <p:grpSpPr bwMode="auto">
          <a:xfrm>
            <a:off x="5953798" y="4035304"/>
            <a:ext cx="448469" cy="205096"/>
            <a:chOff x="2256" y="2352"/>
            <a:chExt cx="933" cy="365"/>
          </a:xfrm>
        </p:grpSpPr>
        <p:grpSp>
          <p:nvGrpSpPr>
            <p:cNvPr id="2542746" name="Group 5">
              <a:extLst>
                <a:ext uri="{FF2B5EF4-FFF2-40B4-BE49-F238E27FC236}">
                  <a16:creationId xmlns:a16="http://schemas.microsoft.com/office/drawing/2014/main" id="{9B44E716-7E74-8C12-9583-A0F94566188E}"/>
                </a:ext>
              </a:extLst>
            </p:cNvPr>
            <p:cNvGrpSpPr>
              <a:grpSpLocks/>
            </p:cNvGrpSpPr>
            <p:nvPr/>
          </p:nvGrpSpPr>
          <p:grpSpPr bwMode="auto">
            <a:xfrm flipH="1">
              <a:off x="2256" y="2352"/>
              <a:ext cx="933" cy="249"/>
              <a:chOff x="693" y="2029"/>
              <a:chExt cx="836" cy="228"/>
            </a:xfrm>
          </p:grpSpPr>
          <p:sp>
            <p:nvSpPr>
              <p:cNvPr id="2542774" name="Rectangle 6">
                <a:extLst>
                  <a:ext uri="{FF2B5EF4-FFF2-40B4-BE49-F238E27FC236}">
                    <a16:creationId xmlns:a16="http://schemas.microsoft.com/office/drawing/2014/main" id="{7607ACE0-1C95-027E-2CF6-3221C0229B4D}"/>
                  </a:ext>
                </a:extLst>
              </p:cNvPr>
              <p:cNvSpPr>
                <a:spLocks noChangeArrowheads="1"/>
              </p:cNvSpPr>
              <p:nvPr/>
            </p:nvSpPr>
            <p:spPr bwMode="auto">
              <a:xfrm>
                <a:off x="693" y="2029"/>
                <a:ext cx="836" cy="228"/>
              </a:xfrm>
              <a:prstGeom prst="rect">
                <a:avLst/>
              </a:prstGeom>
              <a:gradFill rotWithShape="0">
                <a:gsLst>
                  <a:gs pos="0">
                    <a:srgbClr val="037C03"/>
                  </a:gs>
                  <a:gs pos="50000">
                    <a:srgbClr val="037C03">
                      <a:gamma/>
                      <a:shade val="6275"/>
                      <a:invGamma/>
                    </a:srgbClr>
                  </a:gs>
                  <a:gs pos="100000">
                    <a:srgbClr val="037C03"/>
                  </a:gs>
                </a:gsLst>
                <a:lin ang="5400000" scaled="1"/>
              </a:gradFill>
              <a:ln w="3175">
                <a:solidFill>
                  <a:srgbClr val="000000"/>
                </a:solidFill>
                <a:miter lim="800000"/>
                <a:headEnd/>
                <a:tailEnd/>
              </a:ln>
            </p:spPr>
            <p:txBody>
              <a:bodyPr/>
              <a:lstStyle/>
              <a:p>
                <a:endParaRPr lang="en-US"/>
              </a:p>
            </p:txBody>
          </p:sp>
          <p:sp>
            <p:nvSpPr>
              <p:cNvPr id="2542775" name="Rectangle 7">
                <a:extLst>
                  <a:ext uri="{FF2B5EF4-FFF2-40B4-BE49-F238E27FC236}">
                    <a16:creationId xmlns:a16="http://schemas.microsoft.com/office/drawing/2014/main" id="{0D363DA2-C4E8-DD8F-BCB7-6C3FEB911DA3}"/>
                  </a:ext>
                </a:extLst>
              </p:cNvPr>
              <p:cNvSpPr>
                <a:spLocks noChangeArrowheads="1"/>
              </p:cNvSpPr>
              <p:nvPr/>
            </p:nvSpPr>
            <p:spPr bwMode="auto">
              <a:xfrm>
                <a:off x="693" y="2037"/>
                <a:ext cx="836" cy="213"/>
              </a:xfrm>
              <a:prstGeom prst="rect">
                <a:avLst/>
              </a:prstGeom>
              <a:solidFill>
                <a:srgbClr val="C5D3ED"/>
              </a:solidFill>
              <a:ln w="3175">
                <a:solidFill>
                  <a:srgbClr val="000000"/>
                </a:solidFill>
                <a:miter lim="800000"/>
                <a:headEnd/>
                <a:tailEnd/>
              </a:ln>
            </p:spPr>
            <p:txBody>
              <a:bodyPr/>
              <a:lstStyle/>
              <a:p>
                <a:endParaRPr lang="en-US" dirty="0"/>
              </a:p>
            </p:txBody>
          </p:sp>
        </p:grpSp>
        <p:grpSp>
          <p:nvGrpSpPr>
            <p:cNvPr id="2542747" name="Group 8">
              <a:extLst>
                <a:ext uri="{FF2B5EF4-FFF2-40B4-BE49-F238E27FC236}">
                  <a16:creationId xmlns:a16="http://schemas.microsoft.com/office/drawing/2014/main" id="{EC18BB16-2AF9-0CDD-6DF0-37235E5F2AD4}"/>
                </a:ext>
              </a:extLst>
            </p:cNvPr>
            <p:cNvGrpSpPr>
              <a:grpSpLocks/>
            </p:cNvGrpSpPr>
            <p:nvPr/>
          </p:nvGrpSpPr>
          <p:grpSpPr bwMode="auto">
            <a:xfrm flipH="1">
              <a:off x="2413" y="2614"/>
              <a:ext cx="624" cy="103"/>
              <a:chOff x="926" y="2258"/>
              <a:chExt cx="559" cy="94"/>
            </a:xfrm>
          </p:grpSpPr>
          <p:grpSp>
            <p:nvGrpSpPr>
              <p:cNvPr id="2542748" name="Group 9">
                <a:extLst>
                  <a:ext uri="{FF2B5EF4-FFF2-40B4-BE49-F238E27FC236}">
                    <a16:creationId xmlns:a16="http://schemas.microsoft.com/office/drawing/2014/main" id="{39B1F336-0585-5379-9022-97BF95DF546F}"/>
                  </a:ext>
                </a:extLst>
              </p:cNvPr>
              <p:cNvGrpSpPr>
                <a:grpSpLocks/>
              </p:cNvGrpSpPr>
              <p:nvPr/>
            </p:nvGrpSpPr>
            <p:grpSpPr bwMode="auto">
              <a:xfrm>
                <a:off x="926" y="2258"/>
                <a:ext cx="559" cy="81"/>
                <a:chOff x="926" y="2258"/>
                <a:chExt cx="559" cy="81"/>
              </a:xfrm>
            </p:grpSpPr>
            <p:grpSp>
              <p:nvGrpSpPr>
                <p:cNvPr id="2542757" name="Group 10">
                  <a:extLst>
                    <a:ext uri="{FF2B5EF4-FFF2-40B4-BE49-F238E27FC236}">
                      <a16:creationId xmlns:a16="http://schemas.microsoft.com/office/drawing/2014/main" id="{E97D7756-C6B3-5696-8678-7EB21B9FC74B}"/>
                    </a:ext>
                  </a:extLst>
                </p:cNvPr>
                <p:cNvGrpSpPr>
                  <a:grpSpLocks/>
                </p:cNvGrpSpPr>
                <p:nvPr/>
              </p:nvGrpSpPr>
              <p:grpSpPr bwMode="auto">
                <a:xfrm>
                  <a:off x="926" y="2258"/>
                  <a:ext cx="67" cy="62"/>
                  <a:chOff x="926" y="2258"/>
                  <a:chExt cx="67" cy="62"/>
                </a:xfrm>
              </p:grpSpPr>
              <p:sp>
                <p:nvSpPr>
                  <p:cNvPr id="2542770" name="Freeform 11">
                    <a:extLst>
                      <a:ext uri="{FF2B5EF4-FFF2-40B4-BE49-F238E27FC236}">
                        <a16:creationId xmlns:a16="http://schemas.microsoft.com/office/drawing/2014/main" id="{2383A05B-EBAD-BA65-45DB-63D4E58B6957}"/>
                      </a:ext>
                    </a:extLst>
                  </p:cNvPr>
                  <p:cNvSpPr>
                    <a:spLocks/>
                  </p:cNvSpPr>
                  <p:nvPr/>
                </p:nvSpPr>
                <p:spPr bwMode="auto">
                  <a:xfrm>
                    <a:off x="926" y="2258"/>
                    <a:ext cx="67" cy="10"/>
                  </a:xfrm>
                  <a:custGeom>
                    <a:avLst/>
                    <a:gdLst>
                      <a:gd name="T0" fmla="*/ 0 w 67"/>
                      <a:gd name="T1" fmla="*/ 0 h 10"/>
                      <a:gd name="T2" fmla="*/ 67 w 67"/>
                      <a:gd name="T3" fmla="*/ 0 h 10"/>
                      <a:gd name="T4" fmla="*/ 59 w 67"/>
                      <a:gd name="T5" fmla="*/ 10 h 10"/>
                      <a:gd name="T6" fmla="*/ 7 w 67"/>
                      <a:gd name="T7" fmla="*/ 10 h 10"/>
                      <a:gd name="T8" fmla="*/ 0 w 67"/>
                      <a:gd name="T9" fmla="*/ 0 h 10"/>
                    </a:gdLst>
                    <a:ahLst/>
                    <a:cxnLst>
                      <a:cxn ang="0">
                        <a:pos x="T0" y="T1"/>
                      </a:cxn>
                      <a:cxn ang="0">
                        <a:pos x="T2" y="T3"/>
                      </a:cxn>
                      <a:cxn ang="0">
                        <a:pos x="T4" y="T5"/>
                      </a:cxn>
                      <a:cxn ang="0">
                        <a:pos x="T6" y="T7"/>
                      </a:cxn>
                      <a:cxn ang="0">
                        <a:pos x="T8" y="T9"/>
                      </a:cxn>
                    </a:cxnLst>
                    <a:rect l="0" t="0" r="r" b="b"/>
                    <a:pathLst>
                      <a:path w="67" h="10">
                        <a:moveTo>
                          <a:pt x="0" y="0"/>
                        </a:moveTo>
                        <a:lnTo>
                          <a:pt x="67" y="0"/>
                        </a:lnTo>
                        <a:lnTo>
                          <a:pt x="59" y="10"/>
                        </a:lnTo>
                        <a:lnTo>
                          <a:pt x="7" y="10"/>
                        </a:lnTo>
                        <a:lnTo>
                          <a:pt x="0" y="0"/>
                        </a:lnTo>
                        <a:close/>
                      </a:path>
                    </a:pathLst>
                  </a:custGeom>
                  <a:solidFill>
                    <a:srgbClr val="606060"/>
                  </a:solidFill>
                  <a:ln w="3175">
                    <a:solidFill>
                      <a:srgbClr val="404040"/>
                    </a:solidFill>
                    <a:prstDash val="solid"/>
                    <a:round/>
                    <a:headEnd/>
                    <a:tailEnd/>
                  </a:ln>
                </p:spPr>
                <p:txBody>
                  <a:bodyPr/>
                  <a:lstStyle/>
                  <a:p>
                    <a:endParaRPr lang="en-US"/>
                  </a:p>
                </p:txBody>
              </p:sp>
              <p:sp>
                <p:nvSpPr>
                  <p:cNvPr id="2542772" name="Freeform 12">
                    <a:extLst>
                      <a:ext uri="{FF2B5EF4-FFF2-40B4-BE49-F238E27FC236}">
                        <a16:creationId xmlns:a16="http://schemas.microsoft.com/office/drawing/2014/main" id="{F4BEE71D-28F7-D204-A9C1-83F07FA0F644}"/>
                      </a:ext>
                    </a:extLst>
                  </p:cNvPr>
                  <p:cNvSpPr>
                    <a:spLocks/>
                  </p:cNvSpPr>
                  <p:nvPr/>
                </p:nvSpPr>
                <p:spPr bwMode="auto">
                  <a:xfrm>
                    <a:off x="941" y="2268"/>
                    <a:ext cx="34" cy="4"/>
                  </a:xfrm>
                  <a:custGeom>
                    <a:avLst/>
                    <a:gdLst>
                      <a:gd name="T0" fmla="*/ 0 w 34"/>
                      <a:gd name="T1" fmla="*/ 0 h 4"/>
                      <a:gd name="T2" fmla="*/ 34 w 34"/>
                      <a:gd name="T3" fmla="*/ 0 h 4"/>
                      <a:gd name="T4" fmla="*/ 30 w 34"/>
                      <a:gd name="T5" fmla="*/ 4 h 4"/>
                      <a:gd name="T6" fmla="*/ 4 w 34"/>
                      <a:gd name="T7" fmla="*/ 4 h 4"/>
                      <a:gd name="T8" fmla="*/ 0 w 34"/>
                      <a:gd name="T9" fmla="*/ 0 h 4"/>
                    </a:gdLst>
                    <a:ahLst/>
                    <a:cxnLst>
                      <a:cxn ang="0">
                        <a:pos x="T0" y="T1"/>
                      </a:cxn>
                      <a:cxn ang="0">
                        <a:pos x="T2" y="T3"/>
                      </a:cxn>
                      <a:cxn ang="0">
                        <a:pos x="T4" y="T5"/>
                      </a:cxn>
                      <a:cxn ang="0">
                        <a:pos x="T6" y="T7"/>
                      </a:cxn>
                      <a:cxn ang="0">
                        <a:pos x="T8" y="T9"/>
                      </a:cxn>
                    </a:cxnLst>
                    <a:rect l="0" t="0" r="r" b="b"/>
                    <a:pathLst>
                      <a:path w="34" h="4">
                        <a:moveTo>
                          <a:pt x="0" y="0"/>
                        </a:moveTo>
                        <a:lnTo>
                          <a:pt x="34" y="0"/>
                        </a:lnTo>
                        <a:lnTo>
                          <a:pt x="30" y="4"/>
                        </a:lnTo>
                        <a:lnTo>
                          <a:pt x="4" y="4"/>
                        </a:lnTo>
                        <a:lnTo>
                          <a:pt x="0" y="0"/>
                        </a:lnTo>
                        <a:close/>
                      </a:path>
                    </a:pathLst>
                  </a:custGeom>
                  <a:solidFill>
                    <a:srgbClr val="606060"/>
                  </a:solidFill>
                  <a:ln w="3175">
                    <a:solidFill>
                      <a:srgbClr val="404040"/>
                    </a:solidFill>
                    <a:prstDash val="solid"/>
                    <a:round/>
                    <a:headEnd/>
                    <a:tailEnd/>
                  </a:ln>
                </p:spPr>
                <p:txBody>
                  <a:bodyPr/>
                  <a:lstStyle/>
                  <a:p>
                    <a:endParaRPr lang="en-US"/>
                  </a:p>
                </p:txBody>
              </p:sp>
              <p:sp>
                <p:nvSpPr>
                  <p:cNvPr id="2542773" name="Rectangle 13">
                    <a:extLst>
                      <a:ext uri="{FF2B5EF4-FFF2-40B4-BE49-F238E27FC236}">
                        <a16:creationId xmlns:a16="http://schemas.microsoft.com/office/drawing/2014/main" id="{F7D29437-702D-0905-5432-56BA32C7453D}"/>
                      </a:ext>
                    </a:extLst>
                  </p:cNvPr>
                  <p:cNvSpPr>
                    <a:spLocks noChangeArrowheads="1"/>
                  </p:cNvSpPr>
                  <p:nvPr/>
                </p:nvSpPr>
                <p:spPr bwMode="auto">
                  <a:xfrm>
                    <a:off x="956" y="2273"/>
                    <a:ext cx="6" cy="47"/>
                  </a:xfrm>
                  <a:prstGeom prst="rect">
                    <a:avLst/>
                  </a:prstGeom>
                  <a:solidFill>
                    <a:srgbClr val="606060"/>
                  </a:solidFill>
                  <a:ln w="3175">
                    <a:solidFill>
                      <a:srgbClr val="404040"/>
                    </a:solidFill>
                    <a:miter lim="800000"/>
                    <a:headEnd/>
                    <a:tailEnd/>
                  </a:ln>
                </p:spPr>
                <p:txBody>
                  <a:bodyPr/>
                  <a:lstStyle/>
                  <a:p>
                    <a:endParaRPr lang="en-US"/>
                  </a:p>
                </p:txBody>
              </p:sp>
            </p:grpSp>
            <p:grpSp>
              <p:nvGrpSpPr>
                <p:cNvPr id="2542758" name="Group 14">
                  <a:extLst>
                    <a:ext uri="{FF2B5EF4-FFF2-40B4-BE49-F238E27FC236}">
                      <a16:creationId xmlns:a16="http://schemas.microsoft.com/office/drawing/2014/main" id="{881FA826-A7FC-63E6-DC35-2D42902500D6}"/>
                    </a:ext>
                  </a:extLst>
                </p:cNvPr>
                <p:cNvGrpSpPr>
                  <a:grpSpLocks/>
                </p:cNvGrpSpPr>
                <p:nvPr/>
              </p:nvGrpSpPr>
              <p:grpSpPr bwMode="auto">
                <a:xfrm>
                  <a:off x="1264" y="2258"/>
                  <a:ext cx="107" cy="81"/>
                  <a:chOff x="1264" y="2258"/>
                  <a:chExt cx="107" cy="81"/>
                </a:xfrm>
              </p:grpSpPr>
              <p:sp>
                <p:nvSpPr>
                  <p:cNvPr id="2542765" name="Freeform 15">
                    <a:extLst>
                      <a:ext uri="{FF2B5EF4-FFF2-40B4-BE49-F238E27FC236}">
                        <a16:creationId xmlns:a16="http://schemas.microsoft.com/office/drawing/2014/main" id="{BB5C9D85-42F0-17AA-2E4C-329146627A91}"/>
                      </a:ext>
                    </a:extLst>
                  </p:cNvPr>
                  <p:cNvSpPr>
                    <a:spLocks/>
                  </p:cNvSpPr>
                  <p:nvPr/>
                </p:nvSpPr>
                <p:spPr bwMode="auto">
                  <a:xfrm>
                    <a:off x="1264" y="2260"/>
                    <a:ext cx="106" cy="16"/>
                  </a:xfrm>
                  <a:custGeom>
                    <a:avLst/>
                    <a:gdLst>
                      <a:gd name="T0" fmla="*/ 0 w 106"/>
                      <a:gd name="T1" fmla="*/ 0 h 16"/>
                      <a:gd name="T2" fmla="*/ 106 w 106"/>
                      <a:gd name="T3" fmla="*/ 0 h 16"/>
                      <a:gd name="T4" fmla="*/ 106 w 106"/>
                      <a:gd name="T5" fmla="*/ 16 h 16"/>
                      <a:gd name="T6" fmla="*/ 8 w 106"/>
                      <a:gd name="T7" fmla="*/ 16 h 16"/>
                      <a:gd name="T8" fmla="*/ 0 w 106"/>
                      <a:gd name="T9" fmla="*/ 0 h 16"/>
                    </a:gdLst>
                    <a:ahLst/>
                    <a:cxnLst>
                      <a:cxn ang="0">
                        <a:pos x="T0" y="T1"/>
                      </a:cxn>
                      <a:cxn ang="0">
                        <a:pos x="T2" y="T3"/>
                      </a:cxn>
                      <a:cxn ang="0">
                        <a:pos x="T4" y="T5"/>
                      </a:cxn>
                      <a:cxn ang="0">
                        <a:pos x="T6" y="T7"/>
                      </a:cxn>
                      <a:cxn ang="0">
                        <a:pos x="T8" y="T9"/>
                      </a:cxn>
                    </a:cxnLst>
                    <a:rect l="0" t="0" r="r" b="b"/>
                    <a:pathLst>
                      <a:path w="106" h="16">
                        <a:moveTo>
                          <a:pt x="0" y="0"/>
                        </a:moveTo>
                        <a:lnTo>
                          <a:pt x="106" y="0"/>
                        </a:lnTo>
                        <a:lnTo>
                          <a:pt x="106" y="16"/>
                        </a:lnTo>
                        <a:lnTo>
                          <a:pt x="8" y="16"/>
                        </a:lnTo>
                        <a:lnTo>
                          <a:pt x="0" y="0"/>
                        </a:lnTo>
                        <a:close/>
                      </a:path>
                    </a:pathLst>
                  </a:custGeom>
                  <a:solidFill>
                    <a:srgbClr val="606060"/>
                  </a:solidFill>
                  <a:ln w="3175">
                    <a:solidFill>
                      <a:srgbClr val="404040"/>
                    </a:solidFill>
                    <a:prstDash val="solid"/>
                    <a:round/>
                    <a:headEnd/>
                    <a:tailEnd/>
                  </a:ln>
                </p:spPr>
                <p:txBody>
                  <a:bodyPr/>
                  <a:lstStyle/>
                  <a:p>
                    <a:endParaRPr lang="en-US"/>
                  </a:p>
                </p:txBody>
              </p:sp>
              <p:grpSp>
                <p:nvGrpSpPr>
                  <p:cNvPr id="2542766" name="Group 16">
                    <a:extLst>
                      <a:ext uri="{FF2B5EF4-FFF2-40B4-BE49-F238E27FC236}">
                        <a16:creationId xmlns:a16="http://schemas.microsoft.com/office/drawing/2014/main" id="{8DFB16F2-8672-26C7-D1A4-7BA83EA449C4}"/>
                      </a:ext>
                    </a:extLst>
                  </p:cNvPr>
                  <p:cNvGrpSpPr>
                    <a:grpSpLocks/>
                  </p:cNvGrpSpPr>
                  <p:nvPr/>
                </p:nvGrpSpPr>
                <p:grpSpPr bwMode="auto">
                  <a:xfrm>
                    <a:off x="1272" y="2258"/>
                    <a:ext cx="91" cy="18"/>
                    <a:chOff x="1272" y="2258"/>
                    <a:chExt cx="91" cy="18"/>
                  </a:xfrm>
                </p:grpSpPr>
                <p:sp>
                  <p:nvSpPr>
                    <p:cNvPr id="2542768" name="Freeform 17">
                      <a:extLst>
                        <a:ext uri="{FF2B5EF4-FFF2-40B4-BE49-F238E27FC236}">
                          <a16:creationId xmlns:a16="http://schemas.microsoft.com/office/drawing/2014/main" id="{7E0CD0E1-F26B-278E-FFF4-5282F1A7F06A}"/>
                        </a:ext>
                      </a:extLst>
                    </p:cNvPr>
                    <p:cNvSpPr>
                      <a:spLocks/>
                    </p:cNvSpPr>
                    <p:nvPr/>
                  </p:nvSpPr>
                  <p:spPr bwMode="auto">
                    <a:xfrm>
                      <a:off x="1272" y="2262"/>
                      <a:ext cx="80" cy="14"/>
                    </a:xfrm>
                    <a:custGeom>
                      <a:avLst/>
                      <a:gdLst>
                        <a:gd name="T0" fmla="*/ 0 w 80"/>
                        <a:gd name="T1" fmla="*/ 14 h 14"/>
                        <a:gd name="T2" fmla="*/ 12 w 80"/>
                        <a:gd name="T3" fmla="*/ 0 h 14"/>
                        <a:gd name="T4" fmla="*/ 80 w 80"/>
                        <a:gd name="T5" fmla="*/ 0 h 14"/>
                        <a:gd name="T6" fmla="*/ 80 w 80"/>
                        <a:gd name="T7" fmla="*/ 14 h 14"/>
                      </a:gdLst>
                      <a:ahLst/>
                      <a:cxnLst>
                        <a:cxn ang="0">
                          <a:pos x="T0" y="T1"/>
                        </a:cxn>
                        <a:cxn ang="0">
                          <a:pos x="T2" y="T3"/>
                        </a:cxn>
                        <a:cxn ang="0">
                          <a:pos x="T4" y="T5"/>
                        </a:cxn>
                        <a:cxn ang="0">
                          <a:pos x="T6" y="T7"/>
                        </a:cxn>
                      </a:cxnLst>
                      <a:rect l="0" t="0" r="r" b="b"/>
                      <a:pathLst>
                        <a:path w="80" h="14">
                          <a:moveTo>
                            <a:pt x="0" y="14"/>
                          </a:moveTo>
                          <a:lnTo>
                            <a:pt x="12" y="0"/>
                          </a:lnTo>
                          <a:lnTo>
                            <a:pt x="80" y="0"/>
                          </a:lnTo>
                          <a:lnTo>
                            <a:pt x="80" y="14"/>
                          </a:lnTo>
                        </a:path>
                      </a:pathLst>
                    </a:custGeom>
                    <a:noFill/>
                    <a:ln w="3175">
                      <a:solidFill>
                        <a:srgbClr val="40404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42769" name="Line 18">
                      <a:extLst>
                        <a:ext uri="{FF2B5EF4-FFF2-40B4-BE49-F238E27FC236}">
                          <a16:creationId xmlns:a16="http://schemas.microsoft.com/office/drawing/2014/main" id="{2E3FFEF2-7C87-E579-A133-C1230A1A3CE0}"/>
                        </a:ext>
                      </a:extLst>
                    </p:cNvPr>
                    <p:cNvSpPr>
                      <a:spLocks noChangeShapeType="1"/>
                    </p:cNvSpPr>
                    <p:nvPr/>
                  </p:nvSpPr>
                  <p:spPr bwMode="auto">
                    <a:xfrm>
                      <a:off x="1362" y="2258"/>
                      <a:ext cx="1" cy="18"/>
                    </a:xfrm>
                    <a:prstGeom prst="line">
                      <a:avLst/>
                    </a:prstGeom>
                    <a:noFill/>
                    <a:ln w="3175">
                      <a:solidFill>
                        <a:srgbClr val="40404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2542767" name="Line 19">
                    <a:extLst>
                      <a:ext uri="{FF2B5EF4-FFF2-40B4-BE49-F238E27FC236}">
                        <a16:creationId xmlns:a16="http://schemas.microsoft.com/office/drawing/2014/main" id="{1BDDDDD3-3D97-AB40-1BE1-0AD66256F65C}"/>
                      </a:ext>
                    </a:extLst>
                  </p:cNvPr>
                  <p:cNvSpPr>
                    <a:spLocks noChangeShapeType="1"/>
                  </p:cNvSpPr>
                  <p:nvPr/>
                </p:nvSpPr>
                <p:spPr bwMode="auto">
                  <a:xfrm>
                    <a:off x="1370" y="2276"/>
                    <a:ext cx="1" cy="63"/>
                  </a:xfrm>
                  <a:prstGeom prst="line">
                    <a:avLst/>
                  </a:prstGeom>
                  <a:noFill/>
                  <a:ln w="3175">
                    <a:solidFill>
                      <a:srgbClr val="20202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2542759" name="Group 20">
                  <a:extLst>
                    <a:ext uri="{FF2B5EF4-FFF2-40B4-BE49-F238E27FC236}">
                      <a16:creationId xmlns:a16="http://schemas.microsoft.com/office/drawing/2014/main" id="{7EAECF70-2916-4397-5AC2-23D6507F7A22}"/>
                    </a:ext>
                  </a:extLst>
                </p:cNvPr>
                <p:cNvGrpSpPr>
                  <a:grpSpLocks/>
                </p:cNvGrpSpPr>
                <p:nvPr/>
              </p:nvGrpSpPr>
              <p:grpSpPr bwMode="auto">
                <a:xfrm>
                  <a:off x="1377" y="2258"/>
                  <a:ext cx="108" cy="81"/>
                  <a:chOff x="1377" y="2258"/>
                  <a:chExt cx="108" cy="81"/>
                </a:xfrm>
              </p:grpSpPr>
              <p:sp>
                <p:nvSpPr>
                  <p:cNvPr id="2542760" name="Freeform 21">
                    <a:extLst>
                      <a:ext uri="{FF2B5EF4-FFF2-40B4-BE49-F238E27FC236}">
                        <a16:creationId xmlns:a16="http://schemas.microsoft.com/office/drawing/2014/main" id="{D0F77F9F-8A12-9479-C160-1CB9E8B20D61}"/>
                      </a:ext>
                    </a:extLst>
                  </p:cNvPr>
                  <p:cNvSpPr>
                    <a:spLocks/>
                  </p:cNvSpPr>
                  <p:nvPr/>
                </p:nvSpPr>
                <p:spPr bwMode="auto">
                  <a:xfrm>
                    <a:off x="1377" y="2260"/>
                    <a:ext cx="107" cy="16"/>
                  </a:xfrm>
                  <a:custGeom>
                    <a:avLst/>
                    <a:gdLst>
                      <a:gd name="T0" fmla="*/ 0 w 107"/>
                      <a:gd name="T1" fmla="*/ 0 h 16"/>
                      <a:gd name="T2" fmla="*/ 107 w 107"/>
                      <a:gd name="T3" fmla="*/ 0 h 16"/>
                      <a:gd name="T4" fmla="*/ 107 w 107"/>
                      <a:gd name="T5" fmla="*/ 16 h 16"/>
                      <a:gd name="T6" fmla="*/ 10 w 107"/>
                      <a:gd name="T7" fmla="*/ 16 h 16"/>
                      <a:gd name="T8" fmla="*/ 0 w 107"/>
                      <a:gd name="T9" fmla="*/ 0 h 16"/>
                    </a:gdLst>
                    <a:ahLst/>
                    <a:cxnLst>
                      <a:cxn ang="0">
                        <a:pos x="T0" y="T1"/>
                      </a:cxn>
                      <a:cxn ang="0">
                        <a:pos x="T2" y="T3"/>
                      </a:cxn>
                      <a:cxn ang="0">
                        <a:pos x="T4" y="T5"/>
                      </a:cxn>
                      <a:cxn ang="0">
                        <a:pos x="T6" y="T7"/>
                      </a:cxn>
                      <a:cxn ang="0">
                        <a:pos x="T8" y="T9"/>
                      </a:cxn>
                    </a:cxnLst>
                    <a:rect l="0" t="0" r="r" b="b"/>
                    <a:pathLst>
                      <a:path w="107" h="16">
                        <a:moveTo>
                          <a:pt x="0" y="0"/>
                        </a:moveTo>
                        <a:lnTo>
                          <a:pt x="107" y="0"/>
                        </a:lnTo>
                        <a:lnTo>
                          <a:pt x="107" y="16"/>
                        </a:lnTo>
                        <a:lnTo>
                          <a:pt x="10" y="16"/>
                        </a:lnTo>
                        <a:lnTo>
                          <a:pt x="0" y="0"/>
                        </a:lnTo>
                        <a:close/>
                      </a:path>
                    </a:pathLst>
                  </a:custGeom>
                  <a:solidFill>
                    <a:srgbClr val="606060"/>
                  </a:solidFill>
                  <a:ln w="3175">
                    <a:solidFill>
                      <a:srgbClr val="404040"/>
                    </a:solidFill>
                    <a:prstDash val="solid"/>
                    <a:round/>
                    <a:headEnd/>
                    <a:tailEnd/>
                  </a:ln>
                </p:spPr>
                <p:txBody>
                  <a:bodyPr/>
                  <a:lstStyle/>
                  <a:p>
                    <a:endParaRPr lang="en-US"/>
                  </a:p>
                </p:txBody>
              </p:sp>
              <p:grpSp>
                <p:nvGrpSpPr>
                  <p:cNvPr id="2542761" name="Group 22">
                    <a:extLst>
                      <a:ext uri="{FF2B5EF4-FFF2-40B4-BE49-F238E27FC236}">
                        <a16:creationId xmlns:a16="http://schemas.microsoft.com/office/drawing/2014/main" id="{6C85C6E2-480B-3EFC-99A3-10B17AC14A1A}"/>
                      </a:ext>
                    </a:extLst>
                  </p:cNvPr>
                  <p:cNvGrpSpPr>
                    <a:grpSpLocks/>
                  </p:cNvGrpSpPr>
                  <p:nvPr/>
                </p:nvGrpSpPr>
                <p:grpSpPr bwMode="auto">
                  <a:xfrm>
                    <a:off x="1387" y="2258"/>
                    <a:ext cx="89" cy="18"/>
                    <a:chOff x="1387" y="2258"/>
                    <a:chExt cx="89" cy="18"/>
                  </a:xfrm>
                </p:grpSpPr>
                <p:sp>
                  <p:nvSpPr>
                    <p:cNvPr id="2542763" name="Freeform 23">
                      <a:extLst>
                        <a:ext uri="{FF2B5EF4-FFF2-40B4-BE49-F238E27FC236}">
                          <a16:creationId xmlns:a16="http://schemas.microsoft.com/office/drawing/2014/main" id="{7163987C-9FF5-6AF6-707D-8D1C986DBF5D}"/>
                        </a:ext>
                      </a:extLst>
                    </p:cNvPr>
                    <p:cNvSpPr>
                      <a:spLocks/>
                    </p:cNvSpPr>
                    <p:nvPr/>
                  </p:nvSpPr>
                  <p:spPr bwMode="auto">
                    <a:xfrm>
                      <a:off x="1387" y="2262"/>
                      <a:ext cx="80" cy="14"/>
                    </a:xfrm>
                    <a:custGeom>
                      <a:avLst/>
                      <a:gdLst>
                        <a:gd name="T0" fmla="*/ 0 w 80"/>
                        <a:gd name="T1" fmla="*/ 14 h 14"/>
                        <a:gd name="T2" fmla="*/ 12 w 80"/>
                        <a:gd name="T3" fmla="*/ 0 h 14"/>
                        <a:gd name="T4" fmla="*/ 80 w 80"/>
                        <a:gd name="T5" fmla="*/ 0 h 14"/>
                        <a:gd name="T6" fmla="*/ 80 w 80"/>
                        <a:gd name="T7" fmla="*/ 14 h 14"/>
                      </a:gdLst>
                      <a:ahLst/>
                      <a:cxnLst>
                        <a:cxn ang="0">
                          <a:pos x="T0" y="T1"/>
                        </a:cxn>
                        <a:cxn ang="0">
                          <a:pos x="T2" y="T3"/>
                        </a:cxn>
                        <a:cxn ang="0">
                          <a:pos x="T4" y="T5"/>
                        </a:cxn>
                        <a:cxn ang="0">
                          <a:pos x="T6" y="T7"/>
                        </a:cxn>
                      </a:cxnLst>
                      <a:rect l="0" t="0" r="r" b="b"/>
                      <a:pathLst>
                        <a:path w="80" h="14">
                          <a:moveTo>
                            <a:pt x="0" y="14"/>
                          </a:moveTo>
                          <a:lnTo>
                            <a:pt x="12" y="0"/>
                          </a:lnTo>
                          <a:lnTo>
                            <a:pt x="80" y="0"/>
                          </a:lnTo>
                          <a:lnTo>
                            <a:pt x="80" y="14"/>
                          </a:lnTo>
                        </a:path>
                      </a:pathLst>
                    </a:custGeom>
                    <a:noFill/>
                    <a:ln w="3175">
                      <a:solidFill>
                        <a:srgbClr val="40404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42764" name="Line 24">
                      <a:extLst>
                        <a:ext uri="{FF2B5EF4-FFF2-40B4-BE49-F238E27FC236}">
                          <a16:creationId xmlns:a16="http://schemas.microsoft.com/office/drawing/2014/main" id="{A25545B4-9EC2-8548-BD2F-7475C0F5308F}"/>
                        </a:ext>
                      </a:extLst>
                    </p:cNvPr>
                    <p:cNvSpPr>
                      <a:spLocks noChangeShapeType="1"/>
                    </p:cNvSpPr>
                    <p:nvPr/>
                  </p:nvSpPr>
                  <p:spPr bwMode="auto">
                    <a:xfrm>
                      <a:off x="1475" y="2258"/>
                      <a:ext cx="1" cy="18"/>
                    </a:xfrm>
                    <a:prstGeom prst="line">
                      <a:avLst/>
                    </a:prstGeom>
                    <a:noFill/>
                    <a:ln w="3175">
                      <a:solidFill>
                        <a:srgbClr val="40404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2542762" name="Line 25">
                    <a:extLst>
                      <a:ext uri="{FF2B5EF4-FFF2-40B4-BE49-F238E27FC236}">
                        <a16:creationId xmlns:a16="http://schemas.microsoft.com/office/drawing/2014/main" id="{B7210389-96EE-306F-630D-E5C98AAA641E}"/>
                      </a:ext>
                    </a:extLst>
                  </p:cNvPr>
                  <p:cNvSpPr>
                    <a:spLocks noChangeShapeType="1"/>
                  </p:cNvSpPr>
                  <p:nvPr/>
                </p:nvSpPr>
                <p:spPr bwMode="auto">
                  <a:xfrm>
                    <a:off x="1484" y="2276"/>
                    <a:ext cx="1" cy="63"/>
                  </a:xfrm>
                  <a:prstGeom prst="line">
                    <a:avLst/>
                  </a:prstGeom>
                  <a:noFill/>
                  <a:ln w="3175">
                    <a:solidFill>
                      <a:srgbClr val="20202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2542749" name="Group 26">
                <a:extLst>
                  <a:ext uri="{FF2B5EF4-FFF2-40B4-BE49-F238E27FC236}">
                    <a16:creationId xmlns:a16="http://schemas.microsoft.com/office/drawing/2014/main" id="{7EAD2688-C20C-90C5-63FD-BF65C54BBC20}"/>
                  </a:ext>
                </a:extLst>
              </p:cNvPr>
              <p:cNvGrpSpPr>
                <a:grpSpLocks/>
              </p:cNvGrpSpPr>
              <p:nvPr/>
            </p:nvGrpSpPr>
            <p:grpSpPr bwMode="auto">
              <a:xfrm>
                <a:off x="1277" y="2267"/>
                <a:ext cx="86" cy="85"/>
                <a:chOff x="1277" y="2267"/>
                <a:chExt cx="86" cy="85"/>
              </a:xfrm>
            </p:grpSpPr>
            <p:sp>
              <p:nvSpPr>
                <p:cNvPr id="2542754" name="Oval 27">
                  <a:extLst>
                    <a:ext uri="{FF2B5EF4-FFF2-40B4-BE49-F238E27FC236}">
                      <a16:creationId xmlns:a16="http://schemas.microsoft.com/office/drawing/2014/main" id="{5EC1A969-647E-EA91-CE0A-5008C2CCD011}"/>
                    </a:ext>
                  </a:extLst>
                </p:cNvPr>
                <p:cNvSpPr>
                  <a:spLocks noChangeArrowheads="1"/>
                </p:cNvSpPr>
                <p:nvPr/>
              </p:nvSpPr>
              <p:spPr bwMode="auto">
                <a:xfrm>
                  <a:off x="1277" y="2267"/>
                  <a:ext cx="86" cy="85"/>
                </a:xfrm>
                <a:prstGeom prst="ellipse">
                  <a:avLst/>
                </a:prstGeom>
                <a:solidFill>
                  <a:srgbClr val="202020"/>
                </a:solidFill>
                <a:ln w="3175">
                  <a:solidFill>
                    <a:srgbClr val="000000"/>
                  </a:solidFill>
                  <a:round/>
                  <a:headEnd/>
                  <a:tailEnd/>
                </a:ln>
              </p:spPr>
              <p:txBody>
                <a:bodyPr/>
                <a:lstStyle/>
                <a:p>
                  <a:endParaRPr lang="en-US"/>
                </a:p>
              </p:txBody>
            </p:sp>
            <p:sp>
              <p:nvSpPr>
                <p:cNvPr id="2542755" name="Oval 28">
                  <a:extLst>
                    <a:ext uri="{FF2B5EF4-FFF2-40B4-BE49-F238E27FC236}">
                      <a16:creationId xmlns:a16="http://schemas.microsoft.com/office/drawing/2014/main" id="{1D3E797A-7960-D4B5-6435-BA393CE75433}"/>
                    </a:ext>
                  </a:extLst>
                </p:cNvPr>
                <p:cNvSpPr>
                  <a:spLocks noChangeArrowheads="1"/>
                </p:cNvSpPr>
                <p:nvPr/>
              </p:nvSpPr>
              <p:spPr bwMode="auto">
                <a:xfrm>
                  <a:off x="1289" y="2279"/>
                  <a:ext cx="60" cy="59"/>
                </a:xfrm>
                <a:prstGeom prst="ellipse">
                  <a:avLst/>
                </a:prstGeom>
                <a:solidFill>
                  <a:srgbClr val="A0A0A0"/>
                </a:solidFill>
                <a:ln w="3175">
                  <a:solidFill>
                    <a:srgbClr val="000000"/>
                  </a:solidFill>
                  <a:round/>
                  <a:headEnd/>
                  <a:tailEnd/>
                </a:ln>
              </p:spPr>
              <p:txBody>
                <a:bodyPr/>
                <a:lstStyle/>
                <a:p>
                  <a:endParaRPr lang="en-US"/>
                </a:p>
              </p:txBody>
            </p:sp>
            <p:sp>
              <p:nvSpPr>
                <p:cNvPr id="2542756" name="Oval 29">
                  <a:extLst>
                    <a:ext uri="{FF2B5EF4-FFF2-40B4-BE49-F238E27FC236}">
                      <a16:creationId xmlns:a16="http://schemas.microsoft.com/office/drawing/2014/main" id="{D042D826-AC97-9401-315C-F565378B08B5}"/>
                    </a:ext>
                  </a:extLst>
                </p:cNvPr>
                <p:cNvSpPr>
                  <a:spLocks noChangeArrowheads="1"/>
                </p:cNvSpPr>
                <p:nvPr/>
              </p:nvSpPr>
              <p:spPr bwMode="auto">
                <a:xfrm>
                  <a:off x="1305" y="2297"/>
                  <a:ext cx="26" cy="25"/>
                </a:xfrm>
                <a:prstGeom prst="ellipse">
                  <a:avLst/>
                </a:prstGeom>
                <a:solidFill>
                  <a:srgbClr val="606060"/>
                </a:solidFill>
                <a:ln w="3175">
                  <a:solidFill>
                    <a:srgbClr val="000000"/>
                  </a:solidFill>
                  <a:round/>
                  <a:headEnd/>
                  <a:tailEnd/>
                </a:ln>
              </p:spPr>
              <p:txBody>
                <a:bodyPr/>
                <a:lstStyle/>
                <a:p>
                  <a:endParaRPr lang="en-US"/>
                </a:p>
              </p:txBody>
            </p:sp>
          </p:grpSp>
          <p:grpSp>
            <p:nvGrpSpPr>
              <p:cNvPr id="2542750" name="Group 30">
                <a:extLst>
                  <a:ext uri="{FF2B5EF4-FFF2-40B4-BE49-F238E27FC236}">
                    <a16:creationId xmlns:a16="http://schemas.microsoft.com/office/drawing/2014/main" id="{37092B15-2968-2A86-DF16-4579B8125579}"/>
                  </a:ext>
                </a:extLst>
              </p:cNvPr>
              <p:cNvGrpSpPr>
                <a:grpSpLocks/>
              </p:cNvGrpSpPr>
              <p:nvPr/>
            </p:nvGrpSpPr>
            <p:grpSpPr bwMode="auto">
              <a:xfrm>
                <a:off x="1390" y="2267"/>
                <a:ext cx="86" cy="85"/>
                <a:chOff x="1390" y="2267"/>
                <a:chExt cx="86" cy="85"/>
              </a:xfrm>
            </p:grpSpPr>
            <p:sp>
              <p:nvSpPr>
                <p:cNvPr id="2542751" name="Oval 31">
                  <a:extLst>
                    <a:ext uri="{FF2B5EF4-FFF2-40B4-BE49-F238E27FC236}">
                      <a16:creationId xmlns:a16="http://schemas.microsoft.com/office/drawing/2014/main" id="{4BB90AC6-FEE8-71D3-D158-D7D5E6817686}"/>
                    </a:ext>
                  </a:extLst>
                </p:cNvPr>
                <p:cNvSpPr>
                  <a:spLocks noChangeArrowheads="1"/>
                </p:cNvSpPr>
                <p:nvPr/>
              </p:nvSpPr>
              <p:spPr bwMode="auto">
                <a:xfrm>
                  <a:off x="1390" y="2267"/>
                  <a:ext cx="86" cy="85"/>
                </a:xfrm>
                <a:prstGeom prst="ellipse">
                  <a:avLst/>
                </a:prstGeom>
                <a:solidFill>
                  <a:srgbClr val="202020"/>
                </a:solidFill>
                <a:ln w="3175">
                  <a:solidFill>
                    <a:srgbClr val="000000"/>
                  </a:solidFill>
                  <a:round/>
                  <a:headEnd/>
                  <a:tailEnd/>
                </a:ln>
              </p:spPr>
              <p:txBody>
                <a:bodyPr/>
                <a:lstStyle/>
                <a:p>
                  <a:endParaRPr lang="en-US"/>
                </a:p>
              </p:txBody>
            </p:sp>
            <p:sp>
              <p:nvSpPr>
                <p:cNvPr id="2542752" name="Oval 32">
                  <a:extLst>
                    <a:ext uri="{FF2B5EF4-FFF2-40B4-BE49-F238E27FC236}">
                      <a16:creationId xmlns:a16="http://schemas.microsoft.com/office/drawing/2014/main" id="{E9AAC594-B642-770E-C731-410ABA75E8A1}"/>
                    </a:ext>
                  </a:extLst>
                </p:cNvPr>
                <p:cNvSpPr>
                  <a:spLocks noChangeArrowheads="1"/>
                </p:cNvSpPr>
                <p:nvPr/>
              </p:nvSpPr>
              <p:spPr bwMode="auto">
                <a:xfrm>
                  <a:off x="1404" y="2279"/>
                  <a:ext cx="60" cy="59"/>
                </a:xfrm>
                <a:prstGeom prst="ellipse">
                  <a:avLst/>
                </a:prstGeom>
                <a:solidFill>
                  <a:srgbClr val="A0A0A0"/>
                </a:solidFill>
                <a:ln w="3175">
                  <a:solidFill>
                    <a:srgbClr val="000000"/>
                  </a:solidFill>
                  <a:round/>
                  <a:headEnd/>
                  <a:tailEnd/>
                </a:ln>
              </p:spPr>
              <p:txBody>
                <a:bodyPr/>
                <a:lstStyle/>
                <a:p>
                  <a:endParaRPr lang="en-US"/>
                </a:p>
              </p:txBody>
            </p:sp>
            <p:sp>
              <p:nvSpPr>
                <p:cNvPr id="2542753" name="Oval 33">
                  <a:extLst>
                    <a:ext uri="{FF2B5EF4-FFF2-40B4-BE49-F238E27FC236}">
                      <a16:creationId xmlns:a16="http://schemas.microsoft.com/office/drawing/2014/main" id="{F8D407D1-2891-6A4E-4D95-B2C67A6925E3}"/>
                    </a:ext>
                  </a:extLst>
                </p:cNvPr>
                <p:cNvSpPr>
                  <a:spLocks noChangeArrowheads="1"/>
                </p:cNvSpPr>
                <p:nvPr/>
              </p:nvSpPr>
              <p:spPr bwMode="auto">
                <a:xfrm>
                  <a:off x="1420" y="2297"/>
                  <a:ext cx="26" cy="25"/>
                </a:xfrm>
                <a:prstGeom prst="ellipse">
                  <a:avLst/>
                </a:prstGeom>
                <a:solidFill>
                  <a:srgbClr val="606060"/>
                </a:solidFill>
                <a:ln w="3175">
                  <a:solidFill>
                    <a:srgbClr val="000000"/>
                  </a:solidFill>
                  <a:round/>
                  <a:headEnd/>
                  <a:tailEnd/>
                </a:ln>
              </p:spPr>
              <p:txBody>
                <a:bodyPr/>
                <a:lstStyle/>
                <a:p>
                  <a:endParaRPr lang="en-US"/>
                </a:p>
              </p:txBody>
            </p:sp>
          </p:grpSp>
        </p:grpSp>
      </p:grpSp>
      <p:cxnSp>
        <p:nvCxnSpPr>
          <p:cNvPr id="2542776" name="Straight Arrow Connector 2542775">
            <a:extLst>
              <a:ext uri="{FF2B5EF4-FFF2-40B4-BE49-F238E27FC236}">
                <a16:creationId xmlns:a16="http://schemas.microsoft.com/office/drawing/2014/main" id="{F5586250-2CAF-3C83-E6BF-D5D9FFCAC55B}"/>
              </a:ext>
            </a:extLst>
          </p:cNvPr>
          <p:cNvCxnSpPr>
            <a:cxnSpLocks/>
            <a:stCxn id="2542672" idx="3"/>
            <a:endCxn id="2542705" idx="3"/>
          </p:cNvCxnSpPr>
          <p:nvPr/>
        </p:nvCxnSpPr>
        <p:spPr>
          <a:xfrm flipV="1">
            <a:off x="5271903" y="2577859"/>
            <a:ext cx="667238" cy="298069"/>
          </a:xfrm>
          <a:prstGeom prst="straightConnector1">
            <a:avLst/>
          </a:prstGeom>
          <a:ln w="28575">
            <a:solidFill>
              <a:schemeClr val="bg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2542777" name="Straight Arrow Connector 2542776">
            <a:extLst>
              <a:ext uri="{FF2B5EF4-FFF2-40B4-BE49-F238E27FC236}">
                <a16:creationId xmlns:a16="http://schemas.microsoft.com/office/drawing/2014/main" id="{D8623DBF-931E-72D9-1B8D-4D89A2012B86}"/>
              </a:ext>
            </a:extLst>
          </p:cNvPr>
          <p:cNvCxnSpPr>
            <a:cxnSpLocks/>
            <a:stCxn id="2542673" idx="3"/>
            <a:endCxn id="2542705" idx="3"/>
          </p:cNvCxnSpPr>
          <p:nvPr/>
        </p:nvCxnSpPr>
        <p:spPr>
          <a:xfrm flipV="1">
            <a:off x="5252851" y="2577859"/>
            <a:ext cx="686290" cy="807659"/>
          </a:xfrm>
          <a:prstGeom prst="straightConnector1">
            <a:avLst/>
          </a:prstGeom>
          <a:ln w="28575">
            <a:solidFill>
              <a:schemeClr val="bg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2542778" name="Straight Arrow Connector 2542777">
            <a:extLst>
              <a:ext uri="{FF2B5EF4-FFF2-40B4-BE49-F238E27FC236}">
                <a16:creationId xmlns:a16="http://schemas.microsoft.com/office/drawing/2014/main" id="{51F4E5B5-14D7-20F8-BF57-B2E242EC1CB9}"/>
              </a:ext>
            </a:extLst>
          </p:cNvPr>
          <p:cNvCxnSpPr>
            <a:cxnSpLocks/>
            <a:stCxn id="2542674" idx="3"/>
            <a:endCxn id="2542705" idx="3"/>
          </p:cNvCxnSpPr>
          <p:nvPr/>
        </p:nvCxnSpPr>
        <p:spPr>
          <a:xfrm flipV="1">
            <a:off x="5226655" y="2577859"/>
            <a:ext cx="712486" cy="1574429"/>
          </a:xfrm>
          <a:prstGeom prst="straightConnector1">
            <a:avLst/>
          </a:prstGeom>
          <a:ln w="28575">
            <a:solidFill>
              <a:schemeClr val="bg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2542779" name="Straight Arrow Connector 2542778">
            <a:extLst>
              <a:ext uri="{FF2B5EF4-FFF2-40B4-BE49-F238E27FC236}">
                <a16:creationId xmlns:a16="http://schemas.microsoft.com/office/drawing/2014/main" id="{386287B6-CB9B-9B7F-4F69-D2F94AC9E7BC}"/>
              </a:ext>
            </a:extLst>
          </p:cNvPr>
          <p:cNvCxnSpPr>
            <a:cxnSpLocks/>
            <a:stCxn id="2542672" idx="3"/>
            <a:endCxn id="2542744" idx="3"/>
          </p:cNvCxnSpPr>
          <p:nvPr/>
        </p:nvCxnSpPr>
        <p:spPr>
          <a:xfrm>
            <a:off x="5271903" y="2875928"/>
            <a:ext cx="679516" cy="748624"/>
          </a:xfrm>
          <a:prstGeom prst="straightConnector1">
            <a:avLst/>
          </a:prstGeom>
          <a:ln w="28575">
            <a:solidFill>
              <a:schemeClr val="bg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2542780" name="Straight Arrow Connector 2542779">
            <a:extLst>
              <a:ext uri="{FF2B5EF4-FFF2-40B4-BE49-F238E27FC236}">
                <a16:creationId xmlns:a16="http://schemas.microsoft.com/office/drawing/2014/main" id="{D0F04E11-CE6E-5C81-2D8B-D0C0EC9CAE50}"/>
              </a:ext>
            </a:extLst>
          </p:cNvPr>
          <p:cNvCxnSpPr>
            <a:cxnSpLocks/>
            <a:stCxn id="2542673" idx="3"/>
            <a:endCxn id="2542744" idx="3"/>
          </p:cNvCxnSpPr>
          <p:nvPr/>
        </p:nvCxnSpPr>
        <p:spPr>
          <a:xfrm>
            <a:off x="5252851" y="3385518"/>
            <a:ext cx="698568" cy="239034"/>
          </a:xfrm>
          <a:prstGeom prst="straightConnector1">
            <a:avLst/>
          </a:prstGeom>
          <a:ln w="28575">
            <a:solidFill>
              <a:schemeClr val="bg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2542781" name="Straight Arrow Connector 2542780">
            <a:extLst>
              <a:ext uri="{FF2B5EF4-FFF2-40B4-BE49-F238E27FC236}">
                <a16:creationId xmlns:a16="http://schemas.microsoft.com/office/drawing/2014/main" id="{D87BAABE-0111-5DD1-4EA6-4CB1623D1A72}"/>
              </a:ext>
            </a:extLst>
          </p:cNvPr>
          <p:cNvCxnSpPr>
            <a:cxnSpLocks/>
            <a:stCxn id="2542674" idx="3"/>
            <a:endCxn id="2542744" idx="3"/>
          </p:cNvCxnSpPr>
          <p:nvPr/>
        </p:nvCxnSpPr>
        <p:spPr>
          <a:xfrm flipV="1">
            <a:off x="5226655" y="3624552"/>
            <a:ext cx="724764" cy="527736"/>
          </a:xfrm>
          <a:prstGeom prst="straightConnector1">
            <a:avLst/>
          </a:prstGeom>
          <a:ln w="28575">
            <a:solidFill>
              <a:schemeClr val="bg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2542782" name="Straight Arrow Connector 2542781">
            <a:extLst>
              <a:ext uri="{FF2B5EF4-FFF2-40B4-BE49-F238E27FC236}">
                <a16:creationId xmlns:a16="http://schemas.microsoft.com/office/drawing/2014/main" id="{18F43610-F374-9EBF-756A-04D1D977B9F4}"/>
              </a:ext>
            </a:extLst>
          </p:cNvPr>
          <p:cNvCxnSpPr>
            <a:cxnSpLocks/>
            <a:stCxn id="2542674" idx="3"/>
            <a:endCxn id="2542775" idx="3"/>
          </p:cNvCxnSpPr>
          <p:nvPr/>
        </p:nvCxnSpPr>
        <p:spPr>
          <a:xfrm flipV="1">
            <a:off x="5226655" y="4105568"/>
            <a:ext cx="727143" cy="46720"/>
          </a:xfrm>
          <a:prstGeom prst="straightConnector1">
            <a:avLst/>
          </a:prstGeom>
          <a:ln w="28575">
            <a:solidFill>
              <a:schemeClr val="bg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2542783" name="Straight Arrow Connector 2542782">
            <a:extLst>
              <a:ext uri="{FF2B5EF4-FFF2-40B4-BE49-F238E27FC236}">
                <a16:creationId xmlns:a16="http://schemas.microsoft.com/office/drawing/2014/main" id="{3134AB78-51B9-556C-AD21-B6961C7DF0A2}"/>
              </a:ext>
            </a:extLst>
          </p:cNvPr>
          <p:cNvCxnSpPr>
            <a:cxnSpLocks/>
            <a:stCxn id="2542675" idx="3"/>
            <a:endCxn id="2542775" idx="3"/>
          </p:cNvCxnSpPr>
          <p:nvPr/>
        </p:nvCxnSpPr>
        <p:spPr>
          <a:xfrm flipV="1">
            <a:off x="5207600" y="4105568"/>
            <a:ext cx="746198" cy="792054"/>
          </a:xfrm>
          <a:prstGeom prst="straightConnector1">
            <a:avLst/>
          </a:prstGeom>
          <a:ln w="28575">
            <a:solidFill>
              <a:schemeClr val="bg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2542784" name="Straight Arrow Connector 2542783">
            <a:extLst>
              <a:ext uri="{FF2B5EF4-FFF2-40B4-BE49-F238E27FC236}">
                <a16:creationId xmlns:a16="http://schemas.microsoft.com/office/drawing/2014/main" id="{750B0AF6-1ED9-3924-05F8-6F998372BF04}"/>
              </a:ext>
            </a:extLst>
          </p:cNvPr>
          <p:cNvCxnSpPr>
            <a:cxnSpLocks/>
            <a:stCxn id="2542675" idx="3"/>
            <a:endCxn id="2542744" idx="3"/>
          </p:cNvCxnSpPr>
          <p:nvPr/>
        </p:nvCxnSpPr>
        <p:spPr>
          <a:xfrm flipV="1">
            <a:off x="5207600" y="3624552"/>
            <a:ext cx="743819" cy="1273070"/>
          </a:xfrm>
          <a:prstGeom prst="straightConnector1">
            <a:avLst/>
          </a:prstGeom>
          <a:ln w="28575">
            <a:solidFill>
              <a:schemeClr val="bg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2542785" name="TextBox 2542784">
            <a:extLst>
              <a:ext uri="{FF2B5EF4-FFF2-40B4-BE49-F238E27FC236}">
                <a16:creationId xmlns:a16="http://schemas.microsoft.com/office/drawing/2014/main" id="{A75C45BA-B02D-1B06-70B6-DF98B9011C1E}"/>
              </a:ext>
            </a:extLst>
          </p:cNvPr>
          <p:cNvSpPr txBox="1"/>
          <p:nvPr/>
        </p:nvSpPr>
        <p:spPr>
          <a:xfrm>
            <a:off x="5190020" y="1684313"/>
            <a:ext cx="941925" cy="369332"/>
          </a:xfrm>
          <a:prstGeom prst="rect">
            <a:avLst/>
          </a:prstGeom>
          <a:noFill/>
        </p:spPr>
        <p:txBody>
          <a:bodyPr wrap="none" rtlCol="0">
            <a:spAutoFit/>
          </a:bodyPr>
          <a:lstStyle/>
          <a:p>
            <a:r>
              <a:rPr lang="en-US" dirty="0">
                <a:solidFill>
                  <a:schemeClr val="bg1"/>
                </a:solidFill>
              </a:rPr>
              <a:t>Tuesday</a:t>
            </a:r>
          </a:p>
        </p:txBody>
      </p:sp>
      <p:pic>
        <p:nvPicPr>
          <p:cNvPr id="2" name="Picture 1">
            <a:extLst>
              <a:ext uri="{FF2B5EF4-FFF2-40B4-BE49-F238E27FC236}">
                <a16:creationId xmlns:a16="http://schemas.microsoft.com/office/drawing/2014/main" id="{11C7E4E8-C2F0-8928-CE85-A55DCF3ECB3C}"/>
              </a:ext>
            </a:extLst>
          </p:cNvPr>
          <p:cNvPicPr>
            <a:picLocks noChangeAspect="1"/>
          </p:cNvPicPr>
          <p:nvPr/>
        </p:nvPicPr>
        <p:blipFill>
          <a:blip r:embed="rId5">
            <a:biLevel thresh="25000"/>
            <a:extLst>
              <a:ext uri="{BEBA8EAE-BF5A-486C-A8C5-ECC9F3942E4B}">
                <a14:imgProps xmlns:a14="http://schemas.microsoft.com/office/drawing/2010/main">
                  <a14:imgLayer r:embed="rId6">
                    <a14:imgEffect>
                      <a14:backgroundRemoval t="5238" b="90000" l="6215" r="95198">
                        <a14:foregroundMark x1="66667" y1="6190" x2="66667" y2="6190"/>
                        <a14:foregroundMark x1="12429" y1="56667" x2="12429" y2="56667"/>
                        <a14:foregroundMark x1="16949" y1="59524" x2="16949" y2="59524"/>
                        <a14:foregroundMark x1="17232" y1="55238" x2="17232" y2="55238"/>
                        <a14:foregroundMark x1="14972" y1="65238" x2="14972" y2="65238"/>
                        <a14:foregroundMark x1="95198" y1="73810" x2="95198" y2="73810"/>
                        <a14:foregroundMark x1="18362" y1="82857" x2="18362" y2="82857"/>
                        <a14:foregroundMark x1="6215" y1="77143" x2="6215" y2="77143"/>
                      </a14:backgroundRemoval>
                    </a14:imgEffect>
                  </a14:imgLayer>
                </a14:imgProps>
              </a:ext>
            </a:extLst>
          </a:blip>
          <a:stretch>
            <a:fillRect/>
          </a:stretch>
        </p:blipFill>
        <p:spPr>
          <a:xfrm>
            <a:off x="2778478" y="2494105"/>
            <a:ext cx="412202" cy="244527"/>
          </a:xfrm>
          <a:prstGeom prst="rect">
            <a:avLst/>
          </a:prstGeom>
        </p:spPr>
      </p:pic>
      <p:pic>
        <p:nvPicPr>
          <p:cNvPr id="3" name="Picture 2">
            <a:extLst>
              <a:ext uri="{FF2B5EF4-FFF2-40B4-BE49-F238E27FC236}">
                <a16:creationId xmlns:a16="http://schemas.microsoft.com/office/drawing/2014/main" id="{D84131B6-2DB7-BF68-73C1-D3BF393EB50D}"/>
              </a:ext>
            </a:extLst>
          </p:cNvPr>
          <p:cNvPicPr>
            <a:picLocks noChangeAspect="1"/>
          </p:cNvPicPr>
          <p:nvPr/>
        </p:nvPicPr>
        <p:blipFill>
          <a:blip r:embed="rId5">
            <a:biLevel thresh="25000"/>
            <a:extLst>
              <a:ext uri="{BEBA8EAE-BF5A-486C-A8C5-ECC9F3942E4B}">
                <a14:imgProps xmlns:a14="http://schemas.microsoft.com/office/drawing/2010/main">
                  <a14:imgLayer r:embed="rId6">
                    <a14:imgEffect>
                      <a14:backgroundRemoval t="5238" b="90000" l="6215" r="95198">
                        <a14:foregroundMark x1="66667" y1="6190" x2="66667" y2="6190"/>
                        <a14:foregroundMark x1="12429" y1="56667" x2="12429" y2="56667"/>
                        <a14:foregroundMark x1="16949" y1="59524" x2="16949" y2="59524"/>
                        <a14:foregroundMark x1="17232" y1="55238" x2="17232" y2="55238"/>
                        <a14:foregroundMark x1="14972" y1="65238" x2="14972" y2="65238"/>
                        <a14:foregroundMark x1="95198" y1="73810" x2="95198" y2="73810"/>
                        <a14:foregroundMark x1="18362" y1="82857" x2="18362" y2="82857"/>
                        <a14:foregroundMark x1="6215" y1="77143" x2="6215" y2="77143"/>
                      </a14:backgroundRemoval>
                    </a14:imgEffect>
                  </a14:imgLayer>
                </a14:imgProps>
              </a:ext>
            </a:extLst>
          </a:blip>
          <a:stretch>
            <a:fillRect/>
          </a:stretch>
        </p:blipFill>
        <p:spPr>
          <a:xfrm>
            <a:off x="2759426" y="3253729"/>
            <a:ext cx="412202" cy="244527"/>
          </a:xfrm>
          <a:prstGeom prst="rect">
            <a:avLst/>
          </a:prstGeom>
        </p:spPr>
      </p:pic>
      <p:pic>
        <p:nvPicPr>
          <p:cNvPr id="4" name="Picture 3">
            <a:extLst>
              <a:ext uri="{FF2B5EF4-FFF2-40B4-BE49-F238E27FC236}">
                <a16:creationId xmlns:a16="http://schemas.microsoft.com/office/drawing/2014/main" id="{9C591DFD-90C3-C917-053A-8FAEF9D34DDA}"/>
              </a:ext>
            </a:extLst>
          </p:cNvPr>
          <p:cNvPicPr>
            <a:picLocks noChangeAspect="1"/>
          </p:cNvPicPr>
          <p:nvPr/>
        </p:nvPicPr>
        <p:blipFill>
          <a:blip r:embed="rId5">
            <a:biLevel thresh="25000"/>
            <a:extLst>
              <a:ext uri="{BEBA8EAE-BF5A-486C-A8C5-ECC9F3942E4B}">
                <a14:imgProps xmlns:a14="http://schemas.microsoft.com/office/drawing/2010/main">
                  <a14:imgLayer r:embed="rId6">
                    <a14:imgEffect>
                      <a14:backgroundRemoval t="5238" b="90000" l="6215" r="95198">
                        <a14:foregroundMark x1="66667" y1="6190" x2="66667" y2="6190"/>
                        <a14:foregroundMark x1="12429" y1="56667" x2="12429" y2="56667"/>
                        <a14:foregroundMark x1="16949" y1="59524" x2="16949" y2="59524"/>
                        <a14:foregroundMark x1="17232" y1="55238" x2="17232" y2="55238"/>
                        <a14:foregroundMark x1="14972" y1="65238" x2="14972" y2="65238"/>
                        <a14:foregroundMark x1="95198" y1="73810" x2="95198" y2="73810"/>
                        <a14:foregroundMark x1="18362" y1="82857" x2="18362" y2="82857"/>
                        <a14:foregroundMark x1="6215" y1="77143" x2="6215" y2="77143"/>
                      </a14:backgroundRemoval>
                    </a14:imgEffect>
                  </a14:imgLayer>
                </a14:imgProps>
              </a:ext>
            </a:extLst>
          </a:blip>
          <a:stretch>
            <a:fillRect/>
          </a:stretch>
        </p:blipFill>
        <p:spPr>
          <a:xfrm>
            <a:off x="2733230" y="3877621"/>
            <a:ext cx="412202" cy="244527"/>
          </a:xfrm>
          <a:prstGeom prst="rect">
            <a:avLst/>
          </a:prstGeom>
        </p:spPr>
      </p:pic>
      <p:pic>
        <p:nvPicPr>
          <p:cNvPr id="25" name="Picture 24">
            <a:extLst>
              <a:ext uri="{FF2B5EF4-FFF2-40B4-BE49-F238E27FC236}">
                <a16:creationId xmlns:a16="http://schemas.microsoft.com/office/drawing/2014/main" id="{4285D608-A7E3-750C-A50F-144B00B8D9A6}"/>
              </a:ext>
            </a:extLst>
          </p:cNvPr>
          <p:cNvPicPr>
            <a:picLocks noChangeAspect="1"/>
          </p:cNvPicPr>
          <p:nvPr/>
        </p:nvPicPr>
        <p:blipFill>
          <a:blip r:embed="rId5">
            <a:biLevel thresh="25000"/>
            <a:extLst>
              <a:ext uri="{BEBA8EAE-BF5A-486C-A8C5-ECC9F3942E4B}">
                <a14:imgProps xmlns:a14="http://schemas.microsoft.com/office/drawing/2010/main">
                  <a14:imgLayer r:embed="rId6">
                    <a14:imgEffect>
                      <a14:backgroundRemoval t="5238" b="90000" l="6215" r="95198">
                        <a14:foregroundMark x1="66667" y1="6190" x2="66667" y2="6190"/>
                        <a14:foregroundMark x1="12429" y1="56667" x2="12429" y2="56667"/>
                        <a14:foregroundMark x1="16949" y1="59524" x2="16949" y2="59524"/>
                        <a14:foregroundMark x1="17232" y1="55238" x2="17232" y2="55238"/>
                        <a14:foregroundMark x1="14972" y1="65238" x2="14972" y2="65238"/>
                        <a14:foregroundMark x1="95198" y1="73810" x2="95198" y2="73810"/>
                        <a14:foregroundMark x1="18362" y1="82857" x2="18362" y2="82857"/>
                        <a14:foregroundMark x1="6215" y1="77143" x2="6215" y2="77143"/>
                      </a14:backgroundRemoval>
                    </a14:imgEffect>
                  </a14:imgLayer>
                </a14:imgProps>
              </a:ext>
            </a:extLst>
          </a:blip>
          <a:stretch>
            <a:fillRect/>
          </a:stretch>
        </p:blipFill>
        <p:spPr>
          <a:xfrm>
            <a:off x="2714175" y="4787270"/>
            <a:ext cx="412202" cy="244527"/>
          </a:xfrm>
          <a:prstGeom prst="rect">
            <a:avLst/>
          </a:prstGeom>
        </p:spPr>
      </p:pic>
      <p:grpSp>
        <p:nvGrpSpPr>
          <p:cNvPr id="26" name="Group 4">
            <a:extLst>
              <a:ext uri="{FF2B5EF4-FFF2-40B4-BE49-F238E27FC236}">
                <a16:creationId xmlns:a16="http://schemas.microsoft.com/office/drawing/2014/main" id="{DE4638C2-6A3E-8C42-42FA-7732AF7650C7}"/>
              </a:ext>
            </a:extLst>
          </p:cNvPr>
          <p:cNvGrpSpPr>
            <a:grpSpLocks/>
          </p:cNvGrpSpPr>
          <p:nvPr/>
        </p:nvGrpSpPr>
        <p:grpSpPr bwMode="auto">
          <a:xfrm>
            <a:off x="3874963" y="2835144"/>
            <a:ext cx="448469" cy="205096"/>
            <a:chOff x="2256" y="2352"/>
            <a:chExt cx="933" cy="365"/>
          </a:xfrm>
        </p:grpSpPr>
        <p:grpSp>
          <p:nvGrpSpPr>
            <p:cNvPr id="27" name="Group 5">
              <a:extLst>
                <a:ext uri="{FF2B5EF4-FFF2-40B4-BE49-F238E27FC236}">
                  <a16:creationId xmlns:a16="http://schemas.microsoft.com/office/drawing/2014/main" id="{EBB8FB03-C875-7C29-54AC-830E39B55BD7}"/>
                </a:ext>
              </a:extLst>
            </p:cNvPr>
            <p:cNvGrpSpPr>
              <a:grpSpLocks/>
            </p:cNvGrpSpPr>
            <p:nvPr/>
          </p:nvGrpSpPr>
          <p:grpSpPr bwMode="auto">
            <a:xfrm flipH="1">
              <a:off x="2256" y="2352"/>
              <a:ext cx="933" cy="249"/>
              <a:chOff x="693" y="2029"/>
              <a:chExt cx="836" cy="228"/>
            </a:xfrm>
          </p:grpSpPr>
          <p:sp>
            <p:nvSpPr>
              <p:cNvPr id="2542667" name="Rectangle 6">
                <a:extLst>
                  <a:ext uri="{FF2B5EF4-FFF2-40B4-BE49-F238E27FC236}">
                    <a16:creationId xmlns:a16="http://schemas.microsoft.com/office/drawing/2014/main" id="{1C9C743F-258E-A1CD-DCDA-8CCFEA8A964A}"/>
                  </a:ext>
                </a:extLst>
              </p:cNvPr>
              <p:cNvSpPr>
                <a:spLocks noChangeArrowheads="1"/>
              </p:cNvSpPr>
              <p:nvPr/>
            </p:nvSpPr>
            <p:spPr bwMode="auto">
              <a:xfrm>
                <a:off x="693" y="2029"/>
                <a:ext cx="836" cy="228"/>
              </a:xfrm>
              <a:prstGeom prst="rect">
                <a:avLst/>
              </a:prstGeom>
              <a:gradFill rotWithShape="0">
                <a:gsLst>
                  <a:gs pos="0">
                    <a:srgbClr val="037C03"/>
                  </a:gs>
                  <a:gs pos="50000">
                    <a:srgbClr val="037C03">
                      <a:gamma/>
                      <a:shade val="6275"/>
                      <a:invGamma/>
                    </a:srgbClr>
                  </a:gs>
                  <a:gs pos="100000">
                    <a:srgbClr val="037C03"/>
                  </a:gs>
                </a:gsLst>
                <a:lin ang="5400000" scaled="1"/>
              </a:gradFill>
              <a:ln w="3175">
                <a:solidFill>
                  <a:srgbClr val="000000"/>
                </a:solidFill>
                <a:miter lim="800000"/>
                <a:headEnd/>
                <a:tailEnd/>
              </a:ln>
            </p:spPr>
            <p:txBody>
              <a:bodyPr/>
              <a:lstStyle/>
              <a:p>
                <a:endParaRPr lang="en-US"/>
              </a:p>
            </p:txBody>
          </p:sp>
          <p:sp>
            <p:nvSpPr>
              <p:cNvPr id="2542669" name="Rectangle 7">
                <a:extLst>
                  <a:ext uri="{FF2B5EF4-FFF2-40B4-BE49-F238E27FC236}">
                    <a16:creationId xmlns:a16="http://schemas.microsoft.com/office/drawing/2014/main" id="{45240C78-BB25-96F0-9F17-075580D26114}"/>
                  </a:ext>
                </a:extLst>
              </p:cNvPr>
              <p:cNvSpPr>
                <a:spLocks noChangeArrowheads="1"/>
              </p:cNvSpPr>
              <p:nvPr/>
            </p:nvSpPr>
            <p:spPr bwMode="auto">
              <a:xfrm>
                <a:off x="693" y="2037"/>
                <a:ext cx="836" cy="213"/>
              </a:xfrm>
              <a:prstGeom prst="rect">
                <a:avLst/>
              </a:prstGeom>
              <a:solidFill>
                <a:srgbClr val="C5D3ED"/>
              </a:solidFill>
              <a:ln w="3175">
                <a:solidFill>
                  <a:srgbClr val="000000"/>
                </a:solidFill>
                <a:miter lim="800000"/>
                <a:headEnd/>
                <a:tailEnd/>
              </a:ln>
            </p:spPr>
            <p:txBody>
              <a:bodyPr/>
              <a:lstStyle/>
              <a:p>
                <a:endParaRPr lang="en-US" dirty="0"/>
              </a:p>
            </p:txBody>
          </p:sp>
        </p:grpSp>
        <p:grpSp>
          <p:nvGrpSpPr>
            <p:cNvPr id="28" name="Group 8">
              <a:extLst>
                <a:ext uri="{FF2B5EF4-FFF2-40B4-BE49-F238E27FC236}">
                  <a16:creationId xmlns:a16="http://schemas.microsoft.com/office/drawing/2014/main" id="{CDF7F5AE-47A4-0F92-07D9-C8D54CF30013}"/>
                </a:ext>
              </a:extLst>
            </p:cNvPr>
            <p:cNvGrpSpPr>
              <a:grpSpLocks/>
            </p:cNvGrpSpPr>
            <p:nvPr/>
          </p:nvGrpSpPr>
          <p:grpSpPr bwMode="auto">
            <a:xfrm flipH="1">
              <a:off x="2413" y="2614"/>
              <a:ext cx="624" cy="103"/>
              <a:chOff x="926" y="2258"/>
              <a:chExt cx="559" cy="94"/>
            </a:xfrm>
          </p:grpSpPr>
          <p:grpSp>
            <p:nvGrpSpPr>
              <p:cNvPr id="29" name="Group 9">
                <a:extLst>
                  <a:ext uri="{FF2B5EF4-FFF2-40B4-BE49-F238E27FC236}">
                    <a16:creationId xmlns:a16="http://schemas.microsoft.com/office/drawing/2014/main" id="{DD935719-A087-3E06-722C-E9B733878D53}"/>
                  </a:ext>
                </a:extLst>
              </p:cNvPr>
              <p:cNvGrpSpPr>
                <a:grpSpLocks/>
              </p:cNvGrpSpPr>
              <p:nvPr/>
            </p:nvGrpSpPr>
            <p:grpSpPr bwMode="auto">
              <a:xfrm>
                <a:off x="926" y="2258"/>
                <a:ext cx="559" cy="81"/>
                <a:chOff x="926" y="2258"/>
                <a:chExt cx="559" cy="81"/>
              </a:xfrm>
            </p:grpSpPr>
            <p:grpSp>
              <p:nvGrpSpPr>
                <p:cNvPr id="2542601" name="Group 10">
                  <a:extLst>
                    <a:ext uri="{FF2B5EF4-FFF2-40B4-BE49-F238E27FC236}">
                      <a16:creationId xmlns:a16="http://schemas.microsoft.com/office/drawing/2014/main" id="{82DDC4F8-5B59-8E73-A516-56AC538B0195}"/>
                    </a:ext>
                  </a:extLst>
                </p:cNvPr>
                <p:cNvGrpSpPr>
                  <a:grpSpLocks/>
                </p:cNvGrpSpPr>
                <p:nvPr/>
              </p:nvGrpSpPr>
              <p:grpSpPr bwMode="auto">
                <a:xfrm>
                  <a:off x="926" y="2258"/>
                  <a:ext cx="67" cy="62"/>
                  <a:chOff x="926" y="2258"/>
                  <a:chExt cx="67" cy="62"/>
                </a:xfrm>
              </p:grpSpPr>
              <p:sp>
                <p:nvSpPr>
                  <p:cNvPr id="2542663" name="Freeform 11">
                    <a:extLst>
                      <a:ext uri="{FF2B5EF4-FFF2-40B4-BE49-F238E27FC236}">
                        <a16:creationId xmlns:a16="http://schemas.microsoft.com/office/drawing/2014/main" id="{8D0A30BD-35B4-E366-B649-40F217E78BC4}"/>
                      </a:ext>
                    </a:extLst>
                  </p:cNvPr>
                  <p:cNvSpPr>
                    <a:spLocks/>
                  </p:cNvSpPr>
                  <p:nvPr/>
                </p:nvSpPr>
                <p:spPr bwMode="auto">
                  <a:xfrm>
                    <a:off x="926" y="2258"/>
                    <a:ext cx="67" cy="10"/>
                  </a:xfrm>
                  <a:custGeom>
                    <a:avLst/>
                    <a:gdLst>
                      <a:gd name="T0" fmla="*/ 0 w 67"/>
                      <a:gd name="T1" fmla="*/ 0 h 10"/>
                      <a:gd name="T2" fmla="*/ 67 w 67"/>
                      <a:gd name="T3" fmla="*/ 0 h 10"/>
                      <a:gd name="T4" fmla="*/ 59 w 67"/>
                      <a:gd name="T5" fmla="*/ 10 h 10"/>
                      <a:gd name="T6" fmla="*/ 7 w 67"/>
                      <a:gd name="T7" fmla="*/ 10 h 10"/>
                      <a:gd name="T8" fmla="*/ 0 w 67"/>
                      <a:gd name="T9" fmla="*/ 0 h 10"/>
                    </a:gdLst>
                    <a:ahLst/>
                    <a:cxnLst>
                      <a:cxn ang="0">
                        <a:pos x="T0" y="T1"/>
                      </a:cxn>
                      <a:cxn ang="0">
                        <a:pos x="T2" y="T3"/>
                      </a:cxn>
                      <a:cxn ang="0">
                        <a:pos x="T4" y="T5"/>
                      </a:cxn>
                      <a:cxn ang="0">
                        <a:pos x="T6" y="T7"/>
                      </a:cxn>
                      <a:cxn ang="0">
                        <a:pos x="T8" y="T9"/>
                      </a:cxn>
                    </a:cxnLst>
                    <a:rect l="0" t="0" r="r" b="b"/>
                    <a:pathLst>
                      <a:path w="67" h="10">
                        <a:moveTo>
                          <a:pt x="0" y="0"/>
                        </a:moveTo>
                        <a:lnTo>
                          <a:pt x="67" y="0"/>
                        </a:lnTo>
                        <a:lnTo>
                          <a:pt x="59" y="10"/>
                        </a:lnTo>
                        <a:lnTo>
                          <a:pt x="7" y="10"/>
                        </a:lnTo>
                        <a:lnTo>
                          <a:pt x="0" y="0"/>
                        </a:lnTo>
                        <a:close/>
                      </a:path>
                    </a:pathLst>
                  </a:custGeom>
                  <a:solidFill>
                    <a:srgbClr val="606060"/>
                  </a:solidFill>
                  <a:ln w="3175">
                    <a:solidFill>
                      <a:srgbClr val="404040"/>
                    </a:solidFill>
                    <a:prstDash val="solid"/>
                    <a:round/>
                    <a:headEnd/>
                    <a:tailEnd/>
                  </a:ln>
                </p:spPr>
                <p:txBody>
                  <a:bodyPr/>
                  <a:lstStyle/>
                  <a:p>
                    <a:endParaRPr lang="en-US"/>
                  </a:p>
                </p:txBody>
              </p:sp>
              <p:sp>
                <p:nvSpPr>
                  <p:cNvPr id="2542664" name="Freeform 12">
                    <a:extLst>
                      <a:ext uri="{FF2B5EF4-FFF2-40B4-BE49-F238E27FC236}">
                        <a16:creationId xmlns:a16="http://schemas.microsoft.com/office/drawing/2014/main" id="{53C82037-1F42-CFE5-7BFB-961473F65856}"/>
                      </a:ext>
                    </a:extLst>
                  </p:cNvPr>
                  <p:cNvSpPr>
                    <a:spLocks/>
                  </p:cNvSpPr>
                  <p:nvPr/>
                </p:nvSpPr>
                <p:spPr bwMode="auto">
                  <a:xfrm>
                    <a:off x="941" y="2268"/>
                    <a:ext cx="34" cy="4"/>
                  </a:xfrm>
                  <a:custGeom>
                    <a:avLst/>
                    <a:gdLst>
                      <a:gd name="T0" fmla="*/ 0 w 34"/>
                      <a:gd name="T1" fmla="*/ 0 h 4"/>
                      <a:gd name="T2" fmla="*/ 34 w 34"/>
                      <a:gd name="T3" fmla="*/ 0 h 4"/>
                      <a:gd name="T4" fmla="*/ 30 w 34"/>
                      <a:gd name="T5" fmla="*/ 4 h 4"/>
                      <a:gd name="T6" fmla="*/ 4 w 34"/>
                      <a:gd name="T7" fmla="*/ 4 h 4"/>
                      <a:gd name="T8" fmla="*/ 0 w 34"/>
                      <a:gd name="T9" fmla="*/ 0 h 4"/>
                    </a:gdLst>
                    <a:ahLst/>
                    <a:cxnLst>
                      <a:cxn ang="0">
                        <a:pos x="T0" y="T1"/>
                      </a:cxn>
                      <a:cxn ang="0">
                        <a:pos x="T2" y="T3"/>
                      </a:cxn>
                      <a:cxn ang="0">
                        <a:pos x="T4" y="T5"/>
                      </a:cxn>
                      <a:cxn ang="0">
                        <a:pos x="T6" y="T7"/>
                      </a:cxn>
                      <a:cxn ang="0">
                        <a:pos x="T8" y="T9"/>
                      </a:cxn>
                    </a:cxnLst>
                    <a:rect l="0" t="0" r="r" b="b"/>
                    <a:pathLst>
                      <a:path w="34" h="4">
                        <a:moveTo>
                          <a:pt x="0" y="0"/>
                        </a:moveTo>
                        <a:lnTo>
                          <a:pt x="34" y="0"/>
                        </a:lnTo>
                        <a:lnTo>
                          <a:pt x="30" y="4"/>
                        </a:lnTo>
                        <a:lnTo>
                          <a:pt x="4" y="4"/>
                        </a:lnTo>
                        <a:lnTo>
                          <a:pt x="0" y="0"/>
                        </a:lnTo>
                        <a:close/>
                      </a:path>
                    </a:pathLst>
                  </a:custGeom>
                  <a:solidFill>
                    <a:srgbClr val="606060"/>
                  </a:solidFill>
                  <a:ln w="3175">
                    <a:solidFill>
                      <a:srgbClr val="404040"/>
                    </a:solidFill>
                    <a:prstDash val="solid"/>
                    <a:round/>
                    <a:headEnd/>
                    <a:tailEnd/>
                  </a:ln>
                </p:spPr>
                <p:txBody>
                  <a:bodyPr/>
                  <a:lstStyle/>
                  <a:p>
                    <a:endParaRPr lang="en-US"/>
                  </a:p>
                </p:txBody>
              </p:sp>
              <p:sp>
                <p:nvSpPr>
                  <p:cNvPr id="2542666" name="Rectangle 13">
                    <a:extLst>
                      <a:ext uri="{FF2B5EF4-FFF2-40B4-BE49-F238E27FC236}">
                        <a16:creationId xmlns:a16="http://schemas.microsoft.com/office/drawing/2014/main" id="{7703F3D2-FF62-DB75-E699-7E48D4F3868C}"/>
                      </a:ext>
                    </a:extLst>
                  </p:cNvPr>
                  <p:cNvSpPr>
                    <a:spLocks noChangeArrowheads="1"/>
                  </p:cNvSpPr>
                  <p:nvPr/>
                </p:nvSpPr>
                <p:spPr bwMode="auto">
                  <a:xfrm>
                    <a:off x="956" y="2273"/>
                    <a:ext cx="6" cy="47"/>
                  </a:xfrm>
                  <a:prstGeom prst="rect">
                    <a:avLst/>
                  </a:prstGeom>
                  <a:solidFill>
                    <a:srgbClr val="606060"/>
                  </a:solidFill>
                  <a:ln w="3175">
                    <a:solidFill>
                      <a:srgbClr val="404040"/>
                    </a:solidFill>
                    <a:miter lim="800000"/>
                    <a:headEnd/>
                    <a:tailEnd/>
                  </a:ln>
                </p:spPr>
                <p:txBody>
                  <a:bodyPr/>
                  <a:lstStyle/>
                  <a:p>
                    <a:endParaRPr lang="en-US"/>
                  </a:p>
                </p:txBody>
              </p:sp>
            </p:grpSp>
            <p:grpSp>
              <p:nvGrpSpPr>
                <p:cNvPr id="2542602" name="Group 14">
                  <a:extLst>
                    <a:ext uri="{FF2B5EF4-FFF2-40B4-BE49-F238E27FC236}">
                      <a16:creationId xmlns:a16="http://schemas.microsoft.com/office/drawing/2014/main" id="{ED0370DC-6F48-C631-BE8B-7196684F45EB}"/>
                    </a:ext>
                  </a:extLst>
                </p:cNvPr>
                <p:cNvGrpSpPr>
                  <a:grpSpLocks/>
                </p:cNvGrpSpPr>
                <p:nvPr/>
              </p:nvGrpSpPr>
              <p:grpSpPr bwMode="auto">
                <a:xfrm>
                  <a:off x="1264" y="2258"/>
                  <a:ext cx="107" cy="81"/>
                  <a:chOff x="1264" y="2258"/>
                  <a:chExt cx="107" cy="81"/>
                </a:xfrm>
              </p:grpSpPr>
              <p:sp>
                <p:nvSpPr>
                  <p:cNvPr id="2542655" name="Freeform 15">
                    <a:extLst>
                      <a:ext uri="{FF2B5EF4-FFF2-40B4-BE49-F238E27FC236}">
                        <a16:creationId xmlns:a16="http://schemas.microsoft.com/office/drawing/2014/main" id="{FA025674-6F05-50E2-A6B5-BC6B4C064DE7}"/>
                      </a:ext>
                    </a:extLst>
                  </p:cNvPr>
                  <p:cNvSpPr>
                    <a:spLocks/>
                  </p:cNvSpPr>
                  <p:nvPr/>
                </p:nvSpPr>
                <p:spPr bwMode="auto">
                  <a:xfrm>
                    <a:off x="1264" y="2260"/>
                    <a:ext cx="106" cy="16"/>
                  </a:xfrm>
                  <a:custGeom>
                    <a:avLst/>
                    <a:gdLst>
                      <a:gd name="T0" fmla="*/ 0 w 106"/>
                      <a:gd name="T1" fmla="*/ 0 h 16"/>
                      <a:gd name="T2" fmla="*/ 106 w 106"/>
                      <a:gd name="T3" fmla="*/ 0 h 16"/>
                      <a:gd name="T4" fmla="*/ 106 w 106"/>
                      <a:gd name="T5" fmla="*/ 16 h 16"/>
                      <a:gd name="T6" fmla="*/ 8 w 106"/>
                      <a:gd name="T7" fmla="*/ 16 h 16"/>
                      <a:gd name="T8" fmla="*/ 0 w 106"/>
                      <a:gd name="T9" fmla="*/ 0 h 16"/>
                    </a:gdLst>
                    <a:ahLst/>
                    <a:cxnLst>
                      <a:cxn ang="0">
                        <a:pos x="T0" y="T1"/>
                      </a:cxn>
                      <a:cxn ang="0">
                        <a:pos x="T2" y="T3"/>
                      </a:cxn>
                      <a:cxn ang="0">
                        <a:pos x="T4" y="T5"/>
                      </a:cxn>
                      <a:cxn ang="0">
                        <a:pos x="T6" y="T7"/>
                      </a:cxn>
                      <a:cxn ang="0">
                        <a:pos x="T8" y="T9"/>
                      </a:cxn>
                    </a:cxnLst>
                    <a:rect l="0" t="0" r="r" b="b"/>
                    <a:pathLst>
                      <a:path w="106" h="16">
                        <a:moveTo>
                          <a:pt x="0" y="0"/>
                        </a:moveTo>
                        <a:lnTo>
                          <a:pt x="106" y="0"/>
                        </a:lnTo>
                        <a:lnTo>
                          <a:pt x="106" y="16"/>
                        </a:lnTo>
                        <a:lnTo>
                          <a:pt x="8" y="16"/>
                        </a:lnTo>
                        <a:lnTo>
                          <a:pt x="0" y="0"/>
                        </a:lnTo>
                        <a:close/>
                      </a:path>
                    </a:pathLst>
                  </a:custGeom>
                  <a:solidFill>
                    <a:srgbClr val="606060"/>
                  </a:solidFill>
                  <a:ln w="3175">
                    <a:solidFill>
                      <a:srgbClr val="404040"/>
                    </a:solidFill>
                    <a:prstDash val="solid"/>
                    <a:round/>
                    <a:headEnd/>
                    <a:tailEnd/>
                  </a:ln>
                </p:spPr>
                <p:txBody>
                  <a:bodyPr/>
                  <a:lstStyle/>
                  <a:p>
                    <a:endParaRPr lang="en-US"/>
                  </a:p>
                </p:txBody>
              </p:sp>
              <p:grpSp>
                <p:nvGrpSpPr>
                  <p:cNvPr id="2542657" name="Group 16">
                    <a:extLst>
                      <a:ext uri="{FF2B5EF4-FFF2-40B4-BE49-F238E27FC236}">
                        <a16:creationId xmlns:a16="http://schemas.microsoft.com/office/drawing/2014/main" id="{D0C98E3A-B78D-951E-57E9-919A5024F958}"/>
                      </a:ext>
                    </a:extLst>
                  </p:cNvPr>
                  <p:cNvGrpSpPr>
                    <a:grpSpLocks/>
                  </p:cNvGrpSpPr>
                  <p:nvPr/>
                </p:nvGrpSpPr>
                <p:grpSpPr bwMode="auto">
                  <a:xfrm>
                    <a:off x="1272" y="2258"/>
                    <a:ext cx="91" cy="18"/>
                    <a:chOff x="1272" y="2258"/>
                    <a:chExt cx="91" cy="18"/>
                  </a:xfrm>
                </p:grpSpPr>
                <p:sp>
                  <p:nvSpPr>
                    <p:cNvPr id="2542660" name="Freeform 17">
                      <a:extLst>
                        <a:ext uri="{FF2B5EF4-FFF2-40B4-BE49-F238E27FC236}">
                          <a16:creationId xmlns:a16="http://schemas.microsoft.com/office/drawing/2014/main" id="{D2EF3B61-C52D-4201-63D0-13062FC8FA89}"/>
                        </a:ext>
                      </a:extLst>
                    </p:cNvPr>
                    <p:cNvSpPr>
                      <a:spLocks/>
                    </p:cNvSpPr>
                    <p:nvPr/>
                  </p:nvSpPr>
                  <p:spPr bwMode="auto">
                    <a:xfrm>
                      <a:off x="1272" y="2262"/>
                      <a:ext cx="80" cy="14"/>
                    </a:xfrm>
                    <a:custGeom>
                      <a:avLst/>
                      <a:gdLst>
                        <a:gd name="T0" fmla="*/ 0 w 80"/>
                        <a:gd name="T1" fmla="*/ 14 h 14"/>
                        <a:gd name="T2" fmla="*/ 12 w 80"/>
                        <a:gd name="T3" fmla="*/ 0 h 14"/>
                        <a:gd name="T4" fmla="*/ 80 w 80"/>
                        <a:gd name="T5" fmla="*/ 0 h 14"/>
                        <a:gd name="T6" fmla="*/ 80 w 80"/>
                        <a:gd name="T7" fmla="*/ 14 h 14"/>
                      </a:gdLst>
                      <a:ahLst/>
                      <a:cxnLst>
                        <a:cxn ang="0">
                          <a:pos x="T0" y="T1"/>
                        </a:cxn>
                        <a:cxn ang="0">
                          <a:pos x="T2" y="T3"/>
                        </a:cxn>
                        <a:cxn ang="0">
                          <a:pos x="T4" y="T5"/>
                        </a:cxn>
                        <a:cxn ang="0">
                          <a:pos x="T6" y="T7"/>
                        </a:cxn>
                      </a:cxnLst>
                      <a:rect l="0" t="0" r="r" b="b"/>
                      <a:pathLst>
                        <a:path w="80" h="14">
                          <a:moveTo>
                            <a:pt x="0" y="14"/>
                          </a:moveTo>
                          <a:lnTo>
                            <a:pt x="12" y="0"/>
                          </a:lnTo>
                          <a:lnTo>
                            <a:pt x="80" y="0"/>
                          </a:lnTo>
                          <a:lnTo>
                            <a:pt x="80" y="14"/>
                          </a:lnTo>
                        </a:path>
                      </a:pathLst>
                    </a:custGeom>
                    <a:noFill/>
                    <a:ln w="3175">
                      <a:solidFill>
                        <a:srgbClr val="40404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42661" name="Line 18">
                      <a:extLst>
                        <a:ext uri="{FF2B5EF4-FFF2-40B4-BE49-F238E27FC236}">
                          <a16:creationId xmlns:a16="http://schemas.microsoft.com/office/drawing/2014/main" id="{85BE5019-D6A7-211A-9355-F915AD731305}"/>
                        </a:ext>
                      </a:extLst>
                    </p:cNvPr>
                    <p:cNvSpPr>
                      <a:spLocks noChangeShapeType="1"/>
                    </p:cNvSpPr>
                    <p:nvPr/>
                  </p:nvSpPr>
                  <p:spPr bwMode="auto">
                    <a:xfrm>
                      <a:off x="1362" y="2258"/>
                      <a:ext cx="1" cy="18"/>
                    </a:xfrm>
                    <a:prstGeom prst="line">
                      <a:avLst/>
                    </a:prstGeom>
                    <a:noFill/>
                    <a:ln w="3175">
                      <a:solidFill>
                        <a:srgbClr val="40404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2542658" name="Line 19">
                    <a:extLst>
                      <a:ext uri="{FF2B5EF4-FFF2-40B4-BE49-F238E27FC236}">
                        <a16:creationId xmlns:a16="http://schemas.microsoft.com/office/drawing/2014/main" id="{6AA9C21C-66C2-C1B5-778F-6EC6407BA189}"/>
                      </a:ext>
                    </a:extLst>
                  </p:cNvPr>
                  <p:cNvSpPr>
                    <a:spLocks noChangeShapeType="1"/>
                  </p:cNvSpPr>
                  <p:nvPr/>
                </p:nvSpPr>
                <p:spPr bwMode="auto">
                  <a:xfrm>
                    <a:off x="1370" y="2276"/>
                    <a:ext cx="1" cy="63"/>
                  </a:xfrm>
                  <a:prstGeom prst="line">
                    <a:avLst/>
                  </a:prstGeom>
                  <a:noFill/>
                  <a:ln w="3175">
                    <a:solidFill>
                      <a:srgbClr val="20202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2542645" name="Group 20">
                  <a:extLst>
                    <a:ext uri="{FF2B5EF4-FFF2-40B4-BE49-F238E27FC236}">
                      <a16:creationId xmlns:a16="http://schemas.microsoft.com/office/drawing/2014/main" id="{64251786-3480-BFDC-4EE2-4A48B9ABE79E}"/>
                    </a:ext>
                  </a:extLst>
                </p:cNvPr>
                <p:cNvGrpSpPr>
                  <a:grpSpLocks/>
                </p:cNvGrpSpPr>
                <p:nvPr/>
              </p:nvGrpSpPr>
              <p:grpSpPr bwMode="auto">
                <a:xfrm>
                  <a:off x="1377" y="2258"/>
                  <a:ext cx="108" cy="81"/>
                  <a:chOff x="1377" y="2258"/>
                  <a:chExt cx="108" cy="81"/>
                </a:xfrm>
              </p:grpSpPr>
              <p:sp>
                <p:nvSpPr>
                  <p:cNvPr id="2542648" name="Freeform 21">
                    <a:extLst>
                      <a:ext uri="{FF2B5EF4-FFF2-40B4-BE49-F238E27FC236}">
                        <a16:creationId xmlns:a16="http://schemas.microsoft.com/office/drawing/2014/main" id="{1F975FEE-8E42-79C7-D6AA-A546ADE6B320}"/>
                      </a:ext>
                    </a:extLst>
                  </p:cNvPr>
                  <p:cNvSpPr>
                    <a:spLocks/>
                  </p:cNvSpPr>
                  <p:nvPr/>
                </p:nvSpPr>
                <p:spPr bwMode="auto">
                  <a:xfrm>
                    <a:off x="1377" y="2260"/>
                    <a:ext cx="107" cy="16"/>
                  </a:xfrm>
                  <a:custGeom>
                    <a:avLst/>
                    <a:gdLst>
                      <a:gd name="T0" fmla="*/ 0 w 107"/>
                      <a:gd name="T1" fmla="*/ 0 h 16"/>
                      <a:gd name="T2" fmla="*/ 107 w 107"/>
                      <a:gd name="T3" fmla="*/ 0 h 16"/>
                      <a:gd name="T4" fmla="*/ 107 w 107"/>
                      <a:gd name="T5" fmla="*/ 16 h 16"/>
                      <a:gd name="T6" fmla="*/ 10 w 107"/>
                      <a:gd name="T7" fmla="*/ 16 h 16"/>
                      <a:gd name="T8" fmla="*/ 0 w 107"/>
                      <a:gd name="T9" fmla="*/ 0 h 16"/>
                    </a:gdLst>
                    <a:ahLst/>
                    <a:cxnLst>
                      <a:cxn ang="0">
                        <a:pos x="T0" y="T1"/>
                      </a:cxn>
                      <a:cxn ang="0">
                        <a:pos x="T2" y="T3"/>
                      </a:cxn>
                      <a:cxn ang="0">
                        <a:pos x="T4" y="T5"/>
                      </a:cxn>
                      <a:cxn ang="0">
                        <a:pos x="T6" y="T7"/>
                      </a:cxn>
                      <a:cxn ang="0">
                        <a:pos x="T8" y="T9"/>
                      </a:cxn>
                    </a:cxnLst>
                    <a:rect l="0" t="0" r="r" b="b"/>
                    <a:pathLst>
                      <a:path w="107" h="16">
                        <a:moveTo>
                          <a:pt x="0" y="0"/>
                        </a:moveTo>
                        <a:lnTo>
                          <a:pt x="107" y="0"/>
                        </a:lnTo>
                        <a:lnTo>
                          <a:pt x="107" y="16"/>
                        </a:lnTo>
                        <a:lnTo>
                          <a:pt x="10" y="16"/>
                        </a:lnTo>
                        <a:lnTo>
                          <a:pt x="0" y="0"/>
                        </a:lnTo>
                        <a:close/>
                      </a:path>
                    </a:pathLst>
                  </a:custGeom>
                  <a:solidFill>
                    <a:srgbClr val="606060"/>
                  </a:solidFill>
                  <a:ln w="3175">
                    <a:solidFill>
                      <a:srgbClr val="404040"/>
                    </a:solidFill>
                    <a:prstDash val="solid"/>
                    <a:round/>
                    <a:headEnd/>
                    <a:tailEnd/>
                  </a:ln>
                </p:spPr>
                <p:txBody>
                  <a:bodyPr/>
                  <a:lstStyle/>
                  <a:p>
                    <a:endParaRPr lang="en-US"/>
                  </a:p>
                </p:txBody>
              </p:sp>
              <p:grpSp>
                <p:nvGrpSpPr>
                  <p:cNvPr id="2542649" name="Group 22">
                    <a:extLst>
                      <a:ext uri="{FF2B5EF4-FFF2-40B4-BE49-F238E27FC236}">
                        <a16:creationId xmlns:a16="http://schemas.microsoft.com/office/drawing/2014/main" id="{44CE5410-B96A-2DE6-2106-AE6B5AEBB157}"/>
                      </a:ext>
                    </a:extLst>
                  </p:cNvPr>
                  <p:cNvGrpSpPr>
                    <a:grpSpLocks/>
                  </p:cNvGrpSpPr>
                  <p:nvPr/>
                </p:nvGrpSpPr>
                <p:grpSpPr bwMode="auto">
                  <a:xfrm>
                    <a:off x="1387" y="2258"/>
                    <a:ext cx="89" cy="18"/>
                    <a:chOff x="1387" y="2258"/>
                    <a:chExt cx="89" cy="18"/>
                  </a:xfrm>
                </p:grpSpPr>
                <p:sp>
                  <p:nvSpPr>
                    <p:cNvPr id="2542652" name="Freeform 23">
                      <a:extLst>
                        <a:ext uri="{FF2B5EF4-FFF2-40B4-BE49-F238E27FC236}">
                          <a16:creationId xmlns:a16="http://schemas.microsoft.com/office/drawing/2014/main" id="{9E351A1A-7845-8B9E-DB74-7A25BBAC2591}"/>
                        </a:ext>
                      </a:extLst>
                    </p:cNvPr>
                    <p:cNvSpPr>
                      <a:spLocks/>
                    </p:cNvSpPr>
                    <p:nvPr/>
                  </p:nvSpPr>
                  <p:spPr bwMode="auto">
                    <a:xfrm>
                      <a:off x="1387" y="2262"/>
                      <a:ext cx="80" cy="14"/>
                    </a:xfrm>
                    <a:custGeom>
                      <a:avLst/>
                      <a:gdLst>
                        <a:gd name="T0" fmla="*/ 0 w 80"/>
                        <a:gd name="T1" fmla="*/ 14 h 14"/>
                        <a:gd name="T2" fmla="*/ 12 w 80"/>
                        <a:gd name="T3" fmla="*/ 0 h 14"/>
                        <a:gd name="T4" fmla="*/ 80 w 80"/>
                        <a:gd name="T5" fmla="*/ 0 h 14"/>
                        <a:gd name="T6" fmla="*/ 80 w 80"/>
                        <a:gd name="T7" fmla="*/ 14 h 14"/>
                      </a:gdLst>
                      <a:ahLst/>
                      <a:cxnLst>
                        <a:cxn ang="0">
                          <a:pos x="T0" y="T1"/>
                        </a:cxn>
                        <a:cxn ang="0">
                          <a:pos x="T2" y="T3"/>
                        </a:cxn>
                        <a:cxn ang="0">
                          <a:pos x="T4" y="T5"/>
                        </a:cxn>
                        <a:cxn ang="0">
                          <a:pos x="T6" y="T7"/>
                        </a:cxn>
                      </a:cxnLst>
                      <a:rect l="0" t="0" r="r" b="b"/>
                      <a:pathLst>
                        <a:path w="80" h="14">
                          <a:moveTo>
                            <a:pt x="0" y="14"/>
                          </a:moveTo>
                          <a:lnTo>
                            <a:pt x="12" y="0"/>
                          </a:lnTo>
                          <a:lnTo>
                            <a:pt x="80" y="0"/>
                          </a:lnTo>
                          <a:lnTo>
                            <a:pt x="80" y="14"/>
                          </a:lnTo>
                        </a:path>
                      </a:pathLst>
                    </a:custGeom>
                    <a:noFill/>
                    <a:ln w="3175">
                      <a:solidFill>
                        <a:srgbClr val="40404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42654" name="Line 24">
                      <a:extLst>
                        <a:ext uri="{FF2B5EF4-FFF2-40B4-BE49-F238E27FC236}">
                          <a16:creationId xmlns:a16="http://schemas.microsoft.com/office/drawing/2014/main" id="{87C8CEA9-9119-728D-16DC-60C41CA5A01C}"/>
                        </a:ext>
                      </a:extLst>
                    </p:cNvPr>
                    <p:cNvSpPr>
                      <a:spLocks noChangeShapeType="1"/>
                    </p:cNvSpPr>
                    <p:nvPr/>
                  </p:nvSpPr>
                  <p:spPr bwMode="auto">
                    <a:xfrm>
                      <a:off x="1475" y="2258"/>
                      <a:ext cx="1" cy="18"/>
                    </a:xfrm>
                    <a:prstGeom prst="line">
                      <a:avLst/>
                    </a:prstGeom>
                    <a:noFill/>
                    <a:ln w="3175">
                      <a:solidFill>
                        <a:srgbClr val="40404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2542651" name="Line 25">
                    <a:extLst>
                      <a:ext uri="{FF2B5EF4-FFF2-40B4-BE49-F238E27FC236}">
                        <a16:creationId xmlns:a16="http://schemas.microsoft.com/office/drawing/2014/main" id="{FC712502-3340-EC22-3FEC-4976C5440AAD}"/>
                      </a:ext>
                    </a:extLst>
                  </p:cNvPr>
                  <p:cNvSpPr>
                    <a:spLocks noChangeShapeType="1"/>
                  </p:cNvSpPr>
                  <p:nvPr/>
                </p:nvSpPr>
                <p:spPr bwMode="auto">
                  <a:xfrm>
                    <a:off x="1484" y="2276"/>
                    <a:ext cx="1" cy="63"/>
                  </a:xfrm>
                  <a:prstGeom prst="line">
                    <a:avLst/>
                  </a:prstGeom>
                  <a:noFill/>
                  <a:ln w="3175">
                    <a:solidFill>
                      <a:srgbClr val="20202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30" name="Group 26">
                <a:extLst>
                  <a:ext uri="{FF2B5EF4-FFF2-40B4-BE49-F238E27FC236}">
                    <a16:creationId xmlns:a16="http://schemas.microsoft.com/office/drawing/2014/main" id="{8D9EFCFD-5BBB-1711-F8CA-63C1FFB7BD3A}"/>
                  </a:ext>
                </a:extLst>
              </p:cNvPr>
              <p:cNvGrpSpPr>
                <a:grpSpLocks/>
              </p:cNvGrpSpPr>
              <p:nvPr/>
            </p:nvGrpSpPr>
            <p:grpSpPr bwMode="auto">
              <a:xfrm>
                <a:off x="1277" y="2267"/>
                <a:ext cx="86" cy="85"/>
                <a:chOff x="1277" y="2267"/>
                <a:chExt cx="86" cy="85"/>
              </a:xfrm>
            </p:grpSpPr>
            <p:sp>
              <p:nvSpPr>
                <p:cNvPr id="2542598" name="Oval 27">
                  <a:extLst>
                    <a:ext uri="{FF2B5EF4-FFF2-40B4-BE49-F238E27FC236}">
                      <a16:creationId xmlns:a16="http://schemas.microsoft.com/office/drawing/2014/main" id="{367945AE-CD61-B455-4E8F-B9A413A85F1D}"/>
                    </a:ext>
                  </a:extLst>
                </p:cNvPr>
                <p:cNvSpPr>
                  <a:spLocks noChangeArrowheads="1"/>
                </p:cNvSpPr>
                <p:nvPr/>
              </p:nvSpPr>
              <p:spPr bwMode="auto">
                <a:xfrm>
                  <a:off x="1277" y="2267"/>
                  <a:ext cx="86" cy="85"/>
                </a:xfrm>
                <a:prstGeom prst="ellipse">
                  <a:avLst/>
                </a:prstGeom>
                <a:solidFill>
                  <a:srgbClr val="202020"/>
                </a:solidFill>
                <a:ln w="3175">
                  <a:solidFill>
                    <a:srgbClr val="000000"/>
                  </a:solidFill>
                  <a:round/>
                  <a:headEnd/>
                  <a:tailEnd/>
                </a:ln>
              </p:spPr>
              <p:txBody>
                <a:bodyPr/>
                <a:lstStyle/>
                <a:p>
                  <a:endParaRPr lang="en-US"/>
                </a:p>
              </p:txBody>
            </p:sp>
            <p:sp>
              <p:nvSpPr>
                <p:cNvPr id="2542599" name="Oval 28">
                  <a:extLst>
                    <a:ext uri="{FF2B5EF4-FFF2-40B4-BE49-F238E27FC236}">
                      <a16:creationId xmlns:a16="http://schemas.microsoft.com/office/drawing/2014/main" id="{38DD5BA9-B0A7-FC1D-9F1D-481C19F0E00E}"/>
                    </a:ext>
                  </a:extLst>
                </p:cNvPr>
                <p:cNvSpPr>
                  <a:spLocks noChangeArrowheads="1"/>
                </p:cNvSpPr>
                <p:nvPr/>
              </p:nvSpPr>
              <p:spPr bwMode="auto">
                <a:xfrm>
                  <a:off x="1289" y="2279"/>
                  <a:ext cx="60" cy="59"/>
                </a:xfrm>
                <a:prstGeom prst="ellipse">
                  <a:avLst/>
                </a:prstGeom>
                <a:solidFill>
                  <a:srgbClr val="A0A0A0"/>
                </a:solidFill>
                <a:ln w="3175">
                  <a:solidFill>
                    <a:srgbClr val="000000"/>
                  </a:solidFill>
                  <a:round/>
                  <a:headEnd/>
                  <a:tailEnd/>
                </a:ln>
              </p:spPr>
              <p:txBody>
                <a:bodyPr/>
                <a:lstStyle/>
                <a:p>
                  <a:endParaRPr lang="en-US"/>
                </a:p>
              </p:txBody>
            </p:sp>
            <p:sp>
              <p:nvSpPr>
                <p:cNvPr id="2542600" name="Oval 29">
                  <a:extLst>
                    <a:ext uri="{FF2B5EF4-FFF2-40B4-BE49-F238E27FC236}">
                      <a16:creationId xmlns:a16="http://schemas.microsoft.com/office/drawing/2014/main" id="{170320F2-1235-F6CF-D5D6-9B1A909F4B3A}"/>
                    </a:ext>
                  </a:extLst>
                </p:cNvPr>
                <p:cNvSpPr>
                  <a:spLocks noChangeArrowheads="1"/>
                </p:cNvSpPr>
                <p:nvPr/>
              </p:nvSpPr>
              <p:spPr bwMode="auto">
                <a:xfrm>
                  <a:off x="1305" y="2297"/>
                  <a:ext cx="26" cy="25"/>
                </a:xfrm>
                <a:prstGeom prst="ellipse">
                  <a:avLst/>
                </a:prstGeom>
                <a:solidFill>
                  <a:srgbClr val="606060"/>
                </a:solidFill>
                <a:ln w="3175">
                  <a:solidFill>
                    <a:srgbClr val="000000"/>
                  </a:solidFill>
                  <a:round/>
                  <a:headEnd/>
                  <a:tailEnd/>
                </a:ln>
              </p:spPr>
              <p:txBody>
                <a:bodyPr/>
                <a:lstStyle/>
                <a:p>
                  <a:endParaRPr lang="en-US"/>
                </a:p>
              </p:txBody>
            </p:sp>
          </p:grpSp>
          <p:grpSp>
            <p:nvGrpSpPr>
              <p:cNvPr id="31" name="Group 30">
                <a:extLst>
                  <a:ext uri="{FF2B5EF4-FFF2-40B4-BE49-F238E27FC236}">
                    <a16:creationId xmlns:a16="http://schemas.microsoft.com/office/drawing/2014/main" id="{3800A3F7-EB1A-37B6-DAF2-EF2CD4FCA1E7}"/>
                  </a:ext>
                </a:extLst>
              </p:cNvPr>
              <p:cNvGrpSpPr>
                <a:grpSpLocks/>
              </p:cNvGrpSpPr>
              <p:nvPr/>
            </p:nvGrpSpPr>
            <p:grpSpPr bwMode="auto">
              <a:xfrm>
                <a:off x="1390" y="2267"/>
                <a:ext cx="86" cy="85"/>
                <a:chOff x="1390" y="2267"/>
                <a:chExt cx="86" cy="85"/>
              </a:xfrm>
            </p:grpSpPr>
            <p:sp>
              <p:nvSpPr>
                <p:cNvPr id="2542594" name="Oval 31">
                  <a:extLst>
                    <a:ext uri="{FF2B5EF4-FFF2-40B4-BE49-F238E27FC236}">
                      <a16:creationId xmlns:a16="http://schemas.microsoft.com/office/drawing/2014/main" id="{395473BD-B863-A1C0-2781-AEF414779CC7}"/>
                    </a:ext>
                  </a:extLst>
                </p:cNvPr>
                <p:cNvSpPr>
                  <a:spLocks noChangeArrowheads="1"/>
                </p:cNvSpPr>
                <p:nvPr/>
              </p:nvSpPr>
              <p:spPr bwMode="auto">
                <a:xfrm>
                  <a:off x="1390" y="2267"/>
                  <a:ext cx="86" cy="85"/>
                </a:xfrm>
                <a:prstGeom prst="ellipse">
                  <a:avLst/>
                </a:prstGeom>
                <a:solidFill>
                  <a:srgbClr val="202020"/>
                </a:solidFill>
                <a:ln w="3175">
                  <a:solidFill>
                    <a:srgbClr val="000000"/>
                  </a:solidFill>
                  <a:round/>
                  <a:headEnd/>
                  <a:tailEnd/>
                </a:ln>
              </p:spPr>
              <p:txBody>
                <a:bodyPr/>
                <a:lstStyle/>
                <a:p>
                  <a:endParaRPr lang="en-US"/>
                </a:p>
              </p:txBody>
            </p:sp>
            <p:sp>
              <p:nvSpPr>
                <p:cNvPr id="2542596" name="Oval 32">
                  <a:extLst>
                    <a:ext uri="{FF2B5EF4-FFF2-40B4-BE49-F238E27FC236}">
                      <a16:creationId xmlns:a16="http://schemas.microsoft.com/office/drawing/2014/main" id="{70A2DF91-3272-D8A1-9F63-E24C3349643D}"/>
                    </a:ext>
                  </a:extLst>
                </p:cNvPr>
                <p:cNvSpPr>
                  <a:spLocks noChangeArrowheads="1"/>
                </p:cNvSpPr>
                <p:nvPr/>
              </p:nvSpPr>
              <p:spPr bwMode="auto">
                <a:xfrm>
                  <a:off x="1404" y="2279"/>
                  <a:ext cx="60" cy="59"/>
                </a:xfrm>
                <a:prstGeom prst="ellipse">
                  <a:avLst/>
                </a:prstGeom>
                <a:solidFill>
                  <a:srgbClr val="A0A0A0"/>
                </a:solidFill>
                <a:ln w="3175">
                  <a:solidFill>
                    <a:srgbClr val="000000"/>
                  </a:solidFill>
                  <a:round/>
                  <a:headEnd/>
                  <a:tailEnd/>
                </a:ln>
              </p:spPr>
              <p:txBody>
                <a:bodyPr/>
                <a:lstStyle/>
                <a:p>
                  <a:endParaRPr lang="en-US"/>
                </a:p>
              </p:txBody>
            </p:sp>
            <p:sp>
              <p:nvSpPr>
                <p:cNvPr id="2542597" name="Oval 33">
                  <a:extLst>
                    <a:ext uri="{FF2B5EF4-FFF2-40B4-BE49-F238E27FC236}">
                      <a16:creationId xmlns:a16="http://schemas.microsoft.com/office/drawing/2014/main" id="{5A9AF999-66A6-1A7F-6C8B-3815DA14516F}"/>
                    </a:ext>
                  </a:extLst>
                </p:cNvPr>
                <p:cNvSpPr>
                  <a:spLocks noChangeArrowheads="1"/>
                </p:cNvSpPr>
                <p:nvPr/>
              </p:nvSpPr>
              <p:spPr bwMode="auto">
                <a:xfrm>
                  <a:off x="1420" y="2297"/>
                  <a:ext cx="26" cy="25"/>
                </a:xfrm>
                <a:prstGeom prst="ellipse">
                  <a:avLst/>
                </a:prstGeom>
                <a:solidFill>
                  <a:srgbClr val="606060"/>
                </a:solidFill>
                <a:ln w="3175">
                  <a:solidFill>
                    <a:srgbClr val="000000"/>
                  </a:solidFill>
                  <a:round/>
                  <a:headEnd/>
                  <a:tailEnd/>
                </a:ln>
              </p:spPr>
              <p:txBody>
                <a:bodyPr/>
                <a:lstStyle/>
                <a:p>
                  <a:endParaRPr lang="en-US"/>
                </a:p>
              </p:txBody>
            </p:sp>
          </p:grpSp>
        </p:grpSp>
      </p:grpSp>
      <p:grpSp>
        <p:nvGrpSpPr>
          <p:cNvPr id="2542670" name="Group 4">
            <a:extLst>
              <a:ext uri="{FF2B5EF4-FFF2-40B4-BE49-F238E27FC236}">
                <a16:creationId xmlns:a16="http://schemas.microsoft.com/office/drawing/2014/main" id="{C99CD868-6090-11F4-9DF1-1FC60CE3DA83}"/>
              </a:ext>
            </a:extLst>
          </p:cNvPr>
          <p:cNvGrpSpPr>
            <a:grpSpLocks/>
          </p:cNvGrpSpPr>
          <p:nvPr/>
        </p:nvGrpSpPr>
        <p:grpSpPr bwMode="auto">
          <a:xfrm>
            <a:off x="3870196" y="3623344"/>
            <a:ext cx="448469" cy="205096"/>
            <a:chOff x="2256" y="2352"/>
            <a:chExt cx="933" cy="365"/>
          </a:xfrm>
        </p:grpSpPr>
        <p:grpSp>
          <p:nvGrpSpPr>
            <p:cNvPr id="2542716" name="Group 5">
              <a:extLst>
                <a:ext uri="{FF2B5EF4-FFF2-40B4-BE49-F238E27FC236}">
                  <a16:creationId xmlns:a16="http://schemas.microsoft.com/office/drawing/2014/main" id="{A6F0B9A8-D674-8B06-9587-BDDFAF0DEBD1}"/>
                </a:ext>
              </a:extLst>
            </p:cNvPr>
            <p:cNvGrpSpPr>
              <a:grpSpLocks/>
            </p:cNvGrpSpPr>
            <p:nvPr/>
          </p:nvGrpSpPr>
          <p:grpSpPr bwMode="auto">
            <a:xfrm flipH="1">
              <a:off x="2256" y="2352"/>
              <a:ext cx="933" cy="249"/>
              <a:chOff x="693" y="2029"/>
              <a:chExt cx="836" cy="228"/>
            </a:xfrm>
          </p:grpSpPr>
          <p:sp>
            <p:nvSpPr>
              <p:cNvPr id="2542803" name="Rectangle 6">
                <a:extLst>
                  <a:ext uri="{FF2B5EF4-FFF2-40B4-BE49-F238E27FC236}">
                    <a16:creationId xmlns:a16="http://schemas.microsoft.com/office/drawing/2014/main" id="{1D52E848-625A-3F8A-3D19-1A7E50642AE4}"/>
                  </a:ext>
                </a:extLst>
              </p:cNvPr>
              <p:cNvSpPr>
                <a:spLocks noChangeArrowheads="1"/>
              </p:cNvSpPr>
              <p:nvPr/>
            </p:nvSpPr>
            <p:spPr bwMode="auto">
              <a:xfrm>
                <a:off x="693" y="2029"/>
                <a:ext cx="836" cy="228"/>
              </a:xfrm>
              <a:prstGeom prst="rect">
                <a:avLst/>
              </a:prstGeom>
              <a:gradFill rotWithShape="0">
                <a:gsLst>
                  <a:gs pos="0">
                    <a:srgbClr val="037C03"/>
                  </a:gs>
                  <a:gs pos="50000">
                    <a:srgbClr val="037C03">
                      <a:gamma/>
                      <a:shade val="6275"/>
                      <a:invGamma/>
                    </a:srgbClr>
                  </a:gs>
                  <a:gs pos="100000">
                    <a:srgbClr val="037C03"/>
                  </a:gs>
                </a:gsLst>
                <a:lin ang="5400000" scaled="1"/>
              </a:gradFill>
              <a:ln w="3175">
                <a:solidFill>
                  <a:srgbClr val="000000"/>
                </a:solidFill>
                <a:miter lim="800000"/>
                <a:headEnd/>
                <a:tailEnd/>
              </a:ln>
            </p:spPr>
            <p:txBody>
              <a:bodyPr/>
              <a:lstStyle/>
              <a:p>
                <a:endParaRPr lang="en-US"/>
              </a:p>
            </p:txBody>
          </p:sp>
          <p:sp>
            <p:nvSpPr>
              <p:cNvPr id="2542804" name="Rectangle 7">
                <a:extLst>
                  <a:ext uri="{FF2B5EF4-FFF2-40B4-BE49-F238E27FC236}">
                    <a16:creationId xmlns:a16="http://schemas.microsoft.com/office/drawing/2014/main" id="{5705E007-986C-4168-D972-67806CA89867}"/>
                  </a:ext>
                </a:extLst>
              </p:cNvPr>
              <p:cNvSpPr>
                <a:spLocks noChangeArrowheads="1"/>
              </p:cNvSpPr>
              <p:nvPr/>
            </p:nvSpPr>
            <p:spPr bwMode="auto">
              <a:xfrm>
                <a:off x="693" y="2037"/>
                <a:ext cx="836" cy="213"/>
              </a:xfrm>
              <a:prstGeom prst="rect">
                <a:avLst/>
              </a:prstGeom>
              <a:solidFill>
                <a:srgbClr val="C5D3ED"/>
              </a:solidFill>
              <a:ln w="3175">
                <a:solidFill>
                  <a:srgbClr val="000000"/>
                </a:solidFill>
                <a:miter lim="800000"/>
                <a:headEnd/>
                <a:tailEnd/>
              </a:ln>
            </p:spPr>
            <p:txBody>
              <a:bodyPr/>
              <a:lstStyle/>
              <a:p>
                <a:endParaRPr lang="en-US" dirty="0"/>
              </a:p>
            </p:txBody>
          </p:sp>
        </p:grpSp>
        <p:grpSp>
          <p:nvGrpSpPr>
            <p:cNvPr id="2542717" name="Group 8">
              <a:extLst>
                <a:ext uri="{FF2B5EF4-FFF2-40B4-BE49-F238E27FC236}">
                  <a16:creationId xmlns:a16="http://schemas.microsoft.com/office/drawing/2014/main" id="{8A11FF97-16FC-E729-57BF-03727617B8FF}"/>
                </a:ext>
              </a:extLst>
            </p:cNvPr>
            <p:cNvGrpSpPr>
              <a:grpSpLocks/>
            </p:cNvGrpSpPr>
            <p:nvPr/>
          </p:nvGrpSpPr>
          <p:grpSpPr bwMode="auto">
            <a:xfrm flipH="1">
              <a:off x="2413" y="2614"/>
              <a:ext cx="624" cy="103"/>
              <a:chOff x="926" y="2258"/>
              <a:chExt cx="559" cy="94"/>
            </a:xfrm>
          </p:grpSpPr>
          <p:grpSp>
            <p:nvGrpSpPr>
              <p:cNvPr id="2542718" name="Group 9">
                <a:extLst>
                  <a:ext uri="{FF2B5EF4-FFF2-40B4-BE49-F238E27FC236}">
                    <a16:creationId xmlns:a16="http://schemas.microsoft.com/office/drawing/2014/main" id="{8224D3E7-45B4-66CC-0A47-7F5441F3FF93}"/>
                  </a:ext>
                </a:extLst>
              </p:cNvPr>
              <p:cNvGrpSpPr>
                <a:grpSpLocks/>
              </p:cNvGrpSpPr>
              <p:nvPr/>
            </p:nvGrpSpPr>
            <p:grpSpPr bwMode="auto">
              <a:xfrm>
                <a:off x="926" y="2258"/>
                <a:ext cx="559" cy="81"/>
                <a:chOff x="926" y="2258"/>
                <a:chExt cx="559" cy="81"/>
              </a:xfrm>
            </p:grpSpPr>
            <p:grpSp>
              <p:nvGrpSpPr>
                <p:cNvPr id="2542787" name="Group 10">
                  <a:extLst>
                    <a:ext uri="{FF2B5EF4-FFF2-40B4-BE49-F238E27FC236}">
                      <a16:creationId xmlns:a16="http://schemas.microsoft.com/office/drawing/2014/main" id="{CFDDCFE5-EB10-4818-ABAD-493EEF843A39}"/>
                    </a:ext>
                  </a:extLst>
                </p:cNvPr>
                <p:cNvGrpSpPr>
                  <a:grpSpLocks/>
                </p:cNvGrpSpPr>
                <p:nvPr/>
              </p:nvGrpSpPr>
              <p:grpSpPr bwMode="auto">
                <a:xfrm>
                  <a:off x="926" y="2258"/>
                  <a:ext cx="67" cy="62"/>
                  <a:chOff x="926" y="2258"/>
                  <a:chExt cx="67" cy="62"/>
                </a:xfrm>
              </p:grpSpPr>
              <p:sp>
                <p:nvSpPr>
                  <p:cNvPr id="2542800" name="Freeform 11">
                    <a:extLst>
                      <a:ext uri="{FF2B5EF4-FFF2-40B4-BE49-F238E27FC236}">
                        <a16:creationId xmlns:a16="http://schemas.microsoft.com/office/drawing/2014/main" id="{BC5124D5-D90D-AEC2-F3B4-001F82C75892}"/>
                      </a:ext>
                    </a:extLst>
                  </p:cNvPr>
                  <p:cNvSpPr>
                    <a:spLocks/>
                  </p:cNvSpPr>
                  <p:nvPr/>
                </p:nvSpPr>
                <p:spPr bwMode="auto">
                  <a:xfrm>
                    <a:off x="926" y="2258"/>
                    <a:ext cx="67" cy="10"/>
                  </a:xfrm>
                  <a:custGeom>
                    <a:avLst/>
                    <a:gdLst>
                      <a:gd name="T0" fmla="*/ 0 w 67"/>
                      <a:gd name="T1" fmla="*/ 0 h 10"/>
                      <a:gd name="T2" fmla="*/ 67 w 67"/>
                      <a:gd name="T3" fmla="*/ 0 h 10"/>
                      <a:gd name="T4" fmla="*/ 59 w 67"/>
                      <a:gd name="T5" fmla="*/ 10 h 10"/>
                      <a:gd name="T6" fmla="*/ 7 w 67"/>
                      <a:gd name="T7" fmla="*/ 10 h 10"/>
                      <a:gd name="T8" fmla="*/ 0 w 67"/>
                      <a:gd name="T9" fmla="*/ 0 h 10"/>
                    </a:gdLst>
                    <a:ahLst/>
                    <a:cxnLst>
                      <a:cxn ang="0">
                        <a:pos x="T0" y="T1"/>
                      </a:cxn>
                      <a:cxn ang="0">
                        <a:pos x="T2" y="T3"/>
                      </a:cxn>
                      <a:cxn ang="0">
                        <a:pos x="T4" y="T5"/>
                      </a:cxn>
                      <a:cxn ang="0">
                        <a:pos x="T6" y="T7"/>
                      </a:cxn>
                      <a:cxn ang="0">
                        <a:pos x="T8" y="T9"/>
                      </a:cxn>
                    </a:cxnLst>
                    <a:rect l="0" t="0" r="r" b="b"/>
                    <a:pathLst>
                      <a:path w="67" h="10">
                        <a:moveTo>
                          <a:pt x="0" y="0"/>
                        </a:moveTo>
                        <a:lnTo>
                          <a:pt x="67" y="0"/>
                        </a:lnTo>
                        <a:lnTo>
                          <a:pt x="59" y="10"/>
                        </a:lnTo>
                        <a:lnTo>
                          <a:pt x="7" y="10"/>
                        </a:lnTo>
                        <a:lnTo>
                          <a:pt x="0" y="0"/>
                        </a:lnTo>
                        <a:close/>
                      </a:path>
                    </a:pathLst>
                  </a:custGeom>
                  <a:solidFill>
                    <a:srgbClr val="606060"/>
                  </a:solidFill>
                  <a:ln w="3175">
                    <a:solidFill>
                      <a:srgbClr val="404040"/>
                    </a:solidFill>
                    <a:prstDash val="solid"/>
                    <a:round/>
                    <a:headEnd/>
                    <a:tailEnd/>
                  </a:ln>
                </p:spPr>
                <p:txBody>
                  <a:bodyPr/>
                  <a:lstStyle/>
                  <a:p>
                    <a:endParaRPr lang="en-US"/>
                  </a:p>
                </p:txBody>
              </p:sp>
              <p:sp>
                <p:nvSpPr>
                  <p:cNvPr id="2542801" name="Freeform 12">
                    <a:extLst>
                      <a:ext uri="{FF2B5EF4-FFF2-40B4-BE49-F238E27FC236}">
                        <a16:creationId xmlns:a16="http://schemas.microsoft.com/office/drawing/2014/main" id="{8653CAA5-4A71-1FFE-F276-7D65D8BCDDED}"/>
                      </a:ext>
                    </a:extLst>
                  </p:cNvPr>
                  <p:cNvSpPr>
                    <a:spLocks/>
                  </p:cNvSpPr>
                  <p:nvPr/>
                </p:nvSpPr>
                <p:spPr bwMode="auto">
                  <a:xfrm>
                    <a:off x="941" y="2268"/>
                    <a:ext cx="34" cy="4"/>
                  </a:xfrm>
                  <a:custGeom>
                    <a:avLst/>
                    <a:gdLst>
                      <a:gd name="T0" fmla="*/ 0 w 34"/>
                      <a:gd name="T1" fmla="*/ 0 h 4"/>
                      <a:gd name="T2" fmla="*/ 34 w 34"/>
                      <a:gd name="T3" fmla="*/ 0 h 4"/>
                      <a:gd name="T4" fmla="*/ 30 w 34"/>
                      <a:gd name="T5" fmla="*/ 4 h 4"/>
                      <a:gd name="T6" fmla="*/ 4 w 34"/>
                      <a:gd name="T7" fmla="*/ 4 h 4"/>
                      <a:gd name="T8" fmla="*/ 0 w 34"/>
                      <a:gd name="T9" fmla="*/ 0 h 4"/>
                    </a:gdLst>
                    <a:ahLst/>
                    <a:cxnLst>
                      <a:cxn ang="0">
                        <a:pos x="T0" y="T1"/>
                      </a:cxn>
                      <a:cxn ang="0">
                        <a:pos x="T2" y="T3"/>
                      </a:cxn>
                      <a:cxn ang="0">
                        <a:pos x="T4" y="T5"/>
                      </a:cxn>
                      <a:cxn ang="0">
                        <a:pos x="T6" y="T7"/>
                      </a:cxn>
                      <a:cxn ang="0">
                        <a:pos x="T8" y="T9"/>
                      </a:cxn>
                    </a:cxnLst>
                    <a:rect l="0" t="0" r="r" b="b"/>
                    <a:pathLst>
                      <a:path w="34" h="4">
                        <a:moveTo>
                          <a:pt x="0" y="0"/>
                        </a:moveTo>
                        <a:lnTo>
                          <a:pt x="34" y="0"/>
                        </a:lnTo>
                        <a:lnTo>
                          <a:pt x="30" y="4"/>
                        </a:lnTo>
                        <a:lnTo>
                          <a:pt x="4" y="4"/>
                        </a:lnTo>
                        <a:lnTo>
                          <a:pt x="0" y="0"/>
                        </a:lnTo>
                        <a:close/>
                      </a:path>
                    </a:pathLst>
                  </a:custGeom>
                  <a:solidFill>
                    <a:srgbClr val="606060"/>
                  </a:solidFill>
                  <a:ln w="3175">
                    <a:solidFill>
                      <a:srgbClr val="404040"/>
                    </a:solidFill>
                    <a:prstDash val="solid"/>
                    <a:round/>
                    <a:headEnd/>
                    <a:tailEnd/>
                  </a:ln>
                </p:spPr>
                <p:txBody>
                  <a:bodyPr/>
                  <a:lstStyle/>
                  <a:p>
                    <a:endParaRPr lang="en-US"/>
                  </a:p>
                </p:txBody>
              </p:sp>
              <p:sp>
                <p:nvSpPr>
                  <p:cNvPr id="2542802" name="Rectangle 13">
                    <a:extLst>
                      <a:ext uri="{FF2B5EF4-FFF2-40B4-BE49-F238E27FC236}">
                        <a16:creationId xmlns:a16="http://schemas.microsoft.com/office/drawing/2014/main" id="{964F0313-EEEA-5568-0D49-E81437EA1CD5}"/>
                      </a:ext>
                    </a:extLst>
                  </p:cNvPr>
                  <p:cNvSpPr>
                    <a:spLocks noChangeArrowheads="1"/>
                  </p:cNvSpPr>
                  <p:nvPr/>
                </p:nvSpPr>
                <p:spPr bwMode="auto">
                  <a:xfrm>
                    <a:off x="956" y="2273"/>
                    <a:ext cx="6" cy="47"/>
                  </a:xfrm>
                  <a:prstGeom prst="rect">
                    <a:avLst/>
                  </a:prstGeom>
                  <a:solidFill>
                    <a:srgbClr val="606060"/>
                  </a:solidFill>
                  <a:ln w="3175">
                    <a:solidFill>
                      <a:srgbClr val="404040"/>
                    </a:solidFill>
                    <a:miter lim="800000"/>
                    <a:headEnd/>
                    <a:tailEnd/>
                  </a:ln>
                </p:spPr>
                <p:txBody>
                  <a:bodyPr/>
                  <a:lstStyle/>
                  <a:p>
                    <a:endParaRPr lang="en-US"/>
                  </a:p>
                </p:txBody>
              </p:sp>
            </p:grpSp>
            <p:grpSp>
              <p:nvGrpSpPr>
                <p:cNvPr id="2542788" name="Group 14">
                  <a:extLst>
                    <a:ext uri="{FF2B5EF4-FFF2-40B4-BE49-F238E27FC236}">
                      <a16:creationId xmlns:a16="http://schemas.microsoft.com/office/drawing/2014/main" id="{82620117-D1AF-EA46-FF05-AE96876B0749}"/>
                    </a:ext>
                  </a:extLst>
                </p:cNvPr>
                <p:cNvGrpSpPr>
                  <a:grpSpLocks/>
                </p:cNvGrpSpPr>
                <p:nvPr/>
              </p:nvGrpSpPr>
              <p:grpSpPr bwMode="auto">
                <a:xfrm>
                  <a:off x="1264" y="2258"/>
                  <a:ext cx="107" cy="81"/>
                  <a:chOff x="1264" y="2258"/>
                  <a:chExt cx="107" cy="81"/>
                </a:xfrm>
              </p:grpSpPr>
              <p:sp>
                <p:nvSpPr>
                  <p:cNvPr id="2542795" name="Freeform 15">
                    <a:extLst>
                      <a:ext uri="{FF2B5EF4-FFF2-40B4-BE49-F238E27FC236}">
                        <a16:creationId xmlns:a16="http://schemas.microsoft.com/office/drawing/2014/main" id="{16AC6D16-48E8-51EC-CFE8-6036D41A4797}"/>
                      </a:ext>
                    </a:extLst>
                  </p:cNvPr>
                  <p:cNvSpPr>
                    <a:spLocks/>
                  </p:cNvSpPr>
                  <p:nvPr/>
                </p:nvSpPr>
                <p:spPr bwMode="auto">
                  <a:xfrm>
                    <a:off x="1264" y="2260"/>
                    <a:ext cx="106" cy="16"/>
                  </a:xfrm>
                  <a:custGeom>
                    <a:avLst/>
                    <a:gdLst>
                      <a:gd name="T0" fmla="*/ 0 w 106"/>
                      <a:gd name="T1" fmla="*/ 0 h 16"/>
                      <a:gd name="T2" fmla="*/ 106 w 106"/>
                      <a:gd name="T3" fmla="*/ 0 h 16"/>
                      <a:gd name="T4" fmla="*/ 106 w 106"/>
                      <a:gd name="T5" fmla="*/ 16 h 16"/>
                      <a:gd name="T6" fmla="*/ 8 w 106"/>
                      <a:gd name="T7" fmla="*/ 16 h 16"/>
                      <a:gd name="T8" fmla="*/ 0 w 106"/>
                      <a:gd name="T9" fmla="*/ 0 h 16"/>
                    </a:gdLst>
                    <a:ahLst/>
                    <a:cxnLst>
                      <a:cxn ang="0">
                        <a:pos x="T0" y="T1"/>
                      </a:cxn>
                      <a:cxn ang="0">
                        <a:pos x="T2" y="T3"/>
                      </a:cxn>
                      <a:cxn ang="0">
                        <a:pos x="T4" y="T5"/>
                      </a:cxn>
                      <a:cxn ang="0">
                        <a:pos x="T6" y="T7"/>
                      </a:cxn>
                      <a:cxn ang="0">
                        <a:pos x="T8" y="T9"/>
                      </a:cxn>
                    </a:cxnLst>
                    <a:rect l="0" t="0" r="r" b="b"/>
                    <a:pathLst>
                      <a:path w="106" h="16">
                        <a:moveTo>
                          <a:pt x="0" y="0"/>
                        </a:moveTo>
                        <a:lnTo>
                          <a:pt x="106" y="0"/>
                        </a:lnTo>
                        <a:lnTo>
                          <a:pt x="106" y="16"/>
                        </a:lnTo>
                        <a:lnTo>
                          <a:pt x="8" y="16"/>
                        </a:lnTo>
                        <a:lnTo>
                          <a:pt x="0" y="0"/>
                        </a:lnTo>
                        <a:close/>
                      </a:path>
                    </a:pathLst>
                  </a:custGeom>
                  <a:solidFill>
                    <a:srgbClr val="606060"/>
                  </a:solidFill>
                  <a:ln w="3175">
                    <a:solidFill>
                      <a:srgbClr val="404040"/>
                    </a:solidFill>
                    <a:prstDash val="solid"/>
                    <a:round/>
                    <a:headEnd/>
                    <a:tailEnd/>
                  </a:ln>
                </p:spPr>
                <p:txBody>
                  <a:bodyPr/>
                  <a:lstStyle/>
                  <a:p>
                    <a:endParaRPr lang="en-US"/>
                  </a:p>
                </p:txBody>
              </p:sp>
              <p:grpSp>
                <p:nvGrpSpPr>
                  <p:cNvPr id="2542796" name="Group 16">
                    <a:extLst>
                      <a:ext uri="{FF2B5EF4-FFF2-40B4-BE49-F238E27FC236}">
                        <a16:creationId xmlns:a16="http://schemas.microsoft.com/office/drawing/2014/main" id="{EA8B3AF8-33B3-081B-FB3F-6753A86D5AF7}"/>
                      </a:ext>
                    </a:extLst>
                  </p:cNvPr>
                  <p:cNvGrpSpPr>
                    <a:grpSpLocks/>
                  </p:cNvGrpSpPr>
                  <p:nvPr/>
                </p:nvGrpSpPr>
                <p:grpSpPr bwMode="auto">
                  <a:xfrm>
                    <a:off x="1272" y="2258"/>
                    <a:ext cx="91" cy="18"/>
                    <a:chOff x="1272" y="2258"/>
                    <a:chExt cx="91" cy="18"/>
                  </a:xfrm>
                </p:grpSpPr>
                <p:sp>
                  <p:nvSpPr>
                    <p:cNvPr id="2542798" name="Freeform 17">
                      <a:extLst>
                        <a:ext uri="{FF2B5EF4-FFF2-40B4-BE49-F238E27FC236}">
                          <a16:creationId xmlns:a16="http://schemas.microsoft.com/office/drawing/2014/main" id="{8A624F56-A017-259E-D54C-74FA91B0F248}"/>
                        </a:ext>
                      </a:extLst>
                    </p:cNvPr>
                    <p:cNvSpPr>
                      <a:spLocks/>
                    </p:cNvSpPr>
                    <p:nvPr/>
                  </p:nvSpPr>
                  <p:spPr bwMode="auto">
                    <a:xfrm>
                      <a:off x="1272" y="2262"/>
                      <a:ext cx="80" cy="14"/>
                    </a:xfrm>
                    <a:custGeom>
                      <a:avLst/>
                      <a:gdLst>
                        <a:gd name="T0" fmla="*/ 0 w 80"/>
                        <a:gd name="T1" fmla="*/ 14 h 14"/>
                        <a:gd name="T2" fmla="*/ 12 w 80"/>
                        <a:gd name="T3" fmla="*/ 0 h 14"/>
                        <a:gd name="T4" fmla="*/ 80 w 80"/>
                        <a:gd name="T5" fmla="*/ 0 h 14"/>
                        <a:gd name="T6" fmla="*/ 80 w 80"/>
                        <a:gd name="T7" fmla="*/ 14 h 14"/>
                      </a:gdLst>
                      <a:ahLst/>
                      <a:cxnLst>
                        <a:cxn ang="0">
                          <a:pos x="T0" y="T1"/>
                        </a:cxn>
                        <a:cxn ang="0">
                          <a:pos x="T2" y="T3"/>
                        </a:cxn>
                        <a:cxn ang="0">
                          <a:pos x="T4" y="T5"/>
                        </a:cxn>
                        <a:cxn ang="0">
                          <a:pos x="T6" y="T7"/>
                        </a:cxn>
                      </a:cxnLst>
                      <a:rect l="0" t="0" r="r" b="b"/>
                      <a:pathLst>
                        <a:path w="80" h="14">
                          <a:moveTo>
                            <a:pt x="0" y="14"/>
                          </a:moveTo>
                          <a:lnTo>
                            <a:pt x="12" y="0"/>
                          </a:lnTo>
                          <a:lnTo>
                            <a:pt x="80" y="0"/>
                          </a:lnTo>
                          <a:lnTo>
                            <a:pt x="80" y="14"/>
                          </a:lnTo>
                        </a:path>
                      </a:pathLst>
                    </a:custGeom>
                    <a:noFill/>
                    <a:ln w="3175">
                      <a:solidFill>
                        <a:srgbClr val="40404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42799" name="Line 18">
                      <a:extLst>
                        <a:ext uri="{FF2B5EF4-FFF2-40B4-BE49-F238E27FC236}">
                          <a16:creationId xmlns:a16="http://schemas.microsoft.com/office/drawing/2014/main" id="{C64272D8-E978-4110-2D32-DBAEBAB03535}"/>
                        </a:ext>
                      </a:extLst>
                    </p:cNvPr>
                    <p:cNvSpPr>
                      <a:spLocks noChangeShapeType="1"/>
                    </p:cNvSpPr>
                    <p:nvPr/>
                  </p:nvSpPr>
                  <p:spPr bwMode="auto">
                    <a:xfrm>
                      <a:off x="1362" y="2258"/>
                      <a:ext cx="1" cy="18"/>
                    </a:xfrm>
                    <a:prstGeom prst="line">
                      <a:avLst/>
                    </a:prstGeom>
                    <a:noFill/>
                    <a:ln w="3175">
                      <a:solidFill>
                        <a:srgbClr val="40404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2542797" name="Line 19">
                    <a:extLst>
                      <a:ext uri="{FF2B5EF4-FFF2-40B4-BE49-F238E27FC236}">
                        <a16:creationId xmlns:a16="http://schemas.microsoft.com/office/drawing/2014/main" id="{E5FDA64C-1300-8577-80AE-AEE5904B9B1A}"/>
                      </a:ext>
                    </a:extLst>
                  </p:cNvPr>
                  <p:cNvSpPr>
                    <a:spLocks noChangeShapeType="1"/>
                  </p:cNvSpPr>
                  <p:nvPr/>
                </p:nvSpPr>
                <p:spPr bwMode="auto">
                  <a:xfrm>
                    <a:off x="1370" y="2276"/>
                    <a:ext cx="1" cy="63"/>
                  </a:xfrm>
                  <a:prstGeom prst="line">
                    <a:avLst/>
                  </a:prstGeom>
                  <a:noFill/>
                  <a:ln w="3175">
                    <a:solidFill>
                      <a:srgbClr val="20202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2542789" name="Group 20">
                  <a:extLst>
                    <a:ext uri="{FF2B5EF4-FFF2-40B4-BE49-F238E27FC236}">
                      <a16:creationId xmlns:a16="http://schemas.microsoft.com/office/drawing/2014/main" id="{1492D5F2-9D13-D0B9-E80A-BFFD788ACE9E}"/>
                    </a:ext>
                  </a:extLst>
                </p:cNvPr>
                <p:cNvGrpSpPr>
                  <a:grpSpLocks/>
                </p:cNvGrpSpPr>
                <p:nvPr/>
              </p:nvGrpSpPr>
              <p:grpSpPr bwMode="auto">
                <a:xfrm>
                  <a:off x="1377" y="2258"/>
                  <a:ext cx="108" cy="81"/>
                  <a:chOff x="1377" y="2258"/>
                  <a:chExt cx="108" cy="81"/>
                </a:xfrm>
              </p:grpSpPr>
              <p:sp>
                <p:nvSpPr>
                  <p:cNvPr id="2542790" name="Freeform 21">
                    <a:extLst>
                      <a:ext uri="{FF2B5EF4-FFF2-40B4-BE49-F238E27FC236}">
                        <a16:creationId xmlns:a16="http://schemas.microsoft.com/office/drawing/2014/main" id="{7096E248-15F0-C5D5-0CE9-919E2CA080FC}"/>
                      </a:ext>
                    </a:extLst>
                  </p:cNvPr>
                  <p:cNvSpPr>
                    <a:spLocks/>
                  </p:cNvSpPr>
                  <p:nvPr/>
                </p:nvSpPr>
                <p:spPr bwMode="auto">
                  <a:xfrm>
                    <a:off x="1377" y="2260"/>
                    <a:ext cx="107" cy="16"/>
                  </a:xfrm>
                  <a:custGeom>
                    <a:avLst/>
                    <a:gdLst>
                      <a:gd name="T0" fmla="*/ 0 w 107"/>
                      <a:gd name="T1" fmla="*/ 0 h 16"/>
                      <a:gd name="T2" fmla="*/ 107 w 107"/>
                      <a:gd name="T3" fmla="*/ 0 h 16"/>
                      <a:gd name="T4" fmla="*/ 107 w 107"/>
                      <a:gd name="T5" fmla="*/ 16 h 16"/>
                      <a:gd name="T6" fmla="*/ 10 w 107"/>
                      <a:gd name="T7" fmla="*/ 16 h 16"/>
                      <a:gd name="T8" fmla="*/ 0 w 107"/>
                      <a:gd name="T9" fmla="*/ 0 h 16"/>
                    </a:gdLst>
                    <a:ahLst/>
                    <a:cxnLst>
                      <a:cxn ang="0">
                        <a:pos x="T0" y="T1"/>
                      </a:cxn>
                      <a:cxn ang="0">
                        <a:pos x="T2" y="T3"/>
                      </a:cxn>
                      <a:cxn ang="0">
                        <a:pos x="T4" y="T5"/>
                      </a:cxn>
                      <a:cxn ang="0">
                        <a:pos x="T6" y="T7"/>
                      </a:cxn>
                      <a:cxn ang="0">
                        <a:pos x="T8" y="T9"/>
                      </a:cxn>
                    </a:cxnLst>
                    <a:rect l="0" t="0" r="r" b="b"/>
                    <a:pathLst>
                      <a:path w="107" h="16">
                        <a:moveTo>
                          <a:pt x="0" y="0"/>
                        </a:moveTo>
                        <a:lnTo>
                          <a:pt x="107" y="0"/>
                        </a:lnTo>
                        <a:lnTo>
                          <a:pt x="107" y="16"/>
                        </a:lnTo>
                        <a:lnTo>
                          <a:pt x="10" y="16"/>
                        </a:lnTo>
                        <a:lnTo>
                          <a:pt x="0" y="0"/>
                        </a:lnTo>
                        <a:close/>
                      </a:path>
                    </a:pathLst>
                  </a:custGeom>
                  <a:solidFill>
                    <a:srgbClr val="606060"/>
                  </a:solidFill>
                  <a:ln w="3175">
                    <a:solidFill>
                      <a:srgbClr val="404040"/>
                    </a:solidFill>
                    <a:prstDash val="solid"/>
                    <a:round/>
                    <a:headEnd/>
                    <a:tailEnd/>
                  </a:ln>
                </p:spPr>
                <p:txBody>
                  <a:bodyPr/>
                  <a:lstStyle/>
                  <a:p>
                    <a:endParaRPr lang="en-US"/>
                  </a:p>
                </p:txBody>
              </p:sp>
              <p:grpSp>
                <p:nvGrpSpPr>
                  <p:cNvPr id="2542791" name="Group 22">
                    <a:extLst>
                      <a:ext uri="{FF2B5EF4-FFF2-40B4-BE49-F238E27FC236}">
                        <a16:creationId xmlns:a16="http://schemas.microsoft.com/office/drawing/2014/main" id="{FBE9264A-2B0F-37AB-1FFA-151B53F7B00D}"/>
                      </a:ext>
                    </a:extLst>
                  </p:cNvPr>
                  <p:cNvGrpSpPr>
                    <a:grpSpLocks/>
                  </p:cNvGrpSpPr>
                  <p:nvPr/>
                </p:nvGrpSpPr>
                <p:grpSpPr bwMode="auto">
                  <a:xfrm>
                    <a:off x="1387" y="2258"/>
                    <a:ext cx="89" cy="18"/>
                    <a:chOff x="1387" y="2258"/>
                    <a:chExt cx="89" cy="18"/>
                  </a:xfrm>
                </p:grpSpPr>
                <p:sp>
                  <p:nvSpPr>
                    <p:cNvPr id="2542793" name="Freeform 23">
                      <a:extLst>
                        <a:ext uri="{FF2B5EF4-FFF2-40B4-BE49-F238E27FC236}">
                          <a16:creationId xmlns:a16="http://schemas.microsoft.com/office/drawing/2014/main" id="{CB995A19-B955-98AA-1FF3-7349DD28AC6F}"/>
                        </a:ext>
                      </a:extLst>
                    </p:cNvPr>
                    <p:cNvSpPr>
                      <a:spLocks/>
                    </p:cNvSpPr>
                    <p:nvPr/>
                  </p:nvSpPr>
                  <p:spPr bwMode="auto">
                    <a:xfrm>
                      <a:off x="1387" y="2262"/>
                      <a:ext cx="80" cy="14"/>
                    </a:xfrm>
                    <a:custGeom>
                      <a:avLst/>
                      <a:gdLst>
                        <a:gd name="T0" fmla="*/ 0 w 80"/>
                        <a:gd name="T1" fmla="*/ 14 h 14"/>
                        <a:gd name="T2" fmla="*/ 12 w 80"/>
                        <a:gd name="T3" fmla="*/ 0 h 14"/>
                        <a:gd name="T4" fmla="*/ 80 w 80"/>
                        <a:gd name="T5" fmla="*/ 0 h 14"/>
                        <a:gd name="T6" fmla="*/ 80 w 80"/>
                        <a:gd name="T7" fmla="*/ 14 h 14"/>
                      </a:gdLst>
                      <a:ahLst/>
                      <a:cxnLst>
                        <a:cxn ang="0">
                          <a:pos x="T0" y="T1"/>
                        </a:cxn>
                        <a:cxn ang="0">
                          <a:pos x="T2" y="T3"/>
                        </a:cxn>
                        <a:cxn ang="0">
                          <a:pos x="T4" y="T5"/>
                        </a:cxn>
                        <a:cxn ang="0">
                          <a:pos x="T6" y="T7"/>
                        </a:cxn>
                      </a:cxnLst>
                      <a:rect l="0" t="0" r="r" b="b"/>
                      <a:pathLst>
                        <a:path w="80" h="14">
                          <a:moveTo>
                            <a:pt x="0" y="14"/>
                          </a:moveTo>
                          <a:lnTo>
                            <a:pt x="12" y="0"/>
                          </a:lnTo>
                          <a:lnTo>
                            <a:pt x="80" y="0"/>
                          </a:lnTo>
                          <a:lnTo>
                            <a:pt x="80" y="14"/>
                          </a:lnTo>
                        </a:path>
                      </a:pathLst>
                    </a:custGeom>
                    <a:noFill/>
                    <a:ln w="3175">
                      <a:solidFill>
                        <a:srgbClr val="40404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42794" name="Line 24">
                      <a:extLst>
                        <a:ext uri="{FF2B5EF4-FFF2-40B4-BE49-F238E27FC236}">
                          <a16:creationId xmlns:a16="http://schemas.microsoft.com/office/drawing/2014/main" id="{66656F12-9FF4-0969-DF15-BF7525A366B3}"/>
                        </a:ext>
                      </a:extLst>
                    </p:cNvPr>
                    <p:cNvSpPr>
                      <a:spLocks noChangeShapeType="1"/>
                    </p:cNvSpPr>
                    <p:nvPr/>
                  </p:nvSpPr>
                  <p:spPr bwMode="auto">
                    <a:xfrm>
                      <a:off x="1475" y="2258"/>
                      <a:ext cx="1" cy="18"/>
                    </a:xfrm>
                    <a:prstGeom prst="line">
                      <a:avLst/>
                    </a:prstGeom>
                    <a:noFill/>
                    <a:ln w="3175">
                      <a:solidFill>
                        <a:srgbClr val="40404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2542792" name="Line 25">
                    <a:extLst>
                      <a:ext uri="{FF2B5EF4-FFF2-40B4-BE49-F238E27FC236}">
                        <a16:creationId xmlns:a16="http://schemas.microsoft.com/office/drawing/2014/main" id="{E3DBD393-E2C1-F7C9-BBE7-59F530F94976}"/>
                      </a:ext>
                    </a:extLst>
                  </p:cNvPr>
                  <p:cNvSpPr>
                    <a:spLocks noChangeShapeType="1"/>
                  </p:cNvSpPr>
                  <p:nvPr/>
                </p:nvSpPr>
                <p:spPr bwMode="auto">
                  <a:xfrm>
                    <a:off x="1484" y="2276"/>
                    <a:ext cx="1" cy="63"/>
                  </a:xfrm>
                  <a:prstGeom prst="line">
                    <a:avLst/>
                  </a:prstGeom>
                  <a:noFill/>
                  <a:ln w="3175">
                    <a:solidFill>
                      <a:srgbClr val="20202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2542719" name="Group 26">
                <a:extLst>
                  <a:ext uri="{FF2B5EF4-FFF2-40B4-BE49-F238E27FC236}">
                    <a16:creationId xmlns:a16="http://schemas.microsoft.com/office/drawing/2014/main" id="{17929F7E-4FDD-994A-F019-AC8717E9817B}"/>
                  </a:ext>
                </a:extLst>
              </p:cNvPr>
              <p:cNvGrpSpPr>
                <a:grpSpLocks/>
              </p:cNvGrpSpPr>
              <p:nvPr/>
            </p:nvGrpSpPr>
            <p:grpSpPr bwMode="auto">
              <a:xfrm>
                <a:off x="1277" y="2267"/>
                <a:ext cx="86" cy="85"/>
                <a:chOff x="1277" y="2267"/>
                <a:chExt cx="86" cy="85"/>
              </a:xfrm>
            </p:grpSpPr>
            <p:sp>
              <p:nvSpPr>
                <p:cNvPr id="2542724" name="Oval 27">
                  <a:extLst>
                    <a:ext uri="{FF2B5EF4-FFF2-40B4-BE49-F238E27FC236}">
                      <a16:creationId xmlns:a16="http://schemas.microsoft.com/office/drawing/2014/main" id="{1AA75196-2F3D-348D-2BF9-660E25E968A2}"/>
                    </a:ext>
                  </a:extLst>
                </p:cNvPr>
                <p:cNvSpPr>
                  <a:spLocks noChangeArrowheads="1"/>
                </p:cNvSpPr>
                <p:nvPr/>
              </p:nvSpPr>
              <p:spPr bwMode="auto">
                <a:xfrm>
                  <a:off x="1277" y="2267"/>
                  <a:ext cx="86" cy="85"/>
                </a:xfrm>
                <a:prstGeom prst="ellipse">
                  <a:avLst/>
                </a:prstGeom>
                <a:solidFill>
                  <a:srgbClr val="202020"/>
                </a:solidFill>
                <a:ln w="3175">
                  <a:solidFill>
                    <a:srgbClr val="000000"/>
                  </a:solidFill>
                  <a:round/>
                  <a:headEnd/>
                  <a:tailEnd/>
                </a:ln>
              </p:spPr>
              <p:txBody>
                <a:bodyPr/>
                <a:lstStyle/>
                <a:p>
                  <a:endParaRPr lang="en-US"/>
                </a:p>
              </p:txBody>
            </p:sp>
            <p:sp>
              <p:nvSpPr>
                <p:cNvPr id="2542771" name="Oval 28">
                  <a:extLst>
                    <a:ext uri="{FF2B5EF4-FFF2-40B4-BE49-F238E27FC236}">
                      <a16:creationId xmlns:a16="http://schemas.microsoft.com/office/drawing/2014/main" id="{811DE628-B5C3-BB2A-D77C-41F6AD7E7DB9}"/>
                    </a:ext>
                  </a:extLst>
                </p:cNvPr>
                <p:cNvSpPr>
                  <a:spLocks noChangeArrowheads="1"/>
                </p:cNvSpPr>
                <p:nvPr/>
              </p:nvSpPr>
              <p:spPr bwMode="auto">
                <a:xfrm>
                  <a:off x="1289" y="2279"/>
                  <a:ext cx="60" cy="59"/>
                </a:xfrm>
                <a:prstGeom prst="ellipse">
                  <a:avLst/>
                </a:prstGeom>
                <a:solidFill>
                  <a:srgbClr val="A0A0A0"/>
                </a:solidFill>
                <a:ln w="3175">
                  <a:solidFill>
                    <a:srgbClr val="000000"/>
                  </a:solidFill>
                  <a:round/>
                  <a:headEnd/>
                  <a:tailEnd/>
                </a:ln>
              </p:spPr>
              <p:txBody>
                <a:bodyPr/>
                <a:lstStyle/>
                <a:p>
                  <a:endParaRPr lang="en-US"/>
                </a:p>
              </p:txBody>
            </p:sp>
            <p:sp>
              <p:nvSpPr>
                <p:cNvPr id="2542786" name="Oval 29">
                  <a:extLst>
                    <a:ext uri="{FF2B5EF4-FFF2-40B4-BE49-F238E27FC236}">
                      <a16:creationId xmlns:a16="http://schemas.microsoft.com/office/drawing/2014/main" id="{DA588C3D-838B-0003-7274-BB93DF314F2C}"/>
                    </a:ext>
                  </a:extLst>
                </p:cNvPr>
                <p:cNvSpPr>
                  <a:spLocks noChangeArrowheads="1"/>
                </p:cNvSpPr>
                <p:nvPr/>
              </p:nvSpPr>
              <p:spPr bwMode="auto">
                <a:xfrm>
                  <a:off x="1305" y="2297"/>
                  <a:ext cx="26" cy="25"/>
                </a:xfrm>
                <a:prstGeom prst="ellipse">
                  <a:avLst/>
                </a:prstGeom>
                <a:solidFill>
                  <a:srgbClr val="606060"/>
                </a:solidFill>
                <a:ln w="3175">
                  <a:solidFill>
                    <a:srgbClr val="000000"/>
                  </a:solidFill>
                  <a:round/>
                  <a:headEnd/>
                  <a:tailEnd/>
                </a:ln>
              </p:spPr>
              <p:txBody>
                <a:bodyPr/>
                <a:lstStyle/>
                <a:p>
                  <a:endParaRPr lang="en-US"/>
                </a:p>
              </p:txBody>
            </p:sp>
          </p:grpSp>
          <p:grpSp>
            <p:nvGrpSpPr>
              <p:cNvPr id="2542720" name="Group 30">
                <a:extLst>
                  <a:ext uri="{FF2B5EF4-FFF2-40B4-BE49-F238E27FC236}">
                    <a16:creationId xmlns:a16="http://schemas.microsoft.com/office/drawing/2014/main" id="{C1FD1A6D-40BE-9DCF-CFB2-EE407A17F8A5}"/>
                  </a:ext>
                </a:extLst>
              </p:cNvPr>
              <p:cNvGrpSpPr>
                <a:grpSpLocks/>
              </p:cNvGrpSpPr>
              <p:nvPr/>
            </p:nvGrpSpPr>
            <p:grpSpPr bwMode="auto">
              <a:xfrm>
                <a:off x="1390" y="2267"/>
                <a:ext cx="86" cy="85"/>
                <a:chOff x="1390" y="2267"/>
                <a:chExt cx="86" cy="85"/>
              </a:xfrm>
            </p:grpSpPr>
            <p:sp>
              <p:nvSpPr>
                <p:cNvPr id="2542721" name="Oval 31">
                  <a:extLst>
                    <a:ext uri="{FF2B5EF4-FFF2-40B4-BE49-F238E27FC236}">
                      <a16:creationId xmlns:a16="http://schemas.microsoft.com/office/drawing/2014/main" id="{51AA96A0-0C48-F7A3-6039-6FBBB2A55847}"/>
                    </a:ext>
                  </a:extLst>
                </p:cNvPr>
                <p:cNvSpPr>
                  <a:spLocks noChangeArrowheads="1"/>
                </p:cNvSpPr>
                <p:nvPr/>
              </p:nvSpPr>
              <p:spPr bwMode="auto">
                <a:xfrm>
                  <a:off x="1390" y="2267"/>
                  <a:ext cx="86" cy="85"/>
                </a:xfrm>
                <a:prstGeom prst="ellipse">
                  <a:avLst/>
                </a:prstGeom>
                <a:solidFill>
                  <a:srgbClr val="202020"/>
                </a:solidFill>
                <a:ln w="3175">
                  <a:solidFill>
                    <a:srgbClr val="000000"/>
                  </a:solidFill>
                  <a:round/>
                  <a:headEnd/>
                  <a:tailEnd/>
                </a:ln>
              </p:spPr>
              <p:txBody>
                <a:bodyPr/>
                <a:lstStyle/>
                <a:p>
                  <a:endParaRPr lang="en-US"/>
                </a:p>
              </p:txBody>
            </p:sp>
            <p:sp>
              <p:nvSpPr>
                <p:cNvPr id="2542722" name="Oval 32">
                  <a:extLst>
                    <a:ext uri="{FF2B5EF4-FFF2-40B4-BE49-F238E27FC236}">
                      <a16:creationId xmlns:a16="http://schemas.microsoft.com/office/drawing/2014/main" id="{ED8BC30E-26B4-786C-91EF-E08827E61257}"/>
                    </a:ext>
                  </a:extLst>
                </p:cNvPr>
                <p:cNvSpPr>
                  <a:spLocks noChangeArrowheads="1"/>
                </p:cNvSpPr>
                <p:nvPr/>
              </p:nvSpPr>
              <p:spPr bwMode="auto">
                <a:xfrm>
                  <a:off x="1404" y="2279"/>
                  <a:ext cx="60" cy="59"/>
                </a:xfrm>
                <a:prstGeom prst="ellipse">
                  <a:avLst/>
                </a:prstGeom>
                <a:solidFill>
                  <a:srgbClr val="A0A0A0"/>
                </a:solidFill>
                <a:ln w="3175">
                  <a:solidFill>
                    <a:srgbClr val="000000"/>
                  </a:solidFill>
                  <a:round/>
                  <a:headEnd/>
                  <a:tailEnd/>
                </a:ln>
              </p:spPr>
              <p:txBody>
                <a:bodyPr/>
                <a:lstStyle/>
                <a:p>
                  <a:endParaRPr lang="en-US"/>
                </a:p>
              </p:txBody>
            </p:sp>
            <p:sp>
              <p:nvSpPr>
                <p:cNvPr id="2542723" name="Oval 33">
                  <a:extLst>
                    <a:ext uri="{FF2B5EF4-FFF2-40B4-BE49-F238E27FC236}">
                      <a16:creationId xmlns:a16="http://schemas.microsoft.com/office/drawing/2014/main" id="{138D226E-B2B3-5520-F640-7B5C91919765}"/>
                    </a:ext>
                  </a:extLst>
                </p:cNvPr>
                <p:cNvSpPr>
                  <a:spLocks noChangeArrowheads="1"/>
                </p:cNvSpPr>
                <p:nvPr/>
              </p:nvSpPr>
              <p:spPr bwMode="auto">
                <a:xfrm>
                  <a:off x="1420" y="2297"/>
                  <a:ext cx="26" cy="25"/>
                </a:xfrm>
                <a:prstGeom prst="ellipse">
                  <a:avLst/>
                </a:prstGeom>
                <a:solidFill>
                  <a:srgbClr val="606060"/>
                </a:solidFill>
                <a:ln w="3175">
                  <a:solidFill>
                    <a:srgbClr val="000000"/>
                  </a:solidFill>
                  <a:round/>
                  <a:headEnd/>
                  <a:tailEnd/>
                </a:ln>
              </p:spPr>
              <p:txBody>
                <a:bodyPr/>
                <a:lstStyle/>
                <a:p>
                  <a:endParaRPr lang="en-US"/>
                </a:p>
              </p:txBody>
            </p:sp>
          </p:grpSp>
        </p:grpSp>
      </p:grpSp>
      <p:grpSp>
        <p:nvGrpSpPr>
          <p:cNvPr id="2542805" name="Group 4">
            <a:extLst>
              <a:ext uri="{FF2B5EF4-FFF2-40B4-BE49-F238E27FC236}">
                <a16:creationId xmlns:a16="http://schemas.microsoft.com/office/drawing/2014/main" id="{3FE0CC83-D19F-B72E-313D-DE2E966FC322}"/>
              </a:ext>
            </a:extLst>
          </p:cNvPr>
          <p:cNvGrpSpPr>
            <a:grpSpLocks/>
          </p:cNvGrpSpPr>
          <p:nvPr/>
        </p:nvGrpSpPr>
        <p:grpSpPr bwMode="auto">
          <a:xfrm>
            <a:off x="3872575" y="4240093"/>
            <a:ext cx="448469" cy="205096"/>
            <a:chOff x="2256" y="2352"/>
            <a:chExt cx="933" cy="365"/>
          </a:xfrm>
        </p:grpSpPr>
        <p:grpSp>
          <p:nvGrpSpPr>
            <p:cNvPr id="2542806" name="Group 5">
              <a:extLst>
                <a:ext uri="{FF2B5EF4-FFF2-40B4-BE49-F238E27FC236}">
                  <a16:creationId xmlns:a16="http://schemas.microsoft.com/office/drawing/2014/main" id="{F08AEC6A-F794-0EA3-2DEE-554262AC0443}"/>
                </a:ext>
              </a:extLst>
            </p:cNvPr>
            <p:cNvGrpSpPr>
              <a:grpSpLocks/>
            </p:cNvGrpSpPr>
            <p:nvPr/>
          </p:nvGrpSpPr>
          <p:grpSpPr bwMode="auto">
            <a:xfrm flipH="1">
              <a:off x="2256" y="2352"/>
              <a:ext cx="933" cy="249"/>
              <a:chOff x="693" y="2029"/>
              <a:chExt cx="836" cy="228"/>
            </a:xfrm>
          </p:grpSpPr>
          <p:sp>
            <p:nvSpPr>
              <p:cNvPr id="2542833" name="Rectangle 6">
                <a:extLst>
                  <a:ext uri="{FF2B5EF4-FFF2-40B4-BE49-F238E27FC236}">
                    <a16:creationId xmlns:a16="http://schemas.microsoft.com/office/drawing/2014/main" id="{DC376156-4F7B-1E98-3D9D-CA9C370AA8AA}"/>
                  </a:ext>
                </a:extLst>
              </p:cNvPr>
              <p:cNvSpPr>
                <a:spLocks noChangeArrowheads="1"/>
              </p:cNvSpPr>
              <p:nvPr/>
            </p:nvSpPr>
            <p:spPr bwMode="auto">
              <a:xfrm>
                <a:off x="693" y="2029"/>
                <a:ext cx="836" cy="228"/>
              </a:xfrm>
              <a:prstGeom prst="rect">
                <a:avLst/>
              </a:prstGeom>
              <a:gradFill rotWithShape="0">
                <a:gsLst>
                  <a:gs pos="0">
                    <a:srgbClr val="037C03"/>
                  </a:gs>
                  <a:gs pos="50000">
                    <a:srgbClr val="037C03">
                      <a:gamma/>
                      <a:shade val="6275"/>
                      <a:invGamma/>
                    </a:srgbClr>
                  </a:gs>
                  <a:gs pos="100000">
                    <a:srgbClr val="037C03"/>
                  </a:gs>
                </a:gsLst>
                <a:lin ang="5400000" scaled="1"/>
              </a:gradFill>
              <a:ln w="3175">
                <a:solidFill>
                  <a:srgbClr val="000000"/>
                </a:solidFill>
                <a:miter lim="800000"/>
                <a:headEnd/>
                <a:tailEnd/>
              </a:ln>
            </p:spPr>
            <p:txBody>
              <a:bodyPr/>
              <a:lstStyle/>
              <a:p>
                <a:endParaRPr lang="en-US"/>
              </a:p>
            </p:txBody>
          </p:sp>
          <p:sp>
            <p:nvSpPr>
              <p:cNvPr id="2542834" name="Rectangle 7">
                <a:extLst>
                  <a:ext uri="{FF2B5EF4-FFF2-40B4-BE49-F238E27FC236}">
                    <a16:creationId xmlns:a16="http://schemas.microsoft.com/office/drawing/2014/main" id="{775FAC86-71E5-B0C4-2F08-BC0F3DD889DA}"/>
                  </a:ext>
                </a:extLst>
              </p:cNvPr>
              <p:cNvSpPr>
                <a:spLocks noChangeArrowheads="1"/>
              </p:cNvSpPr>
              <p:nvPr/>
            </p:nvSpPr>
            <p:spPr bwMode="auto">
              <a:xfrm>
                <a:off x="693" y="2037"/>
                <a:ext cx="836" cy="213"/>
              </a:xfrm>
              <a:prstGeom prst="rect">
                <a:avLst/>
              </a:prstGeom>
              <a:solidFill>
                <a:srgbClr val="C5D3ED"/>
              </a:solidFill>
              <a:ln w="3175">
                <a:solidFill>
                  <a:srgbClr val="000000"/>
                </a:solidFill>
                <a:miter lim="800000"/>
                <a:headEnd/>
                <a:tailEnd/>
              </a:ln>
            </p:spPr>
            <p:txBody>
              <a:bodyPr/>
              <a:lstStyle/>
              <a:p>
                <a:endParaRPr lang="en-US" dirty="0"/>
              </a:p>
            </p:txBody>
          </p:sp>
        </p:grpSp>
        <p:grpSp>
          <p:nvGrpSpPr>
            <p:cNvPr id="2542807" name="Group 8">
              <a:extLst>
                <a:ext uri="{FF2B5EF4-FFF2-40B4-BE49-F238E27FC236}">
                  <a16:creationId xmlns:a16="http://schemas.microsoft.com/office/drawing/2014/main" id="{6EDED27B-492D-7997-C3F5-18FDB41C3570}"/>
                </a:ext>
              </a:extLst>
            </p:cNvPr>
            <p:cNvGrpSpPr>
              <a:grpSpLocks/>
            </p:cNvGrpSpPr>
            <p:nvPr/>
          </p:nvGrpSpPr>
          <p:grpSpPr bwMode="auto">
            <a:xfrm flipH="1">
              <a:off x="2413" y="2614"/>
              <a:ext cx="624" cy="103"/>
              <a:chOff x="926" y="2258"/>
              <a:chExt cx="559" cy="94"/>
            </a:xfrm>
          </p:grpSpPr>
          <p:grpSp>
            <p:nvGrpSpPr>
              <p:cNvPr id="2542808" name="Group 9">
                <a:extLst>
                  <a:ext uri="{FF2B5EF4-FFF2-40B4-BE49-F238E27FC236}">
                    <a16:creationId xmlns:a16="http://schemas.microsoft.com/office/drawing/2014/main" id="{024F37C6-0FE8-8D21-7A4A-FCC08BC62B4D}"/>
                  </a:ext>
                </a:extLst>
              </p:cNvPr>
              <p:cNvGrpSpPr>
                <a:grpSpLocks/>
              </p:cNvGrpSpPr>
              <p:nvPr/>
            </p:nvGrpSpPr>
            <p:grpSpPr bwMode="auto">
              <a:xfrm>
                <a:off x="926" y="2258"/>
                <a:ext cx="559" cy="81"/>
                <a:chOff x="926" y="2258"/>
                <a:chExt cx="559" cy="81"/>
              </a:xfrm>
            </p:grpSpPr>
            <p:grpSp>
              <p:nvGrpSpPr>
                <p:cNvPr id="2542817" name="Group 10">
                  <a:extLst>
                    <a:ext uri="{FF2B5EF4-FFF2-40B4-BE49-F238E27FC236}">
                      <a16:creationId xmlns:a16="http://schemas.microsoft.com/office/drawing/2014/main" id="{03600414-6DCC-8B25-A88A-CB2D2738AE12}"/>
                    </a:ext>
                  </a:extLst>
                </p:cNvPr>
                <p:cNvGrpSpPr>
                  <a:grpSpLocks/>
                </p:cNvGrpSpPr>
                <p:nvPr/>
              </p:nvGrpSpPr>
              <p:grpSpPr bwMode="auto">
                <a:xfrm>
                  <a:off x="926" y="2258"/>
                  <a:ext cx="67" cy="62"/>
                  <a:chOff x="926" y="2258"/>
                  <a:chExt cx="67" cy="62"/>
                </a:xfrm>
              </p:grpSpPr>
              <p:sp>
                <p:nvSpPr>
                  <p:cNvPr id="2542830" name="Freeform 11">
                    <a:extLst>
                      <a:ext uri="{FF2B5EF4-FFF2-40B4-BE49-F238E27FC236}">
                        <a16:creationId xmlns:a16="http://schemas.microsoft.com/office/drawing/2014/main" id="{A92C7796-0CED-155F-6F7B-956E18452700}"/>
                      </a:ext>
                    </a:extLst>
                  </p:cNvPr>
                  <p:cNvSpPr>
                    <a:spLocks/>
                  </p:cNvSpPr>
                  <p:nvPr/>
                </p:nvSpPr>
                <p:spPr bwMode="auto">
                  <a:xfrm>
                    <a:off x="926" y="2258"/>
                    <a:ext cx="67" cy="10"/>
                  </a:xfrm>
                  <a:custGeom>
                    <a:avLst/>
                    <a:gdLst>
                      <a:gd name="T0" fmla="*/ 0 w 67"/>
                      <a:gd name="T1" fmla="*/ 0 h 10"/>
                      <a:gd name="T2" fmla="*/ 67 w 67"/>
                      <a:gd name="T3" fmla="*/ 0 h 10"/>
                      <a:gd name="T4" fmla="*/ 59 w 67"/>
                      <a:gd name="T5" fmla="*/ 10 h 10"/>
                      <a:gd name="T6" fmla="*/ 7 w 67"/>
                      <a:gd name="T7" fmla="*/ 10 h 10"/>
                      <a:gd name="T8" fmla="*/ 0 w 67"/>
                      <a:gd name="T9" fmla="*/ 0 h 10"/>
                    </a:gdLst>
                    <a:ahLst/>
                    <a:cxnLst>
                      <a:cxn ang="0">
                        <a:pos x="T0" y="T1"/>
                      </a:cxn>
                      <a:cxn ang="0">
                        <a:pos x="T2" y="T3"/>
                      </a:cxn>
                      <a:cxn ang="0">
                        <a:pos x="T4" y="T5"/>
                      </a:cxn>
                      <a:cxn ang="0">
                        <a:pos x="T6" y="T7"/>
                      </a:cxn>
                      <a:cxn ang="0">
                        <a:pos x="T8" y="T9"/>
                      </a:cxn>
                    </a:cxnLst>
                    <a:rect l="0" t="0" r="r" b="b"/>
                    <a:pathLst>
                      <a:path w="67" h="10">
                        <a:moveTo>
                          <a:pt x="0" y="0"/>
                        </a:moveTo>
                        <a:lnTo>
                          <a:pt x="67" y="0"/>
                        </a:lnTo>
                        <a:lnTo>
                          <a:pt x="59" y="10"/>
                        </a:lnTo>
                        <a:lnTo>
                          <a:pt x="7" y="10"/>
                        </a:lnTo>
                        <a:lnTo>
                          <a:pt x="0" y="0"/>
                        </a:lnTo>
                        <a:close/>
                      </a:path>
                    </a:pathLst>
                  </a:custGeom>
                  <a:solidFill>
                    <a:srgbClr val="606060"/>
                  </a:solidFill>
                  <a:ln w="3175">
                    <a:solidFill>
                      <a:srgbClr val="404040"/>
                    </a:solidFill>
                    <a:prstDash val="solid"/>
                    <a:round/>
                    <a:headEnd/>
                    <a:tailEnd/>
                  </a:ln>
                </p:spPr>
                <p:txBody>
                  <a:bodyPr/>
                  <a:lstStyle/>
                  <a:p>
                    <a:endParaRPr lang="en-US"/>
                  </a:p>
                </p:txBody>
              </p:sp>
              <p:sp>
                <p:nvSpPr>
                  <p:cNvPr id="2542831" name="Freeform 12">
                    <a:extLst>
                      <a:ext uri="{FF2B5EF4-FFF2-40B4-BE49-F238E27FC236}">
                        <a16:creationId xmlns:a16="http://schemas.microsoft.com/office/drawing/2014/main" id="{7E85A1ED-1D73-4662-25F4-A23430D41B4C}"/>
                      </a:ext>
                    </a:extLst>
                  </p:cNvPr>
                  <p:cNvSpPr>
                    <a:spLocks/>
                  </p:cNvSpPr>
                  <p:nvPr/>
                </p:nvSpPr>
                <p:spPr bwMode="auto">
                  <a:xfrm>
                    <a:off x="941" y="2268"/>
                    <a:ext cx="34" cy="4"/>
                  </a:xfrm>
                  <a:custGeom>
                    <a:avLst/>
                    <a:gdLst>
                      <a:gd name="T0" fmla="*/ 0 w 34"/>
                      <a:gd name="T1" fmla="*/ 0 h 4"/>
                      <a:gd name="T2" fmla="*/ 34 w 34"/>
                      <a:gd name="T3" fmla="*/ 0 h 4"/>
                      <a:gd name="T4" fmla="*/ 30 w 34"/>
                      <a:gd name="T5" fmla="*/ 4 h 4"/>
                      <a:gd name="T6" fmla="*/ 4 w 34"/>
                      <a:gd name="T7" fmla="*/ 4 h 4"/>
                      <a:gd name="T8" fmla="*/ 0 w 34"/>
                      <a:gd name="T9" fmla="*/ 0 h 4"/>
                    </a:gdLst>
                    <a:ahLst/>
                    <a:cxnLst>
                      <a:cxn ang="0">
                        <a:pos x="T0" y="T1"/>
                      </a:cxn>
                      <a:cxn ang="0">
                        <a:pos x="T2" y="T3"/>
                      </a:cxn>
                      <a:cxn ang="0">
                        <a:pos x="T4" y="T5"/>
                      </a:cxn>
                      <a:cxn ang="0">
                        <a:pos x="T6" y="T7"/>
                      </a:cxn>
                      <a:cxn ang="0">
                        <a:pos x="T8" y="T9"/>
                      </a:cxn>
                    </a:cxnLst>
                    <a:rect l="0" t="0" r="r" b="b"/>
                    <a:pathLst>
                      <a:path w="34" h="4">
                        <a:moveTo>
                          <a:pt x="0" y="0"/>
                        </a:moveTo>
                        <a:lnTo>
                          <a:pt x="34" y="0"/>
                        </a:lnTo>
                        <a:lnTo>
                          <a:pt x="30" y="4"/>
                        </a:lnTo>
                        <a:lnTo>
                          <a:pt x="4" y="4"/>
                        </a:lnTo>
                        <a:lnTo>
                          <a:pt x="0" y="0"/>
                        </a:lnTo>
                        <a:close/>
                      </a:path>
                    </a:pathLst>
                  </a:custGeom>
                  <a:solidFill>
                    <a:srgbClr val="606060"/>
                  </a:solidFill>
                  <a:ln w="3175">
                    <a:solidFill>
                      <a:srgbClr val="404040"/>
                    </a:solidFill>
                    <a:prstDash val="solid"/>
                    <a:round/>
                    <a:headEnd/>
                    <a:tailEnd/>
                  </a:ln>
                </p:spPr>
                <p:txBody>
                  <a:bodyPr/>
                  <a:lstStyle/>
                  <a:p>
                    <a:endParaRPr lang="en-US"/>
                  </a:p>
                </p:txBody>
              </p:sp>
              <p:sp>
                <p:nvSpPr>
                  <p:cNvPr id="2542832" name="Rectangle 13">
                    <a:extLst>
                      <a:ext uri="{FF2B5EF4-FFF2-40B4-BE49-F238E27FC236}">
                        <a16:creationId xmlns:a16="http://schemas.microsoft.com/office/drawing/2014/main" id="{80B634FA-EE18-70B2-41F9-B1228A38F4D6}"/>
                      </a:ext>
                    </a:extLst>
                  </p:cNvPr>
                  <p:cNvSpPr>
                    <a:spLocks noChangeArrowheads="1"/>
                  </p:cNvSpPr>
                  <p:nvPr/>
                </p:nvSpPr>
                <p:spPr bwMode="auto">
                  <a:xfrm>
                    <a:off x="956" y="2273"/>
                    <a:ext cx="6" cy="47"/>
                  </a:xfrm>
                  <a:prstGeom prst="rect">
                    <a:avLst/>
                  </a:prstGeom>
                  <a:solidFill>
                    <a:srgbClr val="606060"/>
                  </a:solidFill>
                  <a:ln w="3175">
                    <a:solidFill>
                      <a:srgbClr val="404040"/>
                    </a:solidFill>
                    <a:miter lim="800000"/>
                    <a:headEnd/>
                    <a:tailEnd/>
                  </a:ln>
                </p:spPr>
                <p:txBody>
                  <a:bodyPr/>
                  <a:lstStyle/>
                  <a:p>
                    <a:endParaRPr lang="en-US"/>
                  </a:p>
                </p:txBody>
              </p:sp>
            </p:grpSp>
            <p:grpSp>
              <p:nvGrpSpPr>
                <p:cNvPr id="2542818" name="Group 14">
                  <a:extLst>
                    <a:ext uri="{FF2B5EF4-FFF2-40B4-BE49-F238E27FC236}">
                      <a16:creationId xmlns:a16="http://schemas.microsoft.com/office/drawing/2014/main" id="{5F415D5F-4100-1D40-ECA8-B38FF56E35EF}"/>
                    </a:ext>
                  </a:extLst>
                </p:cNvPr>
                <p:cNvGrpSpPr>
                  <a:grpSpLocks/>
                </p:cNvGrpSpPr>
                <p:nvPr/>
              </p:nvGrpSpPr>
              <p:grpSpPr bwMode="auto">
                <a:xfrm>
                  <a:off x="1264" y="2258"/>
                  <a:ext cx="107" cy="81"/>
                  <a:chOff x="1264" y="2258"/>
                  <a:chExt cx="107" cy="81"/>
                </a:xfrm>
              </p:grpSpPr>
              <p:sp>
                <p:nvSpPr>
                  <p:cNvPr id="2542825" name="Freeform 15">
                    <a:extLst>
                      <a:ext uri="{FF2B5EF4-FFF2-40B4-BE49-F238E27FC236}">
                        <a16:creationId xmlns:a16="http://schemas.microsoft.com/office/drawing/2014/main" id="{9DBB3B7A-765E-DD7B-3470-C08C59852038}"/>
                      </a:ext>
                    </a:extLst>
                  </p:cNvPr>
                  <p:cNvSpPr>
                    <a:spLocks/>
                  </p:cNvSpPr>
                  <p:nvPr/>
                </p:nvSpPr>
                <p:spPr bwMode="auto">
                  <a:xfrm>
                    <a:off x="1264" y="2260"/>
                    <a:ext cx="106" cy="16"/>
                  </a:xfrm>
                  <a:custGeom>
                    <a:avLst/>
                    <a:gdLst>
                      <a:gd name="T0" fmla="*/ 0 w 106"/>
                      <a:gd name="T1" fmla="*/ 0 h 16"/>
                      <a:gd name="T2" fmla="*/ 106 w 106"/>
                      <a:gd name="T3" fmla="*/ 0 h 16"/>
                      <a:gd name="T4" fmla="*/ 106 w 106"/>
                      <a:gd name="T5" fmla="*/ 16 h 16"/>
                      <a:gd name="T6" fmla="*/ 8 w 106"/>
                      <a:gd name="T7" fmla="*/ 16 h 16"/>
                      <a:gd name="T8" fmla="*/ 0 w 106"/>
                      <a:gd name="T9" fmla="*/ 0 h 16"/>
                    </a:gdLst>
                    <a:ahLst/>
                    <a:cxnLst>
                      <a:cxn ang="0">
                        <a:pos x="T0" y="T1"/>
                      </a:cxn>
                      <a:cxn ang="0">
                        <a:pos x="T2" y="T3"/>
                      </a:cxn>
                      <a:cxn ang="0">
                        <a:pos x="T4" y="T5"/>
                      </a:cxn>
                      <a:cxn ang="0">
                        <a:pos x="T6" y="T7"/>
                      </a:cxn>
                      <a:cxn ang="0">
                        <a:pos x="T8" y="T9"/>
                      </a:cxn>
                    </a:cxnLst>
                    <a:rect l="0" t="0" r="r" b="b"/>
                    <a:pathLst>
                      <a:path w="106" h="16">
                        <a:moveTo>
                          <a:pt x="0" y="0"/>
                        </a:moveTo>
                        <a:lnTo>
                          <a:pt x="106" y="0"/>
                        </a:lnTo>
                        <a:lnTo>
                          <a:pt x="106" y="16"/>
                        </a:lnTo>
                        <a:lnTo>
                          <a:pt x="8" y="16"/>
                        </a:lnTo>
                        <a:lnTo>
                          <a:pt x="0" y="0"/>
                        </a:lnTo>
                        <a:close/>
                      </a:path>
                    </a:pathLst>
                  </a:custGeom>
                  <a:solidFill>
                    <a:srgbClr val="606060"/>
                  </a:solidFill>
                  <a:ln w="3175">
                    <a:solidFill>
                      <a:srgbClr val="404040"/>
                    </a:solidFill>
                    <a:prstDash val="solid"/>
                    <a:round/>
                    <a:headEnd/>
                    <a:tailEnd/>
                  </a:ln>
                </p:spPr>
                <p:txBody>
                  <a:bodyPr/>
                  <a:lstStyle/>
                  <a:p>
                    <a:endParaRPr lang="en-US"/>
                  </a:p>
                </p:txBody>
              </p:sp>
              <p:grpSp>
                <p:nvGrpSpPr>
                  <p:cNvPr id="2542826" name="Group 16">
                    <a:extLst>
                      <a:ext uri="{FF2B5EF4-FFF2-40B4-BE49-F238E27FC236}">
                        <a16:creationId xmlns:a16="http://schemas.microsoft.com/office/drawing/2014/main" id="{33131A74-7253-0EC4-87A2-95C74FCDE61E}"/>
                      </a:ext>
                    </a:extLst>
                  </p:cNvPr>
                  <p:cNvGrpSpPr>
                    <a:grpSpLocks/>
                  </p:cNvGrpSpPr>
                  <p:nvPr/>
                </p:nvGrpSpPr>
                <p:grpSpPr bwMode="auto">
                  <a:xfrm>
                    <a:off x="1272" y="2258"/>
                    <a:ext cx="91" cy="18"/>
                    <a:chOff x="1272" y="2258"/>
                    <a:chExt cx="91" cy="18"/>
                  </a:xfrm>
                </p:grpSpPr>
                <p:sp>
                  <p:nvSpPr>
                    <p:cNvPr id="2542828" name="Freeform 17">
                      <a:extLst>
                        <a:ext uri="{FF2B5EF4-FFF2-40B4-BE49-F238E27FC236}">
                          <a16:creationId xmlns:a16="http://schemas.microsoft.com/office/drawing/2014/main" id="{6D45253F-C1D6-0506-9187-6FCDB0C9E1B0}"/>
                        </a:ext>
                      </a:extLst>
                    </p:cNvPr>
                    <p:cNvSpPr>
                      <a:spLocks/>
                    </p:cNvSpPr>
                    <p:nvPr/>
                  </p:nvSpPr>
                  <p:spPr bwMode="auto">
                    <a:xfrm>
                      <a:off x="1272" y="2262"/>
                      <a:ext cx="80" cy="14"/>
                    </a:xfrm>
                    <a:custGeom>
                      <a:avLst/>
                      <a:gdLst>
                        <a:gd name="T0" fmla="*/ 0 w 80"/>
                        <a:gd name="T1" fmla="*/ 14 h 14"/>
                        <a:gd name="T2" fmla="*/ 12 w 80"/>
                        <a:gd name="T3" fmla="*/ 0 h 14"/>
                        <a:gd name="T4" fmla="*/ 80 w 80"/>
                        <a:gd name="T5" fmla="*/ 0 h 14"/>
                        <a:gd name="T6" fmla="*/ 80 w 80"/>
                        <a:gd name="T7" fmla="*/ 14 h 14"/>
                      </a:gdLst>
                      <a:ahLst/>
                      <a:cxnLst>
                        <a:cxn ang="0">
                          <a:pos x="T0" y="T1"/>
                        </a:cxn>
                        <a:cxn ang="0">
                          <a:pos x="T2" y="T3"/>
                        </a:cxn>
                        <a:cxn ang="0">
                          <a:pos x="T4" y="T5"/>
                        </a:cxn>
                        <a:cxn ang="0">
                          <a:pos x="T6" y="T7"/>
                        </a:cxn>
                      </a:cxnLst>
                      <a:rect l="0" t="0" r="r" b="b"/>
                      <a:pathLst>
                        <a:path w="80" h="14">
                          <a:moveTo>
                            <a:pt x="0" y="14"/>
                          </a:moveTo>
                          <a:lnTo>
                            <a:pt x="12" y="0"/>
                          </a:lnTo>
                          <a:lnTo>
                            <a:pt x="80" y="0"/>
                          </a:lnTo>
                          <a:lnTo>
                            <a:pt x="80" y="14"/>
                          </a:lnTo>
                        </a:path>
                      </a:pathLst>
                    </a:custGeom>
                    <a:noFill/>
                    <a:ln w="3175">
                      <a:solidFill>
                        <a:srgbClr val="40404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42829" name="Line 18">
                      <a:extLst>
                        <a:ext uri="{FF2B5EF4-FFF2-40B4-BE49-F238E27FC236}">
                          <a16:creationId xmlns:a16="http://schemas.microsoft.com/office/drawing/2014/main" id="{EB28C703-28E2-78FD-05D0-7D74025A9DDC}"/>
                        </a:ext>
                      </a:extLst>
                    </p:cNvPr>
                    <p:cNvSpPr>
                      <a:spLocks noChangeShapeType="1"/>
                    </p:cNvSpPr>
                    <p:nvPr/>
                  </p:nvSpPr>
                  <p:spPr bwMode="auto">
                    <a:xfrm>
                      <a:off x="1362" y="2258"/>
                      <a:ext cx="1" cy="18"/>
                    </a:xfrm>
                    <a:prstGeom prst="line">
                      <a:avLst/>
                    </a:prstGeom>
                    <a:noFill/>
                    <a:ln w="3175">
                      <a:solidFill>
                        <a:srgbClr val="40404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2542827" name="Line 19">
                    <a:extLst>
                      <a:ext uri="{FF2B5EF4-FFF2-40B4-BE49-F238E27FC236}">
                        <a16:creationId xmlns:a16="http://schemas.microsoft.com/office/drawing/2014/main" id="{D486A8CC-1DC0-D768-CFB1-73FF9F87AD13}"/>
                      </a:ext>
                    </a:extLst>
                  </p:cNvPr>
                  <p:cNvSpPr>
                    <a:spLocks noChangeShapeType="1"/>
                  </p:cNvSpPr>
                  <p:nvPr/>
                </p:nvSpPr>
                <p:spPr bwMode="auto">
                  <a:xfrm>
                    <a:off x="1370" y="2276"/>
                    <a:ext cx="1" cy="63"/>
                  </a:xfrm>
                  <a:prstGeom prst="line">
                    <a:avLst/>
                  </a:prstGeom>
                  <a:noFill/>
                  <a:ln w="3175">
                    <a:solidFill>
                      <a:srgbClr val="20202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2542819" name="Group 20">
                  <a:extLst>
                    <a:ext uri="{FF2B5EF4-FFF2-40B4-BE49-F238E27FC236}">
                      <a16:creationId xmlns:a16="http://schemas.microsoft.com/office/drawing/2014/main" id="{1BA3E7B0-D822-5435-CB97-2A7FE5D4B461}"/>
                    </a:ext>
                  </a:extLst>
                </p:cNvPr>
                <p:cNvGrpSpPr>
                  <a:grpSpLocks/>
                </p:cNvGrpSpPr>
                <p:nvPr/>
              </p:nvGrpSpPr>
              <p:grpSpPr bwMode="auto">
                <a:xfrm>
                  <a:off x="1377" y="2258"/>
                  <a:ext cx="108" cy="81"/>
                  <a:chOff x="1377" y="2258"/>
                  <a:chExt cx="108" cy="81"/>
                </a:xfrm>
              </p:grpSpPr>
              <p:sp>
                <p:nvSpPr>
                  <p:cNvPr id="2542820" name="Freeform 21">
                    <a:extLst>
                      <a:ext uri="{FF2B5EF4-FFF2-40B4-BE49-F238E27FC236}">
                        <a16:creationId xmlns:a16="http://schemas.microsoft.com/office/drawing/2014/main" id="{6ED511D2-B36A-AE92-6704-47924A92E98E}"/>
                      </a:ext>
                    </a:extLst>
                  </p:cNvPr>
                  <p:cNvSpPr>
                    <a:spLocks/>
                  </p:cNvSpPr>
                  <p:nvPr/>
                </p:nvSpPr>
                <p:spPr bwMode="auto">
                  <a:xfrm>
                    <a:off x="1377" y="2260"/>
                    <a:ext cx="107" cy="16"/>
                  </a:xfrm>
                  <a:custGeom>
                    <a:avLst/>
                    <a:gdLst>
                      <a:gd name="T0" fmla="*/ 0 w 107"/>
                      <a:gd name="T1" fmla="*/ 0 h 16"/>
                      <a:gd name="T2" fmla="*/ 107 w 107"/>
                      <a:gd name="T3" fmla="*/ 0 h 16"/>
                      <a:gd name="T4" fmla="*/ 107 w 107"/>
                      <a:gd name="T5" fmla="*/ 16 h 16"/>
                      <a:gd name="T6" fmla="*/ 10 w 107"/>
                      <a:gd name="T7" fmla="*/ 16 h 16"/>
                      <a:gd name="T8" fmla="*/ 0 w 107"/>
                      <a:gd name="T9" fmla="*/ 0 h 16"/>
                    </a:gdLst>
                    <a:ahLst/>
                    <a:cxnLst>
                      <a:cxn ang="0">
                        <a:pos x="T0" y="T1"/>
                      </a:cxn>
                      <a:cxn ang="0">
                        <a:pos x="T2" y="T3"/>
                      </a:cxn>
                      <a:cxn ang="0">
                        <a:pos x="T4" y="T5"/>
                      </a:cxn>
                      <a:cxn ang="0">
                        <a:pos x="T6" y="T7"/>
                      </a:cxn>
                      <a:cxn ang="0">
                        <a:pos x="T8" y="T9"/>
                      </a:cxn>
                    </a:cxnLst>
                    <a:rect l="0" t="0" r="r" b="b"/>
                    <a:pathLst>
                      <a:path w="107" h="16">
                        <a:moveTo>
                          <a:pt x="0" y="0"/>
                        </a:moveTo>
                        <a:lnTo>
                          <a:pt x="107" y="0"/>
                        </a:lnTo>
                        <a:lnTo>
                          <a:pt x="107" y="16"/>
                        </a:lnTo>
                        <a:lnTo>
                          <a:pt x="10" y="16"/>
                        </a:lnTo>
                        <a:lnTo>
                          <a:pt x="0" y="0"/>
                        </a:lnTo>
                        <a:close/>
                      </a:path>
                    </a:pathLst>
                  </a:custGeom>
                  <a:solidFill>
                    <a:srgbClr val="606060"/>
                  </a:solidFill>
                  <a:ln w="3175">
                    <a:solidFill>
                      <a:srgbClr val="404040"/>
                    </a:solidFill>
                    <a:prstDash val="solid"/>
                    <a:round/>
                    <a:headEnd/>
                    <a:tailEnd/>
                  </a:ln>
                </p:spPr>
                <p:txBody>
                  <a:bodyPr/>
                  <a:lstStyle/>
                  <a:p>
                    <a:endParaRPr lang="en-US"/>
                  </a:p>
                </p:txBody>
              </p:sp>
              <p:grpSp>
                <p:nvGrpSpPr>
                  <p:cNvPr id="2542821" name="Group 22">
                    <a:extLst>
                      <a:ext uri="{FF2B5EF4-FFF2-40B4-BE49-F238E27FC236}">
                        <a16:creationId xmlns:a16="http://schemas.microsoft.com/office/drawing/2014/main" id="{8C131C4E-B1C9-D6D7-E392-4D333C164C02}"/>
                      </a:ext>
                    </a:extLst>
                  </p:cNvPr>
                  <p:cNvGrpSpPr>
                    <a:grpSpLocks/>
                  </p:cNvGrpSpPr>
                  <p:nvPr/>
                </p:nvGrpSpPr>
                <p:grpSpPr bwMode="auto">
                  <a:xfrm>
                    <a:off x="1387" y="2258"/>
                    <a:ext cx="89" cy="18"/>
                    <a:chOff x="1387" y="2258"/>
                    <a:chExt cx="89" cy="18"/>
                  </a:xfrm>
                </p:grpSpPr>
                <p:sp>
                  <p:nvSpPr>
                    <p:cNvPr id="2542823" name="Freeform 23">
                      <a:extLst>
                        <a:ext uri="{FF2B5EF4-FFF2-40B4-BE49-F238E27FC236}">
                          <a16:creationId xmlns:a16="http://schemas.microsoft.com/office/drawing/2014/main" id="{A6EFBFEF-88B3-ECD7-475D-6ECBC228A05C}"/>
                        </a:ext>
                      </a:extLst>
                    </p:cNvPr>
                    <p:cNvSpPr>
                      <a:spLocks/>
                    </p:cNvSpPr>
                    <p:nvPr/>
                  </p:nvSpPr>
                  <p:spPr bwMode="auto">
                    <a:xfrm>
                      <a:off x="1387" y="2262"/>
                      <a:ext cx="80" cy="14"/>
                    </a:xfrm>
                    <a:custGeom>
                      <a:avLst/>
                      <a:gdLst>
                        <a:gd name="T0" fmla="*/ 0 w 80"/>
                        <a:gd name="T1" fmla="*/ 14 h 14"/>
                        <a:gd name="T2" fmla="*/ 12 w 80"/>
                        <a:gd name="T3" fmla="*/ 0 h 14"/>
                        <a:gd name="T4" fmla="*/ 80 w 80"/>
                        <a:gd name="T5" fmla="*/ 0 h 14"/>
                        <a:gd name="T6" fmla="*/ 80 w 80"/>
                        <a:gd name="T7" fmla="*/ 14 h 14"/>
                      </a:gdLst>
                      <a:ahLst/>
                      <a:cxnLst>
                        <a:cxn ang="0">
                          <a:pos x="T0" y="T1"/>
                        </a:cxn>
                        <a:cxn ang="0">
                          <a:pos x="T2" y="T3"/>
                        </a:cxn>
                        <a:cxn ang="0">
                          <a:pos x="T4" y="T5"/>
                        </a:cxn>
                        <a:cxn ang="0">
                          <a:pos x="T6" y="T7"/>
                        </a:cxn>
                      </a:cxnLst>
                      <a:rect l="0" t="0" r="r" b="b"/>
                      <a:pathLst>
                        <a:path w="80" h="14">
                          <a:moveTo>
                            <a:pt x="0" y="14"/>
                          </a:moveTo>
                          <a:lnTo>
                            <a:pt x="12" y="0"/>
                          </a:lnTo>
                          <a:lnTo>
                            <a:pt x="80" y="0"/>
                          </a:lnTo>
                          <a:lnTo>
                            <a:pt x="80" y="14"/>
                          </a:lnTo>
                        </a:path>
                      </a:pathLst>
                    </a:custGeom>
                    <a:noFill/>
                    <a:ln w="3175">
                      <a:solidFill>
                        <a:srgbClr val="40404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42824" name="Line 24">
                      <a:extLst>
                        <a:ext uri="{FF2B5EF4-FFF2-40B4-BE49-F238E27FC236}">
                          <a16:creationId xmlns:a16="http://schemas.microsoft.com/office/drawing/2014/main" id="{4A788623-4653-F5B8-2A3C-DF84F5D7BF17}"/>
                        </a:ext>
                      </a:extLst>
                    </p:cNvPr>
                    <p:cNvSpPr>
                      <a:spLocks noChangeShapeType="1"/>
                    </p:cNvSpPr>
                    <p:nvPr/>
                  </p:nvSpPr>
                  <p:spPr bwMode="auto">
                    <a:xfrm>
                      <a:off x="1475" y="2258"/>
                      <a:ext cx="1" cy="18"/>
                    </a:xfrm>
                    <a:prstGeom prst="line">
                      <a:avLst/>
                    </a:prstGeom>
                    <a:noFill/>
                    <a:ln w="3175">
                      <a:solidFill>
                        <a:srgbClr val="40404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2542822" name="Line 25">
                    <a:extLst>
                      <a:ext uri="{FF2B5EF4-FFF2-40B4-BE49-F238E27FC236}">
                        <a16:creationId xmlns:a16="http://schemas.microsoft.com/office/drawing/2014/main" id="{2CAF5645-0B06-0948-DD04-298E698DFADC}"/>
                      </a:ext>
                    </a:extLst>
                  </p:cNvPr>
                  <p:cNvSpPr>
                    <a:spLocks noChangeShapeType="1"/>
                  </p:cNvSpPr>
                  <p:nvPr/>
                </p:nvSpPr>
                <p:spPr bwMode="auto">
                  <a:xfrm>
                    <a:off x="1484" y="2276"/>
                    <a:ext cx="1" cy="63"/>
                  </a:xfrm>
                  <a:prstGeom prst="line">
                    <a:avLst/>
                  </a:prstGeom>
                  <a:noFill/>
                  <a:ln w="3175">
                    <a:solidFill>
                      <a:srgbClr val="20202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2542809" name="Group 26">
                <a:extLst>
                  <a:ext uri="{FF2B5EF4-FFF2-40B4-BE49-F238E27FC236}">
                    <a16:creationId xmlns:a16="http://schemas.microsoft.com/office/drawing/2014/main" id="{63D914C6-F237-2D47-6B6E-72DA0A8062C2}"/>
                  </a:ext>
                </a:extLst>
              </p:cNvPr>
              <p:cNvGrpSpPr>
                <a:grpSpLocks/>
              </p:cNvGrpSpPr>
              <p:nvPr/>
            </p:nvGrpSpPr>
            <p:grpSpPr bwMode="auto">
              <a:xfrm>
                <a:off x="1277" y="2267"/>
                <a:ext cx="86" cy="85"/>
                <a:chOff x="1277" y="2267"/>
                <a:chExt cx="86" cy="85"/>
              </a:xfrm>
            </p:grpSpPr>
            <p:sp>
              <p:nvSpPr>
                <p:cNvPr id="2542814" name="Oval 27">
                  <a:extLst>
                    <a:ext uri="{FF2B5EF4-FFF2-40B4-BE49-F238E27FC236}">
                      <a16:creationId xmlns:a16="http://schemas.microsoft.com/office/drawing/2014/main" id="{1D1FBF2F-D690-CCCB-B1FC-C80E4EC16120}"/>
                    </a:ext>
                  </a:extLst>
                </p:cNvPr>
                <p:cNvSpPr>
                  <a:spLocks noChangeArrowheads="1"/>
                </p:cNvSpPr>
                <p:nvPr/>
              </p:nvSpPr>
              <p:spPr bwMode="auto">
                <a:xfrm>
                  <a:off x="1277" y="2267"/>
                  <a:ext cx="86" cy="85"/>
                </a:xfrm>
                <a:prstGeom prst="ellipse">
                  <a:avLst/>
                </a:prstGeom>
                <a:solidFill>
                  <a:srgbClr val="202020"/>
                </a:solidFill>
                <a:ln w="3175">
                  <a:solidFill>
                    <a:srgbClr val="000000"/>
                  </a:solidFill>
                  <a:round/>
                  <a:headEnd/>
                  <a:tailEnd/>
                </a:ln>
              </p:spPr>
              <p:txBody>
                <a:bodyPr/>
                <a:lstStyle/>
                <a:p>
                  <a:endParaRPr lang="en-US"/>
                </a:p>
              </p:txBody>
            </p:sp>
            <p:sp>
              <p:nvSpPr>
                <p:cNvPr id="2542815" name="Oval 28">
                  <a:extLst>
                    <a:ext uri="{FF2B5EF4-FFF2-40B4-BE49-F238E27FC236}">
                      <a16:creationId xmlns:a16="http://schemas.microsoft.com/office/drawing/2014/main" id="{5276555E-5256-495C-FF87-36954ADDA6DD}"/>
                    </a:ext>
                  </a:extLst>
                </p:cNvPr>
                <p:cNvSpPr>
                  <a:spLocks noChangeArrowheads="1"/>
                </p:cNvSpPr>
                <p:nvPr/>
              </p:nvSpPr>
              <p:spPr bwMode="auto">
                <a:xfrm>
                  <a:off x="1289" y="2279"/>
                  <a:ext cx="60" cy="59"/>
                </a:xfrm>
                <a:prstGeom prst="ellipse">
                  <a:avLst/>
                </a:prstGeom>
                <a:solidFill>
                  <a:srgbClr val="A0A0A0"/>
                </a:solidFill>
                <a:ln w="3175">
                  <a:solidFill>
                    <a:srgbClr val="000000"/>
                  </a:solidFill>
                  <a:round/>
                  <a:headEnd/>
                  <a:tailEnd/>
                </a:ln>
              </p:spPr>
              <p:txBody>
                <a:bodyPr/>
                <a:lstStyle/>
                <a:p>
                  <a:endParaRPr lang="en-US"/>
                </a:p>
              </p:txBody>
            </p:sp>
            <p:sp>
              <p:nvSpPr>
                <p:cNvPr id="2542816" name="Oval 29">
                  <a:extLst>
                    <a:ext uri="{FF2B5EF4-FFF2-40B4-BE49-F238E27FC236}">
                      <a16:creationId xmlns:a16="http://schemas.microsoft.com/office/drawing/2014/main" id="{DA82E383-58E8-B9D6-53E9-21FFAEBC65A0}"/>
                    </a:ext>
                  </a:extLst>
                </p:cNvPr>
                <p:cNvSpPr>
                  <a:spLocks noChangeArrowheads="1"/>
                </p:cNvSpPr>
                <p:nvPr/>
              </p:nvSpPr>
              <p:spPr bwMode="auto">
                <a:xfrm>
                  <a:off x="1305" y="2297"/>
                  <a:ext cx="26" cy="25"/>
                </a:xfrm>
                <a:prstGeom prst="ellipse">
                  <a:avLst/>
                </a:prstGeom>
                <a:solidFill>
                  <a:srgbClr val="606060"/>
                </a:solidFill>
                <a:ln w="3175">
                  <a:solidFill>
                    <a:srgbClr val="000000"/>
                  </a:solidFill>
                  <a:round/>
                  <a:headEnd/>
                  <a:tailEnd/>
                </a:ln>
              </p:spPr>
              <p:txBody>
                <a:bodyPr/>
                <a:lstStyle/>
                <a:p>
                  <a:endParaRPr lang="en-US"/>
                </a:p>
              </p:txBody>
            </p:sp>
          </p:grpSp>
          <p:grpSp>
            <p:nvGrpSpPr>
              <p:cNvPr id="2542810" name="Group 30">
                <a:extLst>
                  <a:ext uri="{FF2B5EF4-FFF2-40B4-BE49-F238E27FC236}">
                    <a16:creationId xmlns:a16="http://schemas.microsoft.com/office/drawing/2014/main" id="{E6278F8F-0EB4-5B39-9DA3-3CE9896FEFFC}"/>
                  </a:ext>
                </a:extLst>
              </p:cNvPr>
              <p:cNvGrpSpPr>
                <a:grpSpLocks/>
              </p:cNvGrpSpPr>
              <p:nvPr/>
            </p:nvGrpSpPr>
            <p:grpSpPr bwMode="auto">
              <a:xfrm>
                <a:off x="1390" y="2267"/>
                <a:ext cx="86" cy="85"/>
                <a:chOff x="1390" y="2267"/>
                <a:chExt cx="86" cy="85"/>
              </a:xfrm>
            </p:grpSpPr>
            <p:sp>
              <p:nvSpPr>
                <p:cNvPr id="2542811" name="Oval 31">
                  <a:extLst>
                    <a:ext uri="{FF2B5EF4-FFF2-40B4-BE49-F238E27FC236}">
                      <a16:creationId xmlns:a16="http://schemas.microsoft.com/office/drawing/2014/main" id="{D9268AAB-4D56-D9AF-19EB-E87832FCC903}"/>
                    </a:ext>
                  </a:extLst>
                </p:cNvPr>
                <p:cNvSpPr>
                  <a:spLocks noChangeArrowheads="1"/>
                </p:cNvSpPr>
                <p:nvPr/>
              </p:nvSpPr>
              <p:spPr bwMode="auto">
                <a:xfrm>
                  <a:off x="1390" y="2267"/>
                  <a:ext cx="86" cy="85"/>
                </a:xfrm>
                <a:prstGeom prst="ellipse">
                  <a:avLst/>
                </a:prstGeom>
                <a:solidFill>
                  <a:srgbClr val="202020"/>
                </a:solidFill>
                <a:ln w="3175">
                  <a:solidFill>
                    <a:srgbClr val="000000"/>
                  </a:solidFill>
                  <a:round/>
                  <a:headEnd/>
                  <a:tailEnd/>
                </a:ln>
              </p:spPr>
              <p:txBody>
                <a:bodyPr/>
                <a:lstStyle/>
                <a:p>
                  <a:endParaRPr lang="en-US"/>
                </a:p>
              </p:txBody>
            </p:sp>
            <p:sp>
              <p:nvSpPr>
                <p:cNvPr id="2542812" name="Oval 32">
                  <a:extLst>
                    <a:ext uri="{FF2B5EF4-FFF2-40B4-BE49-F238E27FC236}">
                      <a16:creationId xmlns:a16="http://schemas.microsoft.com/office/drawing/2014/main" id="{47913DE8-DB5B-31E4-26EA-C1088EC6201D}"/>
                    </a:ext>
                  </a:extLst>
                </p:cNvPr>
                <p:cNvSpPr>
                  <a:spLocks noChangeArrowheads="1"/>
                </p:cNvSpPr>
                <p:nvPr/>
              </p:nvSpPr>
              <p:spPr bwMode="auto">
                <a:xfrm>
                  <a:off x="1404" y="2279"/>
                  <a:ext cx="60" cy="59"/>
                </a:xfrm>
                <a:prstGeom prst="ellipse">
                  <a:avLst/>
                </a:prstGeom>
                <a:solidFill>
                  <a:srgbClr val="A0A0A0"/>
                </a:solidFill>
                <a:ln w="3175">
                  <a:solidFill>
                    <a:srgbClr val="000000"/>
                  </a:solidFill>
                  <a:round/>
                  <a:headEnd/>
                  <a:tailEnd/>
                </a:ln>
              </p:spPr>
              <p:txBody>
                <a:bodyPr/>
                <a:lstStyle/>
                <a:p>
                  <a:endParaRPr lang="en-US"/>
                </a:p>
              </p:txBody>
            </p:sp>
            <p:sp>
              <p:nvSpPr>
                <p:cNvPr id="2542813" name="Oval 33">
                  <a:extLst>
                    <a:ext uri="{FF2B5EF4-FFF2-40B4-BE49-F238E27FC236}">
                      <a16:creationId xmlns:a16="http://schemas.microsoft.com/office/drawing/2014/main" id="{2B4C22A6-CF52-6D67-F5A5-17F33CA91775}"/>
                    </a:ext>
                  </a:extLst>
                </p:cNvPr>
                <p:cNvSpPr>
                  <a:spLocks noChangeArrowheads="1"/>
                </p:cNvSpPr>
                <p:nvPr/>
              </p:nvSpPr>
              <p:spPr bwMode="auto">
                <a:xfrm>
                  <a:off x="1420" y="2297"/>
                  <a:ext cx="26" cy="25"/>
                </a:xfrm>
                <a:prstGeom prst="ellipse">
                  <a:avLst/>
                </a:prstGeom>
                <a:solidFill>
                  <a:srgbClr val="606060"/>
                </a:solidFill>
                <a:ln w="3175">
                  <a:solidFill>
                    <a:srgbClr val="000000"/>
                  </a:solidFill>
                  <a:round/>
                  <a:headEnd/>
                  <a:tailEnd/>
                </a:ln>
              </p:spPr>
              <p:txBody>
                <a:bodyPr/>
                <a:lstStyle/>
                <a:p>
                  <a:endParaRPr lang="en-US"/>
                </a:p>
              </p:txBody>
            </p:sp>
          </p:grpSp>
        </p:grpSp>
      </p:grpSp>
      <p:cxnSp>
        <p:nvCxnSpPr>
          <p:cNvPr id="2542835" name="Straight Arrow Connector 2542834">
            <a:extLst>
              <a:ext uri="{FF2B5EF4-FFF2-40B4-BE49-F238E27FC236}">
                <a16:creationId xmlns:a16="http://schemas.microsoft.com/office/drawing/2014/main" id="{E0A8728F-6A34-C4D1-3354-0D6DF59F6267}"/>
              </a:ext>
            </a:extLst>
          </p:cNvPr>
          <p:cNvCxnSpPr>
            <a:cxnSpLocks/>
            <a:stCxn id="2" idx="3"/>
            <a:endCxn id="2542669" idx="3"/>
          </p:cNvCxnSpPr>
          <p:nvPr/>
        </p:nvCxnSpPr>
        <p:spPr>
          <a:xfrm>
            <a:off x="3190680" y="2616369"/>
            <a:ext cx="684283" cy="289039"/>
          </a:xfrm>
          <a:prstGeom prst="straightConnector1">
            <a:avLst/>
          </a:prstGeom>
          <a:ln w="28575">
            <a:solidFill>
              <a:schemeClr val="bg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2542836" name="Straight Arrow Connector 2542835">
            <a:extLst>
              <a:ext uri="{FF2B5EF4-FFF2-40B4-BE49-F238E27FC236}">
                <a16:creationId xmlns:a16="http://schemas.microsoft.com/office/drawing/2014/main" id="{8DFC8A0F-8DFA-F1FE-57C8-FA796D05B5B2}"/>
              </a:ext>
            </a:extLst>
          </p:cNvPr>
          <p:cNvCxnSpPr>
            <a:cxnSpLocks/>
            <a:stCxn id="3" idx="3"/>
            <a:endCxn id="2542669" idx="3"/>
          </p:cNvCxnSpPr>
          <p:nvPr/>
        </p:nvCxnSpPr>
        <p:spPr>
          <a:xfrm flipV="1">
            <a:off x="3171628" y="2905408"/>
            <a:ext cx="703335" cy="470585"/>
          </a:xfrm>
          <a:prstGeom prst="straightConnector1">
            <a:avLst/>
          </a:prstGeom>
          <a:ln w="28575">
            <a:solidFill>
              <a:schemeClr val="bg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2542837" name="Straight Arrow Connector 2542836">
            <a:extLst>
              <a:ext uri="{FF2B5EF4-FFF2-40B4-BE49-F238E27FC236}">
                <a16:creationId xmlns:a16="http://schemas.microsoft.com/office/drawing/2014/main" id="{D9A07A89-58CD-1126-DC7F-03E1E1CED326}"/>
              </a:ext>
            </a:extLst>
          </p:cNvPr>
          <p:cNvCxnSpPr>
            <a:cxnSpLocks/>
            <a:stCxn id="4" idx="3"/>
            <a:endCxn id="2542669" idx="3"/>
          </p:cNvCxnSpPr>
          <p:nvPr/>
        </p:nvCxnSpPr>
        <p:spPr>
          <a:xfrm flipV="1">
            <a:off x="3145432" y="2905408"/>
            <a:ext cx="729531" cy="1094477"/>
          </a:xfrm>
          <a:prstGeom prst="straightConnector1">
            <a:avLst/>
          </a:prstGeom>
          <a:ln w="28575">
            <a:solidFill>
              <a:schemeClr val="bg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2542838" name="Straight Arrow Connector 2542837">
            <a:extLst>
              <a:ext uri="{FF2B5EF4-FFF2-40B4-BE49-F238E27FC236}">
                <a16:creationId xmlns:a16="http://schemas.microsoft.com/office/drawing/2014/main" id="{701C0674-878E-CF04-9870-603FB9F5DC08}"/>
              </a:ext>
            </a:extLst>
          </p:cNvPr>
          <p:cNvCxnSpPr>
            <a:cxnSpLocks/>
          </p:cNvCxnSpPr>
          <p:nvPr/>
        </p:nvCxnSpPr>
        <p:spPr>
          <a:xfrm>
            <a:off x="3191206" y="2616368"/>
            <a:ext cx="679516" cy="1077239"/>
          </a:xfrm>
          <a:prstGeom prst="straightConnector1">
            <a:avLst/>
          </a:prstGeom>
          <a:ln w="28575">
            <a:solidFill>
              <a:schemeClr val="bg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2542839" name="Straight Arrow Connector 2542838">
            <a:extLst>
              <a:ext uri="{FF2B5EF4-FFF2-40B4-BE49-F238E27FC236}">
                <a16:creationId xmlns:a16="http://schemas.microsoft.com/office/drawing/2014/main" id="{78956BD9-9488-FA7F-3A61-EB0F2CDF98C4}"/>
              </a:ext>
            </a:extLst>
          </p:cNvPr>
          <p:cNvCxnSpPr>
            <a:cxnSpLocks/>
            <a:stCxn id="3" idx="3"/>
            <a:endCxn id="2542804" idx="3"/>
          </p:cNvCxnSpPr>
          <p:nvPr/>
        </p:nvCxnSpPr>
        <p:spPr>
          <a:xfrm>
            <a:off x="3171628" y="3375993"/>
            <a:ext cx="698568" cy="317615"/>
          </a:xfrm>
          <a:prstGeom prst="straightConnector1">
            <a:avLst/>
          </a:prstGeom>
          <a:ln w="28575">
            <a:solidFill>
              <a:schemeClr val="bg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2542840" name="Straight Arrow Connector 2542839">
            <a:extLst>
              <a:ext uri="{FF2B5EF4-FFF2-40B4-BE49-F238E27FC236}">
                <a16:creationId xmlns:a16="http://schemas.microsoft.com/office/drawing/2014/main" id="{33999A09-0A4A-1393-241E-7792FEE00016}"/>
              </a:ext>
            </a:extLst>
          </p:cNvPr>
          <p:cNvCxnSpPr>
            <a:cxnSpLocks/>
            <a:stCxn id="4" idx="3"/>
            <a:endCxn id="2542804" idx="3"/>
          </p:cNvCxnSpPr>
          <p:nvPr/>
        </p:nvCxnSpPr>
        <p:spPr>
          <a:xfrm flipV="1">
            <a:off x="3145432" y="3693608"/>
            <a:ext cx="724764" cy="306277"/>
          </a:xfrm>
          <a:prstGeom prst="straightConnector1">
            <a:avLst/>
          </a:prstGeom>
          <a:ln w="28575">
            <a:solidFill>
              <a:schemeClr val="bg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2542841" name="Straight Arrow Connector 2542840">
            <a:extLst>
              <a:ext uri="{FF2B5EF4-FFF2-40B4-BE49-F238E27FC236}">
                <a16:creationId xmlns:a16="http://schemas.microsoft.com/office/drawing/2014/main" id="{3611AD00-79E5-DCEF-099A-FDBDDF912089}"/>
              </a:ext>
            </a:extLst>
          </p:cNvPr>
          <p:cNvCxnSpPr>
            <a:cxnSpLocks/>
            <a:stCxn id="4" idx="3"/>
            <a:endCxn id="2542834" idx="3"/>
          </p:cNvCxnSpPr>
          <p:nvPr/>
        </p:nvCxnSpPr>
        <p:spPr>
          <a:xfrm>
            <a:off x="3145432" y="3999885"/>
            <a:ext cx="727143" cy="310472"/>
          </a:xfrm>
          <a:prstGeom prst="straightConnector1">
            <a:avLst/>
          </a:prstGeom>
          <a:ln w="28575">
            <a:solidFill>
              <a:schemeClr val="bg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2542842" name="Straight Arrow Connector 2542841">
            <a:extLst>
              <a:ext uri="{FF2B5EF4-FFF2-40B4-BE49-F238E27FC236}">
                <a16:creationId xmlns:a16="http://schemas.microsoft.com/office/drawing/2014/main" id="{C62BFB9A-F60C-2930-E9F9-6C1FB84AAA34}"/>
              </a:ext>
            </a:extLst>
          </p:cNvPr>
          <p:cNvCxnSpPr>
            <a:cxnSpLocks/>
            <a:stCxn id="25" idx="3"/>
            <a:endCxn id="2542834" idx="3"/>
          </p:cNvCxnSpPr>
          <p:nvPr/>
        </p:nvCxnSpPr>
        <p:spPr>
          <a:xfrm flipV="1">
            <a:off x="3126377" y="4310357"/>
            <a:ext cx="746198" cy="599177"/>
          </a:xfrm>
          <a:prstGeom prst="straightConnector1">
            <a:avLst/>
          </a:prstGeom>
          <a:ln w="28575">
            <a:solidFill>
              <a:schemeClr val="bg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2542843" name="Straight Arrow Connector 2542842">
            <a:extLst>
              <a:ext uri="{FF2B5EF4-FFF2-40B4-BE49-F238E27FC236}">
                <a16:creationId xmlns:a16="http://schemas.microsoft.com/office/drawing/2014/main" id="{D99ACB4E-C628-79B2-799D-AB472307F823}"/>
              </a:ext>
            </a:extLst>
          </p:cNvPr>
          <p:cNvCxnSpPr>
            <a:cxnSpLocks/>
            <a:stCxn id="25" idx="3"/>
            <a:endCxn id="2542804" idx="3"/>
          </p:cNvCxnSpPr>
          <p:nvPr/>
        </p:nvCxnSpPr>
        <p:spPr>
          <a:xfrm flipV="1">
            <a:off x="3126377" y="3693608"/>
            <a:ext cx="743819" cy="1215926"/>
          </a:xfrm>
          <a:prstGeom prst="straightConnector1">
            <a:avLst/>
          </a:prstGeom>
          <a:ln w="28575">
            <a:solidFill>
              <a:schemeClr val="bg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pic>
        <p:nvPicPr>
          <p:cNvPr id="2542844" name="Picture 2542843">
            <a:extLst>
              <a:ext uri="{FF2B5EF4-FFF2-40B4-BE49-F238E27FC236}">
                <a16:creationId xmlns:a16="http://schemas.microsoft.com/office/drawing/2014/main" id="{C8D69798-4AAF-CBA2-3920-9B03AF294B9D}"/>
              </a:ext>
            </a:extLst>
          </p:cNvPr>
          <p:cNvPicPr>
            <a:picLocks noChangeAspect="1"/>
          </p:cNvPicPr>
          <p:nvPr/>
        </p:nvPicPr>
        <p:blipFill>
          <a:blip r:embed="rId5">
            <a:biLevel thresh="25000"/>
            <a:extLst>
              <a:ext uri="{BEBA8EAE-BF5A-486C-A8C5-ECC9F3942E4B}">
                <a14:imgProps xmlns:a14="http://schemas.microsoft.com/office/drawing/2010/main">
                  <a14:imgLayer r:embed="rId6">
                    <a14:imgEffect>
                      <a14:backgroundRemoval t="5238" b="90000" l="6215" r="95198">
                        <a14:foregroundMark x1="66667" y1="6190" x2="66667" y2="6190"/>
                        <a14:foregroundMark x1="12429" y1="56667" x2="12429" y2="56667"/>
                        <a14:foregroundMark x1="16949" y1="59524" x2="16949" y2="59524"/>
                        <a14:foregroundMark x1="17232" y1="55238" x2="17232" y2="55238"/>
                        <a14:foregroundMark x1="14972" y1="65238" x2="14972" y2="65238"/>
                        <a14:foregroundMark x1="95198" y1="73810" x2="95198" y2="73810"/>
                        <a14:foregroundMark x1="18362" y1="82857" x2="18362" y2="82857"/>
                        <a14:foregroundMark x1="6215" y1="77143" x2="6215" y2="77143"/>
                      </a14:backgroundRemoval>
                    </a14:imgEffect>
                  </a14:imgLayer>
                </a14:imgProps>
              </a:ext>
            </a:extLst>
          </a:blip>
          <a:stretch>
            <a:fillRect/>
          </a:stretch>
        </p:blipFill>
        <p:spPr>
          <a:xfrm>
            <a:off x="4847793" y="2105955"/>
            <a:ext cx="412202" cy="244527"/>
          </a:xfrm>
          <a:prstGeom prst="rect">
            <a:avLst/>
          </a:prstGeom>
        </p:spPr>
      </p:pic>
      <p:cxnSp>
        <p:nvCxnSpPr>
          <p:cNvPr id="2542846" name="Straight Arrow Connector 2542845">
            <a:extLst>
              <a:ext uri="{FF2B5EF4-FFF2-40B4-BE49-F238E27FC236}">
                <a16:creationId xmlns:a16="http://schemas.microsoft.com/office/drawing/2014/main" id="{508C951B-7E22-52BC-B24B-93B651FA0537}"/>
              </a:ext>
            </a:extLst>
          </p:cNvPr>
          <p:cNvCxnSpPr>
            <a:cxnSpLocks/>
            <a:stCxn id="2542844" idx="3"/>
            <a:endCxn id="2542705" idx="3"/>
          </p:cNvCxnSpPr>
          <p:nvPr/>
        </p:nvCxnSpPr>
        <p:spPr>
          <a:xfrm>
            <a:off x="5259995" y="2228219"/>
            <a:ext cx="679146" cy="349640"/>
          </a:xfrm>
          <a:prstGeom prst="straightConnector1">
            <a:avLst/>
          </a:prstGeom>
          <a:ln w="28575">
            <a:solidFill>
              <a:schemeClr val="bg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2542849" name="Straight Arrow Connector 2542848">
            <a:extLst>
              <a:ext uri="{FF2B5EF4-FFF2-40B4-BE49-F238E27FC236}">
                <a16:creationId xmlns:a16="http://schemas.microsoft.com/office/drawing/2014/main" id="{028603D1-A59D-4A7B-938F-74EEFE343C88}"/>
              </a:ext>
            </a:extLst>
          </p:cNvPr>
          <p:cNvCxnSpPr>
            <a:cxnSpLocks/>
            <a:stCxn id="2542844" idx="3"/>
            <a:endCxn id="2542775" idx="3"/>
          </p:cNvCxnSpPr>
          <p:nvPr/>
        </p:nvCxnSpPr>
        <p:spPr>
          <a:xfrm>
            <a:off x="5259995" y="2228219"/>
            <a:ext cx="693803" cy="1877349"/>
          </a:xfrm>
          <a:prstGeom prst="straightConnector1">
            <a:avLst/>
          </a:prstGeom>
          <a:ln w="28575">
            <a:solidFill>
              <a:schemeClr val="bg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grpSp>
        <p:nvGrpSpPr>
          <p:cNvPr id="2542853" name="Group 4">
            <a:extLst>
              <a:ext uri="{FF2B5EF4-FFF2-40B4-BE49-F238E27FC236}">
                <a16:creationId xmlns:a16="http://schemas.microsoft.com/office/drawing/2014/main" id="{18293AF5-65A1-4149-9989-7192E1CDA5E8}"/>
              </a:ext>
            </a:extLst>
          </p:cNvPr>
          <p:cNvGrpSpPr>
            <a:grpSpLocks/>
          </p:cNvGrpSpPr>
          <p:nvPr/>
        </p:nvGrpSpPr>
        <p:grpSpPr bwMode="auto">
          <a:xfrm>
            <a:off x="5914256" y="4544557"/>
            <a:ext cx="448469" cy="205096"/>
            <a:chOff x="2256" y="2352"/>
            <a:chExt cx="933" cy="365"/>
          </a:xfrm>
        </p:grpSpPr>
        <p:grpSp>
          <p:nvGrpSpPr>
            <p:cNvPr id="2542854" name="Group 5">
              <a:extLst>
                <a:ext uri="{FF2B5EF4-FFF2-40B4-BE49-F238E27FC236}">
                  <a16:creationId xmlns:a16="http://schemas.microsoft.com/office/drawing/2014/main" id="{E4BAF866-F4D7-1F33-CE5E-8AA589291F39}"/>
                </a:ext>
              </a:extLst>
            </p:cNvPr>
            <p:cNvGrpSpPr>
              <a:grpSpLocks/>
            </p:cNvGrpSpPr>
            <p:nvPr/>
          </p:nvGrpSpPr>
          <p:grpSpPr bwMode="auto">
            <a:xfrm flipH="1">
              <a:off x="2256" y="2352"/>
              <a:ext cx="933" cy="249"/>
              <a:chOff x="693" y="2029"/>
              <a:chExt cx="836" cy="228"/>
            </a:xfrm>
          </p:grpSpPr>
          <p:sp>
            <p:nvSpPr>
              <p:cNvPr id="2542881" name="Rectangle 6">
                <a:extLst>
                  <a:ext uri="{FF2B5EF4-FFF2-40B4-BE49-F238E27FC236}">
                    <a16:creationId xmlns:a16="http://schemas.microsoft.com/office/drawing/2014/main" id="{69BBD798-BB98-DB2B-E211-51AF131F850D}"/>
                  </a:ext>
                </a:extLst>
              </p:cNvPr>
              <p:cNvSpPr>
                <a:spLocks noChangeArrowheads="1"/>
              </p:cNvSpPr>
              <p:nvPr/>
            </p:nvSpPr>
            <p:spPr bwMode="auto">
              <a:xfrm>
                <a:off x="693" y="2029"/>
                <a:ext cx="836" cy="228"/>
              </a:xfrm>
              <a:prstGeom prst="rect">
                <a:avLst/>
              </a:prstGeom>
              <a:gradFill rotWithShape="0">
                <a:gsLst>
                  <a:gs pos="0">
                    <a:srgbClr val="037C03"/>
                  </a:gs>
                  <a:gs pos="50000">
                    <a:srgbClr val="037C03">
                      <a:gamma/>
                      <a:shade val="6275"/>
                      <a:invGamma/>
                    </a:srgbClr>
                  </a:gs>
                  <a:gs pos="100000">
                    <a:srgbClr val="037C03"/>
                  </a:gs>
                </a:gsLst>
                <a:lin ang="5400000" scaled="1"/>
              </a:gradFill>
              <a:ln w="3175">
                <a:solidFill>
                  <a:srgbClr val="000000"/>
                </a:solidFill>
                <a:miter lim="800000"/>
                <a:headEnd/>
                <a:tailEnd/>
              </a:ln>
            </p:spPr>
            <p:txBody>
              <a:bodyPr/>
              <a:lstStyle/>
              <a:p>
                <a:endParaRPr lang="en-US"/>
              </a:p>
            </p:txBody>
          </p:sp>
          <p:sp>
            <p:nvSpPr>
              <p:cNvPr id="2542882" name="Rectangle 7">
                <a:extLst>
                  <a:ext uri="{FF2B5EF4-FFF2-40B4-BE49-F238E27FC236}">
                    <a16:creationId xmlns:a16="http://schemas.microsoft.com/office/drawing/2014/main" id="{9E791C1B-4947-DA8A-F96B-15D17587F6B6}"/>
                  </a:ext>
                </a:extLst>
              </p:cNvPr>
              <p:cNvSpPr>
                <a:spLocks noChangeArrowheads="1"/>
              </p:cNvSpPr>
              <p:nvPr/>
            </p:nvSpPr>
            <p:spPr bwMode="auto">
              <a:xfrm>
                <a:off x="693" y="2037"/>
                <a:ext cx="836" cy="213"/>
              </a:xfrm>
              <a:prstGeom prst="rect">
                <a:avLst/>
              </a:prstGeom>
              <a:solidFill>
                <a:srgbClr val="C5D3ED"/>
              </a:solidFill>
              <a:ln w="3175">
                <a:solidFill>
                  <a:srgbClr val="000000"/>
                </a:solidFill>
                <a:miter lim="800000"/>
                <a:headEnd/>
                <a:tailEnd/>
              </a:ln>
            </p:spPr>
            <p:txBody>
              <a:bodyPr/>
              <a:lstStyle/>
              <a:p>
                <a:endParaRPr lang="en-US" dirty="0"/>
              </a:p>
            </p:txBody>
          </p:sp>
        </p:grpSp>
        <p:grpSp>
          <p:nvGrpSpPr>
            <p:cNvPr id="2542855" name="Group 8">
              <a:extLst>
                <a:ext uri="{FF2B5EF4-FFF2-40B4-BE49-F238E27FC236}">
                  <a16:creationId xmlns:a16="http://schemas.microsoft.com/office/drawing/2014/main" id="{060F6782-4D63-3DDC-A657-502D2B4FE71C}"/>
                </a:ext>
              </a:extLst>
            </p:cNvPr>
            <p:cNvGrpSpPr>
              <a:grpSpLocks/>
            </p:cNvGrpSpPr>
            <p:nvPr/>
          </p:nvGrpSpPr>
          <p:grpSpPr bwMode="auto">
            <a:xfrm flipH="1">
              <a:off x="2413" y="2614"/>
              <a:ext cx="624" cy="103"/>
              <a:chOff x="926" y="2258"/>
              <a:chExt cx="559" cy="94"/>
            </a:xfrm>
          </p:grpSpPr>
          <p:grpSp>
            <p:nvGrpSpPr>
              <p:cNvPr id="2542856" name="Group 9">
                <a:extLst>
                  <a:ext uri="{FF2B5EF4-FFF2-40B4-BE49-F238E27FC236}">
                    <a16:creationId xmlns:a16="http://schemas.microsoft.com/office/drawing/2014/main" id="{40659BC4-EFE8-7BF6-E482-C53F7FACDB67}"/>
                  </a:ext>
                </a:extLst>
              </p:cNvPr>
              <p:cNvGrpSpPr>
                <a:grpSpLocks/>
              </p:cNvGrpSpPr>
              <p:nvPr/>
            </p:nvGrpSpPr>
            <p:grpSpPr bwMode="auto">
              <a:xfrm>
                <a:off x="926" y="2258"/>
                <a:ext cx="559" cy="81"/>
                <a:chOff x="926" y="2258"/>
                <a:chExt cx="559" cy="81"/>
              </a:xfrm>
            </p:grpSpPr>
            <p:grpSp>
              <p:nvGrpSpPr>
                <p:cNvPr id="2542865" name="Group 10">
                  <a:extLst>
                    <a:ext uri="{FF2B5EF4-FFF2-40B4-BE49-F238E27FC236}">
                      <a16:creationId xmlns:a16="http://schemas.microsoft.com/office/drawing/2014/main" id="{BF8310B5-142F-F823-B8FE-F91C60935550}"/>
                    </a:ext>
                  </a:extLst>
                </p:cNvPr>
                <p:cNvGrpSpPr>
                  <a:grpSpLocks/>
                </p:cNvGrpSpPr>
                <p:nvPr/>
              </p:nvGrpSpPr>
              <p:grpSpPr bwMode="auto">
                <a:xfrm>
                  <a:off x="926" y="2258"/>
                  <a:ext cx="67" cy="62"/>
                  <a:chOff x="926" y="2258"/>
                  <a:chExt cx="67" cy="62"/>
                </a:xfrm>
              </p:grpSpPr>
              <p:sp>
                <p:nvSpPr>
                  <p:cNvPr id="2542878" name="Freeform 11">
                    <a:extLst>
                      <a:ext uri="{FF2B5EF4-FFF2-40B4-BE49-F238E27FC236}">
                        <a16:creationId xmlns:a16="http://schemas.microsoft.com/office/drawing/2014/main" id="{FAC18FD4-FD35-61A3-30B0-87869A1EE0C9}"/>
                      </a:ext>
                    </a:extLst>
                  </p:cNvPr>
                  <p:cNvSpPr>
                    <a:spLocks/>
                  </p:cNvSpPr>
                  <p:nvPr/>
                </p:nvSpPr>
                <p:spPr bwMode="auto">
                  <a:xfrm>
                    <a:off x="926" y="2258"/>
                    <a:ext cx="67" cy="10"/>
                  </a:xfrm>
                  <a:custGeom>
                    <a:avLst/>
                    <a:gdLst>
                      <a:gd name="T0" fmla="*/ 0 w 67"/>
                      <a:gd name="T1" fmla="*/ 0 h 10"/>
                      <a:gd name="T2" fmla="*/ 67 w 67"/>
                      <a:gd name="T3" fmla="*/ 0 h 10"/>
                      <a:gd name="T4" fmla="*/ 59 w 67"/>
                      <a:gd name="T5" fmla="*/ 10 h 10"/>
                      <a:gd name="T6" fmla="*/ 7 w 67"/>
                      <a:gd name="T7" fmla="*/ 10 h 10"/>
                      <a:gd name="T8" fmla="*/ 0 w 67"/>
                      <a:gd name="T9" fmla="*/ 0 h 10"/>
                    </a:gdLst>
                    <a:ahLst/>
                    <a:cxnLst>
                      <a:cxn ang="0">
                        <a:pos x="T0" y="T1"/>
                      </a:cxn>
                      <a:cxn ang="0">
                        <a:pos x="T2" y="T3"/>
                      </a:cxn>
                      <a:cxn ang="0">
                        <a:pos x="T4" y="T5"/>
                      </a:cxn>
                      <a:cxn ang="0">
                        <a:pos x="T6" y="T7"/>
                      </a:cxn>
                      <a:cxn ang="0">
                        <a:pos x="T8" y="T9"/>
                      </a:cxn>
                    </a:cxnLst>
                    <a:rect l="0" t="0" r="r" b="b"/>
                    <a:pathLst>
                      <a:path w="67" h="10">
                        <a:moveTo>
                          <a:pt x="0" y="0"/>
                        </a:moveTo>
                        <a:lnTo>
                          <a:pt x="67" y="0"/>
                        </a:lnTo>
                        <a:lnTo>
                          <a:pt x="59" y="10"/>
                        </a:lnTo>
                        <a:lnTo>
                          <a:pt x="7" y="10"/>
                        </a:lnTo>
                        <a:lnTo>
                          <a:pt x="0" y="0"/>
                        </a:lnTo>
                        <a:close/>
                      </a:path>
                    </a:pathLst>
                  </a:custGeom>
                  <a:solidFill>
                    <a:srgbClr val="606060"/>
                  </a:solidFill>
                  <a:ln w="3175">
                    <a:solidFill>
                      <a:srgbClr val="404040"/>
                    </a:solidFill>
                    <a:prstDash val="solid"/>
                    <a:round/>
                    <a:headEnd/>
                    <a:tailEnd/>
                  </a:ln>
                </p:spPr>
                <p:txBody>
                  <a:bodyPr/>
                  <a:lstStyle/>
                  <a:p>
                    <a:endParaRPr lang="en-US"/>
                  </a:p>
                </p:txBody>
              </p:sp>
              <p:sp>
                <p:nvSpPr>
                  <p:cNvPr id="2542879" name="Freeform 12">
                    <a:extLst>
                      <a:ext uri="{FF2B5EF4-FFF2-40B4-BE49-F238E27FC236}">
                        <a16:creationId xmlns:a16="http://schemas.microsoft.com/office/drawing/2014/main" id="{C9517433-FB42-0F59-63E3-9ECEA260A855}"/>
                      </a:ext>
                    </a:extLst>
                  </p:cNvPr>
                  <p:cNvSpPr>
                    <a:spLocks/>
                  </p:cNvSpPr>
                  <p:nvPr/>
                </p:nvSpPr>
                <p:spPr bwMode="auto">
                  <a:xfrm>
                    <a:off x="941" y="2268"/>
                    <a:ext cx="34" cy="4"/>
                  </a:xfrm>
                  <a:custGeom>
                    <a:avLst/>
                    <a:gdLst>
                      <a:gd name="T0" fmla="*/ 0 w 34"/>
                      <a:gd name="T1" fmla="*/ 0 h 4"/>
                      <a:gd name="T2" fmla="*/ 34 w 34"/>
                      <a:gd name="T3" fmla="*/ 0 h 4"/>
                      <a:gd name="T4" fmla="*/ 30 w 34"/>
                      <a:gd name="T5" fmla="*/ 4 h 4"/>
                      <a:gd name="T6" fmla="*/ 4 w 34"/>
                      <a:gd name="T7" fmla="*/ 4 h 4"/>
                      <a:gd name="T8" fmla="*/ 0 w 34"/>
                      <a:gd name="T9" fmla="*/ 0 h 4"/>
                    </a:gdLst>
                    <a:ahLst/>
                    <a:cxnLst>
                      <a:cxn ang="0">
                        <a:pos x="T0" y="T1"/>
                      </a:cxn>
                      <a:cxn ang="0">
                        <a:pos x="T2" y="T3"/>
                      </a:cxn>
                      <a:cxn ang="0">
                        <a:pos x="T4" y="T5"/>
                      </a:cxn>
                      <a:cxn ang="0">
                        <a:pos x="T6" y="T7"/>
                      </a:cxn>
                      <a:cxn ang="0">
                        <a:pos x="T8" y="T9"/>
                      </a:cxn>
                    </a:cxnLst>
                    <a:rect l="0" t="0" r="r" b="b"/>
                    <a:pathLst>
                      <a:path w="34" h="4">
                        <a:moveTo>
                          <a:pt x="0" y="0"/>
                        </a:moveTo>
                        <a:lnTo>
                          <a:pt x="34" y="0"/>
                        </a:lnTo>
                        <a:lnTo>
                          <a:pt x="30" y="4"/>
                        </a:lnTo>
                        <a:lnTo>
                          <a:pt x="4" y="4"/>
                        </a:lnTo>
                        <a:lnTo>
                          <a:pt x="0" y="0"/>
                        </a:lnTo>
                        <a:close/>
                      </a:path>
                    </a:pathLst>
                  </a:custGeom>
                  <a:solidFill>
                    <a:srgbClr val="606060"/>
                  </a:solidFill>
                  <a:ln w="3175">
                    <a:solidFill>
                      <a:srgbClr val="404040"/>
                    </a:solidFill>
                    <a:prstDash val="solid"/>
                    <a:round/>
                    <a:headEnd/>
                    <a:tailEnd/>
                  </a:ln>
                </p:spPr>
                <p:txBody>
                  <a:bodyPr/>
                  <a:lstStyle/>
                  <a:p>
                    <a:endParaRPr lang="en-US"/>
                  </a:p>
                </p:txBody>
              </p:sp>
              <p:sp>
                <p:nvSpPr>
                  <p:cNvPr id="2542880" name="Rectangle 13">
                    <a:extLst>
                      <a:ext uri="{FF2B5EF4-FFF2-40B4-BE49-F238E27FC236}">
                        <a16:creationId xmlns:a16="http://schemas.microsoft.com/office/drawing/2014/main" id="{F15A4DAB-3DEC-59B1-F720-AE8358FF452F}"/>
                      </a:ext>
                    </a:extLst>
                  </p:cNvPr>
                  <p:cNvSpPr>
                    <a:spLocks noChangeArrowheads="1"/>
                  </p:cNvSpPr>
                  <p:nvPr/>
                </p:nvSpPr>
                <p:spPr bwMode="auto">
                  <a:xfrm>
                    <a:off x="956" y="2273"/>
                    <a:ext cx="6" cy="47"/>
                  </a:xfrm>
                  <a:prstGeom prst="rect">
                    <a:avLst/>
                  </a:prstGeom>
                  <a:solidFill>
                    <a:srgbClr val="606060"/>
                  </a:solidFill>
                  <a:ln w="3175">
                    <a:solidFill>
                      <a:srgbClr val="404040"/>
                    </a:solidFill>
                    <a:miter lim="800000"/>
                    <a:headEnd/>
                    <a:tailEnd/>
                  </a:ln>
                </p:spPr>
                <p:txBody>
                  <a:bodyPr/>
                  <a:lstStyle/>
                  <a:p>
                    <a:endParaRPr lang="en-US"/>
                  </a:p>
                </p:txBody>
              </p:sp>
            </p:grpSp>
            <p:grpSp>
              <p:nvGrpSpPr>
                <p:cNvPr id="2542866" name="Group 14">
                  <a:extLst>
                    <a:ext uri="{FF2B5EF4-FFF2-40B4-BE49-F238E27FC236}">
                      <a16:creationId xmlns:a16="http://schemas.microsoft.com/office/drawing/2014/main" id="{23F13F97-3DC8-6BF3-1AC2-68C054D2C1B5}"/>
                    </a:ext>
                  </a:extLst>
                </p:cNvPr>
                <p:cNvGrpSpPr>
                  <a:grpSpLocks/>
                </p:cNvGrpSpPr>
                <p:nvPr/>
              </p:nvGrpSpPr>
              <p:grpSpPr bwMode="auto">
                <a:xfrm>
                  <a:off x="1264" y="2258"/>
                  <a:ext cx="107" cy="81"/>
                  <a:chOff x="1264" y="2258"/>
                  <a:chExt cx="107" cy="81"/>
                </a:xfrm>
              </p:grpSpPr>
              <p:sp>
                <p:nvSpPr>
                  <p:cNvPr id="2542873" name="Freeform 15">
                    <a:extLst>
                      <a:ext uri="{FF2B5EF4-FFF2-40B4-BE49-F238E27FC236}">
                        <a16:creationId xmlns:a16="http://schemas.microsoft.com/office/drawing/2014/main" id="{DDE47206-571E-CEE8-AFDE-7E387265A43F}"/>
                      </a:ext>
                    </a:extLst>
                  </p:cNvPr>
                  <p:cNvSpPr>
                    <a:spLocks/>
                  </p:cNvSpPr>
                  <p:nvPr/>
                </p:nvSpPr>
                <p:spPr bwMode="auto">
                  <a:xfrm>
                    <a:off x="1264" y="2260"/>
                    <a:ext cx="106" cy="16"/>
                  </a:xfrm>
                  <a:custGeom>
                    <a:avLst/>
                    <a:gdLst>
                      <a:gd name="T0" fmla="*/ 0 w 106"/>
                      <a:gd name="T1" fmla="*/ 0 h 16"/>
                      <a:gd name="T2" fmla="*/ 106 w 106"/>
                      <a:gd name="T3" fmla="*/ 0 h 16"/>
                      <a:gd name="T4" fmla="*/ 106 w 106"/>
                      <a:gd name="T5" fmla="*/ 16 h 16"/>
                      <a:gd name="T6" fmla="*/ 8 w 106"/>
                      <a:gd name="T7" fmla="*/ 16 h 16"/>
                      <a:gd name="T8" fmla="*/ 0 w 106"/>
                      <a:gd name="T9" fmla="*/ 0 h 16"/>
                    </a:gdLst>
                    <a:ahLst/>
                    <a:cxnLst>
                      <a:cxn ang="0">
                        <a:pos x="T0" y="T1"/>
                      </a:cxn>
                      <a:cxn ang="0">
                        <a:pos x="T2" y="T3"/>
                      </a:cxn>
                      <a:cxn ang="0">
                        <a:pos x="T4" y="T5"/>
                      </a:cxn>
                      <a:cxn ang="0">
                        <a:pos x="T6" y="T7"/>
                      </a:cxn>
                      <a:cxn ang="0">
                        <a:pos x="T8" y="T9"/>
                      </a:cxn>
                    </a:cxnLst>
                    <a:rect l="0" t="0" r="r" b="b"/>
                    <a:pathLst>
                      <a:path w="106" h="16">
                        <a:moveTo>
                          <a:pt x="0" y="0"/>
                        </a:moveTo>
                        <a:lnTo>
                          <a:pt x="106" y="0"/>
                        </a:lnTo>
                        <a:lnTo>
                          <a:pt x="106" y="16"/>
                        </a:lnTo>
                        <a:lnTo>
                          <a:pt x="8" y="16"/>
                        </a:lnTo>
                        <a:lnTo>
                          <a:pt x="0" y="0"/>
                        </a:lnTo>
                        <a:close/>
                      </a:path>
                    </a:pathLst>
                  </a:custGeom>
                  <a:solidFill>
                    <a:srgbClr val="606060"/>
                  </a:solidFill>
                  <a:ln w="3175">
                    <a:solidFill>
                      <a:srgbClr val="404040"/>
                    </a:solidFill>
                    <a:prstDash val="solid"/>
                    <a:round/>
                    <a:headEnd/>
                    <a:tailEnd/>
                  </a:ln>
                </p:spPr>
                <p:txBody>
                  <a:bodyPr/>
                  <a:lstStyle/>
                  <a:p>
                    <a:endParaRPr lang="en-US"/>
                  </a:p>
                </p:txBody>
              </p:sp>
              <p:grpSp>
                <p:nvGrpSpPr>
                  <p:cNvPr id="2542874" name="Group 16">
                    <a:extLst>
                      <a:ext uri="{FF2B5EF4-FFF2-40B4-BE49-F238E27FC236}">
                        <a16:creationId xmlns:a16="http://schemas.microsoft.com/office/drawing/2014/main" id="{BF067B7F-5A22-2959-3598-5D122B33F283}"/>
                      </a:ext>
                    </a:extLst>
                  </p:cNvPr>
                  <p:cNvGrpSpPr>
                    <a:grpSpLocks/>
                  </p:cNvGrpSpPr>
                  <p:nvPr/>
                </p:nvGrpSpPr>
                <p:grpSpPr bwMode="auto">
                  <a:xfrm>
                    <a:off x="1272" y="2258"/>
                    <a:ext cx="91" cy="18"/>
                    <a:chOff x="1272" y="2258"/>
                    <a:chExt cx="91" cy="18"/>
                  </a:xfrm>
                </p:grpSpPr>
                <p:sp>
                  <p:nvSpPr>
                    <p:cNvPr id="2542876" name="Freeform 17">
                      <a:extLst>
                        <a:ext uri="{FF2B5EF4-FFF2-40B4-BE49-F238E27FC236}">
                          <a16:creationId xmlns:a16="http://schemas.microsoft.com/office/drawing/2014/main" id="{CA8C9B9C-5D63-5FB5-2779-0BF5761B9B06}"/>
                        </a:ext>
                      </a:extLst>
                    </p:cNvPr>
                    <p:cNvSpPr>
                      <a:spLocks/>
                    </p:cNvSpPr>
                    <p:nvPr/>
                  </p:nvSpPr>
                  <p:spPr bwMode="auto">
                    <a:xfrm>
                      <a:off x="1272" y="2262"/>
                      <a:ext cx="80" cy="14"/>
                    </a:xfrm>
                    <a:custGeom>
                      <a:avLst/>
                      <a:gdLst>
                        <a:gd name="T0" fmla="*/ 0 w 80"/>
                        <a:gd name="T1" fmla="*/ 14 h 14"/>
                        <a:gd name="T2" fmla="*/ 12 w 80"/>
                        <a:gd name="T3" fmla="*/ 0 h 14"/>
                        <a:gd name="T4" fmla="*/ 80 w 80"/>
                        <a:gd name="T5" fmla="*/ 0 h 14"/>
                        <a:gd name="T6" fmla="*/ 80 w 80"/>
                        <a:gd name="T7" fmla="*/ 14 h 14"/>
                      </a:gdLst>
                      <a:ahLst/>
                      <a:cxnLst>
                        <a:cxn ang="0">
                          <a:pos x="T0" y="T1"/>
                        </a:cxn>
                        <a:cxn ang="0">
                          <a:pos x="T2" y="T3"/>
                        </a:cxn>
                        <a:cxn ang="0">
                          <a:pos x="T4" y="T5"/>
                        </a:cxn>
                        <a:cxn ang="0">
                          <a:pos x="T6" y="T7"/>
                        </a:cxn>
                      </a:cxnLst>
                      <a:rect l="0" t="0" r="r" b="b"/>
                      <a:pathLst>
                        <a:path w="80" h="14">
                          <a:moveTo>
                            <a:pt x="0" y="14"/>
                          </a:moveTo>
                          <a:lnTo>
                            <a:pt x="12" y="0"/>
                          </a:lnTo>
                          <a:lnTo>
                            <a:pt x="80" y="0"/>
                          </a:lnTo>
                          <a:lnTo>
                            <a:pt x="80" y="14"/>
                          </a:lnTo>
                        </a:path>
                      </a:pathLst>
                    </a:custGeom>
                    <a:noFill/>
                    <a:ln w="3175">
                      <a:solidFill>
                        <a:srgbClr val="40404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42877" name="Line 18">
                      <a:extLst>
                        <a:ext uri="{FF2B5EF4-FFF2-40B4-BE49-F238E27FC236}">
                          <a16:creationId xmlns:a16="http://schemas.microsoft.com/office/drawing/2014/main" id="{F508E5E4-807F-3A73-CFC7-682BDA234F6B}"/>
                        </a:ext>
                      </a:extLst>
                    </p:cNvPr>
                    <p:cNvSpPr>
                      <a:spLocks noChangeShapeType="1"/>
                    </p:cNvSpPr>
                    <p:nvPr/>
                  </p:nvSpPr>
                  <p:spPr bwMode="auto">
                    <a:xfrm>
                      <a:off x="1362" y="2258"/>
                      <a:ext cx="1" cy="18"/>
                    </a:xfrm>
                    <a:prstGeom prst="line">
                      <a:avLst/>
                    </a:prstGeom>
                    <a:noFill/>
                    <a:ln w="3175">
                      <a:solidFill>
                        <a:srgbClr val="40404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2542875" name="Line 19">
                    <a:extLst>
                      <a:ext uri="{FF2B5EF4-FFF2-40B4-BE49-F238E27FC236}">
                        <a16:creationId xmlns:a16="http://schemas.microsoft.com/office/drawing/2014/main" id="{171A0954-C873-D3E6-44D8-BB1792226564}"/>
                      </a:ext>
                    </a:extLst>
                  </p:cNvPr>
                  <p:cNvSpPr>
                    <a:spLocks noChangeShapeType="1"/>
                  </p:cNvSpPr>
                  <p:nvPr/>
                </p:nvSpPr>
                <p:spPr bwMode="auto">
                  <a:xfrm>
                    <a:off x="1370" y="2276"/>
                    <a:ext cx="1" cy="63"/>
                  </a:xfrm>
                  <a:prstGeom prst="line">
                    <a:avLst/>
                  </a:prstGeom>
                  <a:noFill/>
                  <a:ln w="3175">
                    <a:solidFill>
                      <a:srgbClr val="20202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2542867" name="Group 20">
                  <a:extLst>
                    <a:ext uri="{FF2B5EF4-FFF2-40B4-BE49-F238E27FC236}">
                      <a16:creationId xmlns:a16="http://schemas.microsoft.com/office/drawing/2014/main" id="{4DB8CE07-8D76-74E5-469B-B159E4F59096}"/>
                    </a:ext>
                  </a:extLst>
                </p:cNvPr>
                <p:cNvGrpSpPr>
                  <a:grpSpLocks/>
                </p:cNvGrpSpPr>
                <p:nvPr/>
              </p:nvGrpSpPr>
              <p:grpSpPr bwMode="auto">
                <a:xfrm>
                  <a:off x="1377" y="2258"/>
                  <a:ext cx="108" cy="81"/>
                  <a:chOff x="1377" y="2258"/>
                  <a:chExt cx="108" cy="81"/>
                </a:xfrm>
              </p:grpSpPr>
              <p:sp>
                <p:nvSpPr>
                  <p:cNvPr id="2542868" name="Freeform 21">
                    <a:extLst>
                      <a:ext uri="{FF2B5EF4-FFF2-40B4-BE49-F238E27FC236}">
                        <a16:creationId xmlns:a16="http://schemas.microsoft.com/office/drawing/2014/main" id="{CB2A090C-3C03-1B02-28F9-57355A7B40D5}"/>
                      </a:ext>
                    </a:extLst>
                  </p:cNvPr>
                  <p:cNvSpPr>
                    <a:spLocks/>
                  </p:cNvSpPr>
                  <p:nvPr/>
                </p:nvSpPr>
                <p:spPr bwMode="auto">
                  <a:xfrm>
                    <a:off x="1377" y="2260"/>
                    <a:ext cx="107" cy="16"/>
                  </a:xfrm>
                  <a:custGeom>
                    <a:avLst/>
                    <a:gdLst>
                      <a:gd name="T0" fmla="*/ 0 w 107"/>
                      <a:gd name="T1" fmla="*/ 0 h 16"/>
                      <a:gd name="T2" fmla="*/ 107 w 107"/>
                      <a:gd name="T3" fmla="*/ 0 h 16"/>
                      <a:gd name="T4" fmla="*/ 107 w 107"/>
                      <a:gd name="T5" fmla="*/ 16 h 16"/>
                      <a:gd name="T6" fmla="*/ 10 w 107"/>
                      <a:gd name="T7" fmla="*/ 16 h 16"/>
                      <a:gd name="T8" fmla="*/ 0 w 107"/>
                      <a:gd name="T9" fmla="*/ 0 h 16"/>
                    </a:gdLst>
                    <a:ahLst/>
                    <a:cxnLst>
                      <a:cxn ang="0">
                        <a:pos x="T0" y="T1"/>
                      </a:cxn>
                      <a:cxn ang="0">
                        <a:pos x="T2" y="T3"/>
                      </a:cxn>
                      <a:cxn ang="0">
                        <a:pos x="T4" y="T5"/>
                      </a:cxn>
                      <a:cxn ang="0">
                        <a:pos x="T6" y="T7"/>
                      </a:cxn>
                      <a:cxn ang="0">
                        <a:pos x="T8" y="T9"/>
                      </a:cxn>
                    </a:cxnLst>
                    <a:rect l="0" t="0" r="r" b="b"/>
                    <a:pathLst>
                      <a:path w="107" h="16">
                        <a:moveTo>
                          <a:pt x="0" y="0"/>
                        </a:moveTo>
                        <a:lnTo>
                          <a:pt x="107" y="0"/>
                        </a:lnTo>
                        <a:lnTo>
                          <a:pt x="107" y="16"/>
                        </a:lnTo>
                        <a:lnTo>
                          <a:pt x="10" y="16"/>
                        </a:lnTo>
                        <a:lnTo>
                          <a:pt x="0" y="0"/>
                        </a:lnTo>
                        <a:close/>
                      </a:path>
                    </a:pathLst>
                  </a:custGeom>
                  <a:solidFill>
                    <a:srgbClr val="606060"/>
                  </a:solidFill>
                  <a:ln w="3175">
                    <a:solidFill>
                      <a:srgbClr val="404040"/>
                    </a:solidFill>
                    <a:prstDash val="solid"/>
                    <a:round/>
                    <a:headEnd/>
                    <a:tailEnd/>
                  </a:ln>
                </p:spPr>
                <p:txBody>
                  <a:bodyPr/>
                  <a:lstStyle/>
                  <a:p>
                    <a:endParaRPr lang="en-US"/>
                  </a:p>
                </p:txBody>
              </p:sp>
              <p:grpSp>
                <p:nvGrpSpPr>
                  <p:cNvPr id="2542869" name="Group 22">
                    <a:extLst>
                      <a:ext uri="{FF2B5EF4-FFF2-40B4-BE49-F238E27FC236}">
                        <a16:creationId xmlns:a16="http://schemas.microsoft.com/office/drawing/2014/main" id="{290A89F1-E3F6-C998-D444-6B574514999A}"/>
                      </a:ext>
                    </a:extLst>
                  </p:cNvPr>
                  <p:cNvGrpSpPr>
                    <a:grpSpLocks/>
                  </p:cNvGrpSpPr>
                  <p:nvPr/>
                </p:nvGrpSpPr>
                <p:grpSpPr bwMode="auto">
                  <a:xfrm>
                    <a:off x="1387" y="2258"/>
                    <a:ext cx="89" cy="18"/>
                    <a:chOff x="1387" y="2258"/>
                    <a:chExt cx="89" cy="18"/>
                  </a:xfrm>
                </p:grpSpPr>
                <p:sp>
                  <p:nvSpPr>
                    <p:cNvPr id="2542871" name="Freeform 23">
                      <a:extLst>
                        <a:ext uri="{FF2B5EF4-FFF2-40B4-BE49-F238E27FC236}">
                          <a16:creationId xmlns:a16="http://schemas.microsoft.com/office/drawing/2014/main" id="{39C0D186-5373-7C81-878D-DB6531DC449A}"/>
                        </a:ext>
                      </a:extLst>
                    </p:cNvPr>
                    <p:cNvSpPr>
                      <a:spLocks/>
                    </p:cNvSpPr>
                    <p:nvPr/>
                  </p:nvSpPr>
                  <p:spPr bwMode="auto">
                    <a:xfrm>
                      <a:off x="1387" y="2262"/>
                      <a:ext cx="80" cy="14"/>
                    </a:xfrm>
                    <a:custGeom>
                      <a:avLst/>
                      <a:gdLst>
                        <a:gd name="T0" fmla="*/ 0 w 80"/>
                        <a:gd name="T1" fmla="*/ 14 h 14"/>
                        <a:gd name="T2" fmla="*/ 12 w 80"/>
                        <a:gd name="T3" fmla="*/ 0 h 14"/>
                        <a:gd name="T4" fmla="*/ 80 w 80"/>
                        <a:gd name="T5" fmla="*/ 0 h 14"/>
                        <a:gd name="T6" fmla="*/ 80 w 80"/>
                        <a:gd name="T7" fmla="*/ 14 h 14"/>
                      </a:gdLst>
                      <a:ahLst/>
                      <a:cxnLst>
                        <a:cxn ang="0">
                          <a:pos x="T0" y="T1"/>
                        </a:cxn>
                        <a:cxn ang="0">
                          <a:pos x="T2" y="T3"/>
                        </a:cxn>
                        <a:cxn ang="0">
                          <a:pos x="T4" y="T5"/>
                        </a:cxn>
                        <a:cxn ang="0">
                          <a:pos x="T6" y="T7"/>
                        </a:cxn>
                      </a:cxnLst>
                      <a:rect l="0" t="0" r="r" b="b"/>
                      <a:pathLst>
                        <a:path w="80" h="14">
                          <a:moveTo>
                            <a:pt x="0" y="14"/>
                          </a:moveTo>
                          <a:lnTo>
                            <a:pt x="12" y="0"/>
                          </a:lnTo>
                          <a:lnTo>
                            <a:pt x="80" y="0"/>
                          </a:lnTo>
                          <a:lnTo>
                            <a:pt x="80" y="14"/>
                          </a:lnTo>
                        </a:path>
                      </a:pathLst>
                    </a:custGeom>
                    <a:noFill/>
                    <a:ln w="3175">
                      <a:solidFill>
                        <a:srgbClr val="40404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42872" name="Line 24">
                      <a:extLst>
                        <a:ext uri="{FF2B5EF4-FFF2-40B4-BE49-F238E27FC236}">
                          <a16:creationId xmlns:a16="http://schemas.microsoft.com/office/drawing/2014/main" id="{16815A8E-E43E-5650-E169-5BF827F7A727}"/>
                        </a:ext>
                      </a:extLst>
                    </p:cNvPr>
                    <p:cNvSpPr>
                      <a:spLocks noChangeShapeType="1"/>
                    </p:cNvSpPr>
                    <p:nvPr/>
                  </p:nvSpPr>
                  <p:spPr bwMode="auto">
                    <a:xfrm>
                      <a:off x="1475" y="2258"/>
                      <a:ext cx="1" cy="18"/>
                    </a:xfrm>
                    <a:prstGeom prst="line">
                      <a:avLst/>
                    </a:prstGeom>
                    <a:noFill/>
                    <a:ln w="3175">
                      <a:solidFill>
                        <a:srgbClr val="40404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2542870" name="Line 25">
                    <a:extLst>
                      <a:ext uri="{FF2B5EF4-FFF2-40B4-BE49-F238E27FC236}">
                        <a16:creationId xmlns:a16="http://schemas.microsoft.com/office/drawing/2014/main" id="{15DD8FD3-063A-34C1-7157-29820172C346}"/>
                      </a:ext>
                    </a:extLst>
                  </p:cNvPr>
                  <p:cNvSpPr>
                    <a:spLocks noChangeShapeType="1"/>
                  </p:cNvSpPr>
                  <p:nvPr/>
                </p:nvSpPr>
                <p:spPr bwMode="auto">
                  <a:xfrm>
                    <a:off x="1484" y="2276"/>
                    <a:ext cx="1" cy="63"/>
                  </a:xfrm>
                  <a:prstGeom prst="line">
                    <a:avLst/>
                  </a:prstGeom>
                  <a:noFill/>
                  <a:ln w="3175">
                    <a:solidFill>
                      <a:srgbClr val="20202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2542857" name="Group 26">
                <a:extLst>
                  <a:ext uri="{FF2B5EF4-FFF2-40B4-BE49-F238E27FC236}">
                    <a16:creationId xmlns:a16="http://schemas.microsoft.com/office/drawing/2014/main" id="{253F743A-A12C-4C99-4D3A-EE42100AEE58}"/>
                  </a:ext>
                </a:extLst>
              </p:cNvPr>
              <p:cNvGrpSpPr>
                <a:grpSpLocks/>
              </p:cNvGrpSpPr>
              <p:nvPr/>
            </p:nvGrpSpPr>
            <p:grpSpPr bwMode="auto">
              <a:xfrm>
                <a:off x="1277" y="2267"/>
                <a:ext cx="86" cy="85"/>
                <a:chOff x="1277" y="2267"/>
                <a:chExt cx="86" cy="85"/>
              </a:xfrm>
            </p:grpSpPr>
            <p:sp>
              <p:nvSpPr>
                <p:cNvPr id="2542862" name="Oval 27">
                  <a:extLst>
                    <a:ext uri="{FF2B5EF4-FFF2-40B4-BE49-F238E27FC236}">
                      <a16:creationId xmlns:a16="http://schemas.microsoft.com/office/drawing/2014/main" id="{AD5CA575-3779-7CAB-F890-8AC9BD117D4B}"/>
                    </a:ext>
                  </a:extLst>
                </p:cNvPr>
                <p:cNvSpPr>
                  <a:spLocks noChangeArrowheads="1"/>
                </p:cNvSpPr>
                <p:nvPr/>
              </p:nvSpPr>
              <p:spPr bwMode="auto">
                <a:xfrm>
                  <a:off x="1277" y="2267"/>
                  <a:ext cx="86" cy="85"/>
                </a:xfrm>
                <a:prstGeom prst="ellipse">
                  <a:avLst/>
                </a:prstGeom>
                <a:solidFill>
                  <a:srgbClr val="202020"/>
                </a:solidFill>
                <a:ln w="3175">
                  <a:solidFill>
                    <a:srgbClr val="000000"/>
                  </a:solidFill>
                  <a:round/>
                  <a:headEnd/>
                  <a:tailEnd/>
                </a:ln>
              </p:spPr>
              <p:txBody>
                <a:bodyPr/>
                <a:lstStyle/>
                <a:p>
                  <a:endParaRPr lang="en-US"/>
                </a:p>
              </p:txBody>
            </p:sp>
            <p:sp>
              <p:nvSpPr>
                <p:cNvPr id="2542863" name="Oval 28">
                  <a:extLst>
                    <a:ext uri="{FF2B5EF4-FFF2-40B4-BE49-F238E27FC236}">
                      <a16:creationId xmlns:a16="http://schemas.microsoft.com/office/drawing/2014/main" id="{52FA39FC-AD3C-66AF-C2B5-8074C273409B}"/>
                    </a:ext>
                  </a:extLst>
                </p:cNvPr>
                <p:cNvSpPr>
                  <a:spLocks noChangeArrowheads="1"/>
                </p:cNvSpPr>
                <p:nvPr/>
              </p:nvSpPr>
              <p:spPr bwMode="auto">
                <a:xfrm>
                  <a:off x="1289" y="2279"/>
                  <a:ext cx="60" cy="59"/>
                </a:xfrm>
                <a:prstGeom prst="ellipse">
                  <a:avLst/>
                </a:prstGeom>
                <a:solidFill>
                  <a:srgbClr val="A0A0A0"/>
                </a:solidFill>
                <a:ln w="3175">
                  <a:solidFill>
                    <a:srgbClr val="000000"/>
                  </a:solidFill>
                  <a:round/>
                  <a:headEnd/>
                  <a:tailEnd/>
                </a:ln>
              </p:spPr>
              <p:txBody>
                <a:bodyPr/>
                <a:lstStyle/>
                <a:p>
                  <a:endParaRPr lang="en-US"/>
                </a:p>
              </p:txBody>
            </p:sp>
            <p:sp>
              <p:nvSpPr>
                <p:cNvPr id="2542864" name="Oval 29">
                  <a:extLst>
                    <a:ext uri="{FF2B5EF4-FFF2-40B4-BE49-F238E27FC236}">
                      <a16:creationId xmlns:a16="http://schemas.microsoft.com/office/drawing/2014/main" id="{94CE2647-4EA1-711E-3574-DE6CF554B2FE}"/>
                    </a:ext>
                  </a:extLst>
                </p:cNvPr>
                <p:cNvSpPr>
                  <a:spLocks noChangeArrowheads="1"/>
                </p:cNvSpPr>
                <p:nvPr/>
              </p:nvSpPr>
              <p:spPr bwMode="auto">
                <a:xfrm>
                  <a:off x="1305" y="2297"/>
                  <a:ext cx="26" cy="25"/>
                </a:xfrm>
                <a:prstGeom prst="ellipse">
                  <a:avLst/>
                </a:prstGeom>
                <a:solidFill>
                  <a:srgbClr val="606060"/>
                </a:solidFill>
                <a:ln w="3175">
                  <a:solidFill>
                    <a:srgbClr val="000000"/>
                  </a:solidFill>
                  <a:round/>
                  <a:headEnd/>
                  <a:tailEnd/>
                </a:ln>
              </p:spPr>
              <p:txBody>
                <a:bodyPr/>
                <a:lstStyle/>
                <a:p>
                  <a:endParaRPr lang="en-US"/>
                </a:p>
              </p:txBody>
            </p:sp>
          </p:grpSp>
          <p:grpSp>
            <p:nvGrpSpPr>
              <p:cNvPr id="2542858" name="Group 30">
                <a:extLst>
                  <a:ext uri="{FF2B5EF4-FFF2-40B4-BE49-F238E27FC236}">
                    <a16:creationId xmlns:a16="http://schemas.microsoft.com/office/drawing/2014/main" id="{FE44F5AD-85BC-E465-54F8-F4C64F05D06E}"/>
                  </a:ext>
                </a:extLst>
              </p:cNvPr>
              <p:cNvGrpSpPr>
                <a:grpSpLocks/>
              </p:cNvGrpSpPr>
              <p:nvPr/>
            </p:nvGrpSpPr>
            <p:grpSpPr bwMode="auto">
              <a:xfrm>
                <a:off x="1390" y="2267"/>
                <a:ext cx="86" cy="85"/>
                <a:chOff x="1390" y="2267"/>
                <a:chExt cx="86" cy="85"/>
              </a:xfrm>
            </p:grpSpPr>
            <p:sp>
              <p:nvSpPr>
                <p:cNvPr id="2542859" name="Oval 31">
                  <a:extLst>
                    <a:ext uri="{FF2B5EF4-FFF2-40B4-BE49-F238E27FC236}">
                      <a16:creationId xmlns:a16="http://schemas.microsoft.com/office/drawing/2014/main" id="{3CAC9602-BF01-77F3-0394-018FF7A7ED39}"/>
                    </a:ext>
                  </a:extLst>
                </p:cNvPr>
                <p:cNvSpPr>
                  <a:spLocks noChangeArrowheads="1"/>
                </p:cNvSpPr>
                <p:nvPr/>
              </p:nvSpPr>
              <p:spPr bwMode="auto">
                <a:xfrm>
                  <a:off x="1390" y="2267"/>
                  <a:ext cx="86" cy="85"/>
                </a:xfrm>
                <a:prstGeom prst="ellipse">
                  <a:avLst/>
                </a:prstGeom>
                <a:solidFill>
                  <a:srgbClr val="202020"/>
                </a:solidFill>
                <a:ln w="3175">
                  <a:solidFill>
                    <a:srgbClr val="000000"/>
                  </a:solidFill>
                  <a:round/>
                  <a:headEnd/>
                  <a:tailEnd/>
                </a:ln>
              </p:spPr>
              <p:txBody>
                <a:bodyPr/>
                <a:lstStyle/>
                <a:p>
                  <a:endParaRPr lang="en-US"/>
                </a:p>
              </p:txBody>
            </p:sp>
            <p:sp>
              <p:nvSpPr>
                <p:cNvPr id="2542860" name="Oval 32">
                  <a:extLst>
                    <a:ext uri="{FF2B5EF4-FFF2-40B4-BE49-F238E27FC236}">
                      <a16:creationId xmlns:a16="http://schemas.microsoft.com/office/drawing/2014/main" id="{2D7E190E-BC75-97C0-00F4-4EAAA60EC35F}"/>
                    </a:ext>
                  </a:extLst>
                </p:cNvPr>
                <p:cNvSpPr>
                  <a:spLocks noChangeArrowheads="1"/>
                </p:cNvSpPr>
                <p:nvPr/>
              </p:nvSpPr>
              <p:spPr bwMode="auto">
                <a:xfrm>
                  <a:off x="1404" y="2279"/>
                  <a:ext cx="60" cy="59"/>
                </a:xfrm>
                <a:prstGeom prst="ellipse">
                  <a:avLst/>
                </a:prstGeom>
                <a:solidFill>
                  <a:srgbClr val="A0A0A0"/>
                </a:solidFill>
                <a:ln w="3175">
                  <a:solidFill>
                    <a:srgbClr val="000000"/>
                  </a:solidFill>
                  <a:round/>
                  <a:headEnd/>
                  <a:tailEnd/>
                </a:ln>
              </p:spPr>
              <p:txBody>
                <a:bodyPr/>
                <a:lstStyle/>
                <a:p>
                  <a:endParaRPr lang="en-US"/>
                </a:p>
              </p:txBody>
            </p:sp>
            <p:sp>
              <p:nvSpPr>
                <p:cNvPr id="2542861" name="Oval 33">
                  <a:extLst>
                    <a:ext uri="{FF2B5EF4-FFF2-40B4-BE49-F238E27FC236}">
                      <a16:creationId xmlns:a16="http://schemas.microsoft.com/office/drawing/2014/main" id="{BF2CA1CA-CF20-A5AA-80B4-3A6D5D28972A}"/>
                    </a:ext>
                  </a:extLst>
                </p:cNvPr>
                <p:cNvSpPr>
                  <a:spLocks noChangeArrowheads="1"/>
                </p:cNvSpPr>
                <p:nvPr/>
              </p:nvSpPr>
              <p:spPr bwMode="auto">
                <a:xfrm>
                  <a:off x="1420" y="2297"/>
                  <a:ext cx="26" cy="25"/>
                </a:xfrm>
                <a:prstGeom prst="ellipse">
                  <a:avLst/>
                </a:prstGeom>
                <a:solidFill>
                  <a:srgbClr val="606060"/>
                </a:solidFill>
                <a:ln w="3175">
                  <a:solidFill>
                    <a:srgbClr val="000000"/>
                  </a:solidFill>
                  <a:round/>
                  <a:headEnd/>
                  <a:tailEnd/>
                </a:ln>
              </p:spPr>
              <p:txBody>
                <a:bodyPr/>
                <a:lstStyle/>
                <a:p>
                  <a:endParaRPr lang="en-US"/>
                </a:p>
              </p:txBody>
            </p:sp>
          </p:grpSp>
        </p:grpSp>
      </p:grpSp>
      <p:grpSp>
        <p:nvGrpSpPr>
          <p:cNvPr id="2542883" name="Group 4">
            <a:extLst>
              <a:ext uri="{FF2B5EF4-FFF2-40B4-BE49-F238E27FC236}">
                <a16:creationId xmlns:a16="http://schemas.microsoft.com/office/drawing/2014/main" id="{544AC4CF-1C36-4577-2E0E-A6C20218B889}"/>
              </a:ext>
            </a:extLst>
          </p:cNvPr>
          <p:cNvGrpSpPr>
            <a:grpSpLocks/>
          </p:cNvGrpSpPr>
          <p:nvPr/>
        </p:nvGrpSpPr>
        <p:grpSpPr bwMode="auto">
          <a:xfrm>
            <a:off x="5941518" y="3010041"/>
            <a:ext cx="448469" cy="205096"/>
            <a:chOff x="2256" y="2352"/>
            <a:chExt cx="933" cy="365"/>
          </a:xfrm>
        </p:grpSpPr>
        <p:grpSp>
          <p:nvGrpSpPr>
            <p:cNvPr id="2542884" name="Group 5">
              <a:extLst>
                <a:ext uri="{FF2B5EF4-FFF2-40B4-BE49-F238E27FC236}">
                  <a16:creationId xmlns:a16="http://schemas.microsoft.com/office/drawing/2014/main" id="{2E04D908-1409-E03C-468F-9244AC787D98}"/>
                </a:ext>
              </a:extLst>
            </p:cNvPr>
            <p:cNvGrpSpPr>
              <a:grpSpLocks/>
            </p:cNvGrpSpPr>
            <p:nvPr/>
          </p:nvGrpSpPr>
          <p:grpSpPr bwMode="auto">
            <a:xfrm flipH="1">
              <a:off x="2256" y="2352"/>
              <a:ext cx="933" cy="249"/>
              <a:chOff x="693" y="2029"/>
              <a:chExt cx="836" cy="228"/>
            </a:xfrm>
          </p:grpSpPr>
          <p:sp>
            <p:nvSpPr>
              <p:cNvPr id="2542911" name="Rectangle 6">
                <a:extLst>
                  <a:ext uri="{FF2B5EF4-FFF2-40B4-BE49-F238E27FC236}">
                    <a16:creationId xmlns:a16="http://schemas.microsoft.com/office/drawing/2014/main" id="{5D32D32D-E8CF-E94B-FB89-4B9B137DF495}"/>
                  </a:ext>
                </a:extLst>
              </p:cNvPr>
              <p:cNvSpPr>
                <a:spLocks noChangeArrowheads="1"/>
              </p:cNvSpPr>
              <p:nvPr/>
            </p:nvSpPr>
            <p:spPr bwMode="auto">
              <a:xfrm>
                <a:off x="693" y="2029"/>
                <a:ext cx="836" cy="228"/>
              </a:xfrm>
              <a:prstGeom prst="rect">
                <a:avLst/>
              </a:prstGeom>
              <a:gradFill rotWithShape="0">
                <a:gsLst>
                  <a:gs pos="0">
                    <a:srgbClr val="037C03"/>
                  </a:gs>
                  <a:gs pos="50000">
                    <a:srgbClr val="037C03">
                      <a:gamma/>
                      <a:shade val="6275"/>
                      <a:invGamma/>
                    </a:srgbClr>
                  </a:gs>
                  <a:gs pos="100000">
                    <a:srgbClr val="037C03"/>
                  </a:gs>
                </a:gsLst>
                <a:lin ang="5400000" scaled="1"/>
              </a:gradFill>
              <a:ln w="3175">
                <a:solidFill>
                  <a:srgbClr val="000000"/>
                </a:solidFill>
                <a:miter lim="800000"/>
                <a:headEnd/>
                <a:tailEnd/>
              </a:ln>
            </p:spPr>
            <p:txBody>
              <a:bodyPr/>
              <a:lstStyle/>
              <a:p>
                <a:endParaRPr lang="en-US"/>
              </a:p>
            </p:txBody>
          </p:sp>
          <p:sp>
            <p:nvSpPr>
              <p:cNvPr id="2542912" name="Rectangle 7">
                <a:extLst>
                  <a:ext uri="{FF2B5EF4-FFF2-40B4-BE49-F238E27FC236}">
                    <a16:creationId xmlns:a16="http://schemas.microsoft.com/office/drawing/2014/main" id="{5D31C37B-5C0C-32B8-D074-7CFFFB958543}"/>
                  </a:ext>
                </a:extLst>
              </p:cNvPr>
              <p:cNvSpPr>
                <a:spLocks noChangeArrowheads="1"/>
              </p:cNvSpPr>
              <p:nvPr/>
            </p:nvSpPr>
            <p:spPr bwMode="auto">
              <a:xfrm>
                <a:off x="693" y="2037"/>
                <a:ext cx="836" cy="213"/>
              </a:xfrm>
              <a:prstGeom prst="rect">
                <a:avLst/>
              </a:prstGeom>
              <a:solidFill>
                <a:srgbClr val="C5D3ED"/>
              </a:solidFill>
              <a:ln w="3175">
                <a:solidFill>
                  <a:srgbClr val="000000"/>
                </a:solidFill>
                <a:miter lim="800000"/>
                <a:headEnd/>
                <a:tailEnd/>
              </a:ln>
            </p:spPr>
            <p:txBody>
              <a:bodyPr/>
              <a:lstStyle/>
              <a:p>
                <a:endParaRPr lang="en-US" dirty="0"/>
              </a:p>
            </p:txBody>
          </p:sp>
        </p:grpSp>
        <p:grpSp>
          <p:nvGrpSpPr>
            <p:cNvPr id="2542885" name="Group 8">
              <a:extLst>
                <a:ext uri="{FF2B5EF4-FFF2-40B4-BE49-F238E27FC236}">
                  <a16:creationId xmlns:a16="http://schemas.microsoft.com/office/drawing/2014/main" id="{E9ABD6B8-E031-0A77-74C5-100C517E86F9}"/>
                </a:ext>
              </a:extLst>
            </p:cNvPr>
            <p:cNvGrpSpPr>
              <a:grpSpLocks/>
            </p:cNvGrpSpPr>
            <p:nvPr/>
          </p:nvGrpSpPr>
          <p:grpSpPr bwMode="auto">
            <a:xfrm flipH="1">
              <a:off x="2413" y="2614"/>
              <a:ext cx="624" cy="103"/>
              <a:chOff x="926" y="2258"/>
              <a:chExt cx="559" cy="94"/>
            </a:xfrm>
          </p:grpSpPr>
          <p:grpSp>
            <p:nvGrpSpPr>
              <p:cNvPr id="2542886" name="Group 9">
                <a:extLst>
                  <a:ext uri="{FF2B5EF4-FFF2-40B4-BE49-F238E27FC236}">
                    <a16:creationId xmlns:a16="http://schemas.microsoft.com/office/drawing/2014/main" id="{657E7DEC-8EAF-2698-8A18-CC262BB8C76B}"/>
                  </a:ext>
                </a:extLst>
              </p:cNvPr>
              <p:cNvGrpSpPr>
                <a:grpSpLocks/>
              </p:cNvGrpSpPr>
              <p:nvPr/>
            </p:nvGrpSpPr>
            <p:grpSpPr bwMode="auto">
              <a:xfrm>
                <a:off x="926" y="2258"/>
                <a:ext cx="559" cy="81"/>
                <a:chOff x="926" y="2258"/>
                <a:chExt cx="559" cy="81"/>
              </a:xfrm>
            </p:grpSpPr>
            <p:grpSp>
              <p:nvGrpSpPr>
                <p:cNvPr id="2542895" name="Group 10">
                  <a:extLst>
                    <a:ext uri="{FF2B5EF4-FFF2-40B4-BE49-F238E27FC236}">
                      <a16:creationId xmlns:a16="http://schemas.microsoft.com/office/drawing/2014/main" id="{EED46E9E-EC1E-A39E-F9BA-164534656420}"/>
                    </a:ext>
                  </a:extLst>
                </p:cNvPr>
                <p:cNvGrpSpPr>
                  <a:grpSpLocks/>
                </p:cNvGrpSpPr>
                <p:nvPr/>
              </p:nvGrpSpPr>
              <p:grpSpPr bwMode="auto">
                <a:xfrm>
                  <a:off x="926" y="2258"/>
                  <a:ext cx="67" cy="62"/>
                  <a:chOff x="926" y="2258"/>
                  <a:chExt cx="67" cy="62"/>
                </a:xfrm>
              </p:grpSpPr>
              <p:sp>
                <p:nvSpPr>
                  <p:cNvPr id="2542908" name="Freeform 11">
                    <a:extLst>
                      <a:ext uri="{FF2B5EF4-FFF2-40B4-BE49-F238E27FC236}">
                        <a16:creationId xmlns:a16="http://schemas.microsoft.com/office/drawing/2014/main" id="{D1C7E450-81BE-B163-29C6-4E3B238C50CF}"/>
                      </a:ext>
                    </a:extLst>
                  </p:cNvPr>
                  <p:cNvSpPr>
                    <a:spLocks/>
                  </p:cNvSpPr>
                  <p:nvPr/>
                </p:nvSpPr>
                <p:spPr bwMode="auto">
                  <a:xfrm>
                    <a:off x="926" y="2258"/>
                    <a:ext cx="67" cy="10"/>
                  </a:xfrm>
                  <a:custGeom>
                    <a:avLst/>
                    <a:gdLst>
                      <a:gd name="T0" fmla="*/ 0 w 67"/>
                      <a:gd name="T1" fmla="*/ 0 h 10"/>
                      <a:gd name="T2" fmla="*/ 67 w 67"/>
                      <a:gd name="T3" fmla="*/ 0 h 10"/>
                      <a:gd name="T4" fmla="*/ 59 w 67"/>
                      <a:gd name="T5" fmla="*/ 10 h 10"/>
                      <a:gd name="T6" fmla="*/ 7 w 67"/>
                      <a:gd name="T7" fmla="*/ 10 h 10"/>
                      <a:gd name="T8" fmla="*/ 0 w 67"/>
                      <a:gd name="T9" fmla="*/ 0 h 10"/>
                    </a:gdLst>
                    <a:ahLst/>
                    <a:cxnLst>
                      <a:cxn ang="0">
                        <a:pos x="T0" y="T1"/>
                      </a:cxn>
                      <a:cxn ang="0">
                        <a:pos x="T2" y="T3"/>
                      </a:cxn>
                      <a:cxn ang="0">
                        <a:pos x="T4" y="T5"/>
                      </a:cxn>
                      <a:cxn ang="0">
                        <a:pos x="T6" y="T7"/>
                      </a:cxn>
                      <a:cxn ang="0">
                        <a:pos x="T8" y="T9"/>
                      </a:cxn>
                    </a:cxnLst>
                    <a:rect l="0" t="0" r="r" b="b"/>
                    <a:pathLst>
                      <a:path w="67" h="10">
                        <a:moveTo>
                          <a:pt x="0" y="0"/>
                        </a:moveTo>
                        <a:lnTo>
                          <a:pt x="67" y="0"/>
                        </a:lnTo>
                        <a:lnTo>
                          <a:pt x="59" y="10"/>
                        </a:lnTo>
                        <a:lnTo>
                          <a:pt x="7" y="10"/>
                        </a:lnTo>
                        <a:lnTo>
                          <a:pt x="0" y="0"/>
                        </a:lnTo>
                        <a:close/>
                      </a:path>
                    </a:pathLst>
                  </a:custGeom>
                  <a:solidFill>
                    <a:srgbClr val="606060"/>
                  </a:solidFill>
                  <a:ln w="3175">
                    <a:solidFill>
                      <a:srgbClr val="404040"/>
                    </a:solidFill>
                    <a:prstDash val="solid"/>
                    <a:round/>
                    <a:headEnd/>
                    <a:tailEnd/>
                  </a:ln>
                </p:spPr>
                <p:txBody>
                  <a:bodyPr/>
                  <a:lstStyle/>
                  <a:p>
                    <a:endParaRPr lang="en-US"/>
                  </a:p>
                </p:txBody>
              </p:sp>
              <p:sp>
                <p:nvSpPr>
                  <p:cNvPr id="2542909" name="Freeform 12">
                    <a:extLst>
                      <a:ext uri="{FF2B5EF4-FFF2-40B4-BE49-F238E27FC236}">
                        <a16:creationId xmlns:a16="http://schemas.microsoft.com/office/drawing/2014/main" id="{CC968A29-87B5-EFDA-A174-D72B84C4A078}"/>
                      </a:ext>
                    </a:extLst>
                  </p:cNvPr>
                  <p:cNvSpPr>
                    <a:spLocks/>
                  </p:cNvSpPr>
                  <p:nvPr/>
                </p:nvSpPr>
                <p:spPr bwMode="auto">
                  <a:xfrm>
                    <a:off x="941" y="2268"/>
                    <a:ext cx="34" cy="4"/>
                  </a:xfrm>
                  <a:custGeom>
                    <a:avLst/>
                    <a:gdLst>
                      <a:gd name="T0" fmla="*/ 0 w 34"/>
                      <a:gd name="T1" fmla="*/ 0 h 4"/>
                      <a:gd name="T2" fmla="*/ 34 w 34"/>
                      <a:gd name="T3" fmla="*/ 0 h 4"/>
                      <a:gd name="T4" fmla="*/ 30 w 34"/>
                      <a:gd name="T5" fmla="*/ 4 h 4"/>
                      <a:gd name="T6" fmla="*/ 4 w 34"/>
                      <a:gd name="T7" fmla="*/ 4 h 4"/>
                      <a:gd name="T8" fmla="*/ 0 w 34"/>
                      <a:gd name="T9" fmla="*/ 0 h 4"/>
                    </a:gdLst>
                    <a:ahLst/>
                    <a:cxnLst>
                      <a:cxn ang="0">
                        <a:pos x="T0" y="T1"/>
                      </a:cxn>
                      <a:cxn ang="0">
                        <a:pos x="T2" y="T3"/>
                      </a:cxn>
                      <a:cxn ang="0">
                        <a:pos x="T4" y="T5"/>
                      </a:cxn>
                      <a:cxn ang="0">
                        <a:pos x="T6" y="T7"/>
                      </a:cxn>
                      <a:cxn ang="0">
                        <a:pos x="T8" y="T9"/>
                      </a:cxn>
                    </a:cxnLst>
                    <a:rect l="0" t="0" r="r" b="b"/>
                    <a:pathLst>
                      <a:path w="34" h="4">
                        <a:moveTo>
                          <a:pt x="0" y="0"/>
                        </a:moveTo>
                        <a:lnTo>
                          <a:pt x="34" y="0"/>
                        </a:lnTo>
                        <a:lnTo>
                          <a:pt x="30" y="4"/>
                        </a:lnTo>
                        <a:lnTo>
                          <a:pt x="4" y="4"/>
                        </a:lnTo>
                        <a:lnTo>
                          <a:pt x="0" y="0"/>
                        </a:lnTo>
                        <a:close/>
                      </a:path>
                    </a:pathLst>
                  </a:custGeom>
                  <a:solidFill>
                    <a:srgbClr val="606060"/>
                  </a:solidFill>
                  <a:ln w="3175">
                    <a:solidFill>
                      <a:srgbClr val="404040"/>
                    </a:solidFill>
                    <a:prstDash val="solid"/>
                    <a:round/>
                    <a:headEnd/>
                    <a:tailEnd/>
                  </a:ln>
                </p:spPr>
                <p:txBody>
                  <a:bodyPr/>
                  <a:lstStyle/>
                  <a:p>
                    <a:endParaRPr lang="en-US"/>
                  </a:p>
                </p:txBody>
              </p:sp>
              <p:sp>
                <p:nvSpPr>
                  <p:cNvPr id="2542910" name="Rectangle 13">
                    <a:extLst>
                      <a:ext uri="{FF2B5EF4-FFF2-40B4-BE49-F238E27FC236}">
                        <a16:creationId xmlns:a16="http://schemas.microsoft.com/office/drawing/2014/main" id="{3B18263F-E58F-2460-BDFE-34593D746B4D}"/>
                      </a:ext>
                    </a:extLst>
                  </p:cNvPr>
                  <p:cNvSpPr>
                    <a:spLocks noChangeArrowheads="1"/>
                  </p:cNvSpPr>
                  <p:nvPr/>
                </p:nvSpPr>
                <p:spPr bwMode="auto">
                  <a:xfrm>
                    <a:off x="956" y="2273"/>
                    <a:ext cx="6" cy="47"/>
                  </a:xfrm>
                  <a:prstGeom prst="rect">
                    <a:avLst/>
                  </a:prstGeom>
                  <a:solidFill>
                    <a:srgbClr val="606060"/>
                  </a:solidFill>
                  <a:ln w="3175">
                    <a:solidFill>
                      <a:srgbClr val="404040"/>
                    </a:solidFill>
                    <a:miter lim="800000"/>
                    <a:headEnd/>
                    <a:tailEnd/>
                  </a:ln>
                </p:spPr>
                <p:txBody>
                  <a:bodyPr/>
                  <a:lstStyle/>
                  <a:p>
                    <a:endParaRPr lang="en-US"/>
                  </a:p>
                </p:txBody>
              </p:sp>
            </p:grpSp>
            <p:grpSp>
              <p:nvGrpSpPr>
                <p:cNvPr id="2542896" name="Group 14">
                  <a:extLst>
                    <a:ext uri="{FF2B5EF4-FFF2-40B4-BE49-F238E27FC236}">
                      <a16:creationId xmlns:a16="http://schemas.microsoft.com/office/drawing/2014/main" id="{D95772FB-AD3E-162C-9990-A00A5A616A11}"/>
                    </a:ext>
                  </a:extLst>
                </p:cNvPr>
                <p:cNvGrpSpPr>
                  <a:grpSpLocks/>
                </p:cNvGrpSpPr>
                <p:nvPr/>
              </p:nvGrpSpPr>
              <p:grpSpPr bwMode="auto">
                <a:xfrm>
                  <a:off x="1264" y="2258"/>
                  <a:ext cx="107" cy="81"/>
                  <a:chOff x="1264" y="2258"/>
                  <a:chExt cx="107" cy="81"/>
                </a:xfrm>
              </p:grpSpPr>
              <p:sp>
                <p:nvSpPr>
                  <p:cNvPr id="2542903" name="Freeform 15">
                    <a:extLst>
                      <a:ext uri="{FF2B5EF4-FFF2-40B4-BE49-F238E27FC236}">
                        <a16:creationId xmlns:a16="http://schemas.microsoft.com/office/drawing/2014/main" id="{1ECA1999-AC5B-78C5-80AC-A3BFAF6C640F}"/>
                      </a:ext>
                    </a:extLst>
                  </p:cNvPr>
                  <p:cNvSpPr>
                    <a:spLocks/>
                  </p:cNvSpPr>
                  <p:nvPr/>
                </p:nvSpPr>
                <p:spPr bwMode="auto">
                  <a:xfrm>
                    <a:off x="1264" y="2260"/>
                    <a:ext cx="106" cy="16"/>
                  </a:xfrm>
                  <a:custGeom>
                    <a:avLst/>
                    <a:gdLst>
                      <a:gd name="T0" fmla="*/ 0 w 106"/>
                      <a:gd name="T1" fmla="*/ 0 h 16"/>
                      <a:gd name="T2" fmla="*/ 106 w 106"/>
                      <a:gd name="T3" fmla="*/ 0 h 16"/>
                      <a:gd name="T4" fmla="*/ 106 w 106"/>
                      <a:gd name="T5" fmla="*/ 16 h 16"/>
                      <a:gd name="T6" fmla="*/ 8 w 106"/>
                      <a:gd name="T7" fmla="*/ 16 h 16"/>
                      <a:gd name="T8" fmla="*/ 0 w 106"/>
                      <a:gd name="T9" fmla="*/ 0 h 16"/>
                    </a:gdLst>
                    <a:ahLst/>
                    <a:cxnLst>
                      <a:cxn ang="0">
                        <a:pos x="T0" y="T1"/>
                      </a:cxn>
                      <a:cxn ang="0">
                        <a:pos x="T2" y="T3"/>
                      </a:cxn>
                      <a:cxn ang="0">
                        <a:pos x="T4" y="T5"/>
                      </a:cxn>
                      <a:cxn ang="0">
                        <a:pos x="T6" y="T7"/>
                      </a:cxn>
                      <a:cxn ang="0">
                        <a:pos x="T8" y="T9"/>
                      </a:cxn>
                    </a:cxnLst>
                    <a:rect l="0" t="0" r="r" b="b"/>
                    <a:pathLst>
                      <a:path w="106" h="16">
                        <a:moveTo>
                          <a:pt x="0" y="0"/>
                        </a:moveTo>
                        <a:lnTo>
                          <a:pt x="106" y="0"/>
                        </a:lnTo>
                        <a:lnTo>
                          <a:pt x="106" y="16"/>
                        </a:lnTo>
                        <a:lnTo>
                          <a:pt x="8" y="16"/>
                        </a:lnTo>
                        <a:lnTo>
                          <a:pt x="0" y="0"/>
                        </a:lnTo>
                        <a:close/>
                      </a:path>
                    </a:pathLst>
                  </a:custGeom>
                  <a:solidFill>
                    <a:srgbClr val="606060"/>
                  </a:solidFill>
                  <a:ln w="3175">
                    <a:solidFill>
                      <a:srgbClr val="404040"/>
                    </a:solidFill>
                    <a:prstDash val="solid"/>
                    <a:round/>
                    <a:headEnd/>
                    <a:tailEnd/>
                  </a:ln>
                </p:spPr>
                <p:txBody>
                  <a:bodyPr/>
                  <a:lstStyle/>
                  <a:p>
                    <a:endParaRPr lang="en-US"/>
                  </a:p>
                </p:txBody>
              </p:sp>
              <p:grpSp>
                <p:nvGrpSpPr>
                  <p:cNvPr id="2542904" name="Group 16">
                    <a:extLst>
                      <a:ext uri="{FF2B5EF4-FFF2-40B4-BE49-F238E27FC236}">
                        <a16:creationId xmlns:a16="http://schemas.microsoft.com/office/drawing/2014/main" id="{820D2094-9CBB-0901-508E-5046D7388133}"/>
                      </a:ext>
                    </a:extLst>
                  </p:cNvPr>
                  <p:cNvGrpSpPr>
                    <a:grpSpLocks/>
                  </p:cNvGrpSpPr>
                  <p:nvPr/>
                </p:nvGrpSpPr>
                <p:grpSpPr bwMode="auto">
                  <a:xfrm>
                    <a:off x="1272" y="2258"/>
                    <a:ext cx="91" cy="18"/>
                    <a:chOff x="1272" y="2258"/>
                    <a:chExt cx="91" cy="18"/>
                  </a:xfrm>
                </p:grpSpPr>
                <p:sp>
                  <p:nvSpPr>
                    <p:cNvPr id="2542906" name="Freeform 17">
                      <a:extLst>
                        <a:ext uri="{FF2B5EF4-FFF2-40B4-BE49-F238E27FC236}">
                          <a16:creationId xmlns:a16="http://schemas.microsoft.com/office/drawing/2014/main" id="{7F98A228-4865-C89A-D445-05CB1AA3FDD9}"/>
                        </a:ext>
                      </a:extLst>
                    </p:cNvPr>
                    <p:cNvSpPr>
                      <a:spLocks/>
                    </p:cNvSpPr>
                    <p:nvPr/>
                  </p:nvSpPr>
                  <p:spPr bwMode="auto">
                    <a:xfrm>
                      <a:off x="1272" y="2262"/>
                      <a:ext cx="80" cy="14"/>
                    </a:xfrm>
                    <a:custGeom>
                      <a:avLst/>
                      <a:gdLst>
                        <a:gd name="T0" fmla="*/ 0 w 80"/>
                        <a:gd name="T1" fmla="*/ 14 h 14"/>
                        <a:gd name="T2" fmla="*/ 12 w 80"/>
                        <a:gd name="T3" fmla="*/ 0 h 14"/>
                        <a:gd name="T4" fmla="*/ 80 w 80"/>
                        <a:gd name="T5" fmla="*/ 0 h 14"/>
                        <a:gd name="T6" fmla="*/ 80 w 80"/>
                        <a:gd name="T7" fmla="*/ 14 h 14"/>
                      </a:gdLst>
                      <a:ahLst/>
                      <a:cxnLst>
                        <a:cxn ang="0">
                          <a:pos x="T0" y="T1"/>
                        </a:cxn>
                        <a:cxn ang="0">
                          <a:pos x="T2" y="T3"/>
                        </a:cxn>
                        <a:cxn ang="0">
                          <a:pos x="T4" y="T5"/>
                        </a:cxn>
                        <a:cxn ang="0">
                          <a:pos x="T6" y="T7"/>
                        </a:cxn>
                      </a:cxnLst>
                      <a:rect l="0" t="0" r="r" b="b"/>
                      <a:pathLst>
                        <a:path w="80" h="14">
                          <a:moveTo>
                            <a:pt x="0" y="14"/>
                          </a:moveTo>
                          <a:lnTo>
                            <a:pt x="12" y="0"/>
                          </a:lnTo>
                          <a:lnTo>
                            <a:pt x="80" y="0"/>
                          </a:lnTo>
                          <a:lnTo>
                            <a:pt x="80" y="14"/>
                          </a:lnTo>
                        </a:path>
                      </a:pathLst>
                    </a:custGeom>
                    <a:noFill/>
                    <a:ln w="3175">
                      <a:solidFill>
                        <a:srgbClr val="40404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42907" name="Line 18">
                      <a:extLst>
                        <a:ext uri="{FF2B5EF4-FFF2-40B4-BE49-F238E27FC236}">
                          <a16:creationId xmlns:a16="http://schemas.microsoft.com/office/drawing/2014/main" id="{9F353BD9-4EC2-9C32-9F26-02BFF10B5005}"/>
                        </a:ext>
                      </a:extLst>
                    </p:cNvPr>
                    <p:cNvSpPr>
                      <a:spLocks noChangeShapeType="1"/>
                    </p:cNvSpPr>
                    <p:nvPr/>
                  </p:nvSpPr>
                  <p:spPr bwMode="auto">
                    <a:xfrm>
                      <a:off x="1362" y="2258"/>
                      <a:ext cx="1" cy="18"/>
                    </a:xfrm>
                    <a:prstGeom prst="line">
                      <a:avLst/>
                    </a:prstGeom>
                    <a:noFill/>
                    <a:ln w="3175">
                      <a:solidFill>
                        <a:srgbClr val="40404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2542905" name="Line 19">
                    <a:extLst>
                      <a:ext uri="{FF2B5EF4-FFF2-40B4-BE49-F238E27FC236}">
                        <a16:creationId xmlns:a16="http://schemas.microsoft.com/office/drawing/2014/main" id="{A0C1BA1F-E499-87ED-88DB-8202328F0FF1}"/>
                      </a:ext>
                    </a:extLst>
                  </p:cNvPr>
                  <p:cNvSpPr>
                    <a:spLocks noChangeShapeType="1"/>
                  </p:cNvSpPr>
                  <p:nvPr/>
                </p:nvSpPr>
                <p:spPr bwMode="auto">
                  <a:xfrm>
                    <a:off x="1370" y="2276"/>
                    <a:ext cx="1" cy="63"/>
                  </a:xfrm>
                  <a:prstGeom prst="line">
                    <a:avLst/>
                  </a:prstGeom>
                  <a:noFill/>
                  <a:ln w="3175">
                    <a:solidFill>
                      <a:srgbClr val="20202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2542897" name="Group 20">
                  <a:extLst>
                    <a:ext uri="{FF2B5EF4-FFF2-40B4-BE49-F238E27FC236}">
                      <a16:creationId xmlns:a16="http://schemas.microsoft.com/office/drawing/2014/main" id="{FB582C17-F683-D4D5-6173-E8C6C6B5FEAA}"/>
                    </a:ext>
                  </a:extLst>
                </p:cNvPr>
                <p:cNvGrpSpPr>
                  <a:grpSpLocks/>
                </p:cNvGrpSpPr>
                <p:nvPr/>
              </p:nvGrpSpPr>
              <p:grpSpPr bwMode="auto">
                <a:xfrm>
                  <a:off x="1377" y="2258"/>
                  <a:ext cx="108" cy="81"/>
                  <a:chOff x="1377" y="2258"/>
                  <a:chExt cx="108" cy="81"/>
                </a:xfrm>
              </p:grpSpPr>
              <p:sp>
                <p:nvSpPr>
                  <p:cNvPr id="2542898" name="Freeform 21">
                    <a:extLst>
                      <a:ext uri="{FF2B5EF4-FFF2-40B4-BE49-F238E27FC236}">
                        <a16:creationId xmlns:a16="http://schemas.microsoft.com/office/drawing/2014/main" id="{6800F696-6C55-B438-29E3-CBEBFD185702}"/>
                      </a:ext>
                    </a:extLst>
                  </p:cNvPr>
                  <p:cNvSpPr>
                    <a:spLocks/>
                  </p:cNvSpPr>
                  <p:nvPr/>
                </p:nvSpPr>
                <p:spPr bwMode="auto">
                  <a:xfrm>
                    <a:off x="1377" y="2260"/>
                    <a:ext cx="107" cy="16"/>
                  </a:xfrm>
                  <a:custGeom>
                    <a:avLst/>
                    <a:gdLst>
                      <a:gd name="T0" fmla="*/ 0 w 107"/>
                      <a:gd name="T1" fmla="*/ 0 h 16"/>
                      <a:gd name="T2" fmla="*/ 107 w 107"/>
                      <a:gd name="T3" fmla="*/ 0 h 16"/>
                      <a:gd name="T4" fmla="*/ 107 w 107"/>
                      <a:gd name="T5" fmla="*/ 16 h 16"/>
                      <a:gd name="T6" fmla="*/ 10 w 107"/>
                      <a:gd name="T7" fmla="*/ 16 h 16"/>
                      <a:gd name="T8" fmla="*/ 0 w 107"/>
                      <a:gd name="T9" fmla="*/ 0 h 16"/>
                    </a:gdLst>
                    <a:ahLst/>
                    <a:cxnLst>
                      <a:cxn ang="0">
                        <a:pos x="T0" y="T1"/>
                      </a:cxn>
                      <a:cxn ang="0">
                        <a:pos x="T2" y="T3"/>
                      </a:cxn>
                      <a:cxn ang="0">
                        <a:pos x="T4" y="T5"/>
                      </a:cxn>
                      <a:cxn ang="0">
                        <a:pos x="T6" y="T7"/>
                      </a:cxn>
                      <a:cxn ang="0">
                        <a:pos x="T8" y="T9"/>
                      </a:cxn>
                    </a:cxnLst>
                    <a:rect l="0" t="0" r="r" b="b"/>
                    <a:pathLst>
                      <a:path w="107" h="16">
                        <a:moveTo>
                          <a:pt x="0" y="0"/>
                        </a:moveTo>
                        <a:lnTo>
                          <a:pt x="107" y="0"/>
                        </a:lnTo>
                        <a:lnTo>
                          <a:pt x="107" y="16"/>
                        </a:lnTo>
                        <a:lnTo>
                          <a:pt x="10" y="16"/>
                        </a:lnTo>
                        <a:lnTo>
                          <a:pt x="0" y="0"/>
                        </a:lnTo>
                        <a:close/>
                      </a:path>
                    </a:pathLst>
                  </a:custGeom>
                  <a:solidFill>
                    <a:srgbClr val="606060"/>
                  </a:solidFill>
                  <a:ln w="3175">
                    <a:solidFill>
                      <a:srgbClr val="404040"/>
                    </a:solidFill>
                    <a:prstDash val="solid"/>
                    <a:round/>
                    <a:headEnd/>
                    <a:tailEnd/>
                  </a:ln>
                </p:spPr>
                <p:txBody>
                  <a:bodyPr/>
                  <a:lstStyle/>
                  <a:p>
                    <a:endParaRPr lang="en-US"/>
                  </a:p>
                </p:txBody>
              </p:sp>
              <p:grpSp>
                <p:nvGrpSpPr>
                  <p:cNvPr id="2542899" name="Group 22">
                    <a:extLst>
                      <a:ext uri="{FF2B5EF4-FFF2-40B4-BE49-F238E27FC236}">
                        <a16:creationId xmlns:a16="http://schemas.microsoft.com/office/drawing/2014/main" id="{F173B2AE-612D-2545-09DB-EDA50121DD0C}"/>
                      </a:ext>
                    </a:extLst>
                  </p:cNvPr>
                  <p:cNvGrpSpPr>
                    <a:grpSpLocks/>
                  </p:cNvGrpSpPr>
                  <p:nvPr/>
                </p:nvGrpSpPr>
                <p:grpSpPr bwMode="auto">
                  <a:xfrm>
                    <a:off x="1387" y="2258"/>
                    <a:ext cx="89" cy="18"/>
                    <a:chOff x="1387" y="2258"/>
                    <a:chExt cx="89" cy="18"/>
                  </a:xfrm>
                </p:grpSpPr>
                <p:sp>
                  <p:nvSpPr>
                    <p:cNvPr id="2542901" name="Freeform 23">
                      <a:extLst>
                        <a:ext uri="{FF2B5EF4-FFF2-40B4-BE49-F238E27FC236}">
                          <a16:creationId xmlns:a16="http://schemas.microsoft.com/office/drawing/2014/main" id="{558F3537-DBEA-0D6F-FBCD-6FD862DD20EA}"/>
                        </a:ext>
                      </a:extLst>
                    </p:cNvPr>
                    <p:cNvSpPr>
                      <a:spLocks/>
                    </p:cNvSpPr>
                    <p:nvPr/>
                  </p:nvSpPr>
                  <p:spPr bwMode="auto">
                    <a:xfrm>
                      <a:off x="1387" y="2262"/>
                      <a:ext cx="80" cy="14"/>
                    </a:xfrm>
                    <a:custGeom>
                      <a:avLst/>
                      <a:gdLst>
                        <a:gd name="T0" fmla="*/ 0 w 80"/>
                        <a:gd name="T1" fmla="*/ 14 h 14"/>
                        <a:gd name="T2" fmla="*/ 12 w 80"/>
                        <a:gd name="T3" fmla="*/ 0 h 14"/>
                        <a:gd name="T4" fmla="*/ 80 w 80"/>
                        <a:gd name="T5" fmla="*/ 0 h 14"/>
                        <a:gd name="T6" fmla="*/ 80 w 80"/>
                        <a:gd name="T7" fmla="*/ 14 h 14"/>
                      </a:gdLst>
                      <a:ahLst/>
                      <a:cxnLst>
                        <a:cxn ang="0">
                          <a:pos x="T0" y="T1"/>
                        </a:cxn>
                        <a:cxn ang="0">
                          <a:pos x="T2" y="T3"/>
                        </a:cxn>
                        <a:cxn ang="0">
                          <a:pos x="T4" y="T5"/>
                        </a:cxn>
                        <a:cxn ang="0">
                          <a:pos x="T6" y="T7"/>
                        </a:cxn>
                      </a:cxnLst>
                      <a:rect l="0" t="0" r="r" b="b"/>
                      <a:pathLst>
                        <a:path w="80" h="14">
                          <a:moveTo>
                            <a:pt x="0" y="14"/>
                          </a:moveTo>
                          <a:lnTo>
                            <a:pt x="12" y="0"/>
                          </a:lnTo>
                          <a:lnTo>
                            <a:pt x="80" y="0"/>
                          </a:lnTo>
                          <a:lnTo>
                            <a:pt x="80" y="14"/>
                          </a:lnTo>
                        </a:path>
                      </a:pathLst>
                    </a:custGeom>
                    <a:noFill/>
                    <a:ln w="3175">
                      <a:solidFill>
                        <a:srgbClr val="40404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42902" name="Line 24">
                      <a:extLst>
                        <a:ext uri="{FF2B5EF4-FFF2-40B4-BE49-F238E27FC236}">
                          <a16:creationId xmlns:a16="http://schemas.microsoft.com/office/drawing/2014/main" id="{C13B28C5-90AD-506E-32F3-3718D71A4F49}"/>
                        </a:ext>
                      </a:extLst>
                    </p:cNvPr>
                    <p:cNvSpPr>
                      <a:spLocks noChangeShapeType="1"/>
                    </p:cNvSpPr>
                    <p:nvPr/>
                  </p:nvSpPr>
                  <p:spPr bwMode="auto">
                    <a:xfrm>
                      <a:off x="1475" y="2258"/>
                      <a:ext cx="1" cy="18"/>
                    </a:xfrm>
                    <a:prstGeom prst="line">
                      <a:avLst/>
                    </a:prstGeom>
                    <a:noFill/>
                    <a:ln w="3175">
                      <a:solidFill>
                        <a:srgbClr val="40404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2542900" name="Line 25">
                    <a:extLst>
                      <a:ext uri="{FF2B5EF4-FFF2-40B4-BE49-F238E27FC236}">
                        <a16:creationId xmlns:a16="http://schemas.microsoft.com/office/drawing/2014/main" id="{556C5AE4-34E8-94EB-0BB1-AA813E98EDBA}"/>
                      </a:ext>
                    </a:extLst>
                  </p:cNvPr>
                  <p:cNvSpPr>
                    <a:spLocks noChangeShapeType="1"/>
                  </p:cNvSpPr>
                  <p:nvPr/>
                </p:nvSpPr>
                <p:spPr bwMode="auto">
                  <a:xfrm>
                    <a:off x="1484" y="2276"/>
                    <a:ext cx="1" cy="63"/>
                  </a:xfrm>
                  <a:prstGeom prst="line">
                    <a:avLst/>
                  </a:prstGeom>
                  <a:noFill/>
                  <a:ln w="3175">
                    <a:solidFill>
                      <a:srgbClr val="20202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2542887" name="Group 26">
                <a:extLst>
                  <a:ext uri="{FF2B5EF4-FFF2-40B4-BE49-F238E27FC236}">
                    <a16:creationId xmlns:a16="http://schemas.microsoft.com/office/drawing/2014/main" id="{2EEDBF04-439A-0531-7936-3B9893584EBA}"/>
                  </a:ext>
                </a:extLst>
              </p:cNvPr>
              <p:cNvGrpSpPr>
                <a:grpSpLocks/>
              </p:cNvGrpSpPr>
              <p:nvPr/>
            </p:nvGrpSpPr>
            <p:grpSpPr bwMode="auto">
              <a:xfrm>
                <a:off x="1277" y="2267"/>
                <a:ext cx="86" cy="85"/>
                <a:chOff x="1277" y="2267"/>
                <a:chExt cx="86" cy="85"/>
              </a:xfrm>
            </p:grpSpPr>
            <p:sp>
              <p:nvSpPr>
                <p:cNvPr id="2542892" name="Oval 27">
                  <a:extLst>
                    <a:ext uri="{FF2B5EF4-FFF2-40B4-BE49-F238E27FC236}">
                      <a16:creationId xmlns:a16="http://schemas.microsoft.com/office/drawing/2014/main" id="{C2981A5A-9E1A-7DA8-C10B-22F964C23F8C}"/>
                    </a:ext>
                  </a:extLst>
                </p:cNvPr>
                <p:cNvSpPr>
                  <a:spLocks noChangeArrowheads="1"/>
                </p:cNvSpPr>
                <p:nvPr/>
              </p:nvSpPr>
              <p:spPr bwMode="auto">
                <a:xfrm>
                  <a:off x="1277" y="2267"/>
                  <a:ext cx="86" cy="85"/>
                </a:xfrm>
                <a:prstGeom prst="ellipse">
                  <a:avLst/>
                </a:prstGeom>
                <a:solidFill>
                  <a:srgbClr val="202020"/>
                </a:solidFill>
                <a:ln w="3175">
                  <a:solidFill>
                    <a:srgbClr val="000000"/>
                  </a:solidFill>
                  <a:round/>
                  <a:headEnd/>
                  <a:tailEnd/>
                </a:ln>
              </p:spPr>
              <p:txBody>
                <a:bodyPr/>
                <a:lstStyle/>
                <a:p>
                  <a:endParaRPr lang="en-US"/>
                </a:p>
              </p:txBody>
            </p:sp>
            <p:sp>
              <p:nvSpPr>
                <p:cNvPr id="2542893" name="Oval 28">
                  <a:extLst>
                    <a:ext uri="{FF2B5EF4-FFF2-40B4-BE49-F238E27FC236}">
                      <a16:creationId xmlns:a16="http://schemas.microsoft.com/office/drawing/2014/main" id="{3128F7C6-1BE2-7545-4959-07496EAA3274}"/>
                    </a:ext>
                  </a:extLst>
                </p:cNvPr>
                <p:cNvSpPr>
                  <a:spLocks noChangeArrowheads="1"/>
                </p:cNvSpPr>
                <p:nvPr/>
              </p:nvSpPr>
              <p:spPr bwMode="auto">
                <a:xfrm>
                  <a:off x="1289" y="2279"/>
                  <a:ext cx="60" cy="59"/>
                </a:xfrm>
                <a:prstGeom prst="ellipse">
                  <a:avLst/>
                </a:prstGeom>
                <a:solidFill>
                  <a:srgbClr val="A0A0A0"/>
                </a:solidFill>
                <a:ln w="3175">
                  <a:solidFill>
                    <a:srgbClr val="000000"/>
                  </a:solidFill>
                  <a:round/>
                  <a:headEnd/>
                  <a:tailEnd/>
                </a:ln>
              </p:spPr>
              <p:txBody>
                <a:bodyPr/>
                <a:lstStyle/>
                <a:p>
                  <a:endParaRPr lang="en-US"/>
                </a:p>
              </p:txBody>
            </p:sp>
            <p:sp>
              <p:nvSpPr>
                <p:cNvPr id="2542894" name="Oval 29">
                  <a:extLst>
                    <a:ext uri="{FF2B5EF4-FFF2-40B4-BE49-F238E27FC236}">
                      <a16:creationId xmlns:a16="http://schemas.microsoft.com/office/drawing/2014/main" id="{84E9038D-9BF4-85B6-2B36-12E53FAB783F}"/>
                    </a:ext>
                  </a:extLst>
                </p:cNvPr>
                <p:cNvSpPr>
                  <a:spLocks noChangeArrowheads="1"/>
                </p:cNvSpPr>
                <p:nvPr/>
              </p:nvSpPr>
              <p:spPr bwMode="auto">
                <a:xfrm>
                  <a:off x="1305" y="2297"/>
                  <a:ext cx="26" cy="25"/>
                </a:xfrm>
                <a:prstGeom prst="ellipse">
                  <a:avLst/>
                </a:prstGeom>
                <a:solidFill>
                  <a:srgbClr val="606060"/>
                </a:solidFill>
                <a:ln w="3175">
                  <a:solidFill>
                    <a:srgbClr val="000000"/>
                  </a:solidFill>
                  <a:round/>
                  <a:headEnd/>
                  <a:tailEnd/>
                </a:ln>
              </p:spPr>
              <p:txBody>
                <a:bodyPr/>
                <a:lstStyle/>
                <a:p>
                  <a:endParaRPr lang="en-US"/>
                </a:p>
              </p:txBody>
            </p:sp>
          </p:grpSp>
          <p:grpSp>
            <p:nvGrpSpPr>
              <p:cNvPr id="2542888" name="Group 30">
                <a:extLst>
                  <a:ext uri="{FF2B5EF4-FFF2-40B4-BE49-F238E27FC236}">
                    <a16:creationId xmlns:a16="http://schemas.microsoft.com/office/drawing/2014/main" id="{F220802C-9C5F-D8EE-B553-E3B725C2FA21}"/>
                  </a:ext>
                </a:extLst>
              </p:cNvPr>
              <p:cNvGrpSpPr>
                <a:grpSpLocks/>
              </p:cNvGrpSpPr>
              <p:nvPr/>
            </p:nvGrpSpPr>
            <p:grpSpPr bwMode="auto">
              <a:xfrm>
                <a:off x="1390" y="2267"/>
                <a:ext cx="86" cy="85"/>
                <a:chOff x="1390" y="2267"/>
                <a:chExt cx="86" cy="85"/>
              </a:xfrm>
            </p:grpSpPr>
            <p:sp>
              <p:nvSpPr>
                <p:cNvPr id="2542889" name="Oval 31">
                  <a:extLst>
                    <a:ext uri="{FF2B5EF4-FFF2-40B4-BE49-F238E27FC236}">
                      <a16:creationId xmlns:a16="http://schemas.microsoft.com/office/drawing/2014/main" id="{BD287BD0-7059-FBFF-79FC-B193520EA62E}"/>
                    </a:ext>
                  </a:extLst>
                </p:cNvPr>
                <p:cNvSpPr>
                  <a:spLocks noChangeArrowheads="1"/>
                </p:cNvSpPr>
                <p:nvPr/>
              </p:nvSpPr>
              <p:spPr bwMode="auto">
                <a:xfrm>
                  <a:off x="1390" y="2267"/>
                  <a:ext cx="86" cy="85"/>
                </a:xfrm>
                <a:prstGeom prst="ellipse">
                  <a:avLst/>
                </a:prstGeom>
                <a:solidFill>
                  <a:srgbClr val="202020"/>
                </a:solidFill>
                <a:ln w="3175">
                  <a:solidFill>
                    <a:srgbClr val="000000"/>
                  </a:solidFill>
                  <a:round/>
                  <a:headEnd/>
                  <a:tailEnd/>
                </a:ln>
              </p:spPr>
              <p:txBody>
                <a:bodyPr/>
                <a:lstStyle/>
                <a:p>
                  <a:endParaRPr lang="en-US"/>
                </a:p>
              </p:txBody>
            </p:sp>
            <p:sp>
              <p:nvSpPr>
                <p:cNvPr id="2542890" name="Oval 32">
                  <a:extLst>
                    <a:ext uri="{FF2B5EF4-FFF2-40B4-BE49-F238E27FC236}">
                      <a16:creationId xmlns:a16="http://schemas.microsoft.com/office/drawing/2014/main" id="{F57E0100-F11D-AAFD-40F1-BF6142C70D54}"/>
                    </a:ext>
                  </a:extLst>
                </p:cNvPr>
                <p:cNvSpPr>
                  <a:spLocks noChangeArrowheads="1"/>
                </p:cNvSpPr>
                <p:nvPr/>
              </p:nvSpPr>
              <p:spPr bwMode="auto">
                <a:xfrm>
                  <a:off x="1404" y="2279"/>
                  <a:ext cx="60" cy="59"/>
                </a:xfrm>
                <a:prstGeom prst="ellipse">
                  <a:avLst/>
                </a:prstGeom>
                <a:solidFill>
                  <a:srgbClr val="A0A0A0"/>
                </a:solidFill>
                <a:ln w="3175">
                  <a:solidFill>
                    <a:srgbClr val="000000"/>
                  </a:solidFill>
                  <a:round/>
                  <a:headEnd/>
                  <a:tailEnd/>
                </a:ln>
              </p:spPr>
              <p:txBody>
                <a:bodyPr/>
                <a:lstStyle/>
                <a:p>
                  <a:endParaRPr lang="en-US"/>
                </a:p>
              </p:txBody>
            </p:sp>
            <p:sp>
              <p:nvSpPr>
                <p:cNvPr id="2542891" name="Oval 33">
                  <a:extLst>
                    <a:ext uri="{FF2B5EF4-FFF2-40B4-BE49-F238E27FC236}">
                      <a16:creationId xmlns:a16="http://schemas.microsoft.com/office/drawing/2014/main" id="{F5990260-8E9C-D980-CBE3-182188965FCD}"/>
                    </a:ext>
                  </a:extLst>
                </p:cNvPr>
                <p:cNvSpPr>
                  <a:spLocks noChangeArrowheads="1"/>
                </p:cNvSpPr>
                <p:nvPr/>
              </p:nvSpPr>
              <p:spPr bwMode="auto">
                <a:xfrm>
                  <a:off x="1420" y="2297"/>
                  <a:ext cx="26" cy="25"/>
                </a:xfrm>
                <a:prstGeom prst="ellipse">
                  <a:avLst/>
                </a:prstGeom>
                <a:solidFill>
                  <a:srgbClr val="606060"/>
                </a:solidFill>
                <a:ln w="3175">
                  <a:solidFill>
                    <a:srgbClr val="000000"/>
                  </a:solidFill>
                  <a:round/>
                  <a:headEnd/>
                  <a:tailEnd/>
                </a:ln>
              </p:spPr>
              <p:txBody>
                <a:bodyPr/>
                <a:lstStyle/>
                <a:p>
                  <a:endParaRPr lang="en-US"/>
                </a:p>
              </p:txBody>
            </p:sp>
          </p:grpSp>
        </p:grpSp>
      </p:grpSp>
      <p:cxnSp>
        <p:nvCxnSpPr>
          <p:cNvPr id="2542913" name="Straight Arrow Connector 2542912">
            <a:extLst>
              <a:ext uri="{FF2B5EF4-FFF2-40B4-BE49-F238E27FC236}">
                <a16:creationId xmlns:a16="http://schemas.microsoft.com/office/drawing/2014/main" id="{A1EE65C6-4707-9943-5E09-384E3F9FE34B}"/>
              </a:ext>
            </a:extLst>
          </p:cNvPr>
          <p:cNvCxnSpPr>
            <a:cxnSpLocks/>
            <a:stCxn id="2542673" idx="3"/>
            <a:endCxn id="2542912" idx="3"/>
          </p:cNvCxnSpPr>
          <p:nvPr/>
        </p:nvCxnSpPr>
        <p:spPr>
          <a:xfrm flipV="1">
            <a:off x="5252851" y="3080305"/>
            <a:ext cx="688667" cy="305213"/>
          </a:xfrm>
          <a:prstGeom prst="straightConnector1">
            <a:avLst/>
          </a:prstGeom>
          <a:ln w="28575">
            <a:solidFill>
              <a:schemeClr val="bg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2542916" name="Straight Arrow Connector 2542915">
            <a:extLst>
              <a:ext uri="{FF2B5EF4-FFF2-40B4-BE49-F238E27FC236}">
                <a16:creationId xmlns:a16="http://schemas.microsoft.com/office/drawing/2014/main" id="{72597560-DF32-C65C-202C-B08D9506E4E2}"/>
              </a:ext>
            </a:extLst>
          </p:cNvPr>
          <p:cNvCxnSpPr>
            <a:cxnSpLocks/>
            <a:stCxn id="2542844" idx="3"/>
            <a:endCxn id="2542912" idx="3"/>
          </p:cNvCxnSpPr>
          <p:nvPr/>
        </p:nvCxnSpPr>
        <p:spPr>
          <a:xfrm>
            <a:off x="5259995" y="2228219"/>
            <a:ext cx="681523" cy="852086"/>
          </a:xfrm>
          <a:prstGeom prst="straightConnector1">
            <a:avLst/>
          </a:prstGeom>
          <a:ln w="28575">
            <a:solidFill>
              <a:schemeClr val="bg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2542920" name="Straight Arrow Connector 2542919">
            <a:extLst>
              <a:ext uri="{FF2B5EF4-FFF2-40B4-BE49-F238E27FC236}">
                <a16:creationId xmlns:a16="http://schemas.microsoft.com/office/drawing/2014/main" id="{B13D96C1-9D7D-D359-256E-5203012B9DCB}"/>
              </a:ext>
            </a:extLst>
          </p:cNvPr>
          <p:cNvCxnSpPr>
            <a:cxnSpLocks/>
            <a:stCxn id="2542674" idx="3"/>
            <a:endCxn id="2542882" idx="3"/>
          </p:cNvCxnSpPr>
          <p:nvPr/>
        </p:nvCxnSpPr>
        <p:spPr>
          <a:xfrm>
            <a:off x="5226655" y="4152288"/>
            <a:ext cx="687601" cy="462533"/>
          </a:xfrm>
          <a:prstGeom prst="straightConnector1">
            <a:avLst/>
          </a:prstGeom>
          <a:ln w="28575">
            <a:solidFill>
              <a:schemeClr val="bg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2542925" name="Straight Arrow Connector 2542924">
            <a:extLst>
              <a:ext uri="{FF2B5EF4-FFF2-40B4-BE49-F238E27FC236}">
                <a16:creationId xmlns:a16="http://schemas.microsoft.com/office/drawing/2014/main" id="{676E07FE-DA65-A638-6B9F-83A669FAD414}"/>
              </a:ext>
            </a:extLst>
          </p:cNvPr>
          <p:cNvCxnSpPr>
            <a:cxnSpLocks/>
            <a:stCxn id="2542675" idx="3"/>
            <a:endCxn id="2542882" idx="3"/>
          </p:cNvCxnSpPr>
          <p:nvPr/>
        </p:nvCxnSpPr>
        <p:spPr>
          <a:xfrm flipV="1">
            <a:off x="5207600" y="4614821"/>
            <a:ext cx="706656" cy="282801"/>
          </a:xfrm>
          <a:prstGeom prst="straightConnector1">
            <a:avLst/>
          </a:prstGeom>
          <a:ln w="28575">
            <a:solidFill>
              <a:schemeClr val="bg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2543032" name="Straight Arrow Connector 2543031">
            <a:extLst>
              <a:ext uri="{FF2B5EF4-FFF2-40B4-BE49-F238E27FC236}">
                <a16:creationId xmlns:a16="http://schemas.microsoft.com/office/drawing/2014/main" id="{05689108-AB3C-4784-D583-DC863E90B0E0}"/>
              </a:ext>
            </a:extLst>
          </p:cNvPr>
          <p:cNvCxnSpPr>
            <a:cxnSpLocks/>
            <a:stCxn id="3" idx="3"/>
            <a:endCxn id="2542673" idx="1"/>
          </p:cNvCxnSpPr>
          <p:nvPr/>
        </p:nvCxnSpPr>
        <p:spPr>
          <a:xfrm>
            <a:off x="3171628" y="3375993"/>
            <a:ext cx="1669021" cy="9525"/>
          </a:xfrm>
          <a:prstGeom prst="straightConnector1">
            <a:avLst/>
          </a:prstGeom>
          <a:ln w="28575">
            <a:solidFill>
              <a:schemeClr val="bg1"/>
            </a:solidFill>
            <a:prstDash val="sysDot"/>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2543035" name="Straight Arrow Connector 2543034">
            <a:extLst>
              <a:ext uri="{FF2B5EF4-FFF2-40B4-BE49-F238E27FC236}">
                <a16:creationId xmlns:a16="http://schemas.microsoft.com/office/drawing/2014/main" id="{8BA83DA4-54E5-E659-CCEE-95B30545F520}"/>
              </a:ext>
            </a:extLst>
          </p:cNvPr>
          <p:cNvCxnSpPr>
            <a:cxnSpLocks/>
            <a:stCxn id="25" idx="3"/>
            <a:endCxn id="2542675" idx="1"/>
          </p:cNvCxnSpPr>
          <p:nvPr/>
        </p:nvCxnSpPr>
        <p:spPr>
          <a:xfrm flipV="1">
            <a:off x="3126377" y="4897622"/>
            <a:ext cx="1669021" cy="11912"/>
          </a:xfrm>
          <a:prstGeom prst="straightConnector1">
            <a:avLst/>
          </a:prstGeom>
          <a:ln w="28575">
            <a:solidFill>
              <a:schemeClr val="bg1"/>
            </a:solidFill>
            <a:prstDash val="sysDot"/>
            <a:headEnd type="none" w="med" len="med"/>
            <a:tailEnd type="arrow" w="med" len="med"/>
          </a:ln>
        </p:spPr>
        <p:style>
          <a:lnRef idx="1">
            <a:schemeClr val="accent1"/>
          </a:lnRef>
          <a:fillRef idx="0">
            <a:schemeClr val="accent1"/>
          </a:fillRef>
          <a:effectRef idx="0">
            <a:schemeClr val="accent1"/>
          </a:effectRef>
          <a:fontRef idx="minor">
            <a:schemeClr val="tx1"/>
          </a:fontRef>
        </p:style>
      </p:cxnSp>
      <p:pic>
        <p:nvPicPr>
          <p:cNvPr id="9" name="Picture 8" descr="A picture containing text, clipart&#10;&#10;Description automatically generated">
            <a:extLst>
              <a:ext uri="{FF2B5EF4-FFF2-40B4-BE49-F238E27FC236}">
                <a16:creationId xmlns:a16="http://schemas.microsoft.com/office/drawing/2014/main" id="{E9F1C9C1-A041-1EF1-0050-28CE7B031AB5}"/>
              </a:ext>
            </a:extLst>
          </p:cNvPr>
          <p:cNvPicPr>
            <a:picLocks noChangeAspect="1"/>
          </p:cNvPicPr>
          <p:nvPr/>
        </p:nvPicPr>
        <p:blipFill>
          <a:blip r:embed="rId7">
            <a:extLst>
              <a:ext uri="{BEBA8EAE-BF5A-486C-A8C5-ECC9F3942E4B}">
                <a14:imgProps xmlns:a14="http://schemas.microsoft.com/office/drawing/2010/main">
                  <a14:imgLayer r:embed="rId8">
                    <a14:imgEffect>
                      <a14:backgroundRemoval t="5495" b="97253" l="4706" r="97059">
                        <a14:foregroundMark x1="45294" y1="24725" x2="45294" y2="24725"/>
                        <a14:foregroundMark x1="56471" y1="23626" x2="56471" y2="23626"/>
                        <a14:foregroundMark x1="41765" y1="20879" x2="41765" y2="20879"/>
                        <a14:foregroundMark x1="10000" y1="72527" x2="10000" y2="72527"/>
                        <a14:foregroundMark x1="10588" y1="79121" x2="10588" y2="79121"/>
                        <a14:foregroundMark x1="11765" y1="68681" x2="11765" y2="68681"/>
                        <a14:foregroundMark x1="6471" y1="68681" x2="6471" y2="68681"/>
                        <a14:foregroundMark x1="40000" y1="30220" x2="40000" y2="30220"/>
                        <a14:foregroundMark x1="54706" y1="20879" x2="54706" y2="20879"/>
                        <a14:foregroundMark x1="54706" y1="30220" x2="54706" y2="30220"/>
                        <a14:foregroundMark x1="54706" y1="30220" x2="54706" y2="30220"/>
                        <a14:foregroundMark x1="51765" y1="24176" x2="51765" y2="24176"/>
                        <a14:foregroundMark x1="53529" y1="30769" x2="53529" y2="30769"/>
                        <a14:foregroundMark x1="45882" y1="29670" x2="45882" y2="29670"/>
                        <a14:foregroundMark x1="8824" y1="87363" x2="8824" y2="87363"/>
                        <a14:foregroundMark x1="19412" y1="89011" x2="19412" y2="89011"/>
                        <a14:foregroundMark x1="31176" y1="93407" x2="31176" y2="93407"/>
                        <a14:foregroundMark x1="24118" y1="95604" x2="24118" y2="96154"/>
                        <a14:foregroundMark x1="24118" y1="87912" x2="24118" y2="95604"/>
                        <a14:foregroundMark x1="5882" y1="65385" x2="5882" y2="65385"/>
                        <a14:foregroundMark x1="9413" y1="62088" x2="8235" y2="61538"/>
                        <a14:foregroundMark x1="10588" y1="62637" x2="9413" y2="62088"/>
                        <a14:foregroundMark x1="16471" y1="65385" x2="10588" y2="62637"/>
                        <a14:foregroundMark x1="28235" y1="89560" x2="28235" y2="89560"/>
                        <a14:foregroundMark x1="31765" y1="96703" x2="31765" y2="96703"/>
                        <a14:foregroundMark x1="38235" y1="95604" x2="38235" y2="95604"/>
                        <a14:foregroundMark x1="35882" y1="92857" x2="35882" y2="92857"/>
                        <a14:foregroundMark x1="34118" y1="90110" x2="34118" y2="90110"/>
                        <a14:foregroundMark x1="41765" y1="90659" x2="41765" y2="90659"/>
                        <a14:foregroundMark x1="41765" y1="93956" x2="41765" y2="93956"/>
                        <a14:foregroundMark x1="45882" y1="97253" x2="45882" y2="97253"/>
                        <a14:foregroundMark x1="50000" y1="97802" x2="50000" y2="97802"/>
                        <a14:foregroundMark x1="52941" y1="97802" x2="52941" y2="97802"/>
                        <a14:foregroundMark x1="58235" y1="97253" x2="58235" y2="97253"/>
                        <a14:foregroundMark x1="61176" y1="97802" x2="61176" y2="97802"/>
                        <a14:foregroundMark x1="60000" y1="90110" x2="60000" y2="90110"/>
                        <a14:foregroundMark x1="64118" y1="90659" x2="64118" y2="90659"/>
                        <a14:foregroundMark x1="70000" y1="86813" x2="70000" y2="86813"/>
                        <a14:foregroundMark x1="74118" y1="85165" x2="74118" y2="85165"/>
                        <a14:foregroundMark x1="75882" y1="91758" x2="75882" y2="91758"/>
                        <a14:foregroundMark x1="87647" y1="75275" x2="87647" y2="75275"/>
                        <a14:foregroundMark x1="87647" y1="75275" x2="87647" y2="75275"/>
                        <a14:foregroundMark x1="87647" y1="72527" x2="87647" y2="72527"/>
                        <a14:foregroundMark x1="84706" y1="80769" x2="84706" y2="80769"/>
                        <a14:foregroundMark x1="92941" y1="82418" x2="92941" y2="82418"/>
                        <a14:foregroundMark x1="97059" y1="65934" x2="97059" y2="65934"/>
                        <a14:foregroundMark x1="88235" y1="65934" x2="88235" y2="65934"/>
                        <a14:foregroundMark x1="10000" y1="62088" x2="10000" y2="62088"/>
                        <a14:foregroundMark x1="10000" y1="62088" x2="10000" y2="62088"/>
                        <a14:foregroundMark x1="10000" y1="62088" x2="10000" y2="62088"/>
                        <a14:foregroundMark x1="10000" y1="62088" x2="10000" y2="62088"/>
                        <a14:foregroundMark x1="50000" y1="5495" x2="50000" y2="5495"/>
                        <a14:foregroundMark x1="9412" y1="62637" x2="9412" y2="62637"/>
                        <a14:foregroundMark x1="9412" y1="62088" x2="9412" y2="62088"/>
                        <a14:foregroundMark x1="9412" y1="62088" x2="9412" y2="62088"/>
                        <a14:foregroundMark x1="9412" y1="62088" x2="9412" y2="62088"/>
                        <a14:foregroundMark x1="9412" y1="62088" x2="9412" y2="62088"/>
                        <a14:backgroundMark x1="9412" y1="61538" x2="9412" y2="61538"/>
                        <a14:backgroundMark x1="8235" y1="60989" x2="8235" y2="60989"/>
                        <a14:backgroundMark x1="11765" y1="62637" x2="11765" y2="62637"/>
                        <a14:backgroundMark x1="10588" y1="62088" x2="10588" y2="62088"/>
                        <a14:backgroundMark x1="24706" y1="96154" x2="24706" y2="96154"/>
                        <a14:backgroundMark x1="24118" y1="95604" x2="24118" y2="95604"/>
                        <a14:backgroundMark x1="23529" y1="97253" x2="23529" y2="97253"/>
                        <a14:backgroundMark x1="24118" y1="97253" x2="24118" y2="97253"/>
                        <a14:backgroundMark x1="24118" y1="97253" x2="24118" y2="97253"/>
                        <a14:backgroundMark x1="23529" y1="97802" x2="23529" y2="97802"/>
                        <a14:backgroundMark x1="23529" y1="96703" x2="23529" y2="96703"/>
                        <a14:backgroundMark x1="23529" y1="96703" x2="23529" y2="96154"/>
                        <a14:backgroundMark x1="7647" y1="62088" x2="7647" y2="62088"/>
                        <a14:backgroundMark x1="8824" y1="62637" x2="8824" y2="62637"/>
                      </a14:backgroundRemoval>
                    </a14:imgEffect>
                  </a14:imgLayer>
                </a14:imgProps>
              </a:ext>
            </a:extLst>
          </a:blip>
          <a:stretch>
            <a:fillRect/>
          </a:stretch>
        </p:blipFill>
        <p:spPr>
          <a:xfrm>
            <a:off x="11521881" y="6235103"/>
            <a:ext cx="518216" cy="554796"/>
          </a:xfrm>
          <a:prstGeom prst="rect">
            <a:avLst/>
          </a:prstGeom>
        </p:spPr>
      </p:pic>
      <p:pic>
        <p:nvPicPr>
          <p:cNvPr id="10" name="Picture 9">
            <a:extLst>
              <a:ext uri="{FF2B5EF4-FFF2-40B4-BE49-F238E27FC236}">
                <a16:creationId xmlns:a16="http://schemas.microsoft.com/office/drawing/2014/main" id="{CD5FC5EC-3E94-41D1-D8E5-71DA2A1DD8F3}"/>
              </a:ext>
            </a:extLst>
          </p:cNvPr>
          <p:cNvPicPr>
            <a:picLocks noChangeAspect="1"/>
          </p:cNvPicPr>
          <p:nvPr/>
        </p:nvPicPr>
        <p:blipFill>
          <a:blip r:embed="rId9"/>
          <a:stretch>
            <a:fillRect/>
          </a:stretch>
        </p:blipFill>
        <p:spPr>
          <a:xfrm>
            <a:off x="189185" y="6505401"/>
            <a:ext cx="1948619" cy="175408"/>
          </a:xfrm>
          <a:prstGeom prst="rect">
            <a:avLst/>
          </a:prstGeom>
        </p:spPr>
      </p:pic>
      <p:sp>
        <p:nvSpPr>
          <p:cNvPr id="13" name="Title 1">
            <a:extLst>
              <a:ext uri="{FF2B5EF4-FFF2-40B4-BE49-F238E27FC236}">
                <a16:creationId xmlns:a16="http://schemas.microsoft.com/office/drawing/2014/main" id="{25E85816-0B27-8E41-BAA4-EBF477F6BB1F}"/>
              </a:ext>
            </a:extLst>
          </p:cNvPr>
          <p:cNvSpPr>
            <a:spLocks noGrp="1"/>
          </p:cNvSpPr>
          <p:nvPr>
            <p:ph type="title"/>
          </p:nvPr>
        </p:nvSpPr>
        <p:spPr>
          <a:xfrm>
            <a:off x="2021700" y="14484"/>
            <a:ext cx="8283900" cy="550500"/>
          </a:xfrm>
        </p:spPr>
        <p:txBody>
          <a:bodyPr/>
          <a:lstStyle/>
          <a:p>
            <a:r>
              <a:rPr lang="en-US" dirty="0">
                <a:solidFill>
                  <a:schemeClr val="bg1"/>
                </a:solidFill>
              </a:rPr>
              <a:t>Truckload fleet planning at Schneider National</a:t>
            </a:r>
          </a:p>
        </p:txBody>
      </p:sp>
    </p:spTree>
    <p:extLst>
      <p:ext uri="{BB962C8B-B14F-4D97-AF65-F5344CB8AC3E}">
        <p14:creationId xmlns:p14="http://schemas.microsoft.com/office/powerpoint/2010/main" val="1709175510"/>
      </p:ext>
    </p:extLst>
  </p:cSld>
  <p:clrMapOvr>
    <a:masterClrMapping/>
  </p:clrMapOvr>
  <p:transition spd="slow">
    <p:wipe dir="r"/>
  </p:transition>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Group 4">
            <a:extLst>
              <a:ext uri="{FF2B5EF4-FFF2-40B4-BE49-F238E27FC236}">
                <a16:creationId xmlns:a16="http://schemas.microsoft.com/office/drawing/2014/main" id="{F2180FCE-A4A9-998C-1CCB-C9C6DFB63489}"/>
              </a:ext>
            </a:extLst>
          </p:cNvPr>
          <p:cNvGrpSpPr/>
          <p:nvPr/>
        </p:nvGrpSpPr>
        <p:grpSpPr>
          <a:xfrm>
            <a:off x="0" y="0"/>
            <a:ext cx="12192000" cy="6858000"/>
            <a:chOff x="679450" y="1866900"/>
            <a:chExt cx="7200900" cy="3905250"/>
          </a:xfrm>
        </p:grpSpPr>
        <p:pic>
          <p:nvPicPr>
            <p:cNvPr id="6" name="Picture 5">
              <a:extLst>
                <a:ext uri="{FF2B5EF4-FFF2-40B4-BE49-F238E27FC236}">
                  <a16:creationId xmlns:a16="http://schemas.microsoft.com/office/drawing/2014/main" id="{B87671B4-5005-129F-717F-34BBFC2F20F2}"/>
                </a:ext>
              </a:extLst>
            </p:cNvPr>
            <p:cNvPicPr>
              <a:picLocks noChangeAspect="1"/>
            </p:cNvPicPr>
            <p:nvPr/>
          </p:nvPicPr>
          <p:blipFill rotWithShape="1">
            <a:blip r:embed="rId3"/>
            <a:srcRect l="5574" t="26381" r="35364" b="14572"/>
            <a:stretch/>
          </p:blipFill>
          <p:spPr>
            <a:xfrm>
              <a:off x="679450" y="1866900"/>
              <a:ext cx="7200900" cy="3905250"/>
            </a:xfrm>
            <a:prstGeom prst="rect">
              <a:avLst/>
            </a:prstGeom>
          </p:spPr>
        </p:pic>
        <p:pic>
          <p:nvPicPr>
            <p:cNvPr id="7" name="Picture 6">
              <a:extLst>
                <a:ext uri="{FF2B5EF4-FFF2-40B4-BE49-F238E27FC236}">
                  <a16:creationId xmlns:a16="http://schemas.microsoft.com/office/drawing/2014/main" id="{43B2A717-1BF5-C9CD-7305-200190152D77}"/>
                </a:ext>
              </a:extLst>
            </p:cNvPr>
            <p:cNvPicPr>
              <a:picLocks noChangeAspect="1"/>
            </p:cNvPicPr>
            <p:nvPr/>
          </p:nvPicPr>
          <p:blipFill>
            <a:blip r:embed="rId4"/>
            <a:stretch>
              <a:fillRect/>
            </a:stretch>
          </p:blipFill>
          <p:spPr>
            <a:xfrm>
              <a:off x="4706911" y="4695670"/>
              <a:ext cx="451241" cy="243590"/>
            </a:xfrm>
            <a:prstGeom prst="rect">
              <a:avLst/>
            </a:prstGeom>
          </p:spPr>
        </p:pic>
      </p:grpSp>
      <p:pic>
        <p:nvPicPr>
          <p:cNvPr id="2542928" name="Picture 2542927">
            <a:extLst>
              <a:ext uri="{FF2B5EF4-FFF2-40B4-BE49-F238E27FC236}">
                <a16:creationId xmlns:a16="http://schemas.microsoft.com/office/drawing/2014/main" id="{C3505BFC-A0FA-A8B6-250D-2DB58C325243}"/>
              </a:ext>
            </a:extLst>
          </p:cNvPr>
          <p:cNvPicPr>
            <a:picLocks noChangeAspect="1"/>
          </p:cNvPicPr>
          <p:nvPr/>
        </p:nvPicPr>
        <p:blipFill>
          <a:blip r:embed="rId5">
            <a:biLevel thresh="25000"/>
            <a:extLst>
              <a:ext uri="{BEBA8EAE-BF5A-486C-A8C5-ECC9F3942E4B}">
                <a14:imgProps xmlns:a14="http://schemas.microsoft.com/office/drawing/2010/main">
                  <a14:imgLayer r:embed="rId6">
                    <a14:imgEffect>
                      <a14:backgroundRemoval t="5238" b="90000" l="6215" r="95198">
                        <a14:foregroundMark x1="66667" y1="6190" x2="66667" y2="6190"/>
                        <a14:foregroundMark x1="12429" y1="56667" x2="12429" y2="56667"/>
                        <a14:foregroundMark x1="16949" y1="59524" x2="16949" y2="59524"/>
                        <a14:foregroundMark x1="17232" y1="55238" x2="17232" y2="55238"/>
                        <a14:foregroundMark x1="14972" y1="65238" x2="14972" y2="65238"/>
                        <a14:foregroundMark x1="95198" y1="73810" x2="95198" y2="73810"/>
                        <a14:foregroundMark x1="18362" y1="82857" x2="18362" y2="82857"/>
                        <a14:foregroundMark x1="6215" y1="77143" x2="6215" y2="77143"/>
                      </a14:backgroundRemoval>
                    </a14:imgEffect>
                  </a14:imgLayer>
                </a14:imgProps>
              </a:ext>
            </a:extLst>
          </a:blip>
          <a:stretch>
            <a:fillRect/>
          </a:stretch>
        </p:blipFill>
        <p:spPr>
          <a:xfrm>
            <a:off x="7041871" y="2631400"/>
            <a:ext cx="412202" cy="244527"/>
          </a:xfrm>
          <a:prstGeom prst="rect">
            <a:avLst/>
          </a:prstGeom>
        </p:spPr>
      </p:pic>
      <p:pic>
        <p:nvPicPr>
          <p:cNvPr id="2542929" name="Picture 2542928">
            <a:extLst>
              <a:ext uri="{FF2B5EF4-FFF2-40B4-BE49-F238E27FC236}">
                <a16:creationId xmlns:a16="http://schemas.microsoft.com/office/drawing/2014/main" id="{BC61FFE6-CD77-1ECB-92BE-858992C81D12}"/>
              </a:ext>
            </a:extLst>
          </p:cNvPr>
          <p:cNvPicPr>
            <a:picLocks noChangeAspect="1"/>
          </p:cNvPicPr>
          <p:nvPr/>
        </p:nvPicPr>
        <p:blipFill>
          <a:blip r:embed="rId5">
            <a:biLevel thresh="25000"/>
            <a:extLst>
              <a:ext uri="{BEBA8EAE-BF5A-486C-A8C5-ECC9F3942E4B}">
                <a14:imgProps xmlns:a14="http://schemas.microsoft.com/office/drawing/2010/main">
                  <a14:imgLayer r:embed="rId6">
                    <a14:imgEffect>
                      <a14:backgroundRemoval t="5238" b="90000" l="6215" r="95198">
                        <a14:foregroundMark x1="66667" y1="6190" x2="66667" y2="6190"/>
                        <a14:foregroundMark x1="12429" y1="56667" x2="12429" y2="56667"/>
                        <a14:foregroundMark x1="16949" y1="59524" x2="16949" y2="59524"/>
                        <a14:foregroundMark x1="17232" y1="55238" x2="17232" y2="55238"/>
                        <a14:foregroundMark x1="14972" y1="65238" x2="14972" y2="65238"/>
                        <a14:foregroundMark x1="95198" y1="73810" x2="95198" y2="73810"/>
                        <a14:foregroundMark x1="18362" y1="82857" x2="18362" y2="82857"/>
                        <a14:foregroundMark x1="6215" y1="77143" x2="6215" y2="77143"/>
                      </a14:backgroundRemoval>
                    </a14:imgEffect>
                  </a14:imgLayer>
                </a14:imgProps>
              </a:ext>
            </a:extLst>
          </a:blip>
          <a:stretch>
            <a:fillRect/>
          </a:stretch>
        </p:blipFill>
        <p:spPr>
          <a:xfrm>
            <a:off x="7022819" y="3391024"/>
            <a:ext cx="412202" cy="244527"/>
          </a:xfrm>
          <a:prstGeom prst="rect">
            <a:avLst/>
          </a:prstGeom>
        </p:spPr>
      </p:pic>
      <p:pic>
        <p:nvPicPr>
          <p:cNvPr id="2542930" name="Picture 2542929">
            <a:extLst>
              <a:ext uri="{FF2B5EF4-FFF2-40B4-BE49-F238E27FC236}">
                <a16:creationId xmlns:a16="http://schemas.microsoft.com/office/drawing/2014/main" id="{F0AEDC9C-2FA6-A109-EC23-69B8190BC1F9}"/>
              </a:ext>
            </a:extLst>
          </p:cNvPr>
          <p:cNvPicPr>
            <a:picLocks noChangeAspect="1"/>
          </p:cNvPicPr>
          <p:nvPr/>
        </p:nvPicPr>
        <p:blipFill>
          <a:blip r:embed="rId5">
            <a:biLevel thresh="25000"/>
            <a:extLst>
              <a:ext uri="{BEBA8EAE-BF5A-486C-A8C5-ECC9F3942E4B}">
                <a14:imgProps xmlns:a14="http://schemas.microsoft.com/office/drawing/2010/main">
                  <a14:imgLayer r:embed="rId6">
                    <a14:imgEffect>
                      <a14:backgroundRemoval t="5238" b="90000" l="6215" r="95198">
                        <a14:foregroundMark x1="66667" y1="6190" x2="66667" y2="6190"/>
                        <a14:foregroundMark x1="12429" y1="56667" x2="12429" y2="56667"/>
                        <a14:foregroundMark x1="16949" y1="59524" x2="16949" y2="59524"/>
                        <a14:foregroundMark x1="17232" y1="55238" x2="17232" y2="55238"/>
                        <a14:foregroundMark x1="14972" y1="65238" x2="14972" y2="65238"/>
                        <a14:foregroundMark x1="95198" y1="73810" x2="95198" y2="73810"/>
                        <a14:foregroundMark x1="18362" y1="82857" x2="18362" y2="82857"/>
                        <a14:foregroundMark x1="6215" y1="77143" x2="6215" y2="77143"/>
                      </a14:backgroundRemoval>
                    </a14:imgEffect>
                  </a14:imgLayer>
                </a14:imgProps>
              </a:ext>
            </a:extLst>
          </a:blip>
          <a:stretch>
            <a:fillRect/>
          </a:stretch>
        </p:blipFill>
        <p:spPr>
          <a:xfrm>
            <a:off x="6996623" y="4014916"/>
            <a:ext cx="412202" cy="244527"/>
          </a:xfrm>
          <a:prstGeom prst="rect">
            <a:avLst/>
          </a:prstGeom>
        </p:spPr>
      </p:pic>
      <p:pic>
        <p:nvPicPr>
          <p:cNvPr id="2542931" name="Picture 2542930">
            <a:extLst>
              <a:ext uri="{FF2B5EF4-FFF2-40B4-BE49-F238E27FC236}">
                <a16:creationId xmlns:a16="http://schemas.microsoft.com/office/drawing/2014/main" id="{11DF5FDC-18B9-9B48-EDB6-5ABEB57414A9}"/>
              </a:ext>
            </a:extLst>
          </p:cNvPr>
          <p:cNvPicPr>
            <a:picLocks noChangeAspect="1"/>
          </p:cNvPicPr>
          <p:nvPr/>
        </p:nvPicPr>
        <p:blipFill>
          <a:blip r:embed="rId5">
            <a:biLevel thresh="25000"/>
            <a:extLst>
              <a:ext uri="{BEBA8EAE-BF5A-486C-A8C5-ECC9F3942E4B}">
                <a14:imgProps xmlns:a14="http://schemas.microsoft.com/office/drawing/2010/main">
                  <a14:imgLayer r:embed="rId6">
                    <a14:imgEffect>
                      <a14:backgroundRemoval t="5238" b="90000" l="6215" r="95198">
                        <a14:foregroundMark x1="66667" y1="6190" x2="66667" y2="6190"/>
                        <a14:foregroundMark x1="12429" y1="56667" x2="12429" y2="56667"/>
                        <a14:foregroundMark x1="16949" y1="59524" x2="16949" y2="59524"/>
                        <a14:foregroundMark x1="17232" y1="55238" x2="17232" y2="55238"/>
                        <a14:foregroundMark x1="14972" y1="65238" x2="14972" y2="65238"/>
                        <a14:foregroundMark x1="95198" y1="73810" x2="95198" y2="73810"/>
                        <a14:foregroundMark x1="18362" y1="82857" x2="18362" y2="82857"/>
                        <a14:foregroundMark x1="6215" y1="77143" x2="6215" y2="77143"/>
                      </a14:backgroundRemoval>
                    </a14:imgEffect>
                  </a14:imgLayer>
                </a14:imgProps>
              </a:ext>
            </a:extLst>
          </a:blip>
          <a:stretch>
            <a:fillRect/>
          </a:stretch>
        </p:blipFill>
        <p:spPr>
          <a:xfrm>
            <a:off x="6977568" y="4617377"/>
            <a:ext cx="412202" cy="244527"/>
          </a:xfrm>
          <a:prstGeom prst="rect">
            <a:avLst/>
          </a:prstGeom>
        </p:spPr>
      </p:pic>
      <p:grpSp>
        <p:nvGrpSpPr>
          <p:cNvPr id="2542932" name="Group 4">
            <a:extLst>
              <a:ext uri="{FF2B5EF4-FFF2-40B4-BE49-F238E27FC236}">
                <a16:creationId xmlns:a16="http://schemas.microsoft.com/office/drawing/2014/main" id="{22EDB09B-3854-1CC6-2416-4C18AC6D9414}"/>
              </a:ext>
            </a:extLst>
          </p:cNvPr>
          <p:cNvGrpSpPr>
            <a:grpSpLocks/>
          </p:cNvGrpSpPr>
          <p:nvPr/>
        </p:nvGrpSpPr>
        <p:grpSpPr bwMode="auto">
          <a:xfrm>
            <a:off x="8138356" y="2972439"/>
            <a:ext cx="448469" cy="205096"/>
            <a:chOff x="2256" y="2352"/>
            <a:chExt cx="933" cy="365"/>
          </a:xfrm>
        </p:grpSpPr>
        <p:grpSp>
          <p:nvGrpSpPr>
            <p:cNvPr id="2542933" name="Group 5">
              <a:extLst>
                <a:ext uri="{FF2B5EF4-FFF2-40B4-BE49-F238E27FC236}">
                  <a16:creationId xmlns:a16="http://schemas.microsoft.com/office/drawing/2014/main" id="{7DBAEF2A-24B8-546E-6529-D402B3110AF0}"/>
                </a:ext>
              </a:extLst>
            </p:cNvPr>
            <p:cNvGrpSpPr>
              <a:grpSpLocks/>
            </p:cNvGrpSpPr>
            <p:nvPr/>
          </p:nvGrpSpPr>
          <p:grpSpPr bwMode="auto">
            <a:xfrm flipH="1">
              <a:off x="2256" y="2352"/>
              <a:ext cx="933" cy="249"/>
              <a:chOff x="693" y="2029"/>
              <a:chExt cx="836" cy="228"/>
            </a:xfrm>
          </p:grpSpPr>
          <p:sp>
            <p:nvSpPr>
              <p:cNvPr id="2542960" name="Rectangle 6">
                <a:extLst>
                  <a:ext uri="{FF2B5EF4-FFF2-40B4-BE49-F238E27FC236}">
                    <a16:creationId xmlns:a16="http://schemas.microsoft.com/office/drawing/2014/main" id="{4FF90A01-5E32-F032-77D2-07E625C05A8A}"/>
                  </a:ext>
                </a:extLst>
              </p:cNvPr>
              <p:cNvSpPr>
                <a:spLocks noChangeArrowheads="1"/>
              </p:cNvSpPr>
              <p:nvPr/>
            </p:nvSpPr>
            <p:spPr bwMode="auto">
              <a:xfrm>
                <a:off x="693" y="2029"/>
                <a:ext cx="836" cy="228"/>
              </a:xfrm>
              <a:prstGeom prst="rect">
                <a:avLst/>
              </a:prstGeom>
              <a:gradFill rotWithShape="0">
                <a:gsLst>
                  <a:gs pos="0">
                    <a:srgbClr val="037C03"/>
                  </a:gs>
                  <a:gs pos="50000">
                    <a:srgbClr val="037C03">
                      <a:gamma/>
                      <a:shade val="6275"/>
                      <a:invGamma/>
                    </a:srgbClr>
                  </a:gs>
                  <a:gs pos="100000">
                    <a:srgbClr val="037C03"/>
                  </a:gs>
                </a:gsLst>
                <a:lin ang="5400000" scaled="1"/>
              </a:gradFill>
              <a:ln w="3175">
                <a:solidFill>
                  <a:srgbClr val="000000"/>
                </a:solidFill>
                <a:miter lim="800000"/>
                <a:headEnd/>
                <a:tailEnd/>
              </a:ln>
            </p:spPr>
            <p:txBody>
              <a:bodyPr/>
              <a:lstStyle/>
              <a:p>
                <a:endParaRPr lang="en-US"/>
              </a:p>
            </p:txBody>
          </p:sp>
          <p:sp>
            <p:nvSpPr>
              <p:cNvPr id="2542961" name="Rectangle 7">
                <a:extLst>
                  <a:ext uri="{FF2B5EF4-FFF2-40B4-BE49-F238E27FC236}">
                    <a16:creationId xmlns:a16="http://schemas.microsoft.com/office/drawing/2014/main" id="{22A0CB2E-7A4E-156D-6A2A-9A15007A6246}"/>
                  </a:ext>
                </a:extLst>
              </p:cNvPr>
              <p:cNvSpPr>
                <a:spLocks noChangeArrowheads="1"/>
              </p:cNvSpPr>
              <p:nvPr/>
            </p:nvSpPr>
            <p:spPr bwMode="auto">
              <a:xfrm>
                <a:off x="693" y="2037"/>
                <a:ext cx="836" cy="213"/>
              </a:xfrm>
              <a:prstGeom prst="rect">
                <a:avLst/>
              </a:prstGeom>
              <a:solidFill>
                <a:srgbClr val="C5D3ED"/>
              </a:solidFill>
              <a:ln w="3175">
                <a:solidFill>
                  <a:srgbClr val="000000"/>
                </a:solidFill>
                <a:miter lim="800000"/>
                <a:headEnd/>
                <a:tailEnd/>
              </a:ln>
            </p:spPr>
            <p:txBody>
              <a:bodyPr/>
              <a:lstStyle/>
              <a:p>
                <a:endParaRPr lang="en-US" dirty="0"/>
              </a:p>
            </p:txBody>
          </p:sp>
        </p:grpSp>
        <p:grpSp>
          <p:nvGrpSpPr>
            <p:cNvPr id="2542934" name="Group 8">
              <a:extLst>
                <a:ext uri="{FF2B5EF4-FFF2-40B4-BE49-F238E27FC236}">
                  <a16:creationId xmlns:a16="http://schemas.microsoft.com/office/drawing/2014/main" id="{9436CAE2-C744-AF21-7E61-F8CA0723BCA8}"/>
                </a:ext>
              </a:extLst>
            </p:cNvPr>
            <p:cNvGrpSpPr>
              <a:grpSpLocks/>
            </p:cNvGrpSpPr>
            <p:nvPr/>
          </p:nvGrpSpPr>
          <p:grpSpPr bwMode="auto">
            <a:xfrm flipH="1">
              <a:off x="2413" y="2614"/>
              <a:ext cx="624" cy="103"/>
              <a:chOff x="926" y="2258"/>
              <a:chExt cx="559" cy="94"/>
            </a:xfrm>
          </p:grpSpPr>
          <p:grpSp>
            <p:nvGrpSpPr>
              <p:cNvPr id="2542935" name="Group 9">
                <a:extLst>
                  <a:ext uri="{FF2B5EF4-FFF2-40B4-BE49-F238E27FC236}">
                    <a16:creationId xmlns:a16="http://schemas.microsoft.com/office/drawing/2014/main" id="{222759F7-F67F-5CFC-E101-3DCD70CC7318}"/>
                  </a:ext>
                </a:extLst>
              </p:cNvPr>
              <p:cNvGrpSpPr>
                <a:grpSpLocks/>
              </p:cNvGrpSpPr>
              <p:nvPr/>
            </p:nvGrpSpPr>
            <p:grpSpPr bwMode="auto">
              <a:xfrm>
                <a:off x="926" y="2258"/>
                <a:ext cx="559" cy="81"/>
                <a:chOff x="926" y="2258"/>
                <a:chExt cx="559" cy="81"/>
              </a:xfrm>
            </p:grpSpPr>
            <p:grpSp>
              <p:nvGrpSpPr>
                <p:cNvPr id="2542944" name="Group 10">
                  <a:extLst>
                    <a:ext uri="{FF2B5EF4-FFF2-40B4-BE49-F238E27FC236}">
                      <a16:creationId xmlns:a16="http://schemas.microsoft.com/office/drawing/2014/main" id="{6B980FA3-957E-434A-ED51-423E3CBB63C8}"/>
                    </a:ext>
                  </a:extLst>
                </p:cNvPr>
                <p:cNvGrpSpPr>
                  <a:grpSpLocks/>
                </p:cNvGrpSpPr>
                <p:nvPr/>
              </p:nvGrpSpPr>
              <p:grpSpPr bwMode="auto">
                <a:xfrm>
                  <a:off x="926" y="2258"/>
                  <a:ext cx="67" cy="62"/>
                  <a:chOff x="926" y="2258"/>
                  <a:chExt cx="67" cy="62"/>
                </a:xfrm>
              </p:grpSpPr>
              <p:sp>
                <p:nvSpPr>
                  <p:cNvPr id="2542957" name="Freeform 11">
                    <a:extLst>
                      <a:ext uri="{FF2B5EF4-FFF2-40B4-BE49-F238E27FC236}">
                        <a16:creationId xmlns:a16="http://schemas.microsoft.com/office/drawing/2014/main" id="{671E9541-89FC-78BA-2C9E-34F618CA3446}"/>
                      </a:ext>
                    </a:extLst>
                  </p:cNvPr>
                  <p:cNvSpPr>
                    <a:spLocks/>
                  </p:cNvSpPr>
                  <p:nvPr/>
                </p:nvSpPr>
                <p:spPr bwMode="auto">
                  <a:xfrm>
                    <a:off x="926" y="2258"/>
                    <a:ext cx="67" cy="10"/>
                  </a:xfrm>
                  <a:custGeom>
                    <a:avLst/>
                    <a:gdLst>
                      <a:gd name="T0" fmla="*/ 0 w 67"/>
                      <a:gd name="T1" fmla="*/ 0 h 10"/>
                      <a:gd name="T2" fmla="*/ 67 w 67"/>
                      <a:gd name="T3" fmla="*/ 0 h 10"/>
                      <a:gd name="T4" fmla="*/ 59 w 67"/>
                      <a:gd name="T5" fmla="*/ 10 h 10"/>
                      <a:gd name="T6" fmla="*/ 7 w 67"/>
                      <a:gd name="T7" fmla="*/ 10 h 10"/>
                      <a:gd name="T8" fmla="*/ 0 w 67"/>
                      <a:gd name="T9" fmla="*/ 0 h 10"/>
                    </a:gdLst>
                    <a:ahLst/>
                    <a:cxnLst>
                      <a:cxn ang="0">
                        <a:pos x="T0" y="T1"/>
                      </a:cxn>
                      <a:cxn ang="0">
                        <a:pos x="T2" y="T3"/>
                      </a:cxn>
                      <a:cxn ang="0">
                        <a:pos x="T4" y="T5"/>
                      </a:cxn>
                      <a:cxn ang="0">
                        <a:pos x="T6" y="T7"/>
                      </a:cxn>
                      <a:cxn ang="0">
                        <a:pos x="T8" y="T9"/>
                      </a:cxn>
                    </a:cxnLst>
                    <a:rect l="0" t="0" r="r" b="b"/>
                    <a:pathLst>
                      <a:path w="67" h="10">
                        <a:moveTo>
                          <a:pt x="0" y="0"/>
                        </a:moveTo>
                        <a:lnTo>
                          <a:pt x="67" y="0"/>
                        </a:lnTo>
                        <a:lnTo>
                          <a:pt x="59" y="10"/>
                        </a:lnTo>
                        <a:lnTo>
                          <a:pt x="7" y="10"/>
                        </a:lnTo>
                        <a:lnTo>
                          <a:pt x="0" y="0"/>
                        </a:lnTo>
                        <a:close/>
                      </a:path>
                    </a:pathLst>
                  </a:custGeom>
                  <a:solidFill>
                    <a:srgbClr val="606060"/>
                  </a:solidFill>
                  <a:ln w="3175">
                    <a:solidFill>
                      <a:srgbClr val="404040"/>
                    </a:solidFill>
                    <a:prstDash val="solid"/>
                    <a:round/>
                    <a:headEnd/>
                    <a:tailEnd/>
                  </a:ln>
                </p:spPr>
                <p:txBody>
                  <a:bodyPr/>
                  <a:lstStyle/>
                  <a:p>
                    <a:endParaRPr lang="en-US"/>
                  </a:p>
                </p:txBody>
              </p:sp>
              <p:sp>
                <p:nvSpPr>
                  <p:cNvPr id="2542958" name="Freeform 12">
                    <a:extLst>
                      <a:ext uri="{FF2B5EF4-FFF2-40B4-BE49-F238E27FC236}">
                        <a16:creationId xmlns:a16="http://schemas.microsoft.com/office/drawing/2014/main" id="{412BCAFF-4066-8921-9BE7-3D461D0D97D6}"/>
                      </a:ext>
                    </a:extLst>
                  </p:cNvPr>
                  <p:cNvSpPr>
                    <a:spLocks/>
                  </p:cNvSpPr>
                  <p:nvPr/>
                </p:nvSpPr>
                <p:spPr bwMode="auto">
                  <a:xfrm>
                    <a:off x="941" y="2268"/>
                    <a:ext cx="34" cy="4"/>
                  </a:xfrm>
                  <a:custGeom>
                    <a:avLst/>
                    <a:gdLst>
                      <a:gd name="T0" fmla="*/ 0 w 34"/>
                      <a:gd name="T1" fmla="*/ 0 h 4"/>
                      <a:gd name="T2" fmla="*/ 34 w 34"/>
                      <a:gd name="T3" fmla="*/ 0 h 4"/>
                      <a:gd name="T4" fmla="*/ 30 w 34"/>
                      <a:gd name="T5" fmla="*/ 4 h 4"/>
                      <a:gd name="T6" fmla="*/ 4 w 34"/>
                      <a:gd name="T7" fmla="*/ 4 h 4"/>
                      <a:gd name="T8" fmla="*/ 0 w 34"/>
                      <a:gd name="T9" fmla="*/ 0 h 4"/>
                    </a:gdLst>
                    <a:ahLst/>
                    <a:cxnLst>
                      <a:cxn ang="0">
                        <a:pos x="T0" y="T1"/>
                      </a:cxn>
                      <a:cxn ang="0">
                        <a:pos x="T2" y="T3"/>
                      </a:cxn>
                      <a:cxn ang="0">
                        <a:pos x="T4" y="T5"/>
                      </a:cxn>
                      <a:cxn ang="0">
                        <a:pos x="T6" y="T7"/>
                      </a:cxn>
                      <a:cxn ang="0">
                        <a:pos x="T8" y="T9"/>
                      </a:cxn>
                    </a:cxnLst>
                    <a:rect l="0" t="0" r="r" b="b"/>
                    <a:pathLst>
                      <a:path w="34" h="4">
                        <a:moveTo>
                          <a:pt x="0" y="0"/>
                        </a:moveTo>
                        <a:lnTo>
                          <a:pt x="34" y="0"/>
                        </a:lnTo>
                        <a:lnTo>
                          <a:pt x="30" y="4"/>
                        </a:lnTo>
                        <a:lnTo>
                          <a:pt x="4" y="4"/>
                        </a:lnTo>
                        <a:lnTo>
                          <a:pt x="0" y="0"/>
                        </a:lnTo>
                        <a:close/>
                      </a:path>
                    </a:pathLst>
                  </a:custGeom>
                  <a:solidFill>
                    <a:srgbClr val="606060"/>
                  </a:solidFill>
                  <a:ln w="3175">
                    <a:solidFill>
                      <a:srgbClr val="404040"/>
                    </a:solidFill>
                    <a:prstDash val="solid"/>
                    <a:round/>
                    <a:headEnd/>
                    <a:tailEnd/>
                  </a:ln>
                </p:spPr>
                <p:txBody>
                  <a:bodyPr/>
                  <a:lstStyle/>
                  <a:p>
                    <a:endParaRPr lang="en-US"/>
                  </a:p>
                </p:txBody>
              </p:sp>
              <p:sp>
                <p:nvSpPr>
                  <p:cNvPr id="2542959" name="Rectangle 13">
                    <a:extLst>
                      <a:ext uri="{FF2B5EF4-FFF2-40B4-BE49-F238E27FC236}">
                        <a16:creationId xmlns:a16="http://schemas.microsoft.com/office/drawing/2014/main" id="{78C87B86-4BD3-09EC-AE5A-2555E3B2236D}"/>
                      </a:ext>
                    </a:extLst>
                  </p:cNvPr>
                  <p:cNvSpPr>
                    <a:spLocks noChangeArrowheads="1"/>
                  </p:cNvSpPr>
                  <p:nvPr/>
                </p:nvSpPr>
                <p:spPr bwMode="auto">
                  <a:xfrm>
                    <a:off x="956" y="2273"/>
                    <a:ext cx="6" cy="47"/>
                  </a:xfrm>
                  <a:prstGeom prst="rect">
                    <a:avLst/>
                  </a:prstGeom>
                  <a:solidFill>
                    <a:srgbClr val="606060"/>
                  </a:solidFill>
                  <a:ln w="3175">
                    <a:solidFill>
                      <a:srgbClr val="404040"/>
                    </a:solidFill>
                    <a:miter lim="800000"/>
                    <a:headEnd/>
                    <a:tailEnd/>
                  </a:ln>
                </p:spPr>
                <p:txBody>
                  <a:bodyPr/>
                  <a:lstStyle/>
                  <a:p>
                    <a:endParaRPr lang="en-US"/>
                  </a:p>
                </p:txBody>
              </p:sp>
            </p:grpSp>
            <p:grpSp>
              <p:nvGrpSpPr>
                <p:cNvPr id="2542945" name="Group 14">
                  <a:extLst>
                    <a:ext uri="{FF2B5EF4-FFF2-40B4-BE49-F238E27FC236}">
                      <a16:creationId xmlns:a16="http://schemas.microsoft.com/office/drawing/2014/main" id="{643BAEE3-6983-8DB2-FF0F-C0F9294B7F2F}"/>
                    </a:ext>
                  </a:extLst>
                </p:cNvPr>
                <p:cNvGrpSpPr>
                  <a:grpSpLocks/>
                </p:cNvGrpSpPr>
                <p:nvPr/>
              </p:nvGrpSpPr>
              <p:grpSpPr bwMode="auto">
                <a:xfrm>
                  <a:off x="1264" y="2258"/>
                  <a:ext cx="107" cy="81"/>
                  <a:chOff x="1264" y="2258"/>
                  <a:chExt cx="107" cy="81"/>
                </a:xfrm>
              </p:grpSpPr>
              <p:sp>
                <p:nvSpPr>
                  <p:cNvPr id="2542952" name="Freeform 15">
                    <a:extLst>
                      <a:ext uri="{FF2B5EF4-FFF2-40B4-BE49-F238E27FC236}">
                        <a16:creationId xmlns:a16="http://schemas.microsoft.com/office/drawing/2014/main" id="{CDD1ED8E-03D8-9D65-CD5A-F4608087C6F0}"/>
                      </a:ext>
                    </a:extLst>
                  </p:cNvPr>
                  <p:cNvSpPr>
                    <a:spLocks/>
                  </p:cNvSpPr>
                  <p:nvPr/>
                </p:nvSpPr>
                <p:spPr bwMode="auto">
                  <a:xfrm>
                    <a:off x="1264" y="2260"/>
                    <a:ext cx="106" cy="16"/>
                  </a:xfrm>
                  <a:custGeom>
                    <a:avLst/>
                    <a:gdLst>
                      <a:gd name="T0" fmla="*/ 0 w 106"/>
                      <a:gd name="T1" fmla="*/ 0 h 16"/>
                      <a:gd name="T2" fmla="*/ 106 w 106"/>
                      <a:gd name="T3" fmla="*/ 0 h 16"/>
                      <a:gd name="T4" fmla="*/ 106 w 106"/>
                      <a:gd name="T5" fmla="*/ 16 h 16"/>
                      <a:gd name="T6" fmla="*/ 8 w 106"/>
                      <a:gd name="T7" fmla="*/ 16 h 16"/>
                      <a:gd name="T8" fmla="*/ 0 w 106"/>
                      <a:gd name="T9" fmla="*/ 0 h 16"/>
                    </a:gdLst>
                    <a:ahLst/>
                    <a:cxnLst>
                      <a:cxn ang="0">
                        <a:pos x="T0" y="T1"/>
                      </a:cxn>
                      <a:cxn ang="0">
                        <a:pos x="T2" y="T3"/>
                      </a:cxn>
                      <a:cxn ang="0">
                        <a:pos x="T4" y="T5"/>
                      </a:cxn>
                      <a:cxn ang="0">
                        <a:pos x="T6" y="T7"/>
                      </a:cxn>
                      <a:cxn ang="0">
                        <a:pos x="T8" y="T9"/>
                      </a:cxn>
                    </a:cxnLst>
                    <a:rect l="0" t="0" r="r" b="b"/>
                    <a:pathLst>
                      <a:path w="106" h="16">
                        <a:moveTo>
                          <a:pt x="0" y="0"/>
                        </a:moveTo>
                        <a:lnTo>
                          <a:pt x="106" y="0"/>
                        </a:lnTo>
                        <a:lnTo>
                          <a:pt x="106" y="16"/>
                        </a:lnTo>
                        <a:lnTo>
                          <a:pt x="8" y="16"/>
                        </a:lnTo>
                        <a:lnTo>
                          <a:pt x="0" y="0"/>
                        </a:lnTo>
                        <a:close/>
                      </a:path>
                    </a:pathLst>
                  </a:custGeom>
                  <a:solidFill>
                    <a:srgbClr val="606060"/>
                  </a:solidFill>
                  <a:ln w="3175">
                    <a:solidFill>
                      <a:srgbClr val="404040"/>
                    </a:solidFill>
                    <a:prstDash val="solid"/>
                    <a:round/>
                    <a:headEnd/>
                    <a:tailEnd/>
                  </a:ln>
                </p:spPr>
                <p:txBody>
                  <a:bodyPr/>
                  <a:lstStyle/>
                  <a:p>
                    <a:endParaRPr lang="en-US"/>
                  </a:p>
                </p:txBody>
              </p:sp>
              <p:grpSp>
                <p:nvGrpSpPr>
                  <p:cNvPr id="2542953" name="Group 16">
                    <a:extLst>
                      <a:ext uri="{FF2B5EF4-FFF2-40B4-BE49-F238E27FC236}">
                        <a16:creationId xmlns:a16="http://schemas.microsoft.com/office/drawing/2014/main" id="{6BCC5070-0FBB-FD4B-E8F8-7CB90607D0C9}"/>
                      </a:ext>
                    </a:extLst>
                  </p:cNvPr>
                  <p:cNvGrpSpPr>
                    <a:grpSpLocks/>
                  </p:cNvGrpSpPr>
                  <p:nvPr/>
                </p:nvGrpSpPr>
                <p:grpSpPr bwMode="auto">
                  <a:xfrm>
                    <a:off x="1272" y="2258"/>
                    <a:ext cx="91" cy="18"/>
                    <a:chOff x="1272" y="2258"/>
                    <a:chExt cx="91" cy="18"/>
                  </a:xfrm>
                </p:grpSpPr>
                <p:sp>
                  <p:nvSpPr>
                    <p:cNvPr id="2542955" name="Freeform 17">
                      <a:extLst>
                        <a:ext uri="{FF2B5EF4-FFF2-40B4-BE49-F238E27FC236}">
                          <a16:creationId xmlns:a16="http://schemas.microsoft.com/office/drawing/2014/main" id="{296119D5-E0DD-648B-BAEE-BA058156CE18}"/>
                        </a:ext>
                      </a:extLst>
                    </p:cNvPr>
                    <p:cNvSpPr>
                      <a:spLocks/>
                    </p:cNvSpPr>
                    <p:nvPr/>
                  </p:nvSpPr>
                  <p:spPr bwMode="auto">
                    <a:xfrm>
                      <a:off x="1272" y="2262"/>
                      <a:ext cx="80" cy="14"/>
                    </a:xfrm>
                    <a:custGeom>
                      <a:avLst/>
                      <a:gdLst>
                        <a:gd name="T0" fmla="*/ 0 w 80"/>
                        <a:gd name="T1" fmla="*/ 14 h 14"/>
                        <a:gd name="T2" fmla="*/ 12 w 80"/>
                        <a:gd name="T3" fmla="*/ 0 h 14"/>
                        <a:gd name="T4" fmla="*/ 80 w 80"/>
                        <a:gd name="T5" fmla="*/ 0 h 14"/>
                        <a:gd name="T6" fmla="*/ 80 w 80"/>
                        <a:gd name="T7" fmla="*/ 14 h 14"/>
                      </a:gdLst>
                      <a:ahLst/>
                      <a:cxnLst>
                        <a:cxn ang="0">
                          <a:pos x="T0" y="T1"/>
                        </a:cxn>
                        <a:cxn ang="0">
                          <a:pos x="T2" y="T3"/>
                        </a:cxn>
                        <a:cxn ang="0">
                          <a:pos x="T4" y="T5"/>
                        </a:cxn>
                        <a:cxn ang="0">
                          <a:pos x="T6" y="T7"/>
                        </a:cxn>
                      </a:cxnLst>
                      <a:rect l="0" t="0" r="r" b="b"/>
                      <a:pathLst>
                        <a:path w="80" h="14">
                          <a:moveTo>
                            <a:pt x="0" y="14"/>
                          </a:moveTo>
                          <a:lnTo>
                            <a:pt x="12" y="0"/>
                          </a:lnTo>
                          <a:lnTo>
                            <a:pt x="80" y="0"/>
                          </a:lnTo>
                          <a:lnTo>
                            <a:pt x="80" y="14"/>
                          </a:lnTo>
                        </a:path>
                      </a:pathLst>
                    </a:custGeom>
                    <a:noFill/>
                    <a:ln w="3175">
                      <a:solidFill>
                        <a:srgbClr val="40404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42956" name="Line 18">
                      <a:extLst>
                        <a:ext uri="{FF2B5EF4-FFF2-40B4-BE49-F238E27FC236}">
                          <a16:creationId xmlns:a16="http://schemas.microsoft.com/office/drawing/2014/main" id="{C7898EBC-A8F8-3A5C-077F-7AEAD14B9C03}"/>
                        </a:ext>
                      </a:extLst>
                    </p:cNvPr>
                    <p:cNvSpPr>
                      <a:spLocks noChangeShapeType="1"/>
                    </p:cNvSpPr>
                    <p:nvPr/>
                  </p:nvSpPr>
                  <p:spPr bwMode="auto">
                    <a:xfrm>
                      <a:off x="1362" y="2258"/>
                      <a:ext cx="1" cy="18"/>
                    </a:xfrm>
                    <a:prstGeom prst="line">
                      <a:avLst/>
                    </a:prstGeom>
                    <a:noFill/>
                    <a:ln w="3175">
                      <a:solidFill>
                        <a:srgbClr val="40404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2542954" name="Line 19">
                    <a:extLst>
                      <a:ext uri="{FF2B5EF4-FFF2-40B4-BE49-F238E27FC236}">
                        <a16:creationId xmlns:a16="http://schemas.microsoft.com/office/drawing/2014/main" id="{2137198C-37C4-6C2E-BC5D-3C864796F4A6}"/>
                      </a:ext>
                    </a:extLst>
                  </p:cNvPr>
                  <p:cNvSpPr>
                    <a:spLocks noChangeShapeType="1"/>
                  </p:cNvSpPr>
                  <p:nvPr/>
                </p:nvSpPr>
                <p:spPr bwMode="auto">
                  <a:xfrm>
                    <a:off x="1370" y="2276"/>
                    <a:ext cx="1" cy="63"/>
                  </a:xfrm>
                  <a:prstGeom prst="line">
                    <a:avLst/>
                  </a:prstGeom>
                  <a:noFill/>
                  <a:ln w="3175">
                    <a:solidFill>
                      <a:srgbClr val="20202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2542946" name="Group 20">
                  <a:extLst>
                    <a:ext uri="{FF2B5EF4-FFF2-40B4-BE49-F238E27FC236}">
                      <a16:creationId xmlns:a16="http://schemas.microsoft.com/office/drawing/2014/main" id="{89B18A04-3978-49FE-0887-1BDF5D322D57}"/>
                    </a:ext>
                  </a:extLst>
                </p:cNvPr>
                <p:cNvGrpSpPr>
                  <a:grpSpLocks/>
                </p:cNvGrpSpPr>
                <p:nvPr/>
              </p:nvGrpSpPr>
              <p:grpSpPr bwMode="auto">
                <a:xfrm>
                  <a:off x="1377" y="2258"/>
                  <a:ext cx="108" cy="81"/>
                  <a:chOff x="1377" y="2258"/>
                  <a:chExt cx="108" cy="81"/>
                </a:xfrm>
              </p:grpSpPr>
              <p:sp>
                <p:nvSpPr>
                  <p:cNvPr id="2542947" name="Freeform 21">
                    <a:extLst>
                      <a:ext uri="{FF2B5EF4-FFF2-40B4-BE49-F238E27FC236}">
                        <a16:creationId xmlns:a16="http://schemas.microsoft.com/office/drawing/2014/main" id="{33538110-B82F-C68E-C27A-D4E2A4AA6101}"/>
                      </a:ext>
                    </a:extLst>
                  </p:cNvPr>
                  <p:cNvSpPr>
                    <a:spLocks/>
                  </p:cNvSpPr>
                  <p:nvPr/>
                </p:nvSpPr>
                <p:spPr bwMode="auto">
                  <a:xfrm>
                    <a:off x="1377" y="2260"/>
                    <a:ext cx="107" cy="16"/>
                  </a:xfrm>
                  <a:custGeom>
                    <a:avLst/>
                    <a:gdLst>
                      <a:gd name="T0" fmla="*/ 0 w 107"/>
                      <a:gd name="T1" fmla="*/ 0 h 16"/>
                      <a:gd name="T2" fmla="*/ 107 w 107"/>
                      <a:gd name="T3" fmla="*/ 0 h 16"/>
                      <a:gd name="T4" fmla="*/ 107 w 107"/>
                      <a:gd name="T5" fmla="*/ 16 h 16"/>
                      <a:gd name="T6" fmla="*/ 10 w 107"/>
                      <a:gd name="T7" fmla="*/ 16 h 16"/>
                      <a:gd name="T8" fmla="*/ 0 w 107"/>
                      <a:gd name="T9" fmla="*/ 0 h 16"/>
                    </a:gdLst>
                    <a:ahLst/>
                    <a:cxnLst>
                      <a:cxn ang="0">
                        <a:pos x="T0" y="T1"/>
                      </a:cxn>
                      <a:cxn ang="0">
                        <a:pos x="T2" y="T3"/>
                      </a:cxn>
                      <a:cxn ang="0">
                        <a:pos x="T4" y="T5"/>
                      </a:cxn>
                      <a:cxn ang="0">
                        <a:pos x="T6" y="T7"/>
                      </a:cxn>
                      <a:cxn ang="0">
                        <a:pos x="T8" y="T9"/>
                      </a:cxn>
                    </a:cxnLst>
                    <a:rect l="0" t="0" r="r" b="b"/>
                    <a:pathLst>
                      <a:path w="107" h="16">
                        <a:moveTo>
                          <a:pt x="0" y="0"/>
                        </a:moveTo>
                        <a:lnTo>
                          <a:pt x="107" y="0"/>
                        </a:lnTo>
                        <a:lnTo>
                          <a:pt x="107" y="16"/>
                        </a:lnTo>
                        <a:lnTo>
                          <a:pt x="10" y="16"/>
                        </a:lnTo>
                        <a:lnTo>
                          <a:pt x="0" y="0"/>
                        </a:lnTo>
                        <a:close/>
                      </a:path>
                    </a:pathLst>
                  </a:custGeom>
                  <a:solidFill>
                    <a:srgbClr val="606060"/>
                  </a:solidFill>
                  <a:ln w="3175">
                    <a:solidFill>
                      <a:srgbClr val="404040"/>
                    </a:solidFill>
                    <a:prstDash val="solid"/>
                    <a:round/>
                    <a:headEnd/>
                    <a:tailEnd/>
                  </a:ln>
                </p:spPr>
                <p:txBody>
                  <a:bodyPr/>
                  <a:lstStyle/>
                  <a:p>
                    <a:endParaRPr lang="en-US"/>
                  </a:p>
                </p:txBody>
              </p:sp>
              <p:grpSp>
                <p:nvGrpSpPr>
                  <p:cNvPr id="2542948" name="Group 22">
                    <a:extLst>
                      <a:ext uri="{FF2B5EF4-FFF2-40B4-BE49-F238E27FC236}">
                        <a16:creationId xmlns:a16="http://schemas.microsoft.com/office/drawing/2014/main" id="{522D5884-05B0-45F3-66F7-FC628FDAA0CD}"/>
                      </a:ext>
                    </a:extLst>
                  </p:cNvPr>
                  <p:cNvGrpSpPr>
                    <a:grpSpLocks/>
                  </p:cNvGrpSpPr>
                  <p:nvPr/>
                </p:nvGrpSpPr>
                <p:grpSpPr bwMode="auto">
                  <a:xfrm>
                    <a:off x="1387" y="2258"/>
                    <a:ext cx="89" cy="18"/>
                    <a:chOff x="1387" y="2258"/>
                    <a:chExt cx="89" cy="18"/>
                  </a:xfrm>
                </p:grpSpPr>
                <p:sp>
                  <p:nvSpPr>
                    <p:cNvPr id="2542950" name="Freeform 23">
                      <a:extLst>
                        <a:ext uri="{FF2B5EF4-FFF2-40B4-BE49-F238E27FC236}">
                          <a16:creationId xmlns:a16="http://schemas.microsoft.com/office/drawing/2014/main" id="{2A503D92-A49E-A32E-25EC-297D1D11B38A}"/>
                        </a:ext>
                      </a:extLst>
                    </p:cNvPr>
                    <p:cNvSpPr>
                      <a:spLocks/>
                    </p:cNvSpPr>
                    <p:nvPr/>
                  </p:nvSpPr>
                  <p:spPr bwMode="auto">
                    <a:xfrm>
                      <a:off x="1387" y="2262"/>
                      <a:ext cx="80" cy="14"/>
                    </a:xfrm>
                    <a:custGeom>
                      <a:avLst/>
                      <a:gdLst>
                        <a:gd name="T0" fmla="*/ 0 w 80"/>
                        <a:gd name="T1" fmla="*/ 14 h 14"/>
                        <a:gd name="T2" fmla="*/ 12 w 80"/>
                        <a:gd name="T3" fmla="*/ 0 h 14"/>
                        <a:gd name="T4" fmla="*/ 80 w 80"/>
                        <a:gd name="T5" fmla="*/ 0 h 14"/>
                        <a:gd name="T6" fmla="*/ 80 w 80"/>
                        <a:gd name="T7" fmla="*/ 14 h 14"/>
                      </a:gdLst>
                      <a:ahLst/>
                      <a:cxnLst>
                        <a:cxn ang="0">
                          <a:pos x="T0" y="T1"/>
                        </a:cxn>
                        <a:cxn ang="0">
                          <a:pos x="T2" y="T3"/>
                        </a:cxn>
                        <a:cxn ang="0">
                          <a:pos x="T4" y="T5"/>
                        </a:cxn>
                        <a:cxn ang="0">
                          <a:pos x="T6" y="T7"/>
                        </a:cxn>
                      </a:cxnLst>
                      <a:rect l="0" t="0" r="r" b="b"/>
                      <a:pathLst>
                        <a:path w="80" h="14">
                          <a:moveTo>
                            <a:pt x="0" y="14"/>
                          </a:moveTo>
                          <a:lnTo>
                            <a:pt x="12" y="0"/>
                          </a:lnTo>
                          <a:lnTo>
                            <a:pt x="80" y="0"/>
                          </a:lnTo>
                          <a:lnTo>
                            <a:pt x="80" y="14"/>
                          </a:lnTo>
                        </a:path>
                      </a:pathLst>
                    </a:custGeom>
                    <a:noFill/>
                    <a:ln w="3175">
                      <a:solidFill>
                        <a:srgbClr val="40404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42951" name="Line 24">
                      <a:extLst>
                        <a:ext uri="{FF2B5EF4-FFF2-40B4-BE49-F238E27FC236}">
                          <a16:creationId xmlns:a16="http://schemas.microsoft.com/office/drawing/2014/main" id="{126E2B10-8307-379C-AD2B-A1F517270B4D}"/>
                        </a:ext>
                      </a:extLst>
                    </p:cNvPr>
                    <p:cNvSpPr>
                      <a:spLocks noChangeShapeType="1"/>
                    </p:cNvSpPr>
                    <p:nvPr/>
                  </p:nvSpPr>
                  <p:spPr bwMode="auto">
                    <a:xfrm>
                      <a:off x="1475" y="2258"/>
                      <a:ext cx="1" cy="18"/>
                    </a:xfrm>
                    <a:prstGeom prst="line">
                      <a:avLst/>
                    </a:prstGeom>
                    <a:noFill/>
                    <a:ln w="3175">
                      <a:solidFill>
                        <a:srgbClr val="40404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2542949" name="Line 25">
                    <a:extLst>
                      <a:ext uri="{FF2B5EF4-FFF2-40B4-BE49-F238E27FC236}">
                        <a16:creationId xmlns:a16="http://schemas.microsoft.com/office/drawing/2014/main" id="{D08C2298-7BD7-17DF-8989-24963F1DE6D6}"/>
                      </a:ext>
                    </a:extLst>
                  </p:cNvPr>
                  <p:cNvSpPr>
                    <a:spLocks noChangeShapeType="1"/>
                  </p:cNvSpPr>
                  <p:nvPr/>
                </p:nvSpPr>
                <p:spPr bwMode="auto">
                  <a:xfrm>
                    <a:off x="1484" y="2276"/>
                    <a:ext cx="1" cy="63"/>
                  </a:xfrm>
                  <a:prstGeom prst="line">
                    <a:avLst/>
                  </a:prstGeom>
                  <a:noFill/>
                  <a:ln w="3175">
                    <a:solidFill>
                      <a:srgbClr val="20202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2542936" name="Group 26">
                <a:extLst>
                  <a:ext uri="{FF2B5EF4-FFF2-40B4-BE49-F238E27FC236}">
                    <a16:creationId xmlns:a16="http://schemas.microsoft.com/office/drawing/2014/main" id="{DEEB75B7-1C3D-7B5A-4223-49DC191D0D44}"/>
                  </a:ext>
                </a:extLst>
              </p:cNvPr>
              <p:cNvGrpSpPr>
                <a:grpSpLocks/>
              </p:cNvGrpSpPr>
              <p:nvPr/>
            </p:nvGrpSpPr>
            <p:grpSpPr bwMode="auto">
              <a:xfrm>
                <a:off x="1277" y="2267"/>
                <a:ext cx="86" cy="85"/>
                <a:chOff x="1277" y="2267"/>
                <a:chExt cx="86" cy="85"/>
              </a:xfrm>
            </p:grpSpPr>
            <p:sp>
              <p:nvSpPr>
                <p:cNvPr id="2542941" name="Oval 27">
                  <a:extLst>
                    <a:ext uri="{FF2B5EF4-FFF2-40B4-BE49-F238E27FC236}">
                      <a16:creationId xmlns:a16="http://schemas.microsoft.com/office/drawing/2014/main" id="{66D971BE-F6F7-4045-F80B-94EA559EC335}"/>
                    </a:ext>
                  </a:extLst>
                </p:cNvPr>
                <p:cNvSpPr>
                  <a:spLocks noChangeArrowheads="1"/>
                </p:cNvSpPr>
                <p:nvPr/>
              </p:nvSpPr>
              <p:spPr bwMode="auto">
                <a:xfrm>
                  <a:off x="1277" y="2267"/>
                  <a:ext cx="86" cy="85"/>
                </a:xfrm>
                <a:prstGeom prst="ellipse">
                  <a:avLst/>
                </a:prstGeom>
                <a:solidFill>
                  <a:srgbClr val="202020"/>
                </a:solidFill>
                <a:ln w="3175">
                  <a:solidFill>
                    <a:srgbClr val="000000"/>
                  </a:solidFill>
                  <a:round/>
                  <a:headEnd/>
                  <a:tailEnd/>
                </a:ln>
              </p:spPr>
              <p:txBody>
                <a:bodyPr/>
                <a:lstStyle/>
                <a:p>
                  <a:endParaRPr lang="en-US"/>
                </a:p>
              </p:txBody>
            </p:sp>
            <p:sp>
              <p:nvSpPr>
                <p:cNvPr id="2542942" name="Oval 28">
                  <a:extLst>
                    <a:ext uri="{FF2B5EF4-FFF2-40B4-BE49-F238E27FC236}">
                      <a16:creationId xmlns:a16="http://schemas.microsoft.com/office/drawing/2014/main" id="{59A43B65-1373-F6D9-1B28-6F7374BE1AFC}"/>
                    </a:ext>
                  </a:extLst>
                </p:cNvPr>
                <p:cNvSpPr>
                  <a:spLocks noChangeArrowheads="1"/>
                </p:cNvSpPr>
                <p:nvPr/>
              </p:nvSpPr>
              <p:spPr bwMode="auto">
                <a:xfrm>
                  <a:off x="1289" y="2279"/>
                  <a:ext cx="60" cy="59"/>
                </a:xfrm>
                <a:prstGeom prst="ellipse">
                  <a:avLst/>
                </a:prstGeom>
                <a:solidFill>
                  <a:srgbClr val="A0A0A0"/>
                </a:solidFill>
                <a:ln w="3175">
                  <a:solidFill>
                    <a:srgbClr val="000000"/>
                  </a:solidFill>
                  <a:round/>
                  <a:headEnd/>
                  <a:tailEnd/>
                </a:ln>
              </p:spPr>
              <p:txBody>
                <a:bodyPr/>
                <a:lstStyle/>
                <a:p>
                  <a:endParaRPr lang="en-US"/>
                </a:p>
              </p:txBody>
            </p:sp>
            <p:sp>
              <p:nvSpPr>
                <p:cNvPr id="2542943" name="Oval 29">
                  <a:extLst>
                    <a:ext uri="{FF2B5EF4-FFF2-40B4-BE49-F238E27FC236}">
                      <a16:creationId xmlns:a16="http://schemas.microsoft.com/office/drawing/2014/main" id="{32E333A2-1DEF-EE30-CF1F-22FA20A2B4B6}"/>
                    </a:ext>
                  </a:extLst>
                </p:cNvPr>
                <p:cNvSpPr>
                  <a:spLocks noChangeArrowheads="1"/>
                </p:cNvSpPr>
                <p:nvPr/>
              </p:nvSpPr>
              <p:spPr bwMode="auto">
                <a:xfrm>
                  <a:off x="1305" y="2297"/>
                  <a:ext cx="26" cy="25"/>
                </a:xfrm>
                <a:prstGeom prst="ellipse">
                  <a:avLst/>
                </a:prstGeom>
                <a:solidFill>
                  <a:srgbClr val="606060"/>
                </a:solidFill>
                <a:ln w="3175">
                  <a:solidFill>
                    <a:srgbClr val="000000"/>
                  </a:solidFill>
                  <a:round/>
                  <a:headEnd/>
                  <a:tailEnd/>
                </a:ln>
              </p:spPr>
              <p:txBody>
                <a:bodyPr/>
                <a:lstStyle/>
                <a:p>
                  <a:endParaRPr lang="en-US"/>
                </a:p>
              </p:txBody>
            </p:sp>
          </p:grpSp>
          <p:grpSp>
            <p:nvGrpSpPr>
              <p:cNvPr id="2542937" name="Group 2542936">
                <a:extLst>
                  <a:ext uri="{FF2B5EF4-FFF2-40B4-BE49-F238E27FC236}">
                    <a16:creationId xmlns:a16="http://schemas.microsoft.com/office/drawing/2014/main" id="{8CB17469-0997-87D9-F8B1-7FC12508DB07}"/>
                  </a:ext>
                </a:extLst>
              </p:cNvPr>
              <p:cNvGrpSpPr>
                <a:grpSpLocks/>
              </p:cNvGrpSpPr>
              <p:nvPr/>
            </p:nvGrpSpPr>
            <p:grpSpPr bwMode="auto">
              <a:xfrm>
                <a:off x="1390" y="2267"/>
                <a:ext cx="86" cy="85"/>
                <a:chOff x="1390" y="2267"/>
                <a:chExt cx="86" cy="85"/>
              </a:xfrm>
            </p:grpSpPr>
            <p:sp>
              <p:nvSpPr>
                <p:cNvPr id="2542938" name="Oval 31">
                  <a:extLst>
                    <a:ext uri="{FF2B5EF4-FFF2-40B4-BE49-F238E27FC236}">
                      <a16:creationId xmlns:a16="http://schemas.microsoft.com/office/drawing/2014/main" id="{C180F1B3-43E9-8205-0315-24BA3D192A55}"/>
                    </a:ext>
                  </a:extLst>
                </p:cNvPr>
                <p:cNvSpPr>
                  <a:spLocks noChangeArrowheads="1"/>
                </p:cNvSpPr>
                <p:nvPr/>
              </p:nvSpPr>
              <p:spPr bwMode="auto">
                <a:xfrm>
                  <a:off x="1390" y="2267"/>
                  <a:ext cx="86" cy="85"/>
                </a:xfrm>
                <a:prstGeom prst="ellipse">
                  <a:avLst/>
                </a:prstGeom>
                <a:solidFill>
                  <a:srgbClr val="202020"/>
                </a:solidFill>
                <a:ln w="3175">
                  <a:solidFill>
                    <a:srgbClr val="000000"/>
                  </a:solidFill>
                  <a:round/>
                  <a:headEnd/>
                  <a:tailEnd/>
                </a:ln>
              </p:spPr>
              <p:txBody>
                <a:bodyPr/>
                <a:lstStyle/>
                <a:p>
                  <a:endParaRPr lang="en-US"/>
                </a:p>
              </p:txBody>
            </p:sp>
            <p:sp>
              <p:nvSpPr>
                <p:cNvPr id="2542939" name="Oval 32">
                  <a:extLst>
                    <a:ext uri="{FF2B5EF4-FFF2-40B4-BE49-F238E27FC236}">
                      <a16:creationId xmlns:a16="http://schemas.microsoft.com/office/drawing/2014/main" id="{D5CBD9E6-4B9F-B347-060A-D4DB16D83FDF}"/>
                    </a:ext>
                  </a:extLst>
                </p:cNvPr>
                <p:cNvSpPr>
                  <a:spLocks noChangeArrowheads="1"/>
                </p:cNvSpPr>
                <p:nvPr/>
              </p:nvSpPr>
              <p:spPr bwMode="auto">
                <a:xfrm>
                  <a:off x="1404" y="2279"/>
                  <a:ext cx="60" cy="59"/>
                </a:xfrm>
                <a:prstGeom prst="ellipse">
                  <a:avLst/>
                </a:prstGeom>
                <a:solidFill>
                  <a:srgbClr val="A0A0A0"/>
                </a:solidFill>
                <a:ln w="3175">
                  <a:solidFill>
                    <a:srgbClr val="000000"/>
                  </a:solidFill>
                  <a:round/>
                  <a:headEnd/>
                  <a:tailEnd/>
                </a:ln>
              </p:spPr>
              <p:txBody>
                <a:bodyPr/>
                <a:lstStyle/>
                <a:p>
                  <a:endParaRPr lang="en-US"/>
                </a:p>
              </p:txBody>
            </p:sp>
            <p:sp>
              <p:nvSpPr>
                <p:cNvPr id="2542940" name="Oval 33">
                  <a:extLst>
                    <a:ext uri="{FF2B5EF4-FFF2-40B4-BE49-F238E27FC236}">
                      <a16:creationId xmlns:a16="http://schemas.microsoft.com/office/drawing/2014/main" id="{8EAFAEC7-B4DF-7767-1D0A-9D0097011C65}"/>
                    </a:ext>
                  </a:extLst>
                </p:cNvPr>
                <p:cNvSpPr>
                  <a:spLocks noChangeArrowheads="1"/>
                </p:cNvSpPr>
                <p:nvPr/>
              </p:nvSpPr>
              <p:spPr bwMode="auto">
                <a:xfrm>
                  <a:off x="1420" y="2297"/>
                  <a:ext cx="26" cy="25"/>
                </a:xfrm>
                <a:prstGeom prst="ellipse">
                  <a:avLst/>
                </a:prstGeom>
                <a:solidFill>
                  <a:srgbClr val="606060"/>
                </a:solidFill>
                <a:ln w="3175">
                  <a:solidFill>
                    <a:srgbClr val="000000"/>
                  </a:solidFill>
                  <a:round/>
                  <a:headEnd/>
                  <a:tailEnd/>
                </a:ln>
              </p:spPr>
              <p:txBody>
                <a:bodyPr/>
                <a:lstStyle/>
                <a:p>
                  <a:endParaRPr lang="en-US"/>
                </a:p>
              </p:txBody>
            </p:sp>
          </p:grpSp>
        </p:grpSp>
      </p:grpSp>
      <p:grpSp>
        <p:nvGrpSpPr>
          <p:cNvPr id="2542962" name="Group 4">
            <a:extLst>
              <a:ext uri="{FF2B5EF4-FFF2-40B4-BE49-F238E27FC236}">
                <a16:creationId xmlns:a16="http://schemas.microsoft.com/office/drawing/2014/main" id="{CDDC00E3-779B-A3DA-8F7D-3F43EFCFCCAF}"/>
              </a:ext>
            </a:extLst>
          </p:cNvPr>
          <p:cNvGrpSpPr>
            <a:grpSpLocks/>
          </p:cNvGrpSpPr>
          <p:nvPr/>
        </p:nvGrpSpPr>
        <p:grpSpPr bwMode="auto">
          <a:xfrm>
            <a:off x="8133589" y="3760639"/>
            <a:ext cx="448469" cy="205096"/>
            <a:chOff x="2256" y="2352"/>
            <a:chExt cx="933" cy="365"/>
          </a:xfrm>
        </p:grpSpPr>
        <p:grpSp>
          <p:nvGrpSpPr>
            <p:cNvPr id="2542963" name="Group 5">
              <a:extLst>
                <a:ext uri="{FF2B5EF4-FFF2-40B4-BE49-F238E27FC236}">
                  <a16:creationId xmlns:a16="http://schemas.microsoft.com/office/drawing/2014/main" id="{6E6A6ECD-C204-603A-48B3-12CE86B9ECBC}"/>
                </a:ext>
              </a:extLst>
            </p:cNvPr>
            <p:cNvGrpSpPr>
              <a:grpSpLocks/>
            </p:cNvGrpSpPr>
            <p:nvPr/>
          </p:nvGrpSpPr>
          <p:grpSpPr bwMode="auto">
            <a:xfrm flipH="1">
              <a:off x="2256" y="2352"/>
              <a:ext cx="933" cy="249"/>
              <a:chOff x="693" y="2029"/>
              <a:chExt cx="836" cy="228"/>
            </a:xfrm>
          </p:grpSpPr>
          <p:sp>
            <p:nvSpPr>
              <p:cNvPr id="2542990" name="Rectangle 6">
                <a:extLst>
                  <a:ext uri="{FF2B5EF4-FFF2-40B4-BE49-F238E27FC236}">
                    <a16:creationId xmlns:a16="http://schemas.microsoft.com/office/drawing/2014/main" id="{559D59A9-1553-F00D-EAB8-1092CEA1C693}"/>
                  </a:ext>
                </a:extLst>
              </p:cNvPr>
              <p:cNvSpPr>
                <a:spLocks noChangeArrowheads="1"/>
              </p:cNvSpPr>
              <p:nvPr/>
            </p:nvSpPr>
            <p:spPr bwMode="auto">
              <a:xfrm>
                <a:off x="693" y="2029"/>
                <a:ext cx="836" cy="228"/>
              </a:xfrm>
              <a:prstGeom prst="rect">
                <a:avLst/>
              </a:prstGeom>
              <a:gradFill rotWithShape="0">
                <a:gsLst>
                  <a:gs pos="0">
                    <a:srgbClr val="037C03"/>
                  </a:gs>
                  <a:gs pos="50000">
                    <a:srgbClr val="037C03">
                      <a:gamma/>
                      <a:shade val="6275"/>
                      <a:invGamma/>
                    </a:srgbClr>
                  </a:gs>
                  <a:gs pos="100000">
                    <a:srgbClr val="037C03"/>
                  </a:gs>
                </a:gsLst>
                <a:lin ang="5400000" scaled="1"/>
              </a:gradFill>
              <a:ln w="3175">
                <a:solidFill>
                  <a:srgbClr val="000000"/>
                </a:solidFill>
                <a:miter lim="800000"/>
                <a:headEnd/>
                <a:tailEnd/>
              </a:ln>
            </p:spPr>
            <p:txBody>
              <a:bodyPr/>
              <a:lstStyle/>
              <a:p>
                <a:endParaRPr lang="en-US"/>
              </a:p>
            </p:txBody>
          </p:sp>
          <p:sp>
            <p:nvSpPr>
              <p:cNvPr id="2542991" name="Rectangle 7">
                <a:extLst>
                  <a:ext uri="{FF2B5EF4-FFF2-40B4-BE49-F238E27FC236}">
                    <a16:creationId xmlns:a16="http://schemas.microsoft.com/office/drawing/2014/main" id="{7CFF6474-DE46-98F0-979B-FBB40BE0DE85}"/>
                  </a:ext>
                </a:extLst>
              </p:cNvPr>
              <p:cNvSpPr>
                <a:spLocks noChangeArrowheads="1"/>
              </p:cNvSpPr>
              <p:nvPr/>
            </p:nvSpPr>
            <p:spPr bwMode="auto">
              <a:xfrm>
                <a:off x="693" y="2037"/>
                <a:ext cx="836" cy="213"/>
              </a:xfrm>
              <a:prstGeom prst="rect">
                <a:avLst/>
              </a:prstGeom>
              <a:solidFill>
                <a:srgbClr val="C5D3ED"/>
              </a:solidFill>
              <a:ln w="3175">
                <a:solidFill>
                  <a:srgbClr val="000000"/>
                </a:solidFill>
                <a:miter lim="800000"/>
                <a:headEnd/>
                <a:tailEnd/>
              </a:ln>
            </p:spPr>
            <p:txBody>
              <a:bodyPr/>
              <a:lstStyle/>
              <a:p>
                <a:endParaRPr lang="en-US" dirty="0"/>
              </a:p>
            </p:txBody>
          </p:sp>
        </p:grpSp>
        <p:grpSp>
          <p:nvGrpSpPr>
            <p:cNvPr id="2542964" name="Group 8">
              <a:extLst>
                <a:ext uri="{FF2B5EF4-FFF2-40B4-BE49-F238E27FC236}">
                  <a16:creationId xmlns:a16="http://schemas.microsoft.com/office/drawing/2014/main" id="{25C866F7-8A69-DCEC-6B85-4B333555B61E}"/>
                </a:ext>
              </a:extLst>
            </p:cNvPr>
            <p:cNvGrpSpPr>
              <a:grpSpLocks/>
            </p:cNvGrpSpPr>
            <p:nvPr/>
          </p:nvGrpSpPr>
          <p:grpSpPr bwMode="auto">
            <a:xfrm flipH="1">
              <a:off x="2413" y="2614"/>
              <a:ext cx="624" cy="103"/>
              <a:chOff x="926" y="2258"/>
              <a:chExt cx="559" cy="94"/>
            </a:xfrm>
          </p:grpSpPr>
          <p:grpSp>
            <p:nvGrpSpPr>
              <p:cNvPr id="2542965" name="Group 9">
                <a:extLst>
                  <a:ext uri="{FF2B5EF4-FFF2-40B4-BE49-F238E27FC236}">
                    <a16:creationId xmlns:a16="http://schemas.microsoft.com/office/drawing/2014/main" id="{84FD3F9C-88B4-330B-CA39-2CC16BD37972}"/>
                  </a:ext>
                </a:extLst>
              </p:cNvPr>
              <p:cNvGrpSpPr>
                <a:grpSpLocks/>
              </p:cNvGrpSpPr>
              <p:nvPr/>
            </p:nvGrpSpPr>
            <p:grpSpPr bwMode="auto">
              <a:xfrm>
                <a:off x="926" y="2258"/>
                <a:ext cx="559" cy="81"/>
                <a:chOff x="926" y="2258"/>
                <a:chExt cx="559" cy="81"/>
              </a:xfrm>
            </p:grpSpPr>
            <p:grpSp>
              <p:nvGrpSpPr>
                <p:cNvPr id="2542974" name="Group 10">
                  <a:extLst>
                    <a:ext uri="{FF2B5EF4-FFF2-40B4-BE49-F238E27FC236}">
                      <a16:creationId xmlns:a16="http://schemas.microsoft.com/office/drawing/2014/main" id="{E82278C0-E708-A9A2-432E-31C3CADEE974}"/>
                    </a:ext>
                  </a:extLst>
                </p:cNvPr>
                <p:cNvGrpSpPr>
                  <a:grpSpLocks/>
                </p:cNvGrpSpPr>
                <p:nvPr/>
              </p:nvGrpSpPr>
              <p:grpSpPr bwMode="auto">
                <a:xfrm>
                  <a:off x="926" y="2258"/>
                  <a:ext cx="67" cy="62"/>
                  <a:chOff x="926" y="2258"/>
                  <a:chExt cx="67" cy="62"/>
                </a:xfrm>
              </p:grpSpPr>
              <p:sp>
                <p:nvSpPr>
                  <p:cNvPr id="2542987" name="Freeform 11">
                    <a:extLst>
                      <a:ext uri="{FF2B5EF4-FFF2-40B4-BE49-F238E27FC236}">
                        <a16:creationId xmlns:a16="http://schemas.microsoft.com/office/drawing/2014/main" id="{574BBDF5-1C46-0DA6-8AFE-C3B90736790E}"/>
                      </a:ext>
                    </a:extLst>
                  </p:cNvPr>
                  <p:cNvSpPr>
                    <a:spLocks/>
                  </p:cNvSpPr>
                  <p:nvPr/>
                </p:nvSpPr>
                <p:spPr bwMode="auto">
                  <a:xfrm>
                    <a:off x="926" y="2258"/>
                    <a:ext cx="67" cy="10"/>
                  </a:xfrm>
                  <a:custGeom>
                    <a:avLst/>
                    <a:gdLst>
                      <a:gd name="T0" fmla="*/ 0 w 67"/>
                      <a:gd name="T1" fmla="*/ 0 h 10"/>
                      <a:gd name="T2" fmla="*/ 67 w 67"/>
                      <a:gd name="T3" fmla="*/ 0 h 10"/>
                      <a:gd name="T4" fmla="*/ 59 w 67"/>
                      <a:gd name="T5" fmla="*/ 10 h 10"/>
                      <a:gd name="T6" fmla="*/ 7 w 67"/>
                      <a:gd name="T7" fmla="*/ 10 h 10"/>
                      <a:gd name="T8" fmla="*/ 0 w 67"/>
                      <a:gd name="T9" fmla="*/ 0 h 10"/>
                    </a:gdLst>
                    <a:ahLst/>
                    <a:cxnLst>
                      <a:cxn ang="0">
                        <a:pos x="T0" y="T1"/>
                      </a:cxn>
                      <a:cxn ang="0">
                        <a:pos x="T2" y="T3"/>
                      </a:cxn>
                      <a:cxn ang="0">
                        <a:pos x="T4" y="T5"/>
                      </a:cxn>
                      <a:cxn ang="0">
                        <a:pos x="T6" y="T7"/>
                      </a:cxn>
                      <a:cxn ang="0">
                        <a:pos x="T8" y="T9"/>
                      </a:cxn>
                    </a:cxnLst>
                    <a:rect l="0" t="0" r="r" b="b"/>
                    <a:pathLst>
                      <a:path w="67" h="10">
                        <a:moveTo>
                          <a:pt x="0" y="0"/>
                        </a:moveTo>
                        <a:lnTo>
                          <a:pt x="67" y="0"/>
                        </a:lnTo>
                        <a:lnTo>
                          <a:pt x="59" y="10"/>
                        </a:lnTo>
                        <a:lnTo>
                          <a:pt x="7" y="10"/>
                        </a:lnTo>
                        <a:lnTo>
                          <a:pt x="0" y="0"/>
                        </a:lnTo>
                        <a:close/>
                      </a:path>
                    </a:pathLst>
                  </a:custGeom>
                  <a:solidFill>
                    <a:srgbClr val="606060"/>
                  </a:solidFill>
                  <a:ln w="3175">
                    <a:solidFill>
                      <a:srgbClr val="404040"/>
                    </a:solidFill>
                    <a:prstDash val="solid"/>
                    <a:round/>
                    <a:headEnd/>
                    <a:tailEnd/>
                  </a:ln>
                </p:spPr>
                <p:txBody>
                  <a:bodyPr/>
                  <a:lstStyle/>
                  <a:p>
                    <a:endParaRPr lang="en-US"/>
                  </a:p>
                </p:txBody>
              </p:sp>
              <p:sp>
                <p:nvSpPr>
                  <p:cNvPr id="2542988" name="Freeform 12">
                    <a:extLst>
                      <a:ext uri="{FF2B5EF4-FFF2-40B4-BE49-F238E27FC236}">
                        <a16:creationId xmlns:a16="http://schemas.microsoft.com/office/drawing/2014/main" id="{3895FE2B-9D0F-6E58-5E82-A902F5C93A1F}"/>
                      </a:ext>
                    </a:extLst>
                  </p:cNvPr>
                  <p:cNvSpPr>
                    <a:spLocks/>
                  </p:cNvSpPr>
                  <p:nvPr/>
                </p:nvSpPr>
                <p:spPr bwMode="auto">
                  <a:xfrm>
                    <a:off x="941" y="2268"/>
                    <a:ext cx="34" cy="4"/>
                  </a:xfrm>
                  <a:custGeom>
                    <a:avLst/>
                    <a:gdLst>
                      <a:gd name="T0" fmla="*/ 0 w 34"/>
                      <a:gd name="T1" fmla="*/ 0 h 4"/>
                      <a:gd name="T2" fmla="*/ 34 w 34"/>
                      <a:gd name="T3" fmla="*/ 0 h 4"/>
                      <a:gd name="T4" fmla="*/ 30 w 34"/>
                      <a:gd name="T5" fmla="*/ 4 h 4"/>
                      <a:gd name="T6" fmla="*/ 4 w 34"/>
                      <a:gd name="T7" fmla="*/ 4 h 4"/>
                      <a:gd name="T8" fmla="*/ 0 w 34"/>
                      <a:gd name="T9" fmla="*/ 0 h 4"/>
                    </a:gdLst>
                    <a:ahLst/>
                    <a:cxnLst>
                      <a:cxn ang="0">
                        <a:pos x="T0" y="T1"/>
                      </a:cxn>
                      <a:cxn ang="0">
                        <a:pos x="T2" y="T3"/>
                      </a:cxn>
                      <a:cxn ang="0">
                        <a:pos x="T4" y="T5"/>
                      </a:cxn>
                      <a:cxn ang="0">
                        <a:pos x="T6" y="T7"/>
                      </a:cxn>
                      <a:cxn ang="0">
                        <a:pos x="T8" y="T9"/>
                      </a:cxn>
                    </a:cxnLst>
                    <a:rect l="0" t="0" r="r" b="b"/>
                    <a:pathLst>
                      <a:path w="34" h="4">
                        <a:moveTo>
                          <a:pt x="0" y="0"/>
                        </a:moveTo>
                        <a:lnTo>
                          <a:pt x="34" y="0"/>
                        </a:lnTo>
                        <a:lnTo>
                          <a:pt x="30" y="4"/>
                        </a:lnTo>
                        <a:lnTo>
                          <a:pt x="4" y="4"/>
                        </a:lnTo>
                        <a:lnTo>
                          <a:pt x="0" y="0"/>
                        </a:lnTo>
                        <a:close/>
                      </a:path>
                    </a:pathLst>
                  </a:custGeom>
                  <a:solidFill>
                    <a:srgbClr val="606060"/>
                  </a:solidFill>
                  <a:ln w="3175">
                    <a:solidFill>
                      <a:srgbClr val="404040"/>
                    </a:solidFill>
                    <a:prstDash val="solid"/>
                    <a:round/>
                    <a:headEnd/>
                    <a:tailEnd/>
                  </a:ln>
                </p:spPr>
                <p:txBody>
                  <a:bodyPr/>
                  <a:lstStyle/>
                  <a:p>
                    <a:endParaRPr lang="en-US"/>
                  </a:p>
                </p:txBody>
              </p:sp>
              <p:sp>
                <p:nvSpPr>
                  <p:cNvPr id="2542989" name="Rectangle 13">
                    <a:extLst>
                      <a:ext uri="{FF2B5EF4-FFF2-40B4-BE49-F238E27FC236}">
                        <a16:creationId xmlns:a16="http://schemas.microsoft.com/office/drawing/2014/main" id="{C81B4C2B-D7F3-7BC8-0858-9AF55FAD1A94}"/>
                      </a:ext>
                    </a:extLst>
                  </p:cNvPr>
                  <p:cNvSpPr>
                    <a:spLocks noChangeArrowheads="1"/>
                  </p:cNvSpPr>
                  <p:nvPr/>
                </p:nvSpPr>
                <p:spPr bwMode="auto">
                  <a:xfrm>
                    <a:off x="956" y="2273"/>
                    <a:ext cx="6" cy="47"/>
                  </a:xfrm>
                  <a:prstGeom prst="rect">
                    <a:avLst/>
                  </a:prstGeom>
                  <a:solidFill>
                    <a:srgbClr val="606060"/>
                  </a:solidFill>
                  <a:ln w="3175">
                    <a:solidFill>
                      <a:srgbClr val="404040"/>
                    </a:solidFill>
                    <a:miter lim="800000"/>
                    <a:headEnd/>
                    <a:tailEnd/>
                  </a:ln>
                </p:spPr>
                <p:txBody>
                  <a:bodyPr/>
                  <a:lstStyle/>
                  <a:p>
                    <a:endParaRPr lang="en-US"/>
                  </a:p>
                </p:txBody>
              </p:sp>
            </p:grpSp>
            <p:grpSp>
              <p:nvGrpSpPr>
                <p:cNvPr id="2542975" name="Group 14">
                  <a:extLst>
                    <a:ext uri="{FF2B5EF4-FFF2-40B4-BE49-F238E27FC236}">
                      <a16:creationId xmlns:a16="http://schemas.microsoft.com/office/drawing/2014/main" id="{F44EDD9A-9703-0152-93D0-96D77F4B8AF6}"/>
                    </a:ext>
                  </a:extLst>
                </p:cNvPr>
                <p:cNvGrpSpPr>
                  <a:grpSpLocks/>
                </p:cNvGrpSpPr>
                <p:nvPr/>
              </p:nvGrpSpPr>
              <p:grpSpPr bwMode="auto">
                <a:xfrm>
                  <a:off x="1264" y="2258"/>
                  <a:ext cx="107" cy="81"/>
                  <a:chOff x="1264" y="2258"/>
                  <a:chExt cx="107" cy="81"/>
                </a:xfrm>
              </p:grpSpPr>
              <p:sp>
                <p:nvSpPr>
                  <p:cNvPr id="2542982" name="Freeform 15">
                    <a:extLst>
                      <a:ext uri="{FF2B5EF4-FFF2-40B4-BE49-F238E27FC236}">
                        <a16:creationId xmlns:a16="http://schemas.microsoft.com/office/drawing/2014/main" id="{77A3432B-29BF-51CE-1C90-06EE38B43700}"/>
                      </a:ext>
                    </a:extLst>
                  </p:cNvPr>
                  <p:cNvSpPr>
                    <a:spLocks/>
                  </p:cNvSpPr>
                  <p:nvPr/>
                </p:nvSpPr>
                <p:spPr bwMode="auto">
                  <a:xfrm>
                    <a:off x="1264" y="2260"/>
                    <a:ext cx="106" cy="16"/>
                  </a:xfrm>
                  <a:custGeom>
                    <a:avLst/>
                    <a:gdLst>
                      <a:gd name="T0" fmla="*/ 0 w 106"/>
                      <a:gd name="T1" fmla="*/ 0 h 16"/>
                      <a:gd name="T2" fmla="*/ 106 w 106"/>
                      <a:gd name="T3" fmla="*/ 0 h 16"/>
                      <a:gd name="T4" fmla="*/ 106 w 106"/>
                      <a:gd name="T5" fmla="*/ 16 h 16"/>
                      <a:gd name="T6" fmla="*/ 8 w 106"/>
                      <a:gd name="T7" fmla="*/ 16 h 16"/>
                      <a:gd name="T8" fmla="*/ 0 w 106"/>
                      <a:gd name="T9" fmla="*/ 0 h 16"/>
                    </a:gdLst>
                    <a:ahLst/>
                    <a:cxnLst>
                      <a:cxn ang="0">
                        <a:pos x="T0" y="T1"/>
                      </a:cxn>
                      <a:cxn ang="0">
                        <a:pos x="T2" y="T3"/>
                      </a:cxn>
                      <a:cxn ang="0">
                        <a:pos x="T4" y="T5"/>
                      </a:cxn>
                      <a:cxn ang="0">
                        <a:pos x="T6" y="T7"/>
                      </a:cxn>
                      <a:cxn ang="0">
                        <a:pos x="T8" y="T9"/>
                      </a:cxn>
                    </a:cxnLst>
                    <a:rect l="0" t="0" r="r" b="b"/>
                    <a:pathLst>
                      <a:path w="106" h="16">
                        <a:moveTo>
                          <a:pt x="0" y="0"/>
                        </a:moveTo>
                        <a:lnTo>
                          <a:pt x="106" y="0"/>
                        </a:lnTo>
                        <a:lnTo>
                          <a:pt x="106" y="16"/>
                        </a:lnTo>
                        <a:lnTo>
                          <a:pt x="8" y="16"/>
                        </a:lnTo>
                        <a:lnTo>
                          <a:pt x="0" y="0"/>
                        </a:lnTo>
                        <a:close/>
                      </a:path>
                    </a:pathLst>
                  </a:custGeom>
                  <a:solidFill>
                    <a:srgbClr val="606060"/>
                  </a:solidFill>
                  <a:ln w="3175">
                    <a:solidFill>
                      <a:srgbClr val="404040"/>
                    </a:solidFill>
                    <a:prstDash val="solid"/>
                    <a:round/>
                    <a:headEnd/>
                    <a:tailEnd/>
                  </a:ln>
                </p:spPr>
                <p:txBody>
                  <a:bodyPr/>
                  <a:lstStyle/>
                  <a:p>
                    <a:endParaRPr lang="en-US"/>
                  </a:p>
                </p:txBody>
              </p:sp>
              <p:grpSp>
                <p:nvGrpSpPr>
                  <p:cNvPr id="2542983" name="Group 16">
                    <a:extLst>
                      <a:ext uri="{FF2B5EF4-FFF2-40B4-BE49-F238E27FC236}">
                        <a16:creationId xmlns:a16="http://schemas.microsoft.com/office/drawing/2014/main" id="{1A093B8E-BBF9-5FF5-BB15-5424603950AC}"/>
                      </a:ext>
                    </a:extLst>
                  </p:cNvPr>
                  <p:cNvGrpSpPr>
                    <a:grpSpLocks/>
                  </p:cNvGrpSpPr>
                  <p:nvPr/>
                </p:nvGrpSpPr>
                <p:grpSpPr bwMode="auto">
                  <a:xfrm>
                    <a:off x="1272" y="2258"/>
                    <a:ext cx="91" cy="18"/>
                    <a:chOff x="1272" y="2258"/>
                    <a:chExt cx="91" cy="18"/>
                  </a:xfrm>
                </p:grpSpPr>
                <p:sp>
                  <p:nvSpPr>
                    <p:cNvPr id="2542985" name="Freeform 17">
                      <a:extLst>
                        <a:ext uri="{FF2B5EF4-FFF2-40B4-BE49-F238E27FC236}">
                          <a16:creationId xmlns:a16="http://schemas.microsoft.com/office/drawing/2014/main" id="{39AD78A6-5FB4-0138-32F1-63771FE4007A}"/>
                        </a:ext>
                      </a:extLst>
                    </p:cNvPr>
                    <p:cNvSpPr>
                      <a:spLocks/>
                    </p:cNvSpPr>
                    <p:nvPr/>
                  </p:nvSpPr>
                  <p:spPr bwMode="auto">
                    <a:xfrm>
                      <a:off x="1272" y="2262"/>
                      <a:ext cx="80" cy="14"/>
                    </a:xfrm>
                    <a:custGeom>
                      <a:avLst/>
                      <a:gdLst>
                        <a:gd name="T0" fmla="*/ 0 w 80"/>
                        <a:gd name="T1" fmla="*/ 14 h 14"/>
                        <a:gd name="T2" fmla="*/ 12 w 80"/>
                        <a:gd name="T3" fmla="*/ 0 h 14"/>
                        <a:gd name="T4" fmla="*/ 80 w 80"/>
                        <a:gd name="T5" fmla="*/ 0 h 14"/>
                        <a:gd name="T6" fmla="*/ 80 w 80"/>
                        <a:gd name="T7" fmla="*/ 14 h 14"/>
                      </a:gdLst>
                      <a:ahLst/>
                      <a:cxnLst>
                        <a:cxn ang="0">
                          <a:pos x="T0" y="T1"/>
                        </a:cxn>
                        <a:cxn ang="0">
                          <a:pos x="T2" y="T3"/>
                        </a:cxn>
                        <a:cxn ang="0">
                          <a:pos x="T4" y="T5"/>
                        </a:cxn>
                        <a:cxn ang="0">
                          <a:pos x="T6" y="T7"/>
                        </a:cxn>
                      </a:cxnLst>
                      <a:rect l="0" t="0" r="r" b="b"/>
                      <a:pathLst>
                        <a:path w="80" h="14">
                          <a:moveTo>
                            <a:pt x="0" y="14"/>
                          </a:moveTo>
                          <a:lnTo>
                            <a:pt x="12" y="0"/>
                          </a:lnTo>
                          <a:lnTo>
                            <a:pt x="80" y="0"/>
                          </a:lnTo>
                          <a:lnTo>
                            <a:pt x="80" y="14"/>
                          </a:lnTo>
                        </a:path>
                      </a:pathLst>
                    </a:custGeom>
                    <a:noFill/>
                    <a:ln w="3175">
                      <a:solidFill>
                        <a:srgbClr val="40404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42986" name="Line 18">
                      <a:extLst>
                        <a:ext uri="{FF2B5EF4-FFF2-40B4-BE49-F238E27FC236}">
                          <a16:creationId xmlns:a16="http://schemas.microsoft.com/office/drawing/2014/main" id="{ED87B2E7-04A9-2E24-5C26-7D911ACD2C81}"/>
                        </a:ext>
                      </a:extLst>
                    </p:cNvPr>
                    <p:cNvSpPr>
                      <a:spLocks noChangeShapeType="1"/>
                    </p:cNvSpPr>
                    <p:nvPr/>
                  </p:nvSpPr>
                  <p:spPr bwMode="auto">
                    <a:xfrm>
                      <a:off x="1362" y="2258"/>
                      <a:ext cx="1" cy="18"/>
                    </a:xfrm>
                    <a:prstGeom prst="line">
                      <a:avLst/>
                    </a:prstGeom>
                    <a:noFill/>
                    <a:ln w="3175">
                      <a:solidFill>
                        <a:srgbClr val="40404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2542984" name="Line 19">
                    <a:extLst>
                      <a:ext uri="{FF2B5EF4-FFF2-40B4-BE49-F238E27FC236}">
                        <a16:creationId xmlns:a16="http://schemas.microsoft.com/office/drawing/2014/main" id="{12EAD18B-2301-4E9C-2546-75344F040A28}"/>
                      </a:ext>
                    </a:extLst>
                  </p:cNvPr>
                  <p:cNvSpPr>
                    <a:spLocks noChangeShapeType="1"/>
                  </p:cNvSpPr>
                  <p:nvPr/>
                </p:nvSpPr>
                <p:spPr bwMode="auto">
                  <a:xfrm>
                    <a:off x="1370" y="2276"/>
                    <a:ext cx="1" cy="63"/>
                  </a:xfrm>
                  <a:prstGeom prst="line">
                    <a:avLst/>
                  </a:prstGeom>
                  <a:noFill/>
                  <a:ln w="3175">
                    <a:solidFill>
                      <a:srgbClr val="20202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2542976" name="Group 20">
                  <a:extLst>
                    <a:ext uri="{FF2B5EF4-FFF2-40B4-BE49-F238E27FC236}">
                      <a16:creationId xmlns:a16="http://schemas.microsoft.com/office/drawing/2014/main" id="{AE98F08D-EFE3-7648-1BAE-48588E1C49F8}"/>
                    </a:ext>
                  </a:extLst>
                </p:cNvPr>
                <p:cNvGrpSpPr>
                  <a:grpSpLocks/>
                </p:cNvGrpSpPr>
                <p:nvPr/>
              </p:nvGrpSpPr>
              <p:grpSpPr bwMode="auto">
                <a:xfrm>
                  <a:off x="1377" y="2258"/>
                  <a:ext cx="108" cy="81"/>
                  <a:chOff x="1377" y="2258"/>
                  <a:chExt cx="108" cy="81"/>
                </a:xfrm>
              </p:grpSpPr>
              <p:sp>
                <p:nvSpPr>
                  <p:cNvPr id="2542977" name="Freeform 21">
                    <a:extLst>
                      <a:ext uri="{FF2B5EF4-FFF2-40B4-BE49-F238E27FC236}">
                        <a16:creationId xmlns:a16="http://schemas.microsoft.com/office/drawing/2014/main" id="{CE60FEE9-C47D-E660-5662-F701A56B9F27}"/>
                      </a:ext>
                    </a:extLst>
                  </p:cNvPr>
                  <p:cNvSpPr>
                    <a:spLocks/>
                  </p:cNvSpPr>
                  <p:nvPr/>
                </p:nvSpPr>
                <p:spPr bwMode="auto">
                  <a:xfrm>
                    <a:off x="1377" y="2260"/>
                    <a:ext cx="107" cy="16"/>
                  </a:xfrm>
                  <a:custGeom>
                    <a:avLst/>
                    <a:gdLst>
                      <a:gd name="T0" fmla="*/ 0 w 107"/>
                      <a:gd name="T1" fmla="*/ 0 h 16"/>
                      <a:gd name="T2" fmla="*/ 107 w 107"/>
                      <a:gd name="T3" fmla="*/ 0 h 16"/>
                      <a:gd name="T4" fmla="*/ 107 w 107"/>
                      <a:gd name="T5" fmla="*/ 16 h 16"/>
                      <a:gd name="T6" fmla="*/ 10 w 107"/>
                      <a:gd name="T7" fmla="*/ 16 h 16"/>
                      <a:gd name="T8" fmla="*/ 0 w 107"/>
                      <a:gd name="T9" fmla="*/ 0 h 16"/>
                    </a:gdLst>
                    <a:ahLst/>
                    <a:cxnLst>
                      <a:cxn ang="0">
                        <a:pos x="T0" y="T1"/>
                      </a:cxn>
                      <a:cxn ang="0">
                        <a:pos x="T2" y="T3"/>
                      </a:cxn>
                      <a:cxn ang="0">
                        <a:pos x="T4" y="T5"/>
                      </a:cxn>
                      <a:cxn ang="0">
                        <a:pos x="T6" y="T7"/>
                      </a:cxn>
                      <a:cxn ang="0">
                        <a:pos x="T8" y="T9"/>
                      </a:cxn>
                    </a:cxnLst>
                    <a:rect l="0" t="0" r="r" b="b"/>
                    <a:pathLst>
                      <a:path w="107" h="16">
                        <a:moveTo>
                          <a:pt x="0" y="0"/>
                        </a:moveTo>
                        <a:lnTo>
                          <a:pt x="107" y="0"/>
                        </a:lnTo>
                        <a:lnTo>
                          <a:pt x="107" y="16"/>
                        </a:lnTo>
                        <a:lnTo>
                          <a:pt x="10" y="16"/>
                        </a:lnTo>
                        <a:lnTo>
                          <a:pt x="0" y="0"/>
                        </a:lnTo>
                        <a:close/>
                      </a:path>
                    </a:pathLst>
                  </a:custGeom>
                  <a:solidFill>
                    <a:srgbClr val="606060"/>
                  </a:solidFill>
                  <a:ln w="3175">
                    <a:solidFill>
                      <a:srgbClr val="404040"/>
                    </a:solidFill>
                    <a:prstDash val="solid"/>
                    <a:round/>
                    <a:headEnd/>
                    <a:tailEnd/>
                  </a:ln>
                </p:spPr>
                <p:txBody>
                  <a:bodyPr/>
                  <a:lstStyle/>
                  <a:p>
                    <a:endParaRPr lang="en-US"/>
                  </a:p>
                </p:txBody>
              </p:sp>
              <p:grpSp>
                <p:nvGrpSpPr>
                  <p:cNvPr id="2542978" name="Group 22">
                    <a:extLst>
                      <a:ext uri="{FF2B5EF4-FFF2-40B4-BE49-F238E27FC236}">
                        <a16:creationId xmlns:a16="http://schemas.microsoft.com/office/drawing/2014/main" id="{DF01C9B7-84D1-A285-38BA-A5AFB942E18D}"/>
                      </a:ext>
                    </a:extLst>
                  </p:cNvPr>
                  <p:cNvGrpSpPr>
                    <a:grpSpLocks/>
                  </p:cNvGrpSpPr>
                  <p:nvPr/>
                </p:nvGrpSpPr>
                <p:grpSpPr bwMode="auto">
                  <a:xfrm>
                    <a:off x="1387" y="2258"/>
                    <a:ext cx="89" cy="18"/>
                    <a:chOff x="1387" y="2258"/>
                    <a:chExt cx="89" cy="18"/>
                  </a:xfrm>
                </p:grpSpPr>
                <p:sp>
                  <p:nvSpPr>
                    <p:cNvPr id="2542980" name="Freeform 23">
                      <a:extLst>
                        <a:ext uri="{FF2B5EF4-FFF2-40B4-BE49-F238E27FC236}">
                          <a16:creationId xmlns:a16="http://schemas.microsoft.com/office/drawing/2014/main" id="{7DD571A8-69C1-C540-0F37-5F5E6CA19BA0}"/>
                        </a:ext>
                      </a:extLst>
                    </p:cNvPr>
                    <p:cNvSpPr>
                      <a:spLocks/>
                    </p:cNvSpPr>
                    <p:nvPr/>
                  </p:nvSpPr>
                  <p:spPr bwMode="auto">
                    <a:xfrm>
                      <a:off x="1387" y="2262"/>
                      <a:ext cx="80" cy="14"/>
                    </a:xfrm>
                    <a:custGeom>
                      <a:avLst/>
                      <a:gdLst>
                        <a:gd name="T0" fmla="*/ 0 w 80"/>
                        <a:gd name="T1" fmla="*/ 14 h 14"/>
                        <a:gd name="T2" fmla="*/ 12 w 80"/>
                        <a:gd name="T3" fmla="*/ 0 h 14"/>
                        <a:gd name="T4" fmla="*/ 80 w 80"/>
                        <a:gd name="T5" fmla="*/ 0 h 14"/>
                        <a:gd name="T6" fmla="*/ 80 w 80"/>
                        <a:gd name="T7" fmla="*/ 14 h 14"/>
                      </a:gdLst>
                      <a:ahLst/>
                      <a:cxnLst>
                        <a:cxn ang="0">
                          <a:pos x="T0" y="T1"/>
                        </a:cxn>
                        <a:cxn ang="0">
                          <a:pos x="T2" y="T3"/>
                        </a:cxn>
                        <a:cxn ang="0">
                          <a:pos x="T4" y="T5"/>
                        </a:cxn>
                        <a:cxn ang="0">
                          <a:pos x="T6" y="T7"/>
                        </a:cxn>
                      </a:cxnLst>
                      <a:rect l="0" t="0" r="r" b="b"/>
                      <a:pathLst>
                        <a:path w="80" h="14">
                          <a:moveTo>
                            <a:pt x="0" y="14"/>
                          </a:moveTo>
                          <a:lnTo>
                            <a:pt x="12" y="0"/>
                          </a:lnTo>
                          <a:lnTo>
                            <a:pt x="80" y="0"/>
                          </a:lnTo>
                          <a:lnTo>
                            <a:pt x="80" y="14"/>
                          </a:lnTo>
                        </a:path>
                      </a:pathLst>
                    </a:custGeom>
                    <a:noFill/>
                    <a:ln w="3175">
                      <a:solidFill>
                        <a:srgbClr val="40404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42981" name="Line 24">
                      <a:extLst>
                        <a:ext uri="{FF2B5EF4-FFF2-40B4-BE49-F238E27FC236}">
                          <a16:creationId xmlns:a16="http://schemas.microsoft.com/office/drawing/2014/main" id="{76355FB3-47D9-2A86-1191-36B45B38F2FF}"/>
                        </a:ext>
                      </a:extLst>
                    </p:cNvPr>
                    <p:cNvSpPr>
                      <a:spLocks noChangeShapeType="1"/>
                    </p:cNvSpPr>
                    <p:nvPr/>
                  </p:nvSpPr>
                  <p:spPr bwMode="auto">
                    <a:xfrm>
                      <a:off x="1475" y="2258"/>
                      <a:ext cx="1" cy="18"/>
                    </a:xfrm>
                    <a:prstGeom prst="line">
                      <a:avLst/>
                    </a:prstGeom>
                    <a:noFill/>
                    <a:ln w="3175">
                      <a:solidFill>
                        <a:srgbClr val="40404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2542979" name="Line 25">
                    <a:extLst>
                      <a:ext uri="{FF2B5EF4-FFF2-40B4-BE49-F238E27FC236}">
                        <a16:creationId xmlns:a16="http://schemas.microsoft.com/office/drawing/2014/main" id="{CFD63263-7866-32F2-1FED-41B03CA76CC5}"/>
                      </a:ext>
                    </a:extLst>
                  </p:cNvPr>
                  <p:cNvSpPr>
                    <a:spLocks noChangeShapeType="1"/>
                  </p:cNvSpPr>
                  <p:nvPr/>
                </p:nvSpPr>
                <p:spPr bwMode="auto">
                  <a:xfrm>
                    <a:off x="1484" y="2276"/>
                    <a:ext cx="1" cy="63"/>
                  </a:xfrm>
                  <a:prstGeom prst="line">
                    <a:avLst/>
                  </a:prstGeom>
                  <a:noFill/>
                  <a:ln w="3175">
                    <a:solidFill>
                      <a:srgbClr val="20202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2542966" name="Group 26">
                <a:extLst>
                  <a:ext uri="{FF2B5EF4-FFF2-40B4-BE49-F238E27FC236}">
                    <a16:creationId xmlns:a16="http://schemas.microsoft.com/office/drawing/2014/main" id="{16DF9598-3E0A-CCA8-CFC8-89851EFCBC26}"/>
                  </a:ext>
                </a:extLst>
              </p:cNvPr>
              <p:cNvGrpSpPr>
                <a:grpSpLocks/>
              </p:cNvGrpSpPr>
              <p:nvPr/>
            </p:nvGrpSpPr>
            <p:grpSpPr bwMode="auto">
              <a:xfrm>
                <a:off x="1277" y="2267"/>
                <a:ext cx="86" cy="85"/>
                <a:chOff x="1277" y="2267"/>
                <a:chExt cx="86" cy="85"/>
              </a:xfrm>
            </p:grpSpPr>
            <p:sp>
              <p:nvSpPr>
                <p:cNvPr id="2542971" name="Oval 27">
                  <a:extLst>
                    <a:ext uri="{FF2B5EF4-FFF2-40B4-BE49-F238E27FC236}">
                      <a16:creationId xmlns:a16="http://schemas.microsoft.com/office/drawing/2014/main" id="{725E7E72-40E3-09CA-86BC-1B8F471B8D02}"/>
                    </a:ext>
                  </a:extLst>
                </p:cNvPr>
                <p:cNvSpPr>
                  <a:spLocks noChangeArrowheads="1"/>
                </p:cNvSpPr>
                <p:nvPr/>
              </p:nvSpPr>
              <p:spPr bwMode="auto">
                <a:xfrm>
                  <a:off x="1277" y="2267"/>
                  <a:ext cx="86" cy="85"/>
                </a:xfrm>
                <a:prstGeom prst="ellipse">
                  <a:avLst/>
                </a:prstGeom>
                <a:solidFill>
                  <a:srgbClr val="202020"/>
                </a:solidFill>
                <a:ln w="3175">
                  <a:solidFill>
                    <a:srgbClr val="000000"/>
                  </a:solidFill>
                  <a:round/>
                  <a:headEnd/>
                  <a:tailEnd/>
                </a:ln>
              </p:spPr>
              <p:txBody>
                <a:bodyPr/>
                <a:lstStyle/>
                <a:p>
                  <a:endParaRPr lang="en-US"/>
                </a:p>
              </p:txBody>
            </p:sp>
            <p:sp>
              <p:nvSpPr>
                <p:cNvPr id="2542972" name="Oval 28">
                  <a:extLst>
                    <a:ext uri="{FF2B5EF4-FFF2-40B4-BE49-F238E27FC236}">
                      <a16:creationId xmlns:a16="http://schemas.microsoft.com/office/drawing/2014/main" id="{E4CCAFFE-C017-847E-F76E-8C40885D573F}"/>
                    </a:ext>
                  </a:extLst>
                </p:cNvPr>
                <p:cNvSpPr>
                  <a:spLocks noChangeArrowheads="1"/>
                </p:cNvSpPr>
                <p:nvPr/>
              </p:nvSpPr>
              <p:spPr bwMode="auto">
                <a:xfrm>
                  <a:off x="1289" y="2279"/>
                  <a:ext cx="60" cy="59"/>
                </a:xfrm>
                <a:prstGeom prst="ellipse">
                  <a:avLst/>
                </a:prstGeom>
                <a:solidFill>
                  <a:srgbClr val="A0A0A0"/>
                </a:solidFill>
                <a:ln w="3175">
                  <a:solidFill>
                    <a:srgbClr val="000000"/>
                  </a:solidFill>
                  <a:round/>
                  <a:headEnd/>
                  <a:tailEnd/>
                </a:ln>
              </p:spPr>
              <p:txBody>
                <a:bodyPr/>
                <a:lstStyle/>
                <a:p>
                  <a:endParaRPr lang="en-US"/>
                </a:p>
              </p:txBody>
            </p:sp>
            <p:sp>
              <p:nvSpPr>
                <p:cNvPr id="2542973" name="Oval 29">
                  <a:extLst>
                    <a:ext uri="{FF2B5EF4-FFF2-40B4-BE49-F238E27FC236}">
                      <a16:creationId xmlns:a16="http://schemas.microsoft.com/office/drawing/2014/main" id="{830A5B0E-AE2D-DF57-9120-2A698BE82745}"/>
                    </a:ext>
                  </a:extLst>
                </p:cNvPr>
                <p:cNvSpPr>
                  <a:spLocks noChangeArrowheads="1"/>
                </p:cNvSpPr>
                <p:nvPr/>
              </p:nvSpPr>
              <p:spPr bwMode="auto">
                <a:xfrm>
                  <a:off x="1305" y="2297"/>
                  <a:ext cx="26" cy="25"/>
                </a:xfrm>
                <a:prstGeom prst="ellipse">
                  <a:avLst/>
                </a:prstGeom>
                <a:solidFill>
                  <a:srgbClr val="606060"/>
                </a:solidFill>
                <a:ln w="3175">
                  <a:solidFill>
                    <a:srgbClr val="000000"/>
                  </a:solidFill>
                  <a:round/>
                  <a:headEnd/>
                  <a:tailEnd/>
                </a:ln>
              </p:spPr>
              <p:txBody>
                <a:bodyPr/>
                <a:lstStyle/>
                <a:p>
                  <a:endParaRPr lang="en-US"/>
                </a:p>
              </p:txBody>
            </p:sp>
          </p:grpSp>
          <p:grpSp>
            <p:nvGrpSpPr>
              <p:cNvPr id="2542967" name="Group 30">
                <a:extLst>
                  <a:ext uri="{FF2B5EF4-FFF2-40B4-BE49-F238E27FC236}">
                    <a16:creationId xmlns:a16="http://schemas.microsoft.com/office/drawing/2014/main" id="{7F9C4EE7-2B9B-385C-763A-EE90715D7311}"/>
                  </a:ext>
                </a:extLst>
              </p:cNvPr>
              <p:cNvGrpSpPr>
                <a:grpSpLocks/>
              </p:cNvGrpSpPr>
              <p:nvPr/>
            </p:nvGrpSpPr>
            <p:grpSpPr bwMode="auto">
              <a:xfrm>
                <a:off x="1390" y="2267"/>
                <a:ext cx="86" cy="85"/>
                <a:chOff x="1390" y="2267"/>
                <a:chExt cx="86" cy="85"/>
              </a:xfrm>
            </p:grpSpPr>
            <p:sp>
              <p:nvSpPr>
                <p:cNvPr id="2542968" name="Oval 31">
                  <a:extLst>
                    <a:ext uri="{FF2B5EF4-FFF2-40B4-BE49-F238E27FC236}">
                      <a16:creationId xmlns:a16="http://schemas.microsoft.com/office/drawing/2014/main" id="{A397B156-38F6-F303-8834-98C51ED5D1EB}"/>
                    </a:ext>
                  </a:extLst>
                </p:cNvPr>
                <p:cNvSpPr>
                  <a:spLocks noChangeArrowheads="1"/>
                </p:cNvSpPr>
                <p:nvPr/>
              </p:nvSpPr>
              <p:spPr bwMode="auto">
                <a:xfrm>
                  <a:off x="1390" y="2267"/>
                  <a:ext cx="86" cy="85"/>
                </a:xfrm>
                <a:prstGeom prst="ellipse">
                  <a:avLst/>
                </a:prstGeom>
                <a:solidFill>
                  <a:srgbClr val="202020"/>
                </a:solidFill>
                <a:ln w="3175">
                  <a:solidFill>
                    <a:srgbClr val="000000"/>
                  </a:solidFill>
                  <a:round/>
                  <a:headEnd/>
                  <a:tailEnd/>
                </a:ln>
              </p:spPr>
              <p:txBody>
                <a:bodyPr/>
                <a:lstStyle/>
                <a:p>
                  <a:endParaRPr lang="en-US"/>
                </a:p>
              </p:txBody>
            </p:sp>
            <p:sp>
              <p:nvSpPr>
                <p:cNvPr id="2542969" name="Oval 32">
                  <a:extLst>
                    <a:ext uri="{FF2B5EF4-FFF2-40B4-BE49-F238E27FC236}">
                      <a16:creationId xmlns:a16="http://schemas.microsoft.com/office/drawing/2014/main" id="{82CD95F3-C2BB-3F18-4C28-DA8780151918}"/>
                    </a:ext>
                  </a:extLst>
                </p:cNvPr>
                <p:cNvSpPr>
                  <a:spLocks noChangeArrowheads="1"/>
                </p:cNvSpPr>
                <p:nvPr/>
              </p:nvSpPr>
              <p:spPr bwMode="auto">
                <a:xfrm>
                  <a:off x="1404" y="2279"/>
                  <a:ext cx="60" cy="59"/>
                </a:xfrm>
                <a:prstGeom prst="ellipse">
                  <a:avLst/>
                </a:prstGeom>
                <a:solidFill>
                  <a:srgbClr val="A0A0A0"/>
                </a:solidFill>
                <a:ln w="3175">
                  <a:solidFill>
                    <a:srgbClr val="000000"/>
                  </a:solidFill>
                  <a:round/>
                  <a:headEnd/>
                  <a:tailEnd/>
                </a:ln>
              </p:spPr>
              <p:txBody>
                <a:bodyPr/>
                <a:lstStyle/>
                <a:p>
                  <a:endParaRPr lang="en-US"/>
                </a:p>
              </p:txBody>
            </p:sp>
            <p:sp>
              <p:nvSpPr>
                <p:cNvPr id="2542970" name="Oval 33">
                  <a:extLst>
                    <a:ext uri="{FF2B5EF4-FFF2-40B4-BE49-F238E27FC236}">
                      <a16:creationId xmlns:a16="http://schemas.microsoft.com/office/drawing/2014/main" id="{4113878F-3F9E-87BD-BCB8-67EE1CF39E58}"/>
                    </a:ext>
                  </a:extLst>
                </p:cNvPr>
                <p:cNvSpPr>
                  <a:spLocks noChangeArrowheads="1"/>
                </p:cNvSpPr>
                <p:nvPr/>
              </p:nvSpPr>
              <p:spPr bwMode="auto">
                <a:xfrm>
                  <a:off x="1420" y="2297"/>
                  <a:ext cx="26" cy="25"/>
                </a:xfrm>
                <a:prstGeom prst="ellipse">
                  <a:avLst/>
                </a:prstGeom>
                <a:solidFill>
                  <a:srgbClr val="606060"/>
                </a:solidFill>
                <a:ln w="3175">
                  <a:solidFill>
                    <a:srgbClr val="000000"/>
                  </a:solidFill>
                  <a:round/>
                  <a:headEnd/>
                  <a:tailEnd/>
                </a:ln>
              </p:spPr>
              <p:txBody>
                <a:bodyPr/>
                <a:lstStyle/>
                <a:p>
                  <a:endParaRPr lang="en-US"/>
                </a:p>
              </p:txBody>
            </p:sp>
          </p:grpSp>
        </p:grpSp>
      </p:grpSp>
      <p:grpSp>
        <p:nvGrpSpPr>
          <p:cNvPr id="2542992" name="Group 4">
            <a:extLst>
              <a:ext uri="{FF2B5EF4-FFF2-40B4-BE49-F238E27FC236}">
                <a16:creationId xmlns:a16="http://schemas.microsoft.com/office/drawing/2014/main" id="{8D512DAB-6C96-BD50-112A-F65EBE49E11A}"/>
              </a:ext>
            </a:extLst>
          </p:cNvPr>
          <p:cNvGrpSpPr>
            <a:grpSpLocks/>
          </p:cNvGrpSpPr>
          <p:nvPr/>
        </p:nvGrpSpPr>
        <p:grpSpPr bwMode="auto">
          <a:xfrm>
            <a:off x="8135968" y="4377388"/>
            <a:ext cx="448469" cy="205096"/>
            <a:chOff x="2256" y="2352"/>
            <a:chExt cx="933" cy="365"/>
          </a:xfrm>
        </p:grpSpPr>
        <p:grpSp>
          <p:nvGrpSpPr>
            <p:cNvPr id="2542993" name="Group 5">
              <a:extLst>
                <a:ext uri="{FF2B5EF4-FFF2-40B4-BE49-F238E27FC236}">
                  <a16:creationId xmlns:a16="http://schemas.microsoft.com/office/drawing/2014/main" id="{B498A83E-8B9C-1C7D-5B0C-06DC4329FF32}"/>
                </a:ext>
              </a:extLst>
            </p:cNvPr>
            <p:cNvGrpSpPr>
              <a:grpSpLocks/>
            </p:cNvGrpSpPr>
            <p:nvPr/>
          </p:nvGrpSpPr>
          <p:grpSpPr bwMode="auto">
            <a:xfrm flipH="1">
              <a:off x="2256" y="2352"/>
              <a:ext cx="933" cy="249"/>
              <a:chOff x="693" y="2029"/>
              <a:chExt cx="836" cy="228"/>
            </a:xfrm>
          </p:grpSpPr>
          <p:sp>
            <p:nvSpPr>
              <p:cNvPr id="2543020" name="Rectangle 6">
                <a:extLst>
                  <a:ext uri="{FF2B5EF4-FFF2-40B4-BE49-F238E27FC236}">
                    <a16:creationId xmlns:a16="http://schemas.microsoft.com/office/drawing/2014/main" id="{708FC678-3245-2B28-45EB-07103D7E101E}"/>
                  </a:ext>
                </a:extLst>
              </p:cNvPr>
              <p:cNvSpPr>
                <a:spLocks noChangeArrowheads="1"/>
              </p:cNvSpPr>
              <p:nvPr/>
            </p:nvSpPr>
            <p:spPr bwMode="auto">
              <a:xfrm>
                <a:off x="693" y="2029"/>
                <a:ext cx="836" cy="228"/>
              </a:xfrm>
              <a:prstGeom prst="rect">
                <a:avLst/>
              </a:prstGeom>
              <a:gradFill rotWithShape="0">
                <a:gsLst>
                  <a:gs pos="0">
                    <a:srgbClr val="037C03"/>
                  </a:gs>
                  <a:gs pos="50000">
                    <a:srgbClr val="037C03">
                      <a:gamma/>
                      <a:shade val="6275"/>
                      <a:invGamma/>
                    </a:srgbClr>
                  </a:gs>
                  <a:gs pos="100000">
                    <a:srgbClr val="037C03"/>
                  </a:gs>
                </a:gsLst>
                <a:lin ang="5400000" scaled="1"/>
              </a:gradFill>
              <a:ln w="3175">
                <a:solidFill>
                  <a:srgbClr val="000000"/>
                </a:solidFill>
                <a:miter lim="800000"/>
                <a:headEnd/>
                <a:tailEnd/>
              </a:ln>
            </p:spPr>
            <p:txBody>
              <a:bodyPr/>
              <a:lstStyle/>
              <a:p>
                <a:endParaRPr lang="en-US"/>
              </a:p>
            </p:txBody>
          </p:sp>
          <p:sp>
            <p:nvSpPr>
              <p:cNvPr id="2543021" name="Rectangle 7">
                <a:extLst>
                  <a:ext uri="{FF2B5EF4-FFF2-40B4-BE49-F238E27FC236}">
                    <a16:creationId xmlns:a16="http://schemas.microsoft.com/office/drawing/2014/main" id="{4548313C-18D3-153A-F6D7-F5A72CA030C0}"/>
                  </a:ext>
                </a:extLst>
              </p:cNvPr>
              <p:cNvSpPr>
                <a:spLocks noChangeArrowheads="1"/>
              </p:cNvSpPr>
              <p:nvPr/>
            </p:nvSpPr>
            <p:spPr bwMode="auto">
              <a:xfrm>
                <a:off x="693" y="2037"/>
                <a:ext cx="836" cy="213"/>
              </a:xfrm>
              <a:prstGeom prst="rect">
                <a:avLst/>
              </a:prstGeom>
              <a:solidFill>
                <a:srgbClr val="C5D3ED"/>
              </a:solidFill>
              <a:ln w="3175">
                <a:solidFill>
                  <a:srgbClr val="000000"/>
                </a:solidFill>
                <a:miter lim="800000"/>
                <a:headEnd/>
                <a:tailEnd/>
              </a:ln>
            </p:spPr>
            <p:txBody>
              <a:bodyPr/>
              <a:lstStyle/>
              <a:p>
                <a:endParaRPr lang="en-US" dirty="0"/>
              </a:p>
            </p:txBody>
          </p:sp>
        </p:grpSp>
        <p:grpSp>
          <p:nvGrpSpPr>
            <p:cNvPr id="2542994" name="Group 8">
              <a:extLst>
                <a:ext uri="{FF2B5EF4-FFF2-40B4-BE49-F238E27FC236}">
                  <a16:creationId xmlns:a16="http://schemas.microsoft.com/office/drawing/2014/main" id="{21E32276-2D50-B266-369F-6142B909779E}"/>
                </a:ext>
              </a:extLst>
            </p:cNvPr>
            <p:cNvGrpSpPr>
              <a:grpSpLocks/>
            </p:cNvGrpSpPr>
            <p:nvPr/>
          </p:nvGrpSpPr>
          <p:grpSpPr bwMode="auto">
            <a:xfrm flipH="1">
              <a:off x="2413" y="2614"/>
              <a:ext cx="624" cy="103"/>
              <a:chOff x="926" y="2258"/>
              <a:chExt cx="559" cy="94"/>
            </a:xfrm>
          </p:grpSpPr>
          <p:grpSp>
            <p:nvGrpSpPr>
              <p:cNvPr id="2542995" name="Group 9">
                <a:extLst>
                  <a:ext uri="{FF2B5EF4-FFF2-40B4-BE49-F238E27FC236}">
                    <a16:creationId xmlns:a16="http://schemas.microsoft.com/office/drawing/2014/main" id="{DB8CE837-892A-AB4B-C7EC-AE387FED1C82}"/>
                  </a:ext>
                </a:extLst>
              </p:cNvPr>
              <p:cNvGrpSpPr>
                <a:grpSpLocks/>
              </p:cNvGrpSpPr>
              <p:nvPr/>
            </p:nvGrpSpPr>
            <p:grpSpPr bwMode="auto">
              <a:xfrm>
                <a:off x="926" y="2258"/>
                <a:ext cx="559" cy="81"/>
                <a:chOff x="926" y="2258"/>
                <a:chExt cx="559" cy="81"/>
              </a:xfrm>
            </p:grpSpPr>
            <p:grpSp>
              <p:nvGrpSpPr>
                <p:cNvPr id="2543004" name="Group 10">
                  <a:extLst>
                    <a:ext uri="{FF2B5EF4-FFF2-40B4-BE49-F238E27FC236}">
                      <a16:creationId xmlns:a16="http://schemas.microsoft.com/office/drawing/2014/main" id="{05690E1E-611D-87AA-321F-244C3804C210}"/>
                    </a:ext>
                  </a:extLst>
                </p:cNvPr>
                <p:cNvGrpSpPr>
                  <a:grpSpLocks/>
                </p:cNvGrpSpPr>
                <p:nvPr/>
              </p:nvGrpSpPr>
              <p:grpSpPr bwMode="auto">
                <a:xfrm>
                  <a:off x="926" y="2258"/>
                  <a:ext cx="67" cy="62"/>
                  <a:chOff x="926" y="2258"/>
                  <a:chExt cx="67" cy="62"/>
                </a:xfrm>
              </p:grpSpPr>
              <p:sp>
                <p:nvSpPr>
                  <p:cNvPr id="2543017" name="Freeform 11">
                    <a:extLst>
                      <a:ext uri="{FF2B5EF4-FFF2-40B4-BE49-F238E27FC236}">
                        <a16:creationId xmlns:a16="http://schemas.microsoft.com/office/drawing/2014/main" id="{7717F700-5C72-B072-DF68-CE1DA8840408}"/>
                      </a:ext>
                    </a:extLst>
                  </p:cNvPr>
                  <p:cNvSpPr>
                    <a:spLocks/>
                  </p:cNvSpPr>
                  <p:nvPr/>
                </p:nvSpPr>
                <p:spPr bwMode="auto">
                  <a:xfrm>
                    <a:off x="926" y="2258"/>
                    <a:ext cx="67" cy="10"/>
                  </a:xfrm>
                  <a:custGeom>
                    <a:avLst/>
                    <a:gdLst>
                      <a:gd name="T0" fmla="*/ 0 w 67"/>
                      <a:gd name="T1" fmla="*/ 0 h 10"/>
                      <a:gd name="T2" fmla="*/ 67 w 67"/>
                      <a:gd name="T3" fmla="*/ 0 h 10"/>
                      <a:gd name="T4" fmla="*/ 59 w 67"/>
                      <a:gd name="T5" fmla="*/ 10 h 10"/>
                      <a:gd name="T6" fmla="*/ 7 w 67"/>
                      <a:gd name="T7" fmla="*/ 10 h 10"/>
                      <a:gd name="T8" fmla="*/ 0 w 67"/>
                      <a:gd name="T9" fmla="*/ 0 h 10"/>
                    </a:gdLst>
                    <a:ahLst/>
                    <a:cxnLst>
                      <a:cxn ang="0">
                        <a:pos x="T0" y="T1"/>
                      </a:cxn>
                      <a:cxn ang="0">
                        <a:pos x="T2" y="T3"/>
                      </a:cxn>
                      <a:cxn ang="0">
                        <a:pos x="T4" y="T5"/>
                      </a:cxn>
                      <a:cxn ang="0">
                        <a:pos x="T6" y="T7"/>
                      </a:cxn>
                      <a:cxn ang="0">
                        <a:pos x="T8" y="T9"/>
                      </a:cxn>
                    </a:cxnLst>
                    <a:rect l="0" t="0" r="r" b="b"/>
                    <a:pathLst>
                      <a:path w="67" h="10">
                        <a:moveTo>
                          <a:pt x="0" y="0"/>
                        </a:moveTo>
                        <a:lnTo>
                          <a:pt x="67" y="0"/>
                        </a:lnTo>
                        <a:lnTo>
                          <a:pt x="59" y="10"/>
                        </a:lnTo>
                        <a:lnTo>
                          <a:pt x="7" y="10"/>
                        </a:lnTo>
                        <a:lnTo>
                          <a:pt x="0" y="0"/>
                        </a:lnTo>
                        <a:close/>
                      </a:path>
                    </a:pathLst>
                  </a:custGeom>
                  <a:solidFill>
                    <a:srgbClr val="606060"/>
                  </a:solidFill>
                  <a:ln w="3175">
                    <a:solidFill>
                      <a:srgbClr val="404040"/>
                    </a:solidFill>
                    <a:prstDash val="solid"/>
                    <a:round/>
                    <a:headEnd/>
                    <a:tailEnd/>
                  </a:ln>
                </p:spPr>
                <p:txBody>
                  <a:bodyPr/>
                  <a:lstStyle/>
                  <a:p>
                    <a:endParaRPr lang="en-US"/>
                  </a:p>
                </p:txBody>
              </p:sp>
              <p:sp>
                <p:nvSpPr>
                  <p:cNvPr id="2543018" name="Freeform 12">
                    <a:extLst>
                      <a:ext uri="{FF2B5EF4-FFF2-40B4-BE49-F238E27FC236}">
                        <a16:creationId xmlns:a16="http://schemas.microsoft.com/office/drawing/2014/main" id="{E5B4B414-32CC-4129-1F17-B9E6CCA5DC59}"/>
                      </a:ext>
                    </a:extLst>
                  </p:cNvPr>
                  <p:cNvSpPr>
                    <a:spLocks/>
                  </p:cNvSpPr>
                  <p:nvPr/>
                </p:nvSpPr>
                <p:spPr bwMode="auto">
                  <a:xfrm>
                    <a:off x="941" y="2268"/>
                    <a:ext cx="34" cy="4"/>
                  </a:xfrm>
                  <a:custGeom>
                    <a:avLst/>
                    <a:gdLst>
                      <a:gd name="T0" fmla="*/ 0 w 34"/>
                      <a:gd name="T1" fmla="*/ 0 h 4"/>
                      <a:gd name="T2" fmla="*/ 34 w 34"/>
                      <a:gd name="T3" fmla="*/ 0 h 4"/>
                      <a:gd name="T4" fmla="*/ 30 w 34"/>
                      <a:gd name="T5" fmla="*/ 4 h 4"/>
                      <a:gd name="T6" fmla="*/ 4 w 34"/>
                      <a:gd name="T7" fmla="*/ 4 h 4"/>
                      <a:gd name="T8" fmla="*/ 0 w 34"/>
                      <a:gd name="T9" fmla="*/ 0 h 4"/>
                    </a:gdLst>
                    <a:ahLst/>
                    <a:cxnLst>
                      <a:cxn ang="0">
                        <a:pos x="T0" y="T1"/>
                      </a:cxn>
                      <a:cxn ang="0">
                        <a:pos x="T2" y="T3"/>
                      </a:cxn>
                      <a:cxn ang="0">
                        <a:pos x="T4" y="T5"/>
                      </a:cxn>
                      <a:cxn ang="0">
                        <a:pos x="T6" y="T7"/>
                      </a:cxn>
                      <a:cxn ang="0">
                        <a:pos x="T8" y="T9"/>
                      </a:cxn>
                    </a:cxnLst>
                    <a:rect l="0" t="0" r="r" b="b"/>
                    <a:pathLst>
                      <a:path w="34" h="4">
                        <a:moveTo>
                          <a:pt x="0" y="0"/>
                        </a:moveTo>
                        <a:lnTo>
                          <a:pt x="34" y="0"/>
                        </a:lnTo>
                        <a:lnTo>
                          <a:pt x="30" y="4"/>
                        </a:lnTo>
                        <a:lnTo>
                          <a:pt x="4" y="4"/>
                        </a:lnTo>
                        <a:lnTo>
                          <a:pt x="0" y="0"/>
                        </a:lnTo>
                        <a:close/>
                      </a:path>
                    </a:pathLst>
                  </a:custGeom>
                  <a:solidFill>
                    <a:srgbClr val="606060"/>
                  </a:solidFill>
                  <a:ln w="3175">
                    <a:solidFill>
                      <a:srgbClr val="404040"/>
                    </a:solidFill>
                    <a:prstDash val="solid"/>
                    <a:round/>
                    <a:headEnd/>
                    <a:tailEnd/>
                  </a:ln>
                </p:spPr>
                <p:txBody>
                  <a:bodyPr/>
                  <a:lstStyle/>
                  <a:p>
                    <a:endParaRPr lang="en-US"/>
                  </a:p>
                </p:txBody>
              </p:sp>
              <p:sp>
                <p:nvSpPr>
                  <p:cNvPr id="2543019" name="Rectangle 13">
                    <a:extLst>
                      <a:ext uri="{FF2B5EF4-FFF2-40B4-BE49-F238E27FC236}">
                        <a16:creationId xmlns:a16="http://schemas.microsoft.com/office/drawing/2014/main" id="{000D9ACD-E9B9-DC06-4BA1-90A004DE2614}"/>
                      </a:ext>
                    </a:extLst>
                  </p:cNvPr>
                  <p:cNvSpPr>
                    <a:spLocks noChangeArrowheads="1"/>
                  </p:cNvSpPr>
                  <p:nvPr/>
                </p:nvSpPr>
                <p:spPr bwMode="auto">
                  <a:xfrm>
                    <a:off x="956" y="2273"/>
                    <a:ext cx="6" cy="47"/>
                  </a:xfrm>
                  <a:prstGeom prst="rect">
                    <a:avLst/>
                  </a:prstGeom>
                  <a:solidFill>
                    <a:srgbClr val="606060"/>
                  </a:solidFill>
                  <a:ln w="3175">
                    <a:solidFill>
                      <a:srgbClr val="404040"/>
                    </a:solidFill>
                    <a:miter lim="800000"/>
                    <a:headEnd/>
                    <a:tailEnd/>
                  </a:ln>
                </p:spPr>
                <p:txBody>
                  <a:bodyPr/>
                  <a:lstStyle/>
                  <a:p>
                    <a:endParaRPr lang="en-US"/>
                  </a:p>
                </p:txBody>
              </p:sp>
            </p:grpSp>
            <p:grpSp>
              <p:nvGrpSpPr>
                <p:cNvPr id="2543005" name="Group 14">
                  <a:extLst>
                    <a:ext uri="{FF2B5EF4-FFF2-40B4-BE49-F238E27FC236}">
                      <a16:creationId xmlns:a16="http://schemas.microsoft.com/office/drawing/2014/main" id="{A695EABD-ED11-FD75-7BFE-956C97E23E0C}"/>
                    </a:ext>
                  </a:extLst>
                </p:cNvPr>
                <p:cNvGrpSpPr>
                  <a:grpSpLocks/>
                </p:cNvGrpSpPr>
                <p:nvPr/>
              </p:nvGrpSpPr>
              <p:grpSpPr bwMode="auto">
                <a:xfrm>
                  <a:off x="1264" y="2258"/>
                  <a:ext cx="107" cy="81"/>
                  <a:chOff x="1264" y="2258"/>
                  <a:chExt cx="107" cy="81"/>
                </a:xfrm>
              </p:grpSpPr>
              <p:sp>
                <p:nvSpPr>
                  <p:cNvPr id="2543012" name="Freeform 15">
                    <a:extLst>
                      <a:ext uri="{FF2B5EF4-FFF2-40B4-BE49-F238E27FC236}">
                        <a16:creationId xmlns:a16="http://schemas.microsoft.com/office/drawing/2014/main" id="{7015E308-16AF-6009-C952-A464545D8753}"/>
                      </a:ext>
                    </a:extLst>
                  </p:cNvPr>
                  <p:cNvSpPr>
                    <a:spLocks/>
                  </p:cNvSpPr>
                  <p:nvPr/>
                </p:nvSpPr>
                <p:spPr bwMode="auto">
                  <a:xfrm>
                    <a:off x="1264" y="2260"/>
                    <a:ext cx="106" cy="16"/>
                  </a:xfrm>
                  <a:custGeom>
                    <a:avLst/>
                    <a:gdLst>
                      <a:gd name="T0" fmla="*/ 0 w 106"/>
                      <a:gd name="T1" fmla="*/ 0 h 16"/>
                      <a:gd name="T2" fmla="*/ 106 w 106"/>
                      <a:gd name="T3" fmla="*/ 0 h 16"/>
                      <a:gd name="T4" fmla="*/ 106 w 106"/>
                      <a:gd name="T5" fmla="*/ 16 h 16"/>
                      <a:gd name="T6" fmla="*/ 8 w 106"/>
                      <a:gd name="T7" fmla="*/ 16 h 16"/>
                      <a:gd name="T8" fmla="*/ 0 w 106"/>
                      <a:gd name="T9" fmla="*/ 0 h 16"/>
                    </a:gdLst>
                    <a:ahLst/>
                    <a:cxnLst>
                      <a:cxn ang="0">
                        <a:pos x="T0" y="T1"/>
                      </a:cxn>
                      <a:cxn ang="0">
                        <a:pos x="T2" y="T3"/>
                      </a:cxn>
                      <a:cxn ang="0">
                        <a:pos x="T4" y="T5"/>
                      </a:cxn>
                      <a:cxn ang="0">
                        <a:pos x="T6" y="T7"/>
                      </a:cxn>
                      <a:cxn ang="0">
                        <a:pos x="T8" y="T9"/>
                      </a:cxn>
                    </a:cxnLst>
                    <a:rect l="0" t="0" r="r" b="b"/>
                    <a:pathLst>
                      <a:path w="106" h="16">
                        <a:moveTo>
                          <a:pt x="0" y="0"/>
                        </a:moveTo>
                        <a:lnTo>
                          <a:pt x="106" y="0"/>
                        </a:lnTo>
                        <a:lnTo>
                          <a:pt x="106" y="16"/>
                        </a:lnTo>
                        <a:lnTo>
                          <a:pt x="8" y="16"/>
                        </a:lnTo>
                        <a:lnTo>
                          <a:pt x="0" y="0"/>
                        </a:lnTo>
                        <a:close/>
                      </a:path>
                    </a:pathLst>
                  </a:custGeom>
                  <a:solidFill>
                    <a:srgbClr val="606060"/>
                  </a:solidFill>
                  <a:ln w="3175">
                    <a:solidFill>
                      <a:srgbClr val="404040"/>
                    </a:solidFill>
                    <a:prstDash val="solid"/>
                    <a:round/>
                    <a:headEnd/>
                    <a:tailEnd/>
                  </a:ln>
                </p:spPr>
                <p:txBody>
                  <a:bodyPr/>
                  <a:lstStyle/>
                  <a:p>
                    <a:endParaRPr lang="en-US"/>
                  </a:p>
                </p:txBody>
              </p:sp>
              <p:grpSp>
                <p:nvGrpSpPr>
                  <p:cNvPr id="2543013" name="Group 16">
                    <a:extLst>
                      <a:ext uri="{FF2B5EF4-FFF2-40B4-BE49-F238E27FC236}">
                        <a16:creationId xmlns:a16="http://schemas.microsoft.com/office/drawing/2014/main" id="{3682587C-808B-9BF2-D16B-3CABDFD06BCD}"/>
                      </a:ext>
                    </a:extLst>
                  </p:cNvPr>
                  <p:cNvGrpSpPr>
                    <a:grpSpLocks/>
                  </p:cNvGrpSpPr>
                  <p:nvPr/>
                </p:nvGrpSpPr>
                <p:grpSpPr bwMode="auto">
                  <a:xfrm>
                    <a:off x="1272" y="2258"/>
                    <a:ext cx="91" cy="18"/>
                    <a:chOff x="1272" y="2258"/>
                    <a:chExt cx="91" cy="18"/>
                  </a:xfrm>
                </p:grpSpPr>
                <p:sp>
                  <p:nvSpPr>
                    <p:cNvPr id="2543015" name="Freeform 17">
                      <a:extLst>
                        <a:ext uri="{FF2B5EF4-FFF2-40B4-BE49-F238E27FC236}">
                          <a16:creationId xmlns:a16="http://schemas.microsoft.com/office/drawing/2014/main" id="{CC30385D-7449-A404-D3EB-FAB5083F9E41}"/>
                        </a:ext>
                      </a:extLst>
                    </p:cNvPr>
                    <p:cNvSpPr>
                      <a:spLocks/>
                    </p:cNvSpPr>
                    <p:nvPr/>
                  </p:nvSpPr>
                  <p:spPr bwMode="auto">
                    <a:xfrm>
                      <a:off x="1272" y="2262"/>
                      <a:ext cx="80" cy="14"/>
                    </a:xfrm>
                    <a:custGeom>
                      <a:avLst/>
                      <a:gdLst>
                        <a:gd name="T0" fmla="*/ 0 w 80"/>
                        <a:gd name="T1" fmla="*/ 14 h 14"/>
                        <a:gd name="T2" fmla="*/ 12 w 80"/>
                        <a:gd name="T3" fmla="*/ 0 h 14"/>
                        <a:gd name="T4" fmla="*/ 80 w 80"/>
                        <a:gd name="T5" fmla="*/ 0 h 14"/>
                        <a:gd name="T6" fmla="*/ 80 w 80"/>
                        <a:gd name="T7" fmla="*/ 14 h 14"/>
                      </a:gdLst>
                      <a:ahLst/>
                      <a:cxnLst>
                        <a:cxn ang="0">
                          <a:pos x="T0" y="T1"/>
                        </a:cxn>
                        <a:cxn ang="0">
                          <a:pos x="T2" y="T3"/>
                        </a:cxn>
                        <a:cxn ang="0">
                          <a:pos x="T4" y="T5"/>
                        </a:cxn>
                        <a:cxn ang="0">
                          <a:pos x="T6" y="T7"/>
                        </a:cxn>
                      </a:cxnLst>
                      <a:rect l="0" t="0" r="r" b="b"/>
                      <a:pathLst>
                        <a:path w="80" h="14">
                          <a:moveTo>
                            <a:pt x="0" y="14"/>
                          </a:moveTo>
                          <a:lnTo>
                            <a:pt x="12" y="0"/>
                          </a:lnTo>
                          <a:lnTo>
                            <a:pt x="80" y="0"/>
                          </a:lnTo>
                          <a:lnTo>
                            <a:pt x="80" y="14"/>
                          </a:lnTo>
                        </a:path>
                      </a:pathLst>
                    </a:custGeom>
                    <a:noFill/>
                    <a:ln w="3175">
                      <a:solidFill>
                        <a:srgbClr val="40404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43016" name="Line 18">
                      <a:extLst>
                        <a:ext uri="{FF2B5EF4-FFF2-40B4-BE49-F238E27FC236}">
                          <a16:creationId xmlns:a16="http://schemas.microsoft.com/office/drawing/2014/main" id="{2340AF58-0F51-7FB7-CA96-16538417892B}"/>
                        </a:ext>
                      </a:extLst>
                    </p:cNvPr>
                    <p:cNvSpPr>
                      <a:spLocks noChangeShapeType="1"/>
                    </p:cNvSpPr>
                    <p:nvPr/>
                  </p:nvSpPr>
                  <p:spPr bwMode="auto">
                    <a:xfrm>
                      <a:off x="1362" y="2258"/>
                      <a:ext cx="1" cy="18"/>
                    </a:xfrm>
                    <a:prstGeom prst="line">
                      <a:avLst/>
                    </a:prstGeom>
                    <a:noFill/>
                    <a:ln w="3175">
                      <a:solidFill>
                        <a:srgbClr val="40404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2543014" name="Line 19">
                    <a:extLst>
                      <a:ext uri="{FF2B5EF4-FFF2-40B4-BE49-F238E27FC236}">
                        <a16:creationId xmlns:a16="http://schemas.microsoft.com/office/drawing/2014/main" id="{94D63564-83D1-BE67-C040-BCB0F872A37D}"/>
                      </a:ext>
                    </a:extLst>
                  </p:cNvPr>
                  <p:cNvSpPr>
                    <a:spLocks noChangeShapeType="1"/>
                  </p:cNvSpPr>
                  <p:nvPr/>
                </p:nvSpPr>
                <p:spPr bwMode="auto">
                  <a:xfrm>
                    <a:off x="1370" y="2276"/>
                    <a:ext cx="1" cy="63"/>
                  </a:xfrm>
                  <a:prstGeom prst="line">
                    <a:avLst/>
                  </a:prstGeom>
                  <a:noFill/>
                  <a:ln w="3175">
                    <a:solidFill>
                      <a:srgbClr val="20202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2543006" name="Group 20">
                  <a:extLst>
                    <a:ext uri="{FF2B5EF4-FFF2-40B4-BE49-F238E27FC236}">
                      <a16:creationId xmlns:a16="http://schemas.microsoft.com/office/drawing/2014/main" id="{D57BA71C-6537-EB33-049E-510864954C1E}"/>
                    </a:ext>
                  </a:extLst>
                </p:cNvPr>
                <p:cNvGrpSpPr>
                  <a:grpSpLocks/>
                </p:cNvGrpSpPr>
                <p:nvPr/>
              </p:nvGrpSpPr>
              <p:grpSpPr bwMode="auto">
                <a:xfrm>
                  <a:off x="1377" y="2258"/>
                  <a:ext cx="108" cy="81"/>
                  <a:chOff x="1377" y="2258"/>
                  <a:chExt cx="108" cy="81"/>
                </a:xfrm>
              </p:grpSpPr>
              <p:sp>
                <p:nvSpPr>
                  <p:cNvPr id="2543007" name="Freeform 21">
                    <a:extLst>
                      <a:ext uri="{FF2B5EF4-FFF2-40B4-BE49-F238E27FC236}">
                        <a16:creationId xmlns:a16="http://schemas.microsoft.com/office/drawing/2014/main" id="{A61660A3-8AE4-F593-0857-C4FA9E9513DE}"/>
                      </a:ext>
                    </a:extLst>
                  </p:cNvPr>
                  <p:cNvSpPr>
                    <a:spLocks/>
                  </p:cNvSpPr>
                  <p:nvPr/>
                </p:nvSpPr>
                <p:spPr bwMode="auto">
                  <a:xfrm>
                    <a:off x="1377" y="2260"/>
                    <a:ext cx="107" cy="16"/>
                  </a:xfrm>
                  <a:custGeom>
                    <a:avLst/>
                    <a:gdLst>
                      <a:gd name="T0" fmla="*/ 0 w 107"/>
                      <a:gd name="T1" fmla="*/ 0 h 16"/>
                      <a:gd name="T2" fmla="*/ 107 w 107"/>
                      <a:gd name="T3" fmla="*/ 0 h 16"/>
                      <a:gd name="T4" fmla="*/ 107 w 107"/>
                      <a:gd name="T5" fmla="*/ 16 h 16"/>
                      <a:gd name="T6" fmla="*/ 10 w 107"/>
                      <a:gd name="T7" fmla="*/ 16 h 16"/>
                      <a:gd name="T8" fmla="*/ 0 w 107"/>
                      <a:gd name="T9" fmla="*/ 0 h 16"/>
                    </a:gdLst>
                    <a:ahLst/>
                    <a:cxnLst>
                      <a:cxn ang="0">
                        <a:pos x="T0" y="T1"/>
                      </a:cxn>
                      <a:cxn ang="0">
                        <a:pos x="T2" y="T3"/>
                      </a:cxn>
                      <a:cxn ang="0">
                        <a:pos x="T4" y="T5"/>
                      </a:cxn>
                      <a:cxn ang="0">
                        <a:pos x="T6" y="T7"/>
                      </a:cxn>
                      <a:cxn ang="0">
                        <a:pos x="T8" y="T9"/>
                      </a:cxn>
                    </a:cxnLst>
                    <a:rect l="0" t="0" r="r" b="b"/>
                    <a:pathLst>
                      <a:path w="107" h="16">
                        <a:moveTo>
                          <a:pt x="0" y="0"/>
                        </a:moveTo>
                        <a:lnTo>
                          <a:pt x="107" y="0"/>
                        </a:lnTo>
                        <a:lnTo>
                          <a:pt x="107" y="16"/>
                        </a:lnTo>
                        <a:lnTo>
                          <a:pt x="10" y="16"/>
                        </a:lnTo>
                        <a:lnTo>
                          <a:pt x="0" y="0"/>
                        </a:lnTo>
                        <a:close/>
                      </a:path>
                    </a:pathLst>
                  </a:custGeom>
                  <a:solidFill>
                    <a:srgbClr val="606060"/>
                  </a:solidFill>
                  <a:ln w="3175">
                    <a:solidFill>
                      <a:srgbClr val="404040"/>
                    </a:solidFill>
                    <a:prstDash val="solid"/>
                    <a:round/>
                    <a:headEnd/>
                    <a:tailEnd/>
                  </a:ln>
                </p:spPr>
                <p:txBody>
                  <a:bodyPr/>
                  <a:lstStyle/>
                  <a:p>
                    <a:endParaRPr lang="en-US"/>
                  </a:p>
                </p:txBody>
              </p:sp>
              <p:grpSp>
                <p:nvGrpSpPr>
                  <p:cNvPr id="2543008" name="Group 22">
                    <a:extLst>
                      <a:ext uri="{FF2B5EF4-FFF2-40B4-BE49-F238E27FC236}">
                        <a16:creationId xmlns:a16="http://schemas.microsoft.com/office/drawing/2014/main" id="{C90C2B3F-5056-F220-534C-9805BA24DBCD}"/>
                      </a:ext>
                    </a:extLst>
                  </p:cNvPr>
                  <p:cNvGrpSpPr>
                    <a:grpSpLocks/>
                  </p:cNvGrpSpPr>
                  <p:nvPr/>
                </p:nvGrpSpPr>
                <p:grpSpPr bwMode="auto">
                  <a:xfrm>
                    <a:off x="1387" y="2258"/>
                    <a:ext cx="89" cy="18"/>
                    <a:chOff x="1387" y="2258"/>
                    <a:chExt cx="89" cy="18"/>
                  </a:xfrm>
                </p:grpSpPr>
                <p:sp>
                  <p:nvSpPr>
                    <p:cNvPr id="2543010" name="Freeform 23">
                      <a:extLst>
                        <a:ext uri="{FF2B5EF4-FFF2-40B4-BE49-F238E27FC236}">
                          <a16:creationId xmlns:a16="http://schemas.microsoft.com/office/drawing/2014/main" id="{27A8B87B-29B9-1039-1640-09D8B7793F19}"/>
                        </a:ext>
                      </a:extLst>
                    </p:cNvPr>
                    <p:cNvSpPr>
                      <a:spLocks/>
                    </p:cNvSpPr>
                    <p:nvPr/>
                  </p:nvSpPr>
                  <p:spPr bwMode="auto">
                    <a:xfrm>
                      <a:off x="1387" y="2262"/>
                      <a:ext cx="80" cy="14"/>
                    </a:xfrm>
                    <a:custGeom>
                      <a:avLst/>
                      <a:gdLst>
                        <a:gd name="T0" fmla="*/ 0 w 80"/>
                        <a:gd name="T1" fmla="*/ 14 h 14"/>
                        <a:gd name="T2" fmla="*/ 12 w 80"/>
                        <a:gd name="T3" fmla="*/ 0 h 14"/>
                        <a:gd name="T4" fmla="*/ 80 w 80"/>
                        <a:gd name="T5" fmla="*/ 0 h 14"/>
                        <a:gd name="T6" fmla="*/ 80 w 80"/>
                        <a:gd name="T7" fmla="*/ 14 h 14"/>
                      </a:gdLst>
                      <a:ahLst/>
                      <a:cxnLst>
                        <a:cxn ang="0">
                          <a:pos x="T0" y="T1"/>
                        </a:cxn>
                        <a:cxn ang="0">
                          <a:pos x="T2" y="T3"/>
                        </a:cxn>
                        <a:cxn ang="0">
                          <a:pos x="T4" y="T5"/>
                        </a:cxn>
                        <a:cxn ang="0">
                          <a:pos x="T6" y="T7"/>
                        </a:cxn>
                      </a:cxnLst>
                      <a:rect l="0" t="0" r="r" b="b"/>
                      <a:pathLst>
                        <a:path w="80" h="14">
                          <a:moveTo>
                            <a:pt x="0" y="14"/>
                          </a:moveTo>
                          <a:lnTo>
                            <a:pt x="12" y="0"/>
                          </a:lnTo>
                          <a:lnTo>
                            <a:pt x="80" y="0"/>
                          </a:lnTo>
                          <a:lnTo>
                            <a:pt x="80" y="14"/>
                          </a:lnTo>
                        </a:path>
                      </a:pathLst>
                    </a:custGeom>
                    <a:noFill/>
                    <a:ln w="3175">
                      <a:solidFill>
                        <a:srgbClr val="40404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43011" name="Line 24">
                      <a:extLst>
                        <a:ext uri="{FF2B5EF4-FFF2-40B4-BE49-F238E27FC236}">
                          <a16:creationId xmlns:a16="http://schemas.microsoft.com/office/drawing/2014/main" id="{4D635CB0-E652-31BC-0F6F-314B44B1C0A5}"/>
                        </a:ext>
                      </a:extLst>
                    </p:cNvPr>
                    <p:cNvSpPr>
                      <a:spLocks noChangeShapeType="1"/>
                    </p:cNvSpPr>
                    <p:nvPr/>
                  </p:nvSpPr>
                  <p:spPr bwMode="auto">
                    <a:xfrm>
                      <a:off x="1475" y="2258"/>
                      <a:ext cx="1" cy="18"/>
                    </a:xfrm>
                    <a:prstGeom prst="line">
                      <a:avLst/>
                    </a:prstGeom>
                    <a:noFill/>
                    <a:ln w="3175">
                      <a:solidFill>
                        <a:srgbClr val="40404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2543009" name="Line 25">
                    <a:extLst>
                      <a:ext uri="{FF2B5EF4-FFF2-40B4-BE49-F238E27FC236}">
                        <a16:creationId xmlns:a16="http://schemas.microsoft.com/office/drawing/2014/main" id="{8A2E1AA3-4BFF-5297-A3CA-D7706FC9371B}"/>
                      </a:ext>
                    </a:extLst>
                  </p:cNvPr>
                  <p:cNvSpPr>
                    <a:spLocks noChangeShapeType="1"/>
                  </p:cNvSpPr>
                  <p:nvPr/>
                </p:nvSpPr>
                <p:spPr bwMode="auto">
                  <a:xfrm>
                    <a:off x="1484" y="2276"/>
                    <a:ext cx="1" cy="63"/>
                  </a:xfrm>
                  <a:prstGeom prst="line">
                    <a:avLst/>
                  </a:prstGeom>
                  <a:noFill/>
                  <a:ln w="3175">
                    <a:solidFill>
                      <a:srgbClr val="20202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2542996" name="Group 26">
                <a:extLst>
                  <a:ext uri="{FF2B5EF4-FFF2-40B4-BE49-F238E27FC236}">
                    <a16:creationId xmlns:a16="http://schemas.microsoft.com/office/drawing/2014/main" id="{FE45228C-87E3-BF04-F7C5-91C6BD50D4FC}"/>
                  </a:ext>
                </a:extLst>
              </p:cNvPr>
              <p:cNvGrpSpPr>
                <a:grpSpLocks/>
              </p:cNvGrpSpPr>
              <p:nvPr/>
            </p:nvGrpSpPr>
            <p:grpSpPr bwMode="auto">
              <a:xfrm>
                <a:off x="1277" y="2267"/>
                <a:ext cx="86" cy="85"/>
                <a:chOff x="1277" y="2267"/>
                <a:chExt cx="86" cy="85"/>
              </a:xfrm>
            </p:grpSpPr>
            <p:sp>
              <p:nvSpPr>
                <p:cNvPr id="2543001" name="Oval 27">
                  <a:extLst>
                    <a:ext uri="{FF2B5EF4-FFF2-40B4-BE49-F238E27FC236}">
                      <a16:creationId xmlns:a16="http://schemas.microsoft.com/office/drawing/2014/main" id="{CBBD18B6-322C-9EEB-2917-52C467A9C6A1}"/>
                    </a:ext>
                  </a:extLst>
                </p:cNvPr>
                <p:cNvSpPr>
                  <a:spLocks noChangeArrowheads="1"/>
                </p:cNvSpPr>
                <p:nvPr/>
              </p:nvSpPr>
              <p:spPr bwMode="auto">
                <a:xfrm>
                  <a:off x="1277" y="2267"/>
                  <a:ext cx="86" cy="85"/>
                </a:xfrm>
                <a:prstGeom prst="ellipse">
                  <a:avLst/>
                </a:prstGeom>
                <a:solidFill>
                  <a:srgbClr val="202020"/>
                </a:solidFill>
                <a:ln w="3175">
                  <a:solidFill>
                    <a:srgbClr val="000000"/>
                  </a:solidFill>
                  <a:round/>
                  <a:headEnd/>
                  <a:tailEnd/>
                </a:ln>
              </p:spPr>
              <p:txBody>
                <a:bodyPr/>
                <a:lstStyle/>
                <a:p>
                  <a:endParaRPr lang="en-US"/>
                </a:p>
              </p:txBody>
            </p:sp>
            <p:sp>
              <p:nvSpPr>
                <p:cNvPr id="2543002" name="Oval 28">
                  <a:extLst>
                    <a:ext uri="{FF2B5EF4-FFF2-40B4-BE49-F238E27FC236}">
                      <a16:creationId xmlns:a16="http://schemas.microsoft.com/office/drawing/2014/main" id="{3F92F77B-3724-F990-088F-40560D77B6CF}"/>
                    </a:ext>
                  </a:extLst>
                </p:cNvPr>
                <p:cNvSpPr>
                  <a:spLocks noChangeArrowheads="1"/>
                </p:cNvSpPr>
                <p:nvPr/>
              </p:nvSpPr>
              <p:spPr bwMode="auto">
                <a:xfrm>
                  <a:off x="1289" y="2279"/>
                  <a:ext cx="60" cy="59"/>
                </a:xfrm>
                <a:prstGeom prst="ellipse">
                  <a:avLst/>
                </a:prstGeom>
                <a:solidFill>
                  <a:srgbClr val="A0A0A0"/>
                </a:solidFill>
                <a:ln w="3175">
                  <a:solidFill>
                    <a:srgbClr val="000000"/>
                  </a:solidFill>
                  <a:round/>
                  <a:headEnd/>
                  <a:tailEnd/>
                </a:ln>
              </p:spPr>
              <p:txBody>
                <a:bodyPr/>
                <a:lstStyle/>
                <a:p>
                  <a:endParaRPr lang="en-US"/>
                </a:p>
              </p:txBody>
            </p:sp>
            <p:sp>
              <p:nvSpPr>
                <p:cNvPr id="2543003" name="Oval 29">
                  <a:extLst>
                    <a:ext uri="{FF2B5EF4-FFF2-40B4-BE49-F238E27FC236}">
                      <a16:creationId xmlns:a16="http://schemas.microsoft.com/office/drawing/2014/main" id="{D384AFB2-3562-DCBF-75AB-58DAEA912B28}"/>
                    </a:ext>
                  </a:extLst>
                </p:cNvPr>
                <p:cNvSpPr>
                  <a:spLocks noChangeArrowheads="1"/>
                </p:cNvSpPr>
                <p:nvPr/>
              </p:nvSpPr>
              <p:spPr bwMode="auto">
                <a:xfrm>
                  <a:off x="1305" y="2297"/>
                  <a:ext cx="26" cy="25"/>
                </a:xfrm>
                <a:prstGeom prst="ellipse">
                  <a:avLst/>
                </a:prstGeom>
                <a:solidFill>
                  <a:srgbClr val="606060"/>
                </a:solidFill>
                <a:ln w="3175">
                  <a:solidFill>
                    <a:srgbClr val="000000"/>
                  </a:solidFill>
                  <a:round/>
                  <a:headEnd/>
                  <a:tailEnd/>
                </a:ln>
              </p:spPr>
              <p:txBody>
                <a:bodyPr/>
                <a:lstStyle/>
                <a:p>
                  <a:endParaRPr lang="en-US"/>
                </a:p>
              </p:txBody>
            </p:sp>
          </p:grpSp>
          <p:grpSp>
            <p:nvGrpSpPr>
              <p:cNvPr id="2542997" name="Group 30">
                <a:extLst>
                  <a:ext uri="{FF2B5EF4-FFF2-40B4-BE49-F238E27FC236}">
                    <a16:creationId xmlns:a16="http://schemas.microsoft.com/office/drawing/2014/main" id="{CEED00B9-2960-3561-4975-AB9F9A1625E6}"/>
                  </a:ext>
                </a:extLst>
              </p:cNvPr>
              <p:cNvGrpSpPr>
                <a:grpSpLocks/>
              </p:cNvGrpSpPr>
              <p:nvPr/>
            </p:nvGrpSpPr>
            <p:grpSpPr bwMode="auto">
              <a:xfrm>
                <a:off x="1390" y="2267"/>
                <a:ext cx="86" cy="85"/>
                <a:chOff x="1390" y="2267"/>
                <a:chExt cx="86" cy="85"/>
              </a:xfrm>
            </p:grpSpPr>
            <p:sp>
              <p:nvSpPr>
                <p:cNvPr id="2542998" name="Oval 31">
                  <a:extLst>
                    <a:ext uri="{FF2B5EF4-FFF2-40B4-BE49-F238E27FC236}">
                      <a16:creationId xmlns:a16="http://schemas.microsoft.com/office/drawing/2014/main" id="{7399A17A-0CA3-06EC-016E-03A9D94B5180}"/>
                    </a:ext>
                  </a:extLst>
                </p:cNvPr>
                <p:cNvSpPr>
                  <a:spLocks noChangeArrowheads="1"/>
                </p:cNvSpPr>
                <p:nvPr/>
              </p:nvSpPr>
              <p:spPr bwMode="auto">
                <a:xfrm>
                  <a:off x="1390" y="2267"/>
                  <a:ext cx="86" cy="85"/>
                </a:xfrm>
                <a:prstGeom prst="ellipse">
                  <a:avLst/>
                </a:prstGeom>
                <a:solidFill>
                  <a:srgbClr val="202020"/>
                </a:solidFill>
                <a:ln w="3175">
                  <a:solidFill>
                    <a:srgbClr val="000000"/>
                  </a:solidFill>
                  <a:round/>
                  <a:headEnd/>
                  <a:tailEnd/>
                </a:ln>
              </p:spPr>
              <p:txBody>
                <a:bodyPr/>
                <a:lstStyle/>
                <a:p>
                  <a:endParaRPr lang="en-US"/>
                </a:p>
              </p:txBody>
            </p:sp>
            <p:sp>
              <p:nvSpPr>
                <p:cNvPr id="2542999" name="Oval 32">
                  <a:extLst>
                    <a:ext uri="{FF2B5EF4-FFF2-40B4-BE49-F238E27FC236}">
                      <a16:creationId xmlns:a16="http://schemas.microsoft.com/office/drawing/2014/main" id="{CD2944C3-8099-880A-68F4-5FB433BCFE82}"/>
                    </a:ext>
                  </a:extLst>
                </p:cNvPr>
                <p:cNvSpPr>
                  <a:spLocks noChangeArrowheads="1"/>
                </p:cNvSpPr>
                <p:nvPr/>
              </p:nvSpPr>
              <p:spPr bwMode="auto">
                <a:xfrm>
                  <a:off x="1404" y="2279"/>
                  <a:ext cx="60" cy="59"/>
                </a:xfrm>
                <a:prstGeom prst="ellipse">
                  <a:avLst/>
                </a:prstGeom>
                <a:solidFill>
                  <a:srgbClr val="A0A0A0"/>
                </a:solidFill>
                <a:ln w="3175">
                  <a:solidFill>
                    <a:srgbClr val="000000"/>
                  </a:solidFill>
                  <a:round/>
                  <a:headEnd/>
                  <a:tailEnd/>
                </a:ln>
              </p:spPr>
              <p:txBody>
                <a:bodyPr/>
                <a:lstStyle/>
                <a:p>
                  <a:endParaRPr lang="en-US"/>
                </a:p>
              </p:txBody>
            </p:sp>
            <p:sp>
              <p:nvSpPr>
                <p:cNvPr id="2543000" name="Oval 33">
                  <a:extLst>
                    <a:ext uri="{FF2B5EF4-FFF2-40B4-BE49-F238E27FC236}">
                      <a16:creationId xmlns:a16="http://schemas.microsoft.com/office/drawing/2014/main" id="{7A94D0AD-D33D-5FA8-B04B-3E2099F2627C}"/>
                    </a:ext>
                  </a:extLst>
                </p:cNvPr>
                <p:cNvSpPr>
                  <a:spLocks noChangeArrowheads="1"/>
                </p:cNvSpPr>
                <p:nvPr/>
              </p:nvSpPr>
              <p:spPr bwMode="auto">
                <a:xfrm>
                  <a:off x="1420" y="2297"/>
                  <a:ext cx="26" cy="25"/>
                </a:xfrm>
                <a:prstGeom prst="ellipse">
                  <a:avLst/>
                </a:prstGeom>
                <a:solidFill>
                  <a:srgbClr val="606060"/>
                </a:solidFill>
                <a:ln w="3175">
                  <a:solidFill>
                    <a:srgbClr val="000000"/>
                  </a:solidFill>
                  <a:round/>
                  <a:headEnd/>
                  <a:tailEnd/>
                </a:ln>
              </p:spPr>
              <p:txBody>
                <a:bodyPr/>
                <a:lstStyle/>
                <a:p>
                  <a:endParaRPr lang="en-US"/>
                </a:p>
              </p:txBody>
            </p:sp>
          </p:grpSp>
        </p:grpSp>
      </p:grpSp>
      <p:cxnSp>
        <p:nvCxnSpPr>
          <p:cNvPr id="2543022" name="Straight Arrow Connector 2543021">
            <a:extLst>
              <a:ext uri="{FF2B5EF4-FFF2-40B4-BE49-F238E27FC236}">
                <a16:creationId xmlns:a16="http://schemas.microsoft.com/office/drawing/2014/main" id="{02D70CEC-088F-BBF5-C9A3-FB612A04E357}"/>
              </a:ext>
            </a:extLst>
          </p:cNvPr>
          <p:cNvCxnSpPr>
            <a:cxnSpLocks/>
            <a:stCxn id="2542928" idx="3"/>
            <a:endCxn id="2542961" idx="3"/>
          </p:cNvCxnSpPr>
          <p:nvPr/>
        </p:nvCxnSpPr>
        <p:spPr>
          <a:xfrm>
            <a:off x="7454073" y="2753664"/>
            <a:ext cx="684283" cy="289039"/>
          </a:xfrm>
          <a:prstGeom prst="straightConnector1">
            <a:avLst/>
          </a:prstGeom>
          <a:ln w="28575">
            <a:solidFill>
              <a:schemeClr val="bg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2543023" name="Straight Arrow Connector 2543022">
            <a:extLst>
              <a:ext uri="{FF2B5EF4-FFF2-40B4-BE49-F238E27FC236}">
                <a16:creationId xmlns:a16="http://schemas.microsoft.com/office/drawing/2014/main" id="{D0D9B350-2F41-5F29-7339-1938C5E48527}"/>
              </a:ext>
            </a:extLst>
          </p:cNvPr>
          <p:cNvCxnSpPr>
            <a:cxnSpLocks/>
            <a:stCxn id="2542929" idx="3"/>
            <a:endCxn id="2542961" idx="3"/>
          </p:cNvCxnSpPr>
          <p:nvPr/>
        </p:nvCxnSpPr>
        <p:spPr>
          <a:xfrm flipV="1">
            <a:off x="7435021" y="3042703"/>
            <a:ext cx="703335" cy="470585"/>
          </a:xfrm>
          <a:prstGeom prst="straightConnector1">
            <a:avLst/>
          </a:prstGeom>
          <a:ln w="28575">
            <a:solidFill>
              <a:schemeClr val="bg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2543024" name="Straight Arrow Connector 2543023">
            <a:extLst>
              <a:ext uri="{FF2B5EF4-FFF2-40B4-BE49-F238E27FC236}">
                <a16:creationId xmlns:a16="http://schemas.microsoft.com/office/drawing/2014/main" id="{F5EC98D1-2576-E6FA-05EB-E9E6D0A54F60}"/>
              </a:ext>
            </a:extLst>
          </p:cNvPr>
          <p:cNvCxnSpPr>
            <a:cxnSpLocks/>
            <a:stCxn id="2542930" idx="3"/>
            <a:endCxn id="2542961" idx="3"/>
          </p:cNvCxnSpPr>
          <p:nvPr/>
        </p:nvCxnSpPr>
        <p:spPr>
          <a:xfrm flipV="1">
            <a:off x="7408825" y="3042703"/>
            <a:ext cx="729531" cy="1094477"/>
          </a:xfrm>
          <a:prstGeom prst="straightConnector1">
            <a:avLst/>
          </a:prstGeom>
          <a:ln w="28575">
            <a:solidFill>
              <a:schemeClr val="bg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2543025" name="Straight Arrow Connector 2543024">
            <a:extLst>
              <a:ext uri="{FF2B5EF4-FFF2-40B4-BE49-F238E27FC236}">
                <a16:creationId xmlns:a16="http://schemas.microsoft.com/office/drawing/2014/main" id="{FA5B9B0F-109B-4242-7EE2-D3252512F361}"/>
              </a:ext>
            </a:extLst>
          </p:cNvPr>
          <p:cNvCxnSpPr>
            <a:cxnSpLocks/>
          </p:cNvCxnSpPr>
          <p:nvPr/>
        </p:nvCxnSpPr>
        <p:spPr>
          <a:xfrm>
            <a:off x="7454599" y="2753663"/>
            <a:ext cx="679516" cy="1077239"/>
          </a:xfrm>
          <a:prstGeom prst="straightConnector1">
            <a:avLst/>
          </a:prstGeom>
          <a:ln w="28575">
            <a:solidFill>
              <a:schemeClr val="bg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2543026" name="Straight Arrow Connector 2543025">
            <a:extLst>
              <a:ext uri="{FF2B5EF4-FFF2-40B4-BE49-F238E27FC236}">
                <a16:creationId xmlns:a16="http://schemas.microsoft.com/office/drawing/2014/main" id="{45FC37C4-0525-7C48-0AA2-21CB93F4AB80}"/>
              </a:ext>
            </a:extLst>
          </p:cNvPr>
          <p:cNvCxnSpPr>
            <a:cxnSpLocks/>
            <a:stCxn id="2542929" idx="3"/>
            <a:endCxn id="2542991" idx="3"/>
          </p:cNvCxnSpPr>
          <p:nvPr/>
        </p:nvCxnSpPr>
        <p:spPr>
          <a:xfrm>
            <a:off x="7435021" y="3513288"/>
            <a:ext cx="698568" cy="317615"/>
          </a:xfrm>
          <a:prstGeom prst="straightConnector1">
            <a:avLst/>
          </a:prstGeom>
          <a:ln w="28575">
            <a:solidFill>
              <a:schemeClr val="bg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2543027" name="Straight Arrow Connector 2543026">
            <a:extLst>
              <a:ext uri="{FF2B5EF4-FFF2-40B4-BE49-F238E27FC236}">
                <a16:creationId xmlns:a16="http://schemas.microsoft.com/office/drawing/2014/main" id="{6F4EAF83-9705-9AB3-8C9C-A76CE6B9FC93}"/>
              </a:ext>
            </a:extLst>
          </p:cNvPr>
          <p:cNvCxnSpPr>
            <a:cxnSpLocks/>
            <a:stCxn id="2542930" idx="3"/>
            <a:endCxn id="2542991" idx="3"/>
          </p:cNvCxnSpPr>
          <p:nvPr/>
        </p:nvCxnSpPr>
        <p:spPr>
          <a:xfrm flipV="1">
            <a:off x="7408825" y="3830903"/>
            <a:ext cx="724764" cy="306277"/>
          </a:xfrm>
          <a:prstGeom prst="straightConnector1">
            <a:avLst/>
          </a:prstGeom>
          <a:ln w="28575">
            <a:solidFill>
              <a:schemeClr val="bg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2543028" name="Straight Arrow Connector 2543027">
            <a:extLst>
              <a:ext uri="{FF2B5EF4-FFF2-40B4-BE49-F238E27FC236}">
                <a16:creationId xmlns:a16="http://schemas.microsoft.com/office/drawing/2014/main" id="{05357A84-3863-BA43-7972-B8CA246909E6}"/>
              </a:ext>
            </a:extLst>
          </p:cNvPr>
          <p:cNvCxnSpPr>
            <a:cxnSpLocks/>
            <a:stCxn id="2542930" idx="3"/>
            <a:endCxn id="2543021" idx="3"/>
          </p:cNvCxnSpPr>
          <p:nvPr/>
        </p:nvCxnSpPr>
        <p:spPr>
          <a:xfrm>
            <a:off x="7408825" y="4137180"/>
            <a:ext cx="727143" cy="310472"/>
          </a:xfrm>
          <a:prstGeom prst="straightConnector1">
            <a:avLst/>
          </a:prstGeom>
          <a:ln w="28575">
            <a:solidFill>
              <a:schemeClr val="bg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2543029" name="Straight Arrow Connector 2543028">
            <a:extLst>
              <a:ext uri="{FF2B5EF4-FFF2-40B4-BE49-F238E27FC236}">
                <a16:creationId xmlns:a16="http://schemas.microsoft.com/office/drawing/2014/main" id="{87279CD6-3183-B31B-3791-E9556D3627C3}"/>
              </a:ext>
            </a:extLst>
          </p:cNvPr>
          <p:cNvCxnSpPr>
            <a:cxnSpLocks/>
            <a:stCxn id="2542931" idx="3"/>
            <a:endCxn id="2543021" idx="3"/>
          </p:cNvCxnSpPr>
          <p:nvPr/>
        </p:nvCxnSpPr>
        <p:spPr>
          <a:xfrm flipV="1">
            <a:off x="7389770" y="4447652"/>
            <a:ext cx="746198" cy="291989"/>
          </a:xfrm>
          <a:prstGeom prst="straightConnector1">
            <a:avLst/>
          </a:prstGeom>
          <a:ln w="28575">
            <a:solidFill>
              <a:schemeClr val="bg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2543030" name="Straight Arrow Connector 2543029">
            <a:extLst>
              <a:ext uri="{FF2B5EF4-FFF2-40B4-BE49-F238E27FC236}">
                <a16:creationId xmlns:a16="http://schemas.microsoft.com/office/drawing/2014/main" id="{CBAAAE1B-BCE4-E769-977C-462EA5492E30}"/>
              </a:ext>
            </a:extLst>
          </p:cNvPr>
          <p:cNvCxnSpPr>
            <a:cxnSpLocks/>
            <a:stCxn id="2542931" idx="3"/>
            <a:endCxn id="2542991" idx="3"/>
          </p:cNvCxnSpPr>
          <p:nvPr/>
        </p:nvCxnSpPr>
        <p:spPr>
          <a:xfrm flipV="1">
            <a:off x="7389770" y="3830903"/>
            <a:ext cx="743819" cy="908738"/>
          </a:xfrm>
          <a:prstGeom prst="straightConnector1">
            <a:avLst/>
          </a:prstGeom>
          <a:ln w="28575">
            <a:solidFill>
              <a:schemeClr val="bg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8" name="TextBox 7">
            <a:extLst>
              <a:ext uri="{FF2B5EF4-FFF2-40B4-BE49-F238E27FC236}">
                <a16:creationId xmlns:a16="http://schemas.microsoft.com/office/drawing/2014/main" id="{3B0CFFD3-EA5D-3908-D2B0-BA1279128426}"/>
              </a:ext>
            </a:extLst>
          </p:cNvPr>
          <p:cNvSpPr txBox="1"/>
          <p:nvPr/>
        </p:nvSpPr>
        <p:spPr>
          <a:xfrm>
            <a:off x="7399828" y="1679550"/>
            <a:ext cx="1277979" cy="369332"/>
          </a:xfrm>
          <a:prstGeom prst="rect">
            <a:avLst/>
          </a:prstGeom>
          <a:noFill/>
        </p:spPr>
        <p:txBody>
          <a:bodyPr wrap="none" rtlCol="0">
            <a:spAutoFit/>
          </a:bodyPr>
          <a:lstStyle/>
          <a:p>
            <a:r>
              <a:rPr lang="en-US" dirty="0">
                <a:solidFill>
                  <a:schemeClr val="bg1"/>
                </a:solidFill>
              </a:rPr>
              <a:t>Wednesday</a:t>
            </a:r>
          </a:p>
        </p:txBody>
      </p:sp>
      <p:sp>
        <p:nvSpPr>
          <p:cNvPr id="9" name="TextBox 8">
            <a:extLst>
              <a:ext uri="{FF2B5EF4-FFF2-40B4-BE49-F238E27FC236}">
                <a16:creationId xmlns:a16="http://schemas.microsoft.com/office/drawing/2014/main" id="{80FFEA18-7D89-7114-1DEB-6EE9CE152953}"/>
              </a:ext>
            </a:extLst>
          </p:cNvPr>
          <p:cNvSpPr txBox="1"/>
          <p:nvPr/>
        </p:nvSpPr>
        <p:spPr>
          <a:xfrm>
            <a:off x="3108797" y="1681933"/>
            <a:ext cx="957826" cy="369332"/>
          </a:xfrm>
          <a:prstGeom prst="rect">
            <a:avLst/>
          </a:prstGeom>
          <a:noFill/>
        </p:spPr>
        <p:txBody>
          <a:bodyPr wrap="none" rtlCol="0">
            <a:spAutoFit/>
          </a:bodyPr>
          <a:lstStyle/>
          <a:p>
            <a:r>
              <a:rPr lang="en-US" dirty="0">
                <a:solidFill>
                  <a:schemeClr val="bg1"/>
                </a:solidFill>
              </a:rPr>
              <a:t>Monday</a:t>
            </a:r>
          </a:p>
        </p:txBody>
      </p:sp>
      <p:pic>
        <p:nvPicPr>
          <p:cNvPr id="10" name="Picture 9">
            <a:extLst>
              <a:ext uri="{FF2B5EF4-FFF2-40B4-BE49-F238E27FC236}">
                <a16:creationId xmlns:a16="http://schemas.microsoft.com/office/drawing/2014/main" id="{7277A3CF-9D50-D3A4-A1AA-50DB0659C818}"/>
              </a:ext>
            </a:extLst>
          </p:cNvPr>
          <p:cNvPicPr>
            <a:picLocks noChangeAspect="1"/>
          </p:cNvPicPr>
          <p:nvPr/>
        </p:nvPicPr>
        <p:blipFill>
          <a:blip r:embed="rId5">
            <a:biLevel thresh="25000"/>
            <a:extLst>
              <a:ext uri="{BEBA8EAE-BF5A-486C-A8C5-ECC9F3942E4B}">
                <a14:imgProps xmlns:a14="http://schemas.microsoft.com/office/drawing/2010/main">
                  <a14:imgLayer r:embed="rId6">
                    <a14:imgEffect>
                      <a14:backgroundRemoval t="5238" b="90000" l="6215" r="95198">
                        <a14:foregroundMark x1="66667" y1="6190" x2="66667" y2="6190"/>
                        <a14:foregroundMark x1="12429" y1="56667" x2="12429" y2="56667"/>
                        <a14:foregroundMark x1="16949" y1="59524" x2="16949" y2="59524"/>
                        <a14:foregroundMark x1="17232" y1="55238" x2="17232" y2="55238"/>
                        <a14:foregroundMark x1="14972" y1="65238" x2="14972" y2="65238"/>
                        <a14:foregroundMark x1="95198" y1="73810" x2="95198" y2="73810"/>
                        <a14:foregroundMark x1="18362" y1="82857" x2="18362" y2="82857"/>
                        <a14:foregroundMark x1="6215" y1="77143" x2="6215" y2="77143"/>
                      </a14:backgroundRemoval>
                    </a14:imgEffect>
                  </a14:imgLayer>
                </a14:imgProps>
              </a:ext>
            </a:extLst>
          </a:blip>
          <a:stretch>
            <a:fillRect/>
          </a:stretch>
        </p:blipFill>
        <p:spPr>
          <a:xfrm>
            <a:off x="4859701" y="2753664"/>
            <a:ext cx="412202" cy="244527"/>
          </a:xfrm>
          <a:prstGeom prst="rect">
            <a:avLst/>
          </a:prstGeom>
        </p:spPr>
      </p:pic>
      <p:pic>
        <p:nvPicPr>
          <p:cNvPr id="11" name="Picture 10">
            <a:extLst>
              <a:ext uri="{FF2B5EF4-FFF2-40B4-BE49-F238E27FC236}">
                <a16:creationId xmlns:a16="http://schemas.microsoft.com/office/drawing/2014/main" id="{508CBB81-6B40-4095-4F28-0927849B6B81}"/>
              </a:ext>
            </a:extLst>
          </p:cNvPr>
          <p:cNvPicPr>
            <a:picLocks noChangeAspect="1"/>
          </p:cNvPicPr>
          <p:nvPr/>
        </p:nvPicPr>
        <p:blipFill>
          <a:blip r:embed="rId5">
            <a:biLevel thresh="25000"/>
            <a:extLst>
              <a:ext uri="{BEBA8EAE-BF5A-486C-A8C5-ECC9F3942E4B}">
                <a14:imgProps xmlns:a14="http://schemas.microsoft.com/office/drawing/2010/main">
                  <a14:imgLayer r:embed="rId6">
                    <a14:imgEffect>
                      <a14:backgroundRemoval t="5238" b="90000" l="6215" r="95198">
                        <a14:foregroundMark x1="66667" y1="6190" x2="66667" y2="6190"/>
                        <a14:foregroundMark x1="12429" y1="56667" x2="12429" y2="56667"/>
                        <a14:foregroundMark x1="16949" y1="59524" x2="16949" y2="59524"/>
                        <a14:foregroundMark x1="17232" y1="55238" x2="17232" y2="55238"/>
                        <a14:foregroundMark x1="14972" y1="65238" x2="14972" y2="65238"/>
                        <a14:foregroundMark x1="95198" y1="73810" x2="95198" y2="73810"/>
                        <a14:foregroundMark x1="18362" y1="82857" x2="18362" y2="82857"/>
                        <a14:foregroundMark x1="6215" y1="77143" x2="6215" y2="77143"/>
                      </a14:backgroundRemoval>
                    </a14:imgEffect>
                  </a14:imgLayer>
                </a14:imgProps>
              </a:ext>
            </a:extLst>
          </a:blip>
          <a:stretch>
            <a:fillRect/>
          </a:stretch>
        </p:blipFill>
        <p:spPr>
          <a:xfrm>
            <a:off x="4840649" y="3263254"/>
            <a:ext cx="412202" cy="244527"/>
          </a:xfrm>
          <a:prstGeom prst="rect">
            <a:avLst/>
          </a:prstGeom>
        </p:spPr>
      </p:pic>
      <p:pic>
        <p:nvPicPr>
          <p:cNvPr id="12" name="Picture 11">
            <a:extLst>
              <a:ext uri="{FF2B5EF4-FFF2-40B4-BE49-F238E27FC236}">
                <a16:creationId xmlns:a16="http://schemas.microsoft.com/office/drawing/2014/main" id="{525CB472-7655-C3EA-507E-27401F74A673}"/>
              </a:ext>
            </a:extLst>
          </p:cNvPr>
          <p:cNvPicPr>
            <a:picLocks noChangeAspect="1"/>
          </p:cNvPicPr>
          <p:nvPr/>
        </p:nvPicPr>
        <p:blipFill>
          <a:blip r:embed="rId5">
            <a:biLevel thresh="25000"/>
            <a:extLst>
              <a:ext uri="{BEBA8EAE-BF5A-486C-A8C5-ECC9F3942E4B}">
                <a14:imgProps xmlns:a14="http://schemas.microsoft.com/office/drawing/2010/main">
                  <a14:imgLayer r:embed="rId6">
                    <a14:imgEffect>
                      <a14:backgroundRemoval t="5238" b="90000" l="6215" r="95198">
                        <a14:foregroundMark x1="66667" y1="6190" x2="66667" y2="6190"/>
                        <a14:foregroundMark x1="12429" y1="56667" x2="12429" y2="56667"/>
                        <a14:foregroundMark x1="16949" y1="59524" x2="16949" y2="59524"/>
                        <a14:foregroundMark x1="17232" y1="55238" x2="17232" y2="55238"/>
                        <a14:foregroundMark x1="14972" y1="65238" x2="14972" y2="65238"/>
                        <a14:foregroundMark x1="95198" y1="73810" x2="95198" y2="73810"/>
                        <a14:foregroundMark x1="18362" y1="82857" x2="18362" y2="82857"/>
                        <a14:foregroundMark x1="6215" y1="77143" x2="6215" y2="77143"/>
                      </a14:backgroundRemoval>
                    </a14:imgEffect>
                  </a14:imgLayer>
                </a14:imgProps>
              </a:ext>
            </a:extLst>
          </a:blip>
          <a:stretch>
            <a:fillRect/>
          </a:stretch>
        </p:blipFill>
        <p:spPr>
          <a:xfrm>
            <a:off x="4814453" y="4030024"/>
            <a:ext cx="412202" cy="244527"/>
          </a:xfrm>
          <a:prstGeom prst="rect">
            <a:avLst/>
          </a:prstGeom>
        </p:spPr>
      </p:pic>
      <p:pic>
        <p:nvPicPr>
          <p:cNvPr id="13" name="Picture 12">
            <a:extLst>
              <a:ext uri="{FF2B5EF4-FFF2-40B4-BE49-F238E27FC236}">
                <a16:creationId xmlns:a16="http://schemas.microsoft.com/office/drawing/2014/main" id="{CBB61538-7C62-4B8F-8821-C0DFC340F064}"/>
              </a:ext>
            </a:extLst>
          </p:cNvPr>
          <p:cNvPicPr>
            <a:picLocks noChangeAspect="1"/>
          </p:cNvPicPr>
          <p:nvPr/>
        </p:nvPicPr>
        <p:blipFill>
          <a:blip r:embed="rId5">
            <a:biLevel thresh="25000"/>
            <a:extLst>
              <a:ext uri="{BEBA8EAE-BF5A-486C-A8C5-ECC9F3942E4B}">
                <a14:imgProps xmlns:a14="http://schemas.microsoft.com/office/drawing/2010/main">
                  <a14:imgLayer r:embed="rId6">
                    <a14:imgEffect>
                      <a14:backgroundRemoval t="5238" b="90000" l="6215" r="95198">
                        <a14:foregroundMark x1="66667" y1="6190" x2="66667" y2="6190"/>
                        <a14:foregroundMark x1="12429" y1="56667" x2="12429" y2="56667"/>
                        <a14:foregroundMark x1="16949" y1="59524" x2="16949" y2="59524"/>
                        <a14:foregroundMark x1="17232" y1="55238" x2="17232" y2="55238"/>
                        <a14:foregroundMark x1="14972" y1="65238" x2="14972" y2="65238"/>
                        <a14:foregroundMark x1="95198" y1="73810" x2="95198" y2="73810"/>
                        <a14:foregroundMark x1="18362" y1="82857" x2="18362" y2="82857"/>
                        <a14:foregroundMark x1="6215" y1="77143" x2="6215" y2="77143"/>
                      </a14:backgroundRemoval>
                    </a14:imgEffect>
                  </a14:imgLayer>
                </a14:imgProps>
              </a:ext>
            </a:extLst>
          </a:blip>
          <a:stretch>
            <a:fillRect/>
          </a:stretch>
        </p:blipFill>
        <p:spPr>
          <a:xfrm>
            <a:off x="4795398" y="4775358"/>
            <a:ext cx="412202" cy="244527"/>
          </a:xfrm>
          <a:prstGeom prst="rect">
            <a:avLst/>
          </a:prstGeom>
        </p:spPr>
      </p:pic>
      <p:grpSp>
        <p:nvGrpSpPr>
          <p:cNvPr id="14" name="Group 4">
            <a:extLst>
              <a:ext uri="{FF2B5EF4-FFF2-40B4-BE49-F238E27FC236}">
                <a16:creationId xmlns:a16="http://schemas.microsoft.com/office/drawing/2014/main" id="{37FD2543-EA76-C285-209D-26657D2B242D}"/>
              </a:ext>
            </a:extLst>
          </p:cNvPr>
          <p:cNvGrpSpPr>
            <a:grpSpLocks/>
          </p:cNvGrpSpPr>
          <p:nvPr/>
        </p:nvGrpSpPr>
        <p:grpSpPr bwMode="auto">
          <a:xfrm>
            <a:off x="5939141" y="2507595"/>
            <a:ext cx="448469" cy="205096"/>
            <a:chOff x="2256" y="2352"/>
            <a:chExt cx="933" cy="365"/>
          </a:xfrm>
        </p:grpSpPr>
        <p:grpSp>
          <p:nvGrpSpPr>
            <p:cNvPr id="15" name="Group 5">
              <a:extLst>
                <a:ext uri="{FF2B5EF4-FFF2-40B4-BE49-F238E27FC236}">
                  <a16:creationId xmlns:a16="http://schemas.microsoft.com/office/drawing/2014/main" id="{D36051AD-D5EB-B1A8-F65A-47FB1D0116A7}"/>
                </a:ext>
              </a:extLst>
            </p:cNvPr>
            <p:cNvGrpSpPr>
              <a:grpSpLocks/>
            </p:cNvGrpSpPr>
            <p:nvPr/>
          </p:nvGrpSpPr>
          <p:grpSpPr bwMode="auto">
            <a:xfrm flipH="1">
              <a:off x="2256" y="2352"/>
              <a:ext cx="933" cy="249"/>
              <a:chOff x="693" y="2029"/>
              <a:chExt cx="836" cy="228"/>
            </a:xfrm>
          </p:grpSpPr>
          <p:sp>
            <p:nvSpPr>
              <p:cNvPr id="49" name="Rectangle 6">
                <a:extLst>
                  <a:ext uri="{FF2B5EF4-FFF2-40B4-BE49-F238E27FC236}">
                    <a16:creationId xmlns:a16="http://schemas.microsoft.com/office/drawing/2014/main" id="{CA545927-801F-F108-E4AB-62A68AD05B03}"/>
                  </a:ext>
                </a:extLst>
              </p:cNvPr>
              <p:cNvSpPr>
                <a:spLocks noChangeArrowheads="1"/>
              </p:cNvSpPr>
              <p:nvPr/>
            </p:nvSpPr>
            <p:spPr bwMode="auto">
              <a:xfrm>
                <a:off x="693" y="2029"/>
                <a:ext cx="836" cy="228"/>
              </a:xfrm>
              <a:prstGeom prst="rect">
                <a:avLst/>
              </a:prstGeom>
              <a:gradFill rotWithShape="0">
                <a:gsLst>
                  <a:gs pos="0">
                    <a:srgbClr val="037C03"/>
                  </a:gs>
                  <a:gs pos="50000">
                    <a:srgbClr val="037C03">
                      <a:gamma/>
                      <a:shade val="6275"/>
                      <a:invGamma/>
                    </a:srgbClr>
                  </a:gs>
                  <a:gs pos="100000">
                    <a:srgbClr val="037C03"/>
                  </a:gs>
                </a:gsLst>
                <a:lin ang="5400000" scaled="1"/>
              </a:gradFill>
              <a:ln w="3175">
                <a:solidFill>
                  <a:srgbClr val="000000"/>
                </a:solidFill>
                <a:miter lim="800000"/>
                <a:headEnd/>
                <a:tailEnd/>
              </a:ln>
            </p:spPr>
            <p:txBody>
              <a:bodyPr/>
              <a:lstStyle/>
              <a:p>
                <a:endParaRPr lang="en-US"/>
              </a:p>
            </p:txBody>
          </p:sp>
          <p:sp>
            <p:nvSpPr>
              <p:cNvPr id="50" name="Rectangle 7">
                <a:extLst>
                  <a:ext uri="{FF2B5EF4-FFF2-40B4-BE49-F238E27FC236}">
                    <a16:creationId xmlns:a16="http://schemas.microsoft.com/office/drawing/2014/main" id="{AFBDC842-E2B6-41B8-0E9D-1BE28DC944F7}"/>
                  </a:ext>
                </a:extLst>
              </p:cNvPr>
              <p:cNvSpPr>
                <a:spLocks noChangeArrowheads="1"/>
              </p:cNvSpPr>
              <p:nvPr/>
            </p:nvSpPr>
            <p:spPr bwMode="auto">
              <a:xfrm>
                <a:off x="693" y="2037"/>
                <a:ext cx="836" cy="213"/>
              </a:xfrm>
              <a:prstGeom prst="rect">
                <a:avLst/>
              </a:prstGeom>
              <a:solidFill>
                <a:srgbClr val="C5D3ED"/>
              </a:solidFill>
              <a:ln w="3175">
                <a:solidFill>
                  <a:srgbClr val="000000"/>
                </a:solidFill>
                <a:miter lim="800000"/>
                <a:headEnd/>
                <a:tailEnd/>
              </a:ln>
            </p:spPr>
            <p:txBody>
              <a:bodyPr/>
              <a:lstStyle/>
              <a:p>
                <a:endParaRPr lang="en-US" dirty="0"/>
              </a:p>
            </p:txBody>
          </p:sp>
        </p:grpSp>
        <p:grpSp>
          <p:nvGrpSpPr>
            <p:cNvPr id="16" name="Group 8">
              <a:extLst>
                <a:ext uri="{FF2B5EF4-FFF2-40B4-BE49-F238E27FC236}">
                  <a16:creationId xmlns:a16="http://schemas.microsoft.com/office/drawing/2014/main" id="{B34F34FE-B225-28FB-6CCE-DBA46FBDA31D}"/>
                </a:ext>
              </a:extLst>
            </p:cNvPr>
            <p:cNvGrpSpPr>
              <a:grpSpLocks/>
            </p:cNvGrpSpPr>
            <p:nvPr/>
          </p:nvGrpSpPr>
          <p:grpSpPr bwMode="auto">
            <a:xfrm flipH="1">
              <a:off x="2413" y="2614"/>
              <a:ext cx="624" cy="103"/>
              <a:chOff x="926" y="2258"/>
              <a:chExt cx="559" cy="94"/>
            </a:xfrm>
          </p:grpSpPr>
          <p:grpSp>
            <p:nvGrpSpPr>
              <p:cNvPr id="17" name="Group 9">
                <a:extLst>
                  <a:ext uri="{FF2B5EF4-FFF2-40B4-BE49-F238E27FC236}">
                    <a16:creationId xmlns:a16="http://schemas.microsoft.com/office/drawing/2014/main" id="{0D61EDF6-CC91-7996-D403-8F398B4040CD}"/>
                  </a:ext>
                </a:extLst>
              </p:cNvPr>
              <p:cNvGrpSpPr>
                <a:grpSpLocks/>
              </p:cNvGrpSpPr>
              <p:nvPr/>
            </p:nvGrpSpPr>
            <p:grpSpPr bwMode="auto">
              <a:xfrm>
                <a:off x="926" y="2258"/>
                <a:ext cx="559" cy="81"/>
                <a:chOff x="926" y="2258"/>
                <a:chExt cx="559" cy="81"/>
              </a:xfrm>
            </p:grpSpPr>
            <p:grpSp>
              <p:nvGrpSpPr>
                <p:cNvPr id="33" name="Group 10">
                  <a:extLst>
                    <a:ext uri="{FF2B5EF4-FFF2-40B4-BE49-F238E27FC236}">
                      <a16:creationId xmlns:a16="http://schemas.microsoft.com/office/drawing/2014/main" id="{9F8A0BAE-B028-1AF7-93A6-77A1859B8AE5}"/>
                    </a:ext>
                  </a:extLst>
                </p:cNvPr>
                <p:cNvGrpSpPr>
                  <a:grpSpLocks/>
                </p:cNvGrpSpPr>
                <p:nvPr/>
              </p:nvGrpSpPr>
              <p:grpSpPr bwMode="auto">
                <a:xfrm>
                  <a:off x="926" y="2258"/>
                  <a:ext cx="67" cy="62"/>
                  <a:chOff x="926" y="2258"/>
                  <a:chExt cx="67" cy="62"/>
                </a:xfrm>
              </p:grpSpPr>
              <p:sp>
                <p:nvSpPr>
                  <p:cNvPr id="46" name="Freeform 11">
                    <a:extLst>
                      <a:ext uri="{FF2B5EF4-FFF2-40B4-BE49-F238E27FC236}">
                        <a16:creationId xmlns:a16="http://schemas.microsoft.com/office/drawing/2014/main" id="{DA47CE80-7E09-F882-986E-32B7520047FA}"/>
                      </a:ext>
                    </a:extLst>
                  </p:cNvPr>
                  <p:cNvSpPr>
                    <a:spLocks/>
                  </p:cNvSpPr>
                  <p:nvPr/>
                </p:nvSpPr>
                <p:spPr bwMode="auto">
                  <a:xfrm>
                    <a:off x="926" y="2258"/>
                    <a:ext cx="67" cy="10"/>
                  </a:xfrm>
                  <a:custGeom>
                    <a:avLst/>
                    <a:gdLst>
                      <a:gd name="T0" fmla="*/ 0 w 67"/>
                      <a:gd name="T1" fmla="*/ 0 h 10"/>
                      <a:gd name="T2" fmla="*/ 67 w 67"/>
                      <a:gd name="T3" fmla="*/ 0 h 10"/>
                      <a:gd name="T4" fmla="*/ 59 w 67"/>
                      <a:gd name="T5" fmla="*/ 10 h 10"/>
                      <a:gd name="T6" fmla="*/ 7 w 67"/>
                      <a:gd name="T7" fmla="*/ 10 h 10"/>
                      <a:gd name="T8" fmla="*/ 0 w 67"/>
                      <a:gd name="T9" fmla="*/ 0 h 10"/>
                    </a:gdLst>
                    <a:ahLst/>
                    <a:cxnLst>
                      <a:cxn ang="0">
                        <a:pos x="T0" y="T1"/>
                      </a:cxn>
                      <a:cxn ang="0">
                        <a:pos x="T2" y="T3"/>
                      </a:cxn>
                      <a:cxn ang="0">
                        <a:pos x="T4" y="T5"/>
                      </a:cxn>
                      <a:cxn ang="0">
                        <a:pos x="T6" y="T7"/>
                      </a:cxn>
                      <a:cxn ang="0">
                        <a:pos x="T8" y="T9"/>
                      </a:cxn>
                    </a:cxnLst>
                    <a:rect l="0" t="0" r="r" b="b"/>
                    <a:pathLst>
                      <a:path w="67" h="10">
                        <a:moveTo>
                          <a:pt x="0" y="0"/>
                        </a:moveTo>
                        <a:lnTo>
                          <a:pt x="67" y="0"/>
                        </a:lnTo>
                        <a:lnTo>
                          <a:pt x="59" y="10"/>
                        </a:lnTo>
                        <a:lnTo>
                          <a:pt x="7" y="10"/>
                        </a:lnTo>
                        <a:lnTo>
                          <a:pt x="0" y="0"/>
                        </a:lnTo>
                        <a:close/>
                      </a:path>
                    </a:pathLst>
                  </a:custGeom>
                  <a:solidFill>
                    <a:srgbClr val="606060"/>
                  </a:solidFill>
                  <a:ln w="3175">
                    <a:solidFill>
                      <a:srgbClr val="404040"/>
                    </a:solidFill>
                    <a:prstDash val="solid"/>
                    <a:round/>
                    <a:headEnd/>
                    <a:tailEnd/>
                  </a:ln>
                </p:spPr>
                <p:txBody>
                  <a:bodyPr/>
                  <a:lstStyle/>
                  <a:p>
                    <a:endParaRPr lang="en-US"/>
                  </a:p>
                </p:txBody>
              </p:sp>
              <p:sp>
                <p:nvSpPr>
                  <p:cNvPr id="47" name="Freeform 12">
                    <a:extLst>
                      <a:ext uri="{FF2B5EF4-FFF2-40B4-BE49-F238E27FC236}">
                        <a16:creationId xmlns:a16="http://schemas.microsoft.com/office/drawing/2014/main" id="{10BFB9B5-E1FC-1664-3230-BF2467569CA8}"/>
                      </a:ext>
                    </a:extLst>
                  </p:cNvPr>
                  <p:cNvSpPr>
                    <a:spLocks/>
                  </p:cNvSpPr>
                  <p:nvPr/>
                </p:nvSpPr>
                <p:spPr bwMode="auto">
                  <a:xfrm>
                    <a:off x="941" y="2268"/>
                    <a:ext cx="34" cy="4"/>
                  </a:xfrm>
                  <a:custGeom>
                    <a:avLst/>
                    <a:gdLst>
                      <a:gd name="T0" fmla="*/ 0 w 34"/>
                      <a:gd name="T1" fmla="*/ 0 h 4"/>
                      <a:gd name="T2" fmla="*/ 34 w 34"/>
                      <a:gd name="T3" fmla="*/ 0 h 4"/>
                      <a:gd name="T4" fmla="*/ 30 w 34"/>
                      <a:gd name="T5" fmla="*/ 4 h 4"/>
                      <a:gd name="T6" fmla="*/ 4 w 34"/>
                      <a:gd name="T7" fmla="*/ 4 h 4"/>
                      <a:gd name="T8" fmla="*/ 0 w 34"/>
                      <a:gd name="T9" fmla="*/ 0 h 4"/>
                    </a:gdLst>
                    <a:ahLst/>
                    <a:cxnLst>
                      <a:cxn ang="0">
                        <a:pos x="T0" y="T1"/>
                      </a:cxn>
                      <a:cxn ang="0">
                        <a:pos x="T2" y="T3"/>
                      </a:cxn>
                      <a:cxn ang="0">
                        <a:pos x="T4" y="T5"/>
                      </a:cxn>
                      <a:cxn ang="0">
                        <a:pos x="T6" y="T7"/>
                      </a:cxn>
                      <a:cxn ang="0">
                        <a:pos x="T8" y="T9"/>
                      </a:cxn>
                    </a:cxnLst>
                    <a:rect l="0" t="0" r="r" b="b"/>
                    <a:pathLst>
                      <a:path w="34" h="4">
                        <a:moveTo>
                          <a:pt x="0" y="0"/>
                        </a:moveTo>
                        <a:lnTo>
                          <a:pt x="34" y="0"/>
                        </a:lnTo>
                        <a:lnTo>
                          <a:pt x="30" y="4"/>
                        </a:lnTo>
                        <a:lnTo>
                          <a:pt x="4" y="4"/>
                        </a:lnTo>
                        <a:lnTo>
                          <a:pt x="0" y="0"/>
                        </a:lnTo>
                        <a:close/>
                      </a:path>
                    </a:pathLst>
                  </a:custGeom>
                  <a:solidFill>
                    <a:srgbClr val="606060"/>
                  </a:solidFill>
                  <a:ln w="3175">
                    <a:solidFill>
                      <a:srgbClr val="404040"/>
                    </a:solidFill>
                    <a:prstDash val="solid"/>
                    <a:round/>
                    <a:headEnd/>
                    <a:tailEnd/>
                  </a:ln>
                </p:spPr>
                <p:txBody>
                  <a:bodyPr/>
                  <a:lstStyle/>
                  <a:p>
                    <a:endParaRPr lang="en-US"/>
                  </a:p>
                </p:txBody>
              </p:sp>
              <p:sp>
                <p:nvSpPr>
                  <p:cNvPr id="48" name="Rectangle 13">
                    <a:extLst>
                      <a:ext uri="{FF2B5EF4-FFF2-40B4-BE49-F238E27FC236}">
                        <a16:creationId xmlns:a16="http://schemas.microsoft.com/office/drawing/2014/main" id="{CD9B60E3-FFA9-463B-9666-71111FAF1185}"/>
                      </a:ext>
                    </a:extLst>
                  </p:cNvPr>
                  <p:cNvSpPr>
                    <a:spLocks noChangeArrowheads="1"/>
                  </p:cNvSpPr>
                  <p:nvPr/>
                </p:nvSpPr>
                <p:spPr bwMode="auto">
                  <a:xfrm>
                    <a:off x="956" y="2273"/>
                    <a:ext cx="6" cy="47"/>
                  </a:xfrm>
                  <a:prstGeom prst="rect">
                    <a:avLst/>
                  </a:prstGeom>
                  <a:solidFill>
                    <a:srgbClr val="606060"/>
                  </a:solidFill>
                  <a:ln w="3175">
                    <a:solidFill>
                      <a:srgbClr val="404040"/>
                    </a:solidFill>
                    <a:miter lim="800000"/>
                    <a:headEnd/>
                    <a:tailEnd/>
                  </a:ln>
                </p:spPr>
                <p:txBody>
                  <a:bodyPr/>
                  <a:lstStyle/>
                  <a:p>
                    <a:endParaRPr lang="en-US"/>
                  </a:p>
                </p:txBody>
              </p:sp>
            </p:grpSp>
            <p:grpSp>
              <p:nvGrpSpPr>
                <p:cNvPr id="34" name="Group 14">
                  <a:extLst>
                    <a:ext uri="{FF2B5EF4-FFF2-40B4-BE49-F238E27FC236}">
                      <a16:creationId xmlns:a16="http://schemas.microsoft.com/office/drawing/2014/main" id="{365C0CE2-FA8A-D87B-DA9E-8CBE3F6ED7AB}"/>
                    </a:ext>
                  </a:extLst>
                </p:cNvPr>
                <p:cNvGrpSpPr>
                  <a:grpSpLocks/>
                </p:cNvGrpSpPr>
                <p:nvPr/>
              </p:nvGrpSpPr>
              <p:grpSpPr bwMode="auto">
                <a:xfrm>
                  <a:off x="1264" y="2258"/>
                  <a:ext cx="107" cy="81"/>
                  <a:chOff x="1264" y="2258"/>
                  <a:chExt cx="107" cy="81"/>
                </a:xfrm>
              </p:grpSpPr>
              <p:sp>
                <p:nvSpPr>
                  <p:cNvPr id="41" name="Freeform 15">
                    <a:extLst>
                      <a:ext uri="{FF2B5EF4-FFF2-40B4-BE49-F238E27FC236}">
                        <a16:creationId xmlns:a16="http://schemas.microsoft.com/office/drawing/2014/main" id="{E1955659-0FBF-A73F-C2A7-9D6BA1630230}"/>
                      </a:ext>
                    </a:extLst>
                  </p:cNvPr>
                  <p:cNvSpPr>
                    <a:spLocks/>
                  </p:cNvSpPr>
                  <p:nvPr/>
                </p:nvSpPr>
                <p:spPr bwMode="auto">
                  <a:xfrm>
                    <a:off x="1264" y="2260"/>
                    <a:ext cx="106" cy="16"/>
                  </a:xfrm>
                  <a:custGeom>
                    <a:avLst/>
                    <a:gdLst>
                      <a:gd name="T0" fmla="*/ 0 w 106"/>
                      <a:gd name="T1" fmla="*/ 0 h 16"/>
                      <a:gd name="T2" fmla="*/ 106 w 106"/>
                      <a:gd name="T3" fmla="*/ 0 h 16"/>
                      <a:gd name="T4" fmla="*/ 106 w 106"/>
                      <a:gd name="T5" fmla="*/ 16 h 16"/>
                      <a:gd name="T6" fmla="*/ 8 w 106"/>
                      <a:gd name="T7" fmla="*/ 16 h 16"/>
                      <a:gd name="T8" fmla="*/ 0 w 106"/>
                      <a:gd name="T9" fmla="*/ 0 h 16"/>
                    </a:gdLst>
                    <a:ahLst/>
                    <a:cxnLst>
                      <a:cxn ang="0">
                        <a:pos x="T0" y="T1"/>
                      </a:cxn>
                      <a:cxn ang="0">
                        <a:pos x="T2" y="T3"/>
                      </a:cxn>
                      <a:cxn ang="0">
                        <a:pos x="T4" y="T5"/>
                      </a:cxn>
                      <a:cxn ang="0">
                        <a:pos x="T6" y="T7"/>
                      </a:cxn>
                      <a:cxn ang="0">
                        <a:pos x="T8" y="T9"/>
                      </a:cxn>
                    </a:cxnLst>
                    <a:rect l="0" t="0" r="r" b="b"/>
                    <a:pathLst>
                      <a:path w="106" h="16">
                        <a:moveTo>
                          <a:pt x="0" y="0"/>
                        </a:moveTo>
                        <a:lnTo>
                          <a:pt x="106" y="0"/>
                        </a:lnTo>
                        <a:lnTo>
                          <a:pt x="106" y="16"/>
                        </a:lnTo>
                        <a:lnTo>
                          <a:pt x="8" y="16"/>
                        </a:lnTo>
                        <a:lnTo>
                          <a:pt x="0" y="0"/>
                        </a:lnTo>
                        <a:close/>
                      </a:path>
                    </a:pathLst>
                  </a:custGeom>
                  <a:solidFill>
                    <a:srgbClr val="606060"/>
                  </a:solidFill>
                  <a:ln w="3175">
                    <a:solidFill>
                      <a:srgbClr val="404040"/>
                    </a:solidFill>
                    <a:prstDash val="solid"/>
                    <a:round/>
                    <a:headEnd/>
                    <a:tailEnd/>
                  </a:ln>
                </p:spPr>
                <p:txBody>
                  <a:bodyPr/>
                  <a:lstStyle/>
                  <a:p>
                    <a:endParaRPr lang="en-US"/>
                  </a:p>
                </p:txBody>
              </p:sp>
              <p:grpSp>
                <p:nvGrpSpPr>
                  <p:cNvPr id="42" name="Group 16">
                    <a:extLst>
                      <a:ext uri="{FF2B5EF4-FFF2-40B4-BE49-F238E27FC236}">
                        <a16:creationId xmlns:a16="http://schemas.microsoft.com/office/drawing/2014/main" id="{F13854CB-BA1E-603E-8EB9-556271CFD71A}"/>
                      </a:ext>
                    </a:extLst>
                  </p:cNvPr>
                  <p:cNvGrpSpPr>
                    <a:grpSpLocks/>
                  </p:cNvGrpSpPr>
                  <p:nvPr/>
                </p:nvGrpSpPr>
                <p:grpSpPr bwMode="auto">
                  <a:xfrm>
                    <a:off x="1272" y="2258"/>
                    <a:ext cx="91" cy="18"/>
                    <a:chOff x="1272" y="2258"/>
                    <a:chExt cx="91" cy="18"/>
                  </a:xfrm>
                </p:grpSpPr>
                <p:sp>
                  <p:nvSpPr>
                    <p:cNvPr id="44" name="Freeform 17">
                      <a:extLst>
                        <a:ext uri="{FF2B5EF4-FFF2-40B4-BE49-F238E27FC236}">
                          <a16:creationId xmlns:a16="http://schemas.microsoft.com/office/drawing/2014/main" id="{C96958B4-6F70-4B45-B4E6-5D580F40BAFF}"/>
                        </a:ext>
                      </a:extLst>
                    </p:cNvPr>
                    <p:cNvSpPr>
                      <a:spLocks/>
                    </p:cNvSpPr>
                    <p:nvPr/>
                  </p:nvSpPr>
                  <p:spPr bwMode="auto">
                    <a:xfrm>
                      <a:off x="1272" y="2262"/>
                      <a:ext cx="80" cy="14"/>
                    </a:xfrm>
                    <a:custGeom>
                      <a:avLst/>
                      <a:gdLst>
                        <a:gd name="T0" fmla="*/ 0 w 80"/>
                        <a:gd name="T1" fmla="*/ 14 h 14"/>
                        <a:gd name="T2" fmla="*/ 12 w 80"/>
                        <a:gd name="T3" fmla="*/ 0 h 14"/>
                        <a:gd name="T4" fmla="*/ 80 w 80"/>
                        <a:gd name="T5" fmla="*/ 0 h 14"/>
                        <a:gd name="T6" fmla="*/ 80 w 80"/>
                        <a:gd name="T7" fmla="*/ 14 h 14"/>
                      </a:gdLst>
                      <a:ahLst/>
                      <a:cxnLst>
                        <a:cxn ang="0">
                          <a:pos x="T0" y="T1"/>
                        </a:cxn>
                        <a:cxn ang="0">
                          <a:pos x="T2" y="T3"/>
                        </a:cxn>
                        <a:cxn ang="0">
                          <a:pos x="T4" y="T5"/>
                        </a:cxn>
                        <a:cxn ang="0">
                          <a:pos x="T6" y="T7"/>
                        </a:cxn>
                      </a:cxnLst>
                      <a:rect l="0" t="0" r="r" b="b"/>
                      <a:pathLst>
                        <a:path w="80" h="14">
                          <a:moveTo>
                            <a:pt x="0" y="14"/>
                          </a:moveTo>
                          <a:lnTo>
                            <a:pt x="12" y="0"/>
                          </a:lnTo>
                          <a:lnTo>
                            <a:pt x="80" y="0"/>
                          </a:lnTo>
                          <a:lnTo>
                            <a:pt x="80" y="14"/>
                          </a:lnTo>
                        </a:path>
                      </a:pathLst>
                    </a:custGeom>
                    <a:noFill/>
                    <a:ln w="3175">
                      <a:solidFill>
                        <a:srgbClr val="40404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5" name="Line 18">
                      <a:extLst>
                        <a:ext uri="{FF2B5EF4-FFF2-40B4-BE49-F238E27FC236}">
                          <a16:creationId xmlns:a16="http://schemas.microsoft.com/office/drawing/2014/main" id="{6E6742A0-B75D-8555-A36C-4DF2BCB3137A}"/>
                        </a:ext>
                      </a:extLst>
                    </p:cNvPr>
                    <p:cNvSpPr>
                      <a:spLocks noChangeShapeType="1"/>
                    </p:cNvSpPr>
                    <p:nvPr/>
                  </p:nvSpPr>
                  <p:spPr bwMode="auto">
                    <a:xfrm>
                      <a:off x="1362" y="2258"/>
                      <a:ext cx="1" cy="18"/>
                    </a:xfrm>
                    <a:prstGeom prst="line">
                      <a:avLst/>
                    </a:prstGeom>
                    <a:noFill/>
                    <a:ln w="3175">
                      <a:solidFill>
                        <a:srgbClr val="40404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43" name="Line 19">
                    <a:extLst>
                      <a:ext uri="{FF2B5EF4-FFF2-40B4-BE49-F238E27FC236}">
                        <a16:creationId xmlns:a16="http://schemas.microsoft.com/office/drawing/2014/main" id="{887563D8-3144-3163-D7EB-8A8F9FC42F76}"/>
                      </a:ext>
                    </a:extLst>
                  </p:cNvPr>
                  <p:cNvSpPr>
                    <a:spLocks noChangeShapeType="1"/>
                  </p:cNvSpPr>
                  <p:nvPr/>
                </p:nvSpPr>
                <p:spPr bwMode="auto">
                  <a:xfrm>
                    <a:off x="1370" y="2276"/>
                    <a:ext cx="1" cy="63"/>
                  </a:xfrm>
                  <a:prstGeom prst="line">
                    <a:avLst/>
                  </a:prstGeom>
                  <a:noFill/>
                  <a:ln w="3175">
                    <a:solidFill>
                      <a:srgbClr val="20202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35" name="Group 20">
                  <a:extLst>
                    <a:ext uri="{FF2B5EF4-FFF2-40B4-BE49-F238E27FC236}">
                      <a16:creationId xmlns:a16="http://schemas.microsoft.com/office/drawing/2014/main" id="{9D22849A-BE7D-B5D4-16D2-D74730B4A0E1}"/>
                    </a:ext>
                  </a:extLst>
                </p:cNvPr>
                <p:cNvGrpSpPr>
                  <a:grpSpLocks/>
                </p:cNvGrpSpPr>
                <p:nvPr/>
              </p:nvGrpSpPr>
              <p:grpSpPr bwMode="auto">
                <a:xfrm>
                  <a:off x="1377" y="2258"/>
                  <a:ext cx="108" cy="81"/>
                  <a:chOff x="1377" y="2258"/>
                  <a:chExt cx="108" cy="81"/>
                </a:xfrm>
              </p:grpSpPr>
              <p:sp>
                <p:nvSpPr>
                  <p:cNvPr id="36" name="Freeform 21">
                    <a:extLst>
                      <a:ext uri="{FF2B5EF4-FFF2-40B4-BE49-F238E27FC236}">
                        <a16:creationId xmlns:a16="http://schemas.microsoft.com/office/drawing/2014/main" id="{CCA55BD9-8359-DCB2-230D-A92D10156EB4}"/>
                      </a:ext>
                    </a:extLst>
                  </p:cNvPr>
                  <p:cNvSpPr>
                    <a:spLocks/>
                  </p:cNvSpPr>
                  <p:nvPr/>
                </p:nvSpPr>
                <p:spPr bwMode="auto">
                  <a:xfrm>
                    <a:off x="1377" y="2260"/>
                    <a:ext cx="107" cy="16"/>
                  </a:xfrm>
                  <a:custGeom>
                    <a:avLst/>
                    <a:gdLst>
                      <a:gd name="T0" fmla="*/ 0 w 107"/>
                      <a:gd name="T1" fmla="*/ 0 h 16"/>
                      <a:gd name="T2" fmla="*/ 107 w 107"/>
                      <a:gd name="T3" fmla="*/ 0 h 16"/>
                      <a:gd name="T4" fmla="*/ 107 w 107"/>
                      <a:gd name="T5" fmla="*/ 16 h 16"/>
                      <a:gd name="T6" fmla="*/ 10 w 107"/>
                      <a:gd name="T7" fmla="*/ 16 h 16"/>
                      <a:gd name="T8" fmla="*/ 0 w 107"/>
                      <a:gd name="T9" fmla="*/ 0 h 16"/>
                    </a:gdLst>
                    <a:ahLst/>
                    <a:cxnLst>
                      <a:cxn ang="0">
                        <a:pos x="T0" y="T1"/>
                      </a:cxn>
                      <a:cxn ang="0">
                        <a:pos x="T2" y="T3"/>
                      </a:cxn>
                      <a:cxn ang="0">
                        <a:pos x="T4" y="T5"/>
                      </a:cxn>
                      <a:cxn ang="0">
                        <a:pos x="T6" y="T7"/>
                      </a:cxn>
                      <a:cxn ang="0">
                        <a:pos x="T8" y="T9"/>
                      </a:cxn>
                    </a:cxnLst>
                    <a:rect l="0" t="0" r="r" b="b"/>
                    <a:pathLst>
                      <a:path w="107" h="16">
                        <a:moveTo>
                          <a:pt x="0" y="0"/>
                        </a:moveTo>
                        <a:lnTo>
                          <a:pt x="107" y="0"/>
                        </a:lnTo>
                        <a:lnTo>
                          <a:pt x="107" y="16"/>
                        </a:lnTo>
                        <a:lnTo>
                          <a:pt x="10" y="16"/>
                        </a:lnTo>
                        <a:lnTo>
                          <a:pt x="0" y="0"/>
                        </a:lnTo>
                        <a:close/>
                      </a:path>
                    </a:pathLst>
                  </a:custGeom>
                  <a:solidFill>
                    <a:srgbClr val="606060"/>
                  </a:solidFill>
                  <a:ln w="3175">
                    <a:solidFill>
                      <a:srgbClr val="404040"/>
                    </a:solidFill>
                    <a:prstDash val="solid"/>
                    <a:round/>
                    <a:headEnd/>
                    <a:tailEnd/>
                  </a:ln>
                </p:spPr>
                <p:txBody>
                  <a:bodyPr/>
                  <a:lstStyle/>
                  <a:p>
                    <a:endParaRPr lang="en-US"/>
                  </a:p>
                </p:txBody>
              </p:sp>
              <p:grpSp>
                <p:nvGrpSpPr>
                  <p:cNvPr id="37" name="Group 22">
                    <a:extLst>
                      <a:ext uri="{FF2B5EF4-FFF2-40B4-BE49-F238E27FC236}">
                        <a16:creationId xmlns:a16="http://schemas.microsoft.com/office/drawing/2014/main" id="{BCB82A5F-384B-49CE-A5BE-AE6E0D9822E3}"/>
                      </a:ext>
                    </a:extLst>
                  </p:cNvPr>
                  <p:cNvGrpSpPr>
                    <a:grpSpLocks/>
                  </p:cNvGrpSpPr>
                  <p:nvPr/>
                </p:nvGrpSpPr>
                <p:grpSpPr bwMode="auto">
                  <a:xfrm>
                    <a:off x="1387" y="2258"/>
                    <a:ext cx="89" cy="18"/>
                    <a:chOff x="1387" y="2258"/>
                    <a:chExt cx="89" cy="18"/>
                  </a:xfrm>
                </p:grpSpPr>
                <p:sp>
                  <p:nvSpPr>
                    <p:cNvPr id="39" name="Freeform 23">
                      <a:extLst>
                        <a:ext uri="{FF2B5EF4-FFF2-40B4-BE49-F238E27FC236}">
                          <a16:creationId xmlns:a16="http://schemas.microsoft.com/office/drawing/2014/main" id="{53228E16-E1A5-A52B-830A-386AD9763BDB}"/>
                        </a:ext>
                      </a:extLst>
                    </p:cNvPr>
                    <p:cNvSpPr>
                      <a:spLocks/>
                    </p:cNvSpPr>
                    <p:nvPr/>
                  </p:nvSpPr>
                  <p:spPr bwMode="auto">
                    <a:xfrm>
                      <a:off x="1387" y="2262"/>
                      <a:ext cx="80" cy="14"/>
                    </a:xfrm>
                    <a:custGeom>
                      <a:avLst/>
                      <a:gdLst>
                        <a:gd name="T0" fmla="*/ 0 w 80"/>
                        <a:gd name="T1" fmla="*/ 14 h 14"/>
                        <a:gd name="T2" fmla="*/ 12 w 80"/>
                        <a:gd name="T3" fmla="*/ 0 h 14"/>
                        <a:gd name="T4" fmla="*/ 80 w 80"/>
                        <a:gd name="T5" fmla="*/ 0 h 14"/>
                        <a:gd name="T6" fmla="*/ 80 w 80"/>
                        <a:gd name="T7" fmla="*/ 14 h 14"/>
                      </a:gdLst>
                      <a:ahLst/>
                      <a:cxnLst>
                        <a:cxn ang="0">
                          <a:pos x="T0" y="T1"/>
                        </a:cxn>
                        <a:cxn ang="0">
                          <a:pos x="T2" y="T3"/>
                        </a:cxn>
                        <a:cxn ang="0">
                          <a:pos x="T4" y="T5"/>
                        </a:cxn>
                        <a:cxn ang="0">
                          <a:pos x="T6" y="T7"/>
                        </a:cxn>
                      </a:cxnLst>
                      <a:rect l="0" t="0" r="r" b="b"/>
                      <a:pathLst>
                        <a:path w="80" h="14">
                          <a:moveTo>
                            <a:pt x="0" y="14"/>
                          </a:moveTo>
                          <a:lnTo>
                            <a:pt x="12" y="0"/>
                          </a:lnTo>
                          <a:lnTo>
                            <a:pt x="80" y="0"/>
                          </a:lnTo>
                          <a:lnTo>
                            <a:pt x="80" y="14"/>
                          </a:lnTo>
                        </a:path>
                      </a:pathLst>
                    </a:custGeom>
                    <a:noFill/>
                    <a:ln w="3175">
                      <a:solidFill>
                        <a:srgbClr val="40404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0" name="Line 24">
                      <a:extLst>
                        <a:ext uri="{FF2B5EF4-FFF2-40B4-BE49-F238E27FC236}">
                          <a16:creationId xmlns:a16="http://schemas.microsoft.com/office/drawing/2014/main" id="{6E20A9F2-A4E3-7292-D843-769A921BA99B}"/>
                        </a:ext>
                      </a:extLst>
                    </p:cNvPr>
                    <p:cNvSpPr>
                      <a:spLocks noChangeShapeType="1"/>
                    </p:cNvSpPr>
                    <p:nvPr/>
                  </p:nvSpPr>
                  <p:spPr bwMode="auto">
                    <a:xfrm>
                      <a:off x="1475" y="2258"/>
                      <a:ext cx="1" cy="18"/>
                    </a:xfrm>
                    <a:prstGeom prst="line">
                      <a:avLst/>
                    </a:prstGeom>
                    <a:noFill/>
                    <a:ln w="3175">
                      <a:solidFill>
                        <a:srgbClr val="40404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38" name="Line 25">
                    <a:extLst>
                      <a:ext uri="{FF2B5EF4-FFF2-40B4-BE49-F238E27FC236}">
                        <a16:creationId xmlns:a16="http://schemas.microsoft.com/office/drawing/2014/main" id="{4A7A54E4-997E-256E-94F0-5A6885C74D47}"/>
                      </a:ext>
                    </a:extLst>
                  </p:cNvPr>
                  <p:cNvSpPr>
                    <a:spLocks noChangeShapeType="1"/>
                  </p:cNvSpPr>
                  <p:nvPr/>
                </p:nvSpPr>
                <p:spPr bwMode="auto">
                  <a:xfrm>
                    <a:off x="1484" y="2276"/>
                    <a:ext cx="1" cy="63"/>
                  </a:xfrm>
                  <a:prstGeom prst="line">
                    <a:avLst/>
                  </a:prstGeom>
                  <a:noFill/>
                  <a:ln w="3175">
                    <a:solidFill>
                      <a:srgbClr val="20202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8" name="Group 26">
                <a:extLst>
                  <a:ext uri="{FF2B5EF4-FFF2-40B4-BE49-F238E27FC236}">
                    <a16:creationId xmlns:a16="http://schemas.microsoft.com/office/drawing/2014/main" id="{072706B4-E738-CCCB-7FF8-2463EE32B18D}"/>
                  </a:ext>
                </a:extLst>
              </p:cNvPr>
              <p:cNvGrpSpPr>
                <a:grpSpLocks/>
              </p:cNvGrpSpPr>
              <p:nvPr/>
            </p:nvGrpSpPr>
            <p:grpSpPr bwMode="auto">
              <a:xfrm>
                <a:off x="1277" y="2267"/>
                <a:ext cx="86" cy="85"/>
                <a:chOff x="1277" y="2267"/>
                <a:chExt cx="86" cy="85"/>
              </a:xfrm>
            </p:grpSpPr>
            <p:sp>
              <p:nvSpPr>
                <p:cNvPr id="23" name="Oval 27">
                  <a:extLst>
                    <a:ext uri="{FF2B5EF4-FFF2-40B4-BE49-F238E27FC236}">
                      <a16:creationId xmlns:a16="http://schemas.microsoft.com/office/drawing/2014/main" id="{A2128A42-93B8-3FCC-6483-45F0AF298ED0}"/>
                    </a:ext>
                  </a:extLst>
                </p:cNvPr>
                <p:cNvSpPr>
                  <a:spLocks noChangeArrowheads="1"/>
                </p:cNvSpPr>
                <p:nvPr/>
              </p:nvSpPr>
              <p:spPr bwMode="auto">
                <a:xfrm>
                  <a:off x="1277" y="2267"/>
                  <a:ext cx="86" cy="85"/>
                </a:xfrm>
                <a:prstGeom prst="ellipse">
                  <a:avLst/>
                </a:prstGeom>
                <a:solidFill>
                  <a:srgbClr val="202020"/>
                </a:solidFill>
                <a:ln w="3175">
                  <a:solidFill>
                    <a:srgbClr val="000000"/>
                  </a:solidFill>
                  <a:round/>
                  <a:headEnd/>
                  <a:tailEnd/>
                </a:ln>
              </p:spPr>
              <p:txBody>
                <a:bodyPr/>
                <a:lstStyle/>
                <a:p>
                  <a:endParaRPr lang="en-US"/>
                </a:p>
              </p:txBody>
            </p:sp>
            <p:sp>
              <p:nvSpPr>
                <p:cNvPr id="24" name="Oval 28">
                  <a:extLst>
                    <a:ext uri="{FF2B5EF4-FFF2-40B4-BE49-F238E27FC236}">
                      <a16:creationId xmlns:a16="http://schemas.microsoft.com/office/drawing/2014/main" id="{61CD39CF-DDAD-58F3-B0EB-D4F3D21EC086}"/>
                    </a:ext>
                  </a:extLst>
                </p:cNvPr>
                <p:cNvSpPr>
                  <a:spLocks noChangeArrowheads="1"/>
                </p:cNvSpPr>
                <p:nvPr/>
              </p:nvSpPr>
              <p:spPr bwMode="auto">
                <a:xfrm>
                  <a:off x="1289" y="2279"/>
                  <a:ext cx="60" cy="59"/>
                </a:xfrm>
                <a:prstGeom prst="ellipse">
                  <a:avLst/>
                </a:prstGeom>
                <a:solidFill>
                  <a:srgbClr val="A0A0A0"/>
                </a:solidFill>
                <a:ln w="3175">
                  <a:solidFill>
                    <a:srgbClr val="000000"/>
                  </a:solidFill>
                  <a:round/>
                  <a:headEnd/>
                  <a:tailEnd/>
                </a:ln>
              </p:spPr>
              <p:txBody>
                <a:bodyPr/>
                <a:lstStyle/>
                <a:p>
                  <a:endParaRPr lang="en-US"/>
                </a:p>
              </p:txBody>
            </p:sp>
            <p:sp>
              <p:nvSpPr>
                <p:cNvPr id="32" name="Oval 29">
                  <a:extLst>
                    <a:ext uri="{FF2B5EF4-FFF2-40B4-BE49-F238E27FC236}">
                      <a16:creationId xmlns:a16="http://schemas.microsoft.com/office/drawing/2014/main" id="{D2565333-2BCC-A966-0445-BF23F69504FA}"/>
                    </a:ext>
                  </a:extLst>
                </p:cNvPr>
                <p:cNvSpPr>
                  <a:spLocks noChangeArrowheads="1"/>
                </p:cNvSpPr>
                <p:nvPr/>
              </p:nvSpPr>
              <p:spPr bwMode="auto">
                <a:xfrm>
                  <a:off x="1305" y="2297"/>
                  <a:ext cx="26" cy="25"/>
                </a:xfrm>
                <a:prstGeom prst="ellipse">
                  <a:avLst/>
                </a:prstGeom>
                <a:solidFill>
                  <a:srgbClr val="606060"/>
                </a:solidFill>
                <a:ln w="3175">
                  <a:solidFill>
                    <a:srgbClr val="000000"/>
                  </a:solidFill>
                  <a:round/>
                  <a:headEnd/>
                  <a:tailEnd/>
                </a:ln>
              </p:spPr>
              <p:txBody>
                <a:bodyPr/>
                <a:lstStyle/>
                <a:p>
                  <a:endParaRPr lang="en-US"/>
                </a:p>
              </p:txBody>
            </p:sp>
          </p:grpSp>
          <p:grpSp>
            <p:nvGrpSpPr>
              <p:cNvPr id="19" name="Group 30">
                <a:extLst>
                  <a:ext uri="{FF2B5EF4-FFF2-40B4-BE49-F238E27FC236}">
                    <a16:creationId xmlns:a16="http://schemas.microsoft.com/office/drawing/2014/main" id="{8781ED07-A135-70B6-51CC-0EC21FC05B0E}"/>
                  </a:ext>
                </a:extLst>
              </p:cNvPr>
              <p:cNvGrpSpPr>
                <a:grpSpLocks/>
              </p:cNvGrpSpPr>
              <p:nvPr/>
            </p:nvGrpSpPr>
            <p:grpSpPr bwMode="auto">
              <a:xfrm>
                <a:off x="1390" y="2267"/>
                <a:ext cx="86" cy="85"/>
                <a:chOff x="1390" y="2267"/>
                <a:chExt cx="86" cy="85"/>
              </a:xfrm>
            </p:grpSpPr>
            <p:sp>
              <p:nvSpPr>
                <p:cNvPr id="20" name="Oval 31">
                  <a:extLst>
                    <a:ext uri="{FF2B5EF4-FFF2-40B4-BE49-F238E27FC236}">
                      <a16:creationId xmlns:a16="http://schemas.microsoft.com/office/drawing/2014/main" id="{2DE46358-85CA-5FFC-7613-2EFCA7339A99}"/>
                    </a:ext>
                  </a:extLst>
                </p:cNvPr>
                <p:cNvSpPr>
                  <a:spLocks noChangeArrowheads="1"/>
                </p:cNvSpPr>
                <p:nvPr/>
              </p:nvSpPr>
              <p:spPr bwMode="auto">
                <a:xfrm>
                  <a:off x="1390" y="2267"/>
                  <a:ext cx="86" cy="85"/>
                </a:xfrm>
                <a:prstGeom prst="ellipse">
                  <a:avLst/>
                </a:prstGeom>
                <a:solidFill>
                  <a:srgbClr val="202020"/>
                </a:solidFill>
                <a:ln w="3175">
                  <a:solidFill>
                    <a:srgbClr val="000000"/>
                  </a:solidFill>
                  <a:round/>
                  <a:headEnd/>
                  <a:tailEnd/>
                </a:ln>
              </p:spPr>
              <p:txBody>
                <a:bodyPr/>
                <a:lstStyle/>
                <a:p>
                  <a:endParaRPr lang="en-US"/>
                </a:p>
              </p:txBody>
            </p:sp>
            <p:sp>
              <p:nvSpPr>
                <p:cNvPr id="21" name="Oval 32">
                  <a:extLst>
                    <a:ext uri="{FF2B5EF4-FFF2-40B4-BE49-F238E27FC236}">
                      <a16:creationId xmlns:a16="http://schemas.microsoft.com/office/drawing/2014/main" id="{CE215CD5-A10B-2C62-5959-6D26BBAD3809}"/>
                    </a:ext>
                  </a:extLst>
                </p:cNvPr>
                <p:cNvSpPr>
                  <a:spLocks noChangeArrowheads="1"/>
                </p:cNvSpPr>
                <p:nvPr/>
              </p:nvSpPr>
              <p:spPr bwMode="auto">
                <a:xfrm>
                  <a:off x="1404" y="2279"/>
                  <a:ext cx="60" cy="59"/>
                </a:xfrm>
                <a:prstGeom prst="ellipse">
                  <a:avLst/>
                </a:prstGeom>
                <a:solidFill>
                  <a:srgbClr val="A0A0A0"/>
                </a:solidFill>
                <a:ln w="3175">
                  <a:solidFill>
                    <a:srgbClr val="000000"/>
                  </a:solidFill>
                  <a:round/>
                  <a:headEnd/>
                  <a:tailEnd/>
                </a:ln>
              </p:spPr>
              <p:txBody>
                <a:bodyPr/>
                <a:lstStyle/>
                <a:p>
                  <a:endParaRPr lang="en-US"/>
                </a:p>
              </p:txBody>
            </p:sp>
            <p:sp>
              <p:nvSpPr>
                <p:cNvPr id="22" name="Oval 33">
                  <a:extLst>
                    <a:ext uri="{FF2B5EF4-FFF2-40B4-BE49-F238E27FC236}">
                      <a16:creationId xmlns:a16="http://schemas.microsoft.com/office/drawing/2014/main" id="{B376C6CB-704A-082D-5299-F0E46859A33F}"/>
                    </a:ext>
                  </a:extLst>
                </p:cNvPr>
                <p:cNvSpPr>
                  <a:spLocks noChangeArrowheads="1"/>
                </p:cNvSpPr>
                <p:nvPr/>
              </p:nvSpPr>
              <p:spPr bwMode="auto">
                <a:xfrm>
                  <a:off x="1420" y="2297"/>
                  <a:ext cx="26" cy="25"/>
                </a:xfrm>
                <a:prstGeom prst="ellipse">
                  <a:avLst/>
                </a:prstGeom>
                <a:solidFill>
                  <a:srgbClr val="606060"/>
                </a:solidFill>
                <a:ln w="3175">
                  <a:solidFill>
                    <a:srgbClr val="000000"/>
                  </a:solidFill>
                  <a:round/>
                  <a:headEnd/>
                  <a:tailEnd/>
                </a:ln>
              </p:spPr>
              <p:txBody>
                <a:bodyPr/>
                <a:lstStyle/>
                <a:p>
                  <a:endParaRPr lang="en-US"/>
                </a:p>
              </p:txBody>
            </p:sp>
          </p:grpSp>
        </p:grpSp>
      </p:grpSp>
      <p:grpSp>
        <p:nvGrpSpPr>
          <p:cNvPr id="51" name="Group 4">
            <a:extLst>
              <a:ext uri="{FF2B5EF4-FFF2-40B4-BE49-F238E27FC236}">
                <a16:creationId xmlns:a16="http://schemas.microsoft.com/office/drawing/2014/main" id="{855C30D8-FECE-E1BF-C374-2BEBEA09C3F3}"/>
              </a:ext>
            </a:extLst>
          </p:cNvPr>
          <p:cNvGrpSpPr>
            <a:grpSpLocks/>
          </p:cNvGrpSpPr>
          <p:nvPr/>
        </p:nvGrpSpPr>
        <p:grpSpPr bwMode="auto">
          <a:xfrm>
            <a:off x="5951419" y="3554288"/>
            <a:ext cx="448469" cy="205096"/>
            <a:chOff x="2256" y="2352"/>
            <a:chExt cx="933" cy="365"/>
          </a:xfrm>
        </p:grpSpPr>
        <p:grpSp>
          <p:nvGrpSpPr>
            <p:cNvPr id="52" name="Group 5">
              <a:extLst>
                <a:ext uri="{FF2B5EF4-FFF2-40B4-BE49-F238E27FC236}">
                  <a16:creationId xmlns:a16="http://schemas.microsoft.com/office/drawing/2014/main" id="{E2FEFC20-DFA3-F8A1-45CB-B0A2196B157B}"/>
                </a:ext>
              </a:extLst>
            </p:cNvPr>
            <p:cNvGrpSpPr>
              <a:grpSpLocks/>
            </p:cNvGrpSpPr>
            <p:nvPr/>
          </p:nvGrpSpPr>
          <p:grpSpPr bwMode="auto">
            <a:xfrm flipH="1">
              <a:off x="2256" y="2352"/>
              <a:ext cx="933" cy="249"/>
              <a:chOff x="693" y="2029"/>
              <a:chExt cx="836" cy="228"/>
            </a:xfrm>
          </p:grpSpPr>
          <p:sp>
            <p:nvSpPr>
              <p:cNvPr id="2543031" name="Rectangle 6">
                <a:extLst>
                  <a:ext uri="{FF2B5EF4-FFF2-40B4-BE49-F238E27FC236}">
                    <a16:creationId xmlns:a16="http://schemas.microsoft.com/office/drawing/2014/main" id="{8AEDD686-CF6A-3191-13FF-FB77F0CE5174}"/>
                  </a:ext>
                </a:extLst>
              </p:cNvPr>
              <p:cNvSpPr>
                <a:spLocks noChangeArrowheads="1"/>
              </p:cNvSpPr>
              <p:nvPr/>
            </p:nvSpPr>
            <p:spPr bwMode="auto">
              <a:xfrm>
                <a:off x="693" y="2029"/>
                <a:ext cx="836" cy="228"/>
              </a:xfrm>
              <a:prstGeom prst="rect">
                <a:avLst/>
              </a:prstGeom>
              <a:gradFill rotWithShape="0">
                <a:gsLst>
                  <a:gs pos="0">
                    <a:srgbClr val="037C03"/>
                  </a:gs>
                  <a:gs pos="50000">
                    <a:srgbClr val="037C03">
                      <a:gamma/>
                      <a:shade val="6275"/>
                      <a:invGamma/>
                    </a:srgbClr>
                  </a:gs>
                  <a:gs pos="100000">
                    <a:srgbClr val="037C03"/>
                  </a:gs>
                </a:gsLst>
                <a:lin ang="5400000" scaled="1"/>
              </a:gradFill>
              <a:ln w="3175">
                <a:solidFill>
                  <a:srgbClr val="000000"/>
                </a:solidFill>
                <a:miter lim="800000"/>
                <a:headEnd/>
                <a:tailEnd/>
              </a:ln>
            </p:spPr>
            <p:txBody>
              <a:bodyPr/>
              <a:lstStyle/>
              <a:p>
                <a:endParaRPr lang="en-US"/>
              </a:p>
            </p:txBody>
          </p:sp>
          <p:sp>
            <p:nvSpPr>
              <p:cNvPr id="2543032" name="Rectangle 7">
                <a:extLst>
                  <a:ext uri="{FF2B5EF4-FFF2-40B4-BE49-F238E27FC236}">
                    <a16:creationId xmlns:a16="http://schemas.microsoft.com/office/drawing/2014/main" id="{1EA7B133-82FC-15E6-EE0A-6B193A69147C}"/>
                  </a:ext>
                </a:extLst>
              </p:cNvPr>
              <p:cNvSpPr>
                <a:spLocks noChangeArrowheads="1"/>
              </p:cNvSpPr>
              <p:nvPr/>
            </p:nvSpPr>
            <p:spPr bwMode="auto">
              <a:xfrm>
                <a:off x="693" y="2037"/>
                <a:ext cx="836" cy="213"/>
              </a:xfrm>
              <a:prstGeom prst="rect">
                <a:avLst/>
              </a:prstGeom>
              <a:solidFill>
                <a:srgbClr val="C5D3ED"/>
              </a:solidFill>
              <a:ln w="3175">
                <a:solidFill>
                  <a:srgbClr val="000000"/>
                </a:solidFill>
                <a:miter lim="800000"/>
                <a:headEnd/>
                <a:tailEnd/>
              </a:ln>
            </p:spPr>
            <p:txBody>
              <a:bodyPr/>
              <a:lstStyle/>
              <a:p>
                <a:endParaRPr lang="en-US" dirty="0"/>
              </a:p>
            </p:txBody>
          </p:sp>
        </p:grpSp>
        <p:grpSp>
          <p:nvGrpSpPr>
            <p:cNvPr id="53" name="Group 8">
              <a:extLst>
                <a:ext uri="{FF2B5EF4-FFF2-40B4-BE49-F238E27FC236}">
                  <a16:creationId xmlns:a16="http://schemas.microsoft.com/office/drawing/2014/main" id="{8DEF62F3-4D23-7C01-14FE-88857DF1A6F8}"/>
                </a:ext>
              </a:extLst>
            </p:cNvPr>
            <p:cNvGrpSpPr>
              <a:grpSpLocks/>
            </p:cNvGrpSpPr>
            <p:nvPr/>
          </p:nvGrpSpPr>
          <p:grpSpPr bwMode="auto">
            <a:xfrm flipH="1">
              <a:off x="2413" y="2614"/>
              <a:ext cx="624" cy="103"/>
              <a:chOff x="926" y="2258"/>
              <a:chExt cx="559" cy="94"/>
            </a:xfrm>
          </p:grpSpPr>
          <p:grpSp>
            <p:nvGrpSpPr>
              <p:cNvPr id="54" name="Group 9">
                <a:extLst>
                  <a:ext uri="{FF2B5EF4-FFF2-40B4-BE49-F238E27FC236}">
                    <a16:creationId xmlns:a16="http://schemas.microsoft.com/office/drawing/2014/main" id="{47049DE1-39C3-6CD3-FEC7-2D79CA44309A}"/>
                  </a:ext>
                </a:extLst>
              </p:cNvPr>
              <p:cNvGrpSpPr>
                <a:grpSpLocks/>
              </p:cNvGrpSpPr>
              <p:nvPr/>
            </p:nvGrpSpPr>
            <p:grpSpPr bwMode="auto">
              <a:xfrm>
                <a:off x="926" y="2258"/>
                <a:ext cx="559" cy="81"/>
                <a:chOff x="926" y="2258"/>
                <a:chExt cx="559" cy="81"/>
              </a:xfrm>
            </p:grpSpPr>
            <p:grpSp>
              <p:nvGrpSpPr>
                <p:cNvPr id="63" name="Group 10">
                  <a:extLst>
                    <a:ext uri="{FF2B5EF4-FFF2-40B4-BE49-F238E27FC236}">
                      <a16:creationId xmlns:a16="http://schemas.microsoft.com/office/drawing/2014/main" id="{9CA32A71-DF5E-966E-77D9-5213E51B22B4}"/>
                    </a:ext>
                  </a:extLst>
                </p:cNvPr>
                <p:cNvGrpSpPr>
                  <a:grpSpLocks/>
                </p:cNvGrpSpPr>
                <p:nvPr/>
              </p:nvGrpSpPr>
              <p:grpSpPr bwMode="auto">
                <a:xfrm>
                  <a:off x="926" y="2258"/>
                  <a:ext cx="67" cy="62"/>
                  <a:chOff x="926" y="2258"/>
                  <a:chExt cx="67" cy="62"/>
                </a:xfrm>
              </p:grpSpPr>
              <p:sp>
                <p:nvSpPr>
                  <p:cNvPr id="2542924" name="Freeform 11">
                    <a:extLst>
                      <a:ext uri="{FF2B5EF4-FFF2-40B4-BE49-F238E27FC236}">
                        <a16:creationId xmlns:a16="http://schemas.microsoft.com/office/drawing/2014/main" id="{EE7D3A33-D8A3-73B0-2520-ACDA93A439DC}"/>
                      </a:ext>
                    </a:extLst>
                  </p:cNvPr>
                  <p:cNvSpPr>
                    <a:spLocks/>
                  </p:cNvSpPr>
                  <p:nvPr/>
                </p:nvSpPr>
                <p:spPr bwMode="auto">
                  <a:xfrm>
                    <a:off x="926" y="2258"/>
                    <a:ext cx="67" cy="10"/>
                  </a:xfrm>
                  <a:custGeom>
                    <a:avLst/>
                    <a:gdLst>
                      <a:gd name="T0" fmla="*/ 0 w 67"/>
                      <a:gd name="T1" fmla="*/ 0 h 10"/>
                      <a:gd name="T2" fmla="*/ 67 w 67"/>
                      <a:gd name="T3" fmla="*/ 0 h 10"/>
                      <a:gd name="T4" fmla="*/ 59 w 67"/>
                      <a:gd name="T5" fmla="*/ 10 h 10"/>
                      <a:gd name="T6" fmla="*/ 7 w 67"/>
                      <a:gd name="T7" fmla="*/ 10 h 10"/>
                      <a:gd name="T8" fmla="*/ 0 w 67"/>
                      <a:gd name="T9" fmla="*/ 0 h 10"/>
                    </a:gdLst>
                    <a:ahLst/>
                    <a:cxnLst>
                      <a:cxn ang="0">
                        <a:pos x="T0" y="T1"/>
                      </a:cxn>
                      <a:cxn ang="0">
                        <a:pos x="T2" y="T3"/>
                      </a:cxn>
                      <a:cxn ang="0">
                        <a:pos x="T4" y="T5"/>
                      </a:cxn>
                      <a:cxn ang="0">
                        <a:pos x="T6" y="T7"/>
                      </a:cxn>
                      <a:cxn ang="0">
                        <a:pos x="T8" y="T9"/>
                      </a:cxn>
                    </a:cxnLst>
                    <a:rect l="0" t="0" r="r" b="b"/>
                    <a:pathLst>
                      <a:path w="67" h="10">
                        <a:moveTo>
                          <a:pt x="0" y="0"/>
                        </a:moveTo>
                        <a:lnTo>
                          <a:pt x="67" y="0"/>
                        </a:lnTo>
                        <a:lnTo>
                          <a:pt x="59" y="10"/>
                        </a:lnTo>
                        <a:lnTo>
                          <a:pt x="7" y="10"/>
                        </a:lnTo>
                        <a:lnTo>
                          <a:pt x="0" y="0"/>
                        </a:lnTo>
                        <a:close/>
                      </a:path>
                    </a:pathLst>
                  </a:custGeom>
                  <a:solidFill>
                    <a:srgbClr val="606060"/>
                  </a:solidFill>
                  <a:ln w="3175">
                    <a:solidFill>
                      <a:srgbClr val="404040"/>
                    </a:solidFill>
                    <a:prstDash val="solid"/>
                    <a:round/>
                    <a:headEnd/>
                    <a:tailEnd/>
                  </a:ln>
                </p:spPr>
                <p:txBody>
                  <a:bodyPr/>
                  <a:lstStyle/>
                  <a:p>
                    <a:endParaRPr lang="en-US"/>
                  </a:p>
                </p:txBody>
              </p:sp>
              <p:sp>
                <p:nvSpPr>
                  <p:cNvPr id="2542926" name="Freeform 12">
                    <a:extLst>
                      <a:ext uri="{FF2B5EF4-FFF2-40B4-BE49-F238E27FC236}">
                        <a16:creationId xmlns:a16="http://schemas.microsoft.com/office/drawing/2014/main" id="{79B836F1-BCD9-1D83-8B2D-D5D3950754D8}"/>
                      </a:ext>
                    </a:extLst>
                  </p:cNvPr>
                  <p:cNvSpPr>
                    <a:spLocks/>
                  </p:cNvSpPr>
                  <p:nvPr/>
                </p:nvSpPr>
                <p:spPr bwMode="auto">
                  <a:xfrm>
                    <a:off x="941" y="2268"/>
                    <a:ext cx="34" cy="4"/>
                  </a:xfrm>
                  <a:custGeom>
                    <a:avLst/>
                    <a:gdLst>
                      <a:gd name="T0" fmla="*/ 0 w 34"/>
                      <a:gd name="T1" fmla="*/ 0 h 4"/>
                      <a:gd name="T2" fmla="*/ 34 w 34"/>
                      <a:gd name="T3" fmla="*/ 0 h 4"/>
                      <a:gd name="T4" fmla="*/ 30 w 34"/>
                      <a:gd name="T5" fmla="*/ 4 h 4"/>
                      <a:gd name="T6" fmla="*/ 4 w 34"/>
                      <a:gd name="T7" fmla="*/ 4 h 4"/>
                      <a:gd name="T8" fmla="*/ 0 w 34"/>
                      <a:gd name="T9" fmla="*/ 0 h 4"/>
                    </a:gdLst>
                    <a:ahLst/>
                    <a:cxnLst>
                      <a:cxn ang="0">
                        <a:pos x="T0" y="T1"/>
                      </a:cxn>
                      <a:cxn ang="0">
                        <a:pos x="T2" y="T3"/>
                      </a:cxn>
                      <a:cxn ang="0">
                        <a:pos x="T4" y="T5"/>
                      </a:cxn>
                      <a:cxn ang="0">
                        <a:pos x="T6" y="T7"/>
                      </a:cxn>
                      <a:cxn ang="0">
                        <a:pos x="T8" y="T9"/>
                      </a:cxn>
                    </a:cxnLst>
                    <a:rect l="0" t="0" r="r" b="b"/>
                    <a:pathLst>
                      <a:path w="34" h="4">
                        <a:moveTo>
                          <a:pt x="0" y="0"/>
                        </a:moveTo>
                        <a:lnTo>
                          <a:pt x="34" y="0"/>
                        </a:lnTo>
                        <a:lnTo>
                          <a:pt x="30" y="4"/>
                        </a:lnTo>
                        <a:lnTo>
                          <a:pt x="4" y="4"/>
                        </a:lnTo>
                        <a:lnTo>
                          <a:pt x="0" y="0"/>
                        </a:lnTo>
                        <a:close/>
                      </a:path>
                    </a:pathLst>
                  </a:custGeom>
                  <a:solidFill>
                    <a:srgbClr val="606060"/>
                  </a:solidFill>
                  <a:ln w="3175">
                    <a:solidFill>
                      <a:srgbClr val="404040"/>
                    </a:solidFill>
                    <a:prstDash val="solid"/>
                    <a:round/>
                    <a:headEnd/>
                    <a:tailEnd/>
                  </a:ln>
                </p:spPr>
                <p:txBody>
                  <a:bodyPr/>
                  <a:lstStyle/>
                  <a:p>
                    <a:endParaRPr lang="en-US"/>
                  </a:p>
                </p:txBody>
              </p:sp>
              <p:sp>
                <p:nvSpPr>
                  <p:cNvPr id="2542927" name="Rectangle 13">
                    <a:extLst>
                      <a:ext uri="{FF2B5EF4-FFF2-40B4-BE49-F238E27FC236}">
                        <a16:creationId xmlns:a16="http://schemas.microsoft.com/office/drawing/2014/main" id="{B0087AA2-FE7F-8322-ED54-62A92AD4148C}"/>
                      </a:ext>
                    </a:extLst>
                  </p:cNvPr>
                  <p:cNvSpPr>
                    <a:spLocks noChangeArrowheads="1"/>
                  </p:cNvSpPr>
                  <p:nvPr/>
                </p:nvSpPr>
                <p:spPr bwMode="auto">
                  <a:xfrm>
                    <a:off x="956" y="2273"/>
                    <a:ext cx="6" cy="47"/>
                  </a:xfrm>
                  <a:prstGeom prst="rect">
                    <a:avLst/>
                  </a:prstGeom>
                  <a:solidFill>
                    <a:srgbClr val="606060"/>
                  </a:solidFill>
                  <a:ln w="3175">
                    <a:solidFill>
                      <a:srgbClr val="404040"/>
                    </a:solidFill>
                    <a:miter lim="800000"/>
                    <a:headEnd/>
                    <a:tailEnd/>
                  </a:ln>
                </p:spPr>
                <p:txBody>
                  <a:bodyPr/>
                  <a:lstStyle/>
                  <a:p>
                    <a:endParaRPr lang="en-US"/>
                  </a:p>
                </p:txBody>
              </p:sp>
            </p:grpSp>
            <p:grpSp>
              <p:nvGrpSpPr>
                <p:cNvPr id="2542848" name="Group 14">
                  <a:extLst>
                    <a:ext uri="{FF2B5EF4-FFF2-40B4-BE49-F238E27FC236}">
                      <a16:creationId xmlns:a16="http://schemas.microsoft.com/office/drawing/2014/main" id="{DA1D47FD-213A-314D-9DBE-478874BACFF0}"/>
                    </a:ext>
                  </a:extLst>
                </p:cNvPr>
                <p:cNvGrpSpPr>
                  <a:grpSpLocks/>
                </p:cNvGrpSpPr>
                <p:nvPr/>
              </p:nvGrpSpPr>
              <p:grpSpPr bwMode="auto">
                <a:xfrm>
                  <a:off x="1264" y="2258"/>
                  <a:ext cx="107" cy="81"/>
                  <a:chOff x="1264" y="2258"/>
                  <a:chExt cx="107" cy="81"/>
                </a:xfrm>
              </p:grpSpPr>
              <p:sp>
                <p:nvSpPr>
                  <p:cNvPr id="2542918" name="Freeform 15">
                    <a:extLst>
                      <a:ext uri="{FF2B5EF4-FFF2-40B4-BE49-F238E27FC236}">
                        <a16:creationId xmlns:a16="http://schemas.microsoft.com/office/drawing/2014/main" id="{761077E8-4190-4B8F-A895-85561BD09FB8}"/>
                      </a:ext>
                    </a:extLst>
                  </p:cNvPr>
                  <p:cNvSpPr>
                    <a:spLocks/>
                  </p:cNvSpPr>
                  <p:nvPr/>
                </p:nvSpPr>
                <p:spPr bwMode="auto">
                  <a:xfrm>
                    <a:off x="1264" y="2260"/>
                    <a:ext cx="106" cy="16"/>
                  </a:xfrm>
                  <a:custGeom>
                    <a:avLst/>
                    <a:gdLst>
                      <a:gd name="T0" fmla="*/ 0 w 106"/>
                      <a:gd name="T1" fmla="*/ 0 h 16"/>
                      <a:gd name="T2" fmla="*/ 106 w 106"/>
                      <a:gd name="T3" fmla="*/ 0 h 16"/>
                      <a:gd name="T4" fmla="*/ 106 w 106"/>
                      <a:gd name="T5" fmla="*/ 16 h 16"/>
                      <a:gd name="T6" fmla="*/ 8 w 106"/>
                      <a:gd name="T7" fmla="*/ 16 h 16"/>
                      <a:gd name="T8" fmla="*/ 0 w 106"/>
                      <a:gd name="T9" fmla="*/ 0 h 16"/>
                    </a:gdLst>
                    <a:ahLst/>
                    <a:cxnLst>
                      <a:cxn ang="0">
                        <a:pos x="T0" y="T1"/>
                      </a:cxn>
                      <a:cxn ang="0">
                        <a:pos x="T2" y="T3"/>
                      </a:cxn>
                      <a:cxn ang="0">
                        <a:pos x="T4" y="T5"/>
                      </a:cxn>
                      <a:cxn ang="0">
                        <a:pos x="T6" y="T7"/>
                      </a:cxn>
                      <a:cxn ang="0">
                        <a:pos x="T8" y="T9"/>
                      </a:cxn>
                    </a:cxnLst>
                    <a:rect l="0" t="0" r="r" b="b"/>
                    <a:pathLst>
                      <a:path w="106" h="16">
                        <a:moveTo>
                          <a:pt x="0" y="0"/>
                        </a:moveTo>
                        <a:lnTo>
                          <a:pt x="106" y="0"/>
                        </a:lnTo>
                        <a:lnTo>
                          <a:pt x="106" y="16"/>
                        </a:lnTo>
                        <a:lnTo>
                          <a:pt x="8" y="16"/>
                        </a:lnTo>
                        <a:lnTo>
                          <a:pt x="0" y="0"/>
                        </a:lnTo>
                        <a:close/>
                      </a:path>
                    </a:pathLst>
                  </a:custGeom>
                  <a:solidFill>
                    <a:srgbClr val="606060"/>
                  </a:solidFill>
                  <a:ln w="3175">
                    <a:solidFill>
                      <a:srgbClr val="404040"/>
                    </a:solidFill>
                    <a:prstDash val="solid"/>
                    <a:round/>
                    <a:headEnd/>
                    <a:tailEnd/>
                  </a:ln>
                </p:spPr>
                <p:txBody>
                  <a:bodyPr/>
                  <a:lstStyle/>
                  <a:p>
                    <a:endParaRPr lang="en-US"/>
                  </a:p>
                </p:txBody>
              </p:sp>
              <p:grpSp>
                <p:nvGrpSpPr>
                  <p:cNvPr id="2542919" name="Group 16">
                    <a:extLst>
                      <a:ext uri="{FF2B5EF4-FFF2-40B4-BE49-F238E27FC236}">
                        <a16:creationId xmlns:a16="http://schemas.microsoft.com/office/drawing/2014/main" id="{2AA25503-955E-3A86-41CB-6B82A2B60701}"/>
                      </a:ext>
                    </a:extLst>
                  </p:cNvPr>
                  <p:cNvGrpSpPr>
                    <a:grpSpLocks/>
                  </p:cNvGrpSpPr>
                  <p:nvPr/>
                </p:nvGrpSpPr>
                <p:grpSpPr bwMode="auto">
                  <a:xfrm>
                    <a:off x="1272" y="2258"/>
                    <a:ext cx="91" cy="18"/>
                    <a:chOff x="1272" y="2258"/>
                    <a:chExt cx="91" cy="18"/>
                  </a:xfrm>
                </p:grpSpPr>
                <p:sp>
                  <p:nvSpPr>
                    <p:cNvPr id="2542922" name="Freeform 17">
                      <a:extLst>
                        <a:ext uri="{FF2B5EF4-FFF2-40B4-BE49-F238E27FC236}">
                          <a16:creationId xmlns:a16="http://schemas.microsoft.com/office/drawing/2014/main" id="{E3C0140E-D592-38A2-E088-0F7B72408AEE}"/>
                        </a:ext>
                      </a:extLst>
                    </p:cNvPr>
                    <p:cNvSpPr>
                      <a:spLocks/>
                    </p:cNvSpPr>
                    <p:nvPr/>
                  </p:nvSpPr>
                  <p:spPr bwMode="auto">
                    <a:xfrm>
                      <a:off x="1272" y="2262"/>
                      <a:ext cx="80" cy="14"/>
                    </a:xfrm>
                    <a:custGeom>
                      <a:avLst/>
                      <a:gdLst>
                        <a:gd name="T0" fmla="*/ 0 w 80"/>
                        <a:gd name="T1" fmla="*/ 14 h 14"/>
                        <a:gd name="T2" fmla="*/ 12 w 80"/>
                        <a:gd name="T3" fmla="*/ 0 h 14"/>
                        <a:gd name="T4" fmla="*/ 80 w 80"/>
                        <a:gd name="T5" fmla="*/ 0 h 14"/>
                        <a:gd name="T6" fmla="*/ 80 w 80"/>
                        <a:gd name="T7" fmla="*/ 14 h 14"/>
                      </a:gdLst>
                      <a:ahLst/>
                      <a:cxnLst>
                        <a:cxn ang="0">
                          <a:pos x="T0" y="T1"/>
                        </a:cxn>
                        <a:cxn ang="0">
                          <a:pos x="T2" y="T3"/>
                        </a:cxn>
                        <a:cxn ang="0">
                          <a:pos x="T4" y="T5"/>
                        </a:cxn>
                        <a:cxn ang="0">
                          <a:pos x="T6" y="T7"/>
                        </a:cxn>
                      </a:cxnLst>
                      <a:rect l="0" t="0" r="r" b="b"/>
                      <a:pathLst>
                        <a:path w="80" h="14">
                          <a:moveTo>
                            <a:pt x="0" y="14"/>
                          </a:moveTo>
                          <a:lnTo>
                            <a:pt x="12" y="0"/>
                          </a:lnTo>
                          <a:lnTo>
                            <a:pt x="80" y="0"/>
                          </a:lnTo>
                          <a:lnTo>
                            <a:pt x="80" y="14"/>
                          </a:lnTo>
                        </a:path>
                      </a:pathLst>
                    </a:custGeom>
                    <a:noFill/>
                    <a:ln w="3175">
                      <a:solidFill>
                        <a:srgbClr val="40404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42923" name="Line 18">
                      <a:extLst>
                        <a:ext uri="{FF2B5EF4-FFF2-40B4-BE49-F238E27FC236}">
                          <a16:creationId xmlns:a16="http://schemas.microsoft.com/office/drawing/2014/main" id="{1C055BAA-FDD5-57B7-4D49-ED1512B86572}"/>
                        </a:ext>
                      </a:extLst>
                    </p:cNvPr>
                    <p:cNvSpPr>
                      <a:spLocks noChangeShapeType="1"/>
                    </p:cNvSpPr>
                    <p:nvPr/>
                  </p:nvSpPr>
                  <p:spPr bwMode="auto">
                    <a:xfrm>
                      <a:off x="1362" y="2258"/>
                      <a:ext cx="1" cy="18"/>
                    </a:xfrm>
                    <a:prstGeom prst="line">
                      <a:avLst/>
                    </a:prstGeom>
                    <a:noFill/>
                    <a:ln w="3175">
                      <a:solidFill>
                        <a:srgbClr val="40404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2542921" name="Line 19">
                    <a:extLst>
                      <a:ext uri="{FF2B5EF4-FFF2-40B4-BE49-F238E27FC236}">
                        <a16:creationId xmlns:a16="http://schemas.microsoft.com/office/drawing/2014/main" id="{D483F6CC-BDFF-ADCC-D5E6-BFDD57E5AE7A}"/>
                      </a:ext>
                    </a:extLst>
                  </p:cNvPr>
                  <p:cNvSpPr>
                    <a:spLocks noChangeShapeType="1"/>
                  </p:cNvSpPr>
                  <p:nvPr/>
                </p:nvSpPr>
                <p:spPr bwMode="auto">
                  <a:xfrm>
                    <a:off x="1370" y="2276"/>
                    <a:ext cx="1" cy="63"/>
                  </a:xfrm>
                  <a:prstGeom prst="line">
                    <a:avLst/>
                  </a:prstGeom>
                  <a:noFill/>
                  <a:ln w="3175">
                    <a:solidFill>
                      <a:srgbClr val="20202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2542850" name="Group 20">
                  <a:extLst>
                    <a:ext uri="{FF2B5EF4-FFF2-40B4-BE49-F238E27FC236}">
                      <a16:creationId xmlns:a16="http://schemas.microsoft.com/office/drawing/2014/main" id="{C81A4352-1EF0-3260-F00F-C2100C1D853E}"/>
                    </a:ext>
                  </a:extLst>
                </p:cNvPr>
                <p:cNvGrpSpPr>
                  <a:grpSpLocks/>
                </p:cNvGrpSpPr>
                <p:nvPr/>
              </p:nvGrpSpPr>
              <p:grpSpPr bwMode="auto">
                <a:xfrm>
                  <a:off x="1377" y="2258"/>
                  <a:ext cx="108" cy="81"/>
                  <a:chOff x="1377" y="2258"/>
                  <a:chExt cx="108" cy="81"/>
                </a:xfrm>
              </p:grpSpPr>
              <p:sp>
                <p:nvSpPr>
                  <p:cNvPr id="2542851" name="Freeform 21">
                    <a:extLst>
                      <a:ext uri="{FF2B5EF4-FFF2-40B4-BE49-F238E27FC236}">
                        <a16:creationId xmlns:a16="http://schemas.microsoft.com/office/drawing/2014/main" id="{28D0548A-FB46-B807-9979-D5EB53DAAA9A}"/>
                      </a:ext>
                    </a:extLst>
                  </p:cNvPr>
                  <p:cNvSpPr>
                    <a:spLocks/>
                  </p:cNvSpPr>
                  <p:nvPr/>
                </p:nvSpPr>
                <p:spPr bwMode="auto">
                  <a:xfrm>
                    <a:off x="1377" y="2260"/>
                    <a:ext cx="107" cy="16"/>
                  </a:xfrm>
                  <a:custGeom>
                    <a:avLst/>
                    <a:gdLst>
                      <a:gd name="T0" fmla="*/ 0 w 107"/>
                      <a:gd name="T1" fmla="*/ 0 h 16"/>
                      <a:gd name="T2" fmla="*/ 107 w 107"/>
                      <a:gd name="T3" fmla="*/ 0 h 16"/>
                      <a:gd name="T4" fmla="*/ 107 w 107"/>
                      <a:gd name="T5" fmla="*/ 16 h 16"/>
                      <a:gd name="T6" fmla="*/ 10 w 107"/>
                      <a:gd name="T7" fmla="*/ 16 h 16"/>
                      <a:gd name="T8" fmla="*/ 0 w 107"/>
                      <a:gd name="T9" fmla="*/ 0 h 16"/>
                    </a:gdLst>
                    <a:ahLst/>
                    <a:cxnLst>
                      <a:cxn ang="0">
                        <a:pos x="T0" y="T1"/>
                      </a:cxn>
                      <a:cxn ang="0">
                        <a:pos x="T2" y="T3"/>
                      </a:cxn>
                      <a:cxn ang="0">
                        <a:pos x="T4" y="T5"/>
                      </a:cxn>
                      <a:cxn ang="0">
                        <a:pos x="T6" y="T7"/>
                      </a:cxn>
                      <a:cxn ang="0">
                        <a:pos x="T8" y="T9"/>
                      </a:cxn>
                    </a:cxnLst>
                    <a:rect l="0" t="0" r="r" b="b"/>
                    <a:pathLst>
                      <a:path w="107" h="16">
                        <a:moveTo>
                          <a:pt x="0" y="0"/>
                        </a:moveTo>
                        <a:lnTo>
                          <a:pt x="107" y="0"/>
                        </a:lnTo>
                        <a:lnTo>
                          <a:pt x="107" y="16"/>
                        </a:lnTo>
                        <a:lnTo>
                          <a:pt x="10" y="16"/>
                        </a:lnTo>
                        <a:lnTo>
                          <a:pt x="0" y="0"/>
                        </a:lnTo>
                        <a:close/>
                      </a:path>
                    </a:pathLst>
                  </a:custGeom>
                  <a:solidFill>
                    <a:srgbClr val="606060"/>
                  </a:solidFill>
                  <a:ln w="3175">
                    <a:solidFill>
                      <a:srgbClr val="404040"/>
                    </a:solidFill>
                    <a:prstDash val="solid"/>
                    <a:round/>
                    <a:headEnd/>
                    <a:tailEnd/>
                  </a:ln>
                </p:spPr>
                <p:txBody>
                  <a:bodyPr/>
                  <a:lstStyle/>
                  <a:p>
                    <a:endParaRPr lang="en-US"/>
                  </a:p>
                </p:txBody>
              </p:sp>
              <p:grpSp>
                <p:nvGrpSpPr>
                  <p:cNvPr id="2542852" name="Group 22">
                    <a:extLst>
                      <a:ext uri="{FF2B5EF4-FFF2-40B4-BE49-F238E27FC236}">
                        <a16:creationId xmlns:a16="http://schemas.microsoft.com/office/drawing/2014/main" id="{1C3F9A7F-C5BD-1DBB-BC9B-9541976D8710}"/>
                      </a:ext>
                    </a:extLst>
                  </p:cNvPr>
                  <p:cNvGrpSpPr>
                    <a:grpSpLocks/>
                  </p:cNvGrpSpPr>
                  <p:nvPr/>
                </p:nvGrpSpPr>
                <p:grpSpPr bwMode="auto">
                  <a:xfrm>
                    <a:off x="1387" y="2258"/>
                    <a:ext cx="89" cy="18"/>
                    <a:chOff x="1387" y="2258"/>
                    <a:chExt cx="89" cy="18"/>
                  </a:xfrm>
                </p:grpSpPr>
                <p:sp>
                  <p:nvSpPr>
                    <p:cNvPr id="2542915" name="Freeform 23">
                      <a:extLst>
                        <a:ext uri="{FF2B5EF4-FFF2-40B4-BE49-F238E27FC236}">
                          <a16:creationId xmlns:a16="http://schemas.microsoft.com/office/drawing/2014/main" id="{2EF3A5ED-9A7C-4DF0-D2C1-0CC784FE7991}"/>
                        </a:ext>
                      </a:extLst>
                    </p:cNvPr>
                    <p:cNvSpPr>
                      <a:spLocks/>
                    </p:cNvSpPr>
                    <p:nvPr/>
                  </p:nvSpPr>
                  <p:spPr bwMode="auto">
                    <a:xfrm>
                      <a:off x="1387" y="2262"/>
                      <a:ext cx="80" cy="14"/>
                    </a:xfrm>
                    <a:custGeom>
                      <a:avLst/>
                      <a:gdLst>
                        <a:gd name="T0" fmla="*/ 0 w 80"/>
                        <a:gd name="T1" fmla="*/ 14 h 14"/>
                        <a:gd name="T2" fmla="*/ 12 w 80"/>
                        <a:gd name="T3" fmla="*/ 0 h 14"/>
                        <a:gd name="T4" fmla="*/ 80 w 80"/>
                        <a:gd name="T5" fmla="*/ 0 h 14"/>
                        <a:gd name="T6" fmla="*/ 80 w 80"/>
                        <a:gd name="T7" fmla="*/ 14 h 14"/>
                      </a:gdLst>
                      <a:ahLst/>
                      <a:cxnLst>
                        <a:cxn ang="0">
                          <a:pos x="T0" y="T1"/>
                        </a:cxn>
                        <a:cxn ang="0">
                          <a:pos x="T2" y="T3"/>
                        </a:cxn>
                        <a:cxn ang="0">
                          <a:pos x="T4" y="T5"/>
                        </a:cxn>
                        <a:cxn ang="0">
                          <a:pos x="T6" y="T7"/>
                        </a:cxn>
                      </a:cxnLst>
                      <a:rect l="0" t="0" r="r" b="b"/>
                      <a:pathLst>
                        <a:path w="80" h="14">
                          <a:moveTo>
                            <a:pt x="0" y="14"/>
                          </a:moveTo>
                          <a:lnTo>
                            <a:pt x="12" y="0"/>
                          </a:lnTo>
                          <a:lnTo>
                            <a:pt x="80" y="0"/>
                          </a:lnTo>
                          <a:lnTo>
                            <a:pt x="80" y="14"/>
                          </a:lnTo>
                        </a:path>
                      </a:pathLst>
                    </a:custGeom>
                    <a:noFill/>
                    <a:ln w="3175">
                      <a:solidFill>
                        <a:srgbClr val="40404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42917" name="Line 24">
                      <a:extLst>
                        <a:ext uri="{FF2B5EF4-FFF2-40B4-BE49-F238E27FC236}">
                          <a16:creationId xmlns:a16="http://schemas.microsoft.com/office/drawing/2014/main" id="{4C69ACB2-45CB-E470-7FF6-B4B48A815FB9}"/>
                        </a:ext>
                      </a:extLst>
                    </p:cNvPr>
                    <p:cNvSpPr>
                      <a:spLocks noChangeShapeType="1"/>
                    </p:cNvSpPr>
                    <p:nvPr/>
                  </p:nvSpPr>
                  <p:spPr bwMode="auto">
                    <a:xfrm>
                      <a:off x="1475" y="2258"/>
                      <a:ext cx="1" cy="18"/>
                    </a:xfrm>
                    <a:prstGeom prst="line">
                      <a:avLst/>
                    </a:prstGeom>
                    <a:noFill/>
                    <a:ln w="3175">
                      <a:solidFill>
                        <a:srgbClr val="40404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2542914" name="Line 25">
                    <a:extLst>
                      <a:ext uri="{FF2B5EF4-FFF2-40B4-BE49-F238E27FC236}">
                        <a16:creationId xmlns:a16="http://schemas.microsoft.com/office/drawing/2014/main" id="{F7C15780-74D4-A0C6-7DB7-5B6BC8C15966}"/>
                      </a:ext>
                    </a:extLst>
                  </p:cNvPr>
                  <p:cNvSpPr>
                    <a:spLocks noChangeShapeType="1"/>
                  </p:cNvSpPr>
                  <p:nvPr/>
                </p:nvSpPr>
                <p:spPr bwMode="auto">
                  <a:xfrm>
                    <a:off x="1484" y="2276"/>
                    <a:ext cx="1" cy="63"/>
                  </a:xfrm>
                  <a:prstGeom prst="line">
                    <a:avLst/>
                  </a:prstGeom>
                  <a:noFill/>
                  <a:ln w="3175">
                    <a:solidFill>
                      <a:srgbClr val="20202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 name="Group 26">
                <a:extLst>
                  <a:ext uri="{FF2B5EF4-FFF2-40B4-BE49-F238E27FC236}">
                    <a16:creationId xmlns:a16="http://schemas.microsoft.com/office/drawing/2014/main" id="{8B25035D-16C6-1A4C-D5BE-745AEF078F78}"/>
                  </a:ext>
                </a:extLst>
              </p:cNvPr>
              <p:cNvGrpSpPr>
                <a:grpSpLocks/>
              </p:cNvGrpSpPr>
              <p:nvPr/>
            </p:nvGrpSpPr>
            <p:grpSpPr bwMode="auto">
              <a:xfrm>
                <a:off x="1277" y="2267"/>
                <a:ext cx="86" cy="85"/>
                <a:chOff x="1277" y="2267"/>
                <a:chExt cx="86" cy="85"/>
              </a:xfrm>
            </p:grpSpPr>
            <p:sp>
              <p:nvSpPr>
                <p:cNvPr id="60" name="Oval 27">
                  <a:extLst>
                    <a:ext uri="{FF2B5EF4-FFF2-40B4-BE49-F238E27FC236}">
                      <a16:creationId xmlns:a16="http://schemas.microsoft.com/office/drawing/2014/main" id="{6E6CF8D9-4A2E-5EDD-C58C-ADD904B62615}"/>
                    </a:ext>
                  </a:extLst>
                </p:cNvPr>
                <p:cNvSpPr>
                  <a:spLocks noChangeArrowheads="1"/>
                </p:cNvSpPr>
                <p:nvPr/>
              </p:nvSpPr>
              <p:spPr bwMode="auto">
                <a:xfrm>
                  <a:off x="1277" y="2267"/>
                  <a:ext cx="86" cy="85"/>
                </a:xfrm>
                <a:prstGeom prst="ellipse">
                  <a:avLst/>
                </a:prstGeom>
                <a:solidFill>
                  <a:srgbClr val="202020"/>
                </a:solidFill>
                <a:ln w="3175">
                  <a:solidFill>
                    <a:srgbClr val="000000"/>
                  </a:solidFill>
                  <a:round/>
                  <a:headEnd/>
                  <a:tailEnd/>
                </a:ln>
              </p:spPr>
              <p:txBody>
                <a:bodyPr/>
                <a:lstStyle/>
                <a:p>
                  <a:endParaRPr lang="en-US"/>
                </a:p>
              </p:txBody>
            </p:sp>
            <p:sp>
              <p:nvSpPr>
                <p:cNvPr id="61" name="Oval 28">
                  <a:extLst>
                    <a:ext uri="{FF2B5EF4-FFF2-40B4-BE49-F238E27FC236}">
                      <a16:creationId xmlns:a16="http://schemas.microsoft.com/office/drawing/2014/main" id="{96DF2FD7-58B7-9311-2CED-A07FC3DEEB91}"/>
                    </a:ext>
                  </a:extLst>
                </p:cNvPr>
                <p:cNvSpPr>
                  <a:spLocks noChangeArrowheads="1"/>
                </p:cNvSpPr>
                <p:nvPr/>
              </p:nvSpPr>
              <p:spPr bwMode="auto">
                <a:xfrm>
                  <a:off x="1289" y="2279"/>
                  <a:ext cx="60" cy="59"/>
                </a:xfrm>
                <a:prstGeom prst="ellipse">
                  <a:avLst/>
                </a:prstGeom>
                <a:solidFill>
                  <a:srgbClr val="A0A0A0"/>
                </a:solidFill>
                <a:ln w="3175">
                  <a:solidFill>
                    <a:srgbClr val="000000"/>
                  </a:solidFill>
                  <a:round/>
                  <a:headEnd/>
                  <a:tailEnd/>
                </a:ln>
              </p:spPr>
              <p:txBody>
                <a:bodyPr/>
                <a:lstStyle/>
                <a:p>
                  <a:endParaRPr lang="en-US"/>
                </a:p>
              </p:txBody>
            </p:sp>
            <p:sp>
              <p:nvSpPr>
                <p:cNvPr id="62" name="Oval 29">
                  <a:extLst>
                    <a:ext uri="{FF2B5EF4-FFF2-40B4-BE49-F238E27FC236}">
                      <a16:creationId xmlns:a16="http://schemas.microsoft.com/office/drawing/2014/main" id="{A17E5BB5-3B81-15B4-FBE8-6A8C55DAFBEE}"/>
                    </a:ext>
                  </a:extLst>
                </p:cNvPr>
                <p:cNvSpPr>
                  <a:spLocks noChangeArrowheads="1"/>
                </p:cNvSpPr>
                <p:nvPr/>
              </p:nvSpPr>
              <p:spPr bwMode="auto">
                <a:xfrm>
                  <a:off x="1305" y="2297"/>
                  <a:ext cx="26" cy="25"/>
                </a:xfrm>
                <a:prstGeom prst="ellipse">
                  <a:avLst/>
                </a:prstGeom>
                <a:solidFill>
                  <a:srgbClr val="606060"/>
                </a:solidFill>
                <a:ln w="3175">
                  <a:solidFill>
                    <a:srgbClr val="000000"/>
                  </a:solidFill>
                  <a:round/>
                  <a:headEnd/>
                  <a:tailEnd/>
                </a:ln>
              </p:spPr>
              <p:txBody>
                <a:bodyPr/>
                <a:lstStyle/>
                <a:p>
                  <a:endParaRPr lang="en-US"/>
                </a:p>
              </p:txBody>
            </p:sp>
          </p:grpSp>
          <p:grpSp>
            <p:nvGrpSpPr>
              <p:cNvPr id="56" name="Group 30">
                <a:extLst>
                  <a:ext uri="{FF2B5EF4-FFF2-40B4-BE49-F238E27FC236}">
                    <a16:creationId xmlns:a16="http://schemas.microsoft.com/office/drawing/2014/main" id="{6B41B750-F682-A990-251C-620C2C3781D0}"/>
                  </a:ext>
                </a:extLst>
              </p:cNvPr>
              <p:cNvGrpSpPr>
                <a:grpSpLocks/>
              </p:cNvGrpSpPr>
              <p:nvPr/>
            </p:nvGrpSpPr>
            <p:grpSpPr bwMode="auto">
              <a:xfrm>
                <a:off x="1390" y="2267"/>
                <a:ext cx="86" cy="85"/>
                <a:chOff x="1390" y="2267"/>
                <a:chExt cx="86" cy="85"/>
              </a:xfrm>
            </p:grpSpPr>
            <p:sp>
              <p:nvSpPr>
                <p:cNvPr id="57" name="Oval 31">
                  <a:extLst>
                    <a:ext uri="{FF2B5EF4-FFF2-40B4-BE49-F238E27FC236}">
                      <a16:creationId xmlns:a16="http://schemas.microsoft.com/office/drawing/2014/main" id="{D7EAC1AB-27E0-219B-204B-E08587EA3EBA}"/>
                    </a:ext>
                  </a:extLst>
                </p:cNvPr>
                <p:cNvSpPr>
                  <a:spLocks noChangeArrowheads="1"/>
                </p:cNvSpPr>
                <p:nvPr/>
              </p:nvSpPr>
              <p:spPr bwMode="auto">
                <a:xfrm>
                  <a:off x="1390" y="2267"/>
                  <a:ext cx="86" cy="85"/>
                </a:xfrm>
                <a:prstGeom prst="ellipse">
                  <a:avLst/>
                </a:prstGeom>
                <a:solidFill>
                  <a:srgbClr val="202020"/>
                </a:solidFill>
                <a:ln w="3175">
                  <a:solidFill>
                    <a:srgbClr val="000000"/>
                  </a:solidFill>
                  <a:round/>
                  <a:headEnd/>
                  <a:tailEnd/>
                </a:ln>
              </p:spPr>
              <p:txBody>
                <a:bodyPr/>
                <a:lstStyle/>
                <a:p>
                  <a:endParaRPr lang="en-US"/>
                </a:p>
              </p:txBody>
            </p:sp>
            <p:sp>
              <p:nvSpPr>
                <p:cNvPr id="58" name="Oval 32">
                  <a:extLst>
                    <a:ext uri="{FF2B5EF4-FFF2-40B4-BE49-F238E27FC236}">
                      <a16:creationId xmlns:a16="http://schemas.microsoft.com/office/drawing/2014/main" id="{AD5023DC-330C-5923-1A0A-E4A999582D9F}"/>
                    </a:ext>
                  </a:extLst>
                </p:cNvPr>
                <p:cNvSpPr>
                  <a:spLocks noChangeArrowheads="1"/>
                </p:cNvSpPr>
                <p:nvPr/>
              </p:nvSpPr>
              <p:spPr bwMode="auto">
                <a:xfrm>
                  <a:off x="1404" y="2279"/>
                  <a:ext cx="60" cy="59"/>
                </a:xfrm>
                <a:prstGeom prst="ellipse">
                  <a:avLst/>
                </a:prstGeom>
                <a:solidFill>
                  <a:srgbClr val="A0A0A0"/>
                </a:solidFill>
                <a:ln w="3175">
                  <a:solidFill>
                    <a:srgbClr val="000000"/>
                  </a:solidFill>
                  <a:round/>
                  <a:headEnd/>
                  <a:tailEnd/>
                </a:ln>
              </p:spPr>
              <p:txBody>
                <a:bodyPr/>
                <a:lstStyle/>
                <a:p>
                  <a:endParaRPr lang="en-US"/>
                </a:p>
              </p:txBody>
            </p:sp>
            <p:sp>
              <p:nvSpPr>
                <p:cNvPr id="59" name="Oval 33">
                  <a:extLst>
                    <a:ext uri="{FF2B5EF4-FFF2-40B4-BE49-F238E27FC236}">
                      <a16:creationId xmlns:a16="http://schemas.microsoft.com/office/drawing/2014/main" id="{95BA1608-69EA-DC43-7E87-EC40EACCBFE0}"/>
                    </a:ext>
                  </a:extLst>
                </p:cNvPr>
                <p:cNvSpPr>
                  <a:spLocks noChangeArrowheads="1"/>
                </p:cNvSpPr>
                <p:nvPr/>
              </p:nvSpPr>
              <p:spPr bwMode="auto">
                <a:xfrm>
                  <a:off x="1420" y="2297"/>
                  <a:ext cx="26" cy="25"/>
                </a:xfrm>
                <a:prstGeom prst="ellipse">
                  <a:avLst/>
                </a:prstGeom>
                <a:solidFill>
                  <a:srgbClr val="606060"/>
                </a:solidFill>
                <a:ln w="3175">
                  <a:solidFill>
                    <a:srgbClr val="000000"/>
                  </a:solidFill>
                  <a:round/>
                  <a:headEnd/>
                  <a:tailEnd/>
                </a:ln>
              </p:spPr>
              <p:txBody>
                <a:bodyPr/>
                <a:lstStyle/>
                <a:p>
                  <a:endParaRPr lang="en-US"/>
                </a:p>
              </p:txBody>
            </p:sp>
          </p:grpSp>
        </p:grpSp>
      </p:grpSp>
      <p:grpSp>
        <p:nvGrpSpPr>
          <p:cNvPr id="2543033" name="Group 4">
            <a:extLst>
              <a:ext uri="{FF2B5EF4-FFF2-40B4-BE49-F238E27FC236}">
                <a16:creationId xmlns:a16="http://schemas.microsoft.com/office/drawing/2014/main" id="{B3BFD43C-2C5E-1DA0-5B52-D78372AF65F5}"/>
              </a:ext>
            </a:extLst>
          </p:cNvPr>
          <p:cNvGrpSpPr>
            <a:grpSpLocks/>
          </p:cNvGrpSpPr>
          <p:nvPr/>
        </p:nvGrpSpPr>
        <p:grpSpPr bwMode="auto">
          <a:xfrm>
            <a:off x="5953798" y="4035304"/>
            <a:ext cx="448469" cy="205096"/>
            <a:chOff x="2256" y="2352"/>
            <a:chExt cx="933" cy="365"/>
          </a:xfrm>
        </p:grpSpPr>
        <p:grpSp>
          <p:nvGrpSpPr>
            <p:cNvPr id="2543034" name="Group 5">
              <a:extLst>
                <a:ext uri="{FF2B5EF4-FFF2-40B4-BE49-F238E27FC236}">
                  <a16:creationId xmlns:a16="http://schemas.microsoft.com/office/drawing/2014/main" id="{FE972D04-3739-5D10-DE2F-A2BAC5F1231D}"/>
                </a:ext>
              </a:extLst>
            </p:cNvPr>
            <p:cNvGrpSpPr>
              <a:grpSpLocks/>
            </p:cNvGrpSpPr>
            <p:nvPr/>
          </p:nvGrpSpPr>
          <p:grpSpPr bwMode="auto">
            <a:xfrm flipH="1">
              <a:off x="2256" y="2352"/>
              <a:ext cx="933" cy="249"/>
              <a:chOff x="693" y="2029"/>
              <a:chExt cx="836" cy="228"/>
            </a:xfrm>
          </p:grpSpPr>
          <p:sp>
            <p:nvSpPr>
              <p:cNvPr id="2542621" name="Rectangle 6">
                <a:extLst>
                  <a:ext uri="{FF2B5EF4-FFF2-40B4-BE49-F238E27FC236}">
                    <a16:creationId xmlns:a16="http://schemas.microsoft.com/office/drawing/2014/main" id="{2F9C77D9-BA6A-F39A-D9A5-F6814E0BA375}"/>
                  </a:ext>
                </a:extLst>
              </p:cNvPr>
              <p:cNvSpPr>
                <a:spLocks noChangeArrowheads="1"/>
              </p:cNvSpPr>
              <p:nvPr/>
            </p:nvSpPr>
            <p:spPr bwMode="auto">
              <a:xfrm>
                <a:off x="693" y="2029"/>
                <a:ext cx="836" cy="228"/>
              </a:xfrm>
              <a:prstGeom prst="rect">
                <a:avLst/>
              </a:prstGeom>
              <a:gradFill rotWithShape="0">
                <a:gsLst>
                  <a:gs pos="0">
                    <a:srgbClr val="037C03"/>
                  </a:gs>
                  <a:gs pos="50000">
                    <a:srgbClr val="037C03">
                      <a:gamma/>
                      <a:shade val="6275"/>
                      <a:invGamma/>
                    </a:srgbClr>
                  </a:gs>
                  <a:gs pos="100000">
                    <a:srgbClr val="037C03"/>
                  </a:gs>
                </a:gsLst>
                <a:lin ang="5400000" scaled="1"/>
              </a:gradFill>
              <a:ln w="3175">
                <a:solidFill>
                  <a:srgbClr val="000000"/>
                </a:solidFill>
                <a:miter lim="800000"/>
                <a:headEnd/>
                <a:tailEnd/>
              </a:ln>
            </p:spPr>
            <p:txBody>
              <a:bodyPr/>
              <a:lstStyle/>
              <a:p>
                <a:endParaRPr lang="en-US"/>
              </a:p>
            </p:txBody>
          </p:sp>
          <p:sp>
            <p:nvSpPr>
              <p:cNvPr id="2542622" name="Rectangle 7">
                <a:extLst>
                  <a:ext uri="{FF2B5EF4-FFF2-40B4-BE49-F238E27FC236}">
                    <a16:creationId xmlns:a16="http://schemas.microsoft.com/office/drawing/2014/main" id="{87193DAF-146F-E377-A348-C9CED0BD626E}"/>
                  </a:ext>
                </a:extLst>
              </p:cNvPr>
              <p:cNvSpPr>
                <a:spLocks noChangeArrowheads="1"/>
              </p:cNvSpPr>
              <p:nvPr/>
            </p:nvSpPr>
            <p:spPr bwMode="auto">
              <a:xfrm>
                <a:off x="693" y="2037"/>
                <a:ext cx="836" cy="213"/>
              </a:xfrm>
              <a:prstGeom prst="rect">
                <a:avLst/>
              </a:prstGeom>
              <a:solidFill>
                <a:srgbClr val="C5D3ED"/>
              </a:solidFill>
              <a:ln w="3175">
                <a:solidFill>
                  <a:srgbClr val="000000"/>
                </a:solidFill>
                <a:miter lim="800000"/>
                <a:headEnd/>
                <a:tailEnd/>
              </a:ln>
            </p:spPr>
            <p:txBody>
              <a:bodyPr/>
              <a:lstStyle/>
              <a:p>
                <a:endParaRPr lang="en-US" dirty="0"/>
              </a:p>
            </p:txBody>
          </p:sp>
        </p:grpSp>
        <p:grpSp>
          <p:nvGrpSpPr>
            <p:cNvPr id="2543035" name="Group 8">
              <a:extLst>
                <a:ext uri="{FF2B5EF4-FFF2-40B4-BE49-F238E27FC236}">
                  <a16:creationId xmlns:a16="http://schemas.microsoft.com/office/drawing/2014/main" id="{E73923B8-B064-BBB4-76BB-94C5EEB7286E}"/>
                </a:ext>
              </a:extLst>
            </p:cNvPr>
            <p:cNvGrpSpPr>
              <a:grpSpLocks/>
            </p:cNvGrpSpPr>
            <p:nvPr/>
          </p:nvGrpSpPr>
          <p:grpSpPr bwMode="auto">
            <a:xfrm flipH="1">
              <a:off x="2413" y="2614"/>
              <a:ext cx="624" cy="103"/>
              <a:chOff x="926" y="2258"/>
              <a:chExt cx="559" cy="94"/>
            </a:xfrm>
          </p:grpSpPr>
          <p:grpSp>
            <p:nvGrpSpPr>
              <p:cNvPr id="2543036" name="Group 9">
                <a:extLst>
                  <a:ext uri="{FF2B5EF4-FFF2-40B4-BE49-F238E27FC236}">
                    <a16:creationId xmlns:a16="http://schemas.microsoft.com/office/drawing/2014/main" id="{C3569418-4B5D-E35E-3F0C-E2242ED42B79}"/>
                  </a:ext>
                </a:extLst>
              </p:cNvPr>
              <p:cNvGrpSpPr>
                <a:grpSpLocks/>
              </p:cNvGrpSpPr>
              <p:nvPr/>
            </p:nvGrpSpPr>
            <p:grpSpPr bwMode="auto">
              <a:xfrm>
                <a:off x="926" y="2258"/>
                <a:ext cx="559" cy="81"/>
                <a:chOff x="926" y="2258"/>
                <a:chExt cx="559" cy="81"/>
              </a:xfrm>
            </p:grpSpPr>
            <p:grpSp>
              <p:nvGrpSpPr>
                <p:cNvPr id="2542605" name="Group 10">
                  <a:extLst>
                    <a:ext uri="{FF2B5EF4-FFF2-40B4-BE49-F238E27FC236}">
                      <a16:creationId xmlns:a16="http://schemas.microsoft.com/office/drawing/2014/main" id="{45048D13-53AC-E56D-D5D6-9D767D42EFCB}"/>
                    </a:ext>
                  </a:extLst>
                </p:cNvPr>
                <p:cNvGrpSpPr>
                  <a:grpSpLocks/>
                </p:cNvGrpSpPr>
                <p:nvPr/>
              </p:nvGrpSpPr>
              <p:grpSpPr bwMode="auto">
                <a:xfrm>
                  <a:off x="926" y="2258"/>
                  <a:ext cx="67" cy="62"/>
                  <a:chOff x="926" y="2258"/>
                  <a:chExt cx="67" cy="62"/>
                </a:xfrm>
              </p:grpSpPr>
              <p:sp>
                <p:nvSpPr>
                  <p:cNvPr id="2542618" name="Freeform 11">
                    <a:extLst>
                      <a:ext uri="{FF2B5EF4-FFF2-40B4-BE49-F238E27FC236}">
                        <a16:creationId xmlns:a16="http://schemas.microsoft.com/office/drawing/2014/main" id="{62E5D710-7880-6AAA-44D8-C7E799D9A90D}"/>
                      </a:ext>
                    </a:extLst>
                  </p:cNvPr>
                  <p:cNvSpPr>
                    <a:spLocks/>
                  </p:cNvSpPr>
                  <p:nvPr/>
                </p:nvSpPr>
                <p:spPr bwMode="auto">
                  <a:xfrm>
                    <a:off x="926" y="2258"/>
                    <a:ext cx="67" cy="10"/>
                  </a:xfrm>
                  <a:custGeom>
                    <a:avLst/>
                    <a:gdLst>
                      <a:gd name="T0" fmla="*/ 0 w 67"/>
                      <a:gd name="T1" fmla="*/ 0 h 10"/>
                      <a:gd name="T2" fmla="*/ 67 w 67"/>
                      <a:gd name="T3" fmla="*/ 0 h 10"/>
                      <a:gd name="T4" fmla="*/ 59 w 67"/>
                      <a:gd name="T5" fmla="*/ 10 h 10"/>
                      <a:gd name="T6" fmla="*/ 7 w 67"/>
                      <a:gd name="T7" fmla="*/ 10 h 10"/>
                      <a:gd name="T8" fmla="*/ 0 w 67"/>
                      <a:gd name="T9" fmla="*/ 0 h 10"/>
                    </a:gdLst>
                    <a:ahLst/>
                    <a:cxnLst>
                      <a:cxn ang="0">
                        <a:pos x="T0" y="T1"/>
                      </a:cxn>
                      <a:cxn ang="0">
                        <a:pos x="T2" y="T3"/>
                      </a:cxn>
                      <a:cxn ang="0">
                        <a:pos x="T4" y="T5"/>
                      </a:cxn>
                      <a:cxn ang="0">
                        <a:pos x="T6" y="T7"/>
                      </a:cxn>
                      <a:cxn ang="0">
                        <a:pos x="T8" y="T9"/>
                      </a:cxn>
                    </a:cxnLst>
                    <a:rect l="0" t="0" r="r" b="b"/>
                    <a:pathLst>
                      <a:path w="67" h="10">
                        <a:moveTo>
                          <a:pt x="0" y="0"/>
                        </a:moveTo>
                        <a:lnTo>
                          <a:pt x="67" y="0"/>
                        </a:lnTo>
                        <a:lnTo>
                          <a:pt x="59" y="10"/>
                        </a:lnTo>
                        <a:lnTo>
                          <a:pt x="7" y="10"/>
                        </a:lnTo>
                        <a:lnTo>
                          <a:pt x="0" y="0"/>
                        </a:lnTo>
                        <a:close/>
                      </a:path>
                    </a:pathLst>
                  </a:custGeom>
                  <a:solidFill>
                    <a:srgbClr val="606060"/>
                  </a:solidFill>
                  <a:ln w="3175">
                    <a:solidFill>
                      <a:srgbClr val="404040"/>
                    </a:solidFill>
                    <a:prstDash val="solid"/>
                    <a:round/>
                    <a:headEnd/>
                    <a:tailEnd/>
                  </a:ln>
                </p:spPr>
                <p:txBody>
                  <a:bodyPr/>
                  <a:lstStyle/>
                  <a:p>
                    <a:endParaRPr lang="en-US"/>
                  </a:p>
                </p:txBody>
              </p:sp>
              <p:sp>
                <p:nvSpPr>
                  <p:cNvPr id="2542619" name="Freeform 12">
                    <a:extLst>
                      <a:ext uri="{FF2B5EF4-FFF2-40B4-BE49-F238E27FC236}">
                        <a16:creationId xmlns:a16="http://schemas.microsoft.com/office/drawing/2014/main" id="{D201B285-1C70-061B-485B-0E5EDF70244F}"/>
                      </a:ext>
                    </a:extLst>
                  </p:cNvPr>
                  <p:cNvSpPr>
                    <a:spLocks/>
                  </p:cNvSpPr>
                  <p:nvPr/>
                </p:nvSpPr>
                <p:spPr bwMode="auto">
                  <a:xfrm>
                    <a:off x="941" y="2268"/>
                    <a:ext cx="34" cy="4"/>
                  </a:xfrm>
                  <a:custGeom>
                    <a:avLst/>
                    <a:gdLst>
                      <a:gd name="T0" fmla="*/ 0 w 34"/>
                      <a:gd name="T1" fmla="*/ 0 h 4"/>
                      <a:gd name="T2" fmla="*/ 34 w 34"/>
                      <a:gd name="T3" fmla="*/ 0 h 4"/>
                      <a:gd name="T4" fmla="*/ 30 w 34"/>
                      <a:gd name="T5" fmla="*/ 4 h 4"/>
                      <a:gd name="T6" fmla="*/ 4 w 34"/>
                      <a:gd name="T7" fmla="*/ 4 h 4"/>
                      <a:gd name="T8" fmla="*/ 0 w 34"/>
                      <a:gd name="T9" fmla="*/ 0 h 4"/>
                    </a:gdLst>
                    <a:ahLst/>
                    <a:cxnLst>
                      <a:cxn ang="0">
                        <a:pos x="T0" y="T1"/>
                      </a:cxn>
                      <a:cxn ang="0">
                        <a:pos x="T2" y="T3"/>
                      </a:cxn>
                      <a:cxn ang="0">
                        <a:pos x="T4" y="T5"/>
                      </a:cxn>
                      <a:cxn ang="0">
                        <a:pos x="T6" y="T7"/>
                      </a:cxn>
                      <a:cxn ang="0">
                        <a:pos x="T8" y="T9"/>
                      </a:cxn>
                    </a:cxnLst>
                    <a:rect l="0" t="0" r="r" b="b"/>
                    <a:pathLst>
                      <a:path w="34" h="4">
                        <a:moveTo>
                          <a:pt x="0" y="0"/>
                        </a:moveTo>
                        <a:lnTo>
                          <a:pt x="34" y="0"/>
                        </a:lnTo>
                        <a:lnTo>
                          <a:pt x="30" y="4"/>
                        </a:lnTo>
                        <a:lnTo>
                          <a:pt x="4" y="4"/>
                        </a:lnTo>
                        <a:lnTo>
                          <a:pt x="0" y="0"/>
                        </a:lnTo>
                        <a:close/>
                      </a:path>
                    </a:pathLst>
                  </a:custGeom>
                  <a:solidFill>
                    <a:srgbClr val="606060"/>
                  </a:solidFill>
                  <a:ln w="3175">
                    <a:solidFill>
                      <a:srgbClr val="404040"/>
                    </a:solidFill>
                    <a:prstDash val="solid"/>
                    <a:round/>
                    <a:headEnd/>
                    <a:tailEnd/>
                  </a:ln>
                </p:spPr>
                <p:txBody>
                  <a:bodyPr/>
                  <a:lstStyle/>
                  <a:p>
                    <a:endParaRPr lang="en-US"/>
                  </a:p>
                </p:txBody>
              </p:sp>
              <p:sp>
                <p:nvSpPr>
                  <p:cNvPr id="2542620" name="Rectangle 13">
                    <a:extLst>
                      <a:ext uri="{FF2B5EF4-FFF2-40B4-BE49-F238E27FC236}">
                        <a16:creationId xmlns:a16="http://schemas.microsoft.com/office/drawing/2014/main" id="{76CBC3A4-7DDE-77D5-7644-31A8FCFBE041}"/>
                      </a:ext>
                    </a:extLst>
                  </p:cNvPr>
                  <p:cNvSpPr>
                    <a:spLocks noChangeArrowheads="1"/>
                  </p:cNvSpPr>
                  <p:nvPr/>
                </p:nvSpPr>
                <p:spPr bwMode="auto">
                  <a:xfrm>
                    <a:off x="956" y="2273"/>
                    <a:ext cx="6" cy="47"/>
                  </a:xfrm>
                  <a:prstGeom prst="rect">
                    <a:avLst/>
                  </a:prstGeom>
                  <a:solidFill>
                    <a:srgbClr val="606060"/>
                  </a:solidFill>
                  <a:ln w="3175">
                    <a:solidFill>
                      <a:srgbClr val="404040"/>
                    </a:solidFill>
                    <a:miter lim="800000"/>
                    <a:headEnd/>
                    <a:tailEnd/>
                  </a:ln>
                </p:spPr>
                <p:txBody>
                  <a:bodyPr/>
                  <a:lstStyle/>
                  <a:p>
                    <a:endParaRPr lang="en-US"/>
                  </a:p>
                </p:txBody>
              </p:sp>
            </p:grpSp>
            <p:grpSp>
              <p:nvGrpSpPr>
                <p:cNvPr id="2542606" name="Group 14">
                  <a:extLst>
                    <a:ext uri="{FF2B5EF4-FFF2-40B4-BE49-F238E27FC236}">
                      <a16:creationId xmlns:a16="http://schemas.microsoft.com/office/drawing/2014/main" id="{219DD115-DAE8-5A11-173C-1D1B5A326E13}"/>
                    </a:ext>
                  </a:extLst>
                </p:cNvPr>
                <p:cNvGrpSpPr>
                  <a:grpSpLocks/>
                </p:cNvGrpSpPr>
                <p:nvPr/>
              </p:nvGrpSpPr>
              <p:grpSpPr bwMode="auto">
                <a:xfrm>
                  <a:off x="1264" y="2258"/>
                  <a:ext cx="107" cy="81"/>
                  <a:chOff x="1264" y="2258"/>
                  <a:chExt cx="107" cy="81"/>
                </a:xfrm>
              </p:grpSpPr>
              <p:sp>
                <p:nvSpPr>
                  <p:cNvPr id="2542613" name="Freeform 15">
                    <a:extLst>
                      <a:ext uri="{FF2B5EF4-FFF2-40B4-BE49-F238E27FC236}">
                        <a16:creationId xmlns:a16="http://schemas.microsoft.com/office/drawing/2014/main" id="{F5921AA2-70A2-37E3-9F40-29A8F8FE1486}"/>
                      </a:ext>
                    </a:extLst>
                  </p:cNvPr>
                  <p:cNvSpPr>
                    <a:spLocks/>
                  </p:cNvSpPr>
                  <p:nvPr/>
                </p:nvSpPr>
                <p:spPr bwMode="auto">
                  <a:xfrm>
                    <a:off x="1264" y="2260"/>
                    <a:ext cx="106" cy="16"/>
                  </a:xfrm>
                  <a:custGeom>
                    <a:avLst/>
                    <a:gdLst>
                      <a:gd name="T0" fmla="*/ 0 w 106"/>
                      <a:gd name="T1" fmla="*/ 0 h 16"/>
                      <a:gd name="T2" fmla="*/ 106 w 106"/>
                      <a:gd name="T3" fmla="*/ 0 h 16"/>
                      <a:gd name="T4" fmla="*/ 106 w 106"/>
                      <a:gd name="T5" fmla="*/ 16 h 16"/>
                      <a:gd name="T6" fmla="*/ 8 w 106"/>
                      <a:gd name="T7" fmla="*/ 16 h 16"/>
                      <a:gd name="T8" fmla="*/ 0 w 106"/>
                      <a:gd name="T9" fmla="*/ 0 h 16"/>
                    </a:gdLst>
                    <a:ahLst/>
                    <a:cxnLst>
                      <a:cxn ang="0">
                        <a:pos x="T0" y="T1"/>
                      </a:cxn>
                      <a:cxn ang="0">
                        <a:pos x="T2" y="T3"/>
                      </a:cxn>
                      <a:cxn ang="0">
                        <a:pos x="T4" y="T5"/>
                      </a:cxn>
                      <a:cxn ang="0">
                        <a:pos x="T6" y="T7"/>
                      </a:cxn>
                      <a:cxn ang="0">
                        <a:pos x="T8" y="T9"/>
                      </a:cxn>
                    </a:cxnLst>
                    <a:rect l="0" t="0" r="r" b="b"/>
                    <a:pathLst>
                      <a:path w="106" h="16">
                        <a:moveTo>
                          <a:pt x="0" y="0"/>
                        </a:moveTo>
                        <a:lnTo>
                          <a:pt x="106" y="0"/>
                        </a:lnTo>
                        <a:lnTo>
                          <a:pt x="106" y="16"/>
                        </a:lnTo>
                        <a:lnTo>
                          <a:pt x="8" y="16"/>
                        </a:lnTo>
                        <a:lnTo>
                          <a:pt x="0" y="0"/>
                        </a:lnTo>
                        <a:close/>
                      </a:path>
                    </a:pathLst>
                  </a:custGeom>
                  <a:solidFill>
                    <a:srgbClr val="606060"/>
                  </a:solidFill>
                  <a:ln w="3175">
                    <a:solidFill>
                      <a:srgbClr val="404040"/>
                    </a:solidFill>
                    <a:prstDash val="solid"/>
                    <a:round/>
                    <a:headEnd/>
                    <a:tailEnd/>
                  </a:ln>
                </p:spPr>
                <p:txBody>
                  <a:bodyPr/>
                  <a:lstStyle/>
                  <a:p>
                    <a:endParaRPr lang="en-US"/>
                  </a:p>
                </p:txBody>
              </p:sp>
              <p:grpSp>
                <p:nvGrpSpPr>
                  <p:cNvPr id="2542614" name="Group 16">
                    <a:extLst>
                      <a:ext uri="{FF2B5EF4-FFF2-40B4-BE49-F238E27FC236}">
                        <a16:creationId xmlns:a16="http://schemas.microsoft.com/office/drawing/2014/main" id="{63295718-3357-35C5-E147-7761737B89FD}"/>
                      </a:ext>
                    </a:extLst>
                  </p:cNvPr>
                  <p:cNvGrpSpPr>
                    <a:grpSpLocks/>
                  </p:cNvGrpSpPr>
                  <p:nvPr/>
                </p:nvGrpSpPr>
                <p:grpSpPr bwMode="auto">
                  <a:xfrm>
                    <a:off x="1272" y="2258"/>
                    <a:ext cx="91" cy="18"/>
                    <a:chOff x="1272" y="2258"/>
                    <a:chExt cx="91" cy="18"/>
                  </a:xfrm>
                </p:grpSpPr>
                <p:sp>
                  <p:nvSpPr>
                    <p:cNvPr id="2542616" name="Freeform 17">
                      <a:extLst>
                        <a:ext uri="{FF2B5EF4-FFF2-40B4-BE49-F238E27FC236}">
                          <a16:creationId xmlns:a16="http://schemas.microsoft.com/office/drawing/2014/main" id="{E54DA69E-726E-5438-5BD4-0608BC381534}"/>
                        </a:ext>
                      </a:extLst>
                    </p:cNvPr>
                    <p:cNvSpPr>
                      <a:spLocks/>
                    </p:cNvSpPr>
                    <p:nvPr/>
                  </p:nvSpPr>
                  <p:spPr bwMode="auto">
                    <a:xfrm>
                      <a:off x="1272" y="2262"/>
                      <a:ext cx="80" cy="14"/>
                    </a:xfrm>
                    <a:custGeom>
                      <a:avLst/>
                      <a:gdLst>
                        <a:gd name="T0" fmla="*/ 0 w 80"/>
                        <a:gd name="T1" fmla="*/ 14 h 14"/>
                        <a:gd name="T2" fmla="*/ 12 w 80"/>
                        <a:gd name="T3" fmla="*/ 0 h 14"/>
                        <a:gd name="T4" fmla="*/ 80 w 80"/>
                        <a:gd name="T5" fmla="*/ 0 h 14"/>
                        <a:gd name="T6" fmla="*/ 80 w 80"/>
                        <a:gd name="T7" fmla="*/ 14 h 14"/>
                      </a:gdLst>
                      <a:ahLst/>
                      <a:cxnLst>
                        <a:cxn ang="0">
                          <a:pos x="T0" y="T1"/>
                        </a:cxn>
                        <a:cxn ang="0">
                          <a:pos x="T2" y="T3"/>
                        </a:cxn>
                        <a:cxn ang="0">
                          <a:pos x="T4" y="T5"/>
                        </a:cxn>
                        <a:cxn ang="0">
                          <a:pos x="T6" y="T7"/>
                        </a:cxn>
                      </a:cxnLst>
                      <a:rect l="0" t="0" r="r" b="b"/>
                      <a:pathLst>
                        <a:path w="80" h="14">
                          <a:moveTo>
                            <a:pt x="0" y="14"/>
                          </a:moveTo>
                          <a:lnTo>
                            <a:pt x="12" y="0"/>
                          </a:lnTo>
                          <a:lnTo>
                            <a:pt x="80" y="0"/>
                          </a:lnTo>
                          <a:lnTo>
                            <a:pt x="80" y="14"/>
                          </a:lnTo>
                        </a:path>
                      </a:pathLst>
                    </a:custGeom>
                    <a:noFill/>
                    <a:ln w="3175">
                      <a:solidFill>
                        <a:srgbClr val="40404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42617" name="Line 18">
                      <a:extLst>
                        <a:ext uri="{FF2B5EF4-FFF2-40B4-BE49-F238E27FC236}">
                          <a16:creationId xmlns:a16="http://schemas.microsoft.com/office/drawing/2014/main" id="{1A302F65-8469-EB7B-C24D-2312E54D1ED3}"/>
                        </a:ext>
                      </a:extLst>
                    </p:cNvPr>
                    <p:cNvSpPr>
                      <a:spLocks noChangeShapeType="1"/>
                    </p:cNvSpPr>
                    <p:nvPr/>
                  </p:nvSpPr>
                  <p:spPr bwMode="auto">
                    <a:xfrm>
                      <a:off x="1362" y="2258"/>
                      <a:ext cx="1" cy="18"/>
                    </a:xfrm>
                    <a:prstGeom prst="line">
                      <a:avLst/>
                    </a:prstGeom>
                    <a:noFill/>
                    <a:ln w="3175">
                      <a:solidFill>
                        <a:srgbClr val="40404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2542615" name="Line 19">
                    <a:extLst>
                      <a:ext uri="{FF2B5EF4-FFF2-40B4-BE49-F238E27FC236}">
                        <a16:creationId xmlns:a16="http://schemas.microsoft.com/office/drawing/2014/main" id="{6EC0B0F0-1F7E-8F99-C8CA-7A207B40A848}"/>
                      </a:ext>
                    </a:extLst>
                  </p:cNvPr>
                  <p:cNvSpPr>
                    <a:spLocks noChangeShapeType="1"/>
                  </p:cNvSpPr>
                  <p:nvPr/>
                </p:nvSpPr>
                <p:spPr bwMode="auto">
                  <a:xfrm>
                    <a:off x="1370" y="2276"/>
                    <a:ext cx="1" cy="63"/>
                  </a:xfrm>
                  <a:prstGeom prst="line">
                    <a:avLst/>
                  </a:prstGeom>
                  <a:noFill/>
                  <a:ln w="3175">
                    <a:solidFill>
                      <a:srgbClr val="20202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2542607" name="Group 20">
                  <a:extLst>
                    <a:ext uri="{FF2B5EF4-FFF2-40B4-BE49-F238E27FC236}">
                      <a16:creationId xmlns:a16="http://schemas.microsoft.com/office/drawing/2014/main" id="{602F9BDC-CC5B-F83A-6341-32E2E784416C}"/>
                    </a:ext>
                  </a:extLst>
                </p:cNvPr>
                <p:cNvGrpSpPr>
                  <a:grpSpLocks/>
                </p:cNvGrpSpPr>
                <p:nvPr/>
              </p:nvGrpSpPr>
              <p:grpSpPr bwMode="auto">
                <a:xfrm>
                  <a:off x="1377" y="2258"/>
                  <a:ext cx="108" cy="81"/>
                  <a:chOff x="1377" y="2258"/>
                  <a:chExt cx="108" cy="81"/>
                </a:xfrm>
              </p:grpSpPr>
              <p:sp>
                <p:nvSpPr>
                  <p:cNvPr id="2542608" name="Freeform 21">
                    <a:extLst>
                      <a:ext uri="{FF2B5EF4-FFF2-40B4-BE49-F238E27FC236}">
                        <a16:creationId xmlns:a16="http://schemas.microsoft.com/office/drawing/2014/main" id="{8946CBA9-6E3F-F6D6-6CFB-9F0FAB89BEAB}"/>
                      </a:ext>
                    </a:extLst>
                  </p:cNvPr>
                  <p:cNvSpPr>
                    <a:spLocks/>
                  </p:cNvSpPr>
                  <p:nvPr/>
                </p:nvSpPr>
                <p:spPr bwMode="auto">
                  <a:xfrm>
                    <a:off x="1377" y="2260"/>
                    <a:ext cx="107" cy="16"/>
                  </a:xfrm>
                  <a:custGeom>
                    <a:avLst/>
                    <a:gdLst>
                      <a:gd name="T0" fmla="*/ 0 w 107"/>
                      <a:gd name="T1" fmla="*/ 0 h 16"/>
                      <a:gd name="T2" fmla="*/ 107 w 107"/>
                      <a:gd name="T3" fmla="*/ 0 h 16"/>
                      <a:gd name="T4" fmla="*/ 107 w 107"/>
                      <a:gd name="T5" fmla="*/ 16 h 16"/>
                      <a:gd name="T6" fmla="*/ 10 w 107"/>
                      <a:gd name="T7" fmla="*/ 16 h 16"/>
                      <a:gd name="T8" fmla="*/ 0 w 107"/>
                      <a:gd name="T9" fmla="*/ 0 h 16"/>
                    </a:gdLst>
                    <a:ahLst/>
                    <a:cxnLst>
                      <a:cxn ang="0">
                        <a:pos x="T0" y="T1"/>
                      </a:cxn>
                      <a:cxn ang="0">
                        <a:pos x="T2" y="T3"/>
                      </a:cxn>
                      <a:cxn ang="0">
                        <a:pos x="T4" y="T5"/>
                      </a:cxn>
                      <a:cxn ang="0">
                        <a:pos x="T6" y="T7"/>
                      </a:cxn>
                      <a:cxn ang="0">
                        <a:pos x="T8" y="T9"/>
                      </a:cxn>
                    </a:cxnLst>
                    <a:rect l="0" t="0" r="r" b="b"/>
                    <a:pathLst>
                      <a:path w="107" h="16">
                        <a:moveTo>
                          <a:pt x="0" y="0"/>
                        </a:moveTo>
                        <a:lnTo>
                          <a:pt x="107" y="0"/>
                        </a:lnTo>
                        <a:lnTo>
                          <a:pt x="107" y="16"/>
                        </a:lnTo>
                        <a:lnTo>
                          <a:pt x="10" y="16"/>
                        </a:lnTo>
                        <a:lnTo>
                          <a:pt x="0" y="0"/>
                        </a:lnTo>
                        <a:close/>
                      </a:path>
                    </a:pathLst>
                  </a:custGeom>
                  <a:solidFill>
                    <a:srgbClr val="606060"/>
                  </a:solidFill>
                  <a:ln w="3175">
                    <a:solidFill>
                      <a:srgbClr val="404040"/>
                    </a:solidFill>
                    <a:prstDash val="solid"/>
                    <a:round/>
                    <a:headEnd/>
                    <a:tailEnd/>
                  </a:ln>
                </p:spPr>
                <p:txBody>
                  <a:bodyPr/>
                  <a:lstStyle/>
                  <a:p>
                    <a:endParaRPr lang="en-US"/>
                  </a:p>
                </p:txBody>
              </p:sp>
              <p:grpSp>
                <p:nvGrpSpPr>
                  <p:cNvPr id="2542609" name="Group 22">
                    <a:extLst>
                      <a:ext uri="{FF2B5EF4-FFF2-40B4-BE49-F238E27FC236}">
                        <a16:creationId xmlns:a16="http://schemas.microsoft.com/office/drawing/2014/main" id="{89E679E2-8060-78B5-80F0-9E9F80C80B57}"/>
                      </a:ext>
                    </a:extLst>
                  </p:cNvPr>
                  <p:cNvGrpSpPr>
                    <a:grpSpLocks/>
                  </p:cNvGrpSpPr>
                  <p:nvPr/>
                </p:nvGrpSpPr>
                <p:grpSpPr bwMode="auto">
                  <a:xfrm>
                    <a:off x="1387" y="2258"/>
                    <a:ext cx="89" cy="18"/>
                    <a:chOff x="1387" y="2258"/>
                    <a:chExt cx="89" cy="18"/>
                  </a:xfrm>
                </p:grpSpPr>
                <p:sp>
                  <p:nvSpPr>
                    <p:cNvPr id="2542611" name="Freeform 23">
                      <a:extLst>
                        <a:ext uri="{FF2B5EF4-FFF2-40B4-BE49-F238E27FC236}">
                          <a16:creationId xmlns:a16="http://schemas.microsoft.com/office/drawing/2014/main" id="{024E8B52-BAD2-BE3B-30F8-EEE36D164D92}"/>
                        </a:ext>
                      </a:extLst>
                    </p:cNvPr>
                    <p:cNvSpPr>
                      <a:spLocks/>
                    </p:cNvSpPr>
                    <p:nvPr/>
                  </p:nvSpPr>
                  <p:spPr bwMode="auto">
                    <a:xfrm>
                      <a:off x="1387" y="2262"/>
                      <a:ext cx="80" cy="14"/>
                    </a:xfrm>
                    <a:custGeom>
                      <a:avLst/>
                      <a:gdLst>
                        <a:gd name="T0" fmla="*/ 0 w 80"/>
                        <a:gd name="T1" fmla="*/ 14 h 14"/>
                        <a:gd name="T2" fmla="*/ 12 w 80"/>
                        <a:gd name="T3" fmla="*/ 0 h 14"/>
                        <a:gd name="T4" fmla="*/ 80 w 80"/>
                        <a:gd name="T5" fmla="*/ 0 h 14"/>
                        <a:gd name="T6" fmla="*/ 80 w 80"/>
                        <a:gd name="T7" fmla="*/ 14 h 14"/>
                      </a:gdLst>
                      <a:ahLst/>
                      <a:cxnLst>
                        <a:cxn ang="0">
                          <a:pos x="T0" y="T1"/>
                        </a:cxn>
                        <a:cxn ang="0">
                          <a:pos x="T2" y="T3"/>
                        </a:cxn>
                        <a:cxn ang="0">
                          <a:pos x="T4" y="T5"/>
                        </a:cxn>
                        <a:cxn ang="0">
                          <a:pos x="T6" y="T7"/>
                        </a:cxn>
                      </a:cxnLst>
                      <a:rect l="0" t="0" r="r" b="b"/>
                      <a:pathLst>
                        <a:path w="80" h="14">
                          <a:moveTo>
                            <a:pt x="0" y="14"/>
                          </a:moveTo>
                          <a:lnTo>
                            <a:pt x="12" y="0"/>
                          </a:lnTo>
                          <a:lnTo>
                            <a:pt x="80" y="0"/>
                          </a:lnTo>
                          <a:lnTo>
                            <a:pt x="80" y="14"/>
                          </a:lnTo>
                        </a:path>
                      </a:pathLst>
                    </a:custGeom>
                    <a:noFill/>
                    <a:ln w="3175">
                      <a:solidFill>
                        <a:srgbClr val="40404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42612" name="Line 24">
                      <a:extLst>
                        <a:ext uri="{FF2B5EF4-FFF2-40B4-BE49-F238E27FC236}">
                          <a16:creationId xmlns:a16="http://schemas.microsoft.com/office/drawing/2014/main" id="{099B7340-5829-B0CC-E535-BFA950F3EE77}"/>
                        </a:ext>
                      </a:extLst>
                    </p:cNvPr>
                    <p:cNvSpPr>
                      <a:spLocks noChangeShapeType="1"/>
                    </p:cNvSpPr>
                    <p:nvPr/>
                  </p:nvSpPr>
                  <p:spPr bwMode="auto">
                    <a:xfrm>
                      <a:off x="1475" y="2258"/>
                      <a:ext cx="1" cy="18"/>
                    </a:xfrm>
                    <a:prstGeom prst="line">
                      <a:avLst/>
                    </a:prstGeom>
                    <a:noFill/>
                    <a:ln w="3175">
                      <a:solidFill>
                        <a:srgbClr val="40404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2542610" name="Line 25">
                    <a:extLst>
                      <a:ext uri="{FF2B5EF4-FFF2-40B4-BE49-F238E27FC236}">
                        <a16:creationId xmlns:a16="http://schemas.microsoft.com/office/drawing/2014/main" id="{27E1B94F-BCD2-642D-9CEB-FB6C8203A002}"/>
                      </a:ext>
                    </a:extLst>
                  </p:cNvPr>
                  <p:cNvSpPr>
                    <a:spLocks noChangeShapeType="1"/>
                  </p:cNvSpPr>
                  <p:nvPr/>
                </p:nvSpPr>
                <p:spPr bwMode="auto">
                  <a:xfrm>
                    <a:off x="1484" y="2276"/>
                    <a:ext cx="1" cy="63"/>
                  </a:xfrm>
                  <a:prstGeom prst="line">
                    <a:avLst/>
                  </a:prstGeom>
                  <a:noFill/>
                  <a:ln w="3175">
                    <a:solidFill>
                      <a:srgbClr val="20202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2543037" name="Group 26">
                <a:extLst>
                  <a:ext uri="{FF2B5EF4-FFF2-40B4-BE49-F238E27FC236}">
                    <a16:creationId xmlns:a16="http://schemas.microsoft.com/office/drawing/2014/main" id="{21BD2EDE-1DD0-347F-EF51-0751170829AB}"/>
                  </a:ext>
                </a:extLst>
              </p:cNvPr>
              <p:cNvGrpSpPr>
                <a:grpSpLocks/>
              </p:cNvGrpSpPr>
              <p:nvPr/>
            </p:nvGrpSpPr>
            <p:grpSpPr bwMode="auto">
              <a:xfrm>
                <a:off x="1277" y="2267"/>
                <a:ext cx="86" cy="85"/>
                <a:chOff x="1277" y="2267"/>
                <a:chExt cx="86" cy="85"/>
              </a:xfrm>
            </p:grpSpPr>
            <p:sp>
              <p:nvSpPr>
                <p:cNvPr id="2542595" name="Oval 27">
                  <a:extLst>
                    <a:ext uri="{FF2B5EF4-FFF2-40B4-BE49-F238E27FC236}">
                      <a16:creationId xmlns:a16="http://schemas.microsoft.com/office/drawing/2014/main" id="{C2C74FF7-CFB7-8485-BF61-F2C9B2031693}"/>
                    </a:ext>
                  </a:extLst>
                </p:cNvPr>
                <p:cNvSpPr>
                  <a:spLocks noChangeArrowheads="1"/>
                </p:cNvSpPr>
                <p:nvPr/>
              </p:nvSpPr>
              <p:spPr bwMode="auto">
                <a:xfrm>
                  <a:off x="1277" y="2267"/>
                  <a:ext cx="86" cy="85"/>
                </a:xfrm>
                <a:prstGeom prst="ellipse">
                  <a:avLst/>
                </a:prstGeom>
                <a:solidFill>
                  <a:srgbClr val="202020"/>
                </a:solidFill>
                <a:ln w="3175">
                  <a:solidFill>
                    <a:srgbClr val="000000"/>
                  </a:solidFill>
                  <a:round/>
                  <a:headEnd/>
                  <a:tailEnd/>
                </a:ln>
              </p:spPr>
              <p:txBody>
                <a:bodyPr/>
                <a:lstStyle/>
                <a:p>
                  <a:endParaRPr lang="en-US"/>
                </a:p>
              </p:txBody>
            </p:sp>
            <p:sp>
              <p:nvSpPr>
                <p:cNvPr id="2542603" name="Oval 28">
                  <a:extLst>
                    <a:ext uri="{FF2B5EF4-FFF2-40B4-BE49-F238E27FC236}">
                      <a16:creationId xmlns:a16="http://schemas.microsoft.com/office/drawing/2014/main" id="{235F64A5-6125-025E-C6F4-CB4C1509ADAA}"/>
                    </a:ext>
                  </a:extLst>
                </p:cNvPr>
                <p:cNvSpPr>
                  <a:spLocks noChangeArrowheads="1"/>
                </p:cNvSpPr>
                <p:nvPr/>
              </p:nvSpPr>
              <p:spPr bwMode="auto">
                <a:xfrm>
                  <a:off x="1289" y="2279"/>
                  <a:ext cx="60" cy="59"/>
                </a:xfrm>
                <a:prstGeom prst="ellipse">
                  <a:avLst/>
                </a:prstGeom>
                <a:solidFill>
                  <a:srgbClr val="A0A0A0"/>
                </a:solidFill>
                <a:ln w="3175">
                  <a:solidFill>
                    <a:srgbClr val="000000"/>
                  </a:solidFill>
                  <a:round/>
                  <a:headEnd/>
                  <a:tailEnd/>
                </a:ln>
              </p:spPr>
              <p:txBody>
                <a:bodyPr/>
                <a:lstStyle/>
                <a:p>
                  <a:endParaRPr lang="en-US"/>
                </a:p>
              </p:txBody>
            </p:sp>
            <p:sp>
              <p:nvSpPr>
                <p:cNvPr id="2542604" name="Oval 29">
                  <a:extLst>
                    <a:ext uri="{FF2B5EF4-FFF2-40B4-BE49-F238E27FC236}">
                      <a16:creationId xmlns:a16="http://schemas.microsoft.com/office/drawing/2014/main" id="{B3E5D932-06D4-B545-F183-E73C93114B1B}"/>
                    </a:ext>
                  </a:extLst>
                </p:cNvPr>
                <p:cNvSpPr>
                  <a:spLocks noChangeArrowheads="1"/>
                </p:cNvSpPr>
                <p:nvPr/>
              </p:nvSpPr>
              <p:spPr bwMode="auto">
                <a:xfrm>
                  <a:off x="1305" y="2297"/>
                  <a:ext cx="26" cy="25"/>
                </a:xfrm>
                <a:prstGeom prst="ellipse">
                  <a:avLst/>
                </a:prstGeom>
                <a:solidFill>
                  <a:srgbClr val="606060"/>
                </a:solidFill>
                <a:ln w="3175">
                  <a:solidFill>
                    <a:srgbClr val="000000"/>
                  </a:solidFill>
                  <a:round/>
                  <a:headEnd/>
                  <a:tailEnd/>
                </a:ln>
              </p:spPr>
              <p:txBody>
                <a:bodyPr/>
                <a:lstStyle/>
                <a:p>
                  <a:endParaRPr lang="en-US"/>
                </a:p>
              </p:txBody>
            </p:sp>
          </p:grpSp>
          <p:grpSp>
            <p:nvGrpSpPr>
              <p:cNvPr id="2543038" name="Group 30">
                <a:extLst>
                  <a:ext uri="{FF2B5EF4-FFF2-40B4-BE49-F238E27FC236}">
                    <a16:creationId xmlns:a16="http://schemas.microsoft.com/office/drawing/2014/main" id="{0C403EDA-996B-A397-333D-06F4F37C8F24}"/>
                  </a:ext>
                </a:extLst>
              </p:cNvPr>
              <p:cNvGrpSpPr>
                <a:grpSpLocks/>
              </p:cNvGrpSpPr>
              <p:nvPr/>
            </p:nvGrpSpPr>
            <p:grpSpPr bwMode="auto">
              <a:xfrm>
                <a:off x="1390" y="2267"/>
                <a:ext cx="86" cy="85"/>
                <a:chOff x="1390" y="2267"/>
                <a:chExt cx="86" cy="85"/>
              </a:xfrm>
            </p:grpSpPr>
            <p:sp>
              <p:nvSpPr>
                <p:cNvPr id="2543039" name="Oval 31">
                  <a:extLst>
                    <a:ext uri="{FF2B5EF4-FFF2-40B4-BE49-F238E27FC236}">
                      <a16:creationId xmlns:a16="http://schemas.microsoft.com/office/drawing/2014/main" id="{CE401A42-D43D-64A6-3B71-1EDDAEFC4510}"/>
                    </a:ext>
                  </a:extLst>
                </p:cNvPr>
                <p:cNvSpPr>
                  <a:spLocks noChangeArrowheads="1"/>
                </p:cNvSpPr>
                <p:nvPr/>
              </p:nvSpPr>
              <p:spPr bwMode="auto">
                <a:xfrm>
                  <a:off x="1390" y="2267"/>
                  <a:ext cx="86" cy="85"/>
                </a:xfrm>
                <a:prstGeom prst="ellipse">
                  <a:avLst/>
                </a:prstGeom>
                <a:solidFill>
                  <a:srgbClr val="202020"/>
                </a:solidFill>
                <a:ln w="3175">
                  <a:solidFill>
                    <a:srgbClr val="000000"/>
                  </a:solidFill>
                  <a:round/>
                  <a:headEnd/>
                  <a:tailEnd/>
                </a:ln>
              </p:spPr>
              <p:txBody>
                <a:bodyPr/>
                <a:lstStyle/>
                <a:p>
                  <a:endParaRPr lang="en-US"/>
                </a:p>
              </p:txBody>
            </p:sp>
            <p:sp>
              <p:nvSpPr>
                <p:cNvPr id="2542592" name="Oval 32">
                  <a:extLst>
                    <a:ext uri="{FF2B5EF4-FFF2-40B4-BE49-F238E27FC236}">
                      <a16:creationId xmlns:a16="http://schemas.microsoft.com/office/drawing/2014/main" id="{27C7B41A-B79F-BEF8-38C8-C349D34CE5DA}"/>
                    </a:ext>
                  </a:extLst>
                </p:cNvPr>
                <p:cNvSpPr>
                  <a:spLocks noChangeArrowheads="1"/>
                </p:cNvSpPr>
                <p:nvPr/>
              </p:nvSpPr>
              <p:spPr bwMode="auto">
                <a:xfrm>
                  <a:off x="1404" y="2279"/>
                  <a:ext cx="60" cy="59"/>
                </a:xfrm>
                <a:prstGeom prst="ellipse">
                  <a:avLst/>
                </a:prstGeom>
                <a:solidFill>
                  <a:srgbClr val="A0A0A0"/>
                </a:solidFill>
                <a:ln w="3175">
                  <a:solidFill>
                    <a:srgbClr val="000000"/>
                  </a:solidFill>
                  <a:round/>
                  <a:headEnd/>
                  <a:tailEnd/>
                </a:ln>
              </p:spPr>
              <p:txBody>
                <a:bodyPr/>
                <a:lstStyle/>
                <a:p>
                  <a:endParaRPr lang="en-US"/>
                </a:p>
              </p:txBody>
            </p:sp>
            <p:sp>
              <p:nvSpPr>
                <p:cNvPr id="2542593" name="Oval 33">
                  <a:extLst>
                    <a:ext uri="{FF2B5EF4-FFF2-40B4-BE49-F238E27FC236}">
                      <a16:creationId xmlns:a16="http://schemas.microsoft.com/office/drawing/2014/main" id="{FEAE451F-BB57-BAAD-50F3-B5967FBDECB8}"/>
                    </a:ext>
                  </a:extLst>
                </p:cNvPr>
                <p:cNvSpPr>
                  <a:spLocks noChangeArrowheads="1"/>
                </p:cNvSpPr>
                <p:nvPr/>
              </p:nvSpPr>
              <p:spPr bwMode="auto">
                <a:xfrm>
                  <a:off x="1420" y="2297"/>
                  <a:ext cx="26" cy="25"/>
                </a:xfrm>
                <a:prstGeom prst="ellipse">
                  <a:avLst/>
                </a:prstGeom>
                <a:solidFill>
                  <a:srgbClr val="606060"/>
                </a:solidFill>
                <a:ln w="3175">
                  <a:solidFill>
                    <a:srgbClr val="000000"/>
                  </a:solidFill>
                  <a:round/>
                  <a:headEnd/>
                  <a:tailEnd/>
                </a:ln>
              </p:spPr>
              <p:txBody>
                <a:bodyPr/>
                <a:lstStyle/>
                <a:p>
                  <a:endParaRPr lang="en-US"/>
                </a:p>
              </p:txBody>
            </p:sp>
          </p:grpSp>
        </p:grpSp>
      </p:grpSp>
      <p:cxnSp>
        <p:nvCxnSpPr>
          <p:cNvPr id="2542623" name="Straight Arrow Connector 2542622">
            <a:extLst>
              <a:ext uri="{FF2B5EF4-FFF2-40B4-BE49-F238E27FC236}">
                <a16:creationId xmlns:a16="http://schemas.microsoft.com/office/drawing/2014/main" id="{12B38AA3-1376-5060-535C-100C66504DBB}"/>
              </a:ext>
            </a:extLst>
          </p:cNvPr>
          <p:cNvCxnSpPr>
            <a:cxnSpLocks/>
            <a:stCxn id="10" idx="3"/>
            <a:endCxn id="50" idx="3"/>
          </p:cNvCxnSpPr>
          <p:nvPr/>
        </p:nvCxnSpPr>
        <p:spPr>
          <a:xfrm flipV="1">
            <a:off x="5271903" y="2577859"/>
            <a:ext cx="667238" cy="298069"/>
          </a:xfrm>
          <a:prstGeom prst="straightConnector1">
            <a:avLst/>
          </a:prstGeom>
          <a:ln w="28575">
            <a:solidFill>
              <a:schemeClr val="bg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2542624" name="Straight Arrow Connector 2542623">
            <a:extLst>
              <a:ext uri="{FF2B5EF4-FFF2-40B4-BE49-F238E27FC236}">
                <a16:creationId xmlns:a16="http://schemas.microsoft.com/office/drawing/2014/main" id="{E34C7003-84FC-7708-DD17-2062237AA1A1}"/>
              </a:ext>
            </a:extLst>
          </p:cNvPr>
          <p:cNvCxnSpPr>
            <a:cxnSpLocks/>
            <a:stCxn id="11" idx="3"/>
            <a:endCxn id="50" idx="3"/>
          </p:cNvCxnSpPr>
          <p:nvPr/>
        </p:nvCxnSpPr>
        <p:spPr>
          <a:xfrm flipV="1">
            <a:off x="5252851" y="2577859"/>
            <a:ext cx="686290" cy="807659"/>
          </a:xfrm>
          <a:prstGeom prst="straightConnector1">
            <a:avLst/>
          </a:prstGeom>
          <a:ln w="28575">
            <a:solidFill>
              <a:schemeClr val="bg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2542625" name="Straight Arrow Connector 2542624">
            <a:extLst>
              <a:ext uri="{FF2B5EF4-FFF2-40B4-BE49-F238E27FC236}">
                <a16:creationId xmlns:a16="http://schemas.microsoft.com/office/drawing/2014/main" id="{CFEF2308-A339-33B0-202D-4B77E42340B0}"/>
              </a:ext>
            </a:extLst>
          </p:cNvPr>
          <p:cNvCxnSpPr>
            <a:cxnSpLocks/>
            <a:stCxn id="12" idx="3"/>
            <a:endCxn id="50" idx="3"/>
          </p:cNvCxnSpPr>
          <p:nvPr/>
        </p:nvCxnSpPr>
        <p:spPr>
          <a:xfrm flipV="1">
            <a:off x="5226655" y="2577859"/>
            <a:ext cx="712486" cy="1574429"/>
          </a:xfrm>
          <a:prstGeom prst="straightConnector1">
            <a:avLst/>
          </a:prstGeom>
          <a:ln w="28575">
            <a:solidFill>
              <a:schemeClr val="bg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2542626" name="Straight Arrow Connector 2542625">
            <a:extLst>
              <a:ext uri="{FF2B5EF4-FFF2-40B4-BE49-F238E27FC236}">
                <a16:creationId xmlns:a16="http://schemas.microsoft.com/office/drawing/2014/main" id="{78A2A741-D20E-8997-991F-1BAA92110B7C}"/>
              </a:ext>
            </a:extLst>
          </p:cNvPr>
          <p:cNvCxnSpPr>
            <a:cxnSpLocks/>
            <a:stCxn id="10" idx="3"/>
            <a:endCxn id="2543032" idx="3"/>
          </p:cNvCxnSpPr>
          <p:nvPr/>
        </p:nvCxnSpPr>
        <p:spPr>
          <a:xfrm>
            <a:off x="5271903" y="2875928"/>
            <a:ext cx="679516" cy="748624"/>
          </a:xfrm>
          <a:prstGeom prst="straightConnector1">
            <a:avLst/>
          </a:prstGeom>
          <a:ln w="28575">
            <a:solidFill>
              <a:schemeClr val="bg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2542627" name="Straight Arrow Connector 2542626">
            <a:extLst>
              <a:ext uri="{FF2B5EF4-FFF2-40B4-BE49-F238E27FC236}">
                <a16:creationId xmlns:a16="http://schemas.microsoft.com/office/drawing/2014/main" id="{EFA8F773-7DE1-8AB5-319C-61CC8D81DDF1}"/>
              </a:ext>
            </a:extLst>
          </p:cNvPr>
          <p:cNvCxnSpPr>
            <a:cxnSpLocks/>
            <a:stCxn id="11" idx="3"/>
            <a:endCxn id="2543032" idx="3"/>
          </p:cNvCxnSpPr>
          <p:nvPr/>
        </p:nvCxnSpPr>
        <p:spPr>
          <a:xfrm>
            <a:off x="5252851" y="3385518"/>
            <a:ext cx="698568" cy="239034"/>
          </a:xfrm>
          <a:prstGeom prst="straightConnector1">
            <a:avLst/>
          </a:prstGeom>
          <a:ln w="28575">
            <a:solidFill>
              <a:schemeClr val="bg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2542628" name="Straight Arrow Connector 2542627">
            <a:extLst>
              <a:ext uri="{FF2B5EF4-FFF2-40B4-BE49-F238E27FC236}">
                <a16:creationId xmlns:a16="http://schemas.microsoft.com/office/drawing/2014/main" id="{05AE8AE2-9763-9544-3800-5020BCBE6B84}"/>
              </a:ext>
            </a:extLst>
          </p:cNvPr>
          <p:cNvCxnSpPr>
            <a:cxnSpLocks/>
            <a:stCxn id="12" idx="3"/>
            <a:endCxn id="2543032" idx="3"/>
          </p:cNvCxnSpPr>
          <p:nvPr/>
        </p:nvCxnSpPr>
        <p:spPr>
          <a:xfrm flipV="1">
            <a:off x="5226655" y="3624552"/>
            <a:ext cx="724764" cy="527736"/>
          </a:xfrm>
          <a:prstGeom prst="straightConnector1">
            <a:avLst/>
          </a:prstGeom>
          <a:ln w="28575">
            <a:solidFill>
              <a:schemeClr val="bg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2542629" name="Straight Arrow Connector 2542628">
            <a:extLst>
              <a:ext uri="{FF2B5EF4-FFF2-40B4-BE49-F238E27FC236}">
                <a16:creationId xmlns:a16="http://schemas.microsoft.com/office/drawing/2014/main" id="{B3B3C5E7-2759-24EC-1709-E6484878AD45}"/>
              </a:ext>
            </a:extLst>
          </p:cNvPr>
          <p:cNvCxnSpPr>
            <a:cxnSpLocks/>
            <a:stCxn id="12" idx="3"/>
            <a:endCxn id="2542622" idx="3"/>
          </p:cNvCxnSpPr>
          <p:nvPr/>
        </p:nvCxnSpPr>
        <p:spPr>
          <a:xfrm flipV="1">
            <a:off x="5226655" y="4105568"/>
            <a:ext cx="727143" cy="46720"/>
          </a:xfrm>
          <a:prstGeom prst="straightConnector1">
            <a:avLst/>
          </a:prstGeom>
          <a:ln w="28575">
            <a:solidFill>
              <a:schemeClr val="bg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2542630" name="Straight Arrow Connector 2542629">
            <a:extLst>
              <a:ext uri="{FF2B5EF4-FFF2-40B4-BE49-F238E27FC236}">
                <a16:creationId xmlns:a16="http://schemas.microsoft.com/office/drawing/2014/main" id="{7ACDC1A6-B3E5-EE62-65E6-82A1AF6902F4}"/>
              </a:ext>
            </a:extLst>
          </p:cNvPr>
          <p:cNvCxnSpPr>
            <a:cxnSpLocks/>
            <a:stCxn id="13" idx="3"/>
            <a:endCxn id="2542622" idx="3"/>
          </p:cNvCxnSpPr>
          <p:nvPr/>
        </p:nvCxnSpPr>
        <p:spPr>
          <a:xfrm flipV="1">
            <a:off x="5207600" y="4105568"/>
            <a:ext cx="746198" cy="792054"/>
          </a:xfrm>
          <a:prstGeom prst="straightConnector1">
            <a:avLst/>
          </a:prstGeom>
          <a:ln w="28575">
            <a:solidFill>
              <a:schemeClr val="bg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2542631" name="Straight Arrow Connector 2542630">
            <a:extLst>
              <a:ext uri="{FF2B5EF4-FFF2-40B4-BE49-F238E27FC236}">
                <a16:creationId xmlns:a16="http://schemas.microsoft.com/office/drawing/2014/main" id="{23FA9AB7-67B7-75C6-BCE5-F40278B7AED6}"/>
              </a:ext>
            </a:extLst>
          </p:cNvPr>
          <p:cNvCxnSpPr>
            <a:cxnSpLocks/>
            <a:stCxn id="13" idx="3"/>
            <a:endCxn id="2543032" idx="3"/>
          </p:cNvCxnSpPr>
          <p:nvPr/>
        </p:nvCxnSpPr>
        <p:spPr>
          <a:xfrm flipV="1">
            <a:off x="5207600" y="3624552"/>
            <a:ext cx="743819" cy="1273070"/>
          </a:xfrm>
          <a:prstGeom prst="straightConnector1">
            <a:avLst/>
          </a:prstGeom>
          <a:ln w="28575">
            <a:solidFill>
              <a:schemeClr val="bg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2542632" name="TextBox 2542631">
            <a:extLst>
              <a:ext uri="{FF2B5EF4-FFF2-40B4-BE49-F238E27FC236}">
                <a16:creationId xmlns:a16="http://schemas.microsoft.com/office/drawing/2014/main" id="{F4FF5091-F24D-2059-C104-EBB765C6535D}"/>
              </a:ext>
            </a:extLst>
          </p:cNvPr>
          <p:cNvSpPr txBox="1"/>
          <p:nvPr/>
        </p:nvSpPr>
        <p:spPr>
          <a:xfrm>
            <a:off x="5190020" y="1684313"/>
            <a:ext cx="941925" cy="369332"/>
          </a:xfrm>
          <a:prstGeom prst="rect">
            <a:avLst/>
          </a:prstGeom>
          <a:noFill/>
        </p:spPr>
        <p:txBody>
          <a:bodyPr wrap="none" rtlCol="0">
            <a:spAutoFit/>
          </a:bodyPr>
          <a:lstStyle/>
          <a:p>
            <a:r>
              <a:rPr lang="en-US" dirty="0">
                <a:solidFill>
                  <a:schemeClr val="bg1"/>
                </a:solidFill>
              </a:rPr>
              <a:t>Tuesday</a:t>
            </a:r>
          </a:p>
        </p:txBody>
      </p:sp>
      <p:pic>
        <p:nvPicPr>
          <p:cNvPr id="2542633" name="Picture 2542632">
            <a:extLst>
              <a:ext uri="{FF2B5EF4-FFF2-40B4-BE49-F238E27FC236}">
                <a16:creationId xmlns:a16="http://schemas.microsoft.com/office/drawing/2014/main" id="{BE471D1C-4E3E-355B-0D96-B8F8E9632B39}"/>
              </a:ext>
            </a:extLst>
          </p:cNvPr>
          <p:cNvPicPr>
            <a:picLocks noChangeAspect="1"/>
          </p:cNvPicPr>
          <p:nvPr/>
        </p:nvPicPr>
        <p:blipFill>
          <a:blip r:embed="rId5">
            <a:biLevel thresh="25000"/>
            <a:extLst>
              <a:ext uri="{BEBA8EAE-BF5A-486C-A8C5-ECC9F3942E4B}">
                <a14:imgProps xmlns:a14="http://schemas.microsoft.com/office/drawing/2010/main">
                  <a14:imgLayer r:embed="rId6">
                    <a14:imgEffect>
                      <a14:backgroundRemoval t="5238" b="90000" l="6215" r="95198">
                        <a14:foregroundMark x1="66667" y1="6190" x2="66667" y2="6190"/>
                        <a14:foregroundMark x1="12429" y1="56667" x2="12429" y2="56667"/>
                        <a14:foregroundMark x1="16949" y1="59524" x2="16949" y2="59524"/>
                        <a14:foregroundMark x1="17232" y1="55238" x2="17232" y2="55238"/>
                        <a14:foregroundMark x1="14972" y1="65238" x2="14972" y2="65238"/>
                        <a14:foregroundMark x1="95198" y1="73810" x2="95198" y2="73810"/>
                        <a14:foregroundMark x1="18362" y1="82857" x2="18362" y2="82857"/>
                        <a14:foregroundMark x1="6215" y1="77143" x2="6215" y2="77143"/>
                      </a14:backgroundRemoval>
                    </a14:imgEffect>
                  </a14:imgLayer>
                </a14:imgProps>
              </a:ext>
            </a:extLst>
          </a:blip>
          <a:stretch>
            <a:fillRect/>
          </a:stretch>
        </p:blipFill>
        <p:spPr>
          <a:xfrm>
            <a:off x="2778478" y="2494105"/>
            <a:ext cx="412202" cy="244527"/>
          </a:xfrm>
          <a:prstGeom prst="rect">
            <a:avLst/>
          </a:prstGeom>
        </p:spPr>
      </p:pic>
      <p:pic>
        <p:nvPicPr>
          <p:cNvPr id="2542634" name="Picture 2542633">
            <a:extLst>
              <a:ext uri="{FF2B5EF4-FFF2-40B4-BE49-F238E27FC236}">
                <a16:creationId xmlns:a16="http://schemas.microsoft.com/office/drawing/2014/main" id="{C43C25EB-61F8-BBD0-00A8-DAFBF4F28F10}"/>
              </a:ext>
            </a:extLst>
          </p:cNvPr>
          <p:cNvPicPr>
            <a:picLocks noChangeAspect="1"/>
          </p:cNvPicPr>
          <p:nvPr/>
        </p:nvPicPr>
        <p:blipFill>
          <a:blip r:embed="rId5">
            <a:biLevel thresh="25000"/>
            <a:extLst>
              <a:ext uri="{BEBA8EAE-BF5A-486C-A8C5-ECC9F3942E4B}">
                <a14:imgProps xmlns:a14="http://schemas.microsoft.com/office/drawing/2010/main">
                  <a14:imgLayer r:embed="rId6">
                    <a14:imgEffect>
                      <a14:backgroundRemoval t="5238" b="90000" l="6215" r="95198">
                        <a14:foregroundMark x1="66667" y1="6190" x2="66667" y2="6190"/>
                        <a14:foregroundMark x1="12429" y1="56667" x2="12429" y2="56667"/>
                        <a14:foregroundMark x1="16949" y1="59524" x2="16949" y2="59524"/>
                        <a14:foregroundMark x1="17232" y1="55238" x2="17232" y2="55238"/>
                        <a14:foregroundMark x1="14972" y1="65238" x2="14972" y2="65238"/>
                        <a14:foregroundMark x1="95198" y1="73810" x2="95198" y2="73810"/>
                        <a14:foregroundMark x1="18362" y1="82857" x2="18362" y2="82857"/>
                        <a14:foregroundMark x1="6215" y1="77143" x2="6215" y2="77143"/>
                      </a14:backgroundRemoval>
                    </a14:imgEffect>
                  </a14:imgLayer>
                </a14:imgProps>
              </a:ext>
            </a:extLst>
          </a:blip>
          <a:stretch>
            <a:fillRect/>
          </a:stretch>
        </p:blipFill>
        <p:spPr>
          <a:xfrm>
            <a:off x="2759426" y="3253729"/>
            <a:ext cx="412202" cy="244527"/>
          </a:xfrm>
          <a:prstGeom prst="rect">
            <a:avLst/>
          </a:prstGeom>
        </p:spPr>
      </p:pic>
      <p:pic>
        <p:nvPicPr>
          <p:cNvPr id="2542635" name="Picture 2542634">
            <a:extLst>
              <a:ext uri="{FF2B5EF4-FFF2-40B4-BE49-F238E27FC236}">
                <a16:creationId xmlns:a16="http://schemas.microsoft.com/office/drawing/2014/main" id="{CA26991F-81C8-CC83-88B8-8AE69C43D3B6}"/>
              </a:ext>
            </a:extLst>
          </p:cNvPr>
          <p:cNvPicPr>
            <a:picLocks noChangeAspect="1"/>
          </p:cNvPicPr>
          <p:nvPr/>
        </p:nvPicPr>
        <p:blipFill>
          <a:blip r:embed="rId5">
            <a:biLevel thresh="25000"/>
            <a:extLst>
              <a:ext uri="{BEBA8EAE-BF5A-486C-A8C5-ECC9F3942E4B}">
                <a14:imgProps xmlns:a14="http://schemas.microsoft.com/office/drawing/2010/main">
                  <a14:imgLayer r:embed="rId6">
                    <a14:imgEffect>
                      <a14:backgroundRemoval t="5238" b="90000" l="6215" r="95198">
                        <a14:foregroundMark x1="66667" y1="6190" x2="66667" y2="6190"/>
                        <a14:foregroundMark x1="12429" y1="56667" x2="12429" y2="56667"/>
                        <a14:foregroundMark x1="16949" y1="59524" x2="16949" y2="59524"/>
                        <a14:foregroundMark x1="17232" y1="55238" x2="17232" y2="55238"/>
                        <a14:foregroundMark x1="14972" y1="65238" x2="14972" y2="65238"/>
                        <a14:foregroundMark x1="95198" y1="73810" x2="95198" y2="73810"/>
                        <a14:foregroundMark x1="18362" y1="82857" x2="18362" y2="82857"/>
                        <a14:foregroundMark x1="6215" y1="77143" x2="6215" y2="77143"/>
                      </a14:backgroundRemoval>
                    </a14:imgEffect>
                  </a14:imgLayer>
                </a14:imgProps>
              </a:ext>
            </a:extLst>
          </a:blip>
          <a:stretch>
            <a:fillRect/>
          </a:stretch>
        </p:blipFill>
        <p:spPr>
          <a:xfrm>
            <a:off x="2733230" y="3877621"/>
            <a:ext cx="412202" cy="244527"/>
          </a:xfrm>
          <a:prstGeom prst="rect">
            <a:avLst/>
          </a:prstGeom>
        </p:spPr>
      </p:pic>
      <p:pic>
        <p:nvPicPr>
          <p:cNvPr id="2542636" name="Picture 2542635">
            <a:extLst>
              <a:ext uri="{FF2B5EF4-FFF2-40B4-BE49-F238E27FC236}">
                <a16:creationId xmlns:a16="http://schemas.microsoft.com/office/drawing/2014/main" id="{6598C23D-2C40-CE20-9B2C-0180E5C777D9}"/>
              </a:ext>
            </a:extLst>
          </p:cNvPr>
          <p:cNvPicPr>
            <a:picLocks noChangeAspect="1"/>
          </p:cNvPicPr>
          <p:nvPr/>
        </p:nvPicPr>
        <p:blipFill>
          <a:blip r:embed="rId5">
            <a:biLevel thresh="25000"/>
            <a:extLst>
              <a:ext uri="{BEBA8EAE-BF5A-486C-A8C5-ECC9F3942E4B}">
                <a14:imgProps xmlns:a14="http://schemas.microsoft.com/office/drawing/2010/main">
                  <a14:imgLayer r:embed="rId6">
                    <a14:imgEffect>
                      <a14:backgroundRemoval t="5238" b="90000" l="6215" r="95198">
                        <a14:foregroundMark x1="66667" y1="6190" x2="66667" y2="6190"/>
                        <a14:foregroundMark x1="12429" y1="56667" x2="12429" y2="56667"/>
                        <a14:foregroundMark x1="16949" y1="59524" x2="16949" y2="59524"/>
                        <a14:foregroundMark x1="17232" y1="55238" x2="17232" y2="55238"/>
                        <a14:foregroundMark x1="14972" y1="65238" x2="14972" y2="65238"/>
                        <a14:foregroundMark x1="95198" y1="73810" x2="95198" y2="73810"/>
                        <a14:foregroundMark x1="18362" y1="82857" x2="18362" y2="82857"/>
                        <a14:foregroundMark x1="6215" y1="77143" x2="6215" y2="77143"/>
                      </a14:backgroundRemoval>
                    </a14:imgEffect>
                  </a14:imgLayer>
                </a14:imgProps>
              </a:ext>
            </a:extLst>
          </a:blip>
          <a:stretch>
            <a:fillRect/>
          </a:stretch>
        </p:blipFill>
        <p:spPr>
          <a:xfrm>
            <a:off x="2714175" y="4787270"/>
            <a:ext cx="412202" cy="244527"/>
          </a:xfrm>
          <a:prstGeom prst="rect">
            <a:avLst/>
          </a:prstGeom>
        </p:spPr>
      </p:pic>
      <p:grpSp>
        <p:nvGrpSpPr>
          <p:cNvPr id="2542637" name="Group 4">
            <a:extLst>
              <a:ext uri="{FF2B5EF4-FFF2-40B4-BE49-F238E27FC236}">
                <a16:creationId xmlns:a16="http://schemas.microsoft.com/office/drawing/2014/main" id="{74A50510-7BA3-4CBE-EBB8-E4990F5286C3}"/>
              </a:ext>
            </a:extLst>
          </p:cNvPr>
          <p:cNvGrpSpPr>
            <a:grpSpLocks/>
          </p:cNvGrpSpPr>
          <p:nvPr/>
        </p:nvGrpSpPr>
        <p:grpSpPr bwMode="auto">
          <a:xfrm>
            <a:off x="3874963" y="2835144"/>
            <a:ext cx="448469" cy="205096"/>
            <a:chOff x="2256" y="2352"/>
            <a:chExt cx="933" cy="365"/>
          </a:xfrm>
        </p:grpSpPr>
        <p:grpSp>
          <p:nvGrpSpPr>
            <p:cNvPr id="2542638" name="Group 5">
              <a:extLst>
                <a:ext uri="{FF2B5EF4-FFF2-40B4-BE49-F238E27FC236}">
                  <a16:creationId xmlns:a16="http://schemas.microsoft.com/office/drawing/2014/main" id="{9E610FD7-7BFA-1C48-E536-D7B29A7E4B0E}"/>
                </a:ext>
              </a:extLst>
            </p:cNvPr>
            <p:cNvGrpSpPr>
              <a:grpSpLocks/>
            </p:cNvGrpSpPr>
            <p:nvPr/>
          </p:nvGrpSpPr>
          <p:grpSpPr bwMode="auto">
            <a:xfrm flipH="1">
              <a:off x="2256" y="2352"/>
              <a:ext cx="933" cy="249"/>
              <a:chOff x="693" y="2029"/>
              <a:chExt cx="836" cy="228"/>
            </a:xfrm>
          </p:grpSpPr>
          <p:sp>
            <p:nvSpPr>
              <p:cNvPr id="2543049" name="Rectangle 6">
                <a:extLst>
                  <a:ext uri="{FF2B5EF4-FFF2-40B4-BE49-F238E27FC236}">
                    <a16:creationId xmlns:a16="http://schemas.microsoft.com/office/drawing/2014/main" id="{01B015AC-23B4-B76D-9712-B414CE6073B6}"/>
                  </a:ext>
                </a:extLst>
              </p:cNvPr>
              <p:cNvSpPr>
                <a:spLocks noChangeArrowheads="1"/>
              </p:cNvSpPr>
              <p:nvPr/>
            </p:nvSpPr>
            <p:spPr bwMode="auto">
              <a:xfrm>
                <a:off x="693" y="2029"/>
                <a:ext cx="836" cy="228"/>
              </a:xfrm>
              <a:prstGeom prst="rect">
                <a:avLst/>
              </a:prstGeom>
              <a:gradFill rotWithShape="0">
                <a:gsLst>
                  <a:gs pos="0">
                    <a:srgbClr val="037C03"/>
                  </a:gs>
                  <a:gs pos="50000">
                    <a:srgbClr val="037C03">
                      <a:gamma/>
                      <a:shade val="6275"/>
                      <a:invGamma/>
                    </a:srgbClr>
                  </a:gs>
                  <a:gs pos="100000">
                    <a:srgbClr val="037C03"/>
                  </a:gs>
                </a:gsLst>
                <a:lin ang="5400000" scaled="1"/>
              </a:gradFill>
              <a:ln w="3175">
                <a:solidFill>
                  <a:srgbClr val="000000"/>
                </a:solidFill>
                <a:miter lim="800000"/>
                <a:headEnd/>
                <a:tailEnd/>
              </a:ln>
            </p:spPr>
            <p:txBody>
              <a:bodyPr/>
              <a:lstStyle/>
              <a:p>
                <a:endParaRPr lang="en-US"/>
              </a:p>
            </p:txBody>
          </p:sp>
          <p:sp>
            <p:nvSpPr>
              <p:cNvPr id="2543050" name="Rectangle 7">
                <a:extLst>
                  <a:ext uri="{FF2B5EF4-FFF2-40B4-BE49-F238E27FC236}">
                    <a16:creationId xmlns:a16="http://schemas.microsoft.com/office/drawing/2014/main" id="{4E11D4FE-0678-AA7D-98EA-4EE66E85C6DC}"/>
                  </a:ext>
                </a:extLst>
              </p:cNvPr>
              <p:cNvSpPr>
                <a:spLocks noChangeArrowheads="1"/>
              </p:cNvSpPr>
              <p:nvPr/>
            </p:nvSpPr>
            <p:spPr bwMode="auto">
              <a:xfrm>
                <a:off x="693" y="2037"/>
                <a:ext cx="836" cy="213"/>
              </a:xfrm>
              <a:prstGeom prst="rect">
                <a:avLst/>
              </a:prstGeom>
              <a:solidFill>
                <a:srgbClr val="C5D3ED"/>
              </a:solidFill>
              <a:ln w="3175">
                <a:solidFill>
                  <a:srgbClr val="000000"/>
                </a:solidFill>
                <a:miter lim="800000"/>
                <a:headEnd/>
                <a:tailEnd/>
              </a:ln>
            </p:spPr>
            <p:txBody>
              <a:bodyPr/>
              <a:lstStyle/>
              <a:p>
                <a:endParaRPr lang="en-US" dirty="0"/>
              </a:p>
            </p:txBody>
          </p:sp>
        </p:grpSp>
        <p:grpSp>
          <p:nvGrpSpPr>
            <p:cNvPr id="2542639" name="Group 8">
              <a:extLst>
                <a:ext uri="{FF2B5EF4-FFF2-40B4-BE49-F238E27FC236}">
                  <a16:creationId xmlns:a16="http://schemas.microsoft.com/office/drawing/2014/main" id="{7F36DE74-F2AC-96DF-4753-CF69201370DE}"/>
                </a:ext>
              </a:extLst>
            </p:cNvPr>
            <p:cNvGrpSpPr>
              <a:grpSpLocks/>
            </p:cNvGrpSpPr>
            <p:nvPr/>
          </p:nvGrpSpPr>
          <p:grpSpPr bwMode="auto">
            <a:xfrm flipH="1">
              <a:off x="2413" y="2614"/>
              <a:ext cx="624" cy="103"/>
              <a:chOff x="926" y="2258"/>
              <a:chExt cx="559" cy="94"/>
            </a:xfrm>
          </p:grpSpPr>
          <p:grpSp>
            <p:nvGrpSpPr>
              <p:cNvPr id="2542640" name="Group 9">
                <a:extLst>
                  <a:ext uri="{FF2B5EF4-FFF2-40B4-BE49-F238E27FC236}">
                    <a16:creationId xmlns:a16="http://schemas.microsoft.com/office/drawing/2014/main" id="{375C7302-B226-3ED2-1BD1-C01BF0008587}"/>
                  </a:ext>
                </a:extLst>
              </p:cNvPr>
              <p:cNvGrpSpPr>
                <a:grpSpLocks/>
              </p:cNvGrpSpPr>
              <p:nvPr/>
            </p:nvGrpSpPr>
            <p:grpSpPr bwMode="auto">
              <a:xfrm>
                <a:off x="926" y="2258"/>
                <a:ext cx="559" cy="81"/>
                <a:chOff x="926" y="2258"/>
                <a:chExt cx="559" cy="81"/>
              </a:xfrm>
            </p:grpSpPr>
            <p:grpSp>
              <p:nvGrpSpPr>
                <p:cNvPr id="2542656" name="Group 10">
                  <a:extLst>
                    <a:ext uri="{FF2B5EF4-FFF2-40B4-BE49-F238E27FC236}">
                      <a16:creationId xmlns:a16="http://schemas.microsoft.com/office/drawing/2014/main" id="{7C28BD91-0A0A-2DD2-22DA-454BE52566DC}"/>
                    </a:ext>
                  </a:extLst>
                </p:cNvPr>
                <p:cNvGrpSpPr>
                  <a:grpSpLocks/>
                </p:cNvGrpSpPr>
                <p:nvPr/>
              </p:nvGrpSpPr>
              <p:grpSpPr bwMode="auto">
                <a:xfrm>
                  <a:off x="926" y="2258"/>
                  <a:ext cx="67" cy="62"/>
                  <a:chOff x="926" y="2258"/>
                  <a:chExt cx="67" cy="62"/>
                </a:xfrm>
              </p:grpSpPr>
              <p:sp>
                <p:nvSpPr>
                  <p:cNvPr id="2543046" name="Freeform 11">
                    <a:extLst>
                      <a:ext uri="{FF2B5EF4-FFF2-40B4-BE49-F238E27FC236}">
                        <a16:creationId xmlns:a16="http://schemas.microsoft.com/office/drawing/2014/main" id="{22FCAB39-A4B2-2D47-ACB8-7876E8476BB0}"/>
                      </a:ext>
                    </a:extLst>
                  </p:cNvPr>
                  <p:cNvSpPr>
                    <a:spLocks/>
                  </p:cNvSpPr>
                  <p:nvPr/>
                </p:nvSpPr>
                <p:spPr bwMode="auto">
                  <a:xfrm>
                    <a:off x="926" y="2258"/>
                    <a:ext cx="67" cy="10"/>
                  </a:xfrm>
                  <a:custGeom>
                    <a:avLst/>
                    <a:gdLst>
                      <a:gd name="T0" fmla="*/ 0 w 67"/>
                      <a:gd name="T1" fmla="*/ 0 h 10"/>
                      <a:gd name="T2" fmla="*/ 67 w 67"/>
                      <a:gd name="T3" fmla="*/ 0 h 10"/>
                      <a:gd name="T4" fmla="*/ 59 w 67"/>
                      <a:gd name="T5" fmla="*/ 10 h 10"/>
                      <a:gd name="T6" fmla="*/ 7 w 67"/>
                      <a:gd name="T7" fmla="*/ 10 h 10"/>
                      <a:gd name="T8" fmla="*/ 0 w 67"/>
                      <a:gd name="T9" fmla="*/ 0 h 10"/>
                    </a:gdLst>
                    <a:ahLst/>
                    <a:cxnLst>
                      <a:cxn ang="0">
                        <a:pos x="T0" y="T1"/>
                      </a:cxn>
                      <a:cxn ang="0">
                        <a:pos x="T2" y="T3"/>
                      </a:cxn>
                      <a:cxn ang="0">
                        <a:pos x="T4" y="T5"/>
                      </a:cxn>
                      <a:cxn ang="0">
                        <a:pos x="T6" y="T7"/>
                      </a:cxn>
                      <a:cxn ang="0">
                        <a:pos x="T8" y="T9"/>
                      </a:cxn>
                    </a:cxnLst>
                    <a:rect l="0" t="0" r="r" b="b"/>
                    <a:pathLst>
                      <a:path w="67" h="10">
                        <a:moveTo>
                          <a:pt x="0" y="0"/>
                        </a:moveTo>
                        <a:lnTo>
                          <a:pt x="67" y="0"/>
                        </a:lnTo>
                        <a:lnTo>
                          <a:pt x="59" y="10"/>
                        </a:lnTo>
                        <a:lnTo>
                          <a:pt x="7" y="10"/>
                        </a:lnTo>
                        <a:lnTo>
                          <a:pt x="0" y="0"/>
                        </a:lnTo>
                        <a:close/>
                      </a:path>
                    </a:pathLst>
                  </a:custGeom>
                  <a:solidFill>
                    <a:srgbClr val="606060"/>
                  </a:solidFill>
                  <a:ln w="3175">
                    <a:solidFill>
                      <a:srgbClr val="404040"/>
                    </a:solidFill>
                    <a:prstDash val="solid"/>
                    <a:round/>
                    <a:headEnd/>
                    <a:tailEnd/>
                  </a:ln>
                </p:spPr>
                <p:txBody>
                  <a:bodyPr/>
                  <a:lstStyle/>
                  <a:p>
                    <a:endParaRPr lang="en-US"/>
                  </a:p>
                </p:txBody>
              </p:sp>
              <p:sp>
                <p:nvSpPr>
                  <p:cNvPr id="2543047" name="Freeform 12">
                    <a:extLst>
                      <a:ext uri="{FF2B5EF4-FFF2-40B4-BE49-F238E27FC236}">
                        <a16:creationId xmlns:a16="http://schemas.microsoft.com/office/drawing/2014/main" id="{A6B7AA4B-8168-AF6D-AA47-A4F931D14768}"/>
                      </a:ext>
                    </a:extLst>
                  </p:cNvPr>
                  <p:cNvSpPr>
                    <a:spLocks/>
                  </p:cNvSpPr>
                  <p:nvPr/>
                </p:nvSpPr>
                <p:spPr bwMode="auto">
                  <a:xfrm>
                    <a:off x="941" y="2268"/>
                    <a:ext cx="34" cy="4"/>
                  </a:xfrm>
                  <a:custGeom>
                    <a:avLst/>
                    <a:gdLst>
                      <a:gd name="T0" fmla="*/ 0 w 34"/>
                      <a:gd name="T1" fmla="*/ 0 h 4"/>
                      <a:gd name="T2" fmla="*/ 34 w 34"/>
                      <a:gd name="T3" fmla="*/ 0 h 4"/>
                      <a:gd name="T4" fmla="*/ 30 w 34"/>
                      <a:gd name="T5" fmla="*/ 4 h 4"/>
                      <a:gd name="T6" fmla="*/ 4 w 34"/>
                      <a:gd name="T7" fmla="*/ 4 h 4"/>
                      <a:gd name="T8" fmla="*/ 0 w 34"/>
                      <a:gd name="T9" fmla="*/ 0 h 4"/>
                    </a:gdLst>
                    <a:ahLst/>
                    <a:cxnLst>
                      <a:cxn ang="0">
                        <a:pos x="T0" y="T1"/>
                      </a:cxn>
                      <a:cxn ang="0">
                        <a:pos x="T2" y="T3"/>
                      </a:cxn>
                      <a:cxn ang="0">
                        <a:pos x="T4" y="T5"/>
                      </a:cxn>
                      <a:cxn ang="0">
                        <a:pos x="T6" y="T7"/>
                      </a:cxn>
                      <a:cxn ang="0">
                        <a:pos x="T8" y="T9"/>
                      </a:cxn>
                    </a:cxnLst>
                    <a:rect l="0" t="0" r="r" b="b"/>
                    <a:pathLst>
                      <a:path w="34" h="4">
                        <a:moveTo>
                          <a:pt x="0" y="0"/>
                        </a:moveTo>
                        <a:lnTo>
                          <a:pt x="34" y="0"/>
                        </a:lnTo>
                        <a:lnTo>
                          <a:pt x="30" y="4"/>
                        </a:lnTo>
                        <a:lnTo>
                          <a:pt x="4" y="4"/>
                        </a:lnTo>
                        <a:lnTo>
                          <a:pt x="0" y="0"/>
                        </a:lnTo>
                        <a:close/>
                      </a:path>
                    </a:pathLst>
                  </a:custGeom>
                  <a:solidFill>
                    <a:srgbClr val="606060"/>
                  </a:solidFill>
                  <a:ln w="3175">
                    <a:solidFill>
                      <a:srgbClr val="404040"/>
                    </a:solidFill>
                    <a:prstDash val="solid"/>
                    <a:round/>
                    <a:headEnd/>
                    <a:tailEnd/>
                  </a:ln>
                </p:spPr>
                <p:txBody>
                  <a:bodyPr/>
                  <a:lstStyle/>
                  <a:p>
                    <a:endParaRPr lang="en-US"/>
                  </a:p>
                </p:txBody>
              </p:sp>
              <p:sp>
                <p:nvSpPr>
                  <p:cNvPr id="2543048" name="Rectangle 13">
                    <a:extLst>
                      <a:ext uri="{FF2B5EF4-FFF2-40B4-BE49-F238E27FC236}">
                        <a16:creationId xmlns:a16="http://schemas.microsoft.com/office/drawing/2014/main" id="{652753BC-F694-81E3-DBB7-530588A001B2}"/>
                      </a:ext>
                    </a:extLst>
                  </p:cNvPr>
                  <p:cNvSpPr>
                    <a:spLocks noChangeArrowheads="1"/>
                  </p:cNvSpPr>
                  <p:nvPr/>
                </p:nvSpPr>
                <p:spPr bwMode="auto">
                  <a:xfrm>
                    <a:off x="956" y="2273"/>
                    <a:ext cx="6" cy="47"/>
                  </a:xfrm>
                  <a:prstGeom prst="rect">
                    <a:avLst/>
                  </a:prstGeom>
                  <a:solidFill>
                    <a:srgbClr val="606060"/>
                  </a:solidFill>
                  <a:ln w="3175">
                    <a:solidFill>
                      <a:srgbClr val="404040"/>
                    </a:solidFill>
                    <a:miter lim="800000"/>
                    <a:headEnd/>
                    <a:tailEnd/>
                  </a:ln>
                </p:spPr>
                <p:txBody>
                  <a:bodyPr/>
                  <a:lstStyle/>
                  <a:p>
                    <a:endParaRPr lang="en-US"/>
                  </a:p>
                </p:txBody>
              </p:sp>
            </p:grpSp>
            <p:grpSp>
              <p:nvGrpSpPr>
                <p:cNvPr id="2542659" name="Group 14">
                  <a:extLst>
                    <a:ext uri="{FF2B5EF4-FFF2-40B4-BE49-F238E27FC236}">
                      <a16:creationId xmlns:a16="http://schemas.microsoft.com/office/drawing/2014/main" id="{EBF9BD61-3696-BC20-0DC9-1E4ED8758F90}"/>
                    </a:ext>
                  </a:extLst>
                </p:cNvPr>
                <p:cNvGrpSpPr>
                  <a:grpSpLocks/>
                </p:cNvGrpSpPr>
                <p:nvPr/>
              </p:nvGrpSpPr>
              <p:grpSpPr bwMode="auto">
                <a:xfrm>
                  <a:off x="1264" y="2258"/>
                  <a:ext cx="107" cy="81"/>
                  <a:chOff x="1264" y="2258"/>
                  <a:chExt cx="107" cy="81"/>
                </a:xfrm>
              </p:grpSpPr>
              <p:sp>
                <p:nvSpPr>
                  <p:cNvPr id="2543041" name="Freeform 15">
                    <a:extLst>
                      <a:ext uri="{FF2B5EF4-FFF2-40B4-BE49-F238E27FC236}">
                        <a16:creationId xmlns:a16="http://schemas.microsoft.com/office/drawing/2014/main" id="{C7118F28-4FB2-2C6E-FC0A-08B79E1F28E7}"/>
                      </a:ext>
                    </a:extLst>
                  </p:cNvPr>
                  <p:cNvSpPr>
                    <a:spLocks/>
                  </p:cNvSpPr>
                  <p:nvPr/>
                </p:nvSpPr>
                <p:spPr bwMode="auto">
                  <a:xfrm>
                    <a:off x="1264" y="2260"/>
                    <a:ext cx="106" cy="16"/>
                  </a:xfrm>
                  <a:custGeom>
                    <a:avLst/>
                    <a:gdLst>
                      <a:gd name="T0" fmla="*/ 0 w 106"/>
                      <a:gd name="T1" fmla="*/ 0 h 16"/>
                      <a:gd name="T2" fmla="*/ 106 w 106"/>
                      <a:gd name="T3" fmla="*/ 0 h 16"/>
                      <a:gd name="T4" fmla="*/ 106 w 106"/>
                      <a:gd name="T5" fmla="*/ 16 h 16"/>
                      <a:gd name="T6" fmla="*/ 8 w 106"/>
                      <a:gd name="T7" fmla="*/ 16 h 16"/>
                      <a:gd name="T8" fmla="*/ 0 w 106"/>
                      <a:gd name="T9" fmla="*/ 0 h 16"/>
                    </a:gdLst>
                    <a:ahLst/>
                    <a:cxnLst>
                      <a:cxn ang="0">
                        <a:pos x="T0" y="T1"/>
                      </a:cxn>
                      <a:cxn ang="0">
                        <a:pos x="T2" y="T3"/>
                      </a:cxn>
                      <a:cxn ang="0">
                        <a:pos x="T4" y="T5"/>
                      </a:cxn>
                      <a:cxn ang="0">
                        <a:pos x="T6" y="T7"/>
                      </a:cxn>
                      <a:cxn ang="0">
                        <a:pos x="T8" y="T9"/>
                      </a:cxn>
                    </a:cxnLst>
                    <a:rect l="0" t="0" r="r" b="b"/>
                    <a:pathLst>
                      <a:path w="106" h="16">
                        <a:moveTo>
                          <a:pt x="0" y="0"/>
                        </a:moveTo>
                        <a:lnTo>
                          <a:pt x="106" y="0"/>
                        </a:lnTo>
                        <a:lnTo>
                          <a:pt x="106" y="16"/>
                        </a:lnTo>
                        <a:lnTo>
                          <a:pt x="8" y="16"/>
                        </a:lnTo>
                        <a:lnTo>
                          <a:pt x="0" y="0"/>
                        </a:lnTo>
                        <a:close/>
                      </a:path>
                    </a:pathLst>
                  </a:custGeom>
                  <a:solidFill>
                    <a:srgbClr val="606060"/>
                  </a:solidFill>
                  <a:ln w="3175">
                    <a:solidFill>
                      <a:srgbClr val="404040"/>
                    </a:solidFill>
                    <a:prstDash val="solid"/>
                    <a:round/>
                    <a:headEnd/>
                    <a:tailEnd/>
                  </a:ln>
                </p:spPr>
                <p:txBody>
                  <a:bodyPr/>
                  <a:lstStyle/>
                  <a:p>
                    <a:endParaRPr lang="en-US"/>
                  </a:p>
                </p:txBody>
              </p:sp>
              <p:grpSp>
                <p:nvGrpSpPr>
                  <p:cNvPr id="2543042" name="Group 16">
                    <a:extLst>
                      <a:ext uri="{FF2B5EF4-FFF2-40B4-BE49-F238E27FC236}">
                        <a16:creationId xmlns:a16="http://schemas.microsoft.com/office/drawing/2014/main" id="{0943ACE0-77FA-D143-406A-4B78457F2E50}"/>
                      </a:ext>
                    </a:extLst>
                  </p:cNvPr>
                  <p:cNvGrpSpPr>
                    <a:grpSpLocks/>
                  </p:cNvGrpSpPr>
                  <p:nvPr/>
                </p:nvGrpSpPr>
                <p:grpSpPr bwMode="auto">
                  <a:xfrm>
                    <a:off x="1272" y="2258"/>
                    <a:ext cx="91" cy="18"/>
                    <a:chOff x="1272" y="2258"/>
                    <a:chExt cx="91" cy="18"/>
                  </a:xfrm>
                </p:grpSpPr>
                <p:sp>
                  <p:nvSpPr>
                    <p:cNvPr id="2543044" name="Freeform 17">
                      <a:extLst>
                        <a:ext uri="{FF2B5EF4-FFF2-40B4-BE49-F238E27FC236}">
                          <a16:creationId xmlns:a16="http://schemas.microsoft.com/office/drawing/2014/main" id="{91E38028-C704-C3CE-1DF2-2448125FD4E1}"/>
                        </a:ext>
                      </a:extLst>
                    </p:cNvPr>
                    <p:cNvSpPr>
                      <a:spLocks/>
                    </p:cNvSpPr>
                    <p:nvPr/>
                  </p:nvSpPr>
                  <p:spPr bwMode="auto">
                    <a:xfrm>
                      <a:off x="1272" y="2262"/>
                      <a:ext cx="80" cy="14"/>
                    </a:xfrm>
                    <a:custGeom>
                      <a:avLst/>
                      <a:gdLst>
                        <a:gd name="T0" fmla="*/ 0 w 80"/>
                        <a:gd name="T1" fmla="*/ 14 h 14"/>
                        <a:gd name="T2" fmla="*/ 12 w 80"/>
                        <a:gd name="T3" fmla="*/ 0 h 14"/>
                        <a:gd name="T4" fmla="*/ 80 w 80"/>
                        <a:gd name="T5" fmla="*/ 0 h 14"/>
                        <a:gd name="T6" fmla="*/ 80 w 80"/>
                        <a:gd name="T7" fmla="*/ 14 h 14"/>
                      </a:gdLst>
                      <a:ahLst/>
                      <a:cxnLst>
                        <a:cxn ang="0">
                          <a:pos x="T0" y="T1"/>
                        </a:cxn>
                        <a:cxn ang="0">
                          <a:pos x="T2" y="T3"/>
                        </a:cxn>
                        <a:cxn ang="0">
                          <a:pos x="T4" y="T5"/>
                        </a:cxn>
                        <a:cxn ang="0">
                          <a:pos x="T6" y="T7"/>
                        </a:cxn>
                      </a:cxnLst>
                      <a:rect l="0" t="0" r="r" b="b"/>
                      <a:pathLst>
                        <a:path w="80" h="14">
                          <a:moveTo>
                            <a:pt x="0" y="14"/>
                          </a:moveTo>
                          <a:lnTo>
                            <a:pt x="12" y="0"/>
                          </a:lnTo>
                          <a:lnTo>
                            <a:pt x="80" y="0"/>
                          </a:lnTo>
                          <a:lnTo>
                            <a:pt x="80" y="14"/>
                          </a:lnTo>
                        </a:path>
                      </a:pathLst>
                    </a:custGeom>
                    <a:noFill/>
                    <a:ln w="3175">
                      <a:solidFill>
                        <a:srgbClr val="40404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43045" name="Line 18">
                      <a:extLst>
                        <a:ext uri="{FF2B5EF4-FFF2-40B4-BE49-F238E27FC236}">
                          <a16:creationId xmlns:a16="http://schemas.microsoft.com/office/drawing/2014/main" id="{A5C64022-EBB1-7005-8E11-5C09145468D8}"/>
                        </a:ext>
                      </a:extLst>
                    </p:cNvPr>
                    <p:cNvSpPr>
                      <a:spLocks noChangeShapeType="1"/>
                    </p:cNvSpPr>
                    <p:nvPr/>
                  </p:nvSpPr>
                  <p:spPr bwMode="auto">
                    <a:xfrm>
                      <a:off x="1362" y="2258"/>
                      <a:ext cx="1" cy="18"/>
                    </a:xfrm>
                    <a:prstGeom prst="line">
                      <a:avLst/>
                    </a:prstGeom>
                    <a:noFill/>
                    <a:ln w="3175">
                      <a:solidFill>
                        <a:srgbClr val="40404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2543043" name="Line 19">
                    <a:extLst>
                      <a:ext uri="{FF2B5EF4-FFF2-40B4-BE49-F238E27FC236}">
                        <a16:creationId xmlns:a16="http://schemas.microsoft.com/office/drawing/2014/main" id="{063F8410-FCCD-852F-5E51-A5DE5785901F}"/>
                      </a:ext>
                    </a:extLst>
                  </p:cNvPr>
                  <p:cNvSpPr>
                    <a:spLocks noChangeShapeType="1"/>
                  </p:cNvSpPr>
                  <p:nvPr/>
                </p:nvSpPr>
                <p:spPr bwMode="auto">
                  <a:xfrm>
                    <a:off x="1370" y="2276"/>
                    <a:ext cx="1" cy="63"/>
                  </a:xfrm>
                  <a:prstGeom prst="line">
                    <a:avLst/>
                  </a:prstGeom>
                  <a:noFill/>
                  <a:ln w="3175">
                    <a:solidFill>
                      <a:srgbClr val="20202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2542662" name="Group 20">
                  <a:extLst>
                    <a:ext uri="{FF2B5EF4-FFF2-40B4-BE49-F238E27FC236}">
                      <a16:creationId xmlns:a16="http://schemas.microsoft.com/office/drawing/2014/main" id="{4DE9B0DB-29FA-21E4-002F-F911A3597C36}"/>
                    </a:ext>
                  </a:extLst>
                </p:cNvPr>
                <p:cNvGrpSpPr>
                  <a:grpSpLocks/>
                </p:cNvGrpSpPr>
                <p:nvPr/>
              </p:nvGrpSpPr>
              <p:grpSpPr bwMode="auto">
                <a:xfrm>
                  <a:off x="1377" y="2258"/>
                  <a:ext cx="108" cy="81"/>
                  <a:chOff x="1377" y="2258"/>
                  <a:chExt cx="108" cy="81"/>
                </a:xfrm>
              </p:grpSpPr>
              <p:sp>
                <p:nvSpPr>
                  <p:cNvPr id="2542665" name="Freeform 21">
                    <a:extLst>
                      <a:ext uri="{FF2B5EF4-FFF2-40B4-BE49-F238E27FC236}">
                        <a16:creationId xmlns:a16="http://schemas.microsoft.com/office/drawing/2014/main" id="{226539D6-0F91-C36C-21A2-125505836E71}"/>
                      </a:ext>
                    </a:extLst>
                  </p:cNvPr>
                  <p:cNvSpPr>
                    <a:spLocks/>
                  </p:cNvSpPr>
                  <p:nvPr/>
                </p:nvSpPr>
                <p:spPr bwMode="auto">
                  <a:xfrm>
                    <a:off x="1377" y="2260"/>
                    <a:ext cx="107" cy="16"/>
                  </a:xfrm>
                  <a:custGeom>
                    <a:avLst/>
                    <a:gdLst>
                      <a:gd name="T0" fmla="*/ 0 w 107"/>
                      <a:gd name="T1" fmla="*/ 0 h 16"/>
                      <a:gd name="T2" fmla="*/ 107 w 107"/>
                      <a:gd name="T3" fmla="*/ 0 h 16"/>
                      <a:gd name="T4" fmla="*/ 107 w 107"/>
                      <a:gd name="T5" fmla="*/ 16 h 16"/>
                      <a:gd name="T6" fmla="*/ 10 w 107"/>
                      <a:gd name="T7" fmla="*/ 16 h 16"/>
                      <a:gd name="T8" fmla="*/ 0 w 107"/>
                      <a:gd name="T9" fmla="*/ 0 h 16"/>
                    </a:gdLst>
                    <a:ahLst/>
                    <a:cxnLst>
                      <a:cxn ang="0">
                        <a:pos x="T0" y="T1"/>
                      </a:cxn>
                      <a:cxn ang="0">
                        <a:pos x="T2" y="T3"/>
                      </a:cxn>
                      <a:cxn ang="0">
                        <a:pos x="T4" y="T5"/>
                      </a:cxn>
                      <a:cxn ang="0">
                        <a:pos x="T6" y="T7"/>
                      </a:cxn>
                      <a:cxn ang="0">
                        <a:pos x="T8" y="T9"/>
                      </a:cxn>
                    </a:cxnLst>
                    <a:rect l="0" t="0" r="r" b="b"/>
                    <a:pathLst>
                      <a:path w="107" h="16">
                        <a:moveTo>
                          <a:pt x="0" y="0"/>
                        </a:moveTo>
                        <a:lnTo>
                          <a:pt x="107" y="0"/>
                        </a:lnTo>
                        <a:lnTo>
                          <a:pt x="107" y="16"/>
                        </a:lnTo>
                        <a:lnTo>
                          <a:pt x="10" y="16"/>
                        </a:lnTo>
                        <a:lnTo>
                          <a:pt x="0" y="0"/>
                        </a:lnTo>
                        <a:close/>
                      </a:path>
                    </a:pathLst>
                  </a:custGeom>
                  <a:solidFill>
                    <a:srgbClr val="606060"/>
                  </a:solidFill>
                  <a:ln w="3175">
                    <a:solidFill>
                      <a:srgbClr val="404040"/>
                    </a:solidFill>
                    <a:prstDash val="solid"/>
                    <a:round/>
                    <a:headEnd/>
                    <a:tailEnd/>
                  </a:ln>
                </p:spPr>
                <p:txBody>
                  <a:bodyPr/>
                  <a:lstStyle/>
                  <a:p>
                    <a:endParaRPr lang="en-US"/>
                  </a:p>
                </p:txBody>
              </p:sp>
              <p:grpSp>
                <p:nvGrpSpPr>
                  <p:cNvPr id="2542668" name="Group 22">
                    <a:extLst>
                      <a:ext uri="{FF2B5EF4-FFF2-40B4-BE49-F238E27FC236}">
                        <a16:creationId xmlns:a16="http://schemas.microsoft.com/office/drawing/2014/main" id="{7B17F552-579F-1BA3-0D36-7E606EB9BA86}"/>
                      </a:ext>
                    </a:extLst>
                  </p:cNvPr>
                  <p:cNvGrpSpPr>
                    <a:grpSpLocks/>
                  </p:cNvGrpSpPr>
                  <p:nvPr/>
                </p:nvGrpSpPr>
                <p:grpSpPr bwMode="auto">
                  <a:xfrm>
                    <a:off x="1387" y="2258"/>
                    <a:ext cx="89" cy="18"/>
                    <a:chOff x="1387" y="2258"/>
                    <a:chExt cx="89" cy="18"/>
                  </a:xfrm>
                </p:grpSpPr>
                <p:sp>
                  <p:nvSpPr>
                    <p:cNvPr id="2542847" name="Freeform 23">
                      <a:extLst>
                        <a:ext uri="{FF2B5EF4-FFF2-40B4-BE49-F238E27FC236}">
                          <a16:creationId xmlns:a16="http://schemas.microsoft.com/office/drawing/2014/main" id="{C5B62BE1-368E-F648-AD0D-C590A65CF78D}"/>
                        </a:ext>
                      </a:extLst>
                    </p:cNvPr>
                    <p:cNvSpPr>
                      <a:spLocks/>
                    </p:cNvSpPr>
                    <p:nvPr/>
                  </p:nvSpPr>
                  <p:spPr bwMode="auto">
                    <a:xfrm>
                      <a:off x="1387" y="2262"/>
                      <a:ext cx="80" cy="14"/>
                    </a:xfrm>
                    <a:custGeom>
                      <a:avLst/>
                      <a:gdLst>
                        <a:gd name="T0" fmla="*/ 0 w 80"/>
                        <a:gd name="T1" fmla="*/ 14 h 14"/>
                        <a:gd name="T2" fmla="*/ 12 w 80"/>
                        <a:gd name="T3" fmla="*/ 0 h 14"/>
                        <a:gd name="T4" fmla="*/ 80 w 80"/>
                        <a:gd name="T5" fmla="*/ 0 h 14"/>
                        <a:gd name="T6" fmla="*/ 80 w 80"/>
                        <a:gd name="T7" fmla="*/ 14 h 14"/>
                      </a:gdLst>
                      <a:ahLst/>
                      <a:cxnLst>
                        <a:cxn ang="0">
                          <a:pos x="T0" y="T1"/>
                        </a:cxn>
                        <a:cxn ang="0">
                          <a:pos x="T2" y="T3"/>
                        </a:cxn>
                        <a:cxn ang="0">
                          <a:pos x="T4" y="T5"/>
                        </a:cxn>
                        <a:cxn ang="0">
                          <a:pos x="T6" y="T7"/>
                        </a:cxn>
                      </a:cxnLst>
                      <a:rect l="0" t="0" r="r" b="b"/>
                      <a:pathLst>
                        <a:path w="80" h="14">
                          <a:moveTo>
                            <a:pt x="0" y="14"/>
                          </a:moveTo>
                          <a:lnTo>
                            <a:pt x="12" y="0"/>
                          </a:lnTo>
                          <a:lnTo>
                            <a:pt x="80" y="0"/>
                          </a:lnTo>
                          <a:lnTo>
                            <a:pt x="80" y="14"/>
                          </a:lnTo>
                        </a:path>
                      </a:pathLst>
                    </a:custGeom>
                    <a:noFill/>
                    <a:ln w="3175">
                      <a:solidFill>
                        <a:srgbClr val="40404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43040" name="Line 24">
                      <a:extLst>
                        <a:ext uri="{FF2B5EF4-FFF2-40B4-BE49-F238E27FC236}">
                          <a16:creationId xmlns:a16="http://schemas.microsoft.com/office/drawing/2014/main" id="{226E698D-AF63-F80E-A797-17E66219B5EA}"/>
                        </a:ext>
                      </a:extLst>
                    </p:cNvPr>
                    <p:cNvSpPr>
                      <a:spLocks noChangeShapeType="1"/>
                    </p:cNvSpPr>
                    <p:nvPr/>
                  </p:nvSpPr>
                  <p:spPr bwMode="auto">
                    <a:xfrm>
                      <a:off x="1475" y="2258"/>
                      <a:ext cx="1" cy="18"/>
                    </a:xfrm>
                    <a:prstGeom prst="line">
                      <a:avLst/>
                    </a:prstGeom>
                    <a:noFill/>
                    <a:ln w="3175">
                      <a:solidFill>
                        <a:srgbClr val="40404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2542845" name="Line 25">
                    <a:extLst>
                      <a:ext uri="{FF2B5EF4-FFF2-40B4-BE49-F238E27FC236}">
                        <a16:creationId xmlns:a16="http://schemas.microsoft.com/office/drawing/2014/main" id="{B2D6CCBE-E6DC-544C-2366-B7A272AD2D6E}"/>
                      </a:ext>
                    </a:extLst>
                  </p:cNvPr>
                  <p:cNvSpPr>
                    <a:spLocks noChangeShapeType="1"/>
                  </p:cNvSpPr>
                  <p:nvPr/>
                </p:nvSpPr>
                <p:spPr bwMode="auto">
                  <a:xfrm>
                    <a:off x="1484" y="2276"/>
                    <a:ext cx="1" cy="63"/>
                  </a:xfrm>
                  <a:prstGeom prst="line">
                    <a:avLst/>
                  </a:prstGeom>
                  <a:noFill/>
                  <a:ln w="3175">
                    <a:solidFill>
                      <a:srgbClr val="20202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2542641" name="Group 26">
                <a:extLst>
                  <a:ext uri="{FF2B5EF4-FFF2-40B4-BE49-F238E27FC236}">
                    <a16:creationId xmlns:a16="http://schemas.microsoft.com/office/drawing/2014/main" id="{D0E2AFB6-8F43-87D5-7373-0B234831400A}"/>
                  </a:ext>
                </a:extLst>
              </p:cNvPr>
              <p:cNvGrpSpPr>
                <a:grpSpLocks/>
              </p:cNvGrpSpPr>
              <p:nvPr/>
            </p:nvGrpSpPr>
            <p:grpSpPr bwMode="auto">
              <a:xfrm>
                <a:off x="1277" y="2267"/>
                <a:ext cx="86" cy="85"/>
                <a:chOff x="1277" y="2267"/>
                <a:chExt cx="86" cy="85"/>
              </a:xfrm>
            </p:grpSpPr>
            <p:sp>
              <p:nvSpPr>
                <p:cNvPr id="2542647" name="Oval 27">
                  <a:extLst>
                    <a:ext uri="{FF2B5EF4-FFF2-40B4-BE49-F238E27FC236}">
                      <a16:creationId xmlns:a16="http://schemas.microsoft.com/office/drawing/2014/main" id="{A281B509-869B-6C4D-01E0-37983771565F}"/>
                    </a:ext>
                  </a:extLst>
                </p:cNvPr>
                <p:cNvSpPr>
                  <a:spLocks noChangeArrowheads="1"/>
                </p:cNvSpPr>
                <p:nvPr/>
              </p:nvSpPr>
              <p:spPr bwMode="auto">
                <a:xfrm>
                  <a:off x="1277" y="2267"/>
                  <a:ext cx="86" cy="85"/>
                </a:xfrm>
                <a:prstGeom prst="ellipse">
                  <a:avLst/>
                </a:prstGeom>
                <a:solidFill>
                  <a:srgbClr val="202020"/>
                </a:solidFill>
                <a:ln w="3175">
                  <a:solidFill>
                    <a:srgbClr val="000000"/>
                  </a:solidFill>
                  <a:round/>
                  <a:headEnd/>
                  <a:tailEnd/>
                </a:ln>
              </p:spPr>
              <p:txBody>
                <a:bodyPr/>
                <a:lstStyle/>
                <a:p>
                  <a:endParaRPr lang="en-US"/>
                </a:p>
              </p:txBody>
            </p:sp>
            <p:sp>
              <p:nvSpPr>
                <p:cNvPr id="2542650" name="Oval 28">
                  <a:extLst>
                    <a:ext uri="{FF2B5EF4-FFF2-40B4-BE49-F238E27FC236}">
                      <a16:creationId xmlns:a16="http://schemas.microsoft.com/office/drawing/2014/main" id="{70424C19-38A8-F646-2C71-0023CB087C18}"/>
                    </a:ext>
                  </a:extLst>
                </p:cNvPr>
                <p:cNvSpPr>
                  <a:spLocks noChangeArrowheads="1"/>
                </p:cNvSpPr>
                <p:nvPr/>
              </p:nvSpPr>
              <p:spPr bwMode="auto">
                <a:xfrm>
                  <a:off x="1289" y="2279"/>
                  <a:ext cx="60" cy="59"/>
                </a:xfrm>
                <a:prstGeom prst="ellipse">
                  <a:avLst/>
                </a:prstGeom>
                <a:solidFill>
                  <a:srgbClr val="A0A0A0"/>
                </a:solidFill>
                <a:ln w="3175">
                  <a:solidFill>
                    <a:srgbClr val="000000"/>
                  </a:solidFill>
                  <a:round/>
                  <a:headEnd/>
                  <a:tailEnd/>
                </a:ln>
              </p:spPr>
              <p:txBody>
                <a:bodyPr/>
                <a:lstStyle/>
                <a:p>
                  <a:endParaRPr lang="en-US"/>
                </a:p>
              </p:txBody>
            </p:sp>
            <p:sp>
              <p:nvSpPr>
                <p:cNvPr id="2542653" name="Oval 29">
                  <a:extLst>
                    <a:ext uri="{FF2B5EF4-FFF2-40B4-BE49-F238E27FC236}">
                      <a16:creationId xmlns:a16="http://schemas.microsoft.com/office/drawing/2014/main" id="{68B9F30A-0134-CE64-1C2A-ED887732BCDE}"/>
                    </a:ext>
                  </a:extLst>
                </p:cNvPr>
                <p:cNvSpPr>
                  <a:spLocks noChangeArrowheads="1"/>
                </p:cNvSpPr>
                <p:nvPr/>
              </p:nvSpPr>
              <p:spPr bwMode="auto">
                <a:xfrm>
                  <a:off x="1305" y="2297"/>
                  <a:ext cx="26" cy="25"/>
                </a:xfrm>
                <a:prstGeom prst="ellipse">
                  <a:avLst/>
                </a:prstGeom>
                <a:solidFill>
                  <a:srgbClr val="606060"/>
                </a:solidFill>
                <a:ln w="3175">
                  <a:solidFill>
                    <a:srgbClr val="000000"/>
                  </a:solidFill>
                  <a:round/>
                  <a:headEnd/>
                  <a:tailEnd/>
                </a:ln>
              </p:spPr>
              <p:txBody>
                <a:bodyPr/>
                <a:lstStyle/>
                <a:p>
                  <a:endParaRPr lang="en-US"/>
                </a:p>
              </p:txBody>
            </p:sp>
          </p:grpSp>
          <p:grpSp>
            <p:nvGrpSpPr>
              <p:cNvPr id="2542642" name="Group 2542641">
                <a:extLst>
                  <a:ext uri="{FF2B5EF4-FFF2-40B4-BE49-F238E27FC236}">
                    <a16:creationId xmlns:a16="http://schemas.microsoft.com/office/drawing/2014/main" id="{8CCEDD8F-061E-268E-F6EB-E9CE164341F7}"/>
                  </a:ext>
                </a:extLst>
              </p:cNvPr>
              <p:cNvGrpSpPr>
                <a:grpSpLocks/>
              </p:cNvGrpSpPr>
              <p:nvPr/>
            </p:nvGrpSpPr>
            <p:grpSpPr bwMode="auto">
              <a:xfrm>
                <a:off x="1390" y="2267"/>
                <a:ext cx="86" cy="85"/>
                <a:chOff x="1390" y="2267"/>
                <a:chExt cx="86" cy="85"/>
              </a:xfrm>
            </p:grpSpPr>
            <p:sp>
              <p:nvSpPr>
                <p:cNvPr id="2542643" name="Oval 31">
                  <a:extLst>
                    <a:ext uri="{FF2B5EF4-FFF2-40B4-BE49-F238E27FC236}">
                      <a16:creationId xmlns:a16="http://schemas.microsoft.com/office/drawing/2014/main" id="{4195883B-82DF-BDE1-0B86-1625FEFB902C}"/>
                    </a:ext>
                  </a:extLst>
                </p:cNvPr>
                <p:cNvSpPr>
                  <a:spLocks noChangeArrowheads="1"/>
                </p:cNvSpPr>
                <p:nvPr/>
              </p:nvSpPr>
              <p:spPr bwMode="auto">
                <a:xfrm>
                  <a:off x="1390" y="2267"/>
                  <a:ext cx="86" cy="85"/>
                </a:xfrm>
                <a:prstGeom prst="ellipse">
                  <a:avLst/>
                </a:prstGeom>
                <a:solidFill>
                  <a:srgbClr val="202020"/>
                </a:solidFill>
                <a:ln w="3175">
                  <a:solidFill>
                    <a:srgbClr val="000000"/>
                  </a:solidFill>
                  <a:round/>
                  <a:headEnd/>
                  <a:tailEnd/>
                </a:ln>
              </p:spPr>
              <p:txBody>
                <a:bodyPr/>
                <a:lstStyle/>
                <a:p>
                  <a:endParaRPr lang="en-US"/>
                </a:p>
              </p:txBody>
            </p:sp>
            <p:sp>
              <p:nvSpPr>
                <p:cNvPr id="2542644" name="Oval 32">
                  <a:extLst>
                    <a:ext uri="{FF2B5EF4-FFF2-40B4-BE49-F238E27FC236}">
                      <a16:creationId xmlns:a16="http://schemas.microsoft.com/office/drawing/2014/main" id="{F31FD6B1-52AB-490C-5683-C2C9D56135A8}"/>
                    </a:ext>
                  </a:extLst>
                </p:cNvPr>
                <p:cNvSpPr>
                  <a:spLocks noChangeArrowheads="1"/>
                </p:cNvSpPr>
                <p:nvPr/>
              </p:nvSpPr>
              <p:spPr bwMode="auto">
                <a:xfrm>
                  <a:off x="1404" y="2279"/>
                  <a:ext cx="60" cy="59"/>
                </a:xfrm>
                <a:prstGeom prst="ellipse">
                  <a:avLst/>
                </a:prstGeom>
                <a:solidFill>
                  <a:srgbClr val="A0A0A0"/>
                </a:solidFill>
                <a:ln w="3175">
                  <a:solidFill>
                    <a:srgbClr val="000000"/>
                  </a:solidFill>
                  <a:round/>
                  <a:headEnd/>
                  <a:tailEnd/>
                </a:ln>
              </p:spPr>
              <p:txBody>
                <a:bodyPr/>
                <a:lstStyle/>
                <a:p>
                  <a:endParaRPr lang="en-US"/>
                </a:p>
              </p:txBody>
            </p:sp>
            <p:sp>
              <p:nvSpPr>
                <p:cNvPr id="2542646" name="Oval 33">
                  <a:extLst>
                    <a:ext uri="{FF2B5EF4-FFF2-40B4-BE49-F238E27FC236}">
                      <a16:creationId xmlns:a16="http://schemas.microsoft.com/office/drawing/2014/main" id="{C0FCC2CD-9D37-DE5C-2495-5084E133E8D2}"/>
                    </a:ext>
                  </a:extLst>
                </p:cNvPr>
                <p:cNvSpPr>
                  <a:spLocks noChangeArrowheads="1"/>
                </p:cNvSpPr>
                <p:nvPr/>
              </p:nvSpPr>
              <p:spPr bwMode="auto">
                <a:xfrm>
                  <a:off x="1420" y="2297"/>
                  <a:ext cx="26" cy="25"/>
                </a:xfrm>
                <a:prstGeom prst="ellipse">
                  <a:avLst/>
                </a:prstGeom>
                <a:solidFill>
                  <a:srgbClr val="606060"/>
                </a:solidFill>
                <a:ln w="3175">
                  <a:solidFill>
                    <a:srgbClr val="000000"/>
                  </a:solidFill>
                  <a:round/>
                  <a:headEnd/>
                  <a:tailEnd/>
                </a:ln>
              </p:spPr>
              <p:txBody>
                <a:bodyPr/>
                <a:lstStyle/>
                <a:p>
                  <a:endParaRPr lang="en-US"/>
                </a:p>
              </p:txBody>
            </p:sp>
          </p:grpSp>
        </p:grpSp>
      </p:grpSp>
      <p:grpSp>
        <p:nvGrpSpPr>
          <p:cNvPr id="2543051" name="Group 4">
            <a:extLst>
              <a:ext uri="{FF2B5EF4-FFF2-40B4-BE49-F238E27FC236}">
                <a16:creationId xmlns:a16="http://schemas.microsoft.com/office/drawing/2014/main" id="{B4A68F32-1DD7-F09B-8008-94F88F0802C9}"/>
              </a:ext>
            </a:extLst>
          </p:cNvPr>
          <p:cNvGrpSpPr>
            <a:grpSpLocks/>
          </p:cNvGrpSpPr>
          <p:nvPr/>
        </p:nvGrpSpPr>
        <p:grpSpPr bwMode="auto">
          <a:xfrm>
            <a:off x="3870196" y="3623344"/>
            <a:ext cx="448469" cy="205096"/>
            <a:chOff x="2256" y="2352"/>
            <a:chExt cx="933" cy="365"/>
          </a:xfrm>
        </p:grpSpPr>
        <p:grpSp>
          <p:nvGrpSpPr>
            <p:cNvPr id="2543052" name="Group 5">
              <a:extLst>
                <a:ext uri="{FF2B5EF4-FFF2-40B4-BE49-F238E27FC236}">
                  <a16:creationId xmlns:a16="http://schemas.microsoft.com/office/drawing/2014/main" id="{9F004C78-FB3C-D5B2-3ADE-04E0A535FB4F}"/>
                </a:ext>
              </a:extLst>
            </p:cNvPr>
            <p:cNvGrpSpPr>
              <a:grpSpLocks/>
            </p:cNvGrpSpPr>
            <p:nvPr/>
          </p:nvGrpSpPr>
          <p:grpSpPr bwMode="auto">
            <a:xfrm flipH="1">
              <a:off x="2256" y="2352"/>
              <a:ext cx="933" cy="249"/>
              <a:chOff x="693" y="2029"/>
              <a:chExt cx="836" cy="228"/>
            </a:xfrm>
          </p:grpSpPr>
          <p:sp>
            <p:nvSpPr>
              <p:cNvPr id="2543079" name="Rectangle 6">
                <a:extLst>
                  <a:ext uri="{FF2B5EF4-FFF2-40B4-BE49-F238E27FC236}">
                    <a16:creationId xmlns:a16="http://schemas.microsoft.com/office/drawing/2014/main" id="{83A980FC-6171-9952-91F7-8530D1582BE4}"/>
                  </a:ext>
                </a:extLst>
              </p:cNvPr>
              <p:cNvSpPr>
                <a:spLocks noChangeArrowheads="1"/>
              </p:cNvSpPr>
              <p:nvPr/>
            </p:nvSpPr>
            <p:spPr bwMode="auto">
              <a:xfrm>
                <a:off x="693" y="2029"/>
                <a:ext cx="836" cy="228"/>
              </a:xfrm>
              <a:prstGeom prst="rect">
                <a:avLst/>
              </a:prstGeom>
              <a:gradFill rotWithShape="0">
                <a:gsLst>
                  <a:gs pos="0">
                    <a:srgbClr val="037C03"/>
                  </a:gs>
                  <a:gs pos="50000">
                    <a:srgbClr val="037C03">
                      <a:gamma/>
                      <a:shade val="6275"/>
                      <a:invGamma/>
                    </a:srgbClr>
                  </a:gs>
                  <a:gs pos="100000">
                    <a:srgbClr val="037C03"/>
                  </a:gs>
                </a:gsLst>
                <a:lin ang="5400000" scaled="1"/>
              </a:gradFill>
              <a:ln w="3175">
                <a:solidFill>
                  <a:srgbClr val="000000"/>
                </a:solidFill>
                <a:miter lim="800000"/>
                <a:headEnd/>
                <a:tailEnd/>
              </a:ln>
            </p:spPr>
            <p:txBody>
              <a:bodyPr/>
              <a:lstStyle/>
              <a:p>
                <a:endParaRPr lang="en-US"/>
              </a:p>
            </p:txBody>
          </p:sp>
          <p:sp>
            <p:nvSpPr>
              <p:cNvPr id="2543080" name="Rectangle 7">
                <a:extLst>
                  <a:ext uri="{FF2B5EF4-FFF2-40B4-BE49-F238E27FC236}">
                    <a16:creationId xmlns:a16="http://schemas.microsoft.com/office/drawing/2014/main" id="{590C6F75-5786-3EC1-6508-DE5D741D7671}"/>
                  </a:ext>
                </a:extLst>
              </p:cNvPr>
              <p:cNvSpPr>
                <a:spLocks noChangeArrowheads="1"/>
              </p:cNvSpPr>
              <p:nvPr/>
            </p:nvSpPr>
            <p:spPr bwMode="auto">
              <a:xfrm>
                <a:off x="693" y="2037"/>
                <a:ext cx="836" cy="213"/>
              </a:xfrm>
              <a:prstGeom prst="rect">
                <a:avLst/>
              </a:prstGeom>
              <a:solidFill>
                <a:srgbClr val="C5D3ED"/>
              </a:solidFill>
              <a:ln w="3175">
                <a:solidFill>
                  <a:srgbClr val="000000"/>
                </a:solidFill>
                <a:miter lim="800000"/>
                <a:headEnd/>
                <a:tailEnd/>
              </a:ln>
            </p:spPr>
            <p:txBody>
              <a:bodyPr/>
              <a:lstStyle/>
              <a:p>
                <a:endParaRPr lang="en-US" dirty="0"/>
              </a:p>
            </p:txBody>
          </p:sp>
        </p:grpSp>
        <p:grpSp>
          <p:nvGrpSpPr>
            <p:cNvPr id="2543053" name="Group 8">
              <a:extLst>
                <a:ext uri="{FF2B5EF4-FFF2-40B4-BE49-F238E27FC236}">
                  <a16:creationId xmlns:a16="http://schemas.microsoft.com/office/drawing/2014/main" id="{25E03291-9E5C-3809-A321-44D8D60AE575}"/>
                </a:ext>
              </a:extLst>
            </p:cNvPr>
            <p:cNvGrpSpPr>
              <a:grpSpLocks/>
            </p:cNvGrpSpPr>
            <p:nvPr/>
          </p:nvGrpSpPr>
          <p:grpSpPr bwMode="auto">
            <a:xfrm flipH="1">
              <a:off x="2413" y="2614"/>
              <a:ext cx="624" cy="103"/>
              <a:chOff x="926" y="2258"/>
              <a:chExt cx="559" cy="94"/>
            </a:xfrm>
          </p:grpSpPr>
          <p:grpSp>
            <p:nvGrpSpPr>
              <p:cNvPr id="2543054" name="Group 9">
                <a:extLst>
                  <a:ext uri="{FF2B5EF4-FFF2-40B4-BE49-F238E27FC236}">
                    <a16:creationId xmlns:a16="http://schemas.microsoft.com/office/drawing/2014/main" id="{87FC3553-54E6-EBBC-90A5-FBAA5D808567}"/>
                  </a:ext>
                </a:extLst>
              </p:cNvPr>
              <p:cNvGrpSpPr>
                <a:grpSpLocks/>
              </p:cNvGrpSpPr>
              <p:nvPr/>
            </p:nvGrpSpPr>
            <p:grpSpPr bwMode="auto">
              <a:xfrm>
                <a:off x="926" y="2258"/>
                <a:ext cx="559" cy="81"/>
                <a:chOff x="926" y="2258"/>
                <a:chExt cx="559" cy="81"/>
              </a:xfrm>
            </p:grpSpPr>
            <p:grpSp>
              <p:nvGrpSpPr>
                <p:cNvPr id="2543063" name="Group 10">
                  <a:extLst>
                    <a:ext uri="{FF2B5EF4-FFF2-40B4-BE49-F238E27FC236}">
                      <a16:creationId xmlns:a16="http://schemas.microsoft.com/office/drawing/2014/main" id="{5B5A7DC3-0216-F0EF-0089-4B11D3478FA0}"/>
                    </a:ext>
                  </a:extLst>
                </p:cNvPr>
                <p:cNvGrpSpPr>
                  <a:grpSpLocks/>
                </p:cNvGrpSpPr>
                <p:nvPr/>
              </p:nvGrpSpPr>
              <p:grpSpPr bwMode="auto">
                <a:xfrm>
                  <a:off x="926" y="2258"/>
                  <a:ext cx="67" cy="62"/>
                  <a:chOff x="926" y="2258"/>
                  <a:chExt cx="67" cy="62"/>
                </a:xfrm>
              </p:grpSpPr>
              <p:sp>
                <p:nvSpPr>
                  <p:cNvPr id="2543076" name="Freeform 11">
                    <a:extLst>
                      <a:ext uri="{FF2B5EF4-FFF2-40B4-BE49-F238E27FC236}">
                        <a16:creationId xmlns:a16="http://schemas.microsoft.com/office/drawing/2014/main" id="{38B8B3C1-FE5F-EE84-2C1E-497608A9FF1E}"/>
                      </a:ext>
                    </a:extLst>
                  </p:cNvPr>
                  <p:cNvSpPr>
                    <a:spLocks/>
                  </p:cNvSpPr>
                  <p:nvPr/>
                </p:nvSpPr>
                <p:spPr bwMode="auto">
                  <a:xfrm>
                    <a:off x="926" y="2258"/>
                    <a:ext cx="67" cy="10"/>
                  </a:xfrm>
                  <a:custGeom>
                    <a:avLst/>
                    <a:gdLst>
                      <a:gd name="T0" fmla="*/ 0 w 67"/>
                      <a:gd name="T1" fmla="*/ 0 h 10"/>
                      <a:gd name="T2" fmla="*/ 67 w 67"/>
                      <a:gd name="T3" fmla="*/ 0 h 10"/>
                      <a:gd name="T4" fmla="*/ 59 w 67"/>
                      <a:gd name="T5" fmla="*/ 10 h 10"/>
                      <a:gd name="T6" fmla="*/ 7 w 67"/>
                      <a:gd name="T7" fmla="*/ 10 h 10"/>
                      <a:gd name="T8" fmla="*/ 0 w 67"/>
                      <a:gd name="T9" fmla="*/ 0 h 10"/>
                    </a:gdLst>
                    <a:ahLst/>
                    <a:cxnLst>
                      <a:cxn ang="0">
                        <a:pos x="T0" y="T1"/>
                      </a:cxn>
                      <a:cxn ang="0">
                        <a:pos x="T2" y="T3"/>
                      </a:cxn>
                      <a:cxn ang="0">
                        <a:pos x="T4" y="T5"/>
                      </a:cxn>
                      <a:cxn ang="0">
                        <a:pos x="T6" y="T7"/>
                      </a:cxn>
                      <a:cxn ang="0">
                        <a:pos x="T8" y="T9"/>
                      </a:cxn>
                    </a:cxnLst>
                    <a:rect l="0" t="0" r="r" b="b"/>
                    <a:pathLst>
                      <a:path w="67" h="10">
                        <a:moveTo>
                          <a:pt x="0" y="0"/>
                        </a:moveTo>
                        <a:lnTo>
                          <a:pt x="67" y="0"/>
                        </a:lnTo>
                        <a:lnTo>
                          <a:pt x="59" y="10"/>
                        </a:lnTo>
                        <a:lnTo>
                          <a:pt x="7" y="10"/>
                        </a:lnTo>
                        <a:lnTo>
                          <a:pt x="0" y="0"/>
                        </a:lnTo>
                        <a:close/>
                      </a:path>
                    </a:pathLst>
                  </a:custGeom>
                  <a:solidFill>
                    <a:srgbClr val="606060"/>
                  </a:solidFill>
                  <a:ln w="3175">
                    <a:solidFill>
                      <a:srgbClr val="404040"/>
                    </a:solidFill>
                    <a:prstDash val="solid"/>
                    <a:round/>
                    <a:headEnd/>
                    <a:tailEnd/>
                  </a:ln>
                </p:spPr>
                <p:txBody>
                  <a:bodyPr/>
                  <a:lstStyle/>
                  <a:p>
                    <a:endParaRPr lang="en-US"/>
                  </a:p>
                </p:txBody>
              </p:sp>
              <p:sp>
                <p:nvSpPr>
                  <p:cNvPr id="2543077" name="Freeform 12">
                    <a:extLst>
                      <a:ext uri="{FF2B5EF4-FFF2-40B4-BE49-F238E27FC236}">
                        <a16:creationId xmlns:a16="http://schemas.microsoft.com/office/drawing/2014/main" id="{A9D05412-78CB-9295-4196-7B0DD9C2A3C1}"/>
                      </a:ext>
                    </a:extLst>
                  </p:cNvPr>
                  <p:cNvSpPr>
                    <a:spLocks/>
                  </p:cNvSpPr>
                  <p:nvPr/>
                </p:nvSpPr>
                <p:spPr bwMode="auto">
                  <a:xfrm>
                    <a:off x="941" y="2268"/>
                    <a:ext cx="34" cy="4"/>
                  </a:xfrm>
                  <a:custGeom>
                    <a:avLst/>
                    <a:gdLst>
                      <a:gd name="T0" fmla="*/ 0 w 34"/>
                      <a:gd name="T1" fmla="*/ 0 h 4"/>
                      <a:gd name="T2" fmla="*/ 34 w 34"/>
                      <a:gd name="T3" fmla="*/ 0 h 4"/>
                      <a:gd name="T4" fmla="*/ 30 w 34"/>
                      <a:gd name="T5" fmla="*/ 4 h 4"/>
                      <a:gd name="T6" fmla="*/ 4 w 34"/>
                      <a:gd name="T7" fmla="*/ 4 h 4"/>
                      <a:gd name="T8" fmla="*/ 0 w 34"/>
                      <a:gd name="T9" fmla="*/ 0 h 4"/>
                    </a:gdLst>
                    <a:ahLst/>
                    <a:cxnLst>
                      <a:cxn ang="0">
                        <a:pos x="T0" y="T1"/>
                      </a:cxn>
                      <a:cxn ang="0">
                        <a:pos x="T2" y="T3"/>
                      </a:cxn>
                      <a:cxn ang="0">
                        <a:pos x="T4" y="T5"/>
                      </a:cxn>
                      <a:cxn ang="0">
                        <a:pos x="T6" y="T7"/>
                      </a:cxn>
                      <a:cxn ang="0">
                        <a:pos x="T8" y="T9"/>
                      </a:cxn>
                    </a:cxnLst>
                    <a:rect l="0" t="0" r="r" b="b"/>
                    <a:pathLst>
                      <a:path w="34" h="4">
                        <a:moveTo>
                          <a:pt x="0" y="0"/>
                        </a:moveTo>
                        <a:lnTo>
                          <a:pt x="34" y="0"/>
                        </a:lnTo>
                        <a:lnTo>
                          <a:pt x="30" y="4"/>
                        </a:lnTo>
                        <a:lnTo>
                          <a:pt x="4" y="4"/>
                        </a:lnTo>
                        <a:lnTo>
                          <a:pt x="0" y="0"/>
                        </a:lnTo>
                        <a:close/>
                      </a:path>
                    </a:pathLst>
                  </a:custGeom>
                  <a:solidFill>
                    <a:srgbClr val="606060"/>
                  </a:solidFill>
                  <a:ln w="3175">
                    <a:solidFill>
                      <a:srgbClr val="404040"/>
                    </a:solidFill>
                    <a:prstDash val="solid"/>
                    <a:round/>
                    <a:headEnd/>
                    <a:tailEnd/>
                  </a:ln>
                </p:spPr>
                <p:txBody>
                  <a:bodyPr/>
                  <a:lstStyle/>
                  <a:p>
                    <a:endParaRPr lang="en-US"/>
                  </a:p>
                </p:txBody>
              </p:sp>
              <p:sp>
                <p:nvSpPr>
                  <p:cNvPr id="2543078" name="Rectangle 13">
                    <a:extLst>
                      <a:ext uri="{FF2B5EF4-FFF2-40B4-BE49-F238E27FC236}">
                        <a16:creationId xmlns:a16="http://schemas.microsoft.com/office/drawing/2014/main" id="{F9E2EF2E-EF35-E610-6993-2B07ABE3F19B}"/>
                      </a:ext>
                    </a:extLst>
                  </p:cNvPr>
                  <p:cNvSpPr>
                    <a:spLocks noChangeArrowheads="1"/>
                  </p:cNvSpPr>
                  <p:nvPr/>
                </p:nvSpPr>
                <p:spPr bwMode="auto">
                  <a:xfrm>
                    <a:off x="956" y="2273"/>
                    <a:ext cx="6" cy="47"/>
                  </a:xfrm>
                  <a:prstGeom prst="rect">
                    <a:avLst/>
                  </a:prstGeom>
                  <a:solidFill>
                    <a:srgbClr val="606060"/>
                  </a:solidFill>
                  <a:ln w="3175">
                    <a:solidFill>
                      <a:srgbClr val="404040"/>
                    </a:solidFill>
                    <a:miter lim="800000"/>
                    <a:headEnd/>
                    <a:tailEnd/>
                  </a:ln>
                </p:spPr>
                <p:txBody>
                  <a:bodyPr/>
                  <a:lstStyle/>
                  <a:p>
                    <a:endParaRPr lang="en-US"/>
                  </a:p>
                </p:txBody>
              </p:sp>
            </p:grpSp>
            <p:grpSp>
              <p:nvGrpSpPr>
                <p:cNvPr id="2543064" name="Group 14">
                  <a:extLst>
                    <a:ext uri="{FF2B5EF4-FFF2-40B4-BE49-F238E27FC236}">
                      <a16:creationId xmlns:a16="http://schemas.microsoft.com/office/drawing/2014/main" id="{FF12D1D8-9D2C-2D70-DF84-E6E74F132A48}"/>
                    </a:ext>
                  </a:extLst>
                </p:cNvPr>
                <p:cNvGrpSpPr>
                  <a:grpSpLocks/>
                </p:cNvGrpSpPr>
                <p:nvPr/>
              </p:nvGrpSpPr>
              <p:grpSpPr bwMode="auto">
                <a:xfrm>
                  <a:off x="1264" y="2258"/>
                  <a:ext cx="107" cy="81"/>
                  <a:chOff x="1264" y="2258"/>
                  <a:chExt cx="107" cy="81"/>
                </a:xfrm>
              </p:grpSpPr>
              <p:sp>
                <p:nvSpPr>
                  <p:cNvPr id="2543071" name="Freeform 15">
                    <a:extLst>
                      <a:ext uri="{FF2B5EF4-FFF2-40B4-BE49-F238E27FC236}">
                        <a16:creationId xmlns:a16="http://schemas.microsoft.com/office/drawing/2014/main" id="{FC22C18C-9BB3-3453-C413-1313072A8517}"/>
                      </a:ext>
                    </a:extLst>
                  </p:cNvPr>
                  <p:cNvSpPr>
                    <a:spLocks/>
                  </p:cNvSpPr>
                  <p:nvPr/>
                </p:nvSpPr>
                <p:spPr bwMode="auto">
                  <a:xfrm>
                    <a:off x="1264" y="2260"/>
                    <a:ext cx="106" cy="16"/>
                  </a:xfrm>
                  <a:custGeom>
                    <a:avLst/>
                    <a:gdLst>
                      <a:gd name="T0" fmla="*/ 0 w 106"/>
                      <a:gd name="T1" fmla="*/ 0 h 16"/>
                      <a:gd name="T2" fmla="*/ 106 w 106"/>
                      <a:gd name="T3" fmla="*/ 0 h 16"/>
                      <a:gd name="T4" fmla="*/ 106 w 106"/>
                      <a:gd name="T5" fmla="*/ 16 h 16"/>
                      <a:gd name="T6" fmla="*/ 8 w 106"/>
                      <a:gd name="T7" fmla="*/ 16 h 16"/>
                      <a:gd name="T8" fmla="*/ 0 w 106"/>
                      <a:gd name="T9" fmla="*/ 0 h 16"/>
                    </a:gdLst>
                    <a:ahLst/>
                    <a:cxnLst>
                      <a:cxn ang="0">
                        <a:pos x="T0" y="T1"/>
                      </a:cxn>
                      <a:cxn ang="0">
                        <a:pos x="T2" y="T3"/>
                      </a:cxn>
                      <a:cxn ang="0">
                        <a:pos x="T4" y="T5"/>
                      </a:cxn>
                      <a:cxn ang="0">
                        <a:pos x="T6" y="T7"/>
                      </a:cxn>
                      <a:cxn ang="0">
                        <a:pos x="T8" y="T9"/>
                      </a:cxn>
                    </a:cxnLst>
                    <a:rect l="0" t="0" r="r" b="b"/>
                    <a:pathLst>
                      <a:path w="106" h="16">
                        <a:moveTo>
                          <a:pt x="0" y="0"/>
                        </a:moveTo>
                        <a:lnTo>
                          <a:pt x="106" y="0"/>
                        </a:lnTo>
                        <a:lnTo>
                          <a:pt x="106" y="16"/>
                        </a:lnTo>
                        <a:lnTo>
                          <a:pt x="8" y="16"/>
                        </a:lnTo>
                        <a:lnTo>
                          <a:pt x="0" y="0"/>
                        </a:lnTo>
                        <a:close/>
                      </a:path>
                    </a:pathLst>
                  </a:custGeom>
                  <a:solidFill>
                    <a:srgbClr val="606060"/>
                  </a:solidFill>
                  <a:ln w="3175">
                    <a:solidFill>
                      <a:srgbClr val="404040"/>
                    </a:solidFill>
                    <a:prstDash val="solid"/>
                    <a:round/>
                    <a:headEnd/>
                    <a:tailEnd/>
                  </a:ln>
                </p:spPr>
                <p:txBody>
                  <a:bodyPr/>
                  <a:lstStyle/>
                  <a:p>
                    <a:endParaRPr lang="en-US"/>
                  </a:p>
                </p:txBody>
              </p:sp>
              <p:grpSp>
                <p:nvGrpSpPr>
                  <p:cNvPr id="2543072" name="Group 16">
                    <a:extLst>
                      <a:ext uri="{FF2B5EF4-FFF2-40B4-BE49-F238E27FC236}">
                        <a16:creationId xmlns:a16="http://schemas.microsoft.com/office/drawing/2014/main" id="{0610465F-F4AE-7238-3978-CB3849165EB0}"/>
                      </a:ext>
                    </a:extLst>
                  </p:cNvPr>
                  <p:cNvGrpSpPr>
                    <a:grpSpLocks/>
                  </p:cNvGrpSpPr>
                  <p:nvPr/>
                </p:nvGrpSpPr>
                <p:grpSpPr bwMode="auto">
                  <a:xfrm>
                    <a:off x="1272" y="2258"/>
                    <a:ext cx="91" cy="18"/>
                    <a:chOff x="1272" y="2258"/>
                    <a:chExt cx="91" cy="18"/>
                  </a:xfrm>
                </p:grpSpPr>
                <p:sp>
                  <p:nvSpPr>
                    <p:cNvPr id="2543074" name="Freeform 17">
                      <a:extLst>
                        <a:ext uri="{FF2B5EF4-FFF2-40B4-BE49-F238E27FC236}">
                          <a16:creationId xmlns:a16="http://schemas.microsoft.com/office/drawing/2014/main" id="{3296343F-4D1F-C824-6CE5-FC8A2A97689D}"/>
                        </a:ext>
                      </a:extLst>
                    </p:cNvPr>
                    <p:cNvSpPr>
                      <a:spLocks/>
                    </p:cNvSpPr>
                    <p:nvPr/>
                  </p:nvSpPr>
                  <p:spPr bwMode="auto">
                    <a:xfrm>
                      <a:off x="1272" y="2262"/>
                      <a:ext cx="80" cy="14"/>
                    </a:xfrm>
                    <a:custGeom>
                      <a:avLst/>
                      <a:gdLst>
                        <a:gd name="T0" fmla="*/ 0 w 80"/>
                        <a:gd name="T1" fmla="*/ 14 h 14"/>
                        <a:gd name="T2" fmla="*/ 12 w 80"/>
                        <a:gd name="T3" fmla="*/ 0 h 14"/>
                        <a:gd name="T4" fmla="*/ 80 w 80"/>
                        <a:gd name="T5" fmla="*/ 0 h 14"/>
                        <a:gd name="T6" fmla="*/ 80 w 80"/>
                        <a:gd name="T7" fmla="*/ 14 h 14"/>
                      </a:gdLst>
                      <a:ahLst/>
                      <a:cxnLst>
                        <a:cxn ang="0">
                          <a:pos x="T0" y="T1"/>
                        </a:cxn>
                        <a:cxn ang="0">
                          <a:pos x="T2" y="T3"/>
                        </a:cxn>
                        <a:cxn ang="0">
                          <a:pos x="T4" y="T5"/>
                        </a:cxn>
                        <a:cxn ang="0">
                          <a:pos x="T6" y="T7"/>
                        </a:cxn>
                      </a:cxnLst>
                      <a:rect l="0" t="0" r="r" b="b"/>
                      <a:pathLst>
                        <a:path w="80" h="14">
                          <a:moveTo>
                            <a:pt x="0" y="14"/>
                          </a:moveTo>
                          <a:lnTo>
                            <a:pt x="12" y="0"/>
                          </a:lnTo>
                          <a:lnTo>
                            <a:pt x="80" y="0"/>
                          </a:lnTo>
                          <a:lnTo>
                            <a:pt x="80" y="14"/>
                          </a:lnTo>
                        </a:path>
                      </a:pathLst>
                    </a:custGeom>
                    <a:noFill/>
                    <a:ln w="3175">
                      <a:solidFill>
                        <a:srgbClr val="40404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43075" name="Line 18">
                      <a:extLst>
                        <a:ext uri="{FF2B5EF4-FFF2-40B4-BE49-F238E27FC236}">
                          <a16:creationId xmlns:a16="http://schemas.microsoft.com/office/drawing/2014/main" id="{6EC728AF-C1BB-F4BD-202D-AC1C6EC69AF5}"/>
                        </a:ext>
                      </a:extLst>
                    </p:cNvPr>
                    <p:cNvSpPr>
                      <a:spLocks noChangeShapeType="1"/>
                    </p:cNvSpPr>
                    <p:nvPr/>
                  </p:nvSpPr>
                  <p:spPr bwMode="auto">
                    <a:xfrm>
                      <a:off x="1362" y="2258"/>
                      <a:ext cx="1" cy="18"/>
                    </a:xfrm>
                    <a:prstGeom prst="line">
                      <a:avLst/>
                    </a:prstGeom>
                    <a:noFill/>
                    <a:ln w="3175">
                      <a:solidFill>
                        <a:srgbClr val="40404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2543073" name="Line 19">
                    <a:extLst>
                      <a:ext uri="{FF2B5EF4-FFF2-40B4-BE49-F238E27FC236}">
                        <a16:creationId xmlns:a16="http://schemas.microsoft.com/office/drawing/2014/main" id="{3C9A16F8-6185-BC7D-574B-8995245CBFD1}"/>
                      </a:ext>
                    </a:extLst>
                  </p:cNvPr>
                  <p:cNvSpPr>
                    <a:spLocks noChangeShapeType="1"/>
                  </p:cNvSpPr>
                  <p:nvPr/>
                </p:nvSpPr>
                <p:spPr bwMode="auto">
                  <a:xfrm>
                    <a:off x="1370" y="2276"/>
                    <a:ext cx="1" cy="63"/>
                  </a:xfrm>
                  <a:prstGeom prst="line">
                    <a:avLst/>
                  </a:prstGeom>
                  <a:noFill/>
                  <a:ln w="3175">
                    <a:solidFill>
                      <a:srgbClr val="20202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2543065" name="Group 20">
                  <a:extLst>
                    <a:ext uri="{FF2B5EF4-FFF2-40B4-BE49-F238E27FC236}">
                      <a16:creationId xmlns:a16="http://schemas.microsoft.com/office/drawing/2014/main" id="{CF10940B-C545-8CAB-5EF4-81A0AE71B718}"/>
                    </a:ext>
                  </a:extLst>
                </p:cNvPr>
                <p:cNvGrpSpPr>
                  <a:grpSpLocks/>
                </p:cNvGrpSpPr>
                <p:nvPr/>
              </p:nvGrpSpPr>
              <p:grpSpPr bwMode="auto">
                <a:xfrm>
                  <a:off x="1377" y="2258"/>
                  <a:ext cx="108" cy="81"/>
                  <a:chOff x="1377" y="2258"/>
                  <a:chExt cx="108" cy="81"/>
                </a:xfrm>
              </p:grpSpPr>
              <p:sp>
                <p:nvSpPr>
                  <p:cNvPr id="2543066" name="Freeform 21">
                    <a:extLst>
                      <a:ext uri="{FF2B5EF4-FFF2-40B4-BE49-F238E27FC236}">
                        <a16:creationId xmlns:a16="http://schemas.microsoft.com/office/drawing/2014/main" id="{0837FB57-023B-0F2D-3EDE-60EA8EC2D341}"/>
                      </a:ext>
                    </a:extLst>
                  </p:cNvPr>
                  <p:cNvSpPr>
                    <a:spLocks/>
                  </p:cNvSpPr>
                  <p:nvPr/>
                </p:nvSpPr>
                <p:spPr bwMode="auto">
                  <a:xfrm>
                    <a:off x="1377" y="2260"/>
                    <a:ext cx="107" cy="16"/>
                  </a:xfrm>
                  <a:custGeom>
                    <a:avLst/>
                    <a:gdLst>
                      <a:gd name="T0" fmla="*/ 0 w 107"/>
                      <a:gd name="T1" fmla="*/ 0 h 16"/>
                      <a:gd name="T2" fmla="*/ 107 w 107"/>
                      <a:gd name="T3" fmla="*/ 0 h 16"/>
                      <a:gd name="T4" fmla="*/ 107 w 107"/>
                      <a:gd name="T5" fmla="*/ 16 h 16"/>
                      <a:gd name="T6" fmla="*/ 10 w 107"/>
                      <a:gd name="T7" fmla="*/ 16 h 16"/>
                      <a:gd name="T8" fmla="*/ 0 w 107"/>
                      <a:gd name="T9" fmla="*/ 0 h 16"/>
                    </a:gdLst>
                    <a:ahLst/>
                    <a:cxnLst>
                      <a:cxn ang="0">
                        <a:pos x="T0" y="T1"/>
                      </a:cxn>
                      <a:cxn ang="0">
                        <a:pos x="T2" y="T3"/>
                      </a:cxn>
                      <a:cxn ang="0">
                        <a:pos x="T4" y="T5"/>
                      </a:cxn>
                      <a:cxn ang="0">
                        <a:pos x="T6" y="T7"/>
                      </a:cxn>
                      <a:cxn ang="0">
                        <a:pos x="T8" y="T9"/>
                      </a:cxn>
                    </a:cxnLst>
                    <a:rect l="0" t="0" r="r" b="b"/>
                    <a:pathLst>
                      <a:path w="107" h="16">
                        <a:moveTo>
                          <a:pt x="0" y="0"/>
                        </a:moveTo>
                        <a:lnTo>
                          <a:pt x="107" y="0"/>
                        </a:lnTo>
                        <a:lnTo>
                          <a:pt x="107" y="16"/>
                        </a:lnTo>
                        <a:lnTo>
                          <a:pt x="10" y="16"/>
                        </a:lnTo>
                        <a:lnTo>
                          <a:pt x="0" y="0"/>
                        </a:lnTo>
                        <a:close/>
                      </a:path>
                    </a:pathLst>
                  </a:custGeom>
                  <a:solidFill>
                    <a:srgbClr val="606060"/>
                  </a:solidFill>
                  <a:ln w="3175">
                    <a:solidFill>
                      <a:srgbClr val="404040"/>
                    </a:solidFill>
                    <a:prstDash val="solid"/>
                    <a:round/>
                    <a:headEnd/>
                    <a:tailEnd/>
                  </a:ln>
                </p:spPr>
                <p:txBody>
                  <a:bodyPr/>
                  <a:lstStyle/>
                  <a:p>
                    <a:endParaRPr lang="en-US"/>
                  </a:p>
                </p:txBody>
              </p:sp>
              <p:grpSp>
                <p:nvGrpSpPr>
                  <p:cNvPr id="2543067" name="Group 22">
                    <a:extLst>
                      <a:ext uri="{FF2B5EF4-FFF2-40B4-BE49-F238E27FC236}">
                        <a16:creationId xmlns:a16="http://schemas.microsoft.com/office/drawing/2014/main" id="{008D4AED-2966-8D2D-C068-9C9C96A01F4C}"/>
                      </a:ext>
                    </a:extLst>
                  </p:cNvPr>
                  <p:cNvGrpSpPr>
                    <a:grpSpLocks/>
                  </p:cNvGrpSpPr>
                  <p:nvPr/>
                </p:nvGrpSpPr>
                <p:grpSpPr bwMode="auto">
                  <a:xfrm>
                    <a:off x="1387" y="2258"/>
                    <a:ext cx="89" cy="18"/>
                    <a:chOff x="1387" y="2258"/>
                    <a:chExt cx="89" cy="18"/>
                  </a:xfrm>
                </p:grpSpPr>
                <p:sp>
                  <p:nvSpPr>
                    <p:cNvPr id="2543069" name="Freeform 23">
                      <a:extLst>
                        <a:ext uri="{FF2B5EF4-FFF2-40B4-BE49-F238E27FC236}">
                          <a16:creationId xmlns:a16="http://schemas.microsoft.com/office/drawing/2014/main" id="{58F65061-6102-7E4F-337E-690340E4FC90}"/>
                        </a:ext>
                      </a:extLst>
                    </p:cNvPr>
                    <p:cNvSpPr>
                      <a:spLocks/>
                    </p:cNvSpPr>
                    <p:nvPr/>
                  </p:nvSpPr>
                  <p:spPr bwMode="auto">
                    <a:xfrm>
                      <a:off x="1387" y="2262"/>
                      <a:ext cx="80" cy="14"/>
                    </a:xfrm>
                    <a:custGeom>
                      <a:avLst/>
                      <a:gdLst>
                        <a:gd name="T0" fmla="*/ 0 w 80"/>
                        <a:gd name="T1" fmla="*/ 14 h 14"/>
                        <a:gd name="T2" fmla="*/ 12 w 80"/>
                        <a:gd name="T3" fmla="*/ 0 h 14"/>
                        <a:gd name="T4" fmla="*/ 80 w 80"/>
                        <a:gd name="T5" fmla="*/ 0 h 14"/>
                        <a:gd name="T6" fmla="*/ 80 w 80"/>
                        <a:gd name="T7" fmla="*/ 14 h 14"/>
                      </a:gdLst>
                      <a:ahLst/>
                      <a:cxnLst>
                        <a:cxn ang="0">
                          <a:pos x="T0" y="T1"/>
                        </a:cxn>
                        <a:cxn ang="0">
                          <a:pos x="T2" y="T3"/>
                        </a:cxn>
                        <a:cxn ang="0">
                          <a:pos x="T4" y="T5"/>
                        </a:cxn>
                        <a:cxn ang="0">
                          <a:pos x="T6" y="T7"/>
                        </a:cxn>
                      </a:cxnLst>
                      <a:rect l="0" t="0" r="r" b="b"/>
                      <a:pathLst>
                        <a:path w="80" h="14">
                          <a:moveTo>
                            <a:pt x="0" y="14"/>
                          </a:moveTo>
                          <a:lnTo>
                            <a:pt x="12" y="0"/>
                          </a:lnTo>
                          <a:lnTo>
                            <a:pt x="80" y="0"/>
                          </a:lnTo>
                          <a:lnTo>
                            <a:pt x="80" y="14"/>
                          </a:lnTo>
                        </a:path>
                      </a:pathLst>
                    </a:custGeom>
                    <a:noFill/>
                    <a:ln w="3175">
                      <a:solidFill>
                        <a:srgbClr val="40404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43070" name="Line 24">
                      <a:extLst>
                        <a:ext uri="{FF2B5EF4-FFF2-40B4-BE49-F238E27FC236}">
                          <a16:creationId xmlns:a16="http://schemas.microsoft.com/office/drawing/2014/main" id="{4871F8C4-9332-45B1-BC9C-20C6D40AD9A6}"/>
                        </a:ext>
                      </a:extLst>
                    </p:cNvPr>
                    <p:cNvSpPr>
                      <a:spLocks noChangeShapeType="1"/>
                    </p:cNvSpPr>
                    <p:nvPr/>
                  </p:nvSpPr>
                  <p:spPr bwMode="auto">
                    <a:xfrm>
                      <a:off x="1475" y="2258"/>
                      <a:ext cx="1" cy="18"/>
                    </a:xfrm>
                    <a:prstGeom prst="line">
                      <a:avLst/>
                    </a:prstGeom>
                    <a:noFill/>
                    <a:ln w="3175">
                      <a:solidFill>
                        <a:srgbClr val="40404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2543068" name="Line 25">
                    <a:extLst>
                      <a:ext uri="{FF2B5EF4-FFF2-40B4-BE49-F238E27FC236}">
                        <a16:creationId xmlns:a16="http://schemas.microsoft.com/office/drawing/2014/main" id="{D376C3B6-107B-B4E3-7F50-A19A060341B5}"/>
                      </a:ext>
                    </a:extLst>
                  </p:cNvPr>
                  <p:cNvSpPr>
                    <a:spLocks noChangeShapeType="1"/>
                  </p:cNvSpPr>
                  <p:nvPr/>
                </p:nvSpPr>
                <p:spPr bwMode="auto">
                  <a:xfrm>
                    <a:off x="1484" y="2276"/>
                    <a:ext cx="1" cy="63"/>
                  </a:xfrm>
                  <a:prstGeom prst="line">
                    <a:avLst/>
                  </a:prstGeom>
                  <a:noFill/>
                  <a:ln w="3175">
                    <a:solidFill>
                      <a:srgbClr val="20202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2543055" name="Group 26">
                <a:extLst>
                  <a:ext uri="{FF2B5EF4-FFF2-40B4-BE49-F238E27FC236}">
                    <a16:creationId xmlns:a16="http://schemas.microsoft.com/office/drawing/2014/main" id="{7077CCA9-8185-C3C4-D26C-6727BE988FF4}"/>
                  </a:ext>
                </a:extLst>
              </p:cNvPr>
              <p:cNvGrpSpPr>
                <a:grpSpLocks/>
              </p:cNvGrpSpPr>
              <p:nvPr/>
            </p:nvGrpSpPr>
            <p:grpSpPr bwMode="auto">
              <a:xfrm>
                <a:off x="1277" y="2267"/>
                <a:ext cx="86" cy="85"/>
                <a:chOff x="1277" y="2267"/>
                <a:chExt cx="86" cy="85"/>
              </a:xfrm>
            </p:grpSpPr>
            <p:sp>
              <p:nvSpPr>
                <p:cNvPr id="2543060" name="Oval 27">
                  <a:extLst>
                    <a:ext uri="{FF2B5EF4-FFF2-40B4-BE49-F238E27FC236}">
                      <a16:creationId xmlns:a16="http://schemas.microsoft.com/office/drawing/2014/main" id="{9991268E-63F3-47D4-5DA9-FF19B987178A}"/>
                    </a:ext>
                  </a:extLst>
                </p:cNvPr>
                <p:cNvSpPr>
                  <a:spLocks noChangeArrowheads="1"/>
                </p:cNvSpPr>
                <p:nvPr/>
              </p:nvSpPr>
              <p:spPr bwMode="auto">
                <a:xfrm>
                  <a:off x="1277" y="2267"/>
                  <a:ext cx="86" cy="85"/>
                </a:xfrm>
                <a:prstGeom prst="ellipse">
                  <a:avLst/>
                </a:prstGeom>
                <a:solidFill>
                  <a:srgbClr val="202020"/>
                </a:solidFill>
                <a:ln w="3175">
                  <a:solidFill>
                    <a:srgbClr val="000000"/>
                  </a:solidFill>
                  <a:round/>
                  <a:headEnd/>
                  <a:tailEnd/>
                </a:ln>
              </p:spPr>
              <p:txBody>
                <a:bodyPr/>
                <a:lstStyle/>
                <a:p>
                  <a:endParaRPr lang="en-US"/>
                </a:p>
              </p:txBody>
            </p:sp>
            <p:sp>
              <p:nvSpPr>
                <p:cNvPr id="2543061" name="Oval 28">
                  <a:extLst>
                    <a:ext uri="{FF2B5EF4-FFF2-40B4-BE49-F238E27FC236}">
                      <a16:creationId xmlns:a16="http://schemas.microsoft.com/office/drawing/2014/main" id="{A747D49E-CA60-1A8F-839C-32864B0D8222}"/>
                    </a:ext>
                  </a:extLst>
                </p:cNvPr>
                <p:cNvSpPr>
                  <a:spLocks noChangeArrowheads="1"/>
                </p:cNvSpPr>
                <p:nvPr/>
              </p:nvSpPr>
              <p:spPr bwMode="auto">
                <a:xfrm>
                  <a:off x="1289" y="2279"/>
                  <a:ext cx="60" cy="59"/>
                </a:xfrm>
                <a:prstGeom prst="ellipse">
                  <a:avLst/>
                </a:prstGeom>
                <a:solidFill>
                  <a:srgbClr val="A0A0A0"/>
                </a:solidFill>
                <a:ln w="3175">
                  <a:solidFill>
                    <a:srgbClr val="000000"/>
                  </a:solidFill>
                  <a:round/>
                  <a:headEnd/>
                  <a:tailEnd/>
                </a:ln>
              </p:spPr>
              <p:txBody>
                <a:bodyPr/>
                <a:lstStyle/>
                <a:p>
                  <a:endParaRPr lang="en-US"/>
                </a:p>
              </p:txBody>
            </p:sp>
            <p:sp>
              <p:nvSpPr>
                <p:cNvPr id="2543062" name="Oval 29">
                  <a:extLst>
                    <a:ext uri="{FF2B5EF4-FFF2-40B4-BE49-F238E27FC236}">
                      <a16:creationId xmlns:a16="http://schemas.microsoft.com/office/drawing/2014/main" id="{39EB6CD9-1357-9076-963C-29BB267BBB65}"/>
                    </a:ext>
                  </a:extLst>
                </p:cNvPr>
                <p:cNvSpPr>
                  <a:spLocks noChangeArrowheads="1"/>
                </p:cNvSpPr>
                <p:nvPr/>
              </p:nvSpPr>
              <p:spPr bwMode="auto">
                <a:xfrm>
                  <a:off x="1305" y="2297"/>
                  <a:ext cx="26" cy="25"/>
                </a:xfrm>
                <a:prstGeom prst="ellipse">
                  <a:avLst/>
                </a:prstGeom>
                <a:solidFill>
                  <a:srgbClr val="606060"/>
                </a:solidFill>
                <a:ln w="3175">
                  <a:solidFill>
                    <a:srgbClr val="000000"/>
                  </a:solidFill>
                  <a:round/>
                  <a:headEnd/>
                  <a:tailEnd/>
                </a:ln>
              </p:spPr>
              <p:txBody>
                <a:bodyPr/>
                <a:lstStyle/>
                <a:p>
                  <a:endParaRPr lang="en-US"/>
                </a:p>
              </p:txBody>
            </p:sp>
          </p:grpSp>
          <p:grpSp>
            <p:nvGrpSpPr>
              <p:cNvPr id="2543056" name="Group 30">
                <a:extLst>
                  <a:ext uri="{FF2B5EF4-FFF2-40B4-BE49-F238E27FC236}">
                    <a16:creationId xmlns:a16="http://schemas.microsoft.com/office/drawing/2014/main" id="{AB644825-0D79-0748-ADF2-C8050C10A22E}"/>
                  </a:ext>
                </a:extLst>
              </p:cNvPr>
              <p:cNvGrpSpPr>
                <a:grpSpLocks/>
              </p:cNvGrpSpPr>
              <p:nvPr/>
            </p:nvGrpSpPr>
            <p:grpSpPr bwMode="auto">
              <a:xfrm>
                <a:off x="1390" y="2267"/>
                <a:ext cx="86" cy="85"/>
                <a:chOff x="1390" y="2267"/>
                <a:chExt cx="86" cy="85"/>
              </a:xfrm>
            </p:grpSpPr>
            <p:sp>
              <p:nvSpPr>
                <p:cNvPr id="2543057" name="Oval 31">
                  <a:extLst>
                    <a:ext uri="{FF2B5EF4-FFF2-40B4-BE49-F238E27FC236}">
                      <a16:creationId xmlns:a16="http://schemas.microsoft.com/office/drawing/2014/main" id="{46247337-19B0-A2AA-E06B-E3880FB9DE0E}"/>
                    </a:ext>
                  </a:extLst>
                </p:cNvPr>
                <p:cNvSpPr>
                  <a:spLocks noChangeArrowheads="1"/>
                </p:cNvSpPr>
                <p:nvPr/>
              </p:nvSpPr>
              <p:spPr bwMode="auto">
                <a:xfrm>
                  <a:off x="1390" y="2267"/>
                  <a:ext cx="86" cy="85"/>
                </a:xfrm>
                <a:prstGeom prst="ellipse">
                  <a:avLst/>
                </a:prstGeom>
                <a:solidFill>
                  <a:srgbClr val="202020"/>
                </a:solidFill>
                <a:ln w="3175">
                  <a:solidFill>
                    <a:srgbClr val="000000"/>
                  </a:solidFill>
                  <a:round/>
                  <a:headEnd/>
                  <a:tailEnd/>
                </a:ln>
              </p:spPr>
              <p:txBody>
                <a:bodyPr/>
                <a:lstStyle/>
                <a:p>
                  <a:endParaRPr lang="en-US"/>
                </a:p>
              </p:txBody>
            </p:sp>
            <p:sp>
              <p:nvSpPr>
                <p:cNvPr id="2543058" name="Oval 32">
                  <a:extLst>
                    <a:ext uri="{FF2B5EF4-FFF2-40B4-BE49-F238E27FC236}">
                      <a16:creationId xmlns:a16="http://schemas.microsoft.com/office/drawing/2014/main" id="{B05D5598-7BD2-F936-029A-7444CEA1857A}"/>
                    </a:ext>
                  </a:extLst>
                </p:cNvPr>
                <p:cNvSpPr>
                  <a:spLocks noChangeArrowheads="1"/>
                </p:cNvSpPr>
                <p:nvPr/>
              </p:nvSpPr>
              <p:spPr bwMode="auto">
                <a:xfrm>
                  <a:off x="1404" y="2279"/>
                  <a:ext cx="60" cy="59"/>
                </a:xfrm>
                <a:prstGeom prst="ellipse">
                  <a:avLst/>
                </a:prstGeom>
                <a:solidFill>
                  <a:srgbClr val="A0A0A0"/>
                </a:solidFill>
                <a:ln w="3175">
                  <a:solidFill>
                    <a:srgbClr val="000000"/>
                  </a:solidFill>
                  <a:round/>
                  <a:headEnd/>
                  <a:tailEnd/>
                </a:ln>
              </p:spPr>
              <p:txBody>
                <a:bodyPr/>
                <a:lstStyle/>
                <a:p>
                  <a:endParaRPr lang="en-US"/>
                </a:p>
              </p:txBody>
            </p:sp>
            <p:sp>
              <p:nvSpPr>
                <p:cNvPr id="2543059" name="Oval 33">
                  <a:extLst>
                    <a:ext uri="{FF2B5EF4-FFF2-40B4-BE49-F238E27FC236}">
                      <a16:creationId xmlns:a16="http://schemas.microsoft.com/office/drawing/2014/main" id="{E6EC88E3-8D53-BB82-8366-F87E5FDAC342}"/>
                    </a:ext>
                  </a:extLst>
                </p:cNvPr>
                <p:cNvSpPr>
                  <a:spLocks noChangeArrowheads="1"/>
                </p:cNvSpPr>
                <p:nvPr/>
              </p:nvSpPr>
              <p:spPr bwMode="auto">
                <a:xfrm>
                  <a:off x="1420" y="2297"/>
                  <a:ext cx="26" cy="25"/>
                </a:xfrm>
                <a:prstGeom prst="ellipse">
                  <a:avLst/>
                </a:prstGeom>
                <a:solidFill>
                  <a:srgbClr val="606060"/>
                </a:solidFill>
                <a:ln w="3175">
                  <a:solidFill>
                    <a:srgbClr val="000000"/>
                  </a:solidFill>
                  <a:round/>
                  <a:headEnd/>
                  <a:tailEnd/>
                </a:ln>
              </p:spPr>
              <p:txBody>
                <a:bodyPr/>
                <a:lstStyle/>
                <a:p>
                  <a:endParaRPr lang="en-US"/>
                </a:p>
              </p:txBody>
            </p:sp>
          </p:grpSp>
        </p:grpSp>
      </p:grpSp>
      <p:grpSp>
        <p:nvGrpSpPr>
          <p:cNvPr id="2543081" name="Group 4">
            <a:extLst>
              <a:ext uri="{FF2B5EF4-FFF2-40B4-BE49-F238E27FC236}">
                <a16:creationId xmlns:a16="http://schemas.microsoft.com/office/drawing/2014/main" id="{461D2565-3C81-C75B-D8AB-56DE67F40364}"/>
              </a:ext>
            </a:extLst>
          </p:cNvPr>
          <p:cNvGrpSpPr>
            <a:grpSpLocks/>
          </p:cNvGrpSpPr>
          <p:nvPr/>
        </p:nvGrpSpPr>
        <p:grpSpPr bwMode="auto">
          <a:xfrm>
            <a:off x="3872575" y="4240093"/>
            <a:ext cx="448469" cy="205096"/>
            <a:chOff x="2256" y="2352"/>
            <a:chExt cx="933" cy="365"/>
          </a:xfrm>
        </p:grpSpPr>
        <p:grpSp>
          <p:nvGrpSpPr>
            <p:cNvPr id="2543082" name="Group 5">
              <a:extLst>
                <a:ext uri="{FF2B5EF4-FFF2-40B4-BE49-F238E27FC236}">
                  <a16:creationId xmlns:a16="http://schemas.microsoft.com/office/drawing/2014/main" id="{D3616A61-1526-3FCD-00FC-F15B4AF61AD5}"/>
                </a:ext>
              </a:extLst>
            </p:cNvPr>
            <p:cNvGrpSpPr>
              <a:grpSpLocks/>
            </p:cNvGrpSpPr>
            <p:nvPr/>
          </p:nvGrpSpPr>
          <p:grpSpPr bwMode="auto">
            <a:xfrm flipH="1">
              <a:off x="2256" y="2352"/>
              <a:ext cx="933" cy="249"/>
              <a:chOff x="693" y="2029"/>
              <a:chExt cx="836" cy="228"/>
            </a:xfrm>
          </p:grpSpPr>
          <p:sp>
            <p:nvSpPr>
              <p:cNvPr id="2543109" name="Rectangle 6">
                <a:extLst>
                  <a:ext uri="{FF2B5EF4-FFF2-40B4-BE49-F238E27FC236}">
                    <a16:creationId xmlns:a16="http://schemas.microsoft.com/office/drawing/2014/main" id="{EDA99598-F066-A16D-3D20-1953E59198A9}"/>
                  </a:ext>
                </a:extLst>
              </p:cNvPr>
              <p:cNvSpPr>
                <a:spLocks noChangeArrowheads="1"/>
              </p:cNvSpPr>
              <p:nvPr/>
            </p:nvSpPr>
            <p:spPr bwMode="auto">
              <a:xfrm>
                <a:off x="693" y="2029"/>
                <a:ext cx="836" cy="228"/>
              </a:xfrm>
              <a:prstGeom prst="rect">
                <a:avLst/>
              </a:prstGeom>
              <a:gradFill rotWithShape="0">
                <a:gsLst>
                  <a:gs pos="0">
                    <a:srgbClr val="037C03"/>
                  </a:gs>
                  <a:gs pos="50000">
                    <a:srgbClr val="037C03">
                      <a:gamma/>
                      <a:shade val="6275"/>
                      <a:invGamma/>
                    </a:srgbClr>
                  </a:gs>
                  <a:gs pos="100000">
                    <a:srgbClr val="037C03"/>
                  </a:gs>
                </a:gsLst>
                <a:lin ang="5400000" scaled="1"/>
              </a:gradFill>
              <a:ln w="3175">
                <a:solidFill>
                  <a:srgbClr val="000000"/>
                </a:solidFill>
                <a:miter lim="800000"/>
                <a:headEnd/>
                <a:tailEnd/>
              </a:ln>
            </p:spPr>
            <p:txBody>
              <a:bodyPr/>
              <a:lstStyle/>
              <a:p>
                <a:endParaRPr lang="en-US"/>
              </a:p>
            </p:txBody>
          </p:sp>
          <p:sp>
            <p:nvSpPr>
              <p:cNvPr id="2543110" name="Rectangle 7">
                <a:extLst>
                  <a:ext uri="{FF2B5EF4-FFF2-40B4-BE49-F238E27FC236}">
                    <a16:creationId xmlns:a16="http://schemas.microsoft.com/office/drawing/2014/main" id="{D63F5817-AE0F-EA49-3594-7882064270CC}"/>
                  </a:ext>
                </a:extLst>
              </p:cNvPr>
              <p:cNvSpPr>
                <a:spLocks noChangeArrowheads="1"/>
              </p:cNvSpPr>
              <p:nvPr/>
            </p:nvSpPr>
            <p:spPr bwMode="auto">
              <a:xfrm>
                <a:off x="693" y="2037"/>
                <a:ext cx="836" cy="213"/>
              </a:xfrm>
              <a:prstGeom prst="rect">
                <a:avLst/>
              </a:prstGeom>
              <a:solidFill>
                <a:srgbClr val="C5D3ED"/>
              </a:solidFill>
              <a:ln w="3175">
                <a:solidFill>
                  <a:srgbClr val="000000"/>
                </a:solidFill>
                <a:miter lim="800000"/>
                <a:headEnd/>
                <a:tailEnd/>
              </a:ln>
            </p:spPr>
            <p:txBody>
              <a:bodyPr/>
              <a:lstStyle/>
              <a:p>
                <a:endParaRPr lang="en-US" dirty="0"/>
              </a:p>
            </p:txBody>
          </p:sp>
        </p:grpSp>
        <p:grpSp>
          <p:nvGrpSpPr>
            <p:cNvPr id="2543083" name="Group 8">
              <a:extLst>
                <a:ext uri="{FF2B5EF4-FFF2-40B4-BE49-F238E27FC236}">
                  <a16:creationId xmlns:a16="http://schemas.microsoft.com/office/drawing/2014/main" id="{31E89A55-8399-5A15-D75F-FC1FBE68409D}"/>
                </a:ext>
              </a:extLst>
            </p:cNvPr>
            <p:cNvGrpSpPr>
              <a:grpSpLocks/>
            </p:cNvGrpSpPr>
            <p:nvPr/>
          </p:nvGrpSpPr>
          <p:grpSpPr bwMode="auto">
            <a:xfrm flipH="1">
              <a:off x="2413" y="2614"/>
              <a:ext cx="624" cy="103"/>
              <a:chOff x="926" y="2258"/>
              <a:chExt cx="559" cy="94"/>
            </a:xfrm>
          </p:grpSpPr>
          <p:grpSp>
            <p:nvGrpSpPr>
              <p:cNvPr id="2543084" name="Group 9">
                <a:extLst>
                  <a:ext uri="{FF2B5EF4-FFF2-40B4-BE49-F238E27FC236}">
                    <a16:creationId xmlns:a16="http://schemas.microsoft.com/office/drawing/2014/main" id="{DCF9545C-614A-244D-709F-7107EA78AF1F}"/>
                  </a:ext>
                </a:extLst>
              </p:cNvPr>
              <p:cNvGrpSpPr>
                <a:grpSpLocks/>
              </p:cNvGrpSpPr>
              <p:nvPr/>
            </p:nvGrpSpPr>
            <p:grpSpPr bwMode="auto">
              <a:xfrm>
                <a:off x="926" y="2258"/>
                <a:ext cx="559" cy="81"/>
                <a:chOff x="926" y="2258"/>
                <a:chExt cx="559" cy="81"/>
              </a:xfrm>
            </p:grpSpPr>
            <p:grpSp>
              <p:nvGrpSpPr>
                <p:cNvPr id="2543093" name="Group 10">
                  <a:extLst>
                    <a:ext uri="{FF2B5EF4-FFF2-40B4-BE49-F238E27FC236}">
                      <a16:creationId xmlns:a16="http://schemas.microsoft.com/office/drawing/2014/main" id="{4A5666EB-BB31-A8F6-FD05-D65160727CDB}"/>
                    </a:ext>
                  </a:extLst>
                </p:cNvPr>
                <p:cNvGrpSpPr>
                  <a:grpSpLocks/>
                </p:cNvGrpSpPr>
                <p:nvPr/>
              </p:nvGrpSpPr>
              <p:grpSpPr bwMode="auto">
                <a:xfrm>
                  <a:off x="926" y="2258"/>
                  <a:ext cx="67" cy="62"/>
                  <a:chOff x="926" y="2258"/>
                  <a:chExt cx="67" cy="62"/>
                </a:xfrm>
              </p:grpSpPr>
              <p:sp>
                <p:nvSpPr>
                  <p:cNvPr id="2543106" name="Freeform 11">
                    <a:extLst>
                      <a:ext uri="{FF2B5EF4-FFF2-40B4-BE49-F238E27FC236}">
                        <a16:creationId xmlns:a16="http://schemas.microsoft.com/office/drawing/2014/main" id="{62465047-3498-167C-7E7D-37013663A1D5}"/>
                      </a:ext>
                    </a:extLst>
                  </p:cNvPr>
                  <p:cNvSpPr>
                    <a:spLocks/>
                  </p:cNvSpPr>
                  <p:nvPr/>
                </p:nvSpPr>
                <p:spPr bwMode="auto">
                  <a:xfrm>
                    <a:off x="926" y="2258"/>
                    <a:ext cx="67" cy="10"/>
                  </a:xfrm>
                  <a:custGeom>
                    <a:avLst/>
                    <a:gdLst>
                      <a:gd name="T0" fmla="*/ 0 w 67"/>
                      <a:gd name="T1" fmla="*/ 0 h 10"/>
                      <a:gd name="T2" fmla="*/ 67 w 67"/>
                      <a:gd name="T3" fmla="*/ 0 h 10"/>
                      <a:gd name="T4" fmla="*/ 59 w 67"/>
                      <a:gd name="T5" fmla="*/ 10 h 10"/>
                      <a:gd name="T6" fmla="*/ 7 w 67"/>
                      <a:gd name="T7" fmla="*/ 10 h 10"/>
                      <a:gd name="T8" fmla="*/ 0 w 67"/>
                      <a:gd name="T9" fmla="*/ 0 h 10"/>
                    </a:gdLst>
                    <a:ahLst/>
                    <a:cxnLst>
                      <a:cxn ang="0">
                        <a:pos x="T0" y="T1"/>
                      </a:cxn>
                      <a:cxn ang="0">
                        <a:pos x="T2" y="T3"/>
                      </a:cxn>
                      <a:cxn ang="0">
                        <a:pos x="T4" y="T5"/>
                      </a:cxn>
                      <a:cxn ang="0">
                        <a:pos x="T6" y="T7"/>
                      </a:cxn>
                      <a:cxn ang="0">
                        <a:pos x="T8" y="T9"/>
                      </a:cxn>
                    </a:cxnLst>
                    <a:rect l="0" t="0" r="r" b="b"/>
                    <a:pathLst>
                      <a:path w="67" h="10">
                        <a:moveTo>
                          <a:pt x="0" y="0"/>
                        </a:moveTo>
                        <a:lnTo>
                          <a:pt x="67" y="0"/>
                        </a:lnTo>
                        <a:lnTo>
                          <a:pt x="59" y="10"/>
                        </a:lnTo>
                        <a:lnTo>
                          <a:pt x="7" y="10"/>
                        </a:lnTo>
                        <a:lnTo>
                          <a:pt x="0" y="0"/>
                        </a:lnTo>
                        <a:close/>
                      </a:path>
                    </a:pathLst>
                  </a:custGeom>
                  <a:solidFill>
                    <a:srgbClr val="606060"/>
                  </a:solidFill>
                  <a:ln w="3175">
                    <a:solidFill>
                      <a:srgbClr val="404040"/>
                    </a:solidFill>
                    <a:prstDash val="solid"/>
                    <a:round/>
                    <a:headEnd/>
                    <a:tailEnd/>
                  </a:ln>
                </p:spPr>
                <p:txBody>
                  <a:bodyPr/>
                  <a:lstStyle/>
                  <a:p>
                    <a:endParaRPr lang="en-US"/>
                  </a:p>
                </p:txBody>
              </p:sp>
              <p:sp>
                <p:nvSpPr>
                  <p:cNvPr id="2543107" name="Freeform 12">
                    <a:extLst>
                      <a:ext uri="{FF2B5EF4-FFF2-40B4-BE49-F238E27FC236}">
                        <a16:creationId xmlns:a16="http://schemas.microsoft.com/office/drawing/2014/main" id="{71CDFE09-C686-0BA6-DA89-BB01B65C81A2}"/>
                      </a:ext>
                    </a:extLst>
                  </p:cNvPr>
                  <p:cNvSpPr>
                    <a:spLocks/>
                  </p:cNvSpPr>
                  <p:nvPr/>
                </p:nvSpPr>
                <p:spPr bwMode="auto">
                  <a:xfrm>
                    <a:off x="941" y="2268"/>
                    <a:ext cx="34" cy="4"/>
                  </a:xfrm>
                  <a:custGeom>
                    <a:avLst/>
                    <a:gdLst>
                      <a:gd name="T0" fmla="*/ 0 w 34"/>
                      <a:gd name="T1" fmla="*/ 0 h 4"/>
                      <a:gd name="T2" fmla="*/ 34 w 34"/>
                      <a:gd name="T3" fmla="*/ 0 h 4"/>
                      <a:gd name="T4" fmla="*/ 30 w 34"/>
                      <a:gd name="T5" fmla="*/ 4 h 4"/>
                      <a:gd name="T6" fmla="*/ 4 w 34"/>
                      <a:gd name="T7" fmla="*/ 4 h 4"/>
                      <a:gd name="T8" fmla="*/ 0 w 34"/>
                      <a:gd name="T9" fmla="*/ 0 h 4"/>
                    </a:gdLst>
                    <a:ahLst/>
                    <a:cxnLst>
                      <a:cxn ang="0">
                        <a:pos x="T0" y="T1"/>
                      </a:cxn>
                      <a:cxn ang="0">
                        <a:pos x="T2" y="T3"/>
                      </a:cxn>
                      <a:cxn ang="0">
                        <a:pos x="T4" y="T5"/>
                      </a:cxn>
                      <a:cxn ang="0">
                        <a:pos x="T6" y="T7"/>
                      </a:cxn>
                      <a:cxn ang="0">
                        <a:pos x="T8" y="T9"/>
                      </a:cxn>
                    </a:cxnLst>
                    <a:rect l="0" t="0" r="r" b="b"/>
                    <a:pathLst>
                      <a:path w="34" h="4">
                        <a:moveTo>
                          <a:pt x="0" y="0"/>
                        </a:moveTo>
                        <a:lnTo>
                          <a:pt x="34" y="0"/>
                        </a:lnTo>
                        <a:lnTo>
                          <a:pt x="30" y="4"/>
                        </a:lnTo>
                        <a:lnTo>
                          <a:pt x="4" y="4"/>
                        </a:lnTo>
                        <a:lnTo>
                          <a:pt x="0" y="0"/>
                        </a:lnTo>
                        <a:close/>
                      </a:path>
                    </a:pathLst>
                  </a:custGeom>
                  <a:solidFill>
                    <a:srgbClr val="606060"/>
                  </a:solidFill>
                  <a:ln w="3175">
                    <a:solidFill>
                      <a:srgbClr val="404040"/>
                    </a:solidFill>
                    <a:prstDash val="solid"/>
                    <a:round/>
                    <a:headEnd/>
                    <a:tailEnd/>
                  </a:ln>
                </p:spPr>
                <p:txBody>
                  <a:bodyPr/>
                  <a:lstStyle/>
                  <a:p>
                    <a:endParaRPr lang="en-US"/>
                  </a:p>
                </p:txBody>
              </p:sp>
              <p:sp>
                <p:nvSpPr>
                  <p:cNvPr id="2543108" name="Rectangle 13">
                    <a:extLst>
                      <a:ext uri="{FF2B5EF4-FFF2-40B4-BE49-F238E27FC236}">
                        <a16:creationId xmlns:a16="http://schemas.microsoft.com/office/drawing/2014/main" id="{09311682-F4C7-BA46-C7D1-CB22411A92E2}"/>
                      </a:ext>
                    </a:extLst>
                  </p:cNvPr>
                  <p:cNvSpPr>
                    <a:spLocks noChangeArrowheads="1"/>
                  </p:cNvSpPr>
                  <p:nvPr/>
                </p:nvSpPr>
                <p:spPr bwMode="auto">
                  <a:xfrm>
                    <a:off x="956" y="2273"/>
                    <a:ext cx="6" cy="47"/>
                  </a:xfrm>
                  <a:prstGeom prst="rect">
                    <a:avLst/>
                  </a:prstGeom>
                  <a:solidFill>
                    <a:srgbClr val="606060"/>
                  </a:solidFill>
                  <a:ln w="3175">
                    <a:solidFill>
                      <a:srgbClr val="404040"/>
                    </a:solidFill>
                    <a:miter lim="800000"/>
                    <a:headEnd/>
                    <a:tailEnd/>
                  </a:ln>
                </p:spPr>
                <p:txBody>
                  <a:bodyPr/>
                  <a:lstStyle/>
                  <a:p>
                    <a:endParaRPr lang="en-US"/>
                  </a:p>
                </p:txBody>
              </p:sp>
            </p:grpSp>
            <p:grpSp>
              <p:nvGrpSpPr>
                <p:cNvPr id="2543094" name="Group 14">
                  <a:extLst>
                    <a:ext uri="{FF2B5EF4-FFF2-40B4-BE49-F238E27FC236}">
                      <a16:creationId xmlns:a16="http://schemas.microsoft.com/office/drawing/2014/main" id="{F662CCEA-2CD1-5598-D7A5-82F4A7C5BA70}"/>
                    </a:ext>
                  </a:extLst>
                </p:cNvPr>
                <p:cNvGrpSpPr>
                  <a:grpSpLocks/>
                </p:cNvGrpSpPr>
                <p:nvPr/>
              </p:nvGrpSpPr>
              <p:grpSpPr bwMode="auto">
                <a:xfrm>
                  <a:off x="1264" y="2258"/>
                  <a:ext cx="107" cy="81"/>
                  <a:chOff x="1264" y="2258"/>
                  <a:chExt cx="107" cy="81"/>
                </a:xfrm>
              </p:grpSpPr>
              <p:sp>
                <p:nvSpPr>
                  <p:cNvPr id="2543101" name="Freeform 15">
                    <a:extLst>
                      <a:ext uri="{FF2B5EF4-FFF2-40B4-BE49-F238E27FC236}">
                        <a16:creationId xmlns:a16="http://schemas.microsoft.com/office/drawing/2014/main" id="{50DA6A03-257E-C2C9-B31A-492495FB07BC}"/>
                      </a:ext>
                    </a:extLst>
                  </p:cNvPr>
                  <p:cNvSpPr>
                    <a:spLocks/>
                  </p:cNvSpPr>
                  <p:nvPr/>
                </p:nvSpPr>
                <p:spPr bwMode="auto">
                  <a:xfrm>
                    <a:off x="1264" y="2260"/>
                    <a:ext cx="106" cy="16"/>
                  </a:xfrm>
                  <a:custGeom>
                    <a:avLst/>
                    <a:gdLst>
                      <a:gd name="T0" fmla="*/ 0 w 106"/>
                      <a:gd name="T1" fmla="*/ 0 h 16"/>
                      <a:gd name="T2" fmla="*/ 106 w 106"/>
                      <a:gd name="T3" fmla="*/ 0 h 16"/>
                      <a:gd name="T4" fmla="*/ 106 w 106"/>
                      <a:gd name="T5" fmla="*/ 16 h 16"/>
                      <a:gd name="T6" fmla="*/ 8 w 106"/>
                      <a:gd name="T7" fmla="*/ 16 h 16"/>
                      <a:gd name="T8" fmla="*/ 0 w 106"/>
                      <a:gd name="T9" fmla="*/ 0 h 16"/>
                    </a:gdLst>
                    <a:ahLst/>
                    <a:cxnLst>
                      <a:cxn ang="0">
                        <a:pos x="T0" y="T1"/>
                      </a:cxn>
                      <a:cxn ang="0">
                        <a:pos x="T2" y="T3"/>
                      </a:cxn>
                      <a:cxn ang="0">
                        <a:pos x="T4" y="T5"/>
                      </a:cxn>
                      <a:cxn ang="0">
                        <a:pos x="T6" y="T7"/>
                      </a:cxn>
                      <a:cxn ang="0">
                        <a:pos x="T8" y="T9"/>
                      </a:cxn>
                    </a:cxnLst>
                    <a:rect l="0" t="0" r="r" b="b"/>
                    <a:pathLst>
                      <a:path w="106" h="16">
                        <a:moveTo>
                          <a:pt x="0" y="0"/>
                        </a:moveTo>
                        <a:lnTo>
                          <a:pt x="106" y="0"/>
                        </a:lnTo>
                        <a:lnTo>
                          <a:pt x="106" y="16"/>
                        </a:lnTo>
                        <a:lnTo>
                          <a:pt x="8" y="16"/>
                        </a:lnTo>
                        <a:lnTo>
                          <a:pt x="0" y="0"/>
                        </a:lnTo>
                        <a:close/>
                      </a:path>
                    </a:pathLst>
                  </a:custGeom>
                  <a:solidFill>
                    <a:srgbClr val="606060"/>
                  </a:solidFill>
                  <a:ln w="3175">
                    <a:solidFill>
                      <a:srgbClr val="404040"/>
                    </a:solidFill>
                    <a:prstDash val="solid"/>
                    <a:round/>
                    <a:headEnd/>
                    <a:tailEnd/>
                  </a:ln>
                </p:spPr>
                <p:txBody>
                  <a:bodyPr/>
                  <a:lstStyle/>
                  <a:p>
                    <a:endParaRPr lang="en-US"/>
                  </a:p>
                </p:txBody>
              </p:sp>
              <p:grpSp>
                <p:nvGrpSpPr>
                  <p:cNvPr id="2543102" name="Group 16">
                    <a:extLst>
                      <a:ext uri="{FF2B5EF4-FFF2-40B4-BE49-F238E27FC236}">
                        <a16:creationId xmlns:a16="http://schemas.microsoft.com/office/drawing/2014/main" id="{ECBF7194-8917-B2A9-AEF0-A952C8244FD7}"/>
                      </a:ext>
                    </a:extLst>
                  </p:cNvPr>
                  <p:cNvGrpSpPr>
                    <a:grpSpLocks/>
                  </p:cNvGrpSpPr>
                  <p:nvPr/>
                </p:nvGrpSpPr>
                <p:grpSpPr bwMode="auto">
                  <a:xfrm>
                    <a:off x="1272" y="2258"/>
                    <a:ext cx="91" cy="18"/>
                    <a:chOff x="1272" y="2258"/>
                    <a:chExt cx="91" cy="18"/>
                  </a:xfrm>
                </p:grpSpPr>
                <p:sp>
                  <p:nvSpPr>
                    <p:cNvPr id="2543104" name="Freeform 17">
                      <a:extLst>
                        <a:ext uri="{FF2B5EF4-FFF2-40B4-BE49-F238E27FC236}">
                          <a16:creationId xmlns:a16="http://schemas.microsoft.com/office/drawing/2014/main" id="{6145A845-BB84-94D7-286F-E6FC614D95D7}"/>
                        </a:ext>
                      </a:extLst>
                    </p:cNvPr>
                    <p:cNvSpPr>
                      <a:spLocks/>
                    </p:cNvSpPr>
                    <p:nvPr/>
                  </p:nvSpPr>
                  <p:spPr bwMode="auto">
                    <a:xfrm>
                      <a:off x="1272" y="2262"/>
                      <a:ext cx="80" cy="14"/>
                    </a:xfrm>
                    <a:custGeom>
                      <a:avLst/>
                      <a:gdLst>
                        <a:gd name="T0" fmla="*/ 0 w 80"/>
                        <a:gd name="T1" fmla="*/ 14 h 14"/>
                        <a:gd name="T2" fmla="*/ 12 w 80"/>
                        <a:gd name="T3" fmla="*/ 0 h 14"/>
                        <a:gd name="T4" fmla="*/ 80 w 80"/>
                        <a:gd name="T5" fmla="*/ 0 h 14"/>
                        <a:gd name="T6" fmla="*/ 80 w 80"/>
                        <a:gd name="T7" fmla="*/ 14 h 14"/>
                      </a:gdLst>
                      <a:ahLst/>
                      <a:cxnLst>
                        <a:cxn ang="0">
                          <a:pos x="T0" y="T1"/>
                        </a:cxn>
                        <a:cxn ang="0">
                          <a:pos x="T2" y="T3"/>
                        </a:cxn>
                        <a:cxn ang="0">
                          <a:pos x="T4" y="T5"/>
                        </a:cxn>
                        <a:cxn ang="0">
                          <a:pos x="T6" y="T7"/>
                        </a:cxn>
                      </a:cxnLst>
                      <a:rect l="0" t="0" r="r" b="b"/>
                      <a:pathLst>
                        <a:path w="80" h="14">
                          <a:moveTo>
                            <a:pt x="0" y="14"/>
                          </a:moveTo>
                          <a:lnTo>
                            <a:pt x="12" y="0"/>
                          </a:lnTo>
                          <a:lnTo>
                            <a:pt x="80" y="0"/>
                          </a:lnTo>
                          <a:lnTo>
                            <a:pt x="80" y="14"/>
                          </a:lnTo>
                        </a:path>
                      </a:pathLst>
                    </a:custGeom>
                    <a:noFill/>
                    <a:ln w="3175">
                      <a:solidFill>
                        <a:srgbClr val="40404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43105" name="Line 18">
                      <a:extLst>
                        <a:ext uri="{FF2B5EF4-FFF2-40B4-BE49-F238E27FC236}">
                          <a16:creationId xmlns:a16="http://schemas.microsoft.com/office/drawing/2014/main" id="{14F162C4-476F-AF59-5E45-62BE8AB7CCD1}"/>
                        </a:ext>
                      </a:extLst>
                    </p:cNvPr>
                    <p:cNvSpPr>
                      <a:spLocks noChangeShapeType="1"/>
                    </p:cNvSpPr>
                    <p:nvPr/>
                  </p:nvSpPr>
                  <p:spPr bwMode="auto">
                    <a:xfrm>
                      <a:off x="1362" y="2258"/>
                      <a:ext cx="1" cy="18"/>
                    </a:xfrm>
                    <a:prstGeom prst="line">
                      <a:avLst/>
                    </a:prstGeom>
                    <a:noFill/>
                    <a:ln w="3175">
                      <a:solidFill>
                        <a:srgbClr val="40404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2543103" name="Line 19">
                    <a:extLst>
                      <a:ext uri="{FF2B5EF4-FFF2-40B4-BE49-F238E27FC236}">
                        <a16:creationId xmlns:a16="http://schemas.microsoft.com/office/drawing/2014/main" id="{E1BB2D9F-5C30-99E8-0B46-B7183382E174}"/>
                      </a:ext>
                    </a:extLst>
                  </p:cNvPr>
                  <p:cNvSpPr>
                    <a:spLocks noChangeShapeType="1"/>
                  </p:cNvSpPr>
                  <p:nvPr/>
                </p:nvSpPr>
                <p:spPr bwMode="auto">
                  <a:xfrm>
                    <a:off x="1370" y="2276"/>
                    <a:ext cx="1" cy="63"/>
                  </a:xfrm>
                  <a:prstGeom prst="line">
                    <a:avLst/>
                  </a:prstGeom>
                  <a:noFill/>
                  <a:ln w="3175">
                    <a:solidFill>
                      <a:srgbClr val="20202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2543095" name="Group 20">
                  <a:extLst>
                    <a:ext uri="{FF2B5EF4-FFF2-40B4-BE49-F238E27FC236}">
                      <a16:creationId xmlns:a16="http://schemas.microsoft.com/office/drawing/2014/main" id="{84A95378-0F8C-B7C5-1C5F-06CD741AFC3B}"/>
                    </a:ext>
                  </a:extLst>
                </p:cNvPr>
                <p:cNvGrpSpPr>
                  <a:grpSpLocks/>
                </p:cNvGrpSpPr>
                <p:nvPr/>
              </p:nvGrpSpPr>
              <p:grpSpPr bwMode="auto">
                <a:xfrm>
                  <a:off x="1377" y="2258"/>
                  <a:ext cx="108" cy="81"/>
                  <a:chOff x="1377" y="2258"/>
                  <a:chExt cx="108" cy="81"/>
                </a:xfrm>
              </p:grpSpPr>
              <p:sp>
                <p:nvSpPr>
                  <p:cNvPr id="2543096" name="Freeform 21">
                    <a:extLst>
                      <a:ext uri="{FF2B5EF4-FFF2-40B4-BE49-F238E27FC236}">
                        <a16:creationId xmlns:a16="http://schemas.microsoft.com/office/drawing/2014/main" id="{D9F72F13-5EBC-D381-71CA-586D9C203D9E}"/>
                      </a:ext>
                    </a:extLst>
                  </p:cNvPr>
                  <p:cNvSpPr>
                    <a:spLocks/>
                  </p:cNvSpPr>
                  <p:nvPr/>
                </p:nvSpPr>
                <p:spPr bwMode="auto">
                  <a:xfrm>
                    <a:off x="1377" y="2260"/>
                    <a:ext cx="107" cy="16"/>
                  </a:xfrm>
                  <a:custGeom>
                    <a:avLst/>
                    <a:gdLst>
                      <a:gd name="T0" fmla="*/ 0 w 107"/>
                      <a:gd name="T1" fmla="*/ 0 h 16"/>
                      <a:gd name="T2" fmla="*/ 107 w 107"/>
                      <a:gd name="T3" fmla="*/ 0 h 16"/>
                      <a:gd name="T4" fmla="*/ 107 w 107"/>
                      <a:gd name="T5" fmla="*/ 16 h 16"/>
                      <a:gd name="T6" fmla="*/ 10 w 107"/>
                      <a:gd name="T7" fmla="*/ 16 h 16"/>
                      <a:gd name="T8" fmla="*/ 0 w 107"/>
                      <a:gd name="T9" fmla="*/ 0 h 16"/>
                    </a:gdLst>
                    <a:ahLst/>
                    <a:cxnLst>
                      <a:cxn ang="0">
                        <a:pos x="T0" y="T1"/>
                      </a:cxn>
                      <a:cxn ang="0">
                        <a:pos x="T2" y="T3"/>
                      </a:cxn>
                      <a:cxn ang="0">
                        <a:pos x="T4" y="T5"/>
                      </a:cxn>
                      <a:cxn ang="0">
                        <a:pos x="T6" y="T7"/>
                      </a:cxn>
                      <a:cxn ang="0">
                        <a:pos x="T8" y="T9"/>
                      </a:cxn>
                    </a:cxnLst>
                    <a:rect l="0" t="0" r="r" b="b"/>
                    <a:pathLst>
                      <a:path w="107" h="16">
                        <a:moveTo>
                          <a:pt x="0" y="0"/>
                        </a:moveTo>
                        <a:lnTo>
                          <a:pt x="107" y="0"/>
                        </a:lnTo>
                        <a:lnTo>
                          <a:pt x="107" y="16"/>
                        </a:lnTo>
                        <a:lnTo>
                          <a:pt x="10" y="16"/>
                        </a:lnTo>
                        <a:lnTo>
                          <a:pt x="0" y="0"/>
                        </a:lnTo>
                        <a:close/>
                      </a:path>
                    </a:pathLst>
                  </a:custGeom>
                  <a:solidFill>
                    <a:srgbClr val="606060"/>
                  </a:solidFill>
                  <a:ln w="3175">
                    <a:solidFill>
                      <a:srgbClr val="404040"/>
                    </a:solidFill>
                    <a:prstDash val="solid"/>
                    <a:round/>
                    <a:headEnd/>
                    <a:tailEnd/>
                  </a:ln>
                </p:spPr>
                <p:txBody>
                  <a:bodyPr/>
                  <a:lstStyle/>
                  <a:p>
                    <a:endParaRPr lang="en-US"/>
                  </a:p>
                </p:txBody>
              </p:sp>
              <p:grpSp>
                <p:nvGrpSpPr>
                  <p:cNvPr id="2543097" name="Group 22">
                    <a:extLst>
                      <a:ext uri="{FF2B5EF4-FFF2-40B4-BE49-F238E27FC236}">
                        <a16:creationId xmlns:a16="http://schemas.microsoft.com/office/drawing/2014/main" id="{ED83205C-51B3-9A41-3CC3-22BD9D8CC736}"/>
                      </a:ext>
                    </a:extLst>
                  </p:cNvPr>
                  <p:cNvGrpSpPr>
                    <a:grpSpLocks/>
                  </p:cNvGrpSpPr>
                  <p:nvPr/>
                </p:nvGrpSpPr>
                <p:grpSpPr bwMode="auto">
                  <a:xfrm>
                    <a:off x="1387" y="2258"/>
                    <a:ext cx="89" cy="18"/>
                    <a:chOff x="1387" y="2258"/>
                    <a:chExt cx="89" cy="18"/>
                  </a:xfrm>
                </p:grpSpPr>
                <p:sp>
                  <p:nvSpPr>
                    <p:cNvPr id="2543099" name="Freeform 23">
                      <a:extLst>
                        <a:ext uri="{FF2B5EF4-FFF2-40B4-BE49-F238E27FC236}">
                          <a16:creationId xmlns:a16="http://schemas.microsoft.com/office/drawing/2014/main" id="{C44577E0-C093-DE89-DB82-6C290FEE73FF}"/>
                        </a:ext>
                      </a:extLst>
                    </p:cNvPr>
                    <p:cNvSpPr>
                      <a:spLocks/>
                    </p:cNvSpPr>
                    <p:nvPr/>
                  </p:nvSpPr>
                  <p:spPr bwMode="auto">
                    <a:xfrm>
                      <a:off x="1387" y="2262"/>
                      <a:ext cx="80" cy="14"/>
                    </a:xfrm>
                    <a:custGeom>
                      <a:avLst/>
                      <a:gdLst>
                        <a:gd name="T0" fmla="*/ 0 w 80"/>
                        <a:gd name="T1" fmla="*/ 14 h 14"/>
                        <a:gd name="T2" fmla="*/ 12 w 80"/>
                        <a:gd name="T3" fmla="*/ 0 h 14"/>
                        <a:gd name="T4" fmla="*/ 80 w 80"/>
                        <a:gd name="T5" fmla="*/ 0 h 14"/>
                        <a:gd name="T6" fmla="*/ 80 w 80"/>
                        <a:gd name="T7" fmla="*/ 14 h 14"/>
                      </a:gdLst>
                      <a:ahLst/>
                      <a:cxnLst>
                        <a:cxn ang="0">
                          <a:pos x="T0" y="T1"/>
                        </a:cxn>
                        <a:cxn ang="0">
                          <a:pos x="T2" y="T3"/>
                        </a:cxn>
                        <a:cxn ang="0">
                          <a:pos x="T4" y="T5"/>
                        </a:cxn>
                        <a:cxn ang="0">
                          <a:pos x="T6" y="T7"/>
                        </a:cxn>
                      </a:cxnLst>
                      <a:rect l="0" t="0" r="r" b="b"/>
                      <a:pathLst>
                        <a:path w="80" h="14">
                          <a:moveTo>
                            <a:pt x="0" y="14"/>
                          </a:moveTo>
                          <a:lnTo>
                            <a:pt x="12" y="0"/>
                          </a:lnTo>
                          <a:lnTo>
                            <a:pt x="80" y="0"/>
                          </a:lnTo>
                          <a:lnTo>
                            <a:pt x="80" y="14"/>
                          </a:lnTo>
                        </a:path>
                      </a:pathLst>
                    </a:custGeom>
                    <a:noFill/>
                    <a:ln w="3175">
                      <a:solidFill>
                        <a:srgbClr val="40404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43100" name="Line 24">
                      <a:extLst>
                        <a:ext uri="{FF2B5EF4-FFF2-40B4-BE49-F238E27FC236}">
                          <a16:creationId xmlns:a16="http://schemas.microsoft.com/office/drawing/2014/main" id="{736484E4-EDD1-B0EC-A48D-01CD3D2F013E}"/>
                        </a:ext>
                      </a:extLst>
                    </p:cNvPr>
                    <p:cNvSpPr>
                      <a:spLocks noChangeShapeType="1"/>
                    </p:cNvSpPr>
                    <p:nvPr/>
                  </p:nvSpPr>
                  <p:spPr bwMode="auto">
                    <a:xfrm>
                      <a:off x="1475" y="2258"/>
                      <a:ext cx="1" cy="18"/>
                    </a:xfrm>
                    <a:prstGeom prst="line">
                      <a:avLst/>
                    </a:prstGeom>
                    <a:noFill/>
                    <a:ln w="3175">
                      <a:solidFill>
                        <a:srgbClr val="40404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2543098" name="Line 25">
                    <a:extLst>
                      <a:ext uri="{FF2B5EF4-FFF2-40B4-BE49-F238E27FC236}">
                        <a16:creationId xmlns:a16="http://schemas.microsoft.com/office/drawing/2014/main" id="{494617AA-29CA-E043-2F47-654E8BAACDD5}"/>
                      </a:ext>
                    </a:extLst>
                  </p:cNvPr>
                  <p:cNvSpPr>
                    <a:spLocks noChangeShapeType="1"/>
                  </p:cNvSpPr>
                  <p:nvPr/>
                </p:nvSpPr>
                <p:spPr bwMode="auto">
                  <a:xfrm>
                    <a:off x="1484" y="2276"/>
                    <a:ext cx="1" cy="63"/>
                  </a:xfrm>
                  <a:prstGeom prst="line">
                    <a:avLst/>
                  </a:prstGeom>
                  <a:noFill/>
                  <a:ln w="3175">
                    <a:solidFill>
                      <a:srgbClr val="20202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2543085" name="Group 26">
                <a:extLst>
                  <a:ext uri="{FF2B5EF4-FFF2-40B4-BE49-F238E27FC236}">
                    <a16:creationId xmlns:a16="http://schemas.microsoft.com/office/drawing/2014/main" id="{61E730E7-4184-7AFC-36DE-CE7E2E9100DC}"/>
                  </a:ext>
                </a:extLst>
              </p:cNvPr>
              <p:cNvGrpSpPr>
                <a:grpSpLocks/>
              </p:cNvGrpSpPr>
              <p:nvPr/>
            </p:nvGrpSpPr>
            <p:grpSpPr bwMode="auto">
              <a:xfrm>
                <a:off x="1277" y="2267"/>
                <a:ext cx="86" cy="85"/>
                <a:chOff x="1277" y="2267"/>
                <a:chExt cx="86" cy="85"/>
              </a:xfrm>
            </p:grpSpPr>
            <p:sp>
              <p:nvSpPr>
                <p:cNvPr id="2543090" name="Oval 27">
                  <a:extLst>
                    <a:ext uri="{FF2B5EF4-FFF2-40B4-BE49-F238E27FC236}">
                      <a16:creationId xmlns:a16="http://schemas.microsoft.com/office/drawing/2014/main" id="{BDE1135D-9C87-F8C4-EA9B-C6A5D2F7E424}"/>
                    </a:ext>
                  </a:extLst>
                </p:cNvPr>
                <p:cNvSpPr>
                  <a:spLocks noChangeArrowheads="1"/>
                </p:cNvSpPr>
                <p:nvPr/>
              </p:nvSpPr>
              <p:spPr bwMode="auto">
                <a:xfrm>
                  <a:off x="1277" y="2267"/>
                  <a:ext cx="86" cy="85"/>
                </a:xfrm>
                <a:prstGeom prst="ellipse">
                  <a:avLst/>
                </a:prstGeom>
                <a:solidFill>
                  <a:srgbClr val="202020"/>
                </a:solidFill>
                <a:ln w="3175">
                  <a:solidFill>
                    <a:srgbClr val="000000"/>
                  </a:solidFill>
                  <a:round/>
                  <a:headEnd/>
                  <a:tailEnd/>
                </a:ln>
              </p:spPr>
              <p:txBody>
                <a:bodyPr/>
                <a:lstStyle/>
                <a:p>
                  <a:endParaRPr lang="en-US"/>
                </a:p>
              </p:txBody>
            </p:sp>
            <p:sp>
              <p:nvSpPr>
                <p:cNvPr id="2543091" name="Oval 28">
                  <a:extLst>
                    <a:ext uri="{FF2B5EF4-FFF2-40B4-BE49-F238E27FC236}">
                      <a16:creationId xmlns:a16="http://schemas.microsoft.com/office/drawing/2014/main" id="{4C381C86-248F-B004-8369-EA21089AE4FD}"/>
                    </a:ext>
                  </a:extLst>
                </p:cNvPr>
                <p:cNvSpPr>
                  <a:spLocks noChangeArrowheads="1"/>
                </p:cNvSpPr>
                <p:nvPr/>
              </p:nvSpPr>
              <p:spPr bwMode="auto">
                <a:xfrm>
                  <a:off x="1289" y="2279"/>
                  <a:ext cx="60" cy="59"/>
                </a:xfrm>
                <a:prstGeom prst="ellipse">
                  <a:avLst/>
                </a:prstGeom>
                <a:solidFill>
                  <a:srgbClr val="A0A0A0"/>
                </a:solidFill>
                <a:ln w="3175">
                  <a:solidFill>
                    <a:srgbClr val="000000"/>
                  </a:solidFill>
                  <a:round/>
                  <a:headEnd/>
                  <a:tailEnd/>
                </a:ln>
              </p:spPr>
              <p:txBody>
                <a:bodyPr/>
                <a:lstStyle/>
                <a:p>
                  <a:endParaRPr lang="en-US"/>
                </a:p>
              </p:txBody>
            </p:sp>
            <p:sp>
              <p:nvSpPr>
                <p:cNvPr id="2543092" name="Oval 29">
                  <a:extLst>
                    <a:ext uri="{FF2B5EF4-FFF2-40B4-BE49-F238E27FC236}">
                      <a16:creationId xmlns:a16="http://schemas.microsoft.com/office/drawing/2014/main" id="{E5C6615D-BDE7-4B32-3003-42B2E438D9A6}"/>
                    </a:ext>
                  </a:extLst>
                </p:cNvPr>
                <p:cNvSpPr>
                  <a:spLocks noChangeArrowheads="1"/>
                </p:cNvSpPr>
                <p:nvPr/>
              </p:nvSpPr>
              <p:spPr bwMode="auto">
                <a:xfrm>
                  <a:off x="1305" y="2297"/>
                  <a:ext cx="26" cy="25"/>
                </a:xfrm>
                <a:prstGeom prst="ellipse">
                  <a:avLst/>
                </a:prstGeom>
                <a:solidFill>
                  <a:srgbClr val="606060"/>
                </a:solidFill>
                <a:ln w="3175">
                  <a:solidFill>
                    <a:srgbClr val="000000"/>
                  </a:solidFill>
                  <a:round/>
                  <a:headEnd/>
                  <a:tailEnd/>
                </a:ln>
              </p:spPr>
              <p:txBody>
                <a:bodyPr/>
                <a:lstStyle/>
                <a:p>
                  <a:endParaRPr lang="en-US"/>
                </a:p>
              </p:txBody>
            </p:sp>
          </p:grpSp>
          <p:grpSp>
            <p:nvGrpSpPr>
              <p:cNvPr id="2543086" name="Group 30">
                <a:extLst>
                  <a:ext uri="{FF2B5EF4-FFF2-40B4-BE49-F238E27FC236}">
                    <a16:creationId xmlns:a16="http://schemas.microsoft.com/office/drawing/2014/main" id="{160C71EC-3990-A857-388B-0791B7BBD23F}"/>
                  </a:ext>
                </a:extLst>
              </p:cNvPr>
              <p:cNvGrpSpPr>
                <a:grpSpLocks/>
              </p:cNvGrpSpPr>
              <p:nvPr/>
            </p:nvGrpSpPr>
            <p:grpSpPr bwMode="auto">
              <a:xfrm>
                <a:off x="1390" y="2267"/>
                <a:ext cx="86" cy="85"/>
                <a:chOff x="1390" y="2267"/>
                <a:chExt cx="86" cy="85"/>
              </a:xfrm>
            </p:grpSpPr>
            <p:sp>
              <p:nvSpPr>
                <p:cNvPr id="2543087" name="Oval 31">
                  <a:extLst>
                    <a:ext uri="{FF2B5EF4-FFF2-40B4-BE49-F238E27FC236}">
                      <a16:creationId xmlns:a16="http://schemas.microsoft.com/office/drawing/2014/main" id="{16ABFA96-F393-2432-7D6C-87D2955EA2C1}"/>
                    </a:ext>
                  </a:extLst>
                </p:cNvPr>
                <p:cNvSpPr>
                  <a:spLocks noChangeArrowheads="1"/>
                </p:cNvSpPr>
                <p:nvPr/>
              </p:nvSpPr>
              <p:spPr bwMode="auto">
                <a:xfrm>
                  <a:off x="1390" y="2267"/>
                  <a:ext cx="86" cy="85"/>
                </a:xfrm>
                <a:prstGeom prst="ellipse">
                  <a:avLst/>
                </a:prstGeom>
                <a:solidFill>
                  <a:srgbClr val="202020"/>
                </a:solidFill>
                <a:ln w="3175">
                  <a:solidFill>
                    <a:srgbClr val="000000"/>
                  </a:solidFill>
                  <a:round/>
                  <a:headEnd/>
                  <a:tailEnd/>
                </a:ln>
              </p:spPr>
              <p:txBody>
                <a:bodyPr/>
                <a:lstStyle/>
                <a:p>
                  <a:endParaRPr lang="en-US"/>
                </a:p>
              </p:txBody>
            </p:sp>
            <p:sp>
              <p:nvSpPr>
                <p:cNvPr id="2543088" name="Oval 32">
                  <a:extLst>
                    <a:ext uri="{FF2B5EF4-FFF2-40B4-BE49-F238E27FC236}">
                      <a16:creationId xmlns:a16="http://schemas.microsoft.com/office/drawing/2014/main" id="{32F498DC-6231-556D-1E86-2ABBABCFEBEA}"/>
                    </a:ext>
                  </a:extLst>
                </p:cNvPr>
                <p:cNvSpPr>
                  <a:spLocks noChangeArrowheads="1"/>
                </p:cNvSpPr>
                <p:nvPr/>
              </p:nvSpPr>
              <p:spPr bwMode="auto">
                <a:xfrm>
                  <a:off x="1404" y="2279"/>
                  <a:ext cx="60" cy="59"/>
                </a:xfrm>
                <a:prstGeom prst="ellipse">
                  <a:avLst/>
                </a:prstGeom>
                <a:solidFill>
                  <a:srgbClr val="A0A0A0"/>
                </a:solidFill>
                <a:ln w="3175">
                  <a:solidFill>
                    <a:srgbClr val="000000"/>
                  </a:solidFill>
                  <a:round/>
                  <a:headEnd/>
                  <a:tailEnd/>
                </a:ln>
              </p:spPr>
              <p:txBody>
                <a:bodyPr/>
                <a:lstStyle/>
                <a:p>
                  <a:endParaRPr lang="en-US"/>
                </a:p>
              </p:txBody>
            </p:sp>
            <p:sp>
              <p:nvSpPr>
                <p:cNvPr id="2543089" name="Oval 33">
                  <a:extLst>
                    <a:ext uri="{FF2B5EF4-FFF2-40B4-BE49-F238E27FC236}">
                      <a16:creationId xmlns:a16="http://schemas.microsoft.com/office/drawing/2014/main" id="{A6EE13E8-C836-B630-8F5F-89FD2904D26A}"/>
                    </a:ext>
                  </a:extLst>
                </p:cNvPr>
                <p:cNvSpPr>
                  <a:spLocks noChangeArrowheads="1"/>
                </p:cNvSpPr>
                <p:nvPr/>
              </p:nvSpPr>
              <p:spPr bwMode="auto">
                <a:xfrm>
                  <a:off x="1420" y="2297"/>
                  <a:ext cx="26" cy="25"/>
                </a:xfrm>
                <a:prstGeom prst="ellipse">
                  <a:avLst/>
                </a:prstGeom>
                <a:solidFill>
                  <a:srgbClr val="606060"/>
                </a:solidFill>
                <a:ln w="3175">
                  <a:solidFill>
                    <a:srgbClr val="000000"/>
                  </a:solidFill>
                  <a:round/>
                  <a:headEnd/>
                  <a:tailEnd/>
                </a:ln>
              </p:spPr>
              <p:txBody>
                <a:bodyPr/>
                <a:lstStyle/>
                <a:p>
                  <a:endParaRPr lang="en-US"/>
                </a:p>
              </p:txBody>
            </p:sp>
          </p:grpSp>
        </p:grpSp>
      </p:grpSp>
      <p:cxnSp>
        <p:nvCxnSpPr>
          <p:cNvPr id="2543111" name="Straight Arrow Connector 2543110">
            <a:extLst>
              <a:ext uri="{FF2B5EF4-FFF2-40B4-BE49-F238E27FC236}">
                <a16:creationId xmlns:a16="http://schemas.microsoft.com/office/drawing/2014/main" id="{97C0C73B-686C-5403-BB9F-515DDC21FA86}"/>
              </a:ext>
            </a:extLst>
          </p:cNvPr>
          <p:cNvCxnSpPr>
            <a:cxnSpLocks/>
            <a:stCxn id="2542633" idx="3"/>
            <a:endCxn id="2543050" idx="3"/>
          </p:cNvCxnSpPr>
          <p:nvPr/>
        </p:nvCxnSpPr>
        <p:spPr>
          <a:xfrm>
            <a:off x="3190680" y="2616369"/>
            <a:ext cx="684283" cy="289039"/>
          </a:xfrm>
          <a:prstGeom prst="straightConnector1">
            <a:avLst/>
          </a:prstGeom>
          <a:ln w="28575">
            <a:solidFill>
              <a:schemeClr val="bg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2543112" name="Straight Arrow Connector 2543111">
            <a:extLst>
              <a:ext uri="{FF2B5EF4-FFF2-40B4-BE49-F238E27FC236}">
                <a16:creationId xmlns:a16="http://schemas.microsoft.com/office/drawing/2014/main" id="{1D0A1311-4FB7-F1A3-C4D6-C0C20BEFC1B0}"/>
              </a:ext>
            </a:extLst>
          </p:cNvPr>
          <p:cNvCxnSpPr>
            <a:cxnSpLocks/>
            <a:stCxn id="2542634" idx="3"/>
            <a:endCxn id="2543050" idx="3"/>
          </p:cNvCxnSpPr>
          <p:nvPr/>
        </p:nvCxnSpPr>
        <p:spPr>
          <a:xfrm flipV="1">
            <a:off x="3171628" y="2905408"/>
            <a:ext cx="703335" cy="470585"/>
          </a:xfrm>
          <a:prstGeom prst="straightConnector1">
            <a:avLst/>
          </a:prstGeom>
          <a:ln w="28575">
            <a:solidFill>
              <a:schemeClr val="bg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2543113" name="Straight Arrow Connector 2543112">
            <a:extLst>
              <a:ext uri="{FF2B5EF4-FFF2-40B4-BE49-F238E27FC236}">
                <a16:creationId xmlns:a16="http://schemas.microsoft.com/office/drawing/2014/main" id="{906479B7-EB0E-ECBA-5B22-48805F2E3F0B}"/>
              </a:ext>
            </a:extLst>
          </p:cNvPr>
          <p:cNvCxnSpPr>
            <a:cxnSpLocks/>
            <a:stCxn id="2542635" idx="3"/>
            <a:endCxn id="2543050" idx="3"/>
          </p:cNvCxnSpPr>
          <p:nvPr/>
        </p:nvCxnSpPr>
        <p:spPr>
          <a:xfrm flipV="1">
            <a:off x="3145432" y="2905408"/>
            <a:ext cx="729531" cy="1094477"/>
          </a:xfrm>
          <a:prstGeom prst="straightConnector1">
            <a:avLst/>
          </a:prstGeom>
          <a:ln w="28575">
            <a:solidFill>
              <a:schemeClr val="bg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2543114" name="Straight Arrow Connector 2543113">
            <a:extLst>
              <a:ext uri="{FF2B5EF4-FFF2-40B4-BE49-F238E27FC236}">
                <a16:creationId xmlns:a16="http://schemas.microsoft.com/office/drawing/2014/main" id="{4E2D407E-4A94-D946-F56C-8C81AF6E8C47}"/>
              </a:ext>
            </a:extLst>
          </p:cNvPr>
          <p:cNvCxnSpPr>
            <a:cxnSpLocks/>
          </p:cNvCxnSpPr>
          <p:nvPr/>
        </p:nvCxnSpPr>
        <p:spPr>
          <a:xfrm>
            <a:off x="3191206" y="2616368"/>
            <a:ext cx="679516" cy="1077239"/>
          </a:xfrm>
          <a:prstGeom prst="straightConnector1">
            <a:avLst/>
          </a:prstGeom>
          <a:ln w="28575">
            <a:solidFill>
              <a:schemeClr val="bg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2543115" name="Straight Arrow Connector 2543114">
            <a:extLst>
              <a:ext uri="{FF2B5EF4-FFF2-40B4-BE49-F238E27FC236}">
                <a16:creationId xmlns:a16="http://schemas.microsoft.com/office/drawing/2014/main" id="{0FE3EF6E-9709-2687-14F7-9B305F901963}"/>
              </a:ext>
            </a:extLst>
          </p:cNvPr>
          <p:cNvCxnSpPr>
            <a:cxnSpLocks/>
            <a:stCxn id="2542634" idx="3"/>
            <a:endCxn id="2543080" idx="3"/>
          </p:cNvCxnSpPr>
          <p:nvPr/>
        </p:nvCxnSpPr>
        <p:spPr>
          <a:xfrm>
            <a:off x="3171628" y="3375993"/>
            <a:ext cx="698568" cy="317615"/>
          </a:xfrm>
          <a:prstGeom prst="straightConnector1">
            <a:avLst/>
          </a:prstGeom>
          <a:ln w="28575">
            <a:solidFill>
              <a:schemeClr val="bg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2543116" name="Straight Arrow Connector 2543115">
            <a:extLst>
              <a:ext uri="{FF2B5EF4-FFF2-40B4-BE49-F238E27FC236}">
                <a16:creationId xmlns:a16="http://schemas.microsoft.com/office/drawing/2014/main" id="{76B8DE0F-38C5-3574-BF6C-9BF4407FE595}"/>
              </a:ext>
            </a:extLst>
          </p:cNvPr>
          <p:cNvCxnSpPr>
            <a:cxnSpLocks/>
            <a:stCxn id="2542635" idx="3"/>
            <a:endCxn id="2543080" idx="3"/>
          </p:cNvCxnSpPr>
          <p:nvPr/>
        </p:nvCxnSpPr>
        <p:spPr>
          <a:xfrm flipV="1">
            <a:off x="3145432" y="3693608"/>
            <a:ext cx="724764" cy="306277"/>
          </a:xfrm>
          <a:prstGeom prst="straightConnector1">
            <a:avLst/>
          </a:prstGeom>
          <a:ln w="28575">
            <a:solidFill>
              <a:schemeClr val="bg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2543117" name="Straight Arrow Connector 2543116">
            <a:extLst>
              <a:ext uri="{FF2B5EF4-FFF2-40B4-BE49-F238E27FC236}">
                <a16:creationId xmlns:a16="http://schemas.microsoft.com/office/drawing/2014/main" id="{97D326F1-8021-089A-3F7C-5650E2E7F5B3}"/>
              </a:ext>
            </a:extLst>
          </p:cNvPr>
          <p:cNvCxnSpPr>
            <a:cxnSpLocks/>
            <a:stCxn id="2542635" idx="3"/>
            <a:endCxn id="2543110" idx="3"/>
          </p:cNvCxnSpPr>
          <p:nvPr/>
        </p:nvCxnSpPr>
        <p:spPr>
          <a:xfrm>
            <a:off x="3145432" y="3999885"/>
            <a:ext cx="727143" cy="310472"/>
          </a:xfrm>
          <a:prstGeom prst="straightConnector1">
            <a:avLst/>
          </a:prstGeom>
          <a:ln w="28575">
            <a:solidFill>
              <a:schemeClr val="bg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2543118" name="Straight Arrow Connector 2543117">
            <a:extLst>
              <a:ext uri="{FF2B5EF4-FFF2-40B4-BE49-F238E27FC236}">
                <a16:creationId xmlns:a16="http://schemas.microsoft.com/office/drawing/2014/main" id="{C6D16D43-C7BB-BCA6-B6ED-A12DDE2589EA}"/>
              </a:ext>
            </a:extLst>
          </p:cNvPr>
          <p:cNvCxnSpPr>
            <a:cxnSpLocks/>
            <a:stCxn id="2542636" idx="3"/>
            <a:endCxn id="2543110" idx="3"/>
          </p:cNvCxnSpPr>
          <p:nvPr/>
        </p:nvCxnSpPr>
        <p:spPr>
          <a:xfrm flipV="1">
            <a:off x="3126377" y="4310357"/>
            <a:ext cx="746198" cy="599177"/>
          </a:xfrm>
          <a:prstGeom prst="straightConnector1">
            <a:avLst/>
          </a:prstGeom>
          <a:ln w="28575">
            <a:solidFill>
              <a:schemeClr val="bg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2543119" name="Straight Arrow Connector 2543118">
            <a:extLst>
              <a:ext uri="{FF2B5EF4-FFF2-40B4-BE49-F238E27FC236}">
                <a16:creationId xmlns:a16="http://schemas.microsoft.com/office/drawing/2014/main" id="{5A75AF89-63AF-710D-99B2-3038E40FB4EA}"/>
              </a:ext>
            </a:extLst>
          </p:cNvPr>
          <p:cNvCxnSpPr>
            <a:cxnSpLocks/>
            <a:stCxn id="2542636" idx="3"/>
            <a:endCxn id="2543080" idx="3"/>
          </p:cNvCxnSpPr>
          <p:nvPr/>
        </p:nvCxnSpPr>
        <p:spPr>
          <a:xfrm flipV="1">
            <a:off x="3126377" y="3693608"/>
            <a:ext cx="743819" cy="1215926"/>
          </a:xfrm>
          <a:prstGeom prst="straightConnector1">
            <a:avLst/>
          </a:prstGeom>
          <a:ln w="28575">
            <a:solidFill>
              <a:schemeClr val="bg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pic>
        <p:nvPicPr>
          <p:cNvPr id="2543120" name="Picture 2543119">
            <a:extLst>
              <a:ext uri="{FF2B5EF4-FFF2-40B4-BE49-F238E27FC236}">
                <a16:creationId xmlns:a16="http://schemas.microsoft.com/office/drawing/2014/main" id="{4CE0C3C2-AD5B-73BA-E2CD-D65EA035764F}"/>
              </a:ext>
            </a:extLst>
          </p:cNvPr>
          <p:cNvPicPr>
            <a:picLocks noChangeAspect="1"/>
          </p:cNvPicPr>
          <p:nvPr/>
        </p:nvPicPr>
        <p:blipFill>
          <a:blip r:embed="rId5">
            <a:biLevel thresh="25000"/>
            <a:extLst>
              <a:ext uri="{BEBA8EAE-BF5A-486C-A8C5-ECC9F3942E4B}">
                <a14:imgProps xmlns:a14="http://schemas.microsoft.com/office/drawing/2010/main">
                  <a14:imgLayer r:embed="rId6">
                    <a14:imgEffect>
                      <a14:backgroundRemoval t="5238" b="90000" l="6215" r="95198">
                        <a14:foregroundMark x1="66667" y1="6190" x2="66667" y2="6190"/>
                        <a14:foregroundMark x1="12429" y1="56667" x2="12429" y2="56667"/>
                        <a14:foregroundMark x1="16949" y1="59524" x2="16949" y2="59524"/>
                        <a14:foregroundMark x1="17232" y1="55238" x2="17232" y2="55238"/>
                        <a14:foregroundMark x1="14972" y1="65238" x2="14972" y2="65238"/>
                        <a14:foregroundMark x1="95198" y1="73810" x2="95198" y2="73810"/>
                        <a14:foregroundMark x1="18362" y1="82857" x2="18362" y2="82857"/>
                        <a14:foregroundMark x1="6215" y1="77143" x2="6215" y2="77143"/>
                      </a14:backgroundRemoval>
                    </a14:imgEffect>
                  </a14:imgLayer>
                </a14:imgProps>
              </a:ext>
            </a:extLst>
          </a:blip>
          <a:stretch>
            <a:fillRect/>
          </a:stretch>
        </p:blipFill>
        <p:spPr>
          <a:xfrm>
            <a:off x="4847793" y="2105955"/>
            <a:ext cx="412202" cy="244527"/>
          </a:xfrm>
          <a:prstGeom prst="rect">
            <a:avLst/>
          </a:prstGeom>
        </p:spPr>
      </p:pic>
      <p:cxnSp>
        <p:nvCxnSpPr>
          <p:cNvPr id="2543121" name="Straight Arrow Connector 2543120">
            <a:extLst>
              <a:ext uri="{FF2B5EF4-FFF2-40B4-BE49-F238E27FC236}">
                <a16:creationId xmlns:a16="http://schemas.microsoft.com/office/drawing/2014/main" id="{6D341A61-FEE7-D4FA-6AE3-2D9A60FDDB2F}"/>
              </a:ext>
            </a:extLst>
          </p:cNvPr>
          <p:cNvCxnSpPr>
            <a:cxnSpLocks/>
            <a:stCxn id="2543120" idx="3"/>
            <a:endCxn id="50" idx="3"/>
          </p:cNvCxnSpPr>
          <p:nvPr/>
        </p:nvCxnSpPr>
        <p:spPr>
          <a:xfrm>
            <a:off x="5259995" y="2228219"/>
            <a:ext cx="679146" cy="349640"/>
          </a:xfrm>
          <a:prstGeom prst="straightConnector1">
            <a:avLst/>
          </a:prstGeom>
          <a:ln w="28575">
            <a:solidFill>
              <a:schemeClr val="bg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2543122" name="Straight Arrow Connector 2543121">
            <a:extLst>
              <a:ext uri="{FF2B5EF4-FFF2-40B4-BE49-F238E27FC236}">
                <a16:creationId xmlns:a16="http://schemas.microsoft.com/office/drawing/2014/main" id="{657683C1-7276-5605-43C1-E332CAEE1BD9}"/>
              </a:ext>
            </a:extLst>
          </p:cNvPr>
          <p:cNvCxnSpPr>
            <a:cxnSpLocks/>
            <a:stCxn id="2543120" idx="3"/>
            <a:endCxn id="2542622" idx="3"/>
          </p:cNvCxnSpPr>
          <p:nvPr/>
        </p:nvCxnSpPr>
        <p:spPr>
          <a:xfrm>
            <a:off x="5259995" y="2228219"/>
            <a:ext cx="693803" cy="1877349"/>
          </a:xfrm>
          <a:prstGeom prst="straightConnector1">
            <a:avLst/>
          </a:prstGeom>
          <a:ln w="28575">
            <a:solidFill>
              <a:schemeClr val="bg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grpSp>
        <p:nvGrpSpPr>
          <p:cNvPr id="2543123" name="Group 4">
            <a:extLst>
              <a:ext uri="{FF2B5EF4-FFF2-40B4-BE49-F238E27FC236}">
                <a16:creationId xmlns:a16="http://schemas.microsoft.com/office/drawing/2014/main" id="{68F91ACA-127E-0624-8385-9ACB63FC54C7}"/>
              </a:ext>
            </a:extLst>
          </p:cNvPr>
          <p:cNvGrpSpPr>
            <a:grpSpLocks/>
          </p:cNvGrpSpPr>
          <p:nvPr/>
        </p:nvGrpSpPr>
        <p:grpSpPr bwMode="auto">
          <a:xfrm>
            <a:off x="5914256" y="4544557"/>
            <a:ext cx="448469" cy="205096"/>
            <a:chOff x="2256" y="2352"/>
            <a:chExt cx="933" cy="365"/>
          </a:xfrm>
        </p:grpSpPr>
        <p:grpSp>
          <p:nvGrpSpPr>
            <p:cNvPr id="2543124" name="Group 5">
              <a:extLst>
                <a:ext uri="{FF2B5EF4-FFF2-40B4-BE49-F238E27FC236}">
                  <a16:creationId xmlns:a16="http://schemas.microsoft.com/office/drawing/2014/main" id="{FD3E4476-E1E8-3187-5294-6DE762AFF1F6}"/>
                </a:ext>
              </a:extLst>
            </p:cNvPr>
            <p:cNvGrpSpPr>
              <a:grpSpLocks/>
            </p:cNvGrpSpPr>
            <p:nvPr/>
          </p:nvGrpSpPr>
          <p:grpSpPr bwMode="auto">
            <a:xfrm flipH="1">
              <a:off x="2256" y="2352"/>
              <a:ext cx="933" cy="249"/>
              <a:chOff x="693" y="2029"/>
              <a:chExt cx="836" cy="228"/>
            </a:xfrm>
          </p:grpSpPr>
          <p:sp>
            <p:nvSpPr>
              <p:cNvPr id="2543151" name="Rectangle 6">
                <a:extLst>
                  <a:ext uri="{FF2B5EF4-FFF2-40B4-BE49-F238E27FC236}">
                    <a16:creationId xmlns:a16="http://schemas.microsoft.com/office/drawing/2014/main" id="{CFA6DA98-4273-DCE9-AD59-97EE922893AB}"/>
                  </a:ext>
                </a:extLst>
              </p:cNvPr>
              <p:cNvSpPr>
                <a:spLocks noChangeArrowheads="1"/>
              </p:cNvSpPr>
              <p:nvPr/>
            </p:nvSpPr>
            <p:spPr bwMode="auto">
              <a:xfrm>
                <a:off x="693" y="2029"/>
                <a:ext cx="836" cy="228"/>
              </a:xfrm>
              <a:prstGeom prst="rect">
                <a:avLst/>
              </a:prstGeom>
              <a:gradFill rotWithShape="0">
                <a:gsLst>
                  <a:gs pos="0">
                    <a:srgbClr val="037C03"/>
                  </a:gs>
                  <a:gs pos="50000">
                    <a:srgbClr val="037C03">
                      <a:gamma/>
                      <a:shade val="6275"/>
                      <a:invGamma/>
                    </a:srgbClr>
                  </a:gs>
                  <a:gs pos="100000">
                    <a:srgbClr val="037C03"/>
                  </a:gs>
                </a:gsLst>
                <a:lin ang="5400000" scaled="1"/>
              </a:gradFill>
              <a:ln w="3175">
                <a:solidFill>
                  <a:srgbClr val="000000"/>
                </a:solidFill>
                <a:miter lim="800000"/>
                <a:headEnd/>
                <a:tailEnd/>
              </a:ln>
            </p:spPr>
            <p:txBody>
              <a:bodyPr/>
              <a:lstStyle/>
              <a:p>
                <a:endParaRPr lang="en-US"/>
              </a:p>
            </p:txBody>
          </p:sp>
          <p:sp>
            <p:nvSpPr>
              <p:cNvPr id="2543152" name="Rectangle 7">
                <a:extLst>
                  <a:ext uri="{FF2B5EF4-FFF2-40B4-BE49-F238E27FC236}">
                    <a16:creationId xmlns:a16="http://schemas.microsoft.com/office/drawing/2014/main" id="{02EF2259-8FDD-AD25-BAF8-47A25DEB13CB}"/>
                  </a:ext>
                </a:extLst>
              </p:cNvPr>
              <p:cNvSpPr>
                <a:spLocks noChangeArrowheads="1"/>
              </p:cNvSpPr>
              <p:nvPr/>
            </p:nvSpPr>
            <p:spPr bwMode="auto">
              <a:xfrm>
                <a:off x="693" y="2037"/>
                <a:ext cx="836" cy="213"/>
              </a:xfrm>
              <a:prstGeom prst="rect">
                <a:avLst/>
              </a:prstGeom>
              <a:solidFill>
                <a:srgbClr val="C5D3ED"/>
              </a:solidFill>
              <a:ln w="3175">
                <a:solidFill>
                  <a:srgbClr val="000000"/>
                </a:solidFill>
                <a:miter lim="800000"/>
                <a:headEnd/>
                <a:tailEnd/>
              </a:ln>
            </p:spPr>
            <p:txBody>
              <a:bodyPr/>
              <a:lstStyle/>
              <a:p>
                <a:endParaRPr lang="en-US" dirty="0"/>
              </a:p>
            </p:txBody>
          </p:sp>
        </p:grpSp>
        <p:grpSp>
          <p:nvGrpSpPr>
            <p:cNvPr id="2543125" name="Group 8">
              <a:extLst>
                <a:ext uri="{FF2B5EF4-FFF2-40B4-BE49-F238E27FC236}">
                  <a16:creationId xmlns:a16="http://schemas.microsoft.com/office/drawing/2014/main" id="{18C872BD-58F4-702F-C8EF-EAEC47E50BD7}"/>
                </a:ext>
              </a:extLst>
            </p:cNvPr>
            <p:cNvGrpSpPr>
              <a:grpSpLocks/>
            </p:cNvGrpSpPr>
            <p:nvPr/>
          </p:nvGrpSpPr>
          <p:grpSpPr bwMode="auto">
            <a:xfrm flipH="1">
              <a:off x="2413" y="2614"/>
              <a:ext cx="624" cy="103"/>
              <a:chOff x="926" y="2258"/>
              <a:chExt cx="559" cy="94"/>
            </a:xfrm>
          </p:grpSpPr>
          <p:grpSp>
            <p:nvGrpSpPr>
              <p:cNvPr id="2543126" name="Group 9">
                <a:extLst>
                  <a:ext uri="{FF2B5EF4-FFF2-40B4-BE49-F238E27FC236}">
                    <a16:creationId xmlns:a16="http://schemas.microsoft.com/office/drawing/2014/main" id="{75F06983-08DC-44E5-CBC0-C358219C0A9B}"/>
                  </a:ext>
                </a:extLst>
              </p:cNvPr>
              <p:cNvGrpSpPr>
                <a:grpSpLocks/>
              </p:cNvGrpSpPr>
              <p:nvPr/>
            </p:nvGrpSpPr>
            <p:grpSpPr bwMode="auto">
              <a:xfrm>
                <a:off x="926" y="2258"/>
                <a:ext cx="559" cy="81"/>
                <a:chOff x="926" y="2258"/>
                <a:chExt cx="559" cy="81"/>
              </a:xfrm>
            </p:grpSpPr>
            <p:grpSp>
              <p:nvGrpSpPr>
                <p:cNvPr id="2543135" name="Group 10">
                  <a:extLst>
                    <a:ext uri="{FF2B5EF4-FFF2-40B4-BE49-F238E27FC236}">
                      <a16:creationId xmlns:a16="http://schemas.microsoft.com/office/drawing/2014/main" id="{8FA6D624-97A0-155F-9A01-0BABA0CA465F}"/>
                    </a:ext>
                  </a:extLst>
                </p:cNvPr>
                <p:cNvGrpSpPr>
                  <a:grpSpLocks/>
                </p:cNvGrpSpPr>
                <p:nvPr/>
              </p:nvGrpSpPr>
              <p:grpSpPr bwMode="auto">
                <a:xfrm>
                  <a:off x="926" y="2258"/>
                  <a:ext cx="67" cy="62"/>
                  <a:chOff x="926" y="2258"/>
                  <a:chExt cx="67" cy="62"/>
                </a:xfrm>
              </p:grpSpPr>
              <p:sp>
                <p:nvSpPr>
                  <p:cNvPr id="2543148" name="Freeform 11">
                    <a:extLst>
                      <a:ext uri="{FF2B5EF4-FFF2-40B4-BE49-F238E27FC236}">
                        <a16:creationId xmlns:a16="http://schemas.microsoft.com/office/drawing/2014/main" id="{84E49045-A8AB-684D-F22D-0F6CE11F93EC}"/>
                      </a:ext>
                    </a:extLst>
                  </p:cNvPr>
                  <p:cNvSpPr>
                    <a:spLocks/>
                  </p:cNvSpPr>
                  <p:nvPr/>
                </p:nvSpPr>
                <p:spPr bwMode="auto">
                  <a:xfrm>
                    <a:off x="926" y="2258"/>
                    <a:ext cx="67" cy="10"/>
                  </a:xfrm>
                  <a:custGeom>
                    <a:avLst/>
                    <a:gdLst>
                      <a:gd name="T0" fmla="*/ 0 w 67"/>
                      <a:gd name="T1" fmla="*/ 0 h 10"/>
                      <a:gd name="T2" fmla="*/ 67 w 67"/>
                      <a:gd name="T3" fmla="*/ 0 h 10"/>
                      <a:gd name="T4" fmla="*/ 59 w 67"/>
                      <a:gd name="T5" fmla="*/ 10 h 10"/>
                      <a:gd name="T6" fmla="*/ 7 w 67"/>
                      <a:gd name="T7" fmla="*/ 10 h 10"/>
                      <a:gd name="T8" fmla="*/ 0 w 67"/>
                      <a:gd name="T9" fmla="*/ 0 h 10"/>
                    </a:gdLst>
                    <a:ahLst/>
                    <a:cxnLst>
                      <a:cxn ang="0">
                        <a:pos x="T0" y="T1"/>
                      </a:cxn>
                      <a:cxn ang="0">
                        <a:pos x="T2" y="T3"/>
                      </a:cxn>
                      <a:cxn ang="0">
                        <a:pos x="T4" y="T5"/>
                      </a:cxn>
                      <a:cxn ang="0">
                        <a:pos x="T6" y="T7"/>
                      </a:cxn>
                      <a:cxn ang="0">
                        <a:pos x="T8" y="T9"/>
                      </a:cxn>
                    </a:cxnLst>
                    <a:rect l="0" t="0" r="r" b="b"/>
                    <a:pathLst>
                      <a:path w="67" h="10">
                        <a:moveTo>
                          <a:pt x="0" y="0"/>
                        </a:moveTo>
                        <a:lnTo>
                          <a:pt x="67" y="0"/>
                        </a:lnTo>
                        <a:lnTo>
                          <a:pt x="59" y="10"/>
                        </a:lnTo>
                        <a:lnTo>
                          <a:pt x="7" y="10"/>
                        </a:lnTo>
                        <a:lnTo>
                          <a:pt x="0" y="0"/>
                        </a:lnTo>
                        <a:close/>
                      </a:path>
                    </a:pathLst>
                  </a:custGeom>
                  <a:solidFill>
                    <a:srgbClr val="606060"/>
                  </a:solidFill>
                  <a:ln w="3175">
                    <a:solidFill>
                      <a:srgbClr val="404040"/>
                    </a:solidFill>
                    <a:prstDash val="solid"/>
                    <a:round/>
                    <a:headEnd/>
                    <a:tailEnd/>
                  </a:ln>
                </p:spPr>
                <p:txBody>
                  <a:bodyPr/>
                  <a:lstStyle/>
                  <a:p>
                    <a:endParaRPr lang="en-US"/>
                  </a:p>
                </p:txBody>
              </p:sp>
              <p:sp>
                <p:nvSpPr>
                  <p:cNvPr id="2543149" name="Freeform 12">
                    <a:extLst>
                      <a:ext uri="{FF2B5EF4-FFF2-40B4-BE49-F238E27FC236}">
                        <a16:creationId xmlns:a16="http://schemas.microsoft.com/office/drawing/2014/main" id="{B24BD007-F649-1133-E5BB-41248E41F030}"/>
                      </a:ext>
                    </a:extLst>
                  </p:cNvPr>
                  <p:cNvSpPr>
                    <a:spLocks/>
                  </p:cNvSpPr>
                  <p:nvPr/>
                </p:nvSpPr>
                <p:spPr bwMode="auto">
                  <a:xfrm>
                    <a:off x="941" y="2268"/>
                    <a:ext cx="34" cy="4"/>
                  </a:xfrm>
                  <a:custGeom>
                    <a:avLst/>
                    <a:gdLst>
                      <a:gd name="T0" fmla="*/ 0 w 34"/>
                      <a:gd name="T1" fmla="*/ 0 h 4"/>
                      <a:gd name="T2" fmla="*/ 34 w 34"/>
                      <a:gd name="T3" fmla="*/ 0 h 4"/>
                      <a:gd name="T4" fmla="*/ 30 w 34"/>
                      <a:gd name="T5" fmla="*/ 4 h 4"/>
                      <a:gd name="T6" fmla="*/ 4 w 34"/>
                      <a:gd name="T7" fmla="*/ 4 h 4"/>
                      <a:gd name="T8" fmla="*/ 0 w 34"/>
                      <a:gd name="T9" fmla="*/ 0 h 4"/>
                    </a:gdLst>
                    <a:ahLst/>
                    <a:cxnLst>
                      <a:cxn ang="0">
                        <a:pos x="T0" y="T1"/>
                      </a:cxn>
                      <a:cxn ang="0">
                        <a:pos x="T2" y="T3"/>
                      </a:cxn>
                      <a:cxn ang="0">
                        <a:pos x="T4" y="T5"/>
                      </a:cxn>
                      <a:cxn ang="0">
                        <a:pos x="T6" y="T7"/>
                      </a:cxn>
                      <a:cxn ang="0">
                        <a:pos x="T8" y="T9"/>
                      </a:cxn>
                    </a:cxnLst>
                    <a:rect l="0" t="0" r="r" b="b"/>
                    <a:pathLst>
                      <a:path w="34" h="4">
                        <a:moveTo>
                          <a:pt x="0" y="0"/>
                        </a:moveTo>
                        <a:lnTo>
                          <a:pt x="34" y="0"/>
                        </a:lnTo>
                        <a:lnTo>
                          <a:pt x="30" y="4"/>
                        </a:lnTo>
                        <a:lnTo>
                          <a:pt x="4" y="4"/>
                        </a:lnTo>
                        <a:lnTo>
                          <a:pt x="0" y="0"/>
                        </a:lnTo>
                        <a:close/>
                      </a:path>
                    </a:pathLst>
                  </a:custGeom>
                  <a:solidFill>
                    <a:srgbClr val="606060"/>
                  </a:solidFill>
                  <a:ln w="3175">
                    <a:solidFill>
                      <a:srgbClr val="404040"/>
                    </a:solidFill>
                    <a:prstDash val="solid"/>
                    <a:round/>
                    <a:headEnd/>
                    <a:tailEnd/>
                  </a:ln>
                </p:spPr>
                <p:txBody>
                  <a:bodyPr/>
                  <a:lstStyle/>
                  <a:p>
                    <a:endParaRPr lang="en-US"/>
                  </a:p>
                </p:txBody>
              </p:sp>
              <p:sp>
                <p:nvSpPr>
                  <p:cNvPr id="2543150" name="Rectangle 13">
                    <a:extLst>
                      <a:ext uri="{FF2B5EF4-FFF2-40B4-BE49-F238E27FC236}">
                        <a16:creationId xmlns:a16="http://schemas.microsoft.com/office/drawing/2014/main" id="{468349F9-92C8-DAAD-6E74-92B975AFE3AB}"/>
                      </a:ext>
                    </a:extLst>
                  </p:cNvPr>
                  <p:cNvSpPr>
                    <a:spLocks noChangeArrowheads="1"/>
                  </p:cNvSpPr>
                  <p:nvPr/>
                </p:nvSpPr>
                <p:spPr bwMode="auto">
                  <a:xfrm>
                    <a:off x="956" y="2273"/>
                    <a:ext cx="6" cy="47"/>
                  </a:xfrm>
                  <a:prstGeom prst="rect">
                    <a:avLst/>
                  </a:prstGeom>
                  <a:solidFill>
                    <a:srgbClr val="606060"/>
                  </a:solidFill>
                  <a:ln w="3175">
                    <a:solidFill>
                      <a:srgbClr val="404040"/>
                    </a:solidFill>
                    <a:miter lim="800000"/>
                    <a:headEnd/>
                    <a:tailEnd/>
                  </a:ln>
                </p:spPr>
                <p:txBody>
                  <a:bodyPr/>
                  <a:lstStyle/>
                  <a:p>
                    <a:endParaRPr lang="en-US"/>
                  </a:p>
                </p:txBody>
              </p:sp>
            </p:grpSp>
            <p:grpSp>
              <p:nvGrpSpPr>
                <p:cNvPr id="2543136" name="Group 14">
                  <a:extLst>
                    <a:ext uri="{FF2B5EF4-FFF2-40B4-BE49-F238E27FC236}">
                      <a16:creationId xmlns:a16="http://schemas.microsoft.com/office/drawing/2014/main" id="{83A1A367-DCA7-207D-88C9-AF3A445A7862}"/>
                    </a:ext>
                  </a:extLst>
                </p:cNvPr>
                <p:cNvGrpSpPr>
                  <a:grpSpLocks/>
                </p:cNvGrpSpPr>
                <p:nvPr/>
              </p:nvGrpSpPr>
              <p:grpSpPr bwMode="auto">
                <a:xfrm>
                  <a:off x="1264" y="2258"/>
                  <a:ext cx="107" cy="81"/>
                  <a:chOff x="1264" y="2258"/>
                  <a:chExt cx="107" cy="81"/>
                </a:xfrm>
              </p:grpSpPr>
              <p:sp>
                <p:nvSpPr>
                  <p:cNvPr id="2543143" name="Freeform 15">
                    <a:extLst>
                      <a:ext uri="{FF2B5EF4-FFF2-40B4-BE49-F238E27FC236}">
                        <a16:creationId xmlns:a16="http://schemas.microsoft.com/office/drawing/2014/main" id="{C1049D40-6366-AEC3-7392-C0BFD29EE45D}"/>
                      </a:ext>
                    </a:extLst>
                  </p:cNvPr>
                  <p:cNvSpPr>
                    <a:spLocks/>
                  </p:cNvSpPr>
                  <p:nvPr/>
                </p:nvSpPr>
                <p:spPr bwMode="auto">
                  <a:xfrm>
                    <a:off x="1264" y="2260"/>
                    <a:ext cx="106" cy="16"/>
                  </a:xfrm>
                  <a:custGeom>
                    <a:avLst/>
                    <a:gdLst>
                      <a:gd name="T0" fmla="*/ 0 w 106"/>
                      <a:gd name="T1" fmla="*/ 0 h 16"/>
                      <a:gd name="T2" fmla="*/ 106 w 106"/>
                      <a:gd name="T3" fmla="*/ 0 h 16"/>
                      <a:gd name="T4" fmla="*/ 106 w 106"/>
                      <a:gd name="T5" fmla="*/ 16 h 16"/>
                      <a:gd name="T6" fmla="*/ 8 w 106"/>
                      <a:gd name="T7" fmla="*/ 16 h 16"/>
                      <a:gd name="T8" fmla="*/ 0 w 106"/>
                      <a:gd name="T9" fmla="*/ 0 h 16"/>
                    </a:gdLst>
                    <a:ahLst/>
                    <a:cxnLst>
                      <a:cxn ang="0">
                        <a:pos x="T0" y="T1"/>
                      </a:cxn>
                      <a:cxn ang="0">
                        <a:pos x="T2" y="T3"/>
                      </a:cxn>
                      <a:cxn ang="0">
                        <a:pos x="T4" y="T5"/>
                      </a:cxn>
                      <a:cxn ang="0">
                        <a:pos x="T6" y="T7"/>
                      </a:cxn>
                      <a:cxn ang="0">
                        <a:pos x="T8" y="T9"/>
                      </a:cxn>
                    </a:cxnLst>
                    <a:rect l="0" t="0" r="r" b="b"/>
                    <a:pathLst>
                      <a:path w="106" h="16">
                        <a:moveTo>
                          <a:pt x="0" y="0"/>
                        </a:moveTo>
                        <a:lnTo>
                          <a:pt x="106" y="0"/>
                        </a:lnTo>
                        <a:lnTo>
                          <a:pt x="106" y="16"/>
                        </a:lnTo>
                        <a:lnTo>
                          <a:pt x="8" y="16"/>
                        </a:lnTo>
                        <a:lnTo>
                          <a:pt x="0" y="0"/>
                        </a:lnTo>
                        <a:close/>
                      </a:path>
                    </a:pathLst>
                  </a:custGeom>
                  <a:solidFill>
                    <a:srgbClr val="606060"/>
                  </a:solidFill>
                  <a:ln w="3175">
                    <a:solidFill>
                      <a:srgbClr val="404040"/>
                    </a:solidFill>
                    <a:prstDash val="solid"/>
                    <a:round/>
                    <a:headEnd/>
                    <a:tailEnd/>
                  </a:ln>
                </p:spPr>
                <p:txBody>
                  <a:bodyPr/>
                  <a:lstStyle/>
                  <a:p>
                    <a:endParaRPr lang="en-US"/>
                  </a:p>
                </p:txBody>
              </p:sp>
              <p:grpSp>
                <p:nvGrpSpPr>
                  <p:cNvPr id="2543144" name="Group 16">
                    <a:extLst>
                      <a:ext uri="{FF2B5EF4-FFF2-40B4-BE49-F238E27FC236}">
                        <a16:creationId xmlns:a16="http://schemas.microsoft.com/office/drawing/2014/main" id="{EE0B4FB4-0433-B02D-CED5-654F820C9D7F}"/>
                      </a:ext>
                    </a:extLst>
                  </p:cNvPr>
                  <p:cNvGrpSpPr>
                    <a:grpSpLocks/>
                  </p:cNvGrpSpPr>
                  <p:nvPr/>
                </p:nvGrpSpPr>
                <p:grpSpPr bwMode="auto">
                  <a:xfrm>
                    <a:off x="1272" y="2258"/>
                    <a:ext cx="91" cy="18"/>
                    <a:chOff x="1272" y="2258"/>
                    <a:chExt cx="91" cy="18"/>
                  </a:xfrm>
                </p:grpSpPr>
                <p:sp>
                  <p:nvSpPr>
                    <p:cNvPr id="2543146" name="Freeform 17">
                      <a:extLst>
                        <a:ext uri="{FF2B5EF4-FFF2-40B4-BE49-F238E27FC236}">
                          <a16:creationId xmlns:a16="http://schemas.microsoft.com/office/drawing/2014/main" id="{56ECAE30-15A4-FD94-1C5E-857ED37B6CC6}"/>
                        </a:ext>
                      </a:extLst>
                    </p:cNvPr>
                    <p:cNvSpPr>
                      <a:spLocks/>
                    </p:cNvSpPr>
                    <p:nvPr/>
                  </p:nvSpPr>
                  <p:spPr bwMode="auto">
                    <a:xfrm>
                      <a:off x="1272" y="2262"/>
                      <a:ext cx="80" cy="14"/>
                    </a:xfrm>
                    <a:custGeom>
                      <a:avLst/>
                      <a:gdLst>
                        <a:gd name="T0" fmla="*/ 0 w 80"/>
                        <a:gd name="T1" fmla="*/ 14 h 14"/>
                        <a:gd name="T2" fmla="*/ 12 w 80"/>
                        <a:gd name="T3" fmla="*/ 0 h 14"/>
                        <a:gd name="T4" fmla="*/ 80 w 80"/>
                        <a:gd name="T5" fmla="*/ 0 h 14"/>
                        <a:gd name="T6" fmla="*/ 80 w 80"/>
                        <a:gd name="T7" fmla="*/ 14 h 14"/>
                      </a:gdLst>
                      <a:ahLst/>
                      <a:cxnLst>
                        <a:cxn ang="0">
                          <a:pos x="T0" y="T1"/>
                        </a:cxn>
                        <a:cxn ang="0">
                          <a:pos x="T2" y="T3"/>
                        </a:cxn>
                        <a:cxn ang="0">
                          <a:pos x="T4" y="T5"/>
                        </a:cxn>
                        <a:cxn ang="0">
                          <a:pos x="T6" y="T7"/>
                        </a:cxn>
                      </a:cxnLst>
                      <a:rect l="0" t="0" r="r" b="b"/>
                      <a:pathLst>
                        <a:path w="80" h="14">
                          <a:moveTo>
                            <a:pt x="0" y="14"/>
                          </a:moveTo>
                          <a:lnTo>
                            <a:pt x="12" y="0"/>
                          </a:lnTo>
                          <a:lnTo>
                            <a:pt x="80" y="0"/>
                          </a:lnTo>
                          <a:lnTo>
                            <a:pt x="80" y="14"/>
                          </a:lnTo>
                        </a:path>
                      </a:pathLst>
                    </a:custGeom>
                    <a:noFill/>
                    <a:ln w="3175">
                      <a:solidFill>
                        <a:srgbClr val="40404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43147" name="Line 18">
                      <a:extLst>
                        <a:ext uri="{FF2B5EF4-FFF2-40B4-BE49-F238E27FC236}">
                          <a16:creationId xmlns:a16="http://schemas.microsoft.com/office/drawing/2014/main" id="{96F4BDB2-392F-0D32-B30B-677321A861BA}"/>
                        </a:ext>
                      </a:extLst>
                    </p:cNvPr>
                    <p:cNvSpPr>
                      <a:spLocks noChangeShapeType="1"/>
                    </p:cNvSpPr>
                    <p:nvPr/>
                  </p:nvSpPr>
                  <p:spPr bwMode="auto">
                    <a:xfrm>
                      <a:off x="1362" y="2258"/>
                      <a:ext cx="1" cy="18"/>
                    </a:xfrm>
                    <a:prstGeom prst="line">
                      <a:avLst/>
                    </a:prstGeom>
                    <a:noFill/>
                    <a:ln w="3175">
                      <a:solidFill>
                        <a:srgbClr val="40404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2543145" name="Line 19">
                    <a:extLst>
                      <a:ext uri="{FF2B5EF4-FFF2-40B4-BE49-F238E27FC236}">
                        <a16:creationId xmlns:a16="http://schemas.microsoft.com/office/drawing/2014/main" id="{2DF09F1F-6B46-AAD6-ABFC-1ABFE23521BD}"/>
                      </a:ext>
                    </a:extLst>
                  </p:cNvPr>
                  <p:cNvSpPr>
                    <a:spLocks noChangeShapeType="1"/>
                  </p:cNvSpPr>
                  <p:nvPr/>
                </p:nvSpPr>
                <p:spPr bwMode="auto">
                  <a:xfrm>
                    <a:off x="1370" y="2276"/>
                    <a:ext cx="1" cy="63"/>
                  </a:xfrm>
                  <a:prstGeom prst="line">
                    <a:avLst/>
                  </a:prstGeom>
                  <a:noFill/>
                  <a:ln w="3175">
                    <a:solidFill>
                      <a:srgbClr val="20202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2543137" name="Group 20">
                  <a:extLst>
                    <a:ext uri="{FF2B5EF4-FFF2-40B4-BE49-F238E27FC236}">
                      <a16:creationId xmlns:a16="http://schemas.microsoft.com/office/drawing/2014/main" id="{6E8BBE22-50C1-8144-58BE-2B1D1AF7F462}"/>
                    </a:ext>
                  </a:extLst>
                </p:cNvPr>
                <p:cNvGrpSpPr>
                  <a:grpSpLocks/>
                </p:cNvGrpSpPr>
                <p:nvPr/>
              </p:nvGrpSpPr>
              <p:grpSpPr bwMode="auto">
                <a:xfrm>
                  <a:off x="1377" y="2258"/>
                  <a:ext cx="108" cy="81"/>
                  <a:chOff x="1377" y="2258"/>
                  <a:chExt cx="108" cy="81"/>
                </a:xfrm>
              </p:grpSpPr>
              <p:sp>
                <p:nvSpPr>
                  <p:cNvPr id="2543138" name="Freeform 21">
                    <a:extLst>
                      <a:ext uri="{FF2B5EF4-FFF2-40B4-BE49-F238E27FC236}">
                        <a16:creationId xmlns:a16="http://schemas.microsoft.com/office/drawing/2014/main" id="{D31A2354-1FDF-4CB3-CAAC-79493603605A}"/>
                      </a:ext>
                    </a:extLst>
                  </p:cNvPr>
                  <p:cNvSpPr>
                    <a:spLocks/>
                  </p:cNvSpPr>
                  <p:nvPr/>
                </p:nvSpPr>
                <p:spPr bwMode="auto">
                  <a:xfrm>
                    <a:off x="1377" y="2260"/>
                    <a:ext cx="107" cy="16"/>
                  </a:xfrm>
                  <a:custGeom>
                    <a:avLst/>
                    <a:gdLst>
                      <a:gd name="T0" fmla="*/ 0 w 107"/>
                      <a:gd name="T1" fmla="*/ 0 h 16"/>
                      <a:gd name="T2" fmla="*/ 107 w 107"/>
                      <a:gd name="T3" fmla="*/ 0 h 16"/>
                      <a:gd name="T4" fmla="*/ 107 w 107"/>
                      <a:gd name="T5" fmla="*/ 16 h 16"/>
                      <a:gd name="T6" fmla="*/ 10 w 107"/>
                      <a:gd name="T7" fmla="*/ 16 h 16"/>
                      <a:gd name="T8" fmla="*/ 0 w 107"/>
                      <a:gd name="T9" fmla="*/ 0 h 16"/>
                    </a:gdLst>
                    <a:ahLst/>
                    <a:cxnLst>
                      <a:cxn ang="0">
                        <a:pos x="T0" y="T1"/>
                      </a:cxn>
                      <a:cxn ang="0">
                        <a:pos x="T2" y="T3"/>
                      </a:cxn>
                      <a:cxn ang="0">
                        <a:pos x="T4" y="T5"/>
                      </a:cxn>
                      <a:cxn ang="0">
                        <a:pos x="T6" y="T7"/>
                      </a:cxn>
                      <a:cxn ang="0">
                        <a:pos x="T8" y="T9"/>
                      </a:cxn>
                    </a:cxnLst>
                    <a:rect l="0" t="0" r="r" b="b"/>
                    <a:pathLst>
                      <a:path w="107" h="16">
                        <a:moveTo>
                          <a:pt x="0" y="0"/>
                        </a:moveTo>
                        <a:lnTo>
                          <a:pt x="107" y="0"/>
                        </a:lnTo>
                        <a:lnTo>
                          <a:pt x="107" y="16"/>
                        </a:lnTo>
                        <a:lnTo>
                          <a:pt x="10" y="16"/>
                        </a:lnTo>
                        <a:lnTo>
                          <a:pt x="0" y="0"/>
                        </a:lnTo>
                        <a:close/>
                      </a:path>
                    </a:pathLst>
                  </a:custGeom>
                  <a:solidFill>
                    <a:srgbClr val="606060"/>
                  </a:solidFill>
                  <a:ln w="3175">
                    <a:solidFill>
                      <a:srgbClr val="404040"/>
                    </a:solidFill>
                    <a:prstDash val="solid"/>
                    <a:round/>
                    <a:headEnd/>
                    <a:tailEnd/>
                  </a:ln>
                </p:spPr>
                <p:txBody>
                  <a:bodyPr/>
                  <a:lstStyle/>
                  <a:p>
                    <a:endParaRPr lang="en-US"/>
                  </a:p>
                </p:txBody>
              </p:sp>
              <p:grpSp>
                <p:nvGrpSpPr>
                  <p:cNvPr id="2543139" name="Group 22">
                    <a:extLst>
                      <a:ext uri="{FF2B5EF4-FFF2-40B4-BE49-F238E27FC236}">
                        <a16:creationId xmlns:a16="http://schemas.microsoft.com/office/drawing/2014/main" id="{AAAF769F-C168-5369-82A3-D4AD73D823EA}"/>
                      </a:ext>
                    </a:extLst>
                  </p:cNvPr>
                  <p:cNvGrpSpPr>
                    <a:grpSpLocks/>
                  </p:cNvGrpSpPr>
                  <p:nvPr/>
                </p:nvGrpSpPr>
                <p:grpSpPr bwMode="auto">
                  <a:xfrm>
                    <a:off x="1387" y="2258"/>
                    <a:ext cx="89" cy="18"/>
                    <a:chOff x="1387" y="2258"/>
                    <a:chExt cx="89" cy="18"/>
                  </a:xfrm>
                </p:grpSpPr>
                <p:sp>
                  <p:nvSpPr>
                    <p:cNvPr id="2543141" name="Freeform 23">
                      <a:extLst>
                        <a:ext uri="{FF2B5EF4-FFF2-40B4-BE49-F238E27FC236}">
                          <a16:creationId xmlns:a16="http://schemas.microsoft.com/office/drawing/2014/main" id="{3ECBC680-9F48-FDEB-1EE4-49D6B9B1CCB1}"/>
                        </a:ext>
                      </a:extLst>
                    </p:cNvPr>
                    <p:cNvSpPr>
                      <a:spLocks/>
                    </p:cNvSpPr>
                    <p:nvPr/>
                  </p:nvSpPr>
                  <p:spPr bwMode="auto">
                    <a:xfrm>
                      <a:off x="1387" y="2262"/>
                      <a:ext cx="80" cy="14"/>
                    </a:xfrm>
                    <a:custGeom>
                      <a:avLst/>
                      <a:gdLst>
                        <a:gd name="T0" fmla="*/ 0 w 80"/>
                        <a:gd name="T1" fmla="*/ 14 h 14"/>
                        <a:gd name="T2" fmla="*/ 12 w 80"/>
                        <a:gd name="T3" fmla="*/ 0 h 14"/>
                        <a:gd name="T4" fmla="*/ 80 w 80"/>
                        <a:gd name="T5" fmla="*/ 0 h 14"/>
                        <a:gd name="T6" fmla="*/ 80 w 80"/>
                        <a:gd name="T7" fmla="*/ 14 h 14"/>
                      </a:gdLst>
                      <a:ahLst/>
                      <a:cxnLst>
                        <a:cxn ang="0">
                          <a:pos x="T0" y="T1"/>
                        </a:cxn>
                        <a:cxn ang="0">
                          <a:pos x="T2" y="T3"/>
                        </a:cxn>
                        <a:cxn ang="0">
                          <a:pos x="T4" y="T5"/>
                        </a:cxn>
                        <a:cxn ang="0">
                          <a:pos x="T6" y="T7"/>
                        </a:cxn>
                      </a:cxnLst>
                      <a:rect l="0" t="0" r="r" b="b"/>
                      <a:pathLst>
                        <a:path w="80" h="14">
                          <a:moveTo>
                            <a:pt x="0" y="14"/>
                          </a:moveTo>
                          <a:lnTo>
                            <a:pt x="12" y="0"/>
                          </a:lnTo>
                          <a:lnTo>
                            <a:pt x="80" y="0"/>
                          </a:lnTo>
                          <a:lnTo>
                            <a:pt x="80" y="14"/>
                          </a:lnTo>
                        </a:path>
                      </a:pathLst>
                    </a:custGeom>
                    <a:noFill/>
                    <a:ln w="3175">
                      <a:solidFill>
                        <a:srgbClr val="40404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43142" name="Line 24">
                      <a:extLst>
                        <a:ext uri="{FF2B5EF4-FFF2-40B4-BE49-F238E27FC236}">
                          <a16:creationId xmlns:a16="http://schemas.microsoft.com/office/drawing/2014/main" id="{0EE4BEA8-0AB7-8995-3851-5A889C788FD0}"/>
                        </a:ext>
                      </a:extLst>
                    </p:cNvPr>
                    <p:cNvSpPr>
                      <a:spLocks noChangeShapeType="1"/>
                    </p:cNvSpPr>
                    <p:nvPr/>
                  </p:nvSpPr>
                  <p:spPr bwMode="auto">
                    <a:xfrm>
                      <a:off x="1475" y="2258"/>
                      <a:ext cx="1" cy="18"/>
                    </a:xfrm>
                    <a:prstGeom prst="line">
                      <a:avLst/>
                    </a:prstGeom>
                    <a:noFill/>
                    <a:ln w="3175">
                      <a:solidFill>
                        <a:srgbClr val="40404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2543140" name="Line 25">
                    <a:extLst>
                      <a:ext uri="{FF2B5EF4-FFF2-40B4-BE49-F238E27FC236}">
                        <a16:creationId xmlns:a16="http://schemas.microsoft.com/office/drawing/2014/main" id="{5E475FBA-7F96-C1CB-FB4E-C59C664393B8}"/>
                      </a:ext>
                    </a:extLst>
                  </p:cNvPr>
                  <p:cNvSpPr>
                    <a:spLocks noChangeShapeType="1"/>
                  </p:cNvSpPr>
                  <p:nvPr/>
                </p:nvSpPr>
                <p:spPr bwMode="auto">
                  <a:xfrm>
                    <a:off x="1484" y="2276"/>
                    <a:ext cx="1" cy="63"/>
                  </a:xfrm>
                  <a:prstGeom prst="line">
                    <a:avLst/>
                  </a:prstGeom>
                  <a:noFill/>
                  <a:ln w="3175">
                    <a:solidFill>
                      <a:srgbClr val="20202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2543127" name="Group 26">
                <a:extLst>
                  <a:ext uri="{FF2B5EF4-FFF2-40B4-BE49-F238E27FC236}">
                    <a16:creationId xmlns:a16="http://schemas.microsoft.com/office/drawing/2014/main" id="{82AC5D99-E0CB-A30F-2ECD-777F25299F90}"/>
                  </a:ext>
                </a:extLst>
              </p:cNvPr>
              <p:cNvGrpSpPr>
                <a:grpSpLocks/>
              </p:cNvGrpSpPr>
              <p:nvPr/>
            </p:nvGrpSpPr>
            <p:grpSpPr bwMode="auto">
              <a:xfrm>
                <a:off x="1277" y="2267"/>
                <a:ext cx="86" cy="85"/>
                <a:chOff x="1277" y="2267"/>
                <a:chExt cx="86" cy="85"/>
              </a:xfrm>
            </p:grpSpPr>
            <p:sp>
              <p:nvSpPr>
                <p:cNvPr id="2543132" name="Oval 27">
                  <a:extLst>
                    <a:ext uri="{FF2B5EF4-FFF2-40B4-BE49-F238E27FC236}">
                      <a16:creationId xmlns:a16="http://schemas.microsoft.com/office/drawing/2014/main" id="{C3476A20-78BB-4E20-A49E-098ACE27F1D9}"/>
                    </a:ext>
                  </a:extLst>
                </p:cNvPr>
                <p:cNvSpPr>
                  <a:spLocks noChangeArrowheads="1"/>
                </p:cNvSpPr>
                <p:nvPr/>
              </p:nvSpPr>
              <p:spPr bwMode="auto">
                <a:xfrm>
                  <a:off x="1277" y="2267"/>
                  <a:ext cx="86" cy="85"/>
                </a:xfrm>
                <a:prstGeom prst="ellipse">
                  <a:avLst/>
                </a:prstGeom>
                <a:solidFill>
                  <a:srgbClr val="202020"/>
                </a:solidFill>
                <a:ln w="3175">
                  <a:solidFill>
                    <a:srgbClr val="000000"/>
                  </a:solidFill>
                  <a:round/>
                  <a:headEnd/>
                  <a:tailEnd/>
                </a:ln>
              </p:spPr>
              <p:txBody>
                <a:bodyPr/>
                <a:lstStyle/>
                <a:p>
                  <a:endParaRPr lang="en-US"/>
                </a:p>
              </p:txBody>
            </p:sp>
            <p:sp>
              <p:nvSpPr>
                <p:cNvPr id="2543133" name="Oval 28">
                  <a:extLst>
                    <a:ext uri="{FF2B5EF4-FFF2-40B4-BE49-F238E27FC236}">
                      <a16:creationId xmlns:a16="http://schemas.microsoft.com/office/drawing/2014/main" id="{4BCA3D2D-6F0F-6449-8BD8-03D2AB422C29}"/>
                    </a:ext>
                  </a:extLst>
                </p:cNvPr>
                <p:cNvSpPr>
                  <a:spLocks noChangeArrowheads="1"/>
                </p:cNvSpPr>
                <p:nvPr/>
              </p:nvSpPr>
              <p:spPr bwMode="auto">
                <a:xfrm>
                  <a:off x="1289" y="2279"/>
                  <a:ext cx="60" cy="59"/>
                </a:xfrm>
                <a:prstGeom prst="ellipse">
                  <a:avLst/>
                </a:prstGeom>
                <a:solidFill>
                  <a:srgbClr val="A0A0A0"/>
                </a:solidFill>
                <a:ln w="3175">
                  <a:solidFill>
                    <a:srgbClr val="000000"/>
                  </a:solidFill>
                  <a:round/>
                  <a:headEnd/>
                  <a:tailEnd/>
                </a:ln>
              </p:spPr>
              <p:txBody>
                <a:bodyPr/>
                <a:lstStyle/>
                <a:p>
                  <a:endParaRPr lang="en-US"/>
                </a:p>
              </p:txBody>
            </p:sp>
            <p:sp>
              <p:nvSpPr>
                <p:cNvPr id="2543134" name="Oval 29">
                  <a:extLst>
                    <a:ext uri="{FF2B5EF4-FFF2-40B4-BE49-F238E27FC236}">
                      <a16:creationId xmlns:a16="http://schemas.microsoft.com/office/drawing/2014/main" id="{38217B0D-8CB1-496F-1636-73057BB40F14}"/>
                    </a:ext>
                  </a:extLst>
                </p:cNvPr>
                <p:cNvSpPr>
                  <a:spLocks noChangeArrowheads="1"/>
                </p:cNvSpPr>
                <p:nvPr/>
              </p:nvSpPr>
              <p:spPr bwMode="auto">
                <a:xfrm>
                  <a:off x="1305" y="2297"/>
                  <a:ext cx="26" cy="25"/>
                </a:xfrm>
                <a:prstGeom prst="ellipse">
                  <a:avLst/>
                </a:prstGeom>
                <a:solidFill>
                  <a:srgbClr val="606060"/>
                </a:solidFill>
                <a:ln w="3175">
                  <a:solidFill>
                    <a:srgbClr val="000000"/>
                  </a:solidFill>
                  <a:round/>
                  <a:headEnd/>
                  <a:tailEnd/>
                </a:ln>
              </p:spPr>
              <p:txBody>
                <a:bodyPr/>
                <a:lstStyle/>
                <a:p>
                  <a:endParaRPr lang="en-US"/>
                </a:p>
              </p:txBody>
            </p:sp>
          </p:grpSp>
          <p:grpSp>
            <p:nvGrpSpPr>
              <p:cNvPr id="2543128" name="Group 30">
                <a:extLst>
                  <a:ext uri="{FF2B5EF4-FFF2-40B4-BE49-F238E27FC236}">
                    <a16:creationId xmlns:a16="http://schemas.microsoft.com/office/drawing/2014/main" id="{1D081313-F452-9EBA-DEE4-973147133060}"/>
                  </a:ext>
                </a:extLst>
              </p:cNvPr>
              <p:cNvGrpSpPr>
                <a:grpSpLocks/>
              </p:cNvGrpSpPr>
              <p:nvPr/>
            </p:nvGrpSpPr>
            <p:grpSpPr bwMode="auto">
              <a:xfrm>
                <a:off x="1390" y="2267"/>
                <a:ext cx="86" cy="85"/>
                <a:chOff x="1390" y="2267"/>
                <a:chExt cx="86" cy="85"/>
              </a:xfrm>
            </p:grpSpPr>
            <p:sp>
              <p:nvSpPr>
                <p:cNvPr id="2543129" name="Oval 31">
                  <a:extLst>
                    <a:ext uri="{FF2B5EF4-FFF2-40B4-BE49-F238E27FC236}">
                      <a16:creationId xmlns:a16="http://schemas.microsoft.com/office/drawing/2014/main" id="{7A06F7FC-4E70-1002-9389-741F4EF693DF}"/>
                    </a:ext>
                  </a:extLst>
                </p:cNvPr>
                <p:cNvSpPr>
                  <a:spLocks noChangeArrowheads="1"/>
                </p:cNvSpPr>
                <p:nvPr/>
              </p:nvSpPr>
              <p:spPr bwMode="auto">
                <a:xfrm>
                  <a:off x="1390" y="2267"/>
                  <a:ext cx="86" cy="85"/>
                </a:xfrm>
                <a:prstGeom prst="ellipse">
                  <a:avLst/>
                </a:prstGeom>
                <a:solidFill>
                  <a:srgbClr val="202020"/>
                </a:solidFill>
                <a:ln w="3175">
                  <a:solidFill>
                    <a:srgbClr val="000000"/>
                  </a:solidFill>
                  <a:round/>
                  <a:headEnd/>
                  <a:tailEnd/>
                </a:ln>
              </p:spPr>
              <p:txBody>
                <a:bodyPr/>
                <a:lstStyle/>
                <a:p>
                  <a:endParaRPr lang="en-US"/>
                </a:p>
              </p:txBody>
            </p:sp>
            <p:sp>
              <p:nvSpPr>
                <p:cNvPr id="2543130" name="Oval 32">
                  <a:extLst>
                    <a:ext uri="{FF2B5EF4-FFF2-40B4-BE49-F238E27FC236}">
                      <a16:creationId xmlns:a16="http://schemas.microsoft.com/office/drawing/2014/main" id="{2D88DAE8-EDAB-D2EA-80AD-78DA1C6FD4D3}"/>
                    </a:ext>
                  </a:extLst>
                </p:cNvPr>
                <p:cNvSpPr>
                  <a:spLocks noChangeArrowheads="1"/>
                </p:cNvSpPr>
                <p:nvPr/>
              </p:nvSpPr>
              <p:spPr bwMode="auto">
                <a:xfrm>
                  <a:off x="1404" y="2279"/>
                  <a:ext cx="60" cy="59"/>
                </a:xfrm>
                <a:prstGeom prst="ellipse">
                  <a:avLst/>
                </a:prstGeom>
                <a:solidFill>
                  <a:srgbClr val="A0A0A0"/>
                </a:solidFill>
                <a:ln w="3175">
                  <a:solidFill>
                    <a:srgbClr val="000000"/>
                  </a:solidFill>
                  <a:round/>
                  <a:headEnd/>
                  <a:tailEnd/>
                </a:ln>
              </p:spPr>
              <p:txBody>
                <a:bodyPr/>
                <a:lstStyle/>
                <a:p>
                  <a:endParaRPr lang="en-US"/>
                </a:p>
              </p:txBody>
            </p:sp>
            <p:sp>
              <p:nvSpPr>
                <p:cNvPr id="2543131" name="Oval 33">
                  <a:extLst>
                    <a:ext uri="{FF2B5EF4-FFF2-40B4-BE49-F238E27FC236}">
                      <a16:creationId xmlns:a16="http://schemas.microsoft.com/office/drawing/2014/main" id="{2D4748C9-679B-022E-38FD-035DB1AEBC23}"/>
                    </a:ext>
                  </a:extLst>
                </p:cNvPr>
                <p:cNvSpPr>
                  <a:spLocks noChangeArrowheads="1"/>
                </p:cNvSpPr>
                <p:nvPr/>
              </p:nvSpPr>
              <p:spPr bwMode="auto">
                <a:xfrm>
                  <a:off x="1420" y="2297"/>
                  <a:ext cx="26" cy="25"/>
                </a:xfrm>
                <a:prstGeom prst="ellipse">
                  <a:avLst/>
                </a:prstGeom>
                <a:solidFill>
                  <a:srgbClr val="606060"/>
                </a:solidFill>
                <a:ln w="3175">
                  <a:solidFill>
                    <a:srgbClr val="000000"/>
                  </a:solidFill>
                  <a:round/>
                  <a:headEnd/>
                  <a:tailEnd/>
                </a:ln>
              </p:spPr>
              <p:txBody>
                <a:bodyPr/>
                <a:lstStyle/>
                <a:p>
                  <a:endParaRPr lang="en-US"/>
                </a:p>
              </p:txBody>
            </p:sp>
          </p:grpSp>
        </p:grpSp>
      </p:grpSp>
      <p:grpSp>
        <p:nvGrpSpPr>
          <p:cNvPr id="2543153" name="Group 4">
            <a:extLst>
              <a:ext uri="{FF2B5EF4-FFF2-40B4-BE49-F238E27FC236}">
                <a16:creationId xmlns:a16="http://schemas.microsoft.com/office/drawing/2014/main" id="{2D6709A9-A30B-B44B-C265-FC4263EAD3D4}"/>
              </a:ext>
            </a:extLst>
          </p:cNvPr>
          <p:cNvGrpSpPr>
            <a:grpSpLocks/>
          </p:cNvGrpSpPr>
          <p:nvPr/>
        </p:nvGrpSpPr>
        <p:grpSpPr bwMode="auto">
          <a:xfrm>
            <a:off x="5941518" y="3010041"/>
            <a:ext cx="448469" cy="205096"/>
            <a:chOff x="2256" y="2352"/>
            <a:chExt cx="933" cy="365"/>
          </a:xfrm>
        </p:grpSpPr>
        <p:grpSp>
          <p:nvGrpSpPr>
            <p:cNvPr id="2543154" name="Group 5">
              <a:extLst>
                <a:ext uri="{FF2B5EF4-FFF2-40B4-BE49-F238E27FC236}">
                  <a16:creationId xmlns:a16="http://schemas.microsoft.com/office/drawing/2014/main" id="{309D2BC3-BD83-6F7D-A2BD-7F1A4D35DE38}"/>
                </a:ext>
              </a:extLst>
            </p:cNvPr>
            <p:cNvGrpSpPr>
              <a:grpSpLocks/>
            </p:cNvGrpSpPr>
            <p:nvPr/>
          </p:nvGrpSpPr>
          <p:grpSpPr bwMode="auto">
            <a:xfrm flipH="1">
              <a:off x="2256" y="2352"/>
              <a:ext cx="933" cy="249"/>
              <a:chOff x="693" y="2029"/>
              <a:chExt cx="836" cy="228"/>
            </a:xfrm>
          </p:grpSpPr>
          <p:sp>
            <p:nvSpPr>
              <p:cNvPr id="2543181" name="Rectangle 6">
                <a:extLst>
                  <a:ext uri="{FF2B5EF4-FFF2-40B4-BE49-F238E27FC236}">
                    <a16:creationId xmlns:a16="http://schemas.microsoft.com/office/drawing/2014/main" id="{4CEFB82E-3DC1-CD9A-F0C4-90C811A79FBE}"/>
                  </a:ext>
                </a:extLst>
              </p:cNvPr>
              <p:cNvSpPr>
                <a:spLocks noChangeArrowheads="1"/>
              </p:cNvSpPr>
              <p:nvPr/>
            </p:nvSpPr>
            <p:spPr bwMode="auto">
              <a:xfrm>
                <a:off x="693" y="2029"/>
                <a:ext cx="836" cy="228"/>
              </a:xfrm>
              <a:prstGeom prst="rect">
                <a:avLst/>
              </a:prstGeom>
              <a:gradFill rotWithShape="0">
                <a:gsLst>
                  <a:gs pos="0">
                    <a:srgbClr val="037C03"/>
                  </a:gs>
                  <a:gs pos="50000">
                    <a:srgbClr val="037C03">
                      <a:gamma/>
                      <a:shade val="6275"/>
                      <a:invGamma/>
                    </a:srgbClr>
                  </a:gs>
                  <a:gs pos="100000">
                    <a:srgbClr val="037C03"/>
                  </a:gs>
                </a:gsLst>
                <a:lin ang="5400000" scaled="1"/>
              </a:gradFill>
              <a:ln w="3175">
                <a:solidFill>
                  <a:srgbClr val="000000"/>
                </a:solidFill>
                <a:miter lim="800000"/>
                <a:headEnd/>
                <a:tailEnd/>
              </a:ln>
            </p:spPr>
            <p:txBody>
              <a:bodyPr/>
              <a:lstStyle/>
              <a:p>
                <a:endParaRPr lang="en-US"/>
              </a:p>
            </p:txBody>
          </p:sp>
          <p:sp>
            <p:nvSpPr>
              <p:cNvPr id="2543182" name="Rectangle 7">
                <a:extLst>
                  <a:ext uri="{FF2B5EF4-FFF2-40B4-BE49-F238E27FC236}">
                    <a16:creationId xmlns:a16="http://schemas.microsoft.com/office/drawing/2014/main" id="{A754EBE1-C103-F56D-3E86-93948A034ADC}"/>
                  </a:ext>
                </a:extLst>
              </p:cNvPr>
              <p:cNvSpPr>
                <a:spLocks noChangeArrowheads="1"/>
              </p:cNvSpPr>
              <p:nvPr/>
            </p:nvSpPr>
            <p:spPr bwMode="auto">
              <a:xfrm>
                <a:off x="693" y="2037"/>
                <a:ext cx="836" cy="213"/>
              </a:xfrm>
              <a:prstGeom prst="rect">
                <a:avLst/>
              </a:prstGeom>
              <a:solidFill>
                <a:srgbClr val="C5D3ED"/>
              </a:solidFill>
              <a:ln w="3175">
                <a:solidFill>
                  <a:srgbClr val="000000"/>
                </a:solidFill>
                <a:miter lim="800000"/>
                <a:headEnd/>
                <a:tailEnd/>
              </a:ln>
            </p:spPr>
            <p:txBody>
              <a:bodyPr/>
              <a:lstStyle/>
              <a:p>
                <a:endParaRPr lang="en-US" dirty="0"/>
              </a:p>
            </p:txBody>
          </p:sp>
        </p:grpSp>
        <p:grpSp>
          <p:nvGrpSpPr>
            <p:cNvPr id="2543155" name="Group 8">
              <a:extLst>
                <a:ext uri="{FF2B5EF4-FFF2-40B4-BE49-F238E27FC236}">
                  <a16:creationId xmlns:a16="http://schemas.microsoft.com/office/drawing/2014/main" id="{3633EBBF-1DFF-6456-1773-56513ED2B0C6}"/>
                </a:ext>
              </a:extLst>
            </p:cNvPr>
            <p:cNvGrpSpPr>
              <a:grpSpLocks/>
            </p:cNvGrpSpPr>
            <p:nvPr/>
          </p:nvGrpSpPr>
          <p:grpSpPr bwMode="auto">
            <a:xfrm flipH="1">
              <a:off x="2413" y="2614"/>
              <a:ext cx="624" cy="103"/>
              <a:chOff x="926" y="2258"/>
              <a:chExt cx="559" cy="94"/>
            </a:xfrm>
          </p:grpSpPr>
          <p:grpSp>
            <p:nvGrpSpPr>
              <p:cNvPr id="2543156" name="Group 9">
                <a:extLst>
                  <a:ext uri="{FF2B5EF4-FFF2-40B4-BE49-F238E27FC236}">
                    <a16:creationId xmlns:a16="http://schemas.microsoft.com/office/drawing/2014/main" id="{F70133EF-DA40-7A7B-F2E6-5C3B91369EB1}"/>
                  </a:ext>
                </a:extLst>
              </p:cNvPr>
              <p:cNvGrpSpPr>
                <a:grpSpLocks/>
              </p:cNvGrpSpPr>
              <p:nvPr/>
            </p:nvGrpSpPr>
            <p:grpSpPr bwMode="auto">
              <a:xfrm>
                <a:off x="926" y="2258"/>
                <a:ext cx="559" cy="81"/>
                <a:chOff x="926" y="2258"/>
                <a:chExt cx="559" cy="81"/>
              </a:xfrm>
            </p:grpSpPr>
            <p:grpSp>
              <p:nvGrpSpPr>
                <p:cNvPr id="2543165" name="Group 10">
                  <a:extLst>
                    <a:ext uri="{FF2B5EF4-FFF2-40B4-BE49-F238E27FC236}">
                      <a16:creationId xmlns:a16="http://schemas.microsoft.com/office/drawing/2014/main" id="{F113C9A1-17BF-D8F5-5F30-11285187AA05}"/>
                    </a:ext>
                  </a:extLst>
                </p:cNvPr>
                <p:cNvGrpSpPr>
                  <a:grpSpLocks/>
                </p:cNvGrpSpPr>
                <p:nvPr/>
              </p:nvGrpSpPr>
              <p:grpSpPr bwMode="auto">
                <a:xfrm>
                  <a:off x="926" y="2258"/>
                  <a:ext cx="67" cy="62"/>
                  <a:chOff x="926" y="2258"/>
                  <a:chExt cx="67" cy="62"/>
                </a:xfrm>
              </p:grpSpPr>
              <p:sp>
                <p:nvSpPr>
                  <p:cNvPr id="2543178" name="Freeform 11">
                    <a:extLst>
                      <a:ext uri="{FF2B5EF4-FFF2-40B4-BE49-F238E27FC236}">
                        <a16:creationId xmlns:a16="http://schemas.microsoft.com/office/drawing/2014/main" id="{7CB5311E-E3A6-D53D-2AF1-188BF92A8DAC}"/>
                      </a:ext>
                    </a:extLst>
                  </p:cNvPr>
                  <p:cNvSpPr>
                    <a:spLocks/>
                  </p:cNvSpPr>
                  <p:nvPr/>
                </p:nvSpPr>
                <p:spPr bwMode="auto">
                  <a:xfrm>
                    <a:off x="926" y="2258"/>
                    <a:ext cx="67" cy="10"/>
                  </a:xfrm>
                  <a:custGeom>
                    <a:avLst/>
                    <a:gdLst>
                      <a:gd name="T0" fmla="*/ 0 w 67"/>
                      <a:gd name="T1" fmla="*/ 0 h 10"/>
                      <a:gd name="T2" fmla="*/ 67 w 67"/>
                      <a:gd name="T3" fmla="*/ 0 h 10"/>
                      <a:gd name="T4" fmla="*/ 59 w 67"/>
                      <a:gd name="T5" fmla="*/ 10 h 10"/>
                      <a:gd name="T6" fmla="*/ 7 w 67"/>
                      <a:gd name="T7" fmla="*/ 10 h 10"/>
                      <a:gd name="T8" fmla="*/ 0 w 67"/>
                      <a:gd name="T9" fmla="*/ 0 h 10"/>
                    </a:gdLst>
                    <a:ahLst/>
                    <a:cxnLst>
                      <a:cxn ang="0">
                        <a:pos x="T0" y="T1"/>
                      </a:cxn>
                      <a:cxn ang="0">
                        <a:pos x="T2" y="T3"/>
                      </a:cxn>
                      <a:cxn ang="0">
                        <a:pos x="T4" y="T5"/>
                      </a:cxn>
                      <a:cxn ang="0">
                        <a:pos x="T6" y="T7"/>
                      </a:cxn>
                      <a:cxn ang="0">
                        <a:pos x="T8" y="T9"/>
                      </a:cxn>
                    </a:cxnLst>
                    <a:rect l="0" t="0" r="r" b="b"/>
                    <a:pathLst>
                      <a:path w="67" h="10">
                        <a:moveTo>
                          <a:pt x="0" y="0"/>
                        </a:moveTo>
                        <a:lnTo>
                          <a:pt x="67" y="0"/>
                        </a:lnTo>
                        <a:lnTo>
                          <a:pt x="59" y="10"/>
                        </a:lnTo>
                        <a:lnTo>
                          <a:pt x="7" y="10"/>
                        </a:lnTo>
                        <a:lnTo>
                          <a:pt x="0" y="0"/>
                        </a:lnTo>
                        <a:close/>
                      </a:path>
                    </a:pathLst>
                  </a:custGeom>
                  <a:solidFill>
                    <a:srgbClr val="606060"/>
                  </a:solidFill>
                  <a:ln w="3175">
                    <a:solidFill>
                      <a:srgbClr val="404040"/>
                    </a:solidFill>
                    <a:prstDash val="solid"/>
                    <a:round/>
                    <a:headEnd/>
                    <a:tailEnd/>
                  </a:ln>
                </p:spPr>
                <p:txBody>
                  <a:bodyPr/>
                  <a:lstStyle/>
                  <a:p>
                    <a:endParaRPr lang="en-US"/>
                  </a:p>
                </p:txBody>
              </p:sp>
              <p:sp>
                <p:nvSpPr>
                  <p:cNvPr id="2543179" name="Freeform 12">
                    <a:extLst>
                      <a:ext uri="{FF2B5EF4-FFF2-40B4-BE49-F238E27FC236}">
                        <a16:creationId xmlns:a16="http://schemas.microsoft.com/office/drawing/2014/main" id="{839C1A7F-B466-1E59-3DAD-F1E0BE5BE21E}"/>
                      </a:ext>
                    </a:extLst>
                  </p:cNvPr>
                  <p:cNvSpPr>
                    <a:spLocks/>
                  </p:cNvSpPr>
                  <p:nvPr/>
                </p:nvSpPr>
                <p:spPr bwMode="auto">
                  <a:xfrm>
                    <a:off x="941" y="2268"/>
                    <a:ext cx="34" cy="4"/>
                  </a:xfrm>
                  <a:custGeom>
                    <a:avLst/>
                    <a:gdLst>
                      <a:gd name="T0" fmla="*/ 0 w 34"/>
                      <a:gd name="T1" fmla="*/ 0 h 4"/>
                      <a:gd name="T2" fmla="*/ 34 w 34"/>
                      <a:gd name="T3" fmla="*/ 0 h 4"/>
                      <a:gd name="T4" fmla="*/ 30 w 34"/>
                      <a:gd name="T5" fmla="*/ 4 h 4"/>
                      <a:gd name="T6" fmla="*/ 4 w 34"/>
                      <a:gd name="T7" fmla="*/ 4 h 4"/>
                      <a:gd name="T8" fmla="*/ 0 w 34"/>
                      <a:gd name="T9" fmla="*/ 0 h 4"/>
                    </a:gdLst>
                    <a:ahLst/>
                    <a:cxnLst>
                      <a:cxn ang="0">
                        <a:pos x="T0" y="T1"/>
                      </a:cxn>
                      <a:cxn ang="0">
                        <a:pos x="T2" y="T3"/>
                      </a:cxn>
                      <a:cxn ang="0">
                        <a:pos x="T4" y="T5"/>
                      </a:cxn>
                      <a:cxn ang="0">
                        <a:pos x="T6" y="T7"/>
                      </a:cxn>
                      <a:cxn ang="0">
                        <a:pos x="T8" y="T9"/>
                      </a:cxn>
                    </a:cxnLst>
                    <a:rect l="0" t="0" r="r" b="b"/>
                    <a:pathLst>
                      <a:path w="34" h="4">
                        <a:moveTo>
                          <a:pt x="0" y="0"/>
                        </a:moveTo>
                        <a:lnTo>
                          <a:pt x="34" y="0"/>
                        </a:lnTo>
                        <a:lnTo>
                          <a:pt x="30" y="4"/>
                        </a:lnTo>
                        <a:lnTo>
                          <a:pt x="4" y="4"/>
                        </a:lnTo>
                        <a:lnTo>
                          <a:pt x="0" y="0"/>
                        </a:lnTo>
                        <a:close/>
                      </a:path>
                    </a:pathLst>
                  </a:custGeom>
                  <a:solidFill>
                    <a:srgbClr val="606060"/>
                  </a:solidFill>
                  <a:ln w="3175">
                    <a:solidFill>
                      <a:srgbClr val="404040"/>
                    </a:solidFill>
                    <a:prstDash val="solid"/>
                    <a:round/>
                    <a:headEnd/>
                    <a:tailEnd/>
                  </a:ln>
                </p:spPr>
                <p:txBody>
                  <a:bodyPr/>
                  <a:lstStyle/>
                  <a:p>
                    <a:endParaRPr lang="en-US"/>
                  </a:p>
                </p:txBody>
              </p:sp>
              <p:sp>
                <p:nvSpPr>
                  <p:cNvPr id="2543180" name="Rectangle 13">
                    <a:extLst>
                      <a:ext uri="{FF2B5EF4-FFF2-40B4-BE49-F238E27FC236}">
                        <a16:creationId xmlns:a16="http://schemas.microsoft.com/office/drawing/2014/main" id="{3811301F-8D08-6C12-97F0-1C5D08CB0C63}"/>
                      </a:ext>
                    </a:extLst>
                  </p:cNvPr>
                  <p:cNvSpPr>
                    <a:spLocks noChangeArrowheads="1"/>
                  </p:cNvSpPr>
                  <p:nvPr/>
                </p:nvSpPr>
                <p:spPr bwMode="auto">
                  <a:xfrm>
                    <a:off x="956" y="2273"/>
                    <a:ext cx="6" cy="47"/>
                  </a:xfrm>
                  <a:prstGeom prst="rect">
                    <a:avLst/>
                  </a:prstGeom>
                  <a:solidFill>
                    <a:srgbClr val="606060"/>
                  </a:solidFill>
                  <a:ln w="3175">
                    <a:solidFill>
                      <a:srgbClr val="404040"/>
                    </a:solidFill>
                    <a:miter lim="800000"/>
                    <a:headEnd/>
                    <a:tailEnd/>
                  </a:ln>
                </p:spPr>
                <p:txBody>
                  <a:bodyPr/>
                  <a:lstStyle/>
                  <a:p>
                    <a:endParaRPr lang="en-US"/>
                  </a:p>
                </p:txBody>
              </p:sp>
            </p:grpSp>
            <p:grpSp>
              <p:nvGrpSpPr>
                <p:cNvPr id="2543166" name="Group 14">
                  <a:extLst>
                    <a:ext uri="{FF2B5EF4-FFF2-40B4-BE49-F238E27FC236}">
                      <a16:creationId xmlns:a16="http://schemas.microsoft.com/office/drawing/2014/main" id="{0BCC4EBD-E807-A08D-4E94-07E4AEA1E511}"/>
                    </a:ext>
                  </a:extLst>
                </p:cNvPr>
                <p:cNvGrpSpPr>
                  <a:grpSpLocks/>
                </p:cNvGrpSpPr>
                <p:nvPr/>
              </p:nvGrpSpPr>
              <p:grpSpPr bwMode="auto">
                <a:xfrm>
                  <a:off x="1264" y="2258"/>
                  <a:ext cx="107" cy="81"/>
                  <a:chOff x="1264" y="2258"/>
                  <a:chExt cx="107" cy="81"/>
                </a:xfrm>
              </p:grpSpPr>
              <p:sp>
                <p:nvSpPr>
                  <p:cNvPr id="2543173" name="Freeform 15">
                    <a:extLst>
                      <a:ext uri="{FF2B5EF4-FFF2-40B4-BE49-F238E27FC236}">
                        <a16:creationId xmlns:a16="http://schemas.microsoft.com/office/drawing/2014/main" id="{B9E93FC2-8851-1D30-68BD-9144826B0EB4}"/>
                      </a:ext>
                    </a:extLst>
                  </p:cNvPr>
                  <p:cNvSpPr>
                    <a:spLocks/>
                  </p:cNvSpPr>
                  <p:nvPr/>
                </p:nvSpPr>
                <p:spPr bwMode="auto">
                  <a:xfrm>
                    <a:off x="1264" y="2260"/>
                    <a:ext cx="106" cy="16"/>
                  </a:xfrm>
                  <a:custGeom>
                    <a:avLst/>
                    <a:gdLst>
                      <a:gd name="T0" fmla="*/ 0 w 106"/>
                      <a:gd name="T1" fmla="*/ 0 h 16"/>
                      <a:gd name="T2" fmla="*/ 106 w 106"/>
                      <a:gd name="T3" fmla="*/ 0 h 16"/>
                      <a:gd name="T4" fmla="*/ 106 w 106"/>
                      <a:gd name="T5" fmla="*/ 16 h 16"/>
                      <a:gd name="T6" fmla="*/ 8 w 106"/>
                      <a:gd name="T7" fmla="*/ 16 h 16"/>
                      <a:gd name="T8" fmla="*/ 0 w 106"/>
                      <a:gd name="T9" fmla="*/ 0 h 16"/>
                    </a:gdLst>
                    <a:ahLst/>
                    <a:cxnLst>
                      <a:cxn ang="0">
                        <a:pos x="T0" y="T1"/>
                      </a:cxn>
                      <a:cxn ang="0">
                        <a:pos x="T2" y="T3"/>
                      </a:cxn>
                      <a:cxn ang="0">
                        <a:pos x="T4" y="T5"/>
                      </a:cxn>
                      <a:cxn ang="0">
                        <a:pos x="T6" y="T7"/>
                      </a:cxn>
                      <a:cxn ang="0">
                        <a:pos x="T8" y="T9"/>
                      </a:cxn>
                    </a:cxnLst>
                    <a:rect l="0" t="0" r="r" b="b"/>
                    <a:pathLst>
                      <a:path w="106" h="16">
                        <a:moveTo>
                          <a:pt x="0" y="0"/>
                        </a:moveTo>
                        <a:lnTo>
                          <a:pt x="106" y="0"/>
                        </a:lnTo>
                        <a:lnTo>
                          <a:pt x="106" y="16"/>
                        </a:lnTo>
                        <a:lnTo>
                          <a:pt x="8" y="16"/>
                        </a:lnTo>
                        <a:lnTo>
                          <a:pt x="0" y="0"/>
                        </a:lnTo>
                        <a:close/>
                      </a:path>
                    </a:pathLst>
                  </a:custGeom>
                  <a:solidFill>
                    <a:srgbClr val="606060"/>
                  </a:solidFill>
                  <a:ln w="3175">
                    <a:solidFill>
                      <a:srgbClr val="404040"/>
                    </a:solidFill>
                    <a:prstDash val="solid"/>
                    <a:round/>
                    <a:headEnd/>
                    <a:tailEnd/>
                  </a:ln>
                </p:spPr>
                <p:txBody>
                  <a:bodyPr/>
                  <a:lstStyle/>
                  <a:p>
                    <a:endParaRPr lang="en-US"/>
                  </a:p>
                </p:txBody>
              </p:sp>
              <p:grpSp>
                <p:nvGrpSpPr>
                  <p:cNvPr id="2543174" name="Group 16">
                    <a:extLst>
                      <a:ext uri="{FF2B5EF4-FFF2-40B4-BE49-F238E27FC236}">
                        <a16:creationId xmlns:a16="http://schemas.microsoft.com/office/drawing/2014/main" id="{282B9F52-CC73-FB53-B11C-D6FB0EDCA037}"/>
                      </a:ext>
                    </a:extLst>
                  </p:cNvPr>
                  <p:cNvGrpSpPr>
                    <a:grpSpLocks/>
                  </p:cNvGrpSpPr>
                  <p:nvPr/>
                </p:nvGrpSpPr>
                <p:grpSpPr bwMode="auto">
                  <a:xfrm>
                    <a:off x="1272" y="2258"/>
                    <a:ext cx="91" cy="18"/>
                    <a:chOff x="1272" y="2258"/>
                    <a:chExt cx="91" cy="18"/>
                  </a:xfrm>
                </p:grpSpPr>
                <p:sp>
                  <p:nvSpPr>
                    <p:cNvPr id="2543176" name="Freeform 17">
                      <a:extLst>
                        <a:ext uri="{FF2B5EF4-FFF2-40B4-BE49-F238E27FC236}">
                          <a16:creationId xmlns:a16="http://schemas.microsoft.com/office/drawing/2014/main" id="{C033203C-DDD8-4E4D-E46A-6A42A8FCE25E}"/>
                        </a:ext>
                      </a:extLst>
                    </p:cNvPr>
                    <p:cNvSpPr>
                      <a:spLocks/>
                    </p:cNvSpPr>
                    <p:nvPr/>
                  </p:nvSpPr>
                  <p:spPr bwMode="auto">
                    <a:xfrm>
                      <a:off x="1272" y="2262"/>
                      <a:ext cx="80" cy="14"/>
                    </a:xfrm>
                    <a:custGeom>
                      <a:avLst/>
                      <a:gdLst>
                        <a:gd name="T0" fmla="*/ 0 w 80"/>
                        <a:gd name="T1" fmla="*/ 14 h 14"/>
                        <a:gd name="T2" fmla="*/ 12 w 80"/>
                        <a:gd name="T3" fmla="*/ 0 h 14"/>
                        <a:gd name="T4" fmla="*/ 80 w 80"/>
                        <a:gd name="T5" fmla="*/ 0 h 14"/>
                        <a:gd name="T6" fmla="*/ 80 w 80"/>
                        <a:gd name="T7" fmla="*/ 14 h 14"/>
                      </a:gdLst>
                      <a:ahLst/>
                      <a:cxnLst>
                        <a:cxn ang="0">
                          <a:pos x="T0" y="T1"/>
                        </a:cxn>
                        <a:cxn ang="0">
                          <a:pos x="T2" y="T3"/>
                        </a:cxn>
                        <a:cxn ang="0">
                          <a:pos x="T4" y="T5"/>
                        </a:cxn>
                        <a:cxn ang="0">
                          <a:pos x="T6" y="T7"/>
                        </a:cxn>
                      </a:cxnLst>
                      <a:rect l="0" t="0" r="r" b="b"/>
                      <a:pathLst>
                        <a:path w="80" h="14">
                          <a:moveTo>
                            <a:pt x="0" y="14"/>
                          </a:moveTo>
                          <a:lnTo>
                            <a:pt x="12" y="0"/>
                          </a:lnTo>
                          <a:lnTo>
                            <a:pt x="80" y="0"/>
                          </a:lnTo>
                          <a:lnTo>
                            <a:pt x="80" y="14"/>
                          </a:lnTo>
                        </a:path>
                      </a:pathLst>
                    </a:custGeom>
                    <a:noFill/>
                    <a:ln w="3175">
                      <a:solidFill>
                        <a:srgbClr val="40404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43177" name="Line 18">
                      <a:extLst>
                        <a:ext uri="{FF2B5EF4-FFF2-40B4-BE49-F238E27FC236}">
                          <a16:creationId xmlns:a16="http://schemas.microsoft.com/office/drawing/2014/main" id="{96292C14-8809-3206-63F1-D0C6293ECD8B}"/>
                        </a:ext>
                      </a:extLst>
                    </p:cNvPr>
                    <p:cNvSpPr>
                      <a:spLocks noChangeShapeType="1"/>
                    </p:cNvSpPr>
                    <p:nvPr/>
                  </p:nvSpPr>
                  <p:spPr bwMode="auto">
                    <a:xfrm>
                      <a:off x="1362" y="2258"/>
                      <a:ext cx="1" cy="18"/>
                    </a:xfrm>
                    <a:prstGeom prst="line">
                      <a:avLst/>
                    </a:prstGeom>
                    <a:noFill/>
                    <a:ln w="3175">
                      <a:solidFill>
                        <a:srgbClr val="40404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2543175" name="Line 19">
                    <a:extLst>
                      <a:ext uri="{FF2B5EF4-FFF2-40B4-BE49-F238E27FC236}">
                        <a16:creationId xmlns:a16="http://schemas.microsoft.com/office/drawing/2014/main" id="{578050FC-4DA4-CAFA-BA2B-9B52B0734D62}"/>
                      </a:ext>
                    </a:extLst>
                  </p:cNvPr>
                  <p:cNvSpPr>
                    <a:spLocks noChangeShapeType="1"/>
                  </p:cNvSpPr>
                  <p:nvPr/>
                </p:nvSpPr>
                <p:spPr bwMode="auto">
                  <a:xfrm>
                    <a:off x="1370" y="2276"/>
                    <a:ext cx="1" cy="63"/>
                  </a:xfrm>
                  <a:prstGeom prst="line">
                    <a:avLst/>
                  </a:prstGeom>
                  <a:noFill/>
                  <a:ln w="3175">
                    <a:solidFill>
                      <a:srgbClr val="20202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2543167" name="Group 20">
                  <a:extLst>
                    <a:ext uri="{FF2B5EF4-FFF2-40B4-BE49-F238E27FC236}">
                      <a16:creationId xmlns:a16="http://schemas.microsoft.com/office/drawing/2014/main" id="{85B00003-F4CE-6209-EC5B-01151C148133}"/>
                    </a:ext>
                  </a:extLst>
                </p:cNvPr>
                <p:cNvGrpSpPr>
                  <a:grpSpLocks/>
                </p:cNvGrpSpPr>
                <p:nvPr/>
              </p:nvGrpSpPr>
              <p:grpSpPr bwMode="auto">
                <a:xfrm>
                  <a:off x="1377" y="2258"/>
                  <a:ext cx="108" cy="81"/>
                  <a:chOff x="1377" y="2258"/>
                  <a:chExt cx="108" cy="81"/>
                </a:xfrm>
              </p:grpSpPr>
              <p:sp>
                <p:nvSpPr>
                  <p:cNvPr id="2543168" name="Freeform 21">
                    <a:extLst>
                      <a:ext uri="{FF2B5EF4-FFF2-40B4-BE49-F238E27FC236}">
                        <a16:creationId xmlns:a16="http://schemas.microsoft.com/office/drawing/2014/main" id="{2485B859-7703-788D-19DA-C8EFFCEC7090}"/>
                      </a:ext>
                    </a:extLst>
                  </p:cNvPr>
                  <p:cNvSpPr>
                    <a:spLocks/>
                  </p:cNvSpPr>
                  <p:nvPr/>
                </p:nvSpPr>
                <p:spPr bwMode="auto">
                  <a:xfrm>
                    <a:off x="1377" y="2260"/>
                    <a:ext cx="107" cy="16"/>
                  </a:xfrm>
                  <a:custGeom>
                    <a:avLst/>
                    <a:gdLst>
                      <a:gd name="T0" fmla="*/ 0 w 107"/>
                      <a:gd name="T1" fmla="*/ 0 h 16"/>
                      <a:gd name="T2" fmla="*/ 107 w 107"/>
                      <a:gd name="T3" fmla="*/ 0 h 16"/>
                      <a:gd name="T4" fmla="*/ 107 w 107"/>
                      <a:gd name="T5" fmla="*/ 16 h 16"/>
                      <a:gd name="T6" fmla="*/ 10 w 107"/>
                      <a:gd name="T7" fmla="*/ 16 h 16"/>
                      <a:gd name="T8" fmla="*/ 0 w 107"/>
                      <a:gd name="T9" fmla="*/ 0 h 16"/>
                    </a:gdLst>
                    <a:ahLst/>
                    <a:cxnLst>
                      <a:cxn ang="0">
                        <a:pos x="T0" y="T1"/>
                      </a:cxn>
                      <a:cxn ang="0">
                        <a:pos x="T2" y="T3"/>
                      </a:cxn>
                      <a:cxn ang="0">
                        <a:pos x="T4" y="T5"/>
                      </a:cxn>
                      <a:cxn ang="0">
                        <a:pos x="T6" y="T7"/>
                      </a:cxn>
                      <a:cxn ang="0">
                        <a:pos x="T8" y="T9"/>
                      </a:cxn>
                    </a:cxnLst>
                    <a:rect l="0" t="0" r="r" b="b"/>
                    <a:pathLst>
                      <a:path w="107" h="16">
                        <a:moveTo>
                          <a:pt x="0" y="0"/>
                        </a:moveTo>
                        <a:lnTo>
                          <a:pt x="107" y="0"/>
                        </a:lnTo>
                        <a:lnTo>
                          <a:pt x="107" y="16"/>
                        </a:lnTo>
                        <a:lnTo>
                          <a:pt x="10" y="16"/>
                        </a:lnTo>
                        <a:lnTo>
                          <a:pt x="0" y="0"/>
                        </a:lnTo>
                        <a:close/>
                      </a:path>
                    </a:pathLst>
                  </a:custGeom>
                  <a:solidFill>
                    <a:srgbClr val="606060"/>
                  </a:solidFill>
                  <a:ln w="3175">
                    <a:solidFill>
                      <a:srgbClr val="404040"/>
                    </a:solidFill>
                    <a:prstDash val="solid"/>
                    <a:round/>
                    <a:headEnd/>
                    <a:tailEnd/>
                  </a:ln>
                </p:spPr>
                <p:txBody>
                  <a:bodyPr/>
                  <a:lstStyle/>
                  <a:p>
                    <a:endParaRPr lang="en-US"/>
                  </a:p>
                </p:txBody>
              </p:sp>
              <p:grpSp>
                <p:nvGrpSpPr>
                  <p:cNvPr id="2543169" name="Group 22">
                    <a:extLst>
                      <a:ext uri="{FF2B5EF4-FFF2-40B4-BE49-F238E27FC236}">
                        <a16:creationId xmlns:a16="http://schemas.microsoft.com/office/drawing/2014/main" id="{CCBD8C51-C631-4467-1240-332942EAB6D0}"/>
                      </a:ext>
                    </a:extLst>
                  </p:cNvPr>
                  <p:cNvGrpSpPr>
                    <a:grpSpLocks/>
                  </p:cNvGrpSpPr>
                  <p:nvPr/>
                </p:nvGrpSpPr>
                <p:grpSpPr bwMode="auto">
                  <a:xfrm>
                    <a:off x="1387" y="2258"/>
                    <a:ext cx="89" cy="18"/>
                    <a:chOff x="1387" y="2258"/>
                    <a:chExt cx="89" cy="18"/>
                  </a:xfrm>
                </p:grpSpPr>
                <p:sp>
                  <p:nvSpPr>
                    <p:cNvPr id="2543171" name="Freeform 23">
                      <a:extLst>
                        <a:ext uri="{FF2B5EF4-FFF2-40B4-BE49-F238E27FC236}">
                          <a16:creationId xmlns:a16="http://schemas.microsoft.com/office/drawing/2014/main" id="{7F92DFF9-7E07-B974-A6EA-85048C04BA5E}"/>
                        </a:ext>
                      </a:extLst>
                    </p:cNvPr>
                    <p:cNvSpPr>
                      <a:spLocks/>
                    </p:cNvSpPr>
                    <p:nvPr/>
                  </p:nvSpPr>
                  <p:spPr bwMode="auto">
                    <a:xfrm>
                      <a:off x="1387" y="2262"/>
                      <a:ext cx="80" cy="14"/>
                    </a:xfrm>
                    <a:custGeom>
                      <a:avLst/>
                      <a:gdLst>
                        <a:gd name="T0" fmla="*/ 0 w 80"/>
                        <a:gd name="T1" fmla="*/ 14 h 14"/>
                        <a:gd name="T2" fmla="*/ 12 w 80"/>
                        <a:gd name="T3" fmla="*/ 0 h 14"/>
                        <a:gd name="T4" fmla="*/ 80 w 80"/>
                        <a:gd name="T5" fmla="*/ 0 h 14"/>
                        <a:gd name="T6" fmla="*/ 80 w 80"/>
                        <a:gd name="T7" fmla="*/ 14 h 14"/>
                      </a:gdLst>
                      <a:ahLst/>
                      <a:cxnLst>
                        <a:cxn ang="0">
                          <a:pos x="T0" y="T1"/>
                        </a:cxn>
                        <a:cxn ang="0">
                          <a:pos x="T2" y="T3"/>
                        </a:cxn>
                        <a:cxn ang="0">
                          <a:pos x="T4" y="T5"/>
                        </a:cxn>
                        <a:cxn ang="0">
                          <a:pos x="T6" y="T7"/>
                        </a:cxn>
                      </a:cxnLst>
                      <a:rect l="0" t="0" r="r" b="b"/>
                      <a:pathLst>
                        <a:path w="80" h="14">
                          <a:moveTo>
                            <a:pt x="0" y="14"/>
                          </a:moveTo>
                          <a:lnTo>
                            <a:pt x="12" y="0"/>
                          </a:lnTo>
                          <a:lnTo>
                            <a:pt x="80" y="0"/>
                          </a:lnTo>
                          <a:lnTo>
                            <a:pt x="80" y="14"/>
                          </a:lnTo>
                        </a:path>
                      </a:pathLst>
                    </a:custGeom>
                    <a:noFill/>
                    <a:ln w="3175">
                      <a:solidFill>
                        <a:srgbClr val="40404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43172" name="Line 24">
                      <a:extLst>
                        <a:ext uri="{FF2B5EF4-FFF2-40B4-BE49-F238E27FC236}">
                          <a16:creationId xmlns:a16="http://schemas.microsoft.com/office/drawing/2014/main" id="{14A35E3B-442D-F454-A70C-089092227BD2}"/>
                        </a:ext>
                      </a:extLst>
                    </p:cNvPr>
                    <p:cNvSpPr>
                      <a:spLocks noChangeShapeType="1"/>
                    </p:cNvSpPr>
                    <p:nvPr/>
                  </p:nvSpPr>
                  <p:spPr bwMode="auto">
                    <a:xfrm>
                      <a:off x="1475" y="2258"/>
                      <a:ext cx="1" cy="18"/>
                    </a:xfrm>
                    <a:prstGeom prst="line">
                      <a:avLst/>
                    </a:prstGeom>
                    <a:noFill/>
                    <a:ln w="3175">
                      <a:solidFill>
                        <a:srgbClr val="40404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2543170" name="Line 25">
                    <a:extLst>
                      <a:ext uri="{FF2B5EF4-FFF2-40B4-BE49-F238E27FC236}">
                        <a16:creationId xmlns:a16="http://schemas.microsoft.com/office/drawing/2014/main" id="{C98FFE69-BCCF-70F0-CD02-E116FD13C827}"/>
                      </a:ext>
                    </a:extLst>
                  </p:cNvPr>
                  <p:cNvSpPr>
                    <a:spLocks noChangeShapeType="1"/>
                  </p:cNvSpPr>
                  <p:nvPr/>
                </p:nvSpPr>
                <p:spPr bwMode="auto">
                  <a:xfrm>
                    <a:off x="1484" y="2276"/>
                    <a:ext cx="1" cy="63"/>
                  </a:xfrm>
                  <a:prstGeom prst="line">
                    <a:avLst/>
                  </a:prstGeom>
                  <a:noFill/>
                  <a:ln w="3175">
                    <a:solidFill>
                      <a:srgbClr val="20202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2543157" name="Group 26">
                <a:extLst>
                  <a:ext uri="{FF2B5EF4-FFF2-40B4-BE49-F238E27FC236}">
                    <a16:creationId xmlns:a16="http://schemas.microsoft.com/office/drawing/2014/main" id="{9DAE21F7-11EB-E733-B1FD-B60D447BADB7}"/>
                  </a:ext>
                </a:extLst>
              </p:cNvPr>
              <p:cNvGrpSpPr>
                <a:grpSpLocks/>
              </p:cNvGrpSpPr>
              <p:nvPr/>
            </p:nvGrpSpPr>
            <p:grpSpPr bwMode="auto">
              <a:xfrm>
                <a:off x="1277" y="2267"/>
                <a:ext cx="86" cy="85"/>
                <a:chOff x="1277" y="2267"/>
                <a:chExt cx="86" cy="85"/>
              </a:xfrm>
            </p:grpSpPr>
            <p:sp>
              <p:nvSpPr>
                <p:cNvPr id="2543162" name="Oval 27">
                  <a:extLst>
                    <a:ext uri="{FF2B5EF4-FFF2-40B4-BE49-F238E27FC236}">
                      <a16:creationId xmlns:a16="http://schemas.microsoft.com/office/drawing/2014/main" id="{F1A338E8-DD4C-CCFE-E2C0-5882247960AF}"/>
                    </a:ext>
                  </a:extLst>
                </p:cNvPr>
                <p:cNvSpPr>
                  <a:spLocks noChangeArrowheads="1"/>
                </p:cNvSpPr>
                <p:nvPr/>
              </p:nvSpPr>
              <p:spPr bwMode="auto">
                <a:xfrm>
                  <a:off x="1277" y="2267"/>
                  <a:ext cx="86" cy="85"/>
                </a:xfrm>
                <a:prstGeom prst="ellipse">
                  <a:avLst/>
                </a:prstGeom>
                <a:solidFill>
                  <a:srgbClr val="202020"/>
                </a:solidFill>
                <a:ln w="3175">
                  <a:solidFill>
                    <a:srgbClr val="000000"/>
                  </a:solidFill>
                  <a:round/>
                  <a:headEnd/>
                  <a:tailEnd/>
                </a:ln>
              </p:spPr>
              <p:txBody>
                <a:bodyPr/>
                <a:lstStyle/>
                <a:p>
                  <a:endParaRPr lang="en-US"/>
                </a:p>
              </p:txBody>
            </p:sp>
            <p:sp>
              <p:nvSpPr>
                <p:cNvPr id="2543163" name="Oval 28">
                  <a:extLst>
                    <a:ext uri="{FF2B5EF4-FFF2-40B4-BE49-F238E27FC236}">
                      <a16:creationId xmlns:a16="http://schemas.microsoft.com/office/drawing/2014/main" id="{EAA68692-982D-E050-1C4E-D68858F2B8AF}"/>
                    </a:ext>
                  </a:extLst>
                </p:cNvPr>
                <p:cNvSpPr>
                  <a:spLocks noChangeArrowheads="1"/>
                </p:cNvSpPr>
                <p:nvPr/>
              </p:nvSpPr>
              <p:spPr bwMode="auto">
                <a:xfrm>
                  <a:off x="1289" y="2279"/>
                  <a:ext cx="60" cy="59"/>
                </a:xfrm>
                <a:prstGeom prst="ellipse">
                  <a:avLst/>
                </a:prstGeom>
                <a:solidFill>
                  <a:srgbClr val="A0A0A0"/>
                </a:solidFill>
                <a:ln w="3175">
                  <a:solidFill>
                    <a:srgbClr val="000000"/>
                  </a:solidFill>
                  <a:round/>
                  <a:headEnd/>
                  <a:tailEnd/>
                </a:ln>
              </p:spPr>
              <p:txBody>
                <a:bodyPr/>
                <a:lstStyle/>
                <a:p>
                  <a:endParaRPr lang="en-US"/>
                </a:p>
              </p:txBody>
            </p:sp>
            <p:sp>
              <p:nvSpPr>
                <p:cNvPr id="2543164" name="Oval 29">
                  <a:extLst>
                    <a:ext uri="{FF2B5EF4-FFF2-40B4-BE49-F238E27FC236}">
                      <a16:creationId xmlns:a16="http://schemas.microsoft.com/office/drawing/2014/main" id="{AE97832B-99F1-9955-C2ED-B56A791FA4E1}"/>
                    </a:ext>
                  </a:extLst>
                </p:cNvPr>
                <p:cNvSpPr>
                  <a:spLocks noChangeArrowheads="1"/>
                </p:cNvSpPr>
                <p:nvPr/>
              </p:nvSpPr>
              <p:spPr bwMode="auto">
                <a:xfrm>
                  <a:off x="1305" y="2297"/>
                  <a:ext cx="26" cy="25"/>
                </a:xfrm>
                <a:prstGeom prst="ellipse">
                  <a:avLst/>
                </a:prstGeom>
                <a:solidFill>
                  <a:srgbClr val="606060"/>
                </a:solidFill>
                <a:ln w="3175">
                  <a:solidFill>
                    <a:srgbClr val="000000"/>
                  </a:solidFill>
                  <a:round/>
                  <a:headEnd/>
                  <a:tailEnd/>
                </a:ln>
              </p:spPr>
              <p:txBody>
                <a:bodyPr/>
                <a:lstStyle/>
                <a:p>
                  <a:endParaRPr lang="en-US"/>
                </a:p>
              </p:txBody>
            </p:sp>
          </p:grpSp>
          <p:grpSp>
            <p:nvGrpSpPr>
              <p:cNvPr id="2543158" name="Group 30">
                <a:extLst>
                  <a:ext uri="{FF2B5EF4-FFF2-40B4-BE49-F238E27FC236}">
                    <a16:creationId xmlns:a16="http://schemas.microsoft.com/office/drawing/2014/main" id="{A2444D96-32FC-B1E3-03E0-8251BC74D7C7}"/>
                  </a:ext>
                </a:extLst>
              </p:cNvPr>
              <p:cNvGrpSpPr>
                <a:grpSpLocks/>
              </p:cNvGrpSpPr>
              <p:nvPr/>
            </p:nvGrpSpPr>
            <p:grpSpPr bwMode="auto">
              <a:xfrm>
                <a:off x="1390" y="2267"/>
                <a:ext cx="86" cy="85"/>
                <a:chOff x="1390" y="2267"/>
                <a:chExt cx="86" cy="85"/>
              </a:xfrm>
            </p:grpSpPr>
            <p:sp>
              <p:nvSpPr>
                <p:cNvPr id="2543159" name="Oval 31">
                  <a:extLst>
                    <a:ext uri="{FF2B5EF4-FFF2-40B4-BE49-F238E27FC236}">
                      <a16:creationId xmlns:a16="http://schemas.microsoft.com/office/drawing/2014/main" id="{E04FD299-EFCF-B2E0-3848-B2DB0DDAEF24}"/>
                    </a:ext>
                  </a:extLst>
                </p:cNvPr>
                <p:cNvSpPr>
                  <a:spLocks noChangeArrowheads="1"/>
                </p:cNvSpPr>
                <p:nvPr/>
              </p:nvSpPr>
              <p:spPr bwMode="auto">
                <a:xfrm>
                  <a:off x="1390" y="2267"/>
                  <a:ext cx="86" cy="85"/>
                </a:xfrm>
                <a:prstGeom prst="ellipse">
                  <a:avLst/>
                </a:prstGeom>
                <a:solidFill>
                  <a:srgbClr val="202020"/>
                </a:solidFill>
                <a:ln w="3175">
                  <a:solidFill>
                    <a:srgbClr val="000000"/>
                  </a:solidFill>
                  <a:round/>
                  <a:headEnd/>
                  <a:tailEnd/>
                </a:ln>
              </p:spPr>
              <p:txBody>
                <a:bodyPr/>
                <a:lstStyle/>
                <a:p>
                  <a:endParaRPr lang="en-US"/>
                </a:p>
              </p:txBody>
            </p:sp>
            <p:sp>
              <p:nvSpPr>
                <p:cNvPr id="2543160" name="Oval 32">
                  <a:extLst>
                    <a:ext uri="{FF2B5EF4-FFF2-40B4-BE49-F238E27FC236}">
                      <a16:creationId xmlns:a16="http://schemas.microsoft.com/office/drawing/2014/main" id="{BD713A26-6C65-4B3D-DE33-651EC727BE77}"/>
                    </a:ext>
                  </a:extLst>
                </p:cNvPr>
                <p:cNvSpPr>
                  <a:spLocks noChangeArrowheads="1"/>
                </p:cNvSpPr>
                <p:nvPr/>
              </p:nvSpPr>
              <p:spPr bwMode="auto">
                <a:xfrm>
                  <a:off x="1404" y="2279"/>
                  <a:ext cx="60" cy="59"/>
                </a:xfrm>
                <a:prstGeom prst="ellipse">
                  <a:avLst/>
                </a:prstGeom>
                <a:solidFill>
                  <a:srgbClr val="A0A0A0"/>
                </a:solidFill>
                <a:ln w="3175">
                  <a:solidFill>
                    <a:srgbClr val="000000"/>
                  </a:solidFill>
                  <a:round/>
                  <a:headEnd/>
                  <a:tailEnd/>
                </a:ln>
              </p:spPr>
              <p:txBody>
                <a:bodyPr/>
                <a:lstStyle/>
                <a:p>
                  <a:endParaRPr lang="en-US"/>
                </a:p>
              </p:txBody>
            </p:sp>
            <p:sp>
              <p:nvSpPr>
                <p:cNvPr id="2543161" name="Oval 33">
                  <a:extLst>
                    <a:ext uri="{FF2B5EF4-FFF2-40B4-BE49-F238E27FC236}">
                      <a16:creationId xmlns:a16="http://schemas.microsoft.com/office/drawing/2014/main" id="{359799DC-3641-DC2D-FA93-E40DE008F350}"/>
                    </a:ext>
                  </a:extLst>
                </p:cNvPr>
                <p:cNvSpPr>
                  <a:spLocks noChangeArrowheads="1"/>
                </p:cNvSpPr>
                <p:nvPr/>
              </p:nvSpPr>
              <p:spPr bwMode="auto">
                <a:xfrm>
                  <a:off x="1420" y="2297"/>
                  <a:ext cx="26" cy="25"/>
                </a:xfrm>
                <a:prstGeom prst="ellipse">
                  <a:avLst/>
                </a:prstGeom>
                <a:solidFill>
                  <a:srgbClr val="606060"/>
                </a:solidFill>
                <a:ln w="3175">
                  <a:solidFill>
                    <a:srgbClr val="000000"/>
                  </a:solidFill>
                  <a:round/>
                  <a:headEnd/>
                  <a:tailEnd/>
                </a:ln>
              </p:spPr>
              <p:txBody>
                <a:bodyPr/>
                <a:lstStyle/>
                <a:p>
                  <a:endParaRPr lang="en-US"/>
                </a:p>
              </p:txBody>
            </p:sp>
          </p:grpSp>
        </p:grpSp>
      </p:grpSp>
      <p:cxnSp>
        <p:nvCxnSpPr>
          <p:cNvPr id="2543183" name="Straight Arrow Connector 2543182">
            <a:extLst>
              <a:ext uri="{FF2B5EF4-FFF2-40B4-BE49-F238E27FC236}">
                <a16:creationId xmlns:a16="http://schemas.microsoft.com/office/drawing/2014/main" id="{F9F5649F-4BAF-781D-1E45-0765B3C2EB7D}"/>
              </a:ext>
            </a:extLst>
          </p:cNvPr>
          <p:cNvCxnSpPr>
            <a:cxnSpLocks/>
            <a:stCxn id="11" idx="3"/>
            <a:endCxn id="2543182" idx="3"/>
          </p:cNvCxnSpPr>
          <p:nvPr/>
        </p:nvCxnSpPr>
        <p:spPr>
          <a:xfrm flipV="1">
            <a:off x="5252851" y="3080305"/>
            <a:ext cx="688667" cy="305213"/>
          </a:xfrm>
          <a:prstGeom prst="straightConnector1">
            <a:avLst/>
          </a:prstGeom>
          <a:ln w="28575">
            <a:solidFill>
              <a:schemeClr val="bg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2543184" name="Straight Arrow Connector 2543183">
            <a:extLst>
              <a:ext uri="{FF2B5EF4-FFF2-40B4-BE49-F238E27FC236}">
                <a16:creationId xmlns:a16="http://schemas.microsoft.com/office/drawing/2014/main" id="{022AC925-AC5A-9E1B-0BCC-AA9EBA84C1B8}"/>
              </a:ext>
            </a:extLst>
          </p:cNvPr>
          <p:cNvCxnSpPr>
            <a:cxnSpLocks/>
            <a:stCxn id="2543120" idx="3"/>
            <a:endCxn id="2543182" idx="3"/>
          </p:cNvCxnSpPr>
          <p:nvPr/>
        </p:nvCxnSpPr>
        <p:spPr>
          <a:xfrm>
            <a:off x="5259995" y="2228219"/>
            <a:ext cx="681523" cy="852086"/>
          </a:xfrm>
          <a:prstGeom prst="straightConnector1">
            <a:avLst/>
          </a:prstGeom>
          <a:ln w="28575">
            <a:solidFill>
              <a:schemeClr val="bg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2543185" name="Straight Arrow Connector 2543184">
            <a:extLst>
              <a:ext uri="{FF2B5EF4-FFF2-40B4-BE49-F238E27FC236}">
                <a16:creationId xmlns:a16="http://schemas.microsoft.com/office/drawing/2014/main" id="{B304936E-5A32-EA41-36F4-397B4D2FA821}"/>
              </a:ext>
            </a:extLst>
          </p:cNvPr>
          <p:cNvCxnSpPr>
            <a:cxnSpLocks/>
            <a:stCxn id="12" idx="3"/>
            <a:endCxn id="2543152" idx="3"/>
          </p:cNvCxnSpPr>
          <p:nvPr/>
        </p:nvCxnSpPr>
        <p:spPr>
          <a:xfrm>
            <a:off x="5226655" y="4152288"/>
            <a:ext cx="687601" cy="462533"/>
          </a:xfrm>
          <a:prstGeom prst="straightConnector1">
            <a:avLst/>
          </a:prstGeom>
          <a:ln w="28575">
            <a:solidFill>
              <a:schemeClr val="bg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2543186" name="Straight Arrow Connector 2543185">
            <a:extLst>
              <a:ext uri="{FF2B5EF4-FFF2-40B4-BE49-F238E27FC236}">
                <a16:creationId xmlns:a16="http://schemas.microsoft.com/office/drawing/2014/main" id="{CE0EC39D-D2FA-F04A-2BE7-D8618FF5E5CA}"/>
              </a:ext>
            </a:extLst>
          </p:cNvPr>
          <p:cNvCxnSpPr>
            <a:cxnSpLocks/>
            <a:stCxn id="13" idx="3"/>
            <a:endCxn id="2543152" idx="3"/>
          </p:cNvCxnSpPr>
          <p:nvPr/>
        </p:nvCxnSpPr>
        <p:spPr>
          <a:xfrm flipV="1">
            <a:off x="5207600" y="4614821"/>
            <a:ext cx="706656" cy="282801"/>
          </a:xfrm>
          <a:prstGeom prst="straightConnector1">
            <a:avLst/>
          </a:prstGeom>
          <a:ln w="28575">
            <a:solidFill>
              <a:schemeClr val="bg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2543187" name="Straight Arrow Connector 2543186">
            <a:extLst>
              <a:ext uri="{FF2B5EF4-FFF2-40B4-BE49-F238E27FC236}">
                <a16:creationId xmlns:a16="http://schemas.microsoft.com/office/drawing/2014/main" id="{432CF596-4D2F-04FB-6613-0ED7585DF740}"/>
              </a:ext>
            </a:extLst>
          </p:cNvPr>
          <p:cNvCxnSpPr>
            <a:cxnSpLocks/>
            <a:stCxn id="2542634" idx="3"/>
            <a:endCxn id="11" idx="1"/>
          </p:cNvCxnSpPr>
          <p:nvPr/>
        </p:nvCxnSpPr>
        <p:spPr>
          <a:xfrm>
            <a:off x="3171628" y="3375993"/>
            <a:ext cx="1669021" cy="9525"/>
          </a:xfrm>
          <a:prstGeom prst="straightConnector1">
            <a:avLst/>
          </a:prstGeom>
          <a:ln w="28575">
            <a:solidFill>
              <a:schemeClr val="bg1"/>
            </a:solidFill>
            <a:prstDash val="sysDot"/>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2543188" name="Straight Arrow Connector 2543187">
            <a:extLst>
              <a:ext uri="{FF2B5EF4-FFF2-40B4-BE49-F238E27FC236}">
                <a16:creationId xmlns:a16="http://schemas.microsoft.com/office/drawing/2014/main" id="{40832C02-8FA6-BF7B-159A-DB859F670711}"/>
              </a:ext>
            </a:extLst>
          </p:cNvPr>
          <p:cNvCxnSpPr>
            <a:cxnSpLocks/>
            <a:stCxn id="2542636" idx="3"/>
            <a:endCxn id="13" idx="1"/>
          </p:cNvCxnSpPr>
          <p:nvPr/>
        </p:nvCxnSpPr>
        <p:spPr>
          <a:xfrm flipV="1">
            <a:off x="3126377" y="4897622"/>
            <a:ext cx="1669021" cy="11912"/>
          </a:xfrm>
          <a:prstGeom prst="straightConnector1">
            <a:avLst/>
          </a:prstGeom>
          <a:ln w="28575">
            <a:solidFill>
              <a:schemeClr val="bg1"/>
            </a:solidFill>
            <a:prstDash val="sysDot"/>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2543189" name="Straight Arrow Connector 2543188">
            <a:extLst>
              <a:ext uri="{FF2B5EF4-FFF2-40B4-BE49-F238E27FC236}">
                <a16:creationId xmlns:a16="http://schemas.microsoft.com/office/drawing/2014/main" id="{3C351F73-9CA2-BEE0-4B04-10CA535AE99E}"/>
              </a:ext>
            </a:extLst>
          </p:cNvPr>
          <p:cNvCxnSpPr>
            <a:cxnSpLocks/>
            <a:stCxn id="12" idx="3"/>
            <a:endCxn id="2542930" idx="1"/>
          </p:cNvCxnSpPr>
          <p:nvPr/>
        </p:nvCxnSpPr>
        <p:spPr>
          <a:xfrm flipV="1">
            <a:off x="5226655" y="4137180"/>
            <a:ext cx="1769968" cy="15108"/>
          </a:xfrm>
          <a:prstGeom prst="straightConnector1">
            <a:avLst/>
          </a:prstGeom>
          <a:ln w="28575">
            <a:solidFill>
              <a:schemeClr val="bg1"/>
            </a:solidFill>
            <a:prstDash val="sysDot"/>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2543192" name="Straight Arrow Connector 2543191">
            <a:extLst>
              <a:ext uri="{FF2B5EF4-FFF2-40B4-BE49-F238E27FC236}">
                <a16:creationId xmlns:a16="http://schemas.microsoft.com/office/drawing/2014/main" id="{D2CB6057-10D3-7FA0-645E-0C45673ACAEC}"/>
              </a:ext>
            </a:extLst>
          </p:cNvPr>
          <p:cNvCxnSpPr>
            <a:cxnSpLocks/>
            <a:stCxn id="10" idx="3"/>
            <a:endCxn id="2542928" idx="1"/>
          </p:cNvCxnSpPr>
          <p:nvPr/>
        </p:nvCxnSpPr>
        <p:spPr>
          <a:xfrm flipV="1">
            <a:off x="5271903" y="2753664"/>
            <a:ext cx="1769968" cy="122264"/>
          </a:xfrm>
          <a:prstGeom prst="straightConnector1">
            <a:avLst/>
          </a:prstGeom>
          <a:ln w="28575">
            <a:solidFill>
              <a:schemeClr val="bg1"/>
            </a:solidFill>
            <a:prstDash val="sysDot"/>
            <a:headEnd type="none" w="med" len="med"/>
            <a:tailEnd type="arrow" w="med" len="med"/>
          </a:ln>
        </p:spPr>
        <p:style>
          <a:lnRef idx="1">
            <a:schemeClr val="accent1"/>
          </a:lnRef>
          <a:fillRef idx="0">
            <a:schemeClr val="accent1"/>
          </a:fillRef>
          <a:effectRef idx="0">
            <a:schemeClr val="accent1"/>
          </a:effectRef>
          <a:fontRef idx="minor">
            <a:schemeClr val="tx1"/>
          </a:fontRef>
        </p:style>
      </p:cxnSp>
      <p:pic>
        <p:nvPicPr>
          <p:cNvPr id="3" name="Picture 2" descr="A picture containing text, clipart&#10;&#10;Description automatically generated">
            <a:extLst>
              <a:ext uri="{FF2B5EF4-FFF2-40B4-BE49-F238E27FC236}">
                <a16:creationId xmlns:a16="http://schemas.microsoft.com/office/drawing/2014/main" id="{06321045-E4C4-865C-F36E-6786CA42707D}"/>
              </a:ext>
            </a:extLst>
          </p:cNvPr>
          <p:cNvPicPr>
            <a:picLocks noChangeAspect="1"/>
          </p:cNvPicPr>
          <p:nvPr/>
        </p:nvPicPr>
        <p:blipFill>
          <a:blip r:embed="rId7">
            <a:extLst>
              <a:ext uri="{BEBA8EAE-BF5A-486C-A8C5-ECC9F3942E4B}">
                <a14:imgProps xmlns:a14="http://schemas.microsoft.com/office/drawing/2010/main">
                  <a14:imgLayer r:embed="rId8">
                    <a14:imgEffect>
                      <a14:backgroundRemoval t="5495" b="97253" l="4706" r="97059">
                        <a14:foregroundMark x1="45294" y1="24725" x2="45294" y2="24725"/>
                        <a14:foregroundMark x1="56471" y1="23626" x2="56471" y2="23626"/>
                        <a14:foregroundMark x1="41765" y1="20879" x2="41765" y2="20879"/>
                        <a14:foregroundMark x1="10000" y1="72527" x2="10000" y2="72527"/>
                        <a14:foregroundMark x1="10588" y1="79121" x2="10588" y2="79121"/>
                        <a14:foregroundMark x1="11765" y1="68681" x2="11765" y2="68681"/>
                        <a14:foregroundMark x1="6471" y1="68681" x2="6471" y2="68681"/>
                        <a14:foregroundMark x1="40000" y1="30220" x2="40000" y2="30220"/>
                        <a14:foregroundMark x1="54706" y1="20879" x2="54706" y2="20879"/>
                        <a14:foregroundMark x1="54706" y1="30220" x2="54706" y2="30220"/>
                        <a14:foregroundMark x1="54706" y1="30220" x2="54706" y2="30220"/>
                        <a14:foregroundMark x1="51765" y1="24176" x2="51765" y2="24176"/>
                        <a14:foregroundMark x1="53529" y1="30769" x2="53529" y2="30769"/>
                        <a14:foregroundMark x1="45882" y1="29670" x2="45882" y2="29670"/>
                        <a14:foregroundMark x1="8824" y1="87363" x2="8824" y2="87363"/>
                        <a14:foregroundMark x1="19412" y1="89011" x2="19412" y2="89011"/>
                        <a14:foregroundMark x1="31176" y1="93407" x2="31176" y2="93407"/>
                        <a14:foregroundMark x1="24118" y1="95604" x2="24118" y2="96154"/>
                        <a14:foregroundMark x1="24118" y1="87912" x2="24118" y2="95604"/>
                        <a14:foregroundMark x1="5882" y1="65385" x2="5882" y2="65385"/>
                        <a14:foregroundMark x1="9413" y1="62088" x2="8235" y2="61538"/>
                        <a14:foregroundMark x1="10588" y1="62637" x2="9413" y2="62088"/>
                        <a14:foregroundMark x1="16471" y1="65385" x2="10588" y2="62637"/>
                        <a14:foregroundMark x1="28235" y1="89560" x2="28235" y2="89560"/>
                        <a14:foregroundMark x1="31765" y1="96703" x2="31765" y2="96703"/>
                        <a14:foregroundMark x1="38235" y1="95604" x2="38235" y2="95604"/>
                        <a14:foregroundMark x1="35882" y1="92857" x2="35882" y2="92857"/>
                        <a14:foregroundMark x1="34118" y1="90110" x2="34118" y2="90110"/>
                        <a14:foregroundMark x1="41765" y1="90659" x2="41765" y2="90659"/>
                        <a14:foregroundMark x1="41765" y1="93956" x2="41765" y2="93956"/>
                        <a14:foregroundMark x1="45882" y1="97253" x2="45882" y2="97253"/>
                        <a14:foregroundMark x1="50000" y1="97802" x2="50000" y2="97802"/>
                        <a14:foregroundMark x1="52941" y1="97802" x2="52941" y2="97802"/>
                        <a14:foregroundMark x1="58235" y1="97253" x2="58235" y2="97253"/>
                        <a14:foregroundMark x1="61176" y1="97802" x2="61176" y2="97802"/>
                        <a14:foregroundMark x1="60000" y1="90110" x2="60000" y2="90110"/>
                        <a14:foregroundMark x1="64118" y1="90659" x2="64118" y2="90659"/>
                        <a14:foregroundMark x1="70000" y1="86813" x2="70000" y2="86813"/>
                        <a14:foregroundMark x1="74118" y1="85165" x2="74118" y2="85165"/>
                        <a14:foregroundMark x1="75882" y1="91758" x2="75882" y2="91758"/>
                        <a14:foregroundMark x1="87647" y1="75275" x2="87647" y2="75275"/>
                        <a14:foregroundMark x1="87647" y1="75275" x2="87647" y2="75275"/>
                        <a14:foregroundMark x1="87647" y1="72527" x2="87647" y2="72527"/>
                        <a14:foregroundMark x1="84706" y1="80769" x2="84706" y2="80769"/>
                        <a14:foregroundMark x1="92941" y1="82418" x2="92941" y2="82418"/>
                        <a14:foregroundMark x1="97059" y1="65934" x2="97059" y2="65934"/>
                        <a14:foregroundMark x1="88235" y1="65934" x2="88235" y2="65934"/>
                        <a14:foregroundMark x1="10000" y1="62088" x2="10000" y2="62088"/>
                        <a14:foregroundMark x1="10000" y1="62088" x2="10000" y2="62088"/>
                        <a14:foregroundMark x1="10000" y1="62088" x2="10000" y2="62088"/>
                        <a14:foregroundMark x1="10000" y1="62088" x2="10000" y2="62088"/>
                        <a14:foregroundMark x1="50000" y1="5495" x2="50000" y2="5495"/>
                        <a14:foregroundMark x1="9412" y1="62637" x2="9412" y2="62637"/>
                        <a14:foregroundMark x1="9412" y1="62088" x2="9412" y2="62088"/>
                        <a14:foregroundMark x1="9412" y1="62088" x2="9412" y2="62088"/>
                        <a14:foregroundMark x1="9412" y1="62088" x2="9412" y2="62088"/>
                        <a14:foregroundMark x1="9412" y1="62088" x2="9412" y2="62088"/>
                        <a14:backgroundMark x1="9412" y1="61538" x2="9412" y2="61538"/>
                        <a14:backgroundMark x1="8235" y1="60989" x2="8235" y2="60989"/>
                        <a14:backgroundMark x1="11765" y1="62637" x2="11765" y2="62637"/>
                        <a14:backgroundMark x1="10588" y1="62088" x2="10588" y2="62088"/>
                        <a14:backgroundMark x1="24706" y1="96154" x2="24706" y2="96154"/>
                        <a14:backgroundMark x1="24118" y1="95604" x2="24118" y2="95604"/>
                        <a14:backgroundMark x1="23529" y1="97253" x2="23529" y2="97253"/>
                        <a14:backgroundMark x1="24118" y1="97253" x2="24118" y2="97253"/>
                        <a14:backgroundMark x1="24118" y1="97253" x2="24118" y2="97253"/>
                        <a14:backgroundMark x1="23529" y1="97802" x2="23529" y2="97802"/>
                        <a14:backgroundMark x1="23529" y1="96703" x2="23529" y2="96703"/>
                        <a14:backgroundMark x1="23529" y1="96703" x2="23529" y2="96154"/>
                        <a14:backgroundMark x1="7647" y1="62088" x2="7647" y2="62088"/>
                        <a14:backgroundMark x1="8824" y1="62637" x2="8824" y2="62637"/>
                      </a14:backgroundRemoval>
                    </a14:imgEffect>
                  </a14:imgLayer>
                </a14:imgProps>
              </a:ext>
            </a:extLst>
          </a:blip>
          <a:stretch>
            <a:fillRect/>
          </a:stretch>
        </p:blipFill>
        <p:spPr>
          <a:xfrm>
            <a:off x="11521881" y="6235103"/>
            <a:ext cx="518216" cy="554796"/>
          </a:xfrm>
          <a:prstGeom prst="rect">
            <a:avLst/>
          </a:prstGeom>
        </p:spPr>
      </p:pic>
      <p:pic>
        <p:nvPicPr>
          <p:cNvPr id="4" name="Picture 3">
            <a:extLst>
              <a:ext uri="{FF2B5EF4-FFF2-40B4-BE49-F238E27FC236}">
                <a16:creationId xmlns:a16="http://schemas.microsoft.com/office/drawing/2014/main" id="{E3E8B462-C89E-A2F5-A7EF-3F97CF5A5F2B}"/>
              </a:ext>
            </a:extLst>
          </p:cNvPr>
          <p:cNvPicPr>
            <a:picLocks noChangeAspect="1"/>
          </p:cNvPicPr>
          <p:nvPr/>
        </p:nvPicPr>
        <p:blipFill>
          <a:blip r:embed="rId9"/>
          <a:stretch>
            <a:fillRect/>
          </a:stretch>
        </p:blipFill>
        <p:spPr>
          <a:xfrm>
            <a:off x="189185" y="6505401"/>
            <a:ext cx="1948619" cy="175408"/>
          </a:xfrm>
          <a:prstGeom prst="rect">
            <a:avLst/>
          </a:prstGeom>
        </p:spPr>
      </p:pic>
      <p:sp>
        <p:nvSpPr>
          <p:cNvPr id="27" name="Title 1">
            <a:extLst>
              <a:ext uri="{FF2B5EF4-FFF2-40B4-BE49-F238E27FC236}">
                <a16:creationId xmlns:a16="http://schemas.microsoft.com/office/drawing/2014/main" id="{AF62DC49-7FBA-CC5B-A2A0-057EA05497BE}"/>
              </a:ext>
            </a:extLst>
          </p:cNvPr>
          <p:cNvSpPr>
            <a:spLocks noGrp="1"/>
          </p:cNvSpPr>
          <p:nvPr>
            <p:ph type="title"/>
          </p:nvPr>
        </p:nvSpPr>
        <p:spPr>
          <a:xfrm>
            <a:off x="2021700" y="14484"/>
            <a:ext cx="8283900" cy="550500"/>
          </a:xfrm>
        </p:spPr>
        <p:txBody>
          <a:bodyPr/>
          <a:lstStyle/>
          <a:p>
            <a:r>
              <a:rPr lang="en-US" dirty="0">
                <a:solidFill>
                  <a:schemeClr val="bg1"/>
                </a:solidFill>
              </a:rPr>
              <a:t>Truckload fleet planning at Schneider National</a:t>
            </a:r>
          </a:p>
        </p:txBody>
      </p:sp>
    </p:spTree>
    <p:extLst>
      <p:ext uri="{BB962C8B-B14F-4D97-AF65-F5344CB8AC3E}">
        <p14:creationId xmlns:p14="http://schemas.microsoft.com/office/powerpoint/2010/main" val="70353824"/>
      </p:ext>
    </p:extLst>
  </p:cSld>
  <p:clrMapOvr>
    <a:masterClrMapping/>
  </p:clrMapOvr>
  <p:transition spd="slow">
    <p:wipe dir="r"/>
  </p:transition>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Group 4">
            <a:extLst>
              <a:ext uri="{FF2B5EF4-FFF2-40B4-BE49-F238E27FC236}">
                <a16:creationId xmlns:a16="http://schemas.microsoft.com/office/drawing/2014/main" id="{F2180FCE-A4A9-998C-1CCB-C9C6DFB63489}"/>
              </a:ext>
            </a:extLst>
          </p:cNvPr>
          <p:cNvGrpSpPr/>
          <p:nvPr/>
        </p:nvGrpSpPr>
        <p:grpSpPr>
          <a:xfrm>
            <a:off x="0" y="0"/>
            <a:ext cx="12192000" cy="6858000"/>
            <a:chOff x="679450" y="1866900"/>
            <a:chExt cx="7200900" cy="3905250"/>
          </a:xfrm>
        </p:grpSpPr>
        <p:pic>
          <p:nvPicPr>
            <p:cNvPr id="6" name="Picture 5">
              <a:extLst>
                <a:ext uri="{FF2B5EF4-FFF2-40B4-BE49-F238E27FC236}">
                  <a16:creationId xmlns:a16="http://schemas.microsoft.com/office/drawing/2014/main" id="{B87671B4-5005-129F-717F-34BBFC2F20F2}"/>
                </a:ext>
              </a:extLst>
            </p:cNvPr>
            <p:cNvPicPr>
              <a:picLocks noChangeAspect="1"/>
            </p:cNvPicPr>
            <p:nvPr/>
          </p:nvPicPr>
          <p:blipFill rotWithShape="1">
            <a:blip r:embed="rId3"/>
            <a:srcRect l="5574" t="26381" r="35364" b="14572"/>
            <a:stretch/>
          </p:blipFill>
          <p:spPr>
            <a:xfrm>
              <a:off x="679450" y="1866900"/>
              <a:ext cx="7200900" cy="3905250"/>
            </a:xfrm>
            <a:prstGeom prst="rect">
              <a:avLst/>
            </a:prstGeom>
          </p:spPr>
        </p:pic>
        <p:pic>
          <p:nvPicPr>
            <p:cNvPr id="7" name="Picture 6">
              <a:extLst>
                <a:ext uri="{FF2B5EF4-FFF2-40B4-BE49-F238E27FC236}">
                  <a16:creationId xmlns:a16="http://schemas.microsoft.com/office/drawing/2014/main" id="{43B2A717-1BF5-C9CD-7305-200190152D77}"/>
                </a:ext>
              </a:extLst>
            </p:cNvPr>
            <p:cNvPicPr>
              <a:picLocks noChangeAspect="1"/>
            </p:cNvPicPr>
            <p:nvPr/>
          </p:nvPicPr>
          <p:blipFill>
            <a:blip r:embed="rId4"/>
            <a:stretch>
              <a:fillRect/>
            </a:stretch>
          </p:blipFill>
          <p:spPr>
            <a:xfrm>
              <a:off x="4706911" y="4695670"/>
              <a:ext cx="451241" cy="243590"/>
            </a:xfrm>
            <a:prstGeom prst="rect">
              <a:avLst/>
            </a:prstGeom>
          </p:spPr>
        </p:pic>
      </p:grpSp>
      <p:pic>
        <p:nvPicPr>
          <p:cNvPr id="8" name="Picture 7">
            <a:extLst>
              <a:ext uri="{FF2B5EF4-FFF2-40B4-BE49-F238E27FC236}">
                <a16:creationId xmlns:a16="http://schemas.microsoft.com/office/drawing/2014/main" id="{BE9805DA-ECB1-BBEB-5149-29819225BDEC}"/>
              </a:ext>
            </a:extLst>
          </p:cNvPr>
          <p:cNvPicPr>
            <a:picLocks noChangeAspect="1"/>
          </p:cNvPicPr>
          <p:nvPr/>
        </p:nvPicPr>
        <p:blipFill>
          <a:blip r:embed="rId5">
            <a:biLevel thresh="25000"/>
            <a:extLst>
              <a:ext uri="{BEBA8EAE-BF5A-486C-A8C5-ECC9F3942E4B}">
                <a14:imgProps xmlns:a14="http://schemas.microsoft.com/office/drawing/2010/main">
                  <a14:imgLayer r:embed="rId6">
                    <a14:imgEffect>
                      <a14:backgroundRemoval t="5238" b="90000" l="6215" r="95198">
                        <a14:foregroundMark x1="66667" y1="6190" x2="66667" y2="6190"/>
                        <a14:foregroundMark x1="12429" y1="56667" x2="12429" y2="56667"/>
                        <a14:foregroundMark x1="16949" y1="59524" x2="16949" y2="59524"/>
                        <a14:foregroundMark x1="17232" y1="55238" x2="17232" y2="55238"/>
                        <a14:foregroundMark x1="14972" y1="65238" x2="14972" y2="65238"/>
                        <a14:foregroundMark x1="95198" y1="73810" x2="95198" y2="73810"/>
                        <a14:foregroundMark x1="18362" y1="82857" x2="18362" y2="82857"/>
                        <a14:foregroundMark x1="6215" y1="77143" x2="6215" y2="77143"/>
                      </a14:backgroundRemoval>
                    </a14:imgEffect>
                  </a14:imgLayer>
                </a14:imgProps>
              </a:ext>
            </a:extLst>
          </a:blip>
          <a:stretch>
            <a:fillRect/>
          </a:stretch>
        </p:blipFill>
        <p:spPr>
          <a:xfrm>
            <a:off x="2778478" y="2494105"/>
            <a:ext cx="412202" cy="244527"/>
          </a:xfrm>
          <a:prstGeom prst="rect">
            <a:avLst/>
          </a:prstGeom>
        </p:spPr>
      </p:pic>
      <p:pic>
        <p:nvPicPr>
          <p:cNvPr id="9" name="Picture 8">
            <a:extLst>
              <a:ext uri="{FF2B5EF4-FFF2-40B4-BE49-F238E27FC236}">
                <a16:creationId xmlns:a16="http://schemas.microsoft.com/office/drawing/2014/main" id="{3241226E-393D-1DB9-4438-C0E6CCD80BAD}"/>
              </a:ext>
            </a:extLst>
          </p:cNvPr>
          <p:cNvPicPr>
            <a:picLocks noChangeAspect="1"/>
          </p:cNvPicPr>
          <p:nvPr/>
        </p:nvPicPr>
        <p:blipFill>
          <a:blip r:embed="rId5">
            <a:biLevel thresh="25000"/>
            <a:extLst>
              <a:ext uri="{BEBA8EAE-BF5A-486C-A8C5-ECC9F3942E4B}">
                <a14:imgProps xmlns:a14="http://schemas.microsoft.com/office/drawing/2010/main">
                  <a14:imgLayer r:embed="rId6">
                    <a14:imgEffect>
                      <a14:backgroundRemoval t="5238" b="90000" l="6215" r="95198">
                        <a14:foregroundMark x1="66667" y1="6190" x2="66667" y2="6190"/>
                        <a14:foregroundMark x1="12429" y1="56667" x2="12429" y2="56667"/>
                        <a14:foregroundMark x1="16949" y1="59524" x2="16949" y2="59524"/>
                        <a14:foregroundMark x1="17232" y1="55238" x2="17232" y2="55238"/>
                        <a14:foregroundMark x1="14972" y1="65238" x2="14972" y2="65238"/>
                        <a14:foregroundMark x1="95198" y1="73810" x2="95198" y2="73810"/>
                        <a14:foregroundMark x1="18362" y1="82857" x2="18362" y2="82857"/>
                        <a14:foregroundMark x1="6215" y1="77143" x2="6215" y2="77143"/>
                      </a14:backgroundRemoval>
                    </a14:imgEffect>
                  </a14:imgLayer>
                </a14:imgProps>
              </a:ext>
            </a:extLst>
          </a:blip>
          <a:stretch>
            <a:fillRect/>
          </a:stretch>
        </p:blipFill>
        <p:spPr>
          <a:xfrm>
            <a:off x="2759426" y="3253729"/>
            <a:ext cx="412202" cy="244527"/>
          </a:xfrm>
          <a:prstGeom prst="rect">
            <a:avLst/>
          </a:prstGeom>
        </p:spPr>
      </p:pic>
      <p:pic>
        <p:nvPicPr>
          <p:cNvPr id="10" name="Picture 9">
            <a:extLst>
              <a:ext uri="{FF2B5EF4-FFF2-40B4-BE49-F238E27FC236}">
                <a16:creationId xmlns:a16="http://schemas.microsoft.com/office/drawing/2014/main" id="{AB32B4D3-590E-74D6-60E5-17363733A6C9}"/>
              </a:ext>
            </a:extLst>
          </p:cNvPr>
          <p:cNvPicPr>
            <a:picLocks noChangeAspect="1"/>
          </p:cNvPicPr>
          <p:nvPr/>
        </p:nvPicPr>
        <p:blipFill>
          <a:blip r:embed="rId5">
            <a:biLevel thresh="25000"/>
            <a:extLst>
              <a:ext uri="{BEBA8EAE-BF5A-486C-A8C5-ECC9F3942E4B}">
                <a14:imgProps xmlns:a14="http://schemas.microsoft.com/office/drawing/2010/main">
                  <a14:imgLayer r:embed="rId6">
                    <a14:imgEffect>
                      <a14:backgroundRemoval t="5238" b="90000" l="6215" r="95198">
                        <a14:foregroundMark x1="66667" y1="6190" x2="66667" y2="6190"/>
                        <a14:foregroundMark x1="12429" y1="56667" x2="12429" y2="56667"/>
                        <a14:foregroundMark x1="16949" y1="59524" x2="16949" y2="59524"/>
                        <a14:foregroundMark x1="17232" y1="55238" x2="17232" y2="55238"/>
                        <a14:foregroundMark x1="14972" y1="65238" x2="14972" y2="65238"/>
                        <a14:foregroundMark x1="95198" y1="73810" x2="95198" y2="73810"/>
                        <a14:foregroundMark x1="18362" y1="82857" x2="18362" y2="82857"/>
                        <a14:foregroundMark x1="6215" y1="77143" x2="6215" y2="77143"/>
                      </a14:backgroundRemoval>
                    </a14:imgEffect>
                  </a14:imgLayer>
                </a14:imgProps>
              </a:ext>
            </a:extLst>
          </a:blip>
          <a:stretch>
            <a:fillRect/>
          </a:stretch>
        </p:blipFill>
        <p:spPr>
          <a:xfrm>
            <a:off x="2733230" y="3877621"/>
            <a:ext cx="412202" cy="244527"/>
          </a:xfrm>
          <a:prstGeom prst="rect">
            <a:avLst/>
          </a:prstGeom>
        </p:spPr>
      </p:pic>
      <p:grpSp>
        <p:nvGrpSpPr>
          <p:cNvPr id="12" name="Group 4">
            <a:extLst>
              <a:ext uri="{FF2B5EF4-FFF2-40B4-BE49-F238E27FC236}">
                <a16:creationId xmlns:a16="http://schemas.microsoft.com/office/drawing/2014/main" id="{7B0B411A-0477-4CB4-90CD-BC3AA4712C66}"/>
              </a:ext>
            </a:extLst>
          </p:cNvPr>
          <p:cNvGrpSpPr>
            <a:grpSpLocks/>
          </p:cNvGrpSpPr>
          <p:nvPr/>
        </p:nvGrpSpPr>
        <p:grpSpPr bwMode="auto">
          <a:xfrm>
            <a:off x="3874963" y="2835144"/>
            <a:ext cx="448469" cy="205096"/>
            <a:chOff x="2256" y="2352"/>
            <a:chExt cx="933" cy="365"/>
          </a:xfrm>
        </p:grpSpPr>
        <p:grpSp>
          <p:nvGrpSpPr>
            <p:cNvPr id="13" name="Group 5">
              <a:extLst>
                <a:ext uri="{FF2B5EF4-FFF2-40B4-BE49-F238E27FC236}">
                  <a16:creationId xmlns:a16="http://schemas.microsoft.com/office/drawing/2014/main" id="{323D7016-CEF0-73FB-3F02-BE5487C1774C}"/>
                </a:ext>
              </a:extLst>
            </p:cNvPr>
            <p:cNvGrpSpPr>
              <a:grpSpLocks/>
            </p:cNvGrpSpPr>
            <p:nvPr/>
          </p:nvGrpSpPr>
          <p:grpSpPr bwMode="auto">
            <a:xfrm flipH="1">
              <a:off x="2256" y="2352"/>
              <a:ext cx="933" cy="249"/>
              <a:chOff x="693" y="2029"/>
              <a:chExt cx="836" cy="228"/>
            </a:xfrm>
          </p:grpSpPr>
          <p:sp>
            <p:nvSpPr>
              <p:cNvPr id="47" name="Rectangle 6">
                <a:extLst>
                  <a:ext uri="{FF2B5EF4-FFF2-40B4-BE49-F238E27FC236}">
                    <a16:creationId xmlns:a16="http://schemas.microsoft.com/office/drawing/2014/main" id="{C32569A7-9EA9-BB7F-E5D7-EAC998729B0E}"/>
                  </a:ext>
                </a:extLst>
              </p:cNvPr>
              <p:cNvSpPr>
                <a:spLocks noChangeArrowheads="1"/>
              </p:cNvSpPr>
              <p:nvPr/>
            </p:nvSpPr>
            <p:spPr bwMode="auto">
              <a:xfrm>
                <a:off x="693" y="2029"/>
                <a:ext cx="836" cy="228"/>
              </a:xfrm>
              <a:prstGeom prst="rect">
                <a:avLst/>
              </a:prstGeom>
              <a:gradFill rotWithShape="0">
                <a:gsLst>
                  <a:gs pos="0">
                    <a:srgbClr val="037C03"/>
                  </a:gs>
                  <a:gs pos="50000">
                    <a:srgbClr val="037C03">
                      <a:gamma/>
                      <a:shade val="6275"/>
                      <a:invGamma/>
                    </a:srgbClr>
                  </a:gs>
                  <a:gs pos="100000">
                    <a:srgbClr val="037C03"/>
                  </a:gs>
                </a:gsLst>
                <a:lin ang="5400000" scaled="1"/>
              </a:gradFill>
              <a:ln w="3175">
                <a:solidFill>
                  <a:srgbClr val="000000"/>
                </a:solidFill>
                <a:miter lim="800000"/>
                <a:headEnd/>
                <a:tailEnd/>
              </a:ln>
            </p:spPr>
            <p:txBody>
              <a:bodyPr/>
              <a:lstStyle/>
              <a:p>
                <a:endParaRPr lang="en-US" dirty="0"/>
              </a:p>
            </p:txBody>
          </p:sp>
          <p:sp>
            <p:nvSpPr>
              <p:cNvPr id="48" name="Rectangle 7">
                <a:extLst>
                  <a:ext uri="{FF2B5EF4-FFF2-40B4-BE49-F238E27FC236}">
                    <a16:creationId xmlns:a16="http://schemas.microsoft.com/office/drawing/2014/main" id="{2479036D-DEC0-CDED-E2AF-A4B76BF6A14D}"/>
                  </a:ext>
                </a:extLst>
              </p:cNvPr>
              <p:cNvSpPr>
                <a:spLocks noChangeArrowheads="1"/>
              </p:cNvSpPr>
              <p:nvPr/>
            </p:nvSpPr>
            <p:spPr bwMode="auto">
              <a:xfrm>
                <a:off x="693" y="2037"/>
                <a:ext cx="836" cy="213"/>
              </a:xfrm>
              <a:prstGeom prst="rect">
                <a:avLst/>
              </a:prstGeom>
              <a:solidFill>
                <a:srgbClr val="C5D3ED"/>
              </a:solidFill>
              <a:ln w="3175">
                <a:solidFill>
                  <a:srgbClr val="000000"/>
                </a:solidFill>
                <a:miter lim="800000"/>
                <a:headEnd/>
                <a:tailEnd/>
              </a:ln>
            </p:spPr>
            <p:txBody>
              <a:bodyPr/>
              <a:lstStyle/>
              <a:p>
                <a:endParaRPr lang="en-US" dirty="0"/>
              </a:p>
            </p:txBody>
          </p:sp>
        </p:grpSp>
        <p:grpSp>
          <p:nvGrpSpPr>
            <p:cNvPr id="14" name="Group 8">
              <a:extLst>
                <a:ext uri="{FF2B5EF4-FFF2-40B4-BE49-F238E27FC236}">
                  <a16:creationId xmlns:a16="http://schemas.microsoft.com/office/drawing/2014/main" id="{EC15A067-2530-80F2-5F60-92BCF3DAEE09}"/>
                </a:ext>
              </a:extLst>
            </p:cNvPr>
            <p:cNvGrpSpPr>
              <a:grpSpLocks/>
            </p:cNvGrpSpPr>
            <p:nvPr/>
          </p:nvGrpSpPr>
          <p:grpSpPr bwMode="auto">
            <a:xfrm flipH="1">
              <a:off x="2413" y="2614"/>
              <a:ext cx="624" cy="103"/>
              <a:chOff x="926" y="2258"/>
              <a:chExt cx="559" cy="94"/>
            </a:xfrm>
          </p:grpSpPr>
          <p:grpSp>
            <p:nvGrpSpPr>
              <p:cNvPr id="15" name="Group 9">
                <a:extLst>
                  <a:ext uri="{FF2B5EF4-FFF2-40B4-BE49-F238E27FC236}">
                    <a16:creationId xmlns:a16="http://schemas.microsoft.com/office/drawing/2014/main" id="{B533E833-C507-7611-6F0C-0D82A67D250D}"/>
                  </a:ext>
                </a:extLst>
              </p:cNvPr>
              <p:cNvGrpSpPr>
                <a:grpSpLocks/>
              </p:cNvGrpSpPr>
              <p:nvPr/>
            </p:nvGrpSpPr>
            <p:grpSpPr bwMode="auto">
              <a:xfrm>
                <a:off x="926" y="2258"/>
                <a:ext cx="559" cy="81"/>
                <a:chOff x="926" y="2258"/>
                <a:chExt cx="559" cy="81"/>
              </a:xfrm>
            </p:grpSpPr>
            <p:grpSp>
              <p:nvGrpSpPr>
                <p:cNvPr id="24" name="Group 10">
                  <a:extLst>
                    <a:ext uri="{FF2B5EF4-FFF2-40B4-BE49-F238E27FC236}">
                      <a16:creationId xmlns:a16="http://schemas.microsoft.com/office/drawing/2014/main" id="{B4454D54-9621-8885-F21F-2B1F2999761F}"/>
                    </a:ext>
                  </a:extLst>
                </p:cNvPr>
                <p:cNvGrpSpPr>
                  <a:grpSpLocks/>
                </p:cNvGrpSpPr>
                <p:nvPr/>
              </p:nvGrpSpPr>
              <p:grpSpPr bwMode="auto">
                <a:xfrm>
                  <a:off x="926" y="2258"/>
                  <a:ext cx="67" cy="62"/>
                  <a:chOff x="926" y="2258"/>
                  <a:chExt cx="67" cy="62"/>
                </a:xfrm>
              </p:grpSpPr>
              <p:sp>
                <p:nvSpPr>
                  <p:cNvPr id="44" name="Freeform 11">
                    <a:extLst>
                      <a:ext uri="{FF2B5EF4-FFF2-40B4-BE49-F238E27FC236}">
                        <a16:creationId xmlns:a16="http://schemas.microsoft.com/office/drawing/2014/main" id="{AD390226-4E59-6555-D0DF-0E9A8939F7E8}"/>
                      </a:ext>
                    </a:extLst>
                  </p:cNvPr>
                  <p:cNvSpPr>
                    <a:spLocks/>
                  </p:cNvSpPr>
                  <p:nvPr/>
                </p:nvSpPr>
                <p:spPr bwMode="auto">
                  <a:xfrm>
                    <a:off x="926" y="2258"/>
                    <a:ext cx="67" cy="10"/>
                  </a:xfrm>
                  <a:custGeom>
                    <a:avLst/>
                    <a:gdLst>
                      <a:gd name="T0" fmla="*/ 0 w 67"/>
                      <a:gd name="T1" fmla="*/ 0 h 10"/>
                      <a:gd name="T2" fmla="*/ 67 w 67"/>
                      <a:gd name="T3" fmla="*/ 0 h 10"/>
                      <a:gd name="T4" fmla="*/ 59 w 67"/>
                      <a:gd name="T5" fmla="*/ 10 h 10"/>
                      <a:gd name="T6" fmla="*/ 7 w 67"/>
                      <a:gd name="T7" fmla="*/ 10 h 10"/>
                      <a:gd name="T8" fmla="*/ 0 w 67"/>
                      <a:gd name="T9" fmla="*/ 0 h 10"/>
                    </a:gdLst>
                    <a:ahLst/>
                    <a:cxnLst>
                      <a:cxn ang="0">
                        <a:pos x="T0" y="T1"/>
                      </a:cxn>
                      <a:cxn ang="0">
                        <a:pos x="T2" y="T3"/>
                      </a:cxn>
                      <a:cxn ang="0">
                        <a:pos x="T4" y="T5"/>
                      </a:cxn>
                      <a:cxn ang="0">
                        <a:pos x="T6" y="T7"/>
                      </a:cxn>
                      <a:cxn ang="0">
                        <a:pos x="T8" y="T9"/>
                      </a:cxn>
                    </a:cxnLst>
                    <a:rect l="0" t="0" r="r" b="b"/>
                    <a:pathLst>
                      <a:path w="67" h="10">
                        <a:moveTo>
                          <a:pt x="0" y="0"/>
                        </a:moveTo>
                        <a:lnTo>
                          <a:pt x="67" y="0"/>
                        </a:lnTo>
                        <a:lnTo>
                          <a:pt x="59" y="10"/>
                        </a:lnTo>
                        <a:lnTo>
                          <a:pt x="7" y="10"/>
                        </a:lnTo>
                        <a:lnTo>
                          <a:pt x="0" y="0"/>
                        </a:lnTo>
                        <a:close/>
                      </a:path>
                    </a:pathLst>
                  </a:custGeom>
                  <a:solidFill>
                    <a:srgbClr val="606060"/>
                  </a:solidFill>
                  <a:ln w="3175">
                    <a:solidFill>
                      <a:srgbClr val="404040"/>
                    </a:solidFill>
                    <a:prstDash val="solid"/>
                    <a:round/>
                    <a:headEnd/>
                    <a:tailEnd/>
                  </a:ln>
                </p:spPr>
                <p:txBody>
                  <a:bodyPr/>
                  <a:lstStyle/>
                  <a:p>
                    <a:endParaRPr lang="en-US" dirty="0"/>
                  </a:p>
                </p:txBody>
              </p:sp>
              <p:sp>
                <p:nvSpPr>
                  <p:cNvPr id="45" name="Freeform 12">
                    <a:extLst>
                      <a:ext uri="{FF2B5EF4-FFF2-40B4-BE49-F238E27FC236}">
                        <a16:creationId xmlns:a16="http://schemas.microsoft.com/office/drawing/2014/main" id="{C9C1723B-4ECC-E037-E98D-98EDD81DD69E}"/>
                      </a:ext>
                    </a:extLst>
                  </p:cNvPr>
                  <p:cNvSpPr>
                    <a:spLocks/>
                  </p:cNvSpPr>
                  <p:nvPr/>
                </p:nvSpPr>
                <p:spPr bwMode="auto">
                  <a:xfrm>
                    <a:off x="941" y="2268"/>
                    <a:ext cx="34" cy="4"/>
                  </a:xfrm>
                  <a:custGeom>
                    <a:avLst/>
                    <a:gdLst>
                      <a:gd name="T0" fmla="*/ 0 w 34"/>
                      <a:gd name="T1" fmla="*/ 0 h 4"/>
                      <a:gd name="T2" fmla="*/ 34 w 34"/>
                      <a:gd name="T3" fmla="*/ 0 h 4"/>
                      <a:gd name="T4" fmla="*/ 30 w 34"/>
                      <a:gd name="T5" fmla="*/ 4 h 4"/>
                      <a:gd name="T6" fmla="*/ 4 w 34"/>
                      <a:gd name="T7" fmla="*/ 4 h 4"/>
                      <a:gd name="T8" fmla="*/ 0 w 34"/>
                      <a:gd name="T9" fmla="*/ 0 h 4"/>
                    </a:gdLst>
                    <a:ahLst/>
                    <a:cxnLst>
                      <a:cxn ang="0">
                        <a:pos x="T0" y="T1"/>
                      </a:cxn>
                      <a:cxn ang="0">
                        <a:pos x="T2" y="T3"/>
                      </a:cxn>
                      <a:cxn ang="0">
                        <a:pos x="T4" y="T5"/>
                      </a:cxn>
                      <a:cxn ang="0">
                        <a:pos x="T6" y="T7"/>
                      </a:cxn>
                      <a:cxn ang="0">
                        <a:pos x="T8" y="T9"/>
                      </a:cxn>
                    </a:cxnLst>
                    <a:rect l="0" t="0" r="r" b="b"/>
                    <a:pathLst>
                      <a:path w="34" h="4">
                        <a:moveTo>
                          <a:pt x="0" y="0"/>
                        </a:moveTo>
                        <a:lnTo>
                          <a:pt x="34" y="0"/>
                        </a:lnTo>
                        <a:lnTo>
                          <a:pt x="30" y="4"/>
                        </a:lnTo>
                        <a:lnTo>
                          <a:pt x="4" y="4"/>
                        </a:lnTo>
                        <a:lnTo>
                          <a:pt x="0" y="0"/>
                        </a:lnTo>
                        <a:close/>
                      </a:path>
                    </a:pathLst>
                  </a:custGeom>
                  <a:solidFill>
                    <a:srgbClr val="606060"/>
                  </a:solidFill>
                  <a:ln w="3175">
                    <a:solidFill>
                      <a:srgbClr val="404040"/>
                    </a:solidFill>
                    <a:prstDash val="solid"/>
                    <a:round/>
                    <a:headEnd/>
                    <a:tailEnd/>
                  </a:ln>
                </p:spPr>
                <p:txBody>
                  <a:bodyPr/>
                  <a:lstStyle/>
                  <a:p>
                    <a:endParaRPr lang="en-US" dirty="0"/>
                  </a:p>
                </p:txBody>
              </p:sp>
              <p:sp>
                <p:nvSpPr>
                  <p:cNvPr id="46" name="Rectangle 13">
                    <a:extLst>
                      <a:ext uri="{FF2B5EF4-FFF2-40B4-BE49-F238E27FC236}">
                        <a16:creationId xmlns:a16="http://schemas.microsoft.com/office/drawing/2014/main" id="{A71CDDC6-48CE-2B0F-2538-F0AF3C20EE2B}"/>
                      </a:ext>
                    </a:extLst>
                  </p:cNvPr>
                  <p:cNvSpPr>
                    <a:spLocks noChangeArrowheads="1"/>
                  </p:cNvSpPr>
                  <p:nvPr/>
                </p:nvSpPr>
                <p:spPr bwMode="auto">
                  <a:xfrm>
                    <a:off x="956" y="2273"/>
                    <a:ext cx="6" cy="47"/>
                  </a:xfrm>
                  <a:prstGeom prst="rect">
                    <a:avLst/>
                  </a:prstGeom>
                  <a:solidFill>
                    <a:srgbClr val="606060"/>
                  </a:solidFill>
                  <a:ln w="3175">
                    <a:solidFill>
                      <a:srgbClr val="404040"/>
                    </a:solidFill>
                    <a:miter lim="800000"/>
                    <a:headEnd/>
                    <a:tailEnd/>
                  </a:ln>
                </p:spPr>
                <p:txBody>
                  <a:bodyPr/>
                  <a:lstStyle/>
                  <a:p>
                    <a:endParaRPr lang="en-US" dirty="0"/>
                  </a:p>
                </p:txBody>
              </p:sp>
            </p:grpSp>
            <p:grpSp>
              <p:nvGrpSpPr>
                <p:cNvPr id="32" name="Group 14">
                  <a:extLst>
                    <a:ext uri="{FF2B5EF4-FFF2-40B4-BE49-F238E27FC236}">
                      <a16:creationId xmlns:a16="http://schemas.microsoft.com/office/drawing/2014/main" id="{F68207EA-AF52-CA3B-3230-82710688E59C}"/>
                    </a:ext>
                  </a:extLst>
                </p:cNvPr>
                <p:cNvGrpSpPr>
                  <a:grpSpLocks/>
                </p:cNvGrpSpPr>
                <p:nvPr/>
              </p:nvGrpSpPr>
              <p:grpSpPr bwMode="auto">
                <a:xfrm>
                  <a:off x="1264" y="2258"/>
                  <a:ext cx="107" cy="81"/>
                  <a:chOff x="1264" y="2258"/>
                  <a:chExt cx="107" cy="81"/>
                </a:xfrm>
              </p:grpSpPr>
              <p:sp>
                <p:nvSpPr>
                  <p:cNvPr id="39" name="Freeform 15">
                    <a:extLst>
                      <a:ext uri="{FF2B5EF4-FFF2-40B4-BE49-F238E27FC236}">
                        <a16:creationId xmlns:a16="http://schemas.microsoft.com/office/drawing/2014/main" id="{2465C37B-475F-8C16-0623-96C3386D0D04}"/>
                      </a:ext>
                    </a:extLst>
                  </p:cNvPr>
                  <p:cNvSpPr>
                    <a:spLocks/>
                  </p:cNvSpPr>
                  <p:nvPr/>
                </p:nvSpPr>
                <p:spPr bwMode="auto">
                  <a:xfrm>
                    <a:off x="1264" y="2260"/>
                    <a:ext cx="106" cy="16"/>
                  </a:xfrm>
                  <a:custGeom>
                    <a:avLst/>
                    <a:gdLst>
                      <a:gd name="T0" fmla="*/ 0 w 106"/>
                      <a:gd name="T1" fmla="*/ 0 h 16"/>
                      <a:gd name="T2" fmla="*/ 106 w 106"/>
                      <a:gd name="T3" fmla="*/ 0 h 16"/>
                      <a:gd name="T4" fmla="*/ 106 w 106"/>
                      <a:gd name="T5" fmla="*/ 16 h 16"/>
                      <a:gd name="T6" fmla="*/ 8 w 106"/>
                      <a:gd name="T7" fmla="*/ 16 h 16"/>
                      <a:gd name="T8" fmla="*/ 0 w 106"/>
                      <a:gd name="T9" fmla="*/ 0 h 16"/>
                    </a:gdLst>
                    <a:ahLst/>
                    <a:cxnLst>
                      <a:cxn ang="0">
                        <a:pos x="T0" y="T1"/>
                      </a:cxn>
                      <a:cxn ang="0">
                        <a:pos x="T2" y="T3"/>
                      </a:cxn>
                      <a:cxn ang="0">
                        <a:pos x="T4" y="T5"/>
                      </a:cxn>
                      <a:cxn ang="0">
                        <a:pos x="T6" y="T7"/>
                      </a:cxn>
                      <a:cxn ang="0">
                        <a:pos x="T8" y="T9"/>
                      </a:cxn>
                    </a:cxnLst>
                    <a:rect l="0" t="0" r="r" b="b"/>
                    <a:pathLst>
                      <a:path w="106" h="16">
                        <a:moveTo>
                          <a:pt x="0" y="0"/>
                        </a:moveTo>
                        <a:lnTo>
                          <a:pt x="106" y="0"/>
                        </a:lnTo>
                        <a:lnTo>
                          <a:pt x="106" y="16"/>
                        </a:lnTo>
                        <a:lnTo>
                          <a:pt x="8" y="16"/>
                        </a:lnTo>
                        <a:lnTo>
                          <a:pt x="0" y="0"/>
                        </a:lnTo>
                        <a:close/>
                      </a:path>
                    </a:pathLst>
                  </a:custGeom>
                  <a:solidFill>
                    <a:srgbClr val="606060"/>
                  </a:solidFill>
                  <a:ln w="3175">
                    <a:solidFill>
                      <a:srgbClr val="404040"/>
                    </a:solidFill>
                    <a:prstDash val="solid"/>
                    <a:round/>
                    <a:headEnd/>
                    <a:tailEnd/>
                  </a:ln>
                </p:spPr>
                <p:txBody>
                  <a:bodyPr/>
                  <a:lstStyle/>
                  <a:p>
                    <a:endParaRPr lang="en-US" dirty="0"/>
                  </a:p>
                </p:txBody>
              </p:sp>
              <p:grpSp>
                <p:nvGrpSpPr>
                  <p:cNvPr id="40" name="Group 16">
                    <a:extLst>
                      <a:ext uri="{FF2B5EF4-FFF2-40B4-BE49-F238E27FC236}">
                        <a16:creationId xmlns:a16="http://schemas.microsoft.com/office/drawing/2014/main" id="{1FDE85F0-6205-586E-0C74-87595D590DE2}"/>
                      </a:ext>
                    </a:extLst>
                  </p:cNvPr>
                  <p:cNvGrpSpPr>
                    <a:grpSpLocks/>
                  </p:cNvGrpSpPr>
                  <p:nvPr/>
                </p:nvGrpSpPr>
                <p:grpSpPr bwMode="auto">
                  <a:xfrm>
                    <a:off x="1272" y="2258"/>
                    <a:ext cx="91" cy="18"/>
                    <a:chOff x="1272" y="2258"/>
                    <a:chExt cx="91" cy="18"/>
                  </a:xfrm>
                </p:grpSpPr>
                <p:sp>
                  <p:nvSpPr>
                    <p:cNvPr id="42" name="Freeform 17">
                      <a:extLst>
                        <a:ext uri="{FF2B5EF4-FFF2-40B4-BE49-F238E27FC236}">
                          <a16:creationId xmlns:a16="http://schemas.microsoft.com/office/drawing/2014/main" id="{E07F1694-6D1F-B93D-1629-0BE4D195CF35}"/>
                        </a:ext>
                      </a:extLst>
                    </p:cNvPr>
                    <p:cNvSpPr>
                      <a:spLocks/>
                    </p:cNvSpPr>
                    <p:nvPr/>
                  </p:nvSpPr>
                  <p:spPr bwMode="auto">
                    <a:xfrm>
                      <a:off x="1272" y="2262"/>
                      <a:ext cx="80" cy="14"/>
                    </a:xfrm>
                    <a:custGeom>
                      <a:avLst/>
                      <a:gdLst>
                        <a:gd name="T0" fmla="*/ 0 w 80"/>
                        <a:gd name="T1" fmla="*/ 14 h 14"/>
                        <a:gd name="T2" fmla="*/ 12 w 80"/>
                        <a:gd name="T3" fmla="*/ 0 h 14"/>
                        <a:gd name="T4" fmla="*/ 80 w 80"/>
                        <a:gd name="T5" fmla="*/ 0 h 14"/>
                        <a:gd name="T6" fmla="*/ 80 w 80"/>
                        <a:gd name="T7" fmla="*/ 14 h 14"/>
                      </a:gdLst>
                      <a:ahLst/>
                      <a:cxnLst>
                        <a:cxn ang="0">
                          <a:pos x="T0" y="T1"/>
                        </a:cxn>
                        <a:cxn ang="0">
                          <a:pos x="T2" y="T3"/>
                        </a:cxn>
                        <a:cxn ang="0">
                          <a:pos x="T4" y="T5"/>
                        </a:cxn>
                        <a:cxn ang="0">
                          <a:pos x="T6" y="T7"/>
                        </a:cxn>
                      </a:cxnLst>
                      <a:rect l="0" t="0" r="r" b="b"/>
                      <a:pathLst>
                        <a:path w="80" h="14">
                          <a:moveTo>
                            <a:pt x="0" y="14"/>
                          </a:moveTo>
                          <a:lnTo>
                            <a:pt x="12" y="0"/>
                          </a:lnTo>
                          <a:lnTo>
                            <a:pt x="80" y="0"/>
                          </a:lnTo>
                          <a:lnTo>
                            <a:pt x="80" y="14"/>
                          </a:lnTo>
                        </a:path>
                      </a:pathLst>
                    </a:custGeom>
                    <a:noFill/>
                    <a:ln w="3175">
                      <a:solidFill>
                        <a:srgbClr val="40404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dirty="0"/>
                    </a:p>
                  </p:txBody>
                </p:sp>
                <p:sp>
                  <p:nvSpPr>
                    <p:cNvPr id="43" name="Line 18">
                      <a:extLst>
                        <a:ext uri="{FF2B5EF4-FFF2-40B4-BE49-F238E27FC236}">
                          <a16:creationId xmlns:a16="http://schemas.microsoft.com/office/drawing/2014/main" id="{E27BC7A1-7831-82D0-1BF9-BFDB8067F8A3}"/>
                        </a:ext>
                      </a:extLst>
                    </p:cNvPr>
                    <p:cNvSpPr>
                      <a:spLocks noChangeShapeType="1"/>
                    </p:cNvSpPr>
                    <p:nvPr/>
                  </p:nvSpPr>
                  <p:spPr bwMode="auto">
                    <a:xfrm>
                      <a:off x="1362" y="2258"/>
                      <a:ext cx="1" cy="18"/>
                    </a:xfrm>
                    <a:prstGeom prst="line">
                      <a:avLst/>
                    </a:prstGeom>
                    <a:noFill/>
                    <a:ln w="3175">
                      <a:solidFill>
                        <a:srgbClr val="404040"/>
                      </a:solidFill>
                      <a:round/>
                      <a:headEnd/>
                      <a:tailEnd/>
                    </a:ln>
                    <a:extLst>
                      <a:ext uri="{909E8E84-426E-40DD-AFC4-6F175D3DCCD1}">
                        <a14:hiddenFill xmlns:a14="http://schemas.microsoft.com/office/drawing/2010/main">
                          <a:noFill/>
                        </a14:hiddenFill>
                      </a:ext>
                    </a:extLst>
                  </p:spPr>
                  <p:txBody>
                    <a:bodyPr/>
                    <a:lstStyle/>
                    <a:p>
                      <a:endParaRPr lang="en-US" dirty="0"/>
                    </a:p>
                  </p:txBody>
                </p:sp>
              </p:grpSp>
              <p:sp>
                <p:nvSpPr>
                  <p:cNvPr id="41" name="Line 19">
                    <a:extLst>
                      <a:ext uri="{FF2B5EF4-FFF2-40B4-BE49-F238E27FC236}">
                        <a16:creationId xmlns:a16="http://schemas.microsoft.com/office/drawing/2014/main" id="{44F75BC0-796C-8C81-B8AC-1DA3330868A2}"/>
                      </a:ext>
                    </a:extLst>
                  </p:cNvPr>
                  <p:cNvSpPr>
                    <a:spLocks noChangeShapeType="1"/>
                  </p:cNvSpPr>
                  <p:nvPr/>
                </p:nvSpPr>
                <p:spPr bwMode="auto">
                  <a:xfrm>
                    <a:off x="1370" y="2276"/>
                    <a:ext cx="1" cy="63"/>
                  </a:xfrm>
                  <a:prstGeom prst="line">
                    <a:avLst/>
                  </a:prstGeom>
                  <a:noFill/>
                  <a:ln w="3175">
                    <a:solidFill>
                      <a:srgbClr val="202020"/>
                    </a:solidFill>
                    <a:round/>
                    <a:headEnd/>
                    <a:tailEnd/>
                  </a:ln>
                  <a:extLst>
                    <a:ext uri="{909E8E84-426E-40DD-AFC4-6F175D3DCCD1}">
                      <a14:hiddenFill xmlns:a14="http://schemas.microsoft.com/office/drawing/2010/main">
                        <a:noFill/>
                      </a14:hiddenFill>
                    </a:ext>
                  </a:extLst>
                </p:spPr>
                <p:txBody>
                  <a:bodyPr/>
                  <a:lstStyle/>
                  <a:p>
                    <a:endParaRPr lang="en-US" dirty="0"/>
                  </a:p>
                </p:txBody>
              </p:sp>
            </p:grpSp>
            <p:grpSp>
              <p:nvGrpSpPr>
                <p:cNvPr id="33" name="Group 20">
                  <a:extLst>
                    <a:ext uri="{FF2B5EF4-FFF2-40B4-BE49-F238E27FC236}">
                      <a16:creationId xmlns:a16="http://schemas.microsoft.com/office/drawing/2014/main" id="{6049F60E-D0A8-7E9E-D40A-3A1CAE4934A1}"/>
                    </a:ext>
                  </a:extLst>
                </p:cNvPr>
                <p:cNvGrpSpPr>
                  <a:grpSpLocks/>
                </p:cNvGrpSpPr>
                <p:nvPr/>
              </p:nvGrpSpPr>
              <p:grpSpPr bwMode="auto">
                <a:xfrm>
                  <a:off x="1377" y="2258"/>
                  <a:ext cx="108" cy="81"/>
                  <a:chOff x="1377" y="2258"/>
                  <a:chExt cx="108" cy="81"/>
                </a:xfrm>
              </p:grpSpPr>
              <p:sp>
                <p:nvSpPr>
                  <p:cNvPr id="34" name="Freeform 21">
                    <a:extLst>
                      <a:ext uri="{FF2B5EF4-FFF2-40B4-BE49-F238E27FC236}">
                        <a16:creationId xmlns:a16="http://schemas.microsoft.com/office/drawing/2014/main" id="{674B0276-57B6-6A84-396D-B6DC24AE5ABC}"/>
                      </a:ext>
                    </a:extLst>
                  </p:cNvPr>
                  <p:cNvSpPr>
                    <a:spLocks/>
                  </p:cNvSpPr>
                  <p:nvPr/>
                </p:nvSpPr>
                <p:spPr bwMode="auto">
                  <a:xfrm>
                    <a:off x="1377" y="2260"/>
                    <a:ext cx="107" cy="16"/>
                  </a:xfrm>
                  <a:custGeom>
                    <a:avLst/>
                    <a:gdLst>
                      <a:gd name="T0" fmla="*/ 0 w 107"/>
                      <a:gd name="T1" fmla="*/ 0 h 16"/>
                      <a:gd name="T2" fmla="*/ 107 w 107"/>
                      <a:gd name="T3" fmla="*/ 0 h 16"/>
                      <a:gd name="T4" fmla="*/ 107 w 107"/>
                      <a:gd name="T5" fmla="*/ 16 h 16"/>
                      <a:gd name="T6" fmla="*/ 10 w 107"/>
                      <a:gd name="T7" fmla="*/ 16 h 16"/>
                      <a:gd name="T8" fmla="*/ 0 w 107"/>
                      <a:gd name="T9" fmla="*/ 0 h 16"/>
                    </a:gdLst>
                    <a:ahLst/>
                    <a:cxnLst>
                      <a:cxn ang="0">
                        <a:pos x="T0" y="T1"/>
                      </a:cxn>
                      <a:cxn ang="0">
                        <a:pos x="T2" y="T3"/>
                      </a:cxn>
                      <a:cxn ang="0">
                        <a:pos x="T4" y="T5"/>
                      </a:cxn>
                      <a:cxn ang="0">
                        <a:pos x="T6" y="T7"/>
                      </a:cxn>
                      <a:cxn ang="0">
                        <a:pos x="T8" y="T9"/>
                      </a:cxn>
                    </a:cxnLst>
                    <a:rect l="0" t="0" r="r" b="b"/>
                    <a:pathLst>
                      <a:path w="107" h="16">
                        <a:moveTo>
                          <a:pt x="0" y="0"/>
                        </a:moveTo>
                        <a:lnTo>
                          <a:pt x="107" y="0"/>
                        </a:lnTo>
                        <a:lnTo>
                          <a:pt x="107" y="16"/>
                        </a:lnTo>
                        <a:lnTo>
                          <a:pt x="10" y="16"/>
                        </a:lnTo>
                        <a:lnTo>
                          <a:pt x="0" y="0"/>
                        </a:lnTo>
                        <a:close/>
                      </a:path>
                    </a:pathLst>
                  </a:custGeom>
                  <a:solidFill>
                    <a:srgbClr val="606060"/>
                  </a:solidFill>
                  <a:ln w="3175">
                    <a:solidFill>
                      <a:srgbClr val="404040"/>
                    </a:solidFill>
                    <a:prstDash val="solid"/>
                    <a:round/>
                    <a:headEnd/>
                    <a:tailEnd/>
                  </a:ln>
                </p:spPr>
                <p:txBody>
                  <a:bodyPr/>
                  <a:lstStyle/>
                  <a:p>
                    <a:endParaRPr lang="en-US" dirty="0"/>
                  </a:p>
                </p:txBody>
              </p:sp>
              <p:grpSp>
                <p:nvGrpSpPr>
                  <p:cNvPr id="35" name="Group 22">
                    <a:extLst>
                      <a:ext uri="{FF2B5EF4-FFF2-40B4-BE49-F238E27FC236}">
                        <a16:creationId xmlns:a16="http://schemas.microsoft.com/office/drawing/2014/main" id="{652C1233-F8C3-3E16-6FB6-0D3083E0CDCB}"/>
                      </a:ext>
                    </a:extLst>
                  </p:cNvPr>
                  <p:cNvGrpSpPr>
                    <a:grpSpLocks/>
                  </p:cNvGrpSpPr>
                  <p:nvPr/>
                </p:nvGrpSpPr>
                <p:grpSpPr bwMode="auto">
                  <a:xfrm>
                    <a:off x="1387" y="2258"/>
                    <a:ext cx="89" cy="18"/>
                    <a:chOff x="1387" y="2258"/>
                    <a:chExt cx="89" cy="18"/>
                  </a:xfrm>
                </p:grpSpPr>
                <p:sp>
                  <p:nvSpPr>
                    <p:cNvPr id="37" name="Freeform 23">
                      <a:extLst>
                        <a:ext uri="{FF2B5EF4-FFF2-40B4-BE49-F238E27FC236}">
                          <a16:creationId xmlns:a16="http://schemas.microsoft.com/office/drawing/2014/main" id="{D7AAAE32-401F-7438-867F-81A28F1B0F1C}"/>
                        </a:ext>
                      </a:extLst>
                    </p:cNvPr>
                    <p:cNvSpPr>
                      <a:spLocks/>
                    </p:cNvSpPr>
                    <p:nvPr/>
                  </p:nvSpPr>
                  <p:spPr bwMode="auto">
                    <a:xfrm>
                      <a:off x="1387" y="2262"/>
                      <a:ext cx="80" cy="14"/>
                    </a:xfrm>
                    <a:custGeom>
                      <a:avLst/>
                      <a:gdLst>
                        <a:gd name="T0" fmla="*/ 0 w 80"/>
                        <a:gd name="T1" fmla="*/ 14 h 14"/>
                        <a:gd name="T2" fmla="*/ 12 w 80"/>
                        <a:gd name="T3" fmla="*/ 0 h 14"/>
                        <a:gd name="T4" fmla="*/ 80 w 80"/>
                        <a:gd name="T5" fmla="*/ 0 h 14"/>
                        <a:gd name="T6" fmla="*/ 80 w 80"/>
                        <a:gd name="T7" fmla="*/ 14 h 14"/>
                      </a:gdLst>
                      <a:ahLst/>
                      <a:cxnLst>
                        <a:cxn ang="0">
                          <a:pos x="T0" y="T1"/>
                        </a:cxn>
                        <a:cxn ang="0">
                          <a:pos x="T2" y="T3"/>
                        </a:cxn>
                        <a:cxn ang="0">
                          <a:pos x="T4" y="T5"/>
                        </a:cxn>
                        <a:cxn ang="0">
                          <a:pos x="T6" y="T7"/>
                        </a:cxn>
                      </a:cxnLst>
                      <a:rect l="0" t="0" r="r" b="b"/>
                      <a:pathLst>
                        <a:path w="80" h="14">
                          <a:moveTo>
                            <a:pt x="0" y="14"/>
                          </a:moveTo>
                          <a:lnTo>
                            <a:pt x="12" y="0"/>
                          </a:lnTo>
                          <a:lnTo>
                            <a:pt x="80" y="0"/>
                          </a:lnTo>
                          <a:lnTo>
                            <a:pt x="80" y="14"/>
                          </a:lnTo>
                        </a:path>
                      </a:pathLst>
                    </a:custGeom>
                    <a:noFill/>
                    <a:ln w="3175">
                      <a:solidFill>
                        <a:srgbClr val="40404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dirty="0"/>
                    </a:p>
                  </p:txBody>
                </p:sp>
                <p:sp>
                  <p:nvSpPr>
                    <p:cNvPr id="38" name="Line 24">
                      <a:extLst>
                        <a:ext uri="{FF2B5EF4-FFF2-40B4-BE49-F238E27FC236}">
                          <a16:creationId xmlns:a16="http://schemas.microsoft.com/office/drawing/2014/main" id="{26F2DC29-639B-1DF8-8542-4727C4F07765}"/>
                        </a:ext>
                      </a:extLst>
                    </p:cNvPr>
                    <p:cNvSpPr>
                      <a:spLocks noChangeShapeType="1"/>
                    </p:cNvSpPr>
                    <p:nvPr/>
                  </p:nvSpPr>
                  <p:spPr bwMode="auto">
                    <a:xfrm>
                      <a:off x="1475" y="2258"/>
                      <a:ext cx="1" cy="18"/>
                    </a:xfrm>
                    <a:prstGeom prst="line">
                      <a:avLst/>
                    </a:prstGeom>
                    <a:noFill/>
                    <a:ln w="3175">
                      <a:solidFill>
                        <a:srgbClr val="404040"/>
                      </a:solidFill>
                      <a:round/>
                      <a:headEnd/>
                      <a:tailEnd/>
                    </a:ln>
                    <a:extLst>
                      <a:ext uri="{909E8E84-426E-40DD-AFC4-6F175D3DCCD1}">
                        <a14:hiddenFill xmlns:a14="http://schemas.microsoft.com/office/drawing/2010/main">
                          <a:noFill/>
                        </a14:hiddenFill>
                      </a:ext>
                    </a:extLst>
                  </p:spPr>
                  <p:txBody>
                    <a:bodyPr/>
                    <a:lstStyle/>
                    <a:p>
                      <a:endParaRPr lang="en-US" dirty="0"/>
                    </a:p>
                  </p:txBody>
                </p:sp>
              </p:grpSp>
              <p:sp>
                <p:nvSpPr>
                  <p:cNvPr id="36" name="Line 25">
                    <a:extLst>
                      <a:ext uri="{FF2B5EF4-FFF2-40B4-BE49-F238E27FC236}">
                        <a16:creationId xmlns:a16="http://schemas.microsoft.com/office/drawing/2014/main" id="{21C0D502-5B07-6C98-2071-7ECE769C88E4}"/>
                      </a:ext>
                    </a:extLst>
                  </p:cNvPr>
                  <p:cNvSpPr>
                    <a:spLocks noChangeShapeType="1"/>
                  </p:cNvSpPr>
                  <p:nvPr/>
                </p:nvSpPr>
                <p:spPr bwMode="auto">
                  <a:xfrm>
                    <a:off x="1484" y="2276"/>
                    <a:ext cx="1" cy="63"/>
                  </a:xfrm>
                  <a:prstGeom prst="line">
                    <a:avLst/>
                  </a:prstGeom>
                  <a:noFill/>
                  <a:ln w="3175">
                    <a:solidFill>
                      <a:srgbClr val="202020"/>
                    </a:solidFill>
                    <a:round/>
                    <a:headEnd/>
                    <a:tailEnd/>
                  </a:ln>
                  <a:extLst>
                    <a:ext uri="{909E8E84-426E-40DD-AFC4-6F175D3DCCD1}">
                      <a14:hiddenFill xmlns:a14="http://schemas.microsoft.com/office/drawing/2010/main">
                        <a:noFill/>
                      </a14:hiddenFill>
                    </a:ext>
                  </a:extLst>
                </p:spPr>
                <p:txBody>
                  <a:bodyPr/>
                  <a:lstStyle/>
                  <a:p>
                    <a:endParaRPr lang="en-US" dirty="0"/>
                  </a:p>
                </p:txBody>
              </p:sp>
            </p:grpSp>
          </p:grpSp>
          <p:grpSp>
            <p:nvGrpSpPr>
              <p:cNvPr id="16" name="Group 26">
                <a:extLst>
                  <a:ext uri="{FF2B5EF4-FFF2-40B4-BE49-F238E27FC236}">
                    <a16:creationId xmlns:a16="http://schemas.microsoft.com/office/drawing/2014/main" id="{D6F35E13-349F-9055-98D7-C0EEF1D7CCE1}"/>
                  </a:ext>
                </a:extLst>
              </p:cNvPr>
              <p:cNvGrpSpPr>
                <a:grpSpLocks/>
              </p:cNvGrpSpPr>
              <p:nvPr/>
            </p:nvGrpSpPr>
            <p:grpSpPr bwMode="auto">
              <a:xfrm>
                <a:off x="1277" y="2267"/>
                <a:ext cx="86" cy="85"/>
                <a:chOff x="1277" y="2267"/>
                <a:chExt cx="86" cy="85"/>
              </a:xfrm>
            </p:grpSpPr>
            <p:sp>
              <p:nvSpPr>
                <p:cNvPr id="21" name="Oval 27">
                  <a:extLst>
                    <a:ext uri="{FF2B5EF4-FFF2-40B4-BE49-F238E27FC236}">
                      <a16:creationId xmlns:a16="http://schemas.microsoft.com/office/drawing/2014/main" id="{BFD58203-EB41-2B96-7806-8A04663FCED0}"/>
                    </a:ext>
                  </a:extLst>
                </p:cNvPr>
                <p:cNvSpPr>
                  <a:spLocks noChangeArrowheads="1"/>
                </p:cNvSpPr>
                <p:nvPr/>
              </p:nvSpPr>
              <p:spPr bwMode="auto">
                <a:xfrm>
                  <a:off x="1277" y="2267"/>
                  <a:ext cx="86" cy="85"/>
                </a:xfrm>
                <a:prstGeom prst="ellipse">
                  <a:avLst/>
                </a:prstGeom>
                <a:solidFill>
                  <a:srgbClr val="202020"/>
                </a:solidFill>
                <a:ln w="3175">
                  <a:solidFill>
                    <a:srgbClr val="000000"/>
                  </a:solidFill>
                  <a:round/>
                  <a:headEnd/>
                  <a:tailEnd/>
                </a:ln>
              </p:spPr>
              <p:txBody>
                <a:bodyPr/>
                <a:lstStyle/>
                <a:p>
                  <a:endParaRPr lang="en-US" dirty="0"/>
                </a:p>
              </p:txBody>
            </p:sp>
            <p:sp>
              <p:nvSpPr>
                <p:cNvPr id="22" name="Oval 28">
                  <a:extLst>
                    <a:ext uri="{FF2B5EF4-FFF2-40B4-BE49-F238E27FC236}">
                      <a16:creationId xmlns:a16="http://schemas.microsoft.com/office/drawing/2014/main" id="{E7E88D0F-8A23-93BB-9CBE-93407B7EB9DD}"/>
                    </a:ext>
                  </a:extLst>
                </p:cNvPr>
                <p:cNvSpPr>
                  <a:spLocks noChangeArrowheads="1"/>
                </p:cNvSpPr>
                <p:nvPr/>
              </p:nvSpPr>
              <p:spPr bwMode="auto">
                <a:xfrm>
                  <a:off x="1289" y="2279"/>
                  <a:ext cx="60" cy="59"/>
                </a:xfrm>
                <a:prstGeom prst="ellipse">
                  <a:avLst/>
                </a:prstGeom>
                <a:solidFill>
                  <a:srgbClr val="A0A0A0"/>
                </a:solidFill>
                <a:ln w="3175">
                  <a:solidFill>
                    <a:srgbClr val="000000"/>
                  </a:solidFill>
                  <a:round/>
                  <a:headEnd/>
                  <a:tailEnd/>
                </a:ln>
              </p:spPr>
              <p:txBody>
                <a:bodyPr/>
                <a:lstStyle/>
                <a:p>
                  <a:endParaRPr lang="en-US" dirty="0"/>
                </a:p>
              </p:txBody>
            </p:sp>
            <p:sp>
              <p:nvSpPr>
                <p:cNvPr id="23" name="Oval 29">
                  <a:extLst>
                    <a:ext uri="{FF2B5EF4-FFF2-40B4-BE49-F238E27FC236}">
                      <a16:creationId xmlns:a16="http://schemas.microsoft.com/office/drawing/2014/main" id="{AEF5885E-08E7-0FA6-DAB2-8AC111DAAE9E}"/>
                    </a:ext>
                  </a:extLst>
                </p:cNvPr>
                <p:cNvSpPr>
                  <a:spLocks noChangeArrowheads="1"/>
                </p:cNvSpPr>
                <p:nvPr/>
              </p:nvSpPr>
              <p:spPr bwMode="auto">
                <a:xfrm>
                  <a:off x="1305" y="2297"/>
                  <a:ext cx="26" cy="25"/>
                </a:xfrm>
                <a:prstGeom prst="ellipse">
                  <a:avLst/>
                </a:prstGeom>
                <a:solidFill>
                  <a:srgbClr val="606060"/>
                </a:solidFill>
                <a:ln w="3175">
                  <a:solidFill>
                    <a:srgbClr val="000000"/>
                  </a:solidFill>
                  <a:round/>
                  <a:headEnd/>
                  <a:tailEnd/>
                </a:ln>
              </p:spPr>
              <p:txBody>
                <a:bodyPr/>
                <a:lstStyle/>
                <a:p>
                  <a:endParaRPr lang="en-US" dirty="0"/>
                </a:p>
              </p:txBody>
            </p:sp>
          </p:grpSp>
          <p:grpSp>
            <p:nvGrpSpPr>
              <p:cNvPr id="17" name="Group 30">
                <a:extLst>
                  <a:ext uri="{FF2B5EF4-FFF2-40B4-BE49-F238E27FC236}">
                    <a16:creationId xmlns:a16="http://schemas.microsoft.com/office/drawing/2014/main" id="{4B7FBFEF-2A5E-8B9F-86E1-1605ACCE67C0}"/>
                  </a:ext>
                </a:extLst>
              </p:cNvPr>
              <p:cNvGrpSpPr>
                <a:grpSpLocks/>
              </p:cNvGrpSpPr>
              <p:nvPr/>
            </p:nvGrpSpPr>
            <p:grpSpPr bwMode="auto">
              <a:xfrm>
                <a:off x="1390" y="2267"/>
                <a:ext cx="86" cy="85"/>
                <a:chOff x="1390" y="2267"/>
                <a:chExt cx="86" cy="85"/>
              </a:xfrm>
            </p:grpSpPr>
            <p:sp>
              <p:nvSpPr>
                <p:cNvPr id="18" name="Oval 31">
                  <a:extLst>
                    <a:ext uri="{FF2B5EF4-FFF2-40B4-BE49-F238E27FC236}">
                      <a16:creationId xmlns:a16="http://schemas.microsoft.com/office/drawing/2014/main" id="{1BF8596B-8421-2E83-5C73-ECDEBB07AB83}"/>
                    </a:ext>
                  </a:extLst>
                </p:cNvPr>
                <p:cNvSpPr>
                  <a:spLocks noChangeArrowheads="1"/>
                </p:cNvSpPr>
                <p:nvPr/>
              </p:nvSpPr>
              <p:spPr bwMode="auto">
                <a:xfrm>
                  <a:off x="1390" y="2267"/>
                  <a:ext cx="86" cy="85"/>
                </a:xfrm>
                <a:prstGeom prst="ellipse">
                  <a:avLst/>
                </a:prstGeom>
                <a:solidFill>
                  <a:srgbClr val="202020"/>
                </a:solidFill>
                <a:ln w="3175">
                  <a:solidFill>
                    <a:srgbClr val="000000"/>
                  </a:solidFill>
                  <a:round/>
                  <a:headEnd/>
                  <a:tailEnd/>
                </a:ln>
              </p:spPr>
              <p:txBody>
                <a:bodyPr/>
                <a:lstStyle/>
                <a:p>
                  <a:endParaRPr lang="en-US" dirty="0"/>
                </a:p>
              </p:txBody>
            </p:sp>
            <p:sp>
              <p:nvSpPr>
                <p:cNvPr id="19" name="Oval 32">
                  <a:extLst>
                    <a:ext uri="{FF2B5EF4-FFF2-40B4-BE49-F238E27FC236}">
                      <a16:creationId xmlns:a16="http://schemas.microsoft.com/office/drawing/2014/main" id="{04947B9B-B6C5-B8AD-513B-4101DD521C21}"/>
                    </a:ext>
                  </a:extLst>
                </p:cNvPr>
                <p:cNvSpPr>
                  <a:spLocks noChangeArrowheads="1"/>
                </p:cNvSpPr>
                <p:nvPr/>
              </p:nvSpPr>
              <p:spPr bwMode="auto">
                <a:xfrm>
                  <a:off x="1404" y="2279"/>
                  <a:ext cx="60" cy="59"/>
                </a:xfrm>
                <a:prstGeom prst="ellipse">
                  <a:avLst/>
                </a:prstGeom>
                <a:solidFill>
                  <a:srgbClr val="A0A0A0"/>
                </a:solidFill>
                <a:ln w="3175">
                  <a:solidFill>
                    <a:srgbClr val="000000"/>
                  </a:solidFill>
                  <a:round/>
                  <a:headEnd/>
                  <a:tailEnd/>
                </a:ln>
              </p:spPr>
              <p:txBody>
                <a:bodyPr/>
                <a:lstStyle/>
                <a:p>
                  <a:endParaRPr lang="en-US" dirty="0"/>
                </a:p>
              </p:txBody>
            </p:sp>
            <p:sp>
              <p:nvSpPr>
                <p:cNvPr id="20" name="Oval 33">
                  <a:extLst>
                    <a:ext uri="{FF2B5EF4-FFF2-40B4-BE49-F238E27FC236}">
                      <a16:creationId xmlns:a16="http://schemas.microsoft.com/office/drawing/2014/main" id="{B0FA3551-DA8F-15A9-E3E9-845E94CCC69F}"/>
                    </a:ext>
                  </a:extLst>
                </p:cNvPr>
                <p:cNvSpPr>
                  <a:spLocks noChangeArrowheads="1"/>
                </p:cNvSpPr>
                <p:nvPr/>
              </p:nvSpPr>
              <p:spPr bwMode="auto">
                <a:xfrm>
                  <a:off x="1420" y="2297"/>
                  <a:ext cx="26" cy="25"/>
                </a:xfrm>
                <a:prstGeom prst="ellipse">
                  <a:avLst/>
                </a:prstGeom>
                <a:solidFill>
                  <a:srgbClr val="606060"/>
                </a:solidFill>
                <a:ln w="3175">
                  <a:solidFill>
                    <a:srgbClr val="000000"/>
                  </a:solidFill>
                  <a:round/>
                  <a:headEnd/>
                  <a:tailEnd/>
                </a:ln>
              </p:spPr>
              <p:txBody>
                <a:bodyPr/>
                <a:lstStyle/>
                <a:p>
                  <a:endParaRPr lang="en-US" dirty="0"/>
                </a:p>
              </p:txBody>
            </p:sp>
          </p:grpSp>
        </p:grpSp>
      </p:grpSp>
      <p:grpSp>
        <p:nvGrpSpPr>
          <p:cNvPr id="49" name="Group 4">
            <a:extLst>
              <a:ext uri="{FF2B5EF4-FFF2-40B4-BE49-F238E27FC236}">
                <a16:creationId xmlns:a16="http://schemas.microsoft.com/office/drawing/2014/main" id="{8A6AF8F0-4708-C12F-B4E0-58669F916E0F}"/>
              </a:ext>
            </a:extLst>
          </p:cNvPr>
          <p:cNvGrpSpPr>
            <a:grpSpLocks/>
          </p:cNvGrpSpPr>
          <p:nvPr/>
        </p:nvGrpSpPr>
        <p:grpSpPr bwMode="auto">
          <a:xfrm>
            <a:off x="3870196" y="3623344"/>
            <a:ext cx="448469" cy="205096"/>
            <a:chOff x="2256" y="2352"/>
            <a:chExt cx="933" cy="365"/>
          </a:xfrm>
        </p:grpSpPr>
        <p:grpSp>
          <p:nvGrpSpPr>
            <p:cNvPr id="50" name="Group 5">
              <a:extLst>
                <a:ext uri="{FF2B5EF4-FFF2-40B4-BE49-F238E27FC236}">
                  <a16:creationId xmlns:a16="http://schemas.microsoft.com/office/drawing/2014/main" id="{7C26F3A8-5CEE-3BA8-E368-40015BFFFE96}"/>
                </a:ext>
              </a:extLst>
            </p:cNvPr>
            <p:cNvGrpSpPr>
              <a:grpSpLocks/>
            </p:cNvGrpSpPr>
            <p:nvPr/>
          </p:nvGrpSpPr>
          <p:grpSpPr bwMode="auto">
            <a:xfrm flipH="1">
              <a:off x="2256" y="2352"/>
              <a:ext cx="933" cy="249"/>
              <a:chOff x="693" y="2029"/>
              <a:chExt cx="836" cy="228"/>
            </a:xfrm>
          </p:grpSpPr>
          <p:sp>
            <p:nvSpPr>
              <p:cNvPr id="2542613" name="Rectangle 6">
                <a:extLst>
                  <a:ext uri="{FF2B5EF4-FFF2-40B4-BE49-F238E27FC236}">
                    <a16:creationId xmlns:a16="http://schemas.microsoft.com/office/drawing/2014/main" id="{9151B536-07D4-7693-082C-49B2E2DCF768}"/>
                  </a:ext>
                </a:extLst>
              </p:cNvPr>
              <p:cNvSpPr>
                <a:spLocks noChangeArrowheads="1"/>
              </p:cNvSpPr>
              <p:nvPr/>
            </p:nvSpPr>
            <p:spPr bwMode="auto">
              <a:xfrm>
                <a:off x="693" y="2029"/>
                <a:ext cx="836" cy="228"/>
              </a:xfrm>
              <a:prstGeom prst="rect">
                <a:avLst/>
              </a:prstGeom>
              <a:gradFill rotWithShape="0">
                <a:gsLst>
                  <a:gs pos="0">
                    <a:srgbClr val="037C03"/>
                  </a:gs>
                  <a:gs pos="50000">
                    <a:srgbClr val="037C03">
                      <a:gamma/>
                      <a:shade val="6275"/>
                      <a:invGamma/>
                    </a:srgbClr>
                  </a:gs>
                  <a:gs pos="100000">
                    <a:srgbClr val="037C03"/>
                  </a:gs>
                </a:gsLst>
                <a:lin ang="5400000" scaled="1"/>
              </a:gradFill>
              <a:ln w="3175">
                <a:solidFill>
                  <a:srgbClr val="000000"/>
                </a:solidFill>
                <a:miter lim="800000"/>
                <a:headEnd/>
                <a:tailEnd/>
              </a:ln>
            </p:spPr>
            <p:txBody>
              <a:bodyPr/>
              <a:lstStyle/>
              <a:p>
                <a:endParaRPr lang="en-US" dirty="0"/>
              </a:p>
            </p:txBody>
          </p:sp>
          <p:sp>
            <p:nvSpPr>
              <p:cNvPr id="2542614" name="Rectangle 7">
                <a:extLst>
                  <a:ext uri="{FF2B5EF4-FFF2-40B4-BE49-F238E27FC236}">
                    <a16:creationId xmlns:a16="http://schemas.microsoft.com/office/drawing/2014/main" id="{E5DAB0F3-7B6E-7534-AF8F-1D8FBB73968A}"/>
                  </a:ext>
                </a:extLst>
              </p:cNvPr>
              <p:cNvSpPr>
                <a:spLocks noChangeArrowheads="1"/>
              </p:cNvSpPr>
              <p:nvPr/>
            </p:nvSpPr>
            <p:spPr bwMode="auto">
              <a:xfrm>
                <a:off x="693" y="2037"/>
                <a:ext cx="836" cy="213"/>
              </a:xfrm>
              <a:prstGeom prst="rect">
                <a:avLst/>
              </a:prstGeom>
              <a:solidFill>
                <a:srgbClr val="C5D3ED"/>
              </a:solidFill>
              <a:ln w="3175">
                <a:solidFill>
                  <a:srgbClr val="000000"/>
                </a:solidFill>
                <a:miter lim="800000"/>
                <a:headEnd/>
                <a:tailEnd/>
              </a:ln>
            </p:spPr>
            <p:txBody>
              <a:bodyPr/>
              <a:lstStyle/>
              <a:p>
                <a:endParaRPr lang="en-US" dirty="0"/>
              </a:p>
            </p:txBody>
          </p:sp>
        </p:grpSp>
        <p:grpSp>
          <p:nvGrpSpPr>
            <p:cNvPr id="51" name="Group 8">
              <a:extLst>
                <a:ext uri="{FF2B5EF4-FFF2-40B4-BE49-F238E27FC236}">
                  <a16:creationId xmlns:a16="http://schemas.microsoft.com/office/drawing/2014/main" id="{4AEE31E4-57CC-10E4-D5B0-37A29F8BE24A}"/>
                </a:ext>
              </a:extLst>
            </p:cNvPr>
            <p:cNvGrpSpPr>
              <a:grpSpLocks/>
            </p:cNvGrpSpPr>
            <p:nvPr/>
          </p:nvGrpSpPr>
          <p:grpSpPr bwMode="auto">
            <a:xfrm flipH="1">
              <a:off x="2413" y="2614"/>
              <a:ext cx="624" cy="103"/>
              <a:chOff x="926" y="2258"/>
              <a:chExt cx="559" cy="94"/>
            </a:xfrm>
          </p:grpSpPr>
          <p:grpSp>
            <p:nvGrpSpPr>
              <p:cNvPr id="52" name="Group 9">
                <a:extLst>
                  <a:ext uri="{FF2B5EF4-FFF2-40B4-BE49-F238E27FC236}">
                    <a16:creationId xmlns:a16="http://schemas.microsoft.com/office/drawing/2014/main" id="{EB349AC6-A59E-488E-52B0-432820B86AEE}"/>
                  </a:ext>
                </a:extLst>
              </p:cNvPr>
              <p:cNvGrpSpPr>
                <a:grpSpLocks/>
              </p:cNvGrpSpPr>
              <p:nvPr/>
            </p:nvGrpSpPr>
            <p:grpSpPr bwMode="auto">
              <a:xfrm>
                <a:off x="926" y="2258"/>
                <a:ext cx="559" cy="81"/>
                <a:chOff x="926" y="2258"/>
                <a:chExt cx="559" cy="81"/>
              </a:xfrm>
            </p:grpSpPr>
            <p:grpSp>
              <p:nvGrpSpPr>
                <p:cNvPr id="61" name="Group 10">
                  <a:extLst>
                    <a:ext uri="{FF2B5EF4-FFF2-40B4-BE49-F238E27FC236}">
                      <a16:creationId xmlns:a16="http://schemas.microsoft.com/office/drawing/2014/main" id="{53346FDC-8F6B-9428-5770-A43C30497400}"/>
                    </a:ext>
                  </a:extLst>
                </p:cNvPr>
                <p:cNvGrpSpPr>
                  <a:grpSpLocks/>
                </p:cNvGrpSpPr>
                <p:nvPr/>
              </p:nvGrpSpPr>
              <p:grpSpPr bwMode="auto">
                <a:xfrm>
                  <a:off x="926" y="2258"/>
                  <a:ext cx="67" cy="62"/>
                  <a:chOff x="926" y="2258"/>
                  <a:chExt cx="67" cy="62"/>
                </a:xfrm>
              </p:grpSpPr>
              <p:sp>
                <p:nvSpPr>
                  <p:cNvPr id="2542610" name="Freeform 11">
                    <a:extLst>
                      <a:ext uri="{FF2B5EF4-FFF2-40B4-BE49-F238E27FC236}">
                        <a16:creationId xmlns:a16="http://schemas.microsoft.com/office/drawing/2014/main" id="{049B412D-08DC-5A21-4EF9-B26EC4CF2998}"/>
                      </a:ext>
                    </a:extLst>
                  </p:cNvPr>
                  <p:cNvSpPr>
                    <a:spLocks/>
                  </p:cNvSpPr>
                  <p:nvPr/>
                </p:nvSpPr>
                <p:spPr bwMode="auto">
                  <a:xfrm>
                    <a:off x="926" y="2258"/>
                    <a:ext cx="67" cy="10"/>
                  </a:xfrm>
                  <a:custGeom>
                    <a:avLst/>
                    <a:gdLst>
                      <a:gd name="T0" fmla="*/ 0 w 67"/>
                      <a:gd name="T1" fmla="*/ 0 h 10"/>
                      <a:gd name="T2" fmla="*/ 67 w 67"/>
                      <a:gd name="T3" fmla="*/ 0 h 10"/>
                      <a:gd name="T4" fmla="*/ 59 w 67"/>
                      <a:gd name="T5" fmla="*/ 10 h 10"/>
                      <a:gd name="T6" fmla="*/ 7 w 67"/>
                      <a:gd name="T7" fmla="*/ 10 h 10"/>
                      <a:gd name="T8" fmla="*/ 0 w 67"/>
                      <a:gd name="T9" fmla="*/ 0 h 10"/>
                    </a:gdLst>
                    <a:ahLst/>
                    <a:cxnLst>
                      <a:cxn ang="0">
                        <a:pos x="T0" y="T1"/>
                      </a:cxn>
                      <a:cxn ang="0">
                        <a:pos x="T2" y="T3"/>
                      </a:cxn>
                      <a:cxn ang="0">
                        <a:pos x="T4" y="T5"/>
                      </a:cxn>
                      <a:cxn ang="0">
                        <a:pos x="T6" y="T7"/>
                      </a:cxn>
                      <a:cxn ang="0">
                        <a:pos x="T8" y="T9"/>
                      </a:cxn>
                    </a:cxnLst>
                    <a:rect l="0" t="0" r="r" b="b"/>
                    <a:pathLst>
                      <a:path w="67" h="10">
                        <a:moveTo>
                          <a:pt x="0" y="0"/>
                        </a:moveTo>
                        <a:lnTo>
                          <a:pt x="67" y="0"/>
                        </a:lnTo>
                        <a:lnTo>
                          <a:pt x="59" y="10"/>
                        </a:lnTo>
                        <a:lnTo>
                          <a:pt x="7" y="10"/>
                        </a:lnTo>
                        <a:lnTo>
                          <a:pt x="0" y="0"/>
                        </a:lnTo>
                        <a:close/>
                      </a:path>
                    </a:pathLst>
                  </a:custGeom>
                  <a:solidFill>
                    <a:srgbClr val="606060"/>
                  </a:solidFill>
                  <a:ln w="3175">
                    <a:solidFill>
                      <a:srgbClr val="404040"/>
                    </a:solidFill>
                    <a:prstDash val="solid"/>
                    <a:round/>
                    <a:headEnd/>
                    <a:tailEnd/>
                  </a:ln>
                </p:spPr>
                <p:txBody>
                  <a:bodyPr/>
                  <a:lstStyle/>
                  <a:p>
                    <a:endParaRPr lang="en-US" dirty="0"/>
                  </a:p>
                </p:txBody>
              </p:sp>
              <p:sp>
                <p:nvSpPr>
                  <p:cNvPr id="2542611" name="Freeform 12">
                    <a:extLst>
                      <a:ext uri="{FF2B5EF4-FFF2-40B4-BE49-F238E27FC236}">
                        <a16:creationId xmlns:a16="http://schemas.microsoft.com/office/drawing/2014/main" id="{ACBE8E59-39EF-D40F-430A-48DC7F3F0527}"/>
                      </a:ext>
                    </a:extLst>
                  </p:cNvPr>
                  <p:cNvSpPr>
                    <a:spLocks/>
                  </p:cNvSpPr>
                  <p:nvPr/>
                </p:nvSpPr>
                <p:spPr bwMode="auto">
                  <a:xfrm>
                    <a:off x="941" y="2268"/>
                    <a:ext cx="34" cy="4"/>
                  </a:xfrm>
                  <a:custGeom>
                    <a:avLst/>
                    <a:gdLst>
                      <a:gd name="T0" fmla="*/ 0 w 34"/>
                      <a:gd name="T1" fmla="*/ 0 h 4"/>
                      <a:gd name="T2" fmla="*/ 34 w 34"/>
                      <a:gd name="T3" fmla="*/ 0 h 4"/>
                      <a:gd name="T4" fmla="*/ 30 w 34"/>
                      <a:gd name="T5" fmla="*/ 4 h 4"/>
                      <a:gd name="T6" fmla="*/ 4 w 34"/>
                      <a:gd name="T7" fmla="*/ 4 h 4"/>
                      <a:gd name="T8" fmla="*/ 0 w 34"/>
                      <a:gd name="T9" fmla="*/ 0 h 4"/>
                    </a:gdLst>
                    <a:ahLst/>
                    <a:cxnLst>
                      <a:cxn ang="0">
                        <a:pos x="T0" y="T1"/>
                      </a:cxn>
                      <a:cxn ang="0">
                        <a:pos x="T2" y="T3"/>
                      </a:cxn>
                      <a:cxn ang="0">
                        <a:pos x="T4" y="T5"/>
                      </a:cxn>
                      <a:cxn ang="0">
                        <a:pos x="T6" y="T7"/>
                      </a:cxn>
                      <a:cxn ang="0">
                        <a:pos x="T8" y="T9"/>
                      </a:cxn>
                    </a:cxnLst>
                    <a:rect l="0" t="0" r="r" b="b"/>
                    <a:pathLst>
                      <a:path w="34" h="4">
                        <a:moveTo>
                          <a:pt x="0" y="0"/>
                        </a:moveTo>
                        <a:lnTo>
                          <a:pt x="34" y="0"/>
                        </a:lnTo>
                        <a:lnTo>
                          <a:pt x="30" y="4"/>
                        </a:lnTo>
                        <a:lnTo>
                          <a:pt x="4" y="4"/>
                        </a:lnTo>
                        <a:lnTo>
                          <a:pt x="0" y="0"/>
                        </a:lnTo>
                        <a:close/>
                      </a:path>
                    </a:pathLst>
                  </a:custGeom>
                  <a:solidFill>
                    <a:srgbClr val="606060"/>
                  </a:solidFill>
                  <a:ln w="3175">
                    <a:solidFill>
                      <a:srgbClr val="404040"/>
                    </a:solidFill>
                    <a:prstDash val="solid"/>
                    <a:round/>
                    <a:headEnd/>
                    <a:tailEnd/>
                  </a:ln>
                </p:spPr>
                <p:txBody>
                  <a:bodyPr/>
                  <a:lstStyle/>
                  <a:p>
                    <a:endParaRPr lang="en-US" dirty="0"/>
                  </a:p>
                </p:txBody>
              </p:sp>
              <p:sp>
                <p:nvSpPr>
                  <p:cNvPr id="2542612" name="Rectangle 13">
                    <a:extLst>
                      <a:ext uri="{FF2B5EF4-FFF2-40B4-BE49-F238E27FC236}">
                        <a16:creationId xmlns:a16="http://schemas.microsoft.com/office/drawing/2014/main" id="{E6A09E36-C05C-26AB-A228-EC0B1E5C13DE}"/>
                      </a:ext>
                    </a:extLst>
                  </p:cNvPr>
                  <p:cNvSpPr>
                    <a:spLocks noChangeArrowheads="1"/>
                  </p:cNvSpPr>
                  <p:nvPr/>
                </p:nvSpPr>
                <p:spPr bwMode="auto">
                  <a:xfrm>
                    <a:off x="956" y="2273"/>
                    <a:ext cx="6" cy="47"/>
                  </a:xfrm>
                  <a:prstGeom prst="rect">
                    <a:avLst/>
                  </a:prstGeom>
                  <a:solidFill>
                    <a:srgbClr val="606060"/>
                  </a:solidFill>
                  <a:ln w="3175">
                    <a:solidFill>
                      <a:srgbClr val="404040"/>
                    </a:solidFill>
                    <a:miter lim="800000"/>
                    <a:headEnd/>
                    <a:tailEnd/>
                  </a:ln>
                </p:spPr>
                <p:txBody>
                  <a:bodyPr/>
                  <a:lstStyle/>
                  <a:p>
                    <a:endParaRPr lang="en-US" dirty="0"/>
                  </a:p>
                </p:txBody>
              </p:sp>
            </p:grpSp>
            <p:grpSp>
              <p:nvGrpSpPr>
                <p:cNvPr id="62" name="Group 14">
                  <a:extLst>
                    <a:ext uri="{FF2B5EF4-FFF2-40B4-BE49-F238E27FC236}">
                      <a16:creationId xmlns:a16="http://schemas.microsoft.com/office/drawing/2014/main" id="{DD3A67C5-D2F0-49F9-8F80-6408C51031C8}"/>
                    </a:ext>
                  </a:extLst>
                </p:cNvPr>
                <p:cNvGrpSpPr>
                  <a:grpSpLocks/>
                </p:cNvGrpSpPr>
                <p:nvPr/>
              </p:nvGrpSpPr>
              <p:grpSpPr bwMode="auto">
                <a:xfrm>
                  <a:off x="1264" y="2258"/>
                  <a:ext cx="107" cy="81"/>
                  <a:chOff x="1264" y="2258"/>
                  <a:chExt cx="107" cy="81"/>
                </a:xfrm>
              </p:grpSpPr>
              <p:sp>
                <p:nvSpPr>
                  <p:cNvPr id="2542605" name="Freeform 15">
                    <a:extLst>
                      <a:ext uri="{FF2B5EF4-FFF2-40B4-BE49-F238E27FC236}">
                        <a16:creationId xmlns:a16="http://schemas.microsoft.com/office/drawing/2014/main" id="{05DE581D-EB33-5EE2-23C0-E0E40253C8CB}"/>
                      </a:ext>
                    </a:extLst>
                  </p:cNvPr>
                  <p:cNvSpPr>
                    <a:spLocks/>
                  </p:cNvSpPr>
                  <p:nvPr/>
                </p:nvSpPr>
                <p:spPr bwMode="auto">
                  <a:xfrm>
                    <a:off x="1264" y="2260"/>
                    <a:ext cx="106" cy="16"/>
                  </a:xfrm>
                  <a:custGeom>
                    <a:avLst/>
                    <a:gdLst>
                      <a:gd name="T0" fmla="*/ 0 w 106"/>
                      <a:gd name="T1" fmla="*/ 0 h 16"/>
                      <a:gd name="T2" fmla="*/ 106 w 106"/>
                      <a:gd name="T3" fmla="*/ 0 h 16"/>
                      <a:gd name="T4" fmla="*/ 106 w 106"/>
                      <a:gd name="T5" fmla="*/ 16 h 16"/>
                      <a:gd name="T6" fmla="*/ 8 w 106"/>
                      <a:gd name="T7" fmla="*/ 16 h 16"/>
                      <a:gd name="T8" fmla="*/ 0 w 106"/>
                      <a:gd name="T9" fmla="*/ 0 h 16"/>
                    </a:gdLst>
                    <a:ahLst/>
                    <a:cxnLst>
                      <a:cxn ang="0">
                        <a:pos x="T0" y="T1"/>
                      </a:cxn>
                      <a:cxn ang="0">
                        <a:pos x="T2" y="T3"/>
                      </a:cxn>
                      <a:cxn ang="0">
                        <a:pos x="T4" y="T5"/>
                      </a:cxn>
                      <a:cxn ang="0">
                        <a:pos x="T6" y="T7"/>
                      </a:cxn>
                      <a:cxn ang="0">
                        <a:pos x="T8" y="T9"/>
                      </a:cxn>
                    </a:cxnLst>
                    <a:rect l="0" t="0" r="r" b="b"/>
                    <a:pathLst>
                      <a:path w="106" h="16">
                        <a:moveTo>
                          <a:pt x="0" y="0"/>
                        </a:moveTo>
                        <a:lnTo>
                          <a:pt x="106" y="0"/>
                        </a:lnTo>
                        <a:lnTo>
                          <a:pt x="106" y="16"/>
                        </a:lnTo>
                        <a:lnTo>
                          <a:pt x="8" y="16"/>
                        </a:lnTo>
                        <a:lnTo>
                          <a:pt x="0" y="0"/>
                        </a:lnTo>
                        <a:close/>
                      </a:path>
                    </a:pathLst>
                  </a:custGeom>
                  <a:solidFill>
                    <a:srgbClr val="606060"/>
                  </a:solidFill>
                  <a:ln w="3175">
                    <a:solidFill>
                      <a:srgbClr val="404040"/>
                    </a:solidFill>
                    <a:prstDash val="solid"/>
                    <a:round/>
                    <a:headEnd/>
                    <a:tailEnd/>
                  </a:ln>
                </p:spPr>
                <p:txBody>
                  <a:bodyPr/>
                  <a:lstStyle/>
                  <a:p>
                    <a:endParaRPr lang="en-US" dirty="0"/>
                  </a:p>
                </p:txBody>
              </p:sp>
              <p:grpSp>
                <p:nvGrpSpPr>
                  <p:cNvPr id="2542606" name="Group 16">
                    <a:extLst>
                      <a:ext uri="{FF2B5EF4-FFF2-40B4-BE49-F238E27FC236}">
                        <a16:creationId xmlns:a16="http://schemas.microsoft.com/office/drawing/2014/main" id="{64CE709A-86D1-A362-DCB5-DBC96DF378AC}"/>
                      </a:ext>
                    </a:extLst>
                  </p:cNvPr>
                  <p:cNvGrpSpPr>
                    <a:grpSpLocks/>
                  </p:cNvGrpSpPr>
                  <p:nvPr/>
                </p:nvGrpSpPr>
                <p:grpSpPr bwMode="auto">
                  <a:xfrm>
                    <a:off x="1272" y="2258"/>
                    <a:ext cx="91" cy="18"/>
                    <a:chOff x="1272" y="2258"/>
                    <a:chExt cx="91" cy="18"/>
                  </a:xfrm>
                </p:grpSpPr>
                <p:sp>
                  <p:nvSpPr>
                    <p:cNvPr id="2542608" name="Freeform 17">
                      <a:extLst>
                        <a:ext uri="{FF2B5EF4-FFF2-40B4-BE49-F238E27FC236}">
                          <a16:creationId xmlns:a16="http://schemas.microsoft.com/office/drawing/2014/main" id="{074462CB-7A3F-976C-598E-AD259539577B}"/>
                        </a:ext>
                      </a:extLst>
                    </p:cNvPr>
                    <p:cNvSpPr>
                      <a:spLocks/>
                    </p:cNvSpPr>
                    <p:nvPr/>
                  </p:nvSpPr>
                  <p:spPr bwMode="auto">
                    <a:xfrm>
                      <a:off x="1272" y="2262"/>
                      <a:ext cx="80" cy="14"/>
                    </a:xfrm>
                    <a:custGeom>
                      <a:avLst/>
                      <a:gdLst>
                        <a:gd name="T0" fmla="*/ 0 w 80"/>
                        <a:gd name="T1" fmla="*/ 14 h 14"/>
                        <a:gd name="T2" fmla="*/ 12 w 80"/>
                        <a:gd name="T3" fmla="*/ 0 h 14"/>
                        <a:gd name="T4" fmla="*/ 80 w 80"/>
                        <a:gd name="T5" fmla="*/ 0 h 14"/>
                        <a:gd name="T6" fmla="*/ 80 w 80"/>
                        <a:gd name="T7" fmla="*/ 14 h 14"/>
                      </a:gdLst>
                      <a:ahLst/>
                      <a:cxnLst>
                        <a:cxn ang="0">
                          <a:pos x="T0" y="T1"/>
                        </a:cxn>
                        <a:cxn ang="0">
                          <a:pos x="T2" y="T3"/>
                        </a:cxn>
                        <a:cxn ang="0">
                          <a:pos x="T4" y="T5"/>
                        </a:cxn>
                        <a:cxn ang="0">
                          <a:pos x="T6" y="T7"/>
                        </a:cxn>
                      </a:cxnLst>
                      <a:rect l="0" t="0" r="r" b="b"/>
                      <a:pathLst>
                        <a:path w="80" h="14">
                          <a:moveTo>
                            <a:pt x="0" y="14"/>
                          </a:moveTo>
                          <a:lnTo>
                            <a:pt x="12" y="0"/>
                          </a:lnTo>
                          <a:lnTo>
                            <a:pt x="80" y="0"/>
                          </a:lnTo>
                          <a:lnTo>
                            <a:pt x="80" y="14"/>
                          </a:lnTo>
                        </a:path>
                      </a:pathLst>
                    </a:custGeom>
                    <a:noFill/>
                    <a:ln w="3175">
                      <a:solidFill>
                        <a:srgbClr val="40404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dirty="0"/>
                    </a:p>
                  </p:txBody>
                </p:sp>
                <p:sp>
                  <p:nvSpPr>
                    <p:cNvPr id="2542609" name="Line 18">
                      <a:extLst>
                        <a:ext uri="{FF2B5EF4-FFF2-40B4-BE49-F238E27FC236}">
                          <a16:creationId xmlns:a16="http://schemas.microsoft.com/office/drawing/2014/main" id="{C057F656-C5DF-4EE8-3505-1F098820E94F}"/>
                        </a:ext>
                      </a:extLst>
                    </p:cNvPr>
                    <p:cNvSpPr>
                      <a:spLocks noChangeShapeType="1"/>
                    </p:cNvSpPr>
                    <p:nvPr/>
                  </p:nvSpPr>
                  <p:spPr bwMode="auto">
                    <a:xfrm>
                      <a:off x="1362" y="2258"/>
                      <a:ext cx="1" cy="18"/>
                    </a:xfrm>
                    <a:prstGeom prst="line">
                      <a:avLst/>
                    </a:prstGeom>
                    <a:noFill/>
                    <a:ln w="3175">
                      <a:solidFill>
                        <a:srgbClr val="404040"/>
                      </a:solidFill>
                      <a:round/>
                      <a:headEnd/>
                      <a:tailEnd/>
                    </a:ln>
                    <a:extLst>
                      <a:ext uri="{909E8E84-426E-40DD-AFC4-6F175D3DCCD1}">
                        <a14:hiddenFill xmlns:a14="http://schemas.microsoft.com/office/drawing/2010/main">
                          <a:noFill/>
                        </a14:hiddenFill>
                      </a:ext>
                    </a:extLst>
                  </p:spPr>
                  <p:txBody>
                    <a:bodyPr/>
                    <a:lstStyle/>
                    <a:p>
                      <a:endParaRPr lang="en-US" dirty="0"/>
                    </a:p>
                  </p:txBody>
                </p:sp>
              </p:grpSp>
              <p:sp>
                <p:nvSpPr>
                  <p:cNvPr id="2542607" name="Line 19">
                    <a:extLst>
                      <a:ext uri="{FF2B5EF4-FFF2-40B4-BE49-F238E27FC236}">
                        <a16:creationId xmlns:a16="http://schemas.microsoft.com/office/drawing/2014/main" id="{6AE270C5-6CA4-1509-5E81-A03C20DE520B}"/>
                      </a:ext>
                    </a:extLst>
                  </p:cNvPr>
                  <p:cNvSpPr>
                    <a:spLocks noChangeShapeType="1"/>
                  </p:cNvSpPr>
                  <p:nvPr/>
                </p:nvSpPr>
                <p:spPr bwMode="auto">
                  <a:xfrm>
                    <a:off x="1370" y="2276"/>
                    <a:ext cx="1" cy="63"/>
                  </a:xfrm>
                  <a:prstGeom prst="line">
                    <a:avLst/>
                  </a:prstGeom>
                  <a:noFill/>
                  <a:ln w="3175">
                    <a:solidFill>
                      <a:srgbClr val="202020"/>
                    </a:solidFill>
                    <a:round/>
                    <a:headEnd/>
                    <a:tailEnd/>
                  </a:ln>
                  <a:extLst>
                    <a:ext uri="{909E8E84-426E-40DD-AFC4-6F175D3DCCD1}">
                      <a14:hiddenFill xmlns:a14="http://schemas.microsoft.com/office/drawing/2010/main">
                        <a:noFill/>
                      </a14:hiddenFill>
                    </a:ext>
                  </a:extLst>
                </p:spPr>
                <p:txBody>
                  <a:bodyPr/>
                  <a:lstStyle/>
                  <a:p>
                    <a:endParaRPr lang="en-US" dirty="0"/>
                  </a:p>
                </p:txBody>
              </p:sp>
            </p:grpSp>
            <p:grpSp>
              <p:nvGrpSpPr>
                <p:cNvPr id="63" name="Group 20">
                  <a:extLst>
                    <a:ext uri="{FF2B5EF4-FFF2-40B4-BE49-F238E27FC236}">
                      <a16:creationId xmlns:a16="http://schemas.microsoft.com/office/drawing/2014/main" id="{C04E0140-8B77-AF1F-818C-9849045ACED2}"/>
                    </a:ext>
                  </a:extLst>
                </p:cNvPr>
                <p:cNvGrpSpPr>
                  <a:grpSpLocks/>
                </p:cNvGrpSpPr>
                <p:nvPr/>
              </p:nvGrpSpPr>
              <p:grpSpPr bwMode="auto">
                <a:xfrm>
                  <a:off x="1377" y="2258"/>
                  <a:ext cx="108" cy="81"/>
                  <a:chOff x="1377" y="2258"/>
                  <a:chExt cx="108" cy="81"/>
                </a:xfrm>
              </p:grpSpPr>
              <p:sp>
                <p:nvSpPr>
                  <p:cNvPr id="2542592" name="Freeform 21">
                    <a:extLst>
                      <a:ext uri="{FF2B5EF4-FFF2-40B4-BE49-F238E27FC236}">
                        <a16:creationId xmlns:a16="http://schemas.microsoft.com/office/drawing/2014/main" id="{A647E342-2070-2717-C193-96C787F6625C}"/>
                      </a:ext>
                    </a:extLst>
                  </p:cNvPr>
                  <p:cNvSpPr>
                    <a:spLocks/>
                  </p:cNvSpPr>
                  <p:nvPr/>
                </p:nvSpPr>
                <p:spPr bwMode="auto">
                  <a:xfrm>
                    <a:off x="1377" y="2260"/>
                    <a:ext cx="107" cy="16"/>
                  </a:xfrm>
                  <a:custGeom>
                    <a:avLst/>
                    <a:gdLst>
                      <a:gd name="T0" fmla="*/ 0 w 107"/>
                      <a:gd name="T1" fmla="*/ 0 h 16"/>
                      <a:gd name="T2" fmla="*/ 107 w 107"/>
                      <a:gd name="T3" fmla="*/ 0 h 16"/>
                      <a:gd name="T4" fmla="*/ 107 w 107"/>
                      <a:gd name="T5" fmla="*/ 16 h 16"/>
                      <a:gd name="T6" fmla="*/ 10 w 107"/>
                      <a:gd name="T7" fmla="*/ 16 h 16"/>
                      <a:gd name="T8" fmla="*/ 0 w 107"/>
                      <a:gd name="T9" fmla="*/ 0 h 16"/>
                    </a:gdLst>
                    <a:ahLst/>
                    <a:cxnLst>
                      <a:cxn ang="0">
                        <a:pos x="T0" y="T1"/>
                      </a:cxn>
                      <a:cxn ang="0">
                        <a:pos x="T2" y="T3"/>
                      </a:cxn>
                      <a:cxn ang="0">
                        <a:pos x="T4" y="T5"/>
                      </a:cxn>
                      <a:cxn ang="0">
                        <a:pos x="T6" y="T7"/>
                      </a:cxn>
                      <a:cxn ang="0">
                        <a:pos x="T8" y="T9"/>
                      </a:cxn>
                    </a:cxnLst>
                    <a:rect l="0" t="0" r="r" b="b"/>
                    <a:pathLst>
                      <a:path w="107" h="16">
                        <a:moveTo>
                          <a:pt x="0" y="0"/>
                        </a:moveTo>
                        <a:lnTo>
                          <a:pt x="107" y="0"/>
                        </a:lnTo>
                        <a:lnTo>
                          <a:pt x="107" y="16"/>
                        </a:lnTo>
                        <a:lnTo>
                          <a:pt x="10" y="16"/>
                        </a:lnTo>
                        <a:lnTo>
                          <a:pt x="0" y="0"/>
                        </a:lnTo>
                        <a:close/>
                      </a:path>
                    </a:pathLst>
                  </a:custGeom>
                  <a:solidFill>
                    <a:srgbClr val="606060"/>
                  </a:solidFill>
                  <a:ln w="3175">
                    <a:solidFill>
                      <a:srgbClr val="404040"/>
                    </a:solidFill>
                    <a:prstDash val="solid"/>
                    <a:round/>
                    <a:headEnd/>
                    <a:tailEnd/>
                  </a:ln>
                </p:spPr>
                <p:txBody>
                  <a:bodyPr/>
                  <a:lstStyle/>
                  <a:p>
                    <a:endParaRPr lang="en-US" dirty="0"/>
                  </a:p>
                </p:txBody>
              </p:sp>
              <p:grpSp>
                <p:nvGrpSpPr>
                  <p:cNvPr id="2542593" name="Group 22">
                    <a:extLst>
                      <a:ext uri="{FF2B5EF4-FFF2-40B4-BE49-F238E27FC236}">
                        <a16:creationId xmlns:a16="http://schemas.microsoft.com/office/drawing/2014/main" id="{26215A73-251D-8BBC-E5F2-80DA1F9DA452}"/>
                      </a:ext>
                    </a:extLst>
                  </p:cNvPr>
                  <p:cNvGrpSpPr>
                    <a:grpSpLocks/>
                  </p:cNvGrpSpPr>
                  <p:nvPr/>
                </p:nvGrpSpPr>
                <p:grpSpPr bwMode="auto">
                  <a:xfrm>
                    <a:off x="1387" y="2258"/>
                    <a:ext cx="89" cy="18"/>
                    <a:chOff x="1387" y="2258"/>
                    <a:chExt cx="89" cy="18"/>
                  </a:xfrm>
                </p:grpSpPr>
                <p:sp>
                  <p:nvSpPr>
                    <p:cNvPr id="2542603" name="Freeform 23">
                      <a:extLst>
                        <a:ext uri="{FF2B5EF4-FFF2-40B4-BE49-F238E27FC236}">
                          <a16:creationId xmlns:a16="http://schemas.microsoft.com/office/drawing/2014/main" id="{C064DDE8-68C5-7697-5359-6317DF28D559}"/>
                        </a:ext>
                      </a:extLst>
                    </p:cNvPr>
                    <p:cNvSpPr>
                      <a:spLocks/>
                    </p:cNvSpPr>
                    <p:nvPr/>
                  </p:nvSpPr>
                  <p:spPr bwMode="auto">
                    <a:xfrm>
                      <a:off x="1387" y="2262"/>
                      <a:ext cx="80" cy="14"/>
                    </a:xfrm>
                    <a:custGeom>
                      <a:avLst/>
                      <a:gdLst>
                        <a:gd name="T0" fmla="*/ 0 w 80"/>
                        <a:gd name="T1" fmla="*/ 14 h 14"/>
                        <a:gd name="T2" fmla="*/ 12 w 80"/>
                        <a:gd name="T3" fmla="*/ 0 h 14"/>
                        <a:gd name="T4" fmla="*/ 80 w 80"/>
                        <a:gd name="T5" fmla="*/ 0 h 14"/>
                        <a:gd name="T6" fmla="*/ 80 w 80"/>
                        <a:gd name="T7" fmla="*/ 14 h 14"/>
                      </a:gdLst>
                      <a:ahLst/>
                      <a:cxnLst>
                        <a:cxn ang="0">
                          <a:pos x="T0" y="T1"/>
                        </a:cxn>
                        <a:cxn ang="0">
                          <a:pos x="T2" y="T3"/>
                        </a:cxn>
                        <a:cxn ang="0">
                          <a:pos x="T4" y="T5"/>
                        </a:cxn>
                        <a:cxn ang="0">
                          <a:pos x="T6" y="T7"/>
                        </a:cxn>
                      </a:cxnLst>
                      <a:rect l="0" t="0" r="r" b="b"/>
                      <a:pathLst>
                        <a:path w="80" h="14">
                          <a:moveTo>
                            <a:pt x="0" y="14"/>
                          </a:moveTo>
                          <a:lnTo>
                            <a:pt x="12" y="0"/>
                          </a:lnTo>
                          <a:lnTo>
                            <a:pt x="80" y="0"/>
                          </a:lnTo>
                          <a:lnTo>
                            <a:pt x="80" y="14"/>
                          </a:lnTo>
                        </a:path>
                      </a:pathLst>
                    </a:custGeom>
                    <a:noFill/>
                    <a:ln w="3175">
                      <a:solidFill>
                        <a:srgbClr val="40404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dirty="0"/>
                    </a:p>
                  </p:txBody>
                </p:sp>
                <p:sp>
                  <p:nvSpPr>
                    <p:cNvPr id="2542604" name="Line 24">
                      <a:extLst>
                        <a:ext uri="{FF2B5EF4-FFF2-40B4-BE49-F238E27FC236}">
                          <a16:creationId xmlns:a16="http://schemas.microsoft.com/office/drawing/2014/main" id="{D334B125-A298-A2F1-F8C9-994F12E39D3A}"/>
                        </a:ext>
                      </a:extLst>
                    </p:cNvPr>
                    <p:cNvSpPr>
                      <a:spLocks noChangeShapeType="1"/>
                    </p:cNvSpPr>
                    <p:nvPr/>
                  </p:nvSpPr>
                  <p:spPr bwMode="auto">
                    <a:xfrm>
                      <a:off x="1475" y="2258"/>
                      <a:ext cx="1" cy="18"/>
                    </a:xfrm>
                    <a:prstGeom prst="line">
                      <a:avLst/>
                    </a:prstGeom>
                    <a:noFill/>
                    <a:ln w="3175">
                      <a:solidFill>
                        <a:srgbClr val="404040"/>
                      </a:solidFill>
                      <a:round/>
                      <a:headEnd/>
                      <a:tailEnd/>
                    </a:ln>
                    <a:extLst>
                      <a:ext uri="{909E8E84-426E-40DD-AFC4-6F175D3DCCD1}">
                        <a14:hiddenFill xmlns:a14="http://schemas.microsoft.com/office/drawing/2010/main">
                          <a:noFill/>
                        </a14:hiddenFill>
                      </a:ext>
                    </a:extLst>
                  </p:spPr>
                  <p:txBody>
                    <a:bodyPr/>
                    <a:lstStyle/>
                    <a:p>
                      <a:endParaRPr lang="en-US" dirty="0"/>
                    </a:p>
                  </p:txBody>
                </p:sp>
              </p:grpSp>
              <p:sp>
                <p:nvSpPr>
                  <p:cNvPr id="2542595" name="Line 25">
                    <a:extLst>
                      <a:ext uri="{FF2B5EF4-FFF2-40B4-BE49-F238E27FC236}">
                        <a16:creationId xmlns:a16="http://schemas.microsoft.com/office/drawing/2014/main" id="{92756748-3FFE-6A58-2DC4-02BEF893C964}"/>
                      </a:ext>
                    </a:extLst>
                  </p:cNvPr>
                  <p:cNvSpPr>
                    <a:spLocks noChangeShapeType="1"/>
                  </p:cNvSpPr>
                  <p:nvPr/>
                </p:nvSpPr>
                <p:spPr bwMode="auto">
                  <a:xfrm>
                    <a:off x="1484" y="2276"/>
                    <a:ext cx="1" cy="63"/>
                  </a:xfrm>
                  <a:prstGeom prst="line">
                    <a:avLst/>
                  </a:prstGeom>
                  <a:noFill/>
                  <a:ln w="3175">
                    <a:solidFill>
                      <a:srgbClr val="202020"/>
                    </a:solidFill>
                    <a:round/>
                    <a:headEnd/>
                    <a:tailEnd/>
                  </a:ln>
                  <a:extLst>
                    <a:ext uri="{909E8E84-426E-40DD-AFC4-6F175D3DCCD1}">
                      <a14:hiddenFill xmlns:a14="http://schemas.microsoft.com/office/drawing/2010/main">
                        <a:noFill/>
                      </a14:hiddenFill>
                    </a:ext>
                  </a:extLst>
                </p:spPr>
                <p:txBody>
                  <a:bodyPr/>
                  <a:lstStyle/>
                  <a:p>
                    <a:endParaRPr lang="en-US" dirty="0"/>
                  </a:p>
                </p:txBody>
              </p:sp>
            </p:grpSp>
          </p:grpSp>
          <p:grpSp>
            <p:nvGrpSpPr>
              <p:cNvPr id="53" name="Group 26">
                <a:extLst>
                  <a:ext uri="{FF2B5EF4-FFF2-40B4-BE49-F238E27FC236}">
                    <a16:creationId xmlns:a16="http://schemas.microsoft.com/office/drawing/2014/main" id="{F147DA65-66ED-459B-4EE2-174B82A20F89}"/>
                  </a:ext>
                </a:extLst>
              </p:cNvPr>
              <p:cNvGrpSpPr>
                <a:grpSpLocks/>
              </p:cNvGrpSpPr>
              <p:nvPr/>
            </p:nvGrpSpPr>
            <p:grpSpPr bwMode="auto">
              <a:xfrm>
                <a:off x="1277" y="2267"/>
                <a:ext cx="86" cy="85"/>
                <a:chOff x="1277" y="2267"/>
                <a:chExt cx="86" cy="85"/>
              </a:xfrm>
            </p:grpSpPr>
            <p:sp>
              <p:nvSpPr>
                <p:cNvPr id="58" name="Oval 27">
                  <a:extLst>
                    <a:ext uri="{FF2B5EF4-FFF2-40B4-BE49-F238E27FC236}">
                      <a16:creationId xmlns:a16="http://schemas.microsoft.com/office/drawing/2014/main" id="{BE0C4BD1-4BAA-ABCB-3158-B23995147476}"/>
                    </a:ext>
                  </a:extLst>
                </p:cNvPr>
                <p:cNvSpPr>
                  <a:spLocks noChangeArrowheads="1"/>
                </p:cNvSpPr>
                <p:nvPr/>
              </p:nvSpPr>
              <p:spPr bwMode="auto">
                <a:xfrm>
                  <a:off x="1277" y="2267"/>
                  <a:ext cx="86" cy="85"/>
                </a:xfrm>
                <a:prstGeom prst="ellipse">
                  <a:avLst/>
                </a:prstGeom>
                <a:solidFill>
                  <a:srgbClr val="202020"/>
                </a:solidFill>
                <a:ln w="3175">
                  <a:solidFill>
                    <a:srgbClr val="000000"/>
                  </a:solidFill>
                  <a:round/>
                  <a:headEnd/>
                  <a:tailEnd/>
                </a:ln>
              </p:spPr>
              <p:txBody>
                <a:bodyPr/>
                <a:lstStyle/>
                <a:p>
                  <a:endParaRPr lang="en-US" dirty="0"/>
                </a:p>
              </p:txBody>
            </p:sp>
            <p:sp>
              <p:nvSpPr>
                <p:cNvPr id="59" name="Oval 28">
                  <a:extLst>
                    <a:ext uri="{FF2B5EF4-FFF2-40B4-BE49-F238E27FC236}">
                      <a16:creationId xmlns:a16="http://schemas.microsoft.com/office/drawing/2014/main" id="{12D5EF24-C7B0-B177-AB44-C53868C57F91}"/>
                    </a:ext>
                  </a:extLst>
                </p:cNvPr>
                <p:cNvSpPr>
                  <a:spLocks noChangeArrowheads="1"/>
                </p:cNvSpPr>
                <p:nvPr/>
              </p:nvSpPr>
              <p:spPr bwMode="auto">
                <a:xfrm>
                  <a:off x="1289" y="2279"/>
                  <a:ext cx="60" cy="59"/>
                </a:xfrm>
                <a:prstGeom prst="ellipse">
                  <a:avLst/>
                </a:prstGeom>
                <a:solidFill>
                  <a:srgbClr val="A0A0A0"/>
                </a:solidFill>
                <a:ln w="3175">
                  <a:solidFill>
                    <a:srgbClr val="000000"/>
                  </a:solidFill>
                  <a:round/>
                  <a:headEnd/>
                  <a:tailEnd/>
                </a:ln>
              </p:spPr>
              <p:txBody>
                <a:bodyPr/>
                <a:lstStyle/>
                <a:p>
                  <a:endParaRPr lang="en-US" dirty="0"/>
                </a:p>
              </p:txBody>
            </p:sp>
            <p:sp>
              <p:nvSpPr>
                <p:cNvPr id="60" name="Oval 29">
                  <a:extLst>
                    <a:ext uri="{FF2B5EF4-FFF2-40B4-BE49-F238E27FC236}">
                      <a16:creationId xmlns:a16="http://schemas.microsoft.com/office/drawing/2014/main" id="{D66B3186-66A7-94D9-D2AC-455140B1CA18}"/>
                    </a:ext>
                  </a:extLst>
                </p:cNvPr>
                <p:cNvSpPr>
                  <a:spLocks noChangeArrowheads="1"/>
                </p:cNvSpPr>
                <p:nvPr/>
              </p:nvSpPr>
              <p:spPr bwMode="auto">
                <a:xfrm>
                  <a:off x="1305" y="2297"/>
                  <a:ext cx="26" cy="25"/>
                </a:xfrm>
                <a:prstGeom prst="ellipse">
                  <a:avLst/>
                </a:prstGeom>
                <a:solidFill>
                  <a:srgbClr val="606060"/>
                </a:solidFill>
                <a:ln w="3175">
                  <a:solidFill>
                    <a:srgbClr val="000000"/>
                  </a:solidFill>
                  <a:round/>
                  <a:headEnd/>
                  <a:tailEnd/>
                </a:ln>
              </p:spPr>
              <p:txBody>
                <a:bodyPr/>
                <a:lstStyle/>
                <a:p>
                  <a:endParaRPr lang="en-US" dirty="0"/>
                </a:p>
              </p:txBody>
            </p:sp>
          </p:grpSp>
          <p:grpSp>
            <p:nvGrpSpPr>
              <p:cNvPr id="54" name="Group 30">
                <a:extLst>
                  <a:ext uri="{FF2B5EF4-FFF2-40B4-BE49-F238E27FC236}">
                    <a16:creationId xmlns:a16="http://schemas.microsoft.com/office/drawing/2014/main" id="{E7E21E33-C779-54E8-0EFF-19FBC719EE78}"/>
                  </a:ext>
                </a:extLst>
              </p:cNvPr>
              <p:cNvGrpSpPr>
                <a:grpSpLocks/>
              </p:cNvGrpSpPr>
              <p:nvPr/>
            </p:nvGrpSpPr>
            <p:grpSpPr bwMode="auto">
              <a:xfrm>
                <a:off x="1390" y="2267"/>
                <a:ext cx="86" cy="85"/>
                <a:chOff x="1390" y="2267"/>
                <a:chExt cx="86" cy="85"/>
              </a:xfrm>
            </p:grpSpPr>
            <p:sp>
              <p:nvSpPr>
                <p:cNvPr id="55" name="Oval 31">
                  <a:extLst>
                    <a:ext uri="{FF2B5EF4-FFF2-40B4-BE49-F238E27FC236}">
                      <a16:creationId xmlns:a16="http://schemas.microsoft.com/office/drawing/2014/main" id="{A2D0B819-0290-7A73-5D8D-106727A6BD30}"/>
                    </a:ext>
                  </a:extLst>
                </p:cNvPr>
                <p:cNvSpPr>
                  <a:spLocks noChangeArrowheads="1"/>
                </p:cNvSpPr>
                <p:nvPr/>
              </p:nvSpPr>
              <p:spPr bwMode="auto">
                <a:xfrm>
                  <a:off x="1390" y="2267"/>
                  <a:ext cx="86" cy="85"/>
                </a:xfrm>
                <a:prstGeom prst="ellipse">
                  <a:avLst/>
                </a:prstGeom>
                <a:solidFill>
                  <a:srgbClr val="202020"/>
                </a:solidFill>
                <a:ln w="3175">
                  <a:solidFill>
                    <a:srgbClr val="000000"/>
                  </a:solidFill>
                  <a:round/>
                  <a:headEnd/>
                  <a:tailEnd/>
                </a:ln>
              </p:spPr>
              <p:txBody>
                <a:bodyPr/>
                <a:lstStyle/>
                <a:p>
                  <a:endParaRPr lang="en-US" dirty="0"/>
                </a:p>
              </p:txBody>
            </p:sp>
            <p:sp>
              <p:nvSpPr>
                <p:cNvPr id="56" name="Oval 32">
                  <a:extLst>
                    <a:ext uri="{FF2B5EF4-FFF2-40B4-BE49-F238E27FC236}">
                      <a16:creationId xmlns:a16="http://schemas.microsoft.com/office/drawing/2014/main" id="{16D39B49-F43C-CA95-3705-94A4DB54D7E9}"/>
                    </a:ext>
                  </a:extLst>
                </p:cNvPr>
                <p:cNvSpPr>
                  <a:spLocks noChangeArrowheads="1"/>
                </p:cNvSpPr>
                <p:nvPr/>
              </p:nvSpPr>
              <p:spPr bwMode="auto">
                <a:xfrm>
                  <a:off x="1404" y="2279"/>
                  <a:ext cx="60" cy="59"/>
                </a:xfrm>
                <a:prstGeom prst="ellipse">
                  <a:avLst/>
                </a:prstGeom>
                <a:solidFill>
                  <a:srgbClr val="A0A0A0"/>
                </a:solidFill>
                <a:ln w="3175">
                  <a:solidFill>
                    <a:srgbClr val="000000"/>
                  </a:solidFill>
                  <a:round/>
                  <a:headEnd/>
                  <a:tailEnd/>
                </a:ln>
              </p:spPr>
              <p:txBody>
                <a:bodyPr/>
                <a:lstStyle/>
                <a:p>
                  <a:endParaRPr lang="en-US" dirty="0"/>
                </a:p>
              </p:txBody>
            </p:sp>
            <p:sp>
              <p:nvSpPr>
                <p:cNvPr id="57" name="Oval 33">
                  <a:extLst>
                    <a:ext uri="{FF2B5EF4-FFF2-40B4-BE49-F238E27FC236}">
                      <a16:creationId xmlns:a16="http://schemas.microsoft.com/office/drawing/2014/main" id="{00B2FE40-682D-0095-388D-C9D8E85A672E}"/>
                    </a:ext>
                  </a:extLst>
                </p:cNvPr>
                <p:cNvSpPr>
                  <a:spLocks noChangeArrowheads="1"/>
                </p:cNvSpPr>
                <p:nvPr/>
              </p:nvSpPr>
              <p:spPr bwMode="auto">
                <a:xfrm>
                  <a:off x="1420" y="2297"/>
                  <a:ext cx="26" cy="25"/>
                </a:xfrm>
                <a:prstGeom prst="ellipse">
                  <a:avLst/>
                </a:prstGeom>
                <a:solidFill>
                  <a:srgbClr val="606060"/>
                </a:solidFill>
                <a:ln w="3175">
                  <a:solidFill>
                    <a:srgbClr val="000000"/>
                  </a:solidFill>
                  <a:round/>
                  <a:headEnd/>
                  <a:tailEnd/>
                </a:ln>
              </p:spPr>
              <p:txBody>
                <a:bodyPr/>
                <a:lstStyle/>
                <a:p>
                  <a:endParaRPr lang="en-US" dirty="0"/>
                </a:p>
              </p:txBody>
            </p:sp>
          </p:grpSp>
        </p:grpSp>
      </p:grpSp>
      <p:grpSp>
        <p:nvGrpSpPr>
          <p:cNvPr id="2542615" name="Group 4">
            <a:extLst>
              <a:ext uri="{FF2B5EF4-FFF2-40B4-BE49-F238E27FC236}">
                <a16:creationId xmlns:a16="http://schemas.microsoft.com/office/drawing/2014/main" id="{3D2478FC-43A5-E7A7-47AF-7392F6ACA5F2}"/>
              </a:ext>
            </a:extLst>
          </p:cNvPr>
          <p:cNvGrpSpPr>
            <a:grpSpLocks/>
          </p:cNvGrpSpPr>
          <p:nvPr/>
        </p:nvGrpSpPr>
        <p:grpSpPr bwMode="auto">
          <a:xfrm>
            <a:off x="3872575" y="4240093"/>
            <a:ext cx="448469" cy="205096"/>
            <a:chOff x="2256" y="2352"/>
            <a:chExt cx="933" cy="365"/>
          </a:xfrm>
        </p:grpSpPr>
        <p:grpSp>
          <p:nvGrpSpPr>
            <p:cNvPr id="2542616" name="Group 5">
              <a:extLst>
                <a:ext uri="{FF2B5EF4-FFF2-40B4-BE49-F238E27FC236}">
                  <a16:creationId xmlns:a16="http://schemas.microsoft.com/office/drawing/2014/main" id="{52013A51-4248-6C8E-A9DD-51577F5B7D91}"/>
                </a:ext>
              </a:extLst>
            </p:cNvPr>
            <p:cNvGrpSpPr>
              <a:grpSpLocks/>
            </p:cNvGrpSpPr>
            <p:nvPr/>
          </p:nvGrpSpPr>
          <p:grpSpPr bwMode="auto">
            <a:xfrm flipH="1">
              <a:off x="2256" y="2352"/>
              <a:ext cx="933" cy="249"/>
              <a:chOff x="693" y="2029"/>
              <a:chExt cx="836" cy="228"/>
            </a:xfrm>
          </p:grpSpPr>
          <p:sp>
            <p:nvSpPr>
              <p:cNvPr id="2542643" name="Rectangle 6">
                <a:extLst>
                  <a:ext uri="{FF2B5EF4-FFF2-40B4-BE49-F238E27FC236}">
                    <a16:creationId xmlns:a16="http://schemas.microsoft.com/office/drawing/2014/main" id="{32A4B3A4-EBB9-F1CC-4171-47B103D6FBA3}"/>
                  </a:ext>
                </a:extLst>
              </p:cNvPr>
              <p:cNvSpPr>
                <a:spLocks noChangeArrowheads="1"/>
              </p:cNvSpPr>
              <p:nvPr/>
            </p:nvSpPr>
            <p:spPr bwMode="auto">
              <a:xfrm>
                <a:off x="693" y="2029"/>
                <a:ext cx="836" cy="228"/>
              </a:xfrm>
              <a:prstGeom prst="rect">
                <a:avLst/>
              </a:prstGeom>
              <a:gradFill rotWithShape="0">
                <a:gsLst>
                  <a:gs pos="0">
                    <a:srgbClr val="037C03"/>
                  </a:gs>
                  <a:gs pos="50000">
                    <a:srgbClr val="037C03">
                      <a:gamma/>
                      <a:shade val="6275"/>
                      <a:invGamma/>
                    </a:srgbClr>
                  </a:gs>
                  <a:gs pos="100000">
                    <a:srgbClr val="037C03"/>
                  </a:gs>
                </a:gsLst>
                <a:lin ang="5400000" scaled="1"/>
              </a:gradFill>
              <a:ln w="3175">
                <a:solidFill>
                  <a:srgbClr val="000000"/>
                </a:solidFill>
                <a:miter lim="800000"/>
                <a:headEnd/>
                <a:tailEnd/>
              </a:ln>
            </p:spPr>
            <p:txBody>
              <a:bodyPr/>
              <a:lstStyle/>
              <a:p>
                <a:endParaRPr lang="en-US" dirty="0"/>
              </a:p>
            </p:txBody>
          </p:sp>
          <p:sp>
            <p:nvSpPr>
              <p:cNvPr id="2542644" name="Rectangle 7">
                <a:extLst>
                  <a:ext uri="{FF2B5EF4-FFF2-40B4-BE49-F238E27FC236}">
                    <a16:creationId xmlns:a16="http://schemas.microsoft.com/office/drawing/2014/main" id="{9309CA00-0CE0-2B0F-E8BA-A12BD59FC948}"/>
                  </a:ext>
                </a:extLst>
              </p:cNvPr>
              <p:cNvSpPr>
                <a:spLocks noChangeArrowheads="1"/>
              </p:cNvSpPr>
              <p:nvPr/>
            </p:nvSpPr>
            <p:spPr bwMode="auto">
              <a:xfrm>
                <a:off x="693" y="2037"/>
                <a:ext cx="836" cy="213"/>
              </a:xfrm>
              <a:prstGeom prst="rect">
                <a:avLst/>
              </a:prstGeom>
              <a:solidFill>
                <a:srgbClr val="C5D3ED"/>
              </a:solidFill>
              <a:ln w="3175">
                <a:solidFill>
                  <a:srgbClr val="000000"/>
                </a:solidFill>
                <a:miter lim="800000"/>
                <a:headEnd/>
                <a:tailEnd/>
              </a:ln>
            </p:spPr>
            <p:txBody>
              <a:bodyPr/>
              <a:lstStyle/>
              <a:p>
                <a:endParaRPr lang="en-US" dirty="0"/>
              </a:p>
            </p:txBody>
          </p:sp>
        </p:grpSp>
        <p:grpSp>
          <p:nvGrpSpPr>
            <p:cNvPr id="2542617" name="Group 8">
              <a:extLst>
                <a:ext uri="{FF2B5EF4-FFF2-40B4-BE49-F238E27FC236}">
                  <a16:creationId xmlns:a16="http://schemas.microsoft.com/office/drawing/2014/main" id="{AF589225-9D32-EA77-A8EF-DE3CEFCD9123}"/>
                </a:ext>
              </a:extLst>
            </p:cNvPr>
            <p:cNvGrpSpPr>
              <a:grpSpLocks/>
            </p:cNvGrpSpPr>
            <p:nvPr/>
          </p:nvGrpSpPr>
          <p:grpSpPr bwMode="auto">
            <a:xfrm flipH="1">
              <a:off x="2413" y="2614"/>
              <a:ext cx="624" cy="103"/>
              <a:chOff x="926" y="2258"/>
              <a:chExt cx="559" cy="94"/>
            </a:xfrm>
          </p:grpSpPr>
          <p:grpSp>
            <p:nvGrpSpPr>
              <p:cNvPr id="2542618" name="Group 9">
                <a:extLst>
                  <a:ext uri="{FF2B5EF4-FFF2-40B4-BE49-F238E27FC236}">
                    <a16:creationId xmlns:a16="http://schemas.microsoft.com/office/drawing/2014/main" id="{93D9E586-D8D4-29E8-E4DD-E90A1B08C977}"/>
                  </a:ext>
                </a:extLst>
              </p:cNvPr>
              <p:cNvGrpSpPr>
                <a:grpSpLocks/>
              </p:cNvGrpSpPr>
              <p:nvPr/>
            </p:nvGrpSpPr>
            <p:grpSpPr bwMode="auto">
              <a:xfrm>
                <a:off x="926" y="2258"/>
                <a:ext cx="559" cy="81"/>
                <a:chOff x="926" y="2258"/>
                <a:chExt cx="559" cy="81"/>
              </a:xfrm>
            </p:grpSpPr>
            <p:grpSp>
              <p:nvGrpSpPr>
                <p:cNvPr id="2542627" name="Group 10">
                  <a:extLst>
                    <a:ext uri="{FF2B5EF4-FFF2-40B4-BE49-F238E27FC236}">
                      <a16:creationId xmlns:a16="http://schemas.microsoft.com/office/drawing/2014/main" id="{1F93BDEE-4174-398F-8257-2C00BD87D729}"/>
                    </a:ext>
                  </a:extLst>
                </p:cNvPr>
                <p:cNvGrpSpPr>
                  <a:grpSpLocks/>
                </p:cNvGrpSpPr>
                <p:nvPr/>
              </p:nvGrpSpPr>
              <p:grpSpPr bwMode="auto">
                <a:xfrm>
                  <a:off x="926" y="2258"/>
                  <a:ext cx="67" cy="62"/>
                  <a:chOff x="926" y="2258"/>
                  <a:chExt cx="67" cy="62"/>
                </a:xfrm>
              </p:grpSpPr>
              <p:sp>
                <p:nvSpPr>
                  <p:cNvPr id="2542640" name="Freeform 11">
                    <a:extLst>
                      <a:ext uri="{FF2B5EF4-FFF2-40B4-BE49-F238E27FC236}">
                        <a16:creationId xmlns:a16="http://schemas.microsoft.com/office/drawing/2014/main" id="{52BCC441-86BA-8636-21D3-DE6005D4C9B2}"/>
                      </a:ext>
                    </a:extLst>
                  </p:cNvPr>
                  <p:cNvSpPr>
                    <a:spLocks/>
                  </p:cNvSpPr>
                  <p:nvPr/>
                </p:nvSpPr>
                <p:spPr bwMode="auto">
                  <a:xfrm>
                    <a:off x="926" y="2258"/>
                    <a:ext cx="67" cy="10"/>
                  </a:xfrm>
                  <a:custGeom>
                    <a:avLst/>
                    <a:gdLst>
                      <a:gd name="T0" fmla="*/ 0 w 67"/>
                      <a:gd name="T1" fmla="*/ 0 h 10"/>
                      <a:gd name="T2" fmla="*/ 67 w 67"/>
                      <a:gd name="T3" fmla="*/ 0 h 10"/>
                      <a:gd name="T4" fmla="*/ 59 w 67"/>
                      <a:gd name="T5" fmla="*/ 10 h 10"/>
                      <a:gd name="T6" fmla="*/ 7 w 67"/>
                      <a:gd name="T7" fmla="*/ 10 h 10"/>
                      <a:gd name="T8" fmla="*/ 0 w 67"/>
                      <a:gd name="T9" fmla="*/ 0 h 10"/>
                    </a:gdLst>
                    <a:ahLst/>
                    <a:cxnLst>
                      <a:cxn ang="0">
                        <a:pos x="T0" y="T1"/>
                      </a:cxn>
                      <a:cxn ang="0">
                        <a:pos x="T2" y="T3"/>
                      </a:cxn>
                      <a:cxn ang="0">
                        <a:pos x="T4" y="T5"/>
                      </a:cxn>
                      <a:cxn ang="0">
                        <a:pos x="T6" y="T7"/>
                      </a:cxn>
                      <a:cxn ang="0">
                        <a:pos x="T8" y="T9"/>
                      </a:cxn>
                    </a:cxnLst>
                    <a:rect l="0" t="0" r="r" b="b"/>
                    <a:pathLst>
                      <a:path w="67" h="10">
                        <a:moveTo>
                          <a:pt x="0" y="0"/>
                        </a:moveTo>
                        <a:lnTo>
                          <a:pt x="67" y="0"/>
                        </a:lnTo>
                        <a:lnTo>
                          <a:pt x="59" y="10"/>
                        </a:lnTo>
                        <a:lnTo>
                          <a:pt x="7" y="10"/>
                        </a:lnTo>
                        <a:lnTo>
                          <a:pt x="0" y="0"/>
                        </a:lnTo>
                        <a:close/>
                      </a:path>
                    </a:pathLst>
                  </a:custGeom>
                  <a:solidFill>
                    <a:srgbClr val="606060"/>
                  </a:solidFill>
                  <a:ln w="3175">
                    <a:solidFill>
                      <a:srgbClr val="404040"/>
                    </a:solidFill>
                    <a:prstDash val="solid"/>
                    <a:round/>
                    <a:headEnd/>
                    <a:tailEnd/>
                  </a:ln>
                </p:spPr>
                <p:txBody>
                  <a:bodyPr/>
                  <a:lstStyle/>
                  <a:p>
                    <a:endParaRPr lang="en-US" dirty="0"/>
                  </a:p>
                </p:txBody>
              </p:sp>
              <p:sp>
                <p:nvSpPr>
                  <p:cNvPr id="2542641" name="Freeform 12">
                    <a:extLst>
                      <a:ext uri="{FF2B5EF4-FFF2-40B4-BE49-F238E27FC236}">
                        <a16:creationId xmlns:a16="http://schemas.microsoft.com/office/drawing/2014/main" id="{D70409E4-EE9B-792B-E11C-90F3DAA3584D}"/>
                      </a:ext>
                    </a:extLst>
                  </p:cNvPr>
                  <p:cNvSpPr>
                    <a:spLocks/>
                  </p:cNvSpPr>
                  <p:nvPr/>
                </p:nvSpPr>
                <p:spPr bwMode="auto">
                  <a:xfrm>
                    <a:off x="941" y="2268"/>
                    <a:ext cx="34" cy="4"/>
                  </a:xfrm>
                  <a:custGeom>
                    <a:avLst/>
                    <a:gdLst>
                      <a:gd name="T0" fmla="*/ 0 w 34"/>
                      <a:gd name="T1" fmla="*/ 0 h 4"/>
                      <a:gd name="T2" fmla="*/ 34 w 34"/>
                      <a:gd name="T3" fmla="*/ 0 h 4"/>
                      <a:gd name="T4" fmla="*/ 30 w 34"/>
                      <a:gd name="T5" fmla="*/ 4 h 4"/>
                      <a:gd name="T6" fmla="*/ 4 w 34"/>
                      <a:gd name="T7" fmla="*/ 4 h 4"/>
                      <a:gd name="T8" fmla="*/ 0 w 34"/>
                      <a:gd name="T9" fmla="*/ 0 h 4"/>
                    </a:gdLst>
                    <a:ahLst/>
                    <a:cxnLst>
                      <a:cxn ang="0">
                        <a:pos x="T0" y="T1"/>
                      </a:cxn>
                      <a:cxn ang="0">
                        <a:pos x="T2" y="T3"/>
                      </a:cxn>
                      <a:cxn ang="0">
                        <a:pos x="T4" y="T5"/>
                      </a:cxn>
                      <a:cxn ang="0">
                        <a:pos x="T6" y="T7"/>
                      </a:cxn>
                      <a:cxn ang="0">
                        <a:pos x="T8" y="T9"/>
                      </a:cxn>
                    </a:cxnLst>
                    <a:rect l="0" t="0" r="r" b="b"/>
                    <a:pathLst>
                      <a:path w="34" h="4">
                        <a:moveTo>
                          <a:pt x="0" y="0"/>
                        </a:moveTo>
                        <a:lnTo>
                          <a:pt x="34" y="0"/>
                        </a:lnTo>
                        <a:lnTo>
                          <a:pt x="30" y="4"/>
                        </a:lnTo>
                        <a:lnTo>
                          <a:pt x="4" y="4"/>
                        </a:lnTo>
                        <a:lnTo>
                          <a:pt x="0" y="0"/>
                        </a:lnTo>
                        <a:close/>
                      </a:path>
                    </a:pathLst>
                  </a:custGeom>
                  <a:solidFill>
                    <a:srgbClr val="606060"/>
                  </a:solidFill>
                  <a:ln w="3175">
                    <a:solidFill>
                      <a:srgbClr val="404040"/>
                    </a:solidFill>
                    <a:prstDash val="solid"/>
                    <a:round/>
                    <a:headEnd/>
                    <a:tailEnd/>
                  </a:ln>
                </p:spPr>
                <p:txBody>
                  <a:bodyPr/>
                  <a:lstStyle/>
                  <a:p>
                    <a:endParaRPr lang="en-US" dirty="0"/>
                  </a:p>
                </p:txBody>
              </p:sp>
              <p:sp>
                <p:nvSpPr>
                  <p:cNvPr id="2542642" name="Rectangle 13">
                    <a:extLst>
                      <a:ext uri="{FF2B5EF4-FFF2-40B4-BE49-F238E27FC236}">
                        <a16:creationId xmlns:a16="http://schemas.microsoft.com/office/drawing/2014/main" id="{E2BF3BD5-1CF8-A25F-82E6-6A2CD9618B12}"/>
                      </a:ext>
                    </a:extLst>
                  </p:cNvPr>
                  <p:cNvSpPr>
                    <a:spLocks noChangeArrowheads="1"/>
                  </p:cNvSpPr>
                  <p:nvPr/>
                </p:nvSpPr>
                <p:spPr bwMode="auto">
                  <a:xfrm>
                    <a:off x="956" y="2273"/>
                    <a:ext cx="6" cy="47"/>
                  </a:xfrm>
                  <a:prstGeom prst="rect">
                    <a:avLst/>
                  </a:prstGeom>
                  <a:solidFill>
                    <a:srgbClr val="606060"/>
                  </a:solidFill>
                  <a:ln w="3175">
                    <a:solidFill>
                      <a:srgbClr val="404040"/>
                    </a:solidFill>
                    <a:miter lim="800000"/>
                    <a:headEnd/>
                    <a:tailEnd/>
                  </a:ln>
                </p:spPr>
                <p:txBody>
                  <a:bodyPr/>
                  <a:lstStyle/>
                  <a:p>
                    <a:endParaRPr lang="en-US" dirty="0"/>
                  </a:p>
                </p:txBody>
              </p:sp>
            </p:grpSp>
            <p:grpSp>
              <p:nvGrpSpPr>
                <p:cNvPr id="2542628" name="Group 14">
                  <a:extLst>
                    <a:ext uri="{FF2B5EF4-FFF2-40B4-BE49-F238E27FC236}">
                      <a16:creationId xmlns:a16="http://schemas.microsoft.com/office/drawing/2014/main" id="{BE619760-5577-00C6-F299-8ACE6EF000FF}"/>
                    </a:ext>
                  </a:extLst>
                </p:cNvPr>
                <p:cNvGrpSpPr>
                  <a:grpSpLocks/>
                </p:cNvGrpSpPr>
                <p:nvPr/>
              </p:nvGrpSpPr>
              <p:grpSpPr bwMode="auto">
                <a:xfrm>
                  <a:off x="1264" y="2258"/>
                  <a:ext cx="107" cy="81"/>
                  <a:chOff x="1264" y="2258"/>
                  <a:chExt cx="107" cy="81"/>
                </a:xfrm>
              </p:grpSpPr>
              <p:sp>
                <p:nvSpPr>
                  <p:cNvPr id="2542635" name="Freeform 15">
                    <a:extLst>
                      <a:ext uri="{FF2B5EF4-FFF2-40B4-BE49-F238E27FC236}">
                        <a16:creationId xmlns:a16="http://schemas.microsoft.com/office/drawing/2014/main" id="{71B8DCA8-790E-9E44-66BA-425A848E11EC}"/>
                      </a:ext>
                    </a:extLst>
                  </p:cNvPr>
                  <p:cNvSpPr>
                    <a:spLocks/>
                  </p:cNvSpPr>
                  <p:nvPr/>
                </p:nvSpPr>
                <p:spPr bwMode="auto">
                  <a:xfrm>
                    <a:off x="1264" y="2260"/>
                    <a:ext cx="106" cy="16"/>
                  </a:xfrm>
                  <a:custGeom>
                    <a:avLst/>
                    <a:gdLst>
                      <a:gd name="T0" fmla="*/ 0 w 106"/>
                      <a:gd name="T1" fmla="*/ 0 h 16"/>
                      <a:gd name="T2" fmla="*/ 106 w 106"/>
                      <a:gd name="T3" fmla="*/ 0 h 16"/>
                      <a:gd name="T4" fmla="*/ 106 w 106"/>
                      <a:gd name="T5" fmla="*/ 16 h 16"/>
                      <a:gd name="T6" fmla="*/ 8 w 106"/>
                      <a:gd name="T7" fmla="*/ 16 h 16"/>
                      <a:gd name="T8" fmla="*/ 0 w 106"/>
                      <a:gd name="T9" fmla="*/ 0 h 16"/>
                    </a:gdLst>
                    <a:ahLst/>
                    <a:cxnLst>
                      <a:cxn ang="0">
                        <a:pos x="T0" y="T1"/>
                      </a:cxn>
                      <a:cxn ang="0">
                        <a:pos x="T2" y="T3"/>
                      </a:cxn>
                      <a:cxn ang="0">
                        <a:pos x="T4" y="T5"/>
                      </a:cxn>
                      <a:cxn ang="0">
                        <a:pos x="T6" y="T7"/>
                      </a:cxn>
                      <a:cxn ang="0">
                        <a:pos x="T8" y="T9"/>
                      </a:cxn>
                    </a:cxnLst>
                    <a:rect l="0" t="0" r="r" b="b"/>
                    <a:pathLst>
                      <a:path w="106" h="16">
                        <a:moveTo>
                          <a:pt x="0" y="0"/>
                        </a:moveTo>
                        <a:lnTo>
                          <a:pt x="106" y="0"/>
                        </a:lnTo>
                        <a:lnTo>
                          <a:pt x="106" y="16"/>
                        </a:lnTo>
                        <a:lnTo>
                          <a:pt x="8" y="16"/>
                        </a:lnTo>
                        <a:lnTo>
                          <a:pt x="0" y="0"/>
                        </a:lnTo>
                        <a:close/>
                      </a:path>
                    </a:pathLst>
                  </a:custGeom>
                  <a:solidFill>
                    <a:srgbClr val="606060"/>
                  </a:solidFill>
                  <a:ln w="3175">
                    <a:solidFill>
                      <a:srgbClr val="404040"/>
                    </a:solidFill>
                    <a:prstDash val="solid"/>
                    <a:round/>
                    <a:headEnd/>
                    <a:tailEnd/>
                  </a:ln>
                </p:spPr>
                <p:txBody>
                  <a:bodyPr/>
                  <a:lstStyle/>
                  <a:p>
                    <a:endParaRPr lang="en-US" dirty="0"/>
                  </a:p>
                </p:txBody>
              </p:sp>
              <p:grpSp>
                <p:nvGrpSpPr>
                  <p:cNvPr id="2542636" name="Group 16">
                    <a:extLst>
                      <a:ext uri="{FF2B5EF4-FFF2-40B4-BE49-F238E27FC236}">
                        <a16:creationId xmlns:a16="http://schemas.microsoft.com/office/drawing/2014/main" id="{81A12F62-109B-4D16-428A-E4BF88951320}"/>
                      </a:ext>
                    </a:extLst>
                  </p:cNvPr>
                  <p:cNvGrpSpPr>
                    <a:grpSpLocks/>
                  </p:cNvGrpSpPr>
                  <p:nvPr/>
                </p:nvGrpSpPr>
                <p:grpSpPr bwMode="auto">
                  <a:xfrm>
                    <a:off x="1272" y="2258"/>
                    <a:ext cx="91" cy="18"/>
                    <a:chOff x="1272" y="2258"/>
                    <a:chExt cx="91" cy="18"/>
                  </a:xfrm>
                </p:grpSpPr>
                <p:sp>
                  <p:nvSpPr>
                    <p:cNvPr id="2542638" name="Freeform 17">
                      <a:extLst>
                        <a:ext uri="{FF2B5EF4-FFF2-40B4-BE49-F238E27FC236}">
                          <a16:creationId xmlns:a16="http://schemas.microsoft.com/office/drawing/2014/main" id="{A02BC97B-5BD7-2799-D74F-539EEDAC0E05}"/>
                        </a:ext>
                      </a:extLst>
                    </p:cNvPr>
                    <p:cNvSpPr>
                      <a:spLocks/>
                    </p:cNvSpPr>
                    <p:nvPr/>
                  </p:nvSpPr>
                  <p:spPr bwMode="auto">
                    <a:xfrm>
                      <a:off x="1272" y="2262"/>
                      <a:ext cx="80" cy="14"/>
                    </a:xfrm>
                    <a:custGeom>
                      <a:avLst/>
                      <a:gdLst>
                        <a:gd name="T0" fmla="*/ 0 w 80"/>
                        <a:gd name="T1" fmla="*/ 14 h 14"/>
                        <a:gd name="T2" fmla="*/ 12 w 80"/>
                        <a:gd name="T3" fmla="*/ 0 h 14"/>
                        <a:gd name="T4" fmla="*/ 80 w 80"/>
                        <a:gd name="T5" fmla="*/ 0 h 14"/>
                        <a:gd name="T6" fmla="*/ 80 w 80"/>
                        <a:gd name="T7" fmla="*/ 14 h 14"/>
                      </a:gdLst>
                      <a:ahLst/>
                      <a:cxnLst>
                        <a:cxn ang="0">
                          <a:pos x="T0" y="T1"/>
                        </a:cxn>
                        <a:cxn ang="0">
                          <a:pos x="T2" y="T3"/>
                        </a:cxn>
                        <a:cxn ang="0">
                          <a:pos x="T4" y="T5"/>
                        </a:cxn>
                        <a:cxn ang="0">
                          <a:pos x="T6" y="T7"/>
                        </a:cxn>
                      </a:cxnLst>
                      <a:rect l="0" t="0" r="r" b="b"/>
                      <a:pathLst>
                        <a:path w="80" h="14">
                          <a:moveTo>
                            <a:pt x="0" y="14"/>
                          </a:moveTo>
                          <a:lnTo>
                            <a:pt x="12" y="0"/>
                          </a:lnTo>
                          <a:lnTo>
                            <a:pt x="80" y="0"/>
                          </a:lnTo>
                          <a:lnTo>
                            <a:pt x="80" y="14"/>
                          </a:lnTo>
                        </a:path>
                      </a:pathLst>
                    </a:custGeom>
                    <a:noFill/>
                    <a:ln w="3175">
                      <a:solidFill>
                        <a:srgbClr val="40404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dirty="0"/>
                    </a:p>
                  </p:txBody>
                </p:sp>
                <p:sp>
                  <p:nvSpPr>
                    <p:cNvPr id="2542639" name="Line 18">
                      <a:extLst>
                        <a:ext uri="{FF2B5EF4-FFF2-40B4-BE49-F238E27FC236}">
                          <a16:creationId xmlns:a16="http://schemas.microsoft.com/office/drawing/2014/main" id="{5974C13C-9B9E-F8D4-7B73-21D19A180512}"/>
                        </a:ext>
                      </a:extLst>
                    </p:cNvPr>
                    <p:cNvSpPr>
                      <a:spLocks noChangeShapeType="1"/>
                    </p:cNvSpPr>
                    <p:nvPr/>
                  </p:nvSpPr>
                  <p:spPr bwMode="auto">
                    <a:xfrm>
                      <a:off x="1362" y="2258"/>
                      <a:ext cx="1" cy="18"/>
                    </a:xfrm>
                    <a:prstGeom prst="line">
                      <a:avLst/>
                    </a:prstGeom>
                    <a:noFill/>
                    <a:ln w="3175">
                      <a:solidFill>
                        <a:srgbClr val="404040"/>
                      </a:solidFill>
                      <a:round/>
                      <a:headEnd/>
                      <a:tailEnd/>
                    </a:ln>
                    <a:extLst>
                      <a:ext uri="{909E8E84-426E-40DD-AFC4-6F175D3DCCD1}">
                        <a14:hiddenFill xmlns:a14="http://schemas.microsoft.com/office/drawing/2010/main">
                          <a:noFill/>
                        </a14:hiddenFill>
                      </a:ext>
                    </a:extLst>
                  </p:spPr>
                  <p:txBody>
                    <a:bodyPr/>
                    <a:lstStyle/>
                    <a:p>
                      <a:endParaRPr lang="en-US" dirty="0"/>
                    </a:p>
                  </p:txBody>
                </p:sp>
              </p:grpSp>
              <p:sp>
                <p:nvSpPr>
                  <p:cNvPr id="2542637" name="Line 19">
                    <a:extLst>
                      <a:ext uri="{FF2B5EF4-FFF2-40B4-BE49-F238E27FC236}">
                        <a16:creationId xmlns:a16="http://schemas.microsoft.com/office/drawing/2014/main" id="{555D30EC-4042-DB10-2A16-AC799850DDCE}"/>
                      </a:ext>
                    </a:extLst>
                  </p:cNvPr>
                  <p:cNvSpPr>
                    <a:spLocks noChangeShapeType="1"/>
                  </p:cNvSpPr>
                  <p:nvPr/>
                </p:nvSpPr>
                <p:spPr bwMode="auto">
                  <a:xfrm>
                    <a:off x="1370" y="2276"/>
                    <a:ext cx="1" cy="63"/>
                  </a:xfrm>
                  <a:prstGeom prst="line">
                    <a:avLst/>
                  </a:prstGeom>
                  <a:noFill/>
                  <a:ln w="3175">
                    <a:solidFill>
                      <a:srgbClr val="202020"/>
                    </a:solidFill>
                    <a:round/>
                    <a:headEnd/>
                    <a:tailEnd/>
                  </a:ln>
                  <a:extLst>
                    <a:ext uri="{909E8E84-426E-40DD-AFC4-6F175D3DCCD1}">
                      <a14:hiddenFill xmlns:a14="http://schemas.microsoft.com/office/drawing/2010/main">
                        <a:noFill/>
                      </a14:hiddenFill>
                    </a:ext>
                  </a:extLst>
                </p:spPr>
                <p:txBody>
                  <a:bodyPr/>
                  <a:lstStyle/>
                  <a:p>
                    <a:endParaRPr lang="en-US" dirty="0"/>
                  </a:p>
                </p:txBody>
              </p:sp>
            </p:grpSp>
            <p:grpSp>
              <p:nvGrpSpPr>
                <p:cNvPr id="2542629" name="Group 20">
                  <a:extLst>
                    <a:ext uri="{FF2B5EF4-FFF2-40B4-BE49-F238E27FC236}">
                      <a16:creationId xmlns:a16="http://schemas.microsoft.com/office/drawing/2014/main" id="{4C3809D6-BA11-D1F8-24E3-2CD9EA183EFC}"/>
                    </a:ext>
                  </a:extLst>
                </p:cNvPr>
                <p:cNvGrpSpPr>
                  <a:grpSpLocks/>
                </p:cNvGrpSpPr>
                <p:nvPr/>
              </p:nvGrpSpPr>
              <p:grpSpPr bwMode="auto">
                <a:xfrm>
                  <a:off x="1377" y="2258"/>
                  <a:ext cx="108" cy="81"/>
                  <a:chOff x="1377" y="2258"/>
                  <a:chExt cx="108" cy="81"/>
                </a:xfrm>
              </p:grpSpPr>
              <p:sp>
                <p:nvSpPr>
                  <p:cNvPr id="2542630" name="Freeform 21">
                    <a:extLst>
                      <a:ext uri="{FF2B5EF4-FFF2-40B4-BE49-F238E27FC236}">
                        <a16:creationId xmlns:a16="http://schemas.microsoft.com/office/drawing/2014/main" id="{169F0DCD-9257-A777-D79B-7F6B5772E010}"/>
                      </a:ext>
                    </a:extLst>
                  </p:cNvPr>
                  <p:cNvSpPr>
                    <a:spLocks/>
                  </p:cNvSpPr>
                  <p:nvPr/>
                </p:nvSpPr>
                <p:spPr bwMode="auto">
                  <a:xfrm>
                    <a:off x="1377" y="2260"/>
                    <a:ext cx="107" cy="16"/>
                  </a:xfrm>
                  <a:custGeom>
                    <a:avLst/>
                    <a:gdLst>
                      <a:gd name="T0" fmla="*/ 0 w 107"/>
                      <a:gd name="T1" fmla="*/ 0 h 16"/>
                      <a:gd name="T2" fmla="*/ 107 w 107"/>
                      <a:gd name="T3" fmla="*/ 0 h 16"/>
                      <a:gd name="T4" fmla="*/ 107 w 107"/>
                      <a:gd name="T5" fmla="*/ 16 h 16"/>
                      <a:gd name="T6" fmla="*/ 10 w 107"/>
                      <a:gd name="T7" fmla="*/ 16 h 16"/>
                      <a:gd name="T8" fmla="*/ 0 w 107"/>
                      <a:gd name="T9" fmla="*/ 0 h 16"/>
                    </a:gdLst>
                    <a:ahLst/>
                    <a:cxnLst>
                      <a:cxn ang="0">
                        <a:pos x="T0" y="T1"/>
                      </a:cxn>
                      <a:cxn ang="0">
                        <a:pos x="T2" y="T3"/>
                      </a:cxn>
                      <a:cxn ang="0">
                        <a:pos x="T4" y="T5"/>
                      </a:cxn>
                      <a:cxn ang="0">
                        <a:pos x="T6" y="T7"/>
                      </a:cxn>
                      <a:cxn ang="0">
                        <a:pos x="T8" y="T9"/>
                      </a:cxn>
                    </a:cxnLst>
                    <a:rect l="0" t="0" r="r" b="b"/>
                    <a:pathLst>
                      <a:path w="107" h="16">
                        <a:moveTo>
                          <a:pt x="0" y="0"/>
                        </a:moveTo>
                        <a:lnTo>
                          <a:pt x="107" y="0"/>
                        </a:lnTo>
                        <a:lnTo>
                          <a:pt x="107" y="16"/>
                        </a:lnTo>
                        <a:lnTo>
                          <a:pt x="10" y="16"/>
                        </a:lnTo>
                        <a:lnTo>
                          <a:pt x="0" y="0"/>
                        </a:lnTo>
                        <a:close/>
                      </a:path>
                    </a:pathLst>
                  </a:custGeom>
                  <a:solidFill>
                    <a:srgbClr val="606060"/>
                  </a:solidFill>
                  <a:ln w="3175">
                    <a:solidFill>
                      <a:srgbClr val="404040"/>
                    </a:solidFill>
                    <a:prstDash val="solid"/>
                    <a:round/>
                    <a:headEnd/>
                    <a:tailEnd/>
                  </a:ln>
                </p:spPr>
                <p:txBody>
                  <a:bodyPr/>
                  <a:lstStyle/>
                  <a:p>
                    <a:endParaRPr lang="en-US" dirty="0"/>
                  </a:p>
                </p:txBody>
              </p:sp>
              <p:grpSp>
                <p:nvGrpSpPr>
                  <p:cNvPr id="2542631" name="Group 22">
                    <a:extLst>
                      <a:ext uri="{FF2B5EF4-FFF2-40B4-BE49-F238E27FC236}">
                        <a16:creationId xmlns:a16="http://schemas.microsoft.com/office/drawing/2014/main" id="{F8A2751A-7031-FB91-9225-FF685D23D6E8}"/>
                      </a:ext>
                    </a:extLst>
                  </p:cNvPr>
                  <p:cNvGrpSpPr>
                    <a:grpSpLocks/>
                  </p:cNvGrpSpPr>
                  <p:nvPr/>
                </p:nvGrpSpPr>
                <p:grpSpPr bwMode="auto">
                  <a:xfrm>
                    <a:off x="1387" y="2258"/>
                    <a:ext cx="89" cy="18"/>
                    <a:chOff x="1387" y="2258"/>
                    <a:chExt cx="89" cy="18"/>
                  </a:xfrm>
                </p:grpSpPr>
                <p:sp>
                  <p:nvSpPr>
                    <p:cNvPr id="2542633" name="Freeform 23">
                      <a:extLst>
                        <a:ext uri="{FF2B5EF4-FFF2-40B4-BE49-F238E27FC236}">
                          <a16:creationId xmlns:a16="http://schemas.microsoft.com/office/drawing/2014/main" id="{18D047A6-AC7C-BC8F-32C9-ACC764042247}"/>
                        </a:ext>
                      </a:extLst>
                    </p:cNvPr>
                    <p:cNvSpPr>
                      <a:spLocks/>
                    </p:cNvSpPr>
                    <p:nvPr/>
                  </p:nvSpPr>
                  <p:spPr bwMode="auto">
                    <a:xfrm>
                      <a:off x="1387" y="2262"/>
                      <a:ext cx="80" cy="14"/>
                    </a:xfrm>
                    <a:custGeom>
                      <a:avLst/>
                      <a:gdLst>
                        <a:gd name="T0" fmla="*/ 0 w 80"/>
                        <a:gd name="T1" fmla="*/ 14 h 14"/>
                        <a:gd name="T2" fmla="*/ 12 w 80"/>
                        <a:gd name="T3" fmla="*/ 0 h 14"/>
                        <a:gd name="T4" fmla="*/ 80 w 80"/>
                        <a:gd name="T5" fmla="*/ 0 h 14"/>
                        <a:gd name="T6" fmla="*/ 80 w 80"/>
                        <a:gd name="T7" fmla="*/ 14 h 14"/>
                      </a:gdLst>
                      <a:ahLst/>
                      <a:cxnLst>
                        <a:cxn ang="0">
                          <a:pos x="T0" y="T1"/>
                        </a:cxn>
                        <a:cxn ang="0">
                          <a:pos x="T2" y="T3"/>
                        </a:cxn>
                        <a:cxn ang="0">
                          <a:pos x="T4" y="T5"/>
                        </a:cxn>
                        <a:cxn ang="0">
                          <a:pos x="T6" y="T7"/>
                        </a:cxn>
                      </a:cxnLst>
                      <a:rect l="0" t="0" r="r" b="b"/>
                      <a:pathLst>
                        <a:path w="80" h="14">
                          <a:moveTo>
                            <a:pt x="0" y="14"/>
                          </a:moveTo>
                          <a:lnTo>
                            <a:pt x="12" y="0"/>
                          </a:lnTo>
                          <a:lnTo>
                            <a:pt x="80" y="0"/>
                          </a:lnTo>
                          <a:lnTo>
                            <a:pt x="80" y="14"/>
                          </a:lnTo>
                        </a:path>
                      </a:pathLst>
                    </a:custGeom>
                    <a:noFill/>
                    <a:ln w="3175">
                      <a:solidFill>
                        <a:srgbClr val="40404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dirty="0"/>
                    </a:p>
                  </p:txBody>
                </p:sp>
                <p:sp>
                  <p:nvSpPr>
                    <p:cNvPr id="2542634" name="Line 24">
                      <a:extLst>
                        <a:ext uri="{FF2B5EF4-FFF2-40B4-BE49-F238E27FC236}">
                          <a16:creationId xmlns:a16="http://schemas.microsoft.com/office/drawing/2014/main" id="{9BEDACC3-18AF-7DFB-63EF-C6947C13FED4}"/>
                        </a:ext>
                      </a:extLst>
                    </p:cNvPr>
                    <p:cNvSpPr>
                      <a:spLocks noChangeShapeType="1"/>
                    </p:cNvSpPr>
                    <p:nvPr/>
                  </p:nvSpPr>
                  <p:spPr bwMode="auto">
                    <a:xfrm>
                      <a:off x="1475" y="2258"/>
                      <a:ext cx="1" cy="18"/>
                    </a:xfrm>
                    <a:prstGeom prst="line">
                      <a:avLst/>
                    </a:prstGeom>
                    <a:noFill/>
                    <a:ln w="3175">
                      <a:solidFill>
                        <a:srgbClr val="404040"/>
                      </a:solidFill>
                      <a:round/>
                      <a:headEnd/>
                      <a:tailEnd/>
                    </a:ln>
                    <a:extLst>
                      <a:ext uri="{909E8E84-426E-40DD-AFC4-6F175D3DCCD1}">
                        <a14:hiddenFill xmlns:a14="http://schemas.microsoft.com/office/drawing/2010/main">
                          <a:noFill/>
                        </a14:hiddenFill>
                      </a:ext>
                    </a:extLst>
                  </p:spPr>
                  <p:txBody>
                    <a:bodyPr/>
                    <a:lstStyle/>
                    <a:p>
                      <a:endParaRPr lang="en-US" dirty="0"/>
                    </a:p>
                  </p:txBody>
                </p:sp>
              </p:grpSp>
              <p:sp>
                <p:nvSpPr>
                  <p:cNvPr id="2542632" name="Line 25">
                    <a:extLst>
                      <a:ext uri="{FF2B5EF4-FFF2-40B4-BE49-F238E27FC236}">
                        <a16:creationId xmlns:a16="http://schemas.microsoft.com/office/drawing/2014/main" id="{B48643F2-9306-311C-B9B6-FDB7828D038C}"/>
                      </a:ext>
                    </a:extLst>
                  </p:cNvPr>
                  <p:cNvSpPr>
                    <a:spLocks noChangeShapeType="1"/>
                  </p:cNvSpPr>
                  <p:nvPr/>
                </p:nvSpPr>
                <p:spPr bwMode="auto">
                  <a:xfrm>
                    <a:off x="1484" y="2276"/>
                    <a:ext cx="1" cy="63"/>
                  </a:xfrm>
                  <a:prstGeom prst="line">
                    <a:avLst/>
                  </a:prstGeom>
                  <a:noFill/>
                  <a:ln w="3175">
                    <a:solidFill>
                      <a:srgbClr val="202020"/>
                    </a:solidFill>
                    <a:round/>
                    <a:headEnd/>
                    <a:tailEnd/>
                  </a:ln>
                  <a:extLst>
                    <a:ext uri="{909E8E84-426E-40DD-AFC4-6F175D3DCCD1}">
                      <a14:hiddenFill xmlns:a14="http://schemas.microsoft.com/office/drawing/2010/main">
                        <a:noFill/>
                      </a14:hiddenFill>
                    </a:ext>
                  </a:extLst>
                </p:spPr>
                <p:txBody>
                  <a:bodyPr/>
                  <a:lstStyle/>
                  <a:p>
                    <a:endParaRPr lang="en-US" dirty="0"/>
                  </a:p>
                </p:txBody>
              </p:sp>
            </p:grpSp>
          </p:grpSp>
          <p:grpSp>
            <p:nvGrpSpPr>
              <p:cNvPr id="2542619" name="Group 26">
                <a:extLst>
                  <a:ext uri="{FF2B5EF4-FFF2-40B4-BE49-F238E27FC236}">
                    <a16:creationId xmlns:a16="http://schemas.microsoft.com/office/drawing/2014/main" id="{3A171E1D-5544-C625-591C-4E6B7F48B507}"/>
                  </a:ext>
                </a:extLst>
              </p:cNvPr>
              <p:cNvGrpSpPr>
                <a:grpSpLocks/>
              </p:cNvGrpSpPr>
              <p:nvPr/>
            </p:nvGrpSpPr>
            <p:grpSpPr bwMode="auto">
              <a:xfrm>
                <a:off x="1277" y="2267"/>
                <a:ext cx="86" cy="85"/>
                <a:chOff x="1277" y="2267"/>
                <a:chExt cx="86" cy="85"/>
              </a:xfrm>
            </p:grpSpPr>
            <p:sp>
              <p:nvSpPr>
                <p:cNvPr id="2542624" name="Oval 27">
                  <a:extLst>
                    <a:ext uri="{FF2B5EF4-FFF2-40B4-BE49-F238E27FC236}">
                      <a16:creationId xmlns:a16="http://schemas.microsoft.com/office/drawing/2014/main" id="{146190B6-EEF0-C3FA-F164-AD043F27E63E}"/>
                    </a:ext>
                  </a:extLst>
                </p:cNvPr>
                <p:cNvSpPr>
                  <a:spLocks noChangeArrowheads="1"/>
                </p:cNvSpPr>
                <p:nvPr/>
              </p:nvSpPr>
              <p:spPr bwMode="auto">
                <a:xfrm>
                  <a:off x="1277" y="2267"/>
                  <a:ext cx="86" cy="85"/>
                </a:xfrm>
                <a:prstGeom prst="ellipse">
                  <a:avLst/>
                </a:prstGeom>
                <a:solidFill>
                  <a:srgbClr val="202020"/>
                </a:solidFill>
                <a:ln w="3175">
                  <a:solidFill>
                    <a:srgbClr val="000000"/>
                  </a:solidFill>
                  <a:round/>
                  <a:headEnd/>
                  <a:tailEnd/>
                </a:ln>
              </p:spPr>
              <p:txBody>
                <a:bodyPr/>
                <a:lstStyle/>
                <a:p>
                  <a:endParaRPr lang="en-US" dirty="0"/>
                </a:p>
              </p:txBody>
            </p:sp>
            <p:sp>
              <p:nvSpPr>
                <p:cNvPr id="2542625" name="Oval 28">
                  <a:extLst>
                    <a:ext uri="{FF2B5EF4-FFF2-40B4-BE49-F238E27FC236}">
                      <a16:creationId xmlns:a16="http://schemas.microsoft.com/office/drawing/2014/main" id="{4A669E5A-11C9-61EB-B22E-23AE2BC0F21C}"/>
                    </a:ext>
                  </a:extLst>
                </p:cNvPr>
                <p:cNvSpPr>
                  <a:spLocks noChangeArrowheads="1"/>
                </p:cNvSpPr>
                <p:nvPr/>
              </p:nvSpPr>
              <p:spPr bwMode="auto">
                <a:xfrm>
                  <a:off x="1289" y="2279"/>
                  <a:ext cx="60" cy="59"/>
                </a:xfrm>
                <a:prstGeom prst="ellipse">
                  <a:avLst/>
                </a:prstGeom>
                <a:solidFill>
                  <a:srgbClr val="A0A0A0"/>
                </a:solidFill>
                <a:ln w="3175">
                  <a:solidFill>
                    <a:srgbClr val="000000"/>
                  </a:solidFill>
                  <a:round/>
                  <a:headEnd/>
                  <a:tailEnd/>
                </a:ln>
              </p:spPr>
              <p:txBody>
                <a:bodyPr/>
                <a:lstStyle/>
                <a:p>
                  <a:endParaRPr lang="en-US" dirty="0"/>
                </a:p>
              </p:txBody>
            </p:sp>
            <p:sp>
              <p:nvSpPr>
                <p:cNvPr id="2542626" name="Oval 29">
                  <a:extLst>
                    <a:ext uri="{FF2B5EF4-FFF2-40B4-BE49-F238E27FC236}">
                      <a16:creationId xmlns:a16="http://schemas.microsoft.com/office/drawing/2014/main" id="{0936D637-00B1-52E9-3E96-462E378F7C28}"/>
                    </a:ext>
                  </a:extLst>
                </p:cNvPr>
                <p:cNvSpPr>
                  <a:spLocks noChangeArrowheads="1"/>
                </p:cNvSpPr>
                <p:nvPr/>
              </p:nvSpPr>
              <p:spPr bwMode="auto">
                <a:xfrm>
                  <a:off x="1305" y="2297"/>
                  <a:ext cx="26" cy="25"/>
                </a:xfrm>
                <a:prstGeom prst="ellipse">
                  <a:avLst/>
                </a:prstGeom>
                <a:solidFill>
                  <a:srgbClr val="606060"/>
                </a:solidFill>
                <a:ln w="3175">
                  <a:solidFill>
                    <a:srgbClr val="000000"/>
                  </a:solidFill>
                  <a:round/>
                  <a:headEnd/>
                  <a:tailEnd/>
                </a:ln>
              </p:spPr>
              <p:txBody>
                <a:bodyPr/>
                <a:lstStyle/>
                <a:p>
                  <a:endParaRPr lang="en-US" dirty="0"/>
                </a:p>
              </p:txBody>
            </p:sp>
          </p:grpSp>
          <p:grpSp>
            <p:nvGrpSpPr>
              <p:cNvPr id="2542620" name="Group 30">
                <a:extLst>
                  <a:ext uri="{FF2B5EF4-FFF2-40B4-BE49-F238E27FC236}">
                    <a16:creationId xmlns:a16="http://schemas.microsoft.com/office/drawing/2014/main" id="{95699BA6-AD95-36DC-341E-E87218DE9611}"/>
                  </a:ext>
                </a:extLst>
              </p:cNvPr>
              <p:cNvGrpSpPr>
                <a:grpSpLocks/>
              </p:cNvGrpSpPr>
              <p:nvPr/>
            </p:nvGrpSpPr>
            <p:grpSpPr bwMode="auto">
              <a:xfrm>
                <a:off x="1390" y="2267"/>
                <a:ext cx="86" cy="85"/>
                <a:chOff x="1390" y="2267"/>
                <a:chExt cx="86" cy="85"/>
              </a:xfrm>
            </p:grpSpPr>
            <p:sp>
              <p:nvSpPr>
                <p:cNvPr id="2542621" name="Oval 31">
                  <a:extLst>
                    <a:ext uri="{FF2B5EF4-FFF2-40B4-BE49-F238E27FC236}">
                      <a16:creationId xmlns:a16="http://schemas.microsoft.com/office/drawing/2014/main" id="{0C8348F9-E934-E385-158D-9A0DFCB8FAD6}"/>
                    </a:ext>
                  </a:extLst>
                </p:cNvPr>
                <p:cNvSpPr>
                  <a:spLocks noChangeArrowheads="1"/>
                </p:cNvSpPr>
                <p:nvPr/>
              </p:nvSpPr>
              <p:spPr bwMode="auto">
                <a:xfrm>
                  <a:off x="1390" y="2267"/>
                  <a:ext cx="86" cy="85"/>
                </a:xfrm>
                <a:prstGeom prst="ellipse">
                  <a:avLst/>
                </a:prstGeom>
                <a:solidFill>
                  <a:srgbClr val="202020"/>
                </a:solidFill>
                <a:ln w="3175">
                  <a:solidFill>
                    <a:srgbClr val="000000"/>
                  </a:solidFill>
                  <a:round/>
                  <a:headEnd/>
                  <a:tailEnd/>
                </a:ln>
              </p:spPr>
              <p:txBody>
                <a:bodyPr/>
                <a:lstStyle/>
                <a:p>
                  <a:endParaRPr lang="en-US" dirty="0"/>
                </a:p>
              </p:txBody>
            </p:sp>
            <p:sp>
              <p:nvSpPr>
                <p:cNvPr id="2542622" name="Oval 32">
                  <a:extLst>
                    <a:ext uri="{FF2B5EF4-FFF2-40B4-BE49-F238E27FC236}">
                      <a16:creationId xmlns:a16="http://schemas.microsoft.com/office/drawing/2014/main" id="{47ED10BA-6CEF-9B41-5D75-D2B1019EE162}"/>
                    </a:ext>
                  </a:extLst>
                </p:cNvPr>
                <p:cNvSpPr>
                  <a:spLocks noChangeArrowheads="1"/>
                </p:cNvSpPr>
                <p:nvPr/>
              </p:nvSpPr>
              <p:spPr bwMode="auto">
                <a:xfrm>
                  <a:off x="1404" y="2279"/>
                  <a:ext cx="60" cy="59"/>
                </a:xfrm>
                <a:prstGeom prst="ellipse">
                  <a:avLst/>
                </a:prstGeom>
                <a:solidFill>
                  <a:srgbClr val="A0A0A0"/>
                </a:solidFill>
                <a:ln w="3175">
                  <a:solidFill>
                    <a:srgbClr val="000000"/>
                  </a:solidFill>
                  <a:round/>
                  <a:headEnd/>
                  <a:tailEnd/>
                </a:ln>
              </p:spPr>
              <p:txBody>
                <a:bodyPr/>
                <a:lstStyle/>
                <a:p>
                  <a:endParaRPr lang="en-US" dirty="0"/>
                </a:p>
              </p:txBody>
            </p:sp>
            <p:sp>
              <p:nvSpPr>
                <p:cNvPr id="2542623" name="Oval 33">
                  <a:extLst>
                    <a:ext uri="{FF2B5EF4-FFF2-40B4-BE49-F238E27FC236}">
                      <a16:creationId xmlns:a16="http://schemas.microsoft.com/office/drawing/2014/main" id="{BE408643-02E1-6532-6BE1-0986751ABB22}"/>
                    </a:ext>
                  </a:extLst>
                </p:cNvPr>
                <p:cNvSpPr>
                  <a:spLocks noChangeArrowheads="1"/>
                </p:cNvSpPr>
                <p:nvPr/>
              </p:nvSpPr>
              <p:spPr bwMode="auto">
                <a:xfrm>
                  <a:off x="1420" y="2297"/>
                  <a:ext cx="26" cy="25"/>
                </a:xfrm>
                <a:prstGeom prst="ellipse">
                  <a:avLst/>
                </a:prstGeom>
                <a:solidFill>
                  <a:srgbClr val="606060"/>
                </a:solidFill>
                <a:ln w="3175">
                  <a:solidFill>
                    <a:srgbClr val="000000"/>
                  </a:solidFill>
                  <a:round/>
                  <a:headEnd/>
                  <a:tailEnd/>
                </a:ln>
              </p:spPr>
              <p:txBody>
                <a:bodyPr/>
                <a:lstStyle/>
                <a:p>
                  <a:endParaRPr lang="en-US" dirty="0"/>
                </a:p>
              </p:txBody>
            </p:sp>
          </p:grpSp>
        </p:grpSp>
      </p:grpSp>
      <p:cxnSp>
        <p:nvCxnSpPr>
          <p:cNvPr id="2542646" name="Straight Arrow Connector 2542645">
            <a:extLst>
              <a:ext uri="{FF2B5EF4-FFF2-40B4-BE49-F238E27FC236}">
                <a16:creationId xmlns:a16="http://schemas.microsoft.com/office/drawing/2014/main" id="{16321BC4-7D1C-D671-010A-316395A0F496}"/>
              </a:ext>
            </a:extLst>
          </p:cNvPr>
          <p:cNvCxnSpPr>
            <a:cxnSpLocks/>
            <a:stCxn id="8" idx="3"/>
            <a:endCxn id="48" idx="3"/>
          </p:cNvCxnSpPr>
          <p:nvPr/>
        </p:nvCxnSpPr>
        <p:spPr>
          <a:xfrm>
            <a:off x="3190680" y="2616369"/>
            <a:ext cx="684283" cy="289039"/>
          </a:xfrm>
          <a:prstGeom prst="straightConnector1">
            <a:avLst/>
          </a:prstGeom>
          <a:ln w="28575">
            <a:solidFill>
              <a:schemeClr val="bg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2542647" name="Straight Arrow Connector 2542646">
            <a:extLst>
              <a:ext uri="{FF2B5EF4-FFF2-40B4-BE49-F238E27FC236}">
                <a16:creationId xmlns:a16="http://schemas.microsoft.com/office/drawing/2014/main" id="{0F00AFD2-8953-70C2-8DE0-9B0D0C60270D}"/>
              </a:ext>
            </a:extLst>
          </p:cNvPr>
          <p:cNvCxnSpPr>
            <a:cxnSpLocks/>
            <a:stCxn id="9" idx="3"/>
            <a:endCxn id="48" idx="3"/>
          </p:cNvCxnSpPr>
          <p:nvPr/>
        </p:nvCxnSpPr>
        <p:spPr>
          <a:xfrm flipV="1">
            <a:off x="3171628" y="2905408"/>
            <a:ext cx="703335" cy="470585"/>
          </a:xfrm>
          <a:prstGeom prst="straightConnector1">
            <a:avLst/>
          </a:prstGeom>
          <a:ln w="28575">
            <a:solidFill>
              <a:schemeClr val="bg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2542650" name="Straight Arrow Connector 2542649">
            <a:extLst>
              <a:ext uri="{FF2B5EF4-FFF2-40B4-BE49-F238E27FC236}">
                <a16:creationId xmlns:a16="http://schemas.microsoft.com/office/drawing/2014/main" id="{23674C6F-CC22-054A-E975-9325261D53F4}"/>
              </a:ext>
            </a:extLst>
          </p:cNvPr>
          <p:cNvCxnSpPr>
            <a:cxnSpLocks/>
            <a:stCxn id="10" idx="3"/>
            <a:endCxn id="48" idx="3"/>
          </p:cNvCxnSpPr>
          <p:nvPr/>
        </p:nvCxnSpPr>
        <p:spPr>
          <a:xfrm flipV="1">
            <a:off x="3145432" y="2905408"/>
            <a:ext cx="729531" cy="1094477"/>
          </a:xfrm>
          <a:prstGeom prst="straightConnector1">
            <a:avLst/>
          </a:prstGeom>
          <a:ln w="28575">
            <a:solidFill>
              <a:schemeClr val="bg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2542653" name="Straight Arrow Connector 2542652">
            <a:extLst>
              <a:ext uri="{FF2B5EF4-FFF2-40B4-BE49-F238E27FC236}">
                <a16:creationId xmlns:a16="http://schemas.microsoft.com/office/drawing/2014/main" id="{37362F3D-4576-1135-4606-459E47961783}"/>
              </a:ext>
            </a:extLst>
          </p:cNvPr>
          <p:cNvCxnSpPr>
            <a:cxnSpLocks/>
          </p:cNvCxnSpPr>
          <p:nvPr/>
        </p:nvCxnSpPr>
        <p:spPr>
          <a:xfrm>
            <a:off x="3191206" y="2616368"/>
            <a:ext cx="679516" cy="1077239"/>
          </a:xfrm>
          <a:prstGeom prst="straightConnector1">
            <a:avLst/>
          </a:prstGeom>
          <a:ln w="28575">
            <a:solidFill>
              <a:schemeClr val="bg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2542656" name="Straight Arrow Connector 2542655">
            <a:extLst>
              <a:ext uri="{FF2B5EF4-FFF2-40B4-BE49-F238E27FC236}">
                <a16:creationId xmlns:a16="http://schemas.microsoft.com/office/drawing/2014/main" id="{A62F2D2B-102B-DC9C-0809-D99EF89D0041}"/>
              </a:ext>
            </a:extLst>
          </p:cNvPr>
          <p:cNvCxnSpPr>
            <a:cxnSpLocks/>
            <a:stCxn id="9" idx="3"/>
            <a:endCxn id="2542614" idx="3"/>
          </p:cNvCxnSpPr>
          <p:nvPr/>
        </p:nvCxnSpPr>
        <p:spPr>
          <a:xfrm>
            <a:off x="3171628" y="3375993"/>
            <a:ext cx="698568" cy="317615"/>
          </a:xfrm>
          <a:prstGeom prst="straightConnector1">
            <a:avLst/>
          </a:prstGeom>
          <a:ln w="28575">
            <a:solidFill>
              <a:schemeClr val="bg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2542659" name="Straight Arrow Connector 2542658">
            <a:extLst>
              <a:ext uri="{FF2B5EF4-FFF2-40B4-BE49-F238E27FC236}">
                <a16:creationId xmlns:a16="http://schemas.microsoft.com/office/drawing/2014/main" id="{5690F271-A372-30BC-4823-DF8DEE68DCA0}"/>
              </a:ext>
            </a:extLst>
          </p:cNvPr>
          <p:cNvCxnSpPr>
            <a:cxnSpLocks/>
            <a:stCxn id="10" idx="3"/>
            <a:endCxn id="2542614" idx="3"/>
          </p:cNvCxnSpPr>
          <p:nvPr/>
        </p:nvCxnSpPr>
        <p:spPr>
          <a:xfrm flipV="1">
            <a:off x="3145432" y="3693608"/>
            <a:ext cx="724764" cy="306277"/>
          </a:xfrm>
          <a:prstGeom prst="straightConnector1">
            <a:avLst/>
          </a:prstGeom>
          <a:ln w="28575">
            <a:solidFill>
              <a:schemeClr val="bg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2542662" name="Straight Arrow Connector 2542661">
            <a:extLst>
              <a:ext uri="{FF2B5EF4-FFF2-40B4-BE49-F238E27FC236}">
                <a16:creationId xmlns:a16="http://schemas.microsoft.com/office/drawing/2014/main" id="{ADECF88E-6CEA-7579-5631-6FDACD4CF1D8}"/>
              </a:ext>
            </a:extLst>
          </p:cNvPr>
          <p:cNvCxnSpPr>
            <a:cxnSpLocks/>
            <a:stCxn id="10" idx="3"/>
            <a:endCxn id="2542644" idx="3"/>
          </p:cNvCxnSpPr>
          <p:nvPr/>
        </p:nvCxnSpPr>
        <p:spPr>
          <a:xfrm>
            <a:off x="3145432" y="3999885"/>
            <a:ext cx="727143" cy="310472"/>
          </a:xfrm>
          <a:prstGeom prst="straightConnector1">
            <a:avLst/>
          </a:prstGeom>
          <a:ln w="28575">
            <a:solidFill>
              <a:schemeClr val="bg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2542671" name="TextBox 2542670">
            <a:extLst>
              <a:ext uri="{FF2B5EF4-FFF2-40B4-BE49-F238E27FC236}">
                <a16:creationId xmlns:a16="http://schemas.microsoft.com/office/drawing/2014/main" id="{2EB9AD69-9662-B129-0387-0EC5A09FE31A}"/>
              </a:ext>
            </a:extLst>
          </p:cNvPr>
          <p:cNvSpPr txBox="1"/>
          <p:nvPr/>
        </p:nvSpPr>
        <p:spPr>
          <a:xfrm>
            <a:off x="3108797" y="1681933"/>
            <a:ext cx="957826" cy="369332"/>
          </a:xfrm>
          <a:prstGeom prst="rect">
            <a:avLst/>
          </a:prstGeom>
          <a:noFill/>
        </p:spPr>
        <p:txBody>
          <a:bodyPr wrap="none" rtlCol="0">
            <a:spAutoFit/>
          </a:bodyPr>
          <a:lstStyle/>
          <a:p>
            <a:r>
              <a:rPr lang="en-US" dirty="0">
                <a:solidFill>
                  <a:schemeClr val="bg1"/>
                </a:solidFill>
              </a:rPr>
              <a:t>Monday</a:t>
            </a:r>
          </a:p>
        </p:txBody>
      </p:sp>
      <p:cxnSp>
        <p:nvCxnSpPr>
          <p:cNvPr id="28" name="Straight Arrow Connector 27">
            <a:extLst>
              <a:ext uri="{FF2B5EF4-FFF2-40B4-BE49-F238E27FC236}">
                <a16:creationId xmlns:a16="http://schemas.microsoft.com/office/drawing/2014/main" id="{20D8E3C7-88D2-6564-7CEE-053F8B91B587}"/>
              </a:ext>
            </a:extLst>
          </p:cNvPr>
          <p:cNvCxnSpPr>
            <a:cxnSpLocks/>
            <a:stCxn id="48" idx="1"/>
          </p:cNvCxnSpPr>
          <p:nvPr/>
        </p:nvCxnSpPr>
        <p:spPr>
          <a:xfrm flipV="1">
            <a:off x="4323432" y="2446720"/>
            <a:ext cx="2610635" cy="458688"/>
          </a:xfrm>
          <a:prstGeom prst="straightConnector1">
            <a:avLst/>
          </a:prstGeom>
          <a:ln w="19050">
            <a:solidFill>
              <a:schemeClr val="bg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31" name="Straight Arrow Connector 30">
            <a:extLst>
              <a:ext uri="{FF2B5EF4-FFF2-40B4-BE49-F238E27FC236}">
                <a16:creationId xmlns:a16="http://schemas.microsoft.com/office/drawing/2014/main" id="{EC2F2DDD-CA96-E10D-FB74-8C83C6A25C42}"/>
              </a:ext>
            </a:extLst>
          </p:cNvPr>
          <p:cNvCxnSpPr>
            <a:cxnSpLocks/>
            <a:stCxn id="2542614" idx="1"/>
          </p:cNvCxnSpPr>
          <p:nvPr/>
        </p:nvCxnSpPr>
        <p:spPr>
          <a:xfrm flipV="1">
            <a:off x="4318665" y="3295145"/>
            <a:ext cx="3738691" cy="398463"/>
          </a:xfrm>
          <a:prstGeom prst="straightConnector1">
            <a:avLst/>
          </a:prstGeom>
          <a:ln w="19050">
            <a:solidFill>
              <a:schemeClr val="bg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2542597" name="Straight Arrow Connector 2542596">
            <a:extLst>
              <a:ext uri="{FF2B5EF4-FFF2-40B4-BE49-F238E27FC236}">
                <a16:creationId xmlns:a16="http://schemas.microsoft.com/office/drawing/2014/main" id="{D3E48903-7458-2D01-088D-5330C3E1B1F8}"/>
              </a:ext>
            </a:extLst>
          </p:cNvPr>
          <p:cNvCxnSpPr>
            <a:cxnSpLocks/>
            <a:stCxn id="2542644" idx="1"/>
          </p:cNvCxnSpPr>
          <p:nvPr/>
        </p:nvCxnSpPr>
        <p:spPr>
          <a:xfrm>
            <a:off x="4321044" y="4310357"/>
            <a:ext cx="2686463" cy="328880"/>
          </a:xfrm>
          <a:prstGeom prst="straightConnector1">
            <a:avLst/>
          </a:prstGeom>
          <a:ln w="19050">
            <a:solidFill>
              <a:schemeClr val="bg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grpSp>
        <p:nvGrpSpPr>
          <p:cNvPr id="2542651" name="Group 2542650">
            <a:extLst>
              <a:ext uri="{FF2B5EF4-FFF2-40B4-BE49-F238E27FC236}">
                <a16:creationId xmlns:a16="http://schemas.microsoft.com/office/drawing/2014/main" id="{701A18D9-9C3C-F81B-5183-7DA36E490E33}"/>
              </a:ext>
            </a:extLst>
          </p:cNvPr>
          <p:cNvGrpSpPr/>
          <p:nvPr/>
        </p:nvGrpSpPr>
        <p:grpSpPr>
          <a:xfrm>
            <a:off x="3591340" y="1485275"/>
            <a:ext cx="5598768" cy="3873633"/>
            <a:chOff x="3662020" y="1650403"/>
            <a:chExt cx="5598768" cy="3873633"/>
          </a:xfrm>
        </p:grpSpPr>
        <p:sp>
          <p:nvSpPr>
            <p:cNvPr id="2542648" name="Oval 2542647">
              <a:extLst>
                <a:ext uri="{FF2B5EF4-FFF2-40B4-BE49-F238E27FC236}">
                  <a16:creationId xmlns:a16="http://schemas.microsoft.com/office/drawing/2014/main" id="{5954EECE-A86E-4CC3-DD60-F675B33B76C4}"/>
                </a:ext>
              </a:extLst>
            </p:cNvPr>
            <p:cNvSpPr/>
            <p:nvPr/>
          </p:nvSpPr>
          <p:spPr>
            <a:xfrm>
              <a:off x="6438571" y="1650403"/>
              <a:ext cx="2822217" cy="3873633"/>
            </a:xfrm>
            <a:prstGeom prst="ellipse">
              <a:avLst/>
            </a:prstGeom>
            <a:solidFill>
              <a:srgbClr val="4472C4">
                <a:alpha val="4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42649" name="TextBox 2542648">
              <a:extLst>
                <a:ext uri="{FF2B5EF4-FFF2-40B4-BE49-F238E27FC236}">
                  <a16:creationId xmlns:a16="http://schemas.microsoft.com/office/drawing/2014/main" id="{BEB64CA2-217D-4A6B-4730-D04694ABF6DF}"/>
                </a:ext>
              </a:extLst>
            </p:cNvPr>
            <p:cNvSpPr txBox="1"/>
            <p:nvPr/>
          </p:nvSpPr>
          <p:spPr>
            <a:xfrm>
              <a:off x="3662020" y="1725604"/>
              <a:ext cx="3256212" cy="369332"/>
            </a:xfrm>
            <a:prstGeom prst="rect">
              <a:avLst/>
            </a:prstGeom>
            <a:solidFill>
              <a:srgbClr val="4472C4">
                <a:alpha val="60000"/>
              </a:srgbClr>
            </a:solidFill>
          </p:spPr>
          <p:txBody>
            <a:bodyPr wrap="none" rtlCol="0">
              <a:spAutoFit/>
            </a:bodyPr>
            <a:lstStyle/>
            <a:p>
              <a:r>
                <a:rPr lang="en-US" dirty="0">
                  <a:solidFill>
                    <a:schemeClr val="bg1"/>
                  </a:solidFill>
                </a:rPr>
                <a:t>The value of drivers in the future</a:t>
              </a:r>
            </a:p>
          </p:txBody>
        </p:sp>
      </p:grpSp>
      <p:pic>
        <p:nvPicPr>
          <p:cNvPr id="2542652" name="Picture 2542651">
            <a:extLst>
              <a:ext uri="{FF2B5EF4-FFF2-40B4-BE49-F238E27FC236}">
                <a16:creationId xmlns:a16="http://schemas.microsoft.com/office/drawing/2014/main" id="{3C9775D0-F030-7F2B-F4C0-9FD6990F8A2C}"/>
              </a:ext>
            </a:extLst>
          </p:cNvPr>
          <p:cNvPicPr>
            <a:picLocks noChangeAspect="1"/>
          </p:cNvPicPr>
          <p:nvPr/>
        </p:nvPicPr>
        <p:blipFill>
          <a:blip r:embed="rId5">
            <a:biLevel thresh="25000"/>
            <a:extLst>
              <a:ext uri="{BEBA8EAE-BF5A-486C-A8C5-ECC9F3942E4B}">
                <a14:imgProps xmlns:a14="http://schemas.microsoft.com/office/drawing/2010/main">
                  <a14:imgLayer r:embed="rId6">
                    <a14:imgEffect>
                      <a14:backgroundRemoval t="5238" b="90000" l="6215" r="95198">
                        <a14:foregroundMark x1="66667" y1="6190" x2="66667" y2="6190"/>
                        <a14:foregroundMark x1="12429" y1="56667" x2="12429" y2="56667"/>
                        <a14:foregroundMark x1="16949" y1="59524" x2="16949" y2="59524"/>
                        <a14:foregroundMark x1="17232" y1="55238" x2="17232" y2="55238"/>
                        <a14:foregroundMark x1="14972" y1="65238" x2="14972" y2="65238"/>
                        <a14:foregroundMark x1="95198" y1="73810" x2="95198" y2="73810"/>
                        <a14:foregroundMark x1="18362" y1="82857" x2="18362" y2="82857"/>
                        <a14:foregroundMark x1="6215" y1="77143" x2="6215" y2="77143"/>
                      </a14:backgroundRemoval>
                    </a14:imgEffect>
                  </a14:imgLayer>
                </a14:imgProps>
              </a:ext>
            </a:extLst>
          </a:blip>
          <a:stretch>
            <a:fillRect/>
          </a:stretch>
        </p:blipFill>
        <p:spPr>
          <a:xfrm>
            <a:off x="2714175" y="4787270"/>
            <a:ext cx="412202" cy="244527"/>
          </a:xfrm>
          <a:prstGeom prst="rect">
            <a:avLst/>
          </a:prstGeom>
        </p:spPr>
      </p:pic>
      <p:cxnSp>
        <p:nvCxnSpPr>
          <p:cNvPr id="2542654" name="Straight Arrow Connector 2542653">
            <a:extLst>
              <a:ext uri="{FF2B5EF4-FFF2-40B4-BE49-F238E27FC236}">
                <a16:creationId xmlns:a16="http://schemas.microsoft.com/office/drawing/2014/main" id="{1356B7B8-A7C8-6F2E-9331-421F5BB4FC64}"/>
              </a:ext>
            </a:extLst>
          </p:cNvPr>
          <p:cNvCxnSpPr>
            <a:cxnSpLocks/>
            <a:stCxn id="2542652" idx="3"/>
          </p:cNvCxnSpPr>
          <p:nvPr/>
        </p:nvCxnSpPr>
        <p:spPr>
          <a:xfrm flipV="1">
            <a:off x="3126377" y="4310357"/>
            <a:ext cx="746198" cy="599177"/>
          </a:xfrm>
          <a:prstGeom prst="straightConnector1">
            <a:avLst/>
          </a:prstGeom>
          <a:ln w="28575">
            <a:solidFill>
              <a:schemeClr val="bg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2542655" name="Straight Arrow Connector 2542654">
            <a:extLst>
              <a:ext uri="{FF2B5EF4-FFF2-40B4-BE49-F238E27FC236}">
                <a16:creationId xmlns:a16="http://schemas.microsoft.com/office/drawing/2014/main" id="{C22B5E85-BD1F-6D26-A510-8216C196654B}"/>
              </a:ext>
            </a:extLst>
          </p:cNvPr>
          <p:cNvCxnSpPr>
            <a:cxnSpLocks/>
            <a:stCxn id="2542652" idx="3"/>
          </p:cNvCxnSpPr>
          <p:nvPr/>
        </p:nvCxnSpPr>
        <p:spPr>
          <a:xfrm flipV="1">
            <a:off x="3126377" y="3693608"/>
            <a:ext cx="743819" cy="1215926"/>
          </a:xfrm>
          <a:prstGeom prst="straightConnector1">
            <a:avLst/>
          </a:prstGeom>
          <a:ln w="28575">
            <a:solidFill>
              <a:schemeClr val="bg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pic>
        <p:nvPicPr>
          <p:cNvPr id="4" name="Picture 3" descr="A picture containing text, clipart&#10;&#10;Description automatically generated">
            <a:extLst>
              <a:ext uri="{FF2B5EF4-FFF2-40B4-BE49-F238E27FC236}">
                <a16:creationId xmlns:a16="http://schemas.microsoft.com/office/drawing/2014/main" id="{7D7E193C-D266-D131-3692-0FDA9BE49B02}"/>
              </a:ext>
            </a:extLst>
          </p:cNvPr>
          <p:cNvPicPr>
            <a:picLocks noChangeAspect="1"/>
          </p:cNvPicPr>
          <p:nvPr/>
        </p:nvPicPr>
        <p:blipFill>
          <a:blip r:embed="rId7">
            <a:extLst>
              <a:ext uri="{BEBA8EAE-BF5A-486C-A8C5-ECC9F3942E4B}">
                <a14:imgProps xmlns:a14="http://schemas.microsoft.com/office/drawing/2010/main">
                  <a14:imgLayer r:embed="rId8">
                    <a14:imgEffect>
                      <a14:backgroundRemoval t="5495" b="97253" l="4706" r="97059">
                        <a14:foregroundMark x1="45294" y1="24725" x2="45294" y2="24725"/>
                        <a14:foregroundMark x1="56471" y1="23626" x2="56471" y2="23626"/>
                        <a14:foregroundMark x1="41765" y1="20879" x2="41765" y2="20879"/>
                        <a14:foregroundMark x1="10000" y1="72527" x2="10000" y2="72527"/>
                        <a14:foregroundMark x1="10588" y1="79121" x2="10588" y2="79121"/>
                        <a14:foregroundMark x1="11765" y1="68681" x2="11765" y2="68681"/>
                        <a14:foregroundMark x1="6471" y1="68681" x2="6471" y2="68681"/>
                        <a14:foregroundMark x1="40000" y1="30220" x2="40000" y2="30220"/>
                        <a14:foregroundMark x1="54706" y1="20879" x2="54706" y2="20879"/>
                        <a14:foregroundMark x1="54706" y1="30220" x2="54706" y2="30220"/>
                        <a14:foregroundMark x1="54706" y1="30220" x2="54706" y2="30220"/>
                        <a14:foregroundMark x1="51765" y1="24176" x2="51765" y2="24176"/>
                        <a14:foregroundMark x1="53529" y1="30769" x2="53529" y2="30769"/>
                        <a14:foregroundMark x1="45882" y1="29670" x2="45882" y2="29670"/>
                        <a14:foregroundMark x1="8824" y1="87363" x2="8824" y2="87363"/>
                        <a14:foregroundMark x1="19412" y1="89011" x2="19412" y2="89011"/>
                        <a14:foregroundMark x1="31176" y1="93407" x2="31176" y2="93407"/>
                        <a14:foregroundMark x1="24118" y1="95604" x2="24118" y2="96154"/>
                        <a14:foregroundMark x1="24118" y1="87912" x2="24118" y2="95604"/>
                        <a14:foregroundMark x1="5882" y1="65385" x2="5882" y2="65385"/>
                        <a14:foregroundMark x1="9413" y1="62088" x2="8235" y2="61538"/>
                        <a14:foregroundMark x1="10588" y1="62637" x2="9413" y2="62088"/>
                        <a14:foregroundMark x1="16471" y1="65385" x2="10588" y2="62637"/>
                        <a14:foregroundMark x1="28235" y1="89560" x2="28235" y2="89560"/>
                        <a14:foregroundMark x1="31765" y1="96703" x2="31765" y2="96703"/>
                        <a14:foregroundMark x1="38235" y1="95604" x2="38235" y2="95604"/>
                        <a14:foregroundMark x1="35882" y1="92857" x2="35882" y2="92857"/>
                        <a14:foregroundMark x1="34118" y1="90110" x2="34118" y2="90110"/>
                        <a14:foregroundMark x1="41765" y1="90659" x2="41765" y2="90659"/>
                        <a14:foregroundMark x1="41765" y1="93956" x2="41765" y2="93956"/>
                        <a14:foregroundMark x1="45882" y1="97253" x2="45882" y2="97253"/>
                        <a14:foregroundMark x1="50000" y1="97802" x2="50000" y2="97802"/>
                        <a14:foregroundMark x1="52941" y1="97802" x2="52941" y2="97802"/>
                        <a14:foregroundMark x1="58235" y1="97253" x2="58235" y2="97253"/>
                        <a14:foregroundMark x1="61176" y1="97802" x2="61176" y2="97802"/>
                        <a14:foregroundMark x1="60000" y1="90110" x2="60000" y2="90110"/>
                        <a14:foregroundMark x1="64118" y1="90659" x2="64118" y2="90659"/>
                        <a14:foregroundMark x1="70000" y1="86813" x2="70000" y2="86813"/>
                        <a14:foregroundMark x1="74118" y1="85165" x2="74118" y2="85165"/>
                        <a14:foregroundMark x1="75882" y1="91758" x2="75882" y2="91758"/>
                        <a14:foregroundMark x1="87647" y1="75275" x2="87647" y2="75275"/>
                        <a14:foregroundMark x1="87647" y1="75275" x2="87647" y2="75275"/>
                        <a14:foregroundMark x1="87647" y1="72527" x2="87647" y2="72527"/>
                        <a14:foregroundMark x1="84706" y1="80769" x2="84706" y2="80769"/>
                        <a14:foregroundMark x1="92941" y1="82418" x2="92941" y2="82418"/>
                        <a14:foregroundMark x1="97059" y1="65934" x2="97059" y2="65934"/>
                        <a14:foregroundMark x1="88235" y1="65934" x2="88235" y2="65934"/>
                        <a14:foregroundMark x1="10000" y1="62088" x2="10000" y2="62088"/>
                        <a14:foregroundMark x1="10000" y1="62088" x2="10000" y2="62088"/>
                        <a14:foregroundMark x1="10000" y1="62088" x2="10000" y2="62088"/>
                        <a14:foregroundMark x1="10000" y1="62088" x2="10000" y2="62088"/>
                        <a14:foregroundMark x1="50000" y1="5495" x2="50000" y2="5495"/>
                        <a14:foregroundMark x1="9412" y1="62637" x2="9412" y2="62637"/>
                        <a14:foregroundMark x1="9412" y1="62088" x2="9412" y2="62088"/>
                        <a14:foregroundMark x1="9412" y1="62088" x2="9412" y2="62088"/>
                        <a14:foregroundMark x1="9412" y1="62088" x2="9412" y2="62088"/>
                        <a14:foregroundMark x1="9412" y1="62088" x2="9412" y2="62088"/>
                        <a14:backgroundMark x1="9412" y1="61538" x2="9412" y2="61538"/>
                        <a14:backgroundMark x1="8235" y1="60989" x2="8235" y2="60989"/>
                        <a14:backgroundMark x1="11765" y1="62637" x2="11765" y2="62637"/>
                        <a14:backgroundMark x1="10588" y1="62088" x2="10588" y2="62088"/>
                        <a14:backgroundMark x1="24706" y1="96154" x2="24706" y2="96154"/>
                        <a14:backgroundMark x1="24118" y1="95604" x2="24118" y2="95604"/>
                        <a14:backgroundMark x1="23529" y1="97253" x2="23529" y2="97253"/>
                        <a14:backgroundMark x1="24118" y1="97253" x2="24118" y2="97253"/>
                        <a14:backgroundMark x1="24118" y1="97253" x2="24118" y2="97253"/>
                        <a14:backgroundMark x1="23529" y1="97802" x2="23529" y2="97802"/>
                        <a14:backgroundMark x1="23529" y1="96703" x2="23529" y2="96703"/>
                        <a14:backgroundMark x1="23529" y1="96703" x2="23529" y2="96154"/>
                        <a14:backgroundMark x1="7647" y1="62088" x2="7647" y2="62088"/>
                        <a14:backgroundMark x1="8824" y1="62637" x2="8824" y2="62637"/>
                      </a14:backgroundRemoval>
                    </a14:imgEffect>
                  </a14:imgLayer>
                </a14:imgProps>
              </a:ext>
            </a:extLst>
          </a:blip>
          <a:stretch>
            <a:fillRect/>
          </a:stretch>
        </p:blipFill>
        <p:spPr>
          <a:xfrm>
            <a:off x="11521881" y="6235103"/>
            <a:ext cx="518216" cy="554796"/>
          </a:xfrm>
          <a:prstGeom prst="rect">
            <a:avLst/>
          </a:prstGeom>
        </p:spPr>
      </p:pic>
      <p:pic>
        <p:nvPicPr>
          <p:cNvPr id="11" name="Picture 10">
            <a:extLst>
              <a:ext uri="{FF2B5EF4-FFF2-40B4-BE49-F238E27FC236}">
                <a16:creationId xmlns:a16="http://schemas.microsoft.com/office/drawing/2014/main" id="{674EAF75-4595-33DC-1236-5DF0890C4EEF}"/>
              </a:ext>
            </a:extLst>
          </p:cNvPr>
          <p:cNvPicPr>
            <a:picLocks noChangeAspect="1"/>
          </p:cNvPicPr>
          <p:nvPr/>
        </p:nvPicPr>
        <p:blipFill>
          <a:blip r:embed="rId9"/>
          <a:stretch>
            <a:fillRect/>
          </a:stretch>
        </p:blipFill>
        <p:spPr>
          <a:xfrm>
            <a:off x="189185" y="6505401"/>
            <a:ext cx="1948619" cy="175408"/>
          </a:xfrm>
          <a:prstGeom prst="rect">
            <a:avLst/>
          </a:prstGeom>
        </p:spPr>
      </p:pic>
      <p:grpSp>
        <p:nvGrpSpPr>
          <p:cNvPr id="27" name="Group 1230">
            <a:extLst>
              <a:ext uri="{FF2B5EF4-FFF2-40B4-BE49-F238E27FC236}">
                <a16:creationId xmlns:a16="http://schemas.microsoft.com/office/drawing/2014/main" id="{6624D889-93D5-55C8-A218-1D9B1D053A92}"/>
              </a:ext>
            </a:extLst>
          </p:cNvPr>
          <p:cNvGrpSpPr>
            <a:grpSpLocks/>
          </p:cNvGrpSpPr>
          <p:nvPr/>
        </p:nvGrpSpPr>
        <p:grpSpPr bwMode="auto">
          <a:xfrm>
            <a:off x="7071518" y="1846938"/>
            <a:ext cx="985838" cy="811213"/>
            <a:chOff x="2700" y="1858"/>
            <a:chExt cx="948" cy="780"/>
          </a:xfrm>
        </p:grpSpPr>
        <p:sp>
          <p:nvSpPr>
            <p:cNvPr id="29" name="Rectangle 1231">
              <a:extLst>
                <a:ext uri="{FF2B5EF4-FFF2-40B4-BE49-F238E27FC236}">
                  <a16:creationId xmlns:a16="http://schemas.microsoft.com/office/drawing/2014/main" id="{29900025-69B7-C486-6E63-9CFE88AD0117}"/>
                </a:ext>
              </a:extLst>
            </p:cNvPr>
            <p:cNvSpPr>
              <a:spLocks noChangeArrowheads="1"/>
            </p:cNvSpPr>
            <p:nvPr/>
          </p:nvSpPr>
          <p:spPr bwMode="auto">
            <a:xfrm>
              <a:off x="2700" y="1858"/>
              <a:ext cx="948" cy="780"/>
            </a:xfrm>
            <a:prstGeom prst="rect">
              <a:avLst/>
            </a:prstGeom>
            <a:solidFill>
              <a:srgbClr val="3770FD">
                <a:alpha val="50195"/>
              </a:srgbClr>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p>
              <a:endParaRPr lang="en-US" dirty="0"/>
            </a:p>
          </p:txBody>
        </p:sp>
        <p:grpSp>
          <p:nvGrpSpPr>
            <p:cNvPr id="30" name="Group 1232">
              <a:extLst>
                <a:ext uri="{FF2B5EF4-FFF2-40B4-BE49-F238E27FC236}">
                  <a16:creationId xmlns:a16="http://schemas.microsoft.com/office/drawing/2014/main" id="{633D5EFD-FB5A-66F4-C66C-8A53CD0AE31D}"/>
                </a:ext>
              </a:extLst>
            </p:cNvPr>
            <p:cNvGrpSpPr>
              <a:grpSpLocks/>
            </p:cNvGrpSpPr>
            <p:nvPr/>
          </p:nvGrpSpPr>
          <p:grpSpPr bwMode="auto">
            <a:xfrm>
              <a:off x="2931" y="2061"/>
              <a:ext cx="506" cy="416"/>
              <a:chOff x="4101" y="2013"/>
              <a:chExt cx="506" cy="416"/>
            </a:xfrm>
          </p:grpSpPr>
          <p:sp>
            <p:nvSpPr>
              <p:cNvPr id="2542594" name="Line 1233">
                <a:extLst>
                  <a:ext uri="{FF2B5EF4-FFF2-40B4-BE49-F238E27FC236}">
                    <a16:creationId xmlns:a16="http://schemas.microsoft.com/office/drawing/2014/main" id="{CA14D8E6-6C8A-9151-9E65-7FE7D7F443B3}"/>
                  </a:ext>
                </a:extLst>
              </p:cNvPr>
              <p:cNvSpPr>
                <a:spLocks noChangeShapeType="1"/>
              </p:cNvSpPr>
              <p:nvPr/>
            </p:nvSpPr>
            <p:spPr bwMode="auto">
              <a:xfrm flipV="1">
                <a:off x="4101" y="2013"/>
                <a:ext cx="0" cy="416"/>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2542596" name="Line 1234">
                <a:extLst>
                  <a:ext uri="{FF2B5EF4-FFF2-40B4-BE49-F238E27FC236}">
                    <a16:creationId xmlns:a16="http://schemas.microsoft.com/office/drawing/2014/main" id="{B0534EF3-5796-3213-8667-AFEB8D7FABE8}"/>
                  </a:ext>
                </a:extLst>
              </p:cNvPr>
              <p:cNvSpPr>
                <a:spLocks noChangeShapeType="1"/>
              </p:cNvSpPr>
              <p:nvPr/>
            </p:nvSpPr>
            <p:spPr bwMode="auto">
              <a:xfrm>
                <a:off x="4107" y="2423"/>
                <a:ext cx="500"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2542598" name="Arc 1235">
                <a:extLst>
                  <a:ext uri="{FF2B5EF4-FFF2-40B4-BE49-F238E27FC236}">
                    <a16:creationId xmlns:a16="http://schemas.microsoft.com/office/drawing/2014/main" id="{1054E7E9-7132-42EE-9E39-ADC8D4846CE5}"/>
                  </a:ext>
                </a:extLst>
              </p:cNvPr>
              <p:cNvSpPr>
                <a:spLocks/>
              </p:cNvSpPr>
              <p:nvPr/>
            </p:nvSpPr>
            <p:spPr bwMode="auto">
              <a:xfrm flipH="1" flipV="1">
                <a:off x="4109" y="2068"/>
                <a:ext cx="379" cy="331"/>
              </a:xfrm>
              <a:custGeom>
                <a:avLst/>
                <a:gdLst>
                  <a:gd name="T0" fmla="*/ 7 w 21600"/>
                  <a:gd name="T1" fmla="*/ 0 h 21600"/>
                  <a:gd name="T2" fmla="*/ 0 w 21600"/>
                  <a:gd name="T3" fmla="*/ 5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21600" y="0"/>
                    </a:moveTo>
                    <a:cubicBezTo>
                      <a:pt x="21600" y="11929"/>
                      <a:pt x="11929" y="21599"/>
                      <a:pt x="0" y="21600"/>
                    </a:cubicBezTo>
                  </a:path>
                  <a:path w="21600" h="21600" stroke="0" extrusionOk="0">
                    <a:moveTo>
                      <a:pt x="21600" y="0"/>
                    </a:moveTo>
                    <a:cubicBezTo>
                      <a:pt x="21600" y="11929"/>
                      <a:pt x="11929" y="21599"/>
                      <a:pt x="0" y="21600"/>
                    </a:cubicBezTo>
                    <a:lnTo>
                      <a:pt x="0" y="0"/>
                    </a:lnTo>
                    <a:close/>
                  </a:path>
                </a:pathLst>
              </a:custGeom>
              <a:noFill/>
              <a:ln w="28575" cap="rnd">
                <a:solidFill>
                  <a:schemeClr val="bg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dirty="0"/>
              </a:p>
            </p:txBody>
          </p:sp>
        </p:grpSp>
      </p:grpSp>
      <p:grpSp>
        <p:nvGrpSpPr>
          <p:cNvPr id="2542599" name="Group 1230">
            <a:extLst>
              <a:ext uri="{FF2B5EF4-FFF2-40B4-BE49-F238E27FC236}">
                <a16:creationId xmlns:a16="http://schemas.microsoft.com/office/drawing/2014/main" id="{66C4ADB6-8B20-77C5-EDD5-C81C2DC4ACCD}"/>
              </a:ext>
            </a:extLst>
          </p:cNvPr>
          <p:cNvGrpSpPr>
            <a:grpSpLocks/>
          </p:cNvGrpSpPr>
          <p:nvPr/>
        </p:nvGrpSpPr>
        <p:grpSpPr bwMode="auto">
          <a:xfrm>
            <a:off x="8052743" y="2785163"/>
            <a:ext cx="985838" cy="811213"/>
            <a:chOff x="2700" y="1858"/>
            <a:chExt cx="948" cy="780"/>
          </a:xfrm>
        </p:grpSpPr>
        <p:sp>
          <p:nvSpPr>
            <p:cNvPr id="2542600" name="Rectangle 1231">
              <a:extLst>
                <a:ext uri="{FF2B5EF4-FFF2-40B4-BE49-F238E27FC236}">
                  <a16:creationId xmlns:a16="http://schemas.microsoft.com/office/drawing/2014/main" id="{55C72AFC-5DA5-EEE8-9D2D-91D40723E84D}"/>
                </a:ext>
              </a:extLst>
            </p:cNvPr>
            <p:cNvSpPr>
              <a:spLocks noChangeArrowheads="1"/>
            </p:cNvSpPr>
            <p:nvPr/>
          </p:nvSpPr>
          <p:spPr bwMode="auto">
            <a:xfrm>
              <a:off x="2700" y="1858"/>
              <a:ext cx="948" cy="780"/>
            </a:xfrm>
            <a:prstGeom prst="rect">
              <a:avLst/>
            </a:prstGeom>
            <a:solidFill>
              <a:srgbClr val="3770FD">
                <a:alpha val="50195"/>
              </a:srgbClr>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p>
              <a:endParaRPr lang="en-US" dirty="0"/>
            </a:p>
          </p:txBody>
        </p:sp>
        <p:grpSp>
          <p:nvGrpSpPr>
            <p:cNvPr id="2542601" name="Group 1232">
              <a:extLst>
                <a:ext uri="{FF2B5EF4-FFF2-40B4-BE49-F238E27FC236}">
                  <a16:creationId xmlns:a16="http://schemas.microsoft.com/office/drawing/2014/main" id="{283F18C1-81FD-A197-78EC-030B05023774}"/>
                </a:ext>
              </a:extLst>
            </p:cNvPr>
            <p:cNvGrpSpPr>
              <a:grpSpLocks/>
            </p:cNvGrpSpPr>
            <p:nvPr/>
          </p:nvGrpSpPr>
          <p:grpSpPr bwMode="auto">
            <a:xfrm>
              <a:off x="2931" y="2061"/>
              <a:ext cx="506" cy="416"/>
              <a:chOff x="4101" y="2013"/>
              <a:chExt cx="506" cy="416"/>
            </a:xfrm>
          </p:grpSpPr>
          <p:sp>
            <p:nvSpPr>
              <p:cNvPr id="2542602" name="Line 1233">
                <a:extLst>
                  <a:ext uri="{FF2B5EF4-FFF2-40B4-BE49-F238E27FC236}">
                    <a16:creationId xmlns:a16="http://schemas.microsoft.com/office/drawing/2014/main" id="{2E49594C-A60A-BD42-275D-3FE4D3029635}"/>
                  </a:ext>
                </a:extLst>
              </p:cNvPr>
              <p:cNvSpPr>
                <a:spLocks noChangeShapeType="1"/>
              </p:cNvSpPr>
              <p:nvPr/>
            </p:nvSpPr>
            <p:spPr bwMode="auto">
              <a:xfrm flipV="1">
                <a:off x="4101" y="2013"/>
                <a:ext cx="0" cy="416"/>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2542645" name="Line 1234">
                <a:extLst>
                  <a:ext uri="{FF2B5EF4-FFF2-40B4-BE49-F238E27FC236}">
                    <a16:creationId xmlns:a16="http://schemas.microsoft.com/office/drawing/2014/main" id="{B181ED28-6E93-90D6-13AB-690F9AC84A28}"/>
                  </a:ext>
                </a:extLst>
              </p:cNvPr>
              <p:cNvSpPr>
                <a:spLocks noChangeShapeType="1"/>
              </p:cNvSpPr>
              <p:nvPr/>
            </p:nvSpPr>
            <p:spPr bwMode="auto">
              <a:xfrm>
                <a:off x="4107" y="2423"/>
                <a:ext cx="500"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2542657" name="Arc 1235">
                <a:extLst>
                  <a:ext uri="{FF2B5EF4-FFF2-40B4-BE49-F238E27FC236}">
                    <a16:creationId xmlns:a16="http://schemas.microsoft.com/office/drawing/2014/main" id="{C3DF1C52-11BC-2A01-821B-E302E4AE5CC9}"/>
                  </a:ext>
                </a:extLst>
              </p:cNvPr>
              <p:cNvSpPr>
                <a:spLocks/>
              </p:cNvSpPr>
              <p:nvPr/>
            </p:nvSpPr>
            <p:spPr bwMode="auto">
              <a:xfrm flipH="1" flipV="1">
                <a:off x="4109" y="2068"/>
                <a:ext cx="379" cy="331"/>
              </a:xfrm>
              <a:custGeom>
                <a:avLst/>
                <a:gdLst>
                  <a:gd name="T0" fmla="*/ 7 w 21600"/>
                  <a:gd name="T1" fmla="*/ 0 h 21600"/>
                  <a:gd name="T2" fmla="*/ 0 w 21600"/>
                  <a:gd name="T3" fmla="*/ 5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21600" y="0"/>
                    </a:moveTo>
                    <a:cubicBezTo>
                      <a:pt x="21600" y="11929"/>
                      <a:pt x="11929" y="21599"/>
                      <a:pt x="0" y="21600"/>
                    </a:cubicBezTo>
                  </a:path>
                  <a:path w="21600" h="21600" stroke="0" extrusionOk="0">
                    <a:moveTo>
                      <a:pt x="21600" y="0"/>
                    </a:moveTo>
                    <a:cubicBezTo>
                      <a:pt x="21600" y="11929"/>
                      <a:pt x="11929" y="21599"/>
                      <a:pt x="0" y="21600"/>
                    </a:cubicBezTo>
                    <a:lnTo>
                      <a:pt x="0" y="0"/>
                    </a:lnTo>
                    <a:close/>
                  </a:path>
                </a:pathLst>
              </a:custGeom>
              <a:noFill/>
              <a:ln w="28575" cap="rnd">
                <a:solidFill>
                  <a:schemeClr val="bg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dirty="0"/>
              </a:p>
            </p:txBody>
          </p:sp>
        </p:grpSp>
      </p:grpSp>
      <p:grpSp>
        <p:nvGrpSpPr>
          <p:cNvPr id="2542658" name="Group 1230">
            <a:extLst>
              <a:ext uri="{FF2B5EF4-FFF2-40B4-BE49-F238E27FC236}">
                <a16:creationId xmlns:a16="http://schemas.microsoft.com/office/drawing/2014/main" id="{DF0F37D4-670E-75FB-84A6-23B1516625D7}"/>
              </a:ext>
            </a:extLst>
          </p:cNvPr>
          <p:cNvGrpSpPr>
            <a:grpSpLocks/>
          </p:cNvGrpSpPr>
          <p:nvPr/>
        </p:nvGrpSpPr>
        <p:grpSpPr bwMode="auto">
          <a:xfrm>
            <a:off x="7096666" y="4224479"/>
            <a:ext cx="985838" cy="811213"/>
            <a:chOff x="2700" y="1858"/>
            <a:chExt cx="948" cy="780"/>
          </a:xfrm>
        </p:grpSpPr>
        <p:sp>
          <p:nvSpPr>
            <p:cNvPr id="2542660" name="Rectangle 1231">
              <a:extLst>
                <a:ext uri="{FF2B5EF4-FFF2-40B4-BE49-F238E27FC236}">
                  <a16:creationId xmlns:a16="http://schemas.microsoft.com/office/drawing/2014/main" id="{F5BA0104-5664-A673-AB99-A8458C687B17}"/>
                </a:ext>
              </a:extLst>
            </p:cNvPr>
            <p:cNvSpPr>
              <a:spLocks noChangeArrowheads="1"/>
            </p:cNvSpPr>
            <p:nvPr/>
          </p:nvSpPr>
          <p:spPr bwMode="auto">
            <a:xfrm>
              <a:off x="2700" y="1858"/>
              <a:ext cx="948" cy="780"/>
            </a:xfrm>
            <a:prstGeom prst="rect">
              <a:avLst/>
            </a:prstGeom>
            <a:solidFill>
              <a:srgbClr val="3770FD">
                <a:alpha val="50195"/>
              </a:srgbClr>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p>
              <a:endParaRPr lang="en-US" dirty="0"/>
            </a:p>
          </p:txBody>
        </p:sp>
        <p:grpSp>
          <p:nvGrpSpPr>
            <p:cNvPr id="2542661" name="Group 1232">
              <a:extLst>
                <a:ext uri="{FF2B5EF4-FFF2-40B4-BE49-F238E27FC236}">
                  <a16:creationId xmlns:a16="http://schemas.microsoft.com/office/drawing/2014/main" id="{10B70F20-5023-0788-FE5A-4BE3257F5A88}"/>
                </a:ext>
              </a:extLst>
            </p:cNvPr>
            <p:cNvGrpSpPr>
              <a:grpSpLocks/>
            </p:cNvGrpSpPr>
            <p:nvPr/>
          </p:nvGrpSpPr>
          <p:grpSpPr bwMode="auto">
            <a:xfrm>
              <a:off x="2931" y="2061"/>
              <a:ext cx="506" cy="416"/>
              <a:chOff x="4101" y="2013"/>
              <a:chExt cx="506" cy="416"/>
            </a:xfrm>
          </p:grpSpPr>
          <p:sp>
            <p:nvSpPr>
              <p:cNvPr id="2542663" name="Line 1233">
                <a:extLst>
                  <a:ext uri="{FF2B5EF4-FFF2-40B4-BE49-F238E27FC236}">
                    <a16:creationId xmlns:a16="http://schemas.microsoft.com/office/drawing/2014/main" id="{77C2F3A5-2E72-3478-E8A2-889ACFBF90BE}"/>
                  </a:ext>
                </a:extLst>
              </p:cNvPr>
              <p:cNvSpPr>
                <a:spLocks noChangeShapeType="1"/>
              </p:cNvSpPr>
              <p:nvPr/>
            </p:nvSpPr>
            <p:spPr bwMode="auto">
              <a:xfrm flipV="1">
                <a:off x="4101" y="2013"/>
                <a:ext cx="0" cy="416"/>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2542664" name="Line 1234">
                <a:extLst>
                  <a:ext uri="{FF2B5EF4-FFF2-40B4-BE49-F238E27FC236}">
                    <a16:creationId xmlns:a16="http://schemas.microsoft.com/office/drawing/2014/main" id="{490793DA-2022-0861-D101-BF527ADAF521}"/>
                  </a:ext>
                </a:extLst>
              </p:cNvPr>
              <p:cNvSpPr>
                <a:spLocks noChangeShapeType="1"/>
              </p:cNvSpPr>
              <p:nvPr/>
            </p:nvSpPr>
            <p:spPr bwMode="auto">
              <a:xfrm>
                <a:off x="4107" y="2423"/>
                <a:ext cx="500"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2542665" name="Arc 1235">
                <a:extLst>
                  <a:ext uri="{FF2B5EF4-FFF2-40B4-BE49-F238E27FC236}">
                    <a16:creationId xmlns:a16="http://schemas.microsoft.com/office/drawing/2014/main" id="{A90D398F-598C-78A4-0F7B-2E193575124E}"/>
                  </a:ext>
                </a:extLst>
              </p:cNvPr>
              <p:cNvSpPr>
                <a:spLocks/>
              </p:cNvSpPr>
              <p:nvPr/>
            </p:nvSpPr>
            <p:spPr bwMode="auto">
              <a:xfrm flipH="1" flipV="1">
                <a:off x="4109" y="2068"/>
                <a:ext cx="379" cy="331"/>
              </a:xfrm>
              <a:custGeom>
                <a:avLst/>
                <a:gdLst>
                  <a:gd name="T0" fmla="*/ 7 w 21600"/>
                  <a:gd name="T1" fmla="*/ 0 h 21600"/>
                  <a:gd name="T2" fmla="*/ 0 w 21600"/>
                  <a:gd name="T3" fmla="*/ 5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21600" y="0"/>
                    </a:moveTo>
                    <a:cubicBezTo>
                      <a:pt x="21600" y="11929"/>
                      <a:pt x="11929" y="21599"/>
                      <a:pt x="0" y="21600"/>
                    </a:cubicBezTo>
                  </a:path>
                  <a:path w="21600" h="21600" stroke="0" extrusionOk="0">
                    <a:moveTo>
                      <a:pt x="21600" y="0"/>
                    </a:moveTo>
                    <a:cubicBezTo>
                      <a:pt x="21600" y="11929"/>
                      <a:pt x="11929" y="21599"/>
                      <a:pt x="0" y="21600"/>
                    </a:cubicBezTo>
                    <a:lnTo>
                      <a:pt x="0" y="0"/>
                    </a:lnTo>
                    <a:close/>
                  </a:path>
                </a:pathLst>
              </a:custGeom>
              <a:noFill/>
              <a:ln w="28575" cap="rnd">
                <a:solidFill>
                  <a:schemeClr val="bg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dirty="0"/>
              </a:p>
            </p:txBody>
          </p:sp>
        </p:grpSp>
      </p:grpSp>
      <p:sp>
        <p:nvSpPr>
          <p:cNvPr id="2542668" name="Title 1">
            <a:extLst>
              <a:ext uri="{FF2B5EF4-FFF2-40B4-BE49-F238E27FC236}">
                <a16:creationId xmlns:a16="http://schemas.microsoft.com/office/drawing/2014/main" id="{E126C5D0-0080-C76A-4A4A-688250D608BD}"/>
              </a:ext>
            </a:extLst>
          </p:cNvPr>
          <p:cNvSpPr>
            <a:spLocks noGrp="1"/>
          </p:cNvSpPr>
          <p:nvPr>
            <p:ph type="title"/>
          </p:nvPr>
        </p:nvSpPr>
        <p:spPr>
          <a:xfrm>
            <a:off x="2021700" y="14484"/>
            <a:ext cx="8283900" cy="550500"/>
          </a:xfrm>
        </p:spPr>
        <p:txBody>
          <a:bodyPr/>
          <a:lstStyle/>
          <a:p>
            <a:r>
              <a:rPr lang="en-US" dirty="0">
                <a:solidFill>
                  <a:schemeClr val="bg1"/>
                </a:solidFill>
              </a:rPr>
              <a:t>Truckload fleet planning at Schneider National</a:t>
            </a:r>
          </a:p>
        </p:txBody>
      </p:sp>
    </p:spTree>
    <p:extLst>
      <p:ext uri="{BB962C8B-B14F-4D97-AF65-F5344CB8AC3E}">
        <p14:creationId xmlns:p14="http://schemas.microsoft.com/office/powerpoint/2010/main" val="231860223"/>
      </p:ext>
    </p:extLst>
  </p:cSld>
  <p:clrMapOvr>
    <a:masterClrMapping/>
  </p:clrMapOvr>
  <p:transition spd="slow">
    <p:wipe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500"/>
                            </p:stCondLst>
                            <p:childTnLst>
                              <p:par>
                                <p:cTn id="5" presetID="9" presetClass="entr" presetSubtype="0" fill="hold" nodeType="afterEffect">
                                  <p:stCondLst>
                                    <p:cond delay="0"/>
                                  </p:stCondLst>
                                  <p:childTnLst>
                                    <p:set>
                                      <p:cBhvr>
                                        <p:cTn id="6" dur="1" fill="hold">
                                          <p:stCondLst>
                                            <p:cond delay="0"/>
                                          </p:stCondLst>
                                        </p:cTn>
                                        <p:tgtEl>
                                          <p:spTgt spid="27"/>
                                        </p:tgtEl>
                                        <p:attrNameLst>
                                          <p:attrName>style.visibility</p:attrName>
                                        </p:attrNameLst>
                                      </p:cBhvr>
                                      <p:to>
                                        <p:strVal val="visible"/>
                                      </p:to>
                                    </p:set>
                                    <p:animEffect transition="in" filter="dissolve">
                                      <p:cBhvr>
                                        <p:cTn id="7" dur="500"/>
                                        <p:tgtEl>
                                          <p:spTgt spid="27"/>
                                        </p:tgtEl>
                                      </p:cBhvr>
                                    </p:animEffect>
                                  </p:childTnLst>
                                </p:cTn>
                              </p:par>
                            </p:childTnLst>
                          </p:cTn>
                        </p:par>
                        <p:par>
                          <p:cTn id="8" fill="hold">
                            <p:stCondLst>
                              <p:cond delay="1000"/>
                            </p:stCondLst>
                            <p:childTnLst>
                              <p:par>
                                <p:cTn id="9" presetID="9" presetClass="entr" presetSubtype="0" fill="hold" nodeType="afterEffect">
                                  <p:stCondLst>
                                    <p:cond delay="0"/>
                                  </p:stCondLst>
                                  <p:childTnLst>
                                    <p:set>
                                      <p:cBhvr>
                                        <p:cTn id="10" dur="1" fill="hold">
                                          <p:stCondLst>
                                            <p:cond delay="0"/>
                                          </p:stCondLst>
                                        </p:cTn>
                                        <p:tgtEl>
                                          <p:spTgt spid="2542599"/>
                                        </p:tgtEl>
                                        <p:attrNameLst>
                                          <p:attrName>style.visibility</p:attrName>
                                        </p:attrNameLst>
                                      </p:cBhvr>
                                      <p:to>
                                        <p:strVal val="visible"/>
                                      </p:to>
                                    </p:set>
                                    <p:animEffect transition="in" filter="dissolve">
                                      <p:cBhvr>
                                        <p:cTn id="11" dur="500"/>
                                        <p:tgtEl>
                                          <p:spTgt spid="2542599"/>
                                        </p:tgtEl>
                                      </p:cBhvr>
                                    </p:animEffect>
                                  </p:childTnLst>
                                </p:cTn>
                              </p:par>
                            </p:childTnLst>
                          </p:cTn>
                        </p:par>
                        <p:par>
                          <p:cTn id="12" fill="hold">
                            <p:stCondLst>
                              <p:cond delay="1500"/>
                            </p:stCondLst>
                            <p:childTnLst>
                              <p:par>
                                <p:cTn id="13" presetID="9" presetClass="entr" presetSubtype="0" fill="hold" nodeType="afterEffect">
                                  <p:stCondLst>
                                    <p:cond delay="0"/>
                                  </p:stCondLst>
                                  <p:childTnLst>
                                    <p:set>
                                      <p:cBhvr>
                                        <p:cTn id="14" dur="1" fill="hold">
                                          <p:stCondLst>
                                            <p:cond delay="0"/>
                                          </p:stCondLst>
                                        </p:cTn>
                                        <p:tgtEl>
                                          <p:spTgt spid="2542658"/>
                                        </p:tgtEl>
                                        <p:attrNameLst>
                                          <p:attrName>style.visibility</p:attrName>
                                        </p:attrNameLst>
                                      </p:cBhvr>
                                      <p:to>
                                        <p:strVal val="visible"/>
                                      </p:to>
                                    </p:set>
                                    <p:animEffect transition="in" filter="dissolve">
                                      <p:cBhvr>
                                        <p:cTn id="15" dur="500"/>
                                        <p:tgtEl>
                                          <p:spTgt spid="2542658"/>
                                        </p:tgtEl>
                                      </p:cBhvr>
                                    </p:animEffect>
                                  </p:childTnLst>
                                </p:cTn>
                              </p:par>
                            </p:childTnLst>
                          </p:cTn>
                        </p:par>
                        <p:par>
                          <p:cTn id="16" fill="hold">
                            <p:stCondLst>
                              <p:cond delay="2000"/>
                            </p:stCondLst>
                            <p:childTnLst>
                              <p:par>
                                <p:cTn id="17" presetID="22" presetClass="entr" presetSubtype="1" fill="hold" nodeType="afterEffect">
                                  <p:stCondLst>
                                    <p:cond delay="0"/>
                                  </p:stCondLst>
                                  <p:childTnLst>
                                    <p:set>
                                      <p:cBhvr>
                                        <p:cTn id="18" dur="1" fill="hold">
                                          <p:stCondLst>
                                            <p:cond delay="0"/>
                                          </p:stCondLst>
                                        </p:cTn>
                                        <p:tgtEl>
                                          <p:spTgt spid="2542651"/>
                                        </p:tgtEl>
                                        <p:attrNameLst>
                                          <p:attrName>style.visibility</p:attrName>
                                        </p:attrNameLst>
                                      </p:cBhvr>
                                      <p:to>
                                        <p:strVal val="visible"/>
                                      </p:to>
                                    </p:set>
                                    <p:animEffect transition="in" filter="wipe(up)">
                                      <p:cBhvr>
                                        <p:cTn id="19" dur="500"/>
                                        <p:tgtEl>
                                          <p:spTgt spid="254265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5452BE7-C59D-FB2E-81F6-D54026B21238}"/>
            </a:ext>
          </a:extLst>
        </p:cNvPr>
        <p:cNvGrpSpPr/>
        <p:nvPr/>
      </p:nvGrpSpPr>
      <p:grpSpPr>
        <a:xfrm>
          <a:off x="0" y="0"/>
          <a:ext cx="0" cy="0"/>
          <a:chOff x="0" y="0"/>
          <a:chExt cx="0" cy="0"/>
        </a:xfrm>
      </p:grpSpPr>
      <p:grpSp>
        <p:nvGrpSpPr>
          <p:cNvPr id="2" name="Group 1">
            <a:extLst>
              <a:ext uri="{FF2B5EF4-FFF2-40B4-BE49-F238E27FC236}">
                <a16:creationId xmlns:a16="http://schemas.microsoft.com/office/drawing/2014/main" id="{718E4090-4397-2215-53E4-69D9FED4A3ED}"/>
              </a:ext>
            </a:extLst>
          </p:cNvPr>
          <p:cNvGrpSpPr/>
          <p:nvPr/>
        </p:nvGrpSpPr>
        <p:grpSpPr>
          <a:xfrm>
            <a:off x="0" y="0"/>
            <a:ext cx="12192000" cy="6858000"/>
            <a:chOff x="679450" y="1866900"/>
            <a:chExt cx="7200900" cy="3905250"/>
          </a:xfrm>
        </p:grpSpPr>
        <p:pic>
          <p:nvPicPr>
            <p:cNvPr id="3" name="Picture 2">
              <a:extLst>
                <a:ext uri="{FF2B5EF4-FFF2-40B4-BE49-F238E27FC236}">
                  <a16:creationId xmlns:a16="http://schemas.microsoft.com/office/drawing/2014/main" id="{209B798A-222E-E1F7-2AC7-517817833D8E}"/>
                </a:ext>
              </a:extLst>
            </p:cNvPr>
            <p:cNvPicPr>
              <a:picLocks noChangeAspect="1"/>
            </p:cNvPicPr>
            <p:nvPr/>
          </p:nvPicPr>
          <p:blipFill rotWithShape="1">
            <a:blip r:embed="rId3"/>
            <a:srcRect l="5574" t="26381" r="35364" b="14572"/>
            <a:stretch/>
          </p:blipFill>
          <p:spPr>
            <a:xfrm>
              <a:off x="679450" y="1866900"/>
              <a:ext cx="7200900" cy="3905250"/>
            </a:xfrm>
            <a:prstGeom prst="rect">
              <a:avLst/>
            </a:prstGeom>
          </p:spPr>
        </p:pic>
        <p:pic>
          <p:nvPicPr>
            <p:cNvPr id="4" name="Picture 3">
              <a:extLst>
                <a:ext uri="{FF2B5EF4-FFF2-40B4-BE49-F238E27FC236}">
                  <a16:creationId xmlns:a16="http://schemas.microsoft.com/office/drawing/2014/main" id="{8E98A9F1-CC93-8221-C0C5-A74FF724BC3B}"/>
                </a:ext>
              </a:extLst>
            </p:cNvPr>
            <p:cNvPicPr>
              <a:picLocks noChangeAspect="1"/>
            </p:cNvPicPr>
            <p:nvPr/>
          </p:nvPicPr>
          <p:blipFill>
            <a:blip r:embed="rId4"/>
            <a:stretch>
              <a:fillRect/>
            </a:stretch>
          </p:blipFill>
          <p:spPr>
            <a:xfrm>
              <a:off x="4706911" y="4695670"/>
              <a:ext cx="451241" cy="243590"/>
            </a:xfrm>
            <a:prstGeom prst="rect">
              <a:avLst/>
            </a:prstGeom>
          </p:spPr>
        </p:pic>
      </p:grpSp>
      <p:grpSp>
        <p:nvGrpSpPr>
          <p:cNvPr id="103428" name="Group 2">
            <a:extLst>
              <a:ext uri="{FF2B5EF4-FFF2-40B4-BE49-F238E27FC236}">
                <a16:creationId xmlns:a16="http://schemas.microsoft.com/office/drawing/2014/main" id="{CA159EC3-57AF-35FC-3924-C077AEF2AA10}"/>
              </a:ext>
            </a:extLst>
          </p:cNvPr>
          <p:cNvGrpSpPr>
            <a:grpSpLocks/>
          </p:cNvGrpSpPr>
          <p:nvPr/>
        </p:nvGrpSpPr>
        <p:grpSpPr bwMode="auto">
          <a:xfrm>
            <a:off x="3055144" y="1355726"/>
            <a:ext cx="6081712" cy="3332162"/>
            <a:chOff x="1449" y="1725"/>
            <a:chExt cx="3265" cy="1898"/>
          </a:xfrm>
          <a:solidFill>
            <a:schemeClr val="bg1"/>
          </a:solidFill>
        </p:grpSpPr>
        <p:grpSp>
          <p:nvGrpSpPr>
            <p:cNvPr id="103453" name="Group 3">
              <a:extLst>
                <a:ext uri="{FF2B5EF4-FFF2-40B4-BE49-F238E27FC236}">
                  <a16:creationId xmlns:a16="http://schemas.microsoft.com/office/drawing/2014/main" id="{9F9ADCB2-839D-6030-3F83-9B22BC789D0C}"/>
                </a:ext>
              </a:extLst>
            </p:cNvPr>
            <p:cNvGrpSpPr>
              <a:grpSpLocks/>
            </p:cNvGrpSpPr>
            <p:nvPr/>
          </p:nvGrpSpPr>
          <p:grpSpPr bwMode="auto">
            <a:xfrm>
              <a:off x="3772" y="2690"/>
              <a:ext cx="894" cy="596"/>
              <a:chOff x="3772" y="2690"/>
              <a:chExt cx="894" cy="596"/>
            </a:xfrm>
            <a:grpFill/>
          </p:grpSpPr>
          <p:sp>
            <p:nvSpPr>
              <p:cNvPr id="104673" name="Freeform 4">
                <a:extLst>
                  <a:ext uri="{FF2B5EF4-FFF2-40B4-BE49-F238E27FC236}">
                    <a16:creationId xmlns:a16="http://schemas.microsoft.com/office/drawing/2014/main" id="{E5E4E49A-7314-7DEF-4CD5-36C81F448E2A}"/>
                  </a:ext>
                </a:extLst>
              </p:cNvPr>
              <p:cNvSpPr>
                <a:spLocks/>
              </p:cNvSpPr>
              <p:nvPr/>
            </p:nvSpPr>
            <p:spPr bwMode="auto">
              <a:xfrm>
                <a:off x="4538" y="2690"/>
                <a:ext cx="128" cy="104"/>
              </a:xfrm>
              <a:custGeom>
                <a:avLst/>
                <a:gdLst>
                  <a:gd name="T0" fmla="*/ 128 w 128"/>
                  <a:gd name="T1" fmla="*/ 0 h 104"/>
                  <a:gd name="T2" fmla="*/ 40 w 128"/>
                  <a:gd name="T3" fmla="*/ 104 h 104"/>
                  <a:gd name="T4" fmla="*/ 16 w 128"/>
                  <a:gd name="T5" fmla="*/ 72 h 104"/>
                  <a:gd name="T6" fmla="*/ 0 w 128"/>
                  <a:gd name="T7" fmla="*/ 48 h 104"/>
                  <a:gd name="T8" fmla="*/ 128 w 128"/>
                  <a:gd name="T9" fmla="*/ 0 h 104"/>
                  <a:gd name="T10" fmla="*/ 0 60000 65536"/>
                  <a:gd name="T11" fmla="*/ 0 60000 65536"/>
                  <a:gd name="T12" fmla="*/ 0 60000 65536"/>
                  <a:gd name="T13" fmla="*/ 0 60000 65536"/>
                  <a:gd name="T14" fmla="*/ 0 60000 65536"/>
                  <a:gd name="T15" fmla="*/ 0 w 128"/>
                  <a:gd name="T16" fmla="*/ 0 h 104"/>
                  <a:gd name="T17" fmla="*/ 128 w 128"/>
                  <a:gd name="T18" fmla="*/ 104 h 104"/>
                </a:gdLst>
                <a:ahLst/>
                <a:cxnLst>
                  <a:cxn ang="T10">
                    <a:pos x="T0" y="T1"/>
                  </a:cxn>
                  <a:cxn ang="T11">
                    <a:pos x="T2" y="T3"/>
                  </a:cxn>
                  <a:cxn ang="T12">
                    <a:pos x="T4" y="T5"/>
                  </a:cxn>
                  <a:cxn ang="T13">
                    <a:pos x="T6" y="T7"/>
                  </a:cxn>
                  <a:cxn ang="T14">
                    <a:pos x="T8" y="T9"/>
                  </a:cxn>
                </a:cxnLst>
                <a:rect l="T15" t="T16" r="T17" b="T18"/>
                <a:pathLst>
                  <a:path w="128" h="104">
                    <a:moveTo>
                      <a:pt x="128" y="0"/>
                    </a:moveTo>
                    <a:lnTo>
                      <a:pt x="40" y="104"/>
                    </a:lnTo>
                    <a:lnTo>
                      <a:pt x="16" y="72"/>
                    </a:lnTo>
                    <a:lnTo>
                      <a:pt x="0" y="48"/>
                    </a:lnTo>
                    <a:lnTo>
                      <a:pt x="128" y="0"/>
                    </a:lnTo>
                    <a:close/>
                  </a:path>
                </a:pathLst>
              </a:custGeom>
              <a:grpFill/>
              <a:ln w="9525">
                <a:solidFill>
                  <a:schemeClr val="bg1"/>
                </a:solidFill>
                <a:round/>
                <a:headEnd/>
                <a:tailEnd/>
              </a:ln>
            </p:spPr>
            <p:txBody>
              <a:bodyPr/>
              <a:lstStyle/>
              <a:p>
                <a:endParaRPr lang="en-US"/>
              </a:p>
            </p:txBody>
          </p:sp>
          <p:sp>
            <p:nvSpPr>
              <p:cNvPr id="104674" name="Line 5">
                <a:extLst>
                  <a:ext uri="{FF2B5EF4-FFF2-40B4-BE49-F238E27FC236}">
                    <a16:creationId xmlns:a16="http://schemas.microsoft.com/office/drawing/2014/main" id="{C3A5EF53-8DB4-03FF-CD77-04B6F13873D2}"/>
                  </a:ext>
                </a:extLst>
              </p:cNvPr>
              <p:cNvSpPr>
                <a:spLocks noChangeShapeType="1"/>
              </p:cNvSpPr>
              <p:nvPr/>
            </p:nvSpPr>
            <p:spPr bwMode="auto">
              <a:xfrm flipV="1">
                <a:off x="3772" y="2757"/>
                <a:ext cx="790" cy="529"/>
              </a:xfrm>
              <a:prstGeom prst="line">
                <a:avLst/>
              </a:prstGeom>
              <a:grpFill/>
              <a:ln w="25400">
                <a:solidFill>
                  <a:schemeClr val="bg1"/>
                </a:solidFill>
                <a:round/>
                <a:headEnd/>
                <a:tailEnd/>
              </a:ln>
            </p:spPr>
            <p:txBody>
              <a:bodyPr/>
              <a:lstStyle/>
              <a:p>
                <a:endParaRPr lang="en-US"/>
              </a:p>
            </p:txBody>
          </p:sp>
        </p:grpSp>
        <p:grpSp>
          <p:nvGrpSpPr>
            <p:cNvPr id="103454" name="Group 6">
              <a:extLst>
                <a:ext uri="{FF2B5EF4-FFF2-40B4-BE49-F238E27FC236}">
                  <a16:creationId xmlns:a16="http://schemas.microsoft.com/office/drawing/2014/main" id="{3579B5A4-C3C4-C4EE-9AAC-847F3784BF80}"/>
                </a:ext>
              </a:extLst>
            </p:cNvPr>
            <p:cNvGrpSpPr>
              <a:grpSpLocks/>
            </p:cNvGrpSpPr>
            <p:nvPr/>
          </p:nvGrpSpPr>
          <p:grpSpPr bwMode="auto">
            <a:xfrm>
              <a:off x="1944" y="2690"/>
              <a:ext cx="894" cy="596"/>
              <a:chOff x="1944" y="2690"/>
              <a:chExt cx="894" cy="596"/>
            </a:xfrm>
            <a:grpFill/>
          </p:grpSpPr>
          <p:sp>
            <p:nvSpPr>
              <p:cNvPr id="104671" name="Freeform 7">
                <a:extLst>
                  <a:ext uri="{FF2B5EF4-FFF2-40B4-BE49-F238E27FC236}">
                    <a16:creationId xmlns:a16="http://schemas.microsoft.com/office/drawing/2014/main" id="{F1BBBABC-5B18-15C6-F2E7-0499B0A8D0E4}"/>
                  </a:ext>
                </a:extLst>
              </p:cNvPr>
              <p:cNvSpPr>
                <a:spLocks/>
              </p:cNvSpPr>
              <p:nvPr/>
            </p:nvSpPr>
            <p:spPr bwMode="auto">
              <a:xfrm>
                <a:off x="2702" y="2690"/>
                <a:ext cx="136" cy="104"/>
              </a:xfrm>
              <a:custGeom>
                <a:avLst/>
                <a:gdLst>
                  <a:gd name="T0" fmla="*/ 136 w 136"/>
                  <a:gd name="T1" fmla="*/ 0 h 104"/>
                  <a:gd name="T2" fmla="*/ 40 w 136"/>
                  <a:gd name="T3" fmla="*/ 104 h 104"/>
                  <a:gd name="T4" fmla="*/ 24 w 136"/>
                  <a:gd name="T5" fmla="*/ 72 h 104"/>
                  <a:gd name="T6" fmla="*/ 0 w 136"/>
                  <a:gd name="T7" fmla="*/ 48 h 104"/>
                  <a:gd name="T8" fmla="*/ 136 w 136"/>
                  <a:gd name="T9" fmla="*/ 0 h 104"/>
                  <a:gd name="T10" fmla="*/ 0 60000 65536"/>
                  <a:gd name="T11" fmla="*/ 0 60000 65536"/>
                  <a:gd name="T12" fmla="*/ 0 60000 65536"/>
                  <a:gd name="T13" fmla="*/ 0 60000 65536"/>
                  <a:gd name="T14" fmla="*/ 0 60000 65536"/>
                  <a:gd name="T15" fmla="*/ 0 w 136"/>
                  <a:gd name="T16" fmla="*/ 0 h 104"/>
                  <a:gd name="T17" fmla="*/ 136 w 136"/>
                  <a:gd name="T18" fmla="*/ 104 h 104"/>
                </a:gdLst>
                <a:ahLst/>
                <a:cxnLst>
                  <a:cxn ang="T10">
                    <a:pos x="T0" y="T1"/>
                  </a:cxn>
                  <a:cxn ang="T11">
                    <a:pos x="T2" y="T3"/>
                  </a:cxn>
                  <a:cxn ang="T12">
                    <a:pos x="T4" y="T5"/>
                  </a:cxn>
                  <a:cxn ang="T13">
                    <a:pos x="T6" y="T7"/>
                  </a:cxn>
                  <a:cxn ang="T14">
                    <a:pos x="T8" y="T9"/>
                  </a:cxn>
                </a:cxnLst>
                <a:rect l="T15" t="T16" r="T17" b="T18"/>
                <a:pathLst>
                  <a:path w="136" h="104">
                    <a:moveTo>
                      <a:pt x="136" y="0"/>
                    </a:moveTo>
                    <a:lnTo>
                      <a:pt x="40" y="104"/>
                    </a:lnTo>
                    <a:lnTo>
                      <a:pt x="24" y="72"/>
                    </a:lnTo>
                    <a:lnTo>
                      <a:pt x="0" y="48"/>
                    </a:lnTo>
                    <a:lnTo>
                      <a:pt x="136" y="0"/>
                    </a:lnTo>
                    <a:close/>
                  </a:path>
                </a:pathLst>
              </a:custGeom>
              <a:grpFill/>
              <a:ln w="9525">
                <a:solidFill>
                  <a:schemeClr val="bg1"/>
                </a:solidFill>
                <a:round/>
                <a:headEnd/>
                <a:tailEnd/>
              </a:ln>
            </p:spPr>
            <p:txBody>
              <a:bodyPr/>
              <a:lstStyle/>
              <a:p>
                <a:endParaRPr lang="en-US"/>
              </a:p>
            </p:txBody>
          </p:sp>
          <p:sp>
            <p:nvSpPr>
              <p:cNvPr id="104672" name="Line 8">
                <a:extLst>
                  <a:ext uri="{FF2B5EF4-FFF2-40B4-BE49-F238E27FC236}">
                    <a16:creationId xmlns:a16="http://schemas.microsoft.com/office/drawing/2014/main" id="{61500295-7FC4-8515-F072-0755AECEF1D0}"/>
                  </a:ext>
                </a:extLst>
              </p:cNvPr>
              <p:cNvSpPr>
                <a:spLocks noChangeShapeType="1"/>
              </p:cNvSpPr>
              <p:nvPr/>
            </p:nvSpPr>
            <p:spPr bwMode="auto">
              <a:xfrm flipV="1">
                <a:off x="1944" y="2758"/>
                <a:ext cx="790" cy="528"/>
              </a:xfrm>
              <a:prstGeom prst="line">
                <a:avLst/>
              </a:prstGeom>
              <a:grpFill/>
              <a:ln w="25400">
                <a:solidFill>
                  <a:schemeClr val="bg1"/>
                </a:solidFill>
                <a:round/>
                <a:headEnd/>
                <a:tailEnd/>
              </a:ln>
            </p:spPr>
            <p:txBody>
              <a:bodyPr/>
              <a:lstStyle/>
              <a:p>
                <a:endParaRPr lang="en-US"/>
              </a:p>
            </p:txBody>
          </p:sp>
        </p:grpSp>
        <p:grpSp>
          <p:nvGrpSpPr>
            <p:cNvPr id="103455" name="Group 9">
              <a:extLst>
                <a:ext uri="{FF2B5EF4-FFF2-40B4-BE49-F238E27FC236}">
                  <a16:creationId xmlns:a16="http://schemas.microsoft.com/office/drawing/2014/main" id="{4178EABE-6A4B-B52F-5A91-B12606A9CB37}"/>
                </a:ext>
              </a:extLst>
            </p:cNvPr>
            <p:cNvGrpSpPr>
              <a:grpSpLocks/>
            </p:cNvGrpSpPr>
            <p:nvPr/>
          </p:nvGrpSpPr>
          <p:grpSpPr bwMode="auto">
            <a:xfrm>
              <a:off x="1483" y="2379"/>
              <a:ext cx="429" cy="598"/>
              <a:chOff x="1483" y="2379"/>
              <a:chExt cx="429" cy="598"/>
            </a:xfrm>
            <a:grpFill/>
          </p:grpSpPr>
          <p:sp>
            <p:nvSpPr>
              <p:cNvPr id="104669" name="Freeform 10">
                <a:extLst>
                  <a:ext uri="{FF2B5EF4-FFF2-40B4-BE49-F238E27FC236}">
                    <a16:creationId xmlns:a16="http://schemas.microsoft.com/office/drawing/2014/main" id="{2F79AFEC-6D07-ECBC-7EB7-CCD4698DF8C7}"/>
                  </a:ext>
                </a:extLst>
              </p:cNvPr>
              <p:cNvSpPr>
                <a:spLocks/>
              </p:cNvSpPr>
              <p:nvPr/>
            </p:nvSpPr>
            <p:spPr bwMode="auto">
              <a:xfrm>
                <a:off x="1808" y="2379"/>
                <a:ext cx="104" cy="136"/>
              </a:xfrm>
              <a:custGeom>
                <a:avLst/>
                <a:gdLst>
                  <a:gd name="T0" fmla="*/ 104 w 104"/>
                  <a:gd name="T1" fmla="*/ 0 h 136"/>
                  <a:gd name="T2" fmla="*/ 56 w 104"/>
                  <a:gd name="T3" fmla="*/ 136 h 136"/>
                  <a:gd name="T4" fmla="*/ 32 w 104"/>
                  <a:gd name="T5" fmla="*/ 112 h 136"/>
                  <a:gd name="T6" fmla="*/ 0 w 104"/>
                  <a:gd name="T7" fmla="*/ 96 h 136"/>
                  <a:gd name="T8" fmla="*/ 104 w 104"/>
                  <a:gd name="T9" fmla="*/ 0 h 136"/>
                  <a:gd name="T10" fmla="*/ 0 60000 65536"/>
                  <a:gd name="T11" fmla="*/ 0 60000 65536"/>
                  <a:gd name="T12" fmla="*/ 0 60000 65536"/>
                  <a:gd name="T13" fmla="*/ 0 60000 65536"/>
                  <a:gd name="T14" fmla="*/ 0 60000 65536"/>
                  <a:gd name="T15" fmla="*/ 0 w 104"/>
                  <a:gd name="T16" fmla="*/ 0 h 136"/>
                  <a:gd name="T17" fmla="*/ 104 w 104"/>
                  <a:gd name="T18" fmla="*/ 136 h 136"/>
                </a:gdLst>
                <a:ahLst/>
                <a:cxnLst>
                  <a:cxn ang="T10">
                    <a:pos x="T0" y="T1"/>
                  </a:cxn>
                  <a:cxn ang="T11">
                    <a:pos x="T2" y="T3"/>
                  </a:cxn>
                  <a:cxn ang="T12">
                    <a:pos x="T4" y="T5"/>
                  </a:cxn>
                  <a:cxn ang="T13">
                    <a:pos x="T6" y="T7"/>
                  </a:cxn>
                  <a:cxn ang="T14">
                    <a:pos x="T8" y="T9"/>
                  </a:cxn>
                </a:cxnLst>
                <a:rect l="T15" t="T16" r="T17" b="T18"/>
                <a:pathLst>
                  <a:path w="104" h="136">
                    <a:moveTo>
                      <a:pt x="104" y="0"/>
                    </a:moveTo>
                    <a:lnTo>
                      <a:pt x="56" y="136"/>
                    </a:lnTo>
                    <a:lnTo>
                      <a:pt x="32" y="112"/>
                    </a:lnTo>
                    <a:lnTo>
                      <a:pt x="0" y="96"/>
                    </a:lnTo>
                    <a:lnTo>
                      <a:pt x="104" y="0"/>
                    </a:lnTo>
                    <a:close/>
                  </a:path>
                </a:pathLst>
              </a:custGeom>
              <a:grpFill/>
              <a:ln w="9525">
                <a:solidFill>
                  <a:schemeClr val="bg1"/>
                </a:solidFill>
                <a:round/>
                <a:headEnd/>
                <a:tailEnd/>
              </a:ln>
            </p:spPr>
            <p:txBody>
              <a:bodyPr/>
              <a:lstStyle/>
              <a:p>
                <a:endParaRPr lang="en-US"/>
              </a:p>
            </p:txBody>
          </p:sp>
          <p:sp>
            <p:nvSpPr>
              <p:cNvPr id="104670" name="Line 11">
                <a:extLst>
                  <a:ext uri="{FF2B5EF4-FFF2-40B4-BE49-F238E27FC236}">
                    <a16:creationId xmlns:a16="http://schemas.microsoft.com/office/drawing/2014/main" id="{BF52091D-76D7-DC0B-0C23-992F3055DF7E}"/>
                  </a:ext>
                </a:extLst>
              </p:cNvPr>
              <p:cNvSpPr>
                <a:spLocks noChangeShapeType="1"/>
              </p:cNvSpPr>
              <p:nvPr/>
            </p:nvSpPr>
            <p:spPr bwMode="auto">
              <a:xfrm flipV="1">
                <a:off x="1483" y="2483"/>
                <a:ext cx="362" cy="494"/>
              </a:xfrm>
              <a:prstGeom prst="line">
                <a:avLst/>
              </a:prstGeom>
              <a:grpFill/>
              <a:ln w="25400">
                <a:solidFill>
                  <a:schemeClr val="bg1"/>
                </a:solidFill>
                <a:round/>
                <a:headEnd/>
                <a:tailEnd/>
              </a:ln>
            </p:spPr>
            <p:txBody>
              <a:bodyPr/>
              <a:lstStyle/>
              <a:p>
                <a:endParaRPr lang="en-US"/>
              </a:p>
            </p:txBody>
          </p:sp>
        </p:grpSp>
        <p:grpSp>
          <p:nvGrpSpPr>
            <p:cNvPr id="103456" name="Group 12">
              <a:extLst>
                <a:ext uri="{FF2B5EF4-FFF2-40B4-BE49-F238E27FC236}">
                  <a16:creationId xmlns:a16="http://schemas.microsoft.com/office/drawing/2014/main" id="{028D55DF-963F-E5ED-3C7D-4934ACC4AA78}"/>
                </a:ext>
              </a:extLst>
            </p:cNvPr>
            <p:cNvGrpSpPr>
              <a:grpSpLocks/>
            </p:cNvGrpSpPr>
            <p:nvPr/>
          </p:nvGrpSpPr>
          <p:grpSpPr bwMode="auto">
            <a:xfrm>
              <a:off x="1936" y="2379"/>
              <a:ext cx="894" cy="604"/>
              <a:chOff x="1936" y="2379"/>
              <a:chExt cx="894" cy="604"/>
            </a:xfrm>
            <a:grpFill/>
          </p:grpSpPr>
          <p:sp>
            <p:nvSpPr>
              <p:cNvPr id="104667" name="Freeform 13">
                <a:extLst>
                  <a:ext uri="{FF2B5EF4-FFF2-40B4-BE49-F238E27FC236}">
                    <a16:creationId xmlns:a16="http://schemas.microsoft.com/office/drawing/2014/main" id="{3685ED65-EC0B-4A8B-9970-490FF692FEA0}"/>
                  </a:ext>
                </a:extLst>
              </p:cNvPr>
              <p:cNvSpPr>
                <a:spLocks/>
              </p:cNvSpPr>
              <p:nvPr/>
            </p:nvSpPr>
            <p:spPr bwMode="auto">
              <a:xfrm>
                <a:off x="2702" y="2379"/>
                <a:ext cx="128" cy="104"/>
              </a:xfrm>
              <a:custGeom>
                <a:avLst/>
                <a:gdLst>
                  <a:gd name="T0" fmla="*/ 128 w 128"/>
                  <a:gd name="T1" fmla="*/ 0 h 104"/>
                  <a:gd name="T2" fmla="*/ 40 w 128"/>
                  <a:gd name="T3" fmla="*/ 104 h 104"/>
                  <a:gd name="T4" fmla="*/ 16 w 128"/>
                  <a:gd name="T5" fmla="*/ 80 h 104"/>
                  <a:gd name="T6" fmla="*/ 0 w 128"/>
                  <a:gd name="T7" fmla="*/ 48 h 104"/>
                  <a:gd name="T8" fmla="*/ 128 w 128"/>
                  <a:gd name="T9" fmla="*/ 0 h 104"/>
                  <a:gd name="T10" fmla="*/ 0 60000 65536"/>
                  <a:gd name="T11" fmla="*/ 0 60000 65536"/>
                  <a:gd name="T12" fmla="*/ 0 60000 65536"/>
                  <a:gd name="T13" fmla="*/ 0 60000 65536"/>
                  <a:gd name="T14" fmla="*/ 0 60000 65536"/>
                  <a:gd name="T15" fmla="*/ 0 w 128"/>
                  <a:gd name="T16" fmla="*/ 0 h 104"/>
                  <a:gd name="T17" fmla="*/ 128 w 128"/>
                  <a:gd name="T18" fmla="*/ 104 h 104"/>
                </a:gdLst>
                <a:ahLst/>
                <a:cxnLst>
                  <a:cxn ang="T10">
                    <a:pos x="T0" y="T1"/>
                  </a:cxn>
                  <a:cxn ang="T11">
                    <a:pos x="T2" y="T3"/>
                  </a:cxn>
                  <a:cxn ang="T12">
                    <a:pos x="T4" y="T5"/>
                  </a:cxn>
                  <a:cxn ang="T13">
                    <a:pos x="T6" y="T7"/>
                  </a:cxn>
                  <a:cxn ang="T14">
                    <a:pos x="T8" y="T9"/>
                  </a:cxn>
                </a:cxnLst>
                <a:rect l="T15" t="T16" r="T17" b="T18"/>
                <a:pathLst>
                  <a:path w="128" h="104">
                    <a:moveTo>
                      <a:pt x="128" y="0"/>
                    </a:moveTo>
                    <a:lnTo>
                      <a:pt x="40" y="104"/>
                    </a:lnTo>
                    <a:lnTo>
                      <a:pt x="16" y="80"/>
                    </a:lnTo>
                    <a:lnTo>
                      <a:pt x="0" y="48"/>
                    </a:lnTo>
                    <a:lnTo>
                      <a:pt x="128" y="0"/>
                    </a:lnTo>
                    <a:close/>
                  </a:path>
                </a:pathLst>
              </a:custGeom>
              <a:grpFill/>
              <a:ln w="9525">
                <a:solidFill>
                  <a:schemeClr val="bg1"/>
                </a:solidFill>
                <a:round/>
                <a:headEnd/>
                <a:tailEnd/>
              </a:ln>
            </p:spPr>
            <p:txBody>
              <a:bodyPr/>
              <a:lstStyle/>
              <a:p>
                <a:endParaRPr lang="en-US"/>
              </a:p>
            </p:txBody>
          </p:sp>
          <p:sp>
            <p:nvSpPr>
              <p:cNvPr id="104668" name="Line 14">
                <a:extLst>
                  <a:ext uri="{FF2B5EF4-FFF2-40B4-BE49-F238E27FC236}">
                    <a16:creationId xmlns:a16="http://schemas.microsoft.com/office/drawing/2014/main" id="{BFBBA2A4-1F90-B4E1-2408-CB395D376414}"/>
                  </a:ext>
                </a:extLst>
              </p:cNvPr>
              <p:cNvSpPr>
                <a:spLocks noChangeShapeType="1"/>
              </p:cNvSpPr>
              <p:nvPr/>
            </p:nvSpPr>
            <p:spPr bwMode="auto">
              <a:xfrm flipV="1">
                <a:off x="1936" y="2455"/>
                <a:ext cx="790" cy="528"/>
              </a:xfrm>
              <a:prstGeom prst="line">
                <a:avLst/>
              </a:prstGeom>
              <a:grpFill/>
              <a:ln w="25400">
                <a:solidFill>
                  <a:schemeClr val="bg1"/>
                </a:solidFill>
                <a:round/>
                <a:headEnd/>
                <a:tailEnd/>
              </a:ln>
            </p:spPr>
            <p:txBody>
              <a:bodyPr/>
              <a:lstStyle/>
              <a:p>
                <a:endParaRPr lang="en-US"/>
              </a:p>
            </p:txBody>
          </p:sp>
        </p:grpSp>
        <p:grpSp>
          <p:nvGrpSpPr>
            <p:cNvPr id="103457" name="Group 15">
              <a:extLst>
                <a:ext uri="{FF2B5EF4-FFF2-40B4-BE49-F238E27FC236}">
                  <a16:creationId xmlns:a16="http://schemas.microsoft.com/office/drawing/2014/main" id="{B1EBC0EB-3D73-A159-2C5F-54C6685BBEC9}"/>
                </a:ext>
              </a:extLst>
            </p:cNvPr>
            <p:cNvGrpSpPr>
              <a:grpSpLocks/>
            </p:cNvGrpSpPr>
            <p:nvPr/>
          </p:nvGrpSpPr>
          <p:grpSpPr bwMode="auto">
            <a:xfrm>
              <a:off x="1952" y="2076"/>
              <a:ext cx="886" cy="290"/>
              <a:chOff x="1952" y="2076"/>
              <a:chExt cx="886" cy="290"/>
            </a:xfrm>
            <a:grpFill/>
          </p:grpSpPr>
          <p:sp>
            <p:nvSpPr>
              <p:cNvPr id="104665" name="Freeform 16">
                <a:extLst>
                  <a:ext uri="{FF2B5EF4-FFF2-40B4-BE49-F238E27FC236}">
                    <a16:creationId xmlns:a16="http://schemas.microsoft.com/office/drawing/2014/main" id="{2C7AED8E-8716-C94C-6DDF-FA5DCD00FA1A}"/>
                  </a:ext>
                </a:extLst>
              </p:cNvPr>
              <p:cNvSpPr>
                <a:spLocks/>
              </p:cNvSpPr>
              <p:nvPr/>
            </p:nvSpPr>
            <p:spPr bwMode="auto">
              <a:xfrm>
                <a:off x="2702" y="2076"/>
                <a:ext cx="136" cy="72"/>
              </a:xfrm>
              <a:custGeom>
                <a:avLst/>
                <a:gdLst>
                  <a:gd name="T0" fmla="*/ 136 w 136"/>
                  <a:gd name="T1" fmla="*/ 0 h 72"/>
                  <a:gd name="T2" fmla="*/ 16 w 136"/>
                  <a:gd name="T3" fmla="*/ 72 h 72"/>
                  <a:gd name="T4" fmla="*/ 8 w 136"/>
                  <a:gd name="T5" fmla="*/ 40 h 72"/>
                  <a:gd name="T6" fmla="*/ 0 w 136"/>
                  <a:gd name="T7" fmla="*/ 8 h 72"/>
                  <a:gd name="T8" fmla="*/ 136 w 136"/>
                  <a:gd name="T9" fmla="*/ 0 h 72"/>
                  <a:gd name="T10" fmla="*/ 0 60000 65536"/>
                  <a:gd name="T11" fmla="*/ 0 60000 65536"/>
                  <a:gd name="T12" fmla="*/ 0 60000 65536"/>
                  <a:gd name="T13" fmla="*/ 0 60000 65536"/>
                  <a:gd name="T14" fmla="*/ 0 60000 65536"/>
                  <a:gd name="T15" fmla="*/ 0 w 136"/>
                  <a:gd name="T16" fmla="*/ 0 h 72"/>
                  <a:gd name="T17" fmla="*/ 136 w 136"/>
                  <a:gd name="T18" fmla="*/ 72 h 72"/>
                </a:gdLst>
                <a:ahLst/>
                <a:cxnLst>
                  <a:cxn ang="T10">
                    <a:pos x="T0" y="T1"/>
                  </a:cxn>
                  <a:cxn ang="T11">
                    <a:pos x="T2" y="T3"/>
                  </a:cxn>
                  <a:cxn ang="T12">
                    <a:pos x="T4" y="T5"/>
                  </a:cxn>
                  <a:cxn ang="T13">
                    <a:pos x="T6" y="T7"/>
                  </a:cxn>
                  <a:cxn ang="T14">
                    <a:pos x="T8" y="T9"/>
                  </a:cxn>
                </a:cxnLst>
                <a:rect l="T15" t="T16" r="T17" b="T18"/>
                <a:pathLst>
                  <a:path w="136" h="72">
                    <a:moveTo>
                      <a:pt x="136" y="0"/>
                    </a:moveTo>
                    <a:lnTo>
                      <a:pt x="16" y="72"/>
                    </a:lnTo>
                    <a:lnTo>
                      <a:pt x="8" y="40"/>
                    </a:lnTo>
                    <a:lnTo>
                      <a:pt x="0" y="8"/>
                    </a:lnTo>
                    <a:lnTo>
                      <a:pt x="136" y="0"/>
                    </a:lnTo>
                    <a:close/>
                  </a:path>
                </a:pathLst>
              </a:custGeom>
              <a:grpFill/>
              <a:ln w="9525">
                <a:solidFill>
                  <a:schemeClr val="bg1"/>
                </a:solidFill>
                <a:round/>
                <a:headEnd/>
                <a:tailEnd/>
              </a:ln>
            </p:spPr>
            <p:txBody>
              <a:bodyPr/>
              <a:lstStyle/>
              <a:p>
                <a:endParaRPr lang="en-US"/>
              </a:p>
            </p:txBody>
          </p:sp>
          <p:sp>
            <p:nvSpPr>
              <p:cNvPr id="104666" name="Line 17">
                <a:extLst>
                  <a:ext uri="{FF2B5EF4-FFF2-40B4-BE49-F238E27FC236}">
                    <a16:creationId xmlns:a16="http://schemas.microsoft.com/office/drawing/2014/main" id="{475C12E3-9B0C-776F-C3DA-02B07D769240}"/>
                  </a:ext>
                </a:extLst>
              </p:cNvPr>
              <p:cNvSpPr>
                <a:spLocks noChangeShapeType="1"/>
              </p:cNvSpPr>
              <p:nvPr/>
            </p:nvSpPr>
            <p:spPr bwMode="auto">
              <a:xfrm flipV="1">
                <a:off x="1952" y="2114"/>
                <a:ext cx="766" cy="252"/>
              </a:xfrm>
              <a:prstGeom prst="line">
                <a:avLst/>
              </a:prstGeom>
              <a:grpFill/>
              <a:ln w="25400">
                <a:solidFill>
                  <a:schemeClr val="bg1"/>
                </a:solidFill>
                <a:round/>
                <a:headEnd/>
                <a:tailEnd/>
              </a:ln>
            </p:spPr>
            <p:txBody>
              <a:bodyPr/>
              <a:lstStyle/>
              <a:p>
                <a:endParaRPr lang="en-US"/>
              </a:p>
            </p:txBody>
          </p:sp>
        </p:grpSp>
        <p:grpSp>
          <p:nvGrpSpPr>
            <p:cNvPr id="103458" name="Group 18">
              <a:extLst>
                <a:ext uri="{FF2B5EF4-FFF2-40B4-BE49-F238E27FC236}">
                  <a16:creationId xmlns:a16="http://schemas.microsoft.com/office/drawing/2014/main" id="{4F762E67-F50A-A793-BB87-6DCB8E380AB6}"/>
                </a:ext>
              </a:extLst>
            </p:cNvPr>
            <p:cNvGrpSpPr>
              <a:grpSpLocks/>
            </p:cNvGrpSpPr>
            <p:nvPr/>
          </p:nvGrpSpPr>
          <p:grpSpPr bwMode="auto">
            <a:xfrm>
              <a:off x="1481" y="1769"/>
              <a:ext cx="894" cy="283"/>
              <a:chOff x="1481" y="1769"/>
              <a:chExt cx="894" cy="283"/>
            </a:xfrm>
            <a:grpFill/>
          </p:grpSpPr>
          <p:sp>
            <p:nvSpPr>
              <p:cNvPr id="104663" name="Freeform 19">
                <a:extLst>
                  <a:ext uri="{FF2B5EF4-FFF2-40B4-BE49-F238E27FC236}">
                    <a16:creationId xmlns:a16="http://schemas.microsoft.com/office/drawing/2014/main" id="{A7DAB757-9D83-2F15-0315-FD16C6A56A72}"/>
                  </a:ext>
                </a:extLst>
              </p:cNvPr>
              <p:cNvSpPr>
                <a:spLocks/>
              </p:cNvSpPr>
              <p:nvPr/>
            </p:nvSpPr>
            <p:spPr bwMode="auto">
              <a:xfrm>
                <a:off x="2231" y="1980"/>
                <a:ext cx="144" cy="72"/>
              </a:xfrm>
              <a:custGeom>
                <a:avLst/>
                <a:gdLst>
                  <a:gd name="T0" fmla="*/ 144 w 144"/>
                  <a:gd name="T1" fmla="*/ 72 h 72"/>
                  <a:gd name="T2" fmla="*/ 0 w 144"/>
                  <a:gd name="T3" fmla="*/ 64 h 72"/>
                  <a:gd name="T4" fmla="*/ 16 w 144"/>
                  <a:gd name="T5" fmla="*/ 32 h 72"/>
                  <a:gd name="T6" fmla="*/ 24 w 144"/>
                  <a:gd name="T7" fmla="*/ 0 h 72"/>
                  <a:gd name="T8" fmla="*/ 144 w 144"/>
                  <a:gd name="T9" fmla="*/ 72 h 72"/>
                  <a:gd name="T10" fmla="*/ 0 60000 65536"/>
                  <a:gd name="T11" fmla="*/ 0 60000 65536"/>
                  <a:gd name="T12" fmla="*/ 0 60000 65536"/>
                  <a:gd name="T13" fmla="*/ 0 60000 65536"/>
                  <a:gd name="T14" fmla="*/ 0 60000 65536"/>
                  <a:gd name="T15" fmla="*/ 0 w 144"/>
                  <a:gd name="T16" fmla="*/ 0 h 72"/>
                  <a:gd name="T17" fmla="*/ 144 w 144"/>
                  <a:gd name="T18" fmla="*/ 72 h 72"/>
                </a:gdLst>
                <a:ahLst/>
                <a:cxnLst>
                  <a:cxn ang="T10">
                    <a:pos x="T0" y="T1"/>
                  </a:cxn>
                  <a:cxn ang="T11">
                    <a:pos x="T2" y="T3"/>
                  </a:cxn>
                  <a:cxn ang="T12">
                    <a:pos x="T4" y="T5"/>
                  </a:cxn>
                  <a:cxn ang="T13">
                    <a:pos x="T6" y="T7"/>
                  </a:cxn>
                  <a:cxn ang="T14">
                    <a:pos x="T8" y="T9"/>
                  </a:cxn>
                </a:cxnLst>
                <a:rect l="T15" t="T16" r="T17" b="T18"/>
                <a:pathLst>
                  <a:path w="144" h="72">
                    <a:moveTo>
                      <a:pt x="144" y="72"/>
                    </a:moveTo>
                    <a:lnTo>
                      <a:pt x="0" y="64"/>
                    </a:lnTo>
                    <a:lnTo>
                      <a:pt x="16" y="32"/>
                    </a:lnTo>
                    <a:lnTo>
                      <a:pt x="24" y="0"/>
                    </a:lnTo>
                    <a:lnTo>
                      <a:pt x="144" y="72"/>
                    </a:lnTo>
                    <a:close/>
                  </a:path>
                </a:pathLst>
              </a:custGeom>
              <a:grpFill/>
              <a:ln w="9525">
                <a:solidFill>
                  <a:schemeClr val="bg1"/>
                </a:solidFill>
                <a:round/>
                <a:headEnd/>
                <a:tailEnd/>
              </a:ln>
            </p:spPr>
            <p:txBody>
              <a:bodyPr/>
              <a:lstStyle/>
              <a:p>
                <a:endParaRPr lang="en-US"/>
              </a:p>
            </p:txBody>
          </p:sp>
          <p:sp>
            <p:nvSpPr>
              <p:cNvPr id="104664" name="Line 20">
                <a:extLst>
                  <a:ext uri="{FF2B5EF4-FFF2-40B4-BE49-F238E27FC236}">
                    <a16:creationId xmlns:a16="http://schemas.microsoft.com/office/drawing/2014/main" id="{5AFEAABF-9D55-200F-E64B-2E05AAF45EEA}"/>
                  </a:ext>
                </a:extLst>
              </p:cNvPr>
              <p:cNvSpPr>
                <a:spLocks noChangeShapeType="1"/>
              </p:cNvSpPr>
              <p:nvPr/>
            </p:nvSpPr>
            <p:spPr bwMode="auto">
              <a:xfrm>
                <a:off x="1481" y="1769"/>
                <a:ext cx="774" cy="244"/>
              </a:xfrm>
              <a:prstGeom prst="line">
                <a:avLst/>
              </a:prstGeom>
              <a:grpFill/>
              <a:ln w="25400">
                <a:solidFill>
                  <a:schemeClr val="bg1"/>
                </a:solidFill>
                <a:round/>
                <a:headEnd/>
                <a:tailEnd/>
              </a:ln>
            </p:spPr>
            <p:txBody>
              <a:bodyPr/>
              <a:lstStyle/>
              <a:p>
                <a:endParaRPr lang="en-US"/>
              </a:p>
            </p:txBody>
          </p:sp>
        </p:grpSp>
        <p:sp>
          <p:nvSpPr>
            <p:cNvPr id="103459" name="Oval 21">
              <a:extLst>
                <a:ext uri="{FF2B5EF4-FFF2-40B4-BE49-F238E27FC236}">
                  <a16:creationId xmlns:a16="http://schemas.microsoft.com/office/drawing/2014/main" id="{AFBE328C-3C8D-AB33-FDA6-05F4763EA0F2}"/>
                </a:ext>
              </a:extLst>
            </p:cNvPr>
            <p:cNvSpPr>
              <a:spLocks noChangeArrowheads="1"/>
            </p:cNvSpPr>
            <p:nvPr/>
          </p:nvSpPr>
          <p:spPr bwMode="auto">
            <a:xfrm>
              <a:off x="1457" y="1741"/>
              <a:ext cx="32" cy="40"/>
            </a:xfrm>
            <a:prstGeom prst="ellipse">
              <a:avLst/>
            </a:prstGeom>
            <a:grpFill/>
            <a:ln w="9525">
              <a:solidFill>
                <a:schemeClr val="bg1"/>
              </a:solidFill>
              <a:round/>
              <a:headEnd/>
              <a:tailEnd/>
            </a:ln>
          </p:spPr>
          <p:txBody>
            <a:bodyPr/>
            <a:lstStyle/>
            <a:p>
              <a:endParaRPr lang="en-US"/>
            </a:p>
          </p:txBody>
        </p:sp>
        <p:sp>
          <p:nvSpPr>
            <p:cNvPr id="103460" name="Oval 22">
              <a:extLst>
                <a:ext uri="{FF2B5EF4-FFF2-40B4-BE49-F238E27FC236}">
                  <a16:creationId xmlns:a16="http://schemas.microsoft.com/office/drawing/2014/main" id="{57B8B7D8-870C-4B84-2738-205AC83FDCA0}"/>
                </a:ext>
              </a:extLst>
            </p:cNvPr>
            <p:cNvSpPr>
              <a:spLocks noChangeArrowheads="1"/>
            </p:cNvSpPr>
            <p:nvPr/>
          </p:nvSpPr>
          <p:spPr bwMode="auto">
            <a:xfrm>
              <a:off x="1457" y="1741"/>
              <a:ext cx="32" cy="40"/>
            </a:xfrm>
            <a:prstGeom prst="ellipse">
              <a:avLst/>
            </a:prstGeom>
            <a:grpFill/>
            <a:ln w="25400">
              <a:solidFill>
                <a:schemeClr val="bg1"/>
              </a:solidFill>
              <a:round/>
              <a:headEnd/>
              <a:tailEnd/>
            </a:ln>
          </p:spPr>
          <p:txBody>
            <a:bodyPr/>
            <a:lstStyle/>
            <a:p>
              <a:endParaRPr lang="en-US"/>
            </a:p>
          </p:txBody>
        </p:sp>
        <p:sp>
          <p:nvSpPr>
            <p:cNvPr id="103461" name="Oval 23">
              <a:extLst>
                <a:ext uri="{FF2B5EF4-FFF2-40B4-BE49-F238E27FC236}">
                  <a16:creationId xmlns:a16="http://schemas.microsoft.com/office/drawing/2014/main" id="{AC774E45-C1AE-E636-5F25-1B0B413F5620}"/>
                </a:ext>
              </a:extLst>
            </p:cNvPr>
            <p:cNvSpPr>
              <a:spLocks noChangeArrowheads="1"/>
            </p:cNvSpPr>
            <p:nvPr/>
          </p:nvSpPr>
          <p:spPr bwMode="auto">
            <a:xfrm>
              <a:off x="1457" y="2044"/>
              <a:ext cx="40" cy="40"/>
            </a:xfrm>
            <a:prstGeom prst="ellipse">
              <a:avLst/>
            </a:prstGeom>
            <a:grpFill/>
            <a:ln w="9525">
              <a:solidFill>
                <a:schemeClr val="bg1"/>
              </a:solidFill>
              <a:round/>
              <a:headEnd/>
              <a:tailEnd/>
            </a:ln>
          </p:spPr>
          <p:txBody>
            <a:bodyPr/>
            <a:lstStyle/>
            <a:p>
              <a:endParaRPr lang="en-US"/>
            </a:p>
          </p:txBody>
        </p:sp>
        <p:sp>
          <p:nvSpPr>
            <p:cNvPr id="103462" name="Oval 24">
              <a:extLst>
                <a:ext uri="{FF2B5EF4-FFF2-40B4-BE49-F238E27FC236}">
                  <a16:creationId xmlns:a16="http://schemas.microsoft.com/office/drawing/2014/main" id="{5C9192EA-6D55-1EA4-F31E-4A32F5A455EB}"/>
                </a:ext>
              </a:extLst>
            </p:cNvPr>
            <p:cNvSpPr>
              <a:spLocks noChangeArrowheads="1"/>
            </p:cNvSpPr>
            <p:nvPr/>
          </p:nvSpPr>
          <p:spPr bwMode="auto">
            <a:xfrm>
              <a:off x="1457" y="2044"/>
              <a:ext cx="40" cy="40"/>
            </a:xfrm>
            <a:prstGeom prst="ellipse">
              <a:avLst/>
            </a:prstGeom>
            <a:grpFill/>
            <a:ln w="25400">
              <a:solidFill>
                <a:schemeClr val="bg1"/>
              </a:solidFill>
              <a:round/>
              <a:headEnd/>
              <a:tailEnd/>
            </a:ln>
          </p:spPr>
          <p:txBody>
            <a:bodyPr/>
            <a:lstStyle/>
            <a:p>
              <a:endParaRPr lang="en-US"/>
            </a:p>
          </p:txBody>
        </p:sp>
        <p:sp>
          <p:nvSpPr>
            <p:cNvPr id="103463" name="Oval 25">
              <a:extLst>
                <a:ext uri="{FF2B5EF4-FFF2-40B4-BE49-F238E27FC236}">
                  <a16:creationId xmlns:a16="http://schemas.microsoft.com/office/drawing/2014/main" id="{A1001820-4CD9-BA97-F98F-76BB8E206D6C}"/>
                </a:ext>
              </a:extLst>
            </p:cNvPr>
            <p:cNvSpPr>
              <a:spLocks noChangeArrowheads="1"/>
            </p:cNvSpPr>
            <p:nvPr/>
          </p:nvSpPr>
          <p:spPr bwMode="auto">
            <a:xfrm>
              <a:off x="1457" y="2355"/>
              <a:ext cx="40" cy="32"/>
            </a:xfrm>
            <a:prstGeom prst="ellipse">
              <a:avLst/>
            </a:prstGeom>
            <a:grpFill/>
            <a:ln w="9525">
              <a:solidFill>
                <a:schemeClr val="bg1"/>
              </a:solidFill>
              <a:round/>
              <a:headEnd/>
              <a:tailEnd/>
            </a:ln>
          </p:spPr>
          <p:txBody>
            <a:bodyPr/>
            <a:lstStyle/>
            <a:p>
              <a:endParaRPr lang="en-US"/>
            </a:p>
          </p:txBody>
        </p:sp>
        <p:sp>
          <p:nvSpPr>
            <p:cNvPr id="103464" name="Oval 26">
              <a:extLst>
                <a:ext uri="{FF2B5EF4-FFF2-40B4-BE49-F238E27FC236}">
                  <a16:creationId xmlns:a16="http://schemas.microsoft.com/office/drawing/2014/main" id="{27028FDD-264F-D813-2485-D2B0EFF1237A}"/>
                </a:ext>
              </a:extLst>
            </p:cNvPr>
            <p:cNvSpPr>
              <a:spLocks noChangeArrowheads="1"/>
            </p:cNvSpPr>
            <p:nvPr/>
          </p:nvSpPr>
          <p:spPr bwMode="auto">
            <a:xfrm>
              <a:off x="1457" y="2355"/>
              <a:ext cx="40" cy="32"/>
            </a:xfrm>
            <a:prstGeom prst="ellipse">
              <a:avLst/>
            </a:prstGeom>
            <a:grpFill/>
            <a:ln w="25400">
              <a:solidFill>
                <a:schemeClr val="bg1"/>
              </a:solidFill>
              <a:round/>
              <a:headEnd/>
              <a:tailEnd/>
            </a:ln>
          </p:spPr>
          <p:txBody>
            <a:bodyPr/>
            <a:lstStyle/>
            <a:p>
              <a:endParaRPr lang="en-US"/>
            </a:p>
          </p:txBody>
        </p:sp>
        <p:sp>
          <p:nvSpPr>
            <p:cNvPr id="103465" name="Oval 27">
              <a:extLst>
                <a:ext uri="{FF2B5EF4-FFF2-40B4-BE49-F238E27FC236}">
                  <a16:creationId xmlns:a16="http://schemas.microsoft.com/office/drawing/2014/main" id="{982E5046-DDA6-C345-F1B5-47E03D8D5B65}"/>
                </a:ext>
              </a:extLst>
            </p:cNvPr>
            <p:cNvSpPr>
              <a:spLocks noChangeArrowheads="1"/>
            </p:cNvSpPr>
            <p:nvPr/>
          </p:nvSpPr>
          <p:spPr bwMode="auto">
            <a:xfrm>
              <a:off x="1457" y="2658"/>
              <a:ext cx="32" cy="32"/>
            </a:xfrm>
            <a:prstGeom prst="ellipse">
              <a:avLst/>
            </a:prstGeom>
            <a:grpFill/>
            <a:ln w="9525">
              <a:solidFill>
                <a:schemeClr val="bg1"/>
              </a:solidFill>
              <a:round/>
              <a:headEnd/>
              <a:tailEnd/>
            </a:ln>
          </p:spPr>
          <p:txBody>
            <a:bodyPr/>
            <a:lstStyle/>
            <a:p>
              <a:endParaRPr lang="en-US"/>
            </a:p>
          </p:txBody>
        </p:sp>
        <p:sp>
          <p:nvSpPr>
            <p:cNvPr id="103466" name="Oval 28">
              <a:extLst>
                <a:ext uri="{FF2B5EF4-FFF2-40B4-BE49-F238E27FC236}">
                  <a16:creationId xmlns:a16="http://schemas.microsoft.com/office/drawing/2014/main" id="{78FC8D52-5CC3-BF40-8727-1532FBB0679F}"/>
                </a:ext>
              </a:extLst>
            </p:cNvPr>
            <p:cNvSpPr>
              <a:spLocks noChangeArrowheads="1"/>
            </p:cNvSpPr>
            <p:nvPr/>
          </p:nvSpPr>
          <p:spPr bwMode="auto">
            <a:xfrm>
              <a:off x="1457" y="2658"/>
              <a:ext cx="32" cy="32"/>
            </a:xfrm>
            <a:prstGeom prst="ellipse">
              <a:avLst/>
            </a:prstGeom>
            <a:grpFill/>
            <a:ln w="25400">
              <a:solidFill>
                <a:schemeClr val="bg1"/>
              </a:solidFill>
              <a:round/>
              <a:headEnd/>
              <a:tailEnd/>
            </a:ln>
          </p:spPr>
          <p:txBody>
            <a:bodyPr/>
            <a:lstStyle/>
            <a:p>
              <a:endParaRPr lang="en-US"/>
            </a:p>
          </p:txBody>
        </p:sp>
        <p:sp>
          <p:nvSpPr>
            <p:cNvPr id="103467" name="Oval 29">
              <a:extLst>
                <a:ext uri="{FF2B5EF4-FFF2-40B4-BE49-F238E27FC236}">
                  <a16:creationId xmlns:a16="http://schemas.microsoft.com/office/drawing/2014/main" id="{153E5C6D-D171-4EFE-959B-5333F96494DE}"/>
                </a:ext>
              </a:extLst>
            </p:cNvPr>
            <p:cNvSpPr>
              <a:spLocks noChangeArrowheads="1"/>
            </p:cNvSpPr>
            <p:nvPr/>
          </p:nvSpPr>
          <p:spPr bwMode="auto">
            <a:xfrm>
              <a:off x="1449" y="2969"/>
              <a:ext cx="40" cy="32"/>
            </a:xfrm>
            <a:prstGeom prst="ellipse">
              <a:avLst/>
            </a:prstGeom>
            <a:grpFill/>
            <a:ln w="9525">
              <a:solidFill>
                <a:schemeClr val="bg1"/>
              </a:solidFill>
              <a:round/>
              <a:headEnd/>
              <a:tailEnd/>
            </a:ln>
          </p:spPr>
          <p:txBody>
            <a:bodyPr/>
            <a:lstStyle/>
            <a:p>
              <a:endParaRPr lang="en-US"/>
            </a:p>
          </p:txBody>
        </p:sp>
        <p:sp>
          <p:nvSpPr>
            <p:cNvPr id="103468" name="Oval 30">
              <a:extLst>
                <a:ext uri="{FF2B5EF4-FFF2-40B4-BE49-F238E27FC236}">
                  <a16:creationId xmlns:a16="http://schemas.microsoft.com/office/drawing/2014/main" id="{54271747-44B7-B7E3-AD74-9CF89AC8147C}"/>
                </a:ext>
              </a:extLst>
            </p:cNvPr>
            <p:cNvSpPr>
              <a:spLocks noChangeArrowheads="1"/>
            </p:cNvSpPr>
            <p:nvPr/>
          </p:nvSpPr>
          <p:spPr bwMode="auto">
            <a:xfrm>
              <a:off x="1449" y="2969"/>
              <a:ext cx="40" cy="32"/>
            </a:xfrm>
            <a:prstGeom prst="ellipse">
              <a:avLst/>
            </a:prstGeom>
            <a:grpFill/>
            <a:ln w="25400">
              <a:solidFill>
                <a:schemeClr val="bg1"/>
              </a:solidFill>
              <a:round/>
              <a:headEnd/>
              <a:tailEnd/>
            </a:ln>
          </p:spPr>
          <p:txBody>
            <a:bodyPr/>
            <a:lstStyle/>
            <a:p>
              <a:endParaRPr lang="en-US"/>
            </a:p>
          </p:txBody>
        </p:sp>
        <p:grpSp>
          <p:nvGrpSpPr>
            <p:cNvPr id="103469" name="Group 31">
              <a:extLst>
                <a:ext uri="{FF2B5EF4-FFF2-40B4-BE49-F238E27FC236}">
                  <a16:creationId xmlns:a16="http://schemas.microsoft.com/office/drawing/2014/main" id="{718C56E9-A961-0E15-A662-C4D315633DB4}"/>
                </a:ext>
              </a:extLst>
            </p:cNvPr>
            <p:cNvGrpSpPr>
              <a:grpSpLocks/>
            </p:cNvGrpSpPr>
            <p:nvPr/>
          </p:nvGrpSpPr>
          <p:grpSpPr bwMode="auto">
            <a:xfrm>
              <a:off x="1912" y="1741"/>
              <a:ext cx="40" cy="1260"/>
              <a:chOff x="1912" y="1741"/>
              <a:chExt cx="40" cy="1260"/>
            </a:xfrm>
            <a:grpFill/>
          </p:grpSpPr>
          <p:sp>
            <p:nvSpPr>
              <p:cNvPr id="104653" name="Oval 32">
                <a:extLst>
                  <a:ext uri="{FF2B5EF4-FFF2-40B4-BE49-F238E27FC236}">
                    <a16:creationId xmlns:a16="http://schemas.microsoft.com/office/drawing/2014/main" id="{B7E32F36-DC91-E61F-0115-A26A00437054}"/>
                  </a:ext>
                </a:extLst>
              </p:cNvPr>
              <p:cNvSpPr>
                <a:spLocks noChangeArrowheads="1"/>
              </p:cNvSpPr>
              <p:nvPr/>
            </p:nvSpPr>
            <p:spPr bwMode="auto">
              <a:xfrm>
                <a:off x="1920" y="1741"/>
                <a:ext cx="32" cy="32"/>
              </a:xfrm>
              <a:prstGeom prst="ellipse">
                <a:avLst/>
              </a:prstGeom>
              <a:grpFill/>
              <a:ln w="9525">
                <a:solidFill>
                  <a:schemeClr val="bg1"/>
                </a:solidFill>
                <a:round/>
                <a:headEnd/>
                <a:tailEnd/>
              </a:ln>
            </p:spPr>
            <p:txBody>
              <a:bodyPr/>
              <a:lstStyle/>
              <a:p>
                <a:endParaRPr lang="en-US"/>
              </a:p>
            </p:txBody>
          </p:sp>
          <p:sp>
            <p:nvSpPr>
              <p:cNvPr id="104654" name="Oval 33">
                <a:extLst>
                  <a:ext uri="{FF2B5EF4-FFF2-40B4-BE49-F238E27FC236}">
                    <a16:creationId xmlns:a16="http://schemas.microsoft.com/office/drawing/2014/main" id="{E3936DEA-F59D-06BF-D60E-724E964BAD28}"/>
                  </a:ext>
                </a:extLst>
              </p:cNvPr>
              <p:cNvSpPr>
                <a:spLocks noChangeArrowheads="1"/>
              </p:cNvSpPr>
              <p:nvPr/>
            </p:nvSpPr>
            <p:spPr bwMode="auto">
              <a:xfrm>
                <a:off x="1920" y="1741"/>
                <a:ext cx="32" cy="32"/>
              </a:xfrm>
              <a:prstGeom prst="ellipse">
                <a:avLst/>
              </a:prstGeom>
              <a:grpFill/>
              <a:ln w="25400">
                <a:solidFill>
                  <a:schemeClr val="bg1"/>
                </a:solidFill>
                <a:round/>
                <a:headEnd/>
                <a:tailEnd/>
              </a:ln>
            </p:spPr>
            <p:txBody>
              <a:bodyPr/>
              <a:lstStyle/>
              <a:p>
                <a:endParaRPr lang="en-US"/>
              </a:p>
            </p:txBody>
          </p:sp>
          <p:sp>
            <p:nvSpPr>
              <p:cNvPr id="104655" name="Oval 34">
                <a:extLst>
                  <a:ext uri="{FF2B5EF4-FFF2-40B4-BE49-F238E27FC236}">
                    <a16:creationId xmlns:a16="http://schemas.microsoft.com/office/drawing/2014/main" id="{23682DEF-20D6-8094-D66F-C6C569898718}"/>
                  </a:ext>
                </a:extLst>
              </p:cNvPr>
              <p:cNvSpPr>
                <a:spLocks noChangeArrowheads="1"/>
              </p:cNvSpPr>
              <p:nvPr/>
            </p:nvSpPr>
            <p:spPr bwMode="auto">
              <a:xfrm>
                <a:off x="1920" y="2044"/>
                <a:ext cx="32" cy="32"/>
              </a:xfrm>
              <a:prstGeom prst="ellipse">
                <a:avLst/>
              </a:prstGeom>
              <a:grpFill/>
              <a:ln w="9525">
                <a:solidFill>
                  <a:schemeClr val="bg1"/>
                </a:solidFill>
                <a:round/>
                <a:headEnd/>
                <a:tailEnd/>
              </a:ln>
            </p:spPr>
            <p:txBody>
              <a:bodyPr/>
              <a:lstStyle/>
              <a:p>
                <a:endParaRPr lang="en-US"/>
              </a:p>
            </p:txBody>
          </p:sp>
          <p:sp>
            <p:nvSpPr>
              <p:cNvPr id="104656" name="Oval 35">
                <a:extLst>
                  <a:ext uri="{FF2B5EF4-FFF2-40B4-BE49-F238E27FC236}">
                    <a16:creationId xmlns:a16="http://schemas.microsoft.com/office/drawing/2014/main" id="{FFD566FB-0E86-81C0-E0DF-8218BC649F77}"/>
                  </a:ext>
                </a:extLst>
              </p:cNvPr>
              <p:cNvSpPr>
                <a:spLocks noChangeArrowheads="1"/>
              </p:cNvSpPr>
              <p:nvPr/>
            </p:nvSpPr>
            <p:spPr bwMode="auto">
              <a:xfrm>
                <a:off x="1920" y="2044"/>
                <a:ext cx="32" cy="32"/>
              </a:xfrm>
              <a:prstGeom prst="ellipse">
                <a:avLst/>
              </a:prstGeom>
              <a:grpFill/>
              <a:ln w="25400">
                <a:solidFill>
                  <a:schemeClr val="bg1"/>
                </a:solidFill>
                <a:round/>
                <a:headEnd/>
                <a:tailEnd/>
              </a:ln>
            </p:spPr>
            <p:txBody>
              <a:bodyPr/>
              <a:lstStyle/>
              <a:p>
                <a:endParaRPr lang="en-US"/>
              </a:p>
            </p:txBody>
          </p:sp>
          <p:sp>
            <p:nvSpPr>
              <p:cNvPr id="104657" name="Oval 36">
                <a:extLst>
                  <a:ext uri="{FF2B5EF4-FFF2-40B4-BE49-F238E27FC236}">
                    <a16:creationId xmlns:a16="http://schemas.microsoft.com/office/drawing/2014/main" id="{3B40B7A0-3FE7-283B-993B-955485CAE7AE}"/>
                  </a:ext>
                </a:extLst>
              </p:cNvPr>
              <p:cNvSpPr>
                <a:spLocks noChangeArrowheads="1"/>
              </p:cNvSpPr>
              <p:nvPr/>
            </p:nvSpPr>
            <p:spPr bwMode="auto">
              <a:xfrm>
                <a:off x="1920" y="2347"/>
                <a:ext cx="32" cy="40"/>
              </a:xfrm>
              <a:prstGeom prst="ellipse">
                <a:avLst/>
              </a:prstGeom>
              <a:grpFill/>
              <a:ln w="9525">
                <a:solidFill>
                  <a:schemeClr val="bg1"/>
                </a:solidFill>
                <a:round/>
                <a:headEnd/>
                <a:tailEnd/>
              </a:ln>
            </p:spPr>
            <p:txBody>
              <a:bodyPr/>
              <a:lstStyle/>
              <a:p>
                <a:endParaRPr lang="en-US"/>
              </a:p>
            </p:txBody>
          </p:sp>
          <p:sp>
            <p:nvSpPr>
              <p:cNvPr id="104658" name="Oval 37">
                <a:extLst>
                  <a:ext uri="{FF2B5EF4-FFF2-40B4-BE49-F238E27FC236}">
                    <a16:creationId xmlns:a16="http://schemas.microsoft.com/office/drawing/2014/main" id="{3F0E7C5B-4D5A-C39C-0D09-2C4E37BC40C5}"/>
                  </a:ext>
                </a:extLst>
              </p:cNvPr>
              <p:cNvSpPr>
                <a:spLocks noChangeArrowheads="1"/>
              </p:cNvSpPr>
              <p:nvPr/>
            </p:nvSpPr>
            <p:spPr bwMode="auto">
              <a:xfrm>
                <a:off x="1920" y="2347"/>
                <a:ext cx="32" cy="40"/>
              </a:xfrm>
              <a:prstGeom prst="ellipse">
                <a:avLst/>
              </a:prstGeom>
              <a:grpFill/>
              <a:ln w="25400">
                <a:solidFill>
                  <a:schemeClr val="bg1"/>
                </a:solidFill>
                <a:round/>
                <a:headEnd/>
                <a:tailEnd/>
              </a:ln>
            </p:spPr>
            <p:txBody>
              <a:bodyPr/>
              <a:lstStyle/>
              <a:p>
                <a:endParaRPr lang="en-US"/>
              </a:p>
            </p:txBody>
          </p:sp>
          <p:sp>
            <p:nvSpPr>
              <p:cNvPr id="104659" name="Oval 38">
                <a:extLst>
                  <a:ext uri="{FF2B5EF4-FFF2-40B4-BE49-F238E27FC236}">
                    <a16:creationId xmlns:a16="http://schemas.microsoft.com/office/drawing/2014/main" id="{3895D4BF-5803-42C4-11B4-C20A832617AB}"/>
                  </a:ext>
                </a:extLst>
              </p:cNvPr>
              <p:cNvSpPr>
                <a:spLocks noChangeArrowheads="1"/>
              </p:cNvSpPr>
              <p:nvPr/>
            </p:nvSpPr>
            <p:spPr bwMode="auto">
              <a:xfrm>
                <a:off x="1920" y="2658"/>
                <a:ext cx="32" cy="32"/>
              </a:xfrm>
              <a:prstGeom prst="ellipse">
                <a:avLst/>
              </a:prstGeom>
              <a:grpFill/>
              <a:ln w="9525">
                <a:solidFill>
                  <a:schemeClr val="bg1"/>
                </a:solidFill>
                <a:round/>
                <a:headEnd/>
                <a:tailEnd/>
              </a:ln>
            </p:spPr>
            <p:txBody>
              <a:bodyPr/>
              <a:lstStyle/>
              <a:p>
                <a:endParaRPr lang="en-US"/>
              </a:p>
            </p:txBody>
          </p:sp>
          <p:sp>
            <p:nvSpPr>
              <p:cNvPr id="104660" name="Oval 39">
                <a:extLst>
                  <a:ext uri="{FF2B5EF4-FFF2-40B4-BE49-F238E27FC236}">
                    <a16:creationId xmlns:a16="http://schemas.microsoft.com/office/drawing/2014/main" id="{B704CC99-3FFB-00AA-4D26-09C3F6C10D52}"/>
                  </a:ext>
                </a:extLst>
              </p:cNvPr>
              <p:cNvSpPr>
                <a:spLocks noChangeArrowheads="1"/>
              </p:cNvSpPr>
              <p:nvPr/>
            </p:nvSpPr>
            <p:spPr bwMode="auto">
              <a:xfrm>
                <a:off x="1920" y="2658"/>
                <a:ext cx="32" cy="32"/>
              </a:xfrm>
              <a:prstGeom prst="ellipse">
                <a:avLst/>
              </a:prstGeom>
              <a:grpFill/>
              <a:ln w="25400">
                <a:solidFill>
                  <a:schemeClr val="bg1"/>
                </a:solidFill>
                <a:round/>
                <a:headEnd/>
                <a:tailEnd/>
              </a:ln>
            </p:spPr>
            <p:txBody>
              <a:bodyPr/>
              <a:lstStyle/>
              <a:p>
                <a:endParaRPr lang="en-US"/>
              </a:p>
            </p:txBody>
          </p:sp>
          <p:sp>
            <p:nvSpPr>
              <p:cNvPr id="104661" name="Oval 40">
                <a:extLst>
                  <a:ext uri="{FF2B5EF4-FFF2-40B4-BE49-F238E27FC236}">
                    <a16:creationId xmlns:a16="http://schemas.microsoft.com/office/drawing/2014/main" id="{120477D2-FDCA-1041-66F3-AF743F583DD3}"/>
                  </a:ext>
                </a:extLst>
              </p:cNvPr>
              <p:cNvSpPr>
                <a:spLocks noChangeArrowheads="1"/>
              </p:cNvSpPr>
              <p:nvPr/>
            </p:nvSpPr>
            <p:spPr bwMode="auto">
              <a:xfrm>
                <a:off x="1912" y="2961"/>
                <a:ext cx="32" cy="40"/>
              </a:xfrm>
              <a:prstGeom prst="ellipse">
                <a:avLst/>
              </a:prstGeom>
              <a:grpFill/>
              <a:ln w="9525">
                <a:solidFill>
                  <a:schemeClr val="bg1"/>
                </a:solidFill>
                <a:round/>
                <a:headEnd/>
                <a:tailEnd/>
              </a:ln>
            </p:spPr>
            <p:txBody>
              <a:bodyPr/>
              <a:lstStyle/>
              <a:p>
                <a:endParaRPr lang="en-US"/>
              </a:p>
            </p:txBody>
          </p:sp>
          <p:sp>
            <p:nvSpPr>
              <p:cNvPr id="104662" name="Oval 41">
                <a:extLst>
                  <a:ext uri="{FF2B5EF4-FFF2-40B4-BE49-F238E27FC236}">
                    <a16:creationId xmlns:a16="http://schemas.microsoft.com/office/drawing/2014/main" id="{5A7AFE02-916D-B98B-9FAA-E9E8C94B7571}"/>
                  </a:ext>
                </a:extLst>
              </p:cNvPr>
              <p:cNvSpPr>
                <a:spLocks noChangeArrowheads="1"/>
              </p:cNvSpPr>
              <p:nvPr/>
            </p:nvSpPr>
            <p:spPr bwMode="auto">
              <a:xfrm>
                <a:off x="1912" y="2961"/>
                <a:ext cx="32" cy="40"/>
              </a:xfrm>
              <a:prstGeom prst="ellipse">
                <a:avLst/>
              </a:prstGeom>
              <a:grpFill/>
              <a:ln w="25400">
                <a:solidFill>
                  <a:schemeClr val="bg1"/>
                </a:solidFill>
                <a:round/>
                <a:headEnd/>
                <a:tailEnd/>
              </a:ln>
            </p:spPr>
            <p:txBody>
              <a:bodyPr/>
              <a:lstStyle/>
              <a:p>
                <a:endParaRPr lang="en-US"/>
              </a:p>
            </p:txBody>
          </p:sp>
        </p:grpSp>
        <p:grpSp>
          <p:nvGrpSpPr>
            <p:cNvPr id="103470" name="Group 42">
              <a:extLst>
                <a:ext uri="{FF2B5EF4-FFF2-40B4-BE49-F238E27FC236}">
                  <a16:creationId xmlns:a16="http://schemas.microsoft.com/office/drawing/2014/main" id="{95CAD817-BB6E-B081-A383-CD81C6F03E11}"/>
                </a:ext>
              </a:extLst>
            </p:cNvPr>
            <p:cNvGrpSpPr>
              <a:grpSpLocks/>
            </p:cNvGrpSpPr>
            <p:nvPr/>
          </p:nvGrpSpPr>
          <p:grpSpPr bwMode="auto">
            <a:xfrm>
              <a:off x="2375" y="1749"/>
              <a:ext cx="40" cy="1252"/>
              <a:chOff x="2375" y="1749"/>
              <a:chExt cx="40" cy="1252"/>
            </a:xfrm>
            <a:grpFill/>
          </p:grpSpPr>
          <p:sp>
            <p:nvSpPr>
              <p:cNvPr id="104643" name="Oval 43">
                <a:extLst>
                  <a:ext uri="{FF2B5EF4-FFF2-40B4-BE49-F238E27FC236}">
                    <a16:creationId xmlns:a16="http://schemas.microsoft.com/office/drawing/2014/main" id="{4D9086FB-3C5E-45C6-C236-C3732C4780FA}"/>
                  </a:ext>
                </a:extLst>
              </p:cNvPr>
              <p:cNvSpPr>
                <a:spLocks noChangeArrowheads="1"/>
              </p:cNvSpPr>
              <p:nvPr/>
            </p:nvSpPr>
            <p:spPr bwMode="auto">
              <a:xfrm>
                <a:off x="2375" y="1749"/>
                <a:ext cx="32" cy="32"/>
              </a:xfrm>
              <a:prstGeom prst="ellipse">
                <a:avLst/>
              </a:prstGeom>
              <a:grpFill/>
              <a:ln w="9525">
                <a:solidFill>
                  <a:schemeClr val="bg1"/>
                </a:solidFill>
                <a:round/>
                <a:headEnd/>
                <a:tailEnd/>
              </a:ln>
            </p:spPr>
            <p:txBody>
              <a:bodyPr/>
              <a:lstStyle/>
              <a:p>
                <a:endParaRPr lang="en-US"/>
              </a:p>
            </p:txBody>
          </p:sp>
          <p:sp>
            <p:nvSpPr>
              <p:cNvPr id="104644" name="Oval 44">
                <a:extLst>
                  <a:ext uri="{FF2B5EF4-FFF2-40B4-BE49-F238E27FC236}">
                    <a16:creationId xmlns:a16="http://schemas.microsoft.com/office/drawing/2014/main" id="{103DC4FA-B8D7-AC13-CFE2-5891B8DB4408}"/>
                  </a:ext>
                </a:extLst>
              </p:cNvPr>
              <p:cNvSpPr>
                <a:spLocks noChangeArrowheads="1"/>
              </p:cNvSpPr>
              <p:nvPr/>
            </p:nvSpPr>
            <p:spPr bwMode="auto">
              <a:xfrm>
                <a:off x="2375" y="1749"/>
                <a:ext cx="32" cy="32"/>
              </a:xfrm>
              <a:prstGeom prst="ellipse">
                <a:avLst/>
              </a:prstGeom>
              <a:grpFill/>
              <a:ln w="25400">
                <a:solidFill>
                  <a:schemeClr val="bg1"/>
                </a:solidFill>
                <a:round/>
                <a:headEnd/>
                <a:tailEnd/>
              </a:ln>
            </p:spPr>
            <p:txBody>
              <a:bodyPr/>
              <a:lstStyle/>
              <a:p>
                <a:endParaRPr lang="en-US"/>
              </a:p>
            </p:txBody>
          </p:sp>
          <p:sp>
            <p:nvSpPr>
              <p:cNvPr id="104645" name="Oval 45">
                <a:extLst>
                  <a:ext uri="{FF2B5EF4-FFF2-40B4-BE49-F238E27FC236}">
                    <a16:creationId xmlns:a16="http://schemas.microsoft.com/office/drawing/2014/main" id="{A87CDC5A-33BC-DFA4-471D-9B5B08F17315}"/>
                  </a:ext>
                </a:extLst>
              </p:cNvPr>
              <p:cNvSpPr>
                <a:spLocks noChangeArrowheads="1"/>
              </p:cNvSpPr>
              <p:nvPr/>
            </p:nvSpPr>
            <p:spPr bwMode="auto">
              <a:xfrm>
                <a:off x="2383" y="2052"/>
                <a:ext cx="32" cy="32"/>
              </a:xfrm>
              <a:prstGeom prst="ellipse">
                <a:avLst/>
              </a:prstGeom>
              <a:grpFill/>
              <a:ln w="9525">
                <a:solidFill>
                  <a:schemeClr val="bg1"/>
                </a:solidFill>
                <a:round/>
                <a:headEnd/>
                <a:tailEnd/>
              </a:ln>
            </p:spPr>
            <p:txBody>
              <a:bodyPr/>
              <a:lstStyle/>
              <a:p>
                <a:endParaRPr lang="en-US"/>
              </a:p>
            </p:txBody>
          </p:sp>
          <p:sp>
            <p:nvSpPr>
              <p:cNvPr id="104646" name="Oval 46">
                <a:extLst>
                  <a:ext uri="{FF2B5EF4-FFF2-40B4-BE49-F238E27FC236}">
                    <a16:creationId xmlns:a16="http://schemas.microsoft.com/office/drawing/2014/main" id="{E397635E-9670-879E-1D56-5F73235AE906}"/>
                  </a:ext>
                </a:extLst>
              </p:cNvPr>
              <p:cNvSpPr>
                <a:spLocks noChangeArrowheads="1"/>
              </p:cNvSpPr>
              <p:nvPr/>
            </p:nvSpPr>
            <p:spPr bwMode="auto">
              <a:xfrm>
                <a:off x="2383" y="2052"/>
                <a:ext cx="32" cy="32"/>
              </a:xfrm>
              <a:prstGeom prst="ellipse">
                <a:avLst/>
              </a:prstGeom>
              <a:grpFill/>
              <a:ln w="25400">
                <a:solidFill>
                  <a:schemeClr val="bg1"/>
                </a:solidFill>
                <a:round/>
                <a:headEnd/>
                <a:tailEnd/>
              </a:ln>
            </p:spPr>
            <p:txBody>
              <a:bodyPr/>
              <a:lstStyle/>
              <a:p>
                <a:endParaRPr lang="en-US"/>
              </a:p>
            </p:txBody>
          </p:sp>
          <p:sp>
            <p:nvSpPr>
              <p:cNvPr id="104647" name="Oval 47">
                <a:extLst>
                  <a:ext uri="{FF2B5EF4-FFF2-40B4-BE49-F238E27FC236}">
                    <a16:creationId xmlns:a16="http://schemas.microsoft.com/office/drawing/2014/main" id="{88BF5781-7F96-2BC3-CC60-601064541603}"/>
                  </a:ext>
                </a:extLst>
              </p:cNvPr>
              <p:cNvSpPr>
                <a:spLocks noChangeArrowheads="1"/>
              </p:cNvSpPr>
              <p:nvPr/>
            </p:nvSpPr>
            <p:spPr bwMode="auto">
              <a:xfrm>
                <a:off x="2383" y="2355"/>
                <a:ext cx="32" cy="32"/>
              </a:xfrm>
              <a:prstGeom prst="ellipse">
                <a:avLst/>
              </a:prstGeom>
              <a:grpFill/>
              <a:ln w="9525">
                <a:solidFill>
                  <a:schemeClr val="bg1"/>
                </a:solidFill>
                <a:round/>
                <a:headEnd/>
                <a:tailEnd/>
              </a:ln>
            </p:spPr>
            <p:txBody>
              <a:bodyPr/>
              <a:lstStyle/>
              <a:p>
                <a:endParaRPr lang="en-US"/>
              </a:p>
            </p:txBody>
          </p:sp>
          <p:sp>
            <p:nvSpPr>
              <p:cNvPr id="104648" name="Oval 48">
                <a:extLst>
                  <a:ext uri="{FF2B5EF4-FFF2-40B4-BE49-F238E27FC236}">
                    <a16:creationId xmlns:a16="http://schemas.microsoft.com/office/drawing/2014/main" id="{EFEF0BC3-7625-2020-9932-DC7BEA8CC263}"/>
                  </a:ext>
                </a:extLst>
              </p:cNvPr>
              <p:cNvSpPr>
                <a:spLocks noChangeArrowheads="1"/>
              </p:cNvSpPr>
              <p:nvPr/>
            </p:nvSpPr>
            <p:spPr bwMode="auto">
              <a:xfrm>
                <a:off x="2383" y="2355"/>
                <a:ext cx="32" cy="32"/>
              </a:xfrm>
              <a:prstGeom prst="ellipse">
                <a:avLst/>
              </a:prstGeom>
              <a:grpFill/>
              <a:ln w="25400">
                <a:solidFill>
                  <a:schemeClr val="bg1"/>
                </a:solidFill>
                <a:round/>
                <a:headEnd/>
                <a:tailEnd/>
              </a:ln>
            </p:spPr>
            <p:txBody>
              <a:bodyPr/>
              <a:lstStyle/>
              <a:p>
                <a:endParaRPr lang="en-US"/>
              </a:p>
            </p:txBody>
          </p:sp>
          <p:sp>
            <p:nvSpPr>
              <p:cNvPr id="104649" name="Oval 49">
                <a:extLst>
                  <a:ext uri="{FF2B5EF4-FFF2-40B4-BE49-F238E27FC236}">
                    <a16:creationId xmlns:a16="http://schemas.microsoft.com/office/drawing/2014/main" id="{DD2698DD-51F4-E8DF-E0B2-31BB670F4574}"/>
                  </a:ext>
                </a:extLst>
              </p:cNvPr>
              <p:cNvSpPr>
                <a:spLocks noChangeArrowheads="1"/>
              </p:cNvSpPr>
              <p:nvPr/>
            </p:nvSpPr>
            <p:spPr bwMode="auto">
              <a:xfrm>
                <a:off x="2375" y="2658"/>
                <a:ext cx="32" cy="40"/>
              </a:xfrm>
              <a:prstGeom prst="ellipse">
                <a:avLst/>
              </a:prstGeom>
              <a:grpFill/>
              <a:ln w="9525">
                <a:solidFill>
                  <a:schemeClr val="bg1"/>
                </a:solidFill>
                <a:round/>
                <a:headEnd/>
                <a:tailEnd/>
              </a:ln>
            </p:spPr>
            <p:txBody>
              <a:bodyPr/>
              <a:lstStyle/>
              <a:p>
                <a:endParaRPr lang="en-US"/>
              </a:p>
            </p:txBody>
          </p:sp>
          <p:sp>
            <p:nvSpPr>
              <p:cNvPr id="104650" name="Oval 50">
                <a:extLst>
                  <a:ext uri="{FF2B5EF4-FFF2-40B4-BE49-F238E27FC236}">
                    <a16:creationId xmlns:a16="http://schemas.microsoft.com/office/drawing/2014/main" id="{83F3EE7A-CC68-6C4D-7CDB-782728C070E4}"/>
                  </a:ext>
                </a:extLst>
              </p:cNvPr>
              <p:cNvSpPr>
                <a:spLocks noChangeArrowheads="1"/>
              </p:cNvSpPr>
              <p:nvPr/>
            </p:nvSpPr>
            <p:spPr bwMode="auto">
              <a:xfrm>
                <a:off x="2375" y="2658"/>
                <a:ext cx="32" cy="40"/>
              </a:xfrm>
              <a:prstGeom prst="ellipse">
                <a:avLst/>
              </a:prstGeom>
              <a:grpFill/>
              <a:ln w="25400">
                <a:solidFill>
                  <a:schemeClr val="bg1"/>
                </a:solidFill>
                <a:round/>
                <a:headEnd/>
                <a:tailEnd/>
              </a:ln>
            </p:spPr>
            <p:txBody>
              <a:bodyPr/>
              <a:lstStyle/>
              <a:p>
                <a:endParaRPr lang="en-US"/>
              </a:p>
            </p:txBody>
          </p:sp>
          <p:sp>
            <p:nvSpPr>
              <p:cNvPr id="104651" name="Oval 51">
                <a:extLst>
                  <a:ext uri="{FF2B5EF4-FFF2-40B4-BE49-F238E27FC236}">
                    <a16:creationId xmlns:a16="http://schemas.microsoft.com/office/drawing/2014/main" id="{BED4A049-9CB5-4966-322A-9CFA3D09326E}"/>
                  </a:ext>
                </a:extLst>
              </p:cNvPr>
              <p:cNvSpPr>
                <a:spLocks noChangeArrowheads="1"/>
              </p:cNvSpPr>
              <p:nvPr/>
            </p:nvSpPr>
            <p:spPr bwMode="auto">
              <a:xfrm>
                <a:off x="2375" y="2969"/>
                <a:ext cx="32" cy="32"/>
              </a:xfrm>
              <a:prstGeom prst="ellipse">
                <a:avLst/>
              </a:prstGeom>
              <a:grpFill/>
              <a:ln w="9525">
                <a:solidFill>
                  <a:schemeClr val="bg1"/>
                </a:solidFill>
                <a:round/>
                <a:headEnd/>
                <a:tailEnd/>
              </a:ln>
            </p:spPr>
            <p:txBody>
              <a:bodyPr/>
              <a:lstStyle/>
              <a:p>
                <a:endParaRPr lang="en-US"/>
              </a:p>
            </p:txBody>
          </p:sp>
          <p:sp>
            <p:nvSpPr>
              <p:cNvPr id="104652" name="Oval 52">
                <a:extLst>
                  <a:ext uri="{FF2B5EF4-FFF2-40B4-BE49-F238E27FC236}">
                    <a16:creationId xmlns:a16="http://schemas.microsoft.com/office/drawing/2014/main" id="{3CF7835B-9932-A0C6-288E-27C070D5948C}"/>
                  </a:ext>
                </a:extLst>
              </p:cNvPr>
              <p:cNvSpPr>
                <a:spLocks noChangeArrowheads="1"/>
              </p:cNvSpPr>
              <p:nvPr/>
            </p:nvSpPr>
            <p:spPr bwMode="auto">
              <a:xfrm>
                <a:off x="2375" y="2969"/>
                <a:ext cx="32" cy="32"/>
              </a:xfrm>
              <a:prstGeom prst="ellipse">
                <a:avLst/>
              </a:prstGeom>
              <a:grpFill/>
              <a:ln w="25400">
                <a:solidFill>
                  <a:schemeClr val="bg1"/>
                </a:solidFill>
                <a:round/>
                <a:headEnd/>
                <a:tailEnd/>
              </a:ln>
            </p:spPr>
            <p:txBody>
              <a:bodyPr/>
              <a:lstStyle/>
              <a:p>
                <a:endParaRPr lang="en-US"/>
              </a:p>
            </p:txBody>
          </p:sp>
        </p:grpSp>
        <p:grpSp>
          <p:nvGrpSpPr>
            <p:cNvPr id="103471" name="Group 53">
              <a:extLst>
                <a:ext uri="{FF2B5EF4-FFF2-40B4-BE49-F238E27FC236}">
                  <a16:creationId xmlns:a16="http://schemas.microsoft.com/office/drawing/2014/main" id="{E1391198-0852-08C9-7C08-79B34B9BE5FF}"/>
                </a:ext>
              </a:extLst>
            </p:cNvPr>
            <p:cNvGrpSpPr>
              <a:grpSpLocks/>
            </p:cNvGrpSpPr>
            <p:nvPr/>
          </p:nvGrpSpPr>
          <p:grpSpPr bwMode="auto">
            <a:xfrm>
              <a:off x="1489" y="2076"/>
              <a:ext cx="431" cy="284"/>
              <a:chOff x="1489" y="2076"/>
              <a:chExt cx="431" cy="284"/>
            </a:xfrm>
            <a:grpFill/>
          </p:grpSpPr>
          <p:sp>
            <p:nvSpPr>
              <p:cNvPr id="104641" name="Freeform 54">
                <a:extLst>
                  <a:ext uri="{FF2B5EF4-FFF2-40B4-BE49-F238E27FC236}">
                    <a16:creationId xmlns:a16="http://schemas.microsoft.com/office/drawing/2014/main" id="{48F94F07-60F5-52DA-01B6-9322663FC175}"/>
                  </a:ext>
                </a:extLst>
              </p:cNvPr>
              <p:cNvSpPr>
                <a:spLocks/>
              </p:cNvSpPr>
              <p:nvPr/>
            </p:nvSpPr>
            <p:spPr bwMode="auto">
              <a:xfrm>
                <a:off x="1784" y="2076"/>
                <a:ext cx="136" cy="96"/>
              </a:xfrm>
              <a:custGeom>
                <a:avLst/>
                <a:gdLst>
                  <a:gd name="T0" fmla="*/ 136 w 136"/>
                  <a:gd name="T1" fmla="*/ 0 h 96"/>
                  <a:gd name="T2" fmla="*/ 40 w 136"/>
                  <a:gd name="T3" fmla="*/ 96 h 96"/>
                  <a:gd name="T4" fmla="*/ 24 w 136"/>
                  <a:gd name="T5" fmla="*/ 72 h 96"/>
                  <a:gd name="T6" fmla="*/ 0 w 136"/>
                  <a:gd name="T7" fmla="*/ 40 h 96"/>
                  <a:gd name="T8" fmla="*/ 136 w 136"/>
                  <a:gd name="T9" fmla="*/ 0 h 96"/>
                  <a:gd name="T10" fmla="*/ 0 60000 65536"/>
                  <a:gd name="T11" fmla="*/ 0 60000 65536"/>
                  <a:gd name="T12" fmla="*/ 0 60000 65536"/>
                  <a:gd name="T13" fmla="*/ 0 60000 65536"/>
                  <a:gd name="T14" fmla="*/ 0 60000 65536"/>
                  <a:gd name="T15" fmla="*/ 0 w 136"/>
                  <a:gd name="T16" fmla="*/ 0 h 96"/>
                  <a:gd name="T17" fmla="*/ 136 w 136"/>
                  <a:gd name="T18" fmla="*/ 96 h 96"/>
                </a:gdLst>
                <a:ahLst/>
                <a:cxnLst>
                  <a:cxn ang="T10">
                    <a:pos x="T0" y="T1"/>
                  </a:cxn>
                  <a:cxn ang="T11">
                    <a:pos x="T2" y="T3"/>
                  </a:cxn>
                  <a:cxn ang="T12">
                    <a:pos x="T4" y="T5"/>
                  </a:cxn>
                  <a:cxn ang="T13">
                    <a:pos x="T6" y="T7"/>
                  </a:cxn>
                  <a:cxn ang="T14">
                    <a:pos x="T8" y="T9"/>
                  </a:cxn>
                </a:cxnLst>
                <a:rect l="T15" t="T16" r="T17" b="T18"/>
                <a:pathLst>
                  <a:path w="136" h="96">
                    <a:moveTo>
                      <a:pt x="136" y="0"/>
                    </a:moveTo>
                    <a:lnTo>
                      <a:pt x="40" y="96"/>
                    </a:lnTo>
                    <a:lnTo>
                      <a:pt x="24" y="72"/>
                    </a:lnTo>
                    <a:lnTo>
                      <a:pt x="0" y="40"/>
                    </a:lnTo>
                    <a:lnTo>
                      <a:pt x="136" y="0"/>
                    </a:lnTo>
                    <a:close/>
                  </a:path>
                </a:pathLst>
              </a:custGeom>
              <a:grpFill/>
              <a:ln w="9525">
                <a:solidFill>
                  <a:schemeClr val="bg1"/>
                </a:solidFill>
                <a:round/>
                <a:headEnd/>
                <a:tailEnd/>
              </a:ln>
            </p:spPr>
            <p:txBody>
              <a:bodyPr/>
              <a:lstStyle/>
              <a:p>
                <a:endParaRPr lang="en-US"/>
              </a:p>
            </p:txBody>
          </p:sp>
          <p:sp>
            <p:nvSpPr>
              <p:cNvPr id="104642" name="Line 55">
                <a:extLst>
                  <a:ext uri="{FF2B5EF4-FFF2-40B4-BE49-F238E27FC236}">
                    <a16:creationId xmlns:a16="http://schemas.microsoft.com/office/drawing/2014/main" id="{05606A1E-A4E0-F803-3226-C5405656F738}"/>
                  </a:ext>
                </a:extLst>
              </p:cNvPr>
              <p:cNvSpPr>
                <a:spLocks noChangeShapeType="1"/>
              </p:cNvSpPr>
              <p:nvPr/>
            </p:nvSpPr>
            <p:spPr bwMode="auto">
              <a:xfrm flipV="1">
                <a:off x="1489" y="2143"/>
                <a:ext cx="327" cy="217"/>
              </a:xfrm>
              <a:prstGeom prst="line">
                <a:avLst/>
              </a:prstGeom>
              <a:grpFill/>
              <a:ln w="25400">
                <a:solidFill>
                  <a:schemeClr val="bg1"/>
                </a:solidFill>
                <a:round/>
                <a:headEnd/>
                <a:tailEnd/>
              </a:ln>
            </p:spPr>
            <p:txBody>
              <a:bodyPr/>
              <a:lstStyle/>
              <a:p>
                <a:endParaRPr lang="en-US"/>
              </a:p>
            </p:txBody>
          </p:sp>
        </p:grpSp>
        <p:grpSp>
          <p:nvGrpSpPr>
            <p:cNvPr id="103472" name="Group 56">
              <a:extLst>
                <a:ext uri="{FF2B5EF4-FFF2-40B4-BE49-F238E27FC236}">
                  <a16:creationId xmlns:a16="http://schemas.microsoft.com/office/drawing/2014/main" id="{56AE5482-391F-42B5-7AFC-BEC688F97EB1}"/>
                </a:ext>
              </a:extLst>
            </p:cNvPr>
            <p:cNvGrpSpPr>
              <a:grpSpLocks/>
            </p:cNvGrpSpPr>
            <p:nvPr/>
          </p:nvGrpSpPr>
          <p:grpSpPr bwMode="auto">
            <a:xfrm>
              <a:off x="1489" y="1733"/>
              <a:ext cx="423" cy="56"/>
              <a:chOff x="1489" y="1733"/>
              <a:chExt cx="423" cy="56"/>
            </a:xfrm>
            <a:grpFill/>
          </p:grpSpPr>
          <p:sp>
            <p:nvSpPr>
              <p:cNvPr id="104633" name="Freeform 57">
                <a:extLst>
                  <a:ext uri="{FF2B5EF4-FFF2-40B4-BE49-F238E27FC236}">
                    <a16:creationId xmlns:a16="http://schemas.microsoft.com/office/drawing/2014/main" id="{095D63B7-215D-6C07-ADC7-D3D1C34714F4}"/>
                  </a:ext>
                </a:extLst>
              </p:cNvPr>
              <p:cNvSpPr>
                <a:spLocks/>
              </p:cNvSpPr>
              <p:nvPr/>
            </p:nvSpPr>
            <p:spPr bwMode="auto">
              <a:xfrm>
                <a:off x="1792" y="1733"/>
                <a:ext cx="120" cy="56"/>
              </a:xfrm>
              <a:custGeom>
                <a:avLst/>
                <a:gdLst>
                  <a:gd name="T0" fmla="*/ 120 w 120"/>
                  <a:gd name="T1" fmla="*/ 24 h 56"/>
                  <a:gd name="T2" fmla="*/ 0 w 120"/>
                  <a:gd name="T3" fmla="*/ 56 h 56"/>
                  <a:gd name="T4" fmla="*/ 0 w 120"/>
                  <a:gd name="T5" fmla="*/ 24 h 56"/>
                  <a:gd name="T6" fmla="*/ 0 w 120"/>
                  <a:gd name="T7" fmla="*/ 0 h 56"/>
                  <a:gd name="T8" fmla="*/ 120 w 120"/>
                  <a:gd name="T9" fmla="*/ 24 h 56"/>
                  <a:gd name="T10" fmla="*/ 0 60000 65536"/>
                  <a:gd name="T11" fmla="*/ 0 60000 65536"/>
                  <a:gd name="T12" fmla="*/ 0 60000 65536"/>
                  <a:gd name="T13" fmla="*/ 0 60000 65536"/>
                  <a:gd name="T14" fmla="*/ 0 60000 65536"/>
                  <a:gd name="T15" fmla="*/ 0 w 120"/>
                  <a:gd name="T16" fmla="*/ 0 h 56"/>
                  <a:gd name="T17" fmla="*/ 120 w 120"/>
                  <a:gd name="T18" fmla="*/ 56 h 56"/>
                </a:gdLst>
                <a:ahLst/>
                <a:cxnLst>
                  <a:cxn ang="T10">
                    <a:pos x="T0" y="T1"/>
                  </a:cxn>
                  <a:cxn ang="T11">
                    <a:pos x="T2" y="T3"/>
                  </a:cxn>
                  <a:cxn ang="T12">
                    <a:pos x="T4" y="T5"/>
                  </a:cxn>
                  <a:cxn ang="T13">
                    <a:pos x="T6" y="T7"/>
                  </a:cxn>
                  <a:cxn ang="T14">
                    <a:pos x="T8" y="T9"/>
                  </a:cxn>
                </a:cxnLst>
                <a:rect l="T15" t="T16" r="T17" b="T18"/>
                <a:pathLst>
                  <a:path w="120" h="56">
                    <a:moveTo>
                      <a:pt x="120" y="24"/>
                    </a:moveTo>
                    <a:lnTo>
                      <a:pt x="0" y="56"/>
                    </a:lnTo>
                    <a:lnTo>
                      <a:pt x="0" y="24"/>
                    </a:lnTo>
                    <a:lnTo>
                      <a:pt x="0" y="0"/>
                    </a:lnTo>
                    <a:lnTo>
                      <a:pt x="120" y="24"/>
                    </a:lnTo>
                    <a:close/>
                  </a:path>
                </a:pathLst>
              </a:custGeom>
              <a:grpFill/>
              <a:ln w="9525">
                <a:solidFill>
                  <a:schemeClr val="bg1"/>
                </a:solidFill>
                <a:round/>
                <a:headEnd/>
                <a:tailEnd/>
              </a:ln>
            </p:spPr>
            <p:txBody>
              <a:bodyPr/>
              <a:lstStyle/>
              <a:p>
                <a:endParaRPr lang="en-US"/>
              </a:p>
            </p:txBody>
          </p:sp>
          <p:grpSp>
            <p:nvGrpSpPr>
              <p:cNvPr id="104634" name="Group 58">
                <a:extLst>
                  <a:ext uri="{FF2B5EF4-FFF2-40B4-BE49-F238E27FC236}">
                    <a16:creationId xmlns:a16="http://schemas.microsoft.com/office/drawing/2014/main" id="{BFC8F716-694D-63B9-FDE9-2E933F05B4E0}"/>
                  </a:ext>
                </a:extLst>
              </p:cNvPr>
              <p:cNvGrpSpPr>
                <a:grpSpLocks/>
              </p:cNvGrpSpPr>
              <p:nvPr/>
            </p:nvGrpSpPr>
            <p:grpSpPr bwMode="auto">
              <a:xfrm>
                <a:off x="1489" y="1757"/>
                <a:ext cx="295" cy="1"/>
                <a:chOff x="1489" y="1757"/>
                <a:chExt cx="295" cy="1"/>
              </a:xfrm>
              <a:grpFill/>
            </p:grpSpPr>
            <p:sp>
              <p:nvSpPr>
                <p:cNvPr id="104635" name="Line 59">
                  <a:extLst>
                    <a:ext uri="{FF2B5EF4-FFF2-40B4-BE49-F238E27FC236}">
                      <a16:creationId xmlns:a16="http://schemas.microsoft.com/office/drawing/2014/main" id="{D0A8A3FD-5B72-2E61-DE2F-1DA4E231B968}"/>
                    </a:ext>
                  </a:extLst>
                </p:cNvPr>
                <p:cNvSpPr>
                  <a:spLocks noChangeShapeType="1"/>
                </p:cNvSpPr>
                <p:nvPr/>
              </p:nvSpPr>
              <p:spPr bwMode="auto">
                <a:xfrm>
                  <a:off x="1489" y="1757"/>
                  <a:ext cx="24" cy="1"/>
                </a:xfrm>
                <a:prstGeom prst="line">
                  <a:avLst/>
                </a:prstGeom>
                <a:grpFill/>
                <a:ln w="12700">
                  <a:solidFill>
                    <a:schemeClr val="bg1"/>
                  </a:solidFill>
                  <a:round/>
                  <a:headEnd/>
                  <a:tailEnd/>
                </a:ln>
              </p:spPr>
              <p:txBody>
                <a:bodyPr/>
                <a:lstStyle/>
                <a:p>
                  <a:endParaRPr lang="en-US"/>
                </a:p>
              </p:txBody>
            </p:sp>
            <p:sp>
              <p:nvSpPr>
                <p:cNvPr id="104636" name="Line 60">
                  <a:extLst>
                    <a:ext uri="{FF2B5EF4-FFF2-40B4-BE49-F238E27FC236}">
                      <a16:creationId xmlns:a16="http://schemas.microsoft.com/office/drawing/2014/main" id="{51408670-B5E7-6036-0720-41BFB90A5460}"/>
                    </a:ext>
                  </a:extLst>
                </p:cNvPr>
                <p:cNvSpPr>
                  <a:spLocks noChangeShapeType="1"/>
                </p:cNvSpPr>
                <p:nvPr/>
              </p:nvSpPr>
              <p:spPr bwMode="auto">
                <a:xfrm>
                  <a:off x="1544" y="1757"/>
                  <a:ext cx="24" cy="1"/>
                </a:xfrm>
                <a:prstGeom prst="line">
                  <a:avLst/>
                </a:prstGeom>
                <a:grpFill/>
                <a:ln w="12700">
                  <a:solidFill>
                    <a:schemeClr val="bg1"/>
                  </a:solidFill>
                  <a:round/>
                  <a:headEnd/>
                  <a:tailEnd/>
                </a:ln>
              </p:spPr>
              <p:txBody>
                <a:bodyPr/>
                <a:lstStyle/>
                <a:p>
                  <a:endParaRPr lang="en-US"/>
                </a:p>
              </p:txBody>
            </p:sp>
            <p:sp>
              <p:nvSpPr>
                <p:cNvPr id="104637" name="Line 61">
                  <a:extLst>
                    <a:ext uri="{FF2B5EF4-FFF2-40B4-BE49-F238E27FC236}">
                      <a16:creationId xmlns:a16="http://schemas.microsoft.com/office/drawing/2014/main" id="{F213F58D-6C71-04F1-C38C-246B070FA605}"/>
                    </a:ext>
                  </a:extLst>
                </p:cNvPr>
                <p:cNvSpPr>
                  <a:spLocks noChangeShapeType="1"/>
                </p:cNvSpPr>
                <p:nvPr/>
              </p:nvSpPr>
              <p:spPr bwMode="auto">
                <a:xfrm>
                  <a:off x="1600" y="1757"/>
                  <a:ext cx="24" cy="1"/>
                </a:xfrm>
                <a:prstGeom prst="line">
                  <a:avLst/>
                </a:prstGeom>
                <a:grpFill/>
                <a:ln w="12700">
                  <a:solidFill>
                    <a:schemeClr val="bg1"/>
                  </a:solidFill>
                  <a:round/>
                  <a:headEnd/>
                  <a:tailEnd/>
                </a:ln>
              </p:spPr>
              <p:txBody>
                <a:bodyPr/>
                <a:lstStyle/>
                <a:p>
                  <a:endParaRPr lang="en-US"/>
                </a:p>
              </p:txBody>
            </p:sp>
            <p:sp>
              <p:nvSpPr>
                <p:cNvPr id="104638" name="Line 62">
                  <a:extLst>
                    <a:ext uri="{FF2B5EF4-FFF2-40B4-BE49-F238E27FC236}">
                      <a16:creationId xmlns:a16="http://schemas.microsoft.com/office/drawing/2014/main" id="{ABC6B92A-B347-E74F-657E-BDC6793EC985}"/>
                    </a:ext>
                  </a:extLst>
                </p:cNvPr>
                <p:cNvSpPr>
                  <a:spLocks noChangeShapeType="1"/>
                </p:cNvSpPr>
                <p:nvPr/>
              </p:nvSpPr>
              <p:spPr bwMode="auto">
                <a:xfrm>
                  <a:off x="1656" y="1757"/>
                  <a:ext cx="24" cy="1"/>
                </a:xfrm>
                <a:prstGeom prst="line">
                  <a:avLst/>
                </a:prstGeom>
                <a:grpFill/>
                <a:ln w="12700">
                  <a:solidFill>
                    <a:schemeClr val="bg1"/>
                  </a:solidFill>
                  <a:round/>
                  <a:headEnd/>
                  <a:tailEnd/>
                </a:ln>
              </p:spPr>
              <p:txBody>
                <a:bodyPr/>
                <a:lstStyle/>
                <a:p>
                  <a:endParaRPr lang="en-US"/>
                </a:p>
              </p:txBody>
            </p:sp>
            <p:sp>
              <p:nvSpPr>
                <p:cNvPr id="104639" name="Line 63">
                  <a:extLst>
                    <a:ext uri="{FF2B5EF4-FFF2-40B4-BE49-F238E27FC236}">
                      <a16:creationId xmlns:a16="http://schemas.microsoft.com/office/drawing/2014/main" id="{BDEAEAA0-B8E4-7D9E-929E-79FB5FA811D5}"/>
                    </a:ext>
                  </a:extLst>
                </p:cNvPr>
                <p:cNvSpPr>
                  <a:spLocks noChangeShapeType="1"/>
                </p:cNvSpPr>
                <p:nvPr/>
              </p:nvSpPr>
              <p:spPr bwMode="auto">
                <a:xfrm>
                  <a:off x="1712" y="1757"/>
                  <a:ext cx="24" cy="1"/>
                </a:xfrm>
                <a:prstGeom prst="line">
                  <a:avLst/>
                </a:prstGeom>
                <a:grpFill/>
                <a:ln w="12700">
                  <a:solidFill>
                    <a:schemeClr val="bg1"/>
                  </a:solidFill>
                  <a:round/>
                  <a:headEnd/>
                  <a:tailEnd/>
                </a:ln>
              </p:spPr>
              <p:txBody>
                <a:bodyPr/>
                <a:lstStyle/>
                <a:p>
                  <a:endParaRPr lang="en-US"/>
                </a:p>
              </p:txBody>
            </p:sp>
            <p:sp>
              <p:nvSpPr>
                <p:cNvPr id="104640" name="Line 64">
                  <a:extLst>
                    <a:ext uri="{FF2B5EF4-FFF2-40B4-BE49-F238E27FC236}">
                      <a16:creationId xmlns:a16="http://schemas.microsoft.com/office/drawing/2014/main" id="{9549AB23-32D4-0AA2-D5E0-0B7D553C39DD}"/>
                    </a:ext>
                  </a:extLst>
                </p:cNvPr>
                <p:cNvSpPr>
                  <a:spLocks noChangeShapeType="1"/>
                </p:cNvSpPr>
                <p:nvPr/>
              </p:nvSpPr>
              <p:spPr bwMode="auto">
                <a:xfrm>
                  <a:off x="1768" y="1757"/>
                  <a:ext cx="16" cy="1"/>
                </a:xfrm>
                <a:prstGeom prst="line">
                  <a:avLst/>
                </a:prstGeom>
                <a:grpFill/>
                <a:ln w="12700">
                  <a:solidFill>
                    <a:schemeClr val="bg1"/>
                  </a:solidFill>
                  <a:round/>
                  <a:headEnd/>
                  <a:tailEnd/>
                </a:ln>
              </p:spPr>
              <p:txBody>
                <a:bodyPr/>
                <a:lstStyle/>
                <a:p>
                  <a:endParaRPr lang="en-US"/>
                </a:p>
              </p:txBody>
            </p:sp>
          </p:grpSp>
        </p:grpSp>
        <p:grpSp>
          <p:nvGrpSpPr>
            <p:cNvPr id="103473" name="Group 65">
              <a:extLst>
                <a:ext uri="{FF2B5EF4-FFF2-40B4-BE49-F238E27FC236}">
                  <a16:creationId xmlns:a16="http://schemas.microsoft.com/office/drawing/2014/main" id="{91B33599-5F9C-824D-2BDC-5FC1716FD5E4}"/>
                </a:ext>
              </a:extLst>
            </p:cNvPr>
            <p:cNvGrpSpPr>
              <a:grpSpLocks/>
            </p:cNvGrpSpPr>
            <p:nvPr/>
          </p:nvGrpSpPr>
          <p:grpSpPr bwMode="auto">
            <a:xfrm>
              <a:off x="1952" y="1725"/>
              <a:ext cx="415" cy="56"/>
              <a:chOff x="1952" y="1725"/>
              <a:chExt cx="415" cy="56"/>
            </a:xfrm>
            <a:grpFill/>
          </p:grpSpPr>
          <p:sp>
            <p:nvSpPr>
              <p:cNvPr id="104625" name="Freeform 66">
                <a:extLst>
                  <a:ext uri="{FF2B5EF4-FFF2-40B4-BE49-F238E27FC236}">
                    <a16:creationId xmlns:a16="http://schemas.microsoft.com/office/drawing/2014/main" id="{8D17B4C4-9077-A964-26B6-69184AC476A5}"/>
                  </a:ext>
                </a:extLst>
              </p:cNvPr>
              <p:cNvSpPr>
                <a:spLocks/>
              </p:cNvSpPr>
              <p:nvPr/>
            </p:nvSpPr>
            <p:spPr bwMode="auto">
              <a:xfrm>
                <a:off x="2255" y="1725"/>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solidFill>
                <a:round/>
                <a:headEnd/>
                <a:tailEnd/>
              </a:ln>
            </p:spPr>
            <p:txBody>
              <a:bodyPr/>
              <a:lstStyle/>
              <a:p>
                <a:endParaRPr lang="en-US"/>
              </a:p>
            </p:txBody>
          </p:sp>
          <p:grpSp>
            <p:nvGrpSpPr>
              <p:cNvPr id="104626" name="Group 67">
                <a:extLst>
                  <a:ext uri="{FF2B5EF4-FFF2-40B4-BE49-F238E27FC236}">
                    <a16:creationId xmlns:a16="http://schemas.microsoft.com/office/drawing/2014/main" id="{C1015AA9-9B25-7BB9-AB7A-B7E420EFB755}"/>
                  </a:ext>
                </a:extLst>
              </p:cNvPr>
              <p:cNvGrpSpPr>
                <a:grpSpLocks/>
              </p:cNvGrpSpPr>
              <p:nvPr/>
            </p:nvGrpSpPr>
            <p:grpSpPr bwMode="auto">
              <a:xfrm>
                <a:off x="1952" y="1757"/>
                <a:ext cx="295" cy="1"/>
                <a:chOff x="1952" y="1757"/>
                <a:chExt cx="295" cy="1"/>
              </a:xfrm>
              <a:grpFill/>
            </p:grpSpPr>
            <p:sp>
              <p:nvSpPr>
                <p:cNvPr id="104627" name="Line 68">
                  <a:extLst>
                    <a:ext uri="{FF2B5EF4-FFF2-40B4-BE49-F238E27FC236}">
                      <a16:creationId xmlns:a16="http://schemas.microsoft.com/office/drawing/2014/main" id="{C0112832-C378-2513-D0F5-486EE8690E06}"/>
                    </a:ext>
                  </a:extLst>
                </p:cNvPr>
                <p:cNvSpPr>
                  <a:spLocks noChangeShapeType="1"/>
                </p:cNvSpPr>
                <p:nvPr/>
              </p:nvSpPr>
              <p:spPr bwMode="auto">
                <a:xfrm>
                  <a:off x="1952" y="1757"/>
                  <a:ext cx="24" cy="1"/>
                </a:xfrm>
                <a:prstGeom prst="line">
                  <a:avLst/>
                </a:prstGeom>
                <a:grpFill/>
                <a:ln w="12700">
                  <a:solidFill>
                    <a:schemeClr val="bg1"/>
                  </a:solidFill>
                  <a:round/>
                  <a:headEnd/>
                  <a:tailEnd/>
                </a:ln>
              </p:spPr>
              <p:txBody>
                <a:bodyPr/>
                <a:lstStyle/>
                <a:p>
                  <a:endParaRPr lang="en-US"/>
                </a:p>
              </p:txBody>
            </p:sp>
            <p:sp>
              <p:nvSpPr>
                <p:cNvPr id="104628" name="Line 69">
                  <a:extLst>
                    <a:ext uri="{FF2B5EF4-FFF2-40B4-BE49-F238E27FC236}">
                      <a16:creationId xmlns:a16="http://schemas.microsoft.com/office/drawing/2014/main" id="{34AF36C4-CC67-2E5E-5713-1294A62DBA1E}"/>
                    </a:ext>
                  </a:extLst>
                </p:cNvPr>
                <p:cNvSpPr>
                  <a:spLocks noChangeShapeType="1"/>
                </p:cNvSpPr>
                <p:nvPr/>
              </p:nvSpPr>
              <p:spPr bwMode="auto">
                <a:xfrm>
                  <a:off x="2008" y="1757"/>
                  <a:ext cx="23" cy="1"/>
                </a:xfrm>
                <a:prstGeom prst="line">
                  <a:avLst/>
                </a:prstGeom>
                <a:grpFill/>
                <a:ln w="12700">
                  <a:solidFill>
                    <a:schemeClr val="bg1"/>
                  </a:solidFill>
                  <a:round/>
                  <a:headEnd/>
                  <a:tailEnd/>
                </a:ln>
              </p:spPr>
              <p:txBody>
                <a:bodyPr/>
                <a:lstStyle/>
                <a:p>
                  <a:endParaRPr lang="en-US"/>
                </a:p>
              </p:txBody>
            </p:sp>
            <p:sp>
              <p:nvSpPr>
                <p:cNvPr id="104629" name="Line 70">
                  <a:extLst>
                    <a:ext uri="{FF2B5EF4-FFF2-40B4-BE49-F238E27FC236}">
                      <a16:creationId xmlns:a16="http://schemas.microsoft.com/office/drawing/2014/main" id="{EDE5B63D-E7FA-1AB1-96F0-491C048FD8FD}"/>
                    </a:ext>
                  </a:extLst>
                </p:cNvPr>
                <p:cNvSpPr>
                  <a:spLocks noChangeShapeType="1"/>
                </p:cNvSpPr>
                <p:nvPr/>
              </p:nvSpPr>
              <p:spPr bwMode="auto">
                <a:xfrm>
                  <a:off x="2063" y="1757"/>
                  <a:ext cx="24" cy="1"/>
                </a:xfrm>
                <a:prstGeom prst="line">
                  <a:avLst/>
                </a:prstGeom>
                <a:grpFill/>
                <a:ln w="12700">
                  <a:solidFill>
                    <a:schemeClr val="bg1"/>
                  </a:solidFill>
                  <a:round/>
                  <a:headEnd/>
                  <a:tailEnd/>
                </a:ln>
              </p:spPr>
              <p:txBody>
                <a:bodyPr/>
                <a:lstStyle/>
                <a:p>
                  <a:endParaRPr lang="en-US"/>
                </a:p>
              </p:txBody>
            </p:sp>
            <p:sp>
              <p:nvSpPr>
                <p:cNvPr id="104630" name="Line 71">
                  <a:extLst>
                    <a:ext uri="{FF2B5EF4-FFF2-40B4-BE49-F238E27FC236}">
                      <a16:creationId xmlns:a16="http://schemas.microsoft.com/office/drawing/2014/main" id="{3585D902-3627-FFA6-5459-2F176D061DC4}"/>
                    </a:ext>
                  </a:extLst>
                </p:cNvPr>
                <p:cNvSpPr>
                  <a:spLocks noChangeShapeType="1"/>
                </p:cNvSpPr>
                <p:nvPr/>
              </p:nvSpPr>
              <p:spPr bwMode="auto">
                <a:xfrm>
                  <a:off x="2119" y="1757"/>
                  <a:ext cx="24" cy="1"/>
                </a:xfrm>
                <a:prstGeom prst="line">
                  <a:avLst/>
                </a:prstGeom>
                <a:grpFill/>
                <a:ln w="12700">
                  <a:solidFill>
                    <a:schemeClr val="bg1"/>
                  </a:solidFill>
                  <a:round/>
                  <a:headEnd/>
                  <a:tailEnd/>
                </a:ln>
              </p:spPr>
              <p:txBody>
                <a:bodyPr/>
                <a:lstStyle/>
                <a:p>
                  <a:endParaRPr lang="en-US"/>
                </a:p>
              </p:txBody>
            </p:sp>
            <p:sp>
              <p:nvSpPr>
                <p:cNvPr id="104631" name="Line 72">
                  <a:extLst>
                    <a:ext uri="{FF2B5EF4-FFF2-40B4-BE49-F238E27FC236}">
                      <a16:creationId xmlns:a16="http://schemas.microsoft.com/office/drawing/2014/main" id="{1EB1E8EF-25CB-02B1-11F5-93BDCE02A0B8}"/>
                    </a:ext>
                  </a:extLst>
                </p:cNvPr>
                <p:cNvSpPr>
                  <a:spLocks noChangeShapeType="1"/>
                </p:cNvSpPr>
                <p:nvPr/>
              </p:nvSpPr>
              <p:spPr bwMode="auto">
                <a:xfrm>
                  <a:off x="2175" y="1757"/>
                  <a:ext cx="24" cy="1"/>
                </a:xfrm>
                <a:prstGeom prst="line">
                  <a:avLst/>
                </a:prstGeom>
                <a:grpFill/>
                <a:ln w="12700">
                  <a:solidFill>
                    <a:schemeClr val="bg1"/>
                  </a:solidFill>
                  <a:round/>
                  <a:headEnd/>
                  <a:tailEnd/>
                </a:ln>
              </p:spPr>
              <p:txBody>
                <a:bodyPr/>
                <a:lstStyle/>
                <a:p>
                  <a:endParaRPr lang="en-US"/>
                </a:p>
              </p:txBody>
            </p:sp>
            <p:sp>
              <p:nvSpPr>
                <p:cNvPr id="104632" name="Line 73">
                  <a:extLst>
                    <a:ext uri="{FF2B5EF4-FFF2-40B4-BE49-F238E27FC236}">
                      <a16:creationId xmlns:a16="http://schemas.microsoft.com/office/drawing/2014/main" id="{D4F4B1E0-2644-6DA7-0A7A-34BE28A7D3C4}"/>
                    </a:ext>
                  </a:extLst>
                </p:cNvPr>
                <p:cNvSpPr>
                  <a:spLocks noChangeShapeType="1"/>
                </p:cNvSpPr>
                <p:nvPr/>
              </p:nvSpPr>
              <p:spPr bwMode="auto">
                <a:xfrm>
                  <a:off x="2231" y="1757"/>
                  <a:ext cx="16" cy="1"/>
                </a:xfrm>
                <a:prstGeom prst="line">
                  <a:avLst/>
                </a:prstGeom>
                <a:grpFill/>
                <a:ln w="12700">
                  <a:solidFill>
                    <a:schemeClr val="bg1"/>
                  </a:solidFill>
                  <a:round/>
                  <a:headEnd/>
                  <a:tailEnd/>
                </a:ln>
              </p:spPr>
              <p:txBody>
                <a:bodyPr/>
                <a:lstStyle/>
                <a:p>
                  <a:endParaRPr lang="en-US"/>
                </a:p>
              </p:txBody>
            </p:sp>
          </p:grpSp>
        </p:grpSp>
        <p:grpSp>
          <p:nvGrpSpPr>
            <p:cNvPr id="103474" name="Group 74">
              <a:extLst>
                <a:ext uri="{FF2B5EF4-FFF2-40B4-BE49-F238E27FC236}">
                  <a16:creationId xmlns:a16="http://schemas.microsoft.com/office/drawing/2014/main" id="{A31E3A3E-A5A4-22CC-01B7-DB54470B0E04}"/>
                </a:ext>
              </a:extLst>
            </p:cNvPr>
            <p:cNvGrpSpPr>
              <a:grpSpLocks/>
            </p:cNvGrpSpPr>
            <p:nvPr/>
          </p:nvGrpSpPr>
          <p:grpSpPr bwMode="auto">
            <a:xfrm>
              <a:off x="1497" y="2036"/>
              <a:ext cx="415" cy="56"/>
              <a:chOff x="1497" y="2036"/>
              <a:chExt cx="415" cy="56"/>
            </a:xfrm>
            <a:grpFill/>
          </p:grpSpPr>
          <p:sp>
            <p:nvSpPr>
              <p:cNvPr id="104617" name="Freeform 75">
                <a:extLst>
                  <a:ext uri="{FF2B5EF4-FFF2-40B4-BE49-F238E27FC236}">
                    <a16:creationId xmlns:a16="http://schemas.microsoft.com/office/drawing/2014/main" id="{5687F085-0DF8-4848-039A-81BDAD8CABDC}"/>
                  </a:ext>
                </a:extLst>
              </p:cNvPr>
              <p:cNvSpPr>
                <a:spLocks/>
              </p:cNvSpPr>
              <p:nvPr/>
            </p:nvSpPr>
            <p:spPr bwMode="auto">
              <a:xfrm>
                <a:off x="1800"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solidFill>
                <a:round/>
                <a:headEnd/>
                <a:tailEnd/>
              </a:ln>
            </p:spPr>
            <p:txBody>
              <a:bodyPr/>
              <a:lstStyle/>
              <a:p>
                <a:endParaRPr lang="en-US"/>
              </a:p>
            </p:txBody>
          </p:sp>
          <p:grpSp>
            <p:nvGrpSpPr>
              <p:cNvPr id="104618" name="Group 76">
                <a:extLst>
                  <a:ext uri="{FF2B5EF4-FFF2-40B4-BE49-F238E27FC236}">
                    <a16:creationId xmlns:a16="http://schemas.microsoft.com/office/drawing/2014/main" id="{27E1B9F9-7E6D-7F0D-8317-CF1371C0882F}"/>
                  </a:ext>
                </a:extLst>
              </p:cNvPr>
              <p:cNvGrpSpPr>
                <a:grpSpLocks/>
              </p:cNvGrpSpPr>
              <p:nvPr/>
            </p:nvGrpSpPr>
            <p:grpSpPr bwMode="auto">
              <a:xfrm>
                <a:off x="1497" y="2068"/>
                <a:ext cx="295" cy="1"/>
                <a:chOff x="1497" y="2068"/>
                <a:chExt cx="295" cy="1"/>
              </a:xfrm>
              <a:grpFill/>
            </p:grpSpPr>
            <p:sp>
              <p:nvSpPr>
                <p:cNvPr id="104619" name="Line 77">
                  <a:extLst>
                    <a:ext uri="{FF2B5EF4-FFF2-40B4-BE49-F238E27FC236}">
                      <a16:creationId xmlns:a16="http://schemas.microsoft.com/office/drawing/2014/main" id="{28D858B0-FA20-E6AC-971A-DFE3196F3FEE}"/>
                    </a:ext>
                  </a:extLst>
                </p:cNvPr>
                <p:cNvSpPr>
                  <a:spLocks noChangeShapeType="1"/>
                </p:cNvSpPr>
                <p:nvPr/>
              </p:nvSpPr>
              <p:spPr bwMode="auto">
                <a:xfrm>
                  <a:off x="1497" y="2068"/>
                  <a:ext cx="23" cy="1"/>
                </a:xfrm>
                <a:prstGeom prst="line">
                  <a:avLst/>
                </a:prstGeom>
                <a:grpFill/>
                <a:ln w="12700">
                  <a:solidFill>
                    <a:schemeClr val="bg1"/>
                  </a:solidFill>
                  <a:round/>
                  <a:headEnd/>
                  <a:tailEnd/>
                </a:ln>
              </p:spPr>
              <p:txBody>
                <a:bodyPr/>
                <a:lstStyle/>
                <a:p>
                  <a:endParaRPr lang="en-US"/>
                </a:p>
              </p:txBody>
            </p:sp>
            <p:sp>
              <p:nvSpPr>
                <p:cNvPr id="104620" name="Line 78">
                  <a:extLst>
                    <a:ext uri="{FF2B5EF4-FFF2-40B4-BE49-F238E27FC236}">
                      <a16:creationId xmlns:a16="http://schemas.microsoft.com/office/drawing/2014/main" id="{A087BB2F-B21F-F4DD-1878-F4AB78F28189}"/>
                    </a:ext>
                  </a:extLst>
                </p:cNvPr>
                <p:cNvSpPr>
                  <a:spLocks noChangeShapeType="1"/>
                </p:cNvSpPr>
                <p:nvPr/>
              </p:nvSpPr>
              <p:spPr bwMode="auto">
                <a:xfrm>
                  <a:off x="1552" y="2068"/>
                  <a:ext cx="24" cy="1"/>
                </a:xfrm>
                <a:prstGeom prst="line">
                  <a:avLst/>
                </a:prstGeom>
                <a:grpFill/>
                <a:ln w="12700">
                  <a:solidFill>
                    <a:schemeClr val="bg1"/>
                  </a:solidFill>
                  <a:round/>
                  <a:headEnd/>
                  <a:tailEnd/>
                </a:ln>
              </p:spPr>
              <p:txBody>
                <a:bodyPr/>
                <a:lstStyle/>
                <a:p>
                  <a:endParaRPr lang="en-US"/>
                </a:p>
              </p:txBody>
            </p:sp>
            <p:sp>
              <p:nvSpPr>
                <p:cNvPr id="104621" name="Line 79">
                  <a:extLst>
                    <a:ext uri="{FF2B5EF4-FFF2-40B4-BE49-F238E27FC236}">
                      <a16:creationId xmlns:a16="http://schemas.microsoft.com/office/drawing/2014/main" id="{1AFDF284-512F-FB65-0D03-F09768A48417}"/>
                    </a:ext>
                  </a:extLst>
                </p:cNvPr>
                <p:cNvSpPr>
                  <a:spLocks noChangeShapeType="1"/>
                </p:cNvSpPr>
                <p:nvPr/>
              </p:nvSpPr>
              <p:spPr bwMode="auto">
                <a:xfrm>
                  <a:off x="1608" y="2068"/>
                  <a:ext cx="24" cy="1"/>
                </a:xfrm>
                <a:prstGeom prst="line">
                  <a:avLst/>
                </a:prstGeom>
                <a:grpFill/>
                <a:ln w="12700">
                  <a:solidFill>
                    <a:schemeClr val="bg1"/>
                  </a:solidFill>
                  <a:round/>
                  <a:headEnd/>
                  <a:tailEnd/>
                </a:ln>
              </p:spPr>
              <p:txBody>
                <a:bodyPr/>
                <a:lstStyle/>
                <a:p>
                  <a:endParaRPr lang="en-US"/>
                </a:p>
              </p:txBody>
            </p:sp>
            <p:sp>
              <p:nvSpPr>
                <p:cNvPr id="104622" name="Line 80">
                  <a:extLst>
                    <a:ext uri="{FF2B5EF4-FFF2-40B4-BE49-F238E27FC236}">
                      <a16:creationId xmlns:a16="http://schemas.microsoft.com/office/drawing/2014/main" id="{C8ADF1E8-5216-4757-22BB-2378CAE8E174}"/>
                    </a:ext>
                  </a:extLst>
                </p:cNvPr>
                <p:cNvSpPr>
                  <a:spLocks noChangeShapeType="1"/>
                </p:cNvSpPr>
                <p:nvPr/>
              </p:nvSpPr>
              <p:spPr bwMode="auto">
                <a:xfrm>
                  <a:off x="1664" y="2068"/>
                  <a:ext cx="24" cy="1"/>
                </a:xfrm>
                <a:prstGeom prst="line">
                  <a:avLst/>
                </a:prstGeom>
                <a:grpFill/>
                <a:ln w="12700">
                  <a:solidFill>
                    <a:schemeClr val="bg1"/>
                  </a:solidFill>
                  <a:round/>
                  <a:headEnd/>
                  <a:tailEnd/>
                </a:ln>
              </p:spPr>
              <p:txBody>
                <a:bodyPr/>
                <a:lstStyle/>
                <a:p>
                  <a:endParaRPr lang="en-US"/>
                </a:p>
              </p:txBody>
            </p:sp>
            <p:sp>
              <p:nvSpPr>
                <p:cNvPr id="104623" name="Line 81">
                  <a:extLst>
                    <a:ext uri="{FF2B5EF4-FFF2-40B4-BE49-F238E27FC236}">
                      <a16:creationId xmlns:a16="http://schemas.microsoft.com/office/drawing/2014/main" id="{99D85E00-E40A-1566-2CAB-B3855A3760FC}"/>
                    </a:ext>
                  </a:extLst>
                </p:cNvPr>
                <p:cNvSpPr>
                  <a:spLocks noChangeShapeType="1"/>
                </p:cNvSpPr>
                <p:nvPr/>
              </p:nvSpPr>
              <p:spPr bwMode="auto">
                <a:xfrm>
                  <a:off x="1720" y="2068"/>
                  <a:ext cx="24" cy="1"/>
                </a:xfrm>
                <a:prstGeom prst="line">
                  <a:avLst/>
                </a:prstGeom>
                <a:grpFill/>
                <a:ln w="12700">
                  <a:solidFill>
                    <a:schemeClr val="bg1"/>
                  </a:solidFill>
                  <a:round/>
                  <a:headEnd/>
                  <a:tailEnd/>
                </a:ln>
              </p:spPr>
              <p:txBody>
                <a:bodyPr/>
                <a:lstStyle/>
                <a:p>
                  <a:endParaRPr lang="en-US"/>
                </a:p>
              </p:txBody>
            </p:sp>
            <p:sp>
              <p:nvSpPr>
                <p:cNvPr id="104624" name="Line 82">
                  <a:extLst>
                    <a:ext uri="{FF2B5EF4-FFF2-40B4-BE49-F238E27FC236}">
                      <a16:creationId xmlns:a16="http://schemas.microsoft.com/office/drawing/2014/main" id="{E72B6B7C-2E8A-6001-40CE-DA3544CFBFFD}"/>
                    </a:ext>
                  </a:extLst>
                </p:cNvPr>
                <p:cNvSpPr>
                  <a:spLocks noChangeShapeType="1"/>
                </p:cNvSpPr>
                <p:nvPr/>
              </p:nvSpPr>
              <p:spPr bwMode="auto">
                <a:xfrm>
                  <a:off x="1776" y="2068"/>
                  <a:ext cx="16" cy="1"/>
                </a:xfrm>
                <a:prstGeom prst="line">
                  <a:avLst/>
                </a:prstGeom>
                <a:grpFill/>
                <a:ln w="12700">
                  <a:solidFill>
                    <a:schemeClr val="bg1"/>
                  </a:solidFill>
                  <a:round/>
                  <a:headEnd/>
                  <a:tailEnd/>
                </a:ln>
              </p:spPr>
              <p:txBody>
                <a:bodyPr/>
                <a:lstStyle/>
                <a:p>
                  <a:endParaRPr lang="en-US"/>
                </a:p>
              </p:txBody>
            </p:sp>
          </p:grpSp>
        </p:grpSp>
        <p:grpSp>
          <p:nvGrpSpPr>
            <p:cNvPr id="103475" name="Group 83">
              <a:extLst>
                <a:ext uri="{FF2B5EF4-FFF2-40B4-BE49-F238E27FC236}">
                  <a16:creationId xmlns:a16="http://schemas.microsoft.com/office/drawing/2014/main" id="{2D054887-0FA3-EE97-BE70-C525704A6A15}"/>
                </a:ext>
              </a:extLst>
            </p:cNvPr>
            <p:cNvGrpSpPr>
              <a:grpSpLocks/>
            </p:cNvGrpSpPr>
            <p:nvPr/>
          </p:nvGrpSpPr>
          <p:grpSpPr bwMode="auto">
            <a:xfrm>
              <a:off x="1960" y="2036"/>
              <a:ext cx="423" cy="56"/>
              <a:chOff x="1960" y="2036"/>
              <a:chExt cx="423" cy="56"/>
            </a:xfrm>
            <a:grpFill/>
          </p:grpSpPr>
          <p:sp>
            <p:nvSpPr>
              <p:cNvPr id="104609" name="Freeform 84">
                <a:extLst>
                  <a:ext uri="{FF2B5EF4-FFF2-40B4-BE49-F238E27FC236}">
                    <a16:creationId xmlns:a16="http://schemas.microsoft.com/office/drawing/2014/main" id="{64A9D366-B2CF-70E8-D42C-1CB4BEC66B58}"/>
                  </a:ext>
                </a:extLst>
              </p:cNvPr>
              <p:cNvSpPr>
                <a:spLocks/>
              </p:cNvSpPr>
              <p:nvPr/>
            </p:nvSpPr>
            <p:spPr bwMode="auto">
              <a:xfrm>
                <a:off x="2271"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solidFill>
                <a:round/>
                <a:headEnd/>
                <a:tailEnd/>
              </a:ln>
            </p:spPr>
            <p:txBody>
              <a:bodyPr/>
              <a:lstStyle/>
              <a:p>
                <a:endParaRPr lang="en-US"/>
              </a:p>
            </p:txBody>
          </p:sp>
          <p:grpSp>
            <p:nvGrpSpPr>
              <p:cNvPr id="104610" name="Group 85">
                <a:extLst>
                  <a:ext uri="{FF2B5EF4-FFF2-40B4-BE49-F238E27FC236}">
                    <a16:creationId xmlns:a16="http://schemas.microsoft.com/office/drawing/2014/main" id="{6A58D1DA-42A7-9E03-5B21-9EA1920E0C26}"/>
                  </a:ext>
                </a:extLst>
              </p:cNvPr>
              <p:cNvGrpSpPr>
                <a:grpSpLocks/>
              </p:cNvGrpSpPr>
              <p:nvPr/>
            </p:nvGrpSpPr>
            <p:grpSpPr bwMode="auto">
              <a:xfrm>
                <a:off x="1960" y="2068"/>
                <a:ext cx="303" cy="1"/>
                <a:chOff x="1960" y="2068"/>
                <a:chExt cx="303" cy="1"/>
              </a:xfrm>
              <a:grpFill/>
            </p:grpSpPr>
            <p:sp>
              <p:nvSpPr>
                <p:cNvPr id="104611" name="Line 86">
                  <a:extLst>
                    <a:ext uri="{FF2B5EF4-FFF2-40B4-BE49-F238E27FC236}">
                      <a16:creationId xmlns:a16="http://schemas.microsoft.com/office/drawing/2014/main" id="{6CF455B7-2430-3E01-16DA-9DD8A2AD21EB}"/>
                    </a:ext>
                  </a:extLst>
                </p:cNvPr>
                <p:cNvSpPr>
                  <a:spLocks noChangeShapeType="1"/>
                </p:cNvSpPr>
                <p:nvPr/>
              </p:nvSpPr>
              <p:spPr bwMode="auto">
                <a:xfrm>
                  <a:off x="1960" y="2068"/>
                  <a:ext cx="24" cy="1"/>
                </a:xfrm>
                <a:prstGeom prst="line">
                  <a:avLst/>
                </a:prstGeom>
                <a:grpFill/>
                <a:ln w="12700">
                  <a:solidFill>
                    <a:schemeClr val="bg1"/>
                  </a:solidFill>
                  <a:round/>
                  <a:headEnd/>
                  <a:tailEnd/>
                </a:ln>
              </p:spPr>
              <p:txBody>
                <a:bodyPr/>
                <a:lstStyle/>
                <a:p>
                  <a:endParaRPr lang="en-US"/>
                </a:p>
              </p:txBody>
            </p:sp>
            <p:sp>
              <p:nvSpPr>
                <p:cNvPr id="104612" name="Line 87">
                  <a:extLst>
                    <a:ext uri="{FF2B5EF4-FFF2-40B4-BE49-F238E27FC236}">
                      <a16:creationId xmlns:a16="http://schemas.microsoft.com/office/drawing/2014/main" id="{FA719522-6869-766E-7A9D-3A2881DC9372}"/>
                    </a:ext>
                  </a:extLst>
                </p:cNvPr>
                <p:cNvSpPr>
                  <a:spLocks noChangeShapeType="1"/>
                </p:cNvSpPr>
                <p:nvPr/>
              </p:nvSpPr>
              <p:spPr bwMode="auto">
                <a:xfrm>
                  <a:off x="2015" y="2068"/>
                  <a:ext cx="24" cy="1"/>
                </a:xfrm>
                <a:prstGeom prst="line">
                  <a:avLst/>
                </a:prstGeom>
                <a:grpFill/>
                <a:ln w="12700">
                  <a:solidFill>
                    <a:schemeClr val="bg1"/>
                  </a:solidFill>
                  <a:round/>
                  <a:headEnd/>
                  <a:tailEnd/>
                </a:ln>
              </p:spPr>
              <p:txBody>
                <a:bodyPr/>
                <a:lstStyle/>
                <a:p>
                  <a:endParaRPr lang="en-US"/>
                </a:p>
              </p:txBody>
            </p:sp>
            <p:sp>
              <p:nvSpPr>
                <p:cNvPr id="104613" name="Line 88">
                  <a:extLst>
                    <a:ext uri="{FF2B5EF4-FFF2-40B4-BE49-F238E27FC236}">
                      <a16:creationId xmlns:a16="http://schemas.microsoft.com/office/drawing/2014/main" id="{23FA50E9-7D82-CE19-65D5-FB88EA116A1C}"/>
                    </a:ext>
                  </a:extLst>
                </p:cNvPr>
                <p:cNvSpPr>
                  <a:spLocks noChangeShapeType="1"/>
                </p:cNvSpPr>
                <p:nvPr/>
              </p:nvSpPr>
              <p:spPr bwMode="auto">
                <a:xfrm>
                  <a:off x="2071" y="2068"/>
                  <a:ext cx="24" cy="1"/>
                </a:xfrm>
                <a:prstGeom prst="line">
                  <a:avLst/>
                </a:prstGeom>
                <a:grpFill/>
                <a:ln w="12700">
                  <a:solidFill>
                    <a:schemeClr val="bg1"/>
                  </a:solidFill>
                  <a:round/>
                  <a:headEnd/>
                  <a:tailEnd/>
                </a:ln>
              </p:spPr>
              <p:txBody>
                <a:bodyPr/>
                <a:lstStyle/>
                <a:p>
                  <a:endParaRPr lang="en-US"/>
                </a:p>
              </p:txBody>
            </p:sp>
            <p:sp>
              <p:nvSpPr>
                <p:cNvPr id="104614" name="Line 89">
                  <a:extLst>
                    <a:ext uri="{FF2B5EF4-FFF2-40B4-BE49-F238E27FC236}">
                      <a16:creationId xmlns:a16="http://schemas.microsoft.com/office/drawing/2014/main" id="{D805C724-35F6-668C-B382-B6861E48C35A}"/>
                    </a:ext>
                  </a:extLst>
                </p:cNvPr>
                <p:cNvSpPr>
                  <a:spLocks noChangeShapeType="1"/>
                </p:cNvSpPr>
                <p:nvPr/>
              </p:nvSpPr>
              <p:spPr bwMode="auto">
                <a:xfrm>
                  <a:off x="2127" y="2068"/>
                  <a:ext cx="24" cy="1"/>
                </a:xfrm>
                <a:prstGeom prst="line">
                  <a:avLst/>
                </a:prstGeom>
                <a:grpFill/>
                <a:ln w="12700">
                  <a:solidFill>
                    <a:schemeClr val="bg1"/>
                  </a:solidFill>
                  <a:round/>
                  <a:headEnd/>
                  <a:tailEnd/>
                </a:ln>
              </p:spPr>
              <p:txBody>
                <a:bodyPr/>
                <a:lstStyle/>
                <a:p>
                  <a:endParaRPr lang="en-US"/>
                </a:p>
              </p:txBody>
            </p:sp>
            <p:sp>
              <p:nvSpPr>
                <p:cNvPr id="104615" name="Line 90">
                  <a:extLst>
                    <a:ext uri="{FF2B5EF4-FFF2-40B4-BE49-F238E27FC236}">
                      <a16:creationId xmlns:a16="http://schemas.microsoft.com/office/drawing/2014/main" id="{1D77DA84-5614-E093-4EB6-5AA51602B62E}"/>
                    </a:ext>
                  </a:extLst>
                </p:cNvPr>
                <p:cNvSpPr>
                  <a:spLocks noChangeShapeType="1"/>
                </p:cNvSpPr>
                <p:nvPr/>
              </p:nvSpPr>
              <p:spPr bwMode="auto">
                <a:xfrm>
                  <a:off x="2183" y="2068"/>
                  <a:ext cx="24" cy="1"/>
                </a:xfrm>
                <a:prstGeom prst="line">
                  <a:avLst/>
                </a:prstGeom>
                <a:grpFill/>
                <a:ln w="12700">
                  <a:solidFill>
                    <a:schemeClr val="bg1"/>
                  </a:solidFill>
                  <a:round/>
                  <a:headEnd/>
                  <a:tailEnd/>
                </a:ln>
              </p:spPr>
              <p:txBody>
                <a:bodyPr/>
                <a:lstStyle/>
                <a:p>
                  <a:endParaRPr lang="en-US"/>
                </a:p>
              </p:txBody>
            </p:sp>
            <p:sp>
              <p:nvSpPr>
                <p:cNvPr id="104616" name="Line 91">
                  <a:extLst>
                    <a:ext uri="{FF2B5EF4-FFF2-40B4-BE49-F238E27FC236}">
                      <a16:creationId xmlns:a16="http://schemas.microsoft.com/office/drawing/2014/main" id="{32E9C7E3-4145-B93E-F69E-01E86A433147}"/>
                    </a:ext>
                  </a:extLst>
                </p:cNvPr>
                <p:cNvSpPr>
                  <a:spLocks noChangeShapeType="1"/>
                </p:cNvSpPr>
                <p:nvPr/>
              </p:nvSpPr>
              <p:spPr bwMode="auto">
                <a:xfrm>
                  <a:off x="2239" y="2068"/>
                  <a:ext cx="24" cy="1"/>
                </a:xfrm>
                <a:prstGeom prst="line">
                  <a:avLst/>
                </a:prstGeom>
                <a:grpFill/>
                <a:ln w="12700">
                  <a:solidFill>
                    <a:schemeClr val="bg1"/>
                  </a:solidFill>
                  <a:round/>
                  <a:headEnd/>
                  <a:tailEnd/>
                </a:ln>
              </p:spPr>
              <p:txBody>
                <a:bodyPr/>
                <a:lstStyle/>
                <a:p>
                  <a:endParaRPr lang="en-US"/>
                </a:p>
              </p:txBody>
            </p:sp>
          </p:grpSp>
        </p:grpSp>
        <p:grpSp>
          <p:nvGrpSpPr>
            <p:cNvPr id="103476" name="Group 92">
              <a:extLst>
                <a:ext uri="{FF2B5EF4-FFF2-40B4-BE49-F238E27FC236}">
                  <a16:creationId xmlns:a16="http://schemas.microsoft.com/office/drawing/2014/main" id="{C964FE5D-9A5C-5BC5-493B-21587FB51501}"/>
                </a:ext>
              </a:extLst>
            </p:cNvPr>
            <p:cNvGrpSpPr>
              <a:grpSpLocks/>
            </p:cNvGrpSpPr>
            <p:nvPr/>
          </p:nvGrpSpPr>
          <p:grpSpPr bwMode="auto">
            <a:xfrm>
              <a:off x="2431" y="2036"/>
              <a:ext cx="415" cy="56"/>
              <a:chOff x="2431" y="2036"/>
              <a:chExt cx="415" cy="56"/>
            </a:xfrm>
            <a:grpFill/>
          </p:grpSpPr>
          <p:sp>
            <p:nvSpPr>
              <p:cNvPr id="104601" name="Freeform 93">
                <a:extLst>
                  <a:ext uri="{FF2B5EF4-FFF2-40B4-BE49-F238E27FC236}">
                    <a16:creationId xmlns:a16="http://schemas.microsoft.com/office/drawing/2014/main" id="{3BDC3EF3-658B-6623-62A2-8F31DADD1618}"/>
                  </a:ext>
                </a:extLst>
              </p:cNvPr>
              <p:cNvSpPr>
                <a:spLocks/>
              </p:cNvSpPr>
              <p:nvPr/>
            </p:nvSpPr>
            <p:spPr bwMode="auto">
              <a:xfrm>
                <a:off x="2734"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solidFill>
                <a:round/>
                <a:headEnd/>
                <a:tailEnd/>
              </a:ln>
            </p:spPr>
            <p:txBody>
              <a:bodyPr/>
              <a:lstStyle/>
              <a:p>
                <a:endParaRPr lang="en-US"/>
              </a:p>
            </p:txBody>
          </p:sp>
          <p:grpSp>
            <p:nvGrpSpPr>
              <p:cNvPr id="104602" name="Group 94">
                <a:extLst>
                  <a:ext uri="{FF2B5EF4-FFF2-40B4-BE49-F238E27FC236}">
                    <a16:creationId xmlns:a16="http://schemas.microsoft.com/office/drawing/2014/main" id="{9480E04D-F0BB-AC47-A1FE-79FA5BEFEEAF}"/>
                  </a:ext>
                </a:extLst>
              </p:cNvPr>
              <p:cNvGrpSpPr>
                <a:grpSpLocks/>
              </p:cNvGrpSpPr>
              <p:nvPr/>
            </p:nvGrpSpPr>
            <p:grpSpPr bwMode="auto">
              <a:xfrm>
                <a:off x="2431" y="2068"/>
                <a:ext cx="295" cy="1"/>
                <a:chOff x="2431" y="2068"/>
                <a:chExt cx="295" cy="1"/>
              </a:xfrm>
              <a:grpFill/>
            </p:grpSpPr>
            <p:sp>
              <p:nvSpPr>
                <p:cNvPr id="104603" name="Line 95">
                  <a:extLst>
                    <a:ext uri="{FF2B5EF4-FFF2-40B4-BE49-F238E27FC236}">
                      <a16:creationId xmlns:a16="http://schemas.microsoft.com/office/drawing/2014/main" id="{F9B19CC5-6ECB-5EBF-365A-2EA0CF9C1B67}"/>
                    </a:ext>
                  </a:extLst>
                </p:cNvPr>
                <p:cNvSpPr>
                  <a:spLocks noChangeShapeType="1"/>
                </p:cNvSpPr>
                <p:nvPr/>
              </p:nvSpPr>
              <p:spPr bwMode="auto">
                <a:xfrm>
                  <a:off x="2431" y="2068"/>
                  <a:ext cx="24" cy="1"/>
                </a:xfrm>
                <a:prstGeom prst="line">
                  <a:avLst/>
                </a:prstGeom>
                <a:grpFill/>
                <a:ln w="12700">
                  <a:solidFill>
                    <a:schemeClr val="bg1"/>
                  </a:solidFill>
                  <a:round/>
                  <a:headEnd/>
                  <a:tailEnd/>
                </a:ln>
              </p:spPr>
              <p:txBody>
                <a:bodyPr/>
                <a:lstStyle/>
                <a:p>
                  <a:endParaRPr lang="en-US"/>
                </a:p>
              </p:txBody>
            </p:sp>
            <p:sp>
              <p:nvSpPr>
                <p:cNvPr id="104604" name="Line 96">
                  <a:extLst>
                    <a:ext uri="{FF2B5EF4-FFF2-40B4-BE49-F238E27FC236}">
                      <a16:creationId xmlns:a16="http://schemas.microsoft.com/office/drawing/2014/main" id="{4372E02F-E67E-9125-7C2F-EF978C86F5F7}"/>
                    </a:ext>
                  </a:extLst>
                </p:cNvPr>
                <p:cNvSpPr>
                  <a:spLocks noChangeShapeType="1"/>
                </p:cNvSpPr>
                <p:nvPr/>
              </p:nvSpPr>
              <p:spPr bwMode="auto">
                <a:xfrm>
                  <a:off x="2487" y="2068"/>
                  <a:ext cx="24" cy="1"/>
                </a:xfrm>
                <a:prstGeom prst="line">
                  <a:avLst/>
                </a:prstGeom>
                <a:grpFill/>
                <a:ln w="12700">
                  <a:solidFill>
                    <a:schemeClr val="bg1"/>
                  </a:solidFill>
                  <a:round/>
                  <a:headEnd/>
                  <a:tailEnd/>
                </a:ln>
              </p:spPr>
              <p:txBody>
                <a:bodyPr/>
                <a:lstStyle/>
                <a:p>
                  <a:endParaRPr lang="en-US"/>
                </a:p>
              </p:txBody>
            </p:sp>
            <p:sp>
              <p:nvSpPr>
                <p:cNvPr id="104605" name="Line 97">
                  <a:extLst>
                    <a:ext uri="{FF2B5EF4-FFF2-40B4-BE49-F238E27FC236}">
                      <a16:creationId xmlns:a16="http://schemas.microsoft.com/office/drawing/2014/main" id="{F959C05A-4674-C32A-6868-2F01938F78AA}"/>
                    </a:ext>
                  </a:extLst>
                </p:cNvPr>
                <p:cNvSpPr>
                  <a:spLocks noChangeShapeType="1"/>
                </p:cNvSpPr>
                <p:nvPr/>
              </p:nvSpPr>
              <p:spPr bwMode="auto">
                <a:xfrm>
                  <a:off x="2542" y="2068"/>
                  <a:ext cx="24" cy="1"/>
                </a:xfrm>
                <a:prstGeom prst="line">
                  <a:avLst/>
                </a:prstGeom>
                <a:grpFill/>
                <a:ln w="12700">
                  <a:solidFill>
                    <a:schemeClr val="bg1"/>
                  </a:solidFill>
                  <a:round/>
                  <a:headEnd/>
                  <a:tailEnd/>
                </a:ln>
              </p:spPr>
              <p:txBody>
                <a:bodyPr/>
                <a:lstStyle/>
                <a:p>
                  <a:endParaRPr lang="en-US"/>
                </a:p>
              </p:txBody>
            </p:sp>
            <p:sp>
              <p:nvSpPr>
                <p:cNvPr id="104606" name="Line 98">
                  <a:extLst>
                    <a:ext uri="{FF2B5EF4-FFF2-40B4-BE49-F238E27FC236}">
                      <a16:creationId xmlns:a16="http://schemas.microsoft.com/office/drawing/2014/main" id="{BE22A17C-BF1D-AA19-0FA9-67816B420672}"/>
                    </a:ext>
                  </a:extLst>
                </p:cNvPr>
                <p:cNvSpPr>
                  <a:spLocks noChangeShapeType="1"/>
                </p:cNvSpPr>
                <p:nvPr/>
              </p:nvSpPr>
              <p:spPr bwMode="auto">
                <a:xfrm>
                  <a:off x="2598" y="2068"/>
                  <a:ext cx="24" cy="1"/>
                </a:xfrm>
                <a:prstGeom prst="line">
                  <a:avLst/>
                </a:prstGeom>
                <a:grpFill/>
                <a:ln w="12700">
                  <a:solidFill>
                    <a:schemeClr val="bg1"/>
                  </a:solidFill>
                  <a:round/>
                  <a:headEnd/>
                  <a:tailEnd/>
                </a:ln>
              </p:spPr>
              <p:txBody>
                <a:bodyPr/>
                <a:lstStyle/>
                <a:p>
                  <a:endParaRPr lang="en-US"/>
                </a:p>
              </p:txBody>
            </p:sp>
            <p:sp>
              <p:nvSpPr>
                <p:cNvPr id="104607" name="Line 99">
                  <a:extLst>
                    <a:ext uri="{FF2B5EF4-FFF2-40B4-BE49-F238E27FC236}">
                      <a16:creationId xmlns:a16="http://schemas.microsoft.com/office/drawing/2014/main" id="{C292B8C2-7DEB-7D64-D70E-7BBE5CD00E83}"/>
                    </a:ext>
                  </a:extLst>
                </p:cNvPr>
                <p:cNvSpPr>
                  <a:spLocks noChangeShapeType="1"/>
                </p:cNvSpPr>
                <p:nvPr/>
              </p:nvSpPr>
              <p:spPr bwMode="auto">
                <a:xfrm>
                  <a:off x="2654" y="2068"/>
                  <a:ext cx="24" cy="1"/>
                </a:xfrm>
                <a:prstGeom prst="line">
                  <a:avLst/>
                </a:prstGeom>
                <a:grpFill/>
                <a:ln w="12700">
                  <a:solidFill>
                    <a:schemeClr val="bg1"/>
                  </a:solidFill>
                  <a:round/>
                  <a:headEnd/>
                  <a:tailEnd/>
                </a:ln>
              </p:spPr>
              <p:txBody>
                <a:bodyPr/>
                <a:lstStyle/>
                <a:p>
                  <a:endParaRPr lang="en-US"/>
                </a:p>
              </p:txBody>
            </p:sp>
            <p:sp>
              <p:nvSpPr>
                <p:cNvPr id="104608" name="Line 100">
                  <a:extLst>
                    <a:ext uri="{FF2B5EF4-FFF2-40B4-BE49-F238E27FC236}">
                      <a16:creationId xmlns:a16="http://schemas.microsoft.com/office/drawing/2014/main" id="{258C2C3D-7473-A17B-A43D-8E9476BA2F4D}"/>
                    </a:ext>
                  </a:extLst>
                </p:cNvPr>
                <p:cNvSpPr>
                  <a:spLocks noChangeShapeType="1"/>
                </p:cNvSpPr>
                <p:nvPr/>
              </p:nvSpPr>
              <p:spPr bwMode="auto">
                <a:xfrm>
                  <a:off x="2710" y="2068"/>
                  <a:ext cx="16" cy="1"/>
                </a:xfrm>
                <a:prstGeom prst="line">
                  <a:avLst/>
                </a:prstGeom>
                <a:grpFill/>
                <a:ln w="12700">
                  <a:solidFill>
                    <a:schemeClr val="bg1"/>
                  </a:solidFill>
                  <a:round/>
                  <a:headEnd/>
                  <a:tailEnd/>
                </a:ln>
              </p:spPr>
              <p:txBody>
                <a:bodyPr/>
                <a:lstStyle/>
                <a:p>
                  <a:endParaRPr lang="en-US"/>
                </a:p>
              </p:txBody>
            </p:sp>
          </p:grpSp>
        </p:grpSp>
        <p:grpSp>
          <p:nvGrpSpPr>
            <p:cNvPr id="103477" name="Group 101">
              <a:extLst>
                <a:ext uri="{FF2B5EF4-FFF2-40B4-BE49-F238E27FC236}">
                  <a16:creationId xmlns:a16="http://schemas.microsoft.com/office/drawing/2014/main" id="{D9FC1265-69CA-5902-171C-1916364F54FE}"/>
                </a:ext>
              </a:extLst>
            </p:cNvPr>
            <p:cNvGrpSpPr>
              <a:grpSpLocks/>
            </p:cNvGrpSpPr>
            <p:nvPr/>
          </p:nvGrpSpPr>
          <p:grpSpPr bwMode="auto">
            <a:xfrm>
              <a:off x="2423" y="2347"/>
              <a:ext cx="415" cy="56"/>
              <a:chOff x="2423" y="2347"/>
              <a:chExt cx="415" cy="56"/>
            </a:xfrm>
            <a:grpFill/>
          </p:grpSpPr>
          <p:sp>
            <p:nvSpPr>
              <p:cNvPr id="104593" name="Freeform 102">
                <a:extLst>
                  <a:ext uri="{FF2B5EF4-FFF2-40B4-BE49-F238E27FC236}">
                    <a16:creationId xmlns:a16="http://schemas.microsoft.com/office/drawing/2014/main" id="{40AA9814-F09B-8397-8A02-9FBDEFF8DD0B}"/>
                  </a:ext>
                </a:extLst>
              </p:cNvPr>
              <p:cNvSpPr>
                <a:spLocks/>
              </p:cNvSpPr>
              <p:nvPr/>
            </p:nvSpPr>
            <p:spPr bwMode="auto">
              <a:xfrm>
                <a:off x="2726" y="234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solidFill>
                <a:round/>
                <a:headEnd/>
                <a:tailEnd/>
              </a:ln>
            </p:spPr>
            <p:txBody>
              <a:bodyPr/>
              <a:lstStyle/>
              <a:p>
                <a:endParaRPr lang="en-US"/>
              </a:p>
            </p:txBody>
          </p:sp>
          <p:grpSp>
            <p:nvGrpSpPr>
              <p:cNvPr id="104594" name="Group 103">
                <a:extLst>
                  <a:ext uri="{FF2B5EF4-FFF2-40B4-BE49-F238E27FC236}">
                    <a16:creationId xmlns:a16="http://schemas.microsoft.com/office/drawing/2014/main" id="{25AC0D7C-D15D-7680-8083-1275BAEE1681}"/>
                  </a:ext>
                </a:extLst>
              </p:cNvPr>
              <p:cNvGrpSpPr>
                <a:grpSpLocks/>
              </p:cNvGrpSpPr>
              <p:nvPr/>
            </p:nvGrpSpPr>
            <p:grpSpPr bwMode="auto">
              <a:xfrm>
                <a:off x="2423" y="2371"/>
                <a:ext cx="295" cy="1"/>
                <a:chOff x="2423" y="2371"/>
                <a:chExt cx="295" cy="1"/>
              </a:xfrm>
              <a:grpFill/>
            </p:grpSpPr>
            <p:sp>
              <p:nvSpPr>
                <p:cNvPr id="104595" name="Line 104">
                  <a:extLst>
                    <a:ext uri="{FF2B5EF4-FFF2-40B4-BE49-F238E27FC236}">
                      <a16:creationId xmlns:a16="http://schemas.microsoft.com/office/drawing/2014/main" id="{9EC832F6-F5BC-2D01-6921-043DFA03EFD2}"/>
                    </a:ext>
                  </a:extLst>
                </p:cNvPr>
                <p:cNvSpPr>
                  <a:spLocks noChangeShapeType="1"/>
                </p:cNvSpPr>
                <p:nvPr/>
              </p:nvSpPr>
              <p:spPr bwMode="auto">
                <a:xfrm>
                  <a:off x="2423" y="2371"/>
                  <a:ext cx="24" cy="1"/>
                </a:xfrm>
                <a:prstGeom prst="line">
                  <a:avLst/>
                </a:prstGeom>
                <a:grpFill/>
                <a:ln w="12700">
                  <a:solidFill>
                    <a:schemeClr val="bg1"/>
                  </a:solidFill>
                  <a:round/>
                  <a:headEnd/>
                  <a:tailEnd/>
                </a:ln>
              </p:spPr>
              <p:txBody>
                <a:bodyPr/>
                <a:lstStyle/>
                <a:p>
                  <a:endParaRPr lang="en-US"/>
                </a:p>
              </p:txBody>
            </p:sp>
            <p:sp>
              <p:nvSpPr>
                <p:cNvPr id="104596" name="Line 105">
                  <a:extLst>
                    <a:ext uri="{FF2B5EF4-FFF2-40B4-BE49-F238E27FC236}">
                      <a16:creationId xmlns:a16="http://schemas.microsoft.com/office/drawing/2014/main" id="{6D7394B3-4E65-2341-9AE8-B44A732E5DF5}"/>
                    </a:ext>
                  </a:extLst>
                </p:cNvPr>
                <p:cNvSpPr>
                  <a:spLocks noChangeShapeType="1"/>
                </p:cNvSpPr>
                <p:nvPr/>
              </p:nvSpPr>
              <p:spPr bwMode="auto">
                <a:xfrm>
                  <a:off x="2479" y="2371"/>
                  <a:ext cx="24" cy="1"/>
                </a:xfrm>
                <a:prstGeom prst="line">
                  <a:avLst/>
                </a:prstGeom>
                <a:grpFill/>
                <a:ln w="12700">
                  <a:solidFill>
                    <a:schemeClr val="bg1"/>
                  </a:solidFill>
                  <a:round/>
                  <a:headEnd/>
                  <a:tailEnd/>
                </a:ln>
              </p:spPr>
              <p:txBody>
                <a:bodyPr/>
                <a:lstStyle/>
                <a:p>
                  <a:endParaRPr lang="en-US"/>
                </a:p>
              </p:txBody>
            </p:sp>
            <p:sp>
              <p:nvSpPr>
                <p:cNvPr id="104597" name="Line 106">
                  <a:extLst>
                    <a:ext uri="{FF2B5EF4-FFF2-40B4-BE49-F238E27FC236}">
                      <a16:creationId xmlns:a16="http://schemas.microsoft.com/office/drawing/2014/main" id="{88F18645-DB60-950C-BBE8-7C12E9F63CBB}"/>
                    </a:ext>
                  </a:extLst>
                </p:cNvPr>
                <p:cNvSpPr>
                  <a:spLocks noChangeShapeType="1"/>
                </p:cNvSpPr>
                <p:nvPr/>
              </p:nvSpPr>
              <p:spPr bwMode="auto">
                <a:xfrm>
                  <a:off x="2534" y="2371"/>
                  <a:ext cx="24" cy="1"/>
                </a:xfrm>
                <a:prstGeom prst="line">
                  <a:avLst/>
                </a:prstGeom>
                <a:grpFill/>
                <a:ln w="12700">
                  <a:solidFill>
                    <a:schemeClr val="bg1"/>
                  </a:solidFill>
                  <a:round/>
                  <a:headEnd/>
                  <a:tailEnd/>
                </a:ln>
              </p:spPr>
              <p:txBody>
                <a:bodyPr/>
                <a:lstStyle/>
                <a:p>
                  <a:endParaRPr lang="en-US"/>
                </a:p>
              </p:txBody>
            </p:sp>
            <p:sp>
              <p:nvSpPr>
                <p:cNvPr id="104598" name="Line 107">
                  <a:extLst>
                    <a:ext uri="{FF2B5EF4-FFF2-40B4-BE49-F238E27FC236}">
                      <a16:creationId xmlns:a16="http://schemas.microsoft.com/office/drawing/2014/main" id="{AD800BE1-5664-9CB2-31CF-7876C91060C0}"/>
                    </a:ext>
                  </a:extLst>
                </p:cNvPr>
                <p:cNvSpPr>
                  <a:spLocks noChangeShapeType="1"/>
                </p:cNvSpPr>
                <p:nvPr/>
              </p:nvSpPr>
              <p:spPr bwMode="auto">
                <a:xfrm>
                  <a:off x="2590" y="2371"/>
                  <a:ext cx="24" cy="1"/>
                </a:xfrm>
                <a:prstGeom prst="line">
                  <a:avLst/>
                </a:prstGeom>
                <a:grpFill/>
                <a:ln w="12700">
                  <a:solidFill>
                    <a:schemeClr val="bg1"/>
                  </a:solidFill>
                  <a:round/>
                  <a:headEnd/>
                  <a:tailEnd/>
                </a:ln>
              </p:spPr>
              <p:txBody>
                <a:bodyPr/>
                <a:lstStyle/>
                <a:p>
                  <a:endParaRPr lang="en-US"/>
                </a:p>
              </p:txBody>
            </p:sp>
            <p:sp>
              <p:nvSpPr>
                <p:cNvPr id="104599" name="Line 108">
                  <a:extLst>
                    <a:ext uri="{FF2B5EF4-FFF2-40B4-BE49-F238E27FC236}">
                      <a16:creationId xmlns:a16="http://schemas.microsoft.com/office/drawing/2014/main" id="{440115C0-E719-26B6-F5AC-BE6EDBA4B45D}"/>
                    </a:ext>
                  </a:extLst>
                </p:cNvPr>
                <p:cNvSpPr>
                  <a:spLocks noChangeShapeType="1"/>
                </p:cNvSpPr>
                <p:nvPr/>
              </p:nvSpPr>
              <p:spPr bwMode="auto">
                <a:xfrm>
                  <a:off x="2646" y="2371"/>
                  <a:ext cx="24" cy="1"/>
                </a:xfrm>
                <a:prstGeom prst="line">
                  <a:avLst/>
                </a:prstGeom>
                <a:grpFill/>
                <a:ln w="12700">
                  <a:solidFill>
                    <a:schemeClr val="bg1"/>
                  </a:solidFill>
                  <a:round/>
                  <a:headEnd/>
                  <a:tailEnd/>
                </a:ln>
              </p:spPr>
              <p:txBody>
                <a:bodyPr/>
                <a:lstStyle/>
                <a:p>
                  <a:endParaRPr lang="en-US"/>
                </a:p>
              </p:txBody>
            </p:sp>
            <p:sp>
              <p:nvSpPr>
                <p:cNvPr id="104600" name="Line 109">
                  <a:extLst>
                    <a:ext uri="{FF2B5EF4-FFF2-40B4-BE49-F238E27FC236}">
                      <a16:creationId xmlns:a16="http://schemas.microsoft.com/office/drawing/2014/main" id="{2497DCB3-6693-DC7C-8511-90C4D5C5CBEB}"/>
                    </a:ext>
                  </a:extLst>
                </p:cNvPr>
                <p:cNvSpPr>
                  <a:spLocks noChangeShapeType="1"/>
                </p:cNvSpPr>
                <p:nvPr/>
              </p:nvSpPr>
              <p:spPr bwMode="auto">
                <a:xfrm>
                  <a:off x="2702" y="2371"/>
                  <a:ext cx="16" cy="1"/>
                </a:xfrm>
                <a:prstGeom prst="line">
                  <a:avLst/>
                </a:prstGeom>
                <a:grpFill/>
                <a:ln w="12700">
                  <a:solidFill>
                    <a:schemeClr val="bg1"/>
                  </a:solidFill>
                  <a:round/>
                  <a:headEnd/>
                  <a:tailEnd/>
                </a:ln>
              </p:spPr>
              <p:txBody>
                <a:bodyPr/>
                <a:lstStyle/>
                <a:p>
                  <a:endParaRPr lang="en-US"/>
                </a:p>
              </p:txBody>
            </p:sp>
          </p:grpSp>
        </p:grpSp>
        <p:grpSp>
          <p:nvGrpSpPr>
            <p:cNvPr id="103478" name="Group 110">
              <a:extLst>
                <a:ext uri="{FF2B5EF4-FFF2-40B4-BE49-F238E27FC236}">
                  <a16:creationId xmlns:a16="http://schemas.microsoft.com/office/drawing/2014/main" id="{BE17AA29-AA0D-501D-089F-87F41E386FC1}"/>
                </a:ext>
              </a:extLst>
            </p:cNvPr>
            <p:cNvGrpSpPr>
              <a:grpSpLocks/>
            </p:cNvGrpSpPr>
            <p:nvPr/>
          </p:nvGrpSpPr>
          <p:grpSpPr bwMode="auto">
            <a:xfrm>
              <a:off x="1960" y="2347"/>
              <a:ext cx="415" cy="56"/>
              <a:chOff x="1960" y="2347"/>
              <a:chExt cx="415" cy="56"/>
            </a:xfrm>
            <a:grpFill/>
          </p:grpSpPr>
          <p:sp>
            <p:nvSpPr>
              <p:cNvPr id="104585" name="Freeform 111">
                <a:extLst>
                  <a:ext uri="{FF2B5EF4-FFF2-40B4-BE49-F238E27FC236}">
                    <a16:creationId xmlns:a16="http://schemas.microsoft.com/office/drawing/2014/main" id="{BE4B13C5-146C-38C7-D501-3F9A065D6704}"/>
                  </a:ext>
                </a:extLst>
              </p:cNvPr>
              <p:cNvSpPr>
                <a:spLocks/>
              </p:cNvSpPr>
              <p:nvPr/>
            </p:nvSpPr>
            <p:spPr bwMode="auto">
              <a:xfrm>
                <a:off x="2263" y="234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solidFill>
                <a:round/>
                <a:headEnd/>
                <a:tailEnd/>
              </a:ln>
            </p:spPr>
            <p:txBody>
              <a:bodyPr/>
              <a:lstStyle/>
              <a:p>
                <a:endParaRPr lang="en-US"/>
              </a:p>
            </p:txBody>
          </p:sp>
          <p:grpSp>
            <p:nvGrpSpPr>
              <p:cNvPr id="104586" name="Group 112">
                <a:extLst>
                  <a:ext uri="{FF2B5EF4-FFF2-40B4-BE49-F238E27FC236}">
                    <a16:creationId xmlns:a16="http://schemas.microsoft.com/office/drawing/2014/main" id="{5C4200A9-C1DA-FD5D-6E9C-3B004CA56E6B}"/>
                  </a:ext>
                </a:extLst>
              </p:cNvPr>
              <p:cNvGrpSpPr>
                <a:grpSpLocks/>
              </p:cNvGrpSpPr>
              <p:nvPr/>
            </p:nvGrpSpPr>
            <p:grpSpPr bwMode="auto">
              <a:xfrm>
                <a:off x="1960" y="2371"/>
                <a:ext cx="295" cy="1"/>
                <a:chOff x="1960" y="2371"/>
                <a:chExt cx="295" cy="1"/>
              </a:xfrm>
              <a:grpFill/>
            </p:grpSpPr>
            <p:sp>
              <p:nvSpPr>
                <p:cNvPr id="104587" name="Line 113">
                  <a:extLst>
                    <a:ext uri="{FF2B5EF4-FFF2-40B4-BE49-F238E27FC236}">
                      <a16:creationId xmlns:a16="http://schemas.microsoft.com/office/drawing/2014/main" id="{A41DFC04-2736-EF14-64BF-93108491F864}"/>
                    </a:ext>
                  </a:extLst>
                </p:cNvPr>
                <p:cNvSpPr>
                  <a:spLocks noChangeShapeType="1"/>
                </p:cNvSpPr>
                <p:nvPr/>
              </p:nvSpPr>
              <p:spPr bwMode="auto">
                <a:xfrm>
                  <a:off x="1960" y="2371"/>
                  <a:ext cx="24" cy="1"/>
                </a:xfrm>
                <a:prstGeom prst="line">
                  <a:avLst/>
                </a:prstGeom>
                <a:grpFill/>
                <a:ln w="12700">
                  <a:solidFill>
                    <a:schemeClr val="bg1"/>
                  </a:solidFill>
                  <a:round/>
                  <a:headEnd/>
                  <a:tailEnd/>
                </a:ln>
              </p:spPr>
              <p:txBody>
                <a:bodyPr/>
                <a:lstStyle/>
                <a:p>
                  <a:endParaRPr lang="en-US"/>
                </a:p>
              </p:txBody>
            </p:sp>
            <p:sp>
              <p:nvSpPr>
                <p:cNvPr id="104588" name="Line 114">
                  <a:extLst>
                    <a:ext uri="{FF2B5EF4-FFF2-40B4-BE49-F238E27FC236}">
                      <a16:creationId xmlns:a16="http://schemas.microsoft.com/office/drawing/2014/main" id="{B5E27F78-54D4-6035-83A1-C2D7B08263A4}"/>
                    </a:ext>
                  </a:extLst>
                </p:cNvPr>
                <p:cNvSpPr>
                  <a:spLocks noChangeShapeType="1"/>
                </p:cNvSpPr>
                <p:nvPr/>
              </p:nvSpPr>
              <p:spPr bwMode="auto">
                <a:xfrm>
                  <a:off x="2015" y="2371"/>
                  <a:ext cx="24" cy="1"/>
                </a:xfrm>
                <a:prstGeom prst="line">
                  <a:avLst/>
                </a:prstGeom>
                <a:grpFill/>
                <a:ln w="12700">
                  <a:solidFill>
                    <a:schemeClr val="bg1"/>
                  </a:solidFill>
                  <a:round/>
                  <a:headEnd/>
                  <a:tailEnd/>
                </a:ln>
              </p:spPr>
              <p:txBody>
                <a:bodyPr/>
                <a:lstStyle/>
                <a:p>
                  <a:endParaRPr lang="en-US"/>
                </a:p>
              </p:txBody>
            </p:sp>
            <p:sp>
              <p:nvSpPr>
                <p:cNvPr id="104589" name="Line 115">
                  <a:extLst>
                    <a:ext uri="{FF2B5EF4-FFF2-40B4-BE49-F238E27FC236}">
                      <a16:creationId xmlns:a16="http://schemas.microsoft.com/office/drawing/2014/main" id="{38CAB817-4BC7-5937-7E86-6FD36FFEDB55}"/>
                    </a:ext>
                  </a:extLst>
                </p:cNvPr>
                <p:cNvSpPr>
                  <a:spLocks noChangeShapeType="1"/>
                </p:cNvSpPr>
                <p:nvPr/>
              </p:nvSpPr>
              <p:spPr bwMode="auto">
                <a:xfrm>
                  <a:off x="2071" y="2371"/>
                  <a:ext cx="24" cy="1"/>
                </a:xfrm>
                <a:prstGeom prst="line">
                  <a:avLst/>
                </a:prstGeom>
                <a:grpFill/>
                <a:ln w="12700">
                  <a:solidFill>
                    <a:schemeClr val="bg1"/>
                  </a:solidFill>
                  <a:round/>
                  <a:headEnd/>
                  <a:tailEnd/>
                </a:ln>
              </p:spPr>
              <p:txBody>
                <a:bodyPr/>
                <a:lstStyle/>
                <a:p>
                  <a:endParaRPr lang="en-US"/>
                </a:p>
              </p:txBody>
            </p:sp>
            <p:sp>
              <p:nvSpPr>
                <p:cNvPr id="104590" name="Line 116">
                  <a:extLst>
                    <a:ext uri="{FF2B5EF4-FFF2-40B4-BE49-F238E27FC236}">
                      <a16:creationId xmlns:a16="http://schemas.microsoft.com/office/drawing/2014/main" id="{D01D97EA-B4DA-C6F0-9A94-7F2AB4B21E37}"/>
                    </a:ext>
                  </a:extLst>
                </p:cNvPr>
                <p:cNvSpPr>
                  <a:spLocks noChangeShapeType="1"/>
                </p:cNvSpPr>
                <p:nvPr/>
              </p:nvSpPr>
              <p:spPr bwMode="auto">
                <a:xfrm>
                  <a:off x="2127" y="2371"/>
                  <a:ext cx="24" cy="1"/>
                </a:xfrm>
                <a:prstGeom prst="line">
                  <a:avLst/>
                </a:prstGeom>
                <a:grpFill/>
                <a:ln w="12700">
                  <a:solidFill>
                    <a:schemeClr val="bg1"/>
                  </a:solidFill>
                  <a:round/>
                  <a:headEnd/>
                  <a:tailEnd/>
                </a:ln>
              </p:spPr>
              <p:txBody>
                <a:bodyPr/>
                <a:lstStyle/>
                <a:p>
                  <a:endParaRPr lang="en-US"/>
                </a:p>
              </p:txBody>
            </p:sp>
            <p:sp>
              <p:nvSpPr>
                <p:cNvPr id="104591" name="Line 117">
                  <a:extLst>
                    <a:ext uri="{FF2B5EF4-FFF2-40B4-BE49-F238E27FC236}">
                      <a16:creationId xmlns:a16="http://schemas.microsoft.com/office/drawing/2014/main" id="{E0201D9C-EE57-5F8C-B7C6-9239FF508D92}"/>
                    </a:ext>
                  </a:extLst>
                </p:cNvPr>
                <p:cNvSpPr>
                  <a:spLocks noChangeShapeType="1"/>
                </p:cNvSpPr>
                <p:nvPr/>
              </p:nvSpPr>
              <p:spPr bwMode="auto">
                <a:xfrm>
                  <a:off x="2183" y="2371"/>
                  <a:ext cx="24" cy="1"/>
                </a:xfrm>
                <a:prstGeom prst="line">
                  <a:avLst/>
                </a:prstGeom>
                <a:grpFill/>
                <a:ln w="12700">
                  <a:solidFill>
                    <a:schemeClr val="bg1"/>
                  </a:solidFill>
                  <a:round/>
                  <a:headEnd/>
                  <a:tailEnd/>
                </a:ln>
              </p:spPr>
              <p:txBody>
                <a:bodyPr/>
                <a:lstStyle/>
                <a:p>
                  <a:endParaRPr lang="en-US"/>
                </a:p>
              </p:txBody>
            </p:sp>
            <p:sp>
              <p:nvSpPr>
                <p:cNvPr id="104592" name="Line 118">
                  <a:extLst>
                    <a:ext uri="{FF2B5EF4-FFF2-40B4-BE49-F238E27FC236}">
                      <a16:creationId xmlns:a16="http://schemas.microsoft.com/office/drawing/2014/main" id="{8B242005-ECC3-9A98-09B0-6AAABE18AB0D}"/>
                    </a:ext>
                  </a:extLst>
                </p:cNvPr>
                <p:cNvSpPr>
                  <a:spLocks noChangeShapeType="1"/>
                </p:cNvSpPr>
                <p:nvPr/>
              </p:nvSpPr>
              <p:spPr bwMode="auto">
                <a:xfrm>
                  <a:off x="2239" y="2371"/>
                  <a:ext cx="16" cy="1"/>
                </a:xfrm>
                <a:prstGeom prst="line">
                  <a:avLst/>
                </a:prstGeom>
                <a:grpFill/>
                <a:ln w="12700">
                  <a:solidFill>
                    <a:schemeClr val="bg1"/>
                  </a:solidFill>
                  <a:round/>
                  <a:headEnd/>
                  <a:tailEnd/>
                </a:ln>
              </p:spPr>
              <p:txBody>
                <a:bodyPr/>
                <a:lstStyle/>
                <a:p>
                  <a:endParaRPr lang="en-US"/>
                </a:p>
              </p:txBody>
            </p:sp>
          </p:grpSp>
        </p:grpSp>
        <p:grpSp>
          <p:nvGrpSpPr>
            <p:cNvPr id="103479" name="Group 119">
              <a:extLst>
                <a:ext uri="{FF2B5EF4-FFF2-40B4-BE49-F238E27FC236}">
                  <a16:creationId xmlns:a16="http://schemas.microsoft.com/office/drawing/2014/main" id="{6E8F8971-2144-E0C1-A19A-2B2271E15ED8}"/>
                </a:ext>
              </a:extLst>
            </p:cNvPr>
            <p:cNvGrpSpPr>
              <a:grpSpLocks/>
            </p:cNvGrpSpPr>
            <p:nvPr/>
          </p:nvGrpSpPr>
          <p:grpSpPr bwMode="auto">
            <a:xfrm>
              <a:off x="1497" y="2339"/>
              <a:ext cx="415" cy="56"/>
              <a:chOff x="1497" y="2339"/>
              <a:chExt cx="415" cy="56"/>
            </a:xfrm>
            <a:grpFill/>
          </p:grpSpPr>
          <p:sp>
            <p:nvSpPr>
              <p:cNvPr id="104577" name="Freeform 120">
                <a:extLst>
                  <a:ext uri="{FF2B5EF4-FFF2-40B4-BE49-F238E27FC236}">
                    <a16:creationId xmlns:a16="http://schemas.microsoft.com/office/drawing/2014/main" id="{694812AD-166A-28BC-9442-614ED0393FCA}"/>
                  </a:ext>
                </a:extLst>
              </p:cNvPr>
              <p:cNvSpPr>
                <a:spLocks/>
              </p:cNvSpPr>
              <p:nvPr/>
            </p:nvSpPr>
            <p:spPr bwMode="auto">
              <a:xfrm>
                <a:off x="1800" y="2339"/>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solidFill>
                <a:round/>
                <a:headEnd/>
                <a:tailEnd/>
              </a:ln>
            </p:spPr>
            <p:txBody>
              <a:bodyPr/>
              <a:lstStyle/>
              <a:p>
                <a:endParaRPr lang="en-US"/>
              </a:p>
            </p:txBody>
          </p:sp>
          <p:grpSp>
            <p:nvGrpSpPr>
              <p:cNvPr id="104578" name="Group 121">
                <a:extLst>
                  <a:ext uri="{FF2B5EF4-FFF2-40B4-BE49-F238E27FC236}">
                    <a16:creationId xmlns:a16="http://schemas.microsoft.com/office/drawing/2014/main" id="{2BC201BF-7E89-42A4-D4FA-D064E828C30D}"/>
                  </a:ext>
                </a:extLst>
              </p:cNvPr>
              <p:cNvGrpSpPr>
                <a:grpSpLocks/>
              </p:cNvGrpSpPr>
              <p:nvPr/>
            </p:nvGrpSpPr>
            <p:grpSpPr bwMode="auto">
              <a:xfrm>
                <a:off x="1497" y="2371"/>
                <a:ext cx="295" cy="1"/>
                <a:chOff x="1497" y="2371"/>
                <a:chExt cx="295" cy="1"/>
              </a:xfrm>
              <a:grpFill/>
            </p:grpSpPr>
            <p:sp>
              <p:nvSpPr>
                <p:cNvPr id="104579" name="Line 122">
                  <a:extLst>
                    <a:ext uri="{FF2B5EF4-FFF2-40B4-BE49-F238E27FC236}">
                      <a16:creationId xmlns:a16="http://schemas.microsoft.com/office/drawing/2014/main" id="{A0926222-36FD-87D5-AB4C-2AE0840944FB}"/>
                    </a:ext>
                  </a:extLst>
                </p:cNvPr>
                <p:cNvSpPr>
                  <a:spLocks noChangeShapeType="1"/>
                </p:cNvSpPr>
                <p:nvPr/>
              </p:nvSpPr>
              <p:spPr bwMode="auto">
                <a:xfrm>
                  <a:off x="1497" y="2371"/>
                  <a:ext cx="23" cy="1"/>
                </a:xfrm>
                <a:prstGeom prst="line">
                  <a:avLst/>
                </a:prstGeom>
                <a:grpFill/>
                <a:ln w="12700">
                  <a:solidFill>
                    <a:schemeClr val="bg1"/>
                  </a:solidFill>
                  <a:round/>
                  <a:headEnd/>
                  <a:tailEnd/>
                </a:ln>
              </p:spPr>
              <p:txBody>
                <a:bodyPr/>
                <a:lstStyle/>
                <a:p>
                  <a:endParaRPr lang="en-US"/>
                </a:p>
              </p:txBody>
            </p:sp>
            <p:sp>
              <p:nvSpPr>
                <p:cNvPr id="104580" name="Line 123">
                  <a:extLst>
                    <a:ext uri="{FF2B5EF4-FFF2-40B4-BE49-F238E27FC236}">
                      <a16:creationId xmlns:a16="http://schemas.microsoft.com/office/drawing/2014/main" id="{FDEF6B01-212C-3992-2EE8-51C35D20E021}"/>
                    </a:ext>
                  </a:extLst>
                </p:cNvPr>
                <p:cNvSpPr>
                  <a:spLocks noChangeShapeType="1"/>
                </p:cNvSpPr>
                <p:nvPr/>
              </p:nvSpPr>
              <p:spPr bwMode="auto">
                <a:xfrm>
                  <a:off x="1552" y="2371"/>
                  <a:ext cx="24" cy="1"/>
                </a:xfrm>
                <a:prstGeom prst="line">
                  <a:avLst/>
                </a:prstGeom>
                <a:grpFill/>
                <a:ln w="12700">
                  <a:solidFill>
                    <a:schemeClr val="bg1"/>
                  </a:solidFill>
                  <a:round/>
                  <a:headEnd/>
                  <a:tailEnd/>
                </a:ln>
              </p:spPr>
              <p:txBody>
                <a:bodyPr/>
                <a:lstStyle/>
                <a:p>
                  <a:endParaRPr lang="en-US"/>
                </a:p>
              </p:txBody>
            </p:sp>
            <p:sp>
              <p:nvSpPr>
                <p:cNvPr id="104581" name="Line 124">
                  <a:extLst>
                    <a:ext uri="{FF2B5EF4-FFF2-40B4-BE49-F238E27FC236}">
                      <a16:creationId xmlns:a16="http://schemas.microsoft.com/office/drawing/2014/main" id="{8E0D55A3-C6FD-0416-ACA5-61C99E0A8AEA}"/>
                    </a:ext>
                  </a:extLst>
                </p:cNvPr>
                <p:cNvSpPr>
                  <a:spLocks noChangeShapeType="1"/>
                </p:cNvSpPr>
                <p:nvPr/>
              </p:nvSpPr>
              <p:spPr bwMode="auto">
                <a:xfrm>
                  <a:off x="1608" y="2371"/>
                  <a:ext cx="24" cy="1"/>
                </a:xfrm>
                <a:prstGeom prst="line">
                  <a:avLst/>
                </a:prstGeom>
                <a:grpFill/>
                <a:ln w="12700">
                  <a:solidFill>
                    <a:schemeClr val="bg1"/>
                  </a:solidFill>
                  <a:round/>
                  <a:headEnd/>
                  <a:tailEnd/>
                </a:ln>
              </p:spPr>
              <p:txBody>
                <a:bodyPr/>
                <a:lstStyle/>
                <a:p>
                  <a:endParaRPr lang="en-US"/>
                </a:p>
              </p:txBody>
            </p:sp>
            <p:sp>
              <p:nvSpPr>
                <p:cNvPr id="104582" name="Line 125">
                  <a:extLst>
                    <a:ext uri="{FF2B5EF4-FFF2-40B4-BE49-F238E27FC236}">
                      <a16:creationId xmlns:a16="http://schemas.microsoft.com/office/drawing/2014/main" id="{17B7D085-6B74-3F22-44E7-F7E278596EFA}"/>
                    </a:ext>
                  </a:extLst>
                </p:cNvPr>
                <p:cNvSpPr>
                  <a:spLocks noChangeShapeType="1"/>
                </p:cNvSpPr>
                <p:nvPr/>
              </p:nvSpPr>
              <p:spPr bwMode="auto">
                <a:xfrm>
                  <a:off x="1664" y="2371"/>
                  <a:ext cx="24" cy="1"/>
                </a:xfrm>
                <a:prstGeom prst="line">
                  <a:avLst/>
                </a:prstGeom>
                <a:grpFill/>
                <a:ln w="12700">
                  <a:solidFill>
                    <a:schemeClr val="bg1"/>
                  </a:solidFill>
                  <a:round/>
                  <a:headEnd/>
                  <a:tailEnd/>
                </a:ln>
              </p:spPr>
              <p:txBody>
                <a:bodyPr/>
                <a:lstStyle/>
                <a:p>
                  <a:endParaRPr lang="en-US"/>
                </a:p>
              </p:txBody>
            </p:sp>
            <p:sp>
              <p:nvSpPr>
                <p:cNvPr id="104583" name="Line 126">
                  <a:extLst>
                    <a:ext uri="{FF2B5EF4-FFF2-40B4-BE49-F238E27FC236}">
                      <a16:creationId xmlns:a16="http://schemas.microsoft.com/office/drawing/2014/main" id="{C69E68BB-8AE3-DE74-0AC7-D365B1C8402D}"/>
                    </a:ext>
                  </a:extLst>
                </p:cNvPr>
                <p:cNvSpPr>
                  <a:spLocks noChangeShapeType="1"/>
                </p:cNvSpPr>
                <p:nvPr/>
              </p:nvSpPr>
              <p:spPr bwMode="auto">
                <a:xfrm>
                  <a:off x="1720" y="2371"/>
                  <a:ext cx="24" cy="1"/>
                </a:xfrm>
                <a:prstGeom prst="line">
                  <a:avLst/>
                </a:prstGeom>
                <a:grpFill/>
                <a:ln w="12700">
                  <a:solidFill>
                    <a:schemeClr val="bg1"/>
                  </a:solidFill>
                  <a:round/>
                  <a:headEnd/>
                  <a:tailEnd/>
                </a:ln>
              </p:spPr>
              <p:txBody>
                <a:bodyPr/>
                <a:lstStyle/>
                <a:p>
                  <a:endParaRPr lang="en-US"/>
                </a:p>
              </p:txBody>
            </p:sp>
            <p:sp>
              <p:nvSpPr>
                <p:cNvPr id="104584" name="Line 127">
                  <a:extLst>
                    <a:ext uri="{FF2B5EF4-FFF2-40B4-BE49-F238E27FC236}">
                      <a16:creationId xmlns:a16="http://schemas.microsoft.com/office/drawing/2014/main" id="{AC8C219B-C684-7E69-8373-25E7C08EC090}"/>
                    </a:ext>
                  </a:extLst>
                </p:cNvPr>
                <p:cNvSpPr>
                  <a:spLocks noChangeShapeType="1"/>
                </p:cNvSpPr>
                <p:nvPr/>
              </p:nvSpPr>
              <p:spPr bwMode="auto">
                <a:xfrm>
                  <a:off x="1776" y="2371"/>
                  <a:ext cx="16" cy="1"/>
                </a:xfrm>
                <a:prstGeom prst="line">
                  <a:avLst/>
                </a:prstGeom>
                <a:grpFill/>
                <a:ln w="12700">
                  <a:solidFill>
                    <a:schemeClr val="bg1"/>
                  </a:solidFill>
                  <a:round/>
                  <a:headEnd/>
                  <a:tailEnd/>
                </a:ln>
              </p:spPr>
              <p:txBody>
                <a:bodyPr/>
                <a:lstStyle/>
                <a:p>
                  <a:endParaRPr lang="en-US"/>
                </a:p>
              </p:txBody>
            </p:sp>
          </p:grpSp>
        </p:grpSp>
        <p:grpSp>
          <p:nvGrpSpPr>
            <p:cNvPr id="103480" name="Group 128">
              <a:extLst>
                <a:ext uri="{FF2B5EF4-FFF2-40B4-BE49-F238E27FC236}">
                  <a16:creationId xmlns:a16="http://schemas.microsoft.com/office/drawing/2014/main" id="{E348870B-94FC-5BA2-BA25-0B0CE4CF1F42}"/>
                </a:ext>
              </a:extLst>
            </p:cNvPr>
            <p:cNvGrpSpPr>
              <a:grpSpLocks/>
            </p:cNvGrpSpPr>
            <p:nvPr/>
          </p:nvGrpSpPr>
          <p:grpSpPr bwMode="auto">
            <a:xfrm>
              <a:off x="1489" y="2650"/>
              <a:ext cx="423" cy="56"/>
              <a:chOff x="1489" y="2650"/>
              <a:chExt cx="423" cy="56"/>
            </a:xfrm>
            <a:grpFill/>
          </p:grpSpPr>
          <p:sp>
            <p:nvSpPr>
              <p:cNvPr id="104569" name="Freeform 129">
                <a:extLst>
                  <a:ext uri="{FF2B5EF4-FFF2-40B4-BE49-F238E27FC236}">
                    <a16:creationId xmlns:a16="http://schemas.microsoft.com/office/drawing/2014/main" id="{B948D150-6937-1BEB-2A6D-16A3726CAF48}"/>
                  </a:ext>
                </a:extLst>
              </p:cNvPr>
              <p:cNvSpPr>
                <a:spLocks/>
              </p:cNvSpPr>
              <p:nvPr/>
            </p:nvSpPr>
            <p:spPr bwMode="auto">
              <a:xfrm>
                <a:off x="1792" y="2650"/>
                <a:ext cx="120" cy="56"/>
              </a:xfrm>
              <a:custGeom>
                <a:avLst/>
                <a:gdLst>
                  <a:gd name="T0" fmla="*/ 120 w 120"/>
                  <a:gd name="T1" fmla="*/ 24 h 56"/>
                  <a:gd name="T2" fmla="*/ 0 w 120"/>
                  <a:gd name="T3" fmla="*/ 56 h 56"/>
                  <a:gd name="T4" fmla="*/ 0 w 120"/>
                  <a:gd name="T5" fmla="*/ 24 h 56"/>
                  <a:gd name="T6" fmla="*/ 0 w 120"/>
                  <a:gd name="T7" fmla="*/ 0 h 56"/>
                  <a:gd name="T8" fmla="*/ 120 w 120"/>
                  <a:gd name="T9" fmla="*/ 24 h 56"/>
                  <a:gd name="T10" fmla="*/ 0 60000 65536"/>
                  <a:gd name="T11" fmla="*/ 0 60000 65536"/>
                  <a:gd name="T12" fmla="*/ 0 60000 65536"/>
                  <a:gd name="T13" fmla="*/ 0 60000 65536"/>
                  <a:gd name="T14" fmla="*/ 0 60000 65536"/>
                  <a:gd name="T15" fmla="*/ 0 w 120"/>
                  <a:gd name="T16" fmla="*/ 0 h 56"/>
                  <a:gd name="T17" fmla="*/ 120 w 120"/>
                  <a:gd name="T18" fmla="*/ 56 h 56"/>
                </a:gdLst>
                <a:ahLst/>
                <a:cxnLst>
                  <a:cxn ang="T10">
                    <a:pos x="T0" y="T1"/>
                  </a:cxn>
                  <a:cxn ang="T11">
                    <a:pos x="T2" y="T3"/>
                  </a:cxn>
                  <a:cxn ang="T12">
                    <a:pos x="T4" y="T5"/>
                  </a:cxn>
                  <a:cxn ang="T13">
                    <a:pos x="T6" y="T7"/>
                  </a:cxn>
                  <a:cxn ang="T14">
                    <a:pos x="T8" y="T9"/>
                  </a:cxn>
                </a:cxnLst>
                <a:rect l="T15" t="T16" r="T17" b="T18"/>
                <a:pathLst>
                  <a:path w="120" h="56">
                    <a:moveTo>
                      <a:pt x="120" y="24"/>
                    </a:moveTo>
                    <a:lnTo>
                      <a:pt x="0" y="56"/>
                    </a:lnTo>
                    <a:lnTo>
                      <a:pt x="0" y="24"/>
                    </a:lnTo>
                    <a:lnTo>
                      <a:pt x="0" y="0"/>
                    </a:lnTo>
                    <a:lnTo>
                      <a:pt x="120" y="24"/>
                    </a:lnTo>
                    <a:close/>
                  </a:path>
                </a:pathLst>
              </a:custGeom>
              <a:grpFill/>
              <a:ln w="9525">
                <a:solidFill>
                  <a:schemeClr val="bg1"/>
                </a:solidFill>
                <a:round/>
                <a:headEnd/>
                <a:tailEnd/>
              </a:ln>
            </p:spPr>
            <p:txBody>
              <a:bodyPr/>
              <a:lstStyle/>
              <a:p>
                <a:endParaRPr lang="en-US"/>
              </a:p>
            </p:txBody>
          </p:sp>
          <p:grpSp>
            <p:nvGrpSpPr>
              <p:cNvPr id="104570" name="Group 130">
                <a:extLst>
                  <a:ext uri="{FF2B5EF4-FFF2-40B4-BE49-F238E27FC236}">
                    <a16:creationId xmlns:a16="http://schemas.microsoft.com/office/drawing/2014/main" id="{46B7D007-943D-C4A3-5C82-250642318C68}"/>
                  </a:ext>
                </a:extLst>
              </p:cNvPr>
              <p:cNvGrpSpPr>
                <a:grpSpLocks/>
              </p:cNvGrpSpPr>
              <p:nvPr/>
            </p:nvGrpSpPr>
            <p:grpSpPr bwMode="auto">
              <a:xfrm>
                <a:off x="1489" y="2674"/>
                <a:ext cx="295" cy="1"/>
                <a:chOff x="1489" y="2674"/>
                <a:chExt cx="295" cy="1"/>
              </a:xfrm>
              <a:grpFill/>
            </p:grpSpPr>
            <p:sp>
              <p:nvSpPr>
                <p:cNvPr id="104571" name="Line 131">
                  <a:extLst>
                    <a:ext uri="{FF2B5EF4-FFF2-40B4-BE49-F238E27FC236}">
                      <a16:creationId xmlns:a16="http://schemas.microsoft.com/office/drawing/2014/main" id="{CECAFA0F-7A10-BBEB-E20F-598AEAD1C8FF}"/>
                    </a:ext>
                  </a:extLst>
                </p:cNvPr>
                <p:cNvSpPr>
                  <a:spLocks noChangeShapeType="1"/>
                </p:cNvSpPr>
                <p:nvPr/>
              </p:nvSpPr>
              <p:spPr bwMode="auto">
                <a:xfrm>
                  <a:off x="1489" y="2674"/>
                  <a:ext cx="24" cy="1"/>
                </a:xfrm>
                <a:prstGeom prst="line">
                  <a:avLst/>
                </a:prstGeom>
                <a:grpFill/>
                <a:ln w="12700">
                  <a:solidFill>
                    <a:schemeClr val="bg1"/>
                  </a:solidFill>
                  <a:round/>
                  <a:headEnd/>
                  <a:tailEnd/>
                </a:ln>
              </p:spPr>
              <p:txBody>
                <a:bodyPr/>
                <a:lstStyle/>
                <a:p>
                  <a:endParaRPr lang="en-US"/>
                </a:p>
              </p:txBody>
            </p:sp>
            <p:sp>
              <p:nvSpPr>
                <p:cNvPr id="104572" name="Line 132">
                  <a:extLst>
                    <a:ext uri="{FF2B5EF4-FFF2-40B4-BE49-F238E27FC236}">
                      <a16:creationId xmlns:a16="http://schemas.microsoft.com/office/drawing/2014/main" id="{5C814D58-ADE9-7362-4400-514AF4A0BFF2}"/>
                    </a:ext>
                  </a:extLst>
                </p:cNvPr>
                <p:cNvSpPr>
                  <a:spLocks noChangeShapeType="1"/>
                </p:cNvSpPr>
                <p:nvPr/>
              </p:nvSpPr>
              <p:spPr bwMode="auto">
                <a:xfrm>
                  <a:off x="1544" y="2674"/>
                  <a:ext cx="24" cy="1"/>
                </a:xfrm>
                <a:prstGeom prst="line">
                  <a:avLst/>
                </a:prstGeom>
                <a:grpFill/>
                <a:ln w="12700">
                  <a:solidFill>
                    <a:schemeClr val="bg1"/>
                  </a:solidFill>
                  <a:round/>
                  <a:headEnd/>
                  <a:tailEnd/>
                </a:ln>
              </p:spPr>
              <p:txBody>
                <a:bodyPr/>
                <a:lstStyle/>
                <a:p>
                  <a:endParaRPr lang="en-US"/>
                </a:p>
              </p:txBody>
            </p:sp>
            <p:sp>
              <p:nvSpPr>
                <p:cNvPr id="104573" name="Line 133">
                  <a:extLst>
                    <a:ext uri="{FF2B5EF4-FFF2-40B4-BE49-F238E27FC236}">
                      <a16:creationId xmlns:a16="http://schemas.microsoft.com/office/drawing/2014/main" id="{30AA6715-7453-2C4E-D3E4-8028C80090F3}"/>
                    </a:ext>
                  </a:extLst>
                </p:cNvPr>
                <p:cNvSpPr>
                  <a:spLocks noChangeShapeType="1"/>
                </p:cNvSpPr>
                <p:nvPr/>
              </p:nvSpPr>
              <p:spPr bwMode="auto">
                <a:xfrm>
                  <a:off x="1600" y="2674"/>
                  <a:ext cx="24" cy="1"/>
                </a:xfrm>
                <a:prstGeom prst="line">
                  <a:avLst/>
                </a:prstGeom>
                <a:grpFill/>
                <a:ln w="12700">
                  <a:solidFill>
                    <a:schemeClr val="bg1"/>
                  </a:solidFill>
                  <a:round/>
                  <a:headEnd/>
                  <a:tailEnd/>
                </a:ln>
              </p:spPr>
              <p:txBody>
                <a:bodyPr/>
                <a:lstStyle/>
                <a:p>
                  <a:endParaRPr lang="en-US"/>
                </a:p>
              </p:txBody>
            </p:sp>
            <p:sp>
              <p:nvSpPr>
                <p:cNvPr id="104574" name="Line 134">
                  <a:extLst>
                    <a:ext uri="{FF2B5EF4-FFF2-40B4-BE49-F238E27FC236}">
                      <a16:creationId xmlns:a16="http://schemas.microsoft.com/office/drawing/2014/main" id="{9B9062EF-8FB3-1DEF-7B0C-5C189649747B}"/>
                    </a:ext>
                  </a:extLst>
                </p:cNvPr>
                <p:cNvSpPr>
                  <a:spLocks noChangeShapeType="1"/>
                </p:cNvSpPr>
                <p:nvPr/>
              </p:nvSpPr>
              <p:spPr bwMode="auto">
                <a:xfrm>
                  <a:off x="1656" y="2674"/>
                  <a:ext cx="24" cy="1"/>
                </a:xfrm>
                <a:prstGeom prst="line">
                  <a:avLst/>
                </a:prstGeom>
                <a:grpFill/>
                <a:ln w="12700">
                  <a:solidFill>
                    <a:schemeClr val="bg1"/>
                  </a:solidFill>
                  <a:round/>
                  <a:headEnd/>
                  <a:tailEnd/>
                </a:ln>
              </p:spPr>
              <p:txBody>
                <a:bodyPr/>
                <a:lstStyle/>
                <a:p>
                  <a:endParaRPr lang="en-US"/>
                </a:p>
              </p:txBody>
            </p:sp>
            <p:sp>
              <p:nvSpPr>
                <p:cNvPr id="104575" name="Line 135">
                  <a:extLst>
                    <a:ext uri="{FF2B5EF4-FFF2-40B4-BE49-F238E27FC236}">
                      <a16:creationId xmlns:a16="http://schemas.microsoft.com/office/drawing/2014/main" id="{BDCE0E26-895B-D395-A415-0DC3A5988FFB}"/>
                    </a:ext>
                  </a:extLst>
                </p:cNvPr>
                <p:cNvSpPr>
                  <a:spLocks noChangeShapeType="1"/>
                </p:cNvSpPr>
                <p:nvPr/>
              </p:nvSpPr>
              <p:spPr bwMode="auto">
                <a:xfrm>
                  <a:off x="1712" y="2674"/>
                  <a:ext cx="24" cy="1"/>
                </a:xfrm>
                <a:prstGeom prst="line">
                  <a:avLst/>
                </a:prstGeom>
                <a:grpFill/>
                <a:ln w="12700">
                  <a:solidFill>
                    <a:schemeClr val="bg1"/>
                  </a:solidFill>
                  <a:round/>
                  <a:headEnd/>
                  <a:tailEnd/>
                </a:ln>
              </p:spPr>
              <p:txBody>
                <a:bodyPr/>
                <a:lstStyle/>
                <a:p>
                  <a:endParaRPr lang="en-US"/>
                </a:p>
              </p:txBody>
            </p:sp>
            <p:sp>
              <p:nvSpPr>
                <p:cNvPr id="104576" name="Line 136">
                  <a:extLst>
                    <a:ext uri="{FF2B5EF4-FFF2-40B4-BE49-F238E27FC236}">
                      <a16:creationId xmlns:a16="http://schemas.microsoft.com/office/drawing/2014/main" id="{6166993D-5531-C1CB-0B0E-2D1BCEE65470}"/>
                    </a:ext>
                  </a:extLst>
                </p:cNvPr>
                <p:cNvSpPr>
                  <a:spLocks noChangeShapeType="1"/>
                </p:cNvSpPr>
                <p:nvPr/>
              </p:nvSpPr>
              <p:spPr bwMode="auto">
                <a:xfrm>
                  <a:off x="1768" y="2674"/>
                  <a:ext cx="16" cy="1"/>
                </a:xfrm>
                <a:prstGeom prst="line">
                  <a:avLst/>
                </a:prstGeom>
                <a:grpFill/>
                <a:ln w="12700">
                  <a:solidFill>
                    <a:schemeClr val="bg1"/>
                  </a:solidFill>
                  <a:round/>
                  <a:headEnd/>
                  <a:tailEnd/>
                </a:ln>
              </p:spPr>
              <p:txBody>
                <a:bodyPr/>
                <a:lstStyle/>
                <a:p>
                  <a:endParaRPr lang="en-US"/>
                </a:p>
              </p:txBody>
            </p:sp>
          </p:grpSp>
        </p:grpSp>
        <p:grpSp>
          <p:nvGrpSpPr>
            <p:cNvPr id="103481" name="Group 137">
              <a:extLst>
                <a:ext uri="{FF2B5EF4-FFF2-40B4-BE49-F238E27FC236}">
                  <a16:creationId xmlns:a16="http://schemas.microsoft.com/office/drawing/2014/main" id="{6904E1F8-7E9B-6D2F-78EB-8C4BE977B628}"/>
                </a:ext>
              </a:extLst>
            </p:cNvPr>
            <p:cNvGrpSpPr>
              <a:grpSpLocks/>
            </p:cNvGrpSpPr>
            <p:nvPr/>
          </p:nvGrpSpPr>
          <p:grpSpPr bwMode="auto">
            <a:xfrm>
              <a:off x="1968" y="2650"/>
              <a:ext cx="415" cy="56"/>
              <a:chOff x="1968" y="2650"/>
              <a:chExt cx="415" cy="56"/>
            </a:xfrm>
            <a:grpFill/>
          </p:grpSpPr>
          <p:sp>
            <p:nvSpPr>
              <p:cNvPr id="104561" name="Freeform 138">
                <a:extLst>
                  <a:ext uri="{FF2B5EF4-FFF2-40B4-BE49-F238E27FC236}">
                    <a16:creationId xmlns:a16="http://schemas.microsoft.com/office/drawing/2014/main" id="{F3246176-A693-7EA6-73D6-D1EB1236E5D2}"/>
                  </a:ext>
                </a:extLst>
              </p:cNvPr>
              <p:cNvSpPr>
                <a:spLocks/>
              </p:cNvSpPr>
              <p:nvPr/>
            </p:nvSpPr>
            <p:spPr bwMode="auto">
              <a:xfrm>
                <a:off x="2271" y="2650"/>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solidFill>
                <a:round/>
                <a:headEnd/>
                <a:tailEnd/>
              </a:ln>
            </p:spPr>
            <p:txBody>
              <a:bodyPr/>
              <a:lstStyle/>
              <a:p>
                <a:endParaRPr lang="en-US"/>
              </a:p>
            </p:txBody>
          </p:sp>
          <p:grpSp>
            <p:nvGrpSpPr>
              <p:cNvPr id="104562" name="Group 139">
                <a:extLst>
                  <a:ext uri="{FF2B5EF4-FFF2-40B4-BE49-F238E27FC236}">
                    <a16:creationId xmlns:a16="http://schemas.microsoft.com/office/drawing/2014/main" id="{3DEB6579-FA7B-2C86-1EAE-5BB6E3FE8924}"/>
                  </a:ext>
                </a:extLst>
              </p:cNvPr>
              <p:cNvGrpSpPr>
                <a:grpSpLocks/>
              </p:cNvGrpSpPr>
              <p:nvPr/>
            </p:nvGrpSpPr>
            <p:grpSpPr bwMode="auto">
              <a:xfrm>
                <a:off x="1968" y="2674"/>
                <a:ext cx="295" cy="1"/>
                <a:chOff x="1968" y="2674"/>
                <a:chExt cx="295" cy="1"/>
              </a:xfrm>
              <a:grpFill/>
            </p:grpSpPr>
            <p:sp>
              <p:nvSpPr>
                <p:cNvPr id="104563" name="Line 140">
                  <a:extLst>
                    <a:ext uri="{FF2B5EF4-FFF2-40B4-BE49-F238E27FC236}">
                      <a16:creationId xmlns:a16="http://schemas.microsoft.com/office/drawing/2014/main" id="{DF9B28E8-D14F-60D7-F02B-D551D8AB0F84}"/>
                    </a:ext>
                  </a:extLst>
                </p:cNvPr>
                <p:cNvSpPr>
                  <a:spLocks noChangeShapeType="1"/>
                </p:cNvSpPr>
                <p:nvPr/>
              </p:nvSpPr>
              <p:spPr bwMode="auto">
                <a:xfrm>
                  <a:off x="1968" y="2674"/>
                  <a:ext cx="24" cy="1"/>
                </a:xfrm>
                <a:prstGeom prst="line">
                  <a:avLst/>
                </a:prstGeom>
                <a:grpFill/>
                <a:ln w="12700">
                  <a:solidFill>
                    <a:schemeClr val="bg1"/>
                  </a:solidFill>
                  <a:round/>
                  <a:headEnd/>
                  <a:tailEnd/>
                </a:ln>
              </p:spPr>
              <p:txBody>
                <a:bodyPr/>
                <a:lstStyle/>
                <a:p>
                  <a:endParaRPr lang="en-US"/>
                </a:p>
              </p:txBody>
            </p:sp>
            <p:sp>
              <p:nvSpPr>
                <p:cNvPr id="104564" name="Line 141">
                  <a:extLst>
                    <a:ext uri="{FF2B5EF4-FFF2-40B4-BE49-F238E27FC236}">
                      <a16:creationId xmlns:a16="http://schemas.microsoft.com/office/drawing/2014/main" id="{C3A77044-603E-C1F5-A155-4CA33CF262C1}"/>
                    </a:ext>
                  </a:extLst>
                </p:cNvPr>
                <p:cNvSpPr>
                  <a:spLocks noChangeShapeType="1"/>
                </p:cNvSpPr>
                <p:nvPr/>
              </p:nvSpPr>
              <p:spPr bwMode="auto">
                <a:xfrm>
                  <a:off x="2023" y="2674"/>
                  <a:ext cx="24" cy="1"/>
                </a:xfrm>
                <a:prstGeom prst="line">
                  <a:avLst/>
                </a:prstGeom>
                <a:grpFill/>
                <a:ln w="12700">
                  <a:solidFill>
                    <a:schemeClr val="bg1"/>
                  </a:solidFill>
                  <a:round/>
                  <a:headEnd/>
                  <a:tailEnd/>
                </a:ln>
              </p:spPr>
              <p:txBody>
                <a:bodyPr/>
                <a:lstStyle/>
                <a:p>
                  <a:endParaRPr lang="en-US"/>
                </a:p>
              </p:txBody>
            </p:sp>
            <p:sp>
              <p:nvSpPr>
                <p:cNvPr id="104565" name="Line 142">
                  <a:extLst>
                    <a:ext uri="{FF2B5EF4-FFF2-40B4-BE49-F238E27FC236}">
                      <a16:creationId xmlns:a16="http://schemas.microsoft.com/office/drawing/2014/main" id="{D5A1AB26-216A-9164-204D-DE7A20E773AE}"/>
                    </a:ext>
                  </a:extLst>
                </p:cNvPr>
                <p:cNvSpPr>
                  <a:spLocks noChangeShapeType="1"/>
                </p:cNvSpPr>
                <p:nvPr/>
              </p:nvSpPr>
              <p:spPr bwMode="auto">
                <a:xfrm>
                  <a:off x="2079" y="2674"/>
                  <a:ext cx="24" cy="1"/>
                </a:xfrm>
                <a:prstGeom prst="line">
                  <a:avLst/>
                </a:prstGeom>
                <a:grpFill/>
                <a:ln w="12700">
                  <a:solidFill>
                    <a:schemeClr val="bg1"/>
                  </a:solidFill>
                  <a:round/>
                  <a:headEnd/>
                  <a:tailEnd/>
                </a:ln>
              </p:spPr>
              <p:txBody>
                <a:bodyPr/>
                <a:lstStyle/>
                <a:p>
                  <a:endParaRPr lang="en-US"/>
                </a:p>
              </p:txBody>
            </p:sp>
            <p:sp>
              <p:nvSpPr>
                <p:cNvPr id="104566" name="Line 143">
                  <a:extLst>
                    <a:ext uri="{FF2B5EF4-FFF2-40B4-BE49-F238E27FC236}">
                      <a16:creationId xmlns:a16="http://schemas.microsoft.com/office/drawing/2014/main" id="{408C25E1-1A87-1E13-2511-66B5599E2EAD}"/>
                    </a:ext>
                  </a:extLst>
                </p:cNvPr>
                <p:cNvSpPr>
                  <a:spLocks noChangeShapeType="1"/>
                </p:cNvSpPr>
                <p:nvPr/>
              </p:nvSpPr>
              <p:spPr bwMode="auto">
                <a:xfrm>
                  <a:off x="2135" y="2674"/>
                  <a:ext cx="24" cy="1"/>
                </a:xfrm>
                <a:prstGeom prst="line">
                  <a:avLst/>
                </a:prstGeom>
                <a:grpFill/>
                <a:ln w="12700">
                  <a:solidFill>
                    <a:schemeClr val="bg1"/>
                  </a:solidFill>
                  <a:round/>
                  <a:headEnd/>
                  <a:tailEnd/>
                </a:ln>
              </p:spPr>
              <p:txBody>
                <a:bodyPr/>
                <a:lstStyle/>
                <a:p>
                  <a:endParaRPr lang="en-US"/>
                </a:p>
              </p:txBody>
            </p:sp>
            <p:sp>
              <p:nvSpPr>
                <p:cNvPr id="104567" name="Line 144">
                  <a:extLst>
                    <a:ext uri="{FF2B5EF4-FFF2-40B4-BE49-F238E27FC236}">
                      <a16:creationId xmlns:a16="http://schemas.microsoft.com/office/drawing/2014/main" id="{BA6F4722-D6AE-4F5F-F84F-AAF01844526F}"/>
                    </a:ext>
                  </a:extLst>
                </p:cNvPr>
                <p:cNvSpPr>
                  <a:spLocks noChangeShapeType="1"/>
                </p:cNvSpPr>
                <p:nvPr/>
              </p:nvSpPr>
              <p:spPr bwMode="auto">
                <a:xfrm>
                  <a:off x="2191" y="2674"/>
                  <a:ext cx="24" cy="1"/>
                </a:xfrm>
                <a:prstGeom prst="line">
                  <a:avLst/>
                </a:prstGeom>
                <a:grpFill/>
                <a:ln w="12700">
                  <a:solidFill>
                    <a:schemeClr val="bg1"/>
                  </a:solidFill>
                  <a:round/>
                  <a:headEnd/>
                  <a:tailEnd/>
                </a:ln>
              </p:spPr>
              <p:txBody>
                <a:bodyPr/>
                <a:lstStyle/>
                <a:p>
                  <a:endParaRPr lang="en-US"/>
                </a:p>
              </p:txBody>
            </p:sp>
            <p:sp>
              <p:nvSpPr>
                <p:cNvPr id="104568" name="Line 145">
                  <a:extLst>
                    <a:ext uri="{FF2B5EF4-FFF2-40B4-BE49-F238E27FC236}">
                      <a16:creationId xmlns:a16="http://schemas.microsoft.com/office/drawing/2014/main" id="{51BA094B-B6B3-4D2C-16CD-F08430E18F33}"/>
                    </a:ext>
                  </a:extLst>
                </p:cNvPr>
                <p:cNvSpPr>
                  <a:spLocks noChangeShapeType="1"/>
                </p:cNvSpPr>
                <p:nvPr/>
              </p:nvSpPr>
              <p:spPr bwMode="auto">
                <a:xfrm>
                  <a:off x="2247" y="2674"/>
                  <a:ext cx="16" cy="1"/>
                </a:xfrm>
                <a:prstGeom prst="line">
                  <a:avLst/>
                </a:prstGeom>
                <a:grpFill/>
                <a:ln w="12700">
                  <a:solidFill>
                    <a:schemeClr val="bg1"/>
                  </a:solidFill>
                  <a:round/>
                  <a:headEnd/>
                  <a:tailEnd/>
                </a:ln>
              </p:spPr>
              <p:txBody>
                <a:bodyPr/>
                <a:lstStyle/>
                <a:p>
                  <a:endParaRPr lang="en-US"/>
                </a:p>
              </p:txBody>
            </p:sp>
          </p:grpSp>
        </p:grpSp>
        <p:grpSp>
          <p:nvGrpSpPr>
            <p:cNvPr id="103482" name="Group 146">
              <a:extLst>
                <a:ext uri="{FF2B5EF4-FFF2-40B4-BE49-F238E27FC236}">
                  <a16:creationId xmlns:a16="http://schemas.microsoft.com/office/drawing/2014/main" id="{84A5291E-AD09-4D27-7E87-69628E1244B7}"/>
                </a:ext>
              </a:extLst>
            </p:cNvPr>
            <p:cNvGrpSpPr>
              <a:grpSpLocks/>
            </p:cNvGrpSpPr>
            <p:nvPr/>
          </p:nvGrpSpPr>
          <p:grpSpPr bwMode="auto">
            <a:xfrm>
              <a:off x="1489" y="2953"/>
              <a:ext cx="423" cy="56"/>
              <a:chOff x="1489" y="2953"/>
              <a:chExt cx="423" cy="56"/>
            </a:xfrm>
            <a:grpFill/>
          </p:grpSpPr>
          <p:sp>
            <p:nvSpPr>
              <p:cNvPr id="104553" name="Freeform 147">
                <a:extLst>
                  <a:ext uri="{FF2B5EF4-FFF2-40B4-BE49-F238E27FC236}">
                    <a16:creationId xmlns:a16="http://schemas.microsoft.com/office/drawing/2014/main" id="{86B210BB-60F2-0528-7AD0-CAA727F4E424}"/>
                  </a:ext>
                </a:extLst>
              </p:cNvPr>
              <p:cNvSpPr>
                <a:spLocks/>
              </p:cNvSpPr>
              <p:nvPr/>
            </p:nvSpPr>
            <p:spPr bwMode="auto">
              <a:xfrm>
                <a:off x="1792" y="2953"/>
                <a:ext cx="120" cy="56"/>
              </a:xfrm>
              <a:custGeom>
                <a:avLst/>
                <a:gdLst>
                  <a:gd name="T0" fmla="*/ 120 w 120"/>
                  <a:gd name="T1" fmla="*/ 32 h 56"/>
                  <a:gd name="T2" fmla="*/ 0 w 120"/>
                  <a:gd name="T3" fmla="*/ 56 h 56"/>
                  <a:gd name="T4" fmla="*/ 0 w 120"/>
                  <a:gd name="T5" fmla="*/ 32 h 56"/>
                  <a:gd name="T6" fmla="*/ 0 w 120"/>
                  <a:gd name="T7" fmla="*/ 0 h 56"/>
                  <a:gd name="T8" fmla="*/ 120 w 120"/>
                  <a:gd name="T9" fmla="*/ 32 h 56"/>
                  <a:gd name="T10" fmla="*/ 0 60000 65536"/>
                  <a:gd name="T11" fmla="*/ 0 60000 65536"/>
                  <a:gd name="T12" fmla="*/ 0 60000 65536"/>
                  <a:gd name="T13" fmla="*/ 0 60000 65536"/>
                  <a:gd name="T14" fmla="*/ 0 60000 65536"/>
                  <a:gd name="T15" fmla="*/ 0 w 120"/>
                  <a:gd name="T16" fmla="*/ 0 h 56"/>
                  <a:gd name="T17" fmla="*/ 120 w 120"/>
                  <a:gd name="T18" fmla="*/ 56 h 56"/>
                </a:gdLst>
                <a:ahLst/>
                <a:cxnLst>
                  <a:cxn ang="T10">
                    <a:pos x="T0" y="T1"/>
                  </a:cxn>
                  <a:cxn ang="T11">
                    <a:pos x="T2" y="T3"/>
                  </a:cxn>
                  <a:cxn ang="T12">
                    <a:pos x="T4" y="T5"/>
                  </a:cxn>
                  <a:cxn ang="T13">
                    <a:pos x="T6" y="T7"/>
                  </a:cxn>
                  <a:cxn ang="T14">
                    <a:pos x="T8" y="T9"/>
                  </a:cxn>
                </a:cxnLst>
                <a:rect l="T15" t="T16" r="T17" b="T18"/>
                <a:pathLst>
                  <a:path w="120" h="56">
                    <a:moveTo>
                      <a:pt x="120" y="32"/>
                    </a:moveTo>
                    <a:lnTo>
                      <a:pt x="0" y="56"/>
                    </a:lnTo>
                    <a:lnTo>
                      <a:pt x="0" y="32"/>
                    </a:lnTo>
                    <a:lnTo>
                      <a:pt x="0" y="0"/>
                    </a:lnTo>
                    <a:lnTo>
                      <a:pt x="120" y="32"/>
                    </a:lnTo>
                    <a:close/>
                  </a:path>
                </a:pathLst>
              </a:custGeom>
              <a:grpFill/>
              <a:ln w="9525">
                <a:solidFill>
                  <a:schemeClr val="bg1"/>
                </a:solidFill>
                <a:round/>
                <a:headEnd/>
                <a:tailEnd/>
              </a:ln>
            </p:spPr>
            <p:txBody>
              <a:bodyPr/>
              <a:lstStyle/>
              <a:p>
                <a:endParaRPr lang="en-US"/>
              </a:p>
            </p:txBody>
          </p:sp>
          <p:grpSp>
            <p:nvGrpSpPr>
              <p:cNvPr id="104554" name="Group 148">
                <a:extLst>
                  <a:ext uri="{FF2B5EF4-FFF2-40B4-BE49-F238E27FC236}">
                    <a16:creationId xmlns:a16="http://schemas.microsoft.com/office/drawing/2014/main" id="{CB86D934-4AB5-9016-F438-9C9A6F00D943}"/>
                  </a:ext>
                </a:extLst>
              </p:cNvPr>
              <p:cNvGrpSpPr>
                <a:grpSpLocks/>
              </p:cNvGrpSpPr>
              <p:nvPr/>
            </p:nvGrpSpPr>
            <p:grpSpPr bwMode="auto">
              <a:xfrm>
                <a:off x="1489" y="2985"/>
                <a:ext cx="295" cy="1"/>
                <a:chOff x="1489" y="2985"/>
                <a:chExt cx="295" cy="1"/>
              </a:xfrm>
              <a:grpFill/>
            </p:grpSpPr>
            <p:sp>
              <p:nvSpPr>
                <p:cNvPr id="104555" name="Line 149">
                  <a:extLst>
                    <a:ext uri="{FF2B5EF4-FFF2-40B4-BE49-F238E27FC236}">
                      <a16:creationId xmlns:a16="http://schemas.microsoft.com/office/drawing/2014/main" id="{EAAFC834-F804-E878-EE39-0954604C052C}"/>
                    </a:ext>
                  </a:extLst>
                </p:cNvPr>
                <p:cNvSpPr>
                  <a:spLocks noChangeShapeType="1"/>
                </p:cNvSpPr>
                <p:nvPr/>
              </p:nvSpPr>
              <p:spPr bwMode="auto">
                <a:xfrm>
                  <a:off x="1489" y="2985"/>
                  <a:ext cx="24" cy="1"/>
                </a:xfrm>
                <a:prstGeom prst="line">
                  <a:avLst/>
                </a:prstGeom>
                <a:grpFill/>
                <a:ln w="12700">
                  <a:solidFill>
                    <a:schemeClr val="bg1"/>
                  </a:solidFill>
                  <a:round/>
                  <a:headEnd/>
                  <a:tailEnd/>
                </a:ln>
              </p:spPr>
              <p:txBody>
                <a:bodyPr/>
                <a:lstStyle/>
                <a:p>
                  <a:endParaRPr lang="en-US"/>
                </a:p>
              </p:txBody>
            </p:sp>
            <p:sp>
              <p:nvSpPr>
                <p:cNvPr id="104556" name="Line 150">
                  <a:extLst>
                    <a:ext uri="{FF2B5EF4-FFF2-40B4-BE49-F238E27FC236}">
                      <a16:creationId xmlns:a16="http://schemas.microsoft.com/office/drawing/2014/main" id="{DEC4114D-E225-F977-5843-D74AEC9253B0}"/>
                    </a:ext>
                  </a:extLst>
                </p:cNvPr>
                <p:cNvSpPr>
                  <a:spLocks noChangeShapeType="1"/>
                </p:cNvSpPr>
                <p:nvPr/>
              </p:nvSpPr>
              <p:spPr bwMode="auto">
                <a:xfrm>
                  <a:off x="1544" y="2985"/>
                  <a:ext cx="24" cy="1"/>
                </a:xfrm>
                <a:prstGeom prst="line">
                  <a:avLst/>
                </a:prstGeom>
                <a:grpFill/>
                <a:ln w="12700">
                  <a:solidFill>
                    <a:schemeClr val="bg1"/>
                  </a:solidFill>
                  <a:round/>
                  <a:headEnd/>
                  <a:tailEnd/>
                </a:ln>
              </p:spPr>
              <p:txBody>
                <a:bodyPr/>
                <a:lstStyle/>
                <a:p>
                  <a:endParaRPr lang="en-US"/>
                </a:p>
              </p:txBody>
            </p:sp>
            <p:sp>
              <p:nvSpPr>
                <p:cNvPr id="104557" name="Line 151">
                  <a:extLst>
                    <a:ext uri="{FF2B5EF4-FFF2-40B4-BE49-F238E27FC236}">
                      <a16:creationId xmlns:a16="http://schemas.microsoft.com/office/drawing/2014/main" id="{164C9DCB-9F6C-1229-67DF-864C2D953F48}"/>
                    </a:ext>
                  </a:extLst>
                </p:cNvPr>
                <p:cNvSpPr>
                  <a:spLocks noChangeShapeType="1"/>
                </p:cNvSpPr>
                <p:nvPr/>
              </p:nvSpPr>
              <p:spPr bwMode="auto">
                <a:xfrm>
                  <a:off x="1600" y="2985"/>
                  <a:ext cx="24" cy="1"/>
                </a:xfrm>
                <a:prstGeom prst="line">
                  <a:avLst/>
                </a:prstGeom>
                <a:grpFill/>
                <a:ln w="12700">
                  <a:solidFill>
                    <a:schemeClr val="bg1"/>
                  </a:solidFill>
                  <a:round/>
                  <a:headEnd/>
                  <a:tailEnd/>
                </a:ln>
              </p:spPr>
              <p:txBody>
                <a:bodyPr/>
                <a:lstStyle/>
                <a:p>
                  <a:endParaRPr lang="en-US"/>
                </a:p>
              </p:txBody>
            </p:sp>
            <p:sp>
              <p:nvSpPr>
                <p:cNvPr id="104558" name="Line 152">
                  <a:extLst>
                    <a:ext uri="{FF2B5EF4-FFF2-40B4-BE49-F238E27FC236}">
                      <a16:creationId xmlns:a16="http://schemas.microsoft.com/office/drawing/2014/main" id="{ECECD918-BFD9-A27B-7A43-4E4D71560E6C}"/>
                    </a:ext>
                  </a:extLst>
                </p:cNvPr>
                <p:cNvSpPr>
                  <a:spLocks noChangeShapeType="1"/>
                </p:cNvSpPr>
                <p:nvPr/>
              </p:nvSpPr>
              <p:spPr bwMode="auto">
                <a:xfrm>
                  <a:off x="1656" y="2985"/>
                  <a:ext cx="24" cy="1"/>
                </a:xfrm>
                <a:prstGeom prst="line">
                  <a:avLst/>
                </a:prstGeom>
                <a:grpFill/>
                <a:ln w="12700">
                  <a:solidFill>
                    <a:schemeClr val="bg1"/>
                  </a:solidFill>
                  <a:round/>
                  <a:headEnd/>
                  <a:tailEnd/>
                </a:ln>
              </p:spPr>
              <p:txBody>
                <a:bodyPr/>
                <a:lstStyle/>
                <a:p>
                  <a:endParaRPr lang="en-US"/>
                </a:p>
              </p:txBody>
            </p:sp>
            <p:sp>
              <p:nvSpPr>
                <p:cNvPr id="104559" name="Line 153">
                  <a:extLst>
                    <a:ext uri="{FF2B5EF4-FFF2-40B4-BE49-F238E27FC236}">
                      <a16:creationId xmlns:a16="http://schemas.microsoft.com/office/drawing/2014/main" id="{3E6B1C92-0379-F896-504C-3D37E4B363A4}"/>
                    </a:ext>
                  </a:extLst>
                </p:cNvPr>
                <p:cNvSpPr>
                  <a:spLocks noChangeShapeType="1"/>
                </p:cNvSpPr>
                <p:nvPr/>
              </p:nvSpPr>
              <p:spPr bwMode="auto">
                <a:xfrm>
                  <a:off x="1712" y="2985"/>
                  <a:ext cx="24" cy="1"/>
                </a:xfrm>
                <a:prstGeom prst="line">
                  <a:avLst/>
                </a:prstGeom>
                <a:grpFill/>
                <a:ln w="12700">
                  <a:solidFill>
                    <a:schemeClr val="bg1"/>
                  </a:solidFill>
                  <a:round/>
                  <a:headEnd/>
                  <a:tailEnd/>
                </a:ln>
              </p:spPr>
              <p:txBody>
                <a:bodyPr/>
                <a:lstStyle/>
                <a:p>
                  <a:endParaRPr lang="en-US"/>
                </a:p>
              </p:txBody>
            </p:sp>
            <p:sp>
              <p:nvSpPr>
                <p:cNvPr id="104560" name="Line 154">
                  <a:extLst>
                    <a:ext uri="{FF2B5EF4-FFF2-40B4-BE49-F238E27FC236}">
                      <a16:creationId xmlns:a16="http://schemas.microsoft.com/office/drawing/2014/main" id="{B52EDE22-1629-9811-6CE8-2D83F2AF6577}"/>
                    </a:ext>
                  </a:extLst>
                </p:cNvPr>
                <p:cNvSpPr>
                  <a:spLocks noChangeShapeType="1"/>
                </p:cNvSpPr>
                <p:nvPr/>
              </p:nvSpPr>
              <p:spPr bwMode="auto">
                <a:xfrm>
                  <a:off x="1768" y="2985"/>
                  <a:ext cx="16" cy="1"/>
                </a:xfrm>
                <a:prstGeom prst="line">
                  <a:avLst/>
                </a:prstGeom>
                <a:grpFill/>
                <a:ln w="12700">
                  <a:solidFill>
                    <a:schemeClr val="bg1"/>
                  </a:solidFill>
                  <a:round/>
                  <a:headEnd/>
                  <a:tailEnd/>
                </a:ln>
              </p:spPr>
              <p:txBody>
                <a:bodyPr/>
                <a:lstStyle/>
                <a:p>
                  <a:endParaRPr lang="en-US"/>
                </a:p>
              </p:txBody>
            </p:sp>
          </p:grpSp>
        </p:grpSp>
        <p:grpSp>
          <p:nvGrpSpPr>
            <p:cNvPr id="103483" name="Group 155">
              <a:extLst>
                <a:ext uri="{FF2B5EF4-FFF2-40B4-BE49-F238E27FC236}">
                  <a16:creationId xmlns:a16="http://schemas.microsoft.com/office/drawing/2014/main" id="{50C98184-E22C-646E-D2F9-02E510057DAD}"/>
                </a:ext>
              </a:extLst>
            </p:cNvPr>
            <p:cNvGrpSpPr>
              <a:grpSpLocks/>
            </p:cNvGrpSpPr>
            <p:nvPr/>
          </p:nvGrpSpPr>
          <p:grpSpPr bwMode="auto">
            <a:xfrm>
              <a:off x="1952" y="2953"/>
              <a:ext cx="415" cy="56"/>
              <a:chOff x="1952" y="2953"/>
              <a:chExt cx="415" cy="56"/>
            </a:xfrm>
            <a:grpFill/>
          </p:grpSpPr>
          <p:sp>
            <p:nvSpPr>
              <p:cNvPr id="104545" name="Freeform 156">
                <a:extLst>
                  <a:ext uri="{FF2B5EF4-FFF2-40B4-BE49-F238E27FC236}">
                    <a16:creationId xmlns:a16="http://schemas.microsoft.com/office/drawing/2014/main" id="{95796A71-585A-01DE-F378-6B746440E7AA}"/>
                  </a:ext>
                </a:extLst>
              </p:cNvPr>
              <p:cNvSpPr>
                <a:spLocks/>
              </p:cNvSpPr>
              <p:nvPr/>
            </p:nvSpPr>
            <p:spPr bwMode="auto">
              <a:xfrm>
                <a:off x="2255"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solidFill>
                <a:round/>
                <a:headEnd/>
                <a:tailEnd/>
              </a:ln>
            </p:spPr>
            <p:txBody>
              <a:bodyPr/>
              <a:lstStyle/>
              <a:p>
                <a:endParaRPr lang="en-US"/>
              </a:p>
            </p:txBody>
          </p:sp>
          <p:grpSp>
            <p:nvGrpSpPr>
              <p:cNvPr id="104546" name="Group 157">
                <a:extLst>
                  <a:ext uri="{FF2B5EF4-FFF2-40B4-BE49-F238E27FC236}">
                    <a16:creationId xmlns:a16="http://schemas.microsoft.com/office/drawing/2014/main" id="{76C1A84B-1A47-C987-213A-4941FEAB7559}"/>
                  </a:ext>
                </a:extLst>
              </p:cNvPr>
              <p:cNvGrpSpPr>
                <a:grpSpLocks/>
              </p:cNvGrpSpPr>
              <p:nvPr/>
            </p:nvGrpSpPr>
            <p:grpSpPr bwMode="auto">
              <a:xfrm>
                <a:off x="1952" y="2985"/>
                <a:ext cx="295" cy="1"/>
                <a:chOff x="1952" y="2985"/>
                <a:chExt cx="295" cy="1"/>
              </a:xfrm>
              <a:grpFill/>
            </p:grpSpPr>
            <p:sp>
              <p:nvSpPr>
                <p:cNvPr id="104547" name="Line 158">
                  <a:extLst>
                    <a:ext uri="{FF2B5EF4-FFF2-40B4-BE49-F238E27FC236}">
                      <a16:creationId xmlns:a16="http://schemas.microsoft.com/office/drawing/2014/main" id="{FD57426C-60FA-F49F-B2A9-FCB1352B5517}"/>
                    </a:ext>
                  </a:extLst>
                </p:cNvPr>
                <p:cNvSpPr>
                  <a:spLocks noChangeShapeType="1"/>
                </p:cNvSpPr>
                <p:nvPr/>
              </p:nvSpPr>
              <p:spPr bwMode="auto">
                <a:xfrm>
                  <a:off x="1952" y="2985"/>
                  <a:ext cx="24" cy="1"/>
                </a:xfrm>
                <a:prstGeom prst="line">
                  <a:avLst/>
                </a:prstGeom>
                <a:grpFill/>
                <a:ln w="12700">
                  <a:solidFill>
                    <a:schemeClr val="bg1"/>
                  </a:solidFill>
                  <a:round/>
                  <a:headEnd/>
                  <a:tailEnd/>
                </a:ln>
              </p:spPr>
              <p:txBody>
                <a:bodyPr/>
                <a:lstStyle/>
                <a:p>
                  <a:endParaRPr lang="en-US"/>
                </a:p>
              </p:txBody>
            </p:sp>
            <p:sp>
              <p:nvSpPr>
                <p:cNvPr id="104548" name="Line 159">
                  <a:extLst>
                    <a:ext uri="{FF2B5EF4-FFF2-40B4-BE49-F238E27FC236}">
                      <a16:creationId xmlns:a16="http://schemas.microsoft.com/office/drawing/2014/main" id="{FC8FB0EF-7E18-FE17-DF0E-645BD4A811F7}"/>
                    </a:ext>
                  </a:extLst>
                </p:cNvPr>
                <p:cNvSpPr>
                  <a:spLocks noChangeShapeType="1"/>
                </p:cNvSpPr>
                <p:nvPr/>
              </p:nvSpPr>
              <p:spPr bwMode="auto">
                <a:xfrm>
                  <a:off x="2008" y="2985"/>
                  <a:ext cx="23" cy="1"/>
                </a:xfrm>
                <a:prstGeom prst="line">
                  <a:avLst/>
                </a:prstGeom>
                <a:grpFill/>
                <a:ln w="12700">
                  <a:solidFill>
                    <a:schemeClr val="bg1"/>
                  </a:solidFill>
                  <a:round/>
                  <a:headEnd/>
                  <a:tailEnd/>
                </a:ln>
              </p:spPr>
              <p:txBody>
                <a:bodyPr/>
                <a:lstStyle/>
                <a:p>
                  <a:endParaRPr lang="en-US"/>
                </a:p>
              </p:txBody>
            </p:sp>
            <p:sp>
              <p:nvSpPr>
                <p:cNvPr id="104549" name="Line 160">
                  <a:extLst>
                    <a:ext uri="{FF2B5EF4-FFF2-40B4-BE49-F238E27FC236}">
                      <a16:creationId xmlns:a16="http://schemas.microsoft.com/office/drawing/2014/main" id="{D3AF79C4-A982-A718-6017-EB8BB0E853C4}"/>
                    </a:ext>
                  </a:extLst>
                </p:cNvPr>
                <p:cNvSpPr>
                  <a:spLocks noChangeShapeType="1"/>
                </p:cNvSpPr>
                <p:nvPr/>
              </p:nvSpPr>
              <p:spPr bwMode="auto">
                <a:xfrm>
                  <a:off x="2063" y="2985"/>
                  <a:ext cx="24" cy="1"/>
                </a:xfrm>
                <a:prstGeom prst="line">
                  <a:avLst/>
                </a:prstGeom>
                <a:grpFill/>
                <a:ln w="12700">
                  <a:solidFill>
                    <a:schemeClr val="bg1"/>
                  </a:solidFill>
                  <a:round/>
                  <a:headEnd/>
                  <a:tailEnd/>
                </a:ln>
              </p:spPr>
              <p:txBody>
                <a:bodyPr/>
                <a:lstStyle/>
                <a:p>
                  <a:endParaRPr lang="en-US"/>
                </a:p>
              </p:txBody>
            </p:sp>
            <p:sp>
              <p:nvSpPr>
                <p:cNvPr id="104550" name="Line 161">
                  <a:extLst>
                    <a:ext uri="{FF2B5EF4-FFF2-40B4-BE49-F238E27FC236}">
                      <a16:creationId xmlns:a16="http://schemas.microsoft.com/office/drawing/2014/main" id="{3EBB6631-3E84-EB29-1D1A-864EA6F478C6}"/>
                    </a:ext>
                  </a:extLst>
                </p:cNvPr>
                <p:cNvSpPr>
                  <a:spLocks noChangeShapeType="1"/>
                </p:cNvSpPr>
                <p:nvPr/>
              </p:nvSpPr>
              <p:spPr bwMode="auto">
                <a:xfrm>
                  <a:off x="2119" y="2985"/>
                  <a:ext cx="24" cy="1"/>
                </a:xfrm>
                <a:prstGeom prst="line">
                  <a:avLst/>
                </a:prstGeom>
                <a:grpFill/>
                <a:ln w="12700">
                  <a:solidFill>
                    <a:schemeClr val="bg1"/>
                  </a:solidFill>
                  <a:round/>
                  <a:headEnd/>
                  <a:tailEnd/>
                </a:ln>
              </p:spPr>
              <p:txBody>
                <a:bodyPr/>
                <a:lstStyle/>
                <a:p>
                  <a:endParaRPr lang="en-US"/>
                </a:p>
              </p:txBody>
            </p:sp>
            <p:sp>
              <p:nvSpPr>
                <p:cNvPr id="104551" name="Line 162">
                  <a:extLst>
                    <a:ext uri="{FF2B5EF4-FFF2-40B4-BE49-F238E27FC236}">
                      <a16:creationId xmlns:a16="http://schemas.microsoft.com/office/drawing/2014/main" id="{AD6879DB-9C34-5FEE-3F60-08316BFCC75C}"/>
                    </a:ext>
                  </a:extLst>
                </p:cNvPr>
                <p:cNvSpPr>
                  <a:spLocks noChangeShapeType="1"/>
                </p:cNvSpPr>
                <p:nvPr/>
              </p:nvSpPr>
              <p:spPr bwMode="auto">
                <a:xfrm>
                  <a:off x="2175" y="2985"/>
                  <a:ext cx="24" cy="1"/>
                </a:xfrm>
                <a:prstGeom prst="line">
                  <a:avLst/>
                </a:prstGeom>
                <a:grpFill/>
                <a:ln w="12700">
                  <a:solidFill>
                    <a:schemeClr val="bg1"/>
                  </a:solidFill>
                  <a:round/>
                  <a:headEnd/>
                  <a:tailEnd/>
                </a:ln>
              </p:spPr>
              <p:txBody>
                <a:bodyPr/>
                <a:lstStyle/>
                <a:p>
                  <a:endParaRPr lang="en-US"/>
                </a:p>
              </p:txBody>
            </p:sp>
            <p:sp>
              <p:nvSpPr>
                <p:cNvPr id="104552" name="Line 163">
                  <a:extLst>
                    <a:ext uri="{FF2B5EF4-FFF2-40B4-BE49-F238E27FC236}">
                      <a16:creationId xmlns:a16="http://schemas.microsoft.com/office/drawing/2014/main" id="{2A2957DD-9171-06E1-6263-653B91177A50}"/>
                    </a:ext>
                  </a:extLst>
                </p:cNvPr>
                <p:cNvSpPr>
                  <a:spLocks noChangeShapeType="1"/>
                </p:cNvSpPr>
                <p:nvPr/>
              </p:nvSpPr>
              <p:spPr bwMode="auto">
                <a:xfrm>
                  <a:off x="2231" y="2985"/>
                  <a:ext cx="16" cy="1"/>
                </a:xfrm>
                <a:prstGeom prst="line">
                  <a:avLst/>
                </a:prstGeom>
                <a:grpFill/>
                <a:ln w="12700">
                  <a:solidFill>
                    <a:schemeClr val="bg1"/>
                  </a:solidFill>
                  <a:round/>
                  <a:headEnd/>
                  <a:tailEnd/>
                </a:ln>
              </p:spPr>
              <p:txBody>
                <a:bodyPr/>
                <a:lstStyle/>
                <a:p>
                  <a:endParaRPr lang="en-US"/>
                </a:p>
              </p:txBody>
            </p:sp>
          </p:grpSp>
        </p:grpSp>
        <p:grpSp>
          <p:nvGrpSpPr>
            <p:cNvPr id="103484" name="Group 164">
              <a:extLst>
                <a:ext uri="{FF2B5EF4-FFF2-40B4-BE49-F238E27FC236}">
                  <a16:creationId xmlns:a16="http://schemas.microsoft.com/office/drawing/2014/main" id="{B153E40C-ECCF-B093-E48C-B484978D6143}"/>
                </a:ext>
              </a:extLst>
            </p:cNvPr>
            <p:cNvGrpSpPr>
              <a:grpSpLocks/>
            </p:cNvGrpSpPr>
            <p:nvPr/>
          </p:nvGrpSpPr>
          <p:grpSpPr bwMode="auto">
            <a:xfrm>
              <a:off x="2415" y="2953"/>
              <a:ext cx="415" cy="56"/>
              <a:chOff x="2415" y="2953"/>
              <a:chExt cx="415" cy="56"/>
            </a:xfrm>
            <a:grpFill/>
          </p:grpSpPr>
          <p:sp>
            <p:nvSpPr>
              <p:cNvPr id="104537" name="Freeform 165">
                <a:extLst>
                  <a:ext uri="{FF2B5EF4-FFF2-40B4-BE49-F238E27FC236}">
                    <a16:creationId xmlns:a16="http://schemas.microsoft.com/office/drawing/2014/main" id="{BBF8FD97-DA76-F885-D82A-26D9F2D87A71}"/>
                  </a:ext>
                </a:extLst>
              </p:cNvPr>
              <p:cNvSpPr>
                <a:spLocks/>
              </p:cNvSpPr>
              <p:nvPr/>
            </p:nvSpPr>
            <p:spPr bwMode="auto">
              <a:xfrm>
                <a:off x="2718"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solidFill>
                <a:round/>
                <a:headEnd/>
                <a:tailEnd/>
              </a:ln>
            </p:spPr>
            <p:txBody>
              <a:bodyPr/>
              <a:lstStyle/>
              <a:p>
                <a:endParaRPr lang="en-US"/>
              </a:p>
            </p:txBody>
          </p:sp>
          <p:grpSp>
            <p:nvGrpSpPr>
              <p:cNvPr id="104538" name="Group 166">
                <a:extLst>
                  <a:ext uri="{FF2B5EF4-FFF2-40B4-BE49-F238E27FC236}">
                    <a16:creationId xmlns:a16="http://schemas.microsoft.com/office/drawing/2014/main" id="{9A7789A2-2898-1FCB-17CE-258CA1E8767B}"/>
                  </a:ext>
                </a:extLst>
              </p:cNvPr>
              <p:cNvGrpSpPr>
                <a:grpSpLocks/>
              </p:cNvGrpSpPr>
              <p:nvPr/>
            </p:nvGrpSpPr>
            <p:grpSpPr bwMode="auto">
              <a:xfrm>
                <a:off x="2415" y="2985"/>
                <a:ext cx="295" cy="1"/>
                <a:chOff x="2415" y="2985"/>
                <a:chExt cx="295" cy="1"/>
              </a:xfrm>
              <a:grpFill/>
            </p:grpSpPr>
            <p:sp>
              <p:nvSpPr>
                <p:cNvPr id="104539" name="Line 167">
                  <a:extLst>
                    <a:ext uri="{FF2B5EF4-FFF2-40B4-BE49-F238E27FC236}">
                      <a16:creationId xmlns:a16="http://schemas.microsoft.com/office/drawing/2014/main" id="{B3709663-023E-D542-E5E3-F83B5D2F4768}"/>
                    </a:ext>
                  </a:extLst>
                </p:cNvPr>
                <p:cNvSpPr>
                  <a:spLocks noChangeShapeType="1"/>
                </p:cNvSpPr>
                <p:nvPr/>
              </p:nvSpPr>
              <p:spPr bwMode="auto">
                <a:xfrm>
                  <a:off x="2415" y="2985"/>
                  <a:ext cx="24" cy="1"/>
                </a:xfrm>
                <a:prstGeom prst="line">
                  <a:avLst/>
                </a:prstGeom>
                <a:grpFill/>
                <a:ln w="12700">
                  <a:solidFill>
                    <a:schemeClr val="bg1"/>
                  </a:solidFill>
                  <a:round/>
                  <a:headEnd/>
                  <a:tailEnd/>
                </a:ln>
              </p:spPr>
              <p:txBody>
                <a:bodyPr/>
                <a:lstStyle/>
                <a:p>
                  <a:endParaRPr lang="en-US"/>
                </a:p>
              </p:txBody>
            </p:sp>
            <p:sp>
              <p:nvSpPr>
                <p:cNvPr id="104540" name="Line 168">
                  <a:extLst>
                    <a:ext uri="{FF2B5EF4-FFF2-40B4-BE49-F238E27FC236}">
                      <a16:creationId xmlns:a16="http://schemas.microsoft.com/office/drawing/2014/main" id="{D5F82D25-4F0C-B109-97C5-AFF15CE85925}"/>
                    </a:ext>
                  </a:extLst>
                </p:cNvPr>
                <p:cNvSpPr>
                  <a:spLocks noChangeShapeType="1"/>
                </p:cNvSpPr>
                <p:nvPr/>
              </p:nvSpPr>
              <p:spPr bwMode="auto">
                <a:xfrm>
                  <a:off x="2471" y="2985"/>
                  <a:ext cx="24" cy="1"/>
                </a:xfrm>
                <a:prstGeom prst="line">
                  <a:avLst/>
                </a:prstGeom>
                <a:grpFill/>
                <a:ln w="12700">
                  <a:solidFill>
                    <a:schemeClr val="bg1"/>
                  </a:solidFill>
                  <a:round/>
                  <a:headEnd/>
                  <a:tailEnd/>
                </a:ln>
              </p:spPr>
              <p:txBody>
                <a:bodyPr/>
                <a:lstStyle/>
                <a:p>
                  <a:endParaRPr lang="en-US"/>
                </a:p>
              </p:txBody>
            </p:sp>
            <p:sp>
              <p:nvSpPr>
                <p:cNvPr id="104541" name="Line 169">
                  <a:extLst>
                    <a:ext uri="{FF2B5EF4-FFF2-40B4-BE49-F238E27FC236}">
                      <a16:creationId xmlns:a16="http://schemas.microsoft.com/office/drawing/2014/main" id="{891210E4-8C23-1728-D865-118957569F27}"/>
                    </a:ext>
                  </a:extLst>
                </p:cNvPr>
                <p:cNvSpPr>
                  <a:spLocks noChangeShapeType="1"/>
                </p:cNvSpPr>
                <p:nvPr/>
              </p:nvSpPr>
              <p:spPr bwMode="auto">
                <a:xfrm>
                  <a:off x="2526" y="2985"/>
                  <a:ext cx="24" cy="1"/>
                </a:xfrm>
                <a:prstGeom prst="line">
                  <a:avLst/>
                </a:prstGeom>
                <a:grpFill/>
                <a:ln w="12700">
                  <a:solidFill>
                    <a:schemeClr val="bg1"/>
                  </a:solidFill>
                  <a:round/>
                  <a:headEnd/>
                  <a:tailEnd/>
                </a:ln>
              </p:spPr>
              <p:txBody>
                <a:bodyPr/>
                <a:lstStyle/>
                <a:p>
                  <a:endParaRPr lang="en-US"/>
                </a:p>
              </p:txBody>
            </p:sp>
            <p:sp>
              <p:nvSpPr>
                <p:cNvPr id="104542" name="Line 170">
                  <a:extLst>
                    <a:ext uri="{FF2B5EF4-FFF2-40B4-BE49-F238E27FC236}">
                      <a16:creationId xmlns:a16="http://schemas.microsoft.com/office/drawing/2014/main" id="{9CB315C6-F435-F5E5-1775-62524611B927}"/>
                    </a:ext>
                  </a:extLst>
                </p:cNvPr>
                <p:cNvSpPr>
                  <a:spLocks noChangeShapeType="1"/>
                </p:cNvSpPr>
                <p:nvPr/>
              </p:nvSpPr>
              <p:spPr bwMode="auto">
                <a:xfrm>
                  <a:off x="2582" y="2985"/>
                  <a:ext cx="24" cy="1"/>
                </a:xfrm>
                <a:prstGeom prst="line">
                  <a:avLst/>
                </a:prstGeom>
                <a:grpFill/>
                <a:ln w="12700">
                  <a:solidFill>
                    <a:schemeClr val="bg1"/>
                  </a:solidFill>
                  <a:round/>
                  <a:headEnd/>
                  <a:tailEnd/>
                </a:ln>
              </p:spPr>
              <p:txBody>
                <a:bodyPr/>
                <a:lstStyle/>
                <a:p>
                  <a:endParaRPr lang="en-US"/>
                </a:p>
              </p:txBody>
            </p:sp>
            <p:sp>
              <p:nvSpPr>
                <p:cNvPr id="104543" name="Line 171">
                  <a:extLst>
                    <a:ext uri="{FF2B5EF4-FFF2-40B4-BE49-F238E27FC236}">
                      <a16:creationId xmlns:a16="http://schemas.microsoft.com/office/drawing/2014/main" id="{DFC7FA11-34B9-04A5-FCE0-B8ADF5CE5CB6}"/>
                    </a:ext>
                  </a:extLst>
                </p:cNvPr>
                <p:cNvSpPr>
                  <a:spLocks noChangeShapeType="1"/>
                </p:cNvSpPr>
                <p:nvPr/>
              </p:nvSpPr>
              <p:spPr bwMode="auto">
                <a:xfrm>
                  <a:off x="2638" y="2985"/>
                  <a:ext cx="24" cy="1"/>
                </a:xfrm>
                <a:prstGeom prst="line">
                  <a:avLst/>
                </a:prstGeom>
                <a:grpFill/>
                <a:ln w="12700">
                  <a:solidFill>
                    <a:schemeClr val="bg1"/>
                  </a:solidFill>
                  <a:round/>
                  <a:headEnd/>
                  <a:tailEnd/>
                </a:ln>
              </p:spPr>
              <p:txBody>
                <a:bodyPr/>
                <a:lstStyle/>
                <a:p>
                  <a:endParaRPr lang="en-US"/>
                </a:p>
              </p:txBody>
            </p:sp>
            <p:sp>
              <p:nvSpPr>
                <p:cNvPr id="104544" name="Line 172">
                  <a:extLst>
                    <a:ext uri="{FF2B5EF4-FFF2-40B4-BE49-F238E27FC236}">
                      <a16:creationId xmlns:a16="http://schemas.microsoft.com/office/drawing/2014/main" id="{FA892CF5-E045-AF60-BEBB-7A1319F8C0F0}"/>
                    </a:ext>
                  </a:extLst>
                </p:cNvPr>
                <p:cNvSpPr>
                  <a:spLocks noChangeShapeType="1"/>
                </p:cNvSpPr>
                <p:nvPr/>
              </p:nvSpPr>
              <p:spPr bwMode="auto">
                <a:xfrm>
                  <a:off x="2694" y="2985"/>
                  <a:ext cx="16" cy="1"/>
                </a:xfrm>
                <a:prstGeom prst="line">
                  <a:avLst/>
                </a:prstGeom>
                <a:grpFill/>
                <a:ln w="12700">
                  <a:solidFill>
                    <a:schemeClr val="bg1"/>
                  </a:solidFill>
                  <a:round/>
                  <a:headEnd/>
                  <a:tailEnd/>
                </a:ln>
              </p:spPr>
              <p:txBody>
                <a:bodyPr/>
                <a:lstStyle/>
                <a:p>
                  <a:endParaRPr lang="en-US"/>
                </a:p>
              </p:txBody>
            </p:sp>
          </p:grpSp>
        </p:grpSp>
        <p:grpSp>
          <p:nvGrpSpPr>
            <p:cNvPr id="103485" name="Group 173">
              <a:extLst>
                <a:ext uri="{FF2B5EF4-FFF2-40B4-BE49-F238E27FC236}">
                  <a16:creationId xmlns:a16="http://schemas.microsoft.com/office/drawing/2014/main" id="{798120AA-401F-004D-70F6-F42E98B471C6}"/>
                </a:ext>
              </a:extLst>
            </p:cNvPr>
            <p:cNvGrpSpPr>
              <a:grpSpLocks/>
            </p:cNvGrpSpPr>
            <p:nvPr/>
          </p:nvGrpSpPr>
          <p:grpSpPr bwMode="auto">
            <a:xfrm>
              <a:off x="2838" y="1741"/>
              <a:ext cx="40" cy="1260"/>
              <a:chOff x="2838" y="1741"/>
              <a:chExt cx="40" cy="1260"/>
            </a:xfrm>
            <a:grpFill/>
          </p:grpSpPr>
          <p:sp>
            <p:nvSpPr>
              <p:cNvPr id="104527" name="Oval 174">
                <a:extLst>
                  <a:ext uri="{FF2B5EF4-FFF2-40B4-BE49-F238E27FC236}">
                    <a16:creationId xmlns:a16="http://schemas.microsoft.com/office/drawing/2014/main" id="{475D266C-DAD4-4AF6-E4CB-622EABEBDC1A}"/>
                  </a:ext>
                </a:extLst>
              </p:cNvPr>
              <p:cNvSpPr>
                <a:spLocks noChangeArrowheads="1"/>
              </p:cNvSpPr>
              <p:nvPr/>
            </p:nvSpPr>
            <p:spPr bwMode="auto">
              <a:xfrm>
                <a:off x="2838" y="1741"/>
                <a:ext cx="40" cy="40"/>
              </a:xfrm>
              <a:prstGeom prst="ellipse">
                <a:avLst/>
              </a:prstGeom>
              <a:grpFill/>
              <a:ln w="9525">
                <a:solidFill>
                  <a:schemeClr val="bg1"/>
                </a:solidFill>
                <a:round/>
                <a:headEnd/>
                <a:tailEnd/>
              </a:ln>
            </p:spPr>
            <p:txBody>
              <a:bodyPr/>
              <a:lstStyle/>
              <a:p>
                <a:endParaRPr lang="en-US"/>
              </a:p>
            </p:txBody>
          </p:sp>
          <p:sp>
            <p:nvSpPr>
              <p:cNvPr id="104528" name="Oval 175">
                <a:extLst>
                  <a:ext uri="{FF2B5EF4-FFF2-40B4-BE49-F238E27FC236}">
                    <a16:creationId xmlns:a16="http://schemas.microsoft.com/office/drawing/2014/main" id="{3C1DE9E4-9D1E-A32C-9C75-5586BA4DC7C8}"/>
                  </a:ext>
                </a:extLst>
              </p:cNvPr>
              <p:cNvSpPr>
                <a:spLocks noChangeArrowheads="1"/>
              </p:cNvSpPr>
              <p:nvPr/>
            </p:nvSpPr>
            <p:spPr bwMode="auto">
              <a:xfrm>
                <a:off x="2838" y="1741"/>
                <a:ext cx="40" cy="40"/>
              </a:xfrm>
              <a:prstGeom prst="ellipse">
                <a:avLst/>
              </a:prstGeom>
              <a:grpFill/>
              <a:ln w="25400">
                <a:solidFill>
                  <a:schemeClr val="bg1"/>
                </a:solidFill>
                <a:round/>
                <a:headEnd/>
                <a:tailEnd/>
              </a:ln>
            </p:spPr>
            <p:txBody>
              <a:bodyPr/>
              <a:lstStyle/>
              <a:p>
                <a:endParaRPr lang="en-US"/>
              </a:p>
            </p:txBody>
          </p:sp>
          <p:sp>
            <p:nvSpPr>
              <p:cNvPr id="104529" name="Oval 176">
                <a:extLst>
                  <a:ext uri="{FF2B5EF4-FFF2-40B4-BE49-F238E27FC236}">
                    <a16:creationId xmlns:a16="http://schemas.microsoft.com/office/drawing/2014/main" id="{C5C465D4-6888-0E44-DB6C-304450B78B56}"/>
                  </a:ext>
                </a:extLst>
              </p:cNvPr>
              <p:cNvSpPr>
                <a:spLocks noChangeArrowheads="1"/>
              </p:cNvSpPr>
              <p:nvPr/>
            </p:nvSpPr>
            <p:spPr bwMode="auto">
              <a:xfrm>
                <a:off x="2846" y="2044"/>
                <a:ext cx="32" cy="32"/>
              </a:xfrm>
              <a:prstGeom prst="ellipse">
                <a:avLst/>
              </a:prstGeom>
              <a:grpFill/>
              <a:ln w="9525">
                <a:solidFill>
                  <a:schemeClr val="bg1"/>
                </a:solidFill>
                <a:round/>
                <a:headEnd/>
                <a:tailEnd/>
              </a:ln>
            </p:spPr>
            <p:txBody>
              <a:bodyPr/>
              <a:lstStyle/>
              <a:p>
                <a:endParaRPr lang="en-US"/>
              </a:p>
            </p:txBody>
          </p:sp>
          <p:sp>
            <p:nvSpPr>
              <p:cNvPr id="104530" name="Oval 177">
                <a:extLst>
                  <a:ext uri="{FF2B5EF4-FFF2-40B4-BE49-F238E27FC236}">
                    <a16:creationId xmlns:a16="http://schemas.microsoft.com/office/drawing/2014/main" id="{77EA3A6E-D644-01AB-DFA1-F5860890593A}"/>
                  </a:ext>
                </a:extLst>
              </p:cNvPr>
              <p:cNvSpPr>
                <a:spLocks noChangeArrowheads="1"/>
              </p:cNvSpPr>
              <p:nvPr/>
            </p:nvSpPr>
            <p:spPr bwMode="auto">
              <a:xfrm>
                <a:off x="2846" y="2044"/>
                <a:ext cx="32" cy="32"/>
              </a:xfrm>
              <a:prstGeom prst="ellipse">
                <a:avLst/>
              </a:prstGeom>
              <a:grpFill/>
              <a:ln w="25400">
                <a:solidFill>
                  <a:schemeClr val="bg1"/>
                </a:solidFill>
                <a:round/>
                <a:headEnd/>
                <a:tailEnd/>
              </a:ln>
            </p:spPr>
            <p:txBody>
              <a:bodyPr/>
              <a:lstStyle/>
              <a:p>
                <a:endParaRPr lang="en-US"/>
              </a:p>
            </p:txBody>
          </p:sp>
          <p:sp>
            <p:nvSpPr>
              <p:cNvPr id="104531" name="Oval 178">
                <a:extLst>
                  <a:ext uri="{FF2B5EF4-FFF2-40B4-BE49-F238E27FC236}">
                    <a16:creationId xmlns:a16="http://schemas.microsoft.com/office/drawing/2014/main" id="{1D4C64DF-856D-E29F-0F12-D5444FE45631}"/>
                  </a:ext>
                </a:extLst>
              </p:cNvPr>
              <p:cNvSpPr>
                <a:spLocks noChangeArrowheads="1"/>
              </p:cNvSpPr>
              <p:nvPr/>
            </p:nvSpPr>
            <p:spPr bwMode="auto">
              <a:xfrm>
                <a:off x="2846" y="2355"/>
                <a:ext cx="32" cy="32"/>
              </a:xfrm>
              <a:prstGeom prst="ellipse">
                <a:avLst/>
              </a:prstGeom>
              <a:grpFill/>
              <a:ln w="9525">
                <a:solidFill>
                  <a:schemeClr val="bg1"/>
                </a:solidFill>
                <a:round/>
                <a:headEnd/>
                <a:tailEnd/>
              </a:ln>
            </p:spPr>
            <p:txBody>
              <a:bodyPr/>
              <a:lstStyle/>
              <a:p>
                <a:endParaRPr lang="en-US"/>
              </a:p>
            </p:txBody>
          </p:sp>
          <p:sp>
            <p:nvSpPr>
              <p:cNvPr id="104532" name="Oval 179">
                <a:extLst>
                  <a:ext uri="{FF2B5EF4-FFF2-40B4-BE49-F238E27FC236}">
                    <a16:creationId xmlns:a16="http://schemas.microsoft.com/office/drawing/2014/main" id="{5352B568-8307-9AC9-7B06-FB8E678F2F4F}"/>
                  </a:ext>
                </a:extLst>
              </p:cNvPr>
              <p:cNvSpPr>
                <a:spLocks noChangeArrowheads="1"/>
              </p:cNvSpPr>
              <p:nvPr/>
            </p:nvSpPr>
            <p:spPr bwMode="auto">
              <a:xfrm>
                <a:off x="2846" y="2355"/>
                <a:ext cx="32" cy="32"/>
              </a:xfrm>
              <a:prstGeom prst="ellipse">
                <a:avLst/>
              </a:prstGeom>
              <a:grpFill/>
              <a:ln w="25400">
                <a:solidFill>
                  <a:schemeClr val="bg1"/>
                </a:solidFill>
                <a:round/>
                <a:headEnd/>
                <a:tailEnd/>
              </a:ln>
            </p:spPr>
            <p:txBody>
              <a:bodyPr/>
              <a:lstStyle/>
              <a:p>
                <a:endParaRPr lang="en-US"/>
              </a:p>
            </p:txBody>
          </p:sp>
          <p:sp>
            <p:nvSpPr>
              <p:cNvPr id="104533" name="Oval 180">
                <a:extLst>
                  <a:ext uri="{FF2B5EF4-FFF2-40B4-BE49-F238E27FC236}">
                    <a16:creationId xmlns:a16="http://schemas.microsoft.com/office/drawing/2014/main" id="{05AA015E-669E-441A-873C-23E7CFB39E34}"/>
                  </a:ext>
                </a:extLst>
              </p:cNvPr>
              <p:cNvSpPr>
                <a:spLocks noChangeArrowheads="1"/>
              </p:cNvSpPr>
              <p:nvPr/>
            </p:nvSpPr>
            <p:spPr bwMode="auto">
              <a:xfrm>
                <a:off x="2838" y="2658"/>
                <a:ext cx="40" cy="32"/>
              </a:xfrm>
              <a:prstGeom prst="ellipse">
                <a:avLst/>
              </a:prstGeom>
              <a:grpFill/>
              <a:ln w="9525">
                <a:solidFill>
                  <a:schemeClr val="bg1"/>
                </a:solidFill>
                <a:round/>
                <a:headEnd/>
                <a:tailEnd/>
              </a:ln>
            </p:spPr>
            <p:txBody>
              <a:bodyPr/>
              <a:lstStyle/>
              <a:p>
                <a:endParaRPr lang="en-US"/>
              </a:p>
            </p:txBody>
          </p:sp>
          <p:sp>
            <p:nvSpPr>
              <p:cNvPr id="104534" name="Oval 181">
                <a:extLst>
                  <a:ext uri="{FF2B5EF4-FFF2-40B4-BE49-F238E27FC236}">
                    <a16:creationId xmlns:a16="http://schemas.microsoft.com/office/drawing/2014/main" id="{B4DBC692-12D7-4B37-1F69-CC77141935AF}"/>
                  </a:ext>
                </a:extLst>
              </p:cNvPr>
              <p:cNvSpPr>
                <a:spLocks noChangeArrowheads="1"/>
              </p:cNvSpPr>
              <p:nvPr/>
            </p:nvSpPr>
            <p:spPr bwMode="auto">
              <a:xfrm>
                <a:off x="2838" y="2658"/>
                <a:ext cx="40" cy="32"/>
              </a:xfrm>
              <a:prstGeom prst="ellipse">
                <a:avLst/>
              </a:prstGeom>
              <a:grpFill/>
              <a:ln w="25400">
                <a:solidFill>
                  <a:schemeClr val="bg1"/>
                </a:solidFill>
                <a:round/>
                <a:headEnd/>
                <a:tailEnd/>
              </a:ln>
            </p:spPr>
            <p:txBody>
              <a:bodyPr/>
              <a:lstStyle/>
              <a:p>
                <a:endParaRPr lang="en-US"/>
              </a:p>
            </p:txBody>
          </p:sp>
          <p:sp>
            <p:nvSpPr>
              <p:cNvPr id="104535" name="Oval 182">
                <a:extLst>
                  <a:ext uri="{FF2B5EF4-FFF2-40B4-BE49-F238E27FC236}">
                    <a16:creationId xmlns:a16="http://schemas.microsoft.com/office/drawing/2014/main" id="{1345D044-0971-439B-2D70-1083D1BAE639}"/>
                  </a:ext>
                </a:extLst>
              </p:cNvPr>
              <p:cNvSpPr>
                <a:spLocks noChangeArrowheads="1"/>
              </p:cNvSpPr>
              <p:nvPr/>
            </p:nvSpPr>
            <p:spPr bwMode="auto">
              <a:xfrm>
                <a:off x="2838" y="2969"/>
                <a:ext cx="32" cy="32"/>
              </a:xfrm>
              <a:prstGeom prst="ellipse">
                <a:avLst/>
              </a:prstGeom>
              <a:grpFill/>
              <a:ln w="9525">
                <a:solidFill>
                  <a:schemeClr val="bg1"/>
                </a:solidFill>
                <a:round/>
                <a:headEnd/>
                <a:tailEnd/>
              </a:ln>
            </p:spPr>
            <p:txBody>
              <a:bodyPr/>
              <a:lstStyle/>
              <a:p>
                <a:endParaRPr lang="en-US"/>
              </a:p>
            </p:txBody>
          </p:sp>
          <p:sp>
            <p:nvSpPr>
              <p:cNvPr id="104536" name="Oval 183">
                <a:extLst>
                  <a:ext uri="{FF2B5EF4-FFF2-40B4-BE49-F238E27FC236}">
                    <a16:creationId xmlns:a16="http://schemas.microsoft.com/office/drawing/2014/main" id="{D3BD0803-6B6D-27D5-49E2-A6FC19722642}"/>
                  </a:ext>
                </a:extLst>
              </p:cNvPr>
              <p:cNvSpPr>
                <a:spLocks noChangeArrowheads="1"/>
              </p:cNvSpPr>
              <p:nvPr/>
            </p:nvSpPr>
            <p:spPr bwMode="auto">
              <a:xfrm>
                <a:off x="2838" y="2969"/>
                <a:ext cx="32" cy="32"/>
              </a:xfrm>
              <a:prstGeom prst="ellipse">
                <a:avLst/>
              </a:prstGeom>
              <a:grpFill/>
              <a:ln w="25400">
                <a:solidFill>
                  <a:schemeClr val="bg1"/>
                </a:solidFill>
                <a:round/>
                <a:headEnd/>
                <a:tailEnd/>
              </a:ln>
            </p:spPr>
            <p:txBody>
              <a:bodyPr/>
              <a:lstStyle/>
              <a:p>
                <a:endParaRPr lang="en-US"/>
              </a:p>
            </p:txBody>
          </p:sp>
        </p:grpSp>
        <p:grpSp>
          <p:nvGrpSpPr>
            <p:cNvPr id="103486" name="Group 184">
              <a:extLst>
                <a:ext uri="{FF2B5EF4-FFF2-40B4-BE49-F238E27FC236}">
                  <a16:creationId xmlns:a16="http://schemas.microsoft.com/office/drawing/2014/main" id="{A1E978F8-1596-C854-5A9A-1D20EB4CB013}"/>
                </a:ext>
              </a:extLst>
            </p:cNvPr>
            <p:cNvGrpSpPr>
              <a:grpSpLocks/>
            </p:cNvGrpSpPr>
            <p:nvPr/>
          </p:nvGrpSpPr>
          <p:grpSpPr bwMode="auto">
            <a:xfrm>
              <a:off x="1912" y="3272"/>
              <a:ext cx="32" cy="335"/>
              <a:chOff x="1912" y="3272"/>
              <a:chExt cx="32" cy="335"/>
            </a:xfrm>
            <a:grpFill/>
          </p:grpSpPr>
          <p:sp>
            <p:nvSpPr>
              <p:cNvPr id="104523" name="Oval 185">
                <a:extLst>
                  <a:ext uri="{FF2B5EF4-FFF2-40B4-BE49-F238E27FC236}">
                    <a16:creationId xmlns:a16="http://schemas.microsoft.com/office/drawing/2014/main" id="{6D7330B9-1AB3-56F3-13A5-2A018F2525AA}"/>
                  </a:ext>
                </a:extLst>
              </p:cNvPr>
              <p:cNvSpPr>
                <a:spLocks noChangeArrowheads="1"/>
              </p:cNvSpPr>
              <p:nvPr/>
            </p:nvSpPr>
            <p:spPr bwMode="auto">
              <a:xfrm>
                <a:off x="1912" y="3272"/>
                <a:ext cx="32" cy="32"/>
              </a:xfrm>
              <a:prstGeom prst="ellipse">
                <a:avLst/>
              </a:prstGeom>
              <a:grpFill/>
              <a:ln w="9525">
                <a:solidFill>
                  <a:schemeClr val="bg1"/>
                </a:solidFill>
                <a:round/>
                <a:headEnd/>
                <a:tailEnd/>
              </a:ln>
            </p:spPr>
            <p:txBody>
              <a:bodyPr/>
              <a:lstStyle/>
              <a:p>
                <a:endParaRPr lang="en-US"/>
              </a:p>
            </p:txBody>
          </p:sp>
          <p:sp>
            <p:nvSpPr>
              <p:cNvPr id="104524" name="Oval 186">
                <a:extLst>
                  <a:ext uri="{FF2B5EF4-FFF2-40B4-BE49-F238E27FC236}">
                    <a16:creationId xmlns:a16="http://schemas.microsoft.com/office/drawing/2014/main" id="{B0D7A00E-269C-518F-2E34-4F642147D974}"/>
                  </a:ext>
                </a:extLst>
              </p:cNvPr>
              <p:cNvSpPr>
                <a:spLocks noChangeArrowheads="1"/>
              </p:cNvSpPr>
              <p:nvPr/>
            </p:nvSpPr>
            <p:spPr bwMode="auto">
              <a:xfrm>
                <a:off x="1912" y="3272"/>
                <a:ext cx="32" cy="32"/>
              </a:xfrm>
              <a:prstGeom prst="ellipse">
                <a:avLst/>
              </a:prstGeom>
              <a:grpFill/>
              <a:ln w="25400">
                <a:solidFill>
                  <a:schemeClr val="bg1"/>
                </a:solidFill>
                <a:round/>
                <a:headEnd/>
                <a:tailEnd/>
              </a:ln>
            </p:spPr>
            <p:txBody>
              <a:bodyPr/>
              <a:lstStyle/>
              <a:p>
                <a:endParaRPr lang="en-US"/>
              </a:p>
            </p:txBody>
          </p:sp>
          <p:sp>
            <p:nvSpPr>
              <p:cNvPr id="104525" name="Oval 187">
                <a:extLst>
                  <a:ext uri="{FF2B5EF4-FFF2-40B4-BE49-F238E27FC236}">
                    <a16:creationId xmlns:a16="http://schemas.microsoft.com/office/drawing/2014/main" id="{80CD96C5-F1EB-0BDB-B7FB-BB4879189F2C}"/>
                  </a:ext>
                </a:extLst>
              </p:cNvPr>
              <p:cNvSpPr>
                <a:spLocks noChangeArrowheads="1"/>
              </p:cNvSpPr>
              <p:nvPr/>
            </p:nvSpPr>
            <p:spPr bwMode="auto">
              <a:xfrm>
                <a:off x="1912" y="3575"/>
                <a:ext cx="32" cy="32"/>
              </a:xfrm>
              <a:prstGeom prst="ellipse">
                <a:avLst/>
              </a:prstGeom>
              <a:grpFill/>
              <a:ln w="9525">
                <a:solidFill>
                  <a:schemeClr val="bg1"/>
                </a:solidFill>
                <a:round/>
                <a:headEnd/>
                <a:tailEnd/>
              </a:ln>
            </p:spPr>
            <p:txBody>
              <a:bodyPr/>
              <a:lstStyle/>
              <a:p>
                <a:endParaRPr lang="en-US"/>
              </a:p>
            </p:txBody>
          </p:sp>
          <p:sp>
            <p:nvSpPr>
              <p:cNvPr id="104526" name="Oval 188">
                <a:extLst>
                  <a:ext uri="{FF2B5EF4-FFF2-40B4-BE49-F238E27FC236}">
                    <a16:creationId xmlns:a16="http://schemas.microsoft.com/office/drawing/2014/main" id="{1D0375BF-94B0-ADDB-34B0-526928F83FC8}"/>
                  </a:ext>
                </a:extLst>
              </p:cNvPr>
              <p:cNvSpPr>
                <a:spLocks noChangeArrowheads="1"/>
              </p:cNvSpPr>
              <p:nvPr/>
            </p:nvSpPr>
            <p:spPr bwMode="auto">
              <a:xfrm>
                <a:off x="1912" y="3575"/>
                <a:ext cx="32" cy="32"/>
              </a:xfrm>
              <a:prstGeom prst="ellipse">
                <a:avLst/>
              </a:prstGeom>
              <a:grpFill/>
              <a:ln w="25400">
                <a:solidFill>
                  <a:schemeClr val="bg1"/>
                </a:solidFill>
                <a:round/>
                <a:headEnd/>
                <a:tailEnd/>
              </a:ln>
            </p:spPr>
            <p:txBody>
              <a:bodyPr/>
              <a:lstStyle/>
              <a:p>
                <a:endParaRPr lang="en-US"/>
              </a:p>
            </p:txBody>
          </p:sp>
        </p:grpSp>
        <p:grpSp>
          <p:nvGrpSpPr>
            <p:cNvPr id="103487" name="Group 189">
              <a:extLst>
                <a:ext uri="{FF2B5EF4-FFF2-40B4-BE49-F238E27FC236}">
                  <a16:creationId xmlns:a16="http://schemas.microsoft.com/office/drawing/2014/main" id="{0F84DB1A-A1B1-5E0A-7A58-14E8E7440B1D}"/>
                </a:ext>
              </a:extLst>
            </p:cNvPr>
            <p:cNvGrpSpPr>
              <a:grpSpLocks/>
            </p:cNvGrpSpPr>
            <p:nvPr/>
          </p:nvGrpSpPr>
          <p:grpSpPr bwMode="auto">
            <a:xfrm>
              <a:off x="1449" y="3272"/>
              <a:ext cx="40" cy="335"/>
              <a:chOff x="1449" y="3272"/>
              <a:chExt cx="40" cy="335"/>
            </a:xfrm>
            <a:grpFill/>
          </p:grpSpPr>
          <p:sp>
            <p:nvSpPr>
              <p:cNvPr id="104519" name="Oval 190">
                <a:extLst>
                  <a:ext uri="{FF2B5EF4-FFF2-40B4-BE49-F238E27FC236}">
                    <a16:creationId xmlns:a16="http://schemas.microsoft.com/office/drawing/2014/main" id="{1F1441E5-AC19-C90E-82FA-EA08FE4338D3}"/>
                  </a:ext>
                </a:extLst>
              </p:cNvPr>
              <p:cNvSpPr>
                <a:spLocks noChangeArrowheads="1"/>
              </p:cNvSpPr>
              <p:nvPr/>
            </p:nvSpPr>
            <p:spPr bwMode="auto">
              <a:xfrm>
                <a:off x="1449" y="3272"/>
                <a:ext cx="40" cy="32"/>
              </a:xfrm>
              <a:prstGeom prst="ellipse">
                <a:avLst/>
              </a:prstGeom>
              <a:grpFill/>
              <a:ln w="9525">
                <a:solidFill>
                  <a:schemeClr val="bg1"/>
                </a:solidFill>
                <a:round/>
                <a:headEnd/>
                <a:tailEnd/>
              </a:ln>
            </p:spPr>
            <p:txBody>
              <a:bodyPr/>
              <a:lstStyle/>
              <a:p>
                <a:endParaRPr lang="en-US"/>
              </a:p>
            </p:txBody>
          </p:sp>
          <p:sp>
            <p:nvSpPr>
              <p:cNvPr id="104520" name="Oval 191">
                <a:extLst>
                  <a:ext uri="{FF2B5EF4-FFF2-40B4-BE49-F238E27FC236}">
                    <a16:creationId xmlns:a16="http://schemas.microsoft.com/office/drawing/2014/main" id="{4B0F63BB-91EC-C5E3-8F30-F64823529E0D}"/>
                  </a:ext>
                </a:extLst>
              </p:cNvPr>
              <p:cNvSpPr>
                <a:spLocks noChangeArrowheads="1"/>
              </p:cNvSpPr>
              <p:nvPr/>
            </p:nvSpPr>
            <p:spPr bwMode="auto">
              <a:xfrm>
                <a:off x="1449" y="3272"/>
                <a:ext cx="40" cy="32"/>
              </a:xfrm>
              <a:prstGeom prst="ellipse">
                <a:avLst/>
              </a:prstGeom>
              <a:grpFill/>
              <a:ln w="25400">
                <a:solidFill>
                  <a:schemeClr val="bg1"/>
                </a:solidFill>
                <a:round/>
                <a:headEnd/>
                <a:tailEnd/>
              </a:ln>
            </p:spPr>
            <p:txBody>
              <a:bodyPr/>
              <a:lstStyle/>
              <a:p>
                <a:endParaRPr lang="en-US"/>
              </a:p>
            </p:txBody>
          </p:sp>
          <p:sp>
            <p:nvSpPr>
              <p:cNvPr id="104521" name="Oval 192">
                <a:extLst>
                  <a:ext uri="{FF2B5EF4-FFF2-40B4-BE49-F238E27FC236}">
                    <a16:creationId xmlns:a16="http://schemas.microsoft.com/office/drawing/2014/main" id="{0D4F6001-77E9-DB32-E165-37FB0CC374C0}"/>
                  </a:ext>
                </a:extLst>
              </p:cNvPr>
              <p:cNvSpPr>
                <a:spLocks noChangeArrowheads="1"/>
              </p:cNvSpPr>
              <p:nvPr/>
            </p:nvSpPr>
            <p:spPr bwMode="auto">
              <a:xfrm>
                <a:off x="1449" y="3575"/>
                <a:ext cx="40" cy="32"/>
              </a:xfrm>
              <a:prstGeom prst="ellipse">
                <a:avLst/>
              </a:prstGeom>
              <a:grpFill/>
              <a:ln w="9525">
                <a:solidFill>
                  <a:schemeClr val="bg1"/>
                </a:solidFill>
                <a:round/>
                <a:headEnd/>
                <a:tailEnd/>
              </a:ln>
            </p:spPr>
            <p:txBody>
              <a:bodyPr/>
              <a:lstStyle/>
              <a:p>
                <a:endParaRPr lang="en-US"/>
              </a:p>
            </p:txBody>
          </p:sp>
          <p:sp>
            <p:nvSpPr>
              <p:cNvPr id="104522" name="Oval 193">
                <a:extLst>
                  <a:ext uri="{FF2B5EF4-FFF2-40B4-BE49-F238E27FC236}">
                    <a16:creationId xmlns:a16="http://schemas.microsoft.com/office/drawing/2014/main" id="{F23B326B-1182-2096-789B-E3F1399C72F0}"/>
                  </a:ext>
                </a:extLst>
              </p:cNvPr>
              <p:cNvSpPr>
                <a:spLocks noChangeArrowheads="1"/>
              </p:cNvSpPr>
              <p:nvPr/>
            </p:nvSpPr>
            <p:spPr bwMode="auto">
              <a:xfrm>
                <a:off x="1449" y="3575"/>
                <a:ext cx="40" cy="32"/>
              </a:xfrm>
              <a:prstGeom prst="ellipse">
                <a:avLst/>
              </a:prstGeom>
              <a:grpFill/>
              <a:ln w="25400">
                <a:solidFill>
                  <a:schemeClr val="bg1"/>
                </a:solidFill>
                <a:round/>
                <a:headEnd/>
                <a:tailEnd/>
              </a:ln>
            </p:spPr>
            <p:txBody>
              <a:bodyPr/>
              <a:lstStyle/>
              <a:p>
                <a:endParaRPr lang="en-US"/>
              </a:p>
            </p:txBody>
          </p:sp>
        </p:grpSp>
        <p:grpSp>
          <p:nvGrpSpPr>
            <p:cNvPr id="103488" name="Group 194">
              <a:extLst>
                <a:ext uri="{FF2B5EF4-FFF2-40B4-BE49-F238E27FC236}">
                  <a16:creationId xmlns:a16="http://schemas.microsoft.com/office/drawing/2014/main" id="{CB298818-18D2-844C-DDCF-E04B01ADE7B3}"/>
                </a:ext>
              </a:extLst>
            </p:cNvPr>
            <p:cNvGrpSpPr>
              <a:grpSpLocks/>
            </p:cNvGrpSpPr>
            <p:nvPr/>
          </p:nvGrpSpPr>
          <p:grpSpPr bwMode="auto">
            <a:xfrm>
              <a:off x="2367" y="3272"/>
              <a:ext cx="32" cy="335"/>
              <a:chOff x="2367" y="3272"/>
              <a:chExt cx="32" cy="335"/>
            </a:xfrm>
            <a:grpFill/>
          </p:grpSpPr>
          <p:sp>
            <p:nvSpPr>
              <p:cNvPr id="104515" name="Oval 195">
                <a:extLst>
                  <a:ext uri="{FF2B5EF4-FFF2-40B4-BE49-F238E27FC236}">
                    <a16:creationId xmlns:a16="http://schemas.microsoft.com/office/drawing/2014/main" id="{BF535823-4582-10A3-9858-A8E9507BBBC3}"/>
                  </a:ext>
                </a:extLst>
              </p:cNvPr>
              <p:cNvSpPr>
                <a:spLocks noChangeArrowheads="1"/>
              </p:cNvSpPr>
              <p:nvPr/>
            </p:nvSpPr>
            <p:spPr bwMode="auto">
              <a:xfrm>
                <a:off x="2367" y="3272"/>
                <a:ext cx="32" cy="32"/>
              </a:xfrm>
              <a:prstGeom prst="ellipse">
                <a:avLst/>
              </a:prstGeom>
              <a:grpFill/>
              <a:ln w="9525">
                <a:solidFill>
                  <a:schemeClr val="bg1"/>
                </a:solidFill>
                <a:round/>
                <a:headEnd/>
                <a:tailEnd/>
              </a:ln>
            </p:spPr>
            <p:txBody>
              <a:bodyPr/>
              <a:lstStyle/>
              <a:p>
                <a:endParaRPr lang="en-US"/>
              </a:p>
            </p:txBody>
          </p:sp>
          <p:sp>
            <p:nvSpPr>
              <p:cNvPr id="104516" name="Oval 196">
                <a:extLst>
                  <a:ext uri="{FF2B5EF4-FFF2-40B4-BE49-F238E27FC236}">
                    <a16:creationId xmlns:a16="http://schemas.microsoft.com/office/drawing/2014/main" id="{F05A1305-BE85-2370-89F7-70AFFAE0356A}"/>
                  </a:ext>
                </a:extLst>
              </p:cNvPr>
              <p:cNvSpPr>
                <a:spLocks noChangeArrowheads="1"/>
              </p:cNvSpPr>
              <p:nvPr/>
            </p:nvSpPr>
            <p:spPr bwMode="auto">
              <a:xfrm>
                <a:off x="2367" y="3272"/>
                <a:ext cx="32" cy="32"/>
              </a:xfrm>
              <a:prstGeom prst="ellipse">
                <a:avLst/>
              </a:prstGeom>
              <a:grpFill/>
              <a:ln w="25400">
                <a:solidFill>
                  <a:schemeClr val="bg1"/>
                </a:solidFill>
                <a:round/>
                <a:headEnd/>
                <a:tailEnd/>
              </a:ln>
            </p:spPr>
            <p:txBody>
              <a:bodyPr/>
              <a:lstStyle/>
              <a:p>
                <a:endParaRPr lang="en-US"/>
              </a:p>
            </p:txBody>
          </p:sp>
          <p:sp>
            <p:nvSpPr>
              <p:cNvPr id="104517" name="Oval 197">
                <a:extLst>
                  <a:ext uri="{FF2B5EF4-FFF2-40B4-BE49-F238E27FC236}">
                    <a16:creationId xmlns:a16="http://schemas.microsoft.com/office/drawing/2014/main" id="{E33703FE-4891-771D-A0F3-28027353D9E4}"/>
                  </a:ext>
                </a:extLst>
              </p:cNvPr>
              <p:cNvSpPr>
                <a:spLocks noChangeArrowheads="1"/>
              </p:cNvSpPr>
              <p:nvPr/>
            </p:nvSpPr>
            <p:spPr bwMode="auto">
              <a:xfrm>
                <a:off x="2367" y="3575"/>
                <a:ext cx="32" cy="32"/>
              </a:xfrm>
              <a:prstGeom prst="ellipse">
                <a:avLst/>
              </a:prstGeom>
              <a:grpFill/>
              <a:ln w="9525">
                <a:solidFill>
                  <a:schemeClr val="bg1"/>
                </a:solidFill>
                <a:round/>
                <a:headEnd/>
                <a:tailEnd/>
              </a:ln>
            </p:spPr>
            <p:txBody>
              <a:bodyPr/>
              <a:lstStyle/>
              <a:p>
                <a:endParaRPr lang="en-US"/>
              </a:p>
            </p:txBody>
          </p:sp>
          <p:sp>
            <p:nvSpPr>
              <p:cNvPr id="104518" name="Oval 198">
                <a:extLst>
                  <a:ext uri="{FF2B5EF4-FFF2-40B4-BE49-F238E27FC236}">
                    <a16:creationId xmlns:a16="http://schemas.microsoft.com/office/drawing/2014/main" id="{DC764EA3-BDEE-5331-9BCF-17E43FE5CE6F}"/>
                  </a:ext>
                </a:extLst>
              </p:cNvPr>
              <p:cNvSpPr>
                <a:spLocks noChangeArrowheads="1"/>
              </p:cNvSpPr>
              <p:nvPr/>
            </p:nvSpPr>
            <p:spPr bwMode="auto">
              <a:xfrm>
                <a:off x="2367" y="3575"/>
                <a:ext cx="32" cy="32"/>
              </a:xfrm>
              <a:prstGeom prst="ellipse">
                <a:avLst/>
              </a:prstGeom>
              <a:grpFill/>
              <a:ln w="25400">
                <a:solidFill>
                  <a:schemeClr val="bg1"/>
                </a:solidFill>
                <a:round/>
                <a:headEnd/>
                <a:tailEnd/>
              </a:ln>
            </p:spPr>
            <p:txBody>
              <a:bodyPr/>
              <a:lstStyle/>
              <a:p>
                <a:endParaRPr lang="en-US"/>
              </a:p>
            </p:txBody>
          </p:sp>
        </p:grpSp>
        <p:grpSp>
          <p:nvGrpSpPr>
            <p:cNvPr id="103489" name="Group 199">
              <a:extLst>
                <a:ext uri="{FF2B5EF4-FFF2-40B4-BE49-F238E27FC236}">
                  <a16:creationId xmlns:a16="http://schemas.microsoft.com/office/drawing/2014/main" id="{4BCAF8E2-1E26-27A4-B790-94738FC9D676}"/>
                </a:ext>
              </a:extLst>
            </p:cNvPr>
            <p:cNvGrpSpPr>
              <a:grpSpLocks/>
            </p:cNvGrpSpPr>
            <p:nvPr/>
          </p:nvGrpSpPr>
          <p:grpSpPr bwMode="auto">
            <a:xfrm>
              <a:off x="2822" y="3272"/>
              <a:ext cx="40" cy="335"/>
              <a:chOff x="2822" y="3272"/>
              <a:chExt cx="40" cy="335"/>
            </a:xfrm>
            <a:grpFill/>
          </p:grpSpPr>
          <p:sp>
            <p:nvSpPr>
              <p:cNvPr id="104511" name="Oval 200">
                <a:extLst>
                  <a:ext uri="{FF2B5EF4-FFF2-40B4-BE49-F238E27FC236}">
                    <a16:creationId xmlns:a16="http://schemas.microsoft.com/office/drawing/2014/main" id="{38EA975E-AC51-C7E1-389C-6A4DBC85CB91}"/>
                  </a:ext>
                </a:extLst>
              </p:cNvPr>
              <p:cNvSpPr>
                <a:spLocks noChangeArrowheads="1"/>
              </p:cNvSpPr>
              <p:nvPr/>
            </p:nvSpPr>
            <p:spPr bwMode="auto">
              <a:xfrm>
                <a:off x="2822" y="3272"/>
                <a:ext cx="40" cy="32"/>
              </a:xfrm>
              <a:prstGeom prst="ellipse">
                <a:avLst/>
              </a:prstGeom>
              <a:grpFill/>
              <a:ln w="9525">
                <a:solidFill>
                  <a:schemeClr val="bg1"/>
                </a:solidFill>
                <a:round/>
                <a:headEnd/>
                <a:tailEnd/>
              </a:ln>
            </p:spPr>
            <p:txBody>
              <a:bodyPr/>
              <a:lstStyle/>
              <a:p>
                <a:endParaRPr lang="en-US"/>
              </a:p>
            </p:txBody>
          </p:sp>
          <p:sp>
            <p:nvSpPr>
              <p:cNvPr id="104512" name="Oval 201">
                <a:extLst>
                  <a:ext uri="{FF2B5EF4-FFF2-40B4-BE49-F238E27FC236}">
                    <a16:creationId xmlns:a16="http://schemas.microsoft.com/office/drawing/2014/main" id="{2745469C-62F0-8B09-280B-0F7801F5FAE6}"/>
                  </a:ext>
                </a:extLst>
              </p:cNvPr>
              <p:cNvSpPr>
                <a:spLocks noChangeArrowheads="1"/>
              </p:cNvSpPr>
              <p:nvPr/>
            </p:nvSpPr>
            <p:spPr bwMode="auto">
              <a:xfrm>
                <a:off x="2822" y="3272"/>
                <a:ext cx="40" cy="32"/>
              </a:xfrm>
              <a:prstGeom prst="ellipse">
                <a:avLst/>
              </a:prstGeom>
              <a:grpFill/>
              <a:ln w="25400">
                <a:solidFill>
                  <a:schemeClr val="bg1"/>
                </a:solidFill>
                <a:round/>
                <a:headEnd/>
                <a:tailEnd/>
              </a:ln>
            </p:spPr>
            <p:txBody>
              <a:bodyPr/>
              <a:lstStyle/>
              <a:p>
                <a:endParaRPr lang="en-US"/>
              </a:p>
            </p:txBody>
          </p:sp>
          <p:sp>
            <p:nvSpPr>
              <p:cNvPr id="104513" name="Oval 202">
                <a:extLst>
                  <a:ext uri="{FF2B5EF4-FFF2-40B4-BE49-F238E27FC236}">
                    <a16:creationId xmlns:a16="http://schemas.microsoft.com/office/drawing/2014/main" id="{70083E66-50EF-CF02-607F-4A428DA7F126}"/>
                  </a:ext>
                </a:extLst>
              </p:cNvPr>
              <p:cNvSpPr>
                <a:spLocks noChangeArrowheads="1"/>
              </p:cNvSpPr>
              <p:nvPr/>
            </p:nvSpPr>
            <p:spPr bwMode="auto">
              <a:xfrm>
                <a:off x="2822" y="3575"/>
                <a:ext cx="40" cy="32"/>
              </a:xfrm>
              <a:prstGeom prst="ellipse">
                <a:avLst/>
              </a:prstGeom>
              <a:grpFill/>
              <a:ln w="9525">
                <a:solidFill>
                  <a:schemeClr val="bg1"/>
                </a:solidFill>
                <a:round/>
                <a:headEnd/>
                <a:tailEnd/>
              </a:ln>
            </p:spPr>
            <p:txBody>
              <a:bodyPr/>
              <a:lstStyle/>
              <a:p>
                <a:endParaRPr lang="en-US"/>
              </a:p>
            </p:txBody>
          </p:sp>
          <p:sp>
            <p:nvSpPr>
              <p:cNvPr id="104514" name="Oval 203">
                <a:extLst>
                  <a:ext uri="{FF2B5EF4-FFF2-40B4-BE49-F238E27FC236}">
                    <a16:creationId xmlns:a16="http://schemas.microsoft.com/office/drawing/2014/main" id="{09D1DD76-8206-A1E8-166F-A0DB7E645829}"/>
                  </a:ext>
                </a:extLst>
              </p:cNvPr>
              <p:cNvSpPr>
                <a:spLocks noChangeArrowheads="1"/>
              </p:cNvSpPr>
              <p:nvPr/>
            </p:nvSpPr>
            <p:spPr bwMode="auto">
              <a:xfrm>
                <a:off x="2822" y="3575"/>
                <a:ext cx="40" cy="32"/>
              </a:xfrm>
              <a:prstGeom prst="ellipse">
                <a:avLst/>
              </a:prstGeom>
              <a:grpFill/>
              <a:ln w="25400">
                <a:solidFill>
                  <a:schemeClr val="bg1"/>
                </a:solidFill>
                <a:round/>
                <a:headEnd/>
                <a:tailEnd/>
              </a:ln>
            </p:spPr>
            <p:txBody>
              <a:bodyPr/>
              <a:lstStyle/>
              <a:p>
                <a:endParaRPr lang="en-US"/>
              </a:p>
            </p:txBody>
          </p:sp>
        </p:grpSp>
        <p:grpSp>
          <p:nvGrpSpPr>
            <p:cNvPr id="103490" name="Group 204">
              <a:extLst>
                <a:ext uri="{FF2B5EF4-FFF2-40B4-BE49-F238E27FC236}">
                  <a16:creationId xmlns:a16="http://schemas.microsoft.com/office/drawing/2014/main" id="{4FDE0C40-18EE-4F45-3F7F-810F0F94C51D}"/>
                </a:ext>
              </a:extLst>
            </p:cNvPr>
            <p:cNvGrpSpPr>
              <a:grpSpLocks/>
            </p:cNvGrpSpPr>
            <p:nvPr/>
          </p:nvGrpSpPr>
          <p:grpSpPr bwMode="auto">
            <a:xfrm>
              <a:off x="2415" y="2650"/>
              <a:ext cx="415" cy="56"/>
              <a:chOff x="2415" y="2650"/>
              <a:chExt cx="415" cy="56"/>
            </a:xfrm>
            <a:grpFill/>
          </p:grpSpPr>
          <p:sp>
            <p:nvSpPr>
              <p:cNvPr id="104503" name="Freeform 205">
                <a:extLst>
                  <a:ext uri="{FF2B5EF4-FFF2-40B4-BE49-F238E27FC236}">
                    <a16:creationId xmlns:a16="http://schemas.microsoft.com/office/drawing/2014/main" id="{3B30DC41-9505-1721-C863-42DCA3B2133A}"/>
                  </a:ext>
                </a:extLst>
              </p:cNvPr>
              <p:cNvSpPr>
                <a:spLocks/>
              </p:cNvSpPr>
              <p:nvPr/>
            </p:nvSpPr>
            <p:spPr bwMode="auto">
              <a:xfrm>
                <a:off x="2718" y="2650"/>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solidFill>
                <a:round/>
                <a:headEnd/>
                <a:tailEnd/>
              </a:ln>
            </p:spPr>
            <p:txBody>
              <a:bodyPr/>
              <a:lstStyle/>
              <a:p>
                <a:endParaRPr lang="en-US"/>
              </a:p>
            </p:txBody>
          </p:sp>
          <p:grpSp>
            <p:nvGrpSpPr>
              <p:cNvPr id="104504" name="Group 206">
                <a:extLst>
                  <a:ext uri="{FF2B5EF4-FFF2-40B4-BE49-F238E27FC236}">
                    <a16:creationId xmlns:a16="http://schemas.microsoft.com/office/drawing/2014/main" id="{471079CD-703A-2692-EE4D-CC2DCFF06616}"/>
                  </a:ext>
                </a:extLst>
              </p:cNvPr>
              <p:cNvGrpSpPr>
                <a:grpSpLocks/>
              </p:cNvGrpSpPr>
              <p:nvPr/>
            </p:nvGrpSpPr>
            <p:grpSpPr bwMode="auto">
              <a:xfrm>
                <a:off x="2415" y="2674"/>
                <a:ext cx="295" cy="1"/>
                <a:chOff x="2415" y="2674"/>
                <a:chExt cx="295" cy="1"/>
              </a:xfrm>
              <a:grpFill/>
            </p:grpSpPr>
            <p:sp>
              <p:nvSpPr>
                <p:cNvPr id="104505" name="Line 207">
                  <a:extLst>
                    <a:ext uri="{FF2B5EF4-FFF2-40B4-BE49-F238E27FC236}">
                      <a16:creationId xmlns:a16="http://schemas.microsoft.com/office/drawing/2014/main" id="{4454BD58-0FCE-AB5F-9BD8-E6B6EBED364A}"/>
                    </a:ext>
                  </a:extLst>
                </p:cNvPr>
                <p:cNvSpPr>
                  <a:spLocks noChangeShapeType="1"/>
                </p:cNvSpPr>
                <p:nvPr/>
              </p:nvSpPr>
              <p:spPr bwMode="auto">
                <a:xfrm>
                  <a:off x="2415" y="2674"/>
                  <a:ext cx="24" cy="1"/>
                </a:xfrm>
                <a:prstGeom prst="line">
                  <a:avLst/>
                </a:prstGeom>
                <a:grpFill/>
                <a:ln w="12700">
                  <a:solidFill>
                    <a:schemeClr val="bg1"/>
                  </a:solidFill>
                  <a:round/>
                  <a:headEnd/>
                  <a:tailEnd/>
                </a:ln>
              </p:spPr>
              <p:txBody>
                <a:bodyPr/>
                <a:lstStyle/>
                <a:p>
                  <a:endParaRPr lang="en-US"/>
                </a:p>
              </p:txBody>
            </p:sp>
            <p:sp>
              <p:nvSpPr>
                <p:cNvPr id="104506" name="Line 208">
                  <a:extLst>
                    <a:ext uri="{FF2B5EF4-FFF2-40B4-BE49-F238E27FC236}">
                      <a16:creationId xmlns:a16="http://schemas.microsoft.com/office/drawing/2014/main" id="{6294C2A4-80C0-C05B-285E-F8862D87BE84}"/>
                    </a:ext>
                  </a:extLst>
                </p:cNvPr>
                <p:cNvSpPr>
                  <a:spLocks noChangeShapeType="1"/>
                </p:cNvSpPr>
                <p:nvPr/>
              </p:nvSpPr>
              <p:spPr bwMode="auto">
                <a:xfrm>
                  <a:off x="2471" y="2674"/>
                  <a:ext cx="24" cy="1"/>
                </a:xfrm>
                <a:prstGeom prst="line">
                  <a:avLst/>
                </a:prstGeom>
                <a:grpFill/>
                <a:ln w="12700">
                  <a:solidFill>
                    <a:schemeClr val="bg1"/>
                  </a:solidFill>
                  <a:round/>
                  <a:headEnd/>
                  <a:tailEnd/>
                </a:ln>
              </p:spPr>
              <p:txBody>
                <a:bodyPr/>
                <a:lstStyle/>
                <a:p>
                  <a:endParaRPr lang="en-US"/>
                </a:p>
              </p:txBody>
            </p:sp>
            <p:sp>
              <p:nvSpPr>
                <p:cNvPr id="104507" name="Line 209">
                  <a:extLst>
                    <a:ext uri="{FF2B5EF4-FFF2-40B4-BE49-F238E27FC236}">
                      <a16:creationId xmlns:a16="http://schemas.microsoft.com/office/drawing/2014/main" id="{A49B6838-FA95-9E4E-8D55-C9487D96214C}"/>
                    </a:ext>
                  </a:extLst>
                </p:cNvPr>
                <p:cNvSpPr>
                  <a:spLocks noChangeShapeType="1"/>
                </p:cNvSpPr>
                <p:nvPr/>
              </p:nvSpPr>
              <p:spPr bwMode="auto">
                <a:xfrm>
                  <a:off x="2526" y="2674"/>
                  <a:ext cx="24" cy="1"/>
                </a:xfrm>
                <a:prstGeom prst="line">
                  <a:avLst/>
                </a:prstGeom>
                <a:grpFill/>
                <a:ln w="12700">
                  <a:solidFill>
                    <a:schemeClr val="bg1"/>
                  </a:solidFill>
                  <a:round/>
                  <a:headEnd/>
                  <a:tailEnd/>
                </a:ln>
              </p:spPr>
              <p:txBody>
                <a:bodyPr/>
                <a:lstStyle/>
                <a:p>
                  <a:endParaRPr lang="en-US"/>
                </a:p>
              </p:txBody>
            </p:sp>
            <p:sp>
              <p:nvSpPr>
                <p:cNvPr id="104508" name="Line 210">
                  <a:extLst>
                    <a:ext uri="{FF2B5EF4-FFF2-40B4-BE49-F238E27FC236}">
                      <a16:creationId xmlns:a16="http://schemas.microsoft.com/office/drawing/2014/main" id="{78DEA4F5-B617-D286-8DE1-AB2AEA1F858D}"/>
                    </a:ext>
                  </a:extLst>
                </p:cNvPr>
                <p:cNvSpPr>
                  <a:spLocks noChangeShapeType="1"/>
                </p:cNvSpPr>
                <p:nvPr/>
              </p:nvSpPr>
              <p:spPr bwMode="auto">
                <a:xfrm>
                  <a:off x="2582" y="2674"/>
                  <a:ext cx="24" cy="1"/>
                </a:xfrm>
                <a:prstGeom prst="line">
                  <a:avLst/>
                </a:prstGeom>
                <a:grpFill/>
                <a:ln w="12700">
                  <a:solidFill>
                    <a:schemeClr val="bg1"/>
                  </a:solidFill>
                  <a:round/>
                  <a:headEnd/>
                  <a:tailEnd/>
                </a:ln>
              </p:spPr>
              <p:txBody>
                <a:bodyPr/>
                <a:lstStyle/>
                <a:p>
                  <a:endParaRPr lang="en-US"/>
                </a:p>
              </p:txBody>
            </p:sp>
            <p:sp>
              <p:nvSpPr>
                <p:cNvPr id="104509" name="Line 211">
                  <a:extLst>
                    <a:ext uri="{FF2B5EF4-FFF2-40B4-BE49-F238E27FC236}">
                      <a16:creationId xmlns:a16="http://schemas.microsoft.com/office/drawing/2014/main" id="{492B67F0-1DDC-690E-53AF-52A7D90B9F57}"/>
                    </a:ext>
                  </a:extLst>
                </p:cNvPr>
                <p:cNvSpPr>
                  <a:spLocks noChangeShapeType="1"/>
                </p:cNvSpPr>
                <p:nvPr/>
              </p:nvSpPr>
              <p:spPr bwMode="auto">
                <a:xfrm>
                  <a:off x="2638" y="2674"/>
                  <a:ext cx="24" cy="1"/>
                </a:xfrm>
                <a:prstGeom prst="line">
                  <a:avLst/>
                </a:prstGeom>
                <a:grpFill/>
                <a:ln w="12700">
                  <a:solidFill>
                    <a:schemeClr val="bg1"/>
                  </a:solidFill>
                  <a:round/>
                  <a:headEnd/>
                  <a:tailEnd/>
                </a:ln>
              </p:spPr>
              <p:txBody>
                <a:bodyPr/>
                <a:lstStyle/>
                <a:p>
                  <a:endParaRPr lang="en-US"/>
                </a:p>
              </p:txBody>
            </p:sp>
            <p:sp>
              <p:nvSpPr>
                <p:cNvPr id="104510" name="Line 212">
                  <a:extLst>
                    <a:ext uri="{FF2B5EF4-FFF2-40B4-BE49-F238E27FC236}">
                      <a16:creationId xmlns:a16="http://schemas.microsoft.com/office/drawing/2014/main" id="{09AC0F19-F55B-7EA0-CE99-A2D4AA374B9D}"/>
                    </a:ext>
                  </a:extLst>
                </p:cNvPr>
                <p:cNvSpPr>
                  <a:spLocks noChangeShapeType="1"/>
                </p:cNvSpPr>
                <p:nvPr/>
              </p:nvSpPr>
              <p:spPr bwMode="auto">
                <a:xfrm>
                  <a:off x="2694" y="2674"/>
                  <a:ext cx="16" cy="1"/>
                </a:xfrm>
                <a:prstGeom prst="line">
                  <a:avLst/>
                </a:prstGeom>
                <a:grpFill/>
                <a:ln w="12700">
                  <a:solidFill>
                    <a:schemeClr val="bg1"/>
                  </a:solidFill>
                  <a:round/>
                  <a:headEnd/>
                  <a:tailEnd/>
                </a:ln>
              </p:spPr>
              <p:txBody>
                <a:bodyPr/>
                <a:lstStyle/>
                <a:p>
                  <a:endParaRPr lang="en-US"/>
                </a:p>
              </p:txBody>
            </p:sp>
          </p:grpSp>
        </p:grpSp>
        <p:grpSp>
          <p:nvGrpSpPr>
            <p:cNvPr id="103491" name="Group 213">
              <a:extLst>
                <a:ext uri="{FF2B5EF4-FFF2-40B4-BE49-F238E27FC236}">
                  <a16:creationId xmlns:a16="http://schemas.microsoft.com/office/drawing/2014/main" id="{408696C6-0A52-67C9-1232-624FE4B1E710}"/>
                </a:ext>
              </a:extLst>
            </p:cNvPr>
            <p:cNvGrpSpPr>
              <a:grpSpLocks/>
            </p:cNvGrpSpPr>
            <p:nvPr/>
          </p:nvGrpSpPr>
          <p:grpSpPr bwMode="auto">
            <a:xfrm>
              <a:off x="2415" y="1733"/>
              <a:ext cx="415" cy="56"/>
              <a:chOff x="2415" y="1733"/>
              <a:chExt cx="415" cy="56"/>
            </a:xfrm>
            <a:grpFill/>
          </p:grpSpPr>
          <p:sp>
            <p:nvSpPr>
              <p:cNvPr id="104495" name="Freeform 214">
                <a:extLst>
                  <a:ext uri="{FF2B5EF4-FFF2-40B4-BE49-F238E27FC236}">
                    <a16:creationId xmlns:a16="http://schemas.microsoft.com/office/drawing/2014/main" id="{77E896B4-993D-89E6-768E-487BD2DF8364}"/>
                  </a:ext>
                </a:extLst>
              </p:cNvPr>
              <p:cNvSpPr>
                <a:spLocks/>
              </p:cNvSpPr>
              <p:nvPr/>
            </p:nvSpPr>
            <p:spPr bwMode="auto">
              <a:xfrm>
                <a:off x="2718" y="1733"/>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solidFill>
                <a:round/>
                <a:headEnd/>
                <a:tailEnd/>
              </a:ln>
            </p:spPr>
            <p:txBody>
              <a:bodyPr/>
              <a:lstStyle/>
              <a:p>
                <a:endParaRPr lang="en-US"/>
              </a:p>
            </p:txBody>
          </p:sp>
          <p:grpSp>
            <p:nvGrpSpPr>
              <p:cNvPr id="104496" name="Group 215">
                <a:extLst>
                  <a:ext uri="{FF2B5EF4-FFF2-40B4-BE49-F238E27FC236}">
                    <a16:creationId xmlns:a16="http://schemas.microsoft.com/office/drawing/2014/main" id="{CB83BC1C-F223-6A96-2E0A-F74302EACEA0}"/>
                  </a:ext>
                </a:extLst>
              </p:cNvPr>
              <p:cNvGrpSpPr>
                <a:grpSpLocks/>
              </p:cNvGrpSpPr>
              <p:nvPr/>
            </p:nvGrpSpPr>
            <p:grpSpPr bwMode="auto">
              <a:xfrm>
                <a:off x="2415" y="1757"/>
                <a:ext cx="295" cy="1"/>
                <a:chOff x="2415" y="1757"/>
                <a:chExt cx="295" cy="1"/>
              </a:xfrm>
              <a:grpFill/>
            </p:grpSpPr>
            <p:sp>
              <p:nvSpPr>
                <p:cNvPr id="104497" name="Line 216">
                  <a:extLst>
                    <a:ext uri="{FF2B5EF4-FFF2-40B4-BE49-F238E27FC236}">
                      <a16:creationId xmlns:a16="http://schemas.microsoft.com/office/drawing/2014/main" id="{103BE8B4-80EE-3AF2-3CD3-0452FB5E31F7}"/>
                    </a:ext>
                  </a:extLst>
                </p:cNvPr>
                <p:cNvSpPr>
                  <a:spLocks noChangeShapeType="1"/>
                </p:cNvSpPr>
                <p:nvPr/>
              </p:nvSpPr>
              <p:spPr bwMode="auto">
                <a:xfrm>
                  <a:off x="2415" y="1757"/>
                  <a:ext cx="24" cy="1"/>
                </a:xfrm>
                <a:prstGeom prst="line">
                  <a:avLst/>
                </a:prstGeom>
                <a:grpFill/>
                <a:ln w="12700">
                  <a:solidFill>
                    <a:schemeClr val="bg1"/>
                  </a:solidFill>
                  <a:round/>
                  <a:headEnd/>
                  <a:tailEnd/>
                </a:ln>
              </p:spPr>
              <p:txBody>
                <a:bodyPr/>
                <a:lstStyle/>
                <a:p>
                  <a:endParaRPr lang="en-US"/>
                </a:p>
              </p:txBody>
            </p:sp>
            <p:sp>
              <p:nvSpPr>
                <p:cNvPr id="104498" name="Line 217">
                  <a:extLst>
                    <a:ext uri="{FF2B5EF4-FFF2-40B4-BE49-F238E27FC236}">
                      <a16:creationId xmlns:a16="http://schemas.microsoft.com/office/drawing/2014/main" id="{15E92529-8C38-34BF-D82C-6DCC4BC15A0C}"/>
                    </a:ext>
                  </a:extLst>
                </p:cNvPr>
                <p:cNvSpPr>
                  <a:spLocks noChangeShapeType="1"/>
                </p:cNvSpPr>
                <p:nvPr/>
              </p:nvSpPr>
              <p:spPr bwMode="auto">
                <a:xfrm>
                  <a:off x="2471" y="1757"/>
                  <a:ext cx="24" cy="1"/>
                </a:xfrm>
                <a:prstGeom prst="line">
                  <a:avLst/>
                </a:prstGeom>
                <a:grpFill/>
                <a:ln w="12700">
                  <a:solidFill>
                    <a:schemeClr val="bg1"/>
                  </a:solidFill>
                  <a:round/>
                  <a:headEnd/>
                  <a:tailEnd/>
                </a:ln>
              </p:spPr>
              <p:txBody>
                <a:bodyPr/>
                <a:lstStyle/>
                <a:p>
                  <a:endParaRPr lang="en-US"/>
                </a:p>
              </p:txBody>
            </p:sp>
            <p:sp>
              <p:nvSpPr>
                <p:cNvPr id="104499" name="Line 218">
                  <a:extLst>
                    <a:ext uri="{FF2B5EF4-FFF2-40B4-BE49-F238E27FC236}">
                      <a16:creationId xmlns:a16="http://schemas.microsoft.com/office/drawing/2014/main" id="{C6F9AB5E-AFDF-0703-9AAE-D75C549118C8}"/>
                    </a:ext>
                  </a:extLst>
                </p:cNvPr>
                <p:cNvSpPr>
                  <a:spLocks noChangeShapeType="1"/>
                </p:cNvSpPr>
                <p:nvPr/>
              </p:nvSpPr>
              <p:spPr bwMode="auto">
                <a:xfrm>
                  <a:off x="2526" y="1757"/>
                  <a:ext cx="24" cy="1"/>
                </a:xfrm>
                <a:prstGeom prst="line">
                  <a:avLst/>
                </a:prstGeom>
                <a:grpFill/>
                <a:ln w="12700">
                  <a:solidFill>
                    <a:schemeClr val="bg1"/>
                  </a:solidFill>
                  <a:round/>
                  <a:headEnd/>
                  <a:tailEnd/>
                </a:ln>
              </p:spPr>
              <p:txBody>
                <a:bodyPr/>
                <a:lstStyle/>
                <a:p>
                  <a:endParaRPr lang="en-US"/>
                </a:p>
              </p:txBody>
            </p:sp>
            <p:sp>
              <p:nvSpPr>
                <p:cNvPr id="104500" name="Line 219">
                  <a:extLst>
                    <a:ext uri="{FF2B5EF4-FFF2-40B4-BE49-F238E27FC236}">
                      <a16:creationId xmlns:a16="http://schemas.microsoft.com/office/drawing/2014/main" id="{A753D2E4-2E24-3258-0514-38E6A2FB2D8F}"/>
                    </a:ext>
                  </a:extLst>
                </p:cNvPr>
                <p:cNvSpPr>
                  <a:spLocks noChangeShapeType="1"/>
                </p:cNvSpPr>
                <p:nvPr/>
              </p:nvSpPr>
              <p:spPr bwMode="auto">
                <a:xfrm>
                  <a:off x="2582" y="1757"/>
                  <a:ext cx="24" cy="1"/>
                </a:xfrm>
                <a:prstGeom prst="line">
                  <a:avLst/>
                </a:prstGeom>
                <a:grpFill/>
                <a:ln w="12700">
                  <a:solidFill>
                    <a:schemeClr val="bg1"/>
                  </a:solidFill>
                  <a:round/>
                  <a:headEnd/>
                  <a:tailEnd/>
                </a:ln>
              </p:spPr>
              <p:txBody>
                <a:bodyPr/>
                <a:lstStyle/>
                <a:p>
                  <a:endParaRPr lang="en-US"/>
                </a:p>
              </p:txBody>
            </p:sp>
            <p:sp>
              <p:nvSpPr>
                <p:cNvPr id="104501" name="Line 220">
                  <a:extLst>
                    <a:ext uri="{FF2B5EF4-FFF2-40B4-BE49-F238E27FC236}">
                      <a16:creationId xmlns:a16="http://schemas.microsoft.com/office/drawing/2014/main" id="{572DD12C-B4E0-B913-5E93-96C78BCB1BC7}"/>
                    </a:ext>
                  </a:extLst>
                </p:cNvPr>
                <p:cNvSpPr>
                  <a:spLocks noChangeShapeType="1"/>
                </p:cNvSpPr>
                <p:nvPr/>
              </p:nvSpPr>
              <p:spPr bwMode="auto">
                <a:xfrm>
                  <a:off x="2638" y="1757"/>
                  <a:ext cx="24" cy="1"/>
                </a:xfrm>
                <a:prstGeom prst="line">
                  <a:avLst/>
                </a:prstGeom>
                <a:grpFill/>
                <a:ln w="12700">
                  <a:solidFill>
                    <a:schemeClr val="bg1"/>
                  </a:solidFill>
                  <a:round/>
                  <a:headEnd/>
                  <a:tailEnd/>
                </a:ln>
              </p:spPr>
              <p:txBody>
                <a:bodyPr/>
                <a:lstStyle/>
                <a:p>
                  <a:endParaRPr lang="en-US"/>
                </a:p>
              </p:txBody>
            </p:sp>
            <p:sp>
              <p:nvSpPr>
                <p:cNvPr id="104502" name="Line 221">
                  <a:extLst>
                    <a:ext uri="{FF2B5EF4-FFF2-40B4-BE49-F238E27FC236}">
                      <a16:creationId xmlns:a16="http://schemas.microsoft.com/office/drawing/2014/main" id="{6BC988C9-4E0A-0A0A-0E3F-E70A07847E84}"/>
                    </a:ext>
                  </a:extLst>
                </p:cNvPr>
                <p:cNvSpPr>
                  <a:spLocks noChangeShapeType="1"/>
                </p:cNvSpPr>
                <p:nvPr/>
              </p:nvSpPr>
              <p:spPr bwMode="auto">
                <a:xfrm>
                  <a:off x="2694" y="1757"/>
                  <a:ext cx="16" cy="1"/>
                </a:xfrm>
                <a:prstGeom prst="line">
                  <a:avLst/>
                </a:prstGeom>
                <a:grpFill/>
                <a:ln w="12700">
                  <a:solidFill>
                    <a:schemeClr val="bg1"/>
                  </a:solidFill>
                  <a:round/>
                  <a:headEnd/>
                  <a:tailEnd/>
                </a:ln>
              </p:spPr>
              <p:txBody>
                <a:bodyPr/>
                <a:lstStyle/>
                <a:p>
                  <a:endParaRPr lang="en-US"/>
                </a:p>
              </p:txBody>
            </p:sp>
          </p:grpSp>
        </p:grpSp>
        <p:grpSp>
          <p:nvGrpSpPr>
            <p:cNvPr id="103492" name="Group 222">
              <a:extLst>
                <a:ext uri="{FF2B5EF4-FFF2-40B4-BE49-F238E27FC236}">
                  <a16:creationId xmlns:a16="http://schemas.microsoft.com/office/drawing/2014/main" id="{6C2BF45E-DD97-1ADA-2059-21F41C808499}"/>
                </a:ext>
              </a:extLst>
            </p:cNvPr>
            <p:cNvGrpSpPr>
              <a:grpSpLocks/>
            </p:cNvGrpSpPr>
            <p:nvPr/>
          </p:nvGrpSpPr>
          <p:grpSpPr bwMode="auto">
            <a:xfrm>
              <a:off x="1489" y="3264"/>
              <a:ext cx="423" cy="56"/>
              <a:chOff x="1489" y="3264"/>
              <a:chExt cx="423" cy="56"/>
            </a:xfrm>
            <a:grpFill/>
          </p:grpSpPr>
          <p:sp>
            <p:nvSpPr>
              <p:cNvPr id="104487" name="Freeform 223">
                <a:extLst>
                  <a:ext uri="{FF2B5EF4-FFF2-40B4-BE49-F238E27FC236}">
                    <a16:creationId xmlns:a16="http://schemas.microsoft.com/office/drawing/2014/main" id="{1E4E4D73-FFB2-E407-1EC1-64521B58AB2A}"/>
                  </a:ext>
                </a:extLst>
              </p:cNvPr>
              <p:cNvSpPr>
                <a:spLocks/>
              </p:cNvSpPr>
              <p:nvPr/>
            </p:nvSpPr>
            <p:spPr bwMode="auto">
              <a:xfrm>
                <a:off x="1792" y="3264"/>
                <a:ext cx="120" cy="56"/>
              </a:xfrm>
              <a:custGeom>
                <a:avLst/>
                <a:gdLst>
                  <a:gd name="T0" fmla="*/ 120 w 120"/>
                  <a:gd name="T1" fmla="*/ 24 h 56"/>
                  <a:gd name="T2" fmla="*/ 0 w 120"/>
                  <a:gd name="T3" fmla="*/ 56 h 56"/>
                  <a:gd name="T4" fmla="*/ 0 w 120"/>
                  <a:gd name="T5" fmla="*/ 24 h 56"/>
                  <a:gd name="T6" fmla="*/ 0 w 120"/>
                  <a:gd name="T7" fmla="*/ 0 h 56"/>
                  <a:gd name="T8" fmla="*/ 120 w 120"/>
                  <a:gd name="T9" fmla="*/ 24 h 56"/>
                  <a:gd name="T10" fmla="*/ 0 60000 65536"/>
                  <a:gd name="T11" fmla="*/ 0 60000 65536"/>
                  <a:gd name="T12" fmla="*/ 0 60000 65536"/>
                  <a:gd name="T13" fmla="*/ 0 60000 65536"/>
                  <a:gd name="T14" fmla="*/ 0 60000 65536"/>
                  <a:gd name="T15" fmla="*/ 0 w 120"/>
                  <a:gd name="T16" fmla="*/ 0 h 56"/>
                  <a:gd name="T17" fmla="*/ 120 w 120"/>
                  <a:gd name="T18" fmla="*/ 56 h 56"/>
                </a:gdLst>
                <a:ahLst/>
                <a:cxnLst>
                  <a:cxn ang="T10">
                    <a:pos x="T0" y="T1"/>
                  </a:cxn>
                  <a:cxn ang="T11">
                    <a:pos x="T2" y="T3"/>
                  </a:cxn>
                  <a:cxn ang="T12">
                    <a:pos x="T4" y="T5"/>
                  </a:cxn>
                  <a:cxn ang="T13">
                    <a:pos x="T6" y="T7"/>
                  </a:cxn>
                  <a:cxn ang="T14">
                    <a:pos x="T8" y="T9"/>
                  </a:cxn>
                </a:cxnLst>
                <a:rect l="T15" t="T16" r="T17" b="T18"/>
                <a:pathLst>
                  <a:path w="120" h="56">
                    <a:moveTo>
                      <a:pt x="120" y="24"/>
                    </a:moveTo>
                    <a:lnTo>
                      <a:pt x="0" y="56"/>
                    </a:lnTo>
                    <a:lnTo>
                      <a:pt x="0" y="24"/>
                    </a:lnTo>
                    <a:lnTo>
                      <a:pt x="0" y="0"/>
                    </a:lnTo>
                    <a:lnTo>
                      <a:pt x="120" y="24"/>
                    </a:lnTo>
                    <a:close/>
                  </a:path>
                </a:pathLst>
              </a:custGeom>
              <a:grpFill/>
              <a:ln w="9525">
                <a:solidFill>
                  <a:schemeClr val="bg1"/>
                </a:solidFill>
                <a:round/>
                <a:headEnd/>
                <a:tailEnd/>
              </a:ln>
            </p:spPr>
            <p:txBody>
              <a:bodyPr/>
              <a:lstStyle/>
              <a:p>
                <a:endParaRPr lang="en-US"/>
              </a:p>
            </p:txBody>
          </p:sp>
          <p:grpSp>
            <p:nvGrpSpPr>
              <p:cNvPr id="104488" name="Group 224">
                <a:extLst>
                  <a:ext uri="{FF2B5EF4-FFF2-40B4-BE49-F238E27FC236}">
                    <a16:creationId xmlns:a16="http://schemas.microsoft.com/office/drawing/2014/main" id="{C64C8111-BF73-FD87-699D-8E409403CF62}"/>
                  </a:ext>
                </a:extLst>
              </p:cNvPr>
              <p:cNvGrpSpPr>
                <a:grpSpLocks/>
              </p:cNvGrpSpPr>
              <p:nvPr/>
            </p:nvGrpSpPr>
            <p:grpSpPr bwMode="auto">
              <a:xfrm>
                <a:off x="1489" y="3288"/>
                <a:ext cx="295" cy="1"/>
                <a:chOff x="1489" y="3288"/>
                <a:chExt cx="295" cy="1"/>
              </a:xfrm>
              <a:grpFill/>
            </p:grpSpPr>
            <p:sp>
              <p:nvSpPr>
                <p:cNvPr id="104489" name="Line 225">
                  <a:extLst>
                    <a:ext uri="{FF2B5EF4-FFF2-40B4-BE49-F238E27FC236}">
                      <a16:creationId xmlns:a16="http://schemas.microsoft.com/office/drawing/2014/main" id="{CC5933C5-97BE-FF59-A8E6-47B5BD845152}"/>
                    </a:ext>
                  </a:extLst>
                </p:cNvPr>
                <p:cNvSpPr>
                  <a:spLocks noChangeShapeType="1"/>
                </p:cNvSpPr>
                <p:nvPr/>
              </p:nvSpPr>
              <p:spPr bwMode="auto">
                <a:xfrm>
                  <a:off x="1489" y="3288"/>
                  <a:ext cx="24" cy="1"/>
                </a:xfrm>
                <a:prstGeom prst="line">
                  <a:avLst/>
                </a:prstGeom>
                <a:grpFill/>
                <a:ln w="12700">
                  <a:solidFill>
                    <a:schemeClr val="bg1"/>
                  </a:solidFill>
                  <a:round/>
                  <a:headEnd/>
                  <a:tailEnd/>
                </a:ln>
              </p:spPr>
              <p:txBody>
                <a:bodyPr/>
                <a:lstStyle/>
                <a:p>
                  <a:endParaRPr lang="en-US"/>
                </a:p>
              </p:txBody>
            </p:sp>
            <p:sp>
              <p:nvSpPr>
                <p:cNvPr id="104490" name="Line 226">
                  <a:extLst>
                    <a:ext uri="{FF2B5EF4-FFF2-40B4-BE49-F238E27FC236}">
                      <a16:creationId xmlns:a16="http://schemas.microsoft.com/office/drawing/2014/main" id="{7AF7BDA9-94FA-0BD8-8E38-96CA5D99C5C8}"/>
                    </a:ext>
                  </a:extLst>
                </p:cNvPr>
                <p:cNvSpPr>
                  <a:spLocks noChangeShapeType="1"/>
                </p:cNvSpPr>
                <p:nvPr/>
              </p:nvSpPr>
              <p:spPr bwMode="auto">
                <a:xfrm>
                  <a:off x="1544" y="3288"/>
                  <a:ext cx="24" cy="1"/>
                </a:xfrm>
                <a:prstGeom prst="line">
                  <a:avLst/>
                </a:prstGeom>
                <a:grpFill/>
                <a:ln w="12700">
                  <a:solidFill>
                    <a:schemeClr val="bg1"/>
                  </a:solidFill>
                  <a:round/>
                  <a:headEnd/>
                  <a:tailEnd/>
                </a:ln>
              </p:spPr>
              <p:txBody>
                <a:bodyPr/>
                <a:lstStyle/>
                <a:p>
                  <a:endParaRPr lang="en-US"/>
                </a:p>
              </p:txBody>
            </p:sp>
            <p:sp>
              <p:nvSpPr>
                <p:cNvPr id="104491" name="Line 227">
                  <a:extLst>
                    <a:ext uri="{FF2B5EF4-FFF2-40B4-BE49-F238E27FC236}">
                      <a16:creationId xmlns:a16="http://schemas.microsoft.com/office/drawing/2014/main" id="{93A71EE1-5F65-DB13-4048-27CB32A1EC7B}"/>
                    </a:ext>
                  </a:extLst>
                </p:cNvPr>
                <p:cNvSpPr>
                  <a:spLocks noChangeShapeType="1"/>
                </p:cNvSpPr>
                <p:nvPr/>
              </p:nvSpPr>
              <p:spPr bwMode="auto">
                <a:xfrm>
                  <a:off x="1600" y="3288"/>
                  <a:ext cx="24" cy="1"/>
                </a:xfrm>
                <a:prstGeom prst="line">
                  <a:avLst/>
                </a:prstGeom>
                <a:grpFill/>
                <a:ln w="12700">
                  <a:solidFill>
                    <a:schemeClr val="bg1"/>
                  </a:solidFill>
                  <a:round/>
                  <a:headEnd/>
                  <a:tailEnd/>
                </a:ln>
              </p:spPr>
              <p:txBody>
                <a:bodyPr/>
                <a:lstStyle/>
                <a:p>
                  <a:endParaRPr lang="en-US"/>
                </a:p>
              </p:txBody>
            </p:sp>
            <p:sp>
              <p:nvSpPr>
                <p:cNvPr id="104492" name="Line 228">
                  <a:extLst>
                    <a:ext uri="{FF2B5EF4-FFF2-40B4-BE49-F238E27FC236}">
                      <a16:creationId xmlns:a16="http://schemas.microsoft.com/office/drawing/2014/main" id="{40954AB4-37FE-1CE6-B1A9-0545C796CA0C}"/>
                    </a:ext>
                  </a:extLst>
                </p:cNvPr>
                <p:cNvSpPr>
                  <a:spLocks noChangeShapeType="1"/>
                </p:cNvSpPr>
                <p:nvPr/>
              </p:nvSpPr>
              <p:spPr bwMode="auto">
                <a:xfrm>
                  <a:off x="1656" y="3288"/>
                  <a:ext cx="24" cy="1"/>
                </a:xfrm>
                <a:prstGeom prst="line">
                  <a:avLst/>
                </a:prstGeom>
                <a:grpFill/>
                <a:ln w="12700">
                  <a:solidFill>
                    <a:schemeClr val="bg1"/>
                  </a:solidFill>
                  <a:round/>
                  <a:headEnd/>
                  <a:tailEnd/>
                </a:ln>
              </p:spPr>
              <p:txBody>
                <a:bodyPr/>
                <a:lstStyle/>
                <a:p>
                  <a:endParaRPr lang="en-US"/>
                </a:p>
              </p:txBody>
            </p:sp>
            <p:sp>
              <p:nvSpPr>
                <p:cNvPr id="104493" name="Line 229">
                  <a:extLst>
                    <a:ext uri="{FF2B5EF4-FFF2-40B4-BE49-F238E27FC236}">
                      <a16:creationId xmlns:a16="http://schemas.microsoft.com/office/drawing/2014/main" id="{A4E4F684-F4EE-FDC6-B63C-3B64DAD6AF25}"/>
                    </a:ext>
                  </a:extLst>
                </p:cNvPr>
                <p:cNvSpPr>
                  <a:spLocks noChangeShapeType="1"/>
                </p:cNvSpPr>
                <p:nvPr/>
              </p:nvSpPr>
              <p:spPr bwMode="auto">
                <a:xfrm>
                  <a:off x="1712" y="3288"/>
                  <a:ext cx="24" cy="1"/>
                </a:xfrm>
                <a:prstGeom prst="line">
                  <a:avLst/>
                </a:prstGeom>
                <a:grpFill/>
                <a:ln w="12700">
                  <a:solidFill>
                    <a:schemeClr val="bg1"/>
                  </a:solidFill>
                  <a:round/>
                  <a:headEnd/>
                  <a:tailEnd/>
                </a:ln>
              </p:spPr>
              <p:txBody>
                <a:bodyPr/>
                <a:lstStyle/>
                <a:p>
                  <a:endParaRPr lang="en-US"/>
                </a:p>
              </p:txBody>
            </p:sp>
            <p:sp>
              <p:nvSpPr>
                <p:cNvPr id="104494" name="Line 230">
                  <a:extLst>
                    <a:ext uri="{FF2B5EF4-FFF2-40B4-BE49-F238E27FC236}">
                      <a16:creationId xmlns:a16="http://schemas.microsoft.com/office/drawing/2014/main" id="{E7205A0D-4AB0-594D-399C-D027BFDD1CDF}"/>
                    </a:ext>
                  </a:extLst>
                </p:cNvPr>
                <p:cNvSpPr>
                  <a:spLocks noChangeShapeType="1"/>
                </p:cNvSpPr>
                <p:nvPr/>
              </p:nvSpPr>
              <p:spPr bwMode="auto">
                <a:xfrm>
                  <a:off x="1768" y="3288"/>
                  <a:ext cx="16" cy="1"/>
                </a:xfrm>
                <a:prstGeom prst="line">
                  <a:avLst/>
                </a:prstGeom>
                <a:grpFill/>
                <a:ln w="12700">
                  <a:solidFill>
                    <a:schemeClr val="bg1"/>
                  </a:solidFill>
                  <a:round/>
                  <a:headEnd/>
                  <a:tailEnd/>
                </a:ln>
              </p:spPr>
              <p:txBody>
                <a:bodyPr/>
                <a:lstStyle/>
                <a:p>
                  <a:endParaRPr lang="en-US"/>
                </a:p>
              </p:txBody>
            </p:sp>
          </p:grpSp>
        </p:grpSp>
        <p:grpSp>
          <p:nvGrpSpPr>
            <p:cNvPr id="103493" name="Group 231">
              <a:extLst>
                <a:ext uri="{FF2B5EF4-FFF2-40B4-BE49-F238E27FC236}">
                  <a16:creationId xmlns:a16="http://schemas.microsoft.com/office/drawing/2014/main" id="{1E7757F3-4AFD-5FB1-C5F7-2816DED01552}"/>
                </a:ext>
              </a:extLst>
            </p:cNvPr>
            <p:cNvGrpSpPr>
              <a:grpSpLocks/>
            </p:cNvGrpSpPr>
            <p:nvPr/>
          </p:nvGrpSpPr>
          <p:grpSpPr bwMode="auto">
            <a:xfrm>
              <a:off x="1944" y="3256"/>
              <a:ext cx="423" cy="56"/>
              <a:chOff x="1944" y="3256"/>
              <a:chExt cx="423" cy="56"/>
            </a:xfrm>
            <a:grpFill/>
          </p:grpSpPr>
          <p:sp>
            <p:nvSpPr>
              <p:cNvPr id="104479" name="Freeform 232">
                <a:extLst>
                  <a:ext uri="{FF2B5EF4-FFF2-40B4-BE49-F238E27FC236}">
                    <a16:creationId xmlns:a16="http://schemas.microsoft.com/office/drawing/2014/main" id="{677ABA63-F4D3-F376-8B10-578EAC02FCD8}"/>
                  </a:ext>
                </a:extLst>
              </p:cNvPr>
              <p:cNvSpPr>
                <a:spLocks/>
              </p:cNvSpPr>
              <p:nvPr/>
            </p:nvSpPr>
            <p:spPr bwMode="auto">
              <a:xfrm>
                <a:off x="2255" y="325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solidFill>
                <a:round/>
                <a:headEnd/>
                <a:tailEnd/>
              </a:ln>
            </p:spPr>
            <p:txBody>
              <a:bodyPr/>
              <a:lstStyle/>
              <a:p>
                <a:endParaRPr lang="en-US"/>
              </a:p>
            </p:txBody>
          </p:sp>
          <p:grpSp>
            <p:nvGrpSpPr>
              <p:cNvPr id="104480" name="Group 233">
                <a:extLst>
                  <a:ext uri="{FF2B5EF4-FFF2-40B4-BE49-F238E27FC236}">
                    <a16:creationId xmlns:a16="http://schemas.microsoft.com/office/drawing/2014/main" id="{6D4C198A-7010-F2D1-C1C3-22500C080BB8}"/>
                  </a:ext>
                </a:extLst>
              </p:cNvPr>
              <p:cNvGrpSpPr>
                <a:grpSpLocks/>
              </p:cNvGrpSpPr>
              <p:nvPr/>
            </p:nvGrpSpPr>
            <p:grpSpPr bwMode="auto">
              <a:xfrm>
                <a:off x="1944" y="3288"/>
                <a:ext cx="303" cy="1"/>
                <a:chOff x="1944" y="3288"/>
                <a:chExt cx="303" cy="1"/>
              </a:xfrm>
              <a:grpFill/>
            </p:grpSpPr>
            <p:sp>
              <p:nvSpPr>
                <p:cNvPr id="104481" name="Line 234">
                  <a:extLst>
                    <a:ext uri="{FF2B5EF4-FFF2-40B4-BE49-F238E27FC236}">
                      <a16:creationId xmlns:a16="http://schemas.microsoft.com/office/drawing/2014/main" id="{FB81301F-5DDE-BE32-004B-BBB3A8D3BF45}"/>
                    </a:ext>
                  </a:extLst>
                </p:cNvPr>
                <p:cNvSpPr>
                  <a:spLocks noChangeShapeType="1"/>
                </p:cNvSpPr>
                <p:nvPr/>
              </p:nvSpPr>
              <p:spPr bwMode="auto">
                <a:xfrm>
                  <a:off x="1944" y="3288"/>
                  <a:ext cx="24" cy="1"/>
                </a:xfrm>
                <a:prstGeom prst="line">
                  <a:avLst/>
                </a:prstGeom>
                <a:grpFill/>
                <a:ln w="12700">
                  <a:solidFill>
                    <a:schemeClr val="bg1"/>
                  </a:solidFill>
                  <a:round/>
                  <a:headEnd/>
                  <a:tailEnd/>
                </a:ln>
              </p:spPr>
              <p:txBody>
                <a:bodyPr/>
                <a:lstStyle/>
                <a:p>
                  <a:endParaRPr lang="en-US"/>
                </a:p>
              </p:txBody>
            </p:sp>
            <p:sp>
              <p:nvSpPr>
                <p:cNvPr id="104482" name="Line 235">
                  <a:extLst>
                    <a:ext uri="{FF2B5EF4-FFF2-40B4-BE49-F238E27FC236}">
                      <a16:creationId xmlns:a16="http://schemas.microsoft.com/office/drawing/2014/main" id="{8586A454-6272-52D1-6A49-33FD4AAB51B2}"/>
                    </a:ext>
                  </a:extLst>
                </p:cNvPr>
                <p:cNvSpPr>
                  <a:spLocks noChangeShapeType="1"/>
                </p:cNvSpPr>
                <p:nvPr/>
              </p:nvSpPr>
              <p:spPr bwMode="auto">
                <a:xfrm>
                  <a:off x="2000" y="3288"/>
                  <a:ext cx="23" cy="1"/>
                </a:xfrm>
                <a:prstGeom prst="line">
                  <a:avLst/>
                </a:prstGeom>
                <a:grpFill/>
                <a:ln w="12700">
                  <a:solidFill>
                    <a:schemeClr val="bg1"/>
                  </a:solidFill>
                  <a:round/>
                  <a:headEnd/>
                  <a:tailEnd/>
                </a:ln>
              </p:spPr>
              <p:txBody>
                <a:bodyPr/>
                <a:lstStyle/>
                <a:p>
                  <a:endParaRPr lang="en-US"/>
                </a:p>
              </p:txBody>
            </p:sp>
            <p:sp>
              <p:nvSpPr>
                <p:cNvPr id="104483" name="Line 236">
                  <a:extLst>
                    <a:ext uri="{FF2B5EF4-FFF2-40B4-BE49-F238E27FC236}">
                      <a16:creationId xmlns:a16="http://schemas.microsoft.com/office/drawing/2014/main" id="{CEF6E604-1E5B-990F-BAF3-C0199BC41B03}"/>
                    </a:ext>
                  </a:extLst>
                </p:cNvPr>
                <p:cNvSpPr>
                  <a:spLocks noChangeShapeType="1"/>
                </p:cNvSpPr>
                <p:nvPr/>
              </p:nvSpPr>
              <p:spPr bwMode="auto">
                <a:xfrm>
                  <a:off x="2055" y="3288"/>
                  <a:ext cx="24" cy="1"/>
                </a:xfrm>
                <a:prstGeom prst="line">
                  <a:avLst/>
                </a:prstGeom>
                <a:grpFill/>
                <a:ln w="12700">
                  <a:solidFill>
                    <a:schemeClr val="bg1"/>
                  </a:solidFill>
                  <a:round/>
                  <a:headEnd/>
                  <a:tailEnd/>
                </a:ln>
              </p:spPr>
              <p:txBody>
                <a:bodyPr/>
                <a:lstStyle/>
                <a:p>
                  <a:endParaRPr lang="en-US"/>
                </a:p>
              </p:txBody>
            </p:sp>
            <p:sp>
              <p:nvSpPr>
                <p:cNvPr id="104484" name="Line 237">
                  <a:extLst>
                    <a:ext uri="{FF2B5EF4-FFF2-40B4-BE49-F238E27FC236}">
                      <a16:creationId xmlns:a16="http://schemas.microsoft.com/office/drawing/2014/main" id="{0E5A4FFA-F846-5F18-DD0C-4519E2B98D94}"/>
                    </a:ext>
                  </a:extLst>
                </p:cNvPr>
                <p:cNvSpPr>
                  <a:spLocks noChangeShapeType="1"/>
                </p:cNvSpPr>
                <p:nvPr/>
              </p:nvSpPr>
              <p:spPr bwMode="auto">
                <a:xfrm>
                  <a:off x="2111" y="3288"/>
                  <a:ext cx="24" cy="1"/>
                </a:xfrm>
                <a:prstGeom prst="line">
                  <a:avLst/>
                </a:prstGeom>
                <a:grpFill/>
                <a:ln w="12700">
                  <a:solidFill>
                    <a:schemeClr val="bg1"/>
                  </a:solidFill>
                  <a:round/>
                  <a:headEnd/>
                  <a:tailEnd/>
                </a:ln>
              </p:spPr>
              <p:txBody>
                <a:bodyPr/>
                <a:lstStyle/>
                <a:p>
                  <a:endParaRPr lang="en-US"/>
                </a:p>
              </p:txBody>
            </p:sp>
            <p:sp>
              <p:nvSpPr>
                <p:cNvPr id="104485" name="Line 238">
                  <a:extLst>
                    <a:ext uri="{FF2B5EF4-FFF2-40B4-BE49-F238E27FC236}">
                      <a16:creationId xmlns:a16="http://schemas.microsoft.com/office/drawing/2014/main" id="{C3AF9CBB-9A53-BDA4-A95D-6A3E6C158949}"/>
                    </a:ext>
                  </a:extLst>
                </p:cNvPr>
                <p:cNvSpPr>
                  <a:spLocks noChangeShapeType="1"/>
                </p:cNvSpPr>
                <p:nvPr/>
              </p:nvSpPr>
              <p:spPr bwMode="auto">
                <a:xfrm>
                  <a:off x="2167" y="3288"/>
                  <a:ext cx="24" cy="1"/>
                </a:xfrm>
                <a:prstGeom prst="line">
                  <a:avLst/>
                </a:prstGeom>
                <a:grpFill/>
                <a:ln w="12700">
                  <a:solidFill>
                    <a:schemeClr val="bg1"/>
                  </a:solidFill>
                  <a:round/>
                  <a:headEnd/>
                  <a:tailEnd/>
                </a:ln>
              </p:spPr>
              <p:txBody>
                <a:bodyPr/>
                <a:lstStyle/>
                <a:p>
                  <a:endParaRPr lang="en-US"/>
                </a:p>
              </p:txBody>
            </p:sp>
            <p:sp>
              <p:nvSpPr>
                <p:cNvPr id="104486" name="Line 239">
                  <a:extLst>
                    <a:ext uri="{FF2B5EF4-FFF2-40B4-BE49-F238E27FC236}">
                      <a16:creationId xmlns:a16="http://schemas.microsoft.com/office/drawing/2014/main" id="{316D3C6F-1550-8795-F63B-A767D990237C}"/>
                    </a:ext>
                  </a:extLst>
                </p:cNvPr>
                <p:cNvSpPr>
                  <a:spLocks noChangeShapeType="1"/>
                </p:cNvSpPr>
                <p:nvPr/>
              </p:nvSpPr>
              <p:spPr bwMode="auto">
                <a:xfrm>
                  <a:off x="2223" y="3288"/>
                  <a:ext cx="24" cy="1"/>
                </a:xfrm>
                <a:prstGeom prst="line">
                  <a:avLst/>
                </a:prstGeom>
                <a:grpFill/>
                <a:ln w="12700">
                  <a:solidFill>
                    <a:schemeClr val="bg1"/>
                  </a:solidFill>
                  <a:round/>
                  <a:headEnd/>
                  <a:tailEnd/>
                </a:ln>
              </p:spPr>
              <p:txBody>
                <a:bodyPr/>
                <a:lstStyle/>
                <a:p>
                  <a:endParaRPr lang="en-US"/>
                </a:p>
              </p:txBody>
            </p:sp>
          </p:grpSp>
        </p:grpSp>
        <p:grpSp>
          <p:nvGrpSpPr>
            <p:cNvPr id="103494" name="Group 240">
              <a:extLst>
                <a:ext uri="{FF2B5EF4-FFF2-40B4-BE49-F238E27FC236}">
                  <a16:creationId xmlns:a16="http://schemas.microsoft.com/office/drawing/2014/main" id="{7354A9BA-4282-6552-5773-6442EAFB9E8C}"/>
                </a:ext>
              </a:extLst>
            </p:cNvPr>
            <p:cNvGrpSpPr>
              <a:grpSpLocks/>
            </p:cNvGrpSpPr>
            <p:nvPr/>
          </p:nvGrpSpPr>
          <p:grpSpPr bwMode="auto">
            <a:xfrm>
              <a:off x="2415" y="3256"/>
              <a:ext cx="415" cy="56"/>
              <a:chOff x="2415" y="3256"/>
              <a:chExt cx="415" cy="56"/>
            </a:xfrm>
            <a:grpFill/>
          </p:grpSpPr>
          <p:sp>
            <p:nvSpPr>
              <p:cNvPr id="104471" name="Freeform 241">
                <a:extLst>
                  <a:ext uri="{FF2B5EF4-FFF2-40B4-BE49-F238E27FC236}">
                    <a16:creationId xmlns:a16="http://schemas.microsoft.com/office/drawing/2014/main" id="{EFDCF5C1-558E-FA48-D4F1-6FDA35B99200}"/>
                  </a:ext>
                </a:extLst>
              </p:cNvPr>
              <p:cNvSpPr>
                <a:spLocks/>
              </p:cNvSpPr>
              <p:nvPr/>
            </p:nvSpPr>
            <p:spPr bwMode="auto">
              <a:xfrm>
                <a:off x="2718" y="325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solidFill>
                <a:round/>
                <a:headEnd/>
                <a:tailEnd/>
              </a:ln>
            </p:spPr>
            <p:txBody>
              <a:bodyPr/>
              <a:lstStyle/>
              <a:p>
                <a:endParaRPr lang="en-US"/>
              </a:p>
            </p:txBody>
          </p:sp>
          <p:grpSp>
            <p:nvGrpSpPr>
              <p:cNvPr id="104472" name="Group 242">
                <a:extLst>
                  <a:ext uri="{FF2B5EF4-FFF2-40B4-BE49-F238E27FC236}">
                    <a16:creationId xmlns:a16="http://schemas.microsoft.com/office/drawing/2014/main" id="{50D4D5E1-5592-9059-6016-465564A10321}"/>
                  </a:ext>
                </a:extLst>
              </p:cNvPr>
              <p:cNvGrpSpPr>
                <a:grpSpLocks/>
              </p:cNvGrpSpPr>
              <p:nvPr/>
            </p:nvGrpSpPr>
            <p:grpSpPr bwMode="auto">
              <a:xfrm>
                <a:off x="2415" y="3288"/>
                <a:ext cx="295" cy="1"/>
                <a:chOff x="2415" y="3288"/>
                <a:chExt cx="295" cy="1"/>
              </a:xfrm>
              <a:grpFill/>
            </p:grpSpPr>
            <p:sp>
              <p:nvSpPr>
                <p:cNvPr id="104473" name="Line 243">
                  <a:extLst>
                    <a:ext uri="{FF2B5EF4-FFF2-40B4-BE49-F238E27FC236}">
                      <a16:creationId xmlns:a16="http://schemas.microsoft.com/office/drawing/2014/main" id="{2DFCE46B-90B3-599B-262C-07F16A3CDA0B}"/>
                    </a:ext>
                  </a:extLst>
                </p:cNvPr>
                <p:cNvSpPr>
                  <a:spLocks noChangeShapeType="1"/>
                </p:cNvSpPr>
                <p:nvPr/>
              </p:nvSpPr>
              <p:spPr bwMode="auto">
                <a:xfrm>
                  <a:off x="2415" y="3288"/>
                  <a:ext cx="24" cy="1"/>
                </a:xfrm>
                <a:prstGeom prst="line">
                  <a:avLst/>
                </a:prstGeom>
                <a:grpFill/>
                <a:ln w="12700">
                  <a:solidFill>
                    <a:schemeClr val="bg1"/>
                  </a:solidFill>
                  <a:round/>
                  <a:headEnd/>
                  <a:tailEnd/>
                </a:ln>
              </p:spPr>
              <p:txBody>
                <a:bodyPr/>
                <a:lstStyle/>
                <a:p>
                  <a:endParaRPr lang="en-US"/>
                </a:p>
              </p:txBody>
            </p:sp>
            <p:sp>
              <p:nvSpPr>
                <p:cNvPr id="104474" name="Line 244">
                  <a:extLst>
                    <a:ext uri="{FF2B5EF4-FFF2-40B4-BE49-F238E27FC236}">
                      <a16:creationId xmlns:a16="http://schemas.microsoft.com/office/drawing/2014/main" id="{A6388DFB-E2D0-4C13-43C1-134774375513}"/>
                    </a:ext>
                  </a:extLst>
                </p:cNvPr>
                <p:cNvSpPr>
                  <a:spLocks noChangeShapeType="1"/>
                </p:cNvSpPr>
                <p:nvPr/>
              </p:nvSpPr>
              <p:spPr bwMode="auto">
                <a:xfrm>
                  <a:off x="2471" y="3288"/>
                  <a:ext cx="24" cy="1"/>
                </a:xfrm>
                <a:prstGeom prst="line">
                  <a:avLst/>
                </a:prstGeom>
                <a:grpFill/>
                <a:ln w="12700">
                  <a:solidFill>
                    <a:schemeClr val="bg1"/>
                  </a:solidFill>
                  <a:round/>
                  <a:headEnd/>
                  <a:tailEnd/>
                </a:ln>
              </p:spPr>
              <p:txBody>
                <a:bodyPr/>
                <a:lstStyle/>
                <a:p>
                  <a:endParaRPr lang="en-US"/>
                </a:p>
              </p:txBody>
            </p:sp>
            <p:sp>
              <p:nvSpPr>
                <p:cNvPr id="104475" name="Line 245">
                  <a:extLst>
                    <a:ext uri="{FF2B5EF4-FFF2-40B4-BE49-F238E27FC236}">
                      <a16:creationId xmlns:a16="http://schemas.microsoft.com/office/drawing/2014/main" id="{54BFD97A-BC06-BEA7-9AF0-8A0BAD925578}"/>
                    </a:ext>
                  </a:extLst>
                </p:cNvPr>
                <p:cNvSpPr>
                  <a:spLocks noChangeShapeType="1"/>
                </p:cNvSpPr>
                <p:nvPr/>
              </p:nvSpPr>
              <p:spPr bwMode="auto">
                <a:xfrm>
                  <a:off x="2526" y="3288"/>
                  <a:ext cx="24" cy="1"/>
                </a:xfrm>
                <a:prstGeom prst="line">
                  <a:avLst/>
                </a:prstGeom>
                <a:grpFill/>
                <a:ln w="12700">
                  <a:solidFill>
                    <a:schemeClr val="bg1"/>
                  </a:solidFill>
                  <a:round/>
                  <a:headEnd/>
                  <a:tailEnd/>
                </a:ln>
              </p:spPr>
              <p:txBody>
                <a:bodyPr/>
                <a:lstStyle/>
                <a:p>
                  <a:endParaRPr lang="en-US"/>
                </a:p>
              </p:txBody>
            </p:sp>
            <p:sp>
              <p:nvSpPr>
                <p:cNvPr id="104476" name="Line 246">
                  <a:extLst>
                    <a:ext uri="{FF2B5EF4-FFF2-40B4-BE49-F238E27FC236}">
                      <a16:creationId xmlns:a16="http://schemas.microsoft.com/office/drawing/2014/main" id="{4243D7CB-40C8-E49A-71F4-AF1231B854C3}"/>
                    </a:ext>
                  </a:extLst>
                </p:cNvPr>
                <p:cNvSpPr>
                  <a:spLocks noChangeShapeType="1"/>
                </p:cNvSpPr>
                <p:nvPr/>
              </p:nvSpPr>
              <p:spPr bwMode="auto">
                <a:xfrm>
                  <a:off x="2582" y="3288"/>
                  <a:ext cx="24" cy="1"/>
                </a:xfrm>
                <a:prstGeom prst="line">
                  <a:avLst/>
                </a:prstGeom>
                <a:grpFill/>
                <a:ln w="12700">
                  <a:solidFill>
                    <a:schemeClr val="bg1"/>
                  </a:solidFill>
                  <a:round/>
                  <a:headEnd/>
                  <a:tailEnd/>
                </a:ln>
              </p:spPr>
              <p:txBody>
                <a:bodyPr/>
                <a:lstStyle/>
                <a:p>
                  <a:endParaRPr lang="en-US"/>
                </a:p>
              </p:txBody>
            </p:sp>
            <p:sp>
              <p:nvSpPr>
                <p:cNvPr id="104477" name="Line 247">
                  <a:extLst>
                    <a:ext uri="{FF2B5EF4-FFF2-40B4-BE49-F238E27FC236}">
                      <a16:creationId xmlns:a16="http://schemas.microsoft.com/office/drawing/2014/main" id="{D75C9013-F96B-3A29-EB21-B1AEE0D86ECF}"/>
                    </a:ext>
                  </a:extLst>
                </p:cNvPr>
                <p:cNvSpPr>
                  <a:spLocks noChangeShapeType="1"/>
                </p:cNvSpPr>
                <p:nvPr/>
              </p:nvSpPr>
              <p:spPr bwMode="auto">
                <a:xfrm>
                  <a:off x="2638" y="3288"/>
                  <a:ext cx="24" cy="1"/>
                </a:xfrm>
                <a:prstGeom prst="line">
                  <a:avLst/>
                </a:prstGeom>
                <a:grpFill/>
                <a:ln w="12700">
                  <a:solidFill>
                    <a:schemeClr val="bg1"/>
                  </a:solidFill>
                  <a:round/>
                  <a:headEnd/>
                  <a:tailEnd/>
                </a:ln>
              </p:spPr>
              <p:txBody>
                <a:bodyPr/>
                <a:lstStyle/>
                <a:p>
                  <a:endParaRPr lang="en-US"/>
                </a:p>
              </p:txBody>
            </p:sp>
            <p:sp>
              <p:nvSpPr>
                <p:cNvPr id="104478" name="Line 248">
                  <a:extLst>
                    <a:ext uri="{FF2B5EF4-FFF2-40B4-BE49-F238E27FC236}">
                      <a16:creationId xmlns:a16="http://schemas.microsoft.com/office/drawing/2014/main" id="{30C434D3-24F4-0A65-716F-23232ED47131}"/>
                    </a:ext>
                  </a:extLst>
                </p:cNvPr>
                <p:cNvSpPr>
                  <a:spLocks noChangeShapeType="1"/>
                </p:cNvSpPr>
                <p:nvPr/>
              </p:nvSpPr>
              <p:spPr bwMode="auto">
                <a:xfrm>
                  <a:off x="2694" y="3288"/>
                  <a:ext cx="16" cy="1"/>
                </a:xfrm>
                <a:prstGeom prst="line">
                  <a:avLst/>
                </a:prstGeom>
                <a:grpFill/>
                <a:ln w="12700">
                  <a:solidFill>
                    <a:schemeClr val="bg1"/>
                  </a:solidFill>
                  <a:round/>
                  <a:headEnd/>
                  <a:tailEnd/>
                </a:ln>
              </p:spPr>
              <p:txBody>
                <a:bodyPr/>
                <a:lstStyle/>
                <a:p>
                  <a:endParaRPr lang="en-US"/>
                </a:p>
              </p:txBody>
            </p:sp>
          </p:grpSp>
        </p:grpSp>
        <p:grpSp>
          <p:nvGrpSpPr>
            <p:cNvPr id="103495" name="Group 249">
              <a:extLst>
                <a:ext uri="{FF2B5EF4-FFF2-40B4-BE49-F238E27FC236}">
                  <a16:creationId xmlns:a16="http://schemas.microsoft.com/office/drawing/2014/main" id="{F3849628-4B0D-6413-6DA4-A97179035D92}"/>
                </a:ext>
              </a:extLst>
            </p:cNvPr>
            <p:cNvGrpSpPr>
              <a:grpSpLocks/>
            </p:cNvGrpSpPr>
            <p:nvPr/>
          </p:nvGrpSpPr>
          <p:grpSpPr bwMode="auto">
            <a:xfrm>
              <a:off x="1489" y="3567"/>
              <a:ext cx="423" cy="56"/>
              <a:chOff x="1489" y="3567"/>
              <a:chExt cx="423" cy="56"/>
            </a:xfrm>
            <a:grpFill/>
          </p:grpSpPr>
          <p:sp>
            <p:nvSpPr>
              <p:cNvPr id="104463" name="Freeform 250">
                <a:extLst>
                  <a:ext uri="{FF2B5EF4-FFF2-40B4-BE49-F238E27FC236}">
                    <a16:creationId xmlns:a16="http://schemas.microsoft.com/office/drawing/2014/main" id="{A511233C-3388-7391-08BA-4769B425E466}"/>
                  </a:ext>
                </a:extLst>
              </p:cNvPr>
              <p:cNvSpPr>
                <a:spLocks/>
              </p:cNvSpPr>
              <p:nvPr/>
            </p:nvSpPr>
            <p:spPr bwMode="auto">
              <a:xfrm>
                <a:off x="1800"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solidFill>
                <a:round/>
                <a:headEnd/>
                <a:tailEnd/>
              </a:ln>
            </p:spPr>
            <p:txBody>
              <a:bodyPr/>
              <a:lstStyle/>
              <a:p>
                <a:endParaRPr lang="en-US"/>
              </a:p>
            </p:txBody>
          </p:sp>
          <p:grpSp>
            <p:nvGrpSpPr>
              <p:cNvPr id="104464" name="Group 251">
                <a:extLst>
                  <a:ext uri="{FF2B5EF4-FFF2-40B4-BE49-F238E27FC236}">
                    <a16:creationId xmlns:a16="http://schemas.microsoft.com/office/drawing/2014/main" id="{F1FDC69C-11D3-BBAC-73A5-38AAAE2C44EC}"/>
                  </a:ext>
                </a:extLst>
              </p:cNvPr>
              <p:cNvGrpSpPr>
                <a:grpSpLocks/>
              </p:cNvGrpSpPr>
              <p:nvPr/>
            </p:nvGrpSpPr>
            <p:grpSpPr bwMode="auto">
              <a:xfrm>
                <a:off x="1489" y="3591"/>
                <a:ext cx="303" cy="1"/>
                <a:chOff x="1489" y="3591"/>
                <a:chExt cx="303" cy="1"/>
              </a:xfrm>
              <a:grpFill/>
            </p:grpSpPr>
            <p:sp>
              <p:nvSpPr>
                <p:cNvPr id="104465" name="Line 252">
                  <a:extLst>
                    <a:ext uri="{FF2B5EF4-FFF2-40B4-BE49-F238E27FC236}">
                      <a16:creationId xmlns:a16="http://schemas.microsoft.com/office/drawing/2014/main" id="{41B260C8-643C-D29E-EA35-0A974048F90B}"/>
                    </a:ext>
                  </a:extLst>
                </p:cNvPr>
                <p:cNvSpPr>
                  <a:spLocks noChangeShapeType="1"/>
                </p:cNvSpPr>
                <p:nvPr/>
              </p:nvSpPr>
              <p:spPr bwMode="auto">
                <a:xfrm>
                  <a:off x="1489" y="3591"/>
                  <a:ext cx="24" cy="1"/>
                </a:xfrm>
                <a:prstGeom prst="line">
                  <a:avLst/>
                </a:prstGeom>
                <a:grpFill/>
                <a:ln w="12700">
                  <a:solidFill>
                    <a:schemeClr val="bg1"/>
                  </a:solidFill>
                  <a:round/>
                  <a:headEnd/>
                  <a:tailEnd/>
                </a:ln>
              </p:spPr>
              <p:txBody>
                <a:bodyPr/>
                <a:lstStyle/>
                <a:p>
                  <a:endParaRPr lang="en-US"/>
                </a:p>
              </p:txBody>
            </p:sp>
            <p:sp>
              <p:nvSpPr>
                <p:cNvPr id="104466" name="Line 253">
                  <a:extLst>
                    <a:ext uri="{FF2B5EF4-FFF2-40B4-BE49-F238E27FC236}">
                      <a16:creationId xmlns:a16="http://schemas.microsoft.com/office/drawing/2014/main" id="{787375FA-510C-75E1-E8B9-3B64A13740EC}"/>
                    </a:ext>
                  </a:extLst>
                </p:cNvPr>
                <p:cNvSpPr>
                  <a:spLocks noChangeShapeType="1"/>
                </p:cNvSpPr>
                <p:nvPr/>
              </p:nvSpPr>
              <p:spPr bwMode="auto">
                <a:xfrm>
                  <a:off x="1544" y="3591"/>
                  <a:ext cx="24" cy="1"/>
                </a:xfrm>
                <a:prstGeom prst="line">
                  <a:avLst/>
                </a:prstGeom>
                <a:grpFill/>
                <a:ln w="12700">
                  <a:solidFill>
                    <a:schemeClr val="bg1"/>
                  </a:solidFill>
                  <a:round/>
                  <a:headEnd/>
                  <a:tailEnd/>
                </a:ln>
              </p:spPr>
              <p:txBody>
                <a:bodyPr/>
                <a:lstStyle/>
                <a:p>
                  <a:endParaRPr lang="en-US"/>
                </a:p>
              </p:txBody>
            </p:sp>
            <p:sp>
              <p:nvSpPr>
                <p:cNvPr id="104467" name="Line 254">
                  <a:extLst>
                    <a:ext uri="{FF2B5EF4-FFF2-40B4-BE49-F238E27FC236}">
                      <a16:creationId xmlns:a16="http://schemas.microsoft.com/office/drawing/2014/main" id="{768F65C8-943F-ED35-EA3E-7A3EA6306842}"/>
                    </a:ext>
                  </a:extLst>
                </p:cNvPr>
                <p:cNvSpPr>
                  <a:spLocks noChangeShapeType="1"/>
                </p:cNvSpPr>
                <p:nvPr/>
              </p:nvSpPr>
              <p:spPr bwMode="auto">
                <a:xfrm>
                  <a:off x="1600" y="3591"/>
                  <a:ext cx="24" cy="1"/>
                </a:xfrm>
                <a:prstGeom prst="line">
                  <a:avLst/>
                </a:prstGeom>
                <a:grpFill/>
                <a:ln w="12700">
                  <a:solidFill>
                    <a:schemeClr val="bg1"/>
                  </a:solidFill>
                  <a:round/>
                  <a:headEnd/>
                  <a:tailEnd/>
                </a:ln>
              </p:spPr>
              <p:txBody>
                <a:bodyPr/>
                <a:lstStyle/>
                <a:p>
                  <a:endParaRPr lang="en-US"/>
                </a:p>
              </p:txBody>
            </p:sp>
            <p:sp>
              <p:nvSpPr>
                <p:cNvPr id="104468" name="Line 255">
                  <a:extLst>
                    <a:ext uri="{FF2B5EF4-FFF2-40B4-BE49-F238E27FC236}">
                      <a16:creationId xmlns:a16="http://schemas.microsoft.com/office/drawing/2014/main" id="{73DF0242-2568-166A-F3DA-B96E74E8AB9C}"/>
                    </a:ext>
                  </a:extLst>
                </p:cNvPr>
                <p:cNvSpPr>
                  <a:spLocks noChangeShapeType="1"/>
                </p:cNvSpPr>
                <p:nvPr/>
              </p:nvSpPr>
              <p:spPr bwMode="auto">
                <a:xfrm>
                  <a:off x="1656" y="3591"/>
                  <a:ext cx="24" cy="1"/>
                </a:xfrm>
                <a:prstGeom prst="line">
                  <a:avLst/>
                </a:prstGeom>
                <a:grpFill/>
                <a:ln w="12700">
                  <a:solidFill>
                    <a:schemeClr val="bg1"/>
                  </a:solidFill>
                  <a:round/>
                  <a:headEnd/>
                  <a:tailEnd/>
                </a:ln>
              </p:spPr>
              <p:txBody>
                <a:bodyPr/>
                <a:lstStyle/>
                <a:p>
                  <a:endParaRPr lang="en-US"/>
                </a:p>
              </p:txBody>
            </p:sp>
            <p:sp>
              <p:nvSpPr>
                <p:cNvPr id="104469" name="Line 256">
                  <a:extLst>
                    <a:ext uri="{FF2B5EF4-FFF2-40B4-BE49-F238E27FC236}">
                      <a16:creationId xmlns:a16="http://schemas.microsoft.com/office/drawing/2014/main" id="{DD93CCF2-42F4-EF67-44EC-2F45EB5D1689}"/>
                    </a:ext>
                  </a:extLst>
                </p:cNvPr>
                <p:cNvSpPr>
                  <a:spLocks noChangeShapeType="1"/>
                </p:cNvSpPr>
                <p:nvPr/>
              </p:nvSpPr>
              <p:spPr bwMode="auto">
                <a:xfrm>
                  <a:off x="1712" y="3591"/>
                  <a:ext cx="24" cy="1"/>
                </a:xfrm>
                <a:prstGeom prst="line">
                  <a:avLst/>
                </a:prstGeom>
                <a:grpFill/>
                <a:ln w="12700">
                  <a:solidFill>
                    <a:schemeClr val="bg1"/>
                  </a:solidFill>
                  <a:round/>
                  <a:headEnd/>
                  <a:tailEnd/>
                </a:ln>
              </p:spPr>
              <p:txBody>
                <a:bodyPr/>
                <a:lstStyle/>
                <a:p>
                  <a:endParaRPr lang="en-US"/>
                </a:p>
              </p:txBody>
            </p:sp>
            <p:sp>
              <p:nvSpPr>
                <p:cNvPr id="104470" name="Line 257">
                  <a:extLst>
                    <a:ext uri="{FF2B5EF4-FFF2-40B4-BE49-F238E27FC236}">
                      <a16:creationId xmlns:a16="http://schemas.microsoft.com/office/drawing/2014/main" id="{AF9CE714-276B-BD1B-3AFF-D6027A697FC6}"/>
                    </a:ext>
                  </a:extLst>
                </p:cNvPr>
                <p:cNvSpPr>
                  <a:spLocks noChangeShapeType="1"/>
                </p:cNvSpPr>
                <p:nvPr/>
              </p:nvSpPr>
              <p:spPr bwMode="auto">
                <a:xfrm>
                  <a:off x="1768" y="3591"/>
                  <a:ext cx="24" cy="1"/>
                </a:xfrm>
                <a:prstGeom prst="line">
                  <a:avLst/>
                </a:prstGeom>
                <a:grpFill/>
                <a:ln w="12700">
                  <a:solidFill>
                    <a:schemeClr val="bg1"/>
                  </a:solidFill>
                  <a:round/>
                  <a:headEnd/>
                  <a:tailEnd/>
                </a:ln>
              </p:spPr>
              <p:txBody>
                <a:bodyPr/>
                <a:lstStyle/>
                <a:p>
                  <a:endParaRPr lang="en-US"/>
                </a:p>
              </p:txBody>
            </p:sp>
          </p:grpSp>
        </p:grpSp>
        <p:grpSp>
          <p:nvGrpSpPr>
            <p:cNvPr id="103496" name="Group 258">
              <a:extLst>
                <a:ext uri="{FF2B5EF4-FFF2-40B4-BE49-F238E27FC236}">
                  <a16:creationId xmlns:a16="http://schemas.microsoft.com/office/drawing/2014/main" id="{8CC420F3-F773-6782-4E26-1D3CAFBAB98F}"/>
                </a:ext>
              </a:extLst>
            </p:cNvPr>
            <p:cNvGrpSpPr>
              <a:grpSpLocks/>
            </p:cNvGrpSpPr>
            <p:nvPr/>
          </p:nvGrpSpPr>
          <p:grpSpPr bwMode="auto">
            <a:xfrm>
              <a:off x="1952" y="3567"/>
              <a:ext cx="415" cy="56"/>
              <a:chOff x="1952" y="3567"/>
              <a:chExt cx="415" cy="56"/>
            </a:xfrm>
            <a:grpFill/>
          </p:grpSpPr>
          <p:sp>
            <p:nvSpPr>
              <p:cNvPr id="104455" name="Freeform 259">
                <a:extLst>
                  <a:ext uri="{FF2B5EF4-FFF2-40B4-BE49-F238E27FC236}">
                    <a16:creationId xmlns:a16="http://schemas.microsoft.com/office/drawing/2014/main" id="{7A98AF2F-5E4D-045C-734F-92AACE786D57}"/>
                  </a:ext>
                </a:extLst>
              </p:cNvPr>
              <p:cNvSpPr>
                <a:spLocks/>
              </p:cNvSpPr>
              <p:nvPr/>
            </p:nvSpPr>
            <p:spPr bwMode="auto">
              <a:xfrm>
                <a:off x="2255"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solidFill>
                <a:round/>
                <a:headEnd/>
                <a:tailEnd/>
              </a:ln>
            </p:spPr>
            <p:txBody>
              <a:bodyPr/>
              <a:lstStyle/>
              <a:p>
                <a:endParaRPr lang="en-US"/>
              </a:p>
            </p:txBody>
          </p:sp>
          <p:grpSp>
            <p:nvGrpSpPr>
              <p:cNvPr id="104456" name="Group 260">
                <a:extLst>
                  <a:ext uri="{FF2B5EF4-FFF2-40B4-BE49-F238E27FC236}">
                    <a16:creationId xmlns:a16="http://schemas.microsoft.com/office/drawing/2014/main" id="{3BD22524-F8D6-9FB3-47E1-FF06548FDF67}"/>
                  </a:ext>
                </a:extLst>
              </p:cNvPr>
              <p:cNvGrpSpPr>
                <a:grpSpLocks/>
              </p:cNvGrpSpPr>
              <p:nvPr/>
            </p:nvGrpSpPr>
            <p:grpSpPr bwMode="auto">
              <a:xfrm>
                <a:off x="1952" y="3591"/>
                <a:ext cx="295" cy="1"/>
                <a:chOff x="1952" y="3591"/>
                <a:chExt cx="295" cy="1"/>
              </a:xfrm>
              <a:grpFill/>
            </p:grpSpPr>
            <p:sp>
              <p:nvSpPr>
                <p:cNvPr id="104457" name="Line 261">
                  <a:extLst>
                    <a:ext uri="{FF2B5EF4-FFF2-40B4-BE49-F238E27FC236}">
                      <a16:creationId xmlns:a16="http://schemas.microsoft.com/office/drawing/2014/main" id="{AFA6A788-E375-E3BB-321B-27C86AD37B47}"/>
                    </a:ext>
                  </a:extLst>
                </p:cNvPr>
                <p:cNvSpPr>
                  <a:spLocks noChangeShapeType="1"/>
                </p:cNvSpPr>
                <p:nvPr/>
              </p:nvSpPr>
              <p:spPr bwMode="auto">
                <a:xfrm>
                  <a:off x="1952" y="3591"/>
                  <a:ext cx="24" cy="1"/>
                </a:xfrm>
                <a:prstGeom prst="line">
                  <a:avLst/>
                </a:prstGeom>
                <a:grpFill/>
                <a:ln w="12700">
                  <a:solidFill>
                    <a:schemeClr val="bg1"/>
                  </a:solidFill>
                  <a:round/>
                  <a:headEnd/>
                  <a:tailEnd/>
                </a:ln>
              </p:spPr>
              <p:txBody>
                <a:bodyPr/>
                <a:lstStyle/>
                <a:p>
                  <a:endParaRPr lang="en-US"/>
                </a:p>
              </p:txBody>
            </p:sp>
            <p:sp>
              <p:nvSpPr>
                <p:cNvPr id="104458" name="Line 262">
                  <a:extLst>
                    <a:ext uri="{FF2B5EF4-FFF2-40B4-BE49-F238E27FC236}">
                      <a16:creationId xmlns:a16="http://schemas.microsoft.com/office/drawing/2014/main" id="{2EFF3943-E10D-2B58-30F7-D69367C7A86B}"/>
                    </a:ext>
                  </a:extLst>
                </p:cNvPr>
                <p:cNvSpPr>
                  <a:spLocks noChangeShapeType="1"/>
                </p:cNvSpPr>
                <p:nvPr/>
              </p:nvSpPr>
              <p:spPr bwMode="auto">
                <a:xfrm>
                  <a:off x="2008" y="3591"/>
                  <a:ext cx="23" cy="1"/>
                </a:xfrm>
                <a:prstGeom prst="line">
                  <a:avLst/>
                </a:prstGeom>
                <a:grpFill/>
                <a:ln w="12700">
                  <a:solidFill>
                    <a:schemeClr val="bg1"/>
                  </a:solidFill>
                  <a:round/>
                  <a:headEnd/>
                  <a:tailEnd/>
                </a:ln>
              </p:spPr>
              <p:txBody>
                <a:bodyPr/>
                <a:lstStyle/>
                <a:p>
                  <a:endParaRPr lang="en-US"/>
                </a:p>
              </p:txBody>
            </p:sp>
            <p:sp>
              <p:nvSpPr>
                <p:cNvPr id="104459" name="Line 263">
                  <a:extLst>
                    <a:ext uri="{FF2B5EF4-FFF2-40B4-BE49-F238E27FC236}">
                      <a16:creationId xmlns:a16="http://schemas.microsoft.com/office/drawing/2014/main" id="{AEF3C0F7-8552-ABB5-DA27-A4710869E38E}"/>
                    </a:ext>
                  </a:extLst>
                </p:cNvPr>
                <p:cNvSpPr>
                  <a:spLocks noChangeShapeType="1"/>
                </p:cNvSpPr>
                <p:nvPr/>
              </p:nvSpPr>
              <p:spPr bwMode="auto">
                <a:xfrm>
                  <a:off x="2063" y="3591"/>
                  <a:ext cx="24" cy="1"/>
                </a:xfrm>
                <a:prstGeom prst="line">
                  <a:avLst/>
                </a:prstGeom>
                <a:grpFill/>
                <a:ln w="12700">
                  <a:solidFill>
                    <a:schemeClr val="bg1"/>
                  </a:solidFill>
                  <a:round/>
                  <a:headEnd/>
                  <a:tailEnd/>
                </a:ln>
              </p:spPr>
              <p:txBody>
                <a:bodyPr/>
                <a:lstStyle/>
                <a:p>
                  <a:endParaRPr lang="en-US"/>
                </a:p>
              </p:txBody>
            </p:sp>
            <p:sp>
              <p:nvSpPr>
                <p:cNvPr id="104460" name="Line 264">
                  <a:extLst>
                    <a:ext uri="{FF2B5EF4-FFF2-40B4-BE49-F238E27FC236}">
                      <a16:creationId xmlns:a16="http://schemas.microsoft.com/office/drawing/2014/main" id="{26D1E525-9BE7-1D66-EADB-3F4DDC99F6DE}"/>
                    </a:ext>
                  </a:extLst>
                </p:cNvPr>
                <p:cNvSpPr>
                  <a:spLocks noChangeShapeType="1"/>
                </p:cNvSpPr>
                <p:nvPr/>
              </p:nvSpPr>
              <p:spPr bwMode="auto">
                <a:xfrm>
                  <a:off x="2119" y="3591"/>
                  <a:ext cx="24" cy="1"/>
                </a:xfrm>
                <a:prstGeom prst="line">
                  <a:avLst/>
                </a:prstGeom>
                <a:grpFill/>
                <a:ln w="12700">
                  <a:solidFill>
                    <a:schemeClr val="bg1"/>
                  </a:solidFill>
                  <a:round/>
                  <a:headEnd/>
                  <a:tailEnd/>
                </a:ln>
              </p:spPr>
              <p:txBody>
                <a:bodyPr/>
                <a:lstStyle/>
                <a:p>
                  <a:endParaRPr lang="en-US"/>
                </a:p>
              </p:txBody>
            </p:sp>
            <p:sp>
              <p:nvSpPr>
                <p:cNvPr id="104461" name="Line 265">
                  <a:extLst>
                    <a:ext uri="{FF2B5EF4-FFF2-40B4-BE49-F238E27FC236}">
                      <a16:creationId xmlns:a16="http://schemas.microsoft.com/office/drawing/2014/main" id="{FB8AAE9B-BEFE-AE07-D194-046409E13F74}"/>
                    </a:ext>
                  </a:extLst>
                </p:cNvPr>
                <p:cNvSpPr>
                  <a:spLocks noChangeShapeType="1"/>
                </p:cNvSpPr>
                <p:nvPr/>
              </p:nvSpPr>
              <p:spPr bwMode="auto">
                <a:xfrm>
                  <a:off x="2175" y="3591"/>
                  <a:ext cx="24" cy="1"/>
                </a:xfrm>
                <a:prstGeom prst="line">
                  <a:avLst/>
                </a:prstGeom>
                <a:grpFill/>
                <a:ln w="12700">
                  <a:solidFill>
                    <a:schemeClr val="bg1"/>
                  </a:solidFill>
                  <a:round/>
                  <a:headEnd/>
                  <a:tailEnd/>
                </a:ln>
              </p:spPr>
              <p:txBody>
                <a:bodyPr/>
                <a:lstStyle/>
                <a:p>
                  <a:endParaRPr lang="en-US"/>
                </a:p>
              </p:txBody>
            </p:sp>
            <p:sp>
              <p:nvSpPr>
                <p:cNvPr id="104462" name="Line 266">
                  <a:extLst>
                    <a:ext uri="{FF2B5EF4-FFF2-40B4-BE49-F238E27FC236}">
                      <a16:creationId xmlns:a16="http://schemas.microsoft.com/office/drawing/2014/main" id="{108439E6-A94E-A4F9-6A45-398EFDC0128C}"/>
                    </a:ext>
                  </a:extLst>
                </p:cNvPr>
                <p:cNvSpPr>
                  <a:spLocks noChangeShapeType="1"/>
                </p:cNvSpPr>
                <p:nvPr/>
              </p:nvSpPr>
              <p:spPr bwMode="auto">
                <a:xfrm>
                  <a:off x="2231" y="3591"/>
                  <a:ext cx="16" cy="1"/>
                </a:xfrm>
                <a:prstGeom prst="line">
                  <a:avLst/>
                </a:prstGeom>
                <a:grpFill/>
                <a:ln w="12700">
                  <a:solidFill>
                    <a:schemeClr val="bg1"/>
                  </a:solidFill>
                  <a:round/>
                  <a:headEnd/>
                  <a:tailEnd/>
                </a:ln>
              </p:spPr>
              <p:txBody>
                <a:bodyPr/>
                <a:lstStyle/>
                <a:p>
                  <a:endParaRPr lang="en-US"/>
                </a:p>
              </p:txBody>
            </p:sp>
          </p:grpSp>
        </p:grpSp>
        <p:grpSp>
          <p:nvGrpSpPr>
            <p:cNvPr id="103497" name="Group 267">
              <a:extLst>
                <a:ext uri="{FF2B5EF4-FFF2-40B4-BE49-F238E27FC236}">
                  <a16:creationId xmlns:a16="http://schemas.microsoft.com/office/drawing/2014/main" id="{494BFA05-D949-8E0D-5866-837B227D3036}"/>
                </a:ext>
              </a:extLst>
            </p:cNvPr>
            <p:cNvGrpSpPr>
              <a:grpSpLocks/>
            </p:cNvGrpSpPr>
            <p:nvPr/>
          </p:nvGrpSpPr>
          <p:grpSpPr bwMode="auto">
            <a:xfrm>
              <a:off x="2407" y="3567"/>
              <a:ext cx="415" cy="56"/>
              <a:chOff x="2407" y="3567"/>
              <a:chExt cx="415" cy="56"/>
            </a:xfrm>
            <a:grpFill/>
          </p:grpSpPr>
          <p:sp>
            <p:nvSpPr>
              <p:cNvPr id="104447" name="Freeform 268">
                <a:extLst>
                  <a:ext uri="{FF2B5EF4-FFF2-40B4-BE49-F238E27FC236}">
                    <a16:creationId xmlns:a16="http://schemas.microsoft.com/office/drawing/2014/main" id="{BE68EEDF-3EE3-687A-6F70-29EBDDDB6C36}"/>
                  </a:ext>
                </a:extLst>
              </p:cNvPr>
              <p:cNvSpPr>
                <a:spLocks/>
              </p:cNvSpPr>
              <p:nvPr/>
            </p:nvSpPr>
            <p:spPr bwMode="auto">
              <a:xfrm>
                <a:off x="2710"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solidFill>
                <a:round/>
                <a:headEnd/>
                <a:tailEnd/>
              </a:ln>
            </p:spPr>
            <p:txBody>
              <a:bodyPr/>
              <a:lstStyle/>
              <a:p>
                <a:endParaRPr lang="en-US"/>
              </a:p>
            </p:txBody>
          </p:sp>
          <p:grpSp>
            <p:nvGrpSpPr>
              <p:cNvPr id="104448" name="Group 269">
                <a:extLst>
                  <a:ext uri="{FF2B5EF4-FFF2-40B4-BE49-F238E27FC236}">
                    <a16:creationId xmlns:a16="http://schemas.microsoft.com/office/drawing/2014/main" id="{94C9ACFA-65E0-8A40-4A25-A8374256A668}"/>
                  </a:ext>
                </a:extLst>
              </p:cNvPr>
              <p:cNvGrpSpPr>
                <a:grpSpLocks/>
              </p:cNvGrpSpPr>
              <p:nvPr/>
            </p:nvGrpSpPr>
            <p:grpSpPr bwMode="auto">
              <a:xfrm>
                <a:off x="2407" y="3591"/>
                <a:ext cx="295" cy="1"/>
                <a:chOff x="2407" y="3591"/>
                <a:chExt cx="295" cy="1"/>
              </a:xfrm>
              <a:grpFill/>
            </p:grpSpPr>
            <p:sp>
              <p:nvSpPr>
                <p:cNvPr id="104449" name="Line 270">
                  <a:extLst>
                    <a:ext uri="{FF2B5EF4-FFF2-40B4-BE49-F238E27FC236}">
                      <a16:creationId xmlns:a16="http://schemas.microsoft.com/office/drawing/2014/main" id="{6C51467A-89A5-EA08-8F8A-E6167C891A61}"/>
                    </a:ext>
                  </a:extLst>
                </p:cNvPr>
                <p:cNvSpPr>
                  <a:spLocks noChangeShapeType="1"/>
                </p:cNvSpPr>
                <p:nvPr/>
              </p:nvSpPr>
              <p:spPr bwMode="auto">
                <a:xfrm>
                  <a:off x="2407" y="3591"/>
                  <a:ext cx="24" cy="1"/>
                </a:xfrm>
                <a:prstGeom prst="line">
                  <a:avLst/>
                </a:prstGeom>
                <a:grpFill/>
                <a:ln w="12700">
                  <a:solidFill>
                    <a:schemeClr val="bg1"/>
                  </a:solidFill>
                  <a:round/>
                  <a:headEnd/>
                  <a:tailEnd/>
                </a:ln>
              </p:spPr>
              <p:txBody>
                <a:bodyPr/>
                <a:lstStyle/>
                <a:p>
                  <a:endParaRPr lang="en-US"/>
                </a:p>
              </p:txBody>
            </p:sp>
            <p:sp>
              <p:nvSpPr>
                <p:cNvPr id="104450" name="Line 271">
                  <a:extLst>
                    <a:ext uri="{FF2B5EF4-FFF2-40B4-BE49-F238E27FC236}">
                      <a16:creationId xmlns:a16="http://schemas.microsoft.com/office/drawing/2014/main" id="{C9A80455-39D9-6117-3A10-F49328156A54}"/>
                    </a:ext>
                  </a:extLst>
                </p:cNvPr>
                <p:cNvSpPr>
                  <a:spLocks noChangeShapeType="1"/>
                </p:cNvSpPr>
                <p:nvPr/>
              </p:nvSpPr>
              <p:spPr bwMode="auto">
                <a:xfrm>
                  <a:off x="2463" y="3591"/>
                  <a:ext cx="24" cy="1"/>
                </a:xfrm>
                <a:prstGeom prst="line">
                  <a:avLst/>
                </a:prstGeom>
                <a:grpFill/>
                <a:ln w="12700">
                  <a:solidFill>
                    <a:schemeClr val="bg1"/>
                  </a:solidFill>
                  <a:round/>
                  <a:headEnd/>
                  <a:tailEnd/>
                </a:ln>
              </p:spPr>
              <p:txBody>
                <a:bodyPr/>
                <a:lstStyle/>
                <a:p>
                  <a:endParaRPr lang="en-US"/>
                </a:p>
              </p:txBody>
            </p:sp>
            <p:sp>
              <p:nvSpPr>
                <p:cNvPr id="104451" name="Line 272">
                  <a:extLst>
                    <a:ext uri="{FF2B5EF4-FFF2-40B4-BE49-F238E27FC236}">
                      <a16:creationId xmlns:a16="http://schemas.microsoft.com/office/drawing/2014/main" id="{3AEAB98F-3D25-9DEC-8AD3-174F34A66A46}"/>
                    </a:ext>
                  </a:extLst>
                </p:cNvPr>
                <p:cNvSpPr>
                  <a:spLocks noChangeShapeType="1"/>
                </p:cNvSpPr>
                <p:nvPr/>
              </p:nvSpPr>
              <p:spPr bwMode="auto">
                <a:xfrm>
                  <a:off x="2518" y="3591"/>
                  <a:ext cx="24" cy="1"/>
                </a:xfrm>
                <a:prstGeom prst="line">
                  <a:avLst/>
                </a:prstGeom>
                <a:grpFill/>
                <a:ln w="12700">
                  <a:solidFill>
                    <a:schemeClr val="bg1"/>
                  </a:solidFill>
                  <a:round/>
                  <a:headEnd/>
                  <a:tailEnd/>
                </a:ln>
              </p:spPr>
              <p:txBody>
                <a:bodyPr/>
                <a:lstStyle/>
                <a:p>
                  <a:endParaRPr lang="en-US"/>
                </a:p>
              </p:txBody>
            </p:sp>
            <p:sp>
              <p:nvSpPr>
                <p:cNvPr id="104452" name="Line 273">
                  <a:extLst>
                    <a:ext uri="{FF2B5EF4-FFF2-40B4-BE49-F238E27FC236}">
                      <a16:creationId xmlns:a16="http://schemas.microsoft.com/office/drawing/2014/main" id="{87116609-EF2E-D669-CB59-29BFEDD8E3D2}"/>
                    </a:ext>
                  </a:extLst>
                </p:cNvPr>
                <p:cNvSpPr>
                  <a:spLocks noChangeShapeType="1"/>
                </p:cNvSpPr>
                <p:nvPr/>
              </p:nvSpPr>
              <p:spPr bwMode="auto">
                <a:xfrm>
                  <a:off x="2574" y="3591"/>
                  <a:ext cx="24" cy="1"/>
                </a:xfrm>
                <a:prstGeom prst="line">
                  <a:avLst/>
                </a:prstGeom>
                <a:grpFill/>
                <a:ln w="12700">
                  <a:solidFill>
                    <a:schemeClr val="bg1"/>
                  </a:solidFill>
                  <a:round/>
                  <a:headEnd/>
                  <a:tailEnd/>
                </a:ln>
              </p:spPr>
              <p:txBody>
                <a:bodyPr/>
                <a:lstStyle/>
                <a:p>
                  <a:endParaRPr lang="en-US"/>
                </a:p>
              </p:txBody>
            </p:sp>
            <p:sp>
              <p:nvSpPr>
                <p:cNvPr id="104453" name="Line 274">
                  <a:extLst>
                    <a:ext uri="{FF2B5EF4-FFF2-40B4-BE49-F238E27FC236}">
                      <a16:creationId xmlns:a16="http://schemas.microsoft.com/office/drawing/2014/main" id="{94657071-F191-E21C-C0CA-61E9810496F9}"/>
                    </a:ext>
                  </a:extLst>
                </p:cNvPr>
                <p:cNvSpPr>
                  <a:spLocks noChangeShapeType="1"/>
                </p:cNvSpPr>
                <p:nvPr/>
              </p:nvSpPr>
              <p:spPr bwMode="auto">
                <a:xfrm>
                  <a:off x="2630" y="3591"/>
                  <a:ext cx="24" cy="1"/>
                </a:xfrm>
                <a:prstGeom prst="line">
                  <a:avLst/>
                </a:prstGeom>
                <a:grpFill/>
                <a:ln w="12700">
                  <a:solidFill>
                    <a:schemeClr val="bg1"/>
                  </a:solidFill>
                  <a:round/>
                  <a:headEnd/>
                  <a:tailEnd/>
                </a:ln>
              </p:spPr>
              <p:txBody>
                <a:bodyPr/>
                <a:lstStyle/>
                <a:p>
                  <a:endParaRPr lang="en-US"/>
                </a:p>
              </p:txBody>
            </p:sp>
            <p:sp>
              <p:nvSpPr>
                <p:cNvPr id="104454" name="Line 275">
                  <a:extLst>
                    <a:ext uri="{FF2B5EF4-FFF2-40B4-BE49-F238E27FC236}">
                      <a16:creationId xmlns:a16="http://schemas.microsoft.com/office/drawing/2014/main" id="{12A6C547-8615-DC79-1DF4-A79C57A3C284}"/>
                    </a:ext>
                  </a:extLst>
                </p:cNvPr>
                <p:cNvSpPr>
                  <a:spLocks noChangeShapeType="1"/>
                </p:cNvSpPr>
                <p:nvPr/>
              </p:nvSpPr>
              <p:spPr bwMode="auto">
                <a:xfrm>
                  <a:off x="2686" y="3591"/>
                  <a:ext cx="16" cy="1"/>
                </a:xfrm>
                <a:prstGeom prst="line">
                  <a:avLst/>
                </a:prstGeom>
                <a:grpFill/>
                <a:ln w="12700">
                  <a:solidFill>
                    <a:schemeClr val="bg1"/>
                  </a:solidFill>
                  <a:round/>
                  <a:headEnd/>
                  <a:tailEnd/>
                </a:ln>
              </p:spPr>
              <p:txBody>
                <a:bodyPr/>
                <a:lstStyle/>
                <a:p>
                  <a:endParaRPr lang="en-US"/>
                </a:p>
              </p:txBody>
            </p:sp>
          </p:grpSp>
        </p:grpSp>
        <p:grpSp>
          <p:nvGrpSpPr>
            <p:cNvPr id="103498" name="Group 276">
              <a:extLst>
                <a:ext uri="{FF2B5EF4-FFF2-40B4-BE49-F238E27FC236}">
                  <a16:creationId xmlns:a16="http://schemas.microsoft.com/office/drawing/2014/main" id="{0BA1FE43-C9FB-825B-F4DD-95C087DF8DE6}"/>
                </a:ext>
              </a:extLst>
            </p:cNvPr>
            <p:cNvGrpSpPr>
              <a:grpSpLocks/>
            </p:cNvGrpSpPr>
            <p:nvPr/>
          </p:nvGrpSpPr>
          <p:grpSpPr bwMode="auto">
            <a:xfrm>
              <a:off x="1944" y="2690"/>
              <a:ext cx="894" cy="596"/>
              <a:chOff x="1944" y="2690"/>
              <a:chExt cx="894" cy="596"/>
            </a:xfrm>
            <a:grpFill/>
          </p:grpSpPr>
          <p:sp>
            <p:nvSpPr>
              <p:cNvPr id="104445" name="Freeform 277">
                <a:extLst>
                  <a:ext uri="{FF2B5EF4-FFF2-40B4-BE49-F238E27FC236}">
                    <a16:creationId xmlns:a16="http://schemas.microsoft.com/office/drawing/2014/main" id="{592AFE81-C550-FF48-447C-B675503EE0AA}"/>
                  </a:ext>
                </a:extLst>
              </p:cNvPr>
              <p:cNvSpPr>
                <a:spLocks/>
              </p:cNvSpPr>
              <p:nvPr/>
            </p:nvSpPr>
            <p:spPr bwMode="auto">
              <a:xfrm>
                <a:off x="2702" y="2690"/>
                <a:ext cx="136" cy="104"/>
              </a:xfrm>
              <a:custGeom>
                <a:avLst/>
                <a:gdLst>
                  <a:gd name="T0" fmla="*/ 136 w 136"/>
                  <a:gd name="T1" fmla="*/ 0 h 104"/>
                  <a:gd name="T2" fmla="*/ 40 w 136"/>
                  <a:gd name="T3" fmla="*/ 104 h 104"/>
                  <a:gd name="T4" fmla="*/ 24 w 136"/>
                  <a:gd name="T5" fmla="*/ 72 h 104"/>
                  <a:gd name="T6" fmla="*/ 0 w 136"/>
                  <a:gd name="T7" fmla="*/ 48 h 104"/>
                  <a:gd name="T8" fmla="*/ 136 w 136"/>
                  <a:gd name="T9" fmla="*/ 0 h 104"/>
                  <a:gd name="T10" fmla="*/ 0 60000 65536"/>
                  <a:gd name="T11" fmla="*/ 0 60000 65536"/>
                  <a:gd name="T12" fmla="*/ 0 60000 65536"/>
                  <a:gd name="T13" fmla="*/ 0 60000 65536"/>
                  <a:gd name="T14" fmla="*/ 0 60000 65536"/>
                  <a:gd name="T15" fmla="*/ 0 w 136"/>
                  <a:gd name="T16" fmla="*/ 0 h 104"/>
                  <a:gd name="T17" fmla="*/ 136 w 136"/>
                  <a:gd name="T18" fmla="*/ 104 h 104"/>
                </a:gdLst>
                <a:ahLst/>
                <a:cxnLst>
                  <a:cxn ang="T10">
                    <a:pos x="T0" y="T1"/>
                  </a:cxn>
                  <a:cxn ang="T11">
                    <a:pos x="T2" y="T3"/>
                  </a:cxn>
                  <a:cxn ang="T12">
                    <a:pos x="T4" y="T5"/>
                  </a:cxn>
                  <a:cxn ang="T13">
                    <a:pos x="T6" y="T7"/>
                  </a:cxn>
                  <a:cxn ang="T14">
                    <a:pos x="T8" y="T9"/>
                  </a:cxn>
                </a:cxnLst>
                <a:rect l="T15" t="T16" r="T17" b="T18"/>
                <a:pathLst>
                  <a:path w="136" h="104">
                    <a:moveTo>
                      <a:pt x="136" y="0"/>
                    </a:moveTo>
                    <a:lnTo>
                      <a:pt x="40" y="104"/>
                    </a:lnTo>
                    <a:lnTo>
                      <a:pt x="24" y="72"/>
                    </a:lnTo>
                    <a:lnTo>
                      <a:pt x="0" y="48"/>
                    </a:lnTo>
                    <a:lnTo>
                      <a:pt x="136" y="0"/>
                    </a:lnTo>
                    <a:close/>
                  </a:path>
                </a:pathLst>
              </a:custGeom>
              <a:grpFill/>
              <a:ln w="9525">
                <a:solidFill>
                  <a:schemeClr val="bg1"/>
                </a:solidFill>
                <a:round/>
                <a:headEnd/>
                <a:tailEnd/>
              </a:ln>
            </p:spPr>
            <p:txBody>
              <a:bodyPr/>
              <a:lstStyle/>
              <a:p>
                <a:endParaRPr lang="en-US"/>
              </a:p>
            </p:txBody>
          </p:sp>
          <p:sp>
            <p:nvSpPr>
              <p:cNvPr id="104446" name="Line 278">
                <a:extLst>
                  <a:ext uri="{FF2B5EF4-FFF2-40B4-BE49-F238E27FC236}">
                    <a16:creationId xmlns:a16="http://schemas.microsoft.com/office/drawing/2014/main" id="{5DE3547F-7EEB-AF96-9D87-46751FAC51A2}"/>
                  </a:ext>
                </a:extLst>
              </p:cNvPr>
              <p:cNvSpPr>
                <a:spLocks noChangeShapeType="1"/>
              </p:cNvSpPr>
              <p:nvPr/>
            </p:nvSpPr>
            <p:spPr bwMode="auto">
              <a:xfrm flipV="1">
                <a:off x="1944" y="2758"/>
                <a:ext cx="790" cy="528"/>
              </a:xfrm>
              <a:prstGeom prst="line">
                <a:avLst/>
              </a:prstGeom>
              <a:grpFill/>
              <a:ln w="25400">
                <a:solidFill>
                  <a:schemeClr val="bg1"/>
                </a:solidFill>
                <a:round/>
                <a:headEnd/>
                <a:tailEnd/>
              </a:ln>
            </p:spPr>
            <p:txBody>
              <a:bodyPr/>
              <a:lstStyle/>
              <a:p>
                <a:endParaRPr lang="en-US"/>
              </a:p>
            </p:txBody>
          </p:sp>
        </p:grpSp>
        <p:grpSp>
          <p:nvGrpSpPr>
            <p:cNvPr id="103499" name="Group 279">
              <a:extLst>
                <a:ext uri="{FF2B5EF4-FFF2-40B4-BE49-F238E27FC236}">
                  <a16:creationId xmlns:a16="http://schemas.microsoft.com/office/drawing/2014/main" id="{AADDB65F-529F-F159-8676-BB674FD70597}"/>
                </a:ext>
              </a:extLst>
            </p:cNvPr>
            <p:cNvGrpSpPr>
              <a:grpSpLocks/>
            </p:cNvGrpSpPr>
            <p:nvPr/>
          </p:nvGrpSpPr>
          <p:grpSpPr bwMode="auto">
            <a:xfrm>
              <a:off x="1952" y="2376"/>
              <a:ext cx="886" cy="290"/>
              <a:chOff x="1952" y="2376"/>
              <a:chExt cx="886" cy="290"/>
            </a:xfrm>
            <a:grpFill/>
          </p:grpSpPr>
          <p:sp>
            <p:nvSpPr>
              <p:cNvPr id="104443" name="Freeform 280">
                <a:extLst>
                  <a:ext uri="{FF2B5EF4-FFF2-40B4-BE49-F238E27FC236}">
                    <a16:creationId xmlns:a16="http://schemas.microsoft.com/office/drawing/2014/main" id="{20DC6A8C-7C0D-C965-BBBF-B0B742B6633F}"/>
                  </a:ext>
                </a:extLst>
              </p:cNvPr>
              <p:cNvSpPr>
                <a:spLocks/>
              </p:cNvSpPr>
              <p:nvPr/>
            </p:nvSpPr>
            <p:spPr bwMode="auto">
              <a:xfrm>
                <a:off x="2702" y="2586"/>
                <a:ext cx="136" cy="80"/>
              </a:xfrm>
              <a:custGeom>
                <a:avLst/>
                <a:gdLst>
                  <a:gd name="T0" fmla="*/ 136 w 136"/>
                  <a:gd name="T1" fmla="*/ 80 h 80"/>
                  <a:gd name="T2" fmla="*/ 0 w 136"/>
                  <a:gd name="T3" fmla="*/ 64 h 80"/>
                  <a:gd name="T4" fmla="*/ 8 w 136"/>
                  <a:gd name="T5" fmla="*/ 32 h 80"/>
                  <a:gd name="T6" fmla="*/ 16 w 136"/>
                  <a:gd name="T7" fmla="*/ 0 h 80"/>
                  <a:gd name="T8" fmla="*/ 136 w 136"/>
                  <a:gd name="T9" fmla="*/ 80 h 80"/>
                  <a:gd name="T10" fmla="*/ 0 60000 65536"/>
                  <a:gd name="T11" fmla="*/ 0 60000 65536"/>
                  <a:gd name="T12" fmla="*/ 0 60000 65536"/>
                  <a:gd name="T13" fmla="*/ 0 60000 65536"/>
                  <a:gd name="T14" fmla="*/ 0 60000 65536"/>
                  <a:gd name="T15" fmla="*/ 0 w 136"/>
                  <a:gd name="T16" fmla="*/ 0 h 80"/>
                  <a:gd name="T17" fmla="*/ 136 w 136"/>
                  <a:gd name="T18" fmla="*/ 80 h 80"/>
                </a:gdLst>
                <a:ahLst/>
                <a:cxnLst>
                  <a:cxn ang="T10">
                    <a:pos x="T0" y="T1"/>
                  </a:cxn>
                  <a:cxn ang="T11">
                    <a:pos x="T2" y="T3"/>
                  </a:cxn>
                  <a:cxn ang="T12">
                    <a:pos x="T4" y="T5"/>
                  </a:cxn>
                  <a:cxn ang="T13">
                    <a:pos x="T6" y="T7"/>
                  </a:cxn>
                  <a:cxn ang="T14">
                    <a:pos x="T8" y="T9"/>
                  </a:cxn>
                </a:cxnLst>
                <a:rect l="T15" t="T16" r="T17" b="T18"/>
                <a:pathLst>
                  <a:path w="136" h="80">
                    <a:moveTo>
                      <a:pt x="136" y="80"/>
                    </a:moveTo>
                    <a:lnTo>
                      <a:pt x="0" y="64"/>
                    </a:lnTo>
                    <a:lnTo>
                      <a:pt x="8" y="32"/>
                    </a:lnTo>
                    <a:lnTo>
                      <a:pt x="16" y="0"/>
                    </a:lnTo>
                    <a:lnTo>
                      <a:pt x="136" y="80"/>
                    </a:lnTo>
                    <a:close/>
                  </a:path>
                </a:pathLst>
              </a:custGeom>
              <a:grpFill/>
              <a:ln w="9525">
                <a:solidFill>
                  <a:schemeClr val="bg1"/>
                </a:solidFill>
                <a:round/>
                <a:headEnd/>
                <a:tailEnd/>
              </a:ln>
            </p:spPr>
            <p:txBody>
              <a:bodyPr/>
              <a:lstStyle/>
              <a:p>
                <a:endParaRPr lang="en-US"/>
              </a:p>
            </p:txBody>
          </p:sp>
          <p:sp>
            <p:nvSpPr>
              <p:cNvPr id="104444" name="Line 281">
                <a:extLst>
                  <a:ext uri="{FF2B5EF4-FFF2-40B4-BE49-F238E27FC236}">
                    <a16:creationId xmlns:a16="http://schemas.microsoft.com/office/drawing/2014/main" id="{9310A34E-9E4A-52C1-6D53-893D66FCF0DF}"/>
                  </a:ext>
                </a:extLst>
              </p:cNvPr>
              <p:cNvSpPr>
                <a:spLocks noChangeShapeType="1"/>
              </p:cNvSpPr>
              <p:nvPr/>
            </p:nvSpPr>
            <p:spPr bwMode="auto">
              <a:xfrm>
                <a:off x="1952" y="2376"/>
                <a:ext cx="766" cy="244"/>
              </a:xfrm>
              <a:prstGeom prst="line">
                <a:avLst/>
              </a:prstGeom>
              <a:grpFill/>
              <a:ln w="25400">
                <a:solidFill>
                  <a:schemeClr val="bg1"/>
                </a:solidFill>
                <a:round/>
                <a:headEnd/>
                <a:tailEnd/>
              </a:ln>
            </p:spPr>
            <p:txBody>
              <a:bodyPr/>
              <a:lstStyle/>
              <a:p>
                <a:endParaRPr lang="en-US"/>
              </a:p>
            </p:txBody>
          </p:sp>
        </p:grpSp>
        <p:grpSp>
          <p:nvGrpSpPr>
            <p:cNvPr id="103500" name="Group 282">
              <a:extLst>
                <a:ext uri="{FF2B5EF4-FFF2-40B4-BE49-F238E27FC236}">
                  <a16:creationId xmlns:a16="http://schemas.microsoft.com/office/drawing/2014/main" id="{B1880461-654D-F476-E99D-4B6384E50B6F}"/>
                </a:ext>
              </a:extLst>
            </p:cNvPr>
            <p:cNvGrpSpPr>
              <a:grpSpLocks/>
            </p:cNvGrpSpPr>
            <p:nvPr/>
          </p:nvGrpSpPr>
          <p:grpSpPr bwMode="auto">
            <a:xfrm>
              <a:off x="1481" y="2084"/>
              <a:ext cx="1373" cy="1507"/>
              <a:chOff x="1481" y="2084"/>
              <a:chExt cx="1373" cy="1507"/>
            </a:xfrm>
            <a:grpFill/>
          </p:grpSpPr>
          <p:sp>
            <p:nvSpPr>
              <p:cNvPr id="104441" name="Freeform 283">
                <a:extLst>
                  <a:ext uri="{FF2B5EF4-FFF2-40B4-BE49-F238E27FC236}">
                    <a16:creationId xmlns:a16="http://schemas.microsoft.com/office/drawing/2014/main" id="{844D31C3-38E6-D15C-2E75-070A1E086FB7}"/>
                  </a:ext>
                </a:extLst>
              </p:cNvPr>
              <p:cNvSpPr>
                <a:spLocks/>
              </p:cNvSpPr>
              <p:nvPr/>
            </p:nvSpPr>
            <p:spPr bwMode="auto">
              <a:xfrm>
                <a:off x="2742" y="2084"/>
                <a:ext cx="112" cy="119"/>
              </a:xfrm>
              <a:custGeom>
                <a:avLst/>
                <a:gdLst>
                  <a:gd name="T0" fmla="*/ 112 w 112"/>
                  <a:gd name="T1" fmla="*/ 0 h 119"/>
                  <a:gd name="T2" fmla="*/ 48 w 112"/>
                  <a:gd name="T3" fmla="*/ 119 h 119"/>
                  <a:gd name="T4" fmla="*/ 24 w 112"/>
                  <a:gd name="T5" fmla="*/ 96 h 119"/>
                  <a:gd name="T6" fmla="*/ 0 w 112"/>
                  <a:gd name="T7" fmla="*/ 72 h 119"/>
                  <a:gd name="T8" fmla="*/ 112 w 112"/>
                  <a:gd name="T9" fmla="*/ 0 h 119"/>
                  <a:gd name="T10" fmla="*/ 0 60000 65536"/>
                  <a:gd name="T11" fmla="*/ 0 60000 65536"/>
                  <a:gd name="T12" fmla="*/ 0 60000 65536"/>
                  <a:gd name="T13" fmla="*/ 0 60000 65536"/>
                  <a:gd name="T14" fmla="*/ 0 60000 65536"/>
                  <a:gd name="T15" fmla="*/ 0 w 112"/>
                  <a:gd name="T16" fmla="*/ 0 h 119"/>
                  <a:gd name="T17" fmla="*/ 112 w 112"/>
                  <a:gd name="T18" fmla="*/ 119 h 119"/>
                </a:gdLst>
                <a:ahLst/>
                <a:cxnLst>
                  <a:cxn ang="T10">
                    <a:pos x="T0" y="T1"/>
                  </a:cxn>
                  <a:cxn ang="T11">
                    <a:pos x="T2" y="T3"/>
                  </a:cxn>
                  <a:cxn ang="T12">
                    <a:pos x="T4" y="T5"/>
                  </a:cxn>
                  <a:cxn ang="T13">
                    <a:pos x="T6" y="T7"/>
                  </a:cxn>
                  <a:cxn ang="T14">
                    <a:pos x="T8" y="T9"/>
                  </a:cxn>
                </a:cxnLst>
                <a:rect l="T15" t="T16" r="T17" b="T18"/>
                <a:pathLst>
                  <a:path w="112" h="119">
                    <a:moveTo>
                      <a:pt x="112" y="0"/>
                    </a:moveTo>
                    <a:lnTo>
                      <a:pt x="48" y="119"/>
                    </a:lnTo>
                    <a:lnTo>
                      <a:pt x="24" y="96"/>
                    </a:lnTo>
                    <a:lnTo>
                      <a:pt x="0" y="72"/>
                    </a:lnTo>
                    <a:lnTo>
                      <a:pt x="112" y="0"/>
                    </a:lnTo>
                    <a:close/>
                  </a:path>
                </a:pathLst>
              </a:custGeom>
              <a:grpFill/>
              <a:ln w="9525">
                <a:solidFill>
                  <a:schemeClr val="bg1"/>
                </a:solidFill>
                <a:round/>
                <a:headEnd/>
                <a:tailEnd/>
              </a:ln>
            </p:spPr>
            <p:txBody>
              <a:bodyPr/>
              <a:lstStyle/>
              <a:p>
                <a:endParaRPr lang="en-US"/>
              </a:p>
            </p:txBody>
          </p:sp>
          <p:sp>
            <p:nvSpPr>
              <p:cNvPr id="104442" name="Line 284">
                <a:extLst>
                  <a:ext uri="{FF2B5EF4-FFF2-40B4-BE49-F238E27FC236}">
                    <a16:creationId xmlns:a16="http://schemas.microsoft.com/office/drawing/2014/main" id="{1475ED22-0881-6E65-1116-2204A625638D}"/>
                  </a:ext>
                </a:extLst>
              </p:cNvPr>
              <p:cNvSpPr>
                <a:spLocks noChangeShapeType="1"/>
              </p:cNvSpPr>
              <p:nvPr/>
            </p:nvSpPr>
            <p:spPr bwMode="auto">
              <a:xfrm flipV="1">
                <a:off x="1481" y="2172"/>
                <a:ext cx="1291" cy="1419"/>
              </a:xfrm>
              <a:prstGeom prst="line">
                <a:avLst/>
              </a:prstGeom>
              <a:grpFill/>
              <a:ln w="25400">
                <a:solidFill>
                  <a:schemeClr val="bg1"/>
                </a:solidFill>
                <a:round/>
                <a:headEnd/>
                <a:tailEnd/>
              </a:ln>
            </p:spPr>
            <p:txBody>
              <a:bodyPr/>
              <a:lstStyle/>
              <a:p>
                <a:endParaRPr lang="en-US"/>
              </a:p>
            </p:txBody>
          </p:sp>
        </p:grpSp>
        <p:grpSp>
          <p:nvGrpSpPr>
            <p:cNvPr id="103501" name="Group 285">
              <a:extLst>
                <a:ext uri="{FF2B5EF4-FFF2-40B4-BE49-F238E27FC236}">
                  <a16:creationId xmlns:a16="http://schemas.microsoft.com/office/drawing/2014/main" id="{359C2BF6-39F9-45FF-C91A-E79F22F22647}"/>
                </a:ext>
              </a:extLst>
            </p:cNvPr>
            <p:cNvGrpSpPr>
              <a:grpSpLocks/>
            </p:cNvGrpSpPr>
            <p:nvPr/>
          </p:nvGrpSpPr>
          <p:grpSpPr bwMode="auto">
            <a:xfrm>
              <a:off x="1944" y="2076"/>
              <a:ext cx="902" cy="885"/>
              <a:chOff x="1944" y="2076"/>
              <a:chExt cx="902" cy="885"/>
            </a:xfrm>
            <a:grpFill/>
          </p:grpSpPr>
          <p:sp>
            <p:nvSpPr>
              <p:cNvPr id="104439" name="Freeform 286">
                <a:extLst>
                  <a:ext uri="{FF2B5EF4-FFF2-40B4-BE49-F238E27FC236}">
                    <a16:creationId xmlns:a16="http://schemas.microsoft.com/office/drawing/2014/main" id="{9AE7AC57-2B77-497B-C9E0-D97C006D7197}"/>
                  </a:ext>
                </a:extLst>
              </p:cNvPr>
              <p:cNvSpPr>
                <a:spLocks/>
              </p:cNvSpPr>
              <p:nvPr/>
            </p:nvSpPr>
            <p:spPr bwMode="auto">
              <a:xfrm>
                <a:off x="2726" y="2850"/>
                <a:ext cx="120" cy="111"/>
              </a:xfrm>
              <a:custGeom>
                <a:avLst/>
                <a:gdLst>
                  <a:gd name="T0" fmla="*/ 120 w 120"/>
                  <a:gd name="T1" fmla="*/ 111 h 111"/>
                  <a:gd name="T2" fmla="*/ 0 w 120"/>
                  <a:gd name="T3" fmla="*/ 47 h 111"/>
                  <a:gd name="T4" fmla="*/ 24 w 120"/>
                  <a:gd name="T5" fmla="*/ 23 h 111"/>
                  <a:gd name="T6" fmla="*/ 48 w 120"/>
                  <a:gd name="T7" fmla="*/ 0 h 111"/>
                  <a:gd name="T8" fmla="*/ 120 w 120"/>
                  <a:gd name="T9" fmla="*/ 111 h 111"/>
                  <a:gd name="T10" fmla="*/ 0 60000 65536"/>
                  <a:gd name="T11" fmla="*/ 0 60000 65536"/>
                  <a:gd name="T12" fmla="*/ 0 60000 65536"/>
                  <a:gd name="T13" fmla="*/ 0 60000 65536"/>
                  <a:gd name="T14" fmla="*/ 0 60000 65536"/>
                  <a:gd name="T15" fmla="*/ 0 w 120"/>
                  <a:gd name="T16" fmla="*/ 0 h 111"/>
                  <a:gd name="T17" fmla="*/ 120 w 120"/>
                  <a:gd name="T18" fmla="*/ 111 h 111"/>
                </a:gdLst>
                <a:ahLst/>
                <a:cxnLst>
                  <a:cxn ang="T10">
                    <a:pos x="T0" y="T1"/>
                  </a:cxn>
                  <a:cxn ang="T11">
                    <a:pos x="T2" y="T3"/>
                  </a:cxn>
                  <a:cxn ang="T12">
                    <a:pos x="T4" y="T5"/>
                  </a:cxn>
                  <a:cxn ang="T13">
                    <a:pos x="T6" y="T7"/>
                  </a:cxn>
                  <a:cxn ang="T14">
                    <a:pos x="T8" y="T9"/>
                  </a:cxn>
                </a:cxnLst>
                <a:rect l="T15" t="T16" r="T17" b="T18"/>
                <a:pathLst>
                  <a:path w="120" h="111">
                    <a:moveTo>
                      <a:pt x="120" y="111"/>
                    </a:moveTo>
                    <a:lnTo>
                      <a:pt x="0" y="47"/>
                    </a:lnTo>
                    <a:lnTo>
                      <a:pt x="24" y="23"/>
                    </a:lnTo>
                    <a:lnTo>
                      <a:pt x="48" y="0"/>
                    </a:lnTo>
                    <a:lnTo>
                      <a:pt x="120" y="111"/>
                    </a:lnTo>
                    <a:close/>
                  </a:path>
                </a:pathLst>
              </a:custGeom>
              <a:grpFill/>
              <a:ln w="9525">
                <a:solidFill>
                  <a:schemeClr val="bg1"/>
                </a:solidFill>
                <a:round/>
                <a:headEnd/>
                <a:tailEnd/>
              </a:ln>
            </p:spPr>
            <p:txBody>
              <a:bodyPr/>
              <a:lstStyle/>
              <a:p>
                <a:endParaRPr lang="en-US"/>
              </a:p>
            </p:txBody>
          </p:sp>
          <p:sp>
            <p:nvSpPr>
              <p:cNvPr id="104440" name="Line 287">
                <a:extLst>
                  <a:ext uri="{FF2B5EF4-FFF2-40B4-BE49-F238E27FC236}">
                    <a16:creationId xmlns:a16="http://schemas.microsoft.com/office/drawing/2014/main" id="{E1B24C7B-03C0-F519-B1D1-2926537ADD5C}"/>
                  </a:ext>
                </a:extLst>
              </p:cNvPr>
              <p:cNvSpPr>
                <a:spLocks noChangeShapeType="1"/>
              </p:cNvSpPr>
              <p:nvPr/>
            </p:nvSpPr>
            <p:spPr bwMode="auto">
              <a:xfrm>
                <a:off x="1944" y="2076"/>
                <a:ext cx="814" cy="805"/>
              </a:xfrm>
              <a:prstGeom prst="line">
                <a:avLst/>
              </a:prstGeom>
              <a:grpFill/>
              <a:ln w="25400">
                <a:solidFill>
                  <a:schemeClr val="bg1"/>
                </a:solidFill>
                <a:round/>
                <a:headEnd/>
                <a:tailEnd/>
              </a:ln>
            </p:spPr>
            <p:txBody>
              <a:bodyPr/>
              <a:lstStyle/>
              <a:p>
                <a:endParaRPr lang="en-US"/>
              </a:p>
            </p:txBody>
          </p:sp>
        </p:grpSp>
        <p:grpSp>
          <p:nvGrpSpPr>
            <p:cNvPr id="103502" name="Group 288">
              <a:extLst>
                <a:ext uri="{FF2B5EF4-FFF2-40B4-BE49-F238E27FC236}">
                  <a16:creationId xmlns:a16="http://schemas.microsoft.com/office/drawing/2014/main" id="{935A6584-6E44-E3A0-69D8-5B5AB78C126B}"/>
                </a:ext>
              </a:extLst>
            </p:cNvPr>
            <p:cNvGrpSpPr>
              <a:grpSpLocks/>
            </p:cNvGrpSpPr>
            <p:nvPr/>
          </p:nvGrpSpPr>
          <p:grpSpPr bwMode="auto">
            <a:xfrm>
              <a:off x="1489" y="2379"/>
              <a:ext cx="902" cy="893"/>
              <a:chOff x="1489" y="2379"/>
              <a:chExt cx="902" cy="893"/>
            </a:xfrm>
            <a:grpFill/>
          </p:grpSpPr>
          <p:sp>
            <p:nvSpPr>
              <p:cNvPr id="104437" name="Freeform 289">
                <a:extLst>
                  <a:ext uri="{FF2B5EF4-FFF2-40B4-BE49-F238E27FC236}">
                    <a16:creationId xmlns:a16="http://schemas.microsoft.com/office/drawing/2014/main" id="{DA78C5F8-A7D0-3DC7-FBAE-77C044A7615D}"/>
                  </a:ext>
                </a:extLst>
              </p:cNvPr>
              <p:cNvSpPr>
                <a:spLocks/>
              </p:cNvSpPr>
              <p:nvPr/>
            </p:nvSpPr>
            <p:spPr bwMode="auto">
              <a:xfrm>
                <a:off x="2271" y="3153"/>
                <a:ext cx="120" cy="119"/>
              </a:xfrm>
              <a:custGeom>
                <a:avLst/>
                <a:gdLst>
                  <a:gd name="T0" fmla="*/ 120 w 120"/>
                  <a:gd name="T1" fmla="*/ 119 h 119"/>
                  <a:gd name="T2" fmla="*/ 0 w 120"/>
                  <a:gd name="T3" fmla="*/ 48 h 119"/>
                  <a:gd name="T4" fmla="*/ 24 w 120"/>
                  <a:gd name="T5" fmla="*/ 24 h 119"/>
                  <a:gd name="T6" fmla="*/ 48 w 120"/>
                  <a:gd name="T7" fmla="*/ 0 h 119"/>
                  <a:gd name="T8" fmla="*/ 120 w 120"/>
                  <a:gd name="T9" fmla="*/ 119 h 119"/>
                  <a:gd name="T10" fmla="*/ 0 60000 65536"/>
                  <a:gd name="T11" fmla="*/ 0 60000 65536"/>
                  <a:gd name="T12" fmla="*/ 0 60000 65536"/>
                  <a:gd name="T13" fmla="*/ 0 60000 65536"/>
                  <a:gd name="T14" fmla="*/ 0 60000 65536"/>
                  <a:gd name="T15" fmla="*/ 0 w 120"/>
                  <a:gd name="T16" fmla="*/ 0 h 119"/>
                  <a:gd name="T17" fmla="*/ 120 w 120"/>
                  <a:gd name="T18" fmla="*/ 119 h 119"/>
                </a:gdLst>
                <a:ahLst/>
                <a:cxnLst>
                  <a:cxn ang="T10">
                    <a:pos x="T0" y="T1"/>
                  </a:cxn>
                  <a:cxn ang="T11">
                    <a:pos x="T2" y="T3"/>
                  </a:cxn>
                  <a:cxn ang="T12">
                    <a:pos x="T4" y="T5"/>
                  </a:cxn>
                  <a:cxn ang="T13">
                    <a:pos x="T6" y="T7"/>
                  </a:cxn>
                  <a:cxn ang="T14">
                    <a:pos x="T8" y="T9"/>
                  </a:cxn>
                </a:cxnLst>
                <a:rect l="T15" t="T16" r="T17" b="T18"/>
                <a:pathLst>
                  <a:path w="120" h="119">
                    <a:moveTo>
                      <a:pt x="120" y="119"/>
                    </a:moveTo>
                    <a:lnTo>
                      <a:pt x="0" y="48"/>
                    </a:lnTo>
                    <a:lnTo>
                      <a:pt x="24" y="24"/>
                    </a:lnTo>
                    <a:lnTo>
                      <a:pt x="48" y="0"/>
                    </a:lnTo>
                    <a:lnTo>
                      <a:pt x="120" y="119"/>
                    </a:lnTo>
                    <a:close/>
                  </a:path>
                </a:pathLst>
              </a:custGeom>
              <a:grpFill/>
              <a:ln w="9525">
                <a:solidFill>
                  <a:schemeClr val="bg1"/>
                </a:solidFill>
                <a:round/>
                <a:headEnd/>
                <a:tailEnd/>
              </a:ln>
            </p:spPr>
            <p:txBody>
              <a:bodyPr/>
              <a:lstStyle/>
              <a:p>
                <a:endParaRPr lang="en-US"/>
              </a:p>
            </p:txBody>
          </p:sp>
          <p:sp>
            <p:nvSpPr>
              <p:cNvPr id="104438" name="Line 290">
                <a:extLst>
                  <a:ext uri="{FF2B5EF4-FFF2-40B4-BE49-F238E27FC236}">
                    <a16:creationId xmlns:a16="http://schemas.microsoft.com/office/drawing/2014/main" id="{6B6C815B-35C8-AB4B-26B4-19ACF0207108}"/>
                  </a:ext>
                </a:extLst>
              </p:cNvPr>
              <p:cNvSpPr>
                <a:spLocks noChangeShapeType="1"/>
              </p:cNvSpPr>
              <p:nvPr/>
            </p:nvSpPr>
            <p:spPr bwMode="auto">
              <a:xfrm>
                <a:off x="1489" y="2379"/>
                <a:ext cx="814" cy="805"/>
              </a:xfrm>
              <a:prstGeom prst="line">
                <a:avLst/>
              </a:prstGeom>
              <a:grpFill/>
              <a:ln w="25400">
                <a:solidFill>
                  <a:schemeClr val="bg1"/>
                </a:solidFill>
                <a:round/>
                <a:headEnd/>
                <a:tailEnd/>
              </a:ln>
            </p:spPr>
            <p:txBody>
              <a:bodyPr/>
              <a:lstStyle/>
              <a:p>
                <a:endParaRPr lang="en-US"/>
              </a:p>
            </p:txBody>
          </p:sp>
        </p:grpSp>
        <p:grpSp>
          <p:nvGrpSpPr>
            <p:cNvPr id="103503" name="Group 291">
              <a:extLst>
                <a:ext uri="{FF2B5EF4-FFF2-40B4-BE49-F238E27FC236}">
                  <a16:creationId xmlns:a16="http://schemas.microsoft.com/office/drawing/2014/main" id="{6EEB8FFD-7363-77A9-BDF8-E8AEBEFF1489}"/>
                </a:ext>
              </a:extLst>
            </p:cNvPr>
            <p:cNvGrpSpPr>
              <a:grpSpLocks/>
            </p:cNvGrpSpPr>
            <p:nvPr/>
          </p:nvGrpSpPr>
          <p:grpSpPr bwMode="auto">
            <a:xfrm>
              <a:off x="1483" y="2379"/>
              <a:ext cx="429" cy="598"/>
              <a:chOff x="1483" y="2379"/>
              <a:chExt cx="429" cy="598"/>
            </a:xfrm>
            <a:grpFill/>
          </p:grpSpPr>
          <p:sp>
            <p:nvSpPr>
              <p:cNvPr id="104435" name="Freeform 292">
                <a:extLst>
                  <a:ext uri="{FF2B5EF4-FFF2-40B4-BE49-F238E27FC236}">
                    <a16:creationId xmlns:a16="http://schemas.microsoft.com/office/drawing/2014/main" id="{EAB6D138-73AA-58F3-D781-D7FD78C34276}"/>
                  </a:ext>
                </a:extLst>
              </p:cNvPr>
              <p:cNvSpPr>
                <a:spLocks/>
              </p:cNvSpPr>
              <p:nvPr/>
            </p:nvSpPr>
            <p:spPr bwMode="auto">
              <a:xfrm>
                <a:off x="1808" y="2379"/>
                <a:ext cx="104" cy="136"/>
              </a:xfrm>
              <a:custGeom>
                <a:avLst/>
                <a:gdLst>
                  <a:gd name="T0" fmla="*/ 104 w 104"/>
                  <a:gd name="T1" fmla="*/ 0 h 136"/>
                  <a:gd name="T2" fmla="*/ 56 w 104"/>
                  <a:gd name="T3" fmla="*/ 136 h 136"/>
                  <a:gd name="T4" fmla="*/ 32 w 104"/>
                  <a:gd name="T5" fmla="*/ 112 h 136"/>
                  <a:gd name="T6" fmla="*/ 0 w 104"/>
                  <a:gd name="T7" fmla="*/ 96 h 136"/>
                  <a:gd name="T8" fmla="*/ 104 w 104"/>
                  <a:gd name="T9" fmla="*/ 0 h 136"/>
                  <a:gd name="T10" fmla="*/ 0 60000 65536"/>
                  <a:gd name="T11" fmla="*/ 0 60000 65536"/>
                  <a:gd name="T12" fmla="*/ 0 60000 65536"/>
                  <a:gd name="T13" fmla="*/ 0 60000 65536"/>
                  <a:gd name="T14" fmla="*/ 0 60000 65536"/>
                  <a:gd name="T15" fmla="*/ 0 w 104"/>
                  <a:gd name="T16" fmla="*/ 0 h 136"/>
                  <a:gd name="T17" fmla="*/ 104 w 104"/>
                  <a:gd name="T18" fmla="*/ 136 h 136"/>
                </a:gdLst>
                <a:ahLst/>
                <a:cxnLst>
                  <a:cxn ang="T10">
                    <a:pos x="T0" y="T1"/>
                  </a:cxn>
                  <a:cxn ang="T11">
                    <a:pos x="T2" y="T3"/>
                  </a:cxn>
                  <a:cxn ang="T12">
                    <a:pos x="T4" y="T5"/>
                  </a:cxn>
                  <a:cxn ang="T13">
                    <a:pos x="T6" y="T7"/>
                  </a:cxn>
                  <a:cxn ang="T14">
                    <a:pos x="T8" y="T9"/>
                  </a:cxn>
                </a:cxnLst>
                <a:rect l="T15" t="T16" r="T17" b="T18"/>
                <a:pathLst>
                  <a:path w="104" h="136">
                    <a:moveTo>
                      <a:pt x="104" y="0"/>
                    </a:moveTo>
                    <a:lnTo>
                      <a:pt x="56" y="136"/>
                    </a:lnTo>
                    <a:lnTo>
                      <a:pt x="32" y="112"/>
                    </a:lnTo>
                    <a:lnTo>
                      <a:pt x="0" y="96"/>
                    </a:lnTo>
                    <a:lnTo>
                      <a:pt x="104" y="0"/>
                    </a:lnTo>
                    <a:close/>
                  </a:path>
                </a:pathLst>
              </a:custGeom>
              <a:grpFill/>
              <a:ln w="9525">
                <a:solidFill>
                  <a:schemeClr val="bg1"/>
                </a:solidFill>
                <a:round/>
                <a:headEnd/>
                <a:tailEnd/>
              </a:ln>
            </p:spPr>
            <p:txBody>
              <a:bodyPr/>
              <a:lstStyle/>
              <a:p>
                <a:endParaRPr lang="en-US"/>
              </a:p>
            </p:txBody>
          </p:sp>
          <p:sp>
            <p:nvSpPr>
              <p:cNvPr id="104436" name="Line 293">
                <a:extLst>
                  <a:ext uri="{FF2B5EF4-FFF2-40B4-BE49-F238E27FC236}">
                    <a16:creationId xmlns:a16="http://schemas.microsoft.com/office/drawing/2014/main" id="{30342704-F2E3-FF1A-7662-F0E6BD41B434}"/>
                  </a:ext>
                </a:extLst>
              </p:cNvPr>
              <p:cNvSpPr>
                <a:spLocks noChangeShapeType="1"/>
              </p:cNvSpPr>
              <p:nvPr/>
            </p:nvSpPr>
            <p:spPr bwMode="auto">
              <a:xfrm flipV="1">
                <a:off x="1483" y="2483"/>
                <a:ext cx="362" cy="494"/>
              </a:xfrm>
              <a:prstGeom prst="line">
                <a:avLst/>
              </a:prstGeom>
              <a:grpFill/>
              <a:ln w="25400">
                <a:solidFill>
                  <a:schemeClr val="bg1"/>
                </a:solidFill>
                <a:round/>
                <a:headEnd/>
                <a:tailEnd/>
              </a:ln>
            </p:spPr>
            <p:txBody>
              <a:bodyPr/>
              <a:lstStyle/>
              <a:p>
                <a:endParaRPr lang="en-US"/>
              </a:p>
            </p:txBody>
          </p:sp>
        </p:grpSp>
        <p:grpSp>
          <p:nvGrpSpPr>
            <p:cNvPr id="103504" name="Group 294">
              <a:extLst>
                <a:ext uri="{FF2B5EF4-FFF2-40B4-BE49-F238E27FC236}">
                  <a16:creationId xmlns:a16="http://schemas.microsoft.com/office/drawing/2014/main" id="{8128E278-BE5C-EE81-E7B4-03C300D66C2E}"/>
                </a:ext>
              </a:extLst>
            </p:cNvPr>
            <p:cNvGrpSpPr>
              <a:grpSpLocks/>
            </p:cNvGrpSpPr>
            <p:nvPr/>
          </p:nvGrpSpPr>
          <p:grpSpPr bwMode="auto">
            <a:xfrm>
              <a:off x="1936" y="2379"/>
              <a:ext cx="894" cy="604"/>
              <a:chOff x="1936" y="2379"/>
              <a:chExt cx="894" cy="604"/>
            </a:xfrm>
            <a:grpFill/>
          </p:grpSpPr>
          <p:sp>
            <p:nvSpPr>
              <p:cNvPr id="104433" name="Freeform 295">
                <a:extLst>
                  <a:ext uri="{FF2B5EF4-FFF2-40B4-BE49-F238E27FC236}">
                    <a16:creationId xmlns:a16="http://schemas.microsoft.com/office/drawing/2014/main" id="{74A6A102-8AA7-173E-202C-E86926AAEF94}"/>
                  </a:ext>
                </a:extLst>
              </p:cNvPr>
              <p:cNvSpPr>
                <a:spLocks/>
              </p:cNvSpPr>
              <p:nvPr/>
            </p:nvSpPr>
            <p:spPr bwMode="auto">
              <a:xfrm>
                <a:off x="2702" y="2379"/>
                <a:ext cx="128" cy="104"/>
              </a:xfrm>
              <a:custGeom>
                <a:avLst/>
                <a:gdLst>
                  <a:gd name="T0" fmla="*/ 128 w 128"/>
                  <a:gd name="T1" fmla="*/ 0 h 104"/>
                  <a:gd name="T2" fmla="*/ 40 w 128"/>
                  <a:gd name="T3" fmla="*/ 104 h 104"/>
                  <a:gd name="T4" fmla="*/ 16 w 128"/>
                  <a:gd name="T5" fmla="*/ 80 h 104"/>
                  <a:gd name="T6" fmla="*/ 0 w 128"/>
                  <a:gd name="T7" fmla="*/ 48 h 104"/>
                  <a:gd name="T8" fmla="*/ 128 w 128"/>
                  <a:gd name="T9" fmla="*/ 0 h 104"/>
                  <a:gd name="T10" fmla="*/ 0 60000 65536"/>
                  <a:gd name="T11" fmla="*/ 0 60000 65536"/>
                  <a:gd name="T12" fmla="*/ 0 60000 65536"/>
                  <a:gd name="T13" fmla="*/ 0 60000 65536"/>
                  <a:gd name="T14" fmla="*/ 0 60000 65536"/>
                  <a:gd name="T15" fmla="*/ 0 w 128"/>
                  <a:gd name="T16" fmla="*/ 0 h 104"/>
                  <a:gd name="T17" fmla="*/ 128 w 128"/>
                  <a:gd name="T18" fmla="*/ 104 h 104"/>
                </a:gdLst>
                <a:ahLst/>
                <a:cxnLst>
                  <a:cxn ang="T10">
                    <a:pos x="T0" y="T1"/>
                  </a:cxn>
                  <a:cxn ang="T11">
                    <a:pos x="T2" y="T3"/>
                  </a:cxn>
                  <a:cxn ang="T12">
                    <a:pos x="T4" y="T5"/>
                  </a:cxn>
                  <a:cxn ang="T13">
                    <a:pos x="T6" y="T7"/>
                  </a:cxn>
                  <a:cxn ang="T14">
                    <a:pos x="T8" y="T9"/>
                  </a:cxn>
                </a:cxnLst>
                <a:rect l="T15" t="T16" r="T17" b="T18"/>
                <a:pathLst>
                  <a:path w="128" h="104">
                    <a:moveTo>
                      <a:pt x="128" y="0"/>
                    </a:moveTo>
                    <a:lnTo>
                      <a:pt x="40" y="104"/>
                    </a:lnTo>
                    <a:lnTo>
                      <a:pt x="16" y="80"/>
                    </a:lnTo>
                    <a:lnTo>
                      <a:pt x="0" y="48"/>
                    </a:lnTo>
                    <a:lnTo>
                      <a:pt x="128" y="0"/>
                    </a:lnTo>
                    <a:close/>
                  </a:path>
                </a:pathLst>
              </a:custGeom>
              <a:grpFill/>
              <a:ln w="9525">
                <a:solidFill>
                  <a:schemeClr val="bg1"/>
                </a:solidFill>
                <a:round/>
                <a:headEnd/>
                <a:tailEnd/>
              </a:ln>
            </p:spPr>
            <p:txBody>
              <a:bodyPr/>
              <a:lstStyle/>
              <a:p>
                <a:endParaRPr lang="en-US"/>
              </a:p>
            </p:txBody>
          </p:sp>
          <p:sp>
            <p:nvSpPr>
              <p:cNvPr id="104434" name="Line 296">
                <a:extLst>
                  <a:ext uri="{FF2B5EF4-FFF2-40B4-BE49-F238E27FC236}">
                    <a16:creationId xmlns:a16="http://schemas.microsoft.com/office/drawing/2014/main" id="{7BD7B928-1512-E165-0F28-22B29E15EFC7}"/>
                  </a:ext>
                </a:extLst>
              </p:cNvPr>
              <p:cNvSpPr>
                <a:spLocks noChangeShapeType="1"/>
              </p:cNvSpPr>
              <p:nvPr/>
            </p:nvSpPr>
            <p:spPr bwMode="auto">
              <a:xfrm flipV="1">
                <a:off x="1936" y="2455"/>
                <a:ext cx="790" cy="528"/>
              </a:xfrm>
              <a:prstGeom prst="line">
                <a:avLst/>
              </a:prstGeom>
              <a:grpFill/>
              <a:ln w="25400">
                <a:solidFill>
                  <a:schemeClr val="bg1"/>
                </a:solidFill>
                <a:round/>
                <a:headEnd/>
                <a:tailEnd/>
              </a:ln>
            </p:spPr>
            <p:txBody>
              <a:bodyPr/>
              <a:lstStyle/>
              <a:p>
                <a:endParaRPr lang="en-US"/>
              </a:p>
            </p:txBody>
          </p:sp>
        </p:grpSp>
        <p:grpSp>
          <p:nvGrpSpPr>
            <p:cNvPr id="103505" name="Group 297">
              <a:extLst>
                <a:ext uri="{FF2B5EF4-FFF2-40B4-BE49-F238E27FC236}">
                  <a16:creationId xmlns:a16="http://schemas.microsoft.com/office/drawing/2014/main" id="{2CB3AFDA-2379-CCF9-3F8A-4AFE758B4899}"/>
                </a:ext>
              </a:extLst>
            </p:cNvPr>
            <p:cNvGrpSpPr>
              <a:grpSpLocks/>
            </p:cNvGrpSpPr>
            <p:nvPr/>
          </p:nvGrpSpPr>
          <p:grpSpPr bwMode="auto">
            <a:xfrm>
              <a:off x="1952" y="2076"/>
              <a:ext cx="886" cy="290"/>
              <a:chOff x="1952" y="2076"/>
              <a:chExt cx="886" cy="290"/>
            </a:xfrm>
            <a:grpFill/>
          </p:grpSpPr>
          <p:sp>
            <p:nvSpPr>
              <p:cNvPr id="104431" name="Freeform 298">
                <a:extLst>
                  <a:ext uri="{FF2B5EF4-FFF2-40B4-BE49-F238E27FC236}">
                    <a16:creationId xmlns:a16="http://schemas.microsoft.com/office/drawing/2014/main" id="{572D3CAC-B051-8B9F-DBA2-6E492B7B3BAC}"/>
                  </a:ext>
                </a:extLst>
              </p:cNvPr>
              <p:cNvSpPr>
                <a:spLocks/>
              </p:cNvSpPr>
              <p:nvPr/>
            </p:nvSpPr>
            <p:spPr bwMode="auto">
              <a:xfrm>
                <a:off x="2702" y="2076"/>
                <a:ext cx="136" cy="72"/>
              </a:xfrm>
              <a:custGeom>
                <a:avLst/>
                <a:gdLst>
                  <a:gd name="T0" fmla="*/ 136 w 136"/>
                  <a:gd name="T1" fmla="*/ 0 h 72"/>
                  <a:gd name="T2" fmla="*/ 16 w 136"/>
                  <a:gd name="T3" fmla="*/ 72 h 72"/>
                  <a:gd name="T4" fmla="*/ 8 w 136"/>
                  <a:gd name="T5" fmla="*/ 40 h 72"/>
                  <a:gd name="T6" fmla="*/ 0 w 136"/>
                  <a:gd name="T7" fmla="*/ 8 h 72"/>
                  <a:gd name="T8" fmla="*/ 136 w 136"/>
                  <a:gd name="T9" fmla="*/ 0 h 72"/>
                  <a:gd name="T10" fmla="*/ 0 60000 65536"/>
                  <a:gd name="T11" fmla="*/ 0 60000 65536"/>
                  <a:gd name="T12" fmla="*/ 0 60000 65536"/>
                  <a:gd name="T13" fmla="*/ 0 60000 65536"/>
                  <a:gd name="T14" fmla="*/ 0 60000 65536"/>
                  <a:gd name="T15" fmla="*/ 0 w 136"/>
                  <a:gd name="T16" fmla="*/ 0 h 72"/>
                  <a:gd name="T17" fmla="*/ 136 w 136"/>
                  <a:gd name="T18" fmla="*/ 72 h 72"/>
                </a:gdLst>
                <a:ahLst/>
                <a:cxnLst>
                  <a:cxn ang="T10">
                    <a:pos x="T0" y="T1"/>
                  </a:cxn>
                  <a:cxn ang="T11">
                    <a:pos x="T2" y="T3"/>
                  </a:cxn>
                  <a:cxn ang="T12">
                    <a:pos x="T4" y="T5"/>
                  </a:cxn>
                  <a:cxn ang="T13">
                    <a:pos x="T6" y="T7"/>
                  </a:cxn>
                  <a:cxn ang="T14">
                    <a:pos x="T8" y="T9"/>
                  </a:cxn>
                </a:cxnLst>
                <a:rect l="T15" t="T16" r="T17" b="T18"/>
                <a:pathLst>
                  <a:path w="136" h="72">
                    <a:moveTo>
                      <a:pt x="136" y="0"/>
                    </a:moveTo>
                    <a:lnTo>
                      <a:pt x="16" y="72"/>
                    </a:lnTo>
                    <a:lnTo>
                      <a:pt x="8" y="40"/>
                    </a:lnTo>
                    <a:lnTo>
                      <a:pt x="0" y="8"/>
                    </a:lnTo>
                    <a:lnTo>
                      <a:pt x="136" y="0"/>
                    </a:lnTo>
                    <a:close/>
                  </a:path>
                </a:pathLst>
              </a:custGeom>
              <a:grpFill/>
              <a:ln w="9525">
                <a:solidFill>
                  <a:schemeClr val="bg1"/>
                </a:solidFill>
                <a:round/>
                <a:headEnd/>
                <a:tailEnd/>
              </a:ln>
            </p:spPr>
            <p:txBody>
              <a:bodyPr/>
              <a:lstStyle/>
              <a:p>
                <a:endParaRPr lang="en-US"/>
              </a:p>
            </p:txBody>
          </p:sp>
          <p:sp>
            <p:nvSpPr>
              <p:cNvPr id="104432" name="Line 299">
                <a:extLst>
                  <a:ext uri="{FF2B5EF4-FFF2-40B4-BE49-F238E27FC236}">
                    <a16:creationId xmlns:a16="http://schemas.microsoft.com/office/drawing/2014/main" id="{1D5B7788-85EF-442C-F4C1-3ABB01B65538}"/>
                  </a:ext>
                </a:extLst>
              </p:cNvPr>
              <p:cNvSpPr>
                <a:spLocks noChangeShapeType="1"/>
              </p:cNvSpPr>
              <p:nvPr/>
            </p:nvSpPr>
            <p:spPr bwMode="auto">
              <a:xfrm flipV="1">
                <a:off x="1952" y="2114"/>
                <a:ext cx="766" cy="252"/>
              </a:xfrm>
              <a:prstGeom prst="line">
                <a:avLst/>
              </a:prstGeom>
              <a:grpFill/>
              <a:ln w="25400">
                <a:solidFill>
                  <a:schemeClr val="bg1"/>
                </a:solidFill>
                <a:round/>
                <a:headEnd/>
                <a:tailEnd/>
              </a:ln>
            </p:spPr>
            <p:txBody>
              <a:bodyPr/>
              <a:lstStyle/>
              <a:p>
                <a:endParaRPr lang="en-US"/>
              </a:p>
            </p:txBody>
          </p:sp>
        </p:grpSp>
        <p:grpSp>
          <p:nvGrpSpPr>
            <p:cNvPr id="103506" name="Group 300">
              <a:extLst>
                <a:ext uri="{FF2B5EF4-FFF2-40B4-BE49-F238E27FC236}">
                  <a16:creationId xmlns:a16="http://schemas.microsoft.com/office/drawing/2014/main" id="{00516B1C-6E2A-854E-90E2-BE7B585F545C}"/>
                </a:ext>
              </a:extLst>
            </p:cNvPr>
            <p:cNvGrpSpPr>
              <a:grpSpLocks/>
            </p:cNvGrpSpPr>
            <p:nvPr/>
          </p:nvGrpSpPr>
          <p:grpSpPr bwMode="auto">
            <a:xfrm>
              <a:off x="1481" y="1769"/>
              <a:ext cx="894" cy="283"/>
              <a:chOff x="1481" y="1769"/>
              <a:chExt cx="894" cy="283"/>
            </a:xfrm>
            <a:grpFill/>
          </p:grpSpPr>
          <p:sp>
            <p:nvSpPr>
              <p:cNvPr id="104429" name="Freeform 301">
                <a:extLst>
                  <a:ext uri="{FF2B5EF4-FFF2-40B4-BE49-F238E27FC236}">
                    <a16:creationId xmlns:a16="http://schemas.microsoft.com/office/drawing/2014/main" id="{45772C75-9956-CD3A-7D4D-241801B81AB5}"/>
                  </a:ext>
                </a:extLst>
              </p:cNvPr>
              <p:cNvSpPr>
                <a:spLocks/>
              </p:cNvSpPr>
              <p:nvPr/>
            </p:nvSpPr>
            <p:spPr bwMode="auto">
              <a:xfrm>
                <a:off x="2231" y="1980"/>
                <a:ext cx="144" cy="72"/>
              </a:xfrm>
              <a:custGeom>
                <a:avLst/>
                <a:gdLst>
                  <a:gd name="T0" fmla="*/ 144 w 144"/>
                  <a:gd name="T1" fmla="*/ 72 h 72"/>
                  <a:gd name="T2" fmla="*/ 0 w 144"/>
                  <a:gd name="T3" fmla="*/ 64 h 72"/>
                  <a:gd name="T4" fmla="*/ 16 w 144"/>
                  <a:gd name="T5" fmla="*/ 32 h 72"/>
                  <a:gd name="T6" fmla="*/ 24 w 144"/>
                  <a:gd name="T7" fmla="*/ 0 h 72"/>
                  <a:gd name="T8" fmla="*/ 144 w 144"/>
                  <a:gd name="T9" fmla="*/ 72 h 72"/>
                  <a:gd name="T10" fmla="*/ 0 60000 65536"/>
                  <a:gd name="T11" fmla="*/ 0 60000 65536"/>
                  <a:gd name="T12" fmla="*/ 0 60000 65536"/>
                  <a:gd name="T13" fmla="*/ 0 60000 65536"/>
                  <a:gd name="T14" fmla="*/ 0 60000 65536"/>
                  <a:gd name="T15" fmla="*/ 0 w 144"/>
                  <a:gd name="T16" fmla="*/ 0 h 72"/>
                  <a:gd name="T17" fmla="*/ 144 w 144"/>
                  <a:gd name="T18" fmla="*/ 72 h 72"/>
                </a:gdLst>
                <a:ahLst/>
                <a:cxnLst>
                  <a:cxn ang="T10">
                    <a:pos x="T0" y="T1"/>
                  </a:cxn>
                  <a:cxn ang="T11">
                    <a:pos x="T2" y="T3"/>
                  </a:cxn>
                  <a:cxn ang="T12">
                    <a:pos x="T4" y="T5"/>
                  </a:cxn>
                  <a:cxn ang="T13">
                    <a:pos x="T6" y="T7"/>
                  </a:cxn>
                  <a:cxn ang="T14">
                    <a:pos x="T8" y="T9"/>
                  </a:cxn>
                </a:cxnLst>
                <a:rect l="T15" t="T16" r="T17" b="T18"/>
                <a:pathLst>
                  <a:path w="144" h="72">
                    <a:moveTo>
                      <a:pt x="144" y="72"/>
                    </a:moveTo>
                    <a:lnTo>
                      <a:pt x="0" y="64"/>
                    </a:lnTo>
                    <a:lnTo>
                      <a:pt x="16" y="32"/>
                    </a:lnTo>
                    <a:lnTo>
                      <a:pt x="24" y="0"/>
                    </a:lnTo>
                    <a:lnTo>
                      <a:pt x="144" y="72"/>
                    </a:lnTo>
                    <a:close/>
                  </a:path>
                </a:pathLst>
              </a:custGeom>
              <a:grpFill/>
              <a:ln w="9525">
                <a:solidFill>
                  <a:schemeClr val="bg1"/>
                </a:solidFill>
                <a:round/>
                <a:headEnd/>
                <a:tailEnd/>
              </a:ln>
            </p:spPr>
            <p:txBody>
              <a:bodyPr/>
              <a:lstStyle/>
              <a:p>
                <a:endParaRPr lang="en-US"/>
              </a:p>
            </p:txBody>
          </p:sp>
          <p:sp>
            <p:nvSpPr>
              <p:cNvPr id="104430" name="Line 302">
                <a:extLst>
                  <a:ext uri="{FF2B5EF4-FFF2-40B4-BE49-F238E27FC236}">
                    <a16:creationId xmlns:a16="http://schemas.microsoft.com/office/drawing/2014/main" id="{7C107810-DE91-E48E-A931-DFF354DC04FF}"/>
                  </a:ext>
                </a:extLst>
              </p:cNvPr>
              <p:cNvSpPr>
                <a:spLocks noChangeShapeType="1"/>
              </p:cNvSpPr>
              <p:nvPr/>
            </p:nvSpPr>
            <p:spPr bwMode="auto">
              <a:xfrm>
                <a:off x="1481" y="1769"/>
                <a:ext cx="774" cy="244"/>
              </a:xfrm>
              <a:prstGeom prst="line">
                <a:avLst/>
              </a:prstGeom>
              <a:grpFill/>
              <a:ln w="25400">
                <a:solidFill>
                  <a:schemeClr val="bg1"/>
                </a:solidFill>
                <a:round/>
                <a:headEnd/>
                <a:tailEnd/>
              </a:ln>
            </p:spPr>
            <p:txBody>
              <a:bodyPr/>
              <a:lstStyle/>
              <a:p>
                <a:endParaRPr lang="en-US"/>
              </a:p>
            </p:txBody>
          </p:sp>
        </p:grpSp>
        <p:sp>
          <p:nvSpPr>
            <p:cNvPr id="103507" name="Oval 303">
              <a:extLst>
                <a:ext uri="{FF2B5EF4-FFF2-40B4-BE49-F238E27FC236}">
                  <a16:creationId xmlns:a16="http://schemas.microsoft.com/office/drawing/2014/main" id="{6B247483-1B50-F722-BEF3-686487B38BE6}"/>
                </a:ext>
              </a:extLst>
            </p:cNvPr>
            <p:cNvSpPr>
              <a:spLocks noChangeArrowheads="1"/>
            </p:cNvSpPr>
            <p:nvPr/>
          </p:nvSpPr>
          <p:spPr bwMode="auto">
            <a:xfrm>
              <a:off x="1457" y="1741"/>
              <a:ext cx="32" cy="40"/>
            </a:xfrm>
            <a:prstGeom prst="ellipse">
              <a:avLst/>
            </a:prstGeom>
            <a:grpFill/>
            <a:ln w="9525">
              <a:solidFill>
                <a:schemeClr val="bg1"/>
              </a:solidFill>
              <a:round/>
              <a:headEnd/>
              <a:tailEnd/>
            </a:ln>
          </p:spPr>
          <p:txBody>
            <a:bodyPr/>
            <a:lstStyle/>
            <a:p>
              <a:endParaRPr lang="en-US"/>
            </a:p>
          </p:txBody>
        </p:sp>
        <p:sp>
          <p:nvSpPr>
            <p:cNvPr id="103508" name="Oval 304">
              <a:extLst>
                <a:ext uri="{FF2B5EF4-FFF2-40B4-BE49-F238E27FC236}">
                  <a16:creationId xmlns:a16="http://schemas.microsoft.com/office/drawing/2014/main" id="{E757C427-D599-964F-C0AC-10160BAA2D1D}"/>
                </a:ext>
              </a:extLst>
            </p:cNvPr>
            <p:cNvSpPr>
              <a:spLocks noChangeArrowheads="1"/>
            </p:cNvSpPr>
            <p:nvPr/>
          </p:nvSpPr>
          <p:spPr bwMode="auto">
            <a:xfrm>
              <a:off x="1457" y="1741"/>
              <a:ext cx="32" cy="40"/>
            </a:xfrm>
            <a:prstGeom prst="ellipse">
              <a:avLst/>
            </a:prstGeom>
            <a:grpFill/>
            <a:ln w="25400">
              <a:solidFill>
                <a:schemeClr val="bg1"/>
              </a:solidFill>
              <a:round/>
              <a:headEnd/>
              <a:tailEnd/>
            </a:ln>
          </p:spPr>
          <p:txBody>
            <a:bodyPr/>
            <a:lstStyle/>
            <a:p>
              <a:endParaRPr lang="en-US"/>
            </a:p>
          </p:txBody>
        </p:sp>
        <p:sp>
          <p:nvSpPr>
            <p:cNvPr id="103509" name="Oval 305">
              <a:extLst>
                <a:ext uri="{FF2B5EF4-FFF2-40B4-BE49-F238E27FC236}">
                  <a16:creationId xmlns:a16="http://schemas.microsoft.com/office/drawing/2014/main" id="{F63A3CA1-048A-2EF1-8D69-B463C4AF4A58}"/>
                </a:ext>
              </a:extLst>
            </p:cNvPr>
            <p:cNvSpPr>
              <a:spLocks noChangeArrowheads="1"/>
            </p:cNvSpPr>
            <p:nvPr/>
          </p:nvSpPr>
          <p:spPr bwMode="auto">
            <a:xfrm>
              <a:off x="1457" y="2044"/>
              <a:ext cx="40" cy="40"/>
            </a:xfrm>
            <a:prstGeom prst="ellipse">
              <a:avLst/>
            </a:prstGeom>
            <a:grpFill/>
            <a:ln w="9525">
              <a:solidFill>
                <a:schemeClr val="bg1"/>
              </a:solidFill>
              <a:round/>
              <a:headEnd/>
              <a:tailEnd/>
            </a:ln>
          </p:spPr>
          <p:txBody>
            <a:bodyPr/>
            <a:lstStyle/>
            <a:p>
              <a:endParaRPr lang="en-US"/>
            </a:p>
          </p:txBody>
        </p:sp>
        <p:sp>
          <p:nvSpPr>
            <p:cNvPr id="103510" name="Oval 306">
              <a:extLst>
                <a:ext uri="{FF2B5EF4-FFF2-40B4-BE49-F238E27FC236}">
                  <a16:creationId xmlns:a16="http://schemas.microsoft.com/office/drawing/2014/main" id="{CE4D5F42-694C-49EC-EC1B-D156B62D5DE3}"/>
                </a:ext>
              </a:extLst>
            </p:cNvPr>
            <p:cNvSpPr>
              <a:spLocks noChangeArrowheads="1"/>
            </p:cNvSpPr>
            <p:nvPr/>
          </p:nvSpPr>
          <p:spPr bwMode="auto">
            <a:xfrm>
              <a:off x="1457" y="2044"/>
              <a:ext cx="40" cy="40"/>
            </a:xfrm>
            <a:prstGeom prst="ellipse">
              <a:avLst/>
            </a:prstGeom>
            <a:grpFill/>
            <a:ln w="25400">
              <a:solidFill>
                <a:schemeClr val="bg1"/>
              </a:solidFill>
              <a:round/>
              <a:headEnd/>
              <a:tailEnd/>
            </a:ln>
          </p:spPr>
          <p:txBody>
            <a:bodyPr/>
            <a:lstStyle/>
            <a:p>
              <a:endParaRPr lang="en-US"/>
            </a:p>
          </p:txBody>
        </p:sp>
        <p:sp>
          <p:nvSpPr>
            <p:cNvPr id="103511" name="Oval 307">
              <a:extLst>
                <a:ext uri="{FF2B5EF4-FFF2-40B4-BE49-F238E27FC236}">
                  <a16:creationId xmlns:a16="http://schemas.microsoft.com/office/drawing/2014/main" id="{052E236C-D334-50C2-D7A9-B1AE3C095D33}"/>
                </a:ext>
              </a:extLst>
            </p:cNvPr>
            <p:cNvSpPr>
              <a:spLocks noChangeArrowheads="1"/>
            </p:cNvSpPr>
            <p:nvPr/>
          </p:nvSpPr>
          <p:spPr bwMode="auto">
            <a:xfrm>
              <a:off x="1457" y="2355"/>
              <a:ext cx="40" cy="32"/>
            </a:xfrm>
            <a:prstGeom prst="ellipse">
              <a:avLst/>
            </a:prstGeom>
            <a:grpFill/>
            <a:ln w="9525">
              <a:solidFill>
                <a:schemeClr val="bg1"/>
              </a:solidFill>
              <a:round/>
              <a:headEnd/>
              <a:tailEnd/>
            </a:ln>
          </p:spPr>
          <p:txBody>
            <a:bodyPr/>
            <a:lstStyle/>
            <a:p>
              <a:endParaRPr lang="en-US"/>
            </a:p>
          </p:txBody>
        </p:sp>
        <p:sp>
          <p:nvSpPr>
            <p:cNvPr id="103512" name="Oval 308">
              <a:extLst>
                <a:ext uri="{FF2B5EF4-FFF2-40B4-BE49-F238E27FC236}">
                  <a16:creationId xmlns:a16="http://schemas.microsoft.com/office/drawing/2014/main" id="{14656E50-6C8C-08F6-2848-3A647B310EAD}"/>
                </a:ext>
              </a:extLst>
            </p:cNvPr>
            <p:cNvSpPr>
              <a:spLocks noChangeArrowheads="1"/>
            </p:cNvSpPr>
            <p:nvPr/>
          </p:nvSpPr>
          <p:spPr bwMode="auto">
            <a:xfrm>
              <a:off x="1457" y="2355"/>
              <a:ext cx="40" cy="32"/>
            </a:xfrm>
            <a:prstGeom prst="ellipse">
              <a:avLst/>
            </a:prstGeom>
            <a:grpFill/>
            <a:ln w="25400">
              <a:solidFill>
                <a:schemeClr val="bg1"/>
              </a:solidFill>
              <a:round/>
              <a:headEnd/>
              <a:tailEnd/>
            </a:ln>
          </p:spPr>
          <p:txBody>
            <a:bodyPr/>
            <a:lstStyle/>
            <a:p>
              <a:endParaRPr lang="en-US"/>
            </a:p>
          </p:txBody>
        </p:sp>
        <p:sp>
          <p:nvSpPr>
            <p:cNvPr id="103513" name="Oval 309">
              <a:extLst>
                <a:ext uri="{FF2B5EF4-FFF2-40B4-BE49-F238E27FC236}">
                  <a16:creationId xmlns:a16="http://schemas.microsoft.com/office/drawing/2014/main" id="{3A55B3D5-2D12-E517-1893-E773A74DD412}"/>
                </a:ext>
              </a:extLst>
            </p:cNvPr>
            <p:cNvSpPr>
              <a:spLocks noChangeArrowheads="1"/>
            </p:cNvSpPr>
            <p:nvPr/>
          </p:nvSpPr>
          <p:spPr bwMode="auto">
            <a:xfrm>
              <a:off x="1457" y="2658"/>
              <a:ext cx="32" cy="32"/>
            </a:xfrm>
            <a:prstGeom prst="ellipse">
              <a:avLst/>
            </a:prstGeom>
            <a:grpFill/>
            <a:ln w="9525">
              <a:solidFill>
                <a:schemeClr val="bg1"/>
              </a:solidFill>
              <a:round/>
              <a:headEnd/>
              <a:tailEnd/>
            </a:ln>
          </p:spPr>
          <p:txBody>
            <a:bodyPr/>
            <a:lstStyle/>
            <a:p>
              <a:endParaRPr lang="en-US"/>
            </a:p>
          </p:txBody>
        </p:sp>
        <p:sp>
          <p:nvSpPr>
            <p:cNvPr id="103514" name="Oval 310">
              <a:extLst>
                <a:ext uri="{FF2B5EF4-FFF2-40B4-BE49-F238E27FC236}">
                  <a16:creationId xmlns:a16="http://schemas.microsoft.com/office/drawing/2014/main" id="{DC039A58-17A5-30C0-EF89-F6A600B974CC}"/>
                </a:ext>
              </a:extLst>
            </p:cNvPr>
            <p:cNvSpPr>
              <a:spLocks noChangeArrowheads="1"/>
            </p:cNvSpPr>
            <p:nvPr/>
          </p:nvSpPr>
          <p:spPr bwMode="auto">
            <a:xfrm>
              <a:off x="1457" y="2658"/>
              <a:ext cx="32" cy="32"/>
            </a:xfrm>
            <a:prstGeom prst="ellipse">
              <a:avLst/>
            </a:prstGeom>
            <a:grpFill/>
            <a:ln w="25400">
              <a:solidFill>
                <a:schemeClr val="bg1"/>
              </a:solidFill>
              <a:round/>
              <a:headEnd/>
              <a:tailEnd/>
            </a:ln>
          </p:spPr>
          <p:txBody>
            <a:bodyPr/>
            <a:lstStyle/>
            <a:p>
              <a:endParaRPr lang="en-US"/>
            </a:p>
          </p:txBody>
        </p:sp>
        <p:sp>
          <p:nvSpPr>
            <p:cNvPr id="103515" name="Oval 311">
              <a:extLst>
                <a:ext uri="{FF2B5EF4-FFF2-40B4-BE49-F238E27FC236}">
                  <a16:creationId xmlns:a16="http://schemas.microsoft.com/office/drawing/2014/main" id="{EB4B2D7D-B13B-D9C3-827E-3028BF45CAAA}"/>
                </a:ext>
              </a:extLst>
            </p:cNvPr>
            <p:cNvSpPr>
              <a:spLocks noChangeArrowheads="1"/>
            </p:cNvSpPr>
            <p:nvPr/>
          </p:nvSpPr>
          <p:spPr bwMode="auto">
            <a:xfrm>
              <a:off x="1449" y="2969"/>
              <a:ext cx="40" cy="32"/>
            </a:xfrm>
            <a:prstGeom prst="ellipse">
              <a:avLst/>
            </a:prstGeom>
            <a:grpFill/>
            <a:ln w="9525">
              <a:solidFill>
                <a:schemeClr val="bg1"/>
              </a:solidFill>
              <a:round/>
              <a:headEnd/>
              <a:tailEnd/>
            </a:ln>
          </p:spPr>
          <p:txBody>
            <a:bodyPr/>
            <a:lstStyle/>
            <a:p>
              <a:endParaRPr lang="en-US"/>
            </a:p>
          </p:txBody>
        </p:sp>
        <p:sp>
          <p:nvSpPr>
            <p:cNvPr id="103516" name="Oval 312">
              <a:extLst>
                <a:ext uri="{FF2B5EF4-FFF2-40B4-BE49-F238E27FC236}">
                  <a16:creationId xmlns:a16="http://schemas.microsoft.com/office/drawing/2014/main" id="{4281C3D7-CABC-1A14-7602-34A946CAC4A6}"/>
                </a:ext>
              </a:extLst>
            </p:cNvPr>
            <p:cNvSpPr>
              <a:spLocks noChangeArrowheads="1"/>
            </p:cNvSpPr>
            <p:nvPr/>
          </p:nvSpPr>
          <p:spPr bwMode="auto">
            <a:xfrm>
              <a:off x="1449" y="2969"/>
              <a:ext cx="40" cy="32"/>
            </a:xfrm>
            <a:prstGeom prst="ellipse">
              <a:avLst/>
            </a:prstGeom>
            <a:grpFill/>
            <a:ln w="25400">
              <a:solidFill>
                <a:schemeClr val="bg1"/>
              </a:solidFill>
              <a:round/>
              <a:headEnd/>
              <a:tailEnd/>
            </a:ln>
          </p:spPr>
          <p:txBody>
            <a:bodyPr/>
            <a:lstStyle/>
            <a:p>
              <a:endParaRPr lang="en-US"/>
            </a:p>
          </p:txBody>
        </p:sp>
        <p:grpSp>
          <p:nvGrpSpPr>
            <p:cNvPr id="103517" name="Group 313">
              <a:extLst>
                <a:ext uri="{FF2B5EF4-FFF2-40B4-BE49-F238E27FC236}">
                  <a16:creationId xmlns:a16="http://schemas.microsoft.com/office/drawing/2014/main" id="{ECB36165-AAE2-5038-28F6-B79AE9972D65}"/>
                </a:ext>
              </a:extLst>
            </p:cNvPr>
            <p:cNvGrpSpPr>
              <a:grpSpLocks/>
            </p:cNvGrpSpPr>
            <p:nvPr/>
          </p:nvGrpSpPr>
          <p:grpSpPr bwMode="auto">
            <a:xfrm>
              <a:off x="1912" y="1741"/>
              <a:ext cx="40" cy="1260"/>
              <a:chOff x="1912" y="1741"/>
              <a:chExt cx="40" cy="1260"/>
            </a:xfrm>
            <a:grpFill/>
          </p:grpSpPr>
          <p:sp>
            <p:nvSpPr>
              <p:cNvPr id="104419" name="Oval 314">
                <a:extLst>
                  <a:ext uri="{FF2B5EF4-FFF2-40B4-BE49-F238E27FC236}">
                    <a16:creationId xmlns:a16="http://schemas.microsoft.com/office/drawing/2014/main" id="{57639F62-2754-C27C-858B-01F4F44311A4}"/>
                  </a:ext>
                </a:extLst>
              </p:cNvPr>
              <p:cNvSpPr>
                <a:spLocks noChangeArrowheads="1"/>
              </p:cNvSpPr>
              <p:nvPr/>
            </p:nvSpPr>
            <p:spPr bwMode="auto">
              <a:xfrm>
                <a:off x="1920" y="1741"/>
                <a:ext cx="32" cy="32"/>
              </a:xfrm>
              <a:prstGeom prst="ellipse">
                <a:avLst/>
              </a:prstGeom>
              <a:grpFill/>
              <a:ln w="9525">
                <a:solidFill>
                  <a:schemeClr val="bg1"/>
                </a:solidFill>
                <a:round/>
                <a:headEnd/>
                <a:tailEnd/>
              </a:ln>
            </p:spPr>
            <p:txBody>
              <a:bodyPr/>
              <a:lstStyle/>
              <a:p>
                <a:endParaRPr lang="en-US"/>
              </a:p>
            </p:txBody>
          </p:sp>
          <p:sp>
            <p:nvSpPr>
              <p:cNvPr id="104420" name="Oval 315">
                <a:extLst>
                  <a:ext uri="{FF2B5EF4-FFF2-40B4-BE49-F238E27FC236}">
                    <a16:creationId xmlns:a16="http://schemas.microsoft.com/office/drawing/2014/main" id="{99815EFD-7D59-7412-6E44-B047C08BEE60}"/>
                  </a:ext>
                </a:extLst>
              </p:cNvPr>
              <p:cNvSpPr>
                <a:spLocks noChangeArrowheads="1"/>
              </p:cNvSpPr>
              <p:nvPr/>
            </p:nvSpPr>
            <p:spPr bwMode="auto">
              <a:xfrm>
                <a:off x="1920" y="1741"/>
                <a:ext cx="32" cy="32"/>
              </a:xfrm>
              <a:prstGeom prst="ellipse">
                <a:avLst/>
              </a:prstGeom>
              <a:grpFill/>
              <a:ln w="25400">
                <a:solidFill>
                  <a:schemeClr val="bg1"/>
                </a:solidFill>
                <a:round/>
                <a:headEnd/>
                <a:tailEnd/>
              </a:ln>
            </p:spPr>
            <p:txBody>
              <a:bodyPr/>
              <a:lstStyle/>
              <a:p>
                <a:endParaRPr lang="en-US"/>
              </a:p>
            </p:txBody>
          </p:sp>
          <p:sp>
            <p:nvSpPr>
              <p:cNvPr id="104421" name="Oval 316">
                <a:extLst>
                  <a:ext uri="{FF2B5EF4-FFF2-40B4-BE49-F238E27FC236}">
                    <a16:creationId xmlns:a16="http://schemas.microsoft.com/office/drawing/2014/main" id="{EB4E0FB2-4AB7-50E8-8C6F-433FE014DA45}"/>
                  </a:ext>
                </a:extLst>
              </p:cNvPr>
              <p:cNvSpPr>
                <a:spLocks noChangeArrowheads="1"/>
              </p:cNvSpPr>
              <p:nvPr/>
            </p:nvSpPr>
            <p:spPr bwMode="auto">
              <a:xfrm>
                <a:off x="1920" y="2044"/>
                <a:ext cx="32" cy="32"/>
              </a:xfrm>
              <a:prstGeom prst="ellipse">
                <a:avLst/>
              </a:prstGeom>
              <a:grpFill/>
              <a:ln w="9525">
                <a:solidFill>
                  <a:schemeClr val="bg1"/>
                </a:solidFill>
                <a:round/>
                <a:headEnd/>
                <a:tailEnd/>
              </a:ln>
            </p:spPr>
            <p:txBody>
              <a:bodyPr/>
              <a:lstStyle/>
              <a:p>
                <a:endParaRPr lang="en-US"/>
              </a:p>
            </p:txBody>
          </p:sp>
          <p:sp>
            <p:nvSpPr>
              <p:cNvPr id="104422" name="Oval 317">
                <a:extLst>
                  <a:ext uri="{FF2B5EF4-FFF2-40B4-BE49-F238E27FC236}">
                    <a16:creationId xmlns:a16="http://schemas.microsoft.com/office/drawing/2014/main" id="{9A5B07E1-B044-6F79-169D-FB176E7C2000}"/>
                  </a:ext>
                </a:extLst>
              </p:cNvPr>
              <p:cNvSpPr>
                <a:spLocks noChangeArrowheads="1"/>
              </p:cNvSpPr>
              <p:nvPr/>
            </p:nvSpPr>
            <p:spPr bwMode="auto">
              <a:xfrm>
                <a:off x="1920" y="2044"/>
                <a:ext cx="32" cy="32"/>
              </a:xfrm>
              <a:prstGeom prst="ellipse">
                <a:avLst/>
              </a:prstGeom>
              <a:grpFill/>
              <a:ln w="25400">
                <a:solidFill>
                  <a:schemeClr val="bg1"/>
                </a:solidFill>
                <a:round/>
                <a:headEnd/>
                <a:tailEnd/>
              </a:ln>
            </p:spPr>
            <p:txBody>
              <a:bodyPr/>
              <a:lstStyle/>
              <a:p>
                <a:endParaRPr lang="en-US"/>
              </a:p>
            </p:txBody>
          </p:sp>
          <p:sp>
            <p:nvSpPr>
              <p:cNvPr id="104423" name="Oval 318">
                <a:extLst>
                  <a:ext uri="{FF2B5EF4-FFF2-40B4-BE49-F238E27FC236}">
                    <a16:creationId xmlns:a16="http://schemas.microsoft.com/office/drawing/2014/main" id="{7E3DD116-068F-255D-42BA-5AB9E98CD091}"/>
                  </a:ext>
                </a:extLst>
              </p:cNvPr>
              <p:cNvSpPr>
                <a:spLocks noChangeArrowheads="1"/>
              </p:cNvSpPr>
              <p:nvPr/>
            </p:nvSpPr>
            <p:spPr bwMode="auto">
              <a:xfrm>
                <a:off x="1920" y="2347"/>
                <a:ext cx="32" cy="40"/>
              </a:xfrm>
              <a:prstGeom prst="ellipse">
                <a:avLst/>
              </a:prstGeom>
              <a:grpFill/>
              <a:ln w="9525">
                <a:solidFill>
                  <a:schemeClr val="bg1"/>
                </a:solidFill>
                <a:round/>
                <a:headEnd/>
                <a:tailEnd/>
              </a:ln>
            </p:spPr>
            <p:txBody>
              <a:bodyPr/>
              <a:lstStyle/>
              <a:p>
                <a:endParaRPr lang="en-US"/>
              </a:p>
            </p:txBody>
          </p:sp>
          <p:sp>
            <p:nvSpPr>
              <p:cNvPr id="104424" name="Oval 319">
                <a:extLst>
                  <a:ext uri="{FF2B5EF4-FFF2-40B4-BE49-F238E27FC236}">
                    <a16:creationId xmlns:a16="http://schemas.microsoft.com/office/drawing/2014/main" id="{06C5DA65-ECF9-B271-5616-BDCFE1870465}"/>
                  </a:ext>
                </a:extLst>
              </p:cNvPr>
              <p:cNvSpPr>
                <a:spLocks noChangeArrowheads="1"/>
              </p:cNvSpPr>
              <p:nvPr/>
            </p:nvSpPr>
            <p:spPr bwMode="auto">
              <a:xfrm>
                <a:off x="1920" y="2347"/>
                <a:ext cx="32" cy="40"/>
              </a:xfrm>
              <a:prstGeom prst="ellipse">
                <a:avLst/>
              </a:prstGeom>
              <a:grpFill/>
              <a:ln w="25400">
                <a:solidFill>
                  <a:schemeClr val="bg1"/>
                </a:solidFill>
                <a:round/>
                <a:headEnd/>
                <a:tailEnd/>
              </a:ln>
            </p:spPr>
            <p:txBody>
              <a:bodyPr/>
              <a:lstStyle/>
              <a:p>
                <a:endParaRPr lang="en-US"/>
              </a:p>
            </p:txBody>
          </p:sp>
          <p:sp>
            <p:nvSpPr>
              <p:cNvPr id="104425" name="Oval 320">
                <a:extLst>
                  <a:ext uri="{FF2B5EF4-FFF2-40B4-BE49-F238E27FC236}">
                    <a16:creationId xmlns:a16="http://schemas.microsoft.com/office/drawing/2014/main" id="{4B2BDB36-A896-3207-4B44-93D7A9824F13}"/>
                  </a:ext>
                </a:extLst>
              </p:cNvPr>
              <p:cNvSpPr>
                <a:spLocks noChangeArrowheads="1"/>
              </p:cNvSpPr>
              <p:nvPr/>
            </p:nvSpPr>
            <p:spPr bwMode="auto">
              <a:xfrm>
                <a:off x="1920" y="2658"/>
                <a:ext cx="32" cy="32"/>
              </a:xfrm>
              <a:prstGeom prst="ellipse">
                <a:avLst/>
              </a:prstGeom>
              <a:grpFill/>
              <a:ln w="9525">
                <a:solidFill>
                  <a:schemeClr val="bg1"/>
                </a:solidFill>
                <a:round/>
                <a:headEnd/>
                <a:tailEnd/>
              </a:ln>
            </p:spPr>
            <p:txBody>
              <a:bodyPr/>
              <a:lstStyle/>
              <a:p>
                <a:endParaRPr lang="en-US"/>
              </a:p>
            </p:txBody>
          </p:sp>
          <p:sp>
            <p:nvSpPr>
              <p:cNvPr id="104426" name="Oval 321">
                <a:extLst>
                  <a:ext uri="{FF2B5EF4-FFF2-40B4-BE49-F238E27FC236}">
                    <a16:creationId xmlns:a16="http://schemas.microsoft.com/office/drawing/2014/main" id="{AD266888-4EFF-454B-1DD1-475E33CEF321}"/>
                  </a:ext>
                </a:extLst>
              </p:cNvPr>
              <p:cNvSpPr>
                <a:spLocks noChangeArrowheads="1"/>
              </p:cNvSpPr>
              <p:nvPr/>
            </p:nvSpPr>
            <p:spPr bwMode="auto">
              <a:xfrm>
                <a:off x="1920" y="2658"/>
                <a:ext cx="32" cy="32"/>
              </a:xfrm>
              <a:prstGeom prst="ellipse">
                <a:avLst/>
              </a:prstGeom>
              <a:grpFill/>
              <a:ln w="25400">
                <a:solidFill>
                  <a:schemeClr val="bg1"/>
                </a:solidFill>
                <a:round/>
                <a:headEnd/>
                <a:tailEnd/>
              </a:ln>
            </p:spPr>
            <p:txBody>
              <a:bodyPr/>
              <a:lstStyle/>
              <a:p>
                <a:endParaRPr lang="en-US"/>
              </a:p>
            </p:txBody>
          </p:sp>
          <p:sp>
            <p:nvSpPr>
              <p:cNvPr id="104427" name="Oval 322">
                <a:extLst>
                  <a:ext uri="{FF2B5EF4-FFF2-40B4-BE49-F238E27FC236}">
                    <a16:creationId xmlns:a16="http://schemas.microsoft.com/office/drawing/2014/main" id="{4DACBA06-F920-5570-6D3E-93B9981F2861}"/>
                  </a:ext>
                </a:extLst>
              </p:cNvPr>
              <p:cNvSpPr>
                <a:spLocks noChangeArrowheads="1"/>
              </p:cNvSpPr>
              <p:nvPr/>
            </p:nvSpPr>
            <p:spPr bwMode="auto">
              <a:xfrm>
                <a:off x="1912" y="2961"/>
                <a:ext cx="32" cy="40"/>
              </a:xfrm>
              <a:prstGeom prst="ellipse">
                <a:avLst/>
              </a:prstGeom>
              <a:grpFill/>
              <a:ln w="9525">
                <a:solidFill>
                  <a:schemeClr val="bg1"/>
                </a:solidFill>
                <a:round/>
                <a:headEnd/>
                <a:tailEnd/>
              </a:ln>
            </p:spPr>
            <p:txBody>
              <a:bodyPr/>
              <a:lstStyle/>
              <a:p>
                <a:endParaRPr lang="en-US"/>
              </a:p>
            </p:txBody>
          </p:sp>
          <p:sp>
            <p:nvSpPr>
              <p:cNvPr id="104428" name="Oval 323">
                <a:extLst>
                  <a:ext uri="{FF2B5EF4-FFF2-40B4-BE49-F238E27FC236}">
                    <a16:creationId xmlns:a16="http://schemas.microsoft.com/office/drawing/2014/main" id="{F1B1B326-A540-D56F-3F3E-3978058510CB}"/>
                  </a:ext>
                </a:extLst>
              </p:cNvPr>
              <p:cNvSpPr>
                <a:spLocks noChangeArrowheads="1"/>
              </p:cNvSpPr>
              <p:nvPr/>
            </p:nvSpPr>
            <p:spPr bwMode="auto">
              <a:xfrm>
                <a:off x="1912" y="2961"/>
                <a:ext cx="32" cy="40"/>
              </a:xfrm>
              <a:prstGeom prst="ellipse">
                <a:avLst/>
              </a:prstGeom>
              <a:grpFill/>
              <a:ln w="25400">
                <a:solidFill>
                  <a:schemeClr val="bg1"/>
                </a:solidFill>
                <a:round/>
                <a:headEnd/>
                <a:tailEnd/>
              </a:ln>
            </p:spPr>
            <p:txBody>
              <a:bodyPr/>
              <a:lstStyle/>
              <a:p>
                <a:endParaRPr lang="en-US"/>
              </a:p>
            </p:txBody>
          </p:sp>
        </p:grpSp>
        <p:grpSp>
          <p:nvGrpSpPr>
            <p:cNvPr id="103518" name="Group 324">
              <a:extLst>
                <a:ext uri="{FF2B5EF4-FFF2-40B4-BE49-F238E27FC236}">
                  <a16:creationId xmlns:a16="http://schemas.microsoft.com/office/drawing/2014/main" id="{D5BD753A-A0B2-24B8-38D4-08F1BEF64909}"/>
                </a:ext>
              </a:extLst>
            </p:cNvPr>
            <p:cNvGrpSpPr>
              <a:grpSpLocks/>
            </p:cNvGrpSpPr>
            <p:nvPr/>
          </p:nvGrpSpPr>
          <p:grpSpPr bwMode="auto">
            <a:xfrm>
              <a:off x="2375" y="1749"/>
              <a:ext cx="40" cy="1252"/>
              <a:chOff x="2375" y="1749"/>
              <a:chExt cx="40" cy="1252"/>
            </a:xfrm>
            <a:grpFill/>
          </p:grpSpPr>
          <p:sp>
            <p:nvSpPr>
              <p:cNvPr id="104409" name="Oval 325">
                <a:extLst>
                  <a:ext uri="{FF2B5EF4-FFF2-40B4-BE49-F238E27FC236}">
                    <a16:creationId xmlns:a16="http://schemas.microsoft.com/office/drawing/2014/main" id="{B768EAC7-AA7F-B068-5AC0-A21F97D9AA59}"/>
                  </a:ext>
                </a:extLst>
              </p:cNvPr>
              <p:cNvSpPr>
                <a:spLocks noChangeArrowheads="1"/>
              </p:cNvSpPr>
              <p:nvPr/>
            </p:nvSpPr>
            <p:spPr bwMode="auto">
              <a:xfrm>
                <a:off x="2375" y="1749"/>
                <a:ext cx="32" cy="32"/>
              </a:xfrm>
              <a:prstGeom prst="ellipse">
                <a:avLst/>
              </a:prstGeom>
              <a:grpFill/>
              <a:ln w="9525">
                <a:solidFill>
                  <a:schemeClr val="bg1"/>
                </a:solidFill>
                <a:round/>
                <a:headEnd/>
                <a:tailEnd/>
              </a:ln>
            </p:spPr>
            <p:txBody>
              <a:bodyPr/>
              <a:lstStyle/>
              <a:p>
                <a:endParaRPr lang="en-US"/>
              </a:p>
            </p:txBody>
          </p:sp>
          <p:sp>
            <p:nvSpPr>
              <p:cNvPr id="104410" name="Oval 326">
                <a:extLst>
                  <a:ext uri="{FF2B5EF4-FFF2-40B4-BE49-F238E27FC236}">
                    <a16:creationId xmlns:a16="http://schemas.microsoft.com/office/drawing/2014/main" id="{9596BD28-3CBD-F6F1-41AB-8394132D5129}"/>
                  </a:ext>
                </a:extLst>
              </p:cNvPr>
              <p:cNvSpPr>
                <a:spLocks noChangeArrowheads="1"/>
              </p:cNvSpPr>
              <p:nvPr/>
            </p:nvSpPr>
            <p:spPr bwMode="auto">
              <a:xfrm>
                <a:off x="2375" y="1749"/>
                <a:ext cx="32" cy="32"/>
              </a:xfrm>
              <a:prstGeom prst="ellipse">
                <a:avLst/>
              </a:prstGeom>
              <a:grpFill/>
              <a:ln w="25400">
                <a:solidFill>
                  <a:schemeClr val="bg1"/>
                </a:solidFill>
                <a:round/>
                <a:headEnd/>
                <a:tailEnd/>
              </a:ln>
            </p:spPr>
            <p:txBody>
              <a:bodyPr/>
              <a:lstStyle/>
              <a:p>
                <a:endParaRPr lang="en-US"/>
              </a:p>
            </p:txBody>
          </p:sp>
          <p:sp>
            <p:nvSpPr>
              <p:cNvPr id="104411" name="Oval 327">
                <a:extLst>
                  <a:ext uri="{FF2B5EF4-FFF2-40B4-BE49-F238E27FC236}">
                    <a16:creationId xmlns:a16="http://schemas.microsoft.com/office/drawing/2014/main" id="{23EAE967-C9B0-9F1A-8806-951B694BCB30}"/>
                  </a:ext>
                </a:extLst>
              </p:cNvPr>
              <p:cNvSpPr>
                <a:spLocks noChangeArrowheads="1"/>
              </p:cNvSpPr>
              <p:nvPr/>
            </p:nvSpPr>
            <p:spPr bwMode="auto">
              <a:xfrm>
                <a:off x="2383" y="2052"/>
                <a:ext cx="32" cy="32"/>
              </a:xfrm>
              <a:prstGeom prst="ellipse">
                <a:avLst/>
              </a:prstGeom>
              <a:grpFill/>
              <a:ln w="9525">
                <a:solidFill>
                  <a:schemeClr val="bg1"/>
                </a:solidFill>
                <a:round/>
                <a:headEnd/>
                <a:tailEnd/>
              </a:ln>
            </p:spPr>
            <p:txBody>
              <a:bodyPr/>
              <a:lstStyle/>
              <a:p>
                <a:endParaRPr lang="en-US"/>
              </a:p>
            </p:txBody>
          </p:sp>
          <p:sp>
            <p:nvSpPr>
              <p:cNvPr id="104412" name="Oval 328">
                <a:extLst>
                  <a:ext uri="{FF2B5EF4-FFF2-40B4-BE49-F238E27FC236}">
                    <a16:creationId xmlns:a16="http://schemas.microsoft.com/office/drawing/2014/main" id="{4DE488A8-05C0-B144-2E72-70DA02AF10B0}"/>
                  </a:ext>
                </a:extLst>
              </p:cNvPr>
              <p:cNvSpPr>
                <a:spLocks noChangeArrowheads="1"/>
              </p:cNvSpPr>
              <p:nvPr/>
            </p:nvSpPr>
            <p:spPr bwMode="auto">
              <a:xfrm>
                <a:off x="2383" y="2052"/>
                <a:ext cx="32" cy="32"/>
              </a:xfrm>
              <a:prstGeom prst="ellipse">
                <a:avLst/>
              </a:prstGeom>
              <a:grpFill/>
              <a:ln w="25400">
                <a:solidFill>
                  <a:schemeClr val="bg1"/>
                </a:solidFill>
                <a:round/>
                <a:headEnd/>
                <a:tailEnd/>
              </a:ln>
            </p:spPr>
            <p:txBody>
              <a:bodyPr/>
              <a:lstStyle/>
              <a:p>
                <a:endParaRPr lang="en-US"/>
              </a:p>
            </p:txBody>
          </p:sp>
          <p:sp>
            <p:nvSpPr>
              <p:cNvPr id="104413" name="Oval 329">
                <a:extLst>
                  <a:ext uri="{FF2B5EF4-FFF2-40B4-BE49-F238E27FC236}">
                    <a16:creationId xmlns:a16="http://schemas.microsoft.com/office/drawing/2014/main" id="{8EA45CA0-94BE-D491-37E5-A03CDD0C982A}"/>
                  </a:ext>
                </a:extLst>
              </p:cNvPr>
              <p:cNvSpPr>
                <a:spLocks noChangeArrowheads="1"/>
              </p:cNvSpPr>
              <p:nvPr/>
            </p:nvSpPr>
            <p:spPr bwMode="auto">
              <a:xfrm>
                <a:off x="2383" y="2355"/>
                <a:ext cx="32" cy="32"/>
              </a:xfrm>
              <a:prstGeom prst="ellipse">
                <a:avLst/>
              </a:prstGeom>
              <a:grpFill/>
              <a:ln w="9525">
                <a:solidFill>
                  <a:schemeClr val="bg1"/>
                </a:solidFill>
                <a:round/>
                <a:headEnd/>
                <a:tailEnd/>
              </a:ln>
            </p:spPr>
            <p:txBody>
              <a:bodyPr/>
              <a:lstStyle/>
              <a:p>
                <a:endParaRPr lang="en-US"/>
              </a:p>
            </p:txBody>
          </p:sp>
          <p:sp>
            <p:nvSpPr>
              <p:cNvPr id="104414" name="Oval 330">
                <a:extLst>
                  <a:ext uri="{FF2B5EF4-FFF2-40B4-BE49-F238E27FC236}">
                    <a16:creationId xmlns:a16="http://schemas.microsoft.com/office/drawing/2014/main" id="{5B8982EE-334F-FC1F-9180-499546C748DA}"/>
                  </a:ext>
                </a:extLst>
              </p:cNvPr>
              <p:cNvSpPr>
                <a:spLocks noChangeArrowheads="1"/>
              </p:cNvSpPr>
              <p:nvPr/>
            </p:nvSpPr>
            <p:spPr bwMode="auto">
              <a:xfrm>
                <a:off x="2383" y="2355"/>
                <a:ext cx="32" cy="32"/>
              </a:xfrm>
              <a:prstGeom prst="ellipse">
                <a:avLst/>
              </a:prstGeom>
              <a:grpFill/>
              <a:ln w="25400">
                <a:solidFill>
                  <a:schemeClr val="bg1"/>
                </a:solidFill>
                <a:round/>
                <a:headEnd/>
                <a:tailEnd/>
              </a:ln>
            </p:spPr>
            <p:txBody>
              <a:bodyPr/>
              <a:lstStyle/>
              <a:p>
                <a:endParaRPr lang="en-US"/>
              </a:p>
            </p:txBody>
          </p:sp>
          <p:sp>
            <p:nvSpPr>
              <p:cNvPr id="104415" name="Oval 331">
                <a:extLst>
                  <a:ext uri="{FF2B5EF4-FFF2-40B4-BE49-F238E27FC236}">
                    <a16:creationId xmlns:a16="http://schemas.microsoft.com/office/drawing/2014/main" id="{CC60C95E-94AB-0563-6A83-0DD216B2FB63}"/>
                  </a:ext>
                </a:extLst>
              </p:cNvPr>
              <p:cNvSpPr>
                <a:spLocks noChangeArrowheads="1"/>
              </p:cNvSpPr>
              <p:nvPr/>
            </p:nvSpPr>
            <p:spPr bwMode="auto">
              <a:xfrm>
                <a:off x="2375" y="2658"/>
                <a:ext cx="32" cy="40"/>
              </a:xfrm>
              <a:prstGeom prst="ellipse">
                <a:avLst/>
              </a:prstGeom>
              <a:grpFill/>
              <a:ln w="9525">
                <a:solidFill>
                  <a:schemeClr val="bg1"/>
                </a:solidFill>
                <a:round/>
                <a:headEnd/>
                <a:tailEnd/>
              </a:ln>
            </p:spPr>
            <p:txBody>
              <a:bodyPr/>
              <a:lstStyle/>
              <a:p>
                <a:endParaRPr lang="en-US"/>
              </a:p>
            </p:txBody>
          </p:sp>
          <p:sp>
            <p:nvSpPr>
              <p:cNvPr id="104416" name="Oval 332">
                <a:extLst>
                  <a:ext uri="{FF2B5EF4-FFF2-40B4-BE49-F238E27FC236}">
                    <a16:creationId xmlns:a16="http://schemas.microsoft.com/office/drawing/2014/main" id="{C9D8591A-2760-E27E-4032-0A377FAC0BD7}"/>
                  </a:ext>
                </a:extLst>
              </p:cNvPr>
              <p:cNvSpPr>
                <a:spLocks noChangeArrowheads="1"/>
              </p:cNvSpPr>
              <p:nvPr/>
            </p:nvSpPr>
            <p:spPr bwMode="auto">
              <a:xfrm>
                <a:off x="2375" y="2658"/>
                <a:ext cx="32" cy="40"/>
              </a:xfrm>
              <a:prstGeom prst="ellipse">
                <a:avLst/>
              </a:prstGeom>
              <a:grpFill/>
              <a:ln w="25400">
                <a:solidFill>
                  <a:schemeClr val="bg1"/>
                </a:solidFill>
                <a:round/>
                <a:headEnd/>
                <a:tailEnd/>
              </a:ln>
            </p:spPr>
            <p:txBody>
              <a:bodyPr/>
              <a:lstStyle/>
              <a:p>
                <a:endParaRPr lang="en-US"/>
              </a:p>
            </p:txBody>
          </p:sp>
          <p:sp>
            <p:nvSpPr>
              <p:cNvPr id="104417" name="Oval 333">
                <a:extLst>
                  <a:ext uri="{FF2B5EF4-FFF2-40B4-BE49-F238E27FC236}">
                    <a16:creationId xmlns:a16="http://schemas.microsoft.com/office/drawing/2014/main" id="{7C1782D6-588B-C385-D57D-2EFE30DF76D6}"/>
                  </a:ext>
                </a:extLst>
              </p:cNvPr>
              <p:cNvSpPr>
                <a:spLocks noChangeArrowheads="1"/>
              </p:cNvSpPr>
              <p:nvPr/>
            </p:nvSpPr>
            <p:spPr bwMode="auto">
              <a:xfrm>
                <a:off x="2375" y="2969"/>
                <a:ext cx="32" cy="32"/>
              </a:xfrm>
              <a:prstGeom prst="ellipse">
                <a:avLst/>
              </a:prstGeom>
              <a:grpFill/>
              <a:ln w="9525">
                <a:solidFill>
                  <a:schemeClr val="bg1"/>
                </a:solidFill>
                <a:round/>
                <a:headEnd/>
                <a:tailEnd/>
              </a:ln>
            </p:spPr>
            <p:txBody>
              <a:bodyPr/>
              <a:lstStyle/>
              <a:p>
                <a:endParaRPr lang="en-US"/>
              </a:p>
            </p:txBody>
          </p:sp>
          <p:sp>
            <p:nvSpPr>
              <p:cNvPr id="104418" name="Oval 334">
                <a:extLst>
                  <a:ext uri="{FF2B5EF4-FFF2-40B4-BE49-F238E27FC236}">
                    <a16:creationId xmlns:a16="http://schemas.microsoft.com/office/drawing/2014/main" id="{A371C2C4-552A-52ED-F292-8A74788D3C37}"/>
                  </a:ext>
                </a:extLst>
              </p:cNvPr>
              <p:cNvSpPr>
                <a:spLocks noChangeArrowheads="1"/>
              </p:cNvSpPr>
              <p:nvPr/>
            </p:nvSpPr>
            <p:spPr bwMode="auto">
              <a:xfrm>
                <a:off x="2375" y="2969"/>
                <a:ext cx="32" cy="32"/>
              </a:xfrm>
              <a:prstGeom prst="ellipse">
                <a:avLst/>
              </a:prstGeom>
              <a:grpFill/>
              <a:ln w="25400">
                <a:solidFill>
                  <a:schemeClr val="bg1"/>
                </a:solidFill>
                <a:round/>
                <a:headEnd/>
                <a:tailEnd/>
              </a:ln>
            </p:spPr>
            <p:txBody>
              <a:bodyPr/>
              <a:lstStyle/>
              <a:p>
                <a:endParaRPr lang="en-US"/>
              </a:p>
            </p:txBody>
          </p:sp>
        </p:grpSp>
        <p:grpSp>
          <p:nvGrpSpPr>
            <p:cNvPr id="103519" name="Group 335">
              <a:extLst>
                <a:ext uri="{FF2B5EF4-FFF2-40B4-BE49-F238E27FC236}">
                  <a16:creationId xmlns:a16="http://schemas.microsoft.com/office/drawing/2014/main" id="{BFEE9FEF-2F0E-60EE-A035-42C2BB24004D}"/>
                </a:ext>
              </a:extLst>
            </p:cNvPr>
            <p:cNvGrpSpPr>
              <a:grpSpLocks/>
            </p:cNvGrpSpPr>
            <p:nvPr/>
          </p:nvGrpSpPr>
          <p:grpSpPr bwMode="auto">
            <a:xfrm>
              <a:off x="1489" y="2076"/>
              <a:ext cx="431" cy="284"/>
              <a:chOff x="1489" y="2076"/>
              <a:chExt cx="431" cy="284"/>
            </a:xfrm>
            <a:grpFill/>
          </p:grpSpPr>
          <p:sp>
            <p:nvSpPr>
              <p:cNvPr id="104407" name="Freeform 336">
                <a:extLst>
                  <a:ext uri="{FF2B5EF4-FFF2-40B4-BE49-F238E27FC236}">
                    <a16:creationId xmlns:a16="http://schemas.microsoft.com/office/drawing/2014/main" id="{D010EFFC-AE78-64FA-8208-537D62472F75}"/>
                  </a:ext>
                </a:extLst>
              </p:cNvPr>
              <p:cNvSpPr>
                <a:spLocks/>
              </p:cNvSpPr>
              <p:nvPr/>
            </p:nvSpPr>
            <p:spPr bwMode="auto">
              <a:xfrm>
                <a:off x="1784" y="2076"/>
                <a:ext cx="136" cy="96"/>
              </a:xfrm>
              <a:custGeom>
                <a:avLst/>
                <a:gdLst>
                  <a:gd name="T0" fmla="*/ 136 w 136"/>
                  <a:gd name="T1" fmla="*/ 0 h 96"/>
                  <a:gd name="T2" fmla="*/ 40 w 136"/>
                  <a:gd name="T3" fmla="*/ 96 h 96"/>
                  <a:gd name="T4" fmla="*/ 24 w 136"/>
                  <a:gd name="T5" fmla="*/ 72 h 96"/>
                  <a:gd name="T6" fmla="*/ 0 w 136"/>
                  <a:gd name="T7" fmla="*/ 40 h 96"/>
                  <a:gd name="T8" fmla="*/ 136 w 136"/>
                  <a:gd name="T9" fmla="*/ 0 h 96"/>
                  <a:gd name="T10" fmla="*/ 0 60000 65536"/>
                  <a:gd name="T11" fmla="*/ 0 60000 65536"/>
                  <a:gd name="T12" fmla="*/ 0 60000 65536"/>
                  <a:gd name="T13" fmla="*/ 0 60000 65536"/>
                  <a:gd name="T14" fmla="*/ 0 60000 65536"/>
                  <a:gd name="T15" fmla="*/ 0 w 136"/>
                  <a:gd name="T16" fmla="*/ 0 h 96"/>
                  <a:gd name="T17" fmla="*/ 136 w 136"/>
                  <a:gd name="T18" fmla="*/ 96 h 96"/>
                </a:gdLst>
                <a:ahLst/>
                <a:cxnLst>
                  <a:cxn ang="T10">
                    <a:pos x="T0" y="T1"/>
                  </a:cxn>
                  <a:cxn ang="T11">
                    <a:pos x="T2" y="T3"/>
                  </a:cxn>
                  <a:cxn ang="T12">
                    <a:pos x="T4" y="T5"/>
                  </a:cxn>
                  <a:cxn ang="T13">
                    <a:pos x="T6" y="T7"/>
                  </a:cxn>
                  <a:cxn ang="T14">
                    <a:pos x="T8" y="T9"/>
                  </a:cxn>
                </a:cxnLst>
                <a:rect l="T15" t="T16" r="T17" b="T18"/>
                <a:pathLst>
                  <a:path w="136" h="96">
                    <a:moveTo>
                      <a:pt x="136" y="0"/>
                    </a:moveTo>
                    <a:lnTo>
                      <a:pt x="40" y="96"/>
                    </a:lnTo>
                    <a:lnTo>
                      <a:pt x="24" y="72"/>
                    </a:lnTo>
                    <a:lnTo>
                      <a:pt x="0" y="40"/>
                    </a:lnTo>
                    <a:lnTo>
                      <a:pt x="136" y="0"/>
                    </a:lnTo>
                    <a:close/>
                  </a:path>
                </a:pathLst>
              </a:custGeom>
              <a:grpFill/>
              <a:ln w="9525">
                <a:solidFill>
                  <a:schemeClr val="bg1"/>
                </a:solidFill>
                <a:round/>
                <a:headEnd/>
                <a:tailEnd/>
              </a:ln>
            </p:spPr>
            <p:txBody>
              <a:bodyPr/>
              <a:lstStyle/>
              <a:p>
                <a:endParaRPr lang="en-US"/>
              </a:p>
            </p:txBody>
          </p:sp>
          <p:sp>
            <p:nvSpPr>
              <p:cNvPr id="104408" name="Line 337">
                <a:extLst>
                  <a:ext uri="{FF2B5EF4-FFF2-40B4-BE49-F238E27FC236}">
                    <a16:creationId xmlns:a16="http://schemas.microsoft.com/office/drawing/2014/main" id="{23165D46-140D-E41F-6461-5AAFC41973F0}"/>
                  </a:ext>
                </a:extLst>
              </p:cNvPr>
              <p:cNvSpPr>
                <a:spLocks noChangeShapeType="1"/>
              </p:cNvSpPr>
              <p:nvPr/>
            </p:nvSpPr>
            <p:spPr bwMode="auto">
              <a:xfrm flipV="1">
                <a:off x="1489" y="2143"/>
                <a:ext cx="327" cy="217"/>
              </a:xfrm>
              <a:prstGeom prst="line">
                <a:avLst/>
              </a:prstGeom>
              <a:grpFill/>
              <a:ln w="25400">
                <a:solidFill>
                  <a:schemeClr val="bg1"/>
                </a:solidFill>
                <a:round/>
                <a:headEnd/>
                <a:tailEnd/>
              </a:ln>
            </p:spPr>
            <p:txBody>
              <a:bodyPr/>
              <a:lstStyle/>
              <a:p>
                <a:endParaRPr lang="en-US"/>
              </a:p>
            </p:txBody>
          </p:sp>
        </p:grpSp>
        <p:grpSp>
          <p:nvGrpSpPr>
            <p:cNvPr id="103520" name="Group 338">
              <a:extLst>
                <a:ext uri="{FF2B5EF4-FFF2-40B4-BE49-F238E27FC236}">
                  <a16:creationId xmlns:a16="http://schemas.microsoft.com/office/drawing/2014/main" id="{8ADAF5F7-60AC-10DC-0F7B-7AE3916657B2}"/>
                </a:ext>
              </a:extLst>
            </p:cNvPr>
            <p:cNvGrpSpPr>
              <a:grpSpLocks/>
            </p:cNvGrpSpPr>
            <p:nvPr/>
          </p:nvGrpSpPr>
          <p:grpSpPr bwMode="auto">
            <a:xfrm>
              <a:off x="1489" y="1733"/>
              <a:ext cx="423" cy="56"/>
              <a:chOff x="1489" y="1733"/>
              <a:chExt cx="423" cy="56"/>
            </a:xfrm>
            <a:grpFill/>
          </p:grpSpPr>
          <p:sp>
            <p:nvSpPr>
              <p:cNvPr id="104399" name="Freeform 339">
                <a:extLst>
                  <a:ext uri="{FF2B5EF4-FFF2-40B4-BE49-F238E27FC236}">
                    <a16:creationId xmlns:a16="http://schemas.microsoft.com/office/drawing/2014/main" id="{AD46F10B-B5F9-ABAC-1A31-AD3CDFDAC7FE}"/>
                  </a:ext>
                </a:extLst>
              </p:cNvPr>
              <p:cNvSpPr>
                <a:spLocks/>
              </p:cNvSpPr>
              <p:nvPr/>
            </p:nvSpPr>
            <p:spPr bwMode="auto">
              <a:xfrm>
                <a:off x="1792" y="1733"/>
                <a:ext cx="120" cy="56"/>
              </a:xfrm>
              <a:custGeom>
                <a:avLst/>
                <a:gdLst>
                  <a:gd name="T0" fmla="*/ 120 w 120"/>
                  <a:gd name="T1" fmla="*/ 24 h 56"/>
                  <a:gd name="T2" fmla="*/ 0 w 120"/>
                  <a:gd name="T3" fmla="*/ 56 h 56"/>
                  <a:gd name="T4" fmla="*/ 0 w 120"/>
                  <a:gd name="T5" fmla="*/ 24 h 56"/>
                  <a:gd name="T6" fmla="*/ 0 w 120"/>
                  <a:gd name="T7" fmla="*/ 0 h 56"/>
                  <a:gd name="T8" fmla="*/ 120 w 120"/>
                  <a:gd name="T9" fmla="*/ 24 h 56"/>
                  <a:gd name="T10" fmla="*/ 0 60000 65536"/>
                  <a:gd name="T11" fmla="*/ 0 60000 65536"/>
                  <a:gd name="T12" fmla="*/ 0 60000 65536"/>
                  <a:gd name="T13" fmla="*/ 0 60000 65536"/>
                  <a:gd name="T14" fmla="*/ 0 60000 65536"/>
                  <a:gd name="T15" fmla="*/ 0 w 120"/>
                  <a:gd name="T16" fmla="*/ 0 h 56"/>
                  <a:gd name="T17" fmla="*/ 120 w 120"/>
                  <a:gd name="T18" fmla="*/ 56 h 56"/>
                </a:gdLst>
                <a:ahLst/>
                <a:cxnLst>
                  <a:cxn ang="T10">
                    <a:pos x="T0" y="T1"/>
                  </a:cxn>
                  <a:cxn ang="T11">
                    <a:pos x="T2" y="T3"/>
                  </a:cxn>
                  <a:cxn ang="T12">
                    <a:pos x="T4" y="T5"/>
                  </a:cxn>
                  <a:cxn ang="T13">
                    <a:pos x="T6" y="T7"/>
                  </a:cxn>
                  <a:cxn ang="T14">
                    <a:pos x="T8" y="T9"/>
                  </a:cxn>
                </a:cxnLst>
                <a:rect l="T15" t="T16" r="T17" b="T18"/>
                <a:pathLst>
                  <a:path w="120" h="56">
                    <a:moveTo>
                      <a:pt x="120" y="24"/>
                    </a:moveTo>
                    <a:lnTo>
                      <a:pt x="0" y="56"/>
                    </a:lnTo>
                    <a:lnTo>
                      <a:pt x="0" y="24"/>
                    </a:lnTo>
                    <a:lnTo>
                      <a:pt x="0" y="0"/>
                    </a:lnTo>
                    <a:lnTo>
                      <a:pt x="120" y="24"/>
                    </a:lnTo>
                    <a:close/>
                  </a:path>
                </a:pathLst>
              </a:custGeom>
              <a:grpFill/>
              <a:ln w="9525">
                <a:solidFill>
                  <a:schemeClr val="bg1"/>
                </a:solidFill>
                <a:round/>
                <a:headEnd/>
                <a:tailEnd/>
              </a:ln>
            </p:spPr>
            <p:txBody>
              <a:bodyPr/>
              <a:lstStyle/>
              <a:p>
                <a:endParaRPr lang="en-US"/>
              </a:p>
            </p:txBody>
          </p:sp>
          <p:grpSp>
            <p:nvGrpSpPr>
              <p:cNvPr id="104400" name="Group 340">
                <a:extLst>
                  <a:ext uri="{FF2B5EF4-FFF2-40B4-BE49-F238E27FC236}">
                    <a16:creationId xmlns:a16="http://schemas.microsoft.com/office/drawing/2014/main" id="{2885F113-4D3F-F8E9-9533-8BD570F77D8F}"/>
                  </a:ext>
                </a:extLst>
              </p:cNvPr>
              <p:cNvGrpSpPr>
                <a:grpSpLocks/>
              </p:cNvGrpSpPr>
              <p:nvPr/>
            </p:nvGrpSpPr>
            <p:grpSpPr bwMode="auto">
              <a:xfrm>
                <a:off x="1489" y="1757"/>
                <a:ext cx="295" cy="1"/>
                <a:chOff x="1489" y="1757"/>
                <a:chExt cx="295" cy="1"/>
              </a:xfrm>
              <a:grpFill/>
            </p:grpSpPr>
            <p:sp>
              <p:nvSpPr>
                <p:cNvPr id="104401" name="Line 341">
                  <a:extLst>
                    <a:ext uri="{FF2B5EF4-FFF2-40B4-BE49-F238E27FC236}">
                      <a16:creationId xmlns:a16="http://schemas.microsoft.com/office/drawing/2014/main" id="{37B2D7CE-4A09-245E-1698-396FFF233CC9}"/>
                    </a:ext>
                  </a:extLst>
                </p:cNvPr>
                <p:cNvSpPr>
                  <a:spLocks noChangeShapeType="1"/>
                </p:cNvSpPr>
                <p:nvPr/>
              </p:nvSpPr>
              <p:spPr bwMode="auto">
                <a:xfrm>
                  <a:off x="1489" y="1757"/>
                  <a:ext cx="24" cy="1"/>
                </a:xfrm>
                <a:prstGeom prst="line">
                  <a:avLst/>
                </a:prstGeom>
                <a:grpFill/>
                <a:ln w="12700">
                  <a:solidFill>
                    <a:schemeClr val="bg1"/>
                  </a:solidFill>
                  <a:round/>
                  <a:headEnd/>
                  <a:tailEnd/>
                </a:ln>
              </p:spPr>
              <p:txBody>
                <a:bodyPr/>
                <a:lstStyle/>
                <a:p>
                  <a:endParaRPr lang="en-US"/>
                </a:p>
              </p:txBody>
            </p:sp>
            <p:sp>
              <p:nvSpPr>
                <p:cNvPr id="104402" name="Line 342">
                  <a:extLst>
                    <a:ext uri="{FF2B5EF4-FFF2-40B4-BE49-F238E27FC236}">
                      <a16:creationId xmlns:a16="http://schemas.microsoft.com/office/drawing/2014/main" id="{2BC36358-CE7D-3515-B2D9-807BDD3D828B}"/>
                    </a:ext>
                  </a:extLst>
                </p:cNvPr>
                <p:cNvSpPr>
                  <a:spLocks noChangeShapeType="1"/>
                </p:cNvSpPr>
                <p:nvPr/>
              </p:nvSpPr>
              <p:spPr bwMode="auto">
                <a:xfrm>
                  <a:off x="1544" y="1757"/>
                  <a:ext cx="24" cy="1"/>
                </a:xfrm>
                <a:prstGeom prst="line">
                  <a:avLst/>
                </a:prstGeom>
                <a:grpFill/>
                <a:ln w="12700">
                  <a:solidFill>
                    <a:schemeClr val="bg1"/>
                  </a:solidFill>
                  <a:round/>
                  <a:headEnd/>
                  <a:tailEnd/>
                </a:ln>
              </p:spPr>
              <p:txBody>
                <a:bodyPr/>
                <a:lstStyle/>
                <a:p>
                  <a:endParaRPr lang="en-US"/>
                </a:p>
              </p:txBody>
            </p:sp>
            <p:sp>
              <p:nvSpPr>
                <p:cNvPr id="104403" name="Line 343">
                  <a:extLst>
                    <a:ext uri="{FF2B5EF4-FFF2-40B4-BE49-F238E27FC236}">
                      <a16:creationId xmlns:a16="http://schemas.microsoft.com/office/drawing/2014/main" id="{1FB09B64-F073-8913-248E-F282F9A90155}"/>
                    </a:ext>
                  </a:extLst>
                </p:cNvPr>
                <p:cNvSpPr>
                  <a:spLocks noChangeShapeType="1"/>
                </p:cNvSpPr>
                <p:nvPr/>
              </p:nvSpPr>
              <p:spPr bwMode="auto">
                <a:xfrm>
                  <a:off x="1600" y="1757"/>
                  <a:ext cx="24" cy="1"/>
                </a:xfrm>
                <a:prstGeom prst="line">
                  <a:avLst/>
                </a:prstGeom>
                <a:grpFill/>
                <a:ln w="12700">
                  <a:solidFill>
                    <a:schemeClr val="bg1"/>
                  </a:solidFill>
                  <a:round/>
                  <a:headEnd/>
                  <a:tailEnd/>
                </a:ln>
              </p:spPr>
              <p:txBody>
                <a:bodyPr/>
                <a:lstStyle/>
                <a:p>
                  <a:endParaRPr lang="en-US"/>
                </a:p>
              </p:txBody>
            </p:sp>
            <p:sp>
              <p:nvSpPr>
                <p:cNvPr id="104404" name="Line 344">
                  <a:extLst>
                    <a:ext uri="{FF2B5EF4-FFF2-40B4-BE49-F238E27FC236}">
                      <a16:creationId xmlns:a16="http://schemas.microsoft.com/office/drawing/2014/main" id="{2250681B-D13E-AD2E-7E1F-98804F1516E4}"/>
                    </a:ext>
                  </a:extLst>
                </p:cNvPr>
                <p:cNvSpPr>
                  <a:spLocks noChangeShapeType="1"/>
                </p:cNvSpPr>
                <p:nvPr/>
              </p:nvSpPr>
              <p:spPr bwMode="auto">
                <a:xfrm>
                  <a:off x="1656" y="1757"/>
                  <a:ext cx="24" cy="1"/>
                </a:xfrm>
                <a:prstGeom prst="line">
                  <a:avLst/>
                </a:prstGeom>
                <a:grpFill/>
                <a:ln w="12700">
                  <a:solidFill>
                    <a:schemeClr val="bg1"/>
                  </a:solidFill>
                  <a:round/>
                  <a:headEnd/>
                  <a:tailEnd/>
                </a:ln>
              </p:spPr>
              <p:txBody>
                <a:bodyPr/>
                <a:lstStyle/>
                <a:p>
                  <a:endParaRPr lang="en-US"/>
                </a:p>
              </p:txBody>
            </p:sp>
            <p:sp>
              <p:nvSpPr>
                <p:cNvPr id="104405" name="Line 345">
                  <a:extLst>
                    <a:ext uri="{FF2B5EF4-FFF2-40B4-BE49-F238E27FC236}">
                      <a16:creationId xmlns:a16="http://schemas.microsoft.com/office/drawing/2014/main" id="{AC0E3DF2-A247-5BAE-A5D5-46E326BAF134}"/>
                    </a:ext>
                  </a:extLst>
                </p:cNvPr>
                <p:cNvSpPr>
                  <a:spLocks noChangeShapeType="1"/>
                </p:cNvSpPr>
                <p:nvPr/>
              </p:nvSpPr>
              <p:spPr bwMode="auto">
                <a:xfrm>
                  <a:off x="1712" y="1757"/>
                  <a:ext cx="24" cy="1"/>
                </a:xfrm>
                <a:prstGeom prst="line">
                  <a:avLst/>
                </a:prstGeom>
                <a:grpFill/>
                <a:ln w="12700">
                  <a:solidFill>
                    <a:schemeClr val="bg1"/>
                  </a:solidFill>
                  <a:round/>
                  <a:headEnd/>
                  <a:tailEnd/>
                </a:ln>
              </p:spPr>
              <p:txBody>
                <a:bodyPr/>
                <a:lstStyle/>
                <a:p>
                  <a:endParaRPr lang="en-US"/>
                </a:p>
              </p:txBody>
            </p:sp>
            <p:sp>
              <p:nvSpPr>
                <p:cNvPr id="104406" name="Line 346">
                  <a:extLst>
                    <a:ext uri="{FF2B5EF4-FFF2-40B4-BE49-F238E27FC236}">
                      <a16:creationId xmlns:a16="http://schemas.microsoft.com/office/drawing/2014/main" id="{61D378EB-3AEC-AF0F-9679-523E3898696D}"/>
                    </a:ext>
                  </a:extLst>
                </p:cNvPr>
                <p:cNvSpPr>
                  <a:spLocks noChangeShapeType="1"/>
                </p:cNvSpPr>
                <p:nvPr/>
              </p:nvSpPr>
              <p:spPr bwMode="auto">
                <a:xfrm>
                  <a:off x="1768" y="1757"/>
                  <a:ext cx="16" cy="1"/>
                </a:xfrm>
                <a:prstGeom prst="line">
                  <a:avLst/>
                </a:prstGeom>
                <a:grpFill/>
                <a:ln w="12700">
                  <a:solidFill>
                    <a:schemeClr val="bg1"/>
                  </a:solidFill>
                  <a:round/>
                  <a:headEnd/>
                  <a:tailEnd/>
                </a:ln>
              </p:spPr>
              <p:txBody>
                <a:bodyPr/>
                <a:lstStyle/>
                <a:p>
                  <a:endParaRPr lang="en-US"/>
                </a:p>
              </p:txBody>
            </p:sp>
          </p:grpSp>
        </p:grpSp>
        <p:grpSp>
          <p:nvGrpSpPr>
            <p:cNvPr id="103521" name="Group 347">
              <a:extLst>
                <a:ext uri="{FF2B5EF4-FFF2-40B4-BE49-F238E27FC236}">
                  <a16:creationId xmlns:a16="http://schemas.microsoft.com/office/drawing/2014/main" id="{426A65AA-EBB5-9C0F-25C1-2E189AD8DF13}"/>
                </a:ext>
              </a:extLst>
            </p:cNvPr>
            <p:cNvGrpSpPr>
              <a:grpSpLocks/>
            </p:cNvGrpSpPr>
            <p:nvPr/>
          </p:nvGrpSpPr>
          <p:grpSpPr bwMode="auto">
            <a:xfrm>
              <a:off x="1952" y="1725"/>
              <a:ext cx="415" cy="56"/>
              <a:chOff x="1952" y="1725"/>
              <a:chExt cx="415" cy="56"/>
            </a:xfrm>
            <a:grpFill/>
          </p:grpSpPr>
          <p:sp>
            <p:nvSpPr>
              <p:cNvPr id="104391" name="Freeform 348">
                <a:extLst>
                  <a:ext uri="{FF2B5EF4-FFF2-40B4-BE49-F238E27FC236}">
                    <a16:creationId xmlns:a16="http://schemas.microsoft.com/office/drawing/2014/main" id="{A5857ED3-4F9D-2103-4D72-1E43182F9A55}"/>
                  </a:ext>
                </a:extLst>
              </p:cNvPr>
              <p:cNvSpPr>
                <a:spLocks/>
              </p:cNvSpPr>
              <p:nvPr/>
            </p:nvSpPr>
            <p:spPr bwMode="auto">
              <a:xfrm>
                <a:off x="2255" y="1725"/>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solidFill>
                <a:round/>
                <a:headEnd/>
                <a:tailEnd/>
              </a:ln>
            </p:spPr>
            <p:txBody>
              <a:bodyPr/>
              <a:lstStyle/>
              <a:p>
                <a:endParaRPr lang="en-US"/>
              </a:p>
            </p:txBody>
          </p:sp>
          <p:grpSp>
            <p:nvGrpSpPr>
              <p:cNvPr id="104392" name="Group 349">
                <a:extLst>
                  <a:ext uri="{FF2B5EF4-FFF2-40B4-BE49-F238E27FC236}">
                    <a16:creationId xmlns:a16="http://schemas.microsoft.com/office/drawing/2014/main" id="{301D4F59-F29D-9AEE-59B2-222046F6AEF4}"/>
                  </a:ext>
                </a:extLst>
              </p:cNvPr>
              <p:cNvGrpSpPr>
                <a:grpSpLocks/>
              </p:cNvGrpSpPr>
              <p:nvPr/>
            </p:nvGrpSpPr>
            <p:grpSpPr bwMode="auto">
              <a:xfrm>
                <a:off x="1952" y="1757"/>
                <a:ext cx="295" cy="1"/>
                <a:chOff x="1952" y="1757"/>
                <a:chExt cx="295" cy="1"/>
              </a:xfrm>
              <a:grpFill/>
            </p:grpSpPr>
            <p:sp>
              <p:nvSpPr>
                <p:cNvPr id="104393" name="Line 350">
                  <a:extLst>
                    <a:ext uri="{FF2B5EF4-FFF2-40B4-BE49-F238E27FC236}">
                      <a16:creationId xmlns:a16="http://schemas.microsoft.com/office/drawing/2014/main" id="{2A7924B4-D34E-8DE7-B300-DE5AC024F203}"/>
                    </a:ext>
                  </a:extLst>
                </p:cNvPr>
                <p:cNvSpPr>
                  <a:spLocks noChangeShapeType="1"/>
                </p:cNvSpPr>
                <p:nvPr/>
              </p:nvSpPr>
              <p:spPr bwMode="auto">
                <a:xfrm>
                  <a:off x="1952" y="1757"/>
                  <a:ext cx="24" cy="1"/>
                </a:xfrm>
                <a:prstGeom prst="line">
                  <a:avLst/>
                </a:prstGeom>
                <a:grpFill/>
                <a:ln w="12700">
                  <a:solidFill>
                    <a:schemeClr val="bg1"/>
                  </a:solidFill>
                  <a:round/>
                  <a:headEnd/>
                  <a:tailEnd/>
                </a:ln>
              </p:spPr>
              <p:txBody>
                <a:bodyPr/>
                <a:lstStyle/>
                <a:p>
                  <a:endParaRPr lang="en-US"/>
                </a:p>
              </p:txBody>
            </p:sp>
            <p:sp>
              <p:nvSpPr>
                <p:cNvPr id="104394" name="Line 351">
                  <a:extLst>
                    <a:ext uri="{FF2B5EF4-FFF2-40B4-BE49-F238E27FC236}">
                      <a16:creationId xmlns:a16="http://schemas.microsoft.com/office/drawing/2014/main" id="{BBC00924-9EE9-4633-06CA-9BA7006B5681}"/>
                    </a:ext>
                  </a:extLst>
                </p:cNvPr>
                <p:cNvSpPr>
                  <a:spLocks noChangeShapeType="1"/>
                </p:cNvSpPr>
                <p:nvPr/>
              </p:nvSpPr>
              <p:spPr bwMode="auto">
                <a:xfrm>
                  <a:off x="2008" y="1757"/>
                  <a:ext cx="23" cy="1"/>
                </a:xfrm>
                <a:prstGeom prst="line">
                  <a:avLst/>
                </a:prstGeom>
                <a:grpFill/>
                <a:ln w="12700">
                  <a:solidFill>
                    <a:schemeClr val="bg1"/>
                  </a:solidFill>
                  <a:round/>
                  <a:headEnd/>
                  <a:tailEnd/>
                </a:ln>
              </p:spPr>
              <p:txBody>
                <a:bodyPr/>
                <a:lstStyle/>
                <a:p>
                  <a:endParaRPr lang="en-US"/>
                </a:p>
              </p:txBody>
            </p:sp>
            <p:sp>
              <p:nvSpPr>
                <p:cNvPr id="104395" name="Line 352">
                  <a:extLst>
                    <a:ext uri="{FF2B5EF4-FFF2-40B4-BE49-F238E27FC236}">
                      <a16:creationId xmlns:a16="http://schemas.microsoft.com/office/drawing/2014/main" id="{D04963A5-8B1B-0181-C3DD-E2AB7C35711A}"/>
                    </a:ext>
                  </a:extLst>
                </p:cNvPr>
                <p:cNvSpPr>
                  <a:spLocks noChangeShapeType="1"/>
                </p:cNvSpPr>
                <p:nvPr/>
              </p:nvSpPr>
              <p:spPr bwMode="auto">
                <a:xfrm>
                  <a:off x="2063" y="1757"/>
                  <a:ext cx="24" cy="1"/>
                </a:xfrm>
                <a:prstGeom prst="line">
                  <a:avLst/>
                </a:prstGeom>
                <a:grpFill/>
                <a:ln w="12700">
                  <a:solidFill>
                    <a:schemeClr val="bg1"/>
                  </a:solidFill>
                  <a:round/>
                  <a:headEnd/>
                  <a:tailEnd/>
                </a:ln>
              </p:spPr>
              <p:txBody>
                <a:bodyPr/>
                <a:lstStyle/>
                <a:p>
                  <a:endParaRPr lang="en-US"/>
                </a:p>
              </p:txBody>
            </p:sp>
            <p:sp>
              <p:nvSpPr>
                <p:cNvPr id="104396" name="Line 353">
                  <a:extLst>
                    <a:ext uri="{FF2B5EF4-FFF2-40B4-BE49-F238E27FC236}">
                      <a16:creationId xmlns:a16="http://schemas.microsoft.com/office/drawing/2014/main" id="{7BB53AA1-0EBE-F06B-76D7-CF0ABF801964}"/>
                    </a:ext>
                  </a:extLst>
                </p:cNvPr>
                <p:cNvSpPr>
                  <a:spLocks noChangeShapeType="1"/>
                </p:cNvSpPr>
                <p:nvPr/>
              </p:nvSpPr>
              <p:spPr bwMode="auto">
                <a:xfrm>
                  <a:off x="2119" y="1757"/>
                  <a:ext cx="24" cy="1"/>
                </a:xfrm>
                <a:prstGeom prst="line">
                  <a:avLst/>
                </a:prstGeom>
                <a:grpFill/>
                <a:ln w="12700">
                  <a:solidFill>
                    <a:schemeClr val="bg1"/>
                  </a:solidFill>
                  <a:round/>
                  <a:headEnd/>
                  <a:tailEnd/>
                </a:ln>
              </p:spPr>
              <p:txBody>
                <a:bodyPr/>
                <a:lstStyle/>
                <a:p>
                  <a:endParaRPr lang="en-US"/>
                </a:p>
              </p:txBody>
            </p:sp>
            <p:sp>
              <p:nvSpPr>
                <p:cNvPr id="104397" name="Line 354">
                  <a:extLst>
                    <a:ext uri="{FF2B5EF4-FFF2-40B4-BE49-F238E27FC236}">
                      <a16:creationId xmlns:a16="http://schemas.microsoft.com/office/drawing/2014/main" id="{C4DB25F7-7BC0-415F-3EE3-F77521D9D345}"/>
                    </a:ext>
                  </a:extLst>
                </p:cNvPr>
                <p:cNvSpPr>
                  <a:spLocks noChangeShapeType="1"/>
                </p:cNvSpPr>
                <p:nvPr/>
              </p:nvSpPr>
              <p:spPr bwMode="auto">
                <a:xfrm>
                  <a:off x="2175" y="1757"/>
                  <a:ext cx="24" cy="1"/>
                </a:xfrm>
                <a:prstGeom prst="line">
                  <a:avLst/>
                </a:prstGeom>
                <a:grpFill/>
                <a:ln w="12700">
                  <a:solidFill>
                    <a:schemeClr val="bg1"/>
                  </a:solidFill>
                  <a:round/>
                  <a:headEnd/>
                  <a:tailEnd/>
                </a:ln>
              </p:spPr>
              <p:txBody>
                <a:bodyPr/>
                <a:lstStyle/>
                <a:p>
                  <a:endParaRPr lang="en-US"/>
                </a:p>
              </p:txBody>
            </p:sp>
            <p:sp>
              <p:nvSpPr>
                <p:cNvPr id="104398" name="Line 355">
                  <a:extLst>
                    <a:ext uri="{FF2B5EF4-FFF2-40B4-BE49-F238E27FC236}">
                      <a16:creationId xmlns:a16="http://schemas.microsoft.com/office/drawing/2014/main" id="{725E6002-D6E0-08D9-6D6C-F8F9096DF4D8}"/>
                    </a:ext>
                  </a:extLst>
                </p:cNvPr>
                <p:cNvSpPr>
                  <a:spLocks noChangeShapeType="1"/>
                </p:cNvSpPr>
                <p:nvPr/>
              </p:nvSpPr>
              <p:spPr bwMode="auto">
                <a:xfrm>
                  <a:off x="2231" y="1757"/>
                  <a:ext cx="16" cy="1"/>
                </a:xfrm>
                <a:prstGeom prst="line">
                  <a:avLst/>
                </a:prstGeom>
                <a:grpFill/>
                <a:ln w="12700">
                  <a:solidFill>
                    <a:schemeClr val="bg1"/>
                  </a:solidFill>
                  <a:round/>
                  <a:headEnd/>
                  <a:tailEnd/>
                </a:ln>
              </p:spPr>
              <p:txBody>
                <a:bodyPr/>
                <a:lstStyle/>
                <a:p>
                  <a:endParaRPr lang="en-US"/>
                </a:p>
              </p:txBody>
            </p:sp>
          </p:grpSp>
        </p:grpSp>
        <p:grpSp>
          <p:nvGrpSpPr>
            <p:cNvPr id="103522" name="Group 356">
              <a:extLst>
                <a:ext uri="{FF2B5EF4-FFF2-40B4-BE49-F238E27FC236}">
                  <a16:creationId xmlns:a16="http://schemas.microsoft.com/office/drawing/2014/main" id="{C2B4C5BE-1079-FF6F-EFB1-C778B9D2CEA5}"/>
                </a:ext>
              </a:extLst>
            </p:cNvPr>
            <p:cNvGrpSpPr>
              <a:grpSpLocks/>
            </p:cNvGrpSpPr>
            <p:nvPr/>
          </p:nvGrpSpPr>
          <p:grpSpPr bwMode="auto">
            <a:xfrm>
              <a:off x="1497" y="2036"/>
              <a:ext cx="415" cy="56"/>
              <a:chOff x="1497" y="2036"/>
              <a:chExt cx="415" cy="56"/>
            </a:xfrm>
            <a:grpFill/>
          </p:grpSpPr>
          <p:sp>
            <p:nvSpPr>
              <p:cNvPr id="104383" name="Freeform 357">
                <a:extLst>
                  <a:ext uri="{FF2B5EF4-FFF2-40B4-BE49-F238E27FC236}">
                    <a16:creationId xmlns:a16="http://schemas.microsoft.com/office/drawing/2014/main" id="{4E45F6F5-5AEC-F58F-E59C-7FC5F72D1E6B}"/>
                  </a:ext>
                </a:extLst>
              </p:cNvPr>
              <p:cNvSpPr>
                <a:spLocks/>
              </p:cNvSpPr>
              <p:nvPr/>
            </p:nvSpPr>
            <p:spPr bwMode="auto">
              <a:xfrm>
                <a:off x="1800"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solidFill>
                <a:round/>
                <a:headEnd/>
                <a:tailEnd/>
              </a:ln>
            </p:spPr>
            <p:txBody>
              <a:bodyPr/>
              <a:lstStyle/>
              <a:p>
                <a:endParaRPr lang="en-US"/>
              </a:p>
            </p:txBody>
          </p:sp>
          <p:grpSp>
            <p:nvGrpSpPr>
              <p:cNvPr id="104384" name="Group 358">
                <a:extLst>
                  <a:ext uri="{FF2B5EF4-FFF2-40B4-BE49-F238E27FC236}">
                    <a16:creationId xmlns:a16="http://schemas.microsoft.com/office/drawing/2014/main" id="{9D650FBA-744F-CBE1-5C68-CF133F336659}"/>
                  </a:ext>
                </a:extLst>
              </p:cNvPr>
              <p:cNvGrpSpPr>
                <a:grpSpLocks/>
              </p:cNvGrpSpPr>
              <p:nvPr/>
            </p:nvGrpSpPr>
            <p:grpSpPr bwMode="auto">
              <a:xfrm>
                <a:off x="1497" y="2068"/>
                <a:ext cx="295" cy="1"/>
                <a:chOff x="1497" y="2068"/>
                <a:chExt cx="295" cy="1"/>
              </a:xfrm>
              <a:grpFill/>
            </p:grpSpPr>
            <p:sp>
              <p:nvSpPr>
                <p:cNvPr id="104385" name="Line 359">
                  <a:extLst>
                    <a:ext uri="{FF2B5EF4-FFF2-40B4-BE49-F238E27FC236}">
                      <a16:creationId xmlns:a16="http://schemas.microsoft.com/office/drawing/2014/main" id="{0C6CA902-6E98-9A53-ADBE-BFBC9F967713}"/>
                    </a:ext>
                  </a:extLst>
                </p:cNvPr>
                <p:cNvSpPr>
                  <a:spLocks noChangeShapeType="1"/>
                </p:cNvSpPr>
                <p:nvPr/>
              </p:nvSpPr>
              <p:spPr bwMode="auto">
                <a:xfrm>
                  <a:off x="1497" y="2068"/>
                  <a:ext cx="23" cy="1"/>
                </a:xfrm>
                <a:prstGeom prst="line">
                  <a:avLst/>
                </a:prstGeom>
                <a:grpFill/>
                <a:ln w="12700">
                  <a:solidFill>
                    <a:schemeClr val="bg1"/>
                  </a:solidFill>
                  <a:round/>
                  <a:headEnd/>
                  <a:tailEnd/>
                </a:ln>
              </p:spPr>
              <p:txBody>
                <a:bodyPr/>
                <a:lstStyle/>
                <a:p>
                  <a:endParaRPr lang="en-US"/>
                </a:p>
              </p:txBody>
            </p:sp>
            <p:sp>
              <p:nvSpPr>
                <p:cNvPr id="104386" name="Line 360">
                  <a:extLst>
                    <a:ext uri="{FF2B5EF4-FFF2-40B4-BE49-F238E27FC236}">
                      <a16:creationId xmlns:a16="http://schemas.microsoft.com/office/drawing/2014/main" id="{9AD9E8ED-39E0-4D9A-F921-1ACEAFD7276B}"/>
                    </a:ext>
                  </a:extLst>
                </p:cNvPr>
                <p:cNvSpPr>
                  <a:spLocks noChangeShapeType="1"/>
                </p:cNvSpPr>
                <p:nvPr/>
              </p:nvSpPr>
              <p:spPr bwMode="auto">
                <a:xfrm>
                  <a:off x="1552" y="2068"/>
                  <a:ext cx="24" cy="1"/>
                </a:xfrm>
                <a:prstGeom prst="line">
                  <a:avLst/>
                </a:prstGeom>
                <a:grpFill/>
                <a:ln w="12700">
                  <a:solidFill>
                    <a:schemeClr val="bg1"/>
                  </a:solidFill>
                  <a:round/>
                  <a:headEnd/>
                  <a:tailEnd/>
                </a:ln>
              </p:spPr>
              <p:txBody>
                <a:bodyPr/>
                <a:lstStyle/>
                <a:p>
                  <a:endParaRPr lang="en-US"/>
                </a:p>
              </p:txBody>
            </p:sp>
            <p:sp>
              <p:nvSpPr>
                <p:cNvPr id="104387" name="Line 361">
                  <a:extLst>
                    <a:ext uri="{FF2B5EF4-FFF2-40B4-BE49-F238E27FC236}">
                      <a16:creationId xmlns:a16="http://schemas.microsoft.com/office/drawing/2014/main" id="{21D67F88-C297-B591-B934-051221790252}"/>
                    </a:ext>
                  </a:extLst>
                </p:cNvPr>
                <p:cNvSpPr>
                  <a:spLocks noChangeShapeType="1"/>
                </p:cNvSpPr>
                <p:nvPr/>
              </p:nvSpPr>
              <p:spPr bwMode="auto">
                <a:xfrm>
                  <a:off x="1608" y="2068"/>
                  <a:ext cx="24" cy="1"/>
                </a:xfrm>
                <a:prstGeom prst="line">
                  <a:avLst/>
                </a:prstGeom>
                <a:grpFill/>
                <a:ln w="12700">
                  <a:solidFill>
                    <a:schemeClr val="bg1"/>
                  </a:solidFill>
                  <a:round/>
                  <a:headEnd/>
                  <a:tailEnd/>
                </a:ln>
              </p:spPr>
              <p:txBody>
                <a:bodyPr/>
                <a:lstStyle/>
                <a:p>
                  <a:endParaRPr lang="en-US"/>
                </a:p>
              </p:txBody>
            </p:sp>
            <p:sp>
              <p:nvSpPr>
                <p:cNvPr id="104388" name="Line 362">
                  <a:extLst>
                    <a:ext uri="{FF2B5EF4-FFF2-40B4-BE49-F238E27FC236}">
                      <a16:creationId xmlns:a16="http://schemas.microsoft.com/office/drawing/2014/main" id="{9036386B-9BBD-8878-D122-61EA714BDCDD}"/>
                    </a:ext>
                  </a:extLst>
                </p:cNvPr>
                <p:cNvSpPr>
                  <a:spLocks noChangeShapeType="1"/>
                </p:cNvSpPr>
                <p:nvPr/>
              </p:nvSpPr>
              <p:spPr bwMode="auto">
                <a:xfrm>
                  <a:off x="1664" y="2068"/>
                  <a:ext cx="24" cy="1"/>
                </a:xfrm>
                <a:prstGeom prst="line">
                  <a:avLst/>
                </a:prstGeom>
                <a:grpFill/>
                <a:ln w="12700">
                  <a:solidFill>
                    <a:schemeClr val="bg1"/>
                  </a:solidFill>
                  <a:round/>
                  <a:headEnd/>
                  <a:tailEnd/>
                </a:ln>
              </p:spPr>
              <p:txBody>
                <a:bodyPr/>
                <a:lstStyle/>
                <a:p>
                  <a:endParaRPr lang="en-US"/>
                </a:p>
              </p:txBody>
            </p:sp>
            <p:sp>
              <p:nvSpPr>
                <p:cNvPr id="104389" name="Line 363">
                  <a:extLst>
                    <a:ext uri="{FF2B5EF4-FFF2-40B4-BE49-F238E27FC236}">
                      <a16:creationId xmlns:a16="http://schemas.microsoft.com/office/drawing/2014/main" id="{27FDBC0A-C3E4-F687-3EB5-7632C53905AE}"/>
                    </a:ext>
                  </a:extLst>
                </p:cNvPr>
                <p:cNvSpPr>
                  <a:spLocks noChangeShapeType="1"/>
                </p:cNvSpPr>
                <p:nvPr/>
              </p:nvSpPr>
              <p:spPr bwMode="auto">
                <a:xfrm>
                  <a:off x="1720" y="2068"/>
                  <a:ext cx="24" cy="1"/>
                </a:xfrm>
                <a:prstGeom prst="line">
                  <a:avLst/>
                </a:prstGeom>
                <a:grpFill/>
                <a:ln w="12700">
                  <a:solidFill>
                    <a:schemeClr val="bg1"/>
                  </a:solidFill>
                  <a:round/>
                  <a:headEnd/>
                  <a:tailEnd/>
                </a:ln>
              </p:spPr>
              <p:txBody>
                <a:bodyPr/>
                <a:lstStyle/>
                <a:p>
                  <a:endParaRPr lang="en-US"/>
                </a:p>
              </p:txBody>
            </p:sp>
            <p:sp>
              <p:nvSpPr>
                <p:cNvPr id="104390" name="Line 364">
                  <a:extLst>
                    <a:ext uri="{FF2B5EF4-FFF2-40B4-BE49-F238E27FC236}">
                      <a16:creationId xmlns:a16="http://schemas.microsoft.com/office/drawing/2014/main" id="{F50BC704-DD53-9D66-51B8-5A12FF16319F}"/>
                    </a:ext>
                  </a:extLst>
                </p:cNvPr>
                <p:cNvSpPr>
                  <a:spLocks noChangeShapeType="1"/>
                </p:cNvSpPr>
                <p:nvPr/>
              </p:nvSpPr>
              <p:spPr bwMode="auto">
                <a:xfrm>
                  <a:off x="1776" y="2068"/>
                  <a:ext cx="16" cy="1"/>
                </a:xfrm>
                <a:prstGeom prst="line">
                  <a:avLst/>
                </a:prstGeom>
                <a:grpFill/>
                <a:ln w="12700">
                  <a:solidFill>
                    <a:schemeClr val="bg1"/>
                  </a:solidFill>
                  <a:round/>
                  <a:headEnd/>
                  <a:tailEnd/>
                </a:ln>
              </p:spPr>
              <p:txBody>
                <a:bodyPr/>
                <a:lstStyle/>
                <a:p>
                  <a:endParaRPr lang="en-US"/>
                </a:p>
              </p:txBody>
            </p:sp>
          </p:grpSp>
        </p:grpSp>
        <p:grpSp>
          <p:nvGrpSpPr>
            <p:cNvPr id="103523" name="Group 365">
              <a:extLst>
                <a:ext uri="{FF2B5EF4-FFF2-40B4-BE49-F238E27FC236}">
                  <a16:creationId xmlns:a16="http://schemas.microsoft.com/office/drawing/2014/main" id="{2EB055F2-B997-58B2-C578-6A9857CF85F6}"/>
                </a:ext>
              </a:extLst>
            </p:cNvPr>
            <p:cNvGrpSpPr>
              <a:grpSpLocks/>
            </p:cNvGrpSpPr>
            <p:nvPr/>
          </p:nvGrpSpPr>
          <p:grpSpPr bwMode="auto">
            <a:xfrm>
              <a:off x="1960" y="2036"/>
              <a:ext cx="423" cy="56"/>
              <a:chOff x="1960" y="2036"/>
              <a:chExt cx="423" cy="56"/>
            </a:xfrm>
            <a:grpFill/>
          </p:grpSpPr>
          <p:sp>
            <p:nvSpPr>
              <p:cNvPr id="104375" name="Freeform 366">
                <a:extLst>
                  <a:ext uri="{FF2B5EF4-FFF2-40B4-BE49-F238E27FC236}">
                    <a16:creationId xmlns:a16="http://schemas.microsoft.com/office/drawing/2014/main" id="{91EF2E12-DDA1-BB6B-B6D9-E3041C0C4F3C}"/>
                  </a:ext>
                </a:extLst>
              </p:cNvPr>
              <p:cNvSpPr>
                <a:spLocks/>
              </p:cNvSpPr>
              <p:nvPr/>
            </p:nvSpPr>
            <p:spPr bwMode="auto">
              <a:xfrm>
                <a:off x="2271"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solidFill>
                <a:round/>
                <a:headEnd/>
                <a:tailEnd/>
              </a:ln>
            </p:spPr>
            <p:txBody>
              <a:bodyPr/>
              <a:lstStyle/>
              <a:p>
                <a:endParaRPr lang="en-US"/>
              </a:p>
            </p:txBody>
          </p:sp>
          <p:grpSp>
            <p:nvGrpSpPr>
              <p:cNvPr id="104376" name="Group 367">
                <a:extLst>
                  <a:ext uri="{FF2B5EF4-FFF2-40B4-BE49-F238E27FC236}">
                    <a16:creationId xmlns:a16="http://schemas.microsoft.com/office/drawing/2014/main" id="{0993170B-0392-AC02-1D07-5A99A8A6C4D4}"/>
                  </a:ext>
                </a:extLst>
              </p:cNvPr>
              <p:cNvGrpSpPr>
                <a:grpSpLocks/>
              </p:cNvGrpSpPr>
              <p:nvPr/>
            </p:nvGrpSpPr>
            <p:grpSpPr bwMode="auto">
              <a:xfrm>
                <a:off x="1960" y="2068"/>
                <a:ext cx="303" cy="1"/>
                <a:chOff x="1960" y="2068"/>
                <a:chExt cx="303" cy="1"/>
              </a:xfrm>
              <a:grpFill/>
            </p:grpSpPr>
            <p:sp>
              <p:nvSpPr>
                <p:cNvPr id="104377" name="Line 368">
                  <a:extLst>
                    <a:ext uri="{FF2B5EF4-FFF2-40B4-BE49-F238E27FC236}">
                      <a16:creationId xmlns:a16="http://schemas.microsoft.com/office/drawing/2014/main" id="{61A48353-B074-3FB9-7840-26EA2A92A876}"/>
                    </a:ext>
                  </a:extLst>
                </p:cNvPr>
                <p:cNvSpPr>
                  <a:spLocks noChangeShapeType="1"/>
                </p:cNvSpPr>
                <p:nvPr/>
              </p:nvSpPr>
              <p:spPr bwMode="auto">
                <a:xfrm>
                  <a:off x="1960" y="2068"/>
                  <a:ext cx="24" cy="1"/>
                </a:xfrm>
                <a:prstGeom prst="line">
                  <a:avLst/>
                </a:prstGeom>
                <a:grpFill/>
                <a:ln w="12700">
                  <a:solidFill>
                    <a:schemeClr val="bg1"/>
                  </a:solidFill>
                  <a:round/>
                  <a:headEnd/>
                  <a:tailEnd/>
                </a:ln>
              </p:spPr>
              <p:txBody>
                <a:bodyPr/>
                <a:lstStyle/>
                <a:p>
                  <a:endParaRPr lang="en-US"/>
                </a:p>
              </p:txBody>
            </p:sp>
            <p:sp>
              <p:nvSpPr>
                <p:cNvPr id="104378" name="Line 369">
                  <a:extLst>
                    <a:ext uri="{FF2B5EF4-FFF2-40B4-BE49-F238E27FC236}">
                      <a16:creationId xmlns:a16="http://schemas.microsoft.com/office/drawing/2014/main" id="{CDCA2D3C-2141-4F82-19A4-1F3D819D542E}"/>
                    </a:ext>
                  </a:extLst>
                </p:cNvPr>
                <p:cNvSpPr>
                  <a:spLocks noChangeShapeType="1"/>
                </p:cNvSpPr>
                <p:nvPr/>
              </p:nvSpPr>
              <p:spPr bwMode="auto">
                <a:xfrm>
                  <a:off x="2015" y="2068"/>
                  <a:ext cx="24" cy="1"/>
                </a:xfrm>
                <a:prstGeom prst="line">
                  <a:avLst/>
                </a:prstGeom>
                <a:grpFill/>
                <a:ln w="12700">
                  <a:solidFill>
                    <a:schemeClr val="bg1"/>
                  </a:solidFill>
                  <a:round/>
                  <a:headEnd/>
                  <a:tailEnd/>
                </a:ln>
              </p:spPr>
              <p:txBody>
                <a:bodyPr/>
                <a:lstStyle/>
                <a:p>
                  <a:endParaRPr lang="en-US"/>
                </a:p>
              </p:txBody>
            </p:sp>
            <p:sp>
              <p:nvSpPr>
                <p:cNvPr id="104379" name="Line 370">
                  <a:extLst>
                    <a:ext uri="{FF2B5EF4-FFF2-40B4-BE49-F238E27FC236}">
                      <a16:creationId xmlns:a16="http://schemas.microsoft.com/office/drawing/2014/main" id="{0550CD1E-9EE0-5823-0AD1-79E7237A6021}"/>
                    </a:ext>
                  </a:extLst>
                </p:cNvPr>
                <p:cNvSpPr>
                  <a:spLocks noChangeShapeType="1"/>
                </p:cNvSpPr>
                <p:nvPr/>
              </p:nvSpPr>
              <p:spPr bwMode="auto">
                <a:xfrm>
                  <a:off x="2071" y="2068"/>
                  <a:ext cx="24" cy="1"/>
                </a:xfrm>
                <a:prstGeom prst="line">
                  <a:avLst/>
                </a:prstGeom>
                <a:grpFill/>
                <a:ln w="12700">
                  <a:solidFill>
                    <a:schemeClr val="bg1"/>
                  </a:solidFill>
                  <a:round/>
                  <a:headEnd/>
                  <a:tailEnd/>
                </a:ln>
              </p:spPr>
              <p:txBody>
                <a:bodyPr/>
                <a:lstStyle/>
                <a:p>
                  <a:endParaRPr lang="en-US"/>
                </a:p>
              </p:txBody>
            </p:sp>
            <p:sp>
              <p:nvSpPr>
                <p:cNvPr id="104380" name="Line 371">
                  <a:extLst>
                    <a:ext uri="{FF2B5EF4-FFF2-40B4-BE49-F238E27FC236}">
                      <a16:creationId xmlns:a16="http://schemas.microsoft.com/office/drawing/2014/main" id="{7D950F06-C8A2-7055-2F5F-1667BC9C2303}"/>
                    </a:ext>
                  </a:extLst>
                </p:cNvPr>
                <p:cNvSpPr>
                  <a:spLocks noChangeShapeType="1"/>
                </p:cNvSpPr>
                <p:nvPr/>
              </p:nvSpPr>
              <p:spPr bwMode="auto">
                <a:xfrm>
                  <a:off x="2127" y="2068"/>
                  <a:ext cx="24" cy="1"/>
                </a:xfrm>
                <a:prstGeom prst="line">
                  <a:avLst/>
                </a:prstGeom>
                <a:grpFill/>
                <a:ln w="12700">
                  <a:solidFill>
                    <a:schemeClr val="bg1"/>
                  </a:solidFill>
                  <a:round/>
                  <a:headEnd/>
                  <a:tailEnd/>
                </a:ln>
              </p:spPr>
              <p:txBody>
                <a:bodyPr/>
                <a:lstStyle/>
                <a:p>
                  <a:endParaRPr lang="en-US"/>
                </a:p>
              </p:txBody>
            </p:sp>
            <p:sp>
              <p:nvSpPr>
                <p:cNvPr id="104381" name="Line 372">
                  <a:extLst>
                    <a:ext uri="{FF2B5EF4-FFF2-40B4-BE49-F238E27FC236}">
                      <a16:creationId xmlns:a16="http://schemas.microsoft.com/office/drawing/2014/main" id="{2F4D7CF6-A983-AABD-683E-BB85CF39F963}"/>
                    </a:ext>
                  </a:extLst>
                </p:cNvPr>
                <p:cNvSpPr>
                  <a:spLocks noChangeShapeType="1"/>
                </p:cNvSpPr>
                <p:nvPr/>
              </p:nvSpPr>
              <p:spPr bwMode="auto">
                <a:xfrm>
                  <a:off x="2183" y="2068"/>
                  <a:ext cx="24" cy="1"/>
                </a:xfrm>
                <a:prstGeom prst="line">
                  <a:avLst/>
                </a:prstGeom>
                <a:grpFill/>
                <a:ln w="12700">
                  <a:solidFill>
                    <a:schemeClr val="bg1"/>
                  </a:solidFill>
                  <a:round/>
                  <a:headEnd/>
                  <a:tailEnd/>
                </a:ln>
              </p:spPr>
              <p:txBody>
                <a:bodyPr/>
                <a:lstStyle/>
                <a:p>
                  <a:endParaRPr lang="en-US"/>
                </a:p>
              </p:txBody>
            </p:sp>
            <p:sp>
              <p:nvSpPr>
                <p:cNvPr id="104382" name="Line 373">
                  <a:extLst>
                    <a:ext uri="{FF2B5EF4-FFF2-40B4-BE49-F238E27FC236}">
                      <a16:creationId xmlns:a16="http://schemas.microsoft.com/office/drawing/2014/main" id="{CB3DEFD6-F3E5-4479-1A72-B139EE7A4D64}"/>
                    </a:ext>
                  </a:extLst>
                </p:cNvPr>
                <p:cNvSpPr>
                  <a:spLocks noChangeShapeType="1"/>
                </p:cNvSpPr>
                <p:nvPr/>
              </p:nvSpPr>
              <p:spPr bwMode="auto">
                <a:xfrm>
                  <a:off x="2239" y="2068"/>
                  <a:ext cx="24" cy="1"/>
                </a:xfrm>
                <a:prstGeom prst="line">
                  <a:avLst/>
                </a:prstGeom>
                <a:grpFill/>
                <a:ln w="12700">
                  <a:solidFill>
                    <a:schemeClr val="bg1"/>
                  </a:solidFill>
                  <a:round/>
                  <a:headEnd/>
                  <a:tailEnd/>
                </a:ln>
              </p:spPr>
              <p:txBody>
                <a:bodyPr/>
                <a:lstStyle/>
                <a:p>
                  <a:endParaRPr lang="en-US"/>
                </a:p>
              </p:txBody>
            </p:sp>
          </p:grpSp>
        </p:grpSp>
        <p:grpSp>
          <p:nvGrpSpPr>
            <p:cNvPr id="103524" name="Group 374">
              <a:extLst>
                <a:ext uri="{FF2B5EF4-FFF2-40B4-BE49-F238E27FC236}">
                  <a16:creationId xmlns:a16="http://schemas.microsoft.com/office/drawing/2014/main" id="{F7029327-9EDB-A111-7A8B-5F829A6C4656}"/>
                </a:ext>
              </a:extLst>
            </p:cNvPr>
            <p:cNvGrpSpPr>
              <a:grpSpLocks/>
            </p:cNvGrpSpPr>
            <p:nvPr/>
          </p:nvGrpSpPr>
          <p:grpSpPr bwMode="auto">
            <a:xfrm>
              <a:off x="2431" y="2036"/>
              <a:ext cx="415" cy="56"/>
              <a:chOff x="2431" y="2036"/>
              <a:chExt cx="415" cy="56"/>
            </a:xfrm>
            <a:grpFill/>
          </p:grpSpPr>
          <p:sp>
            <p:nvSpPr>
              <p:cNvPr id="104367" name="Freeform 375">
                <a:extLst>
                  <a:ext uri="{FF2B5EF4-FFF2-40B4-BE49-F238E27FC236}">
                    <a16:creationId xmlns:a16="http://schemas.microsoft.com/office/drawing/2014/main" id="{00ABBBDF-DC45-5D98-DB44-EAE5C1245C63}"/>
                  </a:ext>
                </a:extLst>
              </p:cNvPr>
              <p:cNvSpPr>
                <a:spLocks/>
              </p:cNvSpPr>
              <p:nvPr/>
            </p:nvSpPr>
            <p:spPr bwMode="auto">
              <a:xfrm>
                <a:off x="2734"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solidFill>
                <a:round/>
                <a:headEnd/>
                <a:tailEnd/>
              </a:ln>
            </p:spPr>
            <p:txBody>
              <a:bodyPr/>
              <a:lstStyle/>
              <a:p>
                <a:endParaRPr lang="en-US"/>
              </a:p>
            </p:txBody>
          </p:sp>
          <p:grpSp>
            <p:nvGrpSpPr>
              <p:cNvPr id="104368" name="Group 376">
                <a:extLst>
                  <a:ext uri="{FF2B5EF4-FFF2-40B4-BE49-F238E27FC236}">
                    <a16:creationId xmlns:a16="http://schemas.microsoft.com/office/drawing/2014/main" id="{C43CBE86-9F7D-3548-B2F3-C81D502972C9}"/>
                  </a:ext>
                </a:extLst>
              </p:cNvPr>
              <p:cNvGrpSpPr>
                <a:grpSpLocks/>
              </p:cNvGrpSpPr>
              <p:nvPr/>
            </p:nvGrpSpPr>
            <p:grpSpPr bwMode="auto">
              <a:xfrm>
                <a:off x="2431" y="2068"/>
                <a:ext cx="295" cy="1"/>
                <a:chOff x="2431" y="2068"/>
                <a:chExt cx="295" cy="1"/>
              </a:xfrm>
              <a:grpFill/>
            </p:grpSpPr>
            <p:sp>
              <p:nvSpPr>
                <p:cNvPr id="104369" name="Line 377">
                  <a:extLst>
                    <a:ext uri="{FF2B5EF4-FFF2-40B4-BE49-F238E27FC236}">
                      <a16:creationId xmlns:a16="http://schemas.microsoft.com/office/drawing/2014/main" id="{10BE8528-22EF-2A31-8F30-C8C6BDD956AC}"/>
                    </a:ext>
                  </a:extLst>
                </p:cNvPr>
                <p:cNvSpPr>
                  <a:spLocks noChangeShapeType="1"/>
                </p:cNvSpPr>
                <p:nvPr/>
              </p:nvSpPr>
              <p:spPr bwMode="auto">
                <a:xfrm>
                  <a:off x="2431" y="2068"/>
                  <a:ext cx="24" cy="1"/>
                </a:xfrm>
                <a:prstGeom prst="line">
                  <a:avLst/>
                </a:prstGeom>
                <a:grpFill/>
                <a:ln w="12700">
                  <a:solidFill>
                    <a:schemeClr val="bg1"/>
                  </a:solidFill>
                  <a:round/>
                  <a:headEnd/>
                  <a:tailEnd/>
                </a:ln>
              </p:spPr>
              <p:txBody>
                <a:bodyPr/>
                <a:lstStyle/>
                <a:p>
                  <a:endParaRPr lang="en-US"/>
                </a:p>
              </p:txBody>
            </p:sp>
            <p:sp>
              <p:nvSpPr>
                <p:cNvPr id="104370" name="Line 378">
                  <a:extLst>
                    <a:ext uri="{FF2B5EF4-FFF2-40B4-BE49-F238E27FC236}">
                      <a16:creationId xmlns:a16="http://schemas.microsoft.com/office/drawing/2014/main" id="{63E9641C-0550-B893-E5E5-8451BDE5FD95}"/>
                    </a:ext>
                  </a:extLst>
                </p:cNvPr>
                <p:cNvSpPr>
                  <a:spLocks noChangeShapeType="1"/>
                </p:cNvSpPr>
                <p:nvPr/>
              </p:nvSpPr>
              <p:spPr bwMode="auto">
                <a:xfrm>
                  <a:off x="2487" y="2068"/>
                  <a:ext cx="24" cy="1"/>
                </a:xfrm>
                <a:prstGeom prst="line">
                  <a:avLst/>
                </a:prstGeom>
                <a:grpFill/>
                <a:ln w="12700">
                  <a:solidFill>
                    <a:schemeClr val="bg1"/>
                  </a:solidFill>
                  <a:round/>
                  <a:headEnd/>
                  <a:tailEnd/>
                </a:ln>
              </p:spPr>
              <p:txBody>
                <a:bodyPr/>
                <a:lstStyle/>
                <a:p>
                  <a:endParaRPr lang="en-US"/>
                </a:p>
              </p:txBody>
            </p:sp>
            <p:sp>
              <p:nvSpPr>
                <p:cNvPr id="104371" name="Line 379">
                  <a:extLst>
                    <a:ext uri="{FF2B5EF4-FFF2-40B4-BE49-F238E27FC236}">
                      <a16:creationId xmlns:a16="http://schemas.microsoft.com/office/drawing/2014/main" id="{83047234-0ECA-FD3F-40CC-0C5498186715}"/>
                    </a:ext>
                  </a:extLst>
                </p:cNvPr>
                <p:cNvSpPr>
                  <a:spLocks noChangeShapeType="1"/>
                </p:cNvSpPr>
                <p:nvPr/>
              </p:nvSpPr>
              <p:spPr bwMode="auto">
                <a:xfrm>
                  <a:off x="2542" y="2068"/>
                  <a:ext cx="24" cy="1"/>
                </a:xfrm>
                <a:prstGeom prst="line">
                  <a:avLst/>
                </a:prstGeom>
                <a:grpFill/>
                <a:ln w="12700">
                  <a:solidFill>
                    <a:schemeClr val="bg1"/>
                  </a:solidFill>
                  <a:round/>
                  <a:headEnd/>
                  <a:tailEnd/>
                </a:ln>
              </p:spPr>
              <p:txBody>
                <a:bodyPr/>
                <a:lstStyle/>
                <a:p>
                  <a:endParaRPr lang="en-US"/>
                </a:p>
              </p:txBody>
            </p:sp>
            <p:sp>
              <p:nvSpPr>
                <p:cNvPr id="104372" name="Line 380">
                  <a:extLst>
                    <a:ext uri="{FF2B5EF4-FFF2-40B4-BE49-F238E27FC236}">
                      <a16:creationId xmlns:a16="http://schemas.microsoft.com/office/drawing/2014/main" id="{A662FCE8-8362-7048-C066-D3FE729BBFC4}"/>
                    </a:ext>
                  </a:extLst>
                </p:cNvPr>
                <p:cNvSpPr>
                  <a:spLocks noChangeShapeType="1"/>
                </p:cNvSpPr>
                <p:nvPr/>
              </p:nvSpPr>
              <p:spPr bwMode="auto">
                <a:xfrm>
                  <a:off x="2598" y="2068"/>
                  <a:ext cx="24" cy="1"/>
                </a:xfrm>
                <a:prstGeom prst="line">
                  <a:avLst/>
                </a:prstGeom>
                <a:grpFill/>
                <a:ln w="12700">
                  <a:solidFill>
                    <a:schemeClr val="bg1"/>
                  </a:solidFill>
                  <a:round/>
                  <a:headEnd/>
                  <a:tailEnd/>
                </a:ln>
              </p:spPr>
              <p:txBody>
                <a:bodyPr/>
                <a:lstStyle/>
                <a:p>
                  <a:endParaRPr lang="en-US"/>
                </a:p>
              </p:txBody>
            </p:sp>
            <p:sp>
              <p:nvSpPr>
                <p:cNvPr id="104373" name="Line 381">
                  <a:extLst>
                    <a:ext uri="{FF2B5EF4-FFF2-40B4-BE49-F238E27FC236}">
                      <a16:creationId xmlns:a16="http://schemas.microsoft.com/office/drawing/2014/main" id="{463F0423-46AB-5A60-C58C-CC3046ACCBFA}"/>
                    </a:ext>
                  </a:extLst>
                </p:cNvPr>
                <p:cNvSpPr>
                  <a:spLocks noChangeShapeType="1"/>
                </p:cNvSpPr>
                <p:nvPr/>
              </p:nvSpPr>
              <p:spPr bwMode="auto">
                <a:xfrm>
                  <a:off x="2654" y="2068"/>
                  <a:ext cx="24" cy="1"/>
                </a:xfrm>
                <a:prstGeom prst="line">
                  <a:avLst/>
                </a:prstGeom>
                <a:grpFill/>
                <a:ln w="12700">
                  <a:solidFill>
                    <a:schemeClr val="bg1"/>
                  </a:solidFill>
                  <a:round/>
                  <a:headEnd/>
                  <a:tailEnd/>
                </a:ln>
              </p:spPr>
              <p:txBody>
                <a:bodyPr/>
                <a:lstStyle/>
                <a:p>
                  <a:endParaRPr lang="en-US"/>
                </a:p>
              </p:txBody>
            </p:sp>
            <p:sp>
              <p:nvSpPr>
                <p:cNvPr id="104374" name="Line 382">
                  <a:extLst>
                    <a:ext uri="{FF2B5EF4-FFF2-40B4-BE49-F238E27FC236}">
                      <a16:creationId xmlns:a16="http://schemas.microsoft.com/office/drawing/2014/main" id="{A17E9E98-A910-E9C9-87DF-0EBFCCEDA58C}"/>
                    </a:ext>
                  </a:extLst>
                </p:cNvPr>
                <p:cNvSpPr>
                  <a:spLocks noChangeShapeType="1"/>
                </p:cNvSpPr>
                <p:nvPr/>
              </p:nvSpPr>
              <p:spPr bwMode="auto">
                <a:xfrm>
                  <a:off x="2710" y="2068"/>
                  <a:ext cx="16" cy="1"/>
                </a:xfrm>
                <a:prstGeom prst="line">
                  <a:avLst/>
                </a:prstGeom>
                <a:grpFill/>
                <a:ln w="12700">
                  <a:solidFill>
                    <a:schemeClr val="bg1"/>
                  </a:solidFill>
                  <a:round/>
                  <a:headEnd/>
                  <a:tailEnd/>
                </a:ln>
              </p:spPr>
              <p:txBody>
                <a:bodyPr/>
                <a:lstStyle/>
                <a:p>
                  <a:endParaRPr lang="en-US"/>
                </a:p>
              </p:txBody>
            </p:sp>
          </p:grpSp>
        </p:grpSp>
        <p:grpSp>
          <p:nvGrpSpPr>
            <p:cNvPr id="103525" name="Group 383">
              <a:extLst>
                <a:ext uri="{FF2B5EF4-FFF2-40B4-BE49-F238E27FC236}">
                  <a16:creationId xmlns:a16="http://schemas.microsoft.com/office/drawing/2014/main" id="{65D48D95-4095-E41B-0795-3E0BE1769EF3}"/>
                </a:ext>
              </a:extLst>
            </p:cNvPr>
            <p:cNvGrpSpPr>
              <a:grpSpLocks/>
            </p:cNvGrpSpPr>
            <p:nvPr/>
          </p:nvGrpSpPr>
          <p:grpSpPr bwMode="auto">
            <a:xfrm>
              <a:off x="2423" y="2347"/>
              <a:ext cx="415" cy="56"/>
              <a:chOff x="2423" y="2347"/>
              <a:chExt cx="415" cy="56"/>
            </a:xfrm>
            <a:grpFill/>
          </p:grpSpPr>
          <p:sp>
            <p:nvSpPr>
              <p:cNvPr id="104359" name="Freeform 384">
                <a:extLst>
                  <a:ext uri="{FF2B5EF4-FFF2-40B4-BE49-F238E27FC236}">
                    <a16:creationId xmlns:a16="http://schemas.microsoft.com/office/drawing/2014/main" id="{8FA4C461-C5E5-8D22-186C-26DB99010EDA}"/>
                  </a:ext>
                </a:extLst>
              </p:cNvPr>
              <p:cNvSpPr>
                <a:spLocks/>
              </p:cNvSpPr>
              <p:nvPr/>
            </p:nvSpPr>
            <p:spPr bwMode="auto">
              <a:xfrm>
                <a:off x="2726" y="234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solidFill>
                <a:round/>
                <a:headEnd/>
                <a:tailEnd/>
              </a:ln>
            </p:spPr>
            <p:txBody>
              <a:bodyPr/>
              <a:lstStyle/>
              <a:p>
                <a:endParaRPr lang="en-US"/>
              </a:p>
            </p:txBody>
          </p:sp>
          <p:grpSp>
            <p:nvGrpSpPr>
              <p:cNvPr id="104360" name="Group 385">
                <a:extLst>
                  <a:ext uri="{FF2B5EF4-FFF2-40B4-BE49-F238E27FC236}">
                    <a16:creationId xmlns:a16="http://schemas.microsoft.com/office/drawing/2014/main" id="{8E9D7B46-64ED-F2E7-1F21-52063EC6A6B1}"/>
                  </a:ext>
                </a:extLst>
              </p:cNvPr>
              <p:cNvGrpSpPr>
                <a:grpSpLocks/>
              </p:cNvGrpSpPr>
              <p:nvPr/>
            </p:nvGrpSpPr>
            <p:grpSpPr bwMode="auto">
              <a:xfrm>
                <a:off x="2423" y="2371"/>
                <a:ext cx="295" cy="1"/>
                <a:chOff x="2423" y="2371"/>
                <a:chExt cx="295" cy="1"/>
              </a:xfrm>
              <a:grpFill/>
            </p:grpSpPr>
            <p:sp>
              <p:nvSpPr>
                <p:cNvPr id="104361" name="Line 386">
                  <a:extLst>
                    <a:ext uri="{FF2B5EF4-FFF2-40B4-BE49-F238E27FC236}">
                      <a16:creationId xmlns:a16="http://schemas.microsoft.com/office/drawing/2014/main" id="{404F5911-3F9F-04C5-C075-EC71AF162134}"/>
                    </a:ext>
                  </a:extLst>
                </p:cNvPr>
                <p:cNvSpPr>
                  <a:spLocks noChangeShapeType="1"/>
                </p:cNvSpPr>
                <p:nvPr/>
              </p:nvSpPr>
              <p:spPr bwMode="auto">
                <a:xfrm>
                  <a:off x="2423" y="2371"/>
                  <a:ext cx="24" cy="1"/>
                </a:xfrm>
                <a:prstGeom prst="line">
                  <a:avLst/>
                </a:prstGeom>
                <a:grpFill/>
                <a:ln w="12700">
                  <a:solidFill>
                    <a:schemeClr val="bg1"/>
                  </a:solidFill>
                  <a:round/>
                  <a:headEnd/>
                  <a:tailEnd/>
                </a:ln>
              </p:spPr>
              <p:txBody>
                <a:bodyPr/>
                <a:lstStyle/>
                <a:p>
                  <a:endParaRPr lang="en-US"/>
                </a:p>
              </p:txBody>
            </p:sp>
            <p:sp>
              <p:nvSpPr>
                <p:cNvPr id="104362" name="Line 387">
                  <a:extLst>
                    <a:ext uri="{FF2B5EF4-FFF2-40B4-BE49-F238E27FC236}">
                      <a16:creationId xmlns:a16="http://schemas.microsoft.com/office/drawing/2014/main" id="{1CA8CBDE-08E9-172D-9C09-DFBBF55B25EF}"/>
                    </a:ext>
                  </a:extLst>
                </p:cNvPr>
                <p:cNvSpPr>
                  <a:spLocks noChangeShapeType="1"/>
                </p:cNvSpPr>
                <p:nvPr/>
              </p:nvSpPr>
              <p:spPr bwMode="auto">
                <a:xfrm>
                  <a:off x="2479" y="2371"/>
                  <a:ext cx="24" cy="1"/>
                </a:xfrm>
                <a:prstGeom prst="line">
                  <a:avLst/>
                </a:prstGeom>
                <a:grpFill/>
                <a:ln w="12700">
                  <a:solidFill>
                    <a:schemeClr val="bg1"/>
                  </a:solidFill>
                  <a:round/>
                  <a:headEnd/>
                  <a:tailEnd/>
                </a:ln>
              </p:spPr>
              <p:txBody>
                <a:bodyPr/>
                <a:lstStyle/>
                <a:p>
                  <a:endParaRPr lang="en-US"/>
                </a:p>
              </p:txBody>
            </p:sp>
            <p:sp>
              <p:nvSpPr>
                <p:cNvPr id="104363" name="Line 388">
                  <a:extLst>
                    <a:ext uri="{FF2B5EF4-FFF2-40B4-BE49-F238E27FC236}">
                      <a16:creationId xmlns:a16="http://schemas.microsoft.com/office/drawing/2014/main" id="{C750D8B7-6633-D83F-9547-2136DA3076CF}"/>
                    </a:ext>
                  </a:extLst>
                </p:cNvPr>
                <p:cNvSpPr>
                  <a:spLocks noChangeShapeType="1"/>
                </p:cNvSpPr>
                <p:nvPr/>
              </p:nvSpPr>
              <p:spPr bwMode="auto">
                <a:xfrm>
                  <a:off x="2534" y="2371"/>
                  <a:ext cx="24" cy="1"/>
                </a:xfrm>
                <a:prstGeom prst="line">
                  <a:avLst/>
                </a:prstGeom>
                <a:grpFill/>
                <a:ln w="12700">
                  <a:solidFill>
                    <a:schemeClr val="bg1"/>
                  </a:solidFill>
                  <a:round/>
                  <a:headEnd/>
                  <a:tailEnd/>
                </a:ln>
              </p:spPr>
              <p:txBody>
                <a:bodyPr/>
                <a:lstStyle/>
                <a:p>
                  <a:endParaRPr lang="en-US"/>
                </a:p>
              </p:txBody>
            </p:sp>
            <p:sp>
              <p:nvSpPr>
                <p:cNvPr id="104364" name="Line 389">
                  <a:extLst>
                    <a:ext uri="{FF2B5EF4-FFF2-40B4-BE49-F238E27FC236}">
                      <a16:creationId xmlns:a16="http://schemas.microsoft.com/office/drawing/2014/main" id="{0ABBB214-07BA-51E3-E70F-4EB09F805FE1}"/>
                    </a:ext>
                  </a:extLst>
                </p:cNvPr>
                <p:cNvSpPr>
                  <a:spLocks noChangeShapeType="1"/>
                </p:cNvSpPr>
                <p:nvPr/>
              </p:nvSpPr>
              <p:spPr bwMode="auto">
                <a:xfrm>
                  <a:off x="2590" y="2371"/>
                  <a:ext cx="24" cy="1"/>
                </a:xfrm>
                <a:prstGeom prst="line">
                  <a:avLst/>
                </a:prstGeom>
                <a:grpFill/>
                <a:ln w="12700">
                  <a:solidFill>
                    <a:schemeClr val="bg1"/>
                  </a:solidFill>
                  <a:round/>
                  <a:headEnd/>
                  <a:tailEnd/>
                </a:ln>
              </p:spPr>
              <p:txBody>
                <a:bodyPr/>
                <a:lstStyle/>
                <a:p>
                  <a:endParaRPr lang="en-US"/>
                </a:p>
              </p:txBody>
            </p:sp>
            <p:sp>
              <p:nvSpPr>
                <p:cNvPr id="104365" name="Line 390">
                  <a:extLst>
                    <a:ext uri="{FF2B5EF4-FFF2-40B4-BE49-F238E27FC236}">
                      <a16:creationId xmlns:a16="http://schemas.microsoft.com/office/drawing/2014/main" id="{6DC70EA2-AB86-F791-4553-D9D3BAFB6273}"/>
                    </a:ext>
                  </a:extLst>
                </p:cNvPr>
                <p:cNvSpPr>
                  <a:spLocks noChangeShapeType="1"/>
                </p:cNvSpPr>
                <p:nvPr/>
              </p:nvSpPr>
              <p:spPr bwMode="auto">
                <a:xfrm>
                  <a:off x="2646" y="2371"/>
                  <a:ext cx="24" cy="1"/>
                </a:xfrm>
                <a:prstGeom prst="line">
                  <a:avLst/>
                </a:prstGeom>
                <a:grpFill/>
                <a:ln w="12700">
                  <a:solidFill>
                    <a:schemeClr val="bg1"/>
                  </a:solidFill>
                  <a:round/>
                  <a:headEnd/>
                  <a:tailEnd/>
                </a:ln>
              </p:spPr>
              <p:txBody>
                <a:bodyPr/>
                <a:lstStyle/>
                <a:p>
                  <a:endParaRPr lang="en-US"/>
                </a:p>
              </p:txBody>
            </p:sp>
            <p:sp>
              <p:nvSpPr>
                <p:cNvPr id="104366" name="Line 391">
                  <a:extLst>
                    <a:ext uri="{FF2B5EF4-FFF2-40B4-BE49-F238E27FC236}">
                      <a16:creationId xmlns:a16="http://schemas.microsoft.com/office/drawing/2014/main" id="{C91EC2BB-DD75-9D1C-B1BD-8F8C98E58CE3}"/>
                    </a:ext>
                  </a:extLst>
                </p:cNvPr>
                <p:cNvSpPr>
                  <a:spLocks noChangeShapeType="1"/>
                </p:cNvSpPr>
                <p:nvPr/>
              </p:nvSpPr>
              <p:spPr bwMode="auto">
                <a:xfrm>
                  <a:off x="2702" y="2371"/>
                  <a:ext cx="16" cy="1"/>
                </a:xfrm>
                <a:prstGeom prst="line">
                  <a:avLst/>
                </a:prstGeom>
                <a:grpFill/>
                <a:ln w="12700">
                  <a:solidFill>
                    <a:schemeClr val="bg1"/>
                  </a:solidFill>
                  <a:round/>
                  <a:headEnd/>
                  <a:tailEnd/>
                </a:ln>
              </p:spPr>
              <p:txBody>
                <a:bodyPr/>
                <a:lstStyle/>
                <a:p>
                  <a:endParaRPr lang="en-US"/>
                </a:p>
              </p:txBody>
            </p:sp>
          </p:grpSp>
        </p:grpSp>
        <p:grpSp>
          <p:nvGrpSpPr>
            <p:cNvPr id="103526" name="Group 392">
              <a:extLst>
                <a:ext uri="{FF2B5EF4-FFF2-40B4-BE49-F238E27FC236}">
                  <a16:creationId xmlns:a16="http://schemas.microsoft.com/office/drawing/2014/main" id="{8017292D-9747-59E3-EB31-DEAF83B52687}"/>
                </a:ext>
              </a:extLst>
            </p:cNvPr>
            <p:cNvGrpSpPr>
              <a:grpSpLocks/>
            </p:cNvGrpSpPr>
            <p:nvPr/>
          </p:nvGrpSpPr>
          <p:grpSpPr bwMode="auto">
            <a:xfrm>
              <a:off x="1960" y="2347"/>
              <a:ext cx="415" cy="56"/>
              <a:chOff x="1960" y="2347"/>
              <a:chExt cx="415" cy="56"/>
            </a:xfrm>
            <a:grpFill/>
          </p:grpSpPr>
          <p:sp>
            <p:nvSpPr>
              <p:cNvPr id="104351" name="Freeform 393">
                <a:extLst>
                  <a:ext uri="{FF2B5EF4-FFF2-40B4-BE49-F238E27FC236}">
                    <a16:creationId xmlns:a16="http://schemas.microsoft.com/office/drawing/2014/main" id="{14E9E413-ED83-423D-D532-7F398CBA253E}"/>
                  </a:ext>
                </a:extLst>
              </p:cNvPr>
              <p:cNvSpPr>
                <a:spLocks/>
              </p:cNvSpPr>
              <p:nvPr/>
            </p:nvSpPr>
            <p:spPr bwMode="auto">
              <a:xfrm>
                <a:off x="2263" y="234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solidFill>
                <a:round/>
                <a:headEnd/>
                <a:tailEnd/>
              </a:ln>
            </p:spPr>
            <p:txBody>
              <a:bodyPr/>
              <a:lstStyle/>
              <a:p>
                <a:endParaRPr lang="en-US"/>
              </a:p>
            </p:txBody>
          </p:sp>
          <p:grpSp>
            <p:nvGrpSpPr>
              <p:cNvPr id="104352" name="Group 394">
                <a:extLst>
                  <a:ext uri="{FF2B5EF4-FFF2-40B4-BE49-F238E27FC236}">
                    <a16:creationId xmlns:a16="http://schemas.microsoft.com/office/drawing/2014/main" id="{1B76005B-5B72-9234-376D-79550E11DCAB}"/>
                  </a:ext>
                </a:extLst>
              </p:cNvPr>
              <p:cNvGrpSpPr>
                <a:grpSpLocks/>
              </p:cNvGrpSpPr>
              <p:nvPr/>
            </p:nvGrpSpPr>
            <p:grpSpPr bwMode="auto">
              <a:xfrm>
                <a:off x="1960" y="2371"/>
                <a:ext cx="295" cy="1"/>
                <a:chOff x="1960" y="2371"/>
                <a:chExt cx="295" cy="1"/>
              </a:xfrm>
              <a:grpFill/>
            </p:grpSpPr>
            <p:sp>
              <p:nvSpPr>
                <p:cNvPr id="104353" name="Line 395">
                  <a:extLst>
                    <a:ext uri="{FF2B5EF4-FFF2-40B4-BE49-F238E27FC236}">
                      <a16:creationId xmlns:a16="http://schemas.microsoft.com/office/drawing/2014/main" id="{62A5C1DF-26D9-350A-E5E5-9CEFB93B9BCC}"/>
                    </a:ext>
                  </a:extLst>
                </p:cNvPr>
                <p:cNvSpPr>
                  <a:spLocks noChangeShapeType="1"/>
                </p:cNvSpPr>
                <p:nvPr/>
              </p:nvSpPr>
              <p:spPr bwMode="auto">
                <a:xfrm>
                  <a:off x="1960" y="2371"/>
                  <a:ext cx="24" cy="1"/>
                </a:xfrm>
                <a:prstGeom prst="line">
                  <a:avLst/>
                </a:prstGeom>
                <a:grpFill/>
                <a:ln w="12700">
                  <a:solidFill>
                    <a:schemeClr val="bg1"/>
                  </a:solidFill>
                  <a:round/>
                  <a:headEnd/>
                  <a:tailEnd/>
                </a:ln>
              </p:spPr>
              <p:txBody>
                <a:bodyPr/>
                <a:lstStyle/>
                <a:p>
                  <a:endParaRPr lang="en-US"/>
                </a:p>
              </p:txBody>
            </p:sp>
            <p:sp>
              <p:nvSpPr>
                <p:cNvPr id="104354" name="Line 396">
                  <a:extLst>
                    <a:ext uri="{FF2B5EF4-FFF2-40B4-BE49-F238E27FC236}">
                      <a16:creationId xmlns:a16="http://schemas.microsoft.com/office/drawing/2014/main" id="{7B842930-C7D0-946A-F7D0-4A9A9593E251}"/>
                    </a:ext>
                  </a:extLst>
                </p:cNvPr>
                <p:cNvSpPr>
                  <a:spLocks noChangeShapeType="1"/>
                </p:cNvSpPr>
                <p:nvPr/>
              </p:nvSpPr>
              <p:spPr bwMode="auto">
                <a:xfrm>
                  <a:off x="2015" y="2371"/>
                  <a:ext cx="24" cy="1"/>
                </a:xfrm>
                <a:prstGeom prst="line">
                  <a:avLst/>
                </a:prstGeom>
                <a:grpFill/>
                <a:ln w="12700">
                  <a:solidFill>
                    <a:schemeClr val="bg1"/>
                  </a:solidFill>
                  <a:round/>
                  <a:headEnd/>
                  <a:tailEnd/>
                </a:ln>
              </p:spPr>
              <p:txBody>
                <a:bodyPr/>
                <a:lstStyle/>
                <a:p>
                  <a:endParaRPr lang="en-US"/>
                </a:p>
              </p:txBody>
            </p:sp>
            <p:sp>
              <p:nvSpPr>
                <p:cNvPr id="104355" name="Line 397">
                  <a:extLst>
                    <a:ext uri="{FF2B5EF4-FFF2-40B4-BE49-F238E27FC236}">
                      <a16:creationId xmlns:a16="http://schemas.microsoft.com/office/drawing/2014/main" id="{9032454C-61C3-1292-65A6-14D02F6F072D}"/>
                    </a:ext>
                  </a:extLst>
                </p:cNvPr>
                <p:cNvSpPr>
                  <a:spLocks noChangeShapeType="1"/>
                </p:cNvSpPr>
                <p:nvPr/>
              </p:nvSpPr>
              <p:spPr bwMode="auto">
                <a:xfrm>
                  <a:off x="2071" y="2371"/>
                  <a:ext cx="24" cy="1"/>
                </a:xfrm>
                <a:prstGeom prst="line">
                  <a:avLst/>
                </a:prstGeom>
                <a:grpFill/>
                <a:ln w="12700">
                  <a:solidFill>
                    <a:schemeClr val="bg1"/>
                  </a:solidFill>
                  <a:round/>
                  <a:headEnd/>
                  <a:tailEnd/>
                </a:ln>
              </p:spPr>
              <p:txBody>
                <a:bodyPr/>
                <a:lstStyle/>
                <a:p>
                  <a:endParaRPr lang="en-US"/>
                </a:p>
              </p:txBody>
            </p:sp>
            <p:sp>
              <p:nvSpPr>
                <p:cNvPr id="104356" name="Line 398">
                  <a:extLst>
                    <a:ext uri="{FF2B5EF4-FFF2-40B4-BE49-F238E27FC236}">
                      <a16:creationId xmlns:a16="http://schemas.microsoft.com/office/drawing/2014/main" id="{E73759A8-66B3-6945-BF6C-F895234D2CD8}"/>
                    </a:ext>
                  </a:extLst>
                </p:cNvPr>
                <p:cNvSpPr>
                  <a:spLocks noChangeShapeType="1"/>
                </p:cNvSpPr>
                <p:nvPr/>
              </p:nvSpPr>
              <p:spPr bwMode="auto">
                <a:xfrm>
                  <a:off x="2127" y="2371"/>
                  <a:ext cx="24" cy="1"/>
                </a:xfrm>
                <a:prstGeom prst="line">
                  <a:avLst/>
                </a:prstGeom>
                <a:grpFill/>
                <a:ln w="12700">
                  <a:solidFill>
                    <a:schemeClr val="bg1"/>
                  </a:solidFill>
                  <a:round/>
                  <a:headEnd/>
                  <a:tailEnd/>
                </a:ln>
              </p:spPr>
              <p:txBody>
                <a:bodyPr/>
                <a:lstStyle/>
                <a:p>
                  <a:endParaRPr lang="en-US"/>
                </a:p>
              </p:txBody>
            </p:sp>
            <p:sp>
              <p:nvSpPr>
                <p:cNvPr id="104357" name="Line 399">
                  <a:extLst>
                    <a:ext uri="{FF2B5EF4-FFF2-40B4-BE49-F238E27FC236}">
                      <a16:creationId xmlns:a16="http://schemas.microsoft.com/office/drawing/2014/main" id="{30D617B0-69FA-9BBF-B730-7651C848D539}"/>
                    </a:ext>
                  </a:extLst>
                </p:cNvPr>
                <p:cNvSpPr>
                  <a:spLocks noChangeShapeType="1"/>
                </p:cNvSpPr>
                <p:nvPr/>
              </p:nvSpPr>
              <p:spPr bwMode="auto">
                <a:xfrm>
                  <a:off x="2183" y="2371"/>
                  <a:ext cx="24" cy="1"/>
                </a:xfrm>
                <a:prstGeom prst="line">
                  <a:avLst/>
                </a:prstGeom>
                <a:grpFill/>
                <a:ln w="12700">
                  <a:solidFill>
                    <a:schemeClr val="bg1"/>
                  </a:solidFill>
                  <a:round/>
                  <a:headEnd/>
                  <a:tailEnd/>
                </a:ln>
              </p:spPr>
              <p:txBody>
                <a:bodyPr/>
                <a:lstStyle/>
                <a:p>
                  <a:endParaRPr lang="en-US"/>
                </a:p>
              </p:txBody>
            </p:sp>
            <p:sp>
              <p:nvSpPr>
                <p:cNvPr id="104358" name="Line 400">
                  <a:extLst>
                    <a:ext uri="{FF2B5EF4-FFF2-40B4-BE49-F238E27FC236}">
                      <a16:creationId xmlns:a16="http://schemas.microsoft.com/office/drawing/2014/main" id="{F95D8A7C-6E70-E971-7653-AF13EC376133}"/>
                    </a:ext>
                  </a:extLst>
                </p:cNvPr>
                <p:cNvSpPr>
                  <a:spLocks noChangeShapeType="1"/>
                </p:cNvSpPr>
                <p:nvPr/>
              </p:nvSpPr>
              <p:spPr bwMode="auto">
                <a:xfrm>
                  <a:off x="2239" y="2371"/>
                  <a:ext cx="16" cy="1"/>
                </a:xfrm>
                <a:prstGeom prst="line">
                  <a:avLst/>
                </a:prstGeom>
                <a:grpFill/>
                <a:ln w="12700">
                  <a:solidFill>
                    <a:schemeClr val="bg1"/>
                  </a:solidFill>
                  <a:round/>
                  <a:headEnd/>
                  <a:tailEnd/>
                </a:ln>
              </p:spPr>
              <p:txBody>
                <a:bodyPr/>
                <a:lstStyle/>
                <a:p>
                  <a:endParaRPr lang="en-US"/>
                </a:p>
              </p:txBody>
            </p:sp>
          </p:grpSp>
        </p:grpSp>
        <p:grpSp>
          <p:nvGrpSpPr>
            <p:cNvPr id="103527" name="Group 401">
              <a:extLst>
                <a:ext uri="{FF2B5EF4-FFF2-40B4-BE49-F238E27FC236}">
                  <a16:creationId xmlns:a16="http://schemas.microsoft.com/office/drawing/2014/main" id="{19A8FB91-051D-E1DE-D78B-7D3F3B779765}"/>
                </a:ext>
              </a:extLst>
            </p:cNvPr>
            <p:cNvGrpSpPr>
              <a:grpSpLocks/>
            </p:cNvGrpSpPr>
            <p:nvPr/>
          </p:nvGrpSpPr>
          <p:grpSpPr bwMode="auto">
            <a:xfrm>
              <a:off x="1497" y="2339"/>
              <a:ext cx="415" cy="56"/>
              <a:chOff x="1497" y="2339"/>
              <a:chExt cx="415" cy="56"/>
            </a:xfrm>
            <a:grpFill/>
          </p:grpSpPr>
          <p:sp>
            <p:nvSpPr>
              <p:cNvPr id="104343" name="Freeform 402">
                <a:extLst>
                  <a:ext uri="{FF2B5EF4-FFF2-40B4-BE49-F238E27FC236}">
                    <a16:creationId xmlns:a16="http://schemas.microsoft.com/office/drawing/2014/main" id="{68B0E3B5-7AEF-7D1D-6FC4-19B526ED7A5E}"/>
                  </a:ext>
                </a:extLst>
              </p:cNvPr>
              <p:cNvSpPr>
                <a:spLocks/>
              </p:cNvSpPr>
              <p:nvPr/>
            </p:nvSpPr>
            <p:spPr bwMode="auto">
              <a:xfrm>
                <a:off x="1800" y="2339"/>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solidFill>
                <a:round/>
                <a:headEnd/>
                <a:tailEnd/>
              </a:ln>
            </p:spPr>
            <p:txBody>
              <a:bodyPr/>
              <a:lstStyle/>
              <a:p>
                <a:endParaRPr lang="en-US"/>
              </a:p>
            </p:txBody>
          </p:sp>
          <p:grpSp>
            <p:nvGrpSpPr>
              <p:cNvPr id="104344" name="Group 403">
                <a:extLst>
                  <a:ext uri="{FF2B5EF4-FFF2-40B4-BE49-F238E27FC236}">
                    <a16:creationId xmlns:a16="http://schemas.microsoft.com/office/drawing/2014/main" id="{9050C40F-15E7-B6EB-55DD-3B2AC643D08B}"/>
                  </a:ext>
                </a:extLst>
              </p:cNvPr>
              <p:cNvGrpSpPr>
                <a:grpSpLocks/>
              </p:cNvGrpSpPr>
              <p:nvPr/>
            </p:nvGrpSpPr>
            <p:grpSpPr bwMode="auto">
              <a:xfrm>
                <a:off x="1497" y="2371"/>
                <a:ext cx="295" cy="1"/>
                <a:chOff x="1497" y="2371"/>
                <a:chExt cx="295" cy="1"/>
              </a:xfrm>
              <a:grpFill/>
            </p:grpSpPr>
            <p:sp>
              <p:nvSpPr>
                <p:cNvPr id="104345" name="Line 404">
                  <a:extLst>
                    <a:ext uri="{FF2B5EF4-FFF2-40B4-BE49-F238E27FC236}">
                      <a16:creationId xmlns:a16="http://schemas.microsoft.com/office/drawing/2014/main" id="{08859327-A09E-A5FF-05E3-C2C4B99F190A}"/>
                    </a:ext>
                  </a:extLst>
                </p:cNvPr>
                <p:cNvSpPr>
                  <a:spLocks noChangeShapeType="1"/>
                </p:cNvSpPr>
                <p:nvPr/>
              </p:nvSpPr>
              <p:spPr bwMode="auto">
                <a:xfrm>
                  <a:off x="1497" y="2371"/>
                  <a:ext cx="23" cy="1"/>
                </a:xfrm>
                <a:prstGeom prst="line">
                  <a:avLst/>
                </a:prstGeom>
                <a:grpFill/>
                <a:ln w="12700">
                  <a:solidFill>
                    <a:schemeClr val="bg1"/>
                  </a:solidFill>
                  <a:round/>
                  <a:headEnd/>
                  <a:tailEnd/>
                </a:ln>
              </p:spPr>
              <p:txBody>
                <a:bodyPr/>
                <a:lstStyle/>
                <a:p>
                  <a:endParaRPr lang="en-US"/>
                </a:p>
              </p:txBody>
            </p:sp>
            <p:sp>
              <p:nvSpPr>
                <p:cNvPr id="104346" name="Line 405">
                  <a:extLst>
                    <a:ext uri="{FF2B5EF4-FFF2-40B4-BE49-F238E27FC236}">
                      <a16:creationId xmlns:a16="http://schemas.microsoft.com/office/drawing/2014/main" id="{7347D081-6C78-1BC9-AF13-A704F5A5C463}"/>
                    </a:ext>
                  </a:extLst>
                </p:cNvPr>
                <p:cNvSpPr>
                  <a:spLocks noChangeShapeType="1"/>
                </p:cNvSpPr>
                <p:nvPr/>
              </p:nvSpPr>
              <p:spPr bwMode="auto">
                <a:xfrm>
                  <a:off x="1552" y="2371"/>
                  <a:ext cx="24" cy="1"/>
                </a:xfrm>
                <a:prstGeom prst="line">
                  <a:avLst/>
                </a:prstGeom>
                <a:grpFill/>
                <a:ln w="12700">
                  <a:solidFill>
                    <a:schemeClr val="bg1"/>
                  </a:solidFill>
                  <a:round/>
                  <a:headEnd/>
                  <a:tailEnd/>
                </a:ln>
              </p:spPr>
              <p:txBody>
                <a:bodyPr/>
                <a:lstStyle/>
                <a:p>
                  <a:endParaRPr lang="en-US"/>
                </a:p>
              </p:txBody>
            </p:sp>
            <p:sp>
              <p:nvSpPr>
                <p:cNvPr id="104347" name="Line 406">
                  <a:extLst>
                    <a:ext uri="{FF2B5EF4-FFF2-40B4-BE49-F238E27FC236}">
                      <a16:creationId xmlns:a16="http://schemas.microsoft.com/office/drawing/2014/main" id="{6F8CC912-FE7F-9013-F316-888278536BE7}"/>
                    </a:ext>
                  </a:extLst>
                </p:cNvPr>
                <p:cNvSpPr>
                  <a:spLocks noChangeShapeType="1"/>
                </p:cNvSpPr>
                <p:nvPr/>
              </p:nvSpPr>
              <p:spPr bwMode="auto">
                <a:xfrm>
                  <a:off x="1608" y="2371"/>
                  <a:ext cx="24" cy="1"/>
                </a:xfrm>
                <a:prstGeom prst="line">
                  <a:avLst/>
                </a:prstGeom>
                <a:grpFill/>
                <a:ln w="12700">
                  <a:solidFill>
                    <a:schemeClr val="bg1"/>
                  </a:solidFill>
                  <a:round/>
                  <a:headEnd/>
                  <a:tailEnd/>
                </a:ln>
              </p:spPr>
              <p:txBody>
                <a:bodyPr/>
                <a:lstStyle/>
                <a:p>
                  <a:endParaRPr lang="en-US"/>
                </a:p>
              </p:txBody>
            </p:sp>
            <p:sp>
              <p:nvSpPr>
                <p:cNvPr id="104348" name="Line 407">
                  <a:extLst>
                    <a:ext uri="{FF2B5EF4-FFF2-40B4-BE49-F238E27FC236}">
                      <a16:creationId xmlns:a16="http://schemas.microsoft.com/office/drawing/2014/main" id="{D7B5AA2A-F9E9-29C6-146C-835021508C33}"/>
                    </a:ext>
                  </a:extLst>
                </p:cNvPr>
                <p:cNvSpPr>
                  <a:spLocks noChangeShapeType="1"/>
                </p:cNvSpPr>
                <p:nvPr/>
              </p:nvSpPr>
              <p:spPr bwMode="auto">
                <a:xfrm>
                  <a:off x="1664" y="2371"/>
                  <a:ext cx="24" cy="1"/>
                </a:xfrm>
                <a:prstGeom prst="line">
                  <a:avLst/>
                </a:prstGeom>
                <a:grpFill/>
                <a:ln w="12700">
                  <a:solidFill>
                    <a:schemeClr val="bg1"/>
                  </a:solidFill>
                  <a:round/>
                  <a:headEnd/>
                  <a:tailEnd/>
                </a:ln>
              </p:spPr>
              <p:txBody>
                <a:bodyPr/>
                <a:lstStyle/>
                <a:p>
                  <a:endParaRPr lang="en-US"/>
                </a:p>
              </p:txBody>
            </p:sp>
            <p:sp>
              <p:nvSpPr>
                <p:cNvPr id="104349" name="Line 408">
                  <a:extLst>
                    <a:ext uri="{FF2B5EF4-FFF2-40B4-BE49-F238E27FC236}">
                      <a16:creationId xmlns:a16="http://schemas.microsoft.com/office/drawing/2014/main" id="{29C70703-986C-F22C-9506-CCE576F4C3DD}"/>
                    </a:ext>
                  </a:extLst>
                </p:cNvPr>
                <p:cNvSpPr>
                  <a:spLocks noChangeShapeType="1"/>
                </p:cNvSpPr>
                <p:nvPr/>
              </p:nvSpPr>
              <p:spPr bwMode="auto">
                <a:xfrm>
                  <a:off x="1720" y="2371"/>
                  <a:ext cx="24" cy="1"/>
                </a:xfrm>
                <a:prstGeom prst="line">
                  <a:avLst/>
                </a:prstGeom>
                <a:grpFill/>
                <a:ln w="12700">
                  <a:solidFill>
                    <a:schemeClr val="bg1"/>
                  </a:solidFill>
                  <a:round/>
                  <a:headEnd/>
                  <a:tailEnd/>
                </a:ln>
              </p:spPr>
              <p:txBody>
                <a:bodyPr/>
                <a:lstStyle/>
                <a:p>
                  <a:endParaRPr lang="en-US"/>
                </a:p>
              </p:txBody>
            </p:sp>
            <p:sp>
              <p:nvSpPr>
                <p:cNvPr id="104350" name="Line 409">
                  <a:extLst>
                    <a:ext uri="{FF2B5EF4-FFF2-40B4-BE49-F238E27FC236}">
                      <a16:creationId xmlns:a16="http://schemas.microsoft.com/office/drawing/2014/main" id="{B0055538-9F58-7F09-A54B-71DCE92253D4}"/>
                    </a:ext>
                  </a:extLst>
                </p:cNvPr>
                <p:cNvSpPr>
                  <a:spLocks noChangeShapeType="1"/>
                </p:cNvSpPr>
                <p:nvPr/>
              </p:nvSpPr>
              <p:spPr bwMode="auto">
                <a:xfrm>
                  <a:off x="1776" y="2371"/>
                  <a:ext cx="16" cy="1"/>
                </a:xfrm>
                <a:prstGeom prst="line">
                  <a:avLst/>
                </a:prstGeom>
                <a:grpFill/>
                <a:ln w="12700">
                  <a:solidFill>
                    <a:schemeClr val="bg1"/>
                  </a:solidFill>
                  <a:round/>
                  <a:headEnd/>
                  <a:tailEnd/>
                </a:ln>
              </p:spPr>
              <p:txBody>
                <a:bodyPr/>
                <a:lstStyle/>
                <a:p>
                  <a:endParaRPr lang="en-US"/>
                </a:p>
              </p:txBody>
            </p:sp>
          </p:grpSp>
        </p:grpSp>
        <p:grpSp>
          <p:nvGrpSpPr>
            <p:cNvPr id="103528" name="Group 410">
              <a:extLst>
                <a:ext uri="{FF2B5EF4-FFF2-40B4-BE49-F238E27FC236}">
                  <a16:creationId xmlns:a16="http://schemas.microsoft.com/office/drawing/2014/main" id="{C1B13268-5FC3-B845-B4C1-069CEE67329A}"/>
                </a:ext>
              </a:extLst>
            </p:cNvPr>
            <p:cNvGrpSpPr>
              <a:grpSpLocks/>
            </p:cNvGrpSpPr>
            <p:nvPr/>
          </p:nvGrpSpPr>
          <p:grpSpPr bwMode="auto">
            <a:xfrm>
              <a:off x="1489" y="2650"/>
              <a:ext cx="423" cy="56"/>
              <a:chOff x="1489" y="2650"/>
              <a:chExt cx="423" cy="56"/>
            </a:xfrm>
            <a:grpFill/>
          </p:grpSpPr>
          <p:sp>
            <p:nvSpPr>
              <p:cNvPr id="104335" name="Freeform 411">
                <a:extLst>
                  <a:ext uri="{FF2B5EF4-FFF2-40B4-BE49-F238E27FC236}">
                    <a16:creationId xmlns:a16="http://schemas.microsoft.com/office/drawing/2014/main" id="{C5E01FB3-CF24-777F-DB46-1F5CB29FA1CB}"/>
                  </a:ext>
                </a:extLst>
              </p:cNvPr>
              <p:cNvSpPr>
                <a:spLocks/>
              </p:cNvSpPr>
              <p:nvPr/>
            </p:nvSpPr>
            <p:spPr bwMode="auto">
              <a:xfrm>
                <a:off x="1792" y="2650"/>
                <a:ext cx="120" cy="56"/>
              </a:xfrm>
              <a:custGeom>
                <a:avLst/>
                <a:gdLst>
                  <a:gd name="T0" fmla="*/ 120 w 120"/>
                  <a:gd name="T1" fmla="*/ 24 h 56"/>
                  <a:gd name="T2" fmla="*/ 0 w 120"/>
                  <a:gd name="T3" fmla="*/ 56 h 56"/>
                  <a:gd name="T4" fmla="*/ 0 w 120"/>
                  <a:gd name="T5" fmla="*/ 24 h 56"/>
                  <a:gd name="T6" fmla="*/ 0 w 120"/>
                  <a:gd name="T7" fmla="*/ 0 h 56"/>
                  <a:gd name="T8" fmla="*/ 120 w 120"/>
                  <a:gd name="T9" fmla="*/ 24 h 56"/>
                  <a:gd name="T10" fmla="*/ 0 60000 65536"/>
                  <a:gd name="T11" fmla="*/ 0 60000 65536"/>
                  <a:gd name="T12" fmla="*/ 0 60000 65536"/>
                  <a:gd name="T13" fmla="*/ 0 60000 65536"/>
                  <a:gd name="T14" fmla="*/ 0 60000 65536"/>
                  <a:gd name="T15" fmla="*/ 0 w 120"/>
                  <a:gd name="T16" fmla="*/ 0 h 56"/>
                  <a:gd name="T17" fmla="*/ 120 w 120"/>
                  <a:gd name="T18" fmla="*/ 56 h 56"/>
                </a:gdLst>
                <a:ahLst/>
                <a:cxnLst>
                  <a:cxn ang="T10">
                    <a:pos x="T0" y="T1"/>
                  </a:cxn>
                  <a:cxn ang="T11">
                    <a:pos x="T2" y="T3"/>
                  </a:cxn>
                  <a:cxn ang="T12">
                    <a:pos x="T4" y="T5"/>
                  </a:cxn>
                  <a:cxn ang="T13">
                    <a:pos x="T6" y="T7"/>
                  </a:cxn>
                  <a:cxn ang="T14">
                    <a:pos x="T8" y="T9"/>
                  </a:cxn>
                </a:cxnLst>
                <a:rect l="T15" t="T16" r="T17" b="T18"/>
                <a:pathLst>
                  <a:path w="120" h="56">
                    <a:moveTo>
                      <a:pt x="120" y="24"/>
                    </a:moveTo>
                    <a:lnTo>
                      <a:pt x="0" y="56"/>
                    </a:lnTo>
                    <a:lnTo>
                      <a:pt x="0" y="24"/>
                    </a:lnTo>
                    <a:lnTo>
                      <a:pt x="0" y="0"/>
                    </a:lnTo>
                    <a:lnTo>
                      <a:pt x="120" y="24"/>
                    </a:lnTo>
                    <a:close/>
                  </a:path>
                </a:pathLst>
              </a:custGeom>
              <a:grpFill/>
              <a:ln w="9525">
                <a:solidFill>
                  <a:schemeClr val="bg1"/>
                </a:solidFill>
                <a:round/>
                <a:headEnd/>
                <a:tailEnd/>
              </a:ln>
            </p:spPr>
            <p:txBody>
              <a:bodyPr/>
              <a:lstStyle/>
              <a:p>
                <a:endParaRPr lang="en-US"/>
              </a:p>
            </p:txBody>
          </p:sp>
          <p:grpSp>
            <p:nvGrpSpPr>
              <p:cNvPr id="104336" name="Group 412">
                <a:extLst>
                  <a:ext uri="{FF2B5EF4-FFF2-40B4-BE49-F238E27FC236}">
                    <a16:creationId xmlns:a16="http://schemas.microsoft.com/office/drawing/2014/main" id="{AB6EC193-B846-F884-3A93-E322B0E7EE97}"/>
                  </a:ext>
                </a:extLst>
              </p:cNvPr>
              <p:cNvGrpSpPr>
                <a:grpSpLocks/>
              </p:cNvGrpSpPr>
              <p:nvPr/>
            </p:nvGrpSpPr>
            <p:grpSpPr bwMode="auto">
              <a:xfrm>
                <a:off x="1489" y="2674"/>
                <a:ext cx="295" cy="1"/>
                <a:chOff x="1489" y="2674"/>
                <a:chExt cx="295" cy="1"/>
              </a:xfrm>
              <a:grpFill/>
            </p:grpSpPr>
            <p:sp>
              <p:nvSpPr>
                <p:cNvPr id="104337" name="Line 413">
                  <a:extLst>
                    <a:ext uri="{FF2B5EF4-FFF2-40B4-BE49-F238E27FC236}">
                      <a16:creationId xmlns:a16="http://schemas.microsoft.com/office/drawing/2014/main" id="{A0FEE2B1-839E-5A64-79E5-027A5CA323EB}"/>
                    </a:ext>
                  </a:extLst>
                </p:cNvPr>
                <p:cNvSpPr>
                  <a:spLocks noChangeShapeType="1"/>
                </p:cNvSpPr>
                <p:nvPr/>
              </p:nvSpPr>
              <p:spPr bwMode="auto">
                <a:xfrm>
                  <a:off x="1489" y="2674"/>
                  <a:ext cx="24" cy="1"/>
                </a:xfrm>
                <a:prstGeom prst="line">
                  <a:avLst/>
                </a:prstGeom>
                <a:grpFill/>
                <a:ln w="12700">
                  <a:solidFill>
                    <a:schemeClr val="bg1"/>
                  </a:solidFill>
                  <a:round/>
                  <a:headEnd/>
                  <a:tailEnd/>
                </a:ln>
              </p:spPr>
              <p:txBody>
                <a:bodyPr/>
                <a:lstStyle/>
                <a:p>
                  <a:endParaRPr lang="en-US"/>
                </a:p>
              </p:txBody>
            </p:sp>
            <p:sp>
              <p:nvSpPr>
                <p:cNvPr id="104338" name="Line 414">
                  <a:extLst>
                    <a:ext uri="{FF2B5EF4-FFF2-40B4-BE49-F238E27FC236}">
                      <a16:creationId xmlns:a16="http://schemas.microsoft.com/office/drawing/2014/main" id="{CC25936B-42C8-3B56-F10F-9B82FFE2444C}"/>
                    </a:ext>
                  </a:extLst>
                </p:cNvPr>
                <p:cNvSpPr>
                  <a:spLocks noChangeShapeType="1"/>
                </p:cNvSpPr>
                <p:nvPr/>
              </p:nvSpPr>
              <p:spPr bwMode="auto">
                <a:xfrm>
                  <a:off x="1544" y="2674"/>
                  <a:ext cx="24" cy="1"/>
                </a:xfrm>
                <a:prstGeom prst="line">
                  <a:avLst/>
                </a:prstGeom>
                <a:grpFill/>
                <a:ln w="12700">
                  <a:solidFill>
                    <a:schemeClr val="bg1"/>
                  </a:solidFill>
                  <a:round/>
                  <a:headEnd/>
                  <a:tailEnd/>
                </a:ln>
              </p:spPr>
              <p:txBody>
                <a:bodyPr/>
                <a:lstStyle/>
                <a:p>
                  <a:endParaRPr lang="en-US"/>
                </a:p>
              </p:txBody>
            </p:sp>
            <p:sp>
              <p:nvSpPr>
                <p:cNvPr id="104339" name="Line 415">
                  <a:extLst>
                    <a:ext uri="{FF2B5EF4-FFF2-40B4-BE49-F238E27FC236}">
                      <a16:creationId xmlns:a16="http://schemas.microsoft.com/office/drawing/2014/main" id="{B826776A-E8F7-E07B-8EC8-7CE1DA269A91}"/>
                    </a:ext>
                  </a:extLst>
                </p:cNvPr>
                <p:cNvSpPr>
                  <a:spLocks noChangeShapeType="1"/>
                </p:cNvSpPr>
                <p:nvPr/>
              </p:nvSpPr>
              <p:spPr bwMode="auto">
                <a:xfrm>
                  <a:off x="1600" y="2674"/>
                  <a:ext cx="24" cy="1"/>
                </a:xfrm>
                <a:prstGeom prst="line">
                  <a:avLst/>
                </a:prstGeom>
                <a:grpFill/>
                <a:ln w="12700">
                  <a:solidFill>
                    <a:schemeClr val="bg1"/>
                  </a:solidFill>
                  <a:round/>
                  <a:headEnd/>
                  <a:tailEnd/>
                </a:ln>
              </p:spPr>
              <p:txBody>
                <a:bodyPr/>
                <a:lstStyle/>
                <a:p>
                  <a:endParaRPr lang="en-US"/>
                </a:p>
              </p:txBody>
            </p:sp>
            <p:sp>
              <p:nvSpPr>
                <p:cNvPr id="104340" name="Line 416">
                  <a:extLst>
                    <a:ext uri="{FF2B5EF4-FFF2-40B4-BE49-F238E27FC236}">
                      <a16:creationId xmlns:a16="http://schemas.microsoft.com/office/drawing/2014/main" id="{F0BE1A0A-EA14-BFFF-C505-C823B9F64B25}"/>
                    </a:ext>
                  </a:extLst>
                </p:cNvPr>
                <p:cNvSpPr>
                  <a:spLocks noChangeShapeType="1"/>
                </p:cNvSpPr>
                <p:nvPr/>
              </p:nvSpPr>
              <p:spPr bwMode="auto">
                <a:xfrm>
                  <a:off x="1656" y="2674"/>
                  <a:ext cx="24" cy="1"/>
                </a:xfrm>
                <a:prstGeom prst="line">
                  <a:avLst/>
                </a:prstGeom>
                <a:grpFill/>
                <a:ln w="12700">
                  <a:solidFill>
                    <a:schemeClr val="bg1"/>
                  </a:solidFill>
                  <a:round/>
                  <a:headEnd/>
                  <a:tailEnd/>
                </a:ln>
              </p:spPr>
              <p:txBody>
                <a:bodyPr/>
                <a:lstStyle/>
                <a:p>
                  <a:endParaRPr lang="en-US"/>
                </a:p>
              </p:txBody>
            </p:sp>
            <p:sp>
              <p:nvSpPr>
                <p:cNvPr id="104341" name="Line 417">
                  <a:extLst>
                    <a:ext uri="{FF2B5EF4-FFF2-40B4-BE49-F238E27FC236}">
                      <a16:creationId xmlns:a16="http://schemas.microsoft.com/office/drawing/2014/main" id="{97382D8D-1EF8-4F5E-0204-F72D461E2389}"/>
                    </a:ext>
                  </a:extLst>
                </p:cNvPr>
                <p:cNvSpPr>
                  <a:spLocks noChangeShapeType="1"/>
                </p:cNvSpPr>
                <p:nvPr/>
              </p:nvSpPr>
              <p:spPr bwMode="auto">
                <a:xfrm>
                  <a:off x="1712" y="2674"/>
                  <a:ext cx="24" cy="1"/>
                </a:xfrm>
                <a:prstGeom prst="line">
                  <a:avLst/>
                </a:prstGeom>
                <a:grpFill/>
                <a:ln w="12700">
                  <a:solidFill>
                    <a:schemeClr val="bg1"/>
                  </a:solidFill>
                  <a:round/>
                  <a:headEnd/>
                  <a:tailEnd/>
                </a:ln>
              </p:spPr>
              <p:txBody>
                <a:bodyPr/>
                <a:lstStyle/>
                <a:p>
                  <a:endParaRPr lang="en-US"/>
                </a:p>
              </p:txBody>
            </p:sp>
            <p:sp>
              <p:nvSpPr>
                <p:cNvPr id="104342" name="Line 418">
                  <a:extLst>
                    <a:ext uri="{FF2B5EF4-FFF2-40B4-BE49-F238E27FC236}">
                      <a16:creationId xmlns:a16="http://schemas.microsoft.com/office/drawing/2014/main" id="{49C9A2B0-0446-14F4-A9AD-CE636ECFF1A3}"/>
                    </a:ext>
                  </a:extLst>
                </p:cNvPr>
                <p:cNvSpPr>
                  <a:spLocks noChangeShapeType="1"/>
                </p:cNvSpPr>
                <p:nvPr/>
              </p:nvSpPr>
              <p:spPr bwMode="auto">
                <a:xfrm>
                  <a:off x="1768" y="2674"/>
                  <a:ext cx="16" cy="1"/>
                </a:xfrm>
                <a:prstGeom prst="line">
                  <a:avLst/>
                </a:prstGeom>
                <a:grpFill/>
                <a:ln w="12700">
                  <a:solidFill>
                    <a:schemeClr val="bg1"/>
                  </a:solidFill>
                  <a:round/>
                  <a:headEnd/>
                  <a:tailEnd/>
                </a:ln>
              </p:spPr>
              <p:txBody>
                <a:bodyPr/>
                <a:lstStyle/>
                <a:p>
                  <a:endParaRPr lang="en-US"/>
                </a:p>
              </p:txBody>
            </p:sp>
          </p:grpSp>
        </p:grpSp>
        <p:grpSp>
          <p:nvGrpSpPr>
            <p:cNvPr id="103529" name="Group 419">
              <a:extLst>
                <a:ext uri="{FF2B5EF4-FFF2-40B4-BE49-F238E27FC236}">
                  <a16:creationId xmlns:a16="http://schemas.microsoft.com/office/drawing/2014/main" id="{053EBC09-6C1B-DA13-C96E-3C4A19929B87}"/>
                </a:ext>
              </a:extLst>
            </p:cNvPr>
            <p:cNvGrpSpPr>
              <a:grpSpLocks/>
            </p:cNvGrpSpPr>
            <p:nvPr/>
          </p:nvGrpSpPr>
          <p:grpSpPr bwMode="auto">
            <a:xfrm>
              <a:off x="1968" y="2650"/>
              <a:ext cx="415" cy="56"/>
              <a:chOff x="1968" y="2650"/>
              <a:chExt cx="415" cy="56"/>
            </a:xfrm>
            <a:grpFill/>
          </p:grpSpPr>
          <p:sp>
            <p:nvSpPr>
              <p:cNvPr id="104327" name="Freeform 420">
                <a:extLst>
                  <a:ext uri="{FF2B5EF4-FFF2-40B4-BE49-F238E27FC236}">
                    <a16:creationId xmlns:a16="http://schemas.microsoft.com/office/drawing/2014/main" id="{DACA02CA-BE47-EB79-0BC6-219AF58BD34E}"/>
                  </a:ext>
                </a:extLst>
              </p:cNvPr>
              <p:cNvSpPr>
                <a:spLocks/>
              </p:cNvSpPr>
              <p:nvPr/>
            </p:nvSpPr>
            <p:spPr bwMode="auto">
              <a:xfrm>
                <a:off x="2271" y="2650"/>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solidFill>
                <a:round/>
                <a:headEnd/>
                <a:tailEnd/>
              </a:ln>
            </p:spPr>
            <p:txBody>
              <a:bodyPr/>
              <a:lstStyle/>
              <a:p>
                <a:endParaRPr lang="en-US"/>
              </a:p>
            </p:txBody>
          </p:sp>
          <p:grpSp>
            <p:nvGrpSpPr>
              <p:cNvPr id="104328" name="Group 421">
                <a:extLst>
                  <a:ext uri="{FF2B5EF4-FFF2-40B4-BE49-F238E27FC236}">
                    <a16:creationId xmlns:a16="http://schemas.microsoft.com/office/drawing/2014/main" id="{9EDEBC99-FB0E-A4A9-31C3-F17B2A970A7B}"/>
                  </a:ext>
                </a:extLst>
              </p:cNvPr>
              <p:cNvGrpSpPr>
                <a:grpSpLocks/>
              </p:cNvGrpSpPr>
              <p:nvPr/>
            </p:nvGrpSpPr>
            <p:grpSpPr bwMode="auto">
              <a:xfrm>
                <a:off x="1968" y="2674"/>
                <a:ext cx="295" cy="1"/>
                <a:chOff x="1968" y="2674"/>
                <a:chExt cx="295" cy="1"/>
              </a:xfrm>
              <a:grpFill/>
            </p:grpSpPr>
            <p:sp>
              <p:nvSpPr>
                <p:cNvPr id="104329" name="Line 422">
                  <a:extLst>
                    <a:ext uri="{FF2B5EF4-FFF2-40B4-BE49-F238E27FC236}">
                      <a16:creationId xmlns:a16="http://schemas.microsoft.com/office/drawing/2014/main" id="{3BC62CA6-A9EE-66D3-7C71-F68F37B2E32B}"/>
                    </a:ext>
                  </a:extLst>
                </p:cNvPr>
                <p:cNvSpPr>
                  <a:spLocks noChangeShapeType="1"/>
                </p:cNvSpPr>
                <p:nvPr/>
              </p:nvSpPr>
              <p:spPr bwMode="auto">
                <a:xfrm>
                  <a:off x="1968" y="2674"/>
                  <a:ext cx="24" cy="1"/>
                </a:xfrm>
                <a:prstGeom prst="line">
                  <a:avLst/>
                </a:prstGeom>
                <a:grpFill/>
                <a:ln w="12700">
                  <a:solidFill>
                    <a:schemeClr val="bg1"/>
                  </a:solidFill>
                  <a:round/>
                  <a:headEnd/>
                  <a:tailEnd/>
                </a:ln>
              </p:spPr>
              <p:txBody>
                <a:bodyPr/>
                <a:lstStyle/>
                <a:p>
                  <a:endParaRPr lang="en-US"/>
                </a:p>
              </p:txBody>
            </p:sp>
            <p:sp>
              <p:nvSpPr>
                <p:cNvPr id="104330" name="Line 423">
                  <a:extLst>
                    <a:ext uri="{FF2B5EF4-FFF2-40B4-BE49-F238E27FC236}">
                      <a16:creationId xmlns:a16="http://schemas.microsoft.com/office/drawing/2014/main" id="{F0112D9C-4FA2-DCFF-0EE6-C0C387933CF7}"/>
                    </a:ext>
                  </a:extLst>
                </p:cNvPr>
                <p:cNvSpPr>
                  <a:spLocks noChangeShapeType="1"/>
                </p:cNvSpPr>
                <p:nvPr/>
              </p:nvSpPr>
              <p:spPr bwMode="auto">
                <a:xfrm>
                  <a:off x="2023" y="2674"/>
                  <a:ext cx="24" cy="1"/>
                </a:xfrm>
                <a:prstGeom prst="line">
                  <a:avLst/>
                </a:prstGeom>
                <a:grpFill/>
                <a:ln w="12700">
                  <a:solidFill>
                    <a:schemeClr val="bg1"/>
                  </a:solidFill>
                  <a:round/>
                  <a:headEnd/>
                  <a:tailEnd/>
                </a:ln>
              </p:spPr>
              <p:txBody>
                <a:bodyPr/>
                <a:lstStyle/>
                <a:p>
                  <a:endParaRPr lang="en-US"/>
                </a:p>
              </p:txBody>
            </p:sp>
            <p:sp>
              <p:nvSpPr>
                <p:cNvPr id="104331" name="Line 424">
                  <a:extLst>
                    <a:ext uri="{FF2B5EF4-FFF2-40B4-BE49-F238E27FC236}">
                      <a16:creationId xmlns:a16="http://schemas.microsoft.com/office/drawing/2014/main" id="{649F84F0-D5C0-A3B6-547B-229F296AB26B}"/>
                    </a:ext>
                  </a:extLst>
                </p:cNvPr>
                <p:cNvSpPr>
                  <a:spLocks noChangeShapeType="1"/>
                </p:cNvSpPr>
                <p:nvPr/>
              </p:nvSpPr>
              <p:spPr bwMode="auto">
                <a:xfrm>
                  <a:off x="2079" y="2674"/>
                  <a:ext cx="24" cy="1"/>
                </a:xfrm>
                <a:prstGeom prst="line">
                  <a:avLst/>
                </a:prstGeom>
                <a:grpFill/>
                <a:ln w="12700">
                  <a:solidFill>
                    <a:schemeClr val="bg1"/>
                  </a:solidFill>
                  <a:round/>
                  <a:headEnd/>
                  <a:tailEnd/>
                </a:ln>
              </p:spPr>
              <p:txBody>
                <a:bodyPr/>
                <a:lstStyle/>
                <a:p>
                  <a:endParaRPr lang="en-US"/>
                </a:p>
              </p:txBody>
            </p:sp>
            <p:sp>
              <p:nvSpPr>
                <p:cNvPr id="104332" name="Line 425">
                  <a:extLst>
                    <a:ext uri="{FF2B5EF4-FFF2-40B4-BE49-F238E27FC236}">
                      <a16:creationId xmlns:a16="http://schemas.microsoft.com/office/drawing/2014/main" id="{BACCD59A-A9DF-0AA9-70F4-98DA30CCB434}"/>
                    </a:ext>
                  </a:extLst>
                </p:cNvPr>
                <p:cNvSpPr>
                  <a:spLocks noChangeShapeType="1"/>
                </p:cNvSpPr>
                <p:nvPr/>
              </p:nvSpPr>
              <p:spPr bwMode="auto">
                <a:xfrm>
                  <a:off x="2135" y="2674"/>
                  <a:ext cx="24" cy="1"/>
                </a:xfrm>
                <a:prstGeom prst="line">
                  <a:avLst/>
                </a:prstGeom>
                <a:grpFill/>
                <a:ln w="12700">
                  <a:solidFill>
                    <a:schemeClr val="bg1"/>
                  </a:solidFill>
                  <a:round/>
                  <a:headEnd/>
                  <a:tailEnd/>
                </a:ln>
              </p:spPr>
              <p:txBody>
                <a:bodyPr/>
                <a:lstStyle/>
                <a:p>
                  <a:endParaRPr lang="en-US"/>
                </a:p>
              </p:txBody>
            </p:sp>
            <p:sp>
              <p:nvSpPr>
                <p:cNvPr id="104333" name="Line 426">
                  <a:extLst>
                    <a:ext uri="{FF2B5EF4-FFF2-40B4-BE49-F238E27FC236}">
                      <a16:creationId xmlns:a16="http://schemas.microsoft.com/office/drawing/2014/main" id="{5191159F-DDAE-54F9-3F3D-07D2DB66A6AD}"/>
                    </a:ext>
                  </a:extLst>
                </p:cNvPr>
                <p:cNvSpPr>
                  <a:spLocks noChangeShapeType="1"/>
                </p:cNvSpPr>
                <p:nvPr/>
              </p:nvSpPr>
              <p:spPr bwMode="auto">
                <a:xfrm>
                  <a:off x="2191" y="2674"/>
                  <a:ext cx="24" cy="1"/>
                </a:xfrm>
                <a:prstGeom prst="line">
                  <a:avLst/>
                </a:prstGeom>
                <a:grpFill/>
                <a:ln w="12700">
                  <a:solidFill>
                    <a:schemeClr val="bg1"/>
                  </a:solidFill>
                  <a:round/>
                  <a:headEnd/>
                  <a:tailEnd/>
                </a:ln>
              </p:spPr>
              <p:txBody>
                <a:bodyPr/>
                <a:lstStyle/>
                <a:p>
                  <a:endParaRPr lang="en-US"/>
                </a:p>
              </p:txBody>
            </p:sp>
            <p:sp>
              <p:nvSpPr>
                <p:cNvPr id="104334" name="Line 427">
                  <a:extLst>
                    <a:ext uri="{FF2B5EF4-FFF2-40B4-BE49-F238E27FC236}">
                      <a16:creationId xmlns:a16="http://schemas.microsoft.com/office/drawing/2014/main" id="{10838AF2-7FFB-B86F-36B6-98C26DC45B87}"/>
                    </a:ext>
                  </a:extLst>
                </p:cNvPr>
                <p:cNvSpPr>
                  <a:spLocks noChangeShapeType="1"/>
                </p:cNvSpPr>
                <p:nvPr/>
              </p:nvSpPr>
              <p:spPr bwMode="auto">
                <a:xfrm>
                  <a:off x="2247" y="2674"/>
                  <a:ext cx="16" cy="1"/>
                </a:xfrm>
                <a:prstGeom prst="line">
                  <a:avLst/>
                </a:prstGeom>
                <a:grpFill/>
                <a:ln w="12700">
                  <a:solidFill>
                    <a:schemeClr val="bg1"/>
                  </a:solidFill>
                  <a:round/>
                  <a:headEnd/>
                  <a:tailEnd/>
                </a:ln>
              </p:spPr>
              <p:txBody>
                <a:bodyPr/>
                <a:lstStyle/>
                <a:p>
                  <a:endParaRPr lang="en-US"/>
                </a:p>
              </p:txBody>
            </p:sp>
          </p:grpSp>
        </p:grpSp>
        <p:grpSp>
          <p:nvGrpSpPr>
            <p:cNvPr id="103530" name="Group 428">
              <a:extLst>
                <a:ext uri="{FF2B5EF4-FFF2-40B4-BE49-F238E27FC236}">
                  <a16:creationId xmlns:a16="http://schemas.microsoft.com/office/drawing/2014/main" id="{42905159-4925-651A-4406-57B0101BCC25}"/>
                </a:ext>
              </a:extLst>
            </p:cNvPr>
            <p:cNvGrpSpPr>
              <a:grpSpLocks/>
            </p:cNvGrpSpPr>
            <p:nvPr/>
          </p:nvGrpSpPr>
          <p:grpSpPr bwMode="auto">
            <a:xfrm>
              <a:off x="1489" y="2953"/>
              <a:ext cx="423" cy="56"/>
              <a:chOff x="1489" y="2953"/>
              <a:chExt cx="423" cy="56"/>
            </a:xfrm>
            <a:grpFill/>
          </p:grpSpPr>
          <p:sp>
            <p:nvSpPr>
              <p:cNvPr id="104319" name="Freeform 429">
                <a:extLst>
                  <a:ext uri="{FF2B5EF4-FFF2-40B4-BE49-F238E27FC236}">
                    <a16:creationId xmlns:a16="http://schemas.microsoft.com/office/drawing/2014/main" id="{615860E3-2A72-FED5-C5B3-866AC7252A12}"/>
                  </a:ext>
                </a:extLst>
              </p:cNvPr>
              <p:cNvSpPr>
                <a:spLocks/>
              </p:cNvSpPr>
              <p:nvPr/>
            </p:nvSpPr>
            <p:spPr bwMode="auto">
              <a:xfrm>
                <a:off x="1792" y="2953"/>
                <a:ext cx="120" cy="56"/>
              </a:xfrm>
              <a:custGeom>
                <a:avLst/>
                <a:gdLst>
                  <a:gd name="T0" fmla="*/ 120 w 120"/>
                  <a:gd name="T1" fmla="*/ 32 h 56"/>
                  <a:gd name="T2" fmla="*/ 0 w 120"/>
                  <a:gd name="T3" fmla="*/ 56 h 56"/>
                  <a:gd name="T4" fmla="*/ 0 w 120"/>
                  <a:gd name="T5" fmla="*/ 32 h 56"/>
                  <a:gd name="T6" fmla="*/ 0 w 120"/>
                  <a:gd name="T7" fmla="*/ 0 h 56"/>
                  <a:gd name="T8" fmla="*/ 120 w 120"/>
                  <a:gd name="T9" fmla="*/ 32 h 56"/>
                  <a:gd name="T10" fmla="*/ 0 60000 65536"/>
                  <a:gd name="T11" fmla="*/ 0 60000 65536"/>
                  <a:gd name="T12" fmla="*/ 0 60000 65536"/>
                  <a:gd name="T13" fmla="*/ 0 60000 65536"/>
                  <a:gd name="T14" fmla="*/ 0 60000 65536"/>
                  <a:gd name="T15" fmla="*/ 0 w 120"/>
                  <a:gd name="T16" fmla="*/ 0 h 56"/>
                  <a:gd name="T17" fmla="*/ 120 w 120"/>
                  <a:gd name="T18" fmla="*/ 56 h 56"/>
                </a:gdLst>
                <a:ahLst/>
                <a:cxnLst>
                  <a:cxn ang="T10">
                    <a:pos x="T0" y="T1"/>
                  </a:cxn>
                  <a:cxn ang="T11">
                    <a:pos x="T2" y="T3"/>
                  </a:cxn>
                  <a:cxn ang="T12">
                    <a:pos x="T4" y="T5"/>
                  </a:cxn>
                  <a:cxn ang="T13">
                    <a:pos x="T6" y="T7"/>
                  </a:cxn>
                  <a:cxn ang="T14">
                    <a:pos x="T8" y="T9"/>
                  </a:cxn>
                </a:cxnLst>
                <a:rect l="T15" t="T16" r="T17" b="T18"/>
                <a:pathLst>
                  <a:path w="120" h="56">
                    <a:moveTo>
                      <a:pt x="120" y="32"/>
                    </a:moveTo>
                    <a:lnTo>
                      <a:pt x="0" y="56"/>
                    </a:lnTo>
                    <a:lnTo>
                      <a:pt x="0" y="32"/>
                    </a:lnTo>
                    <a:lnTo>
                      <a:pt x="0" y="0"/>
                    </a:lnTo>
                    <a:lnTo>
                      <a:pt x="120" y="32"/>
                    </a:lnTo>
                    <a:close/>
                  </a:path>
                </a:pathLst>
              </a:custGeom>
              <a:grpFill/>
              <a:ln w="9525">
                <a:solidFill>
                  <a:schemeClr val="bg1"/>
                </a:solidFill>
                <a:round/>
                <a:headEnd/>
                <a:tailEnd/>
              </a:ln>
            </p:spPr>
            <p:txBody>
              <a:bodyPr/>
              <a:lstStyle/>
              <a:p>
                <a:endParaRPr lang="en-US"/>
              </a:p>
            </p:txBody>
          </p:sp>
          <p:grpSp>
            <p:nvGrpSpPr>
              <p:cNvPr id="104320" name="Group 430">
                <a:extLst>
                  <a:ext uri="{FF2B5EF4-FFF2-40B4-BE49-F238E27FC236}">
                    <a16:creationId xmlns:a16="http://schemas.microsoft.com/office/drawing/2014/main" id="{2CE53E56-4A1E-1F4C-ADFF-D04E21074373}"/>
                  </a:ext>
                </a:extLst>
              </p:cNvPr>
              <p:cNvGrpSpPr>
                <a:grpSpLocks/>
              </p:cNvGrpSpPr>
              <p:nvPr/>
            </p:nvGrpSpPr>
            <p:grpSpPr bwMode="auto">
              <a:xfrm>
                <a:off x="1489" y="2985"/>
                <a:ext cx="295" cy="1"/>
                <a:chOff x="1489" y="2985"/>
                <a:chExt cx="295" cy="1"/>
              </a:xfrm>
              <a:grpFill/>
            </p:grpSpPr>
            <p:sp>
              <p:nvSpPr>
                <p:cNvPr id="104321" name="Line 431">
                  <a:extLst>
                    <a:ext uri="{FF2B5EF4-FFF2-40B4-BE49-F238E27FC236}">
                      <a16:creationId xmlns:a16="http://schemas.microsoft.com/office/drawing/2014/main" id="{EFA829E6-074D-6661-07C7-F6B806F5F28B}"/>
                    </a:ext>
                  </a:extLst>
                </p:cNvPr>
                <p:cNvSpPr>
                  <a:spLocks noChangeShapeType="1"/>
                </p:cNvSpPr>
                <p:nvPr/>
              </p:nvSpPr>
              <p:spPr bwMode="auto">
                <a:xfrm>
                  <a:off x="1489" y="2985"/>
                  <a:ext cx="24" cy="1"/>
                </a:xfrm>
                <a:prstGeom prst="line">
                  <a:avLst/>
                </a:prstGeom>
                <a:grpFill/>
                <a:ln w="12700">
                  <a:solidFill>
                    <a:schemeClr val="bg1"/>
                  </a:solidFill>
                  <a:round/>
                  <a:headEnd/>
                  <a:tailEnd/>
                </a:ln>
              </p:spPr>
              <p:txBody>
                <a:bodyPr/>
                <a:lstStyle/>
                <a:p>
                  <a:endParaRPr lang="en-US"/>
                </a:p>
              </p:txBody>
            </p:sp>
            <p:sp>
              <p:nvSpPr>
                <p:cNvPr id="104322" name="Line 432">
                  <a:extLst>
                    <a:ext uri="{FF2B5EF4-FFF2-40B4-BE49-F238E27FC236}">
                      <a16:creationId xmlns:a16="http://schemas.microsoft.com/office/drawing/2014/main" id="{7F42BEC3-30D5-B8AA-088E-5AF050F8A71F}"/>
                    </a:ext>
                  </a:extLst>
                </p:cNvPr>
                <p:cNvSpPr>
                  <a:spLocks noChangeShapeType="1"/>
                </p:cNvSpPr>
                <p:nvPr/>
              </p:nvSpPr>
              <p:spPr bwMode="auto">
                <a:xfrm>
                  <a:off x="1544" y="2985"/>
                  <a:ext cx="24" cy="1"/>
                </a:xfrm>
                <a:prstGeom prst="line">
                  <a:avLst/>
                </a:prstGeom>
                <a:grpFill/>
                <a:ln w="12700">
                  <a:solidFill>
                    <a:schemeClr val="bg1"/>
                  </a:solidFill>
                  <a:round/>
                  <a:headEnd/>
                  <a:tailEnd/>
                </a:ln>
              </p:spPr>
              <p:txBody>
                <a:bodyPr/>
                <a:lstStyle/>
                <a:p>
                  <a:endParaRPr lang="en-US"/>
                </a:p>
              </p:txBody>
            </p:sp>
            <p:sp>
              <p:nvSpPr>
                <p:cNvPr id="104323" name="Line 433">
                  <a:extLst>
                    <a:ext uri="{FF2B5EF4-FFF2-40B4-BE49-F238E27FC236}">
                      <a16:creationId xmlns:a16="http://schemas.microsoft.com/office/drawing/2014/main" id="{64F2F364-8653-3EDE-E3C3-566DFC6E6F2A}"/>
                    </a:ext>
                  </a:extLst>
                </p:cNvPr>
                <p:cNvSpPr>
                  <a:spLocks noChangeShapeType="1"/>
                </p:cNvSpPr>
                <p:nvPr/>
              </p:nvSpPr>
              <p:spPr bwMode="auto">
                <a:xfrm>
                  <a:off x="1600" y="2985"/>
                  <a:ext cx="24" cy="1"/>
                </a:xfrm>
                <a:prstGeom prst="line">
                  <a:avLst/>
                </a:prstGeom>
                <a:grpFill/>
                <a:ln w="12700">
                  <a:solidFill>
                    <a:schemeClr val="bg1"/>
                  </a:solidFill>
                  <a:round/>
                  <a:headEnd/>
                  <a:tailEnd/>
                </a:ln>
              </p:spPr>
              <p:txBody>
                <a:bodyPr/>
                <a:lstStyle/>
                <a:p>
                  <a:endParaRPr lang="en-US"/>
                </a:p>
              </p:txBody>
            </p:sp>
            <p:sp>
              <p:nvSpPr>
                <p:cNvPr id="104324" name="Line 434">
                  <a:extLst>
                    <a:ext uri="{FF2B5EF4-FFF2-40B4-BE49-F238E27FC236}">
                      <a16:creationId xmlns:a16="http://schemas.microsoft.com/office/drawing/2014/main" id="{DE8CF5AA-B37C-B605-1FE1-95FECCCF764F}"/>
                    </a:ext>
                  </a:extLst>
                </p:cNvPr>
                <p:cNvSpPr>
                  <a:spLocks noChangeShapeType="1"/>
                </p:cNvSpPr>
                <p:nvPr/>
              </p:nvSpPr>
              <p:spPr bwMode="auto">
                <a:xfrm>
                  <a:off x="1656" y="2985"/>
                  <a:ext cx="24" cy="1"/>
                </a:xfrm>
                <a:prstGeom prst="line">
                  <a:avLst/>
                </a:prstGeom>
                <a:grpFill/>
                <a:ln w="12700">
                  <a:solidFill>
                    <a:schemeClr val="bg1"/>
                  </a:solidFill>
                  <a:round/>
                  <a:headEnd/>
                  <a:tailEnd/>
                </a:ln>
              </p:spPr>
              <p:txBody>
                <a:bodyPr/>
                <a:lstStyle/>
                <a:p>
                  <a:endParaRPr lang="en-US"/>
                </a:p>
              </p:txBody>
            </p:sp>
            <p:sp>
              <p:nvSpPr>
                <p:cNvPr id="104325" name="Line 435">
                  <a:extLst>
                    <a:ext uri="{FF2B5EF4-FFF2-40B4-BE49-F238E27FC236}">
                      <a16:creationId xmlns:a16="http://schemas.microsoft.com/office/drawing/2014/main" id="{110E1DD1-4C8F-C3CC-C58C-310A001B1DA6}"/>
                    </a:ext>
                  </a:extLst>
                </p:cNvPr>
                <p:cNvSpPr>
                  <a:spLocks noChangeShapeType="1"/>
                </p:cNvSpPr>
                <p:nvPr/>
              </p:nvSpPr>
              <p:spPr bwMode="auto">
                <a:xfrm>
                  <a:off x="1712" y="2985"/>
                  <a:ext cx="24" cy="1"/>
                </a:xfrm>
                <a:prstGeom prst="line">
                  <a:avLst/>
                </a:prstGeom>
                <a:grpFill/>
                <a:ln w="12700">
                  <a:solidFill>
                    <a:schemeClr val="bg1"/>
                  </a:solidFill>
                  <a:round/>
                  <a:headEnd/>
                  <a:tailEnd/>
                </a:ln>
              </p:spPr>
              <p:txBody>
                <a:bodyPr/>
                <a:lstStyle/>
                <a:p>
                  <a:endParaRPr lang="en-US"/>
                </a:p>
              </p:txBody>
            </p:sp>
            <p:sp>
              <p:nvSpPr>
                <p:cNvPr id="104326" name="Line 436">
                  <a:extLst>
                    <a:ext uri="{FF2B5EF4-FFF2-40B4-BE49-F238E27FC236}">
                      <a16:creationId xmlns:a16="http://schemas.microsoft.com/office/drawing/2014/main" id="{7284FB4B-AF36-4C69-1CBF-71326318DCBC}"/>
                    </a:ext>
                  </a:extLst>
                </p:cNvPr>
                <p:cNvSpPr>
                  <a:spLocks noChangeShapeType="1"/>
                </p:cNvSpPr>
                <p:nvPr/>
              </p:nvSpPr>
              <p:spPr bwMode="auto">
                <a:xfrm>
                  <a:off x="1768" y="2985"/>
                  <a:ext cx="16" cy="1"/>
                </a:xfrm>
                <a:prstGeom prst="line">
                  <a:avLst/>
                </a:prstGeom>
                <a:grpFill/>
                <a:ln w="12700">
                  <a:solidFill>
                    <a:schemeClr val="bg1"/>
                  </a:solidFill>
                  <a:round/>
                  <a:headEnd/>
                  <a:tailEnd/>
                </a:ln>
              </p:spPr>
              <p:txBody>
                <a:bodyPr/>
                <a:lstStyle/>
                <a:p>
                  <a:endParaRPr lang="en-US"/>
                </a:p>
              </p:txBody>
            </p:sp>
          </p:grpSp>
        </p:grpSp>
        <p:grpSp>
          <p:nvGrpSpPr>
            <p:cNvPr id="103531" name="Group 437">
              <a:extLst>
                <a:ext uri="{FF2B5EF4-FFF2-40B4-BE49-F238E27FC236}">
                  <a16:creationId xmlns:a16="http://schemas.microsoft.com/office/drawing/2014/main" id="{DB5DD017-B7BE-2921-0EEC-AF7D2BC6D476}"/>
                </a:ext>
              </a:extLst>
            </p:cNvPr>
            <p:cNvGrpSpPr>
              <a:grpSpLocks/>
            </p:cNvGrpSpPr>
            <p:nvPr/>
          </p:nvGrpSpPr>
          <p:grpSpPr bwMode="auto">
            <a:xfrm>
              <a:off x="1952" y="2953"/>
              <a:ext cx="415" cy="56"/>
              <a:chOff x="1952" y="2953"/>
              <a:chExt cx="415" cy="56"/>
            </a:xfrm>
            <a:grpFill/>
          </p:grpSpPr>
          <p:sp>
            <p:nvSpPr>
              <p:cNvPr id="104311" name="Freeform 438">
                <a:extLst>
                  <a:ext uri="{FF2B5EF4-FFF2-40B4-BE49-F238E27FC236}">
                    <a16:creationId xmlns:a16="http://schemas.microsoft.com/office/drawing/2014/main" id="{BA4089C3-54A9-69DF-C907-3A9C86A558E2}"/>
                  </a:ext>
                </a:extLst>
              </p:cNvPr>
              <p:cNvSpPr>
                <a:spLocks/>
              </p:cNvSpPr>
              <p:nvPr/>
            </p:nvSpPr>
            <p:spPr bwMode="auto">
              <a:xfrm>
                <a:off x="2255"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solidFill>
                <a:round/>
                <a:headEnd/>
                <a:tailEnd/>
              </a:ln>
            </p:spPr>
            <p:txBody>
              <a:bodyPr/>
              <a:lstStyle/>
              <a:p>
                <a:endParaRPr lang="en-US"/>
              </a:p>
            </p:txBody>
          </p:sp>
          <p:grpSp>
            <p:nvGrpSpPr>
              <p:cNvPr id="104312" name="Group 439">
                <a:extLst>
                  <a:ext uri="{FF2B5EF4-FFF2-40B4-BE49-F238E27FC236}">
                    <a16:creationId xmlns:a16="http://schemas.microsoft.com/office/drawing/2014/main" id="{8F1F34ED-B373-C176-08AE-C0DFED712758}"/>
                  </a:ext>
                </a:extLst>
              </p:cNvPr>
              <p:cNvGrpSpPr>
                <a:grpSpLocks/>
              </p:cNvGrpSpPr>
              <p:nvPr/>
            </p:nvGrpSpPr>
            <p:grpSpPr bwMode="auto">
              <a:xfrm>
                <a:off x="1952" y="2985"/>
                <a:ext cx="295" cy="1"/>
                <a:chOff x="1952" y="2985"/>
                <a:chExt cx="295" cy="1"/>
              </a:xfrm>
              <a:grpFill/>
            </p:grpSpPr>
            <p:sp>
              <p:nvSpPr>
                <p:cNvPr id="104313" name="Line 440">
                  <a:extLst>
                    <a:ext uri="{FF2B5EF4-FFF2-40B4-BE49-F238E27FC236}">
                      <a16:creationId xmlns:a16="http://schemas.microsoft.com/office/drawing/2014/main" id="{291513FD-3819-D874-F1C4-6E843B9D3582}"/>
                    </a:ext>
                  </a:extLst>
                </p:cNvPr>
                <p:cNvSpPr>
                  <a:spLocks noChangeShapeType="1"/>
                </p:cNvSpPr>
                <p:nvPr/>
              </p:nvSpPr>
              <p:spPr bwMode="auto">
                <a:xfrm>
                  <a:off x="1952" y="2985"/>
                  <a:ext cx="24" cy="1"/>
                </a:xfrm>
                <a:prstGeom prst="line">
                  <a:avLst/>
                </a:prstGeom>
                <a:grpFill/>
                <a:ln w="12700">
                  <a:solidFill>
                    <a:schemeClr val="bg1"/>
                  </a:solidFill>
                  <a:round/>
                  <a:headEnd/>
                  <a:tailEnd/>
                </a:ln>
              </p:spPr>
              <p:txBody>
                <a:bodyPr/>
                <a:lstStyle/>
                <a:p>
                  <a:endParaRPr lang="en-US"/>
                </a:p>
              </p:txBody>
            </p:sp>
            <p:sp>
              <p:nvSpPr>
                <p:cNvPr id="104314" name="Line 441">
                  <a:extLst>
                    <a:ext uri="{FF2B5EF4-FFF2-40B4-BE49-F238E27FC236}">
                      <a16:creationId xmlns:a16="http://schemas.microsoft.com/office/drawing/2014/main" id="{29F536CD-145D-0906-E8F2-6B62953DA3AA}"/>
                    </a:ext>
                  </a:extLst>
                </p:cNvPr>
                <p:cNvSpPr>
                  <a:spLocks noChangeShapeType="1"/>
                </p:cNvSpPr>
                <p:nvPr/>
              </p:nvSpPr>
              <p:spPr bwMode="auto">
                <a:xfrm>
                  <a:off x="2008" y="2985"/>
                  <a:ext cx="23" cy="1"/>
                </a:xfrm>
                <a:prstGeom prst="line">
                  <a:avLst/>
                </a:prstGeom>
                <a:grpFill/>
                <a:ln w="12700">
                  <a:solidFill>
                    <a:schemeClr val="bg1"/>
                  </a:solidFill>
                  <a:round/>
                  <a:headEnd/>
                  <a:tailEnd/>
                </a:ln>
              </p:spPr>
              <p:txBody>
                <a:bodyPr/>
                <a:lstStyle/>
                <a:p>
                  <a:endParaRPr lang="en-US"/>
                </a:p>
              </p:txBody>
            </p:sp>
            <p:sp>
              <p:nvSpPr>
                <p:cNvPr id="104315" name="Line 442">
                  <a:extLst>
                    <a:ext uri="{FF2B5EF4-FFF2-40B4-BE49-F238E27FC236}">
                      <a16:creationId xmlns:a16="http://schemas.microsoft.com/office/drawing/2014/main" id="{A1895BD2-87B8-D81D-D7BF-BB5B5FA258A6}"/>
                    </a:ext>
                  </a:extLst>
                </p:cNvPr>
                <p:cNvSpPr>
                  <a:spLocks noChangeShapeType="1"/>
                </p:cNvSpPr>
                <p:nvPr/>
              </p:nvSpPr>
              <p:spPr bwMode="auto">
                <a:xfrm>
                  <a:off x="2063" y="2985"/>
                  <a:ext cx="24" cy="1"/>
                </a:xfrm>
                <a:prstGeom prst="line">
                  <a:avLst/>
                </a:prstGeom>
                <a:grpFill/>
                <a:ln w="12700">
                  <a:solidFill>
                    <a:schemeClr val="bg1"/>
                  </a:solidFill>
                  <a:round/>
                  <a:headEnd/>
                  <a:tailEnd/>
                </a:ln>
              </p:spPr>
              <p:txBody>
                <a:bodyPr/>
                <a:lstStyle/>
                <a:p>
                  <a:endParaRPr lang="en-US"/>
                </a:p>
              </p:txBody>
            </p:sp>
            <p:sp>
              <p:nvSpPr>
                <p:cNvPr id="104316" name="Line 443">
                  <a:extLst>
                    <a:ext uri="{FF2B5EF4-FFF2-40B4-BE49-F238E27FC236}">
                      <a16:creationId xmlns:a16="http://schemas.microsoft.com/office/drawing/2014/main" id="{1D4C212F-AABF-A1A5-6EA8-B9828207872B}"/>
                    </a:ext>
                  </a:extLst>
                </p:cNvPr>
                <p:cNvSpPr>
                  <a:spLocks noChangeShapeType="1"/>
                </p:cNvSpPr>
                <p:nvPr/>
              </p:nvSpPr>
              <p:spPr bwMode="auto">
                <a:xfrm>
                  <a:off x="2119" y="2985"/>
                  <a:ext cx="24" cy="1"/>
                </a:xfrm>
                <a:prstGeom prst="line">
                  <a:avLst/>
                </a:prstGeom>
                <a:grpFill/>
                <a:ln w="12700">
                  <a:solidFill>
                    <a:schemeClr val="bg1"/>
                  </a:solidFill>
                  <a:round/>
                  <a:headEnd/>
                  <a:tailEnd/>
                </a:ln>
              </p:spPr>
              <p:txBody>
                <a:bodyPr/>
                <a:lstStyle/>
                <a:p>
                  <a:endParaRPr lang="en-US"/>
                </a:p>
              </p:txBody>
            </p:sp>
            <p:sp>
              <p:nvSpPr>
                <p:cNvPr id="104317" name="Line 444">
                  <a:extLst>
                    <a:ext uri="{FF2B5EF4-FFF2-40B4-BE49-F238E27FC236}">
                      <a16:creationId xmlns:a16="http://schemas.microsoft.com/office/drawing/2014/main" id="{76347091-01C9-245B-5BBB-B1D596A952FB}"/>
                    </a:ext>
                  </a:extLst>
                </p:cNvPr>
                <p:cNvSpPr>
                  <a:spLocks noChangeShapeType="1"/>
                </p:cNvSpPr>
                <p:nvPr/>
              </p:nvSpPr>
              <p:spPr bwMode="auto">
                <a:xfrm>
                  <a:off x="2175" y="2985"/>
                  <a:ext cx="24" cy="1"/>
                </a:xfrm>
                <a:prstGeom prst="line">
                  <a:avLst/>
                </a:prstGeom>
                <a:grpFill/>
                <a:ln w="12700">
                  <a:solidFill>
                    <a:schemeClr val="bg1"/>
                  </a:solidFill>
                  <a:round/>
                  <a:headEnd/>
                  <a:tailEnd/>
                </a:ln>
              </p:spPr>
              <p:txBody>
                <a:bodyPr/>
                <a:lstStyle/>
                <a:p>
                  <a:endParaRPr lang="en-US"/>
                </a:p>
              </p:txBody>
            </p:sp>
            <p:sp>
              <p:nvSpPr>
                <p:cNvPr id="104318" name="Line 445">
                  <a:extLst>
                    <a:ext uri="{FF2B5EF4-FFF2-40B4-BE49-F238E27FC236}">
                      <a16:creationId xmlns:a16="http://schemas.microsoft.com/office/drawing/2014/main" id="{627324E0-D1C8-89E3-7C4D-E127EB774EE4}"/>
                    </a:ext>
                  </a:extLst>
                </p:cNvPr>
                <p:cNvSpPr>
                  <a:spLocks noChangeShapeType="1"/>
                </p:cNvSpPr>
                <p:nvPr/>
              </p:nvSpPr>
              <p:spPr bwMode="auto">
                <a:xfrm>
                  <a:off x="2231" y="2985"/>
                  <a:ext cx="16" cy="1"/>
                </a:xfrm>
                <a:prstGeom prst="line">
                  <a:avLst/>
                </a:prstGeom>
                <a:grpFill/>
                <a:ln w="12700">
                  <a:solidFill>
                    <a:schemeClr val="bg1"/>
                  </a:solidFill>
                  <a:round/>
                  <a:headEnd/>
                  <a:tailEnd/>
                </a:ln>
              </p:spPr>
              <p:txBody>
                <a:bodyPr/>
                <a:lstStyle/>
                <a:p>
                  <a:endParaRPr lang="en-US"/>
                </a:p>
              </p:txBody>
            </p:sp>
          </p:grpSp>
        </p:grpSp>
        <p:grpSp>
          <p:nvGrpSpPr>
            <p:cNvPr id="103532" name="Group 446">
              <a:extLst>
                <a:ext uri="{FF2B5EF4-FFF2-40B4-BE49-F238E27FC236}">
                  <a16:creationId xmlns:a16="http://schemas.microsoft.com/office/drawing/2014/main" id="{ED8515CD-CCC3-692D-5C8B-16C65FE28F81}"/>
                </a:ext>
              </a:extLst>
            </p:cNvPr>
            <p:cNvGrpSpPr>
              <a:grpSpLocks/>
            </p:cNvGrpSpPr>
            <p:nvPr/>
          </p:nvGrpSpPr>
          <p:grpSpPr bwMode="auto">
            <a:xfrm>
              <a:off x="2415" y="2953"/>
              <a:ext cx="415" cy="56"/>
              <a:chOff x="2415" y="2953"/>
              <a:chExt cx="415" cy="56"/>
            </a:xfrm>
            <a:grpFill/>
          </p:grpSpPr>
          <p:sp>
            <p:nvSpPr>
              <p:cNvPr id="104303" name="Freeform 447">
                <a:extLst>
                  <a:ext uri="{FF2B5EF4-FFF2-40B4-BE49-F238E27FC236}">
                    <a16:creationId xmlns:a16="http://schemas.microsoft.com/office/drawing/2014/main" id="{AC2AC202-C5A0-D0C9-DEA1-ABAE33014DC4}"/>
                  </a:ext>
                </a:extLst>
              </p:cNvPr>
              <p:cNvSpPr>
                <a:spLocks/>
              </p:cNvSpPr>
              <p:nvPr/>
            </p:nvSpPr>
            <p:spPr bwMode="auto">
              <a:xfrm>
                <a:off x="2718"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solidFill>
                <a:round/>
                <a:headEnd/>
                <a:tailEnd/>
              </a:ln>
            </p:spPr>
            <p:txBody>
              <a:bodyPr/>
              <a:lstStyle/>
              <a:p>
                <a:endParaRPr lang="en-US"/>
              </a:p>
            </p:txBody>
          </p:sp>
          <p:grpSp>
            <p:nvGrpSpPr>
              <p:cNvPr id="104304" name="Group 448">
                <a:extLst>
                  <a:ext uri="{FF2B5EF4-FFF2-40B4-BE49-F238E27FC236}">
                    <a16:creationId xmlns:a16="http://schemas.microsoft.com/office/drawing/2014/main" id="{51363DD5-A73E-A003-BC37-4A3BD8631360}"/>
                  </a:ext>
                </a:extLst>
              </p:cNvPr>
              <p:cNvGrpSpPr>
                <a:grpSpLocks/>
              </p:cNvGrpSpPr>
              <p:nvPr/>
            </p:nvGrpSpPr>
            <p:grpSpPr bwMode="auto">
              <a:xfrm>
                <a:off x="2415" y="2985"/>
                <a:ext cx="295" cy="1"/>
                <a:chOff x="2415" y="2985"/>
                <a:chExt cx="295" cy="1"/>
              </a:xfrm>
              <a:grpFill/>
            </p:grpSpPr>
            <p:sp>
              <p:nvSpPr>
                <p:cNvPr id="104305" name="Line 449">
                  <a:extLst>
                    <a:ext uri="{FF2B5EF4-FFF2-40B4-BE49-F238E27FC236}">
                      <a16:creationId xmlns:a16="http://schemas.microsoft.com/office/drawing/2014/main" id="{3996378C-030F-432D-C726-D49A57A55BCD}"/>
                    </a:ext>
                  </a:extLst>
                </p:cNvPr>
                <p:cNvSpPr>
                  <a:spLocks noChangeShapeType="1"/>
                </p:cNvSpPr>
                <p:nvPr/>
              </p:nvSpPr>
              <p:spPr bwMode="auto">
                <a:xfrm>
                  <a:off x="2415" y="2985"/>
                  <a:ext cx="24" cy="1"/>
                </a:xfrm>
                <a:prstGeom prst="line">
                  <a:avLst/>
                </a:prstGeom>
                <a:grpFill/>
                <a:ln w="12700">
                  <a:solidFill>
                    <a:schemeClr val="bg1"/>
                  </a:solidFill>
                  <a:round/>
                  <a:headEnd/>
                  <a:tailEnd/>
                </a:ln>
              </p:spPr>
              <p:txBody>
                <a:bodyPr/>
                <a:lstStyle/>
                <a:p>
                  <a:endParaRPr lang="en-US"/>
                </a:p>
              </p:txBody>
            </p:sp>
            <p:sp>
              <p:nvSpPr>
                <p:cNvPr id="104306" name="Line 450">
                  <a:extLst>
                    <a:ext uri="{FF2B5EF4-FFF2-40B4-BE49-F238E27FC236}">
                      <a16:creationId xmlns:a16="http://schemas.microsoft.com/office/drawing/2014/main" id="{5022EC6E-EB74-DBDF-ED36-3F82EBB90699}"/>
                    </a:ext>
                  </a:extLst>
                </p:cNvPr>
                <p:cNvSpPr>
                  <a:spLocks noChangeShapeType="1"/>
                </p:cNvSpPr>
                <p:nvPr/>
              </p:nvSpPr>
              <p:spPr bwMode="auto">
                <a:xfrm>
                  <a:off x="2471" y="2985"/>
                  <a:ext cx="24" cy="1"/>
                </a:xfrm>
                <a:prstGeom prst="line">
                  <a:avLst/>
                </a:prstGeom>
                <a:grpFill/>
                <a:ln w="12700">
                  <a:solidFill>
                    <a:schemeClr val="bg1"/>
                  </a:solidFill>
                  <a:round/>
                  <a:headEnd/>
                  <a:tailEnd/>
                </a:ln>
              </p:spPr>
              <p:txBody>
                <a:bodyPr/>
                <a:lstStyle/>
                <a:p>
                  <a:endParaRPr lang="en-US"/>
                </a:p>
              </p:txBody>
            </p:sp>
            <p:sp>
              <p:nvSpPr>
                <p:cNvPr id="104307" name="Line 451">
                  <a:extLst>
                    <a:ext uri="{FF2B5EF4-FFF2-40B4-BE49-F238E27FC236}">
                      <a16:creationId xmlns:a16="http://schemas.microsoft.com/office/drawing/2014/main" id="{79F41BEA-60AF-0ACE-48E7-4CD442ACACC6}"/>
                    </a:ext>
                  </a:extLst>
                </p:cNvPr>
                <p:cNvSpPr>
                  <a:spLocks noChangeShapeType="1"/>
                </p:cNvSpPr>
                <p:nvPr/>
              </p:nvSpPr>
              <p:spPr bwMode="auto">
                <a:xfrm>
                  <a:off x="2526" y="2985"/>
                  <a:ext cx="24" cy="1"/>
                </a:xfrm>
                <a:prstGeom prst="line">
                  <a:avLst/>
                </a:prstGeom>
                <a:grpFill/>
                <a:ln w="12700">
                  <a:solidFill>
                    <a:schemeClr val="bg1"/>
                  </a:solidFill>
                  <a:round/>
                  <a:headEnd/>
                  <a:tailEnd/>
                </a:ln>
              </p:spPr>
              <p:txBody>
                <a:bodyPr/>
                <a:lstStyle/>
                <a:p>
                  <a:endParaRPr lang="en-US"/>
                </a:p>
              </p:txBody>
            </p:sp>
            <p:sp>
              <p:nvSpPr>
                <p:cNvPr id="104308" name="Line 452">
                  <a:extLst>
                    <a:ext uri="{FF2B5EF4-FFF2-40B4-BE49-F238E27FC236}">
                      <a16:creationId xmlns:a16="http://schemas.microsoft.com/office/drawing/2014/main" id="{F2773A2D-9849-2E25-16F0-61D1B565D685}"/>
                    </a:ext>
                  </a:extLst>
                </p:cNvPr>
                <p:cNvSpPr>
                  <a:spLocks noChangeShapeType="1"/>
                </p:cNvSpPr>
                <p:nvPr/>
              </p:nvSpPr>
              <p:spPr bwMode="auto">
                <a:xfrm>
                  <a:off x="2582" y="2985"/>
                  <a:ext cx="24" cy="1"/>
                </a:xfrm>
                <a:prstGeom prst="line">
                  <a:avLst/>
                </a:prstGeom>
                <a:grpFill/>
                <a:ln w="12700">
                  <a:solidFill>
                    <a:schemeClr val="bg1"/>
                  </a:solidFill>
                  <a:round/>
                  <a:headEnd/>
                  <a:tailEnd/>
                </a:ln>
              </p:spPr>
              <p:txBody>
                <a:bodyPr/>
                <a:lstStyle/>
                <a:p>
                  <a:endParaRPr lang="en-US"/>
                </a:p>
              </p:txBody>
            </p:sp>
            <p:sp>
              <p:nvSpPr>
                <p:cNvPr id="104309" name="Line 453">
                  <a:extLst>
                    <a:ext uri="{FF2B5EF4-FFF2-40B4-BE49-F238E27FC236}">
                      <a16:creationId xmlns:a16="http://schemas.microsoft.com/office/drawing/2014/main" id="{504C1BA4-FFAE-18AC-7A94-EEA2148784E8}"/>
                    </a:ext>
                  </a:extLst>
                </p:cNvPr>
                <p:cNvSpPr>
                  <a:spLocks noChangeShapeType="1"/>
                </p:cNvSpPr>
                <p:nvPr/>
              </p:nvSpPr>
              <p:spPr bwMode="auto">
                <a:xfrm>
                  <a:off x="2638" y="2985"/>
                  <a:ext cx="24" cy="1"/>
                </a:xfrm>
                <a:prstGeom prst="line">
                  <a:avLst/>
                </a:prstGeom>
                <a:grpFill/>
                <a:ln w="12700">
                  <a:solidFill>
                    <a:schemeClr val="bg1"/>
                  </a:solidFill>
                  <a:round/>
                  <a:headEnd/>
                  <a:tailEnd/>
                </a:ln>
              </p:spPr>
              <p:txBody>
                <a:bodyPr/>
                <a:lstStyle/>
                <a:p>
                  <a:endParaRPr lang="en-US"/>
                </a:p>
              </p:txBody>
            </p:sp>
            <p:sp>
              <p:nvSpPr>
                <p:cNvPr id="104310" name="Line 454">
                  <a:extLst>
                    <a:ext uri="{FF2B5EF4-FFF2-40B4-BE49-F238E27FC236}">
                      <a16:creationId xmlns:a16="http://schemas.microsoft.com/office/drawing/2014/main" id="{E5D866D7-6C43-9F80-9AFF-FEE24A5F068B}"/>
                    </a:ext>
                  </a:extLst>
                </p:cNvPr>
                <p:cNvSpPr>
                  <a:spLocks noChangeShapeType="1"/>
                </p:cNvSpPr>
                <p:nvPr/>
              </p:nvSpPr>
              <p:spPr bwMode="auto">
                <a:xfrm>
                  <a:off x="2694" y="2985"/>
                  <a:ext cx="16" cy="1"/>
                </a:xfrm>
                <a:prstGeom prst="line">
                  <a:avLst/>
                </a:prstGeom>
                <a:grpFill/>
                <a:ln w="12700">
                  <a:solidFill>
                    <a:schemeClr val="bg1"/>
                  </a:solidFill>
                  <a:round/>
                  <a:headEnd/>
                  <a:tailEnd/>
                </a:ln>
              </p:spPr>
              <p:txBody>
                <a:bodyPr/>
                <a:lstStyle/>
                <a:p>
                  <a:endParaRPr lang="en-US"/>
                </a:p>
              </p:txBody>
            </p:sp>
          </p:grpSp>
        </p:grpSp>
        <p:grpSp>
          <p:nvGrpSpPr>
            <p:cNvPr id="103533" name="Group 455">
              <a:extLst>
                <a:ext uri="{FF2B5EF4-FFF2-40B4-BE49-F238E27FC236}">
                  <a16:creationId xmlns:a16="http://schemas.microsoft.com/office/drawing/2014/main" id="{93A83FE2-B025-2D1D-133E-313CC4999F20}"/>
                </a:ext>
              </a:extLst>
            </p:cNvPr>
            <p:cNvGrpSpPr>
              <a:grpSpLocks/>
            </p:cNvGrpSpPr>
            <p:nvPr/>
          </p:nvGrpSpPr>
          <p:grpSpPr bwMode="auto">
            <a:xfrm>
              <a:off x="2838" y="1741"/>
              <a:ext cx="40" cy="1260"/>
              <a:chOff x="2838" y="1741"/>
              <a:chExt cx="40" cy="1260"/>
            </a:xfrm>
            <a:grpFill/>
          </p:grpSpPr>
          <p:sp>
            <p:nvSpPr>
              <p:cNvPr id="104293" name="Oval 456">
                <a:extLst>
                  <a:ext uri="{FF2B5EF4-FFF2-40B4-BE49-F238E27FC236}">
                    <a16:creationId xmlns:a16="http://schemas.microsoft.com/office/drawing/2014/main" id="{03CC8CF8-2D0E-C319-CAF0-C0EFA2699479}"/>
                  </a:ext>
                </a:extLst>
              </p:cNvPr>
              <p:cNvSpPr>
                <a:spLocks noChangeArrowheads="1"/>
              </p:cNvSpPr>
              <p:nvPr/>
            </p:nvSpPr>
            <p:spPr bwMode="auto">
              <a:xfrm>
                <a:off x="2838" y="1741"/>
                <a:ext cx="40" cy="40"/>
              </a:xfrm>
              <a:prstGeom prst="ellipse">
                <a:avLst/>
              </a:prstGeom>
              <a:grpFill/>
              <a:ln w="9525">
                <a:solidFill>
                  <a:schemeClr val="bg1"/>
                </a:solidFill>
                <a:round/>
                <a:headEnd/>
                <a:tailEnd/>
              </a:ln>
            </p:spPr>
            <p:txBody>
              <a:bodyPr/>
              <a:lstStyle/>
              <a:p>
                <a:endParaRPr lang="en-US"/>
              </a:p>
            </p:txBody>
          </p:sp>
          <p:sp>
            <p:nvSpPr>
              <p:cNvPr id="104294" name="Oval 457">
                <a:extLst>
                  <a:ext uri="{FF2B5EF4-FFF2-40B4-BE49-F238E27FC236}">
                    <a16:creationId xmlns:a16="http://schemas.microsoft.com/office/drawing/2014/main" id="{FF44E5BA-CD44-7862-7E68-94C017C10830}"/>
                  </a:ext>
                </a:extLst>
              </p:cNvPr>
              <p:cNvSpPr>
                <a:spLocks noChangeArrowheads="1"/>
              </p:cNvSpPr>
              <p:nvPr/>
            </p:nvSpPr>
            <p:spPr bwMode="auto">
              <a:xfrm>
                <a:off x="2838" y="1741"/>
                <a:ext cx="40" cy="40"/>
              </a:xfrm>
              <a:prstGeom prst="ellipse">
                <a:avLst/>
              </a:prstGeom>
              <a:grpFill/>
              <a:ln w="25400">
                <a:solidFill>
                  <a:schemeClr val="bg1"/>
                </a:solidFill>
                <a:round/>
                <a:headEnd/>
                <a:tailEnd/>
              </a:ln>
            </p:spPr>
            <p:txBody>
              <a:bodyPr/>
              <a:lstStyle/>
              <a:p>
                <a:endParaRPr lang="en-US"/>
              </a:p>
            </p:txBody>
          </p:sp>
          <p:sp>
            <p:nvSpPr>
              <p:cNvPr id="104295" name="Oval 458">
                <a:extLst>
                  <a:ext uri="{FF2B5EF4-FFF2-40B4-BE49-F238E27FC236}">
                    <a16:creationId xmlns:a16="http://schemas.microsoft.com/office/drawing/2014/main" id="{A452AC3C-3923-2380-C424-7DE999AD3B13}"/>
                  </a:ext>
                </a:extLst>
              </p:cNvPr>
              <p:cNvSpPr>
                <a:spLocks noChangeArrowheads="1"/>
              </p:cNvSpPr>
              <p:nvPr/>
            </p:nvSpPr>
            <p:spPr bwMode="auto">
              <a:xfrm>
                <a:off x="2846" y="2044"/>
                <a:ext cx="32" cy="32"/>
              </a:xfrm>
              <a:prstGeom prst="ellipse">
                <a:avLst/>
              </a:prstGeom>
              <a:grpFill/>
              <a:ln w="9525">
                <a:solidFill>
                  <a:schemeClr val="bg1"/>
                </a:solidFill>
                <a:round/>
                <a:headEnd/>
                <a:tailEnd/>
              </a:ln>
            </p:spPr>
            <p:txBody>
              <a:bodyPr/>
              <a:lstStyle/>
              <a:p>
                <a:endParaRPr lang="en-US"/>
              </a:p>
            </p:txBody>
          </p:sp>
          <p:sp>
            <p:nvSpPr>
              <p:cNvPr id="104296" name="Oval 459">
                <a:extLst>
                  <a:ext uri="{FF2B5EF4-FFF2-40B4-BE49-F238E27FC236}">
                    <a16:creationId xmlns:a16="http://schemas.microsoft.com/office/drawing/2014/main" id="{65872538-BF8F-D641-24C9-284B4259DB43}"/>
                  </a:ext>
                </a:extLst>
              </p:cNvPr>
              <p:cNvSpPr>
                <a:spLocks noChangeArrowheads="1"/>
              </p:cNvSpPr>
              <p:nvPr/>
            </p:nvSpPr>
            <p:spPr bwMode="auto">
              <a:xfrm>
                <a:off x="2846" y="2044"/>
                <a:ext cx="32" cy="32"/>
              </a:xfrm>
              <a:prstGeom prst="ellipse">
                <a:avLst/>
              </a:prstGeom>
              <a:grpFill/>
              <a:ln w="25400">
                <a:solidFill>
                  <a:schemeClr val="bg1"/>
                </a:solidFill>
                <a:round/>
                <a:headEnd/>
                <a:tailEnd/>
              </a:ln>
            </p:spPr>
            <p:txBody>
              <a:bodyPr/>
              <a:lstStyle/>
              <a:p>
                <a:endParaRPr lang="en-US"/>
              </a:p>
            </p:txBody>
          </p:sp>
          <p:sp>
            <p:nvSpPr>
              <p:cNvPr id="104297" name="Oval 460">
                <a:extLst>
                  <a:ext uri="{FF2B5EF4-FFF2-40B4-BE49-F238E27FC236}">
                    <a16:creationId xmlns:a16="http://schemas.microsoft.com/office/drawing/2014/main" id="{56E92EEB-75FB-DFA9-9ACE-519BA955D506}"/>
                  </a:ext>
                </a:extLst>
              </p:cNvPr>
              <p:cNvSpPr>
                <a:spLocks noChangeArrowheads="1"/>
              </p:cNvSpPr>
              <p:nvPr/>
            </p:nvSpPr>
            <p:spPr bwMode="auto">
              <a:xfrm>
                <a:off x="2846" y="2355"/>
                <a:ext cx="32" cy="32"/>
              </a:xfrm>
              <a:prstGeom prst="ellipse">
                <a:avLst/>
              </a:prstGeom>
              <a:grpFill/>
              <a:ln w="9525">
                <a:solidFill>
                  <a:schemeClr val="bg1"/>
                </a:solidFill>
                <a:round/>
                <a:headEnd/>
                <a:tailEnd/>
              </a:ln>
            </p:spPr>
            <p:txBody>
              <a:bodyPr/>
              <a:lstStyle/>
              <a:p>
                <a:endParaRPr lang="en-US"/>
              </a:p>
            </p:txBody>
          </p:sp>
          <p:sp>
            <p:nvSpPr>
              <p:cNvPr id="104298" name="Oval 461">
                <a:extLst>
                  <a:ext uri="{FF2B5EF4-FFF2-40B4-BE49-F238E27FC236}">
                    <a16:creationId xmlns:a16="http://schemas.microsoft.com/office/drawing/2014/main" id="{14734306-6A13-9720-1B96-3D1E71B248CC}"/>
                  </a:ext>
                </a:extLst>
              </p:cNvPr>
              <p:cNvSpPr>
                <a:spLocks noChangeArrowheads="1"/>
              </p:cNvSpPr>
              <p:nvPr/>
            </p:nvSpPr>
            <p:spPr bwMode="auto">
              <a:xfrm>
                <a:off x="2846" y="2355"/>
                <a:ext cx="32" cy="32"/>
              </a:xfrm>
              <a:prstGeom prst="ellipse">
                <a:avLst/>
              </a:prstGeom>
              <a:grpFill/>
              <a:ln w="25400">
                <a:solidFill>
                  <a:schemeClr val="bg1"/>
                </a:solidFill>
                <a:round/>
                <a:headEnd/>
                <a:tailEnd/>
              </a:ln>
            </p:spPr>
            <p:txBody>
              <a:bodyPr/>
              <a:lstStyle/>
              <a:p>
                <a:endParaRPr lang="en-US"/>
              </a:p>
            </p:txBody>
          </p:sp>
          <p:sp>
            <p:nvSpPr>
              <p:cNvPr id="104299" name="Oval 462">
                <a:extLst>
                  <a:ext uri="{FF2B5EF4-FFF2-40B4-BE49-F238E27FC236}">
                    <a16:creationId xmlns:a16="http://schemas.microsoft.com/office/drawing/2014/main" id="{F369C511-A033-C0B2-F064-2AFC98E02180}"/>
                  </a:ext>
                </a:extLst>
              </p:cNvPr>
              <p:cNvSpPr>
                <a:spLocks noChangeArrowheads="1"/>
              </p:cNvSpPr>
              <p:nvPr/>
            </p:nvSpPr>
            <p:spPr bwMode="auto">
              <a:xfrm>
                <a:off x="2838" y="2658"/>
                <a:ext cx="40" cy="32"/>
              </a:xfrm>
              <a:prstGeom prst="ellipse">
                <a:avLst/>
              </a:prstGeom>
              <a:grpFill/>
              <a:ln w="9525">
                <a:solidFill>
                  <a:schemeClr val="bg1"/>
                </a:solidFill>
                <a:round/>
                <a:headEnd/>
                <a:tailEnd/>
              </a:ln>
            </p:spPr>
            <p:txBody>
              <a:bodyPr/>
              <a:lstStyle/>
              <a:p>
                <a:endParaRPr lang="en-US"/>
              </a:p>
            </p:txBody>
          </p:sp>
          <p:sp>
            <p:nvSpPr>
              <p:cNvPr id="104300" name="Oval 463">
                <a:extLst>
                  <a:ext uri="{FF2B5EF4-FFF2-40B4-BE49-F238E27FC236}">
                    <a16:creationId xmlns:a16="http://schemas.microsoft.com/office/drawing/2014/main" id="{FC2EDC53-B99A-AF2B-77D5-8235D9F61222}"/>
                  </a:ext>
                </a:extLst>
              </p:cNvPr>
              <p:cNvSpPr>
                <a:spLocks noChangeArrowheads="1"/>
              </p:cNvSpPr>
              <p:nvPr/>
            </p:nvSpPr>
            <p:spPr bwMode="auto">
              <a:xfrm>
                <a:off x="2838" y="2658"/>
                <a:ext cx="40" cy="32"/>
              </a:xfrm>
              <a:prstGeom prst="ellipse">
                <a:avLst/>
              </a:prstGeom>
              <a:grpFill/>
              <a:ln w="25400">
                <a:solidFill>
                  <a:schemeClr val="bg1"/>
                </a:solidFill>
                <a:round/>
                <a:headEnd/>
                <a:tailEnd/>
              </a:ln>
            </p:spPr>
            <p:txBody>
              <a:bodyPr/>
              <a:lstStyle/>
              <a:p>
                <a:endParaRPr lang="en-US"/>
              </a:p>
            </p:txBody>
          </p:sp>
          <p:sp>
            <p:nvSpPr>
              <p:cNvPr id="104301" name="Oval 464">
                <a:extLst>
                  <a:ext uri="{FF2B5EF4-FFF2-40B4-BE49-F238E27FC236}">
                    <a16:creationId xmlns:a16="http://schemas.microsoft.com/office/drawing/2014/main" id="{0FE222EC-E14C-FA79-3C88-AE26788E6A09}"/>
                  </a:ext>
                </a:extLst>
              </p:cNvPr>
              <p:cNvSpPr>
                <a:spLocks noChangeArrowheads="1"/>
              </p:cNvSpPr>
              <p:nvPr/>
            </p:nvSpPr>
            <p:spPr bwMode="auto">
              <a:xfrm>
                <a:off x="2838" y="2969"/>
                <a:ext cx="32" cy="32"/>
              </a:xfrm>
              <a:prstGeom prst="ellipse">
                <a:avLst/>
              </a:prstGeom>
              <a:grpFill/>
              <a:ln w="9525">
                <a:solidFill>
                  <a:schemeClr val="bg1"/>
                </a:solidFill>
                <a:round/>
                <a:headEnd/>
                <a:tailEnd/>
              </a:ln>
            </p:spPr>
            <p:txBody>
              <a:bodyPr/>
              <a:lstStyle/>
              <a:p>
                <a:endParaRPr lang="en-US"/>
              </a:p>
            </p:txBody>
          </p:sp>
          <p:sp>
            <p:nvSpPr>
              <p:cNvPr id="104302" name="Oval 465">
                <a:extLst>
                  <a:ext uri="{FF2B5EF4-FFF2-40B4-BE49-F238E27FC236}">
                    <a16:creationId xmlns:a16="http://schemas.microsoft.com/office/drawing/2014/main" id="{08E44C56-21A0-F522-ADA3-FA919DAD5136}"/>
                  </a:ext>
                </a:extLst>
              </p:cNvPr>
              <p:cNvSpPr>
                <a:spLocks noChangeArrowheads="1"/>
              </p:cNvSpPr>
              <p:nvPr/>
            </p:nvSpPr>
            <p:spPr bwMode="auto">
              <a:xfrm>
                <a:off x="2838" y="2969"/>
                <a:ext cx="32" cy="32"/>
              </a:xfrm>
              <a:prstGeom prst="ellipse">
                <a:avLst/>
              </a:prstGeom>
              <a:grpFill/>
              <a:ln w="25400">
                <a:solidFill>
                  <a:schemeClr val="bg1"/>
                </a:solidFill>
                <a:round/>
                <a:headEnd/>
                <a:tailEnd/>
              </a:ln>
            </p:spPr>
            <p:txBody>
              <a:bodyPr/>
              <a:lstStyle/>
              <a:p>
                <a:endParaRPr lang="en-US"/>
              </a:p>
            </p:txBody>
          </p:sp>
        </p:grpSp>
        <p:grpSp>
          <p:nvGrpSpPr>
            <p:cNvPr id="103534" name="Group 466">
              <a:extLst>
                <a:ext uri="{FF2B5EF4-FFF2-40B4-BE49-F238E27FC236}">
                  <a16:creationId xmlns:a16="http://schemas.microsoft.com/office/drawing/2014/main" id="{F125305B-5AEA-2D6B-0332-DA58E70CAAFA}"/>
                </a:ext>
              </a:extLst>
            </p:cNvPr>
            <p:cNvGrpSpPr>
              <a:grpSpLocks/>
            </p:cNvGrpSpPr>
            <p:nvPr/>
          </p:nvGrpSpPr>
          <p:grpSpPr bwMode="auto">
            <a:xfrm>
              <a:off x="1912" y="3272"/>
              <a:ext cx="32" cy="335"/>
              <a:chOff x="1912" y="3272"/>
              <a:chExt cx="32" cy="335"/>
            </a:xfrm>
            <a:grpFill/>
          </p:grpSpPr>
          <p:sp>
            <p:nvSpPr>
              <p:cNvPr id="104289" name="Oval 467">
                <a:extLst>
                  <a:ext uri="{FF2B5EF4-FFF2-40B4-BE49-F238E27FC236}">
                    <a16:creationId xmlns:a16="http://schemas.microsoft.com/office/drawing/2014/main" id="{BB3FBCE5-0618-CC9C-39BB-AE94FA76E3F4}"/>
                  </a:ext>
                </a:extLst>
              </p:cNvPr>
              <p:cNvSpPr>
                <a:spLocks noChangeArrowheads="1"/>
              </p:cNvSpPr>
              <p:nvPr/>
            </p:nvSpPr>
            <p:spPr bwMode="auto">
              <a:xfrm>
                <a:off x="1912" y="3272"/>
                <a:ext cx="32" cy="32"/>
              </a:xfrm>
              <a:prstGeom prst="ellipse">
                <a:avLst/>
              </a:prstGeom>
              <a:grpFill/>
              <a:ln w="9525">
                <a:solidFill>
                  <a:schemeClr val="bg1"/>
                </a:solidFill>
                <a:round/>
                <a:headEnd/>
                <a:tailEnd/>
              </a:ln>
            </p:spPr>
            <p:txBody>
              <a:bodyPr/>
              <a:lstStyle/>
              <a:p>
                <a:endParaRPr lang="en-US"/>
              </a:p>
            </p:txBody>
          </p:sp>
          <p:sp>
            <p:nvSpPr>
              <p:cNvPr id="104290" name="Oval 468">
                <a:extLst>
                  <a:ext uri="{FF2B5EF4-FFF2-40B4-BE49-F238E27FC236}">
                    <a16:creationId xmlns:a16="http://schemas.microsoft.com/office/drawing/2014/main" id="{84A98F87-4ABD-05D8-DA41-44492568E379}"/>
                  </a:ext>
                </a:extLst>
              </p:cNvPr>
              <p:cNvSpPr>
                <a:spLocks noChangeArrowheads="1"/>
              </p:cNvSpPr>
              <p:nvPr/>
            </p:nvSpPr>
            <p:spPr bwMode="auto">
              <a:xfrm>
                <a:off x="1912" y="3272"/>
                <a:ext cx="32" cy="32"/>
              </a:xfrm>
              <a:prstGeom prst="ellipse">
                <a:avLst/>
              </a:prstGeom>
              <a:grpFill/>
              <a:ln w="25400">
                <a:solidFill>
                  <a:schemeClr val="bg1"/>
                </a:solidFill>
                <a:round/>
                <a:headEnd/>
                <a:tailEnd/>
              </a:ln>
            </p:spPr>
            <p:txBody>
              <a:bodyPr/>
              <a:lstStyle/>
              <a:p>
                <a:endParaRPr lang="en-US"/>
              </a:p>
            </p:txBody>
          </p:sp>
          <p:sp>
            <p:nvSpPr>
              <p:cNvPr id="104291" name="Oval 469">
                <a:extLst>
                  <a:ext uri="{FF2B5EF4-FFF2-40B4-BE49-F238E27FC236}">
                    <a16:creationId xmlns:a16="http://schemas.microsoft.com/office/drawing/2014/main" id="{6E2FFF26-D531-346D-5AD6-0F3490FA6612}"/>
                  </a:ext>
                </a:extLst>
              </p:cNvPr>
              <p:cNvSpPr>
                <a:spLocks noChangeArrowheads="1"/>
              </p:cNvSpPr>
              <p:nvPr/>
            </p:nvSpPr>
            <p:spPr bwMode="auto">
              <a:xfrm>
                <a:off x="1912" y="3575"/>
                <a:ext cx="32" cy="32"/>
              </a:xfrm>
              <a:prstGeom prst="ellipse">
                <a:avLst/>
              </a:prstGeom>
              <a:grpFill/>
              <a:ln w="9525">
                <a:solidFill>
                  <a:schemeClr val="bg1"/>
                </a:solidFill>
                <a:round/>
                <a:headEnd/>
                <a:tailEnd/>
              </a:ln>
            </p:spPr>
            <p:txBody>
              <a:bodyPr/>
              <a:lstStyle/>
              <a:p>
                <a:endParaRPr lang="en-US"/>
              </a:p>
            </p:txBody>
          </p:sp>
          <p:sp>
            <p:nvSpPr>
              <p:cNvPr id="104292" name="Oval 470">
                <a:extLst>
                  <a:ext uri="{FF2B5EF4-FFF2-40B4-BE49-F238E27FC236}">
                    <a16:creationId xmlns:a16="http://schemas.microsoft.com/office/drawing/2014/main" id="{B74F893D-B3C8-0B88-C5F5-E42C603FE9CA}"/>
                  </a:ext>
                </a:extLst>
              </p:cNvPr>
              <p:cNvSpPr>
                <a:spLocks noChangeArrowheads="1"/>
              </p:cNvSpPr>
              <p:nvPr/>
            </p:nvSpPr>
            <p:spPr bwMode="auto">
              <a:xfrm>
                <a:off x="1912" y="3575"/>
                <a:ext cx="32" cy="32"/>
              </a:xfrm>
              <a:prstGeom prst="ellipse">
                <a:avLst/>
              </a:prstGeom>
              <a:grpFill/>
              <a:ln w="25400">
                <a:solidFill>
                  <a:schemeClr val="bg1"/>
                </a:solidFill>
                <a:round/>
                <a:headEnd/>
                <a:tailEnd/>
              </a:ln>
            </p:spPr>
            <p:txBody>
              <a:bodyPr/>
              <a:lstStyle/>
              <a:p>
                <a:endParaRPr lang="en-US"/>
              </a:p>
            </p:txBody>
          </p:sp>
        </p:grpSp>
        <p:grpSp>
          <p:nvGrpSpPr>
            <p:cNvPr id="103535" name="Group 471">
              <a:extLst>
                <a:ext uri="{FF2B5EF4-FFF2-40B4-BE49-F238E27FC236}">
                  <a16:creationId xmlns:a16="http://schemas.microsoft.com/office/drawing/2014/main" id="{F6734EFF-E582-208C-ACC7-7AF78883BBA0}"/>
                </a:ext>
              </a:extLst>
            </p:cNvPr>
            <p:cNvGrpSpPr>
              <a:grpSpLocks/>
            </p:cNvGrpSpPr>
            <p:nvPr/>
          </p:nvGrpSpPr>
          <p:grpSpPr bwMode="auto">
            <a:xfrm>
              <a:off x="1449" y="3272"/>
              <a:ext cx="40" cy="335"/>
              <a:chOff x="1449" y="3272"/>
              <a:chExt cx="40" cy="335"/>
            </a:xfrm>
            <a:grpFill/>
          </p:grpSpPr>
          <p:sp>
            <p:nvSpPr>
              <p:cNvPr id="104285" name="Oval 472">
                <a:extLst>
                  <a:ext uri="{FF2B5EF4-FFF2-40B4-BE49-F238E27FC236}">
                    <a16:creationId xmlns:a16="http://schemas.microsoft.com/office/drawing/2014/main" id="{3C4F0ED6-67EA-58FD-DCDE-EB5866860034}"/>
                  </a:ext>
                </a:extLst>
              </p:cNvPr>
              <p:cNvSpPr>
                <a:spLocks noChangeArrowheads="1"/>
              </p:cNvSpPr>
              <p:nvPr/>
            </p:nvSpPr>
            <p:spPr bwMode="auto">
              <a:xfrm>
                <a:off x="1449" y="3272"/>
                <a:ext cx="40" cy="32"/>
              </a:xfrm>
              <a:prstGeom prst="ellipse">
                <a:avLst/>
              </a:prstGeom>
              <a:grpFill/>
              <a:ln w="9525">
                <a:solidFill>
                  <a:schemeClr val="bg1"/>
                </a:solidFill>
                <a:round/>
                <a:headEnd/>
                <a:tailEnd/>
              </a:ln>
            </p:spPr>
            <p:txBody>
              <a:bodyPr/>
              <a:lstStyle/>
              <a:p>
                <a:endParaRPr lang="en-US"/>
              </a:p>
            </p:txBody>
          </p:sp>
          <p:sp>
            <p:nvSpPr>
              <p:cNvPr id="104286" name="Oval 473">
                <a:extLst>
                  <a:ext uri="{FF2B5EF4-FFF2-40B4-BE49-F238E27FC236}">
                    <a16:creationId xmlns:a16="http://schemas.microsoft.com/office/drawing/2014/main" id="{6EE4CCAF-897D-5D31-CB6A-97DEDCE57A2D}"/>
                  </a:ext>
                </a:extLst>
              </p:cNvPr>
              <p:cNvSpPr>
                <a:spLocks noChangeArrowheads="1"/>
              </p:cNvSpPr>
              <p:nvPr/>
            </p:nvSpPr>
            <p:spPr bwMode="auto">
              <a:xfrm>
                <a:off x="1449" y="3272"/>
                <a:ext cx="40" cy="32"/>
              </a:xfrm>
              <a:prstGeom prst="ellipse">
                <a:avLst/>
              </a:prstGeom>
              <a:grpFill/>
              <a:ln w="25400">
                <a:solidFill>
                  <a:schemeClr val="bg1"/>
                </a:solidFill>
                <a:round/>
                <a:headEnd/>
                <a:tailEnd/>
              </a:ln>
            </p:spPr>
            <p:txBody>
              <a:bodyPr/>
              <a:lstStyle/>
              <a:p>
                <a:endParaRPr lang="en-US"/>
              </a:p>
            </p:txBody>
          </p:sp>
          <p:sp>
            <p:nvSpPr>
              <p:cNvPr id="104287" name="Oval 474">
                <a:extLst>
                  <a:ext uri="{FF2B5EF4-FFF2-40B4-BE49-F238E27FC236}">
                    <a16:creationId xmlns:a16="http://schemas.microsoft.com/office/drawing/2014/main" id="{36DB8A85-9C65-E5FA-34F7-A8BD234BF9B6}"/>
                  </a:ext>
                </a:extLst>
              </p:cNvPr>
              <p:cNvSpPr>
                <a:spLocks noChangeArrowheads="1"/>
              </p:cNvSpPr>
              <p:nvPr/>
            </p:nvSpPr>
            <p:spPr bwMode="auto">
              <a:xfrm>
                <a:off x="1449" y="3575"/>
                <a:ext cx="40" cy="32"/>
              </a:xfrm>
              <a:prstGeom prst="ellipse">
                <a:avLst/>
              </a:prstGeom>
              <a:grpFill/>
              <a:ln w="9525">
                <a:solidFill>
                  <a:schemeClr val="bg1"/>
                </a:solidFill>
                <a:round/>
                <a:headEnd/>
                <a:tailEnd/>
              </a:ln>
            </p:spPr>
            <p:txBody>
              <a:bodyPr/>
              <a:lstStyle/>
              <a:p>
                <a:endParaRPr lang="en-US"/>
              </a:p>
            </p:txBody>
          </p:sp>
          <p:sp>
            <p:nvSpPr>
              <p:cNvPr id="104288" name="Oval 475">
                <a:extLst>
                  <a:ext uri="{FF2B5EF4-FFF2-40B4-BE49-F238E27FC236}">
                    <a16:creationId xmlns:a16="http://schemas.microsoft.com/office/drawing/2014/main" id="{511B3E42-2678-C361-242E-43F8AB330B23}"/>
                  </a:ext>
                </a:extLst>
              </p:cNvPr>
              <p:cNvSpPr>
                <a:spLocks noChangeArrowheads="1"/>
              </p:cNvSpPr>
              <p:nvPr/>
            </p:nvSpPr>
            <p:spPr bwMode="auto">
              <a:xfrm>
                <a:off x="1449" y="3575"/>
                <a:ext cx="40" cy="32"/>
              </a:xfrm>
              <a:prstGeom prst="ellipse">
                <a:avLst/>
              </a:prstGeom>
              <a:grpFill/>
              <a:ln w="25400">
                <a:solidFill>
                  <a:schemeClr val="bg1"/>
                </a:solidFill>
                <a:round/>
                <a:headEnd/>
                <a:tailEnd/>
              </a:ln>
            </p:spPr>
            <p:txBody>
              <a:bodyPr/>
              <a:lstStyle/>
              <a:p>
                <a:endParaRPr lang="en-US"/>
              </a:p>
            </p:txBody>
          </p:sp>
        </p:grpSp>
        <p:grpSp>
          <p:nvGrpSpPr>
            <p:cNvPr id="103536" name="Group 476">
              <a:extLst>
                <a:ext uri="{FF2B5EF4-FFF2-40B4-BE49-F238E27FC236}">
                  <a16:creationId xmlns:a16="http://schemas.microsoft.com/office/drawing/2014/main" id="{910B869C-7481-23D6-CB5F-6F51BD0543D6}"/>
                </a:ext>
              </a:extLst>
            </p:cNvPr>
            <p:cNvGrpSpPr>
              <a:grpSpLocks/>
            </p:cNvGrpSpPr>
            <p:nvPr/>
          </p:nvGrpSpPr>
          <p:grpSpPr bwMode="auto">
            <a:xfrm>
              <a:off x="2367" y="3272"/>
              <a:ext cx="32" cy="335"/>
              <a:chOff x="2367" y="3272"/>
              <a:chExt cx="32" cy="335"/>
            </a:xfrm>
            <a:grpFill/>
          </p:grpSpPr>
          <p:sp>
            <p:nvSpPr>
              <p:cNvPr id="104281" name="Oval 477">
                <a:extLst>
                  <a:ext uri="{FF2B5EF4-FFF2-40B4-BE49-F238E27FC236}">
                    <a16:creationId xmlns:a16="http://schemas.microsoft.com/office/drawing/2014/main" id="{59134DFD-9CFF-5D55-64F1-9306EE92A49B}"/>
                  </a:ext>
                </a:extLst>
              </p:cNvPr>
              <p:cNvSpPr>
                <a:spLocks noChangeArrowheads="1"/>
              </p:cNvSpPr>
              <p:nvPr/>
            </p:nvSpPr>
            <p:spPr bwMode="auto">
              <a:xfrm>
                <a:off x="2367" y="3272"/>
                <a:ext cx="32" cy="32"/>
              </a:xfrm>
              <a:prstGeom prst="ellipse">
                <a:avLst/>
              </a:prstGeom>
              <a:grpFill/>
              <a:ln w="9525">
                <a:solidFill>
                  <a:schemeClr val="bg1"/>
                </a:solidFill>
                <a:round/>
                <a:headEnd/>
                <a:tailEnd/>
              </a:ln>
            </p:spPr>
            <p:txBody>
              <a:bodyPr/>
              <a:lstStyle/>
              <a:p>
                <a:endParaRPr lang="en-US"/>
              </a:p>
            </p:txBody>
          </p:sp>
          <p:sp>
            <p:nvSpPr>
              <p:cNvPr id="104282" name="Oval 478">
                <a:extLst>
                  <a:ext uri="{FF2B5EF4-FFF2-40B4-BE49-F238E27FC236}">
                    <a16:creationId xmlns:a16="http://schemas.microsoft.com/office/drawing/2014/main" id="{82094DDD-7134-4D1E-5867-B6347F6E8E00}"/>
                  </a:ext>
                </a:extLst>
              </p:cNvPr>
              <p:cNvSpPr>
                <a:spLocks noChangeArrowheads="1"/>
              </p:cNvSpPr>
              <p:nvPr/>
            </p:nvSpPr>
            <p:spPr bwMode="auto">
              <a:xfrm>
                <a:off x="2367" y="3272"/>
                <a:ext cx="32" cy="32"/>
              </a:xfrm>
              <a:prstGeom prst="ellipse">
                <a:avLst/>
              </a:prstGeom>
              <a:grpFill/>
              <a:ln w="25400">
                <a:solidFill>
                  <a:schemeClr val="bg1"/>
                </a:solidFill>
                <a:round/>
                <a:headEnd/>
                <a:tailEnd/>
              </a:ln>
            </p:spPr>
            <p:txBody>
              <a:bodyPr/>
              <a:lstStyle/>
              <a:p>
                <a:endParaRPr lang="en-US"/>
              </a:p>
            </p:txBody>
          </p:sp>
          <p:sp>
            <p:nvSpPr>
              <p:cNvPr id="104283" name="Oval 479">
                <a:extLst>
                  <a:ext uri="{FF2B5EF4-FFF2-40B4-BE49-F238E27FC236}">
                    <a16:creationId xmlns:a16="http://schemas.microsoft.com/office/drawing/2014/main" id="{45A63F16-714F-1740-2D84-9CC9849E4129}"/>
                  </a:ext>
                </a:extLst>
              </p:cNvPr>
              <p:cNvSpPr>
                <a:spLocks noChangeArrowheads="1"/>
              </p:cNvSpPr>
              <p:nvPr/>
            </p:nvSpPr>
            <p:spPr bwMode="auto">
              <a:xfrm>
                <a:off x="2367" y="3575"/>
                <a:ext cx="32" cy="32"/>
              </a:xfrm>
              <a:prstGeom prst="ellipse">
                <a:avLst/>
              </a:prstGeom>
              <a:grpFill/>
              <a:ln w="9525">
                <a:solidFill>
                  <a:schemeClr val="bg1"/>
                </a:solidFill>
                <a:round/>
                <a:headEnd/>
                <a:tailEnd/>
              </a:ln>
            </p:spPr>
            <p:txBody>
              <a:bodyPr/>
              <a:lstStyle/>
              <a:p>
                <a:endParaRPr lang="en-US"/>
              </a:p>
            </p:txBody>
          </p:sp>
          <p:sp>
            <p:nvSpPr>
              <p:cNvPr id="104284" name="Oval 480">
                <a:extLst>
                  <a:ext uri="{FF2B5EF4-FFF2-40B4-BE49-F238E27FC236}">
                    <a16:creationId xmlns:a16="http://schemas.microsoft.com/office/drawing/2014/main" id="{2249FFDF-B8E7-7460-3144-313FFD9C13D1}"/>
                  </a:ext>
                </a:extLst>
              </p:cNvPr>
              <p:cNvSpPr>
                <a:spLocks noChangeArrowheads="1"/>
              </p:cNvSpPr>
              <p:nvPr/>
            </p:nvSpPr>
            <p:spPr bwMode="auto">
              <a:xfrm>
                <a:off x="2367" y="3575"/>
                <a:ext cx="32" cy="32"/>
              </a:xfrm>
              <a:prstGeom prst="ellipse">
                <a:avLst/>
              </a:prstGeom>
              <a:grpFill/>
              <a:ln w="25400">
                <a:solidFill>
                  <a:schemeClr val="bg1"/>
                </a:solidFill>
                <a:round/>
                <a:headEnd/>
                <a:tailEnd/>
              </a:ln>
            </p:spPr>
            <p:txBody>
              <a:bodyPr/>
              <a:lstStyle/>
              <a:p>
                <a:endParaRPr lang="en-US"/>
              </a:p>
            </p:txBody>
          </p:sp>
        </p:grpSp>
        <p:grpSp>
          <p:nvGrpSpPr>
            <p:cNvPr id="103537" name="Group 481">
              <a:extLst>
                <a:ext uri="{FF2B5EF4-FFF2-40B4-BE49-F238E27FC236}">
                  <a16:creationId xmlns:a16="http://schemas.microsoft.com/office/drawing/2014/main" id="{C5A23BC9-D778-04E4-9B16-18F9068B03D2}"/>
                </a:ext>
              </a:extLst>
            </p:cNvPr>
            <p:cNvGrpSpPr>
              <a:grpSpLocks/>
            </p:cNvGrpSpPr>
            <p:nvPr/>
          </p:nvGrpSpPr>
          <p:grpSpPr bwMode="auto">
            <a:xfrm>
              <a:off x="2822" y="3272"/>
              <a:ext cx="40" cy="335"/>
              <a:chOff x="2822" y="3272"/>
              <a:chExt cx="40" cy="335"/>
            </a:xfrm>
            <a:grpFill/>
          </p:grpSpPr>
          <p:sp>
            <p:nvSpPr>
              <p:cNvPr id="104277" name="Oval 482">
                <a:extLst>
                  <a:ext uri="{FF2B5EF4-FFF2-40B4-BE49-F238E27FC236}">
                    <a16:creationId xmlns:a16="http://schemas.microsoft.com/office/drawing/2014/main" id="{819F73CA-8984-5C5E-4789-92F03720A9CC}"/>
                  </a:ext>
                </a:extLst>
              </p:cNvPr>
              <p:cNvSpPr>
                <a:spLocks noChangeArrowheads="1"/>
              </p:cNvSpPr>
              <p:nvPr/>
            </p:nvSpPr>
            <p:spPr bwMode="auto">
              <a:xfrm>
                <a:off x="2822" y="3272"/>
                <a:ext cx="40" cy="32"/>
              </a:xfrm>
              <a:prstGeom prst="ellipse">
                <a:avLst/>
              </a:prstGeom>
              <a:grpFill/>
              <a:ln w="9525">
                <a:solidFill>
                  <a:schemeClr val="bg1"/>
                </a:solidFill>
                <a:round/>
                <a:headEnd/>
                <a:tailEnd/>
              </a:ln>
            </p:spPr>
            <p:txBody>
              <a:bodyPr/>
              <a:lstStyle/>
              <a:p>
                <a:endParaRPr lang="en-US"/>
              </a:p>
            </p:txBody>
          </p:sp>
          <p:sp>
            <p:nvSpPr>
              <p:cNvPr id="104278" name="Oval 483">
                <a:extLst>
                  <a:ext uri="{FF2B5EF4-FFF2-40B4-BE49-F238E27FC236}">
                    <a16:creationId xmlns:a16="http://schemas.microsoft.com/office/drawing/2014/main" id="{3FF2370A-CD08-60CE-AE9F-AF11679B7E61}"/>
                  </a:ext>
                </a:extLst>
              </p:cNvPr>
              <p:cNvSpPr>
                <a:spLocks noChangeArrowheads="1"/>
              </p:cNvSpPr>
              <p:nvPr/>
            </p:nvSpPr>
            <p:spPr bwMode="auto">
              <a:xfrm>
                <a:off x="2822" y="3272"/>
                <a:ext cx="40" cy="32"/>
              </a:xfrm>
              <a:prstGeom prst="ellipse">
                <a:avLst/>
              </a:prstGeom>
              <a:grpFill/>
              <a:ln w="25400">
                <a:solidFill>
                  <a:schemeClr val="bg1"/>
                </a:solidFill>
                <a:round/>
                <a:headEnd/>
                <a:tailEnd/>
              </a:ln>
            </p:spPr>
            <p:txBody>
              <a:bodyPr/>
              <a:lstStyle/>
              <a:p>
                <a:endParaRPr lang="en-US"/>
              </a:p>
            </p:txBody>
          </p:sp>
          <p:sp>
            <p:nvSpPr>
              <p:cNvPr id="104279" name="Oval 484">
                <a:extLst>
                  <a:ext uri="{FF2B5EF4-FFF2-40B4-BE49-F238E27FC236}">
                    <a16:creationId xmlns:a16="http://schemas.microsoft.com/office/drawing/2014/main" id="{9EAD6BDD-E101-BDEB-9496-2D842153CC42}"/>
                  </a:ext>
                </a:extLst>
              </p:cNvPr>
              <p:cNvSpPr>
                <a:spLocks noChangeArrowheads="1"/>
              </p:cNvSpPr>
              <p:nvPr/>
            </p:nvSpPr>
            <p:spPr bwMode="auto">
              <a:xfrm>
                <a:off x="2822" y="3575"/>
                <a:ext cx="40" cy="32"/>
              </a:xfrm>
              <a:prstGeom prst="ellipse">
                <a:avLst/>
              </a:prstGeom>
              <a:grpFill/>
              <a:ln w="9525">
                <a:solidFill>
                  <a:schemeClr val="bg1"/>
                </a:solidFill>
                <a:round/>
                <a:headEnd/>
                <a:tailEnd/>
              </a:ln>
            </p:spPr>
            <p:txBody>
              <a:bodyPr/>
              <a:lstStyle/>
              <a:p>
                <a:endParaRPr lang="en-US"/>
              </a:p>
            </p:txBody>
          </p:sp>
          <p:sp>
            <p:nvSpPr>
              <p:cNvPr id="104280" name="Oval 485">
                <a:extLst>
                  <a:ext uri="{FF2B5EF4-FFF2-40B4-BE49-F238E27FC236}">
                    <a16:creationId xmlns:a16="http://schemas.microsoft.com/office/drawing/2014/main" id="{8E8B3B26-C3BF-3111-34B4-09B8F27C8602}"/>
                  </a:ext>
                </a:extLst>
              </p:cNvPr>
              <p:cNvSpPr>
                <a:spLocks noChangeArrowheads="1"/>
              </p:cNvSpPr>
              <p:nvPr/>
            </p:nvSpPr>
            <p:spPr bwMode="auto">
              <a:xfrm>
                <a:off x="2822" y="3575"/>
                <a:ext cx="40" cy="32"/>
              </a:xfrm>
              <a:prstGeom prst="ellipse">
                <a:avLst/>
              </a:prstGeom>
              <a:grpFill/>
              <a:ln w="25400">
                <a:solidFill>
                  <a:schemeClr val="bg1"/>
                </a:solidFill>
                <a:round/>
                <a:headEnd/>
                <a:tailEnd/>
              </a:ln>
            </p:spPr>
            <p:txBody>
              <a:bodyPr/>
              <a:lstStyle/>
              <a:p>
                <a:endParaRPr lang="en-US"/>
              </a:p>
            </p:txBody>
          </p:sp>
        </p:grpSp>
        <p:grpSp>
          <p:nvGrpSpPr>
            <p:cNvPr id="103538" name="Group 486">
              <a:extLst>
                <a:ext uri="{FF2B5EF4-FFF2-40B4-BE49-F238E27FC236}">
                  <a16:creationId xmlns:a16="http://schemas.microsoft.com/office/drawing/2014/main" id="{A56A9F5B-D8A3-8358-3348-9286C5A7A7D0}"/>
                </a:ext>
              </a:extLst>
            </p:cNvPr>
            <p:cNvGrpSpPr>
              <a:grpSpLocks/>
            </p:cNvGrpSpPr>
            <p:nvPr/>
          </p:nvGrpSpPr>
          <p:grpSpPr bwMode="auto">
            <a:xfrm>
              <a:off x="2415" y="2650"/>
              <a:ext cx="415" cy="56"/>
              <a:chOff x="2415" y="2650"/>
              <a:chExt cx="415" cy="56"/>
            </a:xfrm>
            <a:grpFill/>
          </p:grpSpPr>
          <p:sp>
            <p:nvSpPr>
              <p:cNvPr id="104269" name="Freeform 487">
                <a:extLst>
                  <a:ext uri="{FF2B5EF4-FFF2-40B4-BE49-F238E27FC236}">
                    <a16:creationId xmlns:a16="http://schemas.microsoft.com/office/drawing/2014/main" id="{3819FE07-E633-FEF3-71EA-C4627C3CC5FD}"/>
                  </a:ext>
                </a:extLst>
              </p:cNvPr>
              <p:cNvSpPr>
                <a:spLocks/>
              </p:cNvSpPr>
              <p:nvPr/>
            </p:nvSpPr>
            <p:spPr bwMode="auto">
              <a:xfrm>
                <a:off x="2718" y="2650"/>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solidFill>
                <a:round/>
                <a:headEnd/>
                <a:tailEnd/>
              </a:ln>
            </p:spPr>
            <p:txBody>
              <a:bodyPr/>
              <a:lstStyle/>
              <a:p>
                <a:endParaRPr lang="en-US"/>
              </a:p>
            </p:txBody>
          </p:sp>
          <p:grpSp>
            <p:nvGrpSpPr>
              <p:cNvPr id="104270" name="Group 488">
                <a:extLst>
                  <a:ext uri="{FF2B5EF4-FFF2-40B4-BE49-F238E27FC236}">
                    <a16:creationId xmlns:a16="http://schemas.microsoft.com/office/drawing/2014/main" id="{6CCEDDFC-FB02-BBBF-61B3-5B905F6585EB}"/>
                  </a:ext>
                </a:extLst>
              </p:cNvPr>
              <p:cNvGrpSpPr>
                <a:grpSpLocks/>
              </p:cNvGrpSpPr>
              <p:nvPr/>
            </p:nvGrpSpPr>
            <p:grpSpPr bwMode="auto">
              <a:xfrm>
                <a:off x="2415" y="2674"/>
                <a:ext cx="295" cy="1"/>
                <a:chOff x="2415" y="2674"/>
                <a:chExt cx="295" cy="1"/>
              </a:xfrm>
              <a:grpFill/>
            </p:grpSpPr>
            <p:sp>
              <p:nvSpPr>
                <p:cNvPr id="104271" name="Line 489">
                  <a:extLst>
                    <a:ext uri="{FF2B5EF4-FFF2-40B4-BE49-F238E27FC236}">
                      <a16:creationId xmlns:a16="http://schemas.microsoft.com/office/drawing/2014/main" id="{BE9C0853-8668-C70B-E841-E611BEFAB540}"/>
                    </a:ext>
                  </a:extLst>
                </p:cNvPr>
                <p:cNvSpPr>
                  <a:spLocks noChangeShapeType="1"/>
                </p:cNvSpPr>
                <p:nvPr/>
              </p:nvSpPr>
              <p:spPr bwMode="auto">
                <a:xfrm>
                  <a:off x="2415" y="2674"/>
                  <a:ext cx="24" cy="1"/>
                </a:xfrm>
                <a:prstGeom prst="line">
                  <a:avLst/>
                </a:prstGeom>
                <a:grpFill/>
                <a:ln w="12700">
                  <a:solidFill>
                    <a:schemeClr val="bg1"/>
                  </a:solidFill>
                  <a:round/>
                  <a:headEnd/>
                  <a:tailEnd/>
                </a:ln>
              </p:spPr>
              <p:txBody>
                <a:bodyPr/>
                <a:lstStyle/>
                <a:p>
                  <a:endParaRPr lang="en-US"/>
                </a:p>
              </p:txBody>
            </p:sp>
            <p:sp>
              <p:nvSpPr>
                <p:cNvPr id="104272" name="Line 490">
                  <a:extLst>
                    <a:ext uri="{FF2B5EF4-FFF2-40B4-BE49-F238E27FC236}">
                      <a16:creationId xmlns:a16="http://schemas.microsoft.com/office/drawing/2014/main" id="{A050C7E8-1D32-9A58-28F2-6916C93D859B}"/>
                    </a:ext>
                  </a:extLst>
                </p:cNvPr>
                <p:cNvSpPr>
                  <a:spLocks noChangeShapeType="1"/>
                </p:cNvSpPr>
                <p:nvPr/>
              </p:nvSpPr>
              <p:spPr bwMode="auto">
                <a:xfrm>
                  <a:off x="2471" y="2674"/>
                  <a:ext cx="24" cy="1"/>
                </a:xfrm>
                <a:prstGeom prst="line">
                  <a:avLst/>
                </a:prstGeom>
                <a:grpFill/>
                <a:ln w="12700">
                  <a:solidFill>
                    <a:schemeClr val="bg1"/>
                  </a:solidFill>
                  <a:round/>
                  <a:headEnd/>
                  <a:tailEnd/>
                </a:ln>
              </p:spPr>
              <p:txBody>
                <a:bodyPr/>
                <a:lstStyle/>
                <a:p>
                  <a:endParaRPr lang="en-US"/>
                </a:p>
              </p:txBody>
            </p:sp>
            <p:sp>
              <p:nvSpPr>
                <p:cNvPr id="104273" name="Line 491">
                  <a:extLst>
                    <a:ext uri="{FF2B5EF4-FFF2-40B4-BE49-F238E27FC236}">
                      <a16:creationId xmlns:a16="http://schemas.microsoft.com/office/drawing/2014/main" id="{546A165D-BEAF-E443-D9A2-CE9BF373A11F}"/>
                    </a:ext>
                  </a:extLst>
                </p:cNvPr>
                <p:cNvSpPr>
                  <a:spLocks noChangeShapeType="1"/>
                </p:cNvSpPr>
                <p:nvPr/>
              </p:nvSpPr>
              <p:spPr bwMode="auto">
                <a:xfrm>
                  <a:off x="2526" y="2674"/>
                  <a:ext cx="24" cy="1"/>
                </a:xfrm>
                <a:prstGeom prst="line">
                  <a:avLst/>
                </a:prstGeom>
                <a:grpFill/>
                <a:ln w="12700">
                  <a:solidFill>
                    <a:schemeClr val="bg1"/>
                  </a:solidFill>
                  <a:round/>
                  <a:headEnd/>
                  <a:tailEnd/>
                </a:ln>
              </p:spPr>
              <p:txBody>
                <a:bodyPr/>
                <a:lstStyle/>
                <a:p>
                  <a:endParaRPr lang="en-US"/>
                </a:p>
              </p:txBody>
            </p:sp>
            <p:sp>
              <p:nvSpPr>
                <p:cNvPr id="104274" name="Line 492">
                  <a:extLst>
                    <a:ext uri="{FF2B5EF4-FFF2-40B4-BE49-F238E27FC236}">
                      <a16:creationId xmlns:a16="http://schemas.microsoft.com/office/drawing/2014/main" id="{697C45AC-66F7-89A1-94E5-D02BEE4535AE}"/>
                    </a:ext>
                  </a:extLst>
                </p:cNvPr>
                <p:cNvSpPr>
                  <a:spLocks noChangeShapeType="1"/>
                </p:cNvSpPr>
                <p:nvPr/>
              </p:nvSpPr>
              <p:spPr bwMode="auto">
                <a:xfrm>
                  <a:off x="2582" y="2674"/>
                  <a:ext cx="24" cy="1"/>
                </a:xfrm>
                <a:prstGeom prst="line">
                  <a:avLst/>
                </a:prstGeom>
                <a:grpFill/>
                <a:ln w="12700">
                  <a:solidFill>
                    <a:schemeClr val="bg1"/>
                  </a:solidFill>
                  <a:round/>
                  <a:headEnd/>
                  <a:tailEnd/>
                </a:ln>
              </p:spPr>
              <p:txBody>
                <a:bodyPr/>
                <a:lstStyle/>
                <a:p>
                  <a:endParaRPr lang="en-US"/>
                </a:p>
              </p:txBody>
            </p:sp>
            <p:sp>
              <p:nvSpPr>
                <p:cNvPr id="104275" name="Line 493">
                  <a:extLst>
                    <a:ext uri="{FF2B5EF4-FFF2-40B4-BE49-F238E27FC236}">
                      <a16:creationId xmlns:a16="http://schemas.microsoft.com/office/drawing/2014/main" id="{C86C9FEB-CADC-1ADB-8546-C953B1B310AB}"/>
                    </a:ext>
                  </a:extLst>
                </p:cNvPr>
                <p:cNvSpPr>
                  <a:spLocks noChangeShapeType="1"/>
                </p:cNvSpPr>
                <p:nvPr/>
              </p:nvSpPr>
              <p:spPr bwMode="auto">
                <a:xfrm>
                  <a:off x="2638" y="2674"/>
                  <a:ext cx="24" cy="1"/>
                </a:xfrm>
                <a:prstGeom prst="line">
                  <a:avLst/>
                </a:prstGeom>
                <a:grpFill/>
                <a:ln w="12700">
                  <a:solidFill>
                    <a:schemeClr val="bg1"/>
                  </a:solidFill>
                  <a:round/>
                  <a:headEnd/>
                  <a:tailEnd/>
                </a:ln>
              </p:spPr>
              <p:txBody>
                <a:bodyPr/>
                <a:lstStyle/>
                <a:p>
                  <a:endParaRPr lang="en-US"/>
                </a:p>
              </p:txBody>
            </p:sp>
            <p:sp>
              <p:nvSpPr>
                <p:cNvPr id="104276" name="Line 494">
                  <a:extLst>
                    <a:ext uri="{FF2B5EF4-FFF2-40B4-BE49-F238E27FC236}">
                      <a16:creationId xmlns:a16="http://schemas.microsoft.com/office/drawing/2014/main" id="{106F66C0-A2FF-F19D-01DC-4DC874A5D4FF}"/>
                    </a:ext>
                  </a:extLst>
                </p:cNvPr>
                <p:cNvSpPr>
                  <a:spLocks noChangeShapeType="1"/>
                </p:cNvSpPr>
                <p:nvPr/>
              </p:nvSpPr>
              <p:spPr bwMode="auto">
                <a:xfrm>
                  <a:off x="2694" y="2674"/>
                  <a:ext cx="16" cy="1"/>
                </a:xfrm>
                <a:prstGeom prst="line">
                  <a:avLst/>
                </a:prstGeom>
                <a:grpFill/>
                <a:ln w="12700">
                  <a:solidFill>
                    <a:schemeClr val="bg1"/>
                  </a:solidFill>
                  <a:round/>
                  <a:headEnd/>
                  <a:tailEnd/>
                </a:ln>
              </p:spPr>
              <p:txBody>
                <a:bodyPr/>
                <a:lstStyle/>
                <a:p>
                  <a:endParaRPr lang="en-US"/>
                </a:p>
              </p:txBody>
            </p:sp>
          </p:grpSp>
        </p:grpSp>
        <p:grpSp>
          <p:nvGrpSpPr>
            <p:cNvPr id="103539" name="Group 495">
              <a:extLst>
                <a:ext uri="{FF2B5EF4-FFF2-40B4-BE49-F238E27FC236}">
                  <a16:creationId xmlns:a16="http://schemas.microsoft.com/office/drawing/2014/main" id="{88814552-59C2-7224-7EDA-64300D06DFB7}"/>
                </a:ext>
              </a:extLst>
            </p:cNvPr>
            <p:cNvGrpSpPr>
              <a:grpSpLocks/>
            </p:cNvGrpSpPr>
            <p:nvPr/>
          </p:nvGrpSpPr>
          <p:grpSpPr bwMode="auto">
            <a:xfrm>
              <a:off x="2415" y="1733"/>
              <a:ext cx="415" cy="56"/>
              <a:chOff x="2415" y="1733"/>
              <a:chExt cx="415" cy="56"/>
            </a:xfrm>
            <a:grpFill/>
          </p:grpSpPr>
          <p:sp>
            <p:nvSpPr>
              <p:cNvPr id="104261" name="Freeform 496">
                <a:extLst>
                  <a:ext uri="{FF2B5EF4-FFF2-40B4-BE49-F238E27FC236}">
                    <a16:creationId xmlns:a16="http://schemas.microsoft.com/office/drawing/2014/main" id="{63D5B68C-E7BC-E750-1989-3B4775ECEE5C}"/>
                  </a:ext>
                </a:extLst>
              </p:cNvPr>
              <p:cNvSpPr>
                <a:spLocks/>
              </p:cNvSpPr>
              <p:nvPr/>
            </p:nvSpPr>
            <p:spPr bwMode="auto">
              <a:xfrm>
                <a:off x="2718" y="1733"/>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solidFill>
                <a:round/>
                <a:headEnd/>
                <a:tailEnd/>
              </a:ln>
            </p:spPr>
            <p:txBody>
              <a:bodyPr/>
              <a:lstStyle/>
              <a:p>
                <a:endParaRPr lang="en-US"/>
              </a:p>
            </p:txBody>
          </p:sp>
          <p:grpSp>
            <p:nvGrpSpPr>
              <p:cNvPr id="104262" name="Group 497">
                <a:extLst>
                  <a:ext uri="{FF2B5EF4-FFF2-40B4-BE49-F238E27FC236}">
                    <a16:creationId xmlns:a16="http://schemas.microsoft.com/office/drawing/2014/main" id="{05224491-9D4D-6F11-1CA2-ECA2F4DACA39}"/>
                  </a:ext>
                </a:extLst>
              </p:cNvPr>
              <p:cNvGrpSpPr>
                <a:grpSpLocks/>
              </p:cNvGrpSpPr>
              <p:nvPr/>
            </p:nvGrpSpPr>
            <p:grpSpPr bwMode="auto">
              <a:xfrm>
                <a:off x="2415" y="1757"/>
                <a:ext cx="295" cy="1"/>
                <a:chOff x="2415" y="1757"/>
                <a:chExt cx="295" cy="1"/>
              </a:xfrm>
              <a:grpFill/>
            </p:grpSpPr>
            <p:sp>
              <p:nvSpPr>
                <p:cNvPr id="104263" name="Line 498">
                  <a:extLst>
                    <a:ext uri="{FF2B5EF4-FFF2-40B4-BE49-F238E27FC236}">
                      <a16:creationId xmlns:a16="http://schemas.microsoft.com/office/drawing/2014/main" id="{42B87BBD-D714-257F-3DA3-39F4619DA964}"/>
                    </a:ext>
                  </a:extLst>
                </p:cNvPr>
                <p:cNvSpPr>
                  <a:spLocks noChangeShapeType="1"/>
                </p:cNvSpPr>
                <p:nvPr/>
              </p:nvSpPr>
              <p:spPr bwMode="auto">
                <a:xfrm>
                  <a:off x="2415" y="1757"/>
                  <a:ext cx="24" cy="1"/>
                </a:xfrm>
                <a:prstGeom prst="line">
                  <a:avLst/>
                </a:prstGeom>
                <a:grpFill/>
                <a:ln w="12700">
                  <a:solidFill>
                    <a:schemeClr val="bg1"/>
                  </a:solidFill>
                  <a:round/>
                  <a:headEnd/>
                  <a:tailEnd/>
                </a:ln>
              </p:spPr>
              <p:txBody>
                <a:bodyPr/>
                <a:lstStyle/>
                <a:p>
                  <a:endParaRPr lang="en-US"/>
                </a:p>
              </p:txBody>
            </p:sp>
            <p:sp>
              <p:nvSpPr>
                <p:cNvPr id="104264" name="Line 499">
                  <a:extLst>
                    <a:ext uri="{FF2B5EF4-FFF2-40B4-BE49-F238E27FC236}">
                      <a16:creationId xmlns:a16="http://schemas.microsoft.com/office/drawing/2014/main" id="{F2DE416C-5CFE-48E0-B065-06CF03E04EBA}"/>
                    </a:ext>
                  </a:extLst>
                </p:cNvPr>
                <p:cNvSpPr>
                  <a:spLocks noChangeShapeType="1"/>
                </p:cNvSpPr>
                <p:nvPr/>
              </p:nvSpPr>
              <p:spPr bwMode="auto">
                <a:xfrm>
                  <a:off x="2471" y="1757"/>
                  <a:ext cx="24" cy="1"/>
                </a:xfrm>
                <a:prstGeom prst="line">
                  <a:avLst/>
                </a:prstGeom>
                <a:grpFill/>
                <a:ln w="12700">
                  <a:solidFill>
                    <a:schemeClr val="bg1"/>
                  </a:solidFill>
                  <a:round/>
                  <a:headEnd/>
                  <a:tailEnd/>
                </a:ln>
              </p:spPr>
              <p:txBody>
                <a:bodyPr/>
                <a:lstStyle/>
                <a:p>
                  <a:endParaRPr lang="en-US"/>
                </a:p>
              </p:txBody>
            </p:sp>
            <p:sp>
              <p:nvSpPr>
                <p:cNvPr id="104265" name="Line 500">
                  <a:extLst>
                    <a:ext uri="{FF2B5EF4-FFF2-40B4-BE49-F238E27FC236}">
                      <a16:creationId xmlns:a16="http://schemas.microsoft.com/office/drawing/2014/main" id="{305206F3-00EA-CFAA-CD06-FA785A75D57A}"/>
                    </a:ext>
                  </a:extLst>
                </p:cNvPr>
                <p:cNvSpPr>
                  <a:spLocks noChangeShapeType="1"/>
                </p:cNvSpPr>
                <p:nvPr/>
              </p:nvSpPr>
              <p:spPr bwMode="auto">
                <a:xfrm>
                  <a:off x="2526" y="1757"/>
                  <a:ext cx="24" cy="1"/>
                </a:xfrm>
                <a:prstGeom prst="line">
                  <a:avLst/>
                </a:prstGeom>
                <a:grpFill/>
                <a:ln w="12700">
                  <a:solidFill>
                    <a:schemeClr val="bg1"/>
                  </a:solidFill>
                  <a:round/>
                  <a:headEnd/>
                  <a:tailEnd/>
                </a:ln>
              </p:spPr>
              <p:txBody>
                <a:bodyPr/>
                <a:lstStyle/>
                <a:p>
                  <a:endParaRPr lang="en-US"/>
                </a:p>
              </p:txBody>
            </p:sp>
            <p:sp>
              <p:nvSpPr>
                <p:cNvPr id="104266" name="Line 501">
                  <a:extLst>
                    <a:ext uri="{FF2B5EF4-FFF2-40B4-BE49-F238E27FC236}">
                      <a16:creationId xmlns:a16="http://schemas.microsoft.com/office/drawing/2014/main" id="{D310BB05-9A1A-A898-0F48-4B70E76D0DDE}"/>
                    </a:ext>
                  </a:extLst>
                </p:cNvPr>
                <p:cNvSpPr>
                  <a:spLocks noChangeShapeType="1"/>
                </p:cNvSpPr>
                <p:nvPr/>
              </p:nvSpPr>
              <p:spPr bwMode="auto">
                <a:xfrm>
                  <a:off x="2582" y="1757"/>
                  <a:ext cx="24" cy="1"/>
                </a:xfrm>
                <a:prstGeom prst="line">
                  <a:avLst/>
                </a:prstGeom>
                <a:grpFill/>
                <a:ln w="12700">
                  <a:solidFill>
                    <a:schemeClr val="bg1"/>
                  </a:solidFill>
                  <a:round/>
                  <a:headEnd/>
                  <a:tailEnd/>
                </a:ln>
              </p:spPr>
              <p:txBody>
                <a:bodyPr/>
                <a:lstStyle/>
                <a:p>
                  <a:endParaRPr lang="en-US"/>
                </a:p>
              </p:txBody>
            </p:sp>
            <p:sp>
              <p:nvSpPr>
                <p:cNvPr id="104267" name="Line 502">
                  <a:extLst>
                    <a:ext uri="{FF2B5EF4-FFF2-40B4-BE49-F238E27FC236}">
                      <a16:creationId xmlns:a16="http://schemas.microsoft.com/office/drawing/2014/main" id="{34161255-67B3-69FF-68DA-FA17672305C3}"/>
                    </a:ext>
                  </a:extLst>
                </p:cNvPr>
                <p:cNvSpPr>
                  <a:spLocks noChangeShapeType="1"/>
                </p:cNvSpPr>
                <p:nvPr/>
              </p:nvSpPr>
              <p:spPr bwMode="auto">
                <a:xfrm>
                  <a:off x="2638" y="1757"/>
                  <a:ext cx="24" cy="1"/>
                </a:xfrm>
                <a:prstGeom prst="line">
                  <a:avLst/>
                </a:prstGeom>
                <a:grpFill/>
                <a:ln w="12700">
                  <a:solidFill>
                    <a:schemeClr val="bg1"/>
                  </a:solidFill>
                  <a:round/>
                  <a:headEnd/>
                  <a:tailEnd/>
                </a:ln>
              </p:spPr>
              <p:txBody>
                <a:bodyPr/>
                <a:lstStyle/>
                <a:p>
                  <a:endParaRPr lang="en-US"/>
                </a:p>
              </p:txBody>
            </p:sp>
            <p:sp>
              <p:nvSpPr>
                <p:cNvPr id="104268" name="Line 503">
                  <a:extLst>
                    <a:ext uri="{FF2B5EF4-FFF2-40B4-BE49-F238E27FC236}">
                      <a16:creationId xmlns:a16="http://schemas.microsoft.com/office/drawing/2014/main" id="{F10B6EDD-0A03-2BCD-FA6E-78ECEDE9EAE3}"/>
                    </a:ext>
                  </a:extLst>
                </p:cNvPr>
                <p:cNvSpPr>
                  <a:spLocks noChangeShapeType="1"/>
                </p:cNvSpPr>
                <p:nvPr/>
              </p:nvSpPr>
              <p:spPr bwMode="auto">
                <a:xfrm>
                  <a:off x="2694" y="1757"/>
                  <a:ext cx="16" cy="1"/>
                </a:xfrm>
                <a:prstGeom prst="line">
                  <a:avLst/>
                </a:prstGeom>
                <a:grpFill/>
                <a:ln w="12700">
                  <a:solidFill>
                    <a:schemeClr val="bg1"/>
                  </a:solidFill>
                  <a:round/>
                  <a:headEnd/>
                  <a:tailEnd/>
                </a:ln>
              </p:spPr>
              <p:txBody>
                <a:bodyPr/>
                <a:lstStyle/>
                <a:p>
                  <a:endParaRPr lang="en-US"/>
                </a:p>
              </p:txBody>
            </p:sp>
          </p:grpSp>
        </p:grpSp>
        <p:grpSp>
          <p:nvGrpSpPr>
            <p:cNvPr id="103540" name="Group 504">
              <a:extLst>
                <a:ext uri="{FF2B5EF4-FFF2-40B4-BE49-F238E27FC236}">
                  <a16:creationId xmlns:a16="http://schemas.microsoft.com/office/drawing/2014/main" id="{3E458B72-3AC3-2FEA-9474-D871D19B8132}"/>
                </a:ext>
              </a:extLst>
            </p:cNvPr>
            <p:cNvGrpSpPr>
              <a:grpSpLocks/>
            </p:cNvGrpSpPr>
            <p:nvPr/>
          </p:nvGrpSpPr>
          <p:grpSpPr bwMode="auto">
            <a:xfrm>
              <a:off x="1489" y="3264"/>
              <a:ext cx="423" cy="56"/>
              <a:chOff x="1489" y="3264"/>
              <a:chExt cx="423" cy="56"/>
            </a:xfrm>
            <a:grpFill/>
          </p:grpSpPr>
          <p:sp>
            <p:nvSpPr>
              <p:cNvPr id="104253" name="Freeform 505">
                <a:extLst>
                  <a:ext uri="{FF2B5EF4-FFF2-40B4-BE49-F238E27FC236}">
                    <a16:creationId xmlns:a16="http://schemas.microsoft.com/office/drawing/2014/main" id="{B1585B20-75DE-3C30-10B2-637D7C20078A}"/>
                  </a:ext>
                </a:extLst>
              </p:cNvPr>
              <p:cNvSpPr>
                <a:spLocks/>
              </p:cNvSpPr>
              <p:nvPr/>
            </p:nvSpPr>
            <p:spPr bwMode="auto">
              <a:xfrm>
                <a:off x="1792" y="3264"/>
                <a:ext cx="120" cy="56"/>
              </a:xfrm>
              <a:custGeom>
                <a:avLst/>
                <a:gdLst>
                  <a:gd name="T0" fmla="*/ 120 w 120"/>
                  <a:gd name="T1" fmla="*/ 24 h 56"/>
                  <a:gd name="T2" fmla="*/ 0 w 120"/>
                  <a:gd name="T3" fmla="*/ 56 h 56"/>
                  <a:gd name="T4" fmla="*/ 0 w 120"/>
                  <a:gd name="T5" fmla="*/ 24 h 56"/>
                  <a:gd name="T6" fmla="*/ 0 w 120"/>
                  <a:gd name="T7" fmla="*/ 0 h 56"/>
                  <a:gd name="T8" fmla="*/ 120 w 120"/>
                  <a:gd name="T9" fmla="*/ 24 h 56"/>
                  <a:gd name="T10" fmla="*/ 0 60000 65536"/>
                  <a:gd name="T11" fmla="*/ 0 60000 65536"/>
                  <a:gd name="T12" fmla="*/ 0 60000 65536"/>
                  <a:gd name="T13" fmla="*/ 0 60000 65536"/>
                  <a:gd name="T14" fmla="*/ 0 60000 65536"/>
                  <a:gd name="T15" fmla="*/ 0 w 120"/>
                  <a:gd name="T16" fmla="*/ 0 h 56"/>
                  <a:gd name="T17" fmla="*/ 120 w 120"/>
                  <a:gd name="T18" fmla="*/ 56 h 56"/>
                </a:gdLst>
                <a:ahLst/>
                <a:cxnLst>
                  <a:cxn ang="T10">
                    <a:pos x="T0" y="T1"/>
                  </a:cxn>
                  <a:cxn ang="T11">
                    <a:pos x="T2" y="T3"/>
                  </a:cxn>
                  <a:cxn ang="T12">
                    <a:pos x="T4" y="T5"/>
                  </a:cxn>
                  <a:cxn ang="T13">
                    <a:pos x="T6" y="T7"/>
                  </a:cxn>
                  <a:cxn ang="T14">
                    <a:pos x="T8" y="T9"/>
                  </a:cxn>
                </a:cxnLst>
                <a:rect l="T15" t="T16" r="T17" b="T18"/>
                <a:pathLst>
                  <a:path w="120" h="56">
                    <a:moveTo>
                      <a:pt x="120" y="24"/>
                    </a:moveTo>
                    <a:lnTo>
                      <a:pt x="0" y="56"/>
                    </a:lnTo>
                    <a:lnTo>
                      <a:pt x="0" y="24"/>
                    </a:lnTo>
                    <a:lnTo>
                      <a:pt x="0" y="0"/>
                    </a:lnTo>
                    <a:lnTo>
                      <a:pt x="120" y="24"/>
                    </a:lnTo>
                    <a:close/>
                  </a:path>
                </a:pathLst>
              </a:custGeom>
              <a:grpFill/>
              <a:ln w="9525">
                <a:solidFill>
                  <a:schemeClr val="bg1"/>
                </a:solidFill>
                <a:round/>
                <a:headEnd/>
                <a:tailEnd/>
              </a:ln>
            </p:spPr>
            <p:txBody>
              <a:bodyPr/>
              <a:lstStyle/>
              <a:p>
                <a:endParaRPr lang="en-US"/>
              </a:p>
            </p:txBody>
          </p:sp>
          <p:grpSp>
            <p:nvGrpSpPr>
              <p:cNvPr id="104254" name="Group 506">
                <a:extLst>
                  <a:ext uri="{FF2B5EF4-FFF2-40B4-BE49-F238E27FC236}">
                    <a16:creationId xmlns:a16="http://schemas.microsoft.com/office/drawing/2014/main" id="{C5802C32-F27C-1CD2-2F5F-77A7D03EB1AB}"/>
                  </a:ext>
                </a:extLst>
              </p:cNvPr>
              <p:cNvGrpSpPr>
                <a:grpSpLocks/>
              </p:cNvGrpSpPr>
              <p:nvPr/>
            </p:nvGrpSpPr>
            <p:grpSpPr bwMode="auto">
              <a:xfrm>
                <a:off x="1489" y="3288"/>
                <a:ext cx="295" cy="1"/>
                <a:chOff x="1489" y="3288"/>
                <a:chExt cx="295" cy="1"/>
              </a:xfrm>
              <a:grpFill/>
            </p:grpSpPr>
            <p:sp>
              <p:nvSpPr>
                <p:cNvPr id="104255" name="Line 507">
                  <a:extLst>
                    <a:ext uri="{FF2B5EF4-FFF2-40B4-BE49-F238E27FC236}">
                      <a16:creationId xmlns:a16="http://schemas.microsoft.com/office/drawing/2014/main" id="{C1127B82-E0C7-2CB1-A45D-0B372D74A2A2}"/>
                    </a:ext>
                  </a:extLst>
                </p:cNvPr>
                <p:cNvSpPr>
                  <a:spLocks noChangeShapeType="1"/>
                </p:cNvSpPr>
                <p:nvPr/>
              </p:nvSpPr>
              <p:spPr bwMode="auto">
                <a:xfrm>
                  <a:off x="1489" y="3288"/>
                  <a:ext cx="24" cy="1"/>
                </a:xfrm>
                <a:prstGeom prst="line">
                  <a:avLst/>
                </a:prstGeom>
                <a:grpFill/>
                <a:ln w="12700">
                  <a:solidFill>
                    <a:schemeClr val="bg1"/>
                  </a:solidFill>
                  <a:round/>
                  <a:headEnd/>
                  <a:tailEnd/>
                </a:ln>
              </p:spPr>
              <p:txBody>
                <a:bodyPr/>
                <a:lstStyle/>
                <a:p>
                  <a:endParaRPr lang="en-US"/>
                </a:p>
              </p:txBody>
            </p:sp>
            <p:sp>
              <p:nvSpPr>
                <p:cNvPr id="104256" name="Line 508">
                  <a:extLst>
                    <a:ext uri="{FF2B5EF4-FFF2-40B4-BE49-F238E27FC236}">
                      <a16:creationId xmlns:a16="http://schemas.microsoft.com/office/drawing/2014/main" id="{2EA03C93-4A59-C175-9E5D-D6C90809CEFB}"/>
                    </a:ext>
                  </a:extLst>
                </p:cNvPr>
                <p:cNvSpPr>
                  <a:spLocks noChangeShapeType="1"/>
                </p:cNvSpPr>
                <p:nvPr/>
              </p:nvSpPr>
              <p:spPr bwMode="auto">
                <a:xfrm>
                  <a:off x="1544" y="3288"/>
                  <a:ext cx="24" cy="1"/>
                </a:xfrm>
                <a:prstGeom prst="line">
                  <a:avLst/>
                </a:prstGeom>
                <a:grpFill/>
                <a:ln w="12700">
                  <a:solidFill>
                    <a:schemeClr val="bg1"/>
                  </a:solidFill>
                  <a:round/>
                  <a:headEnd/>
                  <a:tailEnd/>
                </a:ln>
              </p:spPr>
              <p:txBody>
                <a:bodyPr/>
                <a:lstStyle/>
                <a:p>
                  <a:endParaRPr lang="en-US"/>
                </a:p>
              </p:txBody>
            </p:sp>
            <p:sp>
              <p:nvSpPr>
                <p:cNvPr id="104257" name="Line 509">
                  <a:extLst>
                    <a:ext uri="{FF2B5EF4-FFF2-40B4-BE49-F238E27FC236}">
                      <a16:creationId xmlns:a16="http://schemas.microsoft.com/office/drawing/2014/main" id="{92F39B8A-94AD-95BF-B10E-F411E830AF78}"/>
                    </a:ext>
                  </a:extLst>
                </p:cNvPr>
                <p:cNvSpPr>
                  <a:spLocks noChangeShapeType="1"/>
                </p:cNvSpPr>
                <p:nvPr/>
              </p:nvSpPr>
              <p:spPr bwMode="auto">
                <a:xfrm>
                  <a:off x="1600" y="3288"/>
                  <a:ext cx="24" cy="1"/>
                </a:xfrm>
                <a:prstGeom prst="line">
                  <a:avLst/>
                </a:prstGeom>
                <a:grpFill/>
                <a:ln w="12700">
                  <a:solidFill>
                    <a:schemeClr val="bg1"/>
                  </a:solidFill>
                  <a:round/>
                  <a:headEnd/>
                  <a:tailEnd/>
                </a:ln>
              </p:spPr>
              <p:txBody>
                <a:bodyPr/>
                <a:lstStyle/>
                <a:p>
                  <a:endParaRPr lang="en-US"/>
                </a:p>
              </p:txBody>
            </p:sp>
            <p:sp>
              <p:nvSpPr>
                <p:cNvPr id="104258" name="Line 510">
                  <a:extLst>
                    <a:ext uri="{FF2B5EF4-FFF2-40B4-BE49-F238E27FC236}">
                      <a16:creationId xmlns:a16="http://schemas.microsoft.com/office/drawing/2014/main" id="{374CFF05-5E6B-2EDA-DCC0-3660D694F232}"/>
                    </a:ext>
                  </a:extLst>
                </p:cNvPr>
                <p:cNvSpPr>
                  <a:spLocks noChangeShapeType="1"/>
                </p:cNvSpPr>
                <p:nvPr/>
              </p:nvSpPr>
              <p:spPr bwMode="auto">
                <a:xfrm>
                  <a:off x="1656" y="3288"/>
                  <a:ext cx="24" cy="1"/>
                </a:xfrm>
                <a:prstGeom prst="line">
                  <a:avLst/>
                </a:prstGeom>
                <a:grpFill/>
                <a:ln w="12700">
                  <a:solidFill>
                    <a:schemeClr val="bg1"/>
                  </a:solidFill>
                  <a:round/>
                  <a:headEnd/>
                  <a:tailEnd/>
                </a:ln>
              </p:spPr>
              <p:txBody>
                <a:bodyPr/>
                <a:lstStyle/>
                <a:p>
                  <a:endParaRPr lang="en-US"/>
                </a:p>
              </p:txBody>
            </p:sp>
            <p:sp>
              <p:nvSpPr>
                <p:cNvPr id="104259" name="Line 511">
                  <a:extLst>
                    <a:ext uri="{FF2B5EF4-FFF2-40B4-BE49-F238E27FC236}">
                      <a16:creationId xmlns:a16="http://schemas.microsoft.com/office/drawing/2014/main" id="{187AAA8B-8EB3-0AC6-6560-AABAF41E074C}"/>
                    </a:ext>
                  </a:extLst>
                </p:cNvPr>
                <p:cNvSpPr>
                  <a:spLocks noChangeShapeType="1"/>
                </p:cNvSpPr>
                <p:nvPr/>
              </p:nvSpPr>
              <p:spPr bwMode="auto">
                <a:xfrm>
                  <a:off x="1712" y="3288"/>
                  <a:ext cx="24" cy="1"/>
                </a:xfrm>
                <a:prstGeom prst="line">
                  <a:avLst/>
                </a:prstGeom>
                <a:grpFill/>
                <a:ln w="12700">
                  <a:solidFill>
                    <a:schemeClr val="bg1"/>
                  </a:solidFill>
                  <a:round/>
                  <a:headEnd/>
                  <a:tailEnd/>
                </a:ln>
              </p:spPr>
              <p:txBody>
                <a:bodyPr/>
                <a:lstStyle/>
                <a:p>
                  <a:endParaRPr lang="en-US"/>
                </a:p>
              </p:txBody>
            </p:sp>
            <p:sp>
              <p:nvSpPr>
                <p:cNvPr id="104260" name="Line 512">
                  <a:extLst>
                    <a:ext uri="{FF2B5EF4-FFF2-40B4-BE49-F238E27FC236}">
                      <a16:creationId xmlns:a16="http://schemas.microsoft.com/office/drawing/2014/main" id="{78E76AA2-C45C-B868-191C-677F734017BA}"/>
                    </a:ext>
                  </a:extLst>
                </p:cNvPr>
                <p:cNvSpPr>
                  <a:spLocks noChangeShapeType="1"/>
                </p:cNvSpPr>
                <p:nvPr/>
              </p:nvSpPr>
              <p:spPr bwMode="auto">
                <a:xfrm>
                  <a:off x="1768" y="3288"/>
                  <a:ext cx="16" cy="1"/>
                </a:xfrm>
                <a:prstGeom prst="line">
                  <a:avLst/>
                </a:prstGeom>
                <a:grpFill/>
                <a:ln w="12700">
                  <a:solidFill>
                    <a:schemeClr val="bg1"/>
                  </a:solidFill>
                  <a:round/>
                  <a:headEnd/>
                  <a:tailEnd/>
                </a:ln>
              </p:spPr>
              <p:txBody>
                <a:bodyPr/>
                <a:lstStyle/>
                <a:p>
                  <a:endParaRPr lang="en-US"/>
                </a:p>
              </p:txBody>
            </p:sp>
          </p:grpSp>
        </p:grpSp>
        <p:grpSp>
          <p:nvGrpSpPr>
            <p:cNvPr id="103541" name="Group 513">
              <a:extLst>
                <a:ext uri="{FF2B5EF4-FFF2-40B4-BE49-F238E27FC236}">
                  <a16:creationId xmlns:a16="http://schemas.microsoft.com/office/drawing/2014/main" id="{A34A0B30-C1FF-051B-A435-8B56BA3299FE}"/>
                </a:ext>
              </a:extLst>
            </p:cNvPr>
            <p:cNvGrpSpPr>
              <a:grpSpLocks/>
            </p:cNvGrpSpPr>
            <p:nvPr/>
          </p:nvGrpSpPr>
          <p:grpSpPr bwMode="auto">
            <a:xfrm>
              <a:off x="1944" y="3256"/>
              <a:ext cx="423" cy="56"/>
              <a:chOff x="1944" y="3256"/>
              <a:chExt cx="423" cy="56"/>
            </a:xfrm>
            <a:grpFill/>
          </p:grpSpPr>
          <p:sp>
            <p:nvSpPr>
              <p:cNvPr id="104245" name="Freeform 514">
                <a:extLst>
                  <a:ext uri="{FF2B5EF4-FFF2-40B4-BE49-F238E27FC236}">
                    <a16:creationId xmlns:a16="http://schemas.microsoft.com/office/drawing/2014/main" id="{18A1BB88-3444-F8FB-CAF4-532B0A95E211}"/>
                  </a:ext>
                </a:extLst>
              </p:cNvPr>
              <p:cNvSpPr>
                <a:spLocks/>
              </p:cNvSpPr>
              <p:nvPr/>
            </p:nvSpPr>
            <p:spPr bwMode="auto">
              <a:xfrm>
                <a:off x="2255" y="325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solidFill>
                <a:round/>
                <a:headEnd/>
                <a:tailEnd/>
              </a:ln>
            </p:spPr>
            <p:txBody>
              <a:bodyPr/>
              <a:lstStyle/>
              <a:p>
                <a:endParaRPr lang="en-US"/>
              </a:p>
            </p:txBody>
          </p:sp>
          <p:grpSp>
            <p:nvGrpSpPr>
              <p:cNvPr id="104246" name="Group 515">
                <a:extLst>
                  <a:ext uri="{FF2B5EF4-FFF2-40B4-BE49-F238E27FC236}">
                    <a16:creationId xmlns:a16="http://schemas.microsoft.com/office/drawing/2014/main" id="{069C1A54-2DA9-E1C6-8E27-849211983266}"/>
                  </a:ext>
                </a:extLst>
              </p:cNvPr>
              <p:cNvGrpSpPr>
                <a:grpSpLocks/>
              </p:cNvGrpSpPr>
              <p:nvPr/>
            </p:nvGrpSpPr>
            <p:grpSpPr bwMode="auto">
              <a:xfrm>
                <a:off x="1944" y="3288"/>
                <a:ext cx="303" cy="1"/>
                <a:chOff x="1944" y="3288"/>
                <a:chExt cx="303" cy="1"/>
              </a:xfrm>
              <a:grpFill/>
            </p:grpSpPr>
            <p:sp>
              <p:nvSpPr>
                <p:cNvPr id="104247" name="Line 516">
                  <a:extLst>
                    <a:ext uri="{FF2B5EF4-FFF2-40B4-BE49-F238E27FC236}">
                      <a16:creationId xmlns:a16="http://schemas.microsoft.com/office/drawing/2014/main" id="{09BE4D89-CAC0-63A8-C9F0-4A4D8B3DE6B8}"/>
                    </a:ext>
                  </a:extLst>
                </p:cNvPr>
                <p:cNvSpPr>
                  <a:spLocks noChangeShapeType="1"/>
                </p:cNvSpPr>
                <p:nvPr/>
              </p:nvSpPr>
              <p:spPr bwMode="auto">
                <a:xfrm>
                  <a:off x="1944" y="3288"/>
                  <a:ext cx="24" cy="1"/>
                </a:xfrm>
                <a:prstGeom prst="line">
                  <a:avLst/>
                </a:prstGeom>
                <a:grpFill/>
                <a:ln w="12700">
                  <a:solidFill>
                    <a:schemeClr val="bg1"/>
                  </a:solidFill>
                  <a:round/>
                  <a:headEnd/>
                  <a:tailEnd/>
                </a:ln>
              </p:spPr>
              <p:txBody>
                <a:bodyPr/>
                <a:lstStyle/>
                <a:p>
                  <a:endParaRPr lang="en-US"/>
                </a:p>
              </p:txBody>
            </p:sp>
            <p:sp>
              <p:nvSpPr>
                <p:cNvPr id="104248" name="Line 517">
                  <a:extLst>
                    <a:ext uri="{FF2B5EF4-FFF2-40B4-BE49-F238E27FC236}">
                      <a16:creationId xmlns:a16="http://schemas.microsoft.com/office/drawing/2014/main" id="{0002870D-7E58-5FF9-B1C8-24803656762A}"/>
                    </a:ext>
                  </a:extLst>
                </p:cNvPr>
                <p:cNvSpPr>
                  <a:spLocks noChangeShapeType="1"/>
                </p:cNvSpPr>
                <p:nvPr/>
              </p:nvSpPr>
              <p:spPr bwMode="auto">
                <a:xfrm>
                  <a:off x="2000" y="3288"/>
                  <a:ext cx="23" cy="1"/>
                </a:xfrm>
                <a:prstGeom prst="line">
                  <a:avLst/>
                </a:prstGeom>
                <a:grpFill/>
                <a:ln w="12700">
                  <a:solidFill>
                    <a:schemeClr val="bg1"/>
                  </a:solidFill>
                  <a:round/>
                  <a:headEnd/>
                  <a:tailEnd/>
                </a:ln>
              </p:spPr>
              <p:txBody>
                <a:bodyPr/>
                <a:lstStyle/>
                <a:p>
                  <a:endParaRPr lang="en-US"/>
                </a:p>
              </p:txBody>
            </p:sp>
            <p:sp>
              <p:nvSpPr>
                <p:cNvPr id="104249" name="Line 518">
                  <a:extLst>
                    <a:ext uri="{FF2B5EF4-FFF2-40B4-BE49-F238E27FC236}">
                      <a16:creationId xmlns:a16="http://schemas.microsoft.com/office/drawing/2014/main" id="{71AB3B61-B212-47D5-2FD1-876CF66D3F5D}"/>
                    </a:ext>
                  </a:extLst>
                </p:cNvPr>
                <p:cNvSpPr>
                  <a:spLocks noChangeShapeType="1"/>
                </p:cNvSpPr>
                <p:nvPr/>
              </p:nvSpPr>
              <p:spPr bwMode="auto">
                <a:xfrm>
                  <a:off x="2055" y="3288"/>
                  <a:ext cx="24" cy="1"/>
                </a:xfrm>
                <a:prstGeom prst="line">
                  <a:avLst/>
                </a:prstGeom>
                <a:grpFill/>
                <a:ln w="12700">
                  <a:solidFill>
                    <a:schemeClr val="bg1"/>
                  </a:solidFill>
                  <a:round/>
                  <a:headEnd/>
                  <a:tailEnd/>
                </a:ln>
              </p:spPr>
              <p:txBody>
                <a:bodyPr/>
                <a:lstStyle/>
                <a:p>
                  <a:endParaRPr lang="en-US"/>
                </a:p>
              </p:txBody>
            </p:sp>
            <p:sp>
              <p:nvSpPr>
                <p:cNvPr id="104250" name="Line 519">
                  <a:extLst>
                    <a:ext uri="{FF2B5EF4-FFF2-40B4-BE49-F238E27FC236}">
                      <a16:creationId xmlns:a16="http://schemas.microsoft.com/office/drawing/2014/main" id="{6489DCDE-7719-7EDD-CDC2-2C364C26B2D5}"/>
                    </a:ext>
                  </a:extLst>
                </p:cNvPr>
                <p:cNvSpPr>
                  <a:spLocks noChangeShapeType="1"/>
                </p:cNvSpPr>
                <p:nvPr/>
              </p:nvSpPr>
              <p:spPr bwMode="auto">
                <a:xfrm>
                  <a:off x="2111" y="3288"/>
                  <a:ext cx="24" cy="1"/>
                </a:xfrm>
                <a:prstGeom prst="line">
                  <a:avLst/>
                </a:prstGeom>
                <a:grpFill/>
                <a:ln w="12700">
                  <a:solidFill>
                    <a:schemeClr val="bg1"/>
                  </a:solidFill>
                  <a:round/>
                  <a:headEnd/>
                  <a:tailEnd/>
                </a:ln>
              </p:spPr>
              <p:txBody>
                <a:bodyPr/>
                <a:lstStyle/>
                <a:p>
                  <a:endParaRPr lang="en-US"/>
                </a:p>
              </p:txBody>
            </p:sp>
            <p:sp>
              <p:nvSpPr>
                <p:cNvPr id="104251" name="Line 520">
                  <a:extLst>
                    <a:ext uri="{FF2B5EF4-FFF2-40B4-BE49-F238E27FC236}">
                      <a16:creationId xmlns:a16="http://schemas.microsoft.com/office/drawing/2014/main" id="{CD153CD1-6931-48B2-2E18-D9F31090FC28}"/>
                    </a:ext>
                  </a:extLst>
                </p:cNvPr>
                <p:cNvSpPr>
                  <a:spLocks noChangeShapeType="1"/>
                </p:cNvSpPr>
                <p:nvPr/>
              </p:nvSpPr>
              <p:spPr bwMode="auto">
                <a:xfrm>
                  <a:off x="2167" y="3288"/>
                  <a:ext cx="24" cy="1"/>
                </a:xfrm>
                <a:prstGeom prst="line">
                  <a:avLst/>
                </a:prstGeom>
                <a:grpFill/>
                <a:ln w="12700">
                  <a:solidFill>
                    <a:schemeClr val="bg1"/>
                  </a:solidFill>
                  <a:round/>
                  <a:headEnd/>
                  <a:tailEnd/>
                </a:ln>
              </p:spPr>
              <p:txBody>
                <a:bodyPr/>
                <a:lstStyle/>
                <a:p>
                  <a:endParaRPr lang="en-US"/>
                </a:p>
              </p:txBody>
            </p:sp>
            <p:sp>
              <p:nvSpPr>
                <p:cNvPr id="104252" name="Line 521">
                  <a:extLst>
                    <a:ext uri="{FF2B5EF4-FFF2-40B4-BE49-F238E27FC236}">
                      <a16:creationId xmlns:a16="http://schemas.microsoft.com/office/drawing/2014/main" id="{0256DD3B-97BB-5C57-951F-EF5E2E3E7070}"/>
                    </a:ext>
                  </a:extLst>
                </p:cNvPr>
                <p:cNvSpPr>
                  <a:spLocks noChangeShapeType="1"/>
                </p:cNvSpPr>
                <p:nvPr/>
              </p:nvSpPr>
              <p:spPr bwMode="auto">
                <a:xfrm>
                  <a:off x="2223" y="3288"/>
                  <a:ext cx="24" cy="1"/>
                </a:xfrm>
                <a:prstGeom prst="line">
                  <a:avLst/>
                </a:prstGeom>
                <a:grpFill/>
                <a:ln w="12700">
                  <a:solidFill>
                    <a:schemeClr val="bg1"/>
                  </a:solidFill>
                  <a:round/>
                  <a:headEnd/>
                  <a:tailEnd/>
                </a:ln>
              </p:spPr>
              <p:txBody>
                <a:bodyPr/>
                <a:lstStyle/>
                <a:p>
                  <a:endParaRPr lang="en-US"/>
                </a:p>
              </p:txBody>
            </p:sp>
          </p:grpSp>
        </p:grpSp>
        <p:grpSp>
          <p:nvGrpSpPr>
            <p:cNvPr id="103542" name="Group 522">
              <a:extLst>
                <a:ext uri="{FF2B5EF4-FFF2-40B4-BE49-F238E27FC236}">
                  <a16:creationId xmlns:a16="http://schemas.microsoft.com/office/drawing/2014/main" id="{281E1E14-CE99-2DB8-4521-21C809771B5D}"/>
                </a:ext>
              </a:extLst>
            </p:cNvPr>
            <p:cNvGrpSpPr>
              <a:grpSpLocks/>
            </p:cNvGrpSpPr>
            <p:nvPr/>
          </p:nvGrpSpPr>
          <p:grpSpPr bwMode="auto">
            <a:xfrm>
              <a:off x="2415" y="3256"/>
              <a:ext cx="415" cy="56"/>
              <a:chOff x="2415" y="3256"/>
              <a:chExt cx="415" cy="56"/>
            </a:xfrm>
            <a:grpFill/>
          </p:grpSpPr>
          <p:sp>
            <p:nvSpPr>
              <p:cNvPr id="104237" name="Freeform 523">
                <a:extLst>
                  <a:ext uri="{FF2B5EF4-FFF2-40B4-BE49-F238E27FC236}">
                    <a16:creationId xmlns:a16="http://schemas.microsoft.com/office/drawing/2014/main" id="{7639453D-A55C-858F-04E7-318D9535A4A1}"/>
                  </a:ext>
                </a:extLst>
              </p:cNvPr>
              <p:cNvSpPr>
                <a:spLocks/>
              </p:cNvSpPr>
              <p:nvPr/>
            </p:nvSpPr>
            <p:spPr bwMode="auto">
              <a:xfrm>
                <a:off x="2718" y="325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solidFill>
                <a:round/>
                <a:headEnd/>
                <a:tailEnd/>
              </a:ln>
            </p:spPr>
            <p:txBody>
              <a:bodyPr/>
              <a:lstStyle/>
              <a:p>
                <a:endParaRPr lang="en-US"/>
              </a:p>
            </p:txBody>
          </p:sp>
          <p:grpSp>
            <p:nvGrpSpPr>
              <p:cNvPr id="104238" name="Group 524">
                <a:extLst>
                  <a:ext uri="{FF2B5EF4-FFF2-40B4-BE49-F238E27FC236}">
                    <a16:creationId xmlns:a16="http://schemas.microsoft.com/office/drawing/2014/main" id="{12AA0198-B0CB-63CA-62C5-2D4043644ED4}"/>
                  </a:ext>
                </a:extLst>
              </p:cNvPr>
              <p:cNvGrpSpPr>
                <a:grpSpLocks/>
              </p:cNvGrpSpPr>
              <p:nvPr/>
            </p:nvGrpSpPr>
            <p:grpSpPr bwMode="auto">
              <a:xfrm>
                <a:off x="2415" y="3288"/>
                <a:ext cx="295" cy="1"/>
                <a:chOff x="2415" y="3288"/>
                <a:chExt cx="295" cy="1"/>
              </a:xfrm>
              <a:grpFill/>
            </p:grpSpPr>
            <p:sp>
              <p:nvSpPr>
                <p:cNvPr id="104239" name="Line 525">
                  <a:extLst>
                    <a:ext uri="{FF2B5EF4-FFF2-40B4-BE49-F238E27FC236}">
                      <a16:creationId xmlns:a16="http://schemas.microsoft.com/office/drawing/2014/main" id="{81C04049-12E0-90EB-E05F-2CF647E23CAF}"/>
                    </a:ext>
                  </a:extLst>
                </p:cNvPr>
                <p:cNvSpPr>
                  <a:spLocks noChangeShapeType="1"/>
                </p:cNvSpPr>
                <p:nvPr/>
              </p:nvSpPr>
              <p:spPr bwMode="auto">
                <a:xfrm>
                  <a:off x="2415" y="3288"/>
                  <a:ext cx="24" cy="1"/>
                </a:xfrm>
                <a:prstGeom prst="line">
                  <a:avLst/>
                </a:prstGeom>
                <a:grpFill/>
                <a:ln w="12700">
                  <a:solidFill>
                    <a:schemeClr val="bg1"/>
                  </a:solidFill>
                  <a:round/>
                  <a:headEnd/>
                  <a:tailEnd/>
                </a:ln>
              </p:spPr>
              <p:txBody>
                <a:bodyPr/>
                <a:lstStyle/>
                <a:p>
                  <a:endParaRPr lang="en-US"/>
                </a:p>
              </p:txBody>
            </p:sp>
            <p:sp>
              <p:nvSpPr>
                <p:cNvPr id="104240" name="Line 526">
                  <a:extLst>
                    <a:ext uri="{FF2B5EF4-FFF2-40B4-BE49-F238E27FC236}">
                      <a16:creationId xmlns:a16="http://schemas.microsoft.com/office/drawing/2014/main" id="{0B596FE0-FD7C-FD59-22CC-653BAD15B5B8}"/>
                    </a:ext>
                  </a:extLst>
                </p:cNvPr>
                <p:cNvSpPr>
                  <a:spLocks noChangeShapeType="1"/>
                </p:cNvSpPr>
                <p:nvPr/>
              </p:nvSpPr>
              <p:spPr bwMode="auto">
                <a:xfrm>
                  <a:off x="2471" y="3288"/>
                  <a:ext cx="24" cy="1"/>
                </a:xfrm>
                <a:prstGeom prst="line">
                  <a:avLst/>
                </a:prstGeom>
                <a:grpFill/>
                <a:ln w="12700">
                  <a:solidFill>
                    <a:schemeClr val="bg1"/>
                  </a:solidFill>
                  <a:round/>
                  <a:headEnd/>
                  <a:tailEnd/>
                </a:ln>
              </p:spPr>
              <p:txBody>
                <a:bodyPr/>
                <a:lstStyle/>
                <a:p>
                  <a:endParaRPr lang="en-US"/>
                </a:p>
              </p:txBody>
            </p:sp>
            <p:sp>
              <p:nvSpPr>
                <p:cNvPr id="104241" name="Line 527">
                  <a:extLst>
                    <a:ext uri="{FF2B5EF4-FFF2-40B4-BE49-F238E27FC236}">
                      <a16:creationId xmlns:a16="http://schemas.microsoft.com/office/drawing/2014/main" id="{C4D3B06D-B78D-082A-1032-E51B7E486AF0}"/>
                    </a:ext>
                  </a:extLst>
                </p:cNvPr>
                <p:cNvSpPr>
                  <a:spLocks noChangeShapeType="1"/>
                </p:cNvSpPr>
                <p:nvPr/>
              </p:nvSpPr>
              <p:spPr bwMode="auto">
                <a:xfrm>
                  <a:off x="2526" y="3288"/>
                  <a:ext cx="24" cy="1"/>
                </a:xfrm>
                <a:prstGeom prst="line">
                  <a:avLst/>
                </a:prstGeom>
                <a:grpFill/>
                <a:ln w="12700">
                  <a:solidFill>
                    <a:schemeClr val="bg1"/>
                  </a:solidFill>
                  <a:round/>
                  <a:headEnd/>
                  <a:tailEnd/>
                </a:ln>
              </p:spPr>
              <p:txBody>
                <a:bodyPr/>
                <a:lstStyle/>
                <a:p>
                  <a:endParaRPr lang="en-US"/>
                </a:p>
              </p:txBody>
            </p:sp>
            <p:sp>
              <p:nvSpPr>
                <p:cNvPr id="104242" name="Line 528">
                  <a:extLst>
                    <a:ext uri="{FF2B5EF4-FFF2-40B4-BE49-F238E27FC236}">
                      <a16:creationId xmlns:a16="http://schemas.microsoft.com/office/drawing/2014/main" id="{F40235E3-0FDC-5552-2395-5978F091904E}"/>
                    </a:ext>
                  </a:extLst>
                </p:cNvPr>
                <p:cNvSpPr>
                  <a:spLocks noChangeShapeType="1"/>
                </p:cNvSpPr>
                <p:nvPr/>
              </p:nvSpPr>
              <p:spPr bwMode="auto">
                <a:xfrm>
                  <a:off x="2582" y="3288"/>
                  <a:ext cx="24" cy="1"/>
                </a:xfrm>
                <a:prstGeom prst="line">
                  <a:avLst/>
                </a:prstGeom>
                <a:grpFill/>
                <a:ln w="12700">
                  <a:solidFill>
                    <a:schemeClr val="bg1"/>
                  </a:solidFill>
                  <a:round/>
                  <a:headEnd/>
                  <a:tailEnd/>
                </a:ln>
              </p:spPr>
              <p:txBody>
                <a:bodyPr/>
                <a:lstStyle/>
                <a:p>
                  <a:endParaRPr lang="en-US"/>
                </a:p>
              </p:txBody>
            </p:sp>
            <p:sp>
              <p:nvSpPr>
                <p:cNvPr id="104243" name="Line 529">
                  <a:extLst>
                    <a:ext uri="{FF2B5EF4-FFF2-40B4-BE49-F238E27FC236}">
                      <a16:creationId xmlns:a16="http://schemas.microsoft.com/office/drawing/2014/main" id="{7335E045-CDF7-9F51-38FD-D86535ECDC6B}"/>
                    </a:ext>
                  </a:extLst>
                </p:cNvPr>
                <p:cNvSpPr>
                  <a:spLocks noChangeShapeType="1"/>
                </p:cNvSpPr>
                <p:nvPr/>
              </p:nvSpPr>
              <p:spPr bwMode="auto">
                <a:xfrm>
                  <a:off x="2638" y="3288"/>
                  <a:ext cx="24" cy="1"/>
                </a:xfrm>
                <a:prstGeom prst="line">
                  <a:avLst/>
                </a:prstGeom>
                <a:grpFill/>
                <a:ln w="12700">
                  <a:solidFill>
                    <a:schemeClr val="bg1"/>
                  </a:solidFill>
                  <a:round/>
                  <a:headEnd/>
                  <a:tailEnd/>
                </a:ln>
              </p:spPr>
              <p:txBody>
                <a:bodyPr/>
                <a:lstStyle/>
                <a:p>
                  <a:endParaRPr lang="en-US"/>
                </a:p>
              </p:txBody>
            </p:sp>
            <p:sp>
              <p:nvSpPr>
                <p:cNvPr id="104244" name="Line 530">
                  <a:extLst>
                    <a:ext uri="{FF2B5EF4-FFF2-40B4-BE49-F238E27FC236}">
                      <a16:creationId xmlns:a16="http://schemas.microsoft.com/office/drawing/2014/main" id="{31E093C3-0682-A8DA-D361-6EFF46FD80CE}"/>
                    </a:ext>
                  </a:extLst>
                </p:cNvPr>
                <p:cNvSpPr>
                  <a:spLocks noChangeShapeType="1"/>
                </p:cNvSpPr>
                <p:nvPr/>
              </p:nvSpPr>
              <p:spPr bwMode="auto">
                <a:xfrm>
                  <a:off x="2694" y="3288"/>
                  <a:ext cx="16" cy="1"/>
                </a:xfrm>
                <a:prstGeom prst="line">
                  <a:avLst/>
                </a:prstGeom>
                <a:grpFill/>
                <a:ln w="12700">
                  <a:solidFill>
                    <a:schemeClr val="bg1"/>
                  </a:solidFill>
                  <a:round/>
                  <a:headEnd/>
                  <a:tailEnd/>
                </a:ln>
              </p:spPr>
              <p:txBody>
                <a:bodyPr/>
                <a:lstStyle/>
                <a:p>
                  <a:endParaRPr lang="en-US"/>
                </a:p>
              </p:txBody>
            </p:sp>
          </p:grpSp>
        </p:grpSp>
        <p:grpSp>
          <p:nvGrpSpPr>
            <p:cNvPr id="103543" name="Group 531">
              <a:extLst>
                <a:ext uri="{FF2B5EF4-FFF2-40B4-BE49-F238E27FC236}">
                  <a16:creationId xmlns:a16="http://schemas.microsoft.com/office/drawing/2014/main" id="{F882A4F8-AC5D-0BB2-DCB2-4BABB6ECCB7C}"/>
                </a:ext>
              </a:extLst>
            </p:cNvPr>
            <p:cNvGrpSpPr>
              <a:grpSpLocks/>
            </p:cNvGrpSpPr>
            <p:nvPr/>
          </p:nvGrpSpPr>
          <p:grpSpPr bwMode="auto">
            <a:xfrm>
              <a:off x="1489" y="3567"/>
              <a:ext cx="423" cy="56"/>
              <a:chOff x="1489" y="3567"/>
              <a:chExt cx="423" cy="56"/>
            </a:xfrm>
            <a:grpFill/>
          </p:grpSpPr>
          <p:sp>
            <p:nvSpPr>
              <p:cNvPr id="104229" name="Freeform 532">
                <a:extLst>
                  <a:ext uri="{FF2B5EF4-FFF2-40B4-BE49-F238E27FC236}">
                    <a16:creationId xmlns:a16="http://schemas.microsoft.com/office/drawing/2014/main" id="{9B249CB0-DA11-2E78-A44B-CCFC78436E44}"/>
                  </a:ext>
                </a:extLst>
              </p:cNvPr>
              <p:cNvSpPr>
                <a:spLocks/>
              </p:cNvSpPr>
              <p:nvPr/>
            </p:nvSpPr>
            <p:spPr bwMode="auto">
              <a:xfrm>
                <a:off x="1800"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solidFill>
                <a:round/>
                <a:headEnd/>
                <a:tailEnd/>
              </a:ln>
            </p:spPr>
            <p:txBody>
              <a:bodyPr/>
              <a:lstStyle/>
              <a:p>
                <a:endParaRPr lang="en-US"/>
              </a:p>
            </p:txBody>
          </p:sp>
          <p:grpSp>
            <p:nvGrpSpPr>
              <p:cNvPr id="104230" name="Group 533">
                <a:extLst>
                  <a:ext uri="{FF2B5EF4-FFF2-40B4-BE49-F238E27FC236}">
                    <a16:creationId xmlns:a16="http://schemas.microsoft.com/office/drawing/2014/main" id="{2CD4190B-CD51-030C-D6A9-32C3725255E4}"/>
                  </a:ext>
                </a:extLst>
              </p:cNvPr>
              <p:cNvGrpSpPr>
                <a:grpSpLocks/>
              </p:cNvGrpSpPr>
              <p:nvPr/>
            </p:nvGrpSpPr>
            <p:grpSpPr bwMode="auto">
              <a:xfrm>
                <a:off x="1489" y="3591"/>
                <a:ext cx="303" cy="1"/>
                <a:chOff x="1489" y="3591"/>
                <a:chExt cx="303" cy="1"/>
              </a:xfrm>
              <a:grpFill/>
            </p:grpSpPr>
            <p:sp>
              <p:nvSpPr>
                <p:cNvPr id="104231" name="Line 534">
                  <a:extLst>
                    <a:ext uri="{FF2B5EF4-FFF2-40B4-BE49-F238E27FC236}">
                      <a16:creationId xmlns:a16="http://schemas.microsoft.com/office/drawing/2014/main" id="{A5B45B07-BB43-1356-D260-2348D92656D6}"/>
                    </a:ext>
                  </a:extLst>
                </p:cNvPr>
                <p:cNvSpPr>
                  <a:spLocks noChangeShapeType="1"/>
                </p:cNvSpPr>
                <p:nvPr/>
              </p:nvSpPr>
              <p:spPr bwMode="auto">
                <a:xfrm>
                  <a:off x="1489" y="3591"/>
                  <a:ext cx="24" cy="1"/>
                </a:xfrm>
                <a:prstGeom prst="line">
                  <a:avLst/>
                </a:prstGeom>
                <a:grpFill/>
                <a:ln w="12700">
                  <a:solidFill>
                    <a:schemeClr val="bg1"/>
                  </a:solidFill>
                  <a:round/>
                  <a:headEnd/>
                  <a:tailEnd/>
                </a:ln>
              </p:spPr>
              <p:txBody>
                <a:bodyPr/>
                <a:lstStyle/>
                <a:p>
                  <a:endParaRPr lang="en-US"/>
                </a:p>
              </p:txBody>
            </p:sp>
            <p:sp>
              <p:nvSpPr>
                <p:cNvPr id="104232" name="Line 535">
                  <a:extLst>
                    <a:ext uri="{FF2B5EF4-FFF2-40B4-BE49-F238E27FC236}">
                      <a16:creationId xmlns:a16="http://schemas.microsoft.com/office/drawing/2014/main" id="{271557D7-7FAC-52A0-D53A-37602A5B56B1}"/>
                    </a:ext>
                  </a:extLst>
                </p:cNvPr>
                <p:cNvSpPr>
                  <a:spLocks noChangeShapeType="1"/>
                </p:cNvSpPr>
                <p:nvPr/>
              </p:nvSpPr>
              <p:spPr bwMode="auto">
                <a:xfrm>
                  <a:off x="1544" y="3591"/>
                  <a:ext cx="24" cy="1"/>
                </a:xfrm>
                <a:prstGeom prst="line">
                  <a:avLst/>
                </a:prstGeom>
                <a:grpFill/>
                <a:ln w="12700">
                  <a:solidFill>
                    <a:schemeClr val="bg1"/>
                  </a:solidFill>
                  <a:round/>
                  <a:headEnd/>
                  <a:tailEnd/>
                </a:ln>
              </p:spPr>
              <p:txBody>
                <a:bodyPr/>
                <a:lstStyle/>
                <a:p>
                  <a:endParaRPr lang="en-US"/>
                </a:p>
              </p:txBody>
            </p:sp>
            <p:sp>
              <p:nvSpPr>
                <p:cNvPr id="104233" name="Line 536">
                  <a:extLst>
                    <a:ext uri="{FF2B5EF4-FFF2-40B4-BE49-F238E27FC236}">
                      <a16:creationId xmlns:a16="http://schemas.microsoft.com/office/drawing/2014/main" id="{7D9D2B75-53F4-AF7B-CE19-25B5C39432B6}"/>
                    </a:ext>
                  </a:extLst>
                </p:cNvPr>
                <p:cNvSpPr>
                  <a:spLocks noChangeShapeType="1"/>
                </p:cNvSpPr>
                <p:nvPr/>
              </p:nvSpPr>
              <p:spPr bwMode="auto">
                <a:xfrm>
                  <a:off x="1600" y="3591"/>
                  <a:ext cx="24" cy="1"/>
                </a:xfrm>
                <a:prstGeom prst="line">
                  <a:avLst/>
                </a:prstGeom>
                <a:grpFill/>
                <a:ln w="12700">
                  <a:solidFill>
                    <a:schemeClr val="bg1"/>
                  </a:solidFill>
                  <a:round/>
                  <a:headEnd/>
                  <a:tailEnd/>
                </a:ln>
              </p:spPr>
              <p:txBody>
                <a:bodyPr/>
                <a:lstStyle/>
                <a:p>
                  <a:endParaRPr lang="en-US"/>
                </a:p>
              </p:txBody>
            </p:sp>
            <p:sp>
              <p:nvSpPr>
                <p:cNvPr id="104234" name="Line 537">
                  <a:extLst>
                    <a:ext uri="{FF2B5EF4-FFF2-40B4-BE49-F238E27FC236}">
                      <a16:creationId xmlns:a16="http://schemas.microsoft.com/office/drawing/2014/main" id="{25CAC88F-8B97-903E-3ED2-FC3F2103E196}"/>
                    </a:ext>
                  </a:extLst>
                </p:cNvPr>
                <p:cNvSpPr>
                  <a:spLocks noChangeShapeType="1"/>
                </p:cNvSpPr>
                <p:nvPr/>
              </p:nvSpPr>
              <p:spPr bwMode="auto">
                <a:xfrm>
                  <a:off x="1656" y="3591"/>
                  <a:ext cx="24" cy="1"/>
                </a:xfrm>
                <a:prstGeom prst="line">
                  <a:avLst/>
                </a:prstGeom>
                <a:grpFill/>
                <a:ln w="12700">
                  <a:solidFill>
                    <a:schemeClr val="bg1"/>
                  </a:solidFill>
                  <a:round/>
                  <a:headEnd/>
                  <a:tailEnd/>
                </a:ln>
              </p:spPr>
              <p:txBody>
                <a:bodyPr/>
                <a:lstStyle/>
                <a:p>
                  <a:endParaRPr lang="en-US"/>
                </a:p>
              </p:txBody>
            </p:sp>
            <p:sp>
              <p:nvSpPr>
                <p:cNvPr id="104235" name="Line 538">
                  <a:extLst>
                    <a:ext uri="{FF2B5EF4-FFF2-40B4-BE49-F238E27FC236}">
                      <a16:creationId xmlns:a16="http://schemas.microsoft.com/office/drawing/2014/main" id="{35210BC5-136A-66A1-5DFE-45EA7644E2B0}"/>
                    </a:ext>
                  </a:extLst>
                </p:cNvPr>
                <p:cNvSpPr>
                  <a:spLocks noChangeShapeType="1"/>
                </p:cNvSpPr>
                <p:nvPr/>
              </p:nvSpPr>
              <p:spPr bwMode="auto">
                <a:xfrm>
                  <a:off x="1712" y="3591"/>
                  <a:ext cx="24" cy="1"/>
                </a:xfrm>
                <a:prstGeom prst="line">
                  <a:avLst/>
                </a:prstGeom>
                <a:grpFill/>
                <a:ln w="12700">
                  <a:solidFill>
                    <a:schemeClr val="bg1"/>
                  </a:solidFill>
                  <a:round/>
                  <a:headEnd/>
                  <a:tailEnd/>
                </a:ln>
              </p:spPr>
              <p:txBody>
                <a:bodyPr/>
                <a:lstStyle/>
                <a:p>
                  <a:endParaRPr lang="en-US"/>
                </a:p>
              </p:txBody>
            </p:sp>
            <p:sp>
              <p:nvSpPr>
                <p:cNvPr id="104236" name="Line 539">
                  <a:extLst>
                    <a:ext uri="{FF2B5EF4-FFF2-40B4-BE49-F238E27FC236}">
                      <a16:creationId xmlns:a16="http://schemas.microsoft.com/office/drawing/2014/main" id="{541E29B3-7116-32AD-FFBD-C1F2FF426FD0}"/>
                    </a:ext>
                  </a:extLst>
                </p:cNvPr>
                <p:cNvSpPr>
                  <a:spLocks noChangeShapeType="1"/>
                </p:cNvSpPr>
                <p:nvPr/>
              </p:nvSpPr>
              <p:spPr bwMode="auto">
                <a:xfrm>
                  <a:off x="1768" y="3591"/>
                  <a:ext cx="24" cy="1"/>
                </a:xfrm>
                <a:prstGeom prst="line">
                  <a:avLst/>
                </a:prstGeom>
                <a:grpFill/>
                <a:ln w="12700">
                  <a:solidFill>
                    <a:schemeClr val="bg1"/>
                  </a:solidFill>
                  <a:round/>
                  <a:headEnd/>
                  <a:tailEnd/>
                </a:ln>
              </p:spPr>
              <p:txBody>
                <a:bodyPr/>
                <a:lstStyle/>
                <a:p>
                  <a:endParaRPr lang="en-US"/>
                </a:p>
              </p:txBody>
            </p:sp>
          </p:grpSp>
        </p:grpSp>
        <p:grpSp>
          <p:nvGrpSpPr>
            <p:cNvPr id="103544" name="Group 540">
              <a:extLst>
                <a:ext uri="{FF2B5EF4-FFF2-40B4-BE49-F238E27FC236}">
                  <a16:creationId xmlns:a16="http://schemas.microsoft.com/office/drawing/2014/main" id="{4D0DA9B6-F0AC-5347-1BCD-5A093C348297}"/>
                </a:ext>
              </a:extLst>
            </p:cNvPr>
            <p:cNvGrpSpPr>
              <a:grpSpLocks/>
            </p:cNvGrpSpPr>
            <p:nvPr/>
          </p:nvGrpSpPr>
          <p:grpSpPr bwMode="auto">
            <a:xfrm>
              <a:off x="1952" y="3567"/>
              <a:ext cx="415" cy="56"/>
              <a:chOff x="1952" y="3567"/>
              <a:chExt cx="415" cy="56"/>
            </a:xfrm>
            <a:grpFill/>
          </p:grpSpPr>
          <p:sp>
            <p:nvSpPr>
              <p:cNvPr id="104221" name="Freeform 541">
                <a:extLst>
                  <a:ext uri="{FF2B5EF4-FFF2-40B4-BE49-F238E27FC236}">
                    <a16:creationId xmlns:a16="http://schemas.microsoft.com/office/drawing/2014/main" id="{4FC39FF4-4770-708F-5492-D45484A87568}"/>
                  </a:ext>
                </a:extLst>
              </p:cNvPr>
              <p:cNvSpPr>
                <a:spLocks/>
              </p:cNvSpPr>
              <p:nvPr/>
            </p:nvSpPr>
            <p:spPr bwMode="auto">
              <a:xfrm>
                <a:off x="2255"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solidFill>
                <a:round/>
                <a:headEnd/>
                <a:tailEnd/>
              </a:ln>
            </p:spPr>
            <p:txBody>
              <a:bodyPr/>
              <a:lstStyle/>
              <a:p>
                <a:endParaRPr lang="en-US"/>
              </a:p>
            </p:txBody>
          </p:sp>
          <p:grpSp>
            <p:nvGrpSpPr>
              <p:cNvPr id="104222" name="Group 542">
                <a:extLst>
                  <a:ext uri="{FF2B5EF4-FFF2-40B4-BE49-F238E27FC236}">
                    <a16:creationId xmlns:a16="http://schemas.microsoft.com/office/drawing/2014/main" id="{EC9F94DE-715D-3E7F-5644-2566572ED50D}"/>
                  </a:ext>
                </a:extLst>
              </p:cNvPr>
              <p:cNvGrpSpPr>
                <a:grpSpLocks/>
              </p:cNvGrpSpPr>
              <p:nvPr/>
            </p:nvGrpSpPr>
            <p:grpSpPr bwMode="auto">
              <a:xfrm>
                <a:off x="1952" y="3591"/>
                <a:ext cx="295" cy="1"/>
                <a:chOff x="1952" y="3591"/>
                <a:chExt cx="295" cy="1"/>
              </a:xfrm>
              <a:grpFill/>
            </p:grpSpPr>
            <p:sp>
              <p:nvSpPr>
                <p:cNvPr id="104223" name="Line 543">
                  <a:extLst>
                    <a:ext uri="{FF2B5EF4-FFF2-40B4-BE49-F238E27FC236}">
                      <a16:creationId xmlns:a16="http://schemas.microsoft.com/office/drawing/2014/main" id="{1308422D-D533-1977-1234-1493A23089FB}"/>
                    </a:ext>
                  </a:extLst>
                </p:cNvPr>
                <p:cNvSpPr>
                  <a:spLocks noChangeShapeType="1"/>
                </p:cNvSpPr>
                <p:nvPr/>
              </p:nvSpPr>
              <p:spPr bwMode="auto">
                <a:xfrm>
                  <a:off x="1952" y="3591"/>
                  <a:ext cx="24" cy="1"/>
                </a:xfrm>
                <a:prstGeom prst="line">
                  <a:avLst/>
                </a:prstGeom>
                <a:grpFill/>
                <a:ln w="12700">
                  <a:solidFill>
                    <a:schemeClr val="bg1"/>
                  </a:solidFill>
                  <a:round/>
                  <a:headEnd/>
                  <a:tailEnd/>
                </a:ln>
              </p:spPr>
              <p:txBody>
                <a:bodyPr/>
                <a:lstStyle/>
                <a:p>
                  <a:endParaRPr lang="en-US"/>
                </a:p>
              </p:txBody>
            </p:sp>
            <p:sp>
              <p:nvSpPr>
                <p:cNvPr id="104224" name="Line 544">
                  <a:extLst>
                    <a:ext uri="{FF2B5EF4-FFF2-40B4-BE49-F238E27FC236}">
                      <a16:creationId xmlns:a16="http://schemas.microsoft.com/office/drawing/2014/main" id="{5B13042F-2573-0943-1E0B-90F46D38B67C}"/>
                    </a:ext>
                  </a:extLst>
                </p:cNvPr>
                <p:cNvSpPr>
                  <a:spLocks noChangeShapeType="1"/>
                </p:cNvSpPr>
                <p:nvPr/>
              </p:nvSpPr>
              <p:spPr bwMode="auto">
                <a:xfrm>
                  <a:off x="2008" y="3591"/>
                  <a:ext cx="23" cy="1"/>
                </a:xfrm>
                <a:prstGeom prst="line">
                  <a:avLst/>
                </a:prstGeom>
                <a:grpFill/>
                <a:ln w="12700">
                  <a:solidFill>
                    <a:schemeClr val="bg1"/>
                  </a:solidFill>
                  <a:round/>
                  <a:headEnd/>
                  <a:tailEnd/>
                </a:ln>
              </p:spPr>
              <p:txBody>
                <a:bodyPr/>
                <a:lstStyle/>
                <a:p>
                  <a:endParaRPr lang="en-US"/>
                </a:p>
              </p:txBody>
            </p:sp>
            <p:sp>
              <p:nvSpPr>
                <p:cNvPr id="104225" name="Line 545">
                  <a:extLst>
                    <a:ext uri="{FF2B5EF4-FFF2-40B4-BE49-F238E27FC236}">
                      <a16:creationId xmlns:a16="http://schemas.microsoft.com/office/drawing/2014/main" id="{BAEF5253-9CE9-C58E-B3B8-E58938AB105E}"/>
                    </a:ext>
                  </a:extLst>
                </p:cNvPr>
                <p:cNvSpPr>
                  <a:spLocks noChangeShapeType="1"/>
                </p:cNvSpPr>
                <p:nvPr/>
              </p:nvSpPr>
              <p:spPr bwMode="auto">
                <a:xfrm>
                  <a:off x="2063" y="3591"/>
                  <a:ext cx="24" cy="1"/>
                </a:xfrm>
                <a:prstGeom prst="line">
                  <a:avLst/>
                </a:prstGeom>
                <a:grpFill/>
                <a:ln w="12700">
                  <a:solidFill>
                    <a:schemeClr val="bg1"/>
                  </a:solidFill>
                  <a:round/>
                  <a:headEnd/>
                  <a:tailEnd/>
                </a:ln>
              </p:spPr>
              <p:txBody>
                <a:bodyPr/>
                <a:lstStyle/>
                <a:p>
                  <a:endParaRPr lang="en-US"/>
                </a:p>
              </p:txBody>
            </p:sp>
            <p:sp>
              <p:nvSpPr>
                <p:cNvPr id="104226" name="Line 546">
                  <a:extLst>
                    <a:ext uri="{FF2B5EF4-FFF2-40B4-BE49-F238E27FC236}">
                      <a16:creationId xmlns:a16="http://schemas.microsoft.com/office/drawing/2014/main" id="{39E1554B-7A5F-41CF-763E-EBD93966432B}"/>
                    </a:ext>
                  </a:extLst>
                </p:cNvPr>
                <p:cNvSpPr>
                  <a:spLocks noChangeShapeType="1"/>
                </p:cNvSpPr>
                <p:nvPr/>
              </p:nvSpPr>
              <p:spPr bwMode="auto">
                <a:xfrm>
                  <a:off x="2119" y="3591"/>
                  <a:ext cx="24" cy="1"/>
                </a:xfrm>
                <a:prstGeom prst="line">
                  <a:avLst/>
                </a:prstGeom>
                <a:grpFill/>
                <a:ln w="12700">
                  <a:solidFill>
                    <a:schemeClr val="bg1"/>
                  </a:solidFill>
                  <a:round/>
                  <a:headEnd/>
                  <a:tailEnd/>
                </a:ln>
              </p:spPr>
              <p:txBody>
                <a:bodyPr/>
                <a:lstStyle/>
                <a:p>
                  <a:endParaRPr lang="en-US"/>
                </a:p>
              </p:txBody>
            </p:sp>
            <p:sp>
              <p:nvSpPr>
                <p:cNvPr id="104227" name="Line 547">
                  <a:extLst>
                    <a:ext uri="{FF2B5EF4-FFF2-40B4-BE49-F238E27FC236}">
                      <a16:creationId xmlns:a16="http://schemas.microsoft.com/office/drawing/2014/main" id="{019F1C4B-F6CE-33E5-C1B1-35F18FD1592A}"/>
                    </a:ext>
                  </a:extLst>
                </p:cNvPr>
                <p:cNvSpPr>
                  <a:spLocks noChangeShapeType="1"/>
                </p:cNvSpPr>
                <p:nvPr/>
              </p:nvSpPr>
              <p:spPr bwMode="auto">
                <a:xfrm>
                  <a:off x="2175" y="3591"/>
                  <a:ext cx="24" cy="1"/>
                </a:xfrm>
                <a:prstGeom prst="line">
                  <a:avLst/>
                </a:prstGeom>
                <a:grpFill/>
                <a:ln w="12700">
                  <a:solidFill>
                    <a:schemeClr val="bg1"/>
                  </a:solidFill>
                  <a:round/>
                  <a:headEnd/>
                  <a:tailEnd/>
                </a:ln>
              </p:spPr>
              <p:txBody>
                <a:bodyPr/>
                <a:lstStyle/>
                <a:p>
                  <a:endParaRPr lang="en-US"/>
                </a:p>
              </p:txBody>
            </p:sp>
            <p:sp>
              <p:nvSpPr>
                <p:cNvPr id="104228" name="Line 548">
                  <a:extLst>
                    <a:ext uri="{FF2B5EF4-FFF2-40B4-BE49-F238E27FC236}">
                      <a16:creationId xmlns:a16="http://schemas.microsoft.com/office/drawing/2014/main" id="{C1D52031-9D16-BA12-72CE-796E0125E997}"/>
                    </a:ext>
                  </a:extLst>
                </p:cNvPr>
                <p:cNvSpPr>
                  <a:spLocks noChangeShapeType="1"/>
                </p:cNvSpPr>
                <p:nvPr/>
              </p:nvSpPr>
              <p:spPr bwMode="auto">
                <a:xfrm>
                  <a:off x="2231" y="3591"/>
                  <a:ext cx="16" cy="1"/>
                </a:xfrm>
                <a:prstGeom prst="line">
                  <a:avLst/>
                </a:prstGeom>
                <a:grpFill/>
                <a:ln w="12700">
                  <a:solidFill>
                    <a:schemeClr val="bg1"/>
                  </a:solidFill>
                  <a:round/>
                  <a:headEnd/>
                  <a:tailEnd/>
                </a:ln>
              </p:spPr>
              <p:txBody>
                <a:bodyPr/>
                <a:lstStyle/>
                <a:p>
                  <a:endParaRPr lang="en-US"/>
                </a:p>
              </p:txBody>
            </p:sp>
          </p:grpSp>
        </p:grpSp>
        <p:grpSp>
          <p:nvGrpSpPr>
            <p:cNvPr id="103545" name="Group 549">
              <a:extLst>
                <a:ext uri="{FF2B5EF4-FFF2-40B4-BE49-F238E27FC236}">
                  <a16:creationId xmlns:a16="http://schemas.microsoft.com/office/drawing/2014/main" id="{A23B2B7D-342C-324C-15EF-9FFFC648F54B}"/>
                </a:ext>
              </a:extLst>
            </p:cNvPr>
            <p:cNvGrpSpPr>
              <a:grpSpLocks/>
            </p:cNvGrpSpPr>
            <p:nvPr/>
          </p:nvGrpSpPr>
          <p:grpSpPr bwMode="auto">
            <a:xfrm>
              <a:off x="2407" y="3567"/>
              <a:ext cx="415" cy="56"/>
              <a:chOff x="2407" y="3567"/>
              <a:chExt cx="415" cy="56"/>
            </a:xfrm>
            <a:grpFill/>
          </p:grpSpPr>
          <p:sp>
            <p:nvSpPr>
              <p:cNvPr id="104213" name="Freeform 550">
                <a:extLst>
                  <a:ext uri="{FF2B5EF4-FFF2-40B4-BE49-F238E27FC236}">
                    <a16:creationId xmlns:a16="http://schemas.microsoft.com/office/drawing/2014/main" id="{FD062D7A-98FC-8B6E-8292-1CF6FCDD02D6}"/>
                  </a:ext>
                </a:extLst>
              </p:cNvPr>
              <p:cNvSpPr>
                <a:spLocks/>
              </p:cNvSpPr>
              <p:nvPr/>
            </p:nvSpPr>
            <p:spPr bwMode="auto">
              <a:xfrm>
                <a:off x="2710"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solidFill>
                <a:round/>
                <a:headEnd/>
                <a:tailEnd/>
              </a:ln>
            </p:spPr>
            <p:txBody>
              <a:bodyPr/>
              <a:lstStyle/>
              <a:p>
                <a:endParaRPr lang="en-US"/>
              </a:p>
            </p:txBody>
          </p:sp>
          <p:grpSp>
            <p:nvGrpSpPr>
              <p:cNvPr id="104214" name="Group 551">
                <a:extLst>
                  <a:ext uri="{FF2B5EF4-FFF2-40B4-BE49-F238E27FC236}">
                    <a16:creationId xmlns:a16="http://schemas.microsoft.com/office/drawing/2014/main" id="{8A4BC9CC-6FE8-384C-4798-FF7C0DB66B9E}"/>
                  </a:ext>
                </a:extLst>
              </p:cNvPr>
              <p:cNvGrpSpPr>
                <a:grpSpLocks/>
              </p:cNvGrpSpPr>
              <p:nvPr/>
            </p:nvGrpSpPr>
            <p:grpSpPr bwMode="auto">
              <a:xfrm>
                <a:off x="2407" y="3591"/>
                <a:ext cx="295" cy="1"/>
                <a:chOff x="2407" y="3591"/>
                <a:chExt cx="295" cy="1"/>
              </a:xfrm>
              <a:grpFill/>
            </p:grpSpPr>
            <p:sp>
              <p:nvSpPr>
                <p:cNvPr id="104215" name="Line 552">
                  <a:extLst>
                    <a:ext uri="{FF2B5EF4-FFF2-40B4-BE49-F238E27FC236}">
                      <a16:creationId xmlns:a16="http://schemas.microsoft.com/office/drawing/2014/main" id="{0AE32EA1-CCCE-FDBD-7428-6D7137F4E3EF}"/>
                    </a:ext>
                  </a:extLst>
                </p:cNvPr>
                <p:cNvSpPr>
                  <a:spLocks noChangeShapeType="1"/>
                </p:cNvSpPr>
                <p:nvPr/>
              </p:nvSpPr>
              <p:spPr bwMode="auto">
                <a:xfrm>
                  <a:off x="2407" y="3591"/>
                  <a:ext cx="24" cy="1"/>
                </a:xfrm>
                <a:prstGeom prst="line">
                  <a:avLst/>
                </a:prstGeom>
                <a:grpFill/>
                <a:ln w="12700">
                  <a:solidFill>
                    <a:schemeClr val="bg1"/>
                  </a:solidFill>
                  <a:round/>
                  <a:headEnd/>
                  <a:tailEnd/>
                </a:ln>
              </p:spPr>
              <p:txBody>
                <a:bodyPr/>
                <a:lstStyle/>
                <a:p>
                  <a:endParaRPr lang="en-US"/>
                </a:p>
              </p:txBody>
            </p:sp>
            <p:sp>
              <p:nvSpPr>
                <p:cNvPr id="104216" name="Line 553">
                  <a:extLst>
                    <a:ext uri="{FF2B5EF4-FFF2-40B4-BE49-F238E27FC236}">
                      <a16:creationId xmlns:a16="http://schemas.microsoft.com/office/drawing/2014/main" id="{9304AB97-DA94-8C4A-866A-331AD6DD94FB}"/>
                    </a:ext>
                  </a:extLst>
                </p:cNvPr>
                <p:cNvSpPr>
                  <a:spLocks noChangeShapeType="1"/>
                </p:cNvSpPr>
                <p:nvPr/>
              </p:nvSpPr>
              <p:spPr bwMode="auto">
                <a:xfrm>
                  <a:off x="2463" y="3591"/>
                  <a:ext cx="24" cy="1"/>
                </a:xfrm>
                <a:prstGeom prst="line">
                  <a:avLst/>
                </a:prstGeom>
                <a:grpFill/>
                <a:ln w="12700">
                  <a:solidFill>
                    <a:schemeClr val="bg1"/>
                  </a:solidFill>
                  <a:round/>
                  <a:headEnd/>
                  <a:tailEnd/>
                </a:ln>
              </p:spPr>
              <p:txBody>
                <a:bodyPr/>
                <a:lstStyle/>
                <a:p>
                  <a:endParaRPr lang="en-US"/>
                </a:p>
              </p:txBody>
            </p:sp>
            <p:sp>
              <p:nvSpPr>
                <p:cNvPr id="104217" name="Line 554">
                  <a:extLst>
                    <a:ext uri="{FF2B5EF4-FFF2-40B4-BE49-F238E27FC236}">
                      <a16:creationId xmlns:a16="http://schemas.microsoft.com/office/drawing/2014/main" id="{2CCD47AC-F309-868B-389B-A888387D1622}"/>
                    </a:ext>
                  </a:extLst>
                </p:cNvPr>
                <p:cNvSpPr>
                  <a:spLocks noChangeShapeType="1"/>
                </p:cNvSpPr>
                <p:nvPr/>
              </p:nvSpPr>
              <p:spPr bwMode="auto">
                <a:xfrm>
                  <a:off x="2518" y="3591"/>
                  <a:ext cx="24" cy="1"/>
                </a:xfrm>
                <a:prstGeom prst="line">
                  <a:avLst/>
                </a:prstGeom>
                <a:grpFill/>
                <a:ln w="12700">
                  <a:solidFill>
                    <a:schemeClr val="bg1"/>
                  </a:solidFill>
                  <a:round/>
                  <a:headEnd/>
                  <a:tailEnd/>
                </a:ln>
              </p:spPr>
              <p:txBody>
                <a:bodyPr/>
                <a:lstStyle/>
                <a:p>
                  <a:endParaRPr lang="en-US"/>
                </a:p>
              </p:txBody>
            </p:sp>
            <p:sp>
              <p:nvSpPr>
                <p:cNvPr id="104218" name="Line 555">
                  <a:extLst>
                    <a:ext uri="{FF2B5EF4-FFF2-40B4-BE49-F238E27FC236}">
                      <a16:creationId xmlns:a16="http://schemas.microsoft.com/office/drawing/2014/main" id="{530D504B-6ED0-E1DB-691C-59DCE6D75912}"/>
                    </a:ext>
                  </a:extLst>
                </p:cNvPr>
                <p:cNvSpPr>
                  <a:spLocks noChangeShapeType="1"/>
                </p:cNvSpPr>
                <p:nvPr/>
              </p:nvSpPr>
              <p:spPr bwMode="auto">
                <a:xfrm>
                  <a:off x="2574" y="3591"/>
                  <a:ext cx="24" cy="1"/>
                </a:xfrm>
                <a:prstGeom prst="line">
                  <a:avLst/>
                </a:prstGeom>
                <a:grpFill/>
                <a:ln w="12700">
                  <a:solidFill>
                    <a:schemeClr val="bg1"/>
                  </a:solidFill>
                  <a:round/>
                  <a:headEnd/>
                  <a:tailEnd/>
                </a:ln>
              </p:spPr>
              <p:txBody>
                <a:bodyPr/>
                <a:lstStyle/>
                <a:p>
                  <a:endParaRPr lang="en-US"/>
                </a:p>
              </p:txBody>
            </p:sp>
            <p:sp>
              <p:nvSpPr>
                <p:cNvPr id="104219" name="Line 556">
                  <a:extLst>
                    <a:ext uri="{FF2B5EF4-FFF2-40B4-BE49-F238E27FC236}">
                      <a16:creationId xmlns:a16="http://schemas.microsoft.com/office/drawing/2014/main" id="{B740A70F-335D-EDED-7CE3-35CE025440B4}"/>
                    </a:ext>
                  </a:extLst>
                </p:cNvPr>
                <p:cNvSpPr>
                  <a:spLocks noChangeShapeType="1"/>
                </p:cNvSpPr>
                <p:nvPr/>
              </p:nvSpPr>
              <p:spPr bwMode="auto">
                <a:xfrm>
                  <a:off x="2630" y="3591"/>
                  <a:ext cx="24" cy="1"/>
                </a:xfrm>
                <a:prstGeom prst="line">
                  <a:avLst/>
                </a:prstGeom>
                <a:grpFill/>
                <a:ln w="12700">
                  <a:solidFill>
                    <a:schemeClr val="bg1"/>
                  </a:solidFill>
                  <a:round/>
                  <a:headEnd/>
                  <a:tailEnd/>
                </a:ln>
              </p:spPr>
              <p:txBody>
                <a:bodyPr/>
                <a:lstStyle/>
                <a:p>
                  <a:endParaRPr lang="en-US"/>
                </a:p>
              </p:txBody>
            </p:sp>
            <p:sp>
              <p:nvSpPr>
                <p:cNvPr id="104220" name="Line 557">
                  <a:extLst>
                    <a:ext uri="{FF2B5EF4-FFF2-40B4-BE49-F238E27FC236}">
                      <a16:creationId xmlns:a16="http://schemas.microsoft.com/office/drawing/2014/main" id="{E723B1E1-FDC1-0AE3-0710-B3877A77AD66}"/>
                    </a:ext>
                  </a:extLst>
                </p:cNvPr>
                <p:cNvSpPr>
                  <a:spLocks noChangeShapeType="1"/>
                </p:cNvSpPr>
                <p:nvPr/>
              </p:nvSpPr>
              <p:spPr bwMode="auto">
                <a:xfrm>
                  <a:off x="2686" y="3591"/>
                  <a:ext cx="16" cy="1"/>
                </a:xfrm>
                <a:prstGeom prst="line">
                  <a:avLst/>
                </a:prstGeom>
                <a:grpFill/>
                <a:ln w="12700">
                  <a:solidFill>
                    <a:schemeClr val="bg1"/>
                  </a:solidFill>
                  <a:round/>
                  <a:headEnd/>
                  <a:tailEnd/>
                </a:ln>
              </p:spPr>
              <p:txBody>
                <a:bodyPr/>
                <a:lstStyle/>
                <a:p>
                  <a:endParaRPr lang="en-US"/>
                </a:p>
              </p:txBody>
            </p:sp>
          </p:grpSp>
        </p:grpSp>
        <p:grpSp>
          <p:nvGrpSpPr>
            <p:cNvPr id="103546" name="Group 558">
              <a:extLst>
                <a:ext uri="{FF2B5EF4-FFF2-40B4-BE49-F238E27FC236}">
                  <a16:creationId xmlns:a16="http://schemas.microsoft.com/office/drawing/2014/main" id="{CFE5755D-B3D5-17FC-FFB0-2CBAEBA7C806}"/>
                </a:ext>
              </a:extLst>
            </p:cNvPr>
            <p:cNvGrpSpPr>
              <a:grpSpLocks/>
            </p:cNvGrpSpPr>
            <p:nvPr/>
          </p:nvGrpSpPr>
          <p:grpSpPr bwMode="auto">
            <a:xfrm>
              <a:off x="1952" y="2376"/>
              <a:ext cx="886" cy="290"/>
              <a:chOff x="1952" y="2376"/>
              <a:chExt cx="886" cy="290"/>
            </a:xfrm>
            <a:grpFill/>
          </p:grpSpPr>
          <p:sp>
            <p:nvSpPr>
              <p:cNvPr id="104211" name="Freeform 559">
                <a:extLst>
                  <a:ext uri="{FF2B5EF4-FFF2-40B4-BE49-F238E27FC236}">
                    <a16:creationId xmlns:a16="http://schemas.microsoft.com/office/drawing/2014/main" id="{212A1335-541B-7969-A369-5424137FCDF1}"/>
                  </a:ext>
                </a:extLst>
              </p:cNvPr>
              <p:cNvSpPr>
                <a:spLocks/>
              </p:cNvSpPr>
              <p:nvPr/>
            </p:nvSpPr>
            <p:spPr bwMode="auto">
              <a:xfrm>
                <a:off x="2702" y="2586"/>
                <a:ext cx="136" cy="80"/>
              </a:xfrm>
              <a:custGeom>
                <a:avLst/>
                <a:gdLst>
                  <a:gd name="T0" fmla="*/ 136 w 136"/>
                  <a:gd name="T1" fmla="*/ 80 h 80"/>
                  <a:gd name="T2" fmla="*/ 0 w 136"/>
                  <a:gd name="T3" fmla="*/ 64 h 80"/>
                  <a:gd name="T4" fmla="*/ 8 w 136"/>
                  <a:gd name="T5" fmla="*/ 32 h 80"/>
                  <a:gd name="T6" fmla="*/ 16 w 136"/>
                  <a:gd name="T7" fmla="*/ 0 h 80"/>
                  <a:gd name="T8" fmla="*/ 136 w 136"/>
                  <a:gd name="T9" fmla="*/ 80 h 80"/>
                  <a:gd name="T10" fmla="*/ 0 60000 65536"/>
                  <a:gd name="T11" fmla="*/ 0 60000 65536"/>
                  <a:gd name="T12" fmla="*/ 0 60000 65536"/>
                  <a:gd name="T13" fmla="*/ 0 60000 65536"/>
                  <a:gd name="T14" fmla="*/ 0 60000 65536"/>
                  <a:gd name="T15" fmla="*/ 0 w 136"/>
                  <a:gd name="T16" fmla="*/ 0 h 80"/>
                  <a:gd name="T17" fmla="*/ 136 w 136"/>
                  <a:gd name="T18" fmla="*/ 80 h 80"/>
                </a:gdLst>
                <a:ahLst/>
                <a:cxnLst>
                  <a:cxn ang="T10">
                    <a:pos x="T0" y="T1"/>
                  </a:cxn>
                  <a:cxn ang="T11">
                    <a:pos x="T2" y="T3"/>
                  </a:cxn>
                  <a:cxn ang="T12">
                    <a:pos x="T4" y="T5"/>
                  </a:cxn>
                  <a:cxn ang="T13">
                    <a:pos x="T6" y="T7"/>
                  </a:cxn>
                  <a:cxn ang="T14">
                    <a:pos x="T8" y="T9"/>
                  </a:cxn>
                </a:cxnLst>
                <a:rect l="T15" t="T16" r="T17" b="T18"/>
                <a:pathLst>
                  <a:path w="136" h="80">
                    <a:moveTo>
                      <a:pt x="136" y="80"/>
                    </a:moveTo>
                    <a:lnTo>
                      <a:pt x="0" y="64"/>
                    </a:lnTo>
                    <a:lnTo>
                      <a:pt x="8" y="32"/>
                    </a:lnTo>
                    <a:lnTo>
                      <a:pt x="16" y="0"/>
                    </a:lnTo>
                    <a:lnTo>
                      <a:pt x="136" y="80"/>
                    </a:lnTo>
                    <a:close/>
                  </a:path>
                </a:pathLst>
              </a:custGeom>
              <a:grpFill/>
              <a:ln w="9525">
                <a:solidFill>
                  <a:schemeClr val="bg1"/>
                </a:solidFill>
                <a:round/>
                <a:headEnd/>
                <a:tailEnd/>
              </a:ln>
            </p:spPr>
            <p:txBody>
              <a:bodyPr/>
              <a:lstStyle/>
              <a:p>
                <a:endParaRPr lang="en-US"/>
              </a:p>
            </p:txBody>
          </p:sp>
          <p:sp>
            <p:nvSpPr>
              <p:cNvPr id="104212" name="Line 560">
                <a:extLst>
                  <a:ext uri="{FF2B5EF4-FFF2-40B4-BE49-F238E27FC236}">
                    <a16:creationId xmlns:a16="http://schemas.microsoft.com/office/drawing/2014/main" id="{50A5773A-DD8C-0391-D403-54F6ECBDA115}"/>
                  </a:ext>
                </a:extLst>
              </p:cNvPr>
              <p:cNvSpPr>
                <a:spLocks noChangeShapeType="1"/>
              </p:cNvSpPr>
              <p:nvPr/>
            </p:nvSpPr>
            <p:spPr bwMode="auto">
              <a:xfrm>
                <a:off x="1952" y="2376"/>
                <a:ext cx="766" cy="244"/>
              </a:xfrm>
              <a:prstGeom prst="line">
                <a:avLst/>
              </a:prstGeom>
              <a:grpFill/>
              <a:ln w="25400">
                <a:solidFill>
                  <a:schemeClr val="bg1"/>
                </a:solidFill>
                <a:round/>
                <a:headEnd/>
                <a:tailEnd/>
              </a:ln>
            </p:spPr>
            <p:txBody>
              <a:bodyPr/>
              <a:lstStyle/>
              <a:p>
                <a:endParaRPr lang="en-US"/>
              </a:p>
            </p:txBody>
          </p:sp>
        </p:grpSp>
        <p:grpSp>
          <p:nvGrpSpPr>
            <p:cNvPr id="103547" name="Group 561">
              <a:extLst>
                <a:ext uri="{FF2B5EF4-FFF2-40B4-BE49-F238E27FC236}">
                  <a16:creationId xmlns:a16="http://schemas.microsoft.com/office/drawing/2014/main" id="{AC85C9D7-2DDF-B7DE-FC81-B2D076F48222}"/>
                </a:ext>
              </a:extLst>
            </p:cNvPr>
            <p:cNvGrpSpPr>
              <a:grpSpLocks/>
            </p:cNvGrpSpPr>
            <p:nvPr/>
          </p:nvGrpSpPr>
          <p:grpSpPr bwMode="auto">
            <a:xfrm>
              <a:off x="1481" y="2084"/>
              <a:ext cx="1373" cy="1507"/>
              <a:chOff x="1481" y="2084"/>
              <a:chExt cx="1373" cy="1507"/>
            </a:xfrm>
            <a:grpFill/>
          </p:grpSpPr>
          <p:sp>
            <p:nvSpPr>
              <p:cNvPr id="104209" name="Freeform 562">
                <a:extLst>
                  <a:ext uri="{FF2B5EF4-FFF2-40B4-BE49-F238E27FC236}">
                    <a16:creationId xmlns:a16="http://schemas.microsoft.com/office/drawing/2014/main" id="{5626AE64-FBE0-52FA-50F7-0D0FE7CCF99B}"/>
                  </a:ext>
                </a:extLst>
              </p:cNvPr>
              <p:cNvSpPr>
                <a:spLocks/>
              </p:cNvSpPr>
              <p:nvPr/>
            </p:nvSpPr>
            <p:spPr bwMode="auto">
              <a:xfrm>
                <a:off x="2742" y="2084"/>
                <a:ext cx="112" cy="119"/>
              </a:xfrm>
              <a:custGeom>
                <a:avLst/>
                <a:gdLst>
                  <a:gd name="T0" fmla="*/ 112 w 112"/>
                  <a:gd name="T1" fmla="*/ 0 h 119"/>
                  <a:gd name="T2" fmla="*/ 48 w 112"/>
                  <a:gd name="T3" fmla="*/ 119 h 119"/>
                  <a:gd name="T4" fmla="*/ 24 w 112"/>
                  <a:gd name="T5" fmla="*/ 96 h 119"/>
                  <a:gd name="T6" fmla="*/ 0 w 112"/>
                  <a:gd name="T7" fmla="*/ 72 h 119"/>
                  <a:gd name="T8" fmla="*/ 112 w 112"/>
                  <a:gd name="T9" fmla="*/ 0 h 119"/>
                  <a:gd name="T10" fmla="*/ 0 60000 65536"/>
                  <a:gd name="T11" fmla="*/ 0 60000 65536"/>
                  <a:gd name="T12" fmla="*/ 0 60000 65536"/>
                  <a:gd name="T13" fmla="*/ 0 60000 65536"/>
                  <a:gd name="T14" fmla="*/ 0 60000 65536"/>
                  <a:gd name="T15" fmla="*/ 0 w 112"/>
                  <a:gd name="T16" fmla="*/ 0 h 119"/>
                  <a:gd name="T17" fmla="*/ 112 w 112"/>
                  <a:gd name="T18" fmla="*/ 119 h 119"/>
                </a:gdLst>
                <a:ahLst/>
                <a:cxnLst>
                  <a:cxn ang="T10">
                    <a:pos x="T0" y="T1"/>
                  </a:cxn>
                  <a:cxn ang="T11">
                    <a:pos x="T2" y="T3"/>
                  </a:cxn>
                  <a:cxn ang="T12">
                    <a:pos x="T4" y="T5"/>
                  </a:cxn>
                  <a:cxn ang="T13">
                    <a:pos x="T6" y="T7"/>
                  </a:cxn>
                  <a:cxn ang="T14">
                    <a:pos x="T8" y="T9"/>
                  </a:cxn>
                </a:cxnLst>
                <a:rect l="T15" t="T16" r="T17" b="T18"/>
                <a:pathLst>
                  <a:path w="112" h="119">
                    <a:moveTo>
                      <a:pt x="112" y="0"/>
                    </a:moveTo>
                    <a:lnTo>
                      <a:pt x="48" y="119"/>
                    </a:lnTo>
                    <a:lnTo>
                      <a:pt x="24" y="96"/>
                    </a:lnTo>
                    <a:lnTo>
                      <a:pt x="0" y="72"/>
                    </a:lnTo>
                    <a:lnTo>
                      <a:pt x="112" y="0"/>
                    </a:lnTo>
                    <a:close/>
                  </a:path>
                </a:pathLst>
              </a:custGeom>
              <a:grpFill/>
              <a:ln w="9525">
                <a:solidFill>
                  <a:schemeClr val="bg1"/>
                </a:solidFill>
                <a:round/>
                <a:headEnd/>
                <a:tailEnd/>
              </a:ln>
            </p:spPr>
            <p:txBody>
              <a:bodyPr/>
              <a:lstStyle/>
              <a:p>
                <a:endParaRPr lang="en-US"/>
              </a:p>
            </p:txBody>
          </p:sp>
          <p:sp>
            <p:nvSpPr>
              <p:cNvPr id="104210" name="Line 563">
                <a:extLst>
                  <a:ext uri="{FF2B5EF4-FFF2-40B4-BE49-F238E27FC236}">
                    <a16:creationId xmlns:a16="http://schemas.microsoft.com/office/drawing/2014/main" id="{5975D5EC-7243-63C6-5215-6F7A83EA9689}"/>
                  </a:ext>
                </a:extLst>
              </p:cNvPr>
              <p:cNvSpPr>
                <a:spLocks noChangeShapeType="1"/>
              </p:cNvSpPr>
              <p:nvPr/>
            </p:nvSpPr>
            <p:spPr bwMode="auto">
              <a:xfrm flipV="1">
                <a:off x="1481" y="2172"/>
                <a:ext cx="1291" cy="1419"/>
              </a:xfrm>
              <a:prstGeom prst="line">
                <a:avLst/>
              </a:prstGeom>
              <a:grpFill/>
              <a:ln w="25400">
                <a:solidFill>
                  <a:schemeClr val="bg1"/>
                </a:solidFill>
                <a:round/>
                <a:headEnd/>
                <a:tailEnd/>
              </a:ln>
            </p:spPr>
            <p:txBody>
              <a:bodyPr/>
              <a:lstStyle/>
              <a:p>
                <a:endParaRPr lang="en-US"/>
              </a:p>
            </p:txBody>
          </p:sp>
        </p:grpSp>
        <p:grpSp>
          <p:nvGrpSpPr>
            <p:cNvPr id="103548" name="Group 564">
              <a:extLst>
                <a:ext uri="{FF2B5EF4-FFF2-40B4-BE49-F238E27FC236}">
                  <a16:creationId xmlns:a16="http://schemas.microsoft.com/office/drawing/2014/main" id="{9A72224B-C699-270E-C07F-54A116BEEEC9}"/>
                </a:ext>
              </a:extLst>
            </p:cNvPr>
            <p:cNvGrpSpPr>
              <a:grpSpLocks/>
            </p:cNvGrpSpPr>
            <p:nvPr/>
          </p:nvGrpSpPr>
          <p:grpSpPr bwMode="auto">
            <a:xfrm>
              <a:off x="1944" y="2076"/>
              <a:ext cx="902" cy="885"/>
              <a:chOff x="1944" y="2076"/>
              <a:chExt cx="902" cy="885"/>
            </a:xfrm>
            <a:grpFill/>
          </p:grpSpPr>
          <p:sp>
            <p:nvSpPr>
              <p:cNvPr id="104207" name="Freeform 565">
                <a:extLst>
                  <a:ext uri="{FF2B5EF4-FFF2-40B4-BE49-F238E27FC236}">
                    <a16:creationId xmlns:a16="http://schemas.microsoft.com/office/drawing/2014/main" id="{3C8A57EA-3E89-CB0F-E932-0DB5EB05B1E9}"/>
                  </a:ext>
                </a:extLst>
              </p:cNvPr>
              <p:cNvSpPr>
                <a:spLocks/>
              </p:cNvSpPr>
              <p:nvPr/>
            </p:nvSpPr>
            <p:spPr bwMode="auto">
              <a:xfrm>
                <a:off x="2726" y="2850"/>
                <a:ext cx="120" cy="111"/>
              </a:xfrm>
              <a:custGeom>
                <a:avLst/>
                <a:gdLst>
                  <a:gd name="T0" fmla="*/ 120 w 120"/>
                  <a:gd name="T1" fmla="*/ 111 h 111"/>
                  <a:gd name="T2" fmla="*/ 0 w 120"/>
                  <a:gd name="T3" fmla="*/ 47 h 111"/>
                  <a:gd name="T4" fmla="*/ 24 w 120"/>
                  <a:gd name="T5" fmla="*/ 23 h 111"/>
                  <a:gd name="T6" fmla="*/ 48 w 120"/>
                  <a:gd name="T7" fmla="*/ 0 h 111"/>
                  <a:gd name="T8" fmla="*/ 120 w 120"/>
                  <a:gd name="T9" fmla="*/ 111 h 111"/>
                  <a:gd name="T10" fmla="*/ 0 60000 65536"/>
                  <a:gd name="T11" fmla="*/ 0 60000 65536"/>
                  <a:gd name="T12" fmla="*/ 0 60000 65536"/>
                  <a:gd name="T13" fmla="*/ 0 60000 65536"/>
                  <a:gd name="T14" fmla="*/ 0 60000 65536"/>
                  <a:gd name="T15" fmla="*/ 0 w 120"/>
                  <a:gd name="T16" fmla="*/ 0 h 111"/>
                  <a:gd name="T17" fmla="*/ 120 w 120"/>
                  <a:gd name="T18" fmla="*/ 111 h 111"/>
                </a:gdLst>
                <a:ahLst/>
                <a:cxnLst>
                  <a:cxn ang="T10">
                    <a:pos x="T0" y="T1"/>
                  </a:cxn>
                  <a:cxn ang="T11">
                    <a:pos x="T2" y="T3"/>
                  </a:cxn>
                  <a:cxn ang="T12">
                    <a:pos x="T4" y="T5"/>
                  </a:cxn>
                  <a:cxn ang="T13">
                    <a:pos x="T6" y="T7"/>
                  </a:cxn>
                  <a:cxn ang="T14">
                    <a:pos x="T8" y="T9"/>
                  </a:cxn>
                </a:cxnLst>
                <a:rect l="T15" t="T16" r="T17" b="T18"/>
                <a:pathLst>
                  <a:path w="120" h="111">
                    <a:moveTo>
                      <a:pt x="120" y="111"/>
                    </a:moveTo>
                    <a:lnTo>
                      <a:pt x="0" y="47"/>
                    </a:lnTo>
                    <a:lnTo>
                      <a:pt x="24" y="23"/>
                    </a:lnTo>
                    <a:lnTo>
                      <a:pt x="48" y="0"/>
                    </a:lnTo>
                    <a:lnTo>
                      <a:pt x="120" y="111"/>
                    </a:lnTo>
                    <a:close/>
                  </a:path>
                </a:pathLst>
              </a:custGeom>
              <a:grpFill/>
              <a:ln w="9525">
                <a:solidFill>
                  <a:schemeClr val="bg1"/>
                </a:solidFill>
                <a:round/>
                <a:headEnd/>
                <a:tailEnd/>
              </a:ln>
            </p:spPr>
            <p:txBody>
              <a:bodyPr/>
              <a:lstStyle/>
              <a:p>
                <a:endParaRPr lang="en-US"/>
              </a:p>
            </p:txBody>
          </p:sp>
          <p:sp>
            <p:nvSpPr>
              <p:cNvPr id="104208" name="Line 566">
                <a:extLst>
                  <a:ext uri="{FF2B5EF4-FFF2-40B4-BE49-F238E27FC236}">
                    <a16:creationId xmlns:a16="http://schemas.microsoft.com/office/drawing/2014/main" id="{3E80B03D-0AF5-3E14-88F8-C015517E2315}"/>
                  </a:ext>
                </a:extLst>
              </p:cNvPr>
              <p:cNvSpPr>
                <a:spLocks noChangeShapeType="1"/>
              </p:cNvSpPr>
              <p:nvPr/>
            </p:nvSpPr>
            <p:spPr bwMode="auto">
              <a:xfrm>
                <a:off x="1944" y="2076"/>
                <a:ext cx="814" cy="805"/>
              </a:xfrm>
              <a:prstGeom prst="line">
                <a:avLst/>
              </a:prstGeom>
              <a:grpFill/>
              <a:ln w="25400">
                <a:solidFill>
                  <a:schemeClr val="bg1"/>
                </a:solidFill>
                <a:round/>
                <a:headEnd/>
                <a:tailEnd/>
              </a:ln>
            </p:spPr>
            <p:txBody>
              <a:bodyPr/>
              <a:lstStyle/>
              <a:p>
                <a:endParaRPr lang="en-US"/>
              </a:p>
            </p:txBody>
          </p:sp>
        </p:grpSp>
        <p:grpSp>
          <p:nvGrpSpPr>
            <p:cNvPr id="103549" name="Group 567">
              <a:extLst>
                <a:ext uri="{FF2B5EF4-FFF2-40B4-BE49-F238E27FC236}">
                  <a16:creationId xmlns:a16="http://schemas.microsoft.com/office/drawing/2014/main" id="{1D44A3AC-893A-8FAA-6E2F-A930DAAFC3F5}"/>
                </a:ext>
              </a:extLst>
            </p:cNvPr>
            <p:cNvGrpSpPr>
              <a:grpSpLocks/>
            </p:cNvGrpSpPr>
            <p:nvPr/>
          </p:nvGrpSpPr>
          <p:grpSpPr bwMode="auto">
            <a:xfrm>
              <a:off x="1489" y="2379"/>
              <a:ext cx="902" cy="893"/>
              <a:chOff x="1489" y="2379"/>
              <a:chExt cx="902" cy="893"/>
            </a:xfrm>
            <a:grpFill/>
          </p:grpSpPr>
          <p:sp>
            <p:nvSpPr>
              <p:cNvPr id="104205" name="Freeform 568">
                <a:extLst>
                  <a:ext uri="{FF2B5EF4-FFF2-40B4-BE49-F238E27FC236}">
                    <a16:creationId xmlns:a16="http://schemas.microsoft.com/office/drawing/2014/main" id="{978893BA-DBBF-614C-4BCD-FFDB6EBA376F}"/>
                  </a:ext>
                </a:extLst>
              </p:cNvPr>
              <p:cNvSpPr>
                <a:spLocks/>
              </p:cNvSpPr>
              <p:nvPr/>
            </p:nvSpPr>
            <p:spPr bwMode="auto">
              <a:xfrm>
                <a:off x="2271" y="3153"/>
                <a:ext cx="120" cy="119"/>
              </a:xfrm>
              <a:custGeom>
                <a:avLst/>
                <a:gdLst>
                  <a:gd name="T0" fmla="*/ 120 w 120"/>
                  <a:gd name="T1" fmla="*/ 119 h 119"/>
                  <a:gd name="T2" fmla="*/ 0 w 120"/>
                  <a:gd name="T3" fmla="*/ 48 h 119"/>
                  <a:gd name="T4" fmla="*/ 24 w 120"/>
                  <a:gd name="T5" fmla="*/ 24 h 119"/>
                  <a:gd name="T6" fmla="*/ 48 w 120"/>
                  <a:gd name="T7" fmla="*/ 0 h 119"/>
                  <a:gd name="T8" fmla="*/ 120 w 120"/>
                  <a:gd name="T9" fmla="*/ 119 h 119"/>
                  <a:gd name="T10" fmla="*/ 0 60000 65536"/>
                  <a:gd name="T11" fmla="*/ 0 60000 65536"/>
                  <a:gd name="T12" fmla="*/ 0 60000 65536"/>
                  <a:gd name="T13" fmla="*/ 0 60000 65536"/>
                  <a:gd name="T14" fmla="*/ 0 60000 65536"/>
                  <a:gd name="T15" fmla="*/ 0 w 120"/>
                  <a:gd name="T16" fmla="*/ 0 h 119"/>
                  <a:gd name="T17" fmla="*/ 120 w 120"/>
                  <a:gd name="T18" fmla="*/ 119 h 119"/>
                </a:gdLst>
                <a:ahLst/>
                <a:cxnLst>
                  <a:cxn ang="T10">
                    <a:pos x="T0" y="T1"/>
                  </a:cxn>
                  <a:cxn ang="T11">
                    <a:pos x="T2" y="T3"/>
                  </a:cxn>
                  <a:cxn ang="T12">
                    <a:pos x="T4" y="T5"/>
                  </a:cxn>
                  <a:cxn ang="T13">
                    <a:pos x="T6" y="T7"/>
                  </a:cxn>
                  <a:cxn ang="T14">
                    <a:pos x="T8" y="T9"/>
                  </a:cxn>
                </a:cxnLst>
                <a:rect l="T15" t="T16" r="T17" b="T18"/>
                <a:pathLst>
                  <a:path w="120" h="119">
                    <a:moveTo>
                      <a:pt x="120" y="119"/>
                    </a:moveTo>
                    <a:lnTo>
                      <a:pt x="0" y="48"/>
                    </a:lnTo>
                    <a:lnTo>
                      <a:pt x="24" y="24"/>
                    </a:lnTo>
                    <a:lnTo>
                      <a:pt x="48" y="0"/>
                    </a:lnTo>
                    <a:lnTo>
                      <a:pt x="120" y="119"/>
                    </a:lnTo>
                    <a:close/>
                  </a:path>
                </a:pathLst>
              </a:custGeom>
              <a:grpFill/>
              <a:ln w="9525">
                <a:solidFill>
                  <a:schemeClr val="bg1"/>
                </a:solidFill>
                <a:round/>
                <a:headEnd/>
                <a:tailEnd/>
              </a:ln>
            </p:spPr>
            <p:txBody>
              <a:bodyPr/>
              <a:lstStyle/>
              <a:p>
                <a:endParaRPr lang="en-US"/>
              </a:p>
            </p:txBody>
          </p:sp>
          <p:sp>
            <p:nvSpPr>
              <p:cNvPr id="104206" name="Line 569">
                <a:extLst>
                  <a:ext uri="{FF2B5EF4-FFF2-40B4-BE49-F238E27FC236}">
                    <a16:creationId xmlns:a16="http://schemas.microsoft.com/office/drawing/2014/main" id="{EDD61E1D-AA1D-8534-B1BB-33771EA26370}"/>
                  </a:ext>
                </a:extLst>
              </p:cNvPr>
              <p:cNvSpPr>
                <a:spLocks noChangeShapeType="1"/>
              </p:cNvSpPr>
              <p:nvPr/>
            </p:nvSpPr>
            <p:spPr bwMode="auto">
              <a:xfrm>
                <a:off x="1489" y="2379"/>
                <a:ext cx="814" cy="805"/>
              </a:xfrm>
              <a:prstGeom prst="line">
                <a:avLst/>
              </a:prstGeom>
              <a:grpFill/>
              <a:ln w="25400">
                <a:solidFill>
                  <a:schemeClr val="bg1"/>
                </a:solidFill>
                <a:round/>
                <a:headEnd/>
                <a:tailEnd/>
              </a:ln>
            </p:spPr>
            <p:txBody>
              <a:bodyPr/>
              <a:lstStyle/>
              <a:p>
                <a:endParaRPr lang="en-US"/>
              </a:p>
            </p:txBody>
          </p:sp>
        </p:grpSp>
        <p:grpSp>
          <p:nvGrpSpPr>
            <p:cNvPr id="103550" name="Group 570">
              <a:extLst>
                <a:ext uri="{FF2B5EF4-FFF2-40B4-BE49-F238E27FC236}">
                  <a16:creationId xmlns:a16="http://schemas.microsoft.com/office/drawing/2014/main" id="{74648A0D-5D0E-0145-DC38-7746A4749D3F}"/>
                </a:ext>
              </a:extLst>
            </p:cNvPr>
            <p:cNvGrpSpPr>
              <a:grpSpLocks/>
            </p:cNvGrpSpPr>
            <p:nvPr/>
          </p:nvGrpSpPr>
          <p:grpSpPr bwMode="auto">
            <a:xfrm>
              <a:off x="3311" y="2387"/>
              <a:ext cx="437" cy="590"/>
              <a:chOff x="3311" y="2387"/>
              <a:chExt cx="437" cy="590"/>
            </a:xfrm>
            <a:grpFill/>
          </p:grpSpPr>
          <p:sp>
            <p:nvSpPr>
              <p:cNvPr id="104203" name="Freeform 571">
                <a:extLst>
                  <a:ext uri="{FF2B5EF4-FFF2-40B4-BE49-F238E27FC236}">
                    <a16:creationId xmlns:a16="http://schemas.microsoft.com/office/drawing/2014/main" id="{5CEA2BF8-3D91-7C4C-E179-FB1D9A34E669}"/>
                  </a:ext>
                </a:extLst>
              </p:cNvPr>
              <p:cNvSpPr>
                <a:spLocks/>
              </p:cNvSpPr>
              <p:nvPr/>
            </p:nvSpPr>
            <p:spPr bwMode="auto">
              <a:xfrm>
                <a:off x="3644" y="2387"/>
                <a:ext cx="104" cy="128"/>
              </a:xfrm>
              <a:custGeom>
                <a:avLst/>
                <a:gdLst>
                  <a:gd name="T0" fmla="*/ 104 w 104"/>
                  <a:gd name="T1" fmla="*/ 0 h 128"/>
                  <a:gd name="T2" fmla="*/ 56 w 104"/>
                  <a:gd name="T3" fmla="*/ 128 h 128"/>
                  <a:gd name="T4" fmla="*/ 24 w 104"/>
                  <a:gd name="T5" fmla="*/ 104 h 128"/>
                  <a:gd name="T6" fmla="*/ 0 w 104"/>
                  <a:gd name="T7" fmla="*/ 88 h 128"/>
                  <a:gd name="T8" fmla="*/ 104 w 104"/>
                  <a:gd name="T9" fmla="*/ 0 h 128"/>
                  <a:gd name="T10" fmla="*/ 0 60000 65536"/>
                  <a:gd name="T11" fmla="*/ 0 60000 65536"/>
                  <a:gd name="T12" fmla="*/ 0 60000 65536"/>
                  <a:gd name="T13" fmla="*/ 0 60000 65536"/>
                  <a:gd name="T14" fmla="*/ 0 60000 65536"/>
                  <a:gd name="T15" fmla="*/ 0 w 104"/>
                  <a:gd name="T16" fmla="*/ 0 h 128"/>
                  <a:gd name="T17" fmla="*/ 104 w 104"/>
                  <a:gd name="T18" fmla="*/ 128 h 128"/>
                </a:gdLst>
                <a:ahLst/>
                <a:cxnLst>
                  <a:cxn ang="T10">
                    <a:pos x="T0" y="T1"/>
                  </a:cxn>
                  <a:cxn ang="T11">
                    <a:pos x="T2" y="T3"/>
                  </a:cxn>
                  <a:cxn ang="T12">
                    <a:pos x="T4" y="T5"/>
                  </a:cxn>
                  <a:cxn ang="T13">
                    <a:pos x="T6" y="T7"/>
                  </a:cxn>
                  <a:cxn ang="T14">
                    <a:pos x="T8" y="T9"/>
                  </a:cxn>
                </a:cxnLst>
                <a:rect l="T15" t="T16" r="T17" b="T18"/>
                <a:pathLst>
                  <a:path w="104" h="128">
                    <a:moveTo>
                      <a:pt x="104" y="0"/>
                    </a:moveTo>
                    <a:lnTo>
                      <a:pt x="56" y="128"/>
                    </a:lnTo>
                    <a:lnTo>
                      <a:pt x="24" y="104"/>
                    </a:lnTo>
                    <a:lnTo>
                      <a:pt x="0" y="88"/>
                    </a:lnTo>
                    <a:lnTo>
                      <a:pt x="104" y="0"/>
                    </a:lnTo>
                    <a:close/>
                  </a:path>
                </a:pathLst>
              </a:custGeom>
              <a:grpFill/>
              <a:ln w="9525">
                <a:solidFill>
                  <a:schemeClr val="bg1"/>
                </a:solidFill>
                <a:round/>
                <a:headEnd/>
                <a:tailEnd/>
              </a:ln>
            </p:spPr>
            <p:txBody>
              <a:bodyPr/>
              <a:lstStyle/>
              <a:p>
                <a:endParaRPr lang="en-US"/>
              </a:p>
            </p:txBody>
          </p:sp>
          <p:sp>
            <p:nvSpPr>
              <p:cNvPr id="104204" name="Line 572">
                <a:extLst>
                  <a:ext uri="{FF2B5EF4-FFF2-40B4-BE49-F238E27FC236}">
                    <a16:creationId xmlns:a16="http://schemas.microsoft.com/office/drawing/2014/main" id="{E7CFB2CA-9D26-E6E6-6320-7FE4169A6B41}"/>
                  </a:ext>
                </a:extLst>
              </p:cNvPr>
              <p:cNvSpPr>
                <a:spLocks noChangeShapeType="1"/>
              </p:cNvSpPr>
              <p:nvPr/>
            </p:nvSpPr>
            <p:spPr bwMode="auto">
              <a:xfrm flipV="1">
                <a:off x="3311" y="2483"/>
                <a:ext cx="362" cy="494"/>
              </a:xfrm>
              <a:prstGeom prst="line">
                <a:avLst/>
              </a:prstGeom>
              <a:grpFill/>
              <a:ln w="25400">
                <a:solidFill>
                  <a:schemeClr val="bg1"/>
                </a:solidFill>
                <a:round/>
                <a:headEnd/>
                <a:tailEnd/>
              </a:ln>
            </p:spPr>
            <p:txBody>
              <a:bodyPr/>
              <a:lstStyle/>
              <a:p>
                <a:endParaRPr lang="en-US"/>
              </a:p>
            </p:txBody>
          </p:sp>
        </p:grpSp>
        <p:grpSp>
          <p:nvGrpSpPr>
            <p:cNvPr id="103551" name="Group 573">
              <a:extLst>
                <a:ext uri="{FF2B5EF4-FFF2-40B4-BE49-F238E27FC236}">
                  <a16:creationId xmlns:a16="http://schemas.microsoft.com/office/drawing/2014/main" id="{A0CE4BE4-DD7E-0174-0548-060B271AE390}"/>
                </a:ext>
              </a:extLst>
            </p:cNvPr>
            <p:cNvGrpSpPr>
              <a:grpSpLocks/>
            </p:cNvGrpSpPr>
            <p:nvPr/>
          </p:nvGrpSpPr>
          <p:grpSpPr bwMode="auto">
            <a:xfrm>
              <a:off x="3772" y="2387"/>
              <a:ext cx="894" cy="596"/>
              <a:chOff x="3772" y="2387"/>
              <a:chExt cx="894" cy="596"/>
            </a:xfrm>
            <a:grpFill/>
          </p:grpSpPr>
          <p:sp>
            <p:nvSpPr>
              <p:cNvPr id="104201" name="Freeform 574">
                <a:extLst>
                  <a:ext uri="{FF2B5EF4-FFF2-40B4-BE49-F238E27FC236}">
                    <a16:creationId xmlns:a16="http://schemas.microsoft.com/office/drawing/2014/main" id="{C6076120-8446-7A12-7343-F6ECFDFB20E0}"/>
                  </a:ext>
                </a:extLst>
              </p:cNvPr>
              <p:cNvSpPr>
                <a:spLocks/>
              </p:cNvSpPr>
              <p:nvPr/>
            </p:nvSpPr>
            <p:spPr bwMode="auto">
              <a:xfrm>
                <a:off x="4538" y="2387"/>
                <a:ext cx="128" cy="96"/>
              </a:xfrm>
              <a:custGeom>
                <a:avLst/>
                <a:gdLst>
                  <a:gd name="T0" fmla="*/ 128 w 128"/>
                  <a:gd name="T1" fmla="*/ 0 h 96"/>
                  <a:gd name="T2" fmla="*/ 32 w 128"/>
                  <a:gd name="T3" fmla="*/ 96 h 96"/>
                  <a:gd name="T4" fmla="*/ 16 w 128"/>
                  <a:gd name="T5" fmla="*/ 72 h 96"/>
                  <a:gd name="T6" fmla="*/ 0 w 128"/>
                  <a:gd name="T7" fmla="*/ 40 h 96"/>
                  <a:gd name="T8" fmla="*/ 128 w 128"/>
                  <a:gd name="T9" fmla="*/ 0 h 96"/>
                  <a:gd name="T10" fmla="*/ 0 60000 65536"/>
                  <a:gd name="T11" fmla="*/ 0 60000 65536"/>
                  <a:gd name="T12" fmla="*/ 0 60000 65536"/>
                  <a:gd name="T13" fmla="*/ 0 60000 65536"/>
                  <a:gd name="T14" fmla="*/ 0 60000 65536"/>
                  <a:gd name="T15" fmla="*/ 0 w 128"/>
                  <a:gd name="T16" fmla="*/ 0 h 96"/>
                  <a:gd name="T17" fmla="*/ 128 w 128"/>
                  <a:gd name="T18" fmla="*/ 96 h 96"/>
                </a:gdLst>
                <a:ahLst/>
                <a:cxnLst>
                  <a:cxn ang="T10">
                    <a:pos x="T0" y="T1"/>
                  </a:cxn>
                  <a:cxn ang="T11">
                    <a:pos x="T2" y="T3"/>
                  </a:cxn>
                  <a:cxn ang="T12">
                    <a:pos x="T4" y="T5"/>
                  </a:cxn>
                  <a:cxn ang="T13">
                    <a:pos x="T6" y="T7"/>
                  </a:cxn>
                  <a:cxn ang="T14">
                    <a:pos x="T8" y="T9"/>
                  </a:cxn>
                </a:cxnLst>
                <a:rect l="T15" t="T16" r="T17" b="T18"/>
                <a:pathLst>
                  <a:path w="128" h="96">
                    <a:moveTo>
                      <a:pt x="128" y="0"/>
                    </a:moveTo>
                    <a:lnTo>
                      <a:pt x="32" y="96"/>
                    </a:lnTo>
                    <a:lnTo>
                      <a:pt x="16" y="72"/>
                    </a:lnTo>
                    <a:lnTo>
                      <a:pt x="0" y="40"/>
                    </a:lnTo>
                    <a:lnTo>
                      <a:pt x="128" y="0"/>
                    </a:lnTo>
                    <a:close/>
                  </a:path>
                </a:pathLst>
              </a:custGeom>
              <a:grpFill/>
              <a:ln w="9525">
                <a:solidFill>
                  <a:schemeClr val="bg1"/>
                </a:solidFill>
                <a:round/>
                <a:headEnd/>
                <a:tailEnd/>
              </a:ln>
            </p:spPr>
            <p:txBody>
              <a:bodyPr/>
              <a:lstStyle/>
              <a:p>
                <a:endParaRPr lang="en-US"/>
              </a:p>
            </p:txBody>
          </p:sp>
          <p:sp>
            <p:nvSpPr>
              <p:cNvPr id="104202" name="Line 575">
                <a:extLst>
                  <a:ext uri="{FF2B5EF4-FFF2-40B4-BE49-F238E27FC236}">
                    <a16:creationId xmlns:a16="http://schemas.microsoft.com/office/drawing/2014/main" id="{73018876-457B-ADA6-A3DB-7D22F2244223}"/>
                  </a:ext>
                </a:extLst>
              </p:cNvPr>
              <p:cNvSpPr>
                <a:spLocks noChangeShapeType="1"/>
              </p:cNvSpPr>
              <p:nvPr/>
            </p:nvSpPr>
            <p:spPr bwMode="auto">
              <a:xfrm flipV="1">
                <a:off x="3772" y="2454"/>
                <a:ext cx="790" cy="529"/>
              </a:xfrm>
              <a:prstGeom prst="line">
                <a:avLst/>
              </a:prstGeom>
              <a:grpFill/>
              <a:ln w="25400">
                <a:solidFill>
                  <a:schemeClr val="bg1"/>
                </a:solidFill>
                <a:round/>
                <a:headEnd/>
                <a:tailEnd/>
              </a:ln>
            </p:spPr>
            <p:txBody>
              <a:bodyPr/>
              <a:lstStyle/>
              <a:p>
                <a:endParaRPr lang="en-US"/>
              </a:p>
            </p:txBody>
          </p:sp>
        </p:grpSp>
        <p:grpSp>
          <p:nvGrpSpPr>
            <p:cNvPr id="103552" name="Group 576">
              <a:extLst>
                <a:ext uri="{FF2B5EF4-FFF2-40B4-BE49-F238E27FC236}">
                  <a16:creationId xmlns:a16="http://schemas.microsoft.com/office/drawing/2014/main" id="{5667A209-8C33-0FD5-9C2A-D6F7EE739B59}"/>
                </a:ext>
              </a:extLst>
            </p:cNvPr>
            <p:cNvGrpSpPr>
              <a:grpSpLocks/>
            </p:cNvGrpSpPr>
            <p:nvPr/>
          </p:nvGrpSpPr>
          <p:grpSpPr bwMode="auto">
            <a:xfrm>
              <a:off x="3788" y="2076"/>
              <a:ext cx="886" cy="290"/>
              <a:chOff x="3788" y="2076"/>
              <a:chExt cx="886" cy="290"/>
            </a:xfrm>
            <a:grpFill/>
          </p:grpSpPr>
          <p:sp>
            <p:nvSpPr>
              <p:cNvPr id="104199" name="Freeform 577">
                <a:extLst>
                  <a:ext uri="{FF2B5EF4-FFF2-40B4-BE49-F238E27FC236}">
                    <a16:creationId xmlns:a16="http://schemas.microsoft.com/office/drawing/2014/main" id="{313B71B0-B742-8731-277E-67FD212ADC0B}"/>
                  </a:ext>
                </a:extLst>
              </p:cNvPr>
              <p:cNvSpPr>
                <a:spLocks/>
              </p:cNvSpPr>
              <p:nvPr/>
            </p:nvSpPr>
            <p:spPr bwMode="auto">
              <a:xfrm>
                <a:off x="4530" y="2076"/>
                <a:ext cx="144" cy="80"/>
              </a:xfrm>
              <a:custGeom>
                <a:avLst/>
                <a:gdLst>
                  <a:gd name="T0" fmla="*/ 144 w 144"/>
                  <a:gd name="T1" fmla="*/ 0 h 80"/>
                  <a:gd name="T2" fmla="*/ 24 w 144"/>
                  <a:gd name="T3" fmla="*/ 80 h 80"/>
                  <a:gd name="T4" fmla="*/ 16 w 144"/>
                  <a:gd name="T5" fmla="*/ 48 h 80"/>
                  <a:gd name="T6" fmla="*/ 0 w 144"/>
                  <a:gd name="T7" fmla="*/ 16 h 80"/>
                  <a:gd name="T8" fmla="*/ 144 w 144"/>
                  <a:gd name="T9" fmla="*/ 0 h 80"/>
                  <a:gd name="T10" fmla="*/ 0 60000 65536"/>
                  <a:gd name="T11" fmla="*/ 0 60000 65536"/>
                  <a:gd name="T12" fmla="*/ 0 60000 65536"/>
                  <a:gd name="T13" fmla="*/ 0 60000 65536"/>
                  <a:gd name="T14" fmla="*/ 0 60000 65536"/>
                  <a:gd name="T15" fmla="*/ 0 w 144"/>
                  <a:gd name="T16" fmla="*/ 0 h 80"/>
                  <a:gd name="T17" fmla="*/ 144 w 144"/>
                  <a:gd name="T18" fmla="*/ 80 h 80"/>
                </a:gdLst>
                <a:ahLst/>
                <a:cxnLst>
                  <a:cxn ang="T10">
                    <a:pos x="T0" y="T1"/>
                  </a:cxn>
                  <a:cxn ang="T11">
                    <a:pos x="T2" y="T3"/>
                  </a:cxn>
                  <a:cxn ang="T12">
                    <a:pos x="T4" y="T5"/>
                  </a:cxn>
                  <a:cxn ang="T13">
                    <a:pos x="T6" y="T7"/>
                  </a:cxn>
                  <a:cxn ang="T14">
                    <a:pos x="T8" y="T9"/>
                  </a:cxn>
                </a:cxnLst>
                <a:rect l="T15" t="T16" r="T17" b="T18"/>
                <a:pathLst>
                  <a:path w="144" h="80">
                    <a:moveTo>
                      <a:pt x="144" y="0"/>
                    </a:moveTo>
                    <a:lnTo>
                      <a:pt x="24" y="80"/>
                    </a:lnTo>
                    <a:lnTo>
                      <a:pt x="16" y="48"/>
                    </a:lnTo>
                    <a:lnTo>
                      <a:pt x="0" y="16"/>
                    </a:lnTo>
                    <a:lnTo>
                      <a:pt x="144" y="0"/>
                    </a:lnTo>
                    <a:close/>
                  </a:path>
                </a:pathLst>
              </a:custGeom>
              <a:grpFill/>
              <a:ln w="9525">
                <a:solidFill>
                  <a:schemeClr val="bg1"/>
                </a:solidFill>
                <a:round/>
                <a:headEnd/>
                <a:tailEnd/>
              </a:ln>
            </p:spPr>
            <p:txBody>
              <a:bodyPr/>
              <a:lstStyle/>
              <a:p>
                <a:endParaRPr lang="en-US"/>
              </a:p>
            </p:txBody>
          </p:sp>
          <p:sp>
            <p:nvSpPr>
              <p:cNvPr id="104200" name="Line 578">
                <a:extLst>
                  <a:ext uri="{FF2B5EF4-FFF2-40B4-BE49-F238E27FC236}">
                    <a16:creationId xmlns:a16="http://schemas.microsoft.com/office/drawing/2014/main" id="{5026313D-F7EC-31AD-AEE3-F9DF31D3A05C}"/>
                  </a:ext>
                </a:extLst>
              </p:cNvPr>
              <p:cNvSpPr>
                <a:spLocks noChangeShapeType="1"/>
              </p:cNvSpPr>
              <p:nvPr/>
            </p:nvSpPr>
            <p:spPr bwMode="auto">
              <a:xfrm flipV="1">
                <a:off x="3788" y="2122"/>
                <a:ext cx="766" cy="244"/>
              </a:xfrm>
              <a:prstGeom prst="line">
                <a:avLst/>
              </a:prstGeom>
              <a:grpFill/>
              <a:ln w="25400">
                <a:solidFill>
                  <a:schemeClr val="bg1"/>
                </a:solidFill>
                <a:round/>
                <a:headEnd/>
                <a:tailEnd/>
              </a:ln>
            </p:spPr>
            <p:txBody>
              <a:bodyPr/>
              <a:lstStyle/>
              <a:p>
                <a:endParaRPr lang="en-US"/>
              </a:p>
            </p:txBody>
          </p:sp>
        </p:grpSp>
        <p:grpSp>
          <p:nvGrpSpPr>
            <p:cNvPr id="103553" name="Group 579">
              <a:extLst>
                <a:ext uri="{FF2B5EF4-FFF2-40B4-BE49-F238E27FC236}">
                  <a16:creationId xmlns:a16="http://schemas.microsoft.com/office/drawing/2014/main" id="{51880DA6-67FB-F253-ED8A-6D050027AD16}"/>
                </a:ext>
              </a:extLst>
            </p:cNvPr>
            <p:cNvGrpSpPr>
              <a:grpSpLocks/>
            </p:cNvGrpSpPr>
            <p:nvPr/>
          </p:nvGrpSpPr>
          <p:grpSpPr bwMode="auto">
            <a:xfrm>
              <a:off x="3317" y="1769"/>
              <a:ext cx="886" cy="283"/>
              <a:chOff x="3317" y="1769"/>
              <a:chExt cx="886" cy="283"/>
            </a:xfrm>
            <a:grpFill/>
          </p:grpSpPr>
          <p:sp>
            <p:nvSpPr>
              <p:cNvPr id="104197" name="Freeform 580">
                <a:extLst>
                  <a:ext uri="{FF2B5EF4-FFF2-40B4-BE49-F238E27FC236}">
                    <a16:creationId xmlns:a16="http://schemas.microsoft.com/office/drawing/2014/main" id="{9F091408-C1BC-BB6B-6D27-1EC1BAC9CD15}"/>
                  </a:ext>
                </a:extLst>
              </p:cNvPr>
              <p:cNvSpPr>
                <a:spLocks/>
              </p:cNvSpPr>
              <p:nvPr/>
            </p:nvSpPr>
            <p:spPr bwMode="auto">
              <a:xfrm>
                <a:off x="4067" y="1980"/>
                <a:ext cx="136" cy="72"/>
              </a:xfrm>
              <a:custGeom>
                <a:avLst/>
                <a:gdLst>
                  <a:gd name="T0" fmla="*/ 136 w 136"/>
                  <a:gd name="T1" fmla="*/ 72 h 72"/>
                  <a:gd name="T2" fmla="*/ 0 w 136"/>
                  <a:gd name="T3" fmla="*/ 64 h 72"/>
                  <a:gd name="T4" fmla="*/ 8 w 136"/>
                  <a:gd name="T5" fmla="*/ 32 h 72"/>
                  <a:gd name="T6" fmla="*/ 24 w 136"/>
                  <a:gd name="T7" fmla="*/ 0 h 72"/>
                  <a:gd name="T8" fmla="*/ 136 w 136"/>
                  <a:gd name="T9" fmla="*/ 72 h 72"/>
                  <a:gd name="T10" fmla="*/ 0 60000 65536"/>
                  <a:gd name="T11" fmla="*/ 0 60000 65536"/>
                  <a:gd name="T12" fmla="*/ 0 60000 65536"/>
                  <a:gd name="T13" fmla="*/ 0 60000 65536"/>
                  <a:gd name="T14" fmla="*/ 0 60000 65536"/>
                  <a:gd name="T15" fmla="*/ 0 w 136"/>
                  <a:gd name="T16" fmla="*/ 0 h 72"/>
                  <a:gd name="T17" fmla="*/ 136 w 136"/>
                  <a:gd name="T18" fmla="*/ 72 h 72"/>
                </a:gdLst>
                <a:ahLst/>
                <a:cxnLst>
                  <a:cxn ang="T10">
                    <a:pos x="T0" y="T1"/>
                  </a:cxn>
                  <a:cxn ang="T11">
                    <a:pos x="T2" y="T3"/>
                  </a:cxn>
                  <a:cxn ang="T12">
                    <a:pos x="T4" y="T5"/>
                  </a:cxn>
                  <a:cxn ang="T13">
                    <a:pos x="T6" y="T7"/>
                  </a:cxn>
                  <a:cxn ang="T14">
                    <a:pos x="T8" y="T9"/>
                  </a:cxn>
                </a:cxnLst>
                <a:rect l="T15" t="T16" r="T17" b="T18"/>
                <a:pathLst>
                  <a:path w="136" h="72">
                    <a:moveTo>
                      <a:pt x="136" y="72"/>
                    </a:moveTo>
                    <a:lnTo>
                      <a:pt x="0" y="64"/>
                    </a:lnTo>
                    <a:lnTo>
                      <a:pt x="8" y="32"/>
                    </a:lnTo>
                    <a:lnTo>
                      <a:pt x="24" y="0"/>
                    </a:lnTo>
                    <a:lnTo>
                      <a:pt x="136" y="72"/>
                    </a:lnTo>
                    <a:close/>
                  </a:path>
                </a:pathLst>
              </a:custGeom>
              <a:grpFill/>
              <a:ln w="9525">
                <a:solidFill>
                  <a:schemeClr val="bg1"/>
                </a:solidFill>
                <a:round/>
                <a:headEnd/>
                <a:tailEnd/>
              </a:ln>
            </p:spPr>
            <p:txBody>
              <a:bodyPr/>
              <a:lstStyle/>
              <a:p>
                <a:endParaRPr lang="en-US"/>
              </a:p>
            </p:txBody>
          </p:sp>
          <p:sp>
            <p:nvSpPr>
              <p:cNvPr id="104198" name="Line 581">
                <a:extLst>
                  <a:ext uri="{FF2B5EF4-FFF2-40B4-BE49-F238E27FC236}">
                    <a16:creationId xmlns:a16="http://schemas.microsoft.com/office/drawing/2014/main" id="{35BA13DD-23C3-9D63-F0C7-C6728E8CFEBC}"/>
                  </a:ext>
                </a:extLst>
              </p:cNvPr>
              <p:cNvSpPr>
                <a:spLocks noChangeShapeType="1"/>
              </p:cNvSpPr>
              <p:nvPr/>
            </p:nvSpPr>
            <p:spPr bwMode="auto">
              <a:xfrm>
                <a:off x="3317" y="1769"/>
                <a:ext cx="766" cy="244"/>
              </a:xfrm>
              <a:prstGeom prst="line">
                <a:avLst/>
              </a:prstGeom>
              <a:grpFill/>
              <a:ln w="25400">
                <a:solidFill>
                  <a:schemeClr val="bg1"/>
                </a:solidFill>
                <a:round/>
                <a:headEnd/>
                <a:tailEnd/>
              </a:ln>
            </p:spPr>
            <p:txBody>
              <a:bodyPr/>
              <a:lstStyle/>
              <a:p>
                <a:endParaRPr lang="en-US"/>
              </a:p>
            </p:txBody>
          </p:sp>
        </p:grpSp>
        <p:sp>
          <p:nvSpPr>
            <p:cNvPr id="103554" name="Oval 582">
              <a:extLst>
                <a:ext uri="{FF2B5EF4-FFF2-40B4-BE49-F238E27FC236}">
                  <a16:creationId xmlns:a16="http://schemas.microsoft.com/office/drawing/2014/main" id="{9E980197-8DD1-3872-E740-34EF556250EA}"/>
                </a:ext>
              </a:extLst>
            </p:cNvPr>
            <p:cNvSpPr>
              <a:spLocks noChangeArrowheads="1"/>
            </p:cNvSpPr>
            <p:nvPr/>
          </p:nvSpPr>
          <p:spPr bwMode="auto">
            <a:xfrm>
              <a:off x="3293" y="1741"/>
              <a:ext cx="32" cy="40"/>
            </a:xfrm>
            <a:prstGeom prst="ellipse">
              <a:avLst/>
            </a:prstGeom>
            <a:grpFill/>
            <a:ln w="9525">
              <a:solidFill>
                <a:schemeClr val="bg1"/>
              </a:solidFill>
              <a:round/>
              <a:headEnd/>
              <a:tailEnd/>
            </a:ln>
          </p:spPr>
          <p:txBody>
            <a:bodyPr/>
            <a:lstStyle/>
            <a:p>
              <a:endParaRPr lang="en-US"/>
            </a:p>
          </p:txBody>
        </p:sp>
        <p:sp>
          <p:nvSpPr>
            <p:cNvPr id="103555" name="Oval 583">
              <a:extLst>
                <a:ext uri="{FF2B5EF4-FFF2-40B4-BE49-F238E27FC236}">
                  <a16:creationId xmlns:a16="http://schemas.microsoft.com/office/drawing/2014/main" id="{4C683C54-40CC-01BE-B2DF-F8EDA21AC941}"/>
                </a:ext>
              </a:extLst>
            </p:cNvPr>
            <p:cNvSpPr>
              <a:spLocks noChangeArrowheads="1"/>
            </p:cNvSpPr>
            <p:nvPr/>
          </p:nvSpPr>
          <p:spPr bwMode="auto">
            <a:xfrm>
              <a:off x="3293" y="1741"/>
              <a:ext cx="32" cy="40"/>
            </a:xfrm>
            <a:prstGeom prst="ellipse">
              <a:avLst/>
            </a:prstGeom>
            <a:grpFill/>
            <a:ln w="25400">
              <a:solidFill>
                <a:schemeClr val="bg1"/>
              </a:solidFill>
              <a:round/>
              <a:headEnd/>
              <a:tailEnd/>
            </a:ln>
          </p:spPr>
          <p:txBody>
            <a:bodyPr/>
            <a:lstStyle/>
            <a:p>
              <a:endParaRPr lang="en-US"/>
            </a:p>
          </p:txBody>
        </p:sp>
        <p:sp>
          <p:nvSpPr>
            <p:cNvPr id="103556" name="Oval 584">
              <a:extLst>
                <a:ext uri="{FF2B5EF4-FFF2-40B4-BE49-F238E27FC236}">
                  <a16:creationId xmlns:a16="http://schemas.microsoft.com/office/drawing/2014/main" id="{37561092-BFB6-799A-10D2-EF39F466A863}"/>
                </a:ext>
              </a:extLst>
            </p:cNvPr>
            <p:cNvSpPr>
              <a:spLocks noChangeArrowheads="1"/>
            </p:cNvSpPr>
            <p:nvPr/>
          </p:nvSpPr>
          <p:spPr bwMode="auto">
            <a:xfrm>
              <a:off x="3293" y="2044"/>
              <a:ext cx="32" cy="40"/>
            </a:xfrm>
            <a:prstGeom prst="ellipse">
              <a:avLst/>
            </a:prstGeom>
            <a:grpFill/>
            <a:ln w="9525">
              <a:solidFill>
                <a:schemeClr val="bg1"/>
              </a:solidFill>
              <a:round/>
              <a:headEnd/>
              <a:tailEnd/>
            </a:ln>
          </p:spPr>
          <p:txBody>
            <a:bodyPr/>
            <a:lstStyle/>
            <a:p>
              <a:endParaRPr lang="en-US"/>
            </a:p>
          </p:txBody>
        </p:sp>
        <p:sp>
          <p:nvSpPr>
            <p:cNvPr id="103557" name="Oval 585">
              <a:extLst>
                <a:ext uri="{FF2B5EF4-FFF2-40B4-BE49-F238E27FC236}">
                  <a16:creationId xmlns:a16="http://schemas.microsoft.com/office/drawing/2014/main" id="{9F836238-69C3-2711-2A07-0981BBB0EF0D}"/>
                </a:ext>
              </a:extLst>
            </p:cNvPr>
            <p:cNvSpPr>
              <a:spLocks noChangeArrowheads="1"/>
            </p:cNvSpPr>
            <p:nvPr/>
          </p:nvSpPr>
          <p:spPr bwMode="auto">
            <a:xfrm>
              <a:off x="3293" y="2044"/>
              <a:ext cx="32" cy="40"/>
            </a:xfrm>
            <a:prstGeom prst="ellipse">
              <a:avLst/>
            </a:prstGeom>
            <a:grpFill/>
            <a:ln w="25400">
              <a:solidFill>
                <a:schemeClr val="bg1"/>
              </a:solidFill>
              <a:round/>
              <a:headEnd/>
              <a:tailEnd/>
            </a:ln>
          </p:spPr>
          <p:txBody>
            <a:bodyPr/>
            <a:lstStyle/>
            <a:p>
              <a:endParaRPr lang="en-US"/>
            </a:p>
          </p:txBody>
        </p:sp>
        <p:sp>
          <p:nvSpPr>
            <p:cNvPr id="103558" name="Oval 586">
              <a:extLst>
                <a:ext uri="{FF2B5EF4-FFF2-40B4-BE49-F238E27FC236}">
                  <a16:creationId xmlns:a16="http://schemas.microsoft.com/office/drawing/2014/main" id="{4A39D984-86CC-78DC-765F-E6E06BA90414}"/>
                </a:ext>
              </a:extLst>
            </p:cNvPr>
            <p:cNvSpPr>
              <a:spLocks noChangeArrowheads="1"/>
            </p:cNvSpPr>
            <p:nvPr/>
          </p:nvSpPr>
          <p:spPr bwMode="auto">
            <a:xfrm>
              <a:off x="3293" y="2355"/>
              <a:ext cx="32" cy="32"/>
            </a:xfrm>
            <a:prstGeom prst="ellipse">
              <a:avLst/>
            </a:prstGeom>
            <a:grpFill/>
            <a:ln w="9525">
              <a:solidFill>
                <a:schemeClr val="bg1"/>
              </a:solidFill>
              <a:round/>
              <a:headEnd/>
              <a:tailEnd/>
            </a:ln>
          </p:spPr>
          <p:txBody>
            <a:bodyPr/>
            <a:lstStyle/>
            <a:p>
              <a:endParaRPr lang="en-US"/>
            </a:p>
          </p:txBody>
        </p:sp>
        <p:sp>
          <p:nvSpPr>
            <p:cNvPr id="103559" name="Oval 587">
              <a:extLst>
                <a:ext uri="{FF2B5EF4-FFF2-40B4-BE49-F238E27FC236}">
                  <a16:creationId xmlns:a16="http://schemas.microsoft.com/office/drawing/2014/main" id="{7FDAFF3E-4084-EBAE-65AB-B16D13736641}"/>
                </a:ext>
              </a:extLst>
            </p:cNvPr>
            <p:cNvSpPr>
              <a:spLocks noChangeArrowheads="1"/>
            </p:cNvSpPr>
            <p:nvPr/>
          </p:nvSpPr>
          <p:spPr bwMode="auto">
            <a:xfrm>
              <a:off x="3293" y="2355"/>
              <a:ext cx="32" cy="32"/>
            </a:xfrm>
            <a:prstGeom prst="ellipse">
              <a:avLst/>
            </a:prstGeom>
            <a:grpFill/>
            <a:ln w="25400">
              <a:solidFill>
                <a:schemeClr val="bg1"/>
              </a:solidFill>
              <a:round/>
              <a:headEnd/>
              <a:tailEnd/>
            </a:ln>
          </p:spPr>
          <p:txBody>
            <a:bodyPr/>
            <a:lstStyle/>
            <a:p>
              <a:endParaRPr lang="en-US"/>
            </a:p>
          </p:txBody>
        </p:sp>
        <p:sp>
          <p:nvSpPr>
            <p:cNvPr id="103560" name="Oval 588">
              <a:extLst>
                <a:ext uri="{FF2B5EF4-FFF2-40B4-BE49-F238E27FC236}">
                  <a16:creationId xmlns:a16="http://schemas.microsoft.com/office/drawing/2014/main" id="{D13594CB-E1D7-6DF3-F873-0A7055C402C4}"/>
                </a:ext>
              </a:extLst>
            </p:cNvPr>
            <p:cNvSpPr>
              <a:spLocks noChangeArrowheads="1"/>
            </p:cNvSpPr>
            <p:nvPr/>
          </p:nvSpPr>
          <p:spPr bwMode="auto">
            <a:xfrm>
              <a:off x="3293" y="2658"/>
              <a:ext cx="32" cy="40"/>
            </a:xfrm>
            <a:prstGeom prst="ellipse">
              <a:avLst/>
            </a:prstGeom>
            <a:grpFill/>
            <a:ln w="9525">
              <a:solidFill>
                <a:schemeClr val="bg1"/>
              </a:solidFill>
              <a:round/>
              <a:headEnd/>
              <a:tailEnd/>
            </a:ln>
          </p:spPr>
          <p:txBody>
            <a:bodyPr/>
            <a:lstStyle/>
            <a:p>
              <a:endParaRPr lang="en-US"/>
            </a:p>
          </p:txBody>
        </p:sp>
        <p:sp>
          <p:nvSpPr>
            <p:cNvPr id="103561" name="Oval 589">
              <a:extLst>
                <a:ext uri="{FF2B5EF4-FFF2-40B4-BE49-F238E27FC236}">
                  <a16:creationId xmlns:a16="http://schemas.microsoft.com/office/drawing/2014/main" id="{13179ED8-C538-BFBF-B662-32BD7575E634}"/>
                </a:ext>
              </a:extLst>
            </p:cNvPr>
            <p:cNvSpPr>
              <a:spLocks noChangeArrowheads="1"/>
            </p:cNvSpPr>
            <p:nvPr/>
          </p:nvSpPr>
          <p:spPr bwMode="auto">
            <a:xfrm>
              <a:off x="3293" y="2658"/>
              <a:ext cx="32" cy="40"/>
            </a:xfrm>
            <a:prstGeom prst="ellipse">
              <a:avLst/>
            </a:prstGeom>
            <a:grpFill/>
            <a:ln w="25400">
              <a:solidFill>
                <a:schemeClr val="bg1"/>
              </a:solidFill>
              <a:round/>
              <a:headEnd/>
              <a:tailEnd/>
            </a:ln>
          </p:spPr>
          <p:txBody>
            <a:bodyPr/>
            <a:lstStyle/>
            <a:p>
              <a:endParaRPr lang="en-US"/>
            </a:p>
          </p:txBody>
        </p:sp>
        <p:sp>
          <p:nvSpPr>
            <p:cNvPr id="103562" name="Oval 590">
              <a:extLst>
                <a:ext uri="{FF2B5EF4-FFF2-40B4-BE49-F238E27FC236}">
                  <a16:creationId xmlns:a16="http://schemas.microsoft.com/office/drawing/2014/main" id="{4BAF2AF1-773C-FB66-C407-19EDCCECA6C4}"/>
                </a:ext>
              </a:extLst>
            </p:cNvPr>
            <p:cNvSpPr>
              <a:spLocks noChangeArrowheads="1"/>
            </p:cNvSpPr>
            <p:nvPr/>
          </p:nvSpPr>
          <p:spPr bwMode="auto">
            <a:xfrm>
              <a:off x="3285" y="2969"/>
              <a:ext cx="32" cy="32"/>
            </a:xfrm>
            <a:prstGeom prst="ellipse">
              <a:avLst/>
            </a:prstGeom>
            <a:grpFill/>
            <a:ln w="9525">
              <a:solidFill>
                <a:schemeClr val="bg1"/>
              </a:solidFill>
              <a:round/>
              <a:headEnd/>
              <a:tailEnd/>
            </a:ln>
          </p:spPr>
          <p:txBody>
            <a:bodyPr/>
            <a:lstStyle/>
            <a:p>
              <a:endParaRPr lang="en-US"/>
            </a:p>
          </p:txBody>
        </p:sp>
        <p:sp>
          <p:nvSpPr>
            <p:cNvPr id="103563" name="Oval 591">
              <a:extLst>
                <a:ext uri="{FF2B5EF4-FFF2-40B4-BE49-F238E27FC236}">
                  <a16:creationId xmlns:a16="http://schemas.microsoft.com/office/drawing/2014/main" id="{F2189DB3-5560-0274-2145-0C8F20EFE080}"/>
                </a:ext>
              </a:extLst>
            </p:cNvPr>
            <p:cNvSpPr>
              <a:spLocks noChangeArrowheads="1"/>
            </p:cNvSpPr>
            <p:nvPr/>
          </p:nvSpPr>
          <p:spPr bwMode="auto">
            <a:xfrm>
              <a:off x="3285" y="2969"/>
              <a:ext cx="32" cy="32"/>
            </a:xfrm>
            <a:prstGeom prst="ellipse">
              <a:avLst/>
            </a:prstGeom>
            <a:grpFill/>
            <a:ln w="25400">
              <a:solidFill>
                <a:schemeClr val="bg1"/>
              </a:solidFill>
              <a:round/>
              <a:headEnd/>
              <a:tailEnd/>
            </a:ln>
          </p:spPr>
          <p:txBody>
            <a:bodyPr/>
            <a:lstStyle/>
            <a:p>
              <a:endParaRPr lang="en-US"/>
            </a:p>
          </p:txBody>
        </p:sp>
        <p:grpSp>
          <p:nvGrpSpPr>
            <p:cNvPr id="103564" name="Group 592">
              <a:extLst>
                <a:ext uri="{FF2B5EF4-FFF2-40B4-BE49-F238E27FC236}">
                  <a16:creationId xmlns:a16="http://schemas.microsoft.com/office/drawing/2014/main" id="{74D8C381-164B-B10F-6ED2-BB78D93F813E}"/>
                </a:ext>
              </a:extLst>
            </p:cNvPr>
            <p:cNvGrpSpPr>
              <a:grpSpLocks/>
            </p:cNvGrpSpPr>
            <p:nvPr/>
          </p:nvGrpSpPr>
          <p:grpSpPr bwMode="auto">
            <a:xfrm>
              <a:off x="3748" y="1741"/>
              <a:ext cx="40" cy="1260"/>
              <a:chOff x="3748" y="1741"/>
              <a:chExt cx="40" cy="1260"/>
            </a:xfrm>
            <a:grpFill/>
          </p:grpSpPr>
          <p:sp>
            <p:nvSpPr>
              <p:cNvPr id="104187" name="Oval 593">
                <a:extLst>
                  <a:ext uri="{FF2B5EF4-FFF2-40B4-BE49-F238E27FC236}">
                    <a16:creationId xmlns:a16="http://schemas.microsoft.com/office/drawing/2014/main" id="{951C5D00-BE75-1B0A-FE22-5C13D2FE3510}"/>
                  </a:ext>
                </a:extLst>
              </p:cNvPr>
              <p:cNvSpPr>
                <a:spLocks noChangeArrowheads="1"/>
              </p:cNvSpPr>
              <p:nvPr/>
            </p:nvSpPr>
            <p:spPr bwMode="auto">
              <a:xfrm>
                <a:off x="3748" y="1741"/>
                <a:ext cx="40" cy="32"/>
              </a:xfrm>
              <a:prstGeom prst="ellipse">
                <a:avLst/>
              </a:prstGeom>
              <a:grpFill/>
              <a:ln w="9525">
                <a:solidFill>
                  <a:schemeClr val="bg1"/>
                </a:solidFill>
                <a:round/>
                <a:headEnd/>
                <a:tailEnd/>
              </a:ln>
            </p:spPr>
            <p:txBody>
              <a:bodyPr/>
              <a:lstStyle/>
              <a:p>
                <a:endParaRPr lang="en-US"/>
              </a:p>
            </p:txBody>
          </p:sp>
          <p:sp>
            <p:nvSpPr>
              <p:cNvPr id="104188" name="Oval 594">
                <a:extLst>
                  <a:ext uri="{FF2B5EF4-FFF2-40B4-BE49-F238E27FC236}">
                    <a16:creationId xmlns:a16="http://schemas.microsoft.com/office/drawing/2014/main" id="{2E442023-86FD-927D-EE40-24AA4C071A3E}"/>
                  </a:ext>
                </a:extLst>
              </p:cNvPr>
              <p:cNvSpPr>
                <a:spLocks noChangeArrowheads="1"/>
              </p:cNvSpPr>
              <p:nvPr/>
            </p:nvSpPr>
            <p:spPr bwMode="auto">
              <a:xfrm>
                <a:off x="3748" y="1741"/>
                <a:ext cx="40" cy="32"/>
              </a:xfrm>
              <a:prstGeom prst="ellipse">
                <a:avLst/>
              </a:prstGeom>
              <a:grpFill/>
              <a:ln w="25400">
                <a:solidFill>
                  <a:schemeClr val="bg1"/>
                </a:solidFill>
                <a:round/>
                <a:headEnd/>
                <a:tailEnd/>
              </a:ln>
            </p:spPr>
            <p:txBody>
              <a:bodyPr/>
              <a:lstStyle/>
              <a:p>
                <a:endParaRPr lang="en-US"/>
              </a:p>
            </p:txBody>
          </p:sp>
          <p:sp>
            <p:nvSpPr>
              <p:cNvPr id="104189" name="Oval 595">
                <a:extLst>
                  <a:ext uri="{FF2B5EF4-FFF2-40B4-BE49-F238E27FC236}">
                    <a16:creationId xmlns:a16="http://schemas.microsoft.com/office/drawing/2014/main" id="{415A71DC-185E-A594-BBA1-385C4B20A377}"/>
                  </a:ext>
                </a:extLst>
              </p:cNvPr>
              <p:cNvSpPr>
                <a:spLocks noChangeArrowheads="1"/>
              </p:cNvSpPr>
              <p:nvPr/>
            </p:nvSpPr>
            <p:spPr bwMode="auto">
              <a:xfrm>
                <a:off x="3756" y="2044"/>
                <a:ext cx="32" cy="32"/>
              </a:xfrm>
              <a:prstGeom prst="ellipse">
                <a:avLst/>
              </a:prstGeom>
              <a:grpFill/>
              <a:ln w="9525">
                <a:solidFill>
                  <a:schemeClr val="bg1"/>
                </a:solidFill>
                <a:round/>
                <a:headEnd/>
                <a:tailEnd/>
              </a:ln>
            </p:spPr>
            <p:txBody>
              <a:bodyPr/>
              <a:lstStyle/>
              <a:p>
                <a:endParaRPr lang="en-US"/>
              </a:p>
            </p:txBody>
          </p:sp>
          <p:sp>
            <p:nvSpPr>
              <p:cNvPr id="104190" name="Oval 596">
                <a:extLst>
                  <a:ext uri="{FF2B5EF4-FFF2-40B4-BE49-F238E27FC236}">
                    <a16:creationId xmlns:a16="http://schemas.microsoft.com/office/drawing/2014/main" id="{C8D6D89D-2573-BC39-330A-0CE778ED6E60}"/>
                  </a:ext>
                </a:extLst>
              </p:cNvPr>
              <p:cNvSpPr>
                <a:spLocks noChangeArrowheads="1"/>
              </p:cNvSpPr>
              <p:nvPr/>
            </p:nvSpPr>
            <p:spPr bwMode="auto">
              <a:xfrm>
                <a:off x="3756" y="2044"/>
                <a:ext cx="32" cy="32"/>
              </a:xfrm>
              <a:prstGeom prst="ellipse">
                <a:avLst/>
              </a:prstGeom>
              <a:grpFill/>
              <a:ln w="25400">
                <a:solidFill>
                  <a:schemeClr val="bg1"/>
                </a:solidFill>
                <a:round/>
                <a:headEnd/>
                <a:tailEnd/>
              </a:ln>
            </p:spPr>
            <p:txBody>
              <a:bodyPr/>
              <a:lstStyle/>
              <a:p>
                <a:endParaRPr lang="en-US"/>
              </a:p>
            </p:txBody>
          </p:sp>
          <p:sp>
            <p:nvSpPr>
              <p:cNvPr id="104191" name="Oval 597">
                <a:extLst>
                  <a:ext uri="{FF2B5EF4-FFF2-40B4-BE49-F238E27FC236}">
                    <a16:creationId xmlns:a16="http://schemas.microsoft.com/office/drawing/2014/main" id="{928AA32A-423E-D420-1A6C-95632BE97AA1}"/>
                  </a:ext>
                </a:extLst>
              </p:cNvPr>
              <p:cNvSpPr>
                <a:spLocks noChangeArrowheads="1"/>
              </p:cNvSpPr>
              <p:nvPr/>
            </p:nvSpPr>
            <p:spPr bwMode="auto">
              <a:xfrm>
                <a:off x="3756" y="2355"/>
                <a:ext cx="32" cy="32"/>
              </a:xfrm>
              <a:prstGeom prst="ellipse">
                <a:avLst/>
              </a:prstGeom>
              <a:grpFill/>
              <a:ln w="9525">
                <a:solidFill>
                  <a:schemeClr val="bg1"/>
                </a:solidFill>
                <a:round/>
                <a:headEnd/>
                <a:tailEnd/>
              </a:ln>
            </p:spPr>
            <p:txBody>
              <a:bodyPr/>
              <a:lstStyle/>
              <a:p>
                <a:endParaRPr lang="en-US"/>
              </a:p>
            </p:txBody>
          </p:sp>
          <p:sp>
            <p:nvSpPr>
              <p:cNvPr id="104192" name="Oval 598">
                <a:extLst>
                  <a:ext uri="{FF2B5EF4-FFF2-40B4-BE49-F238E27FC236}">
                    <a16:creationId xmlns:a16="http://schemas.microsoft.com/office/drawing/2014/main" id="{5FB79E80-4CD7-1B7A-9F12-5011BC1F41F3}"/>
                  </a:ext>
                </a:extLst>
              </p:cNvPr>
              <p:cNvSpPr>
                <a:spLocks noChangeArrowheads="1"/>
              </p:cNvSpPr>
              <p:nvPr/>
            </p:nvSpPr>
            <p:spPr bwMode="auto">
              <a:xfrm>
                <a:off x="3756" y="2355"/>
                <a:ext cx="32" cy="32"/>
              </a:xfrm>
              <a:prstGeom prst="ellipse">
                <a:avLst/>
              </a:prstGeom>
              <a:grpFill/>
              <a:ln w="25400">
                <a:solidFill>
                  <a:schemeClr val="bg1"/>
                </a:solidFill>
                <a:round/>
                <a:headEnd/>
                <a:tailEnd/>
              </a:ln>
            </p:spPr>
            <p:txBody>
              <a:bodyPr/>
              <a:lstStyle/>
              <a:p>
                <a:endParaRPr lang="en-US"/>
              </a:p>
            </p:txBody>
          </p:sp>
          <p:sp>
            <p:nvSpPr>
              <p:cNvPr id="104193" name="Oval 599">
                <a:extLst>
                  <a:ext uri="{FF2B5EF4-FFF2-40B4-BE49-F238E27FC236}">
                    <a16:creationId xmlns:a16="http://schemas.microsoft.com/office/drawing/2014/main" id="{020D3C57-E9F1-F6AA-E5FE-44194065C61E}"/>
                  </a:ext>
                </a:extLst>
              </p:cNvPr>
              <p:cNvSpPr>
                <a:spLocks noChangeArrowheads="1"/>
              </p:cNvSpPr>
              <p:nvPr/>
            </p:nvSpPr>
            <p:spPr bwMode="auto">
              <a:xfrm>
                <a:off x="3748" y="2658"/>
                <a:ext cx="40" cy="32"/>
              </a:xfrm>
              <a:prstGeom prst="ellipse">
                <a:avLst/>
              </a:prstGeom>
              <a:grpFill/>
              <a:ln w="9525">
                <a:solidFill>
                  <a:schemeClr val="bg1"/>
                </a:solidFill>
                <a:round/>
                <a:headEnd/>
                <a:tailEnd/>
              </a:ln>
            </p:spPr>
            <p:txBody>
              <a:bodyPr/>
              <a:lstStyle/>
              <a:p>
                <a:endParaRPr lang="en-US"/>
              </a:p>
            </p:txBody>
          </p:sp>
          <p:sp>
            <p:nvSpPr>
              <p:cNvPr id="104194" name="Oval 600">
                <a:extLst>
                  <a:ext uri="{FF2B5EF4-FFF2-40B4-BE49-F238E27FC236}">
                    <a16:creationId xmlns:a16="http://schemas.microsoft.com/office/drawing/2014/main" id="{BD97E1EA-B556-296C-0462-469EE0B6BB10}"/>
                  </a:ext>
                </a:extLst>
              </p:cNvPr>
              <p:cNvSpPr>
                <a:spLocks noChangeArrowheads="1"/>
              </p:cNvSpPr>
              <p:nvPr/>
            </p:nvSpPr>
            <p:spPr bwMode="auto">
              <a:xfrm>
                <a:off x="3748" y="2658"/>
                <a:ext cx="40" cy="32"/>
              </a:xfrm>
              <a:prstGeom prst="ellipse">
                <a:avLst/>
              </a:prstGeom>
              <a:grpFill/>
              <a:ln w="25400">
                <a:solidFill>
                  <a:schemeClr val="bg1"/>
                </a:solidFill>
                <a:round/>
                <a:headEnd/>
                <a:tailEnd/>
              </a:ln>
            </p:spPr>
            <p:txBody>
              <a:bodyPr/>
              <a:lstStyle/>
              <a:p>
                <a:endParaRPr lang="en-US"/>
              </a:p>
            </p:txBody>
          </p:sp>
          <p:sp>
            <p:nvSpPr>
              <p:cNvPr id="104195" name="Oval 601">
                <a:extLst>
                  <a:ext uri="{FF2B5EF4-FFF2-40B4-BE49-F238E27FC236}">
                    <a16:creationId xmlns:a16="http://schemas.microsoft.com/office/drawing/2014/main" id="{1B36A42A-6B2D-3E0F-26B6-ABA5F7AC1F7E}"/>
                  </a:ext>
                </a:extLst>
              </p:cNvPr>
              <p:cNvSpPr>
                <a:spLocks noChangeArrowheads="1"/>
              </p:cNvSpPr>
              <p:nvPr/>
            </p:nvSpPr>
            <p:spPr bwMode="auto">
              <a:xfrm>
                <a:off x="3748" y="2969"/>
                <a:ext cx="32" cy="32"/>
              </a:xfrm>
              <a:prstGeom prst="ellipse">
                <a:avLst/>
              </a:prstGeom>
              <a:grpFill/>
              <a:ln w="9525">
                <a:solidFill>
                  <a:schemeClr val="bg1"/>
                </a:solidFill>
                <a:round/>
                <a:headEnd/>
                <a:tailEnd/>
              </a:ln>
            </p:spPr>
            <p:txBody>
              <a:bodyPr/>
              <a:lstStyle/>
              <a:p>
                <a:endParaRPr lang="en-US"/>
              </a:p>
            </p:txBody>
          </p:sp>
          <p:sp>
            <p:nvSpPr>
              <p:cNvPr id="104196" name="Oval 602">
                <a:extLst>
                  <a:ext uri="{FF2B5EF4-FFF2-40B4-BE49-F238E27FC236}">
                    <a16:creationId xmlns:a16="http://schemas.microsoft.com/office/drawing/2014/main" id="{FFEEBB77-C594-5C95-FD5B-2FA6000C5A36}"/>
                  </a:ext>
                </a:extLst>
              </p:cNvPr>
              <p:cNvSpPr>
                <a:spLocks noChangeArrowheads="1"/>
              </p:cNvSpPr>
              <p:nvPr/>
            </p:nvSpPr>
            <p:spPr bwMode="auto">
              <a:xfrm>
                <a:off x="3748" y="2969"/>
                <a:ext cx="32" cy="32"/>
              </a:xfrm>
              <a:prstGeom prst="ellipse">
                <a:avLst/>
              </a:prstGeom>
              <a:grpFill/>
              <a:ln w="25400">
                <a:solidFill>
                  <a:schemeClr val="bg1"/>
                </a:solidFill>
                <a:round/>
                <a:headEnd/>
                <a:tailEnd/>
              </a:ln>
            </p:spPr>
            <p:txBody>
              <a:bodyPr/>
              <a:lstStyle/>
              <a:p>
                <a:endParaRPr lang="en-US"/>
              </a:p>
            </p:txBody>
          </p:sp>
        </p:grpSp>
        <p:grpSp>
          <p:nvGrpSpPr>
            <p:cNvPr id="103565" name="Group 603">
              <a:extLst>
                <a:ext uri="{FF2B5EF4-FFF2-40B4-BE49-F238E27FC236}">
                  <a16:creationId xmlns:a16="http://schemas.microsoft.com/office/drawing/2014/main" id="{0D42DB82-2AE8-9AEF-ADD2-C4D975E3755F}"/>
                </a:ext>
              </a:extLst>
            </p:cNvPr>
            <p:cNvGrpSpPr>
              <a:grpSpLocks/>
            </p:cNvGrpSpPr>
            <p:nvPr/>
          </p:nvGrpSpPr>
          <p:grpSpPr bwMode="auto">
            <a:xfrm>
              <a:off x="4203" y="1749"/>
              <a:ext cx="48" cy="1252"/>
              <a:chOff x="4203" y="1749"/>
              <a:chExt cx="48" cy="1252"/>
            </a:xfrm>
            <a:grpFill/>
          </p:grpSpPr>
          <p:sp>
            <p:nvSpPr>
              <p:cNvPr id="104177" name="Oval 604">
                <a:extLst>
                  <a:ext uri="{FF2B5EF4-FFF2-40B4-BE49-F238E27FC236}">
                    <a16:creationId xmlns:a16="http://schemas.microsoft.com/office/drawing/2014/main" id="{88C1C147-A38D-A645-01FD-1328449AA0EB}"/>
                  </a:ext>
                </a:extLst>
              </p:cNvPr>
              <p:cNvSpPr>
                <a:spLocks noChangeArrowheads="1"/>
              </p:cNvSpPr>
              <p:nvPr/>
            </p:nvSpPr>
            <p:spPr bwMode="auto">
              <a:xfrm>
                <a:off x="4211" y="1749"/>
                <a:ext cx="32" cy="32"/>
              </a:xfrm>
              <a:prstGeom prst="ellipse">
                <a:avLst/>
              </a:prstGeom>
              <a:grpFill/>
              <a:ln w="9525">
                <a:solidFill>
                  <a:schemeClr val="bg1"/>
                </a:solidFill>
                <a:round/>
                <a:headEnd/>
                <a:tailEnd/>
              </a:ln>
            </p:spPr>
            <p:txBody>
              <a:bodyPr/>
              <a:lstStyle/>
              <a:p>
                <a:endParaRPr lang="en-US"/>
              </a:p>
            </p:txBody>
          </p:sp>
          <p:sp>
            <p:nvSpPr>
              <p:cNvPr id="104178" name="Oval 605">
                <a:extLst>
                  <a:ext uri="{FF2B5EF4-FFF2-40B4-BE49-F238E27FC236}">
                    <a16:creationId xmlns:a16="http://schemas.microsoft.com/office/drawing/2014/main" id="{F90C4EF2-1423-53BD-5FFB-9C02171875F1}"/>
                  </a:ext>
                </a:extLst>
              </p:cNvPr>
              <p:cNvSpPr>
                <a:spLocks noChangeArrowheads="1"/>
              </p:cNvSpPr>
              <p:nvPr/>
            </p:nvSpPr>
            <p:spPr bwMode="auto">
              <a:xfrm>
                <a:off x="4211" y="1749"/>
                <a:ext cx="32" cy="32"/>
              </a:xfrm>
              <a:prstGeom prst="ellipse">
                <a:avLst/>
              </a:prstGeom>
              <a:grpFill/>
              <a:ln w="25400">
                <a:solidFill>
                  <a:schemeClr val="bg1"/>
                </a:solidFill>
                <a:round/>
                <a:headEnd/>
                <a:tailEnd/>
              </a:ln>
            </p:spPr>
            <p:txBody>
              <a:bodyPr/>
              <a:lstStyle/>
              <a:p>
                <a:endParaRPr lang="en-US"/>
              </a:p>
            </p:txBody>
          </p:sp>
          <p:sp>
            <p:nvSpPr>
              <p:cNvPr id="104179" name="Oval 606">
                <a:extLst>
                  <a:ext uri="{FF2B5EF4-FFF2-40B4-BE49-F238E27FC236}">
                    <a16:creationId xmlns:a16="http://schemas.microsoft.com/office/drawing/2014/main" id="{3F844099-CB5C-8EF3-5958-37B25DB2DCB3}"/>
                  </a:ext>
                </a:extLst>
              </p:cNvPr>
              <p:cNvSpPr>
                <a:spLocks noChangeArrowheads="1"/>
              </p:cNvSpPr>
              <p:nvPr/>
            </p:nvSpPr>
            <p:spPr bwMode="auto">
              <a:xfrm>
                <a:off x="4219" y="2052"/>
                <a:ext cx="32" cy="32"/>
              </a:xfrm>
              <a:prstGeom prst="ellipse">
                <a:avLst/>
              </a:prstGeom>
              <a:grpFill/>
              <a:ln w="9525">
                <a:solidFill>
                  <a:schemeClr val="bg1"/>
                </a:solidFill>
                <a:round/>
                <a:headEnd/>
                <a:tailEnd/>
              </a:ln>
            </p:spPr>
            <p:txBody>
              <a:bodyPr/>
              <a:lstStyle/>
              <a:p>
                <a:endParaRPr lang="en-US"/>
              </a:p>
            </p:txBody>
          </p:sp>
          <p:sp>
            <p:nvSpPr>
              <p:cNvPr id="104180" name="Oval 607">
                <a:extLst>
                  <a:ext uri="{FF2B5EF4-FFF2-40B4-BE49-F238E27FC236}">
                    <a16:creationId xmlns:a16="http://schemas.microsoft.com/office/drawing/2014/main" id="{865EECD0-1F36-2C5F-D11D-BB9ACA43D918}"/>
                  </a:ext>
                </a:extLst>
              </p:cNvPr>
              <p:cNvSpPr>
                <a:spLocks noChangeArrowheads="1"/>
              </p:cNvSpPr>
              <p:nvPr/>
            </p:nvSpPr>
            <p:spPr bwMode="auto">
              <a:xfrm>
                <a:off x="4219" y="2052"/>
                <a:ext cx="32" cy="32"/>
              </a:xfrm>
              <a:prstGeom prst="ellipse">
                <a:avLst/>
              </a:prstGeom>
              <a:grpFill/>
              <a:ln w="25400">
                <a:solidFill>
                  <a:schemeClr val="bg1"/>
                </a:solidFill>
                <a:round/>
                <a:headEnd/>
                <a:tailEnd/>
              </a:ln>
            </p:spPr>
            <p:txBody>
              <a:bodyPr/>
              <a:lstStyle/>
              <a:p>
                <a:endParaRPr lang="en-US"/>
              </a:p>
            </p:txBody>
          </p:sp>
          <p:sp>
            <p:nvSpPr>
              <p:cNvPr id="104181" name="Oval 608">
                <a:extLst>
                  <a:ext uri="{FF2B5EF4-FFF2-40B4-BE49-F238E27FC236}">
                    <a16:creationId xmlns:a16="http://schemas.microsoft.com/office/drawing/2014/main" id="{35D5D284-8AE6-6876-8108-B75046813D2A}"/>
                  </a:ext>
                </a:extLst>
              </p:cNvPr>
              <p:cNvSpPr>
                <a:spLocks noChangeArrowheads="1"/>
              </p:cNvSpPr>
              <p:nvPr/>
            </p:nvSpPr>
            <p:spPr bwMode="auto">
              <a:xfrm>
                <a:off x="4219" y="2355"/>
                <a:ext cx="32" cy="32"/>
              </a:xfrm>
              <a:prstGeom prst="ellipse">
                <a:avLst/>
              </a:prstGeom>
              <a:grpFill/>
              <a:ln w="9525">
                <a:solidFill>
                  <a:schemeClr val="bg1"/>
                </a:solidFill>
                <a:round/>
                <a:headEnd/>
                <a:tailEnd/>
              </a:ln>
            </p:spPr>
            <p:txBody>
              <a:bodyPr/>
              <a:lstStyle/>
              <a:p>
                <a:endParaRPr lang="en-US"/>
              </a:p>
            </p:txBody>
          </p:sp>
          <p:sp>
            <p:nvSpPr>
              <p:cNvPr id="104182" name="Oval 609">
                <a:extLst>
                  <a:ext uri="{FF2B5EF4-FFF2-40B4-BE49-F238E27FC236}">
                    <a16:creationId xmlns:a16="http://schemas.microsoft.com/office/drawing/2014/main" id="{523630FE-A4CC-F41C-675E-EFAAA23BBF96}"/>
                  </a:ext>
                </a:extLst>
              </p:cNvPr>
              <p:cNvSpPr>
                <a:spLocks noChangeArrowheads="1"/>
              </p:cNvSpPr>
              <p:nvPr/>
            </p:nvSpPr>
            <p:spPr bwMode="auto">
              <a:xfrm>
                <a:off x="4219" y="2355"/>
                <a:ext cx="32" cy="32"/>
              </a:xfrm>
              <a:prstGeom prst="ellipse">
                <a:avLst/>
              </a:prstGeom>
              <a:grpFill/>
              <a:ln w="25400">
                <a:solidFill>
                  <a:schemeClr val="bg1"/>
                </a:solidFill>
                <a:round/>
                <a:headEnd/>
                <a:tailEnd/>
              </a:ln>
            </p:spPr>
            <p:txBody>
              <a:bodyPr/>
              <a:lstStyle/>
              <a:p>
                <a:endParaRPr lang="en-US"/>
              </a:p>
            </p:txBody>
          </p:sp>
          <p:sp>
            <p:nvSpPr>
              <p:cNvPr id="104183" name="Oval 610">
                <a:extLst>
                  <a:ext uri="{FF2B5EF4-FFF2-40B4-BE49-F238E27FC236}">
                    <a16:creationId xmlns:a16="http://schemas.microsoft.com/office/drawing/2014/main" id="{DF13C035-6853-C5B5-673F-8BA7A727E0CA}"/>
                  </a:ext>
                </a:extLst>
              </p:cNvPr>
              <p:cNvSpPr>
                <a:spLocks noChangeArrowheads="1"/>
              </p:cNvSpPr>
              <p:nvPr/>
            </p:nvSpPr>
            <p:spPr bwMode="auto">
              <a:xfrm>
                <a:off x="4211" y="2666"/>
                <a:ext cx="32" cy="32"/>
              </a:xfrm>
              <a:prstGeom prst="ellipse">
                <a:avLst/>
              </a:prstGeom>
              <a:grpFill/>
              <a:ln w="9525">
                <a:solidFill>
                  <a:schemeClr val="bg1"/>
                </a:solidFill>
                <a:round/>
                <a:headEnd/>
                <a:tailEnd/>
              </a:ln>
            </p:spPr>
            <p:txBody>
              <a:bodyPr/>
              <a:lstStyle/>
              <a:p>
                <a:endParaRPr lang="en-US"/>
              </a:p>
            </p:txBody>
          </p:sp>
          <p:sp>
            <p:nvSpPr>
              <p:cNvPr id="104184" name="Oval 611">
                <a:extLst>
                  <a:ext uri="{FF2B5EF4-FFF2-40B4-BE49-F238E27FC236}">
                    <a16:creationId xmlns:a16="http://schemas.microsoft.com/office/drawing/2014/main" id="{6C67F540-5E28-E361-A99D-B44A68A58215}"/>
                  </a:ext>
                </a:extLst>
              </p:cNvPr>
              <p:cNvSpPr>
                <a:spLocks noChangeArrowheads="1"/>
              </p:cNvSpPr>
              <p:nvPr/>
            </p:nvSpPr>
            <p:spPr bwMode="auto">
              <a:xfrm>
                <a:off x="4211" y="2666"/>
                <a:ext cx="32" cy="32"/>
              </a:xfrm>
              <a:prstGeom prst="ellipse">
                <a:avLst/>
              </a:prstGeom>
              <a:grpFill/>
              <a:ln w="25400">
                <a:solidFill>
                  <a:schemeClr val="bg1"/>
                </a:solidFill>
                <a:round/>
                <a:headEnd/>
                <a:tailEnd/>
              </a:ln>
            </p:spPr>
            <p:txBody>
              <a:bodyPr/>
              <a:lstStyle/>
              <a:p>
                <a:endParaRPr lang="en-US"/>
              </a:p>
            </p:txBody>
          </p:sp>
          <p:sp>
            <p:nvSpPr>
              <p:cNvPr id="104185" name="Oval 612">
                <a:extLst>
                  <a:ext uri="{FF2B5EF4-FFF2-40B4-BE49-F238E27FC236}">
                    <a16:creationId xmlns:a16="http://schemas.microsoft.com/office/drawing/2014/main" id="{EE84C776-0B9E-84B8-BC0F-A8D7C002E9E4}"/>
                  </a:ext>
                </a:extLst>
              </p:cNvPr>
              <p:cNvSpPr>
                <a:spLocks noChangeArrowheads="1"/>
              </p:cNvSpPr>
              <p:nvPr/>
            </p:nvSpPr>
            <p:spPr bwMode="auto">
              <a:xfrm>
                <a:off x="4203" y="2969"/>
                <a:ext cx="40" cy="32"/>
              </a:xfrm>
              <a:prstGeom prst="ellipse">
                <a:avLst/>
              </a:prstGeom>
              <a:grpFill/>
              <a:ln w="9525">
                <a:solidFill>
                  <a:schemeClr val="bg1"/>
                </a:solidFill>
                <a:round/>
                <a:headEnd/>
                <a:tailEnd/>
              </a:ln>
            </p:spPr>
            <p:txBody>
              <a:bodyPr/>
              <a:lstStyle/>
              <a:p>
                <a:endParaRPr lang="en-US"/>
              </a:p>
            </p:txBody>
          </p:sp>
          <p:sp>
            <p:nvSpPr>
              <p:cNvPr id="104186" name="Oval 613">
                <a:extLst>
                  <a:ext uri="{FF2B5EF4-FFF2-40B4-BE49-F238E27FC236}">
                    <a16:creationId xmlns:a16="http://schemas.microsoft.com/office/drawing/2014/main" id="{4A34D3FA-87DE-A450-6DE4-38BF034A3C59}"/>
                  </a:ext>
                </a:extLst>
              </p:cNvPr>
              <p:cNvSpPr>
                <a:spLocks noChangeArrowheads="1"/>
              </p:cNvSpPr>
              <p:nvPr/>
            </p:nvSpPr>
            <p:spPr bwMode="auto">
              <a:xfrm>
                <a:off x="4203" y="2969"/>
                <a:ext cx="40" cy="32"/>
              </a:xfrm>
              <a:prstGeom prst="ellipse">
                <a:avLst/>
              </a:prstGeom>
              <a:grpFill/>
              <a:ln w="25400">
                <a:solidFill>
                  <a:schemeClr val="bg1"/>
                </a:solidFill>
                <a:round/>
                <a:headEnd/>
                <a:tailEnd/>
              </a:ln>
            </p:spPr>
            <p:txBody>
              <a:bodyPr/>
              <a:lstStyle/>
              <a:p>
                <a:endParaRPr lang="en-US"/>
              </a:p>
            </p:txBody>
          </p:sp>
        </p:grpSp>
        <p:grpSp>
          <p:nvGrpSpPr>
            <p:cNvPr id="103566" name="Group 614">
              <a:extLst>
                <a:ext uri="{FF2B5EF4-FFF2-40B4-BE49-F238E27FC236}">
                  <a16:creationId xmlns:a16="http://schemas.microsoft.com/office/drawing/2014/main" id="{4E945D21-1E65-DD01-746D-5920E8A5E426}"/>
                </a:ext>
              </a:extLst>
            </p:cNvPr>
            <p:cNvGrpSpPr>
              <a:grpSpLocks/>
            </p:cNvGrpSpPr>
            <p:nvPr/>
          </p:nvGrpSpPr>
          <p:grpSpPr bwMode="auto">
            <a:xfrm>
              <a:off x="3317" y="2076"/>
              <a:ext cx="431" cy="284"/>
              <a:chOff x="3317" y="2076"/>
              <a:chExt cx="431" cy="284"/>
            </a:xfrm>
            <a:grpFill/>
          </p:grpSpPr>
          <p:sp>
            <p:nvSpPr>
              <p:cNvPr id="104175" name="Freeform 615">
                <a:extLst>
                  <a:ext uri="{FF2B5EF4-FFF2-40B4-BE49-F238E27FC236}">
                    <a16:creationId xmlns:a16="http://schemas.microsoft.com/office/drawing/2014/main" id="{DE8BE9C7-96CA-DAE6-D30D-0BF85A59F6D3}"/>
                  </a:ext>
                </a:extLst>
              </p:cNvPr>
              <p:cNvSpPr>
                <a:spLocks/>
              </p:cNvSpPr>
              <p:nvPr/>
            </p:nvSpPr>
            <p:spPr bwMode="auto">
              <a:xfrm>
                <a:off x="3620" y="2076"/>
                <a:ext cx="128" cy="104"/>
              </a:xfrm>
              <a:custGeom>
                <a:avLst/>
                <a:gdLst>
                  <a:gd name="T0" fmla="*/ 128 w 128"/>
                  <a:gd name="T1" fmla="*/ 0 h 104"/>
                  <a:gd name="T2" fmla="*/ 40 w 128"/>
                  <a:gd name="T3" fmla="*/ 104 h 104"/>
                  <a:gd name="T4" fmla="*/ 16 w 128"/>
                  <a:gd name="T5" fmla="*/ 72 h 104"/>
                  <a:gd name="T6" fmla="*/ 0 w 128"/>
                  <a:gd name="T7" fmla="*/ 48 h 104"/>
                  <a:gd name="T8" fmla="*/ 128 w 128"/>
                  <a:gd name="T9" fmla="*/ 0 h 104"/>
                  <a:gd name="T10" fmla="*/ 0 60000 65536"/>
                  <a:gd name="T11" fmla="*/ 0 60000 65536"/>
                  <a:gd name="T12" fmla="*/ 0 60000 65536"/>
                  <a:gd name="T13" fmla="*/ 0 60000 65536"/>
                  <a:gd name="T14" fmla="*/ 0 60000 65536"/>
                  <a:gd name="T15" fmla="*/ 0 w 128"/>
                  <a:gd name="T16" fmla="*/ 0 h 104"/>
                  <a:gd name="T17" fmla="*/ 128 w 128"/>
                  <a:gd name="T18" fmla="*/ 104 h 104"/>
                </a:gdLst>
                <a:ahLst/>
                <a:cxnLst>
                  <a:cxn ang="T10">
                    <a:pos x="T0" y="T1"/>
                  </a:cxn>
                  <a:cxn ang="T11">
                    <a:pos x="T2" y="T3"/>
                  </a:cxn>
                  <a:cxn ang="T12">
                    <a:pos x="T4" y="T5"/>
                  </a:cxn>
                  <a:cxn ang="T13">
                    <a:pos x="T6" y="T7"/>
                  </a:cxn>
                  <a:cxn ang="T14">
                    <a:pos x="T8" y="T9"/>
                  </a:cxn>
                </a:cxnLst>
                <a:rect l="T15" t="T16" r="T17" b="T18"/>
                <a:pathLst>
                  <a:path w="128" h="104">
                    <a:moveTo>
                      <a:pt x="128" y="0"/>
                    </a:moveTo>
                    <a:lnTo>
                      <a:pt x="40" y="104"/>
                    </a:lnTo>
                    <a:lnTo>
                      <a:pt x="16" y="72"/>
                    </a:lnTo>
                    <a:lnTo>
                      <a:pt x="0" y="48"/>
                    </a:lnTo>
                    <a:lnTo>
                      <a:pt x="128" y="0"/>
                    </a:lnTo>
                    <a:close/>
                  </a:path>
                </a:pathLst>
              </a:custGeom>
              <a:grpFill/>
              <a:ln w="9525">
                <a:solidFill>
                  <a:schemeClr val="bg1"/>
                </a:solidFill>
                <a:round/>
                <a:headEnd/>
                <a:tailEnd/>
              </a:ln>
            </p:spPr>
            <p:txBody>
              <a:bodyPr/>
              <a:lstStyle/>
              <a:p>
                <a:endParaRPr lang="en-US"/>
              </a:p>
            </p:txBody>
          </p:sp>
          <p:sp>
            <p:nvSpPr>
              <p:cNvPr id="104176" name="Line 616">
                <a:extLst>
                  <a:ext uri="{FF2B5EF4-FFF2-40B4-BE49-F238E27FC236}">
                    <a16:creationId xmlns:a16="http://schemas.microsoft.com/office/drawing/2014/main" id="{ECA2CCD9-2CED-627E-C6D9-97414AB1AF97}"/>
                  </a:ext>
                </a:extLst>
              </p:cNvPr>
              <p:cNvSpPr>
                <a:spLocks noChangeShapeType="1"/>
              </p:cNvSpPr>
              <p:nvPr/>
            </p:nvSpPr>
            <p:spPr bwMode="auto">
              <a:xfrm flipV="1">
                <a:off x="3317" y="2143"/>
                <a:ext cx="327" cy="217"/>
              </a:xfrm>
              <a:prstGeom prst="line">
                <a:avLst/>
              </a:prstGeom>
              <a:grpFill/>
              <a:ln w="25400">
                <a:solidFill>
                  <a:schemeClr val="bg1"/>
                </a:solidFill>
                <a:round/>
                <a:headEnd/>
                <a:tailEnd/>
              </a:ln>
            </p:spPr>
            <p:txBody>
              <a:bodyPr/>
              <a:lstStyle/>
              <a:p>
                <a:endParaRPr lang="en-US"/>
              </a:p>
            </p:txBody>
          </p:sp>
        </p:grpSp>
        <p:grpSp>
          <p:nvGrpSpPr>
            <p:cNvPr id="103567" name="Group 617">
              <a:extLst>
                <a:ext uri="{FF2B5EF4-FFF2-40B4-BE49-F238E27FC236}">
                  <a16:creationId xmlns:a16="http://schemas.microsoft.com/office/drawing/2014/main" id="{9E7BF8DB-5CD1-4D88-9DD6-464904B4FC18}"/>
                </a:ext>
              </a:extLst>
            </p:cNvPr>
            <p:cNvGrpSpPr>
              <a:grpSpLocks/>
            </p:cNvGrpSpPr>
            <p:nvPr/>
          </p:nvGrpSpPr>
          <p:grpSpPr bwMode="auto">
            <a:xfrm>
              <a:off x="3325" y="1733"/>
              <a:ext cx="415" cy="56"/>
              <a:chOff x="3325" y="1733"/>
              <a:chExt cx="415" cy="56"/>
            </a:xfrm>
            <a:grpFill/>
          </p:grpSpPr>
          <p:sp>
            <p:nvSpPr>
              <p:cNvPr id="104167" name="Freeform 618">
                <a:extLst>
                  <a:ext uri="{FF2B5EF4-FFF2-40B4-BE49-F238E27FC236}">
                    <a16:creationId xmlns:a16="http://schemas.microsoft.com/office/drawing/2014/main" id="{64632647-DC36-FBC6-8638-E4DC7D07B6D2}"/>
                  </a:ext>
                </a:extLst>
              </p:cNvPr>
              <p:cNvSpPr>
                <a:spLocks/>
              </p:cNvSpPr>
              <p:nvPr/>
            </p:nvSpPr>
            <p:spPr bwMode="auto">
              <a:xfrm>
                <a:off x="3628" y="1733"/>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solidFill>
                <a:round/>
                <a:headEnd/>
                <a:tailEnd/>
              </a:ln>
            </p:spPr>
            <p:txBody>
              <a:bodyPr/>
              <a:lstStyle/>
              <a:p>
                <a:endParaRPr lang="en-US"/>
              </a:p>
            </p:txBody>
          </p:sp>
          <p:grpSp>
            <p:nvGrpSpPr>
              <p:cNvPr id="104168" name="Group 619">
                <a:extLst>
                  <a:ext uri="{FF2B5EF4-FFF2-40B4-BE49-F238E27FC236}">
                    <a16:creationId xmlns:a16="http://schemas.microsoft.com/office/drawing/2014/main" id="{D67AB396-7595-E79E-48F4-E1EBA8A72BDD}"/>
                  </a:ext>
                </a:extLst>
              </p:cNvPr>
              <p:cNvGrpSpPr>
                <a:grpSpLocks/>
              </p:cNvGrpSpPr>
              <p:nvPr/>
            </p:nvGrpSpPr>
            <p:grpSpPr bwMode="auto">
              <a:xfrm>
                <a:off x="3325" y="1757"/>
                <a:ext cx="295" cy="1"/>
                <a:chOff x="3325" y="1757"/>
                <a:chExt cx="295" cy="1"/>
              </a:xfrm>
              <a:grpFill/>
            </p:grpSpPr>
            <p:sp>
              <p:nvSpPr>
                <p:cNvPr id="104169" name="Line 620">
                  <a:extLst>
                    <a:ext uri="{FF2B5EF4-FFF2-40B4-BE49-F238E27FC236}">
                      <a16:creationId xmlns:a16="http://schemas.microsoft.com/office/drawing/2014/main" id="{EEF045D8-EF8D-D0D2-B5AB-1789AADF65CC}"/>
                    </a:ext>
                  </a:extLst>
                </p:cNvPr>
                <p:cNvSpPr>
                  <a:spLocks noChangeShapeType="1"/>
                </p:cNvSpPr>
                <p:nvPr/>
              </p:nvSpPr>
              <p:spPr bwMode="auto">
                <a:xfrm>
                  <a:off x="3325" y="1757"/>
                  <a:ext cx="24" cy="1"/>
                </a:xfrm>
                <a:prstGeom prst="line">
                  <a:avLst/>
                </a:prstGeom>
                <a:grpFill/>
                <a:ln w="12700">
                  <a:solidFill>
                    <a:schemeClr val="bg1"/>
                  </a:solidFill>
                  <a:round/>
                  <a:headEnd/>
                  <a:tailEnd/>
                </a:ln>
              </p:spPr>
              <p:txBody>
                <a:bodyPr/>
                <a:lstStyle/>
                <a:p>
                  <a:endParaRPr lang="en-US"/>
                </a:p>
              </p:txBody>
            </p:sp>
            <p:sp>
              <p:nvSpPr>
                <p:cNvPr id="104170" name="Line 621">
                  <a:extLst>
                    <a:ext uri="{FF2B5EF4-FFF2-40B4-BE49-F238E27FC236}">
                      <a16:creationId xmlns:a16="http://schemas.microsoft.com/office/drawing/2014/main" id="{11209590-0BB4-D00B-499F-358726F3532F}"/>
                    </a:ext>
                  </a:extLst>
                </p:cNvPr>
                <p:cNvSpPr>
                  <a:spLocks noChangeShapeType="1"/>
                </p:cNvSpPr>
                <p:nvPr/>
              </p:nvSpPr>
              <p:spPr bwMode="auto">
                <a:xfrm>
                  <a:off x="3381" y="1757"/>
                  <a:ext cx="24" cy="1"/>
                </a:xfrm>
                <a:prstGeom prst="line">
                  <a:avLst/>
                </a:prstGeom>
                <a:grpFill/>
                <a:ln w="12700">
                  <a:solidFill>
                    <a:schemeClr val="bg1"/>
                  </a:solidFill>
                  <a:round/>
                  <a:headEnd/>
                  <a:tailEnd/>
                </a:ln>
              </p:spPr>
              <p:txBody>
                <a:bodyPr/>
                <a:lstStyle/>
                <a:p>
                  <a:endParaRPr lang="en-US"/>
                </a:p>
              </p:txBody>
            </p:sp>
            <p:sp>
              <p:nvSpPr>
                <p:cNvPr id="104171" name="Line 622">
                  <a:extLst>
                    <a:ext uri="{FF2B5EF4-FFF2-40B4-BE49-F238E27FC236}">
                      <a16:creationId xmlns:a16="http://schemas.microsoft.com/office/drawing/2014/main" id="{6529E161-D445-3C7C-E931-CC1E9D6A9A6B}"/>
                    </a:ext>
                  </a:extLst>
                </p:cNvPr>
                <p:cNvSpPr>
                  <a:spLocks noChangeShapeType="1"/>
                </p:cNvSpPr>
                <p:nvPr/>
              </p:nvSpPr>
              <p:spPr bwMode="auto">
                <a:xfrm>
                  <a:off x="3437" y="1757"/>
                  <a:ext cx="24" cy="1"/>
                </a:xfrm>
                <a:prstGeom prst="line">
                  <a:avLst/>
                </a:prstGeom>
                <a:grpFill/>
                <a:ln w="12700">
                  <a:solidFill>
                    <a:schemeClr val="bg1"/>
                  </a:solidFill>
                  <a:round/>
                  <a:headEnd/>
                  <a:tailEnd/>
                </a:ln>
              </p:spPr>
              <p:txBody>
                <a:bodyPr/>
                <a:lstStyle/>
                <a:p>
                  <a:endParaRPr lang="en-US"/>
                </a:p>
              </p:txBody>
            </p:sp>
            <p:sp>
              <p:nvSpPr>
                <p:cNvPr id="104172" name="Line 623">
                  <a:extLst>
                    <a:ext uri="{FF2B5EF4-FFF2-40B4-BE49-F238E27FC236}">
                      <a16:creationId xmlns:a16="http://schemas.microsoft.com/office/drawing/2014/main" id="{61A7C820-B470-6D90-59B1-6394C2CC486C}"/>
                    </a:ext>
                  </a:extLst>
                </p:cNvPr>
                <p:cNvSpPr>
                  <a:spLocks noChangeShapeType="1"/>
                </p:cNvSpPr>
                <p:nvPr/>
              </p:nvSpPr>
              <p:spPr bwMode="auto">
                <a:xfrm>
                  <a:off x="3493" y="1757"/>
                  <a:ext cx="23" cy="1"/>
                </a:xfrm>
                <a:prstGeom prst="line">
                  <a:avLst/>
                </a:prstGeom>
                <a:grpFill/>
                <a:ln w="12700">
                  <a:solidFill>
                    <a:schemeClr val="bg1"/>
                  </a:solidFill>
                  <a:round/>
                  <a:headEnd/>
                  <a:tailEnd/>
                </a:ln>
              </p:spPr>
              <p:txBody>
                <a:bodyPr/>
                <a:lstStyle/>
                <a:p>
                  <a:endParaRPr lang="en-US"/>
                </a:p>
              </p:txBody>
            </p:sp>
            <p:sp>
              <p:nvSpPr>
                <p:cNvPr id="104173" name="Line 624">
                  <a:extLst>
                    <a:ext uri="{FF2B5EF4-FFF2-40B4-BE49-F238E27FC236}">
                      <a16:creationId xmlns:a16="http://schemas.microsoft.com/office/drawing/2014/main" id="{4C77B84D-5EA0-A26C-1633-36497203918F}"/>
                    </a:ext>
                  </a:extLst>
                </p:cNvPr>
                <p:cNvSpPr>
                  <a:spLocks noChangeShapeType="1"/>
                </p:cNvSpPr>
                <p:nvPr/>
              </p:nvSpPr>
              <p:spPr bwMode="auto">
                <a:xfrm>
                  <a:off x="3548" y="1757"/>
                  <a:ext cx="24" cy="1"/>
                </a:xfrm>
                <a:prstGeom prst="line">
                  <a:avLst/>
                </a:prstGeom>
                <a:grpFill/>
                <a:ln w="12700">
                  <a:solidFill>
                    <a:schemeClr val="bg1"/>
                  </a:solidFill>
                  <a:round/>
                  <a:headEnd/>
                  <a:tailEnd/>
                </a:ln>
              </p:spPr>
              <p:txBody>
                <a:bodyPr/>
                <a:lstStyle/>
                <a:p>
                  <a:endParaRPr lang="en-US"/>
                </a:p>
              </p:txBody>
            </p:sp>
            <p:sp>
              <p:nvSpPr>
                <p:cNvPr id="104174" name="Line 625">
                  <a:extLst>
                    <a:ext uri="{FF2B5EF4-FFF2-40B4-BE49-F238E27FC236}">
                      <a16:creationId xmlns:a16="http://schemas.microsoft.com/office/drawing/2014/main" id="{77D3B520-CC02-6BBC-459E-FC65EB3D8B1C}"/>
                    </a:ext>
                  </a:extLst>
                </p:cNvPr>
                <p:cNvSpPr>
                  <a:spLocks noChangeShapeType="1"/>
                </p:cNvSpPr>
                <p:nvPr/>
              </p:nvSpPr>
              <p:spPr bwMode="auto">
                <a:xfrm>
                  <a:off x="3604" y="1757"/>
                  <a:ext cx="16" cy="1"/>
                </a:xfrm>
                <a:prstGeom prst="line">
                  <a:avLst/>
                </a:prstGeom>
                <a:grpFill/>
                <a:ln w="12700">
                  <a:solidFill>
                    <a:schemeClr val="bg1"/>
                  </a:solidFill>
                  <a:round/>
                  <a:headEnd/>
                  <a:tailEnd/>
                </a:ln>
              </p:spPr>
              <p:txBody>
                <a:bodyPr/>
                <a:lstStyle/>
                <a:p>
                  <a:endParaRPr lang="en-US"/>
                </a:p>
              </p:txBody>
            </p:sp>
          </p:grpSp>
        </p:grpSp>
        <p:grpSp>
          <p:nvGrpSpPr>
            <p:cNvPr id="103568" name="Group 626">
              <a:extLst>
                <a:ext uri="{FF2B5EF4-FFF2-40B4-BE49-F238E27FC236}">
                  <a16:creationId xmlns:a16="http://schemas.microsoft.com/office/drawing/2014/main" id="{835B9563-92D1-441B-F763-4DA0FFA942BF}"/>
                </a:ext>
              </a:extLst>
            </p:cNvPr>
            <p:cNvGrpSpPr>
              <a:grpSpLocks/>
            </p:cNvGrpSpPr>
            <p:nvPr/>
          </p:nvGrpSpPr>
          <p:grpSpPr bwMode="auto">
            <a:xfrm>
              <a:off x="3788" y="1733"/>
              <a:ext cx="415" cy="56"/>
              <a:chOff x="3788" y="1733"/>
              <a:chExt cx="415" cy="56"/>
            </a:xfrm>
            <a:grpFill/>
          </p:grpSpPr>
          <p:sp>
            <p:nvSpPr>
              <p:cNvPr id="104159" name="Freeform 627">
                <a:extLst>
                  <a:ext uri="{FF2B5EF4-FFF2-40B4-BE49-F238E27FC236}">
                    <a16:creationId xmlns:a16="http://schemas.microsoft.com/office/drawing/2014/main" id="{67FB58C7-0391-9EFB-827F-DD6558BD1F15}"/>
                  </a:ext>
                </a:extLst>
              </p:cNvPr>
              <p:cNvSpPr>
                <a:spLocks/>
              </p:cNvSpPr>
              <p:nvPr/>
            </p:nvSpPr>
            <p:spPr bwMode="auto">
              <a:xfrm>
                <a:off x="4091" y="1733"/>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solidFill>
                <a:round/>
                <a:headEnd/>
                <a:tailEnd/>
              </a:ln>
            </p:spPr>
            <p:txBody>
              <a:bodyPr/>
              <a:lstStyle/>
              <a:p>
                <a:endParaRPr lang="en-US"/>
              </a:p>
            </p:txBody>
          </p:sp>
          <p:grpSp>
            <p:nvGrpSpPr>
              <p:cNvPr id="104160" name="Group 628">
                <a:extLst>
                  <a:ext uri="{FF2B5EF4-FFF2-40B4-BE49-F238E27FC236}">
                    <a16:creationId xmlns:a16="http://schemas.microsoft.com/office/drawing/2014/main" id="{BA2219A4-0786-9A21-DAC9-0871683DD58F}"/>
                  </a:ext>
                </a:extLst>
              </p:cNvPr>
              <p:cNvGrpSpPr>
                <a:grpSpLocks/>
              </p:cNvGrpSpPr>
              <p:nvPr/>
            </p:nvGrpSpPr>
            <p:grpSpPr bwMode="auto">
              <a:xfrm>
                <a:off x="3788" y="1757"/>
                <a:ext cx="295" cy="1"/>
                <a:chOff x="3788" y="1757"/>
                <a:chExt cx="295" cy="1"/>
              </a:xfrm>
              <a:grpFill/>
            </p:grpSpPr>
            <p:sp>
              <p:nvSpPr>
                <p:cNvPr id="104161" name="Line 629">
                  <a:extLst>
                    <a:ext uri="{FF2B5EF4-FFF2-40B4-BE49-F238E27FC236}">
                      <a16:creationId xmlns:a16="http://schemas.microsoft.com/office/drawing/2014/main" id="{383704B3-0730-B852-C393-C89023C6642B}"/>
                    </a:ext>
                  </a:extLst>
                </p:cNvPr>
                <p:cNvSpPr>
                  <a:spLocks noChangeShapeType="1"/>
                </p:cNvSpPr>
                <p:nvPr/>
              </p:nvSpPr>
              <p:spPr bwMode="auto">
                <a:xfrm>
                  <a:off x="3788" y="1757"/>
                  <a:ext cx="24" cy="1"/>
                </a:xfrm>
                <a:prstGeom prst="line">
                  <a:avLst/>
                </a:prstGeom>
                <a:grpFill/>
                <a:ln w="12700">
                  <a:solidFill>
                    <a:schemeClr val="bg1"/>
                  </a:solidFill>
                  <a:round/>
                  <a:headEnd/>
                  <a:tailEnd/>
                </a:ln>
              </p:spPr>
              <p:txBody>
                <a:bodyPr/>
                <a:lstStyle/>
                <a:p>
                  <a:endParaRPr lang="en-US"/>
                </a:p>
              </p:txBody>
            </p:sp>
            <p:sp>
              <p:nvSpPr>
                <p:cNvPr id="104162" name="Line 630">
                  <a:extLst>
                    <a:ext uri="{FF2B5EF4-FFF2-40B4-BE49-F238E27FC236}">
                      <a16:creationId xmlns:a16="http://schemas.microsoft.com/office/drawing/2014/main" id="{6DC7BA82-F9C9-E22D-AD3E-6B9CD47B2355}"/>
                    </a:ext>
                  </a:extLst>
                </p:cNvPr>
                <p:cNvSpPr>
                  <a:spLocks noChangeShapeType="1"/>
                </p:cNvSpPr>
                <p:nvPr/>
              </p:nvSpPr>
              <p:spPr bwMode="auto">
                <a:xfrm>
                  <a:off x="3844" y="1757"/>
                  <a:ext cx="24" cy="1"/>
                </a:xfrm>
                <a:prstGeom prst="line">
                  <a:avLst/>
                </a:prstGeom>
                <a:grpFill/>
                <a:ln w="12700">
                  <a:solidFill>
                    <a:schemeClr val="bg1"/>
                  </a:solidFill>
                  <a:round/>
                  <a:headEnd/>
                  <a:tailEnd/>
                </a:ln>
              </p:spPr>
              <p:txBody>
                <a:bodyPr/>
                <a:lstStyle/>
                <a:p>
                  <a:endParaRPr lang="en-US"/>
                </a:p>
              </p:txBody>
            </p:sp>
            <p:sp>
              <p:nvSpPr>
                <p:cNvPr id="104163" name="Line 631">
                  <a:extLst>
                    <a:ext uri="{FF2B5EF4-FFF2-40B4-BE49-F238E27FC236}">
                      <a16:creationId xmlns:a16="http://schemas.microsoft.com/office/drawing/2014/main" id="{6508B1ED-F901-B23B-BC3C-424D591B9FA4}"/>
                    </a:ext>
                  </a:extLst>
                </p:cNvPr>
                <p:cNvSpPr>
                  <a:spLocks noChangeShapeType="1"/>
                </p:cNvSpPr>
                <p:nvPr/>
              </p:nvSpPr>
              <p:spPr bwMode="auto">
                <a:xfrm>
                  <a:off x="3900" y="1757"/>
                  <a:ext cx="24" cy="1"/>
                </a:xfrm>
                <a:prstGeom prst="line">
                  <a:avLst/>
                </a:prstGeom>
                <a:grpFill/>
                <a:ln w="12700">
                  <a:solidFill>
                    <a:schemeClr val="bg1"/>
                  </a:solidFill>
                  <a:round/>
                  <a:headEnd/>
                  <a:tailEnd/>
                </a:ln>
              </p:spPr>
              <p:txBody>
                <a:bodyPr/>
                <a:lstStyle/>
                <a:p>
                  <a:endParaRPr lang="en-US"/>
                </a:p>
              </p:txBody>
            </p:sp>
            <p:sp>
              <p:nvSpPr>
                <p:cNvPr id="104164" name="Line 632">
                  <a:extLst>
                    <a:ext uri="{FF2B5EF4-FFF2-40B4-BE49-F238E27FC236}">
                      <a16:creationId xmlns:a16="http://schemas.microsoft.com/office/drawing/2014/main" id="{1C48DBD0-5E2E-AAC0-6D9F-039489BF184B}"/>
                    </a:ext>
                  </a:extLst>
                </p:cNvPr>
                <p:cNvSpPr>
                  <a:spLocks noChangeShapeType="1"/>
                </p:cNvSpPr>
                <p:nvPr/>
              </p:nvSpPr>
              <p:spPr bwMode="auto">
                <a:xfrm>
                  <a:off x="3956" y="1757"/>
                  <a:ext cx="24" cy="1"/>
                </a:xfrm>
                <a:prstGeom prst="line">
                  <a:avLst/>
                </a:prstGeom>
                <a:grpFill/>
                <a:ln w="12700">
                  <a:solidFill>
                    <a:schemeClr val="bg1"/>
                  </a:solidFill>
                  <a:round/>
                  <a:headEnd/>
                  <a:tailEnd/>
                </a:ln>
              </p:spPr>
              <p:txBody>
                <a:bodyPr/>
                <a:lstStyle/>
                <a:p>
                  <a:endParaRPr lang="en-US"/>
                </a:p>
              </p:txBody>
            </p:sp>
            <p:sp>
              <p:nvSpPr>
                <p:cNvPr id="104165" name="Line 633">
                  <a:extLst>
                    <a:ext uri="{FF2B5EF4-FFF2-40B4-BE49-F238E27FC236}">
                      <a16:creationId xmlns:a16="http://schemas.microsoft.com/office/drawing/2014/main" id="{234A4A11-F46C-FE00-9DD9-7F4E51E15242}"/>
                    </a:ext>
                  </a:extLst>
                </p:cNvPr>
                <p:cNvSpPr>
                  <a:spLocks noChangeShapeType="1"/>
                </p:cNvSpPr>
                <p:nvPr/>
              </p:nvSpPr>
              <p:spPr bwMode="auto">
                <a:xfrm>
                  <a:off x="4011" y="1757"/>
                  <a:ext cx="24" cy="1"/>
                </a:xfrm>
                <a:prstGeom prst="line">
                  <a:avLst/>
                </a:prstGeom>
                <a:grpFill/>
                <a:ln w="12700">
                  <a:solidFill>
                    <a:schemeClr val="bg1"/>
                  </a:solidFill>
                  <a:round/>
                  <a:headEnd/>
                  <a:tailEnd/>
                </a:ln>
              </p:spPr>
              <p:txBody>
                <a:bodyPr/>
                <a:lstStyle/>
                <a:p>
                  <a:endParaRPr lang="en-US"/>
                </a:p>
              </p:txBody>
            </p:sp>
            <p:sp>
              <p:nvSpPr>
                <p:cNvPr id="104166" name="Line 634">
                  <a:extLst>
                    <a:ext uri="{FF2B5EF4-FFF2-40B4-BE49-F238E27FC236}">
                      <a16:creationId xmlns:a16="http://schemas.microsoft.com/office/drawing/2014/main" id="{C6CB5992-02FD-03A2-23D4-2B5B6E9EC4B4}"/>
                    </a:ext>
                  </a:extLst>
                </p:cNvPr>
                <p:cNvSpPr>
                  <a:spLocks noChangeShapeType="1"/>
                </p:cNvSpPr>
                <p:nvPr/>
              </p:nvSpPr>
              <p:spPr bwMode="auto">
                <a:xfrm>
                  <a:off x="4067" y="1757"/>
                  <a:ext cx="16" cy="1"/>
                </a:xfrm>
                <a:prstGeom prst="line">
                  <a:avLst/>
                </a:prstGeom>
                <a:grpFill/>
                <a:ln w="12700">
                  <a:solidFill>
                    <a:schemeClr val="bg1"/>
                  </a:solidFill>
                  <a:round/>
                  <a:headEnd/>
                  <a:tailEnd/>
                </a:ln>
              </p:spPr>
              <p:txBody>
                <a:bodyPr/>
                <a:lstStyle/>
                <a:p>
                  <a:endParaRPr lang="en-US"/>
                </a:p>
              </p:txBody>
            </p:sp>
          </p:grpSp>
        </p:grpSp>
        <p:grpSp>
          <p:nvGrpSpPr>
            <p:cNvPr id="103569" name="Group 635">
              <a:extLst>
                <a:ext uri="{FF2B5EF4-FFF2-40B4-BE49-F238E27FC236}">
                  <a16:creationId xmlns:a16="http://schemas.microsoft.com/office/drawing/2014/main" id="{8F69D996-5D73-1707-4956-C4F3B33D8542}"/>
                </a:ext>
              </a:extLst>
            </p:cNvPr>
            <p:cNvGrpSpPr>
              <a:grpSpLocks/>
            </p:cNvGrpSpPr>
            <p:nvPr/>
          </p:nvGrpSpPr>
          <p:grpSpPr bwMode="auto">
            <a:xfrm>
              <a:off x="3325" y="2044"/>
              <a:ext cx="423" cy="56"/>
              <a:chOff x="3325" y="2044"/>
              <a:chExt cx="423" cy="56"/>
            </a:xfrm>
            <a:grpFill/>
          </p:grpSpPr>
          <p:sp>
            <p:nvSpPr>
              <p:cNvPr id="104151" name="Freeform 636">
                <a:extLst>
                  <a:ext uri="{FF2B5EF4-FFF2-40B4-BE49-F238E27FC236}">
                    <a16:creationId xmlns:a16="http://schemas.microsoft.com/office/drawing/2014/main" id="{21321851-2584-DF80-47B2-4A575DBD6D78}"/>
                  </a:ext>
                </a:extLst>
              </p:cNvPr>
              <p:cNvSpPr>
                <a:spLocks/>
              </p:cNvSpPr>
              <p:nvPr/>
            </p:nvSpPr>
            <p:spPr bwMode="auto">
              <a:xfrm>
                <a:off x="3628" y="2044"/>
                <a:ext cx="120" cy="56"/>
              </a:xfrm>
              <a:custGeom>
                <a:avLst/>
                <a:gdLst>
                  <a:gd name="T0" fmla="*/ 120 w 120"/>
                  <a:gd name="T1" fmla="*/ 24 h 56"/>
                  <a:gd name="T2" fmla="*/ 0 w 120"/>
                  <a:gd name="T3" fmla="*/ 56 h 56"/>
                  <a:gd name="T4" fmla="*/ 0 w 120"/>
                  <a:gd name="T5" fmla="*/ 24 h 56"/>
                  <a:gd name="T6" fmla="*/ 0 w 120"/>
                  <a:gd name="T7" fmla="*/ 0 h 56"/>
                  <a:gd name="T8" fmla="*/ 120 w 120"/>
                  <a:gd name="T9" fmla="*/ 24 h 56"/>
                  <a:gd name="T10" fmla="*/ 0 60000 65536"/>
                  <a:gd name="T11" fmla="*/ 0 60000 65536"/>
                  <a:gd name="T12" fmla="*/ 0 60000 65536"/>
                  <a:gd name="T13" fmla="*/ 0 60000 65536"/>
                  <a:gd name="T14" fmla="*/ 0 60000 65536"/>
                  <a:gd name="T15" fmla="*/ 0 w 120"/>
                  <a:gd name="T16" fmla="*/ 0 h 56"/>
                  <a:gd name="T17" fmla="*/ 120 w 120"/>
                  <a:gd name="T18" fmla="*/ 56 h 56"/>
                </a:gdLst>
                <a:ahLst/>
                <a:cxnLst>
                  <a:cxn ang="T10">
                    <a:pos x="T0" y="T1"/>
                  </a:cxn>
                  <a:cxn ang="T11">
                    <a:pos x="T2" y="T3"/>
                  </a:cxn>
                  <a:cxn ang="T12">
                    <a:pos x="T4" y="T5"/>
                  </a:cxn>
                  <a:cxn ang="T13">
                    <a:pos x="T6" y="T7"/>
                  </a:cxn>
                  <a:cxn ang="T14">
                    <a:pos x="T8" y="T9"/>
                  </a:cxn>
                </a:cxnLst>
                <a:rect l="T15" t="T16" r="T17" b="T18"/>
                <a:pathLst>
                  <a:path w="120" h="56">
                    <a:moveTo>
                      <a:pt x="120" y="24"/>
                    </a:moveTo>
                    <a:lnTo>
                      <a:pt x="0" y="56"/>
                    </a:lnTo>
                    <a:lnTo>
                      <a:pt x="0" y="24"/>
                    </a:lnTo>
                    <a:lnTo>
                      <a:pt x="0" y="0"/>
                    </a:lnTo>
                    <a:lnTo>
                      <a:pt x="120" y="24"/>
                    </a:lnTo>
                    <a:close/>
                  </a:path>
                </a:pathLst>
              </a:custGeom>
              <a:grpFill/>
              <a:ln w="9525">
                <a:solidFill>
                  <a:schemeClr val="bg1"/>
                </a:solidFill>
                <a:round/>
                <a:headEnd/>
                <a:tailEnd/>
              </a:ln>
            </p:spPr>
            <p:txBody>
              <a:bodyPr/>
              <a:lstStyle/>
              <a:p>
                <a:endParaRPr lang="en-US"/>
              </a:p>
            </p:txBody>
          </p:sp>
          <p:grpSp>
            <p:nvGrpSpPr>
              <p:cNvPr id="104152" name="Group 637">
                <a:extLst>
                  <a:ext uri="{FF2B5EF4-FFF2-40B4-BE49-F238E27FC236}">
                    <a16:creationId xmlns:a16="http://schemas.microsoft.com/office/drawing/2014/main" id="{36BCCC4C-A694-5C13-159F-A5C1F6DFDB00}"/>
                  </a:ext>
                </a:extLst>
              </p:cNvPr>
              <p:cNvGrpSpPr>
                <a:grpSpLocks/>
              </p:cNvGrpSpPr>
              <p:nvPr/>
            </p:nvGrpSpPr>
            <p:grpSpPr bwMode="auto">
              <a:xfrm>
                <a:off x="3325" y="2068"/>
                <a:ext cx="295" cy="1"/>
                <a:chOff x="3325" y="2068"/>
                <a:chExt cx="295" cy="1"/>
              </a:xfrm>
              <a:grpFill/>
            </p:grpSpPr>
            <p:sp>
              <p:nvSpPr>
                <p:cNvPr id="104153" name="Line 638">
                  <a:extLst>
                    <a:ext uri="{FF2B5EF4-FFF2-40B4-BE49-F238E27FC236}">
                      <a16:creationId xmlns:a16="http://schemas.microsoft.com/office/drawing/2014/main" id="{DF9AD39E-6113-9BB4-76EA-01F0328E4DFB}"/>
                    </a:ext>
                  </a:extLst>
                </p:cNvPr>
                <p:cNvSpPr>
                  <a:spLocks noChangeShapeType="1"/>
                </p:cNvSpPr>
                <p:nvPr/>
              </p:nvSpPr>
              <p:spPr bwMode="auto">
                <a:xfrm>
                  <a:off x="3325" y="2068"/>
                  <a:ext cx="24" cy="1"/>
                </a:xfrm>
                <a:prstGeom prst="line">
                  <a:avLst/>
                </a:prstGeom>
                <a:grpFill/>
                <a:ln w="12700">
                  <a:solidFill>
                    <a:schemeClr val="bg1"/>
                  </a:solidFill>
                  <a:round/>
                  <a:headEnd/>
                  <a:tailEnd/>
                </a:ln>
              </p:spPr>
              <p:txBody>
                <a:bodyPr/>
                <a:lstStyle/>
                <a:p>
                  <a:endParaRPr lang="en-US"/>
                </a:p>
              </p:txBody>
            </p:sp>
            <p:sp>
              <p:nvSpPr>
                <p:cNvPr id="104154" name="Line 639">
                  <a:extLst>
                    <a:ext uri="{FF2B5EF4-FFF2-40B4-BE49-F238E27FC236}">
                      <a16:creationId xmlns:a16="http://schemas.microsoft.com/office/drawing/2014/main" id="{504378FF-5E19-8933-8FE5-ECC3AF13726F}"/>
                    </a:ext>
                  </a:extLst>
                </p:cNvPr>
                <p:cNvSpPr>
                  <a:spLocks noChangeShapeType="1"/>
                </p:cNvSpPr>
                <p:nvPr/>
              </p:nvSpPr>
              <p:spPr bwMode="auto">
                <a:xfrm>
                  <a:off x="3381" y="2068"/>
                  <a:ext cx="24" cy="1"/>
                </a:xfrm>
                <a:prstGeom prst="line">
                  <a:avLst/>
                </a:prstGeom>
                <a:grpFill/>
                <a:ln w="12700">
                  <a:solidFill>
                    <a:schemeClr val="bg1"/>
                  </a:solidFill>
                  <a:round/>
                  <a:headEnd/>
                  <a:tailEnd/>
                </a:ln>
              </p:spPr>
              <p:txBody>
                <a:bodyPr/>
                <a:lstStyle/>
                <a:p>
                  <a:endParaRPr lang="en-US"/>
                </a:p>
              </p:txBody>
            </p:sp>
            <p:sp>
              <p:nvSpPr>
                <p:cNvPr id="104155" name="Line 640">
                  <a:extLst>
                    <a:ext uri="{FF2B5EF4-FFF2-40B4-BE49-F238E27FC236}">
                      <a16:creationId xmlns:a16="http://schemas.microsoft.com/office/drawing/2014/main" id="{B73B414D-496E-D331-524E-AE2E8B313750}"/>
                    </a:ext>
                  </a:extLst>
                </p:cNvPr>
                <p:cNvSpPr>
                  <a:spLocks noChangeShapeType="1"/>
                </p:cNvSpPr>
                <p:nvPr/>
              </p:nvSpPr>
              <p:spPr bwMode="auto">
                <a:xfrm>
                  <a:off x="3437" y="2068"/>
                  <a:ext cx="24" cy="1"/>
                </a:xfrm>
                <a:prstGeom prst="line">
                  <a:avLst/>
                </a:prstGeom>
                <a:grpFill/>
                <a:ln w="12700">
                  <a:solidFill>
                    <a:schemeClr val="bg1"/>
                  </a:solidFill>
                  <a:round/>
                  <a:headEnd/>
                  <a:tailEnd/>
                </a:ln>
              </p:spPr>
              <p:txBody>
                <a:bodyPr/>
                <a:lstStyle/>
                <a:p>
                  <a:endParaRPr lang="en-US"/>
                </a:p>
              </p:txBody>
            </p:sp>
            <p:sp>
              <p:nvSpPr>
                <p:cNvPr id="104156" name="Line 641">
                  <a:extLst>
                    <a:ext uri="{FF2B5EF4-FFF2-40B4-BE49-F238E27FC236}">
                      <a16:creationId xmlns:a16="http://schemas.microsoft.com/office/drawing/2014/main" id="{2C06CEC0-D3BD-9E1C-B194-6CA2987FA83D}"/>
                    </a:ext>
                  </a:extLst>
                </p:cNvPr>
                <p:cNvSpPr>
                  <a:spLocks noChangeShapeType="1"/>
                </p:cNvSpPr>
                <p:nvPr/>
              </p:nvSpPr>
              <p:spPr bwMode="auto">
                <a:xfrm>
                  <a:off x="3493" y="2068"/>
                  <a:ext cx="23" cy="1"/>
                </a:xfrm>
                <a:prstGeom prst="line">
                  <a:avLst/>
                </a:prstGeom>
                <a:grpFill/>
                <a:ln w="12700">
                  <a:solidFill>
                    <a:schemeClr val="bg1"/>
                  </a:solidFill>
                  <a:round/>
                  <a:headEnd/>
                  <a:tailEnd/>
                </a:ln>
              </p:spPr>
              <p:txBody>
                <a:bodyPr/>
                <a:lstStyle/>
                <a:p>
                  <a:endParaRPr lang="en-US"/>
                </a:p>
              </p:txBody>
            </p:sp>
            <p:sp>
              <p:nvSpPr>
                <p:cNvPr id="104157" name="Line 642">
                  <a:extLst>
                    <a:ext uri="{FF2B5EF4-FFF2-40B4-BE49-F238E27FC236}">
                      <a16:creationId xmlns:a16="http://schemas.microsoft.com/office/drawing/2014/main" id="{2078CAB9-3471-E6FF-1EB1-E0CEDD928488}"/>
                    </a:ext>
                  </a:extLst>
                </p:cNvPr>
                <p:cNvSpPr>
                  <a:spLocks noChangeShapeType="1"/>
                </p:cNvSpPr>
                <p:nvPr/>
              </p:nvSpPr>
              <p:spPr bwMode="auto">
                <a:xfrm>
                  <a:off x="3548" y="2068"/>
                  <a:ext cx="24" cy="1"/>
                </a:xfrm>
                <a:prstGeom prst="line">
                  <a:avLst/>
                </a:prstGeom>
                <a:grpFill/>
                <a:ln w="12700">
                  <a:solidFill>
                    <a:schemeClr val="bg1"/>
                  </a:solidFill>
                  <a:round/>
                  <a:headEnd/>
                  <a:tailEnd/>
                </a:ln>
              </p:spPr>
              <p:txBody>
                <a:bodyPr/>
                <a:lstStyle/>
                <a:p>
                  <a:endParaRPr lang="en-US"/>
                </a:p>
              </p:txBody>
            </p:sp>
            <p:sp>
              <p:nvSpPr>
                <p:cNvPr id="104158" name="Line 643">
                  <a:extLst>
                    <a:ext uri="{FF2B5EF4-FFF2-40B4-BE49-F238E27FC236}">
                      <a16:creationId xmlns:a16="http://schemas.microsoft.com/office/drawing/2014/main" id="{3F72480D-1032-E622-FDF1-89622E36D08F}"/>
                    </a:ext>
                  </a:extLst>
                </p:cNvPr>
                <p:cNvSpPr>
                  <a:spLocks noChangeShapeType="1"/>
                </p:cNvSpPr>
                <p:nvPr/>
              </p:nvSpPr>
              <p:spPr bwMode="auto">
                <a:xfrm>
                  <a:off x="3604" y="2068"/>
                  <a:ext cx="16" cy="1"/>
                </a:xfrm>
                <a:prstGeom prst="line">
                  <a:avLst/>
                </a:prstGeom>
                <a:grpFill/>
                <a:ln w="12700">
                  <a:solidFill>
                    <a:schemeClr val="bg1"/>
                  </a:solidFill>
                  <a:round/>
                  <a:headEnd/>
                  <a:tailEnd/>
                </a:ln>
              </p:spPr>
              <p:txBody>
                <a:bodyPr/>
                <a:lstStyle/>
                <a:p>
                  <a:endParaRPr lang="en-US"/>
                </a:p>
              </p:txBody>
            </p:sp>
          </p:grpSp>
        </p:grpSp>
        <p:grpSp>
          <p:nvGrpSpPr>
            <p:cNvPr id="103570" name="Group 644">
              <a:extLst>
                <a:ext uri="{FF2B5EF4-FFF2-40B4-BE49-F238E27FC236}">
                  <a16:creationId xmlns:a16="http://schemas.microsoft.com/office/drawing/2014/main" id="{3028683C-0013-9F2D-1DBF-DE489D2235D0}"/>
                </a:ext>
              </a:extLst>
            </p:cNvPr>
            <p:cNvGrpSpPr>
              <a:grpSpLocks/>
            </p:cNvGrpSpPr>
            <p:nvPr/>
          </p:nvGrpSpPr>
          <p:grpSpPr bwMode="auto">
            <a:xfrm>
              <a:off x="3796" y="2036"/>
              <a:ext cx="415" cy="56"/>
              <a:chOff x="3796" y="2036"/>
              <a:chExt cx="415" cy="56"/>
            </a:xfrm>
            <a:grpFill/>
          </p:grpSpPr>
          <p:sp>
            <p:nvSpPr>
              <p:cNvPr id="104143" name="Freeform 645">
                <a:extLst>
                  <a:ext uri="{FF2B5EF4-FFF2-40B4-BE49-F238E27FC236}">
                    <a16:creationId xmlns:a16="http://schemas.microsoft.com/office/drawing/2014/main" id="{58696558-EED6-C55E-A9C1-E34517D3996B}"/>
                  </a:ext>
                </a:extLst>
              </p:cNvPr>
              <p:cNvSpPr>
                <a:spLocks/>
              </p:cNvSpPr>
              <p:nvPr/>
            </p:nvSpPr>
            <p:spPr bwMode="auto">
              <a:xfrm>
                <a:off x="4099"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solidFill>
                <a:round/>
                <a:headEnd/>
                <a:tailEnd/>
              </a:ln>
            </p:spPr>
            <p:txBody>
              <a:bodyPr/>
              <a:lstStyle/>
              <a:p>
                <a:endParaRPr lang="en-US"/>
              </a:p>
            </p:txBody>
          </p:sp>
          <p:grpSp>
            <p:nvGrpSpPr>
              <p:cNvPr id="104144" name="Group 646">
                <a:extLst>
                  <a:ext uri="{FF2B5EF4-FFF2-40B4-BE49-F238E27FC236}">
                    <a16:creationId xmlns:a16="http://schemas.microsoft.com/office/drawing/2014/main" id="{747A4F66-4D2A-1377-E74B-957EBE38399C}"/>
                  </a:ext>
                </a:extLst>
              </p:cNvPr>
              <p:cNvGrpSpPr>
                <a:grpSpLocks/>
              </p:cNvGrpSpPr>
              <p:nvPr/>
            </p:nvGrpSpPr>
            <p:grpSpPr bwMode="auto">
              <a:xfrm>
                <a:off x="3796" y="2068"/>
                <a:ext cx="295" cy="1"/>
                <a:chOff x="3796" y="2068"/>
                <a:chExt cx="295" cy="1"/>
              </a:xfrm>
              <a:grpFill/>
            </p:grpSpPr>
            <p:sp>
              <p:nvSpPr>
                <p:cNvPr id="104145" name="Line 647">
                  <a:extLst>
                    <a:ext uri="{FF2B5EF4-FFF2-40B4-BE49-F238E27FC236}">
                      <a16:creationId xmlns:a16="http://schemas.microsoft.com/office/drawing/2014/main" id="{262BC549-9B21-DB14-7560-B0EFEA23CE0A}"/>
                    </a:ext>
                  </a:extLst>
                </p:cNvPr>
                <p:cNvSpPr>
                  <a:spLocks noChangeShapeType="1"/>
                </p:cNvSpPr>
                <p:nvPr/>
              </p:nvSpPr>
              <p:spPr bwMode="auto">
                <a:xfrm>
                  <a:off x="3796" y="2068"/>
                  <a:ext cx="24" cy="1"/>
                </a:xfrm>
                <a:prstGeom prst="line">
                  <a:avLst/>
                </a:prstGeom>
                <a:grpFill/>
                <a:ln w="12700">
                  <a:solidFill>
                    <a:schemeClr val="bg1"/>
                  </a:solidFill>
                  <a:round/>
                  <a:headEnd/>
                  <a:tailEnd/>
                </a:ln>
              </p:spPr>
              <p:txBody>
                <a:bodyPr/>
                <a:lstStyle/>
                <a:p>
                  <a:endParaRPr lang="en-US"/>
                </a:p>
              </p:txBody>
            </p:sp>
            <p:sp>
              <p:nvSpPr>
                <p:cNvPr id="104146" name="Line 648">
                  <a:extLst>
                    <a:ext uri="{FF2B5EF4-FFF2-40B4-BE49-F238E27FC236}">
                      <a16:creationId xmlns:a16="http://schemas.microsoft.com/office/drawing/2014/main" id="{C62E0A43-EB71-1056-7E15-D5949C7BEFEA}"/>
                    </a:ext>
                  </a:extLst>
                </p:cNvPr>
                <p:cNvSpPr>
                  <a:spLocks noChangeShapeType="1"/>
                </p:cNvSpPr>
                <p:nvPr/>
              </p:nvSpPr>
              <p:spPr bwMode="auto">
                <a:xfrm>
                  <a:off x="3852" y="2068"/>
                  <a:ext cx="24" cy="1"/>
                </a:xfrm>
                <a:prstGeom prst="line">
                  <a:avLst/>
                </a:prstGeom>
                <a:grpFill/>
                <a:ln w="12700">
                  <a:solidFill>
                    <a:schemeClr val="bg1"/>
                  </a:solidFill>
                  <a:round/>
                  <a:headEnd/>
                  <a:tailEnd/>
                </a:ln>
              </p:spPr>
              <p:txBody>
                <a:bodyPr/>
                <a:lstStyle/>
                <a:p>
                  <a:endParaRPr lang="en-US"/>
                </a:p>
              </p:txBody>
            </p:sp>
            <p:sp>
              <p:nvSpPr>
                <p:cNvPr id="104147" name="Line 649">
                  <a:extLst>
                    <a:ext uri="{FF2B5EF4-FFF2-40B4-BE49-F238E27FC236}">
                      <a16:creationId xmlns:a16="http://schemas.microsoft.com/office/drawing/2014/main" id="{DB826C69-F550-B703-B8FB-FE5319BF7CE0}"/>
                    </a:ext>
                  </a:extLst>
                </p:cNvPr>
                <p:cNvSpPr>
                  <a:spLocks noChangeShapeType="1"/>
                </p:cNvSpPr>
                <p:nvPr/>
              </p:nvSpPr>
              <p:spPr bwMode="auto">
                <a:xfrm>
                  <a:off x="3908" y="2068"/>
                  <a:ext cx="24" cy="1"/>
                </a:xfrm>
                <a:prstGeom prst="line">
                  <a:avLst/>
                </a:prstGeom>
                <a:grpFill/>
                <a:ln w="12700">
                  <a:solidFill>
                    <a:schemeClr val="bg1"/>
                  </a:solidFill>
                  <a:round/>
                  <a:headEnd/>
                  <a:tailEnd/>
                </a:ln>
              </p:spPr>
              <p:txBody>
                <a:bodyPr/>
                <a:lstStyle/>
                <a:p>
                  <a:endParaRPr lang="en-US"/>
                </a:p>
              </p:txBody>
            </p:sp>
            <p:sp>
              <p:nvSpPr>
                <p:cNvPr id="104148" name="Line 650">
                  <a:extLst>
                    <a:ext uri="{FF2B5EF4-FFF2-40B4-BE49-F238E27FC236}">
                      <a16:creationId xmlns:a16="http://schemas.microsoft.com/office/drawing/2014/main" id="{E2AB5537-6AC3-799F-6FBF-B19D333A4B7D}"/>
                    </a:ext>
                  </a:extLst>
                </p:cNvPr>
                <p:cNvSpPr>
                  <a:spLocks noChangeShapeType="1"/>
                </p:cNvSpPr>
                <p:nvPr/>
              </p:nvSpPr>
              <p:spPr bwMode="auto">
                <a:xfrm>
                  <a:off x="3964" y="2068"/>
                  <a:ext cx="24" cy="1"/>
                </a:xfrm>
                <a:prstGeom prst="line">
                  <a:avLst/>
                </a:prstGeom>
                <a:grpFill/>
                <a:ln w="12700">
                  <a:solidFill>
                    <a:schemeClr val="bg1"/>
                  </a:solidFill>
                  <a:round/>
                  <a:headEnd/>
                  <a:tailEnd/>
                </a:ln>
              </p:spPr>
              <p:txBody>
                <a:bodyPr/>
                <a:lstStyle/>
                <a:p>
                  <a:endParaRPr lang="en-US"/>
                </a:p>
              </p:txBody>
            </p:sp>
            <p:sp>
              <p:nvSpPr>
                <p:cNvPr id="104149" name="Line 651">
                  <a:extLst>
                    <a:ext uri="{FF2B5EF4-FFF2-40B4-BE49-F238E27FC236}">
                      <a16:creationId xmlns:a16="http://schemas.microsoft.com/office/drawing/2014/main" id="{E95F3B93-B92F-F2E6-91C1-C6AD77A6BAD6}"/>
                    </a:ext>
                  </a:extLst>
                </p:cNvPr>
                <p:cNvSpPr>
                  <a:spLocks noChangeShapeType="1"/>
                </p:cNvSpPr>
                <p:nvPr/>
              </p:nvSpPr>
              <p:spPr bwMode="auto">
                <a:xfrm>
                  <a:off x="4019" y="2068"/>
                  <a:ext cx="24" cy="1"/>
                </a:xfrm>
                <a:prstGeom prst="line">
                  <a:avLst/>
                </a:prstGeom>
                <a:grpFill/>
                <a:ln w="12700">
                  <a:solidFill>
                    <a:schemeClr val="bg1"/>
                  </a:solidFill>
                  <a:round/>
                  <a:headEnd/>
                  <a:tailEnd/>
                </a:ln>
              </p:spPr>
              <p:txBody>
                <a:bodyPr/>
                <a:lstStyle/>
                <a:p>
                  <a:endParaRPr lang="en-US"/>
                </a:p>
              </p:txBody>
            </p:sp>
            <p:sp>
              <p:nvSpPr>
                <p:cNvPr id="104150" name="Line 652">
                  <a:extLst>
                    <a:ext uri="{FF2B5EF4-FFF2-40B4-BE49-F238E27FC236}">
                      <a16:creationId xmlns:a16="http://schemas.microsoft.com/office/drawing/2014/main" id="{445F4D82-924C-375E-1640-9F9BB0471815}"/>
                    </a:ext>
                  </a:extLst>
                </p:cNvPr>
                <p:cNvSpPr>
                  <a:spLocks noChangeShapeType="1"/>
                </p:cNvSpPr>
                <p:nvPr/>
              </p:nvSpPr>
              <p:spPr bwMode="auto">
                <a:xfrm>
                  <a:off x="4075" y="2068"/>
                  <a:ext cx="16" cy="1"/>
                </a:xfrm>
                <a:prstGeom prst="line">
                  <a:avLst/>
                </a:prstGeom>
                <a:grpFill/>
                <a:ln w="12700">
                  <a:solidFill>
                    <a:schemeClr val="bg1"/>
                  </a:solidFill>
                  <a:round/>
                  <a:headEnd/>
                  <a:tailEnd/>
                </a:ln>
              </p:spPr>
              <p:txBody>
                <a:bodyPr/>
                <a:lstStyle/>
                <a:p>
                  <a:endParaRPr lang="en-US"/>
                </a:p>
              </p:txBody>
            </p:sp>
          </p:grpSp>
        </p:grpSp>
        <p:grpSp>
          <p:nvGrpSpPr>
            <p:cNvPr id="103571" name="Group 653">
              <a:extLst>
                <a:ext uri="{FF2B5EF4-FFF2-40B4-BE49-F238E27FC236}">
                  <a16:creationId xmlns:a16="http://schemas.microsoft.com/office/drawing/2014/main" id="{EF0B57CC-98D5-4795-CE32-760135AB22A2}"/>
                </a:ext>
              </a:extLst>
            </p:cNvPr>
            <p:cNvGrpSpPr>
              <a:grpSpLocks/>
            </p:cNvGrpSpPr>
            <p:nvPr/>
          </p:nvGrpSpPr>
          <p:grpSpPr bwMode="auto">
            <a:xfrm>
              <a:off x="4267" y="2036"/>
              <a:ext cx="415" cy="56"/>
              <a:chOff x="4267" y="2036"/>
              <a:chExt cx="415" cy="56"/>
            </a:xfrm>
            <a:grpFill/>
          </p:grpSpPr>
          <p:sp>
            <p:nvSpPr>
              <p:cNvPr id="104135" name="Freeform 654">
                <a:extLst>
                  <a:ext uri="{FF2B5EF4-FFF2-40B4-BE49-F238E27FC236}">
                    <a16:creationId xmlns:a16="http://schemas.microsoft.com/office/drawing/2014/main" id="{18EDA906-1771-5B00-B972-524D9BC5BC7F}"/>
                  </a:ext>
                </a:extLst>
              </p:cNvPr>
              <p:cNvSpPr>
                <a:spLocks/>
              </p:cNvSpPr>
              <p:nvPr/>
            </p:nvSpPr>
            <p:spPr bwMode="auto">
              <a:xfrm>
                <a:off x="4570"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solidFill>
                <a:round/>
                <a:headEnd/>
                <a:tailEnd/>
              </a:ln>
            </p:spPr>
            <p:txBody>
              <a:bodyPr/>
              <a:lstStyle/>
              <a:p>
                <a:endParaRPr lang="en-US"/>
              </a:p>
            </p:txBody>
          </p:sp>
          <p:grpSp>
            <p:nvGrpSpPr>
              <p:cNvPr id="104136" name="Group 655">
                <a:extLst>
                  <a:ext uri="{FF2B5EF4-FFF2-40B4-BE49-F238E27FC236}">
                    <a16:creationId xmlns:a16="http://schemas.microsoft.com/office/drawing/2014/main" id="{BCFF84DB-719E-30E5-50F1-FA1BAEC0486F}"/>
                  </a:ext>
                </a:extLst>
              </p:cNvPr>
              <p:cNvGrpSpPr>
                <a:grpSpLocks/>
              </p:cNvGrpSpPr>
              <p:nvPr/>
            </p:nvGrpSpPr>
            <p:grpSpPr bwMode="auto">
              <a:xfrm>
                <a:off x="4267" y="2068"/>
                <a:ext cx="295" cy="1"/>
                <a:chOff x="4267" y="2068"/>
                <a:chExt cx="295" cy="1"/>
              </a:xfrm>
              <a:grpFill/>
            </p:grpSpPr>
            <p:sp>
              <p:nvSpPr>
                <p:cNvPr id="104137" name="Line 656">
                  <a:extLst>
                    <a:ext uri="{FF2B5EF4-FFF2-40B4-BE49-F238E27FC236}">
                      <a16:creationId xmlns:a16="http://schemas.microsoft.com/office/drawing/2014/main" id="{93E7DBC1-85D4-9D82-7CE8-6B75BFA2EAFB}"/>
                    </a:ext>
                  </a:extLst>
                </p:cNvPr>
                <p:cNvSpPr>
                  <a:spLocks noChangeShapeType="1"/>
                </p:cNvSpPr>
                <p:nvPr/>
              </p:nvSpPr>
              <p:spPr bwMode="auto">
                <a:xfrm>
                  <a:off x="4267" y="2068"/>
                  <a:ext cx="24" cy="1"/>
                </a:xfrm>
                <a:prstGeom prst="line">
                  <a:avLst/>
                </a:prstGeom>
                <a:grpFill/>
                <a:ln w="12700">
                  <a:solidFill>
                    <a:schemeClr val="bg1"/>
                  </a:solidFill>
                  <a:round/>
                  <a:headEnd/>
                  <a:tailEnd/>
                </a:ln>
              </p:spPr>
              <p:txBody>
                <a:bodyPr/>
                <a:lstStyle/>
                <a:p>
                  <a:endParaRPr lang="en-US"/>
                </a:p>
              </p:txBody>
            </p:sp>
            <p:sp>
              <p:nvSpPr>
                <p:cNvPr id="104138" name="Line 657">
                  <a:extLst>
                    <a:ext uri="{FF2B5EF4-FFF2-40B4-BE49-F238E27FC236}">
                      <a16:creationId xmlns:a16="http://schemas.microsoft.com/office/drawing/2014/main" id="{B888D0BE-8E42-983B-8649-8CFEA4F3D62E}"/>
                    </a:ext>
                  </a:extLst>
                </p:cNvPr>
                <p:cNvSpPr>
                  <a:spLocks noChangeShapeType="1"/>
                </p:cNvSpPr>
                <p:nvPr/>
              </p:nvSpPr>
              <p:spPr bwMode="auto">
                <a:xfrm>
                  <a:off x="4323" y="2068"/>
                  <a:ext cx="24" cy="1"/>
                </a:xfrm>
                <a:prstGeom prst="line">
                  <a:avLst/>
                </a:prstGeom>
                <a:grpFill/>
                <a:ln w="12700">
                  <a:solidFill>
                    <a:schemeClr val="bg1"/>
                  </a:solidFill>
                  <a:round/>
                  <a:headEnd/>
                  <a:tailEnd/>
                </a:ln>
              </p:spPr>
              <p:txBody>
                <a:bodyPr/>
                <a:lstStyle/>
                <a:p>
                  <a:endParaRPr lang="en-US"/>
                </a:p>
              </p:txBody>
            </p:sp>
            <p:sp>
              <p:nvSpPr>
                <p:cNvPr id="104139" name="Line 658">
                  <a:extLst>
                    <a:ext uri="{FF2B5EF4-FFF2-40B4-BE49-F238E27FC236}">
                      <a16:creationId xmlns:a16="http://schemas.microsoft.com/office/drawing/2014/main" id="{775137D8-3B63-CB49-3D5A-FE23B3EDF277}"/>
                    </a:ext>
                  </a:extLst>
                </p:cNvPr>
                <p:cNvSpPr>
                  <a:spLocks noChangeShapeType="1"/>
                </p:cNvSpPr>
                <p:nvPr/>
              </p:nvSpPr>
              <p:spPr bwMode="auto">
                <a:xfrm>
                  <a:off x="4379" y="2068"/>
                  <a:ext cx="24" cy="1"/>
                </a:xfrm>
                <a:prstGeom prst="line">
                  <a:avLst/>
                </a:prstGeom>
                <a:grpFill/>
                <a:ln w="12700">
                  <a:solidFill>
                    <a:schemeClr val="bg1"/>
                  </a:solidFill>
                  <a:round/>
                  <a:headEnd/>
                  <a:tailEnd/>
                </a:ln>
              </p:spPr>
              <p:txBody>
                <a:bodyPr/>
                <a:lstStyle/>
                <a:p>
                  <a:endParaRPr lang="en-US"/>
                </a:p>
              </p:txBody>
            </p:sp>
            <p:sp>
              <p:nvSpPr>
                <p:cNvPr id="104140" name="Line 659">
                  <a:extLst>
                    <a:ext uri="{FF2B5EF4-FFF2-40B4-BE49-F238E27FC236}">
                      <a16:creationId xmlns:a16="http://schemas.microsoft.com/office/drawing/2014/main" id="{8A7F352D-C78A-E479-C2B7-7C84F63B77D0}"/>
                    </a:ext>
                  </a:extLst>
                </p:cNvPr>
                <p:cNvSpPr>
                  <a:spLocks noChangeShapeType="1"/>
                </p:cNvSpPr>
                <p:nvPr/>
              </p:nvSpPr>
              <p:spPr bwMode="auto">
                <a:xfrm>
                  <a:off x="4435" y="2068"/>
                  <a:ext cx="24" cy="1"/>
                </a:xfrm>
                <a:prstGeom prst="line">
                  <a:avLst/>
                </a:prstGeom>
                <a:grpFill/>
                <a:ln w="12700">
                  <a:solidFill>
                    <a:schemeClr val="bg1"/>
                  </a:solidFill>
                  <a:round/>
                  <a:headEnd/>
                  <a:tailEnd/>
                </a:ln>
              </p:spPr>
              <p:txBody>
                <a:bodyPr/>
                <a:lstStyle/>
                <a:p>
                  <a:endParaRPr lang="en-US"/>
                </a:p>
              </p:txBody>
            </p:sp>
            <p:sp>
              <p:nvSpPr>
                <p:cNvPr id="104141" name="Line 660">
                  <a:extLst>
                    <a:ext uri="{FF2B5EF4-FFF2-40B4-BE49-F238E27FC236}">
                      <a16:creationId xmlns:a16="http://schemas.microsoft.com/office/drawing/2014/main" id="{42BD2EBF-9795-2E60-4C74-C5A634E766C9}"/>
                    </a:ext>
                  </a:extLst>
                </p:cNvPr>
                <p:cNvSpPr>
                  <a:spLocks noChangeShapeType="1"/>
                </p:cNvSpPr>
                <p:nvPr/>
              </p:nvSpPr>
              <p:spPr bwMode="auto">
                <a:xfrm>
                  <a:off x="4491" y="2068"/>
                  <a:ext cx="23" cy="1"/>
                </a:xfrm>
                <a:prstGeom prst="line">
                  <a:avLst/>
                </a:prstGeom>
                <a:grpFill/>
                <a:ln w="12700">
                  <a:solidFill>
                    <a:schemeClr val="bg1"/>
                  </a:solidFill>
                  <a:round/>
                  <a:headEnd/>
                  <a:tailEnd/>
                </a:ln>
              </p:spPr>
              <p:txBody>
                <a:bodyPr/>
                <a:lstStyle/>
                <a:p>
                  <a:endParaRPr lang="en-US"/>
                </a:p>
              </p:txBody>
            </p:sp>
            <p:sp>
              <p:nvSpPr>
                <p:cNvPr id="104142" name="Line 661">
                  <a:extLst>
                    <a:ext uri="{FF2B5EF4-FFF2-40B4-BE49-F238E27FC236}">
                      <a16:creationId xmlns:a16="http://schemas.microsoft.com/office/drawing/2014/main" id="{032DF636-333A-9F8E-2D52-872A800D5967}"/>
                    </a:ext>
                  </a:extLst>
                </p:cNvPr>
                <p:cNvSpPr>
                  <a:spLocks noChangeShapeType="1"/>
                </p:cNvSpPr>
                <p:nvPr/>
              </p:nvSpPr>
              <p:spPr bwMode="auto">
                <a:xfrm>
                  <a:off x="4546" y="2068"/>
                  <a:ext cx="16" cy="1"/>
                </a:xfrm>
                <a:prstGeom prst="line">
                  <a:avLst/>
                </a:prstGeom>
                <a:grpFill/>
                <a:ln w="12700">
                  <a:solidFill>
                    <a:schemeClr val="bg1"/>
                  </a:solidFill>
                  <a:round/>
                  <a:headEnd/>
                  <a:tailEnd/>
                </a:ln>
              </p:spPr>
              <p:txBody>
                <a:bodyPr/>
                <a:lstStyle/>
                <a:p>
                  <a:endParaRPr lang="en-US"/>
                </a:p>
              </p:txBody>
            </p:sp>
          </p:grpSp>
        </p:grpSp>
        <p:grpSp>
          <p:nvGrpSpPr>
            <p:cNvPr id="103572" name="Group 662">
              <a:extLst>
                <a:ext uri="{FF2B5EF4-FFF2-40B4-BE49-F238E27FC236}">
                  <a16:creationId xmlns:a16="http://schemas.microsoft.com/office/drawing/2014/main" id="{5F4FC885-C74D-7A3A-9266-C249AAD2F7AC}"/>
                </a:ext>
              </a:extLst>
            </p:cNvPr>
            <p:cNvGrpSpPr>
              <a:grpSpLocks/>
            </p:cNvGrpSpPr>
            <p:nvPr/>
          </p:nvGrpSpPr>
          <p:grpSpPr bwMode="auto">
            <a:xfrm>
              <a:off x="4259" y="2347"/>
              <a:ext cx="415" cy="56"/>
              <a:chOff x="4259" y="2347"/>
              <a:chExt cx="415" cy="56"/>
            </a:xfrm>
            <a:grpFill/>
          </p:grpSpPr>
          <p:sp>
            <p:nvSpPr>
              <p:cNvPr id="104127" name="Freeform 663">
                <a:extLst>
                  <a:ext uri="{FF2B5EF4-FFF2-40B4-BE49-F238E27FC236}">
                    <a16:creationId xmlns:a16="http://schemas.microsoft.com/office/drawing/2014/main" id="{8B517BF0-9ED1-1D70-FDFF-3C5499798646}"/>
                  </a:ext>
                </a:extLst>
              </p:cNvPr>
              <p:cNvSpPr>
                <a:spLocks/>
              </p:cNvSpPr>
              <p:nvPr/>
            </p:nvSpPr>
            <p:spPr bwMode="auto">
              <a:xfrm>
                <a:off x="4562" y="234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solidFill>
                <a:round/>
                <a:headEnd/>
                <a:tailEnd/>
              </a:ln>
            </p:spPr>
            <p:txBody>
              <a:bodyPr/>
              <a:lstStyle/>
              <a:p>
                <a:endParaRPr lang="en-US"/>
              </a:p>
            </p:txBody>
          </p:sp>
          <p:grpSp>
            <p:nvGrpSpPr>
              <p:cNvPr id="104128" name="Group 664">
                <a:extLst>
                  <a:ext uri="{FF2B5EF4-FFF2-40B4-BE49-F238E27FC236}">
                    <a16:creationId xmlns:a16="http://schemas.microsoft.com/office/drawing/2014/main" id="{0F5E8423-3D1D-3AD1-937C-EBAED3B62BA1}"/>
                  </a:ext>
                </a:extLst>
              </p:cNvPr>
              <p:cNvGrpSpPr>
                <a:grpSpLocks/>
              </p:cNvGrpSpPr>
              <p:nvPr/>
            </p:nvGrpSpPr>
            <p:grpSpPr bwMode="auto">
              <a:xfrm>
                <a:off x="4259" y="2371"/>
                <a:ext cx="295" cy="1"/>
                <a:chOff x="4259" y="2371"/>
                <a:chExt cx="295" cy="1"/>
              </a:xfrm>
              <a:grpFill/>
            </p:grpSpPr>
            <p:sp>
              <p:nvSpPr>
                <p:cNvPr id="104129" name="Line 665">
                  <a:extLst>
                    <a:ext uri="{FF2B5EF4-FFF2-40B4-BE49-F238E27FC236}">
                      <a16:creationId xmlns:a16="http://schemas.microsoft.com/office/drawing/2014/main" id="{3E8FEAD6-FA48-73AB-0553-31B34416C9FE}"/>
                    </a:ext>
                  </a:extLst>
                </p:cNvPr>
                <p:cNvSpPr>
                  <a:spLocks noChangeShapeType="1"/>
                </p:cNvSpPr>
                <p:nvPr/>
              </p:nvSpPr>
              <p:spPr bwMode="auto">
                <a:xfrm>
                  <a:off x="4259" y="2371"/>
                  <a:ext cx="24" cy="1"/>
                </a:xfrm>
                <a:prstGeom prst="line">
                  <a:avLst/>
                </a:prstGeom>
                <a:grpFill/>
                <a:ln w="12700">
                  <a:solidFill>
                    <a:schemeClr val="bg1"/>
                  </a:solidFill>
                  <a:round/>
                  <a:headEnd/>
                  <a:tailEnd/>
                </a:ln>
              </p:spPr>
              <p:txBody>
                <a:bodyPr/>
                <a:lstStyle/>
                <a:p>
                  <a:endParaRPr lang="en-US"/>
                </a:p>
              </p:txBody>
            </p:sp>
            <p:sp>
              <p:nvSpPr>
                <p:cNvPr id="104130" name="Line 666">
                  <a:extLst>
                    <a:ext uri="{FF2B5EF4-FFF2-40B4-BE49-F238E27FC236}">
                      <a16:creationId xmlns:a16="http://schemas.microsoft.com/office/drawing/2014/main" id="{600AAC8D-7639-AC9A-1650-4738F019B2AF}"/>
                    </a:ext>
                  </a:extLst>
                </p:cNvPr>
                <p:cNvSpPr>
                  <a:spLocks noChangeShapeType="1"/>
                </p:cNvSpPr>
                <p:nvPr/>
              </p:nvSpPr>
              <p:spPr bwMode="auto">
                <a:xfrm>
                  <a:off x="4315" y="2371"/>
                  <a:ext cx="24" cy="1"/>
                </a:xfrm>
                <a:prstGeom prst="line">
                  <a:avLst/>
                </a:prstGeom>
                <a:grpFill/>
                <a:ln w="12700">
                  <a:solidFill>
                    <a:schemeClr val="bg1"/>
                  </a:solidFill>
                  <a:round/>
                  <a:headEnd/>
                  <a:tailEnd/>
                </a:ln>
              </p:spPr>
              <p:txBody>
                <a:bodyPr/>
                <a:lstStyle/>
                <a:p>
                  <a:endParaRPr lang="en-US"/>
                </a:p>
              </p:txBody>
            </p:sp>
            <p:sp>
              <p:nvSpPr>
                <p:cNvPr id="104131" name="Line 667">
                  <a:extLst>
                    <a:ext uri="{FF2B5EF4-FFF2-40B4-BE49-F238E27FC236}">
                      <a16:creationId xmlns:a16="http://schemas.microsoft.com/office/drawing/2014/main" id="{AEF399F3-DEDF-2941-76B9-70D0CB80FE7E}"/>
                    </a:ext>
                  </a:extLst>
                </p:cNvPr>
                <p:cNvSpPr>
                  <a:spLocks noChangeShapeType="1"/>
                </p:cNvSpPr>
                <p:nvPr/>
              </p:nvSpPr>
              <p:spPr bwMode="auto">
                <a:xfrm>
                  <a:off x="4371" y="2371"/>
                  <a:ext cx="24" cy="1"/>
                </a:xfrm>
                <a:prstGeom prst="line">
                  <a:avLst/>
                </a:prstGeom>
                <a:grpFill/>
                <a:ln w="12700">
                  <a:solidFill>
                    <a:schemeClr val="bg1"/>
                  </a:solidFill>
                  <a:round/>
                  <a:headEnd/>
                  <a:tailEnd/>
                </a:ln>
              </p:spPr>
              <p:txBody>
                <a:bodyPr/>
                <a:lstStyle/>
                <a:p>
                  <a:endParaRPr lang="en-US"/>
                </a:p>
              </p:txBody>
            </p:sp>
            <p:sp>
              <p:nvSpPr>
                <p:cNvPr id="104132" name="Line 668">
                  <a:extLst>
                    <a:ext uri="{FF2B5EF4-FFF2-40B4-BE49-F238E27FC236}">
                      <a16:creationId xmlns:a16="http://schemas.microsoft.com/office/drawing/2014/main" id="{7D351802-7EAB-AF1F-FA1D-081BBA28CCCA}"/>
                    </a:ext>
                  </a:extLst>
                </p:cNvPr>
                <p:cNvSpPr>
                  <a:spLocks noChangeShapeType="1"/>
                </p:cNvSpPr>
                <p:nvPr/>
              </p:nvSpPr>
              <p:spPr bwMode="auto">
                <a:xfrm>
                  <a:off x="4427" y="2371"/>
                  <a:ext cx="24" cy="1"/>
                </a:xfrm>
                <a:prstGeom prst="line">
                  <a:avLst/>
                </a:prstGeom>
                <a:grpFill/>
                <a:ln w="12700">
                  <a:solidFill>
                    <a:schemeClr val="bg1"/>
                  </a:solidFill>
                  <a:round/>
                  <a:headEnd/>
                  <a:tailEnd/>
                </a:ln>
              </p:spPr>
              <p:txBody>
                <a:bodyPr/>
                <a:lstStyle/>
                <a:p>
                  <a:endParaRPr lang="en-US"/>
                </a:p>
              </p:txBody>
            </p:sp>
            <p:sp>
              <p:nvSpPr>
                <p:cNvPr id="104133" name="Line 669">
                  <a:extLst>
                    <a:ext uri="{FF2B5EF4-FFF2-40B4-BE49-F238E27FC236}">
                      <a16:creationId xmlns:a16="http://schemas.microsoft.com/office/drawing/2014/main" id="{ADFA431D-FC42-381A-CF7A-F9EEA9DD6413}"/>
                    </a:ext>
                  </a:extLst>
                </p:cNvPr>
                <p:cNvSpPr>
                  <a:spLocks noChangeShapeType="1"/>
                </p:cNvSpPr>
                <p:nvPr/>
              </p:nvSpPr>
              <p:spPr bwMode="auto">
                <a:xfrm>
                  <a:off x="4483" y="2371"/>
                  <a:ext cx="23" cy="1"/>
                </a:xfrm>
                <a:prstGeom prst="line">
                  <a:avLst/>
                </a:prstGeom>
                <a:grpFill/>
                <a:ln w="12700">
                  <a:solidFill>
                    <a:schemeClr val="bg1"/>
                  </a:solidFill>
                  <a:round/>
                  <a:headEnd/>
                  <a:tailEnd/>
                </a:ln>
              </p:spPr>
              <p:txBody>
                <a:bodyPr/>
                <a:lstStyle/>
                <a:p>
                  <a:endParaRPr lang="en-US"/>
                </a:p>
              </p:txBody>
            </p:sp>
            <p:sp>
              <p:nvSpPr>
                <p:cNvPr id="104134" name="Line 670">
                  <a:extLst>
                    <a:ext uri="{FF2B5EF4-FFF2-40B4-BE49-F238E27FC236}">
                      <a16:creationId xmlns:a16="http://schemas.microsoft.com/office/drawing/2014/main" id="{28F122D0-11D5-5417-71FE-551BDA2D342C}"/>
                    </a:ext>
                  </a:extLst>
                </p:cNvPr>
                <p:cNvSpPr>
                  <a:spLocks noChangeShapeType="1"/>
                </p:cNvSpPr>
                <p:nvPr/>
              </p:nvSpPr>
              <p:spPr bwMode="auto">
                <a:xfrm>
                  <a:off x="4538" y="2371"/>
                  <a:ext cx="16" cy="1"/>
                </a:xfrm>
                <a:prstGeom prst="line">
                  <a:avLst/>
                </a:prstGeom>
                <a:grpFill/>
                <a:ln w="12700">
                  <a:solidFill>
                    <a:schemeClr val="bg1"/>
                  </a:solidFill>
                  <a:round/>
                  <a:headEnd/>
                  <a:tailEnd/>
                </a:ln>
              </p:spPr>
              <p:txBody>
                <a:bodyPr/>
                <a:lstStyle/>
                <a:p>
                  <a:endParaRPr lang="en-US"/>
                </a:p>
              </p:txBody>
            </p:sp>
          </p:grpSp>
        </p:grpSp>
        <p:grpSp>
          <p:nvGrpSpPr>
            <p:cNvPr id="103573" name="Group 671">
              <a:extLst>
                <a:ext uri="{FF2B5EF4-FFF2-40B4-BE49-F238E27FC236}">
                  <a16:creationId xmlns:a16="http://schemas.microsoft.com/office/drawing/2014/main" id="{251823E1-47AC-C94C-826C-A91A396C3990}"/>
                </a:ext>
              </a:extLst>
            </p:cNvPr>
            <p:cNvGrpSpPr>
              <a:grpSpLocks/>
            </p:cNvGrpSpPr>
            <p:nvPr/>
          </p:nvGrpSpPr>
          <p:grpSpPr bwMode="auto">
            <a:xfrm>
              <a:off x="3796" y="2347"/>
              <a:ext cx="415" cy="56"/>
              <a:chOff x="3796" y="2347"/>
              <a:chExt cx="415" cy="56"/>
            </a:xfrm>
            <a:grpFill/>
          </p:grpSpPr>
          <p:sp>
            <p:nvSpPr>
              <p:cNvPr id="104119" name="Freeform 672">
                <a:extLst>
                  <a:ext uri="{FF2B5EF4-FFF2-40B4-BE49-F238E27FC236}">
                    <a16:creationId xmlns:a16="http://schemas.microsoft.com/office/drawing/2014/main" id="{222D3141-A22F-1AF8-554C-76AA5367CE22}"/>
                  </a:ext>
                </a:extLst>
              </p:cNvPr>
              <p:cNvSpPr>
                <a:spLocks/>
              </p:cNvSpPr>
              <p:nvPr/>
            </p:nvSpPr>
            <p:spPr bwMode="auto">
              <a:xfrm>
                <a:off x="4099" y="234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solidFill>
                <a:round/>
                <a:headEnd/>
                <a:tailEnd/>
              </a:ln>
            </p:spPr>
            <p:txBody>
              <a:bodyPr/>
              <a:lstStyle/>
              <a:p>
                <a:endParaRPr lang="en-US"/>
              </a:p>
            </p:txBody>
          </p:sp>
          <p:grpSp>
            <p:nvGrpSpPr>
              <p:cNvPr id="104120" name="Group 673">
                <a:extLst>
                  <a:ext uri="{FF2B5EF4-FFF2-40B4-BE49-F238E27FC236}">
                    <a16:creationId xmlns:a16="http://schemas.microsoft.com/office/drawing/2014/main" id="{EC323BAC-DDF4-2405-AF9B-3E8F862EF4BA}"/>
                  </a:ext>
                </a:extLst>
              </p:cNvPr>
              <p:cNvGrpSpPr>
                <a:grpSpLocks/>
              </p:cNvGrpSpPr>
              <p:nvPr/>
            </p:nvGrpSpPr>
            <p:grpSpPr bwMode="auto">
              <a:xfrm>
                <a:off x="3796" y="2371"/>
                <a:ext cx="295" cy="1"/>
                <a:chOff x="3796" y="2371"/>
                <a:chExt cx="295" cy="1"/>
              </a:xfrm>
              <a:grpFill/>
            </p:grpSpPr>
            <p:sp>
              <p:nvSpPr>
                <p:cNvPr id="104121" name="Line 674">
                  <a:extLst>
                    <a:ext uri="{FF2B5EF4-FFF2-40B4-BE49-F238E27FC236}">
                      <a16:creationId xmlns:a16="http://schemas.microsoft.com/office/drawing/2014/main" id="{3ABAEDBD-DBB9-B218-2CFC-0310F16E9E82}"/>
                    </a:ext>
                  </a:extLst>
                </p:cNvPr>
                <p:cNvSpPr>
                  <a:spLocks noChangeShapeType="1"/>
                </p:cNvSpPr>
                <p:nvPr/>
              </p:nvSpPr>
              <p:spPr bwMode="auto">
                <a:xfrm>
                  <a:off x="3796" y="2371"/>
                  <a:ext cx="24" cy="1"/>
                </a:xfrm>
                <a:prstGeom prst="line">
                  <a:avLst/>
                </a:prstGeom>
                <a:grpFill/>
                <a:ln w="12700">
                  <a:solidFill>
                    <a:schemeClr val="bg1"/>
                  </a:solidFill>
                  <a:round/>
                  <a:headEnd/>
                  <a:tailEnd/>
                </a:ln>
              </p:spPr>
              <p:txBody>
                <a:bodyPr/>
                <a:lstStyle/>
                <a:p>
                  <a:endParaRPr lang="en-US"/>
                </a:p>
              </p:txBody>
            </p:sp>
            <p:sp>
              <p:nvSpPr>
                <p:cNvPr id="104122" name="Line 675">
                  <a:extLst>
                    <a:ext uri="{FF2B5EF4-FFF2-40B4-BE49-F238E27FC236}">
                      <a16:creationId xmlns:a16="http://schemas.microsoft.com/office/drawing/2014/main" id="{E1911332-C091-44A3-F7B5-529A7A1CBFA4}"/>
                    </a:ext>
                  </a:extLst>
                </p:cNvPr>
                <p:cNvSpPr>
                  <a:spLocks noChangeShapeType="1"/>
                </p:cNvSpPr>
                <p:nvPr/>
              </p:nvSpPr>
              <p:spPr bwMode="auto">
                <a:xfrm>
                  <a:off x="3852" y="2371"/>
                  <a:ext cx="24" cy="1"/>
                </a:xfrm>
                <a:prstGeom prst="line">
                  <a:avLst/>
                </a:prstGeom>
                <a:grpFill/>
                <a:ln w="12700">
                  <a:solidFill>
                    <a:schemeClr val="bg1"/>
                  </a:solidFill>
                  <a:round/>
                  <a:headEnd/>
                  <a:tailEnd/>
                </a:ln>
              </p:spPr>
              <p:txBody>
                <a:bodyPr/>
                <a:lstStyle/>
                <a:p>
                  <a:endParaRPr lang="en-US"/>
                </a:p>
              </p:txBody>
            </p:sp>
            <p:sp>
              <p:nvSpPr>
                <p:cNvPr id="104123" name="Line 676">
                  <a:extLst>
                    <a:ext uri="{FF2B5EF4-FFF2-40B4-BE49-F238E27FC236}">
                      <a16:creationId xmlns:a16="http://schemas.microsoft.com/office/drawing/2014/main" id="{960EED40-501A-D31E-CF7D-F0CCC31CE309}"/>
                    </a:ext>
                  </a:extLst>
                </p:cNvPr>
                <p:cNvSpPr>
                  <a:spLocks noChangeShapeType="1"/>
                </p:cNvSpPr>
                <p:nvPr/>
              </p:nvSpPr>
              <p:spPr bwMode="auto">
                <a:xfrm>
                  <a:off x="3908" y="2371"/>
                  <a:ext cx="24" cy="1"/>
                </a:xfrm>
                <a:prstGeom prst="line">
                  <a:avLst/>
                </a:prstGeom>
                <a:grpFill/>
                <a:ln w="12700">
                  <a:solidFill>
                    <a:schemeClr val="bg1"/>
                  </a:solidFill>
                  <a:round/>
                  <a:headEnd/>
                  <a:tailEnd/>
                </a:ln>
              </p:spPr>
              <p:txBody>
                <a:bodyPr/>
                <a:lstStyle/>
                <a:p>
                  <a:endParaRPr lang="en-US"/>
                </a:p>
              </p:txBody>
            </p:sp>
            <p:sp>
              <p:nvSpPr>
                <p:cNvPr id="104124" name="Line 677">
                  <a:extLst>
                    <a:ext uri="{FF2B5EF4-FFF2-40B4-BE49-F238E27FC236}">
                      <a16:creationId xmlns:a16="http://schemas.microsoft.com/office/drawing/2014/main" id="{B6CB2AB6-8943-34AD-6E06-666D8B8286C0}"/>
                    </a:ext>
                  </a:extLst>
                </p:cNvPr>
                <p:cNvSpPr>
                  <a:spLocks noChangeShapeType="1"/>
                </p:cNvSpPr>
                <p:nvPr/>
              </p:nvSpPr>
              <p:spPr bwMode="auto">
                <a:xfrm>
                  <a:off x="3964" y="2371"/>
                  <a:ext cx="24" cy="1"/>
                </a:xfrm>
                <a:prstGeom prst="line">
                  <a:avLst/>
                </a:prstGeom>
                <a:grpFill/>
                <a:ln w="12700">
                  <a:solidFill>
                    <a:schemeClr val="bg1"/>
                  </a:solidFill>
                  <a:round/>
                  <a:headEnd/>
                  <a:tailEnd/>
                </a:ln>
              </p:spPr>
              <p:txBody>
                <a:bodyPr/>
                <a:lstStyle/>
                <a:p>
                  <a:endParaRPr lang="en-US"/>
                </a:p>
              </p:txBody>
            </p:sp>
            <p:sp>
              <p:nvSpPr>
                <p:cNvPr id="104125" name="Line 678">
                  <a:extLst>
                    <a:ext uri="{FF2B5EF4-FFF2-40B4-BE49-F238E27FC236}">
                      <a16:creationId xmlns:a16="http://schemas.microsoft.com/office/drawing/2014/main" id="{F81BA1B4-D174-19D2-33DF-3E326A01DB5A}"/>
                    </a:ext>
                  </a:extLst>
                </p:cNvPr>
                <p:cNvSpPr>
                  <a:spLocks noChangeShapeType="1"/>
                </p:cNvSpPr>
                <p:nvPr/>
              </p:nvSpPr>
              <p:spPr bwMode="auto">
                <a:xfrm>
                  <a:off x="4019" y="2371"/>
                  <a:ext cx="24" cy="1"/>
                </a:xfrm>
                <a:prstGeom prst="line">
                  <a:avLst/>
                </a:prstGeom>
                <a:grpFill/>
                <a:ln w="12700">
                  <a:solidFill>
                    <a:schemeClr val="bg1"/>
                  </a:solidFill>
                  <a:round/>
                  <a:headEnd/>
                  <a:tailEnd/>
                </a:ln>
              </p:spPr>
              <p:txBody>
                <a:bodyPr/>
                <a:lstStyle/>
                <a:p>
                  <a:endParaRPr lang="en-US"/>
                </a:p>
              </p:txBody>
            </p:sp>
            <p:sp>
              <p:nvSpPr>
                <p:cNvPr id="104126" name="Line 679">
                  <a:extLst>
                    <a:ext uri="{FF2B5EF4-FFF2-40B4-BE49-F238E27FC236}">
                      <a16:creationId xmlns:a16="http://schemas.microsoft.com/office/drawing/2014/main" id="{49232C56-1898-65A7-DD50-5102EA9A4204}"/>
                    </a:ext>
                  </a:extLst>
                </p:cNvPr>
                <p:cNvSpPr>
                  <a:spLocks noChangeShapeType="1"/>
                </p:cNvSpPr>
                <p:nvPr/>
              </p:nvSpPr>
              <p:spPr bwMode="auto">
                <a:xfrm>
                  <a:off x="4075" y="2371"/>
                  <a:ext cx="16" cy="1"/>
                </a:xfrm>
                <a:prstGeom prst="line">
                  <a:avLst/>
                </a:prstGeom>
                <a:grpFill/>
                <a:ln w="12700">
                  <a:solidFill>
                    <a:schemeClr val="bg1"/>
                  </a:solidFill>
                  <a:round/>
                  <a:headEnd/>
                  <a:tailEnd/>
                </a:ln>
              </p:spPr>
              <p:txBody>
                <a:bodyPr/>
                <a:lstStyle/>
                <a:p>
                  <a:endParaRPr lang="en-US"/>
                </a:p>
              </p:txBody>
            </p:sp>
          </p:grpSp>
        </p:grpSp>
        <p:grpSp>
          <p:nvGrpSpPr>
            <p:cNvPr id="103574" name="Group 680">
              <a:extLst>
                <a:ext uri="{FF2B5EF4-FFF2-40B4-BE49-F238E27FC236}">
                  <a16:creationId xmlns:a16="http://schemas.microsoft.com/office/drawing/2014/main" id="{11F711BA-2989-C3BA-61CC-A2854E581438}"/>
                </a:ext>
              </a:extLst>
            </p:cNvPr>
            <p:cNvGrpSpPr>
              <a:grpSpLocks/>
            </p:cNvGrpSpPr>
            <p:nvPr/>
          </p:nvGrpSpPr>
          <p:grpSpPr bwMode="auto">
            <a:xfrm>
              <a:off x="3333" y="2339"/>
              <a:ext cx="415" cy="64"/>
              <a:chOff x="3333" y="2339"/>
              <a:chExt cx="415" cy="64"/>
            </a:xfrm>
            <a:grpFill/>
          </p:grpSpPr>
          <p:sp>
            <p:nvSpPr>
              <p:cNvPr id="104111" name="Freeform 681">
                <a:extLst>
                  <a:ext uri="{FF2B5EF4-FFF2-40B4-BE49-F238E27FC236}">
                    <a16:creationId xmlns:a16="http://schemas.microsoft.com/office/drawing/2014/main" id="{BD5B3371-A969-8CF3-772D-7C7D8CC01258}"/>
                  </a:ext>
                </a:extLst>
              </p:cNvPr>
              <p:cNvSpPr>
                <a:spLocks/>
              </p:cNvSpPr>
              <p:nvPr/>
            </p:nvSpPr>
            <p:spPr bwMode="auto">
              <a:xfrm>
                <a:off x="3636" y="2339"/>
                <a:ext cx="112" cy="64"/>
              </a:xfrm>
              <a:custGeom>
                <a:avLst/>
                <a:gdLst>
                  <a:gd name="T0" fmla="*/ 112 w 112"/>
                  <a:gd name="T1" fmla="*/ 32 h 64"/>
                  <a:gd name="T2" fmla="*/ 0 w 112"/>
                  <a:gd name="T3" fmla="*/ 64 h 64"/>
                  <a:gd name="T4" fmla="*/ 0 w 112"/>
                  <a:gd name="T5" fmla="*/ 32 h 64"/>
                  <a:gd name="T6" fmla="*/ 0 w 112"/>
                  <a:gd name="T7" fmla="*/ 0 h 64"/>
                  <a:gd name="T8" fmla="*/ 112 w 112"/>
                  <a:gd name="T9" fmla="*/ 32 h 64"/>
                  <a:gd name="T10" fmla="*/ 0 60000 65536"/>
                  <a:gd name="T11" fmla="*/ 0 60000 65536"/>
                  <a:gd name="T12" fmla="*/ 0 60000 65536"/>
                  <a:gd name="T13" fmla="*/ 0 60000 65536"/>
                  <a:gd name="T14" fmla="*/ 0 60000 65536"/>
                  <a:gd name="T15" fmla="*/ 0 w 112"/>
                  <a:gd name="T16" fmla="*/ 0 h 64"/>
                  <a:gd name="T17" fmla="*/ 112 w 112"/>
                  <a:gd name="T18" fmla="*/ 64 h 64"/>
                </a:gdLst>
                <a:ahLst/>
                <a:cxnLst>
                  <a:cxn ang="T10">
                    <a:pos x="T0" y="T1"/>
                  </a:cxn>
                  <a:cxn ang="T11">
                    <a:pos x="T2" y="T3"/>
                  </a:cxn>
                  <a:cxn ang="T12">
                    <a:pos x="T4" y="T5"/>
                  </a:cxn>
                  <a:cxn ang="T13">
                    <a:pos x="T6" y="T7"/>
                  </a:cxn>
                  <a:cxn ang="T14">
                    <a:pos x="T8" y="T9"/>
                  </a:cxn>
                </a:cxnLst>
                <a:rect l="T15" t="T16" r="T17" b="T18"/>
                <a:pathLst>
                  <a:path w="112" h="64">
                    <a:moveTo>
                      <a:pt x="112" y="32"/>
                    </a:moveTo>
                    <a:lnTo>
                      <a:pt x="0" y="64"/>
                    </a:lnTo>
                    <a:lnTo>
                      <a:pt x="0" y="32"/>
                    </a:lnTo>
                    <a:lnTo>
                      <a:pt x="0" y="0"/>
                    </a:lnTo>
                    <a:lnTo>
                      <a:pt x="112" y="32"/>
                    </a:lnTo>
                    <a:close/>
                  </a:path>
                </a:pathLst>
              </a:custGeom>
              <a:grpFill/>
              <a:ln w="9525">
                <a:solidFill>
                  <a:schemeClr val="bg1"/>
                </a:solidFill>
                <a:round/>
                <a:headEnd/>
                <a:tailEnd/>
              </a:ln>
            </p:spPr>
            <p:txBody>
              <a:bodyPr/>
              <a:lstStyle/>
              <a:p>
                <a:endParaRPr lang="en-US"/>
              </a:p>
            </p:txBody>
          </p:sp>
          <p:grpSp>
            <p:nvGrpSpPr>
              <p:cNvPr id="104112" name="Group 682">
                <a:extLst>
                  <a:ext uri="{FF2B5EF4-FFF2-40B4-BE49-F238E27FC236}">
                    <a16:creationId xmlns:a16="http://schemas.microsoft.com/office/drawing/2014/main" id="{FAD40B31-6D8D-0A69-AAF7-1923363A408A}"/>
                  </a:ext>
                </a:extLst>
              </p:cNvPr>
              <p:cNvGrpSpPr>
                <a:grpSpLocks/>
              </p:cNvGrpSpPr>
              <p:nvPr/>
            </p:nvGrpSpPr>
            <p:grpSpPr bwMode="auto">
              <a:xfrm>
                <a:off x="3333" y="2371"/>
                <a:ext cx="295" cy="1"/>
                <a:chOff x="3333" y="2371"/>
                <a:chExt cx="295" cy="1"/>
              </a:xfrm>
              <a:grpFill/>
            </p:grpSpPr>
            <p:sp>
              <p:nvSpPr>
                <p:cNvPr id="104113" name="Line 683">
                  <a:extLst>
                    <a:ext uri="{FF2B5EF4-FFF2-40B4-BE49-F238E27FC236}">
                      <a16:creationId xmlns:a16="http://schemas.microsoft.com/office/drawing/2014/main" id="{0B132595-E935-0D3F-FD05-69A9F63501F9}"/>
                    </a:ext>
                  </a:extLst>
                </p:cNvPr>
                <p:cNvSpPr>
                  <a:spLocks noChangeShapeType="1"/>
                </p:cNvSpPr>
                <p:nvPr/>
              </p:nvSpPr>
              <p:spPr bwMode="auto">
                <a:xfrm>
                  <a:off x="3333" y="2371"/>
                  <a:ext cx="24" cy="1"/>
                </a:xfrm>
                <a:prstGeom prst="line">
                  <a:avLst/>
                </a:prstGeom>
                <a:grpFill/>
                <a:ln w="12700">
                  <a:solidFill>
                    <a:schemeClr val="bg1"/>
                  </a:solidFill>
                  <a:round/>
                  <a:headEnd/>
                  <a:tailEnd/>
                </a:ln>
              </p:spPr>
              <p:txBody>
                <a:bodyPr/>
                <a:lstStyle/>
                <a:p>
                  <a:endParaRPr lang="en-US"/>
                </a:p>
              </p:txBody>
            </p:sp>
            <p:sp>
              <p:nvSpPr>
                <p:cNvPr id="104114" name="Line 684">
                  <a:extLst>
                    <a:ext uri="{FF2B5EF4-FFF2-40B4-BE49-F238E27FC236}">
                      <a16:creationId xmlns:a16="http://schemas.microsoft.com/office/drawing/2014/main" id="{7E092248-967B-C33E-D1CF-2C5B30AE108F}"/>
                    </a:ext>
                  </a:extLst>
                </p:cNvPr>
                <p:cNvSpPr>
                  <a:spLocks noChangeShapeType="1"/>
                </p:cNvSpPr>
                <p:nvPr/>
              </p:nvSpPr>
              <p:spPr bwMode="auto">
                <a:xfrm>
                  <a:off x="3389" y="2371"/>
                  <a:ext cx="24" cy="1"/>
                </a:xfrm>
                <a:prstGeom prst="line">
                  <a:avLst/>
                </a:prstGeom>
                <a:grpFill/>
                <a:ln w="12700">
                  <a:solidFill>
                    <a:schemeClr val="bg1"/>
                  </a:solidFill>
                  <a:round/>
                  <a:headEnd/>
                  <a:tailEnd/>
                </a:ln>
              </p:spPr>
              <p:txBody>
                <a:bodyPr/>
                <a:lstStyle/>
                <a:p>
                  <a:endParaRPr lang="en-US"/>
                </a:p>
              </p:txBody>
            </p:sp>
            <p:sp>
              <p:nvSpPr>
                <p:cNvPr id="104115" name="Line 685">
                  <a:extLst>
                    <a:ext uri="{FF2B5EF4-FFF2-40B4-BE49-F238E27FC236}">
                      <a16:creationId xmlns:a16="http://schemas.microsoft.com/office/drawing/2014/main" id="{5DB63D13-4E5F-D42B-BCCF-6AA4F30021D4}"/>
                    </a:ext>
                  </a:extLst>
                </p:cNvPr>
                <p:cNvSpPr>
                  <a:spLocks noChangeShapeType="1"/>
                </p:cNvSpPr>
                <p:nvPr/>
              </p:nvSpPr>
              <p:spPr bwMode="auto">
                <a:xfrm>
                  <a:off x="3445" y="2371"/>
                  <a:ext cx="24" cy="1"/>
                </a:xfrm>
                <a:prstGeom prst="line">
                  <a:avLst/>
                </a:prstGeom>
                <a:grpFill/>
                <a:ln w="12700">
                  <a:solidFill>
                    <a:schemeClr val="bg1"/>
                  </a:solidFill>
                  <a:round/>
                  <a:headEnd/>
                  <a:tailEnd/>
                </a:ln>
              </p:spPr>
              <p:txBody>
                <a:bodyPr/>
                <a:lstStyle/>
                <a:p>
                  <a:endParaRPr lang="en-US"/>
                </a:p>
              </p:txBody>
            </p:sp>
            <p:sp>
              <p:nvSpPr>
                <p:cNvPr id="104116" name="Line 686">
                  <a:extLst>
                    <a:ext uri="{FF2B5EF4-FFF2-40B4-BE49-F238E27FC236}">
                      <a16:creationId xmlns:a16="http://schemas.microsoft.com/office/drawing/2014/main" id="{3E9E2669-4A58-8674-0E48-291F87DA06D8}"/>
                    </a:ext>
                  </a:extLst>
                </p:cNvPr>
                <p:cNvSpPr>
                  <a:spLocks noChangeShapeType="1"/>
                </p:cNvSpPr>
                <p:nvPr/>
              </p:nvSpPr>
              <p:spPr bwMode="auto">
                <a:xfrm>
                  <a:off x="3501" y="2371"/>
                  <a:ext cx="23" cy="1"/>
                </a:xfrm>
                <a:prstGeom prst="line">
                  <a:avLst/>
                </a:prstGeom>
                <a:grpFill/>
                <a:ln w="12700">
                  <a:solidFill>
                    <a:schemeClr val="bg1"/>
                  </a:solidFill>
                  <a:round/>
                  <a:headEnd/>
                  <a:tailEnd/>
                </a:ln>
              </p:spPr>
              <p:txBody>
                <a:bodyPr/>
                <a:lstStyle/>
                <a:p>
                  <a:endParaRPr lang="en-US"/>
                </a:p>
              </p:txBody>
            </p:sp>
            <p:sp>
              <p:nvSpPr>
                <p:cNvPr id="104117" name="Line 687">
                  <a:extLst>
                    <a:ext uri="{FF2B5EF4-FFF2-40B4-BE49-F238E27FC236}">
                      <a16:creationId xmlns:a16="http://schemas.microsoft.com/office/drawing/2014/main" id="{914EBB24-71DE-04D5-CF8A-6DD417F24221}"/>
                    </a:ext>
                  </a:extLst>
                </p:cNvPr>
                <p:cNvSpPr>
                  <a:spLocks noChangeShapeType="1"/>
                </p:cNvSpPr>
                <p:nvPr/>
              </p:nvSpPr>
              <p:spPr bwMode="auto">
                <a:xfrm>
                  <a:off x="3556" y="2371"/>
                  <a:ext cx="24" cy="1"/>
                </a:xfrm>
                <a:prstGeom prst="line">
                  <a:avLst/>
                </a:prstGeom>
                <a:grpFill/>
                <a:ln w="12700">
                  <a:solidFill>
                    <a:schemeClr val="bg1"/>
                  </a:solidFill>
                  <a:round/>
                  <a:headEnd/>
                  <a:tailEnd/>
                </a:ln>
              </p:spPr>
              <p:txBody>
                <a:bodyPr/>
                <a:lstStyle/>
                <a:p>
                  <a:endParaRPr lang="en-US"/>
                </a:p>
              </p:txBody>
            </p:sp>
            <p:sp>
              <p:nvSpPr>
                <p:cNvPr id="104118" name="Line 688">
                  <a:extLst>
                    <a:ext uri="{FF2B5EF4-FFF2-40B4-BE49-F238E27FC236}">
                      <a16:creationId xmlns:a16="http://schemas.microsoft.com/office/drawing/2014/main" id="{70A7AE7C-DBBF-8433-313A-18FF0647619E}"/>
                    </a:ext>
                  </a:extLst>
                </p:cNvPr>
                <p:cNvSpPr>
                  <a:spLocks noChangeShapeType="1"/>
                </p:cNvSpPr>
                <p:nvPr/>
              </p:nvSpPr>
              <p:spPr bwMode="auto">
                <a:xfrm>
                  <a:off x="3612" y="2371"/>
                  <a:ext cx="16" cy="1"/>
                </a:xfrm>
                <a:prstGeom prst="line">
                  <a:avLst/>
                </a:prstGeom>
                <a:grpFill/>
                <a:ln w="12700">
                  <a:solidFill>
                    <a:schemeClr val="bg1"/>
                  </a:solidFill>
                  <a:round/>
                  <a:headEnd/>
                  <a:tailEnd/>
                </a:ln>
              </p:spPr>
              <p:txBody>
                <a:bodyPr/>
                <a:lstStyle/>
                <a:p>
                  <a:endParaRPr lang="en-US"/>
                </a:p>
              </p:txBody>
            </p:sp>
          </p:grpSp>
        </p:grpSp>
        <p:grpSp>
          <p:nvGrpSpPr>
            <p:cNvPr id="103575" name="Group 689">
              <a:extLst>
                <a:ext uri="{FF2B5EF4-FFF2-40B4-BE49-F238E27FC236}">
                  <a16:creationId xmlns:a16="http://schemas.microsoft.com/office/drawing/2014/main" id="{B0BA793F-BEF9-8C31-4B77-BBA6C8257AF1}"/>
                </a:ext>
              </a:extLst>
            </p:cNvPr>
            <p:cNvGrpSpPr>
              <a:grpSpLocks/>
            </p:cNvGrpSpPr>
            <p:nvPr/>
          </p:nvGrpSpPr>
          <p:grpSpPr bwMode="auto">
            <a:xfrm>
              <a:off x="3325" y="2650"/>
              <a:ext cx="415" cy="56"/>
              <a:chOff x="3325" y="2650"/>
              <a:chExt cx="415" cy="56"/>
            </a:xfrm>
            <a:grpFill/>
          </p:grpSpPr>
          <p:sp>
            <p:nvSpPr>
              <p:cNvPr id="104103" name="Freeform 690">
                <a:extLst>
                  <a:ext uri="{FF2B5EF4-FFF2-40B4-BE49-F238E27FC236}">
                    <a16:creationId xmlns:a16="http://schemas.microsoft.com/office/drawing/2014/main" id="{2E00D939-A217-4703-ED60-53AD76317863}"/>
                  </a:ext>
                </a:extLst>
              </p:cNvPr>
              <p:cNvSpPr>
                <a:spLocks/>
              </p:cNvSpPr>
              <p:nvPr/>
            </p:nvSpPr>
            <p:spPr bwMode="auto">
              <a:xfrm>
                <a:off x="3628" y="2650"/>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solidFill>
                <a:round/>
                <a:headEnd/>
                <a:tailEnd/>
              </a:ln>
            </p:spPr>
            <p:txBody>
              <a:bodyPr/>
              <a:lstStyle/>
              <a:p>
                <a:endParaRPr lang="en-US"/>
              </a:p>
            </p:txBody>
          </p:sp>
          <p:grpSp>
            <p:nvGrpSpPr>
              <p:cNvPr id="104104" name="Group 691">
                <a:extLst>
                  <a:ext uri="{FF2B5EF4-FFF2-40B4-BE49-F238E27FC236}">
                    <a16:creationId xmlns:a16="http://schemas.microsoft.com/office/drawing/2014/main" id="{882E66F1-442D-2615-D46E-FCA05EF54F39}"/>
                  </a:ext>
                </a:extLst>
              </p:cNvPr>
              <p:cNvGrpSpPr>
                <a:grpSpLocks/>
              </p:cNvGrpSpPr>
              <p:nvPr/>
            </p:nvGrpSpPr>
            <p:grpSpPr bwMode="auto">
              <a:xfrm>
                <a:off x="3325" y="2674"/>
                <a:ext cx="295" cy="1"/>
                <a:chOff x="3325" y="2674"/>
                <a:chExt cx="295" cy="1"/>
              </a:xfrm>
              <a:grpFill/>
            </p:grpSpPr>
            <p:sp>
              <p:nvSpPr>
                <p:cNvPr id="104105" name="Line 692">
                  <a:extLst>
                    <a:ext uri="{FF2B5EF4-FFF2-40B4-BE49-F238E27FC236}">
                      <a16:creationId xmlns:a16="http://schemas.microsoft.com/office/drawing/2014/main" id="{6F78352A-6ED7-0B0D-30FB-EA238C6EE656}"/>
                    </a:ext>
                  </a:extLst>
                </p:cNvPr>
                <p:cNvSpPr>
                  <a:spLocks noChangeShapeType="1"/>
                </p:cNvSpPr>
                <p:nvPr/>
              </p:nvSpPr>
              <p:spPr bwMode="auto">
                <a:xfrm>
                  <a:off x="3325" y="2674"/>
                  <a:ext cx="24" cy="1"/>
                </a:xfrm>
                <a:prstGeom prst="line">
                  <a:avLst/>
                </a:prstGeom>
                <a:grpFill/>
                <a:ln w="12700">
                  <a:solidFill>
                    <a:schemeClr val="bg1"/>
                  </a:solidFill>
                  <a:round/>
                  <a:headEnd/>
                  <a:tailEnd/>
                </a:ln>
              </p:spPr>
              <p:txBody>
                <a:bodyPr/>
                <a:lstStyle/>
                <a:p>
                  <a:endParaRPr lang="en-US"/>
                </a:p>
              </p:txBody>
            </p:sp>
            <p:sp>
              <p:nvSpPr>
                <p:cNvPr id="104106" name="Line 693">
                  <a:extLst>
                    <a:ext uri="{FF2B5EF4-FFF2-40B4-BE49-F238E27FC236}">
                      <a16:creationId xmlns:a16="http://schemas.microsoft.com/office/drawing/2014/main" id="{9055833C-44A8-BE57-45F4-63B46B297EA1}"/>
                    </a:ext>
                  </a:extLst>
                </p:cNvPr>
                <p:cNvSpPr>
                  <a:spLocks noChangeShapeType="1"/>
                </p:cNvSpPr>
                <p:nvPr/>
              </p:nvSpPr>
              <p:spPr bwMode="auto">
                <a:xfrm>
                  <a:off x="3381" y="2674"/>
                  <a:ext cx="24" cy="1"/>
                </a:xfrm>
                <a:prstGeom prst="line">
                  <a:avLst/>
                </a:prstGeom>
                <a:grpFill/>
                <a:ln w="12700">
                  <a:solidFill>
                    <a:schemeClr val="bg1"/>
                  </a:solidFill>
                  <a:round/>
                  <a:headEnd/>
                  <a:tailEnd/>
                </a:ln>
              </p:spPr>
              <p:txBody>
                <a:bodyPr/>
                <a:lstStyle/>
                <a:p>
                  <a:endParaRPr lang="en-US"/>
                </a:p>
              </p:txBody>
            </p:sp>
            <p:sp>
              <p:nvSpPr>
                <p:cNvPr id="104107" name="Line 694">
                  <a:extLst>
                    <a:ext uri="{FF2B5EF4-FFF2-40B4-BE49-F238E27FC236}">
                      <a16:creationId xmlns:a16="http://schemas.microsoft.com/office/drawing/2014/main" id="{955D5D63-0212-A51F-8B84-2633094710E9}"/>
                    </a:ext>
                  </a:extLst>
                </p:cNvPr>
                <p:cNvSpPr>
                  <a:spLocks noChangeShapeType="1"/>
                </p:cNvSpPr>
                <p:nvPr/>
              </p:nvSpPr>
              <p:spPr bwMode="auto">
                <a:xfrm>
                  <a:off x="3437" y="2674"/>
                  <a:ext cx="24" cy="1"/>
                </a:xfrm>
                <a:prstGeom prst="line">
                  <a:avLst/>
                </a:prstGeom>
                <a:grpFill/>
                <a:ln w="12700">
                  <a:solidFill>
                    <a:schemeClr val="bg1"/>
                  </a:solidFill>
                  <a:round/>
                  <a:headEnd/>
                  <a:tailEnd/>
                </a:ln>
              </p:spPr>
              <p:txBody>
                <a:bodyPr/>
                <a:lstStyle/>
                <a:p>
                  <a:endParaRPr lang="en-US"/>
                </a:p>
              </p:txBody>
            </p:sp>
            <p:sp>
              <p:nvSpPr>
                <p:cNvPr id="104108" name="Line 695">
                  <a:extLst>
                    <a:ext uri="{FF2B5EF4-FFF2-40B4-BE49-F238E27FC236}">
                      <a16:creationId xmlns:a16="http://schemas.microsoft.com/office/drawing/2014/main" id="{AAD4FAC5-0F84-B670-3B00-8963C00FD338}"/>
                    </a:ext>
                  </a:extLst>
                </p:cNvPr>
                <p:cNvSpPr>
                  <a:spLocks noChangeShapeType="1"/>
                </p:cNvSpPr>
                <p:nvPr/>
              </p:nvSpPr>
              <p:spPr bwMode="auto">
                <a:xfrm>
                  <a:off x="3493" y="2674"/>
                  <a:ext cx="23" cy="1"/>
                </a:xfrm>
                <a:prstGeom prst="line">
                  <a:avLst/>
                </a:prstGeom>
                <a:grpFill/>
                <a:ln w="12700">
                  <a:solidFill>
                    <a:schemeClr val="bg1"/>
                  </a:solidFill>
                  <a:round/>
                  <a:headEnd/>
                  <a:tailEnd/>
                </a:ln>
              </p:spPr>
              <p:txBody>
                <a:bodyPr/>
                <a:lstStyle/>
                <a:p>
                  <a:endParaRPr lang="en-US"/>
                </a:p>
              </p:txBody>
            </p:sp>
            <p:sp>
              <p:nvSpPr>
                <p:cNvPr id="104109" name="Line 696">
                  <a:extLst>
                    <a:ext uri="{FF2B5EF4-FFF2-40B4-BE49-F238E27FC236}">
                      <a16:creationId xmlns:a16="http://schemas.microsoft.com/office/drawing/2014/main" id="{32E72410-341C-B3DE-92C9-A42010534D32}"/>
                    </a:ext>
                  </a:extLst>
                </p:cNvPr>
                <p:cNvSpPr>
                  <a:spLocks noChangeShapeType="1"/>
                </p:cNvSpPr>
                <p:nvPr/>
              </p:nvSpPr>
              <p:spPr bwMode="auto">
                <a:xfrm>
                  <a:off x="3548" y="2674"/>
                  <a:ext cx="24" cy="1"/>
                </a:xfrm>
                <a:prstGeom prst="line">
                  <a:avLst/>
                </a:prstGeom>
                <a:grpFill/>
                <a:ln w="12700">
                  <a:solidFill>
                    <a:schemeClr val="bg1"/>
                  </a:solidFill>
                  <a:round/>
                  <a:headEnd/>
                  <a:tailEnd/>
                </a:ln>
              </p:spPr>
              <p:txBody>
                <a:bodyPr/>
                <a:lstStyle/>
                <a:p>
                  <a:endParaRPr lang="en-US"/>
                </a:p>
              </p:txBody>
            </p:sp>
            <p:sp>
              <p:nvSpPr>
                <p:cNvPr id="104110" name="Line 697">
                  <a:extLst>
                    <a:ext uri="{FF2B5EF4-FFF2-40B4-BE49-F238E27FC236}">
                      <a16:creationId xmlns:a16="http://schemas.microsoft.com/office/drawing/2014/main" id="{327BF6CD-F6E4-9F90-804D-DD111BFB0B31}"/>
                    </a:ext>
                  </a:extLst>
                </p:cNvPr>
                <p:cNvSpPr>
                  <a:spLocks noChangeShapeType="1"/>
                </p:cNvSpPr>
                <p:nvPr/>
              </p:nvSpPr>
              <p:spPr bwMode="auto">
                <a:xfrm>
                  <a:off x="3604" y="2674"/>
                  <a:ext cx="16" cy="1"/>
                </a:xfrm>
                <a:prstGeom prst="line">
                  <a:avLst/>
                </a:prstGeom>
                <a:grpFill/>
                <a:ln w="12700">
                  <a:solidFill>
                    <a:schemeClr val="bg1"/>
                  </a:solidFill>
                  <a:round/>
                  <a:headEnd/>
                  <a:tailEnd/>
                </a:ln>
              </p:spPr>
              <p:txBody>
                <a:bodyPr/>
                <a:lstStyle/>
                <a:p>
                  <a:endParaRPr lang="en-US"/>
                </a:p>
              </p:txBody>
            </p:sp>
          </p:grpSp>
        </p:grpSp>
        <p:grpSp>
          <p:nvGrpSpPr>
            <p:cNvPr id="103576" name="Group 698">
              <a:extLst>
                <a:ext uri="{FF2B5EF4-FFF2-40B4-BE49-F238E27FC236}">
                  <a16:creationId xmlns:a16="http://schemas.microsoft.com/office/drawing/2014/main" id="{1FEF1852-C070-8CAE-4A11-844419E1A45B}"/>
                </a:ext>
              </a:extLst>
            </p:cNvPr>
            <p:cNvGrpSpPr>
              <a:grpSpLocks/>
            </p:cNvGrpSpPr>
            <p:nvPr/>
          </p:nvGrpSpPr>
          <p:grpSpPr bwMode="auto">
            <a:xfrm>
              <a:off x="3788" y="2650"/>
              <a:ext cx="415" cy="56"/>
              <a:chOff x="3788" y="2650"/>
              <a:chExt cx="415" cy="56"/>
            </a:xfrm>
            <a:grpFill/>
          </p:grpSpPr>
          <p:sp>
            <p:nvSpPr>
              <p:cNvPr id="104095" name="Freeform 699">
                <a:extLst>
                  <a:ext uri="{FF2B5EF4-FFF2-40B4-BE49-F238E27FC236}">
                    <a16:creationId xmlns:a16="http://schemas.microsoft.com/office/drawing/2014/main" id="{F08894F5-3915-B8BB-444F-7F49103BA489}"/>
                  </a:ext>
                </a:extLst>
              </p:cNvPr>
              <p:cNvSpPr>
                <a:spLocks/>
              </p:cNvSpPr>
              <p:nvPr/>
            </p:nvSpPr>
            <p:spPr bwMode="auto">
              <a:xfrm>
                <a:off x="4091" y="2650"/>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solidFill>
                <a:round/>
                <a:headEnd/>
                <a:tailEnd/>
              </a:ln>
            </p:spPr>
            <p:txBody>
              <a:bodyPr/>
              <a:lstStyle/>
              <a:p>
                <a:endParaRPr lang="en-US"/>
              </a:p>
            </p:txBody>
          </p:sp>
          <p:grpSp>
            <p:nvGrpSpPr>
              <p:cNvPr id="104096" name="Group 700">
                <a:extLst>
                  <a:ext uri="{FF2B5EF4-FFF2-40B4-BE49-F238E27FC236}">
                    <a16:creationId xmlns:a16="http://schemas.microsoft.com/office/drawing/2014/main" id="{D7020E85-B8C7-0829-ADA3-6BE41B923276}"/>
                  </a:ext>
                </a:extLst>
              </p:cNvPr>
              <p:cNvGrpSpPr>
                <a:grpSpLocks/>
              </p:cNvGrpSpPr>
              <p:nvPr/>
            </p:nvGrpSpPr>
            <p:grpSpPr bwMode="auto">
              <a:xfrm>
                <a:off x="3788" y="2674"/>
                <a:ext cx="295" cy="1"/>
                <a:chOff x="3788" y="2674"/>
                <a:chExt cx="295" cy="1"/>
              </a:xfrm>
              <a:grpFill/>
            </p:grpSpPr>
            <p:sp>
              <p:nvSpPr>
                <p:cNvPr id="104097" name="Line 701">
                  <a:extLst>
                    <a:ext uri="{FF2B5EF4-FFF2-40B4-BE49-F238E27FC236}">
                      <a16:creationId xmlns:a16="http://schemas.microsoft.com/office/drawing/2014/main" id="{976A6C96-70F6-CBB2-6AAE-E6309797FC55}"/>
                    </a:ext>
                  </a:extLst>
                </p:cNvPr>
                <p:cNvSpPr>
                  <a:spLocks noChangeShapeType="1"/>
                </p:cNvSpPr>
                <p:nvPr/>
              </p:nvSpPr>
              <p:spPr bwMode="auto">
                <a:xfrm>
                  <a:off x="3788" y="2674"/>
                  <a:ext cx="24" cy="1"/>
                </a:xfrm>
                <a:prstGeom prst="line">
                  <a:avLst/>
                </a:prstGeom>
                <a:grpFill/>
                <a:ln w="12700">
                  <a:solidFill>
                    <a:schemeClr val="bg1"/>
                  </a:solidFill>
                  <a:round/>
                  <a:headEnd/>
                  <a:tailEnd/>
                </a:ln>
              </p:spPr>
              <p:txBody>
                <a:bodyPr/>
                <a:lstStyle/>
                <a:p>
                  <a:endParaRPr lang="en-US"/>
                </a:p>
              </p:txBody>
            </p:sp>
            <p:sp>
              <p:nvSpPr>
                <p:cNvPr id="104098" name="Line 702">
                  <a:extLst>
                    <a:ext uri="{FF2B5EF4-FFF2-40B4-BE49-F238E27FC236}">
                      <a16:creationId xmlns:a16="http://schemas.microsoft.com/office/drawing/2014/main" id="{C6AA4F8F-2724-56FA-DB88-CC164C515D11}"/>
                    </a:ext>
                  </a:extLst>
                </p:cNvPr>
                <p:cNvSpPr>
                  <a:spLocks noChangeShapeType="1"/>
                </p:cNvSpPr>
                <p:nvPr/>
              </p:nvSpPr>
              <p:spPr bwMode="auto">
                <a:xfrm>
                  <a:off x="3844" y="2674"/>
                  <a:ext cx="24" cy="1"/>
                </a:xfrm>
                <a:prstGeom prst="line">
                  <a:avLst/>
                </a:prstGeom>
                <a:grpFill/>
                <a:ln w="12700">
                  <a:solidFill>
                    <a:schemeClr val="bg1"/>
                  </a:solidFill>
                  <a:round/>
                  <a:headEnd/>
                  <a:tailEnd/>
                </a:ln>
              </p:spPr>
              <p:txBody>
                <a:bodyPr/>
                <a:lstStyle/>
                <a:p>
                  <a:endParaRPr lang="en-US"/>
                </a:p>
              </p:txBody>
            </p:sp>
            <p:sp>
              <p:nvSpPr>
                <p:cNvPr id="104099" name="Line 703">
                  <a:extLst>
                    <a:ext uri="{FF2B5EF4-FFF2-40B4-BE49-F238E27FC236}">
                      <a16:creationId xmlns:a16="http://schemas.microsoft.com/office/drawing/2014/main" id="{AF1D1233-1F88-C37A-242D-78A01C458335}"/>
                    </a:ext>
                  </a:extLst>
                </p:cNvPr>
                <p:cNvSpPr>
                  <a:spLocks noChangeShapeType="1"/>
                </p:cNvSpPr>
                <p:nvPr/>
              </p:nvSpPr>
              <p:spPr bwMode="auto">
                <a:xfrm>
                  <a:off x="3900" y="2674"/>
                  <a:ext cx="24" cy="1"/>
                </a:xfrm>
                <a:prstGeom prst="line">
                  <a:avLst/>
                </a:prstGeom>
                <a:grpFill/>
                <a:ln w="12700">
                  <a:solidFill>
                    <a:schemeClr val="bg1"/>
                  </a:solidFill>
                  <a:round/>
                  <a:headEnd/>
                  <a:tailEnd/>
                </a:ln>
              </p:spPr>
              <p:txBody>
                <a:bodyPr/>
                <a:lstStyle/>
                <a:p>
                  <a:endParaRPr lang="en-US"/>
                </a:p>
              </p:txBody>
            </p:sp>
            <p:sp>
              <p:nvSpPr>
                <p:cNvPr id="104100" name="Line 704">
                  <a:extLst>
                    <a:ext uri="{FF2B5EF4-FFF2-40B4-BE49-F238E27FC236}">
                      <a16:creationId xmlns:a16="http://schemas.microsoft.com/office/drawing/2014/main" id="{87D009B1-F4B9-A513-30AD-187AD1A16E06}"/>
                    </a:ext>
                  </a:extLst>
                </p:cNvPr>
                <p:cNvSpPr>
                  <a:spLocks noChangeShapeType="1"/>
                </p:cNvSpPr>
                <p:nvPr/>
              </p:nvSpPr>
              <p:spPr bwMode="auto">
                <a:xfrm>
                  <a:off x="3956" y="2674"/>
                  <a:ext cx="24" cy="1"/>
                </a:xfrm>
                <a:prstGeom prst="line">
                  <a:avLst/>
                </a:prstGeom>
                <a:grpFill/>
                <a:ln w="12700">
                  <a:solidFill>
                    <a:schemeClr val="bg1"/>
                  </a:solidFill>
                  <a:round/>
                  <a:headEnd/>
                  <a:tailEnd/>
                </a:ln>
              </p:spPr>
              <p:txBody>
                <a:bodyPr/>
                <a:lstStyle/>
                <a:p>
                  <a:endParaRPr lang="en-US"/>
                </a:p>
              </p:txBody>
            </p:sp>
            <p:sp>
              <p:nvSpPr>
                <p:cNvPr id="104101" name="Line 705">
                  <a:extLst>
                    <a:ext uri="{FF2B5EF4-FFF2-40B4-BE49-F238E27FC236}">
                      <a16:creationId xmlns:a16="http://schemas.microsoft.com/office/drawing/2014/main" id="{A24F90DA-09C0-C3BA-FC98-0078DED08FF5}"/>
                    </a:ext>
                  </a:extLst>
                </p:cNvPr>
                <p:cNvSpPr>
                  <a:spLocks noChangeShapeType="1"/>
                </p:cNvSpPr>
                <p:nvPr/>
              </p:nvSpPr>
              <p:spPr bwMode="auto">
                <a:xfrm>
                  <a:off x="4011" y="2674"/>
                  <a:ext cx="24" cy="1"/>
                </a:xfrm>
                <a:prstGeom prst="line">
                  <a:avLst/>
                </a:prstGeom>
                <a:grpFill/>
                <a:ln w="12700">
                  <a:solidFill>
                    <a:schemeClr val="bg1"/>
                  </a:solidFill>
                  <a:round/>
                  <a:headEnd/>
                  <a:tailEnd/>
                </a:ln>
              </p:spPr>
              <p:txBody>
                <a:bodyPr/>
                <a:lstStyle/>
                <a:p>
                  <a:endParaRPr lang="en-US"/>
                </a:p>
              </p:txBody>
            </p:sp>
            <p:sp>
              <p:nvSpPr>
                <p:cNvPr id="104102" name="Line 706">
                  <a:extLst>
                    <a:ext uri="{FF2B5EF4-FFF2-40B4-BE49-F238E27FC236}">
                      <a16:creationId xmlns:a16="http://schemas.microsoft.com/office/drawing/2014/main" id="{9C656CB2-C5A2-756C-CA5E-EF60CEFA310A}"/>
                    </a:ext>
                  </a:extLst>
                </p:cNvPr>
                <p:cNvSpPr>
                  <a:spLocks noChangeShapeType="1"/>
                </p:cNvSpPr>
                <p:nvPr/>
              </p:nvSpPr>
              <p:spPr bwMode="auto">
                <a:xfrm>
                  <a:off x="4067" y="2674"/>
                  <a:ext cx="16" cy="1"/>
                </a:xfrm>
                <a:prstGeom prst="line">
                  <a:avLst/>
                </a:prstGeom>
                <a:grpFill/>
                <a:ln w="12700">
                  <a:solidFill>
                    <a:schemeClr val="bg1"/>
                  </a:solidFill>
                  <a:round/>
                  <a:headEnd/>
                  <a:tailEnd/>
                </a:ln>
              </p:spPr>
              <p:txBody>
                <a:bodyPr/>
                <a:lstStyle/>
                <a:p>
                  <a:endParaRPr lang="en-US"/>
                </a:p>
              </p:txBody>
            </p:sp>
          </p:grpSp>
        </p:grpSp>
        <p:grpSp>
          <p:nvGrpSpPr>
            <p:cNvPr id="103577" name="Group 707">
              <a:extLst>
                <a:ext uri="{FF2B5EF4-FFF2-40B4-BE49-F238E27FC236}">
                  <a16:creationId xmlns:a16="http://schemas.microsoft.com/office/drawing/2014/main" id="{D28E3845-A268-5298-63EA-88EFC55167D6}"/>
                </a:ext>
              </a:extLst>
            </p:cNvPr>
            <p:cNvGrpSpPr>
              <a:grpSpLocks/>
            </p:cNvGrpSpPr>
            <p:nvPr/>
          </p:nvGrpSpPr>
          <p:grpSpPr bwMode="auto">
            <a:xfrm>
              <a:off x="3325" y="2953"/>
              <a:ext cx="415" cy="56"/>
              <a:chOff x="3325" y="2953"/>
              <a:chExt cx="415" cy="56"/>
            </a:xfrm>
            <a:grpFill/>
          </p:grpSpPr>
          <p:sp>
            <p:nvSpPr>
              <p:cNvPr id="104087" name="Freeform 708">
                <a:extLst>
                  <a:ext uri="{FF2B5EF4-FFF2-40B4-BE49-F238E27FC236}">
                    <a16:creationId xmlns:a16="http://schemas.microsoft.com/office/drawing/2014/main" id="{F475D5EC-F4A3-4841-0BFE-B02FC606BB6F}"/>
                  </a:ext>
                </a:extLst>
              </p:cNvPr>
              <p:cNvSpPr>
                <a:spLocks/>
              </p:cNvSpPr>
              <p:nvPr/>
            </p:nvSpPr>
            <p:spPr bwMode="auto">
              <a:xfrm>
                <a:off x="3628"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solidFill>
                <a:round/>
                <a:headEnd/>
                <a:tailEnd/>
              </a:ln>
            </p:spPr>
            <p:txBody>
              <a:bodyPr/>
              <a:lstStyle/>
              <a:p>
                <a:endParaRPr lang="en-US"/>
              </a:p>
            </p:txBody>
          </p:sp>
          <p:grpSp>
            <p:nvGrpSpPr>
              <p:cNvPr id="104088" name="Group 709">
                <a:extLst>
                  <a:ext uri="{FF2B5EF4-FFF2-40B4-BE49-F238E27FC236}">
                    <a16:creationId xmlns:a16="http://schemas.microsoft.com/office/drawing/2014/main" id="{AC4893F4-A881-0F1E-4570-1390CDF0F054}"/>
                  </a:ext>
                </a:extLst>
              </p:cNvPr>
              <p:cNvGrpSpPr>
                <a:grpSpLocks/>
              </p:cNvGrpSpPr>
              <p:nvPr/>
            </p:nvGrpSpPr>
            <p:grpSpPr bwMode="auto">
              <a:xfrm>
                <a:off x="3325" y="2985"/>
                <a:ext cx="295" cy="1"/>
                <a:chOff x="3325" y="2985"/>
                <a:chExt cx="295" cy="1"/>
              </a:xfrm>
              <a:grpFill/>
            </p:grpSpPr>
            <p:sp>
              <p:nvSpPr>
                <p:cNvPr id="104089" name="Line 710">
                  <a:extLst>
                    <a:ext uri="{FF2B5EF4-FFF2-40B4-BE49-F238E27FC236}">
                      <a16:creationId xmlns:a16="http://schemas.microsoft.com/office/drawing/2014/main" id="{924ED98F-851A-E429-88C0-BDD2DAD318C3}"/>
                    </a:ext>
                  </a:extLst>
                </p:cNvPr>
                <p:cNvSpPr>
                  <a:spLocks noChangeShapeType="1"/>
                </p:cNvSpPr>
                <p:nvPr/>
              </p:nvSpPr>
              <p:spPr bwMode="auto">
                <a:xfrm>
                  <a:off x="3325" y="2985"/>
                  <a:ext cx="24" cy="1"/>
                </a:xfrm>
                <a:prstGeom prst="line">
                  <a:avLst/>
                </a:prstGeom>
                <a:grpFill/>
                <a:ln w="12700">
                  <a:solidFill>
                    <a:schemeClr val="bg1"/>
                  </a:solidFill>
                  <a:round/>
                  <a:headEnd/>
                  <a:tailEnd/>
                </a:ln>
              </p:spPr>
              <p:txBody>
                <a:bodyPr/>
                <a:lstStyle/>
                <a:p>
                  <a:endParaRPr lang="en-US"/>
                </a:p>
              </p:txBody>
            </p:sp>
            <p:sp>
              <p:nvSpPr>
                <p:cNvPr id="104090" name="Line 711">
                  <a:extLst>
                    <a:ext uri="{FF2B5EF4-FFF2-40B4-BE49-F238E27FC236}">
                      <a16:creationId xmlns:a16="http://schemas.microsoft.com/office/drawing/2014/main" id="{1B388BD0-2DC0-5799-DC1C-8169326F45D3}"/>
                    </a:ext>
                  </a:extLst>
                </p:cNvPr>
                <p:cNvSpPr>
                  <a:spLocks noChangeShapeType="1"/>
                </p:cNvSpPr>
                <p:nvPr/>
              </p:nvSpPr>
              <p:spPr bwMode="auto">
                <a:xfrm>
                  <a:off x="3381" y="2985"/>
                  <a:ext cx="24" cy="1"/>
                </a:xfrm>
                <a:prstGeom prst="line">
                  <a:avLst/>
                </a:prstGeom>
                <a:grpFill/>
                <a:ln w="12700">
                  <a:solidFill>
                    <a:schemeClr val="bg1"/>
                  </a:solidFill>
                  <a:round/>
                  <a:headEnd/>
                  <a:tailEnd/>
                </a:ln>
              </p:spPr>
              <p:txBody>
                <a:bodyPr/>
                <a:lstStyle/>
                <a:p>
                  <a:endParaRPr lang="en-US"/>
                </a:p>
              </p:txBody>
            </p:sp>
            <p:sp>
              <p:nvSpPr>
                <p:cNvPr id="104091" name="Line 712">
                  <a:extLst>
                    <a:ext uri="{FF2B5EF4-FFF2-40B4-BE49-F238E27FC236}">
                      <a16:creationId xmlns:a16="http://schemas.microsoft.com/office/drawing/2014/main" id="{46BA8FC2-3C8E-8095-F31F-55F424EAD429}"/>
                    </a:ext>
                  </a:extLst>
                </p:cNvPr>
                <p:cNvSpPr>
                  <a:spLocks noChangeShapeType="1"/>
                </p:cNvSpPr>
                <p:nvPr/>
              </p:nvSpPr>
              <p:spPr bwMode="auto">
                <a:xfrm>
                  <a:off x="3437" y="2985"/>
                  <a:ext cx="24" cy="1"/>
                </a:xfrm>
                <a:prstGeom prst="line">
                  <a:avLst/>
                </a:prstGeom>
                <a:grpFill/>
                <a:ln w="12700">
                  <a:solidFill>
                    <a:schemeClr val="bg1"/>
                  </a:solidFill>
                  <a:round/>
                  <a:headEnd/>
                  <a:tailEnd/>
                </a:ln>
              </p:spPr>
              <p:txBody>
                <a:bodyPr/>
                <a:lstStyle/>
                <a:p>
                  <a:endParaRPr lang="en-US"/>
                </a:p>
              </p:txBody>
            </p:sp>
            <p:sp>
              <p:nvSpPr>
                <p:cNvPr id="104092" name="Line 713">
                  <a:extLst>
                    <a:ext uri="{FF2B5EF4-FFF2-40B4-BE49-F238E27FC236}">
                      <a16:creationId xmlns:a16="http://schemas.microsoft.com/office/drawing/2014/main" id="{1566618C-A978-6434-0801-24B1AD8D8C34}"/>
                    </a:ext>
                  </a:extLst>
                </p:cNvPr>
                <p:cNvSpPr>
                  <a:spLocks noChangeShapeType="1"/>
                </p:cNvSpPr>
                <p:nvPr/>
              </p:nvSpPr>
              <p:spPr bwMode="auto">
                <a:xfrm>
                  <a:off x="3493" y="2985"/>
                  <a:ext cx="23" cy="1"/>
                </a:xfrm>
                <a:prstGeom prst="line">
                  <a:avLst/>
                </a:prstGeom>
                <a:grpFill/>
                <a:ln w="12700">
                  <a:solidFill>
                    <a:schemeClr val="bg1"/>
                  </a:solidFill>
                  <a:round/>
                  <a:headEnd/>
                  <a:tailEnd/>
                </a:ln>
              </p:spPr>
              <p:txBody>
                <a:bodyPr/>
                <a:lstStyle/>
                <a:p>
                  <a:endParaRPr lang="en-US"/>
                </a:p>
              </p:txBody>
            </p:sp>
            <p:sp>
              <p:nvSpPr>
                <p:cNvPr id="104093" name="Line 714">
                  <a:extLst>
                    <a:ext uri="{FF2B5EF4-FFF2-40B4-BE49-F238E27FC236}">
                      <a16:creationId xmlns:a16="http://schemas.microsoft.com/office/drawing/2014/main" id="{EE36E741-8D49-5B92-856B-DD0466F1E708}"/>
                    </a:ext>
                  </a:extLst>
                </p:cNvPr>
                <p:cNvSpPr>
                  <a:spLocks noChangeShapeType="1"/>
                </p:cNvSpPr>
                <p:nvPr/>
              </p:nvSpPr>
              <p:spPr bwMode="auto">
                <a:xfrm>
                  <a:off x="3548" y="2985"/>
                  <a:ext cx="24" cy="1"/>
                </a:xfrm>
                <a:prstGeom prst="line">
                  <a:avLst/>
                </a:prstGeom>
                <a:grpFill/>
                <a:ln w="12700">
                  <a:solidFill>
                    <a:schemeClr val="bg1"/>
                  </a:solidFill>
                  <a:round/>
                  <a:headEnd/>
                  <a:tailEnd/>
                </a:ln>
              </p:spPr>
              <p:txBody>
                <a:bodyPr/>
                <a:lstStyle/>
                <a:p>
                  <a:endParaRPr lang="en-US"/>
                </a:p>
              </p:txBody>
            </p:sp>
            <p:sp>
              <p:nvSpPr>
                <p:cNvPr id="104094" name="Line 715">
                  <a:extLst>
                    <a:ext uri="{FF2B5EF4-FFF2-40B4-BE49-F238E27FC236}">
                      <a16:creationId xmlns:a16="http://schemas.microsoft.com/office/drawing/2014/main" id="{62EC44F7-6436-A9AE-F0CB-2CB2C0A78742}"/>
                    </a:ext>
                  </a:extLst>
                </p:cNvPr>
                <p:cNvSpPr>
                  <a:spLocks noChangeShapeType="1"/>
                </p:cNvSpPr>
                <p:nvPr/>
              </p:nvSpPr>
              <p:spPr bwMode="auto">
                <a:xfrm>
                  <a:off x="3604" y="2985"/>
                  <a:ext cx="16" cy="1"/>
                </a:xfrm>
                <a:prstGeom prst="line">
                  <a:avLst/>
                </a:prstGeom>
                <a:grpFill/>
                <a:ln w="12700">
                  <a:solidFill>
                    <a:schemeClr val="bg1"/>
                  </a:solidFill>
                  <a:round/>
                  <a:headEnd/>
                  <a:tailEnd/>
                </a:ln>
              </p:spPr>
              <p:txBody>
                <a:bodyPr/>
                <a:lstStyle/>
                <a:p>
                  <a:endParaRPr lang="en-US"/>
                </a:p>
              </p:txBody>
            </p:sp>
          </p:grpSp>
        </p:grpSp>
        <p:grpSp>
          <p:nvGrpSpPr>
            <p:cNvPr id="103578" name="Group 716">
              <a:extLst>
                <a:ext uri="{FF2B5EF4-FFF2-40B4-BE49-F238E27FC236}">
                  <a16:creationId xmlns:a16="http://schemas.microsoft.com/office/drawing/2014/main" id="{F67EADE2-9B75-2208-71C6-A83DCAF359BA}"/>
                </a:ext>
              </a:extLst>
            </p:cNvPr>
            <p:cNvGrpSpPr>
              <a:grpSpLocks/>
            </p:cNvGrpSpPr>
            <p:nvPr/>
          </p:nvGrpSpPr>
          <p:grpSpPr bwMode="auto">
            <a:xfrm>
              <a:off x="3788" y="2953"/>
              <a:ext cx="415" cy="56"/>
              <a:chOff x="3788" y="2953"/>
              <a:chExt cx="415" cy="56"/>
            </a:xfrm>
            <a:grpFill/>
          </p:grpSpPr>
          <p:sp>
            <p:nvSpPr>
              <p:cNvPr id="104079" name="Freeform 717">
                <a:extLst>
                  <a:ext uri="{FF2B5EF4-FFF2-40B4-BE49-F238E27FC236}">
                    <a16:creationId xmlns:a16="http://schemas.microsoft.com/office/drawing/2014/main" id="{A79148E2-6076-A03F-D38C-1C25F49BC76F}"/>
                  </a:ext>
                </a:extLst>
              </p:cNvPr>
              <p:cNvSpPr>
                <a:spLocks/>
              </p:cNvSpPr>
              <p:nvPr/>
            </p:nvSpPr>
            <p:spPr bwMode="auto">
              <a:xfrm>
                <a:off x="4091"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solidFill>
                <a:round/>
                <a:headEnd/>
                <a:tailEnd/>
              </a:ln>
            </p:spPr>
            <p:txBody>
              <a:bodyPr/>
              <a:lstStyle/>
              <a:p>
                <a:endParaRPr lang="en-US"/>
              </a:p>
            </p:txBody>
          </p:sp>
          <p:grpSp>
            <p:nvGrpSpPr>
              <p:cNvPr id="104080" name="Group 718">
                <a:extLst>
                  <a:ext uri="{FF2B5EF4-FFF2-40B4-BE49-F238E27FC236}">
                    <a16:creationId xmlns:a16="http://schemas.microsoft.com/office/drawing/2014/main" id="{39406438-AA77-630C-6193-09EC1E27B9E8}"/>
                  </a:ext>
                </a:extLst>
              </p:cNvPr>
              <p:cNvGrpSpPr>
                <a:grpSpLocks/>
              </p:cNvGrpSpPr>
              <p:nvPr/>
            </p:nvGrpSpPr>
            <p:grpSpPr bwMode="auto">
              <a:xfrm>
                <a:off x="3788" y="2985"/>
                <a:ext cx="295" cy="1"/>
                <a:chOff x="3788" y="2985"/>
                <a:chExt cx="295" cy="1"/>
              </a:xfrm>
              <a:grpFill/>
            </p:grpSpPr>
            <p:sp>
              <p:nvSpPr>
                <p:cNvPr id="104081" name="Line 719">
                  <a:extLst>
                    <a:ext uri="{FF2B5EF4-FFF2-40B4-BE49-F238E27FC236}">
                      <a16:creationId xmlns:a16="http://schemas.microsoft.com/office/drawing/2014/main" id="{6E08FF23-063E-BA71-EE08-75700A2C32D5}"/>
                    </a:ext>
                  </a:extLst>
                </p:cNvPr>
                <p:cNvSpPr>
                  <a:spLocks noChangeShapeType="1"/>
                </p:cNvSpPr>
                <p:nvPr/>
              </p:nvSpPr>
              <p:spPr bwMode="auto">
                <a:xfrm>
                  <a:off x="3788" y="2985"/>
                  <a:ext cx="24" cy="1"/>
                </a:xfrm>
                <a:prstGeom prst="line">
                  <a:avLst/>
                </a:prstGeom>
                <a:grpFill/>
                <a:ln w="12700">
                  <a:solidFill>
                    <a:schemeClr val="bg1"/>
                  </a:solidFill>
                  <a:round/>
                  <a:headEnd/>
                  <a:tailEnd/>
                </a:ln>
              </p:spPr>
              <p:txBody>
                <a:bodyPr/>
                <a:lstStyle/>
                <a:p>
                  <a:endParaRPr lang="en-US"/>
                </a:p>
              </p:txBody>
            </p:sp>
            <p:sp>
              <p:nvSpPr>
                <p:cNvPr id="104082" name="Line 720">
                  <a:extLst>
                    <a:ext uri="{FF2B5EF4-FFF2-40B4-BE49-F238E27FC236}">
                      <a16:creationId xmlns:a16="http://schemas.microsoft.com/office/drawing/2014/main" id="{CD0A7046-669E-4BFC-9BE3-BB022F569590}"/>
                    </a:ext>
                  </a:extLst>
                </p:cNvPr>
                <p:cNvSpPr>
                  <a:spLocks noChangeShapeType="1"/>
                </p:cNvSpPr>
                <p:nvPr/>
              </p:nvSpPr>
              <p:spPr bwMode="auto">
                <a:xfrm>
                  <a:off x="3844" y="2985"/>
                  <a:ext cx="24" cy="1"/>
                </a:xfrm>
                <a:prstGeom prst="line">
                  <a:avLst/>
                </a:prstGeom>
                <a:grpFill/>
                <a:ln w="12700">
                  <a:solidFill>
                    <a:schemeClr val="bg1"/>
                  </a:solidFill>
                  <a:round/>
                  <a:headEnd/>
                  <a:tailEnd/>
                </a:ln>
              </p:spPr>
              <p:txBody>
                <a:bodyPr/>
                <a:lstStyle/>
                <a:p>
                  <a:endParaRPr lang="en-US"/>
                </a:p>
              </p:txBody>
            </p:sp>
            <p:sp>
              <p:nvSpPr>
                <p:cNvPr id="104083" name="Line 721">
                  <a:extLst>
                    <a:ext uri="{FF2B5EF4-FFF2-40B4-BE49-F238E27FC236}">
                      <a16:creationId xmlns:a16="http://schemas.microsoft.com/office/drawing/2014/main" id="{94697627-CDB5-F553-CEE8-9D8F26F7E702}"/>
                    </a:ext>
                  </a:extLst>
                </p:cNvPr>
                <p:cNvSpPr>
                  <a:spLocks noChangeShapeType="1"/>
                </p:cNvSpPr>
                <p:nvPr/>
              </p:nvSpPr>
              <p:spPr bwMode="auto">
                <a:xfrm>
                  <a:off x="3900" y="2985"/>
                  <a:ext cx="24" cy="1"/>
                </a:xfrm>
                <a:prstGeom prst="line">
                  <a:avLst/>
                </a:prstGeom>
                <a:grpFill/>
                <a:ln w="12700">
                  <a:solidFill>
                    <a:schemeClr val="bg1"/>
                  </a:solidFill>
                  <a:round/>
                  <a:headEnd/>
                  <a:tailEnd/>
                </a:ln>
              </p:spPr>
              <p:txBody>
                <a:bodyPr/>
                <a:lstStyle/>
                <a:p>
                  <a:endParaRPr lang="en-US"/>
                </a:p>
              </p:txBody>
            </p:sp>
            <p:sp>
              <p:nvSpPr>
                <p:cNvPr id="104084" name="Line 722">
                  <a:extLst>
                    <a:ext uri="{FF2B5EF4-FFF2-40B4-BE49-F238E27FC236}">
                      <a16:creationId xmlns:a16="http://schemas.microsoft.com/office/drawing/2014/main" id="{E340F923-9017-D1D3-B729-5775B5F34AD9}"/>
                    </a:ext>
                  </a:extLst>
                </p:cNvPr>
                <p:cNvSpPr>
                  <a:spLocks noChangeShapeType="1"/>
                </p:cNvSpPr>
                <p:nvPr/>
              </p:nvSpPr>
              <p:spPr bwMode="auto">
                <a:xfrm>
                  <a:off x="3956" y="2985"/>
                  <a:ext cx="24" cy="1"/>
                </a:xfrm>
                <a:prstGeom prst="line">
                  <a:avLst/>
                </a:prstGeom>
                <a:grpFill/>
                <a:ln w="12700">
                  <a:solidFill>
                    <a:schemeClr val="bg1"/>
                  </a:solidFill>
                  <a:round/>
                  <a:headEnd/>
                  <a:tailEnd/>
                </a:ln>
              </p:spPr>
              <p:txBody>
                <a:bodyPr/>
                <a:lstStyle/>
                <a:p>
                  <a:endParaRPr lang="en-US"/>
                </a:p>
              </p:txBody>
            </p:sp>
            <p:sp>
              <p:nvSpPr>
                <p:cNvPr id="104085" name="Line 723">
                  <a:extLst>
                    <a:ext uri="{FF2B5EF4-FFF2-40B4-BE49-F238E27FC236}">
                      <a16:creationId xmlns:a16="http://schemas.microsoft.com/office/drawing/2014/main" id="{D5E1A1D4-EF28-41AD-DEEA-3741D6820FEC}"/>
                    </a:ext>
                  </a:extLst>
                </p:cNvPr>
                <p:cNvSpPr>
                  <a:spLocks noChangeShapeType="1"/>
                </p:cNvSpPr>
                <p:nvPr/>
              </p:nvSpPr>
              <p:spPr bwMode="auto">
                <a:xfrm>
                  <a:off x="4011" y="2985"/>
                  <a:ext cx="24" cy="1"/>
                </a:xfrm>
                <a:prstGeom prst="line">
                  <a:avLst/>
                </a:prstGeom>
                <a:grpFill/>
                <a:ln w="12700">
                  <a:solidFill>
                    <a:schemeClr val="bg1"/>
                  </a:solidFill>
                  <a:round/>
                  <a:headEnd/>
                  <a:tailEnd/>
                </a:ln>
              </p:spPr>
              <p:txBody>
                <a:bodyPr/>
                <a:lstStyle/>
                <a:p>
                  <a:endParaRPr lang="en-US"/>
                </a:p>
              </p:txBody>
            </p:sp>
            <p:sp>
              <p:nvSpPr>
                <p:cNvPr id="104086" name="Line 724">
                  <a:extLst>
                    <a:ext uri="{FF2B5EF4-FFF2-40B4-BE49-F238E27FC236}">
                      <a16:creationId xmlns:a16="http://schemas.microsoft.com/office/drawing/2014/main" id="{D0853BBE-7B58-8C26-FE33-C211B1766E55}"/>
                    </a:ext>
                  </a:extLst>
                </p:cNvPr>
                <p:cNvSpPr>
                  <a:spLocks noChangeShapeType="1"/>
                </p:cNvSpPr>
                <p:nvPr/>
              </p:nvSpPr>
              <p:spPr bwMode="auto">
                <a:xfrm>
                  <a:off x="4067" y="2985"/>
                  <a:ext cx="16" cy="1"/>
                </a:xfrm>
                <a:prstGeom prst="line">
                  <a:avLst/>
                </a:prstGeom>
                <a:grpFill/>
                <a:ln w="12700">
                  <a:solidFill>
                    <a:schemeClr val="bg1"/>
                  </a:solidFill>
                  <a:round/>
                  <a:headEnd/>
                  <a:tailEnd/>
                </a:ln>
              </p:spPr>
              <p:txBody>
                <a:bodyPr/>
                <a:lstStyle/>
                <a:p>
                  <a:endParaRPr lang="en-US"/>
                </a:p>
              </p:txBody>
            </p:sp>
          </p:grpSp>
        </p:grpSp>
        <p:grpSp>
          <p:nvGrpSpPr>
            <p:cNvPr id="103579" name="Group 725">
              <a:extLst>
                <a:ext uri="{FF2B5EF4-FFF2-40B4-BE49-F238E27FC236}">
                  <a16:creationId xmlns:a16="http://schemas.microsoft.com/office/drawing/2014/main" id="{A1842F4E-C4B0-B38E-F2CD-88F39273DC33}"/>
                </a:ext>
              </a:extLst>
            </p:cNvPr>
            <p:cNvGrpSpPr>
              <a:grpSpLocks/>
            </p:cNvGrpSpPr>
            <p:nvPr/>
          </p:nvGrpSpPr>
          <p:grpSpPr bwMode="auto">
            <a:xfrm>
              <a:off x="4251" y="2953"/>
              <a:ext cx="415" cy="56"/>
              <a:chOff x="4251" y="2953"/>
              <a:chExt cx="415" cy="56"/>
            </a:xfrm>
            <a:grpFill/>
          </p:grpSpPr>
          <p:sp>
            <p:nvSpPr>
              <p:cNvPr id="104071" name="Freeform 726">
                <a:extLst>
                  <a:ext uri="{FF2B5EF4-FFF2-40B4-BE49-F238E27FC236}">
                    <a16:creationId xmlns:a16="http://schemas.microsoft.com/office/drawing/2014/main" id="{8132C9C0-5A36-39FC-E8BD-41A3EEF66E84}"/>
                  </a:ext>
                </a:extLst>
              </p:cNvPr>
              <p:cNvSpPr>
                <a:spLocks/>
              </p:cNvSpPr>
              <p:nvPr/>
            </p:nvSpPr>
            <p:spPr bwMode="auto">
              <a:xfrm>
                <a:off x="4554"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solidFill>
                <a:round/>
                <a:headEnd/>
                <a:tailEnd/>
              </a:ln>
            </p:spPr>
            <p:txBody>
              <a:bodyPr/>
              <a:lstStyle/>
              <a:p>
                <a:endParaRPr lang="en-US"/>
              </a:p>
            </p:txBody>
          </p:sp>
          <p:grpSp>
            <p:nvGrpSpPr>
              <p:cNvPr id="104072" name="Group 727">
                <a:extLst>
                  <a:ext uri="{FF2B5EF4-FFF2-40B4-BE49-F238E27FC236}">
                    <a16:creationId xmlns:a16="http://schemas.microsoft.com/office/drawing/2014/main" id="{1E59380E-4F6B-021B-6AAC-3504F59576C2}"/>
                  </a:ext>
                </a:extLst>
              </p:cNvPr>
              <p:cNvGrpSpPr>
                <a:grpSpLocks/>
              </p:cNvGrpSpPr>
              <p:nvPr/>
            </p:nvGrpSpPr>
            <p:grpSpPr bwMode="auto">
              <a:xfrm>
                <a:off x="4251" y="2985"/>
                <a:ext cx="295" cy="1"/>
                <a:chOff x="4251" y="2985"/>
                <a:chExt cx="295" cy="1"/>
              </a:xfrm>
              <a:grpFill/>
            </p:grpSpPr>
            <p:sp>
              <p:nvSpPr>
                <p:cNvPr id="104073" name="Line 728">
                  <a:extLst>
                    <a:ext uri="{FF2B5EF4-FFF2-40B4-BE49-F238E27FC236}">
                      <a16:creationId xmlns:a16="http://schemas.microsoft.com/office/drawing/2014/main" id="{7BEAC395-DE37-8BD2-FD83-6990E18D5E5F}"/>
                    </a:ext>
                  </a:extLst>
                </p:cNvPr>
                <p:cNvSpPr>
                  <a:spLocks noChangeShapeType="1"/>
                </p:cNvSpPr>
                <p:nvPr/>
              </p:nvSpPr>
              <p:spPr bwMode="auto">
                <a:xfrm>
                  <a:off x="4251" y="2985"/>
                  <a:ext cx="24" cy="1"/>
                </a:xfrm>
                <a:prstGeom prst="line">
                  <a:avLst/>
                </a:prstGeom>
                <a:grpFill/>
                <a:ln w="12700">
                  <a:solidFill>
                    <a:schemeClr val="bg1"/>
                  </a:solidFill>
                  <a:round/>
                  <a:headEnd/>
                  <a:tailEnd/>
                </a:ln>
              </p:spPr>
              <p:txBody>
                <a:bodyPr/>
                <a:lstStyle/>
                <a:p>
                  <a:endParaRPr lang="en-US"/>
                </a:p>
              </p:txBody>
            </p:sp>
            <p:sp>
              <p:nvSpPr>
                <p:cNvPr id="104074" name="Line 729">
                  <a:extLst>
                    <a:ext uri="{FF2B5EF4-FFF2-40B4-BE49-F238E27FC236}">
                      <a16:creationId xmlns:a16="http://schemas.microsoft.com/office/drawing/2014/main" id="{3398EC5F-957C-6D63-1E62-8152E0853CBE}"/>
                    </a:ext>
                  </a:extLst>
                </p:cNvPr>
                <p:cNvSpPr>
                  <a:spLocks noChangeShapeType="1"/>
                </p:cNvSpPr>
                <p:nvPr/>
              </p:nvSpPr>
              <p:spPr bwMode="auto">
                <a:xfrm>
                  <a:off x="4307" y="2985"/>
                  <a:ext cx="24" cy="1"/>
                </a:xfrm>
                <a:prstGeom prst="line">
                  <a:avLst/>
                </a:prstGeom>
                <a:grpFill/>
                <a:ln w="12700">
                  <a:solidFill>
                    <a:schemeClr val="bg1"/>
                  </a:solidFill>
                  <a:round/>
                  <a:headEnd/>
                  <a:tailEnd/>
                </a:ln>
              </p:spPr>
              <p:txBody>
                <a:bodyPr/>
                <a:lstStyle/>
                <a:p>
                  <a:endParaRPr lang="en-US"/>
                </a:p>
              </p:txBody>
            </p:sp>
            <p:sp>
              <p:nvSpPr>
                <p:cNvPr id="104075" name="Line 730">
                  <a:extLst>
                    <a:ext uri="{FF2B5EF4-FFF2-40B4-BE49-F238E27FC236}">
                      <a16:creationId xmlns:a16="http://schemas.microsoft.com/office/drawing/2014/main" id="{424C0CAD-2311-FA75-8BB8-533F4351714D}"/>
                    </a:ext>
                  </a:extLst>
                </p:cNvPr>
                <p:cNvSpPr>
                  <a:spLocks noChangeShapeType="1"/>
                </p:cNvSpPr>
                <p:nvPr/>
              </p:nvSpPr>
              <p:spPr bwMode="auto">
                <a:xfrm>
                  <a:off x="4363" y="2985"/>
                  <a:ext cx="24" cy="1"/>
                </a:xfrm>
                <a:prstGeom prst="line">
                  <a:avLst/>
                </a:prstGeom>
                <a:grpFill/>
                <a:ln w="12700">
                  <a:solidFill>
                    <a:schemeClr val="bg1"/>
                  </a:solidFill>
                  <a:round/>
                  <a:headEnd/>
                  <a:tailEnd/>
                </a:ln>
              </p:spPr>
              <p:txBody>
                <a:bodyPr/>
                <a:lstStyle/>
                <a:p>
                  <a:endParaRPr lang="en-US"/>
                </a:p>
              </p:txBody>
            </p:sp>
            <p:sp>
              <p:nvSpPr>
                <p:cNvPr id="104076" name="Line 731">
                  <a:extLst>
                    <a:ext uri="{FF2B5EF4-FFF2-40B4-BE49-F238E27FC236}">
                      <a16:creationId xmlns:a16="http://schemas.microsoft.com/office/drawing/2014/main" id="{842FF6C8-207B-1414-5691-6AA50FAD1992}"/>
                    </a:ext>
                  </a:extLst>
                </p:cNvPr>
                <p:cNvSpPr>
                  <a:spLocks noChangeShapeType="1"/>
                </p:cNvSpPr>
                <p:nvPr/>
              </p:nvSpPr>
              <p:spPr bwMode="auto">
                <a:xfrm>
                  <a:off x="4419" y="2985"/>
                  <a:ext cx="24" cy="1"/>
                </a:xfrm>
                <a:prstGeom prst="line">
                  <a:avLst/>
                </a:prstGeom>
                <a:grpFill/>
                <a:ln w="12700">
                  <a:solidFill>
                    <a:schemeClr val="bg1"/>
                  </a:solidFill>
                  <a:round/>
                  <a:headEnd/>
                  <a:tailEnd/>
                </a:ln>
              </p:spPr>
              <p:txBody>
                <a:bodyPr/>
                <a:lstStyle/>
                <a:p>
                  <a:endParaRPr lang="en-US"/>
                </a:p>
              </p:txBody>
            </p:sp>
            <p:sp>
              <p:nvSpPr>
                <p:cNvPr id="104077" name="Line 732">
                  <a:extLst>
                    <a:ext uri="{FF2B5EF4-FFF2-40B4-BE49-F238E27FC236}">
                      <a16:creationId xmlns:a16="http://schemas.microsoft.com/office/drawing/2014/main" id="{B1CB8E2E-EFDB-15AC-11D3-30503F6D0425}"/>
                    </a:ext>
                  </a:extLst>
                </p:cNvPr>
                <p:cNvSpPr>
                  <a:spLocks noChangeShapeType="1"/>
                </p:cNvSpPr>
                <p:nvPr/>
              </p:nvSpPr>
              <p:spPr bwMode="auto">
                <a:xfrm>
                  <a:off x="4475" y="2985"/>
                  <a:ext cx="24" cy="1"/>
                </a:xfrm>
                <a:prstGeom prst="line">
                  <a:avLst/>
                </a:prstGeom>
                <a:grpFill/>
                <a:ln w="12700">
                  <a:solidFill>
                    <a:schemeClr val="bg1"/>
                  </a:solidFill>
                  <a:round/>
                  <a:headEnd/>
                  <a:tailEnd/>
                </a:ln>
              </p:spPr>
              <p:txBody>
                <a:bodyPr/>
                <a:lstStyle/>
                <a:p>
                  <a:endParaRPr lang="en-US"/>
                </a:p>
              </p:txBody>
            </p:sp>
            <p:sp>
              <p:nvSpPr>
                <p:cNvPr id="104078" name="Line 733">
                  <a:extLst>
                    <a:ext uri="{FF2B5EF4-FFF2-40B4-BE49-F238E27FC236}">
                      <a16:creationId xmlns:a16="http://schemas.microsoft.com/office/drawing/2014/main" id="{89DA5B6D-9D29-7AB5-CAA9-839CB683703B}"/>
                    </a:ext>
                  </a:extLst>
                </p:cNvPr>
                <p:cNvSpPr>
                  <a:spLocks noChangeShapeType="1"/>
                </p:cNvSpPr>
                <p:nvPr/>
              </p:nvSpPr>
              <p:spPr bwMode="auto">
                <a:xfrm>
                  <a:off x="4530" y="2985"/>
                  <a:ext cx="16" cy="1"/>
                </a:xfrm>
                <a:prstGeom prst="line">
                  <a:avLst/>
                </a:prstGeom>
                <a:grpFill/>
                <a:ln w="12700">
                  <a:solidFill>
                    <a:schemeClr val="bg1"/>
                  </a:solidFill>
                  <a:round/>
                  <a:headEnd/>
                  <a:tailEnd/>
                </a:ln>
              </p:spPr>
              <p:txBody>
                <a:bodyPr/>
                <a:lstStyle/>
                <a:p>
                  <a:endParaRPr lang="en-US"/>
                </a:p>
              </p:txBody>
            </p:sp>
          </p:grpSp>
        </p:grpSp>
        <p:grpSp>
          <p:nvGrpSpPr>
            <p:cNvPr id="103580" name="Group 734">
              <a:extLst>
                <a:ext uri="{FF2B5EF4-FFF2-40B4-BE49-F238E27FC236}">
                  <a16:creationId xmlns:a16="http://schemas.microsoft.com/office/drawing/2014/main" id="{3A6465ED-A61F-35D5-6FA8-CD990F273EAC}"/>
                </a:ext>
              </a:extLst>
            </p:cNvPr>
            <p:cNvGrpSpPr>
              <a:grpSpLocks/>
            </p:cNvGrpSpPr>
            <p:nvPr/>
          </p:nvGrpSpPr>
          <p:grpSpPr bwMode="auto">
            <a:xfrm>
              <a:off x="4674" y="1741"/>
              <a:ext cx="40" cy="1260"/>
              <a:chOff x="4674" y="1741"/>
              <a:chExt cx="40" cy="1260"/>
            </a:xfrm>
            <a:grpFill/>
          </p:grpSpPr>
          <p:sp>
            <p:nvSpPr>
              <p:cNvPr id="104061" name="Oval 735">
                <a:extLst>
                  <a:ext uri="{FF2B5EF4-FFF2-40B4-BE49-F238E27FC236}">
                    <a16:creationId xmlns:a16="http://schemas.microsoft.com/office/drawing/2014/main" id="{425AC976-960B-768D-158D-7C58AC5C4CF3}"/>
                  </a:ext>
                </a:extLst>
              </p:cNvPr>
              <p:cNvSpPr>
                <a:spLocks noChangeArrowheads="1"/>
              </p:cNvSpPr>
              <p:nvPr/>
            </p:nvSpPr>
            <p:spPr bwMode="auto">
              <a:xfrm>
                <a:off x="4674" y="1741"/>
                <a:ext cx="32" cy="40"/>
              </a:xfrm>
              <a:prstGeom prst="ellipse">
                <a:avLst/>
              </a:prstGeom>
              <a:grpFill/>
              <a:ln w="9525">
                <a:solidFill>
                  <a:schemeClr val="bg1"/>
                </a:solidFill>
                <a:round/>
                <a:headEnd/>
                <a:tailEnd/>
              </a:ln>
            </p:spPr>
            <p:txBody>
              <a:bodyPr/>
              <a:lstStyle/>
              <a:p>
                <a:endParaRPr lang="en-US"/>
              </a:p>
            </p:txBody>
          </p:sp>
          <p:sp>
            <p:nvSpPr>
              <p:cNvPr id="104062" name="Oval 736">
                <a:extLst>
                  <a:ext uri="{FF2B5EF4-FFF2-40B4-BE49-F238E27FC236}">
                    <a16:creationId xmlns:a16="http://schemas.microsoft.com/office/drawing/2014/main" id="{CE93CDE3-CF69-1C7D-FE92-BCBEBA5E7C40}"/>
                  </a:ext>
                </a:extLst>
              </p:cNvPr>
              <p:cNvSpPr>
                <a:spLocks noChangeArrowheads="1"/>
              </p:cNvSpPr>
              <p:nvPr/>
            </p:nvSpPr>
            <p:spPr bwMode="auto">
              <a:xfrm>
                <a:off x="4674" y="1741"/>
                <a:ext cx="32" cy="40"/>
              </a:xfrm>
              <a:prstGeom prst="ellipse">
                <a:avLst/>
              </a:prstGeom>
              <a:grpFill/>
              <a:ln w="25400">
                <a:solidFill>
                  <a:schemeClr val="bg1"/>
                </a:solidFill>
                <a:round/>
                <a:headEnd/>
                <a:tailEnd/>
              </a:ln>
            </p:spPr>
            <p:txBody>
              <a:bodyPr/>
              <a:lstStyle/>
              <a:p>
                <a:endParaRPr lang="en-US"/>
              </a:p>
            </p:txBody>
          </p:sp>
          <p:sp>
            <p:nvSpPr>
              <p:cNvPr id="104063" name="Oval 737">
                <a:extLst>
                  <a:ext uri="{FF2B5EF4-FFF2-40B4-BE49-F238E27FC236}">
                    <a16:creationId xmlns:a16="http://schemas.microsoft.com/office/drawing/2014/main" id="{74E33F8C-337D-F93C-A1ED-8EBADEA41EEC}"/>
                  </a:ext>
                </a:extLst>
              </p:cNvPr>
              <p:cNvSpPr>
                <a:spLocks noChangeArrowheads="1"/>
              </p:cNvSpPr>
              <p:nvPr/>
            </p:nvSpPr>
            <p:spPr bwMode="auto">
              <a:xfrm>
                <a:off x="4682" y="2044"/>
                <a:ext cx="32" cy="40"/>
              </a:xfrm>
              <a:prstGeom prst="ellipse">
                <a:avLst/>
              </a:prstGeom>
              <a:grpFill/>
              <a:ln w="9525">
                <a:solidFill>
                  <a:schemeClr val="bg1"/>
                </a:solidFill>
                <a:round/>
                <a:headEnd/>
                <a:tailEnd/>
              </a:ln>
            </p:spPr>
            <p:txBody>
              <a:bodyPr/>
              <a:lstStyle/>
              <a:p>
                <a:endParaRPr lang="en-US"/>
              </a:p>
            </p:txBody>
          </p:sp>
          <p:sp>
            <p:nvSpPr>
              <p:cNvPr id="104064" name="Oval 738">
                <a:extLst>
                  <a:ext uri="{FF2B5EF4-FFF2-40B4-BE49-F238E27FC236}">
                    <a16:creationId xmlns:a16="http://schemas.microsoft.com/office/drawing/2014/main" id="{7F4D178B-D400-AB5E-6E55-32C29A027FCB}"/>
                  </a:ext>
                </a:extLst>
              </p:cNvPr>
              <p:cNvSpPr>
                <a:spLocks noChangeArrowheads="1"/>
              </p:cNvSpPr>
              <p:nvPr/>
            </p:nvSpPr>
            <p:spPr bwMode="auto">
              <a:xfrm>
                <a:off x="4682" y="2044"/>
                <a:ext cx="32" cy="40"/>
              </a:xfrm>
              <a:prstGeom prst="ellipse">
                <a:avLst/>
              </a:prstGeom>
              <a:grpFill/>
              <a:ln w="25400">
                <a:solidFill>
                  <a:schemeClr val="bg1"/>
                </a:solidFill>
                <a:round/>
                <a:headEnd/>
                <a:tailEnd/>
              </a:ln>
            </p:spPr>
            <p:txBody>
              <a:bodyPr/>
              <a:lstStyle/>
              <a:p>
                <a:endParaRPr lang="en-US"/>
              </a:p>
            </p:txBody>
          </p:sp>
          <p:sp>
            <p:nvSpPr>
              <p:cNvPr id="104065" name="Oval 739">
                <a:extLst>
                  <a:ext uri="{FF2B5EF4-FFF2-40B4-BE49-F238E27FC236}">
                    <a16:creationId xmlns:a16="http://schemas.microsoft.com/office/drawing/2014/main" id="{4BC49775-D33B-07B0-3775-BE49EC5DEB4A}"/>
                  </a:ext>
                </a:extLst>
              </p:cNvPr>
              <p:cNvSpPr>
                <a:spLocks noChangeArrowheads="1"/>
              </p:cNvSpPr>
              <p:nvPr/>
            </p:nvSpPr>
            <p:spPr bwMode="auto">
              <a:xfrm>
                <a:off x="4682" y="2355"/>
                <a:ext cx="32" cy="32"/>
              </a:xfrm>
              <a:prstGeom prst="ellipse">
                <a:avLst/>
              </a:prstGeom>
              <a:grpFill/>
              <a:ln w="9525">
                <a:solidFill>
                  <a:schemeClr val="bg1"/>
                </a:solidFill>
                <a:round/>
                <a:headEnd/>
                <a:tailEnd/>
              </a:ln>
            </p:spPr>
            <p:txBody>
              <a:bodyPr/>
              <a:lstStyle/>
              <a:p>
                <a:endParaRPr lang="en-US"/>
              </a:p>
            </p:txBody>
          </p:sp>
          <p:sp>
            <p:nvSpPr>
              <p:cNvPr id="104066" name="Oval 740">
                <a:extLst>
                  <a:ext uri="{FF2B5EF4-FFF2-40B4-BE49-F238E27FC236}">
                    <a16:creationId xmlns:a16="http://schemas.microsoft.com/office/drawing/2014/main" id="{373905B2-2B8C-71FB-710D-1F23FA84C160}"/>
                  </a:ext>
                </a:extLst>
              </p:cNvPr>
              <p:cNvSpPr>
                <a:spLocks noChangeArrowheads="1"/>
              </p:cNvSpPr>
              <p:nvPr/>
            </p:nvSpPr>
            <p:spPr bwMode="auto">
              <a:xfrm>
                <a:off x="4682" y="2355"/>
                <a:ext cx="32" cy="32"/>
              </a:xfrm>
              <a:prstGeom prst="ellipse">
                <a:avLst/>
              </a:prstGeom>
              <a:grpFill/>
              <a:ln w="25400">
                <a:solidFill>
                  <a:schemeClr val="bg1"/>
                </a:solidFill>
                <a:round/>
                <a:headEnd/>
                <a:tailEnd/>
              </a:ln>
            </p:spPr>
            <p:txBody>
              <a:bodyPr/>
              <a:lstStyle/>
              <a:p>
                <a:endParaRPr lang="en-US"/>
              </a:p>
            </p:txBody>
          </p:sp>
          <p:sp>
            <p:nvSpPr>
              <p:cNvPr id="104067" name="Oval 741">
                <a:extLst>
                  <a:ext uri="{FF2B5EF4-FFF2-40B4-BE49-F238E27FC236}">
                    <a16:creationId xmlns:a16="http://schemas.microsoft.com/office/drawing/2014/main" id="{38D389BB-FA76-B782-7028-0AB77262850C}"/>
                  </a:ext>
                </a:extLst>
              </p:cNvPr>
              <p:cNvSpPr>
                <a:spLocks noChangeArrowheads="1"/>
              </p:cNvSpPr>
              <p:nvPr/>
            </p:nvSpPr>
            <p:spPr bwMode="auto">
              <a:xfrm>
                <a:off x="4674" y="2658"/>
                <a:ext cx="32" cy="40"/>
              </a:xfrm>
              <a:prstGeom prst="ellipse">
                <a:avLst/>
              </a:prstGeom>
              <a:grpFill/>
              <a:ln w="9525">
                <a:solidFill>
                  <a:schemeClr val="bg1"/>
                </a:solidFill>
                <a:round/>
                <a:headEnd/>
                <a:tailEnd/>
              </a:ln>
            </p:spPr>
            <p:txBody>
              <a:bodyPr/>
              <a:lstStyle/>
              <a:p>
                <a:endParaRPr lang="en-US"/>
              </a:p>
            </p:txBody>
          </p:sp>
          <p:sp>
            <p:nvSpPr>
              <p:cNvPr id="104068" name="Oval 742">
                <a:extLst>
                  <a:ext uri="{FF2B5EF4-FFF2-40B4-BE49-F238E27FC236}">
                    <a16:creationId xmlns:a16="http://schemas.microsoft.com/office/drawing/2014/main" id="{54389BDF-A224-0144-1220-27904C731630}"/>
                  </a:ext>
                </a:extLst>
              </p:cNvPr>
              <p:cNvSpPr>
                <a:spLocks noChangeArrowheads="1"/>
              </p:cNvSpPr>
              <p:nvPr/>
            </p:nvSpPr>
            <p:spPr bwMode="auto">
              <a:xfrm>
                <a:off x="4674" y="2658"/>
                <a:ext cx="32" cy="40"/>
              </a:xfrm>
              <a:prstGeom prst="ellipse">
                <a:avLst/>
              </a:prstGeom>
              <a:grpFill/>
              <a:ln w="25400">
                <a:solidFill>
                  <a:schemeClr val="bg1"/>
                </a:solidFill>
                <a:round/>
                <a:headEnd/>
                <a:tailEnd/>
              </a:ln>
            </p:spPr>
            <p:txBody>
              <a:bodyPr/>
              <a:lstStyle/>
              <a:p>
                <a:endParaRPr lang="en-US"/>
              </a:p>
            </p:txBody>
          </p:sp>
          <p:sp>
            <p:nvSpPr>
              <p:cNvPr id="104069" name="Oval 743">
                <a:extLst>
                  <a:ext uri="{FF2B5EF4-FFF2-40B4-BE49-F238E27FC236}">
                    <a16:creationId xmlns:a16="http://schemas.microsoft.com/office/drawing/2014/main" id="{93080EE3-6940-DD54-136F-846006EF66C1}"/>
                  </a:ext>
                </a:extLst>
              </p:cNvPr>
              <p:cNvSpPr>
                <a:spLocks noChangeArrowheads="1"/>
              </p:cNvSpPr>
              <p:nvPr/>
            </p:nvSpPr>
            <p:spPr bwMode="auto">
              <a:xfrm>
                <a:off x="4674" y="2969"/>
                <a:ext cx="32" cy="32"/>
              </a:xfrm>
              <a:prstGeom prst="ellipse">
                <a:avLst/>
              </a:prstGeom>
              <a:grpFill/>
              <a:ln w="9525">
                <a:solidFill>
                  <a:schemeClr val="bg1"/>
                </a:solidFill>
                <a:round/>
                <a:headEnd/>
                <a:tailEnd/>
              </a:ln>
            </p:spPr>
            <p:txBody>
              <a:bodyPr/>
              <a:lstStyle/>
              <a:p>
                <a:endParaRPr lang="en-US"/>
              </a:p>
            </p:txBody>
          </p:sp>
          <p:sp>
            <p:nvSpPr>
              <p:cNvPr id="104070" name="Oval 744">
                <a:extLst>
                  <a:ext uri="{FF2B5EF4-FFF2-40B4-BE49-F238E27FC236}">
                    <a16:creationId xmlns:a16="http://schemas.microsoft.com/office/drawing/2014/main" id="{496B1D2C-A391-013A-BCB8-7627ABAD873A}"/>
                  </a:ext>
                </a:extLst>
              </p:cNvPr>
              <p:cNvSpPr>
                <a:spLocks noChangeArrowheads="1"/>
              </p:cNvSpPr>
              <p:nvPr/>
            </p:nvSpPr>
            <p:spPr bwMode="auto">
              <a:xfrm>
                <a:off x="4674" y="2969"/>
                <a:ext cx="32" cy="32"/>
              </a:xfrm>
              <a:prstGeom prst="ellipse">
                <a:avLst/>
              </a:prstGeom>
              <a:grpFill/>
              <a:ln w="25400">
                <a:solidFill>
                  <a:schemeClr val="bg1"/>
                </a:solidFill>
                <a:round/>
                <a:headEnd/>
                <a:tailEnd/>
              </a:ln>
            </p:spPr>
            <p:txBody>
              <a:bodyPr/>
              <a:lstStyle/>
              <a:p>
                <a:endParaRPr lang="en-US"/>
              </a:p>
            </p:txBody>
          </p:sp>
        </p:grpSp>
        <p:grpSp>
          <p:nvGrpSpPr>
            <p:cNvPr id="103581" name="Group 745">
              <a:extLst>
                <a:ext uri="{FF2B5EF4-FFF2-40B4-BE49-F238E27FC236}">
                  <a16:creationId xmlns:a16="http://schemas.microsoft.com/office/drawing/2014/main" id="{7AF08A5D-2DF2-0C37-50C3-B7E10D0E236E}"/>
                </a:ext>
              </a:extLst>
            </p:cNvPr>
            <p:cNvGrpSpPr>
              <a:grpSpLocks/>
            </p:cNvGrpSpPr>
            <p:nvPr/>
          </p:nvGrpSpPr>
          <p:grpSpPr bwMode="auto">
            <a:xfrm>
              <a:off x="3740" y="3272"/>
              <a:ext cx="40" cy="343"/>
              <a:chOff x="3740" y="3272"/>
              <a:chExt cx="40" cy="343"/>
            </a:xfrm>
            <a:grpFill/>
          </p:grpSpPr>
          <p:sp>
            <p:nvSpPr>
              <p:cNvPr id="104057" name="Oval 746">
                <a:extLst>
                  <a:ext uri="{FF2B5EF4-FFF2-40B4-BE49-F238E27FC236}">
                    <a16:creationId xmlns:a16="http://schemas.microsoft.com/office/drawing/2014/main" id="{FB6AB05D-5ADB-48A4-99C0-0B32BEB71664}"/>
                  </a:ext>
                </a:extLst>
              </p:cNvPr>
              <p:cNvSpPr>
                <a:spLocks noChangeArrowheads="1"/>
              </p:cNvSpPr>
              <p:nvPr/>
            </p:nvSpPr>
            <p:spPr bwMode="auto">
              <a:xfrm>
                <a:off x="3740" y="3272"/>
                <a:ext cx="40" cy="32"/>
              </a:xfrm>
              <a:prstGeom prst="ellipse">
                <a:avLst/>
              </a:prstGeom>
              <a:grpFill/>
              <a:ln w="9525">
                <a:solidFill>
                  <a:schemeClr val="bg1"/>
                </a:solidFill>
                <a:round/>
                <a:headEnd/>
                <a:tailEnd/>
              </a:ln>
            </p:spPr>
            <p:txBody>
              <a:bodyPr/>
              <a:lstStyle/>
              <a:p>
                <a:endParaRPr lang="en-US"/>
              </a:p>
            </p:txBody>
          </p:sp>
          <p:sp>
            <p:nvSpPr>
              <p:cNvPr id="104058" name="Oval 747">
                <a:extLst>
                  <a:ext uri="{FF2B5EF4-FFF2-40B4-BE49-F238E27FC236}">
                    <a16:creationId xmlns:a16="http://schemas.microsoft.com/office/drawing/2014/main" id="{071FB080-A2FD-A06D-9ACF-4B086A941299}"/>
                  </a:ext>
                </a:extLst>
              </p:cNvPr>
              <p:cNvSpPr>
                <a:spLocks noChangeArrowheads="1"/>
              </p:cNvSpPr>
              <p:nvPr/>
            </p:nvSpPr>
            <p:spPr bwMode="auto">
              <a:xfrm>
                <a:off x="3740" y="3272"/>
                <a:ext cx="40" cy="32"/>
              </a:xfrm>
              <a:prstGeom prst="ellipse">
                <a:avLst/>
              </a:prstGeom>
              <a:grpFill/>
              <a:ln w="25400">
                <a:solidFill>
                  <a:schemeClr val="bg1"/>
                </a:solidFill>
                <a:round/>
                <a:headEnd/>
                <a:tailEnd/>
              </a:ln>
            </p:spPr>
            <p:txBody>
              <a:bodyPr/>
              <a:lstStyle/>
              <a:p>
                <a:endParaRPr lang="en-US"/>
              </a:p>
            </p:txBody>
          </p:sp>
          <p:sp>
            <p:nvSpPr>
              <p:cNvPr id="104059" name="Oval 748">
                <a:extLst>
                  <a:ext uri="{FF2B5EF4-FFF2-40B4-BE49-F238E27FC236}">
                    <a16:creationId xmlns:a16="http://schemas.microsoft.com/office/drawing/2014/main" id="{F713C306-33D4-970C-74D1-EBE852A402FA}"/>
                  </a:ext>
                </a:extLst>
              </p:cNvPr>
              <p:cNvSpPr>
                <a:spLocks noChangeArrowheads="1"/>
              </p:cNvSpPr>
              <p:nvPr/>
            </p:nvSpPr>
            <p:spPr bwMode="auto">
              <a:xfrm>
                <a:off x="3740" y="3575"/>
                <a:ext cx="40" cy="40"/>
              </a:xfrm>
              <a:prstGeom prst="ellipse">
                <a:avLst/>
              </a:prstGeom>
              <a:grpFill/>
              <a:ln w="9525">
                <a:solidFill>
                  <a:schemeClr val="bg1"/>
                </a:solidFill>
                <a:round/>
                <a:headEnd/>
                <a:tailEnd/>
              </a:ln>
            </p:spPr>
            <p:txBody>
              <a:bodyPr/>
              <a:lstStyle/>
              <a:p>
                <a:endParaRPr lang="en-US"/>
              </a:p>
            </p:txBody>
          </p:sp>
          <p:sp>
            <p:nvSpPr>
              <p:cNvPr id="104060" name="Oval 749">
                <a:extLst>
                  <a:ext uri="{FF2B5EF4-FFF2-40B4-BE49-F238E27FC236}">
                    <a16:creationId xmlns:a16="http://schemas.microsoft.com/office/drawing/2014/main" id="{464FB9F9-21B8-6F44-0588-56620F97F469}"/>
                  </a:ext>
                </a:extLst>
              </p:cNvPr>
              <p:cNvSpPr>
                <a:spLocks noChangeArrowheads="1"/>
              </p:cNvSpPr>
              <p:nvPr/>
            </p:nvSpPr>
            <p:spPr bwMode="auto">
              <a:xfrm>
                <a:off x="3740" y="3575"/>
                <a:ext cx="40" cy="40"/>
              </a:xfrm>
              <a:prstGeom prst="ellipse">
                <a:avLst/>
              </a:prstGeom>
              <a:grpFill/>
              <a:ln w="25400">
                <a:solidFill>
                  <a:schemeClr val="bg1"/>
                </a:solidFill>
                <a:round/>
                <a:headEnd/>
                <a:tailEnd/>
              </a:ln>
            </p:spPr>
            <p:txBody>
              <a:bodyPr/>
              <a:lstStyle/>
              <a:p>
                <a:endParaRPr lang="en-US"/>
              </a:p>
            </p:txBody>
          </p:sp>
        </p:grpSp>
        <p:grpSp>
          <p:nvGrpSpPr>
            <p:cNvPr id="103582" name="Group 750">
              <a:extLst>
                <a:ext uri="{FF2B5EF4-FFF2-40B4-BE49-F238E27FC236}">
                  <a16:creationId xmlns:a16="http://schemas.microsoft.com/office/drawing/2014/main" id="{FECDC72A-DA84-57B1-B54E-CC46C1B7421D}"/>
                </a:ext>
              </a:extLst>
            </p:cNvPr>
            <p:cNvGrpSpPr>
              <a:grpSpLocks/>
            </p:cNvGrpSpPr>
            <p:nvPr/>
          </p:nvGrpSpPr>
          <p:grpSpPr bwMode="auto">
            <a:xfrm>
              <a:off x="3285" y="3272"/>
              <a:ext cx="32" cy="343"/>
              <a:chOff x="3285" y="3272"/>
              <a:chExt cx="32" cy="343"/>
            </a:xfrm>
            <a:grpFill/>
          </p:grpSpPr>
          <p:sp>
            <p:nvSpPr>
              <p:cNvPr id="104053" name="Oval 751">
                <a:extLst>
                  <a:ext uri="{FF2B5EF4-FFF2-40B4-BE49-F238E27FC236}">
                    <a16:creationId xmlns:a16="http://schemas.microsoft.com/office/drawing/2014/main" id="{8560881F-D9A8-D4B4-DF3E-47FACD46FE74}"/>
                  </a:ext>
                </a:extLst>
              </p:cNvPr>
              <p:cNvSpPr>
                <a:spLocks noChangeArrowheads="1"/>
              </p:cNvSpPr>
              <p:nvPr/>
            </p:nvSpPr>
            <p:spPr bwMode="auto">
              <a:xfrm>
                <a:off x="3285" y="3272"/>
                <a:ext cx="32" cy="32"/>
              </a:xfrm>
              <a:prstGeom prst="ellipse">
                <a:avLst/>
              </a:prstGeom>
              <a:grpFill/>
              <a:ln w="9525">
                <a:solidFill>
                  <a:schemeClr val="bg1"/>
                </a:solidFill>
                <a:round/>
                <a:headEnd/>
                <a:tailEnd/>
              </a:ln>
            </p:spPr>
            <p:txBody>
              <a:bodyPr/>
              <a:lstStyle/>
              <a:p>
                <a:endParaRPr lang="en-US"/>
              </a:p>
            </p:txBody>
          </p:sp>
          <p:sp>
            <p:nvSpPr>
              <p:cNvPr id="104054" name="Oval 752">
                <a:extLst>
                  <a:ext uri="{FF2B5EF4-FFF2-40B4-BE49-F238E27FC236}">
                    <a16:creationId xmlns:a16="http://schemas.microsoft.com/office/drawing/2014/main" id="{6293FFBA-81DA-DF55-CBED-9FE94C0C62E3}"/>
                  </a:ext>
                </a:extLst>
              </p:cNvPr>
              <p:cNvSpPr>
                <a:spLocks noChangeArrowheads="1"/>
              </p:cNvSpPr>
              <p:nvPr/>
            </p:nvSpPr>
            <p:spPr bwMode="auto">
              <a:xfrm>
                <a:off x="3285" y="3272"/>
                <a:ext cx="32" cy="32"/>
              </a:xfrm>
              <a:prstGeom prst="ellipse">
                <a:avLst/>
              </a:prstGeom>
              <a:grpFill/>
              <a:ln w="25400">
                <a:solidFill>
                  <a:schemeClr val="bg1"/>
                </a:solidFill>
                <a:round/>
                <a:headEnd/>
                <a:tailEnd/>
              </a:ln>
            </p:spPr>
            <p:txBody>
              <a:bodyPr/>
              <a:lstStyle/>
              <a:p>
                <a:endParaRPr lang="en-US"/>
              </a:p>
            </p:txBody>
          </p:sp>
          <p:sp>
            <p:nvSpPr>
              <p:cNvPr id="104055" name="Oval 753">
                <a:extLst>
                  <a:ext uri="{FF2B5EF4-FFF2-40B4-BE49-F238E27FC236}">
                    <a16:creationId xmlns:a16="http://schemas.microsoft.com/office/drawing/2014/main" id="{C6E8C43B-7457-617D-4770-4E914A0AE7D3}"/>
                  </a:ext>
                </a:extLst>
              </p:cNvPr>
              <p:cNvSpPr>
                <a:spLocks noChangeArrowheads="1"/>
              </p:cNvSpPr>
              <p:nvPr/>
            </p:nvSpPr>
            <p:spPr bwMode="auto">
              <a:xfrm>
                <a:off x="3285" y="3575"/>
                <a:ext cx="32" cy="40"/>
              </a:xfrm>
              <a:prstGeom prst="ellipse">
                <a:avLst/>
              </a:prstGeom>
              <a:grpFill/>
              <a:ln w="9525">
                <a:solidFill>
                  <a:schemeClr val="bg1"/>
                </a:solidFill>
                <a:round/>
                <a:headEnd/>
                <a:tailEnd/>
              </a:ln>
            </p:spPr>
            <p:txBody>
              <a:bodyPr/>
              <a:lstStyle/>
              <a:p>
                <a:endParaRPr lang="en-US"/>
              </a:p>
            </p:txBody>
          </p:sp>
          <p:sp>
            <p:nvSpPr>
              <p:cNvPr id="104056" name="Oval 754">
                <a:extLst>
                  <a:ext uri="{FF2B5EF4-FFF2-40B4-BE49-F238E27FC236}">
                    <a16:creationId xmlns:a16="http://schemas.microsoft.com/office/drawing/2014/main" id="{35F2D44C-C91A-BF24-502A-BB582553FB52}"/>
                  </a:ext>
                </a:extLst>
              </p:cNvPr>
              <p:cNvSpPr>
                <a:spLocks noChangeArrowheads="1"/>
              </p:cNvSpPr>
              <p:nvPr/>
            </p:nvSpPr>
            <p:spPr bwMode="auto">
              <a:xfrm>
                <a:off x="3285" y="3575"/>
                <a:ext cx="32" cy="40"/>
              </a:xfrm>
              <a:prstGeom prst="ellipse">
                <a:avLst/>
              </a:prstGeom>
              <a:grpFill/>
              <a:ln w="25400">
                <a:solidFill>
                  <a:schemeClr val="bg1"/>
                </a:solidFill>
                <a:round/>
                <a:headEnd/>
                <a:tailEnd/>
              </a:ln>
            </p:spPr>
            <p:txBody>
              <a:bodyPr/>
              <a:lstStyle/>
              <a:p>
                <a:endParaRPr lang="en-US"/>
              </a:p>
            </p:txBody>
          </p:sp>
        </p:grpSp>
        <p:grpSp>
          <p:nvGrpSpPr>
            <p:cNvPr id="103583" name="Group 755">
              <a:extLst>
                <a:ext uri="{FF2B5EF4-FFF2-40B4-BE49-F238E27FC236}">
                  <a16:creationId xmlns:a16="http://schemas.microsoft.com/office/drawing/2014/main" id="{1F4A017B-1889-1CF0-1A77-FD1F985BF515}"/>
                </a:ext>
              </a:extLst>
            </p:cNvPr>
            <p:cNvGrpSpPr>
              <a:grpSpLocks/>
            </p:cNvGrpSpPr>
            <p:nvPr/>
          </p:nvGrpSpPr>
          <p:grpSpPr bwMode="auto">
            <a:xfrm>
              <a:off x="4203" y="3272"/>
              <a:ext cx="32" cy="343"/>
              <a:chOff x="4203" y="3272"/>
              <a:chExt cx="32" cy="343"/>
            </a:xfrm>
            <a:grpFill/>
          </p:grpSpPr>
          <p:sp>
            <p:nvSpPr>
              <p:cNvPr id="104049" name="Oval 756">
                <a:extLst>
                  <a:ext uri="{FF2B5EF4-FFF2-40B4-BE49-F238E27FC236}">
                    <a16:creationId xmlns:a16="http://schemas.microsoft.com/office/drawing/2014/main" id="{77AD5E42-8640-ECE5-4572-996B8E8DF5E6}"/>
                  </a:ext>
                </a:extLst>
              </p:cNvPr>
              <p:cNvSpPr>
                <a:spLocks noChangeArrowheads="1"/>
              </p:cNvSpPr>
              <p:nvPr/>
            </p:nvSpPr>
            <p:spPr bwMode="auto">
              <a:xfrm>
                <a:off x="4203" y="3272"/>
                <a:ext cx="32" cy="32"/>
              </a:xfrm>
              <a:prstGeom prst="ellipse">
                <a:avLst/>
              </a:prstGeom>
              <a:grpFill/>
              <a:ln w="9525">
                <a:solidFill>
                  <a:schemeClr val="bg1"/>
                </a:solidFill>
                <a:round/>
                <a:headEnd/>
                <a:tailEnd/>
              </a:ln>
            </p:spPr>
            <p:txBody>
              <a:bodyPr/>
              <a:lstStyle/>
              <a:p>
                <a:endParaRPr lang="en-US"/>
              </a:p>
            </p:txBody>
          </p:sp>
          <p:sp>
            <p:nvSpPr>
              <p:cNvPr id="104050" name="Oval 757">
                <a:extLst>
                  <a:ext uri="{FF2B5EF4-FFF2-40B4-BE49-F238E27FC236}">
                    <a16:creationId xmlns:a16="http://schemas.microsoft.com/office/drawing/2014/main" id="{D0A1320F-149B-F53A-3F88-923DAEB356AD}"/>
                  </a:ext>
                </a:extLst>
              </p:cNvPr>
              <p:cNvSpPr>
                <a:spLocks noChangeArrowheads="1"/>
              </p:cNvSpPr>
              <p:nvPr/>
            </p:nvSpPr>
            <p:spPr bwMode="auto">
              <a:xfrm>
                <a:off x="4203" y="3272"/>
                <a:ext cx="32" cy="32"/>
              </a:xfrm>
              <a:prstGeom prst="ellipse">
                <a:avLst/>
              </a:prstGeom>
              <a:grpFill/>
              <a:ln w="25400">
                <a:solidFill>
                  <a:schemeClr val="bg1"/>
                </a:solidFill>
                <a:round/>
                <a:headEnd/>
                <a:tailEnd/>
              </a:ln>
            </p:spPr>
            <p:txBody>
              <a:bodyPr/>
              <a:lstStyle/>
              <a:p>
                <a:endParaRPr lang="en-US"/>
              </a:p>
            </p:txBody>
          </p:sp>
          <p:sp>
            <p:nvSpPr>
              <p:cNvPr id="104051" name="Oval 758">
                <a:extLst>
                  <a:ext uri="{FF2B5EF4-FFF2-40B4-BE49-F238E27FC236}">
                    <a16:creationId xmlns:a16="http://schemas.microsoft.com/office/drawing/2014/main" id="{5E383A27-EBCC-29E6-550E-E553F29AA909}"/>
                  </a:ext>
                </a:extLst>
              </p:cNvPr>
              <p:cNvSpPr>
                <a:spLocks noChangeArrowheads="1"/>
              </p:cNvSpPr>
              <p:nvPr/>
            </p:nvSpPr>
            <p:spPr bwMode="auto">
              <a:xfrm>
                <a:off x="4203" y="3575"/>
                <a:ext cx="32" cy="40"/>
              </a:xfrm>
              <a:prstGeom prst="ellipse">
                <a:avLst/>
              </a:prstGeom>
              <a:grpFill/>
              <a:ln w="9525">
                <a:solidFill>
                  <a:schemeClr val="bg1"/>
                </a:solidFill>
                <a:round/>
                <a:headEnd/>
                <a:tailEnd/>
              </a:ln>
            </p:spPr>
            <p:txBody>
              <a:bodyPr/>
              <a:lstStyle/>
              <a:p>
                <a:endParaRPr lang="en-US"/>
              </a:p>
            </p:txBody>
          </p:sp>
          <p:sp>
            <p:nvSpPr>
              <p:cNvPr id="104052" name="Oval 759">
                <a:extLst>
                  <a:ext uri="{FF2B5EF4-FFF2-40B4-BE49-F238E27FC236}">
                    <a16:creationId xmlns:a16="http://schemas.microsoft.com/office/drawing/2014/main" id="{7B5E01BB-D8C8-A5F8-912A-10E61DCECC7A}"/>
                  </a:ext>
                </a:extLst>
              </p:cNvPr>
              <p:cNvSpPr>
                <a:spLocks noChangeArrowheads="1"/>
              </p:cNvSpPr>
              <p:nvPr/>
            </p:nvSpPr>
            <p:spPr bwMode="auto">
              <a:xfrm>
                <a:off x="4203" y="3575"/>
                <a:ext cx="32" cy="40"/>
              </a:xfrm>
              <a:prstGeom prst="ellipse">
                <a:avLst/>
              </a:prstGeom>
              <a:grpFill/>
              <a:ln w="25400">
                <a:solidFill>
                  <a:schemeClr val="bg1"/>
                </a:solidFill>
                <a:round/>
                <a:headEnd/>
                <a:tailEnd/>
              </a:ln>
            </p:spPr>
            <p:txBody>
              <a:bodyPr/>
              <a:lstStyle/>
              <a:p>
                <a:endParaRPr lang="en-US"/>
              </a:p>
            </p:txBody>
          </p:sp>
        </p:grpSp>
        <p:grpSp>
          <p:nvGrpSpPr>
            <p:cNvPr id="103584" name="Group 760">
              <a:extLst>
                <a:ext uri="{FF2B5EF4-FFF2-40B4-BE49-F238E27FC236}">
                  <a16:creationId xmlns:a16="http://schemas.microsoft.com/office/drawing/2014/main" id="{40EB039A-6937-D056-DDA1-7DC722588012}"/>
                </a:ext>
              </a:extLst>
            </p:cNvPr>
            <p:cNvGrpSpPr>
              <a:grpSpLocks/>
            </p:cNvGrpSpPr>
            <p:nvPr/>
          </p:nvGrpSpPr>
          <p:grpSpPr bwMode="auto">
            <a:xfrm>
              <a:off x="4658" y="3272"/>
              <a:ext cx="32" cy="343"/>
              <a:chOff x="4658" y="3272"/>
              <a:chExt cx="32" cy="343"/>
            </a:xfrm>
            <a:grpFill/>
          </p:grpSpPr>
          <p:sp>
            <p:nvSpPr>
              <p:cNvPr id="104045" name="Oval 761">
                <a:extLst>
                  <a:ext uri="{FF2B5EF4-FFF2-40B4-BE49-F238E27FC236}">
                    <a16:creationId xmlns:a16="http://schemas.microsoft.com/office/drawing/2014/main" id="{B4A0F915-EF06-D29E-755E-3A352D17D3EA}"/>
                  </a:ext>
                </a:extLst>
              </p:cNvPr>
              <p:cNvSpPr>
                <a:spLocks noChangeArrowheads="1"/>
              </p:cNvSpPr>
              <p:nvPr/>
            </p:nvSpPr>
            <p:spPr bwMode="auto">
              <a:xfrm>
                <a:off x="4658" y="3272"/>
                <a:ext cx="32" cy="32"/>
              </a:xfrm>
              <a:prstGeom prst="ellipse">
                <a:avLst/>
              </a:prstGeom>
              <a:grpFill/>
              <a:ln w="9525">
                <a:solidFill>
                  <a:schemeClr val="bg1"/>
                </a:solidFill>
                <a:round/>
                <a:headEnd/>
                <a:tailEnd/>
              </a:ln>
            </p:spPr>
            <p:txBody>
              <a:bodyPr/>
              <a:lstStyle/>
              <a:p>
                <a:endParaRPr lang="en-US"/>
              </a:p>
            </p:txBody>
          </p:sp>
          <p:sp>
            <p:nvSpPr>
              <p:cNvPr id="104046" name="Oval 762">
                <a:extLst>
                  <a:ext uri="{FF2B5EF4-FFF2-40B4-BE49-F238E27FC236}">
                    <a16:creationId xmlns:a16="http://schemas.microsoft.com/office/drawing/2014/main" id="{CB68599F-D148-2F8F-C8C7-69DB03259A27}"/>
                  </a:ext>
                </a:extLst>
              </p:cNvPr>
              <p:cNvSpPr>
                <a:spLocks noChangeArrowheads="1"/>
              </p:cNvSpPr>
              <p:nvPr/>
            </p:nvSpPr>
            <p:spPr bwMode="auto">
              <a:xfrm>
                <a:off x="4658" y="3272"/>
                <a:ext cx="32" cy="32"/>
              </a:xfrm>
              <a:prstGeom prst="ellipse">
                <a:avLst/>
              </a:prstGeom>
              <a:grpFill/>
              <a:ln w="25400">
                <a:solidFill>
                  <a:schemeClr val="bg1"/>
                </a:solidFill>
                <a:round/>
                <a:headEnd/>
                <a:tailEnd/>
              </a:ln>
            </p:spPr>
            <p:txBody>
              <a:bodyPr/>
              <a:lstStyle/>
              <a:p>
                <a:endParaRPr lang="en-US"/>
              </a:p>
            </p:txBody>
          </p:sp>
          <p:sp>
            <p:nvSpPr>
              <p:cNvPr id="104047" name="Oval 763">
                <a:extLst>
                  <a:ext uri="{FF2B5EF4-FFF2-40B4-BE49-F238E27FC236}">
                    <a16:creationId xmlns:a16="http://schemas.microsoft.com/office/drawing/2014/main" id="{02AEF542-D7B5-AE38-AEAE-231DA503B523}"/>
                  </a:ext>
                </a:extLst>
              </p:cNvPr>
              <p:cNvSpPr>
                <a:spLocks noChangeArrowheads="1"/>
              </p:cNvSpPr>
              <p:nvPr/>
            </p:nvSpPr>
            <p:spPr bwMode="auto">
              <a:xfrm>
                <a:off x="4658" y="3575"/>
                <a:ext cx="32" cy="40"/>
              </a:xfrm>
              <a:prstGeom prst="ellipse">
                <a:avLst/>
              </a:prstGeom>
              <a:grpFill/>
              <a:ln w="9525">
                <a:solidFill>
                  <a:schemeClr val="bg1"/>
                </a:solidFill>
                <a:round/>
                <a:headEnd/>
                <a:tailEnd/>
              </a:ln>
            </p:spPr>
            <p:txBody>
              <a:bodyPr/>
              <a:lstStyle/>
              <a:p>
                <a:endParaRPr lang="en-US"/>
              </a:p>
            </p:txBody>
          </p:sp>
          <p:sp>
            <p:nvSpPr>
              <p:cNvPr id="104048" name="Oval 764">
                <a:extLst>
                  <a:ext uri="{FF2B5EF4-FFF2-40B4-BE49-F238E27FC236}">
                    <a16:creationId xmlns:a16="http://schemas.microsoft.com/office/drawing/2014/main" id="{458A61A6-9A5B-D2FC-5DDA-2BB093177AF7}"/>
                  </a:ext>
                </a:extLst>
              </p:cNvPr>
              <p:cNvSpPr>
                <a:spLocks noChangeArrowheads="1"/>
              </p:cNvSpPr>
              <p:nvPr/>
            </p:nvSpPr>
            <p:spPr bwMode="auto">
              <a:xfrm>
                <a:off x="4658" y="3575"/>
                <a:ext cx="32" cy="40"/>
              </a:xfrm>
              <a:prstGeom prst="ellipse">
                <a:avLst/>
              </a:prstGeom>
              <a:grpFill/>
              <a:ln w="25400">
                <a:solidFill>
                  <a:schemeClr val="bg1"/>
                </a:solidFill>
                <a:round/>
                <a:headEnd/>
                <a:tailEnd/>
              </a:ln>
            </p:spPr>
            <p:txBody>
              <a:bodyPr/>
              <a:lstStyle/>
              <a:p>
                <a:endParaRPr lang="en-US"/>
              </a:p>
            </p:txBody>
          </p:sp>
        </p:grpSp>
        <p:grpSp>
          <p:nvGrpSpPr>
            <p:cNvPr id="103585" name="Group 765">
              <a:extLst>
                <a:ext uri="{FF2B5EF4-FFF2-40B4-BE49-F238E27FC236}">
                  <a16:creationId xmlns:a16="http://schemas.microsoft.com/office/drawing/2014/main" id="{CDFDC26A-F65D-4D41-FD54-46D9D66CE95D}"/>
                </a:ext>
              </a:extLst>
            </p:cNvPr>
            <p:cNvGrpSpPr>
              <a:grpSpLocks/>
            </p:cNvGrpSpPr>
            <p:nvPr/>
          </p:nvGrpSpPr>
          <p:grpSpPr bwMode="auto">
            <a:xfrm>
              <a:off x="4251" y="2650"/>
              <a:ext cx="415" cy="56"/>
              <a:chOff x="4251" y="2650"/>
              <a:chExt cx="415" cy="56"/>
            </a:xfrm>
            <a:grpFill/>
          </p:grpSpPr>
          <p:sp>
            <p:nvSpPr>
              <p:cNvPr id="104037" name="Freeform 766">
                <a:extLst>
                  <a:ext uri="{FF2B5EF4-FFF2-40B4-BE49-F238E27FC236}">
                    <a16:creationId xmlns:a16="http://schemas.microsoft.com/office/drawing/2014/main" id="{7368341B-08A4-1320-B768-88C6A1F99607}"/>
                  </a:ext>
                </a:extLst>
              </p:cNvPr>
              <p:cNvSpPr>
                <a:spLocks/>
              </p:cNvSpPr>
              <p:nvPr/>
            </p:nvSpPr>
            <p:spPr bwMode="auto">
              <a:xfrm>
                <a:off x="4554" y="2650"/>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solidFill>
                <a:round/>
                <a:headEnd/>
                <a:tailEnd/>
              </a:ln>
            </p:spPr>
            <p:txBody>
              <a:bodyPr/>
              <a:lstStyle/>
              <a:p>
                <a:endParaRPr lang="en-US"/>
              </a:p>
            </p:txBody>
          </p:sp>
          <p:grpSp>
            <p:nvGrpSpPr>
              <p:cNvPr id="104038" name="Group 767">
                <a:extLst>
                  <a:ext uri="{FF2B5EF4-FFF2-40B4-BE49-F238E27FC236}">
                    <a16:creationId xmlns:a16="http://schemas.microsoft.com/office/drawing/2014/main" id="{34922548-0EFF-0A58-1213-8E854EC385E1}"/>
                  </a:ext>
                </a:extLst>
              </p:cNvPr>
              <p:cNvGrpSpPr>
                <a:grpSpLocks/>
              </p:cNvGrpSpPr>
              <p:nvPr/>
            </p:nvGrpSpPr>
            <p:grpSpPr bwMode="auto">
              <a:xfrm>
                <a:off x="4251" y="2674"/>
                <a:ext cx="295" cy="1"/>
                <a:chOff x="4251" y="2674"/>
                <a:chExt cx="295" cy="1"/>
              </a:xfrm>
              <a:grpFill/>
            </p:grpSpPr>
            <p:sp>
              <p:nvSpPr>
                <p:cNvPr id="104039" name="Line 768">
                  <a:extLst>
                    <a:ext uri="{FF2B5EF4-FFF2-40B4-BE49-F238E27FC236}">
                      <a16:creationId xmlns:a16="http://schemas.microsoft.com/office/drawing/2014/main" id="{CBACF9A3-E9D2-F1C0-3B26-90BB105A87C4}"/>
                    </a:ext>
                  </a:extLst>
                </p:cNvPr>
                <p:cNvSpPr>
                  <a:spLocks noChangeShapeType="1"/>
                </p:cNvSpPr>
                <p:nvPr/>
              </p:nvSpPr>
              <p:spPr bwMode="auto">
                <a:xfrm>
                  <a:off x="4251" y="2674"/>
                  <a:ext cx="24" cy="1"/>
                </a:xfrm>
                <a:prstGeom prst="line">
                  <a:avLst/>
                </a:prstGeom>
                <a:grpFill/>
                <a:ln w="12700">
                  <a:solidFill>
                    <a:schemeClr val="bg1"/>
                  </a:solidFill>
                  <a:round/>
                  <a:headEnd/>
                  <a:tailEnd/>
                </a:ln>
              </p:spPr>
              <p:txBody>
                <a:bodyPr/>
                <a:lstStyle/>
                <a:p>
                  <a:endParaRPr lang="en-US"/>
                </a:p>
              </p:txBody>
            </p:sp>
            <p:sp>
              <p:nvSpPr>
                <p:cNvPr id="104040" name="Line 769">
                  <a:extLst>
                    <a:ext uri="{FF2B5EF4-FFF2-40B4-BE49-F238E27FC236}">
                      <a16:creationId xmlns:a16="http://schemas.microsoft.com/office/drawing/2014/main" id="{BA92B8B3-79D2-7920-CE83-30285E1E2F16}"/>
                    </a:ext>
                  </a:extLst>
                </p:cNvPr>
                <p:cNvSpPr>
                  <a:spLocks noChangeShapeType="1"/>
                </p:cNvSpPr>
                <p:nvPr/>
              </p:nvSpPr>
              <p:spPr bwMode="auto">
                <a:xfrm>
                  <a:off x="4307" y="2674"/>
                  <a:ext cx="24" cy="1"/>
                </a:xfrm>
                <a:prstGeom prst="line">
                  <a:avLst/>
                </a:prstGeom>
                <a:grpFill/>
                <a:ln w="12700">
                  <a:solidFill>
                    <a:schemeClr val="bg1"/>
                  </a:solidFill>
                  <a:round/>
                  <a:headEnd/>
                  <a:tailEnd/>
                </a:ln>
              </p:spPr>
              <p:txBody>
                <a:bodyPr/>
                <a:lstStyle/>
                <a:p>
                  <a:endParaRPr lang="en-US"/>
                </a:p>
              </p:txBody>
            </p:sp>
            <p:sp>
              <p:nvSpPr>
                <p:cNvPr id="104041" name="Line 770">
                  <a:extLst>
                    <a:ext uri="{FF2B5EF4-FFF2-40B4-BE49-F238E27FC236}">
                      <a16:creationId xmlns:a16="http://schemas.microsoft.com/office/drawing/2014/main" id="{5A27E20C-6E84-1A7E-EB96-2BB6BCF0A7F2}"/>
                    </a:ext>
                  </a:extLst>
                </p:cNvPr>
                <p:cNvSpPr>
                  <a:spLocks noChangeShapeType="1"/>
                </p:cNvSpPr>
                <p:nvPr/>
              </p:nvSpPr>
              <p:spPr bwMode="auto">
                <a:xfrm>
                  <a:off x="4363" y="2674"/>
                  <a:ext cx="24" cy="1"/>
                </a:xfrm>
                <a:prstGeom prst="line">
                  <a:avLst/>
                </a:prstGeom>
                <a:grpFill/>
                <a:ln w="12700">
                  <a:solidFill>
                    <a:schemeClr val="bg1"/>
                  </a:solidFill>
                  <a:round/>
                  <a:headEnd/>
                  <a:tailEnd/>
                </a:ln>
              </p:spPr>
              <p:txBody>
                <a:bodyPr/>
                <a:lstStyle/>
                <a:p>
                  <a:endParaRPr lang="en-US"/>
                </a:p>
              </p:txBody>
            </p:sp>
            <p:sp>
              <p:nvSpPr>
                <p:cNvPr id="104042" name="Line 771">
                  <a:extLst>
                    <a:ext uri="{FF2B5EF4-FFF2-40B4-BE49-F238E27FC236}">
                      <a16:creationId xmlns:a16="http://schemas.microsoft.com/office/drawing/2014/main" id="{32305543-FD01-6207-F71B-A9DCD168F256}"/>
                    </a:ext>
                  </a:extLst>
                </p:cNvPr>
                <p:cNvSpPr>
                  <a:spLocks noChangeShapeType="1"/>
                </p:cNvSpPr>
                <p:nvPr/>
              </p:nvSpPr>
              <p:spPr bwMode="auto">
                <a:xfrm>
                  <a:off x="4419" y="2674"/>
                  <a:ext cx="24" cy="1"/>
                </a:xfrm>
                <a:prstGeom prst="line">
                  <a:avLst/>
                </a:prstGeom>
                <a:grpFill/>
                <a:ln w="12700">
                  <a:solidFill>
                    <a:schemeClr val="bg1"/>
                  </a:solidFill>
                  <a:round/>
                  <a:headEnd/>
                  <a:tailEnd/>
                </a:ln>
              </p:spPr>
              <p:txBody>
                <a:bodyPr/>
                <a:lstStyle/>
                <a:p>
                  <a:endParaRPr lang="en-US"/>
                </a:p>
              </p:txBody>
            </p:sp>
            <p:sp>
              <p:nvSpPr>
                <p:cNvPr id="104043" name="Line 772">
                  <a:extLst>
                    <a:ext uri="{FF2B5EF4-FFF2-40B4-BE49-F238E27FC236}">
                      <a16:creationId xmlns:a16="http://schemas.microsoft.com/office/drawing/2014/main" id="{6BF2F12F-194F-FF37-DB2B-21E5438C18E1}"/>
                    </a:ext>
                  </a:extLst>
                </p:cNvPr>
                <p:cNvSpPr>
                  <a:spLocks noChangeShapeType="1"/>
                </p:cNvSpPr>
                <p:nvPr/>
              </p:nvSpPr>
              <p:spPr bwMode="auto">
                <a:xfrm>
                  <a:off x="4475" y="2674"/>
                  <a:ext cx="24" cy="1"/>
                </a:xfrm>
                <a:prstGeom prst="line">
                  <a:avLst/>
                </a:prstGeom>
                <a:grpFill/>
                <a:ln w="12700">
                  <a:solidFill>
                    <a:schemeClr val="bg1"/>
                  </a:solidFill>
                  <a:round/>
                  <a:headEnd/>
                  <a:tailEnd/>
                </a:ln>
              </p:spPr>
              <p:txBody>
                <a:bodyPr/>
                <a:lstStyle/>
                <a:p>
                  <a:endParaRPr lang="en-US"/>
                </a:p>
              </p:txBody>
            </p:sp>
            <p:sp>
              <p:nvSpPr>
                <p:cNvPr id="104044" name="Line 773">
                  <a:extLst>
                    <a:ext uri="{FF2B5EF4-FFF2-40B4-BE49-F238E27FC236}">
                      <a16:creationId xmlns:a16="http://schemas.microsoft.com/office/drawing/2014/main" id="{B96B3EFD-1A5F-1951-8971-21F95072F0DB}"/>
                    </a:ext>
                  </a:extLst>
                </p:cNvPr>
                <p:cNvSpPr>
                  <a:spLocks noChangeShapeType="1"/>
                </p:cNvSpPr>
                <p:nvPr/>
              </p:nvSpPr>
              <p:spPr bwMode="auto">
                <a:xfrm>
                  <a:off x="4530" y="2674"/>
                  <a:ext cx="16" cy="1"/>
                </a:xfrm>
                <a:prstGeom prst="line">
                  <a:avLst/>
                </a:prstGeom>
                <a:grpFill/>
                <a:ln w="12700">
                  <a:solidFill>
                    <a:schemeClr val="bg1"/>
                  </a:solidFill>
                  <a:round/>
                  <a:headEnd/>
                  <a:tailEnd/>
                </a:ln>
              </p:spPr>
              <p:txBody>
                <a:bodyPr/>
                <a:lstStyle/>
                <a:p>
                  <a:endParaRPr lang="en-US"/>
                </a:p>
              </p:txBody>
            </p:sp>
          </p:grpSp>
        </p:grpSp>
        <p:grpSp>
          <p:nvGrpSpPr>
            <p:cNvPr id="103586" name="Group 774">
              <a:extLst>
                <a:ext uri="{FF2B5EF4-FFF2-40B4-BE49-F238E27FC236}">
                  <a16:creationId xmlns:a16="http://schemas.microsoft.com/office/drawing/2014/main" id="{8020B624-8DEA-F7FD-7464-78FEBE18F8A7}"/>
                </a:ext>
              </a:extLst>
            </p:cNvPr>
            <p:cNvGrpSpPr>
              <a:grpSpLocks/>
            </p:cNvGrpSpPr>
            <p:nvPr/>
          </p:nvGrpSpPr>
          <p:grpSpPr bwMode="auto">
            <a:xfrm>
              <a:off x="4251" y="1733"/>
              <a:ext cx="415" cy="56"/>
              <a:chOff x="4251" y="1733"/>
              <a:chExt cx="415" cy="56"/>
            </a:xfrm>
            <a:grpFill/>
          </p:grpSpPr>
          <p:sp>
            <p:nvSpPr>
              <p:cNvPr id="104029" name="Freeform 775">
                <a:extLst>
                  <a:ext uri="{FF2B5EF4-FFF2-40B4-BE49-F238E27FC236}">
                    <a16:creationId xmlns:a16="http://schemas.microsoft.com/office/drawing/2014/main" id="{F3D84B9D-5FF8-C9EB-8F30-742EA84C38FD}"/>
                  </a:ext>
                </a:extLst>
              </p:cNvPr>
              <p:cNvSpPr>
                <a:spLocks/>
              </p:cNvSpPr>
              <p:nvPr/>
            </p:nvSpPr>
            <p:spPr bwMode="auto">
              <a:xfrm>
                <a:off x="4554" y="1733"/>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solidFill>
                <a:round/>
                <a:headEnd/>
                <a:tailEnd/>
              </a:ln>
            </p:spPr>
            <p:txBody>
              <a:bodyPr/>
              <a:lstStyle/>
              <a:p>
                <a:endParaRPr lang="en-US"/>
              </a:p>
            </p:txBody>
          </p:sp>
          <p:grpSp>
            <p:nvGrpSpPr>
              <p:cNvPr id="104030" name="Group 776">
                <a:extLst>
                  <a:ext uri="{FF2B5EF4-FFF2-40B4-BE49-F238E27FC236}">
                    <a16:creationId xmlns:a16="http://schemas.microsoft.com/office/drawing/2014/main" id="{4DC78061-E63A-6D34-3021-13E711C1A02F}"/>
                  </a:ext>
                </a:extLst>
              </p:cNvPr>
              <p:cNvGrpSpPr>
                <a:grpSpLocks/>
              </p:cNvGrpSpPr>
              <p:nvPr/>
            </p:nvGrpSpPr>
            <p:grpSpPr bwMode="auto">
              <a:xfrm>
                <a:off x="4251" y="1757"/>
                <a:ext cx="295" cy="1"/>
                <a:chOff x="4251" y="1757"/>
                <a:chExt cx="295" cy="1"/>
              </a:xfrm>
              <a:grpFill/>
            </p:grpSpPr>
            <p:sp>
              <p:nvSpPr>
                <p:cNvPr id="104031" name="Line 777">
                  <a:extLst>
                    <a:ext uri="{FF2B5EF4-FFF2-40B4-BE49-F238E27FC236}">
                      <a16:creationId xmlns:a16="http://schemas.microsoft.com/office/drawing/2014/main" id="{88BC72E3-A1FC-F955-45DC-AA48AB40FE66}"/>
                    </a:ext>
                  </a:extLst>
                </p:cNvPr>
                <p:cNvSpPr>
                  <a:spLocks noChangeShapeType="1"/>
                </p:cNvSpPr>
                <p:nvPr/>
              </p:nvSpPr>
              <p:spPr bwMode="auto">
                <a:xfrm>
                  <a:off x="4251" y="1757"/>
                  <a:ext cx="24" cy="1"/>
                </a:xfrm>
                <a:prstGeom prst="line">
                  <a:avLst/>
                </a:prstGeom>
                <a:grpFill/>
                <a:ln w="12700">
                  <a:solidFill>
                    <a:schemeClr val="bg1"/>
                  </a:solidFill>
                  <a:round/>
                  <a:headEnd/>
                  <a:tailEnd/>
                </a:ln>
              </p:spPr>
              <p:txBody>
                <a:bodyPr/>
                <a:lstStyle/>
                <a:p>
                  <a:endParaRPr lang="en-US"/>
                </a:p>
              </p:txBody>
            </p:sp>
            <p:sp>
              <p:nvSpPr>
                <p:cNvPr id="104032" name="Line 778">
                  <a:extLst>
                    <a:ext uri="{FF2B5EF4-FFF2-40B4-BE49-F238E27FC236}">
                      <a16:creationId xmlns:a16="http://schemas.microsoft.com/office/drawing/2014/main" id="{BEEF2932-49DB-F5B6-8DCC-E1AB4EDFD05F}"/>
                    </a:ext>
                  </a:extLst>
                </p:cNvPr>
                <p:cNvSpPr>
                  <a:spLocks noChangeShapeType="1"/>
                </p:cNvSpPr>
                <p:nvPr/>
              </p:nvSpPr>
              <p:spPr bwMode="auto">
                <a:xfrm>
                  <a:off x="4307" y="1757"/>
                  <a:ext cx="24" cy="1"/>
                </a:xfrm>
                <a:prstGeom prst="line">
                  <a:avLst/>
                </a:prstGeom>
                <a:grpFill/>
                <a:ln w="12700">
                  <a:solidFill>
                    <a:schemeClr val="bg1"/>
                  </a:solidFill>
                  <a:round/>
                  <a:headEnd/>
                  <a:tailEnd/>
                </a:ln>
              </p:spPr>
              <p:txBody>
                <a:bodyPr/>
                <a:lstStyle/>
                <a:p>
                  <a:endParaRPr lang="en-US"/>
                </a:p>
              </p:txBody>
            </p:sp>
            <p:sp>
              <p:nvSpPr>
                <p:cNvPr id="104033" name="Line 779">
                  <a:extLst>
                    <a:ext uri="{FF2B5EF4-FFF2-40B4-BE49-F238E27FC236}">
                      <a16:creationId xmlns:a16="http://schemas.microsoft.com/office/drawing/2014/main" id="{1A406610-85E3-6994-A9ED-0FB48F295366}"/>
                    </a:ext>
                  </a:extLst>
                </p:cNvPr>
                <p:cNvSpPr>
                  <a:spLocks noChangeShapeType="1"/>
                </p:cNvSpPr>
                <p:nvPr/>
              </p:nvSpPr>
              <p:spPr bwMode="auto">
                <a:xfrm>
                  <a:off x="4363" y="1757"/>
                  <a:ext cx="24" cy="1"/>
                </a:xfrm>
                <a:prstGeom prst="line">
                  <a:avLst/>
                </a:prstGeom>
                <a:grpFill/>
                <a:ln w="12700">
                  <a:solidFill>
                    <a:schemeClr val="bg1"/>
                  </a:solidFill>
                  <a:round/>
                  <a:headEnd/>
                  <a:tailEnd/>
                </a:ln>
              </p:spPr>
              <p:txBody>
                <a:bodyPr/>
                <a:lstStyle/>
                <a:p>
                  <a:endParaRPr lang="en-US"/>
                </a:p>
              </p:txBody>
            </p:sp>
            <p:sp>
              <p:nvSpPr>
                <p:cNvPr id="104034" name="Line 780">
                  <a:extLst>
                    <a:ext uri="{FF2B5EF4-FFF2-40B4-BE49-F238E27FC236}">
                      <a16:creationId xmlns:a16="http://schemas.microsoft.com/office/drawing/2014/main" id="{7E676970-B1F4-1E26-AD24-82E31C00DAB2}"/>
                    </a:ext>
                  </a:extLst>
                </p:cNvPr>
                <p:cNvSpPr>
                  <a:spLocks noChangeShapeType="1"/>
                </p:cNvSpPr>
                <p:nvPr/>
              </p:nvSpPr>
              <p:spPr bwMode="auto">
                <a:xfrm>
                  <a:off x="4419" y="1757"/>
                  <a:ext cx="24" cy="1"/>
                </a:xfrm>
                <a:prstGeom prst="line">
                  <a:avLst/>
                </a:prstGeom>
                <a:grpFill/>
                <a:ln w="12700">
                  <a:solidFill>
                    <a:schemeClr val="bg1"/>
                  </a:solidFill>
                  <a:round/>
                  <a:headEnd/>
                  <a:tailEnd/>
                </a:ln>
              </p:spPr>
              <p:txBody>
                <a:bodyPr/>
                <a:lstStyle/>
                <a:p>
                  <a:endParaRPr lang="en-US"/>
                </a:p>
              </p:txBody>
            </p:sp>
            <p:sp>
              <p:nvSpPr>
                <p:cNvPr id="104035" name="Line 781">
                  <a:extLst>
                    <a:ext uri="{FF2B5EF4-FFF2-40B4-BE49-F238E27FC236}">
                      <a16:creationId xmlns:a16="http://schemas.microsoft.com/office/drawing/2014/main" id="{DF8454CC-B248-85BA-4313-51E87CDB07B8}"/>
                    </a:ext>
                  </a:extLst>
                </p:cNvPr>
                <p:cNvSpPr>
                  <a:spLocks noChangeShapeType="1"/>
                </p:cNvSpPr>
                <p:nvPr/>
              </p:nvSpPr>
              <p:spPr bwMode="auto">
                <a:xfrm>
                  <a:off x="4475" y="1757"/>
                  <a:ext cx="24" cy="1"/>
                </a:xfrm>
                <a:prstGeom prst="line">
                  <a:avLst/>
                </a:prstGeom>
                <a:grpFill/>
                <a:ln w="12700">
                  <a:solidFill>
                    <a:schemeClr val="bg1"/>
                  </a:solidFill>
                  <a:round/>
                  <a:headEnd/>
                  <a:tailEnd/>
                </a:ln>
              </p:spPr>
              <p:txBody>
                <a:bodyPr/>
                <a:lstStyle/>
                <a:p>
                  <a:endParaRPr lang="en-US"/>
                </a:p>
              </p:txBody>
            </p:sp>
            <p:sp>
              <p:nvSpPr>
                <p:cNvPr id="104036" name="Line 782">
                  <a:extLst>
                    <a:ext uri="{FF2B5EF4-FFF2-40B4-BE49-F238E27FC236}">
                      <a16:creationId xmlns:a16="http://schemas.microsoft.com/office/drawing/2014/main" id="{3CF4B277-C756-B600-17AA-20441A9D741D}"/>
                    </a:ext>
                  </a:extLst>
                </p:cNvPr>
                <p:cNvSpPr>
                  <a:spLocks noChangeShapeType="1"/>
                </p:cNvSpPr>
                <p:nvPr/>
              </p:nvSpPr>
              <p:spPr bwMode="auto">
                <a:xfrm>
                  <a:off x="4530" y="1757"/>
                  <a:ext cx="16" cy="1"/>
                </a:xfrm>
                <a:prstGeom prst="line">
                  <a:avLst/>
                </a:prstGeom>
                <a:grpFill/>
                <a:ln w="12700">
                  <a:solidFill>
                    <a:schemeClr val="bg1"/>
                  </a:solidFill>
                  <a:round/>
                  <a:headEnd/>
                  <a:tailEnd/>
                </a:ln>
              </p:spPr>
              <p:txBody>
                <a:bodyPr/>
                <a:lstStyle/>
                <a:p>
                  <a:endParaRPr lang="en-US"/>
                </a:p>
              </p:txBody>
            </p:sp>
          </p:grpSp>
        </p:grpSp>
        <p:grpSp>
          <p:nvGrpSpPr>
            <p:cNvPr id="103587" name="Group 783">
              <a:extLst>
                <a:ext uri="{FF2B5EF4-FFF2-40B4-BE49-F238E27FC236}">
                  <a16:creationId xmlns:a16="http://schemas.microsoft.com/office/drawing/2014/main" id="{64A82CB0-4D84-4EBE-D414-2A9CB2588F2B}"/>
                </a:ext>
              </a:extLst>
            </p:cNvPr>
            <p:cNvGrpSpPr>
              <a:grpSpLocks/>
            </p:cNvGrpSpPr>
            <p:nvPr/>
          </p:nvGrpSpPr>
          <p:grpSpPr bwMode="auto">
            <a:xfrm>
              <a:off x="3325" y="3264"/>
              <a:ext cx="415" cy="56"/>
              <a:chOff x="3325" y="3264"/>
              <a:chExt cx="415" cy="56"/>
            </a:xfrm>
            <a:grpFill/>
          </p:grpSpPr>
          <p:sp>
            <p:nvSpPr>
              <p:cNvPr id="104021" name="Freeform 784">
                <a:extLst>
                  <a:ext uri="{FF2B5EF4-FFF2-40B4-BE49-F238E27FC236}">
                    <a16:creationId xmlns:a16="http://schemas.microsoft.com/office/drawing/2014/main" id="{E6781D53-CAB5-50D9-38E1-3229B39991BF}"/>
                  </a:ext>
                </a:extLst>
              </p:cNvPr>
              <p:cNvSpPr>
                <a:spLocks/>
              </p:cNvSpPr>
              <p:nvPr/>
            </p:nvSpPr>
            <p:spPr bwMode="auto">
              <a:xfrm>
                <a:off x="3628" y="3264"/>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solidFill>
                <a:round/>
                <a:headEnd/>
                <a:tailEnd/>
              </a:ln>
            </p:spPr>
            <p:txBody>
              <a:bodyPr/>
              <a:lstStyle/>
              <a:p>
                <a:endParaRPr lang="en-US"/>
              </a:p>
            </p:txBody>
          </p:sp>
          <p:grpSp>
            <p:nvGrpSpPr>
              <p:cNvPr id="104022" name="Group 785">
                <a:extLst>
                  <a:ext uri="{FF2B5EF4-FFF2-40B4-BE49-F238E27FC236}">
                    <a16:creationId xmlns:a16="http://schemas.microsoft.com/office/drawing/2014/main" id="{97B899EA-58AC-EBF9-FCFE-ACD8F7AB0B7C}"/>
                  </a:ext>
                </a:extLst>
              </p:cNvPr>
              <p:cNvGrpSpPr>
                <a:grpSpLocks/>
              </p:cNvGrpSpPr>
              <p:nvPr/>
            </p:nvGrpSpPr>
            <p:grpSpPr bwMode="auto">
              <a:xfrm>
                <a:off x="3325" y="3288"/>
                <a:ext cx="295" cy="1"/>
                <a:chOff x="3325" y="3288"/>
                <a:chExt cx="295" cy="1"/>
              </a:xfrm>
              <a:grpFill/>
            </p:grpSpPr>
            <p:sp>
              <p:nvSpPr>
                <p:cNvPr id="104023" name="Line 786">
                  <a:extLst>
                    <a:ext uri="{FF2B5EF4-FFF2-40B4-BE49-F238E27FC236}">
                      <a16:creationId xmlns:a16="http://schemas.microsoft.com/office/drawing/2014/main" id="{2347AFA0-09F9-F1CA-3639-3C2B2C2FA9D0}"/>
                    </a:ext>
                  </a:extLst>
                </p:cNvPr>
                <p:cNvSpPr>
                  <a:spLocks noChangeShapeType="1"/>
                </p:cNvSpPr>
                <p:nvPr/>
              </p:nvSpPr>
              <p:spPr bwMode="auto">
                <a:xfrm>
                  <a:off x="3325" y="3288"/>
                  <a:ext cx="24" cy="1"/>
                </a:xfrm>
                <a:prstGeom prst="line">
                  <a:avLst/>
                </a:prstGeom>
                <a:grpFill/>
                <a:ln w="12700">
                  <a:solidFill>
                    <a:schemeClr val="bg1"/>
                  </a:solidFill>
                  <a:round/>
                  <a:headEnd/>
                  <a:tailEnd/>
                </a:ln>
              </p:spPr>
              <p:txBody>
                <a:bodyPr/>
                <a:lstStyle/>
                <a:p>
                  <a:endParaRPr lang="en-US"/>
                </a:p>
              </p:txBody>
            </p:sp>
            <p:sp>
              <p:nvSpPr>
                <p:cNvPr id="104024" name="Line 787">
                  <a:extLst>
                    <a:ext uri="{FF2B5EF4-FFF2-40B4-BE49-F238E27FC236}">
                      <a16:creationId xmlns:a16="http://schemas.microsoft.com/office/drawing/2014/main" id="{52EE7CB0-1F7F-E305-9609-F1D75B83C7C3}"/>
                    </a:ext>
                  </a:extLst>
                </p:cNvPr>
                <p:cNvSpPr>
                  <a:spLocks noChangeShapeType="1"/>
                </p:cNvSpPr>
                <p:nvPr/>
              </p:nvSpPr>
              <p:spPr bwMode="auto">
                <a:xfrm>
                  <a:off x="3381" y="3288"/>
                  <a:ext cx="24" cy="1"/>
                </a:xfrm>
                <a:prstGeom prst="line">
                  <a:avLst/>
                </a:prstGeom>
                <a:grpFill/>
                <a:ln w="12700">
                  <a:solidFill>
                    <a:schemeClr val="bg1"/>
                  </a:solidFill>
                  <a:round/>
                  <a:headEnd/>
                  <a:tailEnd/>
                </a:ln>
              </p:spPr>
              <p:txBody>
                <a:bodyPr/>
                <a:lstStyle/>
                <a:p>
                  <a:endParaRPr lang="en-US"/>
                </a:p>
              </p:txBody>
            </p:sp>
            <p:sp>
              <p:nvSpPr>
                <p:cNvPr id="104025" name="Line 788">
                  <a:extLst>
                    <a:ext uri="{FF2B5EF4-FFF2-40B4-BE49-F238E27FC236}">
                      <a16:creationId xmlns:a16="http://schemas.microsoft.com/office/drawing/2014/main" id="{24E45DA8-4FD7-D8F9-DAE1-B1865AD8EF45}"/>
                    </a:ext>
                  </a:extLst>
                </p:cNvPr>
                <p:cNvSpPr>
                  <a:spLocks noChangeShapeType="1"/>
                </p:cNvSpPr>
                <p:nvPr/>
              </p:nvSpPr>
              <p:spPr bwMode="auto">
                <a:xfrm>
                  <a:off x="3437" y="3288"/>
                  <a:ext cx="24" cy="1"/>
                </a:xfrm>
                <a:prstGeom prst="line">
                  <a:avLst/>
                </a:prstGeom>
                <a:grpFill/>
                <a:ln w="12700">
                  <a:solidFill>
                    <a:schemeClr val="bg1"/>
                  </a:solidFill>
                  <a:round/>
                  <a:headEnd/>
                  <a:tailEnd/>
                </a:ln>
              </p:spPr>
              <p:txBody>
                <a:bodyPr/>
                <a:lstStyle/>
                <a:p>
                  <a:endParaRPr lang="en-US"/>
                </a:p>
              </p:txBody>
            </p:sp>
            <p:sp>
              <p:nvSpPr>
                <p:cNvPr id="104026" name="Line 789">
                  <a:extLst>
                    <a:ext uri="{FF2B5EF4-FFF2-40B4-BE49-F238E27FC236}">
                      <a16:creationId xmlns:a16="http://schemas.microsoft.com/office/drawing/2014/main" id="{C796FB51-6320-2BD1-91B4-620B06CF2114}"/>
                    </a:ext>
                  </a:extLst>
                </p:cNvPr>
                <p:cNvSpPr>
                  <a:spLocks noChangeShapeType="1"/>
                </p:cNvSpPr>
                <p:nvPr/>
              </p:nvSpPr>
              <p:spPr bwMode="auto">
                <a:xfrm>
                  <a:off x="3493" y="3288"/>
                  <a:ext cx="23" cy="1"/>
                </a:xfrm>
                <a:prstGeom prst="line">
                  <a:avLst/>
                </a:prstGeom>
                <a:grpFill/>
                <a:ln w="12700">
                  <a:solidFill>
                    <a:schemeClr val="bg1"/>
                  </a:solidFill>
                  <a:round/>
                  <a:headEnd/>
                  <a:tailEnd/>
                </a:ln>
              </p:spPr>
              <p:txBody>
                <a:bodyPr/>
                <a:lstStyle/>
                <a:p>
                  <a:endParaRPr lang="en-US"/>
                </a:p>
              </p:txBody>
            </p:sp>
            <p:sp>
              <p:nvSpPr>
                <p:cNvPr id="104027" name="Line 790">
                  <a:extLst>
                    <a:ext uri="{FF2B5EF4-FFF2-40B4-BE49-F238E27FC236}">
                      <a16:creationId xmlns:a16="http://schemas.microsoft.com/office/drawing/2014/main" id="{79E41D03-1F0C-A3A1-4A87-1AF605C2A0C5}"/>
                    </a:ext>
                  </a:extLst>
                </p:cNvPr>
                <p:cNvSpPr>
                  <a:spLocks noChangeShapeType="1"/>
                </p:cNvSpPr>
                <p:nvPr/>
              </p:nvSpPr>
              <p:spPr bwMode="auto">
                <a:xfrm>
                  <a:off x="3548" y="3288"/>
                  <a:ext cx="24" cy="1"/>
                </a:xfrm>
                <a:prstGeom prst="line">
                  <a:avLst/>
                </a:prstGeom>
                <a:grpFill/>
                <a:ln w="12700">
                  <a:solidFill>
                    <a:schemeClr val="bg1"/>
                  </a:solidFill>
                  <a:round/>
                  <a:headEnd/>
                  <a:tailEnd/>
                </a:ln>
              </p:spPr>
              <p:txBody>
                <a:bodyPr/>
                <a:lstStyle/>
                <a:p>
                  <a:endParaRPr lang="en-US"/>
                </a:p>
              </p:txBody>
            </p:sp>
            <p:sp>
              <p:nvSpPr>
                <p:cNvPr id="104028" name="Line 791">
                  <a:extLst>
                    <a:ext uri="{FF2B5EF4-FFF2-40B4-BE49-F238E27FC236}">
                      <a16:creationId xmlns:a16="http://schemas.microsoft.com/office/drawing/2014/main" id="{8EC3FE7F-50EB-8E41-05B5-0DF11AC560F0}"/>
                    </a:ext>
                  </a:extLst>
                </p:cNvPr>
                <p:cNvSpPr>
                  <a:spLocks noChangeShapeType="1"/>
                </p:cNvSpPr>
                <p:nvPr/>
              </p:nvSpPr>
              <p:spPr bwMode="auto">
                <a:xfrm>
                  <a:off x="3604" y="3288"/>
                  <a:ext cx="16" cy="1"/>
                </a:xfrm>
                <a:prstGeom prst="line">
                  <a:avLst/>
                </a:prstGeom>
                <a:grpFill/>
                <a:ln w="12700">
                  <a:solidFill>
                    <a:schemeClr val="bg1"/>
                  </a:solidFill>
                  <a:round/>
                  <a:headEnd/>
                  <a:tailEnd/>
                </a:ln>
              </p:spPr>
              <p:txBody>
                <a:bodyPr/>
                <a:lstStyle/>
                <a:p>
                  <a:endParaRPr lang="en-US"/>
                </a:p>
              </p:txBody>
            </p:sp>
          </p:grpSp>
        </p:grpSp>
        <p:grpSp>
          <p:nvGrpSpPr>
            <p:cNvPr id="103588" name="Group 792">
              <a:extLst>
                <a:ext uri="{FF2B5EF4-FFF2-40B4-BE49-F238E27FC236}">
                  <a16:creationId xmlns:a16="http://schemas.microsoft.com/office/drawing/2014/main" id="{057A93EC-63C8-13CC-8B19-C2FDB832964B}"/>
                </a:ext>
              </a:extLst>
            </p:cNvPr>
            <p:cNvGrpSpPr>
              <a:grpSpLocks/>
            </p:cNvGrpSpPr>
            <p:nvPr/>
          </p:nvGrpSpPr>
          <p:grpSpPr bwMode="auto">
            <a:xfrm>
              <a:off x="3780" y="3256"/>
              <a:ext cx="415" cy="56"/>
              <a:chOff x="3780" y="3256"/>
              <a:chExt cx="415" cy="56"/>
            </a:xfrm>
            <a:grpFill/>
          </p:grpSpPr>
          <p:sp>
            <p:nvSpPr>
              <p:cNvPr id="104013" name="Freeform 793">
                <a:extLst>
                  <a:ext uri="{FF2B5EF4-FFF2-40B4-BE49-F238E27FC236}">
                    <a16:creationId xmlns:a16="http://schemas.microsoft.com/office/drawing/2014/main" id="{BC6F333C-B513-C37C-98BF-7712531975C4}"/>
                  </a:ext>
                </a:extLst>
              </p:cNvPr>
              <p:cNvSpPr>
                <a:spLocks/>
              </p:cNvSpPr>
              <p:nvPr/>
            </p:nvSpPr>
            <p:spPr bwMode="auto">
              <a:xfrm>
                <a:off x="4083" y="325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solidFill>
                <a:round/>
                <a:headEnd/>
                <a:tailEnd/>
              </a:ln>
            </p:spPr>
            <p:txBody>
              <a:bodyPr/>
              <a:lstStyle/>
              <a:p>
                <a:endParaRPr lang="en-US"/>
              </a:p>
            </p:txBody>
          </p:sp>
          <p:grpSp>
            <p:nvGrpSpPr>
              <p:cNvPr id="104014" name="Group 794">
                <a:extLst>
                  <a:ext uri="{FF2B5EF4-FFF2-40B4-BE49-F238E27FC236}">
                    <a16:creationId xmlns:a16="http://schemas.microsoft.com/office/drawing/2014/main" id="{16CF6E84-D6A1-D320-DF66-7CCD58763617}"/>
                  </a:ext>
                </a:extLst>
              </p:cNvPr>
              <p:cNvGrpSpPr>
                <a:grpSpLocks/>
              </p:cNvGrpSpPr>
              <p:nvPr/>
            </p:nvGrpSpPr>
            <p:grpSpPr bwMode="auto">
              <a:xfrm>
                <a:off x="3780" y="3288"/>
                <a:ext cx="295" cy="1"/>
                <a:chOff x="3780" y="3288"/>
                <a:chExt cx="295" cy="1"/>
              </a:xfrm>
              <a:grpFill/>
            </p:grpSpPr>
            <p:sp>
              <p:nvSpPr>
                <p:cNvPr id="104015" name="Line 795">
                  <a:extLst>
                    <a:ext uri="{FF2B5EF4-FFF2-40B4-BE49-F238E27FC236}">
                      <a16:creationId xmlns:a16="http://schemas.microsoft.com/office/drawing/2014/main" id="{63A95557-C825-E65C-E055-8600E78F0C94}"/>
                    </a:ext>
                  </a:extLst>
                </p:cNvPr>
                <p:cNvSpPr>
                  <a:spLocks noChangeShapeType="1"/>
                </p:cNvSpPr>
                <p:nvPr/>
              </p:nvSpPr>
              <p:spPr bwMode="auto">
                <a:xfrm>
                  <a:off x="3780" y="3288"/>
                  <a:ext cx="24" cy="1"/>
                </a:xfrm>
                <a:prstGeom prst="line">
                  <a:avLst/>
                </a:prstGeom>
                <a:grpFill/>
                <a:ln w="12700">
                  <a:solidFill>
                    <a:schemeClr val="bg1"/>
                  </a:solidFill>
                  <a:round/>
                  <a:headEnd/>
                  <a:tailEnd/>
                </a:ln>
              </p:spPr>
              <p:txBody>
                <a:bodyPr/>
                <a:lstStyle/>
                <a:p>
                  <a:endParaRPr lang="en-US"/>
                </a:p>
              </p:txBody>
            </p:sp>
            <p:sp>
              <p:nvSpPr>
                <p:cNvPr id="104016" name="Line 796">
                  <a:extLst>
                    <a:ext uri="{FF2B5EF4-FFF2-40B4-BE49-F238E27FC236}">
                      <a16:creationId xmlns:a16="http://schemas.microsoft.com/office/drawing/2014/main" id="{BE5B6E5D-ECAC-A9EB-E442-8F87AAAF5375}"/>
                    </a:ext>
                  </a:extLst>
                </p:cNvPr>
                <p:cNvSpPr>
                  <a:spLocks noChangeShapeType="1"/>
                </p:cNvSpPr>
                <p:nvPr/>
              </p:nvSpPr>
              <p:spPr bwMode="auto">
                <a:xfrm>
                  <a:off x="3836" y="3288"/>
                  <a:ext cx="24" cy="1"/>
                </a:xfrm>
                <a:prstGeom prst="line">
                  <a:avLst/>
                </a:prstGeom>
                <a:grpFill/>
                <a:ln w="12700">
                  <a:solidFill>
                    <a:schemeClr val="bg1"/>
                  </a:solidFill>
                  <a:round/>
                  <a:headEnd/>
                  <a:tailEnd/>
                </a:ln>
              </p:spPr>
              <p:txBody>
                <a:bodyPr/>
                <a:lstStyle/>
                <a:p>
                  <a:endParaRPr lang="en-US"/>
                </a:p>
              </p:txBody>
            </p:sp>
            <p:sp>
              <p:nvSpPr>
                <p:cNvPr id="104017" name="Line 797">
                  <a:extLst>
                    <a:ext uri="{FF2B5EF4-FFF2-40B4-BE49-F238E27FC236}">
                      <a16:creationId xmlns:a16="http://schemas.microsoft.com/office/drawing/2014/main" id="{887C5BC6-A514-8CFE-D333-7230B6D05923}"/>
                    </a:ext>
                  </a:extLst>
                </p:cNvPr>
                <p:cNvSpPr>
                  <a:spLocks noChangeShapeType="1"/>
                </p:cNvSpPr>
                <p:nvPr/>
              </p:nvSpPr>
              <p:spPr bwMode="auto">
                <a:xfrm>
                  <a:off x="3892" y="3288"/>
                  <a:ext cx="24" cy="1"/>
                </a:xfrm>
                <a:prstGeom prst="line">
                  <a:avLst/>
                </a:prstGeom>
                <a:grpFill/>
                <a:ln w="12700">
                  <a:solidFill>
                    <a:schemeClr val="bg1"/>
                  </a:solidFill>
                  <a:round/>
                  <a:headEnd/>
                  <a:tailEnd/>
                </a:ln>
              </p:spPr>
              <p:txBody>
                <a:bodyPr/>
                <a:lstStyle/>
                <a:p>
                  <a:endParaRPr lang="en-US"/>
                </a:p>
              </p:txBody>
            </p:sp>
            <p:sp>
              <p:nvSpPr>
                <p:cNvPr id="104018" name="Line 798">
                  <a:extLst>
                    <a:ext uri="{FF2B5EF4-FFF2-40B4-BE49-F238E27FC236}">
                      <a16:creationId xmlns:a16="http://schemas.microsoft.com/office/drawing/2014/main" id="{BF987B68-72C4-2F15-4DD7-E969B078B529}"/>
                    </a:ext>
                  </a:extLst>
                </p:cNvPr>
                <p:cNvSpPr>
                  <a:spLocks noChangeShapeType="1"/>
                </p:cNvSpPr>
                <p:nvPr/>
              </p:nvSpPr>
              <p:spPr bwMode="auto">
                <a:xfrm>
                  <a:off x="3948" y="3288"/>
                  <a:ext cx="24" cy="1"/>
                </a:xfrm>
                <a:prstGeom prst="line">
                  <a:avLst/>
                </a:prstGeom>
                <a:grpFill/>
                <a:ln w="12700">
                  <a:solidFill>
                    <a:schemeClr val="bg1"/>
                  </a:solidFill>
                  <a:round/>
                  <a:headEnd/>
                  <a:tailEnd/>
                </a:ln>
              </p:spPr>
              <p:txBody>
                <a:bodyPr/>
                <a:lstStyle/>
                <a:p>
                  <a:endParaRPr lang="en-US"/>
                </a:p>
              </p:txBody>
            </p:sp>
            <p:sp>
              <p:nvSpPr>
                <p:cNvPr id="104019" name="Line 799">
                  <a:extLst>
                    <a:ext uri="{FF2B5EF4-FFF2-40B4-BE49-F238E27FC236}">
                      <a16:creationId xmlns:a16="http://schemas.microsoft.com/office/drawing/2014/main" id="{01CD27CA-7FD1-E6B3-CEBB-F90E9DB8B0D3}"/>
                    </a:ext>
                  </a:extLst>
                </p:cNvPr>
                <p:cNvSpPr>
                  <a:spLocks noChangeShapeType="1"/>
                </p:cNvSpPr>
                <p:nvPr/>
              </p:nvSpPr>
              <p:spPr bwMode="auto">
                <a:xfrm>
                  <a:off x="4004" y="3288"/>
                  <a:ext cx="23" cy="1"/>
                </a:xfrm>
                <a:prstGeom prst="line">
                  <a:avLst/>
                </a:prstGeom>
                <a:grpFill/>
                <a:ln w="12700">
                  <a:solidFill>
                    <a:schemeClr val="bg1"/>
                  </a:solidFill>
                  <a:round/>
                  <a:headEnd/>
                  <a:tailEnd/>
                </a:ln>
              </p:spPr>
              <p:txBody>
                <a:bodyPr/>
                <a:lstStyle/>
                <a:p>
                  <a:endParaRPr lang="en-US"/>
                </a:p>
              </p:txBody>
            </p:sp>
            <p:sp>
              <p:nvSpPr>
                <p:cNvPr id="104020" name="Line 800">
                  <a:extLst>
                    <a:ext uri="{FF2B5EF4-FFF2-40B4-BE49-F238E27FC236}">
                      <a16:creationId xmlns:a16="http://schemas.microsoft.com/office/drawing/2014/main" id="{DAC2A24B-A29D-0005-8A91-2B6C70D16F2C}"/>
                    </a:ext>
                  </a:extLst>
                </p:cNvPr>
                <p:cNvSpPr>
                  <a:spLocks noChangeShapeType="1"/>
                </p:cNvSpPr>
                <p:nvPr/>
              </p:nvSpPr>
              <p:spPr bwMode="auto">
                <a:xfrm>
                  <a:off x="4059" y="3288"/>
                  <a:ext cx="16" cy="1"/>
                </a:xfrm>
                <a:prstGeom prst="line">
                  <a:avLst/>
                </a:prstGeom>
                <a:grpFill/>
                <a:ln w="12700">
                  <a:solidFill>
                    <a:schemeClr val="bg1"/>
                  </a:solidFill>
                  <a:round/>
                  <a:headEnd/>
                  <a:tailEnd/>
                </a:ln>
              </p:spPr>
              <p:txBody>
                <a:bodyPr/>
                <a:lstStyle/>
                <a:p>
                  <a:endParaRPr lang="en-US"/>
                </a:p>
              </p:txBody>
            </p:sp>
          </p:grpSp>
        </p:grpSp>
        <p:grpSp>
          <p:nvGrpSpPr>
            <p:cNvPr id="103589" name="Group 801">
              <a:extLst>
                <a:ext uri="{FF2B5EF4-FFF2-40B4-BE49-F238E27FC236}">
                  <a16:creationId xmlns:a16="http://schemas.microsoft.com/office/drawing/2014/main" id="{1A91F1D8-D324-5754-1AA4-5A3AB4898F3C}"/>
                </a:ext>
              </a:extLst>
            </p:cNvPr>
            <p:cNvGrpSpPr>
              <a:grpSpLocks/>
            </p:cNvGrpSpPr>
            <p:nvPr/>
          </p:nvGrpSpPr>
          <p:grpSpPr bwMode="auto">
            <a:xfrm>
              <a:off x="4251" y="3256"/>
              <a:ext cx="415" cy="56"/>
              <a:chOff x="4251" y="3256"/>
              <a:chExt cx="415" cy="56"/>
            </a:xfrm>
            <a:grpFill/>
          </p:grpSpPr>
          <p:sp>
            <p:nvSpPr>
              <p:cNvPr id="104005" name="Freeform 802">
                <a:extLst>
                  <a:ext uri="{FF2B5EF4-FFF2-40B4-BE49-F238E27FC236}">
                    <a16:creationId xmlns:a16="http://schemas.microsoft.com/office/drawing/2014/main" id="{2FEB3D44-78E9-6C8C-DAC7-62FDD59AB157}"/>
                  </a:ext>
                </a:extLst>
              </p:cNvPr>
              <p:cNvSpPr>
                <a:spLocks/>
              </p:cNvSpPr>
              <p:nvPr/>
            </p:nvSpPr>
            <p:spPr bwMode="auto">
              <a:xfrm>
                <a:off x="4554" y="325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solidFill>
                <a:round/>
                <a:headEnd/>
                <a:tailEnd/>
              </a:ln>
            </p:spPr>
            <p:txBody>
              <a:bodyPr/>
              <a:lstStyle/>
              <a:p>
                <a:endParaRPr lang="en-US"/>
              </a:p>
            </p:txBody>
          </p:sp>
          <p:grpSp>
            <p:nvGrpSpPr>
              <p:cNvPr id="104006" name="Group 803">
                <a:extLst>
                  <a:ext uri="{FF2B5EF4-FFF2-40B4-BE49-F238E27FC236}">
                    <a16:creationId xmlns:a16="http://schemas.microsoft.com/office/drawing/2014/main" id="{07DD4CF5-3695-0AE2-E26E-3AA3CA043692}"/>
                  </a:ext>
                </a:extLst>
              </p:cNvPr>
              <p:cNvGrpSpPr>
                <a:grpSpLocks/>
              </p:cNvGrpSpPr>
              <p:nvPr/>
            </p:nvGrpSpPr>
            <p:grpSpPr bwMode="auto">
              <a:xfrm>
                <a:off x="4251" y="3288"/>
                <a:ext cx="295" cy="1"/>
                <a:chOff x="4251" y="3288"/>
                <a:chExt cx="295" cy="1"/>
              </a:xfrm>
              <a:grpFill/>
            </p:grpSpPr>
            <p:sp>
              <p:nvSpPr>
                <p:cNvPr id="104007" name="Line 804">
                  <a:extLst>
                    <a:ext uri="{FF2B5EF4-FFF2-40B4-BE49-F238E27FC236}">
                      <a16:creationId xmlns:a16="http://schemas.microsoft.com/office/drawing/2014/main" id="{B824C844-0670-55C6-D8BC-BBB36EB3DE9A}"/>
                    </a:ext>
                  </a:extLst>
                </p:cNvPr>
                <p:cNvSpPr>
                  <a:spLocks noChangeShapeType="1"/>
                </p:cNvSpPr>
                <p:nvPr/>
              </p:nvSpPr>
              <p:spPr bwMode="auto">
                <a:xfrm>
                  <a:off x="4251" y="3288"/>
                  <a:ext cx="24" cy="1"/>
                </a:xfrm>
                <a:prstGeom prst="line">
                  <a:avLst/>
                </a:prstGeom>
                <a:grpFill/>
                <a:ln w="12700">
                  <a:solidFill>
                    <a:schemeClr val="bg1"/>
                  </a:solidFill>
                  <a:round/>
                  <a:headEnd/>
                  <a:tailEnd/>
                </a:ln>
              </p:spPr>
              <p:txBody>
                <a:bodyPr/>
                <a:lstStyle/>
                <a:p>
                  <a:endParaRPr lang="en-US"/>
                </a:p>
              </p:txBody>
            </p:sp>
            <p:sp>
              <p:nvSpPr>
                <p:cNvPr id="104008" name="Line 805">
                  <a:extLst>
                    <a:ext uri="{FF2B5EF4-FFF2-40B4-BE49-F238E27FC236}">
                      <a16:creationId xmlns:a16="http://schemas.microsoft.com/office/drawing/2014/main" id="{9405C852-9F4B-83D2-10DC-2BB632471B21}"/>
                    </a:ext>
                  </a:extLst>
                </p:cNvPr>
                <p:cNvSpPr>
                  <a:spLocks noChangeShapeType="1"/>
                </p:cNvSpPr>
                <p:nvPr/>
              </p:nvSpPr>
              <p:spPr bwMode="auto">
                <a:xfrm>
                  <a:off x="4307" y="3288"/>
                  <a:ext cx="24" cy="1"/>
                </a:xfrm>
                <a:prstGeom prst="line">
                  <a:avLst/>
                </a:prstGeom>
                <a:grpFill/>
                <a:ln w="12700">
                  <a:solidFill>
                    <a:schemeClr val="bg1"/>
                  </a:solidFill>
                  <a:round/>
                  <a:headEnd/>
                  <a:tailEnd/>
                </a:ln>
              </p:spPr>
              <p:txBody>
                <a:bodyPr/>
                <a:lstStyle/>
                <a:p>
                  <a:endParaRPr lang="en-US"/>
                </a:p>
              </p:txBody>
            </p:sp>
            <p:sp>
              <p:nvSpPr>
                <p:cNvPr id="104009" name="Line 806">
                  <a:extLst>
                    <a:ext uri="{FF2B5EF4-FFF2-40B4-BE49-F238E27FC236}">
                      <a16:creationId xmlns:a16="http://schemas.microsoft.com/office/drawing/2014/main" id="{043354C7-B378-8C55-C17D-981B487B6D8B}"/>
                    </a:ext>
                  </a:extLst>
                </p:cNvPr>
                <p:cNvSpPr>
                  <a:spLocks noChangeShapeType="1"/>
                </p:cNvSpPr>
                <p:nvPr/>
              </p:nvSpPr>
              <p:spPr bwMode="auto">
                <a:xfrm>
                  <a:off x="4363" y="3288"/>
                  <a:ext cx="24" cy="1"/>
                </a:xfrm>
                <a:prstGeom prst="line">
                  <a:avLst/>
                </a:prstGeom>
                <a:grpFill/>
                <a:ln w="12700">
                  <a:solidFill>
                    <a:schemeClr val="bg1"/>
                  </a:solidFill>
                  <a:round/>
                  <a:headEnd/>
                  <a:tailEnd/>
                </a:ln>
              </p:spPr>
              <p:txBody>
                <a:bodyPr/>
                <a:lstStyle/>
                <a:p>
                  <a:endParaRPr lang="en-US"/>
                </a:p>
              </p:txBody>
            </p:sp>
            <p:sp>
              <p:nvSpPr>
                <p:cNvPr id="104010" name="Line 807">
                  <a:extLst>
                    <a:ext uri="{FF2B5EF4-FFF2-40B4-BE49-F238E27FC236}">
                      <a16:creationId xmlns:a16="http://schemas.microsoft.com/office/drawing/2014/main" id="{AAF21078-A041-0E4F-6477-8EF0C1911A2D}"/>
                    </a:ext>
                  </a:extLst>
                </p:cNvPr>
                <p:cNvSpPr>
                  <a:spLocks noChangeShapeType="1"/>
                </p:cNvSpPr>
                <p:nvPr/>
              </p:nvSpPr>
              <p:spPr bwMode="auto">
                <a:xfrm>
                  <a:off x="4419" y="3288"/>
                  <a:ext cx="24" cy="1"/>
                </a:xfrm>
                <a:prstGeom prst="line">
                  <a:avLst/>
                </a:prstGeom>
                <a:grpFill/>
                <a:ln w="12700">
                  <a:solidFill>
                    <a:schemeClr val="bg1"/>
                  </a:solidFill>
                  <a:round/>
                  <a:headEnd/>
                  <a:tailEnd/>
                </a:ln>
              </p:spPr>
              <p:txBody>
                <a:bodyPr/>
                <a:lstStyle/>
                <a:p>
                  <a:endParaRPr lang="en-US"/>
                </a:p>
              </p:txBody>
            </p:sp>
            <p:sp>
              <p:nvSpPr>
                <p:cNvPr id="104011" name="Line 808">
                  <a:extLst>
                    <a:ext uri="{FF2B5EF4-FFF2-40B4-BE49-F238E27FC236}">
                      <a16:creationId xmlns:a16="http://schemas.microsoft.com/office/drawing/2014/main" id="{CDF86504-6B81-1718-A2FE-DA69B0A23FC7}"/>
                    </a:ext>
                  </a:extLst>
                </p:cNvPr>
                <p:cNvSpPr>
                  <a:spLocks noChangeShapeType="1"/>
                </p:cNvSpPr>
                <p:nvPr/>
              </p:nvSpPr>
              <p:spPr bwMode="auto">
                <a:xfrm>
                  <a:off x="4475" y="3288"/>
                  <a:ext cx="24" cy="1"/>
                </a:xfrm>
                <a:prstGeom prst="line">
                  <a:avLst/>
                </a:prstGeom>
                <a:grpFill/>
                <a:ln w="12700">
                  <a:solidFill>
                    <a:schemeClr val="bg1"/>
                  </a:solidFill>
                  <a:round/>
                  <a:headEnd/>
                  <a:tailEnd/>
                </a:ln>
              </p:spPr>
              <p:txBody>
                <a:bodyPr/>
                <a:lstStyle/>
                <a:p>
                  <a:endParaRPr lang="en-US"/>
                </a:p>
              </p:txBody>
            </p:sp>
            <p:sp>
              <p:nvSpPr>
                <p:cNvPr id="104012" name="Line 809">
                  <a:extLst>
                    <a:ext uri="{FF2B5EF4-FFF2-40B4-BE49-F238E27FC236}">
                      <a16:creationId xmlns:a16="http://schemas.microsoft.com/office/drawing/2014/main" id="{A800014F-DAA4-FA22-2B6F-E9AEA8926C2C}"/>
                    </a:ext>
                  </a:extLst>
                </p:cNvPr>
                <p:cNvSpPr>
                  <a:spLocks noChangeShapeType="1"/>
                </p:cNvSpPr>
                <p:nvPr/>
              </p:nvSpPr>
              <p:spPr bwMode="auto">
                <a:xfrm>
                  <a:off x="4530" y="3288"/>
                  <a:ext cx="16" cy="1"/>
                </a:xfrm>
                <a:prstGeom prst="line">
                  <a:avLst/>
                </a:prstGeom>
                <a:grpFill/>
                <a:ln w="12700">
                  <a:solidFill>
                    <a:schemeClr val="bg1"/>
                  </a:solidFill>
                  <a:round/>
                  <a:headEnd/>
                  <a:tailEnd/>
                </a:ln>
              </p:spPr>
              <p:txBody>
                <a:bodyPr/>
                <a:lstStyle/>
                <a:p>
                  <a:endParaRPr lang="en-US"/>
                </a:p>
              </p:txBody>
            </p:sp>
          </p:grpSp>
        </p:grpSp>
        <p:grpSp>
          <p:nvGrpSpPr>
            <p:cNvPr id="103590" name="Group 810">
              <a:extLst>
                <a:ext uri="{FF2B5EF4-FFF2-40B4-BE49-F238E27FC236}">
                  <a16:creationId xmlns:a16="http://schemas.microsoft.com/office/drawing/2014/main" id="{49EE714F-A1E3-8CE7-34C1-E08E0BC76446}"/>
                </a:ext>
              </a:extLst>
            </p:cNvPr>
            <p:cNvGrpSpPr>
              <a:grpSpLocks/>
            </p:cNvGrpSpPr>
            <p:nvPr/>
          </p:nvGrpSpPr>
          <p:grpSpPr bwMode="auto">
            <a:xfrm>
              <a:off x="3325" y="3567"/>
              <a:ext cx="415" cy="56"/>
              <a:chOff x="3325" y="3567"/>
              <a:chExt cx="415" cy="56"/>
            </a:xfrm>
            <a:grpFill/>
          </p:grpSpPr>
          <p:sp>
            <p:nvSpPr>
              <p:cNvPr id="103997" name="Freeform 811">
                <a:extLst>
                  <a:ext uri="{FF2B5EF4-FFF2-40B4-BE49-F238E27FC236}">
                    <a16:creationId xmlns:a16="http://schemas.microsoft.com/office/drawing/2014/main" id="{2F513A38-191E-7140-0258-9795CBA5A4C6}"/>
                  </a:ext>
                </a:extLst>
              </p:cNvPr>
              <p:cNvSpPr>
                <a:spLocks/>
              </p:cNvSpPr>
              <p:nvPr/>
            </p:nvSpPr>
            <p:spPr bwMode="auto">
              <a:xfrm>
                <a:off x="3628" y="3567"/>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solidFill>
                <a:round/>
                <a:headEnd/>
                <a:tailEnd/>
              </a:ln>
            </p:spPr>
            <p:txBody>
              <a:bodyPr/>
              <a:lstStyle/>
              <a:p>
                <a:endParaRPr lang="en-US"/>
              </a:p>
            </p:txBody>
          </p:sp>
          <p:grpSp>
            <p:nvGrpSpPr>
              <p:cNvPr id="103998" name="Group 812">
                <a:extLst>
                  <a:ext uri="{FF2B5EF4-FFF2-40B4-BE49-F238E27FC236}">
                    <a16:creationId xmlns:a16="http://schemas.microsoft.com/office/drawing/2014/main" id="{57CAE20D-7B45-7A0D-8975-FE6B1B1F8418}"/>
                  </a:ext>
                </a:extLst>
              </p:cNvPr>
              <p:cNvGrpSpPr>
                <a:grpSpLocks/>
              </p:cNvGrpSpPr>
              <p:nvPr/>
            </p:nvGrpSpPr>
            <p:grpSpPr bwMode="auto">
              <a:xfrm>
                <a:off x="3325" y="3599"/>
                <a:ext cx="295" cy="1"/>
                <a:chOff x="3325" y="3599"/>
                <a:chExt cx="295" cy="1"/>
              </a:xfrm>
              <a:grpFill/>
            </p:grpSpPr>
            <p:sp>
              <p:nvSpPr>
                <p:cNvPr id="103999" name="Line 813">
                  <a:extLst>
                    <a:ext uri="{FF2B5EF4-FFF2-40B4-BE49-F238E27FC236}">
                      <a16:creationId xmlns:a16="http://schemas.microsoft.com/office/drawing/2014/main" id="{FF8D0A09-744A-32EB-6AE2-B576637AA2DF}"/>
                    </a:ext>
                  </a:extLst>
                </p:cNvPr>
                <p:cNvSpPr>
                  <a:spLocks noChangeShapeType="1"/>
                </p:cNvSpPr>
                <p:nvPr/>
              </p:nvSpPr>
              <p:spPr bwMode="auto">
                <a:xfrm>
                  <a:off x="3325" y="3599"/>
                  <a:ext cx="24" cy="1"/>
                </a:xfrm>
                <a:prstGeom prst="line">
                  <a:avLst/>
                </a:prstGeom>
                <a:grpFill/>
                <a:ln w="12700">
                  <a:solidFill>
                    <a:schemeClr val="bg1"/>
                  </a:solidFill>
                  <a:round/>
                  <a:headEnd/>
                  <a:tailEnd/>
                </a:ln>
              </p:spPr>
              <p:txBody>
                <a:bodyPr/>
                <a:lstStyle/>
                <a:p>
                  <a:endParaRPr lang="en-US"/>
                </a:p>
              </p:txBody>
            </p:sp>
            <p:sp>
              <p:nvSpPr>
                <p:cNvPr id="104000" name="Line 814">
                  <a:extLst>
                    <a:ext uri="{FF2B5EF4-FFF2-40B4-BE49-F238E27FC236}">
                      <a16:creationId xmlns:a16="http://schemas.microsoft.com/office/drawing/2014/main" id="{C6E0820D-C051-7814-CC3F-07048CB6E68D}"/>
                    </a:ext>
                  </a:extLst>
                </p:cNvPr>
                <p:cNvSpPr>
                  <a:spLocks noChangeShapeType="1"/>
                </p:cNvSpPr>
                <p:nvPr/>
              </p:nvSpPr>
              <p:spPr bwMode="auto">
                <a:xfrm>
                  <a:off x="3381" y="3599"/>
                  <a:ext cx="24" cy="1"/>
                </a:xfrm>
                <a:prstGeom prst="line">
                  <a:avLst/>
                </a:prstGeom>
                <a:grpFill/>
                <a:ln w="12700">
                  <a:solidFill>
                    <a:schemeClr val="bg1"/>
                  </a:solidFill>
                  <a:round/>
                  <a:headEnd/>
                  <a:tailEnd/>
                </a:ln>
              </p:spPr>
              <p:txBody>
                <a:bodyPr/>
                <a:lstStyle/>
                <a:p>
                  <a:endParaRPr lang="en-US"/>
                </a:p>
              </p:txBody>
            </p:sp>
            <p:sp>
              <p:nvSpPr>
                <p:cNvPr id="104001" name="Line 815">
                  <a:extLst>
                    <a:ext uri="{FF2B5EF4-FFF2-40B4-BE49-F238E27FC236}">
                      <a16:creationId xmlns:a16="http://schemas.microsoft.com/office/drawing/2014/main" id="{53F8D56B-0046-0DDF-CA4D-3D2265B7A0D2}"/>
                    </a:ext>
                  </a:extLst>
                </p:cNvPr>
                <p:cNvSpPr>
                  <a:spLocks noChangeShapeType="1"/>
                </p:cNvSpPr>
                <p:nvPr/>
              </p:nvSpPr>
              <p:spPr bwMode="auto">
                <a:xfrm>
                  <a:off x="3437" y="3599"/>
                  <a:ext cx="24" cy="1"/>
                </a:xfrm>
                <a:prstGeom prst="line">
                  <a:avLst/>
                </a:prstGeom>
                <a:grpFill/>
                <a:ln w="12700">
                  <a:solidFill>
                    <a:schemeClr val="bg1"/>
                  </a:solidFill>
                  <a:round/>
                  <a:headEnd/>
                  <a:tailEnd/>
                </a:ln>
              </p:spPr>
              <p:txBody>
                <a:bodyPr/>
                <a:lstStyle/>
                <a:p>
                  <a:endParaRPr lang="en-US"/>
                </a:p>
              </p:txBody>
            </p:sp>
            <p:sp>
              <p:nvSpPr>
                <p:cNvPr id="104002" name="Line 816">
                  <a:extLst>
                    <a:ext uri="{FF2B5EF4-FFF2-40B4-BE49-F238E27FC236}">
                      <a16:creationId xmlns:a16="http://schemas.microsoft.com/office/drawing/2014/main" id="{83F8C6E7-992F-CBE9-5206-3A402E1E4FFB}"/>
                    </a:ext>
                  </a:extLst>
                </p:cNvPr>
                <p:cNvSpPr>
                  <a:spLocks noChangeShapeType="1"/>
                </p:cNvSpPr>
                <p:nvPr/>
              </p:nvSpPr>
              <p:spPr bwMode="auto">
                <a:xfrm>
                  <a:off x="3493" y="3599"/>
                  <a:ext cx="23" cy="1"/>
                </a:xfrm>
                <a:prstGeom prst="line">
                  <a:avLst/>
                </a:prstGeom>
                <a:grpFill/>
                <a:ln w="12700">
                  <a:solidFill>
                    <a:schemeClr val="bg1"/>
                  </a:solidFill>
                  <a:round/>
                  <a:headEnd/>
                  <a:tailEnd/>
                </a:ln>
              </p:spPr>
              <p:txBody>
                <a:bodyPr/>
                <a:lstStyle/>
                <a:p>
                  <a:endParaRPr lang="en-US"/>
                </a:p>
              </p:txBody>
            </p:sp>
            <p:sp>
              <p:nvSpPr>
                <p:cNvPr id="104003" name="Line 817">
                  <a:extLst>
                    <a:ext uri="{FF2B5EF4-FFF2-40B4-BE49-F238E27FC236}">
                      <a16:creationId xmlns:a16="http://schemas.microsoft.com/office/drawing/2014/main" id="{0FA633E2-DE0D-F2B2-41B2-1F7B37A4C3EE}"/>
                    </a:ext>
                  </a:extLst>
                </p:cNvPr>
                <p:cNvSpPr>
                  <a:spLocks noChangeShapeType="1"/>
                </p:cNvSpPr>
                <p:nvPr/>
              </p:nvSpPr>
              <p:spPr bwMode="auto">
                <a:xfrm>
                  <a:off x="3548" y="3599"/>
                  <a:ext cx="24" cy="1"/>
                </a:xfrm>
                <a:prstGeom prst="line">
                  <a:avLst/>
                </a:prstGeom>
                <a:grpFill/>
                <a:ln w="12700">
                  <a:solidFill>
                    <a:schemeClr val="bg1"/>
                  </a:solidFill>
                  <a:round/>
                  <a:headEnd/>
                  <a:tailEnd/>
                </a:ln>
              </p:spPr>
              <p:txBody>
                <a:bodyPr/>
                <a:lstStyle/>
                <a:p>
                  <a:endParaRPr lang="en-US"/>
                </a:p>
              </p:txBody>
            </p:sp>
            <p:sp>
              <p:nvSpPr>
                <p:cNvPr id="104004" name="Line 818">
                  <a:extLst>
                    <a:ext uri="{FF2B5EF4-FFF2-40B4-BE49-F238E27FC236}">
                      <a16:creationId xmlns:a16="http://schemas.microsoft.com/office/drawing/2014/main" id="{B998187C-DD84-C8EA-A9C0-123B9CAC3783}"/>
                    </a:ext>
                  </a:extLst>
                </p:cNvPr>
                <p:cNvSpPr>
                  <a:spLocks noChangeShapeType="1"/>
                </p:cNvSpPr>
                <p:nvPr/>
              </p:nvSpPr>
              <p:spPr bwMode="auto">
                <a:xfrm>
                  <a:off x="3604" y="3599"/>
                  <a:ext cx="16" cy="1"/>
                </a:xfrm>
                <a:prstGeom prst="line">
                  <a:avLst/>
                </a:prstGeom>
                <a:grpFill/>
                <a:ln w="12700">
                  <a:solidFill>
                    <a:schemeClr val="bg1"/>
                  </a:solidFill>
                  <a:round/>
                  <a:headEnd/>
                  <a:tailEnd/>
                </a:ln>
              </p:spPr>
              <p:txBody>
                <a:bodyPr/>
                <a:lstStyle/>
                <a:p>
                  <a:endParaRPr lang="en-US"/>
                </a:p>
              </p:txBody>
            </p:sp>
          </p:grpSp>
        </p:grpSp>
        <p:grpSp>
          <p:nvGrpSpPr>
            <p:cNvPr id="103591" name="Group 819">
              <a:extLst>
                <a:ext uri="{FF2B5EF4-FFF2-40B4-BE49-F238E27FC236}">
                  <a16:creationId xmlns:a16="http://schemas.microsoft.com/office/drawing/2014/main" id="{BBEB3B31-2D48-3F20-43BD-3945DE45BDF6}"/>
                </a:ext>
              </a:extLst>
            </p:cNvPr>
            <p:cNvGrpSpPr>
              <a:grpSpLocks/>
            </p:cNvGrpSpPr>
            <p:nvPr/>
          </p:nvGrpSpPr>
          <p:grpSpPr bwMode="auto">
            <a:xfrm>
              <a:off x="3788" y="3567"/>
              <a:ext cx="415" cy="56"/>
              <a:chOff x="3788" y="3567"/>
              <a:chExt cx="415" cy="56"/>
            </a:xfrm>
            <a:grpFill/>
          </p:grpSpPr>
          <p:sp>
            <p:nvSpPr>
              <p:cNvPr id="103989" name="Freeform 820">
                <a:extLst>
                  <a:ext uri="{FF2B5EF4-FFF2-40B4-BE49-F238E27FC236}">
                    <a16:creationId xmlns:a16="http://schemas.microsoft.com/office/drawing/2014/main" id="{54EDB8E8-A8E8-0570-1DD9-9EED94B4A4D8}"/>
                  </a:ext>
                </a:extLst>
              </p:cNvPr>
              <p:cNvSpPr>
                <a:spLocks/>
              </p:cNvSpPr>
              <p:nvPr/>
            </p:nvSpPr>
            <p:spPr bwMode="auto">
              <a:xfrm>
                <a:off x="4091"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solidFill>
                <a:round/>
                <a:headEnd/>
                <a:tailEnd/>
              </a:ln>
            </p:spPr>
            <p:txBody>
              <a:bodyPr/>
              <a:lstStyle/>
              <a:p>
                <a:endParaRPr lang="en-US"/>
              </a:p>
            </p:txBody>
          </p:sp>
          <p:grpSp>
            <p:nvGrpSpPr>
              <p:cNvPr id="103990" name="Group 821">
                <a:extLst>
                  <a:ext uri="{FF2B5EF4-FFF2-40B4-BE49-F238E27FC236}">
                    <a16:creationId xmlns:a16="http://schemas.microsoft.com/office/drawing/2014/main" id="{00D522DD-98EB-5950-72E6-FCC297B7BFC8}"/>
                  </a:ext>
                </a:extLst>
              </p:cNvPr>
              <p:cNvGrpSpPr>
                <a:grpSpLocks/>
              </p:cNvGrpSpPr>
              <p:nvPr/>
            </p:nvGrpSpPr>
            <p:grpSpPr bwMode="auto">
              <a:xfrm>
                <a:off x="3788" y="3591"/>
                <a:ext cx="295" cy="1"/>
                <a:chOff x="3788" y="3591"/>
                <a:chExt cx="295" cy="1"/>
              </a:xfrm>
              <a:grpFill/>
            </p:grpSpPr>
            <p:sp>
              <p:nvSpPr>
                <p:cNvPr id="103991" name="Line 822">
                  <a:extLst>
                    <a:ext uri="{FF2B5EF4-FFF2-40B4-BE49-F238E27FC236}">
                      <a16:creationId xmlns:a16="http://schemas.microsoft.com/office/drawing/2014/main" id="{F28A906F-C090-E8F4-F7E7-5D811CEACEE3}"/>
                    </a:ext>
                  </a:extLst>
                </p:cNvPr>
                <p:cNvSpPr>
                  <a:spLocks noChangeShapeType="1"/>
                </p:cNvSpPr>
                <p:nvPr/>
              </p:nvSpPr>
              <p:spPr bwMode="auto">
                <a:xfrm>
                  <a:off x="3788" y="3591"/>
                  <a:ext cx="24" cy="1"/>
                </a:xfrm>
                <a:prstGeom prst="line">
                  <a:avLst/>
                </a:prstGeom>
                <a:grpFill/>
                <a:ln w="12700">
                  <a:solidFill>
                    <a:schemeClr val="bg1"/>
                  </a:solidFill>
                  <a:round/>
                  <a:headEnd/>
                  <a:tailEnd/>
                </a:ln>
              </p:spPr>
              <p:txBody>
                <a:bodyPr/>
                <a:lstStyle/>
                <a:p>
                  <a:endParaRPr lang="en-US"/>
                </a:p>
              </p:txBody>
            </p:sp>
            <p:sp>
              <p:nvSpPr>
                <p:cNvPr id="103992" name="Line 823">
                  <a:extLst>
                    <a:ext uri="{FF2B5EF4-FFF2-40B4-BE49-F238E27FC236}">
                      <a16:creationId xmlns:a16="http://schemas.microsoft.com/office/drawing/2014/main" id="{16D9788B-7AAE-F26B-9D7A-131F56F6ED2D}"/>
                    </a:ext>
                  </a:extLst>
                </p:cNvPr>
                <p:cNvSpPr>
                  <a:spLocks noChangeShapeType="1"/>
                </p:cNvSpPr>
                <p:nvPr/>
              </p:nvSpPr>
              <p:spPr bwMode="auto">
                <a:xfrm>
                  <a:off x="3844" y="3591"/>
                  <a:ext cx="24" cy="1"/>
                </a:xfrm>
                <a:prstGeom prst="line">
                  <a:avLst/>
                </a:prstGeom>
                <a:grpFill/>
                <a:ln w="12700">
                  <a:solidFill>
                    <a:schemeClr val="bg1"/>
                  </a:solidFill>
                  <a:round/>
                  <a:headEnd/>
                  <a:tailEnd/>
                </a:ln>
              </p:spPr>
              <p:txBody>
                <a:bodyPr/>
                <a:lstStyle/>
                <a:p>
                  <a:endParaRPr lang="en-US"/>
                </a:p>
              </p:txBody>
            </p:sp>
            <p:sp>
              <p:nvSpPr>
                <p:cNvPr id="103993" name="Line 824">
                  <a:extLst>
                    <a:ext uri="{FF2B5EF4-FFF2-40B4-BE49-F238E27FC236}">
                      <a16:creationId xmlns:a16="http://schemas.microsoft.com/office/drawing/2014/main" id="{781665BE-7A1A-3212-E429-F59706251D5A}"/>
                    </a:ext>
                  </a:extLst>
                </p:cNvPr>
                <p:cNvSpPr>
                  <a:spLocks noChangeShapeType="1"/>
                </p:cNvSpPr>
                <p:nvPr/>
              </p:nvSpPr>
              <p:spPr bwMode="auto">
                <a:xfrm>
                  <a:off x="3900" y="3591"/>
                  <a:ext cx="24" cy="1"/>
                </a:xfrm>
                <a:prstGeom prst="line">
                  <a:avLst/>
                </a:prstGeom>
                <a:grpFill/>
                <a:ln w="12700">
                  <a:solidFill>
                    <a:schemeClr val="bg1"/>
                  </a:solidFill>
                  <a:round/>
                  <a:headEnd/>
                  <a:tailEnd/>
                </a:ln>
              </p:spPr>
              <p:txBody>
                <a:bodyPr/>
                <a:lstStyle/>
                <a:p>
                  <a:endParaRPr lang="en-US"/>
                </a:p>
              </p:txBody>
            </p:sp>
            <p:sp>
              <p:nvSpPr>
                <p:cNvPr id="103994" name="Line 825">
                  <a:extLst>
                    <a:ext uri="{FF2B5EF4-FFF2-40B4-BE49-F238E27FC236}">
                      <a16:creationId xmlns:a16="http://schemas.microsoft.com/office/drawing/2014/main" id="{D9E83E45-46B8-1DFC-091B-150C4BEB7E94}"/>
                    </a:ext>
                  </a:extLst>
                </p:cNvPr>
                <p:cNvSpPr>
                  <a:spLocks noChangeShapeType="1"/>
                </p:cNvSpPr>
                <p:nvPr/>
              </p:nvSpPr>
              <p:spPr bwMode="auto">
                <a:xfrm>
                  <a:off x="3956" y="3591"/>
                  <a:ext cx="24" cy="1"/>
                </a:xfrm>
                <a:prstGeom prst="line">
                  <a:avLst/>
                </a:prstGeom>
                <a:grpFill/>
                <a:ln w="12700">
                  <a:solidFill>
                    <a:schemeClr val="bg1"/>
                  </a:solidFill>
                  <a:round/>
                  <a:headEnd/>
                  <a:tailEnd/>
                </a:ln>
              </p:spPr>
              <p:txBody>
                <a:bodyPr/>
                <a:lstStyle/>
                <a:p>
                  <a:endParaRPr lang="en-US"/>
                </a:p>
              </p:txBody>
            </p:sp>
            <p:sp>
              <p:nvSpPr>
                <p:cNvPr id="103995" name="Line 826">
                  <a:extLst>
                    <a:ext uri="{FF2B5EF4-FFF2-40B4-BE49-F238E27FC236}">
                      <a16:creationId xmlns:a16="http://schemas.microsoft.com/office/drawing/2014/main" id="{5FCD512D-C62E-5435-DE75-B8418C0F8ECE}"/>
                    </a:ext>
                  </a:extLst>
                </p:cNvPr>
                <p:cNvSpPr>
                  <a:spLocks noChangeShapeType="1"/>
                </p:cNvSpPr>
                <p:nvPr/>
              </p:nvSpPr>
              <p:spPr bwMode="auto">
                <a:xfrm>
                  <a:off x="4011" y="3591"/>
                  <a:ext cx="24" cy="1"/>
                </a:xfrm>
                <a:prstGeom prst="line">
                  <a:avLst/>
                </a:prstGeom>
                <a:grpFill/>
                <a:ln w="12700">
                  <a:solidFill>
                    <a:schemeClr val="bg1"/>
                  </a:solidFill>
                  <a:round/>
                  <a:headEnd/>
                  <a:tailEnd/>
                </a:ln>
              </p:spPr>
              <p:txBody>
                <a:bodyPr/>
                <a:lstStyle/>
                <a:p>
                  <a:endParaRPr lang="en-US"/>
                </a:p>
              </p:txBody>
            </p:sp>
            <p:sp>
              <p:nvSpPr>
                <p:cNvPr id="103996" name="Line 827">
                  <a:extLst>
                    <a:ext uri="{FF2B5EF4-FFF2-40B4-BE49-F238E27FC236}">
                      <a16:creationId xmlns:a16="http://schemas.microsoft.com/office/drawing/2014/main" id="{3E3E5A79-8760-5D21-B3FF-AFD0FBC430FD}"/>
                    </a:ext>
                  </a:extLst>
                </p:cNvPr>
                <p:cNvSpPr>
                  <a:spLocks noChangeShapeType="1"/>
                </p:cNvSpPr>
                <p:nvPr/>
              </p:nvSpPr>
              <p:spPr bwMode="auto">
                <a:xfrm>
                  <a:off x="4067" y="3591"/>
                  <a:ext cx="16" cy="1"/>
                </a:xfrm>
                <a:prstGeom prst="line">
                  <a:avLst/>
                </a:prstGeom>
                <a:grpFill/>
                <a:ln w="12700">
                  <a:solidFill>
                    <a:schemeClr val="bg1"/>
                  </a:solidFill>
                  <a:round/>
                  <a:headEnd/>
                  <a:tailEnd/>
                </a:ln>
              </p:spPr>
              <p:txBody>
                <a:bodyPr/>
                <a:lstStyle/>
                <a:p>
                  <a:endParaRPr lang="en-US"/>
                </a:p>
              </p:txBody>
            </p:sp>
          </p:grpSp>
        </p:grpSp>
        <p:grpSp>
          <p:nvGrpSpPr>
            <p:cNvPr id="103592" name="Group 828">
              <a:extLst>
                <a:ext uri="{FF2B5EF4-FFF2-40B4-BE49-F238E27FC236}">
                  <a16:creationId xmlns:a16="http://schemas.microsoft.com/office/drawing/2014/main" id="{54C11BF6-2FB9-4736-2DAF-137204AE6F72}"/>
                </a:ext>
              </a:extLst>
            </p:cNvPr>
            <p:cNvGrpSpPr>
              <a:grpSpLocks/>
            </p:cNvGrpSpPr>
            <p:nvPr/>
          </p:nvGrpSpPr>
          <p:grpSpPr bwMode="auto">
            <a:xfrm>
              <a:off x="4243" y="3567"/>
              <a:ext cx="415" cy="56"/>
              <a:chOff x="4243" y="3567"/>
              <a:chExt cx="415" cy="56"/>
            </a:xfrm>
            <a:grpFill/>
          </p:grpSpPr>
          <p:sp>
            <p:nvSpPr>
              <p:cNvPr id="103981" name="Freeform 829">
                <a:extLst>
                  <a:ext uri="{FF2B5EF4-FFF2-40B4-BE49-F238E27FC236}">
                    <a16:creationId xmlns:a16="http://schemas.microsoft.com/office/drawing/2014/main" id="{3490C95F-064A-F614-A8D1-A1598E3FA14E}"/>
                  </a:ext>
                </a:extLst>
              </p:cNvPr>
              <p:cNvSpPr>
                <a:spLocks/>
              </p:cNvSpPr>
              <p:nvPr/>
            </p:nvSpPr>
            <p:spPr bwMode="auto">
              <a:xfrm>
                <a:off x="4546" y="3567"/>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solidFill>
                <a:round/>
                <a:headEnd/>
                <a:tailEnd/>
              </a:ln>
            </p:spPr>
            <p:txBody>
              <a:bodyPr/>
              <a:lstStyle/>
              <a:p>
                <a:endParaRPr lang="en-US"/>
              </a:p>
            </p:txBody>
          </p:sp>
          <p:grpSp>
            <p:nvGrpSpPr>
              <p:cNvPr id="103982" name="Group 830">
                <a:extLst>
                  <a:ext uri="{FF2B5EF4-FFF2-40B4-BE49-F238E27FC236}">
                    <a16:creationId xmlns:a16="http://schemas.microsoft.com/office/drawing/2014/main" id="{7F668A07-6D0C-B2D1-BFAC-150BA206F2C8}"/>
                  </a:ext>
                </a:extLst>
              </p:cNvPr>
              <p:cNvGrpSpPr>
                <a:grpSpLocks/>
              </p:cNvGrpSpPr>
              <p:nvPr/>
            </p:nvGrpSpPr>
            <p:grpSpPr bwMode="auto">
              <a:xfrm>
                <a:off x="4243" y="3599"/>
                <a:ext cx="295" cy="1"/>
                <a:chOff x="4243" y="3599"/>
                <a:chExt cx="295" cy="1"/>
              </a:xfrm>
              <a:grpFill/>
            </p:grpSpPr>
            <p:sp>
              <p:nvSpPr>
                <p:cNvPr id="103983" name="Line 831">
                  <a:extLst>
                    <a:ext uri="{FF2B5EF4-FFF2-40B4-BE49-F238E27FC236}">
                      <a16:creationId xmlns:a16="http://schemas.microsoft.com/office/drawing/2014/main" id="{FCA90A27-6FDC-C7AB-3B85-DA609E830321}"/>
                    </a:ext>
                  </a:extLst>
                </p:cNvPr>
                <p:cNvSpPr>
                  <a:spLocks noChangeShapeType="1"/>
                </p:cNvSpPr>
                <p:nvPr/>
              </p:nvSpPr>
              <p:spPr bwMode="auto">
                <a:xfrm>
                  <a:off x="4243" y="3599"/>
                  <a:ext cx="24" cy="1"/>
                </a:xfrm>
                <a:prstGeom prst="line">
                  <a:avLst/>
                </a:prstGeom>
                <a:grpFill/>
                <a:ln w="12700">
                  <a:solidFill>
                    <a:schemeClr val="bg1"/>
                  </a:solidFill>
                  <a:round/>
                  <a:headEnd/>
                  <a:tailEnd/>
                </a:ln>
              </p:spPr>
              <p:txBody>
                <a:bodyPr/>
                <a:lstStyle/>
                <a:p>
                  <a:endParaRPr lang="en-US"/>
                </a:p>
              </p:txBody>
            </p:sp>
            <p:sp>
              <p:nvSpPr>
                <p:cNvPr id="103984" name="Line 832">
                  <a:extLst>
                    <a:ext uri="{FF2B5EF4-FFF2-40B4-BE49-F238E27FC236}">
                      <a16:creationId xmlns:a16="http://schemas.microsoft.com/office/drawing/2014/main" id="{05BBEE03-458D-6BBB-23DA-5977EA7A2E4F}"/>
                    </a:ext>
                  </a:extLst>
                </p:cNvPr>
                <p:cNvSpPr>
                  <a:spLocks noChangeShapeType="1"/>
                </p:cNvSpPr>
                <p:nvPr/>
              </p:nvSpPr>
              <p:spPr bwMode="auto">
                <a:xfrm>
                  <a:off x="4299" y="3599"/>
                  <a:ext cx="24" cy="1"/>
                </a:xfrm>
                <a:prstGeom prst="line">
                  <a:avLst/>
                </a:prstGeom>
                <a:grpFill/>
                <a:ln w="12700">
                  <a:solidFill>
                    <a:schemeClr val="bg1"/>
                  </a:solidFill>
                  <a:round/>
                  <a:headEnd/>
                  <a:tailEnd/>
                </a:ln>
              </p:spPr>
              <p:txBody>
                <a:bodyPr/>
                <a:lstStyle/>
                <a:p>
                  <a:endParaRPr lang="en-US"/>
                </a:p>
              </p:txBody>
            </p:sp>
            <p:sp>
              <p:nvSpPr>
                <p:cNvPr id="103985" name="Line 833">
                  <a:extLst>
                    <a:ext uri="{FF2B5EF4-FFF2-40B4-BE49-F238E27FC236}">
                      <a16:creationId xmlns:a16="http://schemas.microsoft.com/office/drawing/2014/main" id="{C0567D71-7300-6545-8CD9-247335E3DBDE}"/>
                    </a:ext>
                  </a:extLst>
                </p:cNvPr>
                <p:cNvSpPr>
                  <a:spLocks noChangeShapeType="1"/>
                </p:cNvSpPr>
                <p:nvPr/>
              </p:nvSpPr>
              <p:spPr bwMode="auto">
                <a:xfrm>
                  <a:off x="4355" y="3599"/>
                  <a:ext cx="24" cy="1"/>
                </a:xfrm>
                <a:prstGeom prst="line">
                  <a:avLst/>
                </a:prstGeom>
                <a:grpFill/>
                <a:ln w="12700">
                  <a:solidFill>
                    <a:schemeClr val="bg1"/>
                  </a:solidFill>
                  <a:round/>
                  <a:headEnd/>
                  <a:tailEnd/>
                </a:ln>
              </p:spPr>
              <p:txBody>
                <a:bodyPr/>
                <a:lstStyle/>
                <a:p>
                  <a:endParaRPr lang="en-US"/>
                </a:p>
              </p:txBody>
            </p:sp>
            <p:sp>
              <p:nvSpPr>
                <p:cNvPr id="103986" name="Line 834">
                  <a:extLst>
                    <a:ext uri="{FF2B5EF4-FFF2-40B4-BE49-F238E27FC236}">
                      <a16:creationId xmlns:a16="http://schemas.microsoft.com/office/drawing/2014/main" id="{057CB0FA-A6A5-1035-D60F-C5FBE375EB5B}"/>
                    </a:ext>
                  </a:extLst>
                </p:cNvPr>
                <p:cNvSpPr>
                  <a:spLocks noChangeShapeType="1"/>
                </p:cNvSpPr>
                <p:nvPr/>
              </p:nvSpPr>
              <p:spPr bwMode="auto">
                <a:xfrm>
                  <a:off x="4411" y="3599"/>
                  <a:ext cx="24" cy="1"/>
                </a:xfrm>
                <a:prstGeom prst="line">
                  <a:avLst/>
                </a:prstGeom>
                <a:grpFill/>
                <a:ln w="12700">
                  <a:solidFill>
                    <a:schemeClr val="bg1"/>
                  </a:solidFill>
                  <a:round/>
                  <a:headEnd/>
                  <a:tailEnd/>
                </a:ln>
              </p:spPr>
              <p:txBody>
                <a:bodyPr/>
                <a:lstStyle/>
                <a:p>
                  <a:endParaRPr lang="en-US"/>
                </a:p>
              </p:txBody>
            </p:sp>
            <p:sp>
              <p:nvSpPr>
                <p:cNvPr id="103987" name="Line 835">
                  <a:extLst>
                    <a:ext uri="{FF2B5EF4-FFF2-40B4-BE49-F238E27FC236}">
                      <a16:creationId xmlns:a16="http://schemas.microsoft.com/office/drawing/2014/main" id="{5664CFB4-F224-DF93-919B-D68AE6870C7F}"/>
                    </a:ext>
                  </a:extLst>
                </p:cNvPr>
                <p:cNvSpPr>
                  <a:spLocks noChangeShapeType="1"/>
                </p:cNvSpPr>
                <p:nvPr/>
              </p:nvSpPr>
              <p:spPr bwMode="auto">
                <a:xfrm>
                  <a:off x="4467" y="3599"/>
                  <a:ext cx="24" cy="1"/>
                </a:xfrm>
                <a:prstGeom prst="line">
                  <a:avLst/>
                </a:prstGeom>
                <a:grpFill/>
                <a:ln w="12700">
                  <a:solidFill>
                    <a:schemeClr val="bg1"/>
                  </a:solidFill>
                  <a:round/>
                  <a:headEnd/>
                  <a:tailEnd/>
                </a:ln>
              </p:spPr>
              <p:txBody>
                <a:bodyPr/>
                <a:lstStyle/>
                <a:p>
                  <a:endParaRPr lang="en-US"/>
                </a:p>
              </p:txBody>
            </p:sp>
            <p:sp>
              <p:nvSpPr>
                <p:cNvPr id="103988" name="Line 836">
                  <a:extLst>
                    <a:ext uri="{FF2B5EF4-FFF2-40B4-BE49-F238E27FC236}">
                      <a16:creationId xmlns:a16="http://schemas.microsoft.com/office/drawing/2014/main" id="{2B3FF5B8-11E0-7FB5-94BD-82E6D43A056E}"/>
                    </a:ext>
                  </a:extLst>
                </p:cNvPr>
                <p:cNvSpPr>
                  <a:spLocks noChangeShapeType="1"/>
                </p:cNvSpPr>
                <p:nvPr/>
              </p:nvSpPr>
              <p:spPr bwMode="auto">
                <a:xfrm>
                  <a:off x="4522" y="3599"/>
                  <a:ext cx="16" cy="1"/>
                </a:xfrm>
                <a:prstGeom prst="line">
                  <a:avLst/>
                </a:prstGeom>
                <a:grpFill/>
                <a:ln w="12700">
                  <a:solidFill>
                    <a:schemeClr val="bg1"/>
                  </a:solidFill>
                  <a:round/>
                  <a:headEnd/>
                  <a:tailEnd/>
                </a:ln>
              </p:spPr>
              <p:txBody>
                <a:bodyPr/>
                <a:lstStyle/>
                <a:p>
                  <a:endParaRPr lang="en-US"/>
                </a:p>
              </p:txBody>
            </p:sp>
          </p:grpSp>
        </p:grpSp>
        <p:grpSp>
          <p:nvGrpSpPr>
            <p:cNvPr id="103593" name="Group 837">
              <a:extLst>
                <a:ext uri="{FF2B5EF4-FFF2-40B4-BE49-F238E27FC236}">
                  <a16:creationId xmlns:a16="http://schemas.microsoft.com/office/drawing/2014/main" id="{FEE0EE6B-36EE-CEAA-3CD3-AF4FE88EE225}"/>
                </a:ext>
              </a:extLst>
            </p:cNvPr>
            <p:cNvGrpSpPr>
              <a:grpSpLocks/>
            </p:cNvGrpSpPr>
            <p:nvPr/>
          </p:nvGrpSpPr>
          <p:grpSpPr bwMode="auto">
            <a:xfrm>
              <a:off x="3788" y="2376"/>
              <a:ext cx="886" cy="290"/>
              <a:chOff x="3788" y="2376"/>
              <a:chExt cx="886" cy="290"/>
            </a:xfrm>
            <a:grpFill/>
          </p:grpSpPr>
          <p:sp>
            <p:nvSpPr>
              <p:cNvPr id="103979" name="Freeform 838">
                <a:extLst>
                  <a:ext uri="{FF2B5EF4-FFF2-40B4-BE49-F238E27FC236}">
                    <a16:creationId xmlns:a16="http://schemas.microsoft.com/office/drawing/2014/main" id="{941F12C8-9389-B230-41A8-9B83FE0CE4DE}"/>
                  </a:ext>
                </a:extLst>
              </p:cNvPr>
              <p:cNvSpPr>
                <a:spLocks/>
              </p:cNvSpPr>
              <p:nvPr/>
            </p:nvSpPr>
            <p:spPr bwMode="auto">
              <a:xfrm>
                <a:off x="4530" y="2594"/>
                <a:ext cx="144" cy="72"/>
              </a:xfrm>
              <a:custGeom>
                <a:avLst/>
                <a:gdLst>
                  <a:gd name="T0" fmla="*/ 144 w 144"/>
                  <a:gd name="T1" fmla="*/ 72 h 72"/>
                  <a:gd name="T2" fmla="*/ 0 w 144"/>
                  <a:gd name="T3" fmla="*/ 64 h 72"/>
                  <a:gd name="T4" fmla="*/ 16 w 144"/>
                  <a:gd name="T5" fmla="*/ 32 h 72"/>
                  <a:gd name="T6" fmla="*/ 24 w 144"/>
                  <a:gd name="T7" fmla="*/ 0 h 72"/>
                  <a:gd name="T8" fmla="*/ 144 w 144"/>
                  <a:gd name="T9" fmla="*/ 72 h 72"/>
                  <a:gd name="T10" fmla="*/ 0 60000 65536"/>
                  <a:gd name="T11" fmla="*/ 0 60000 65536"/>
                  <a:gd name="T12" fmla="*/ 0 60000 65536"/>
                  <a:gd name="T13" fmla="*/ 0 60000 65536"/>
                  <a:gd name="T14" fmla="*/ 0 60000 65536"/>
                  <a:gd name="T15" fmla="*/ 0 w 144"/>
                  <a:gd name="T16" fmla="*/ 0 h 72"/>
                  <a:gd name="T17" fmla="*/ 144 w 144"/>
                  <a:gd name="T18" fmla="*/ 72 h 72"/>
                </a:gdLst>
                <a:ahLst/>
                <a:cxnLst>
                  <a:cxn ang="T10">
                    <a:pos x="T0" y="T1"/>
                  </a:cxn>
                  <a:cxn ang="T11">
                    <a:pos x="T2" y="T3"/>
                  </a:cxn>
                  <a:cxn ang="T12">
                    <a:pos x="T4" y="T5"/>
                  </a:cxn>
                  <a:cxn ang="T13">
                    <a:pos x="T6" y="T7"/>
                  </a:cxn>
                  <a:cxn ang="T14">
                    <a:pos x="T8" y="T9"/>
                  </a:cxn>
                </a:cxnLst>
                <a:rect l="T15" t="T16" r="T17" b="T18"/>
                <a:pathLst>
                  <a:path w="144" h="72">
                    <a:moveTo>
                      <a:pt x="144" y="72"/>
                    </a:moveTo>
                    <a:lnTo>
                      <a:pt x="0" y="64"/>
                    </a:lnTo>
                    <a:lnTo>
                      <a:pt x="16" y="32"/>
                    </a:lnTo>
                    <a:lnTo>
                      <a:pt x="24" y="0"/>
                    </a:lnTo>
                    <a:lnTo>
                      <a:pt x="144" y="72"/>
                    </a:lnTo>
                    <a:close/>
                  </a:path>
                </a:pathLst>
              </a:custGeom>
              <a:grpFill/>
              <a:ln w="9525">
                <a:solidFill>
                  <a:schemeClr val="bg1"/>
                </a:solidFill>
                <a:round/>
                <a:headEnd/>
                <a:tailEnd/>
              </a:ln>
            </p:spPr>
            <p:txBody>
              <a:bodyPr/>
              <a:lstStyle/>
              <a:p>
                <a:endParaRPr lang="en-US"/>
              </a:p>
            </p:txBody>
          </p:sp>
          <p:sp>
            <p:nvSpPr>
              <p:cNvPr id="103980" name="Line 839">
                <a:extLst>
                  <a:ext uri="{FF2B5EF4-FFF2-40B4-BE49-F238E27FC236}">
                    <a16:creationId xmlns:a16="http://schemas.microsoft.com/office/drawing/2014/main" id="{2267DBF2-B971-A256-C866-D8CE83AE6A0B}"/>
                  </a:ext>
                </a:extLst>
              </p:cNvPr>
              <p:cNvSpPr>
                <a:spLocks noChangeShapeType="1"/>
              </p:cNvSpPr>
              <p:nvPr/>
            </p:nvSpPr>
            <p:spPr bwMode="auto">
              <a:xfrm>
                <a:off x="3788" y="2376"/>
                <a:ext cx="766" cy="252"/>
              </a:xfrm>
              <a:prstGeom prst="line">
                <a:avLst/>
              </a:prstGeom>
              <a:grpFill/>
              <a:ln w="25400">
                <a:solidFill>
                  <a:schemeClr val="bg1"/>
                </a:solidFill>
                <a:round/>
                <a:headEnd/>
                <a:tailEnd/>
              </a:ln>
            </p:spPr>
            <p:txBody>
              <a:bodyPr/>
              <a:lstStyle/>
              <a:p>
                <a:endParaRPr lang="en-US"/>
              </a:p>
            </p:txBody>
          </p:sp>
        </p:grpSp>
        <p:grpSp>
          <p:nvGrpSpPr>
            <p:cNvPr id="103594" name="Group 840">
              <a:extLst>
                <a:ext uri="{FF2B5EF4-FFF2-40B4-BE49-F238E27FC236}">
                  <a16:creationId xmlns:a16="http://schemas.microsoft.com/office/drawing/2014/main" id="{42F798A3-5A98-2A66-F6C5-2C85A376CECE}"/>
                </a:ext>
              </a:extLst>
            </p:cNvPr>
            <p:cNvGrpSpPr>
              <a:grpSpLocks/>
            </p:cNvGrpSpPr>
            <p:nvPr/>
          </p:nvGrpSpPr>
          <p:grpSpPr bwMode="auto">
            <a:xfrm>
              <a:off x="3309" y="2084"/>
              <a:ext cx="1381" cy="1507"/>
              <a:chOff x="3309" y="2084"/>
              <a:chExt cx="1381" cy="1507"/>
            </a:xfrm>
            <a:grpFill/>
          </p:grpSpPr>
          <p:sp>
            <p:nvSpPr>
              <p:cNvPr id="103977" name="Freeform 841">
                <a:extLst>
                  <a:ext uri="{FF2B5EF4-FFF2-40B4-BE49-F238E27FC236}">
                    <a16:creationId xmlns:a16="http://schemas.microsoft.com/office/drawing/2014/main" id="{B4543C0A-F743-C4AE-22DB-90E5205DCCA1}"/>
                  </a:ext>
                </a:extLst>
              </p:cNvPr>
              <p:cNvSpPr>
                <a:spLocks/>
              </p:cNvSpPr>
              <p:nvPr/>
            </p:nvSpPr>
            <p:spPr bwMode="auto">
              <a:xfrm>
                <a:off x="4570" y="2084"/>
                <a:ext cx="120" cy="119"/>
              </a:xfrm>
              <a:custGeom>
                <a:avLst/>
                <a:gdLst>
                  <a:gd name="T0" fmla="*/ 120 w 120"/>
                  <a:gd name="T1" fmla="*/ 0 h 119"/>
                  <a:gd name="T2" fmla="*/ 56 w 120"/>
                  <a:gd name="T3" fmla="*/ 119 h 119"/>
                  <a:gd name="T4" fmla="*/ 24 w 120"/>
                  <a:gd name="T5" fmla="*/ 96 h 119"/>
                  <a:gd name="T6" fmla="*/ 0 w 120"/>
                  <a:gd name="T7" fmla="*/ 72 h 119"/>
                  <a:gd name="T8" fmla="*/ 120 w 120"/>
                  <a:gd name="T9" fmla="*/ 0 h 119"/>
                  <a:gd name="T10" fmla="*/ 0 60000 65536"/>
                  <a:gd name="T11" fmla="*/ 0 60000 65536"/>
                  <a:gd name="T12" fmla="*/ 0 60000 65536"/>
                  <a:gd name="T13" fmla="*/ 0 60000 65536"/>
                  <a:gd name="T14" fmla="*/ 0 60000 65536"/>
                  <a:gd name="T15" fmla="*/ 0 w 120"/>
                  <a:gd name="T16" fmla="*/ 0 h 119"/>
                  <a:gd name="T17" fmla="*/ 120 w 120"/>
                  <a:gd name="T18" fmla="*/ 119 h 119"/>
                </a:gdLst>
                <a:ahLst/>
                <a:cxnLst>
                  <a:cxn ang="T10">
                    <a:pos x="T0" y="T1"/>
                  </a:cxn>
                  <a:cxn ang="T11">
                    <a:pos x="T2" y="T3"/>
                  </a:cxn>
                  <a:cxn ang="T12">
                    <a:pos x="T4" y="T5"/>
                  </a:cxn>
                  <a:cxn ang="T13">
                    <a:pos x="T6" y="T7"/>
                  </a:cxn>
                  <a:cxn ang="T14">
                    <a:pos x="T8" y="T9"/>
                  </a:cxn>
                </a:cxnLst>
                <a:rect l="T15" t="T16" r="T17" b="T18"/>
                <a:pathLst>
                  <a:path w="120" h="119">
                    <a:moveTo>
                      <a:pt x="120" y="0"/>
                    </a:moveTo>
                    <a:lnTo>
                      <a:pt x="56" y="119"/>
                    </a:lnTo>
                    <a:lnTo>
                      <a:pt x="24" y="96"/>
                    </a:lnTo>
                    <a:lnTo>
                      <a:pt x="0" y="72"/>
                    </a:lnTo>
                    <a:lnTo>
                      <a:pt x="120" y="0"/>
                    </a:lnTo>
                    <a:close/>
                  </a:path>
                </a:pathLst>
              </a:custGeom>
              <a:grpFill/>
              <a:ln w="9525">
                <a:solidFill>
                  <a:schemeClr val="bg1"/>
                </a:solidFill>
                <a:round/>
                <a:headEnd/>
                <a:tailEnd/>
              </a:ln>
            </p:spPr>
            <p:txBody>
              <a:bodyPr/>
              <a:lstStyle/>
              <a:p>
                <a:endParaRPr lang="en-US"/>
              </a:p>
            </p:txBody>
          </p:sp>
          <p:sp>
            <p:nvSpPr>
              <p:cNvPr id="103978" name="Line 842">
                <a:extLst>
                  <a:ext uri="{FF2B5EF4-FFF2-40B4-BE49-F238E27FC236}">
                    <a16:creationId xmlns:a16="http://schemas.microsoft.com/office/drawing/2014/main" id="{4E187B2C-E9C9-BB10-9C03-18D4A5010FDA}"/>
                  </a:ext>
                </a:extLst>
              </p:cNvPr>
              <p:cNvSpPr>
                <a:spLocks noChangeShapeType="1"/>
              </p:cNvSpPr>
              <p:nvPr/>
            </p:nvSpPr>
            <p:spPr bwMode="auto">
              <a:xfrm flipV="1">
                <a:off x="3309" y="2172"/>
                <a:ext cx="1291" cy="1419"/>
              </a:xfrm>
              <a:prstGeom prst="line">
                <a:avLst/>
              </a:prstGeom>
              <a:grpFill/>
              <a:ln w="25400">
                <a:solidFill>
                  <a:schemeClr val="bg1"/>
                </a:solidFill>
                <a:round/>
                <a:headEnd/>
                <a:tailEnd/>
              </a:ln>
            </p:spPr>
            <p:txBody>
              <a:bodyPr/>
              <a:lstStyle/>
              <a:p>
                <a:endParaRPr lang="en-US"/>
              </a:p>
            </p:txBody>
          </p:sp>
        </p:grpSp>
        <p:grpSp>
          <p:nvGrpSpPr>
            <p:cNvPr id="103595" name="Group 843">
              <a:extLst>
                <a:ext uri="{FF2B5EF4-FFF2-40B4-BE49-F238E27FC236}">
                  <a16:creationId xmlns:a16="http://schemas.microsoft.com/office/drawing/2014/main" id="{B7DB4553-3148-F802-E064-94A163D91DE0}"/>
                </a:ext>
              </a:extLst>
            </p:cNvPr>
            <p:cNvGrpSpPr>
              <a:grpSpLocks/>
            </p:cNvGrpSpPr>
            <p:nvPr/>
          </p:nvGrpSpPr>
          <p:grpSpPr bwMode="auto">
            <a:xfrm>
              <a:off x="3773" y="2076"/>
              <a:ext cx="909" cy="893"/>
              <a:chOff x="3773" y="2076"/>
              <a:chExt cx="909" cy="893"/>
            </a:xfrm>
            <a:grpFill/>
          </p:grpSpPr>
          <p:sp>
            <p:nvSpPr>
              <p:cNvPr id="103975" name="Freeform 844">
                <a:extLst>
                  <a:ext uri="{FF2B5EF4-FFF2-40B4-BE49-F238E27FC236}">
                    <a16:creationId xmlns:a16="http://schemas.microsoft.com/office/drawing/2014/main" id="{7CB2A9BB-357C-BCCB-AB40-370E4FF170D1}"/>
                  </a:ext>
                </a:extLst>
              </p:cNvPr>
              <p:cNvSpPr>
                <a:spLocks/>
              </p:cNvSpPr>
              <p:nvPr/>
            </p:nvSpPr>
            <p:spPr bwMode="auto">
              <a:xfrm>
                <a:off x="4562" y="2850"/>
                <a:ext cx="120" cy="119"/>
              </a:xfrm>
              <a:custGeom>
                <a:avLst/>
                <a:gdLst>
                  <a:gd name="T0" fmla="*/ 120 w 120"/>
                  <a:gd name="T1" fmla="*/ 119 h 119"/>
                  <a:gd name="T2" fmla="*/ 0 w 120"/>
                  <a:gd name="T3" fmla="*/ 47 h 119"/>
                  <a:gd name="T4" fmla="*/ 24 w 120"/>
                  <a:gd name="T5" fmla="*/ 23 h 119"/>
                  <a:gd name="T6" fmla="*/ 48 w 120"/>
                  <a:gd name="T7" fmla="*/ 0 h 119"/>
                  <a:gd name="T8" fmla="*/ 120 w 120"/>
                  <a:gd name="T9" fmla="*/ 119 h 119"/>
                  <a:gd name="T10" fmla="*/ 0 60000 65536"/>
                  <a:gd name="T11" fmla="*/ 0 60000 65536"/>
                  <a:gd name="T12" fmla="*/ 0 60000 65536"/>
                  <a:gd name="T13" fmla="*/ 0 60000 65536"/>
                  <a:gd name="T14" fmla="*/ 0 60000 65536"/>
                  <a:gd name="T15" fmla="*/ 0 w 120"/>
                  <a:gd name="T16" fmla="*/ 0 h 119"/>
                  <a:gd name="T17" fmla="*/ 120 w 120"/>
                  <a:gd name="T18" fmla="*/ 119 h 119"/>
                </a:gdLst>
                <a:ahLst/>
                <a:cxnLst>
                  <a:cxn ang="T10">
                    <a:pos x="T0" y="T1"/>
                  </a:cxn>
                  <a:cxn ang="T11">
                    <a:pos x="T2" y="T3"/>
                  </a:cxn>
                  <a:cxn ang="T12">
                    <a:pos x="T4" y="T5"/>
                  </a:cxn>
                  <a:cxn ang="T13">
                    <a:pos x="T6" y="T7"/>
                  </a:cxn>
                  <a:cxn ang="T14">
                    <a:pos x="T8" y="T9"/>
                  </a:cxn>
                </a:cxnLst>
                <a:rect l="T15" t="T16" r="T17" b="T18"/>
                <a:pathLst>
                  <a:path w="120" h="119">
                    <a:moveTo>
                      <a:pt x="120" y="119"/>
                    </a:moveTo>
                    <a:lnTo>
                      <a:pt x="0" y="47"/>
                    </a:lnTo>
                    <a:lnTo>
                      <a:pt x="24" y="23"/>
                    </a:lnTo>
                    <a:lnTo>
                      <a:pt x="48" y="0"/>
                    </a:lnTo>
                    <a:lnTo>
                      <a:pt x="120" y="119"/>
                    </a:lnTo>
                    <a:close/>
                  </a:path>
                </a:pathLst>
              </a:custGeom>
              <a:grpFill/>
              <a:ln w="9525">
                <a:solidFill>
                  <a:schemeClr val="bg1"/>
                </a:solidFill>
                <a:round/>
                <a:headEnd/>
                <a:tailEnd/>
              </a:ln>
            </p:spPr>
            <p:txBody>
              <a:bodyPr/>
              <a:lstStyle/>
              <a:p>
                <a:endParaRPr lang="en-US"/>
              </a:p>
            </p:txBody>
          </p:sp>
          <p:sp>
            <p:nvSpPr>
              <p:cNvPr id="103976" name="Line 845">
                <a:extLst>
                  <a:ext uri="{FF2B5EF4-FFF2-40B4-BE49-F238E27FC236}">
                    <a16:creationId xmlns:a16="http://schemas.microsoft.com/office/drawing/2014/main" id="{73304CCE-B0C0-1C02-9DAC-9859A9A25D8B}"/>
                  </a:ext>
                </a:extLst>
              </p:cNvPr>
              <p:cNvSpPr>
                <a:spLocks noChangeShapeType="1"/>
              </p:cNvSpPr>
              <p:nvPr/>
            </p:nvSpPr>
            <p:spPr bwMode="auto">
              <a:xfrm>
                <a:off x="3773" y="2076"/>
                <a:ext cx="821" cy="804"/>
              </a:xfrm>
              <a:prstGeom prst="line">
                <a:avLst/>
              </a:prstGeom>
              <a:grpFill/>
              <a:ln w="25400">
                <a:solidFill>
                  <a:schemeClr val="bg1"/>
                </a:solidFill>
                <a:round/>
                <a:headEnd/>
                <a:tailEnd/>
              </a:ln>
            </p:spPr>
            <p:txBody>
              <a:bodyPr/>
              <a:lstStyle/>
              <a:p>
                <a:endParaRPr lang="en-US"/>
              </a:p>
            </p:txBody>
          </p:sp>
        </p:grpSp>
        <p:grpSp>
          <p:nvGrpSpPr>
            <p:cNvPr id="103596" name="Group 846">
              <a:extLst>
                <a:ext uri="{FF2B5EF4-FFF2-40B4-BE49-F238E27FC236}">
                  <a16:creationId xmlns:a16="http://schemas.microsoft.com/office/drawing/2014/main" id="{0D1C0C1E-496A-0901-BCE0-8EC93666E2AE}"/>
                </a:ext>
              </a:extLst>
            </p:cNvPr>
            <p:cNvGrpSpPr>
              <a:grpSpLocks/>
            </p:cNvGrpSpPr>
            <p:nvPr/>
          </p:nvGrpSpPr>
          <p:grpSpPr bwMode="auto">
            <a:xfrm>
              <a:off x="3317" y="2379"/>
              <a:ext cx="910" cy="893"/>
              <a:chOff x="3317" y="2379"/>
              <a:chExt cx="910" cy="893"/>
            </a:xfrm>
            <a:grpFill/>
          </p:grpSpPr>
          <p:sp>
            <p:nvSpPr>
              <p:cNvPr id="103973" name="Freeform 847">
                <a:extLst>
                  <a:ext uri="{FF2B5EF4-FFF2-40B4-BE49-F238E27FC236}">
                    <a16:creationId xmlns:a16="http://schemas.microsoft.com/office/drawing/2014/main" id="{C0872A16-D87D-556E-1913-EC2375B9498D}"/>
                  </a:ext>
                </a:extLst>
              </p:cNvPr>
              <p:cNvSpPr>
                <a:spLocks/>
              </p:cNvSpPr>
              <p:nvPr/>
            </p:nvSpPr>
            <p:spPr bwMode="auto">
              <a:xfrm>
                <a:off x="4107" y="3153"/>
                <a:ext cx="120" cy="119"/>
              </a:xfrm>
              <a:custGeom>
                <a:avLst/>
                <a:gdLst>
                  <a:gd name="T0" fmla="*/ 120 w 120"/>
                  <a:gd name="T1" fmla="*/ 119 h 119"/>
                  <a:gd name="T2" fmla="*/ 0 w 120"/>
                  <a:gd name="T3" fmla="*/ 48 h 119"/>
                  <a:gd name="T4" fmla="*/ 24 w 120"/>
                  <a:gd name="T5" fmla="*/ 24 h 119"/>
                  <a:gd name="T6" fmla="*/ 48 w 120"/>
                  <a:gd name="T7" fmla="*/ 0 h 119"/>
                  <a:gd name="T8" fmla="*/ 120 w 120"/>
                  <a:gd name="T9" fmla="*/ 119 h 119"/>
                  <a:gd name="T10" fmla="*/ 0 60000 65536"/>
                  <a:gd name="T11" fmla="*/ 0 60000 65536"/>
                  <a:gd name="T12" fmla="*/ 0 60000 65536"/>
                  <a:gd name="T13" fmla="*/ 0 60000 65536"/>
                  <a:gd name="T14" fmla="*/ 0 60000 65536"/>
                  <a:gd name="T15" fmla="*/ 0 w 120"/>
                  <a:gd name="T16" fmla="*/ 0 h 119"/>
                  <a:gd name="T17" fmla="*/ 120 w 120"/>
                  <a:gd name="T18" fmla="*/ 119 h 119"/>
                </a:gdLst>
                <a:ahLst/>
                <a:cxnLst>
                  <a:cxn ang="T10">
                    <a:pos x="T0" y="T1"/>
                  </a:cxn>
                  <a:cxn ang="T11">
                    <a:pos x="T2" y="T3"/>
                  </a:cxn>
                  <a:cxn ang="T12">
                    <a:pos x="T4" y="T5"/>
                  </a:cxn>
                  <a:cxn ang="T13">
                    <a:pos x="T6" y="T7"/>
                  </a:cxn>
                  <a:cxn ang="T14">
                    <a:pos x="T8" y="T9"/>
                  </a:cxn>
                </a:cxnLst>
                <a:rect l="T15" t="T16" r="T17" b="T18"/>
                <a:pathLst>
                  <a:path w="120" h="119">
                    <a:moveTo>
                      <a:pt x="120" y="119"/>
                    </a:moveTo>
                    <a:lnTo>
                      <a:pt x="0" y="48"/>
                    </a:lnTo>
                    <a:lnTo>
                      <a:pt x="24" y="24"/>
                    </a:lnTo>
                    <a:lnTo>
                      <a:pt x="48" y="0"/>
                    </a:lnTo>
                    <a:lnTo>
                      <a:pt x="120" y="119"/>
                    </a:lnTo>
                    <a:close/>
                  </a:path>
                </a:pathLst>
              </a:custGeom>
              <a:grpFill/>
              <a:ln w="9525">
                <a:solidFill>
                  <a:schemeClr val="bg1"/>
                </a:solidFill>
                <a:round/>
                <a:headEnd/>
                <a:tailEnd/>
              </a:ln>
            </p:spPr>
            <p:txBody>
              <a:bodyPr/>
              <a:lstStyle/>
              <a:p>
                <a:endParaRPr lang="en-US"/>
              </a:p>
            </p:txBody>
          </p:sp>
          <p:sp>
            <p:nvSpPr>
              <p:cNvPr id="103974" name="Line 848">
                <a:extLst>
                  <a:ext uri="{FF2B5EF4-FFF2-40B4-BE49-F238E27FC236}">
                    <a16:creationId xmlns:a16="http://schemas.microsoft.com/office/drawing/2014/main" id="{CD952A2A-AA7A-526A-9611-4EE7373F4D0C}"/>
                  </a:ext>
                </a:extLst>
              </p:cNvPr>
              <p:cNvSpPr>
                <a:spLocks noChangeShapeType="1"/>
              </p:cNvSpPr>
              <p:nvPr/>
            </p:nvSpPr>
            <p:spPr bwMode="auto">
              <a:xfrm>
                <a:off x="3317" y="2379"/>
                <a:ext cx="822" cy="804"/>
              </a:xfrm>
              <a:prstGeom prst="line">
                <a:avLst/>
              </a:prstGeom>
              <a:grpFill/>
              <a:ln w="25400">
                <a:solidFill>
                  <a:schemeClr val="bg1"/>
                </a:solidFill>
                <a:round/>
                <a:headEnd/>
                <a:tailEnd/>
              </a:ln>
            </p:spPr>
            <p:txBody>
              <a:bodyPr/>
              <a:lstStyle/>
              <a:p>
                <a:endParaRPr lang="en-US"/>
              </a:p>
            </p:txBody>
          </p:sp>
        </p:grpSp>
        <p:grpSp>
          <p:nvGrpSpPr>
            <p:cNvPr id="103597" name="Group 849">
              <a:extLst>
                <a:ext uri="{FF2B5EF4-FFF2-40B4-BE49-F238E27FC236}">
                  <a16:creationId xmlns:a16="http://schemas.microsoft.com/office/drawing/2014/main" id="{E36A7C45-1B28-56D2-CAE3-D54FE33867DD}"/>
                </a:ext>
              </a:extLst>
            </p:cNvPr>
            <p:cNvGrpSpPr>
              <a:grpSpLocks/>
            </p:cNvGrpSpPr>
            <p:nvPr/>
          </p:nvGrpSpPr>
          <p:grpSpPr bwMode="auto">
            <a:xfrm>
              <a:off x="2878" y="1725"/>
              <a:ext cx="415" cy="56"/>
              <a:chOff x="2878" y="1725"/>
              <a:chExt cx="415" cy="56"/>
            </a:xfrm>
            <a:grpFill/>
          </p:grpSpPr>
          <p:sp>
            <p:nvSpPr>
              <p:cNvPr id="103965" name="Freeform 850">
                <a:extLst>
                  <a:ext uri="{FF2B5EF4-FFF2-40B4-BE49-F238E27FC236}">
                    <a16:creationId xmlns:a16="http://schemas.microsoft.com/office/drawing/2014/main" id="{49037E31-CED3-0A03-9E27-C577FDB4617F}"/>
                  </a:ext>
                </a:extLst>
              </p:cNvPr>
              <p:cNvSpPr>
                <a:spLocks/>
              </p:cNvSpPr>
              <p:nvPr/>
            </p:nvSpPr>
            <p:spPr bwMode="auto">
              <a:xfrm>
                <a:off x="3181" y="1725"/>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solidFill>
                <a:round/>
                <a:headEnd/>
                <a:tailEnd/>
              </a:ln>
            </p:spPr>
            <p:txBody>
              <a:bodyPr/>
              <a:lstStyle/>
              <a:p>
                <a:endParaRPr lang="en-US"/>
              </a:p>
            </p:txBody>
          </p:sp>
          <p:grpSp>
            <p:nvGrpSpPr>
              <p:cNvPr id="103966" name="Group 851">
                <a:extLst>
                  <a:ext uri="{FF2B5EF4-FFF2-40B4-BE49-F238E27FC236}">
                    <a16:creationId xmlns:a16="http://schemas.microsoft.com/office/drawing/2014/main" id="{3ADEDC59-BE36-7442-019C-D6F9FC1987E6}"/>
                  </a:ext>
                </a:extLst>
              </p:cNvPr>
              <p:cNvGrpSpPr>
                <a:grpSpLocks/>
              </p:cNvGrpSpPr>
              <p:nvPr/>
            </p:nvGrpSpPr>
            <p:grpSpPr bwMode="auto">
              <a:xfrm>
                <a:off x="2878" y="1757"/>
                <a:ext cx="295" cy="1"/>
                <a:chOff x="2878" y="1757"/>
                <a:chExt cx="295" cy="1"/>
              </a:xfrm>
              <a:grpFill/>
            </p:grpSpPr>
            <p:sp>
              <p:nvSpPr>
                <p:cNvPr id="103967" name="Line 852">
                  <a:extLst>
                    <a:ext uri="{FF2B5EF4-FFF2-40B4-BE49-F238E27FC236}">
                      <a16:creationId xmlns:a16="http://schemas.microsoft.com/office/drawing/2014/main" id="{C37C8575-CE27-A197-776B-2166F30F8504}"/>
                    </a:ext>
                  </a:extLst>
                </p:cNvPr>
                <p:cNvSpPr>
                  <a:spLocks noChangeShapeType="1"/>
                </p:cNvSpPr>
                <p:nvPr/>
              </p:nvSpPr>
              <p:spPr bwMode="auto">
                <a:xfrm>
                  <a:off x="2878" y="1757"/>
                  <a:ext cx="24" cy="1"/>
                </a:xfrm>
                <a:prstGeom prst="line">
                  <a:avLst/>
                </a:prstGeom>
                <a:grpFill/>
                <a:ln w="12700">
                  <a:solidFill>
                    <a:schemeClr val="bg1"/>
                  </a:solidFill>
                  <a:round/>
                  <a:headEnd/>
                  <a:tailEnd/>
                </a:ln>
              </p:spPr>
              <p:txBody>
                <a:bodyPr/>
                <a:lstStyle/>
                <a:p>
                  <a:endParaRPr lang="en-US"/>
                </a:p>
              </p:txBody>
            </p:sp>
            <p:sp>
              <p:nvSpPr>
                <p:cNvPr id="103968" name="Line 853">
                  <a:extLst>
                    <a:ext uri="{FF2B5EF4-FFF2-40B4-BE49-F238E27FC236}">
                      <a16:creationId xmlns:a16="http://schemas.microsoft.com/office/drawing/2014/main" id="{0A7C1B51-9D77-2454-4E05-DFCC1E7B6C52}"/>
                    </a:ext>
                  </a:extLst>
                </p:cNvPr>
                <p:cNvSpPr>
                  <a:spLocks noChangeShapeType="1"/>
                </p:cNvSpPr>
                <p:nvPr/>
              </p:nvSpPr>
              <p:spPr bwMode="auto">
                <a:xfrm>
                  <a:off x="2934" y="1757"/>
                  <a:ext cx="24" cy="1"/>
                </a:xfrm>
                <a:prstGeom prst="line">
                  <a:avLst/>
                </a:prstGeom>
                <a:grpFill/>
                <a:ln w="12700">
                  <a:solidFill>
                    <a:schemeClr val="bg1"/>
                  </a:solidFill>
                  <a:round/>
                  <a:headEnd/>
                  <a:tailEnd/>
                </a:ln>
              </p:spPr>
              <p:txBody>
                <a:bodyPr/>
                <a:lstStyle/>
                <a:p>
                  <a:endParaRPr lang="en-US"/>
                </a:p>
              </p:txBody>
            </p:sp>
            <p:sp>
              <p:nvSpPr>
                <p:cNvPr id="103969" name="Line 854">
                  <a:extLst>
                    <a:ext uri="{FF2B5EF4-FFF2-40B4-BE49-F238E27FC236}">
                      <a16:creationId xmlns:a16="http://schemas.microsoft.com/office/drawing/2014/main" id="{A722C7F6-24BC-7FEC-4920-CEBAF5CD8D2C}"/>
                    </a:ext>
                  </a:extLst>
                </p:cNvPr>
                <p:cNvSpPr>
                  <a:spLocks noChangeShapeType="1"/>
                </p:cNvSpPr>
                <p:nvPr/>
              </p:nvSpPr>
              <p:spPr bwMode="auto">
                <a:xfrm>
                  <a:off x="2990" y="1757"/>
                  <a:ext cx="23" cy="1"/>
                </a:xfrm>
                <a:prstGeom prst="line">
                  <a:avLst/>
                </a:prstGeom>
                <a:grpFill/>
                <a:ln w="12700">
                  <a:solidFill>
                    <a:schemeClr val="bg1"/>
                  </a:solidFill>
                  <a:round/>
                  <a:headEnd/>
                  <a:tailEnd/>
                </a:ln>
              </p:spPr>
              <p:txBody>
                <a:bodyPr/>
                <a:lstStyle/>
                <a:p>
                  <a:endParaRPr lang="en-US"/>
                </a:p>
              </p:txBody>
            </p:sp>
            <p:sp>
              <p:nvSpPr>
                <p:cNvPr id="103970" name="Line 855">
                  <a:extLst>
                    <a:ext uri="{FF2B5EF4-FFF2-40B4-BE49-F238E27FC236}">
                      <a16:creationId xmlns:a16="http://schemas.microsoft.com/office/drawing/2014/main" id="{9857AB53-A8CE-47F4-3836-C3F08E820EC6}"/>
                    </a:ext>
                  </a:extLst>
                </p:cNvPr>
                <p:cNvSpPr>
                  <a:spLocks noChangeShapeType="1"/>
                </p:cNvSpPr>
                <p:nvPr/>
              </p:nvSpPr>
              <p:spPr bwMode="auto">
                <a:xfrm>
                  <a:off x="3045" y="1757"/>
                  <a:ext cx="24" cy="1"/>
                </a:xfrm>
                <a:prstGeom prst="line">
                  <a:avLst/>
                </a:prstGeom>
                <a:grpFill/>
                <a:ln w="12700">
                  <a:solidFill>
                    <a:schemeClr val="bg1"/>
                  </a:solidFill>
                  <a:round/>
                  <a:headEnd/>
                  <a:tailEnd/>
                </a:ln>
              </p:spPr>
              <p:txBody>
                <a:bodyPr/>
                <a:lstStyle/>
                <a:p>
                  <a:endParaRPr lang="en-US"/>
                </a:p>
              </p:txBody>
            </p:sp>
            <p:sp>
              <p:nvSpPr>
                <p:cNvPr id="103971" name="Line 856">
                  <a:extLst>
                    <a:ext uri="{FF2B5EF4-FFF2-40B4-BE49-F238E27FC236}">
                      <a16:creationId xmlns:a16="http://schemas.microsoft.com/office/drawing/2014/main" id="{12AF101A-6ADA-45C9-FF07-3FA5A99735FF}"/>
                    </a:ext>
                  </a:extLst>
                </p:cNvPr>
                <p:cNvSpPr>
                  <a:spLocks noChangeShapeType="1"/>
                </p:cNvSpPr>
                <p:nvPr/>
              </p:nvSpPr>
              <p:spPr bwMode="auto">
                <a:xfrm>
                  <a:off x="3101" y="1757"/>
                  <a:ext cx="24" cy="1"/>
                </a:xfrm>
                <a:prstGeom prst="line">
                  <a:avLst/>
                </a:prstGeom>
                <a:grpFill/>
                <a:ln w="12700">
                  <a:solidFill>
                    <a:schemeClr val="bg1"/>
                  </a:solidFill>
                  <a:round/>
                  <a:headEnd/>
                  <a:tailEnd/>
                </a:ln>
              </p:spPr>
              <p:txBody>
                <a:bodyPr/>
                <a:lstStyle/>
                <a:p>
                  <a:endParaRPr lang="en-US"/>
                </a:p>
              </p:txBody>
            </p:sp>
            <p:sp>
              <p:nvSpPr>
                <p:cNvPr id="103972" name="Line 857">
                  <a:extLst>
                    <a:ext uri="{FF2B5EF4-FFF2-40B4-BE49-F238E27FC236}">
                      <a16:creationId xmlns:a16="http://schemas.microsoft.com/office/drawing/2014/main" id="{7C783834-F247-94DB-A05D-DB6C304238E0}"/>
                    </a:ext>
                  </a:extLst>
                </p:cNvPr>
                <p:cNvSpPr>
                  <a:spLocks noChangeShapeType="1"/>
                </p:cNvSpPr>
                <p:nvPr/>
              </p:nvSpPr>
              <p:spPr bwMode="auto">
                <a:xfrm>
                  <a:off x="3157" y="1757"/>
                  <a:ext cx="16" cy="1"/>
                </a:xfrm>
                <a:prstGeom prst="line">
                  <a:avLst/>
                </a:prstGeom>
                <a:grpFill/>
                <a:ln w="12700">
                  <a:solidFill>
                    <a:schemeClr val="bg1"/>
                  </a:solidFill>
                  <a:round/>
                  <a:headEnd/>
                  <a:tailEnd/>
                </a:ln>
              </p:spPr>
              <p:txBody>
                <a:bodyPr/>
                <a:lstStyle/>
                <a:p>
                  <a:endParaRPr lang="en-US"/>
                </a:p>
              </p:txBody>
            </p:sp>
          </p:grpSp>
        </p:grpSp>
        <p:grpSp>
          <p:nvGrpSpPr>
            <p:cNvPr id="103598" name="Group 858">
              <a:extLst>
                <a:ext uri="{FF2B5EF4-FFF2-40B4-BE49-F238E27FC236}">
                  <a16:creationId xmlns:a16="http://schemas.microsoft.com/office/drawing/2014/main" id="{5E04DB13-AF3B-0EB9-B08A-88693A200A8B}"/>
                </a:ext>
              </a:extLst>
            </p:cNvPr>
            <p:cNvGrpSpPr>
              <a:grpSpLocks/>
            </p:cNvGrpSpPr>
            <p:nvPr/>
          </p:nvGrpSpPr>
          <p:grpSpPr bwMode="auto">
            <a:xfrm>
              <a:off x="2878" y="2036"/>
              <a:ext cx="415" cy="56"/>
              <a:chOff x="2878" y="2036"/>
              <a:chExt cx="415" cy="56"/>
            </a:xfrm>
            <a:grpFill/>
          </p:grpSpPr>
          <p:sp>
            <p:nvSpPr>
              <p:cNvPr id="103957" name="Freeform 859">
                <a:extLst>
                  <a:ext uri="{FF2B5EF4-FFF2-40B4-BE49-F238E27FC236}">
                    <a16:creationId xmlns:a16="http://schemas.microsoft.com/office/drawing/2014/main" id="{8FCBC548-547A-EBC9-E365-9C2643647ECE}"/>
                  </a:ext>
                </a:extLst>
              </p:cNvPr>
              <p:cNvSpPr>
                <a:spLocks/>
              </p:cNvSpPr>
              <p:nvPr/>
            </p:nvSpPr>
            <p:spPr bwMode="auto">
              <a:xfrm>
                <a:off x="3181" y="2036"/>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solidFill>
                <a:round/>
                <a:headEnd/>
                <a:tailEnd/>
              </a:ln>
            </p:spPr>
            <p:txBody>
              <a:bodyPr/>
              <a:lstStyle/>
              <a:p>
                <a:endParaRPr lang="en-US"/>
              </a:p>
            </p:txBody>
          </p:sp>
          <p:grpSp>
            <p:nvGrpSpPr>
              <p:cNvPr id="103958" name="Group 860">
                <a:extLst>
                  <a:ext uri="{FF2B5EF4-FFF2-40B4-BE49-F238E27FC236}">
                    <a16:creationId xmlns:a16="http://schemas.microsoft.com/office/drawing/2014/main" id="{BCABEEE5-B914-40D2-11FF-3C299722C349}"/>
                  </a:ext>
                </a:extLst>
              </p:cNvPr>
              <p:cNvGrpSpPr>
                <a:grpSpLocks/>
              </p:cNvGrpSpPr>
              <p:nvPr/>
            </p:nvGrpSpPr>
            <p:grpSpPr bwMode="auto">
              <a:xfrm>
                <a:off x="2878" y="2060"/>
                <a:ext cx="295" cy="1"/>
                <a:chOff x="2878" y="2060"/>
                <a:chExt cx="295" cy="1"/>
              </a:xfrm>
              <a:grpFill/>
            </p:grpSpPr>
            <p:sp>
              <p:nvSpPr>
                <p:cNvPr id="103959" name="Line 861">
                  <a:extLst>
                    <a:ext uri="{FF2B5EF4-FFF2-40B4-BE49-F238E27FC236}">
                      <a16:creationId xmlns:a16="http://schemas.microsoft.com/office/drawing/2014/main" id="{27036F8E-502B-F5AA-8AE0-862EC3B9D939}"/>
                    </a:ext>
                  </a:extLst>
                </p:cNvPr>
                <p:cNvSpPr>
                  <a:spLocks noChangeShapeType="1"/>
                </p:cNvSpPr>
                <p:nvPr/>
              </p:nvSpPr>
              <p:spPr bwMode="auto">
                <a:xfrm>
                  <a:off x="2878" y="2060"/>
                  <a:ext cx="24" cy="1"/>
                </a:xfrm>
                <a:prstGeom prst="line">
                  <a:avLst/>
                </a:prstGeom>
                <a:grpFill/>
                <a:ln w="12700">
                  <a:solidFill>
                    <a:schemeClr val="bg1"/>
                  </a:solidFill>
                  <a:round/>
                  <a:headEnd/>
                  <a:tailEnd/>
                </a:ln>
              </p:spPr>
              <p:txBody>
                <a:bodyPr/>
                <a:lstStyle/>
                <a:p>
                  <a:endParaRPr lang="en-US"/>
                </a:p>
              </p:txBody>
            </p:sp>
            <p:sp>
              <p:nvSpPr>
                <p:cNvPr id="103960" name="Line 862">
                  <a:extLst>
                    <a:ext uri="{FF2B5EF4-FFF2-40B4-BE49-F238E27FC236}">
                      <a16:creationId xmlns:a16="http://schemas.microsoft.com/office/drawing/2014/main" id="{94BEBD08-50E8-E573-2A73-6A753997CB02}"/>
                    </a:ext>
                  </a:extLst>
                </p:cNvPr>
                <p:cNvSpPr>
                  <a:spLocks noChangeShapeType="1"/>
                </p:cNvSpPr>
                <p:nvPr/>
              </p:nvSpPr>
              <p:spPr bwMode="auto">
                <a:xfrm>
                  <a:off x="2934" y="2060"/>
                  <a:ext cx="24" cy="1"/>
                </a:xfrm>
                <a:prstGeom prst="line">
                  <a:avLst/>
                </a:prstGeom>
                <a:grpFill/>
                <a:ln w="12700">
                  <a:solidFill>
                    <a:schemeClr val="bg1"/>
                  </a:solidFill>
                  <a:round/>
                  <a:headEnd/>
                  <a:tailEnd/>
                </a:ln>
              </p:spPr>
              <p:txBody>
                <a:bodyPr/>
                <a:lstStyle/>
                <a:p>
                  <a:endParaRPr lang="en-US"/>
                </a:p>
              </p:txBody>
            </p:sp>
            <p:sp>
              <p:nvSpPr>
                <p:cNvPr id="103961" name="Line 863">
                  <a:extLst>
                    <a:ext uri="{FF2B5EF4-FFF2-40B4-BE49-F238E27FC236}">
                      <a16:creationId xmlns:a16="http://schemas.microsoft.com/office/drawing/2014/main" id="{941E0B89-853F-E7C6-3799-1E558EB0846C}"/>
                    </a:ext>
                  </a:extLst>
                </p:cNvPr>
                <p:cNvSpPr>
                  <a:spLocks noChangeShapeType="1"/>
                </p:cNvSpPr>
                <p:nvPr/>
              </p:nvSpPr>
              <p:spPr bwMode="auto">
                <a:xfrm>
                  <a:off x="2990" y="2060"/>
                  <a:ext cx="23" cy="1"/>
                </a:xfrm>
                <a:prstGeom prst="line">
                  <a:avLst/>
                </a:prstGeom>
                <a:grpFill/>
                <a:ln w="12700">
                  <a:solidFill>
                    <a:schemeClr val="bg1"/>
                  </a:solidFill>
                  <a:round/>
                  <a:headEnd/>
                  <a:tailEnd/>
                </a:ln>
              </p:spPr>
              <p:txBody>
                <a:bodyPr/>
                <a:lstStyle/>
                <a:p>
                  <a:endParaRPr lang="en-US"/>
                </a:p>
              </p:txBody>
            </p:sp>
            <p:sp>
              <p:nvSpPr>
                <p:cNvPr id="103962" name="Line 864">
                  <a:extLst>
                    <a:ext uri="{FF2B5EF4-FFF2-40B4-BE49-F238E27FC236}">
                      <a16:creationId xmlns:a16="http://schemas.microsoft.com/office/drawing/2014/main" id="{6932E33D-6015-850D-3C35-6CCE0281440D}"/>
                    </a:ext>
                  </a:extLst>
                </p:cNvPr>
                <p:cNvSpPr>
                  <a:spLocks noChangeShapeType="1"/>
                </p:cNvSpPr>
                <p:nvPr/>
              </p:nvSpPr>
              <p:spPr bwMode="auto">
                <a:xfrm>
                  <a:off x="3045" y="2060"/>
                  <a:ext cx="24" cy="1"/>
                </a:xfrm>
                <a:prstGeom prst="line">
                  <a:avLst/>
                </a:prstGeom>
                <a:grpFill/>
                <a:ln w="12700">
                  <a:solidFill>
                    <a:schemeClr val="bg1"/>
                  </a:solidFill>
                  <a:round/>
                  <a:headEnd/>
                  <a:tailEnd/>
                </a:ln>
              </p:spPr>
              <p:txBody>
                <a:bodyPr/>
                <a:lstStyle/>
                <a:p>
                  <a:endParaRPr lang="en-US"/>
                </a:p>
              </p:txBody>
            </p:sp>
            <p:sp>
              <p:nvSpPr>
                <p:cNvPr id="103963" name="Line 865">
                  <a:extLst>
                    <a:ext uri="{FF2B5EF4-FFF2-40B4-BE49-F238E27FC236}">
                      <a16:creationId xmlns:a16="http://schemas.microsoft.com/office/drawing/2014/main" id="{A6E78BB6-2E51-1835-92E6-B9FA3CCDB71D}"/>
                    </a:ext>
                  </a:extLst>
                </p:cNvPr>
                <p:cNvSpPr>
                  <a:spLocks noChangeShapeType="1"/>
                </p:cNvSpPr>
                <p:nvPr/>
              </p:nvSpPr>
              <p:spPr bwMode="auto">
                <a:xfrm>
                  <a:off x="3101" y="2060"/>
                  <a:ext cx="24" cy="1"/>
                </a:xfrm>
                <a:prstGeom prst="line">
                  <a:avLst/>
                </a:prstGeom>
                <a:grpFill/>
                <a:ln w="12700">
                  <a:solidFill>
                    <a:schemeClr val="bg1"/>
                  </a:solidFill>
                  <a:round/>
                  <a:headEnd/>
                  <a:tailEnd/>
                </a:ln>
              </p:spPr>
              <p:txBody>
                <a:bodyPr/>
                <a:lstStyle/>
                <a:p>
                  <a:endParaRPr lang="en-US"/>
                </a:p>
              </p:txBody>
            </p:sp>
            <p:sp>
              <p:nvSpPr>
                <p:cNvPr id="103964" name="Line 866">
                  <a:extLst>
                    <a:ext uri="{FF2B5EF4-FFF2-40B4-BE49-F238E27FC236}">
                      <a16:creationId xmlns:a16="http://schemas.microsoft.com/office/drawing/2014/main" id="{0B7DD913-3C54-C911-DE22-3A6CC0BF93A3}"/>
                    </a:ext>
                  </a:extLst>
                </p:cNvPr>
                <p:cNvSpPr>
                  <a:spLocks noChangeShapeType="1"/>
                </p:cNvSpPr>
                <p:nvPr/>
              </p:nvSpPr>
              <p:spPr bwMode="auto">
                <a:xfrm>
                  <a:off x="3157" y="2060"/>
                  <a:ext cx="16" cy="1"/>
                </a:xfrm>
                <a:prstGeom prst="line">
                  <a:avLst/>
                </a:prstGeom>
                <a:grpFill/>
                <a:ln w="12700">
                  <a:solidFill>
                    <a:schemeClr val="bg1"/>
                  </a:solidFill>
                  <a:round/>
                  <a:headEnd/>
                  <a:tailEnd/>
                </a:ln>
              </p:spPr>
              <p:txBody>
                <a:bodyPr/>
                <a:lstStyle/>
                <a:p>
                  <a:endParaRPr lang="en-US"/>
                </a:p>
              </p:txBody>
            </p:sp>
          </p:grpSp>
        </p:grpSp>
        <p:grpSp>
          <p:nvGrpSpPr>
            <p:cNvPr id="103599" name="Group 867">
              <a:extLst>
                <a:ext uri="{FF2B5EF4-FFF2-40B4-BE49-F238E27FC236}">
                  <a16:creationId xmlns:a16="http://schemas.microsoft.com/office/drawing/2014/main" id="{7AE2C92F-0984-CA15-E079-3648D6F557E0}"/>
                </a:ext>
              </a:extLst>
            </p:cNvPr>
            <p:cNvGrpSpPr>
              <a:grpSpLocks/>
            </p:cNvGrpSpPr>
            <p:nvPr/>
          </p:nvGrpSpPr>
          <p:grpSpPr bwMode="auto">
            <a:xfrm>
              <a:off x="2886" y="2339"/>
              <a:ext cx="415" cy="56"/>
              <a:chOff x="2886" y="2339"/>
              <a:chExt cx="415" cy="56"/>
            </a:xfrm>
            <a:grpFill/>
          </p:grpSpPr>
          <p:sp>
            <p:nvSpPr>
              <p:cNvPr id="103949" name="Freeform 868">
                <a:extLst>
                  <a:ext uri="{FF2B5EF4-FFF2-40B4-BE49-F238E27FC236}">
                    <a16:creationId xmlns:a16="http://schemas.microsoft.com/office/drawing/2014/main" id="{4C49C7A2-D04B-0207-4C22-AFAA565712A0}"/>
                  </a:ext>
                </a:extLst>
              </p:cNvPr>
              <p:cNvSpPr>
                <a:spLocks/>
              </p:cNvSpPr>
              <p:nvPr/>
            </p:nvSpPr>
            <p:spPr bwMode="auto">
              <a:xfrm>
                <a:off x="3189" y="2339"/>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solidFill>
                <a:round/>
                <a:headEnd/>
                <a:tailEnd/>
              </a:ln>
            </p:spPr>
            <p:txBody>
              <a:bodyPr/>
              <a:lstStyle/>
              <a:p>
                <a:endParaRPr lang="en-US"/>
              </a:p>
            </p:txBody>
          </p:sp>
          <p:grpSp>
            <p:nvGrpSpPr>
              <p:cNvPr id="103950" name="Group 869">
                <a:extLst>
                  <a:ext uri="{FF2B5EF4-FFF2-40B4-BE49-F238E27FC236}">
                    <a16:creationId xmlns:a16="http://schemas.microsoft.com/office/drawing/2014/main" id="{9D2DBB63-FFCE-ABAC-8E5A-81201237A72B}"/>
                  </a:ext>
                </a:extLst>
              </p:cNvPr>
              <p:cNvGrpSpPr>
                <a:grpSpLocks/>
              </p:cNvGrpSpPr>
              <p:nvPr/>
            </p:nvGrpSpPr>
            <p:grpSpPr bwMode="auto">
              <a:xfrm>
                <a:off x="2886" y="2371"/>
                <a:ext cx="295" cy="1"/>
                <a:chOff x="2886" y="2371"/>
                <a:chExt cx="295" cy="1"/>
              </a:xfrm>
              <a:grpFill/>
            </p:grpSpPr>
            <p:sp>
              <p:nvSpPr>
                <p:cNvPr id="103951" name="Line 870">
                  <a:extLst>
                    <a:ext uri="{FF2B5EF4-FFF2-40B4-BE49-F238E27FC236}">
                      <a16:creationId xmlns:a16="http://schemas.microsoft.com/office/drawing/2014/main" id="{03B86274-0156-F01A-FBC8-87B987E457E0}"/>
                    </a:ext>
                  </a:extLst>
                </p:cNvPr>
                <p:cNvSpPr>
                  <a:spLocks noChangeShapeType="1"/>
                </p:cNvSpPr>
                <p:nvPr/>
              </p:nvSpPr>
              <p:spPr bwMode="auto">
                <a:xfrm>
                  <a:off x="2886" y="2371"/>
                  <a:ext cx="24" cy="1"/>
                </a:xfrm>
                <a:prstGeom prst="line">
                  <a:avLst/>
                </a:prstGeom>
                <a:grpFill/>
                <a:ln w="12700">
                  <a:solidFill>
                    <a:schemeClr val="bg1"/>
                  </a:solidFill>
                  <a:round/>
                  <a:headEnd/>
                  <a:tailEnd/>
                </a:ln>
              </p:spPr>
              <p:txBody>
                <a:bodyPr/>
                <a:lstStyle/>
                <a:p>
                  <a:endParaRPr lang="en-US"/>
                </a:p>
              </p:txBody>
            </p:sp>
            <p:sp>
              <p:nvSpPr>
                <p:cNvPr id="103952" name="Line 871">
                  <a:extLst>
                    <a:ext uri="{FF2B5EF4-FFF2-40B4-BE49-F238E27FC236}">
                      <a16:creationId xmlns:a16="http://schemas.microsoft.com/office/drawing/2014/main" id="{7E92A690-8606-0725-3368-0F0488491AA6}"/>
                    </a:ext>
                  </a:extLst>
                </p:cNvPr>
                <p:cNvSpPr>
                  <a:spLocks noChangeShapeType="1"/>
                </p:cNvSpPr>
                <p:nvPr/>
              </p:nvSpPr>
              <p:spPr bwMode="auto">
                <a:xfrm>
                  <a:off x="2942" y="2371"/>
                  <a:ext cx="24" cy="1"/>
                </a:xfrm>
                <a:prstGeom prst="line">
                  <a:avLst/>
                </a:prstGeom>
                <a:grpFill/>
                <a:ln w="12700">
                  <a:solidFill>
                    <a:schemeClr val="bg1"/>
                  </a:solidFill>
                  <a:round/>
                  <a:headEnd/>
                  <a:tailEnd/>
                </a:ln>
              </p:spPr>
              <p:txBody>
                <a:bodyPr/>
                <a:lstStyle/>
                <a:p>
                  <a:endParaRPr lang="en-US"/>
                </a:p>
              </p:txBody>
            </p:sp>
            <p:sp>
              <p:nvSpPr>
                <p:cNvPr id="103953" name="Line 872">
                  <a:extLst>
                    <a:ext uri="{FF2B5EF4-FFF2-40B4-BE49-F238E27FC236}">
                      <a16:creationId xmlns:a16="http://schemas.microsoft.com/office/drawing/2014/main" id="{B66B5D40-F7E4-867A-24D7-FAF82C0362F7}"/>
                    </a:ext>
                  </a:extLst>
                </p:cNvPr>
                <p:cNvSpPr>
                  <a:spLocks noChangeShapeType="1"/>
                </p:cNvSpPr>
                <p:nvPr/>
              </p:nvSpPr>
              <p:spPr bwMode="auto">
                <a:xfrm>
                  <a:off x="2998" y="2371"/>
                  <a:ext cx="23" cy="1"/>
                </a:xfrm>
                <a:prstGeom prst="line">
                  <a:avLst/>
                </a:prstGeom>
                <a:grpFill/>
                <a:ln w="12700">
                  <a:solidFill>
                    <a:schemeClr val="bg1"/>
                  </a:solidFill>
                  <a:round/>
                  <a:headEnd/>
                  <a:tailEnd/>
                </a:ln>
              </p:spPr>
              <p:txBody>
                <a:bodyPr/>
                <a:lstStyle/>
                <a:p>
                  <a:endParaRPr lang="en-US"/>
                </a:p>
              </p:txBody>
            </p:sp>
            <p:sp>
              <p:nvSpPr>
                <p:cNvPr id="103954" name="Line 873">
                  <a:extLst>
                    <a:ext uri="{FF2B5EF4-FFF2-40B4-BE49-F238E27FC236}">
                      <a16:creationId xmlns:a16="http://schemas.microsoft.com/office/drawing/2014/main" id="{A008FD76-AE19-6B74-F5B4-FC59C35227AC}"/>
                    </a:ext>
                  </a:extLst>
                </p:cNvPr>
                <p:cNvSpPr>
                  <a:spLocks noChangeShapeType="1"/>
                </p:cNvSpPr>
                <p:nvPr/>
              </p:nvSpPr>
              <p:spPr bwMode="auto">
                <a:xfrm>
                  <a:off x="3053" y="2371"/>
                  <a:ext cx="24" cy="1"/>
                </a:xfrm>
                <a:prstGeom prst="line">
                  <a:avLst/>
                </a:prstGeom>
                <a:grpFill/>
                <a:ln w="12700">
                  <a:solidFill>
                    <a:schemeClr val="bg1"/>
                  </a:solidFill>
                  <a:round/>
                  <a:headEnd/>
                  <a:tailEnd/>
                </a:ln>
              </p:spPr>
              <p:txBody>
                <a:bodyPr/>
                <a:lstStyle/>
                <a:p>
                  <a:endParaRPr lang="en-US"/>
                </a:p>
              </p:txBody>
            </p:sp>
            <p:sp>
              <p:nvSpPr>
                <p:cNvPr id="103955" name="Line 874">
                  <a:extLst>
                    <a:ext uri="{FF2B5EF4-FFF2-40B4-BE49-F238E27FC236}">
                      <a16:creationId xmlns:a16="http://schemas.microsoft.com/office/drawing/2014/main" id="{00BABADA-F3BC-B373-0FA2-5A0CDC3DC391}"/>
                    </a:ext>
                  </a:extLst>
                </p:cNvPr>
                <p:cNvSpPr>
                  <a:spLocks noChangeShapeType="1"/>
                </p:cNvSpPr>
                <p:nvPr/>
              </p:nvSpPr>
              <p:spPr bwMode="auto">
                <a:xfrm>
                  <a:off x="3109" y="2371"/>
                  <a:ext cx="24" cy="1"/>
                </a:xfrm>
                <a:prstGeom prst="line">
                  <a:avLst/>
                </a:prstGeom>
                <a:grpFill/>
                <a:ln w="12700">
                  <a:solidFill>
                    <a:schemeClr val="bg1"/>
                  </a:solidFill>
                  <a:round/>
                  <a:headEnd/>
                  <a:tailEnd/>
                </a:ln>
              </p:spPr>
              <p:txBody>
                <a:bodyPr/>
                <a:lstStyle/>
                <a:p>
                  <a:endParaRPr lang="en-US"/>
                </a:p>
              </p:txBody>
            </p:sp>
            <p:sp>
              <p:nvSpPr>
                <p:cNvPr id="103956" name="Line 875">
                  <a:extLst>
                    <a:ext uri="{FF2B5EF4-FFF2-40B4-BE49-F238E27FC236}">
                      <a16:creationId xmlns:a16="http://schemas.microsoft.com/office/drawing/2014/main" id="{702A666B-3D9C-DC0B-413D-133E594138E6}"/>
                    </a:ext>
                  </a:extLst>
                </p:cNvPr>
                <p:cNvSpPr>
                  <a:spLocks noChangeShapeType="1"/>
                </p:cNvSpPr>
                <p:nvPr/>
              </p:nvSpPr>
              <p:spPr bwMode="auto">
                <a:xfrm>
                  <a:off x="3165" y="2371"/>
                  <a:ext cx="16" cy="1"/>
                </a:xfrm>
                <a:prstGeom prst="line">
                  <a:avLst/>
                </a:prstGeom>
                <a:grpFill/>
                <a:ln w="12700">
                  <a:solidFill>
                    <a:schemeClr val="bg1"/>
                  </a:solidFill>
                  <a:round/>
                  <a:headEnd/>
                  <a:tailEnd/>
                </a:ln>
              </p:spPr>
              <p:txBody>
                <a:bodyPr/>
                <a:lstStyle/>
                <a:p>
                  <a:endParaRPr lang="en-US"/>
                </a:p>
              </p:txBody>
            </p:sp>
          </p:grpSp>
        </p:grpSp>
        <p:grpSp>
          <p:nvGrpSpPr>
            <p:cNvPr id="103600" name="Group 876">
              <a:extLst>
                <a:ext uri="{FF2B5EF4-FFF2-40B4-BE49-F238E27FC236}">
                  <a16:creationId xmlns:a16="http://schemas.microsoft.com/office/drawing/2014/main" id="{06AE458D-2575-21A8-4CC5-F76D0C02A243}"/>
                </a:ext>
              </a:extLst>
            </p:cNvPr>
            <p:cNvGrpSpPr>
              <a:grpSpLocks/>
            </p:cNvGrpSpPr>
            <p:nvPr/>
          </p:nvGrpSpPr>
          <p:grpSpPr bwMode="auto">
            <a:xfrm>
              <a:off x="2878" y="2642"/>
              <a:ext cx="415" cy="56"/>
              <a:chOff x="2878" y="2642"/>
              <a:chExt cx="415" cy="56"/>
            </a:xfrm>
            <a:grpFill/>
          </p:grpSpPr>
          <p:sp>
            <p:nvSpPr>
              <p:cNvPr id="103941" name="Freeform 877">
                <a:extLst>
                  <a:ext uri="{FF2B5EF4-FFF2-40B4-BE49-F238E27FC236}">
                    <a16:creationId xmlns:a16="http://schemas.microsoft.com/office/drawing/2014/main" id="{5667CF22-B622-6BBF-FC83-AF2655FDE1F4}"/>
                  </a:ext>
                </a:extLst>
              </p:cNvPr>
              <p:cNvSpPr>
                <a:spLocks/>
              </p:cNvSpPr>
              <p:nvPr/>
            </p:nvSpPr>
            <p:spPr bwMode="auto">
              <a:xfrm>
                <a:off x="3181" y="2642"/>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solidFill>
                <a:round/>
                <a:headEnd/>
                <a:tailEnd/>
              </a:ln>
            </p:spPr>
            <p:txBody>
              <a:bodyPr/>
              <a:lstStyle/>
              <a:p>
                <a:endParaRPr lang="en-US"/>
              </a:p>
            </p:txBody>
          </p:sp>
          <p:grpSp>
            <p:nvGrpSpPr>
              <p:cNvPr id="103942" name="Group 878">
                <a:extLst>
                  <a:ext uri="{FF2B5EF4-FFF2-40B4-BE49-F238E27FC236}">
                    <a16:creationId xmlns:a16="http://schemas.microsoft.com/office/drawing/2014/main" id="{67A7D03D-36BB-77E0-DC83-B7A73EAED4A7}"/>
                  </a:ext>
                </a:extLst>
              </p:cNvPr>
              <p:cNvGrpSpPr>
                <a:grpSpLocks/>
              </p:cNvGrpSpPr>
              <p:nvPr/>
            </p:nvGrpSpPr>
            <p:grpSpPr bwMode="auto">
              <a:xfrm>
                <a:off x="2878" y="2674"/>
                <a:ext cx="295" cy="1"/>
                <a:chOff x="2878" y="2674"/>
                <a:chExt cx="295" cy="1"/>
              </a:xfrm>
              <a:grpFill/>
            </p:grpSpPr>
            <p:sp>
              <p:nvSpPr>
                <p:cNvPr id="103943" name="Line 879">
                  <a:extLst>
                    <a:ext uri="{FF2B5EF4-FFF2-40B4-BE49-F238E27FC236}">
                      <a16:creationId xmlns:a16="http://schemas.microsoft.com/office/drawing/2014/main" id="{65762C53-911B-B4E5-D225-9E2082AD1DF2}"/>
                    </a:ext>
                  </a:extLst>
                </p:cNvPr>
                <p:cNvSpPr>
                  <a:spLocks noChangeShapeType="1"/>
                </p:cNvSpPr>
                <p:nvPr/>
              </p:nvSpPr>
              <p:spPr bwMode="auto">
                <a:xfrm>
                  <a:off x="2878" y="2674"/>
                  <a:ext cx="24" cy="1"/>
                </a:xfrm>
                <a:prstGeom prst="line">
                  <a:avLst/>
                </a:prstGeom>
                <a:grpFill/>
                <a:ln w="12700">
                  <a:solidFill>
                    <a:schemeClr val="bg1"/>
                  </a:solidFill>
                  <a:round/>
                  <a:headEnd/>
                  <a:tailEnd/>
                </a:ln>
              </p:spPr>
              <p:txBody>
                <a:bodyPr/>
                <a:lstStyle/>
                <a:p>
                  <a:endParaRPr lang="en-US"/>
                </a:p>
              </p:txBody>
            </p:sp>
            <p:sp>
              <p:nvSpPr>
                <p:cNvPr id="103944" name="Line 880">
                  <a:extLst>
                    <a:ext uri="{FF2B5EF4-FFF2-40B4-BE49-F238E27FC236}">
                      <a16:creationId xmlns:a16="http://schemas.microsoft.com/office/drawing/2014/main" id="{DFDD0114-BAE9-E92F-01D0-E9AB9FCEEAB2}"/>
                    </a:ext>
                  </a:extLst>
                </p:cNvPr>
                <p:cNvSpPr>
                  <a:spLocks noChangeShapeType="1"/>
                </p:cNvSpPr>
                <p:nvPr/>
              </p:nvSpPr>
              <p:spPr bwMode="auto">
                <a:xfrm>
                  <a:off x="2934" y="2674"/>
                  <a:ext cx="24" cy="1"/>
                </a:xfrm>
                <a:prstGeom prst="line">
                  <a:avLst/>
                </a:prstGeom>
                <a:grpFill/>
                <a:ln w="12700">
                  <a:solidFill>
                    <a:schemeClr val="bg1"/>
                  </a:solidFill>
                  <a:round/>
                  <a:headEnd/>
                  <a:tailEnd/>
                </a:ln>
              </p:spPr>
              <p:txBody>
                <a:bodyPr/>
                <a:lstStyle/>
                <a:p>
                  <a:endParaRPr lang="en-US"/>
                </a:p>
              </p:txBody>
            </p:sp>
            <p:sp>
              <p:nvSpPr>
                <p:cNvPr id="103945" name="Line 881">
                  <a:extLst>
                    <a:ext uri="{FF2B5EF4-FFF2-40B4-BE49-F238E27FC236}">
                      <a16:creationId xmlns:a16="http://schemas.microsoft.com/office/drawing/2014/main" id="{D28676CF-83A3-708C-E550-A00A868E022A}"/>
                    </a:ext>
                  </a:extLst>
                </p:cNvPr>
                <p:cNvSpPr>
                  <a:spLocks noChangeShapeType="1"/>
                </p:cNvSpPr>
                <p:nvPr/>
              </p:nvSpPr>
              <p:spPr bwMode="auto">
                <a:xfrm>
                  <a:off x="2990" y="2674"/>
                  <a:ext cx="23" cy="1"/>
                </a:xfrm>
                <a:prstGeom prst="line">
                  <a:avLst/>
                </a:prstGeom>
                <a:grpFill/>
                <a:ln w="12700">
                  <a:solidFill>
                    <a:schemeClr val="bg1"/>
                  </a:solidFill>
                  <a:round/>
                  <a:headEnd/>
                  <a:tailEnd/>
                </a:ln>
              </p:spPr>
              <p:txBody>
                <a:bodyPr/>
                <a:lstStyle/>
                <a:p>
                  <a:endParaRPr lang="en-US"/>
                </a:p>
              </p:txBody>
            </p:sp>
            <p:sp>
              <p:nvSpPr>
                <p:cNvPr id="103946" name="Line 882">
                  <a:extLst>
                    <a:ext uri="{FF2B5EF4-FFF2-40B4-BE49-F238E27FC236}">
                      <a16:creationId xmlns:a16="http://schemas.microsoft.com/office/drawing/2014/main" id="{3EFB2A10-77FB-3656-21AA-3C384A227D00}"/>
                    </a:ext>
                  </a:extLst>
                </p:cNvPr>
                <p:cNvSpPr>
                  <a:spLocks noChangeShapeType="1"/>
                </p:cNvSpPr>
                <p:nvPr/>
              </p:nvSpPr>
              <p:spPr bwMode="auto">
                <a:xfrm>
                  <a:off x="3045" y="2674"/>
                  <a:ext cx="24" cy="1"/>
                </a:xfrm>
                <a:prstGeom prst="line">
                  <a:avLst/>
                </a:prstGeom>
                <a:grpFill/>
                <a:ln w="12700">
                  <a:solidFill>
                    <a:schemeClr val="bg1"/>
                  </a:solidFill>
                  <a:round/>
                  <a:headEnd/>
                  <a:tailEnd/>
                </a:ln>
              </p:spPr>
              <p:txBody>
                <a:bodyPr/>
                <a:lstStyle/>
                <a:p>
                  <a:endParaRPr lang="en-US"/>
                </a:p>
              </p:txBody>
            </p:sp>
            <p:sp>
              <p:nvSpPr>
                <p:cNvPr id="103947" name="Line 883">
                  <a:extLst>
                    <a:ext uri="{FF2B5EF4-FFF2-40B4-BE49-F238E27FC236}">
                      <a16:creationId xmlns:a16="http://schemas.microsoft.com/office/drawing/2014/main" id="{0F1DE73F-7500-EF5B-3C17-76925835AFE7}"/>
                    </a:ext>
                  </a:extLst>
                </p:cNvPr>
                <p:cNvSpPr>
                  <a:spLocks noChangeShapeType="1"/>
                </p:cNvSpPr>
                <p:nvPr/>
              </p:nvSpPr>
              <p:spPr bwMode="auto">
                <a:xfrm>
                  <a:off x="3101" y="2674"/>
                  <a:ext cx="24" cy="1"/>
                </a:xfrm>
                <a:prstGeom prst="line">
                  <a:avLst/>
                </a:prstGeom>
                <a:grpFill/>
                <a:ln w="12700">
                  <a:solidFill>
                    <a:schemeClr val="bg1"/>
                  </a:solidFill>
                  <a:round/>
                  <a:headEnd/>
                  <a:tailEnd/>
                </a:ln>
              </p:spPr>
              <p:txBody>
                <a:bodyPr/>
                <a:lstStyle/>
                <a:p>
                  <a:endParaRPr lang="en-US"/>
                </a:p>
              </p:txBody>
            </p:sp>
            <p:sp>
              <p:nvSpPr>
                <p:cNvPr id="103948" name="Line 884">
                  <a:extLst>
                    <a:ext uri="{FF2B5EF4-FFF2-40B4-BE49-F238E27FC236}">
                      <a16:creationId xmlns:a16="http://schemas.microsoft.com/office/drawing/2014/main" id="{76781B0D-4365-63D9-184B-569BBB3FA9BF}"/>
                    </a:ext>
                  </a:extLst>
                </p:cNvPr>
                <p:cNvSpPr>
                  <a:spLocks noChangeShapeType="1"/>
                </p:cNvSpPr>
                <p:nvPr/>
              </p:nvSpPr>
              <p:spPr bwMode="auto">
                <a:xfrm>
                  <a:off x="3157" y="2674"/>
                  <a:ext cx="16" cy="1"/>
                </a:xfrm>
                <a:prstGeom prst="line">
                  <a:avLst/>
                </a:prstGeom>
                <a:grpFill/>
                <a:ln w="12700">
                  <a:solidFill>
                    <a:schemeClr val="bg1"/>
                  </a:solidFill>
                  <a:round/>
                  <a:headEnd/>
                  <a:tailEnd/>
                </a:ln>
              </p:spPr>
              <p:txBody>
                <a:bodyPr/>
                <a:lstStyle/>
                <a:p>
                  <a:endParaRPr lang="en-US"/>
                </a:p>
              </p:txBody>
            </p:sp>
          </p:grpSp>
        </p:grpSp>
        <p:grpSp>
          <p:nvGrpSpPr>
            <p:cNvPr id="103601" name="Group 885">
              <a:extLst>
                <a:ext uri="{FF2B5EF4-FFF2-40B4-BE49-F238E27FC236}">
                  <a16:creationId xmlns:a16="http://schemas.microsoft.com/office/drawing/2014/main" id="{1152483E-EC41-098E-AE74-E62C1D3C8BF2}"/>
                </a:ext>
              </a:extLst>
            </p:cNvPr>
            <p:cNvGrpSpPr>
              <a:grpSpLocks/>
            </p:cNvGrpSpPr>
            <p:nvPr/>
          </p:nvGrpSpPr>
          <p:grpSpPr bwMode="auto">
            <a:xfrm>
              <a:off x="2878" y="2953"/>
              <a:ext cx="415" cy="56"/>
              <a:chOff x="2878" y="2953"/>
              <a:chExt cx="415" cy="56"/>
            </a:xfrm>
            <a:grpFill/>
          </p:grpSpPr>
          <p:sp>
            <p:nvSpPr>
              <p:cNvPr id="103933" name="Freeform 886">
                <a:extLst>
                  <a:ext uri="{FF2B5EF4-FFF2-40B4-BE49-F238E27FC236}">
                    <a16:creationId xmlns:a16="http://schemas.microsoft.com/office/drawing/2014/main" id="{32779F48-6556-04C6-C8BB-05BDA41D5F6C}"/>
                  </a:ext>
                </a:extLst>
              </p:cNvPr>
              <p:cNvSpPr>
                <a:spLocks/>
              </p:cNvSpPr>
              <p:nvPr/>
            </p:nvSpPr>
            <p:spPr bwMode="auto">
              <a:xfrm>
                <a:off x="3181"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solidFill>
                <a:round/>
                <a:headEnd/>
                <a:tailEnd/>
              </a:ln>
            </p:spPr>
            <p:txBody>
              <a:bodyPr/>
              <a:lstStyle/>
              <a:p>
                <a:endParaRPr lang="en-US"/>
              </a:p>
            </p:txBody>
          </p:sp>
          <p:grpSp>
            <p:nvGrpSpPr>
              <p:cNvPr id="103934" name="Group 887">
                <a:extLst>
                  <a:ext uri="{FF2B5EF4-FFF2-40B4-BE49-F238E27FC236}">
                    <a16:creationId xmlns:a16="http://schemas.microsoft.com/office/drawing/2014/main" id="{1AE11824-1EF5-7551-477D-8EB2752A4DB2}"/>
                  </a:ext>
                </a:extLst>
              </p:cNvPr>
              <p:cNvGrpSpPr>
                <a:grpSpLocks/>
              </p:cNvGrpSpPr>
              <p:nvPr/>
            </p:nvGrpSpPr>
            <p:grpSpPr bwMode="auto">
              <a:xfrm>
                <a:off x="2878" y="2985"/>
                <a:ext cx="295" cy="1"/>
                <a:chOff x="2878" y="2985"/>
                <a:chExt cx="295" cy="1"/>
              </a:xfrm>
              <a:grpFill/>
            </p:grpSpPr>
            <p:sp>
              <p:nvSpPr>
                <p:cNvPr id="103935" name="Line 888">
                  <a:extLst>
                    <a:ext uri="{FF2B5EF4-FFF2-40B4-BE49-F238E27FC236}">
                      <a16:creationId xmlns:a16="http://schemas.microsoft.com/office/drawing/2014/main" id="{72053BBD-484B-3422-FFDA-C8A93841CB1D}"/>
                    </a:ext>
                  </a:extLst>
                </p:cNvPr>
                <p:cNvSpPr>
                  <a:spLocks noChangeShapeType="1"/>
                </p:cNvSpPr>
                <p:nvPr/>
              </p:nvSpPr>
              <p:spPr bwMode="auto">
                <a:xfrm>
                  <a:off x="2878" y="2985"/>
                  <a:ext cx="24" cy="1"/>
                </a:xfrm>
                <a:prstGeom prst="line">
                  <a:avLst/>
                </a:prstGeom>
                <a:grpFill/>
                <a:ln w="12700">
                  <a:solidFill>
                    <a:schemeClr val="bg1"/>
                  </a:solidFill>
                  <a:round/>
                  <a:headEnd/>
                  <a:tailEnd/>
                </a:ln>
              </p:spPr>
              <p:txBody>
                <a:bodyPr/>
                <a:lstStyle/>
                <a:p>
                  <a:endParaRPr lang="en-US"/>
                </a:p>
              </p:txBody>
            </p:sp>
            <p:sp>
              <p:nvSpPr>
                <p:cNvPr id="103936" name="Line 889">
                  <a:extLst>
                    <a:ext uri="{FF2B5EF4-FFF2-40B4-BE49-F238E27FC236}">
                      <a16:creationId xmlns:a16="http://schemas.microsoft.com/office/drawing/2014/main" id="{F79A39DC-7D51-A79C-1926-9A64CB812187}"/>
                    </a:ext>
                  </a:extLst>
                </p:cNvPr>
                <p:cNvSpPr>
                  <a:spLocks noChangeShapeType="1"/>
                </p:cNvSpPr>
                <p:nvPr/>
              </p:nvSpPr>
              <p:spPr bwMode="auto">
                <a:xfrm>
                  <a:off x="2934" y="2985"/>
                  <a:ext cx="24" cy="1"/>
                </a:xfrm>
                <a:prstGeom prst="line">
                  <a:avLst/>
                </a:prstGeom>
                <a:grpFill/>
                <a:ln w="12700">
                  <a:solidFill>
                    <a:schemeClr val="bg1"/>
                  </a:solidFill>
                  <a:round/>
                  <a:headEnd/>
                  <a:tailEnd/>
                </a:ln>
              </p:spPr>
              <p:txBody>
                <a:bodyPr/>
                <a:lstStyle/>
                <a:p>
                  <a:endParaRPr lang="en-US"/>
                </a:p>
              </p:txBody>
            </p:sp>
            <p:sp>
              <p:nvSpPr>
                <p:cNvPr id="103937" name="Line 890">
                  <a:extLst>
                    <a:ext uri="{FF2B5EF4-FFF2-40B4-BE49-F238E27FC236}">
                      <a16:creationId xmlns:a16="http://schemas.microsoft.com/office/drawing/2014/main" id="{3C3EBCCB-4B5E-C93F-A73A-681A2D085E9A}"/>
                    </a:ext>
                  </a:extLst>
                </p:cNvPr>
                <p:cNvSpPr>
                  <a:spLocks noChangeShapeType="1"/>
                </p:cNvSpPr>
                <p:nvPr/>
              </p:nvSpPr>
              <p:spPr bwMode="auto">
                <a:xfrm>
                  <a:off x="2990" y="2985"/>
                  <a:ext cx="23" cy="1"/>
                </a:xfrm>
                <a:prstGeom prst="line">
                  <a:avLst/>
                </a:prstGeom>
                <a:grpFill/>
                <a:ln w="12700">
                  <a:solidFill>
                    <a:schemeClr val="bg1"/>
                  </a:solidFill>
                  <a:round/>
                  <a:headEnd/>
                  <a:tailEnd/>
                </a:ln>
              </p:spPr>
              <p:txBody>
                <a:bodyPr/>
                <a:lstStyle/>
                <a:p>
                  <a:endParaRPr lang="en-US"/>
                </a:p>
              </p:txBody>
            </p:sp>
            <p:sp>
              <p:nvSpPr>
                <p:cNvPr id="103938" name="Line 891">
                  <a:extLst>
                    <a:ext uri="{FF2B5EF4-FFF2-40B4-BE49-F238E27FC236}">
                      <a16:creationId xmlns:a16="http://schemas.microsoft.com/office/drawing/2014/main" id="{D0766F06-F74D-E844-BE14-A28B2698A581}"/>
                    </a:ext>
                  </a:extLst>
                </p:cNvPr>
                <p:cNvSpPr>
                  <a:spLocks noChangeShapeType="1"/>
                </p:cNvSpPr>
                <p:nvPr/>
              </p:nvSpPr>
              <p:spPr bwMode="auto">
                <a:xfrm>
                  <a:off x="3045" y="2985"/>
                  <a:ext cx="24" cy="1"/>
                </a:xfrm>
                <a:prstGeom prst="line">
                  <a:avLst/>
                </a:prstGeom>
                <a:grpFill/>
                <a:ln w="12700">
                  <a:solidFill>
                    <a:schemeClr val="bg1"/>
                  </a:solidFill>
                  <a:round/>
                  <a:headEnd/>
                  <a:tailEnd/>
                </a:ln>
              </p:spPr>
              <p:txBody>
                <a:bodyPr/>
                <a:lstStyle/>
                <a:p>
                  <a:endParaRPr lang="en-US"/>
                </a:p>
              </p:txBody>
            </p:sp>
            <p:sp>
              <p:nvSpPr>
                <p:cNvPr id="103939" name="Line 892">
                  <a:extLst>
                    <a:ext uri="{FF2B5EF4-FFF2-40B4-BE49-F238E27FC236}">
                      <a16:creationId xmlns:a16="http://schemas.microsoft.com/office/drawing/2014/main" id="{C33CDBDC-944C-8EEC-4B01-B40D757A1273}"/>
                    </a:ext>
                  </a:extLst>
                </p:cNvPr>
                <p:cNvSpPr>
                  <a:spLocks noChangeShapeType="1"/>
                </p:cNvSpPr>
                <p:nvPr/>
              </p:nvSpPr>
              <p:spPr bwMode="auto">
                <a:xfrm>
                  <a:off x="3101" y="2985"/>
                  <a:ext cx="24" cy="1"/>
                </a:xfrm>
                <a:prstGeom prst="line">
                  <a:avLst/>
                </a:prstGeom>
                <a:grpFill/>
                <a:ln w="12700">
                  <a:solidFill>
                    <a:schemeClr val="bg1"/>
                  </a:solidFill>
                  <a:round/>
                  <a:headEnd/>
                  <a:tailEnd/>
                </a:ln>
              </p:spPr>
              <p:txBody>
                <a:bodyPr/>
                <a:lstStyle/>
                <a:p>
                  <a:endParaRPr lang="en-US"/>
                </a:p>
              </p:txBody>
            </p:sp>
            <p:sp>
              <p:nvSpPr>
                <p:cNvPr id="103940" name="Line 893">
                  <a:extLst>
                    <a:ext uri="{FF2B5EF4-FFF2-40B4-BE49-F238E27FC236}">
                      <a16:creationId xmlns:a16="http://schemas.microsoft.com/office/drawing/2014/main" id="{3583B246-30FA-43B0-0F92-C52C4D65E78F}"/>
                    </a:ext>
                  </a:extLst>
                </p:cNvPr>
                <p:cNvSpPr>
                  <a:spLocks noChangeShapeType="1"/>
                </p:cNvSpPr>
                <p:nvPr/>
              </p:nvSpPr>
              <p:spPr bwMode="auto">
                <a:xfrm>
                  <a:off x="3157" y="2985"/>
                  <a:ext cx="16" cy="1"/>
                </a:xfrm>
                <a:prstGeom prst="line">
                  <a:avLst/>
                </a:prstGeom>
                <a:grpFill/>
                <a:ln w="12700">
                  <a:solidFill>
                    <a:schemeClr val="bg1"/>
                  </a:solidFill>
                  <a:round/>
                  <a:headEnd/>
                  <a:tailEnd/>
                </a:ln>
              </p:spPr>
              <p:txBody>
                <a:bodyPr/>
                <a:lstStyle/>
                <a:p>
                  <a:endParaRPr lang="en-US"/>
                </a:p>
              </p:txBody>
            </p:sp>
          </p:grpSp>
        </p:grpSp>
        <p:grpSp>
          <p:nvGrpSpPr>
            <p:cNvPr id="103602" name="Group 894">
              <a:extLst>
                <a:ext uri="{FF2B5EF4-FFF2-40B4-BE49-F238E27FC236}">
                  <a16:creationId xmlns:a16="http://schemas.microsoft.com/office/drawing/2014/main" id="{A881D0C0-B77B-7B41-DC5E-969C4700DA13}"/>
                </a:ext>
              </a:extLst>
            </p:cNvPr>
            <p:cNvGrpSpPr>
              <a:grpSpLocks/>
            </p:cNvGrpSpPr>
            <p:nvPr/>
          </p:nvGrpSpPr>
          <p:grpSpPr bwMode="auto">
            <a:xfrm>
              <a:off x="2870" y="3256"/>
              <a:ext cx="415" cy="56"/>
              <a:chOff x="2870" y="3256"/>
              <a:chExt cx="415" cy="56"/>
            </a:xfrm>
            <a:grpFill/>
          </p:grpSpPr>
          <p:sp>
            <p:nvSpPr>
              <p:cNvPr id="103925" name="Freeform 895">
                <a:extLst>
                  <a:ext uri="{FF2B5EF4-FFF2-40B4-BE49-F238E27FC236}">
                    <a16:creationId xmlns:a16="http://schemas.microsoft.com/office/drawing/2014/main" id="{345DEF64-1A84-D501-4531-E206170CAA2E}"/>
                  </a:ext>
                </a:extLst>
              </p:cNvPr>
              <p:cNvSpPr>
                <a:spLocks/>
              </p:cNvSpPr>
              <p:nvPr/>
            </p:nvSpPr>
            <p:spPr bwMode="auto">
              <a:xfrm>
                <a:off x="3173" y="3256"/>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solidFill>
                <a:round/>
                <a:headEnd/>
                <a:tailEnd/>
              </a:ln>
            </p:spPr>
            <p:txBody>
              <a:bodyPr/>
              <a:lstStyle/>
              <a:p>
                <a:endParaRPr lang="en-US"/>
              </a:p>
            </p:txBody>
          </p:sp>
          <p:grpSp>
            <p:nvGrpSpPr>
              <p:cNvPr id="103926" name="Group 896">
                <a:extLst>
                  <a:ext uri="{FF2B5EF4-FFF2-40B4-BE49-F238E27FC236}">
                    <a16:creationId xmlns:a16="http://schemas.microsoft.com/office/drawing/2014/main" id="{D7869EB0-F84D-0CE3-7F9B-73712E6D58EA}"/>
                  </a:ext>
                </a:extLst>
              </p:cNvPr>
              <p:cNvGrpSpPr>
                <a:grpSpLocks/>
              </p:cNvGrpSpPr>
              <p:nvPr/>
            </p:nvGrpSpPr>
            <p:grpSpPr bwMode="auto">
              <a:xfrm>
                <a:off x="2870" y="3280"/>
                <a:ext cx="295" cy="1"/>
                <a:chOff x="2870" y="3280"/>
                <a:chExt cx="295" cy="1"/>
              </a:xfrm>
              <a:grpFill/>
            </p:grpSpPr>
            <p:sp>
              <p:nvSpPr>
                <p:cNvPr id="103927" name="Line 897">
                  <a:extLst>
                    <a:ext uri="{FF2B5EF4-FFF2-40B4-BE49-F238E27FC236}">
                      <a16:creationId xmlns:a16="http://schemas.microsoft.com/office/drawing/2014/main" id="{1B5EB68A-C358-A3F3-1E70-C6053D44A9DA}"/>
                    </a:ext>
                  </a:extLst>
                </p:cNvPr>
                <p:cNvSpPr>
                  <a:spLocks noChangeShapeType="1"/>
                </p:cNvSpPr>
                <p:nvPr/>
              </p:nvSpPr>
              <p:spPr bwMode="auto">
                <a:xfrm>
                  <a:off x="2870" y="3280"/>
                  <a:ext cx="24" cy="1"/>
                </a:xfrm>
                <a:prstGeom prst="line">
                  <a:avLst/>
                </a:prstGeom>
                <a:grpFill/>
                <a:ln w="12700">
                  <a:solidFill>
                    <a:schemeClr val="bg1"/>
                  </a:solidFill>
                  <a:round/>
                  <a:headEnd/>
                  <a:tailEnd/>
                </a:ln>
              </p:spPr>
              <p:txBody>
                <a:bodyPr/>
                <a:lstStyle/>
                <a:p>
                  <a:endParaRPr lang="en-US"/>
                </a:p>
              </p:txBody>
            </p:sp>
            <p:sp>
              <p:nvSpPr>
                <p:cNvPr id="103928" name="Line 898">
                  <a:extLst>
                    <a:ext uri="{FF2B5EF4-FFF2-40B4-BE49-F238E27FC236}">
                      <a16:creationId xmlns:a16="http://schemas.microsoft.com/office/drawing/2014/main" id="{F01B71C8-44B1-73BD-3DFD-E2C3BF1EF87B}"/>
                    </a:ext>
                  </a:extLst>
                </p:cNvPr>
                <p:cNvSpPr>
                  <a:spLocks noChangeShapeType="1"/>
                </p:cNvSpPr>
                <p:nvPr/>
              </p:nvSpPr>
              <p:spPr bwMode="auto">
                <a:xfrm>
                  <a:off x="2926" y="3280"/>
                  <a:ext cx="24" cy="1"/>
                </a:xfrm>
                <a:prstGeom prst="line">
                  <a:avLst/>
                </a:prstGeom>
                <a:grpFill/>
                <a:ln w="12700">
                  <a:solidFill>
                    <a:schemeClr val="bg1"/>
                  </a:solidFill>
                  <a:round/>
                  <a:headEnd/>
                  <a:tailEnd/>
                </a:ln>
              </p:spPr>
              <p:txBody>
                <a:bodyPr/>
                <a:lstStyle/>
                <a:p>
                  <a:endParaRPr lang="en-US"/>
                </a:p>
              </p:txBody>
            </p:sp>
            <p:sp>
              <p:nvSpPr>
                <p:cNvPr id="103929" name="Line 899">
                  <a:extLst>
                    <a:ext uri="{FF2B5EF4-FFF2-40B4-BE49-F238E27FC236}">
                      <a16:creationId xmlns:a16="http://schemas.microsoft.com/office/drawing/2014/main" id="{F94026C2-CFD6-CD97-62F1-DBDDEF577CD8}"/>
                    </a:ext>
                  </a:extLst>
                </p:cNvPr>
                <p:cNvSpPr>
                  <a:spLocks noChangeShapeType="1"/>
                </p:cNvSpPr>
                <p:nvPr/>
              </p:nvSpPr>
              <p:spPr bwMode="auto">
                <a:xfrm>
                  <a:off x="2982" y="3280"/>
                  <a:ext cx="24" cy="1"/>
                </a:xfrm>
                <a:prstGeom prst="line">
                  <a:avLst/>
                </a:prstGeom>
                <a:grpFill/>
                <a:ln w="12700">
                  <a:solidFill>
                    <a:schemeClr val="bg1"/>
                  </a:solidFill>
                  <a:round/>
                  <a:headEnd/>
                  <a:tailEnd/>
                </a:ln>
              </p:spPr>
              <p:txBody>
                <a:bodyPr/>
                <a:lstStyle/>
                <a:p>
                  <a:endParaRPr lang="en-US"/>
                </a:p>
              </p:txBody>
            </p:sp>
            <p:sp>
              <p:nvSpPr>
                <p:cNvPr id="103930" name="Line 900">
                  <a:extLst>
                    <a:ext uri="{FF2B5EF4-FFF2-40B4-BE49-F238E27FC236}">
                      <a16:creationId xmlns:a16="http://schemas.microsoft.com/office/drawing/2014/main" id="{030BFCE5-4090-827E-F3D2-7D71103FC2FD}"/>
                    </a:ext>
                  </a:extLst>
                </p:cNvPr>
                <p:cNvSpPr>
                  <a:spLocks noChangeShapeType="1"/>
                </p:cNvSpPr>
                <p:nvPr/>
              </p:nvSpPr>
              <p:spPr bwMode="auto">
                <a:xfrm>
                  <a:off x="3037" y="3280"/>
                  <a:ext cx="24" cy="1"/>
                </a:xfrm>
                <a:prstGeom prst="line">
                  <a:avLst/>
                </a:prstGeom>
                <a:grpFill/>
                <a:ln w="12700">
                  <a:solidFill>
                    <a:schemeClr val="bg1"/>
                  </a:solidFill>
                  <a:round/>
                  <a:headEnd/>
                  <a:tailEnd/>
                </a:ln>
              </p:spPr>
              <p:txBody>
                <a:bodyPr/>
                <a:lstStyle/>
                <a:p>
                  <a:endParaRPr lang="en-US"/>
                </a:p>
              </p:txBody>
            </p:sp>
            <p:sp>
              <p:nvSpPr>
                <p:cNvPr id="103931" name="Line 901">
                  <a:extLst>
                    <a:ext uri="{FF2B5EF4-FFF2-40B4-BE49-F238E27FC236}">
                      <a16:creationId xmlns:a16="http://schemas.microsoft.com/office/drawing/2014/main" id="{5584F2D7-7225-2777-3F63-BC6EAE1500B9}"/>
                    </a:ext>
                  </a:extLst>
                </p:cNvPr>
                <p:cNvSpPr>
                  <a:spLocks noChangeShapeType="1"/>
                </p:cNvSpPr>
                <p:nvPr/>
              </p:nvSpPr>
              <p:spPr bwMode="auto">
                <a:xfrm>
                  <a:off x="3093" y="3280"/>
                  <a:ext cx="24" cy="1"/>
                </a:xfrm>
                <a:prstGeom prst="line">
                  <a:avLst/>
                </a:prstGeom>
                <a:grpFill/>
                <a:ln w="12700">
                  <a:solidFill>
                    <a:schemeClr val="bg1"/>
                  </a:solidFill>
                  <a:round/>
                  <a:headEnd/>
                  <a:tailEnd/>
                </a:ln>
              </p:spPr>
              <p:txBody>
                <a:bodyPr/>
                <a:lstStyle/>
                <a:p>
                  <a:endParaRPr lang="en-US"/>
                </a:p>
              </p:txBody>
            </p:sp>
            <p:sp>
              <p:nvSpPr>
                <p:cNvPr id="103932" name="Line 902">
                  <a:extLst>
                    <a:ext uri="{FF2B5EF4-FFF2-40B4-BE49-F238E27FC236}">
                      <a16:creationId xmlns:a16="http://schemas.microsoft.com/office/drawing/2014/main" id="{86D9282D-84C7-0F76-D175-2298CDE238A3}"/>
                    </a:ext>
                  </a:extLst>
                </p:cNvPr>
                <p:cNvSpPr>
                  <a:spLocks noChangeShapeType="1"/>
                </p:cNvSpPr>
                <p:nvPr/>
              </p:nvSpPr>
              <p:spPr bwMode="auto">
                <a:xfrm>
                  <a:off x="3149" y="3280"/>
                  <a:ext cx="16" cy="1"/>
                </a:xfrm>
                <a:prstGeom prst="line">
                  <a:avLst/>
                </a:prstGeom>
                <a:grpFill/>
                <a:ln w="12700">
                  <a:solidFill>
                    <a:schemeClr val="bg1"/>
                  </a:solidFill>
                  <a:round/>
                  <a:headEnd/>
                  <a:tailEnd/>
                </a:ln>
              </p:spPr>
              <p:txBody>
                <a:bodyPr/>
                <a:lstStyle/>
                <a:p>
                  <a:endParaRPr lang="en-US"/>
                </a:p>
              </p:txBody>
            </p:sp>
          </p:grpSp>
        </p:grpSp>
        <p:grpSp>
          <p:nvGrpSpPr>
            <p:cNvPr id="103603" name="Group 903">
              <a:extLst>
                <a:ext uri="{FF2B5EF4-FFF2-40B4-BE49-F238E27FC236}">
                  <a16:creationId xmlns:a16="http://schemas.microsoft.com/office/drawing/2014/main" id="{E8FF6ECB-2D11-9D10-F968-FDA1B96DE25B}"/>
                </a:ext>
              </a:extLst>
            </p:cNvPr>
            <p:cNvGrpSpPr>
              <a:grpSpLocks/>
            </p:cNvGrpSpPr>
            <p:nvPr/>
          </p:nvGrpSpPr>
          <p:grpSpPr bwMode="auto">
            <a:xfrm>
              <a:off x="2870" y="3567"/>
              <a:ext cx="415" cy="56"/>
              <a:chOff x="2870" y="3567"/>
              <a:chExt cx="415" cy="56"/>
            </a:xfrm>
            <a:grpFill/>
          </p:grpSpPr>
          <p:sp>
            <p:nvSpPr>
              <p:cNvPr id="103917" name="Freeform 904">
                <a:extLst>
                  <a:ext uri="{FF2B5EF4-FFF2-40B4-BE49-F238E27FC236}">
                    <a16:creationId xmlns:a16="http://schemas.microsoft.com/office/drawing/2014/main" id="{A23E1F64-3D1E-CC82-E7A7-384845972FC8}"/>
                  </a:ext>
                </a:extLst>
              </p:cNvPr>
              <p:cNvSpPr>
                <a:spLocks/>
              </p:cNvSpPr>
              <p:nvPr/>
            </p:nvSpPr>
            <p:spPr bwMode="auto">
              <a:xfrm>
                <a:off x="3173"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solidFill>
                <a:round/>
                <a:headEnd/>
                <a:tailEnd/>
              </a:ln>
            </p:spPr>
            <p:txBody>
              <a:bodyPr/>
              <a:lstStyle/>
              <a:p>
                <a:endParaRPr lang="en-US"/>
              </a:p>
            </p:txBody>
          </p:sp>
          <p:grpSp>
            <p:nvGrpSpPr>
              <p:cNvPr id="103918" name="Group 905">
                <a:extLst>
                  <a:ext uri="{FF2B5EF4-FFF2-40B4-BE49-F238E27FC236}">
                    <a16:creationId xmlns:a16="http://schemas.microsoft.com/office/drawing/2014/main" id="{7F014ECA-1BAE-88AE-08A6-E77F0CA13E9A}"/>
                  </a:ext>
                </a:extLst>
              </p:cNvPr>
              <p:cNvGrpSpPr>
                <a:grpSpLocks/>
              </p:cNvGrpSpPr>
              <p:nvPr/>
            </p:nvGrpSpPr>
            <p:grpSpPr bwMode="auto">
              <a:xfrm>
                <a:off x="2870" y="3591"/>
                <a:ext cx="295" cy="1"/>
                <a:chOff x="2870" y="3591"/>
                <a:chExt cx="295" cy="1"/>
              </a:xfrm>
              <a:grpFill/>
            </p:grpSpPr>
            <p:sp>
              <p:nvSpPr>
                <p:cNvPr id="103919" name="Line 906">
                  <a:extLst>
                    <a:ext uri="{FF2B5EF4-FFF2-40B4-BE49-F238E27FC236}">
                      <a16:creationId xmlns:a16="http://schemas.microsoft.com/office/drawing/2014/main" id="{7257683E-D651-494B-C73B-02FBB44CFB1D}"/>
                    </a:ext>
                  </a:extLst>
                </p:cNvPr>
                <p:cNvSpPr>
                  <a:spLocks noChangeShapeType="1"/>
                </p:cNvSpPr>
                <p:nvPr/>
              </p:nvSpPr>
              <p:spPr bwMode="auto">
                <a:xfrm>
                  <a:off x="2870" y="3591"/>
                  <a:ext cx="24" cy="1"/>
                </a:xfrm>
                <a:prstGeom prst="line">
                  <a:avLst/>
                </a:prstGeom>
                <a:grpFill/>
                <a:ln w="12700">
                  <a:solidFill>
                    <a:schemeClr val="bg1"/>
                  </a:solidFill>
                  <a:round/>
                  <a:headEnd/>
                  <a:tailEnd/>
                </a:ln>
              </p:spPr>
              <p:txBody>
                <a:bodyPr/>
                <a:lstStyle/>
                <a:p>
                  <a:endParaRPr lang="en-US"/>
                </a:p>
              </p:txBody>
            </p:sp>
            <p:sp>
              <p:nvSpPr>
                <p:cNvPr id="103920" name="Line 907">
                  <a:extLst>
                    <a:ext uri="{FF2B5EF4-FFF2-40B4-BE49-F238E27FC236}">
                      <a16:creationId xmlns:a16="http://schemas.microsoft.com/office/drawing/2014/main" id="{1E183547-A3D5-74AC-7C8E-29EF5AFB04A0}"/>
                    </a:ext>
                  </a:extLst>
                </p:cNvPr>
                <p:cNvSpPr>
                  <a:spLocks noChangeShapeType="1"/>
                </p:cNvSpPr>
                <p:nvPr/>
              </p:nvSpPr>
              <p:spPr bwMode="auto">
                <a:xfrm>
                  <a:off x="2926" y="3591"/>
                  <a:ext cx="24" cy="1"/>
                </a:xfrm>
                <a:prstGeom prst="line">
                  <a:avLst/>
                </a:prstGeom>
                <a:grpFill/>
                <a:ln w="12700">
                  <a:solidFill>
                    <a:schemeClr val="bg1"/>
                  </a:solidFill>
                  <a:round/>
                  <a:headEnd/>
                  <a:tailEnd/>
                </a:ln>
              </p:spPr>
              <p:txBody>
                <a:bodyPr/>
                <a:lstStyle/>
                <a:p>
                  <a:endParaRPr lang="en-US"/>
                </a:p>
              </p:txBody>
            </p:sp>
            <p:sp>
              <p:nvSpPr>
                <p:cNvPr id="103921" name="Line 908">
                  <a:extLst>
                    <a:ext uri="{FF2B5EF4-FFF2-40B4-BE49-F238E27FC236}">
                      <a16:creationId xmlns:a16="http://schemas.microsoft.com/office/drawing/2014/main" id="{278C007A-43B0-3A27-F2A7-8BCAC3B9444F}"/>
                    </a:ext>
                  </a:extLst>
                </p:cNvPr>
                <p:cNvSpPr>
                  <a:spLocks noChangeShapeType="1"/>
                </p:cNvSpPr>
                <p:nvPr/>
              </p:nvSpPr>
              <p:spPr bwMode="auto">
                <a:xfrm>
                  <a:off x="2982" y="3591"/>
                  <a:ext cx="24" cy="1"/>
                </a:xfrm>
                <a:prstGeom prst="line">
                  <a:avLst/>
                </a:prstGeom>
                <a:grpFill/>
                <a:ln w="12700">
                  <a:solidFill>
                    <a:schemeClr val="bg1"/>
                  </a:solidFill>
                  <a:round/>
                  <a:headEnd/>
                  <a:tailEnd/>
                </a:ln>
              </p:spPr>
              <p:txBody>
                <a:bodyPr/>
                <a:lstStyle/>
                <a:p>
                  <a:endParaRPr lang="en-US"/>
                </a:p>
              </p:txBody>
            </p:sp>
            <p:sp>
              <p:nvSpPr>
                <p:cNvPr id="103922" name="Line 909">
                  <a:extLst>
                    <a:ext uri="{FF2B5EF4-FFF2-40B4-BE49-F238E27FC236}">
                      <a16:creationId xmlns:a16="http://schemas.microsoft.com/office/drawing/2014/main" id="{6030DA92-54C7-FC1F-1415-E17041E8138C}"/>
                    </a:ext>
                  </a:extLst>
                </p:cNvPr>
                <p:cNvSpPr>
                  <a:spLocks noChangeShapeType="1"/>
                </p:cNvSpPr>
                <p:nvPr/>
              </p:nvSpPr>
              <p:spPr bwMode="auto">
                <a:xfrm>
                  <a:off x="3037" y="3591"/>
                  <a:ext cx="24" cy="1"/>
                </a:xfrm>
                <a:prstGeom prst="line">
                  <a:avLst/>
                </a:prstGeom>
                <a:grpFill/>
                <a:ln w="12700">
                  <a:solidFill>
                    <a:schemeClr val="bg1"/>
                  </a:solidFill>
                  <a:round/>
                  <a:headEnd/>
                  <a:tailEnd/>
                </a:ln>
              </p:spPr>
              <p:txBody>
                <a:bodyPr/>
                <a:lstStyle/>
                <a:p>
                  <a:endParaRPr lang="en-US"/>
                </a:p>
              </p:txBody>
            </p:sp>
            <p:sp>
              <p:nvSpPr>
                <p:cNvPr id="103923" name="Line 910">
                  <a:extLst>
                    <a:ext uri="{FF2B5EF4-FFF2-40B4-BE49-F238E27FC236}">
                      <a16:creationId xmlns:a16="http://schemas.microsoft.com/office/drawing/2014/main" id="{29CFC95F-F8A1-38DD-0C85-163207AF5072}"/>
                    </a:ext>
                  </a:extLst>
                </p:cNvPr>
                <p:cNvSpPr>
                  <a:spLocks noChangeShapeType="1"/>
                </p:cNvSpPr>
                <p:nvPr/>
              </p:nvSpPr>
              <p:spPr bwMode="auto">
                <a:xfrm>
                  <a:off x="3093" y="3591"/>
                  <a:ext cx="24" cy="1"/>
                </a:xfrm>
                <a:prstGeom prst="line">
                  <a:avLst/>
                </a:prstGeom>
                <a:grpFill/>
                <a:ln w="12700">
                  <a:solidFill>
                    <a:schemeClr val="bg1"/>
                  </a:solidFill>
                  <a:round/>
                  <a:headEnd/>
                  <a:tailEnd/>
                </a:ln>
              </p:spPr>
              <p:txBody>
                <a:bodyPr/>
                <a:lstStyle/>
                <a:p>
                  <a:endParaRPr lang="en-US"/>
                </a:p>
              </p:txBody>
            </p:sp>
            <p:sp>
              <p:nvSpPr>
                <p:cNvPr id="103924" name="Line 911">
                  <a:extLst>
                    <a:ext uri="{FF2B5EF4-FFF2-40B4-BE49-F238E27FC236}">
                      <a16:creationId xmlns:a16="http://schemas.microsoft.com/office/drawing/2014/main" id="{C9339A9A-1312-C11F-C8E0-E435D198332B}"/>
                    </a:ext>
                  </a:extLst>
                </p:cNvPr>
                <p:cNvSpPr>
                  <a:spLocks noChangeShapeType="1"/>
                </p:cNvSpPr>
                <p:nvPr/>
              </p:nvSpPr>
              <p:spPr bwMode="auto">
                <a:xfrm>
                  <a:off x="3149" y="3591"/>
                  <a:ext cx="16" cy="1"/>
                </a:xfrm>
                <a:prstGeom prst="line">
                  <a:avLst/>
                </a:prstGeom>
                <a:grpFill/>
                <a:ln w="12700">
                  <a:solidFill>
                    <a:schemeClr val="bg1"/>
                  </a:solidFill>
                  <a:round/>
                  <a:headEnd/>
                  <a:tailEnd/>
                </a:ln>
              </p:spPr>
              <p:txBody>
                <a:bodyPr/>
                <a:lstStyle/>
                <a:p>
                  <a:endParaRPr lang="en-US"/>
                </a:p>
              </p:txBody>
            </p:sp>
          </p:grpSp>
        </p:grpSp>
        <p:grpSp>
          <p:nvGrpSpPr>
            <p:cNvPr id="103604" name="Group 912">
              <a:extLst>
                <a:ext uri="{FF2B5EF4-FFF2-40B4-BE49-F238E27FC236}">
                  <a16:creationId xmlns:a16="http://schemas.microsoft.com/office/drawing/2014/main" id="{999EE887-2071-2CA9-4500-BE3F5258B012}"/>
                </a:ext>
              </a:extLst>
            </p:cNvPr>
            <p:cNvGrpSpPr>
              <a:grpSpLocks/>
            </p:cNvGrpSpPr>
            <p:nvPr/>
          </p:nvGrpSpPr>
          <p:grpSpPr bwMode="auto">
            <a:xfrm>
              <a:off x="2399" y="1765"/>
              <a:ext cx="1357" cy="1196"/>
              <a:chOff x="2399" y="1765"/>
              <a:chExt cx="1357" cy="1196"/>
            </a:xfrm>
            <a:grpFill/>
          </p:grpSpPr>
          <p:sp>
            <p:nvSpPr>
              <p:cNvPr id="103915" name="Freeform 913">
                <a:extLst>
                  <a:ext uri="{FF2B5EF4-FFF2-40B4-BE49-F238E27FC236}">
                    <a16:creationId xmlns:a16="http://schemas.microsoft.com/office/drawing/2014/main" id="{FA0127FF-A5B8-138D-992E-A6BDB34B5893}"/>
                  </a:ext>
                </a:extLst>
              </p:cNvPr>
              <p:cNvSpPr>
                <a:spLocks/>
              </p:cNvSpPr>
              <p:nvPr/>
            </p:nvSpPr>
            <p:spPr bwMode="auto">
              <a:xfrm>
                <a:off x="3636" y="2850"/>
                <a:ext cx="120" cy="111"/>
              </a:xfrm>
              <a:custGeom>
                <a:avLst/>
                <a:gdLst>
                  <a:gd name="T0" fmla="*/ 120 w 120"/>
                  <a:gd name="T1" fmla="*/ 111 h 111"/>
                  <a:gd name="T2" fmla="*/ 0 w 120"/>
                  <a:gd name="T3" fmla="*/ 47 h 111"/>
                  <a:gd name="T4" fmla="*/ 16 w 120"/>
                  <a:gd name="T5" fmla="*/ 23 h 111"/>
                  <a:gd name="T6" fmla="*/ 40 w 120"/>
                  <a:gd name="T7" fmla="*/ 0 h 111"/>
                  <a:gd name="T8" fmla="*/ 120 w 120"/>
                  <a:gd name="T9" fmla="*/ 111 h 111"/>
                  <a:gd name="T10" fmla="*/ 0 60000 65536"/>
                  <a:gd name="T11" fmla="*/ 0 60000 65536"/>
                  <a:gd name="T12" fmla="*/ 0 60000 65536"/>
                  <a:gd name="T13" fmla="*/ 0 60000 65536"/>
                  <a:gd name="T14" fmla="*/ 0 60000 65536"/>
                  <a:gd name="T15" fmla="*/ 0 w 120"/>
                  <a:gd name="T16" fmla="*/ 0 h 111"/>
                  <a:gd name="T17" fmla="*/ 120 w 120"/>
                  <a:gd name="T18" fmla="*/ 111 h 111"/>
                </a:gdLst>
                <a:ahLst/>
                <a:cxnLst>
                  <a:cxn ang="T10">
                    <a:pos x="T0" y="T1"/>
                  </a:cxn>
                  <a:cxn ang="T11">
                    <a:pos x="T2" y="T3"/>
                  </a:cxn>
                  <a:cxn ang="T12">
                    <a:pos x="T4" y="T5"/>
                  </a:cxn>
                  <a:cxn ang="T13">
                    <a:pos x="T6" y="T7"/>
                  </a:cxn>
                  <a:cxn ang="T14">
                    <a:pos x="T8" y="T9"/>
                  </a:cxn>
                </a:cxnLst>
                <a:rect l="T15" t="T16" r="T17" b="T18"/>
                <a:pathLst>
                  <a:path w="120" h="111">
                    <a:moveTo>
                      <a:pt x="120" y="111"/>
                    </a:moveTo>
                    <a:lnTo>
                      <a:pt x="0" y="47"/>
                    </a:lnTo>
                    <a:lnTo>
                      <a:pt x="16" y="23"/>
                    </a:lnTo>
                    <a:lnTo>
                      <a:pt x="40" y="0"/>
                    </a:lnTo>
                    <a:lnTo>
                      <a:pt x="120" y="111"/>
                    </a:lnTo>
                    <a:close/>
                  </a:path>
                </a:pathLst>
              </a:custGeom>
              <a:grpFill/>
              <a:ln w="9525">
                <a:solidFill>
                  <a:schemeClr val="bg1"/>
                </a:solidFill>
                <a:round/>
                <a:headEnd/>
                <a:tailEnd/>
              </a:ln>
            </p:spPr>
            <p:txBody>
              <a:bodyPr/>
              <a:lstStyle/>
              <a:p>
                <a:endParaRPr lang="en-US"/>
              </a:p>
            </p:txBody>
          </p:sp>
          <p:sp>
            <p:nvSpPr>
              <p:cNvPr id="103916" name="Line 914">
                <a:extLst>
                  <a:ext uri="{FF2B5EF4-FFF2-40B4-BE49-F238E27FC236}">
                    <a16:creationId xmlns:a16="http://schemas.microsoft.com/office/drawing/2014/main" id="{1C48946E-9BA4-D828-923D-78BAE64CD4D7}"/>
                  </a:ext>
                </a:extLst>
              </p:cNvPr>
              <p:cNvSpPr>
                <a:spLocks noChangeShapeType="1"/>
              </p:cNvSpPr>
              <p:nvPr/>
            </p:nvSpPr>
            <p:spPr bwMode="auto">
              <a:xfrm>
                <a:off x="2399" y="1765"/>
                <a:ext cx="1261" cy="1114"/>
              </a:xfrm>
              <a:prstGeom prst="line">
                <a:avLst/>
              </a:prstGeom>
              <a:grpFill/>
              <a:ln w="25400">
                <a:solidFill>
                  <a:schemeClr val="bg1"/>
                </a:solidFill>
                <a:round/>
                <a:headEnd/>
                <a:tailEnd/>
              </a:ln>
            </p:spPr>
            <p:txBody>
              <a:bodyPr/>
              <a:lstStyle/>
              <a:p>
                <a:endParaRPr lang="en-US"/>
              </a:p>
            </p:txBody>
          </p:sp>
        </p:grpSp>
        <p:grpSp>
          <p:nvGrpSpPr>
            <p:cNvPr id="103605" name="Group 915">
              <a:extLst>
                <a:ext uri="{FF2B5EF4-FFF2-40B4-BE49-F238E27FC236}">
                  <a16:creationId xmlns:a16="http://schemas.microsoft.com/office/drawing/2014/main" id="{9C00C5B5-E0E6-DFC2-3327-EF4C0904C670}"/>
                </a:ext>
              </a:extLst>
            </p:cNvPr>
            <p:cNvGrpSpPr>
              <a:grpSpLocks/>
            </p:cNvGrpSpPr>
            <p:nvPr/>
          </p:nvGrpSpPr>
          <p:grpSpPr bwMode="auto">
            <a:xfrm>
              <a:off x="2862" y="1765"/>
              <a:ext cx="1349" cy="1204"/>
              <a:chOff x="2862" y="1765"/>
              <a:chExt cx="1349" cy="1204"/>
            </a:xfrm>
            <a:grpFill/>
          </p:grpSpPr>
          <p:sp>
            <p:nvSpPr>
              <p:cNvPr id="103913" name="Freeform 916">
                <a:extLst>
                  <a:ext uri="{FF2B5EF4-FFF2-40B4-BE49-F238E27FC236}">
                    <a16:creationId xmlns:a16="http://schemas.microsoft.com/office/drawing/2014/main" id="{7725A9A7-24E2-7431-B55D-0AA4A48860E8}"/>
                  </a:ext>
                </a:extLst>
              </p:cNvPr>
              <p:cNvSpPr>
                <a:spLocks/>
              </p:cNvSpPr>
              <p:nvPr/>
            </p:nvSpPr>
            <p:spPr bwMode="auto">
              <a:xfrm>
                <a:off x="4091" y="2850"/>
                <a:ext cx="120" cy="119"/>
              </a:xfrm>
              <a:custGeom>
                <a:avLst/>
                <a:gdLst>
                  <a:gd name="T0" fmla="*/ 120 w 120"/>
                  <a:gd name="T1" fmla="*/ 119 h 119"/>
                  <a:gd name="T2" fmla="*/ 0 w 120"/>
                  <a:gd name="T3" fmla="*/ 55 h 119"/>
                  <a:gd name="T4" fmla="*/ 24 w 120"/>
                  <a:gd name="T5" fmla="*/ 23 h 119"/>
                  <a:gd name="T6" fmla="*/ 48 w 120"/>
                  <a:gd name="T7" fmla="*/ 0 h 119"/>
                  <a:gd name="T8" fmla="*/ 120 w 120"/>
                  <a:gd name="T9" fmla="*/ 119 h 119"/>
                  <a:gd name="T10" fmla="*/ 0 60000 65536"/>
                  <a:gd name="T11" fmla="*/ 0 60000 65536"/>
                  <a:gd name="T12" fmla="*/ 0 60000 65536"/>
                  <a:gd name="T13" fmla="*/ 0 60000 65536"/>
                  <a:gd name="T14" fmla="*/ 0 60000 65536"/>
                  <a:gd name="T15" fmla="*/ 0 w 120"/>
                  <a:gd name="T16" fmla="*/ 0 h 119"/>
                  <a:gd name="T17" fmla="*/ 120 w 120"/>
                  <a:gd name="T18" fmla="*/ 119 h 119"/>
                </a:gdLst>
                <a:ahLst/>
                <a:cxnLst>
                  <a:cxn ang="T10">
                    <a:pos x="T0" y="T1"/>
                  </a:cxn>
                  <a:cxn ang="T11">
                    <a:pos x="T2" y="T3"/>
                  </a:cxn>
                  <a:cxn ang="T12">
                    <a:pos x="T4" y="T5"/>
                  </a:cxn>
                  <a:cxn ang="T13">
                    <a:pos x="T6" y="T7"/>
                  </a:cxn>
                  <a:cxn ang="T14">
                    <a:pos x="T8" y="T9"/>
                  </a:cxn>
                </a:cxnLst>
                <a:rect l="T15" t="T16" r="T17" b="T18"/>
                <a:pathLst>
                  <a:path w="120" h="119">
                    <a:moveTo>
                      <a:pt x="120" y="119"/>
                    </a:moveTo>
                    <a:lnTo>
                      <a:pt x="0" y="55"/>
                    </a:lnTo>
                    <a:lnTo>
                      <a:pt x="24" y="23"/>
                    </a:lnTo>
                    <a:lnTo>
                      <a:pt x="48" y="0"/>
                    </a:lnTo>
                    <a:lnTo>
                      <a:pt x="120" y="119"/>
                    </a:lnTo>
                    <a:close/>
                  </a:path>
                </a:pathLst>
              </a:custGeom>
              <a:grpFill/>
              <a:ln w="9525">
                <a:solidFill>
                  <a:schemeClr val="bg1"/>
                </a:solidFill>
                <a:round/>
                <a:headEnd/>
                <a:tailEnd/>
              </a:ln>
            </p:spPr>
            <p:txBody>
              <a:bodyPr/>
              <a:lstStyle/>
              <a:p>
                <a:endParaRPr lang="en-US"/>
              </a:p>
            </p:txBody>
          </p:sp>
          <p:sp>
            <p:nvSpPr>
              <p:cNvPr id="103914" name="Line 917">
                <a:extLst>
                  <a:ext uri="{FF2B5EF4-FFF2-40B4-BE49-F238E27FC236}">
                    <a16:creationId xmlns:a16="http://schemas.microsoft.com/office/drawing/2014/main" id="{F8295601-9826-42AA-AF9A-6A168BF6B7CC}"/>
                  </a:ext>
                </a:extLst>
              </p:cNvPr>
              <p:cNvSpPr>
                <a:spLocks noChangeShapeType="1"/>
              </p:cNvSpPr>
              <p:nvPr/>
            </p:nvSpPr>
            <p:spPr bwMode="auto">
              <a:xfrm>
                <a:off x="2862" y="1765"/>
                <a:ext cx="1261" cy="1114"/>
              </a:xfrm>
              <a:prstGeom prst="line">
                <a:avLst/>
              </a:prstGeom>
              <a:grpFill/>
              <a:ln w="25400">
                <a:solidFill>
                  <a:schemeClr val="bg1"/>
                </a:solidFill>
                <a:round/>
                <a:headEnd/>
                <a:tailEnd/>
              </a:ln>
            </p:spPr>
            <p:txBody>
              <a:bodyPr/>
              <a:lstStyle/>
              <a:p>
                <a:endParaRPr lang="en-US"/>
              </a:p>
            </p:txBody>
          </p:sp>
        </p:grpSp>
        <p:grpSp>
          <p:nvGrpSpPr>
            <p:cNvPr id="103606" name="Group 918">
              <a:extLst>
                <a:ext uri="{FF2B5EF4-FFF2-40B4-BE49-F238E27FC236}">
                  <a16:creationId xmlns:a16="http://schemas.microsoft.com/office/drawing/2014/main" id="{7C29416B-4D60-0603-90C7-BFF412EFB527}"/>
                </a:ext>
              </a:extLst>
            </p:cNvPr>
            <p:cNvGrpSpPr>
              <a:grpSpLocks/>
            </p:cNvGrpSpPr>
            <p:nvPr/>
          </p:nvGrpSpPr>
          <p:grpSpPr bwMode="auto">
            <a:xfrm>
              <a:off x="2870" y="2990"/>
              <a:ext cx="886" cy="290"/>
              <a:chOff x="2870" y="2990"/>
              <a:chExt cx="886" cy="290"/>
            </a:xfrm>
            <a:grpFill/>
          </p:grpSpPr>
          <p:sp>
            <p:nvSpPr>
              <p:cNvPr id="103911" name="Freeform 919">
                <a:extLst>
                  <a:ext uri="{FF2B5EF4-FFF2-40B4-BE49-F238E27FC236}">
                    <a16:creationId xmlns:a16="http://schemas.microsoft.com/office/drawing/2014/main" id="{0B4E5715-BA5F-DEF5-2D40-ABF494699547}"/>
                  </a:ext>
                </a:extLst>
              </p:cNvPr>
              <p:cNvSpPr>
                <a:spLocks/>
              </p:cNvSpPr>
              <p:nvPr/>
            </p:nvSpPr>
            <p:spPr bwMode="auto">
              <a:xfrm>
                <a:off x="3612" y="3208"/>
                <a:ext cx="144" cy="72"/>
              </a:xfrm>
              <a:custGeom>
                <a:avLst/>
                <a:gdLst>
                  <a:gd name="T0" fmla="*/ 144 w 144"/>
                  <a:gd name="T1" fmla="*/ 72 h 72"/>
                  <a:gd name="T2" fmla="*/ 0 w 144"/>
                  <a:gd name="T3" fmla="*/ 64 h 72"/>
                  <a:gd name="T4" fmla="*/ 16 w 144"/>
                  <a:gd name="T5" fmla="*/ 32 h 72"/>
                  <a:gd name="T6" fmla="*/ 24 w 144"/>
                  <a:gd name="T7" fmla="*/ 0 h 72"/>
                  <a:gd name="T8" fmla="*/ 144 w 144"/>
                  <a:gd name="T9" fmla="*/ 72 h 72"/>
                  <a:gd name="T10" fmla="*/ 0 60000 65536"/>
                  <a:gd name="T11" fmla="*/ 0 60000 65536"/>
                  <a:gd name="T12" fmla="*/ 0 60000 65536"/>
                  <a:gd name="T13" fmla="*/ 0 60000 65536"/>
                  <a:gd name="T14" fmla="*/ 0 60000 65536"/>
                  <a:gd name="T15" fmla="*/ 0 w 144"/>
                  <a:gd name="T16" fmla="*/ 0 h 72"/>
                  <a:gd name="T17" fmla="*/ 144 w 144"/>
                  <a:gd name="T18" fmla="*/ 72 h 72"/>
                </a:gdLst>
                <a:ahLst/>
                <a:cxnLst>
                  <a:cxn ang="T10">
                    <a:pos x="T0" y="T1"/>
                  </a:cxn>
                  <a:cxn ang="T11">
                    <a:pos x="T2" y="T3"/>
                  </a:cxn>
                  <a:cxn ang="T12">
                    <a:pos x="T4" y="T5"/>
                  </a:cxn>
                  <a:cxn ang="T13">
                    <a:pos x="T6" y="T7"/>
                  </a:cxn>
                  <a:cxn ang="T14">
                    <a:pos x="T8" y="T9"/>
                  </a:cxn>
                </a:cxnLst>
                <a:rect l="T15" t="T16" r="T17" b="T18"/>
                <a:pathLst>
                  <a:path w="144" h="72">
                    <a:moveTo>
                      <a:pt x="144" y="72"/>
                    </a:moveTo>
                    <a:lnTo>
                      <a:pt x="0" y="64"/>
                    </a:lnTo>
                    <a:lnTo>
                      <a:pt x="16" y="32"/>
                    </a:lnTo>
                    <a:lnTo>
                      <a:pt x="24" y="0"/>
                    </a:lnTo>
                    <a:lnTo>
                      <a:pt x="144" y="72"/>
                    </a:lnTo>
                    <a:close/>
                  </a:path>
                </a:pathLst>
              </a:custGeom>
              <a:grpFill/>
              <a:ln w="9525">
                <a:solidFill>
                  <a:schemeClr val="bg1"/>
                </a:solidFill>
                <a:round/>
                <a:headEnd/>
                <a:tailEnd/>
              </a:ln>
            </p:spPr>
            <p:txBody>
              <a:bodyPr/>
              <a:lstStyle/>
              <a:p>
                <a:endParaRPr lang="en-US"/>
              </a:p>
            </p:txBody>
          </p:sp>
          <p:sp>
            <p:nvSpPr>
              <p:cNvPr id="103912" name="Line 920">
                <a:extLst>
                  <a:ext uri="{FF2B5EF4-FFF2-40B4-BE49-F238E27FC236}">
                    <a16:creationId xmlns:a16="http://schemas.microsoft.com/office/drawing/2014/main" id="{38D90EA2-06DE-01FF-4007-9F3F70F8E04C}"/>
                  </a:ext>
                </a:extLst>
              </p:cNvPr>
              <p:cNvSpPr>
                <a:spLocks noChangeShapeType="1"/>
              </p:cNvSpPr>
              <p:nvPr/>
            </p:nvSpPr>
            <p:spPr bwMode="auto">
              <a:xfrm>
                <a:off x="2870" y="2990"/>
                <a:ext cx="766" cy="252"/>
              </a:xfrm>
              <a:prstGeom prst="line">
                <a:avLst/>
              </a:prstGeom>
              <a:grpFill/>
              <a:ln w="25400">
                <a:solidFill>
                  <a:schemeClr val="bg1"/>
                </a:solidFill>
                <a:round/>
                <a:headEnd/>
                <a:tailEnd/>
              </a:ln>
            </p:spPr>
            <p:txBody>
              <a:bodyPr/>
              <a:lstStyle/>
              <a:p>
                <a:endParaRPr lang="en-US"/>
              </a:p>
            </p:txBody>
          </p:sp>
        </p:grpSp>
        <p:grpSp>
          <p:nvGrpSpPr>
            <p:cNvPr id="103607" name="Group 921">
              <a:extLst>
                <a:ext uri="{FF2B5EF4-FFF2-40B4-BE49-F238E27FC236}">
                  <a16:creationId xmlns:a16="http://schemas.microsoft.com/office/drawing/2014/main" id="{E4CB0141-B8D0-2511-006F-588AEB721966}"/>
                </a:ext>
              </a:extLst>
            </p:cNvPr>
            <p:cNvGrpSpPr>
              <a:grpSpLocks/>
            </p:cNvGrpSpPr>
            <p:nvPr/>
          </p:nvGrpSpPr>
          <p:grpSpPr bwMode="auto">
            <a:xfrm>
              <a:off x="2393" y="2993"/>
              <a:ext cx="437" cy="598"/>
              <a:chOff x="2393" y="2993"/>
              <a:chExt cx="437" cy="598"/>
            </a:xfrm>
            <a:grpFill/>
          </p:grpSpPr>
          <p:sp>
            <p:nvSpPr>
              <p:cNvPr id="103909" name="Freeform 922">
                <a:extLst>
                  <a:ext uri="{FF2B5EF4-FFF2-40B4-BE49-F238E27FC236}">
                    <a16:creationId xmlns:a16="http://schemas.microsoft.com/office/drawing/2014/main" id="{B63FAF4C-93B2-7D5F-E200-DA88133FDDBB}"/>
                  </a:ext>
                </a:extLst>
              </p:cNvPr>
              <p:cNvSpPr>
                <a:spLocks/>
              </p:cNvSpPr>
              <p:nvPr/>
            </p:nvSpPr>
            <p:spPr bwMode="auto">
              <a:xfrm>
                <a:off x="2726" y="2993"/>
                <a:ext cx="104" cy="128"/>
              </a:xfrm>
              <a:custGeom>
                <a:avLst/>
                <a:gdLst>
                  <a:gd name="T0" fmla="*/ 104 w 104"/>
                  <a:gd name="T1" fmla="*/ 0 h 128"/>
                  <a:gd name="T2" fmla="*/ 56 w 104"/>
                  <a:gd name="T3" fmla="*/ 128 h 128"/>
                  <a:gd name="T4" fmla="*/ 24 w 104"/>
                  <a:gd name="T5" fmla="*/ 112 h 128"/>
                  <a:gd name="T6" fmla="*/ 0 w 104"/>
                  <a:gd name="T7" fmla="*/ 88 h 128"/>
                  <a:gd name="T8" fmla="*/ 104 w 104"/>
                  <a:gd name="T9" fmla="*/ 0 h 128"/>
                  <a:gd name="T10" fmla="*/ 0 60000 65536"/>
                  <a:gd name="T11" fmla="*/ 0 60000 65536"/>
                  <a:gd name="T12" fmla="*/ 0 60000 65536"/>
                  <a:gd name="T13" fmla="*/ 0 60000 65536"/>
                  <a:gd name="T14" fmla="*/ 0 60000 65536"/>
                  <a:gd name="T15" fmla="*/ 0 w 104"/>
                  <a:gd name="T16" fmla="*/ 0 h 128"/>
                  <a:gd name="T17" fmla="*/ 104 w 104"/>
                  <a:gd name="T18" fmla="*/ 128 h 128"/>
                </a:gdLst>
                <a:ahLst/>
                <a:cxnLst>
                  <a:cxn ang="T10">
                    <a:pos x="T0" y="T1"/>
                  </a:cxn>
                  <a:cxn ang="T11">
                    <a:pos x="T2" y="T3"/>
                  </a:cxn>
                  <a:cxn ang="T12">
                    <a:pos x="T4" y="T5"/>
                  </a:cxn>
                  <a:cxn ang="T13">
                    <a:pos x="T6" y="T7"/>
                  </a:cxn>
                  <a:cxn ang="T14">
                    <a:pos x="T8" y="T9"/>
                  </a:cxn>
                </a:cxnLst>
                <a:rect l="T15" t="T16" r="T17" b="T18"/>
                <a:pathLst>
                  <a:path w="104" h="128">
                    <a:moveTo>
                      <a:pt x="104" y="0"/>
                    </a:moveTo>
                    <a:lnTo>
                      <a:pt x="56" y="128"/>
                    </a:lnTo>
                    <a:lnTo>
                      <a:pt x="24" y="112"/>
                    </a:lnTo>
                    <a:lnTo>
                      <a:pt x="0" y="88"/>
                    </a:lnTo>
                    <a:lnTo>
                      <a:pt x="104" y="0"/>
                    </a:lnTo>
                    <a:close/>
                  </a:path>
                </a:pathLst>
              </a:custGeom>
              <a:grpFill/>
              <a:ln w="9525">
                <a:solidFill>
                  <a:schemeClr val="bg1"/>
                </a:solidFill>
                <a:round/>
                <a:headEnd/>
                <a:tailEnd/>
              </a:ln>
            </p:spPr>
            <p:txBody>
              <a:bodyPr/>
              <a:lstStyle/>
              <a:p>
                <a:endParaRPr lang="en-US"/>
              </a:p>
            </p:txBody>
          </p:sp>
          <p:sp>
            <p:nvSpPr>
              <p:cNvPr id="103910" name="Line 923">
                <a:extLst>
                  <a:ext uri="{FF2B5EF4-FFF2-40B4-BE49-F238E27FC236}">
                    <a16:creationId xmlns:a16="http://schemas.microsoft.com/office/drawing/2014/main" id="{7BD73F1D-B3D7-1E34-D3E7-4CA24276578E}"/>
                  </a:ext>
                </a:extLst>
              </p:cNvPr>
              <p:cNvSpPr>
                <a:spLocks noChangeShapeType="1"/>
              </p:cNvSpPr>
              <p:nvPr/>
            </p:nvSpPr>
            <p:spPr bwMode="auto">
              <a:xfrm flipV="1">
                <a:off x="2393" y="3097"/>
                <a:ext cx="362" cy="494"/>
              </a:xfrm>
              <a:prstGeom prst="line">
                <a:avLst/>
              </a:prstGeom>
              <a:grpFill/>
              <a:ln w="25400">
                <a:solidFill>
                  <a:schemeClr val="bg1"/>
                </a:solidFill>
                <a:round/>
                <a:headEnd/>
                <a:tailEnd/>
              </a:ln>
            </p:spPr>
            <p:txBody>
              <a:bodyPr/>
              <a:lstStyle/>
              <a:p>
                <a:endParaRPr lang="en-US"/>
              </a:p>
            </p:txBody>
          </p:sp>
        </p:grpSp>
        <p:grpSp>
          <p:nvGrpSpPr>
            <p:cNvPr id="103608" name="Group 924">
              <a:extLst>
                <a:ext uri="{FF2B5EF4-FFF2-40B4-BE49-F238E27FC236}">
                  <a16:creationId xmlns:a16="http://schemas.microsoft.com/office/drawing/2014/main" id="{9097EF03-445B-4A3D-E0AD-BA6E94E39D63}"/>
                </a:ext>
              </a:extLst>
            </p:cNvPr>
            <p:cNvGrpSpPr>
              <a:grpSpLocks/>
            </p:cNvGrpSpPr>
            <p:nvPr/>
          </p:nvGrpSpPr>
          <p:grpSpPr bwMode="auto">
            <a:xfrm>
              <a:off x="2854" y="2690"/>
              <a:ext cx="902" cy="596"/>
              <a:chOff x="2854" y="2690"/>
              <a:chExt cx="902" cy="596"/>
            </a:xfrm>
            <a:grpFill/>
          </p:grpSpPr>
          <p:sp>
            <p:nvSpPr>
              <p:cNvPr id="103907" name="Freeform 925">
                <a:extLst>
                  <a:ext uri="{FF2B5EF4-FFF2-40B4-BE49-F238E27FC236}">
                    <a16:creationId xmlns:a16="http://schemas.microsoft.com/office/drawing/2014/main" id="{1BBDA376-0C79-246D-F409-73757B93AD7B}"/>
                  </a:ext>
                </a:extLst>
              </p:cNvPr>
              <p:cNvSpPr>
                <a:spLocks/>
              </p:cNvSpPr>
              <p:nvPr/>
            </p:nvSpPr>
            <p:spPr bwMode="auto">
              <a:xfrm>
                <a:off x="3620" y="2690"/>
                <a:ext cx="136" cy="104"/>
              </a:xfrm>
              <a:custGeom>
                <a:avLst/>
                <a:gdLst>
                  <a:gd name="T0" fmla="*/ 136 w 136"/>
                  <a:gd name="T1" fmla="*/ 0 h 104"/>
                  <a:gd name="T2" fmla="*/ 40 w 136"/>
                  <a:gd name="T3" fmla="*/ 104 h 104"/>
                  <a:gd name="T4" fmla="*/ 24 w 136"/>
                  <a:gd name="T5" fmla="*/ 80 h 104"/>
                  <a:gd name="T6" fmla="*/ 0 w 136"/>
                  <a:gd name="T7" fmla="*/ 48 h 104"/>
                  <a:gd name="T8" fmla="*/ 136 w 136"/>
                  <a:gd name="T9" fmla="*/ 0 h 104"/>
                  <a:gd name="T10" fmla="*/ 0 60000 65536"/>
                  <a:gd name="T11" fmla="*/ 0 60000 65536"/>
                  <a:gd name="T12" fmla="*/ 0 60000 65536"/>
                  <a:gd name="T13" fmla="*/ 0 60000 65536"/>
                  <a:gd name="T14" fmla="*/ 0 60000 65536"/>
                  <a:gd name="T15" fmla="*/ 0 w 136"/>
                  <a:gd name="T16" fmla="*/ 0 h 104"/>
                  <a:gd name="T17" fmla="*/ 136 w 136"/>
                  <a:gd name="T18" fmla="*/ 104 h 104"/>
                </a:gdLst>
                <a:ahLst/>
                <a:cxnLst>
                  <a:cxn ang="T10">
                    <a:pos x="T0" y="T1"/>
                  </a:cxn>
                  <a:cxn ang="T11">
                    <a:pos x="T2" y="T3"/>
                  </a:cxn>
                  <a:cxn ang="T12">
                    <a:pos x="T4" y="T5"/>
                  </a:cxn>
                  <a:cxn ang="T13">
                    <a:pos x="T6" y="T7"/>
                  </a:cxn>
                  <a:cxn ang="T14">
                    <a:pos x="T8" y="T9"/>
                  </a:cxn>
                </a:cxnLst>
                <a:rect l="T15" t="T16" r="T17" b="T18"/>
                <a:pathLst>
                  <a:path w="136" h="104">
                    <a:moveTo>
                      <a:pt x="136" y="0"/>
                    </a:moveTo>
                    <a:lnTo>
                      <a:pt x="40" y="104"/>
                    </a:lnTo>
                    <a:lnTo>
                      <a:pt x="24" y="80"/>
                    </a:lnTo>
                    <a:lnTo>
                      <a:pt x="0" y="48"/>
                    </a:lnTo>
                    <a:lnTo>
                      <a:pt x="136" y="0"/>
                    </a:lnTo>
                    <a:close/>
                  </a:path>
                </a:pathLst>
              </a:custGeom>
              <a:grpFill/>
              <a:ln w="9525">
                <a:solidFill>
                  <a:schemeClr val="bg1"/>
                </a:solidFill>
                <a:round/>
                <a:headEnd/>
                <a:tailEnd/>
              </a:ln>
            </p:spPr>
            <p:txBody>
              <a:bodyPr/>
              <a:lstStyle/>
              <a:p>
                <a:endParaRPr lang="en-US"/>
              </a:p>
            </p:txBody>
          </p:sp>
          <p:sp>
            <p:nvSpPr>
              <p:cNvPr id="103908" name="Line 926">
                <a:extLst>
                  <a:ext uri="{FF2B5EF4-FFF2-40B4-BE49-F238E27FC236}">
                    <a16:creationId xmlns:a16="http://schemas.microsoft.com/office/drawing/2014/main" id="{EBA4B8CA-C8FE-25CF-1456-8703D980C888}"/>
                  </a:ext>
                </a:extLst>
              </p:cNvPr>
              <p:cNvSpPr>
                <a:spLocks noChangeShapeType="1"/>
              </p:cNvSpPr>
              <p:nvPr/>
            </p:nvSpPr>
            <p:spPr bwMode="auto">
              <a:xfrm flipV="1">
                <a:off x="2854" y="2766"/>
                <a:ext cx="798" cy="520"/>
              </a:xfrm>
              <a:prstGeom prst="line">
                <a:avLst/>
              </a:prstGeom>
              <a:grpFill/>
              <a:ln w="25400">
                <a:solidFill>
                  <a:schemeClr val="bg1"/>
                </a:solidFill>
                <a:round/>
                <a:headEnd/>
                <a:tailEnd/>
              </a:ln>
            </p:spPr>
            <p:txBody>
              <a:bodyPr/>
              <a:lstStyle/>
              <a:p>
                <a:endParaRPr lang="en-US"/>
              </a:p>
            </p:txBody>
          </p:sp>
        </p:grpSp>
        <p:grpSp>
          <p:nvGrpSpPr>
            <p:cNvPr id="103609" name="Group 927">
              <a:extLst>
                <a:ext uri="{FF2B5EF4-FFF2-40B4-BE49-F238E27FC236}">
                  <a16:creationId xmlns:a16="http://schemas.microsoft.com/office/drawing/2014/main" id="{C33E2296-BFA6-FA2E-64C5-FF1DDEE768E9}"/>
                </a:ext>
              </a:extLst>
            </p:cNvPr>
            <p:cNvGrpSpPr>
              <a:grpSpLocks/>
            </p:cNvGrpSpPr>
            <p:nvPr/>
          </p:nvGrpSpPr>
          <p:grpSpPr bwMode="auto">
            <a:xfrm>
              <a:off x="2862" y="1781"/>
              <a:ext cx="1349" cy="1188"/>
              <a:chOff x="2862" y="1781"/>
              <a:chExt cx="1349" cy="1188"/>
            </a:xfrm>
            <a:grpFill/>
          </p:grpSpPr>
          <p:sp>
            <p:nvSpPr>
              <p:cNvPr id="103905" name="Freeform 928">
                <a:extLst>
                  <a:ext uri="{FF2B5EF4-FFF2-40B4-BE49-F238E27FC236}">
                    <a16:creationId xmlns:a16="http://schemas.microsoft.com/office/drawing/2014/main" id="{832D9F89-A6F7-9914-E1A9-11F52BAAEDC7}"/>
                  </a:ext>
                </a:extLst>
              </p:cNvPr>
              <p:cNvSpPr>
                <a:spLocks/>
              </p:cNvSpPr>
              <p:nvPr/>
            </p:nvSpPr>
            <p:spPr bwMode="auto">
              <a:xfrm>
                <a:off x="4091" y="1781"/>
                <a:ext cx="120" cy="111"/>
              </a:xfrm>
              <a:custGeom>
                <a:avLst/>
                <a:gdLst>
                  <a:gd name="T0" fmla="*/ 120 w 120"/>
                  <a:gd name="T1" fmla="*/ 0 h 111"/>
                  <a:gd name="T2" fmla="*/ 40 w 120"/>
                  <a:gd name="T3" fmla="*/ 111 h 111"/>
                  <a:gd name="T4" fmla="*/ 16 w 120"/>
                  <a:gd name="T5" fmla="*/ 87 h 111"/>
                  <a:gd name="T6" fmla="*/ 0 w 120"/>
                  <a:gd name="T7" fmla="*/ 64 h 111"/>
                  <a:gd name="T8" fmla="*/ 120 w 120"/>
                  <a:gd name="T9" fmla="*/ 0 h 111"/>
                  <a:gd name="T10" fmla="*/ 0 60000 65536"/>
                  <a:gd name="T11" fmla="*/ 0 60000 65536"/>
                  <a:gd name="T12" fmla="*/ 0 60000 65536"/>
                  <a:gd name="T13" fmla="*/ 0 60000 65536"/>
                  <a:gd name="T14" fmla="*/ 0 60000 65536"/>
                  <a:gd name="T15" fmla="*/ 0 w 120"/>
                  <a:gd name="T16" fmla="*/ 0 h 111"/>
                  <a:gd name="T17" fmla="*/ 120 w 120"/>
                  <a:gd name="T18" fmla="*/ 111 h 111"/>
                </a:gdLst>
                <a:ahLst/>
                <a:cxnLst>
                  <a:cxn ang="T10">
                    <a:pos x="T0" y="T1"/>
                  </a:cxn>
                  <a:cxn ang="T11">
                    <a:pos x="T2" y="T3"/>
                  </a:cxn>
                  <a:cxn ang="T12">
                    <a:pos x="T4" y="T5"/>
                  </a:cxn>
                  <a:cxn ang="T13">
                    <a:pos x="T6" y="T7"/>
                  </a:cxn>
                  <a:cxn ang="T14">
                    <a:pos x="T8" y="T9"/>
                  </a:cxn>
                </a:cxnLst>
                <a:rect l="T15" t="T16" r="T17" b="T18"/>
                <a:pathLst>
                  <a:path w="120" h="111">
                    <a:moveTo>
                      <a:pt x="120" y="0"/>
                    </a:moveTo>
                    <a:lnTo>
                      <a:pt x="40" y="111"/>
                    </a:lnTo>
                    <a:lnTo>
                      <a:pt x="16" y="87"/>
                    </a:lnTo>
                    <a:lnTo>
                      <a:pt x="0" y="64"/>
                    </a:lnTo>
                    <a:lnTo>
                      <a:pt x="120" y="0"/>
                    </a:lnTo>
                    <a:close/>
                  </a:path>
                </a:pathLst>
              </a:custGeom>
              <a:grpFill/>
              <a:ln w="9525">
                <a:solidFill>
                  <a:schemeClr val="bg1"/>
                </a:solidFill>
                <a:round/>
                <a:headEnd/>
                <a:tailEnd/>
              </a:ln>
            </p:spPr>
            <p:txBody>
              <a:bodyPr/>
              <a:lstStyle/>
              <a:p>
                <a:endParaRPr lang="en-US"/>
              </a:p>
            </p:txBody>
          </p:sp>
          <p:sp>
            <p:nvSpPr>
              <p:cNvPr id="103906" name="Line 929">
                <a:extLst>
                  <a:ext uri="{FF2B5EF4-FFF2-40B4-BE49-F238E27FC236}">
                    <a16:creationId xmlns:a16="http://schemas.microsoft.com/office/drawing/2014/main" id="{F2F2012E-F3F6-0EB2-1566-EE0084A7495C}"/>
                  </a:ext>
                </a:extLst>
              </p:cNvPr>
              <p:cNvSpPr>
                <a:spLocks noChangeShapeType="1"/>
              </p:cNvSpPr>
              <p:nvPr/>
            </p:nvSpPr>
            <p:spPr bwMode="auto">
              <a:xfrm flipV="1">
                <a:off x="2862" y="1863"/>
                <a:ext cx="1253" cy="1106"/>
              </a:xfrm>
              <a:prstGeom prst="line">
                <a:avLst/>
              </a:prstGeom>
              <a:grpFill/>
              <a:ln w="25400">
                <a:solidFill>
                  <a:schemeClr val="bg1"/>
                </a:solidFill>
                <a:round/>
                <a:headEnd/>
                <a:tailEnd/>
              </a:ln>
            </p:spPr>
            <p:txBody>
              <a:bodyPr/>
              <a:lstStyle/>
              <a:p>
                <a:endParaRPr lang="en-US"/>
              </a:p>
            </p:txBody>
          </p:sp>
        </p:grpSp>
        <p:grpSp>
          <p:nvGrpSpPr>
            <p:cNvPr id="103610" name="Group 930">
              <a:extLst>
                <a:ext uri="{FF2B5EF4-FFF2-40B4-BE49-F238E27FC236}">
                  <a16:creationId xmlns:a16="http://schemas.microsoft.com/office/drawing/2014/main" id="{1662C202-5022-1326-B894-572F53921386}"/>
                </a:ext>
              </a:extLst>
            </p:cNvPr>
            <p:cNvGrpSpPr>
              <a:grpSpLocks/>
            </p:cNvGrpSpPr>
            <p:nvPr/>
          </p:nvGrpSpPr>
          <p:grpSpPr bwMode="auto">
            <a:xfrm>
              <a:off x="1944" y="2687"/>
              <a:ext cx="886" cy="282"/>
              <a:chOff x="1944" y="2687"/>
              <a:chExt cx="886" cy="282"/>
            </a:xfrm>
            <a:grpFill/>
          </p:grpSpPr>
          <p:sp>
            <p:nvSpPr>
              <p:cNvPr id="103903" name="Freeform 931">
                <a:extLst>
                  <a:ext uri="{FF2B5EF4-FFF2-40B4-BE49-F238E27FC236}">
                    <a16:creationId xmlns:a16="http://schemas.microsoft.com/office/drawing/2014/main" id="{D003D95F-56C1-F33B-8F63-571D128553BB}"/>
                  </a:ext>
                </a:extLst>
              </p:cNvPr>
              <p:cNvSpPr>
                <a:spLocks/>
              </p:cNvSpPr>
              <p:nvPr/>
            </p:nvSpPr>
            <p:spPr bwMode="auto">
              <a:xfrm>
                <a:off x="2694" y="2897"/>
                <a:ext cx="136" cy="72"/>
              </a:xfrm>
              <a:custGeom>
                <a:avLst/>
                <a:gdLst>
                  <a:gd name="T0" fmla="*/ 136 w 136"/>
                  <a:gd name="T1" fmla="*/ 72 h 72"/>
                  <a:gd name="T2" fmla="*/ 0 w 136"/>
                  <a:gd name="T3" fmla="*/ 64 h 72"/>
                  <a:gd name="T4" fmla="*/ 8 w 136"/>
                  <a:gd name="T5" fmla="*/ 32 h 72"/>
                  <a:gd name="T6" fmla="*/ 24 w 136"/>
                  <a:gd name="T7" fmla="*/ 0 h 72"/>
                  <a:gd name="T8" fmla="*/ 136 w 136"/>
                  <a:gd name="T9" fmla="*/ 72 h 72"/>
                  <a:gd name="T10" fmla="*/ 0 60000 65536"/>
                  <a:gd name="T11" fmla="*/ 0 60000 65536"/>
                  <a:gd name="T12" fmla="*/ 0 60000 65536"/>
                  <a:gd name="T13" fmla="*/ 0 60000 65536"/>
                  <a:gd name="T14" fmla="*/ 0 60000 65536"/>
                  <a:gd name="T15" fmla="*/ 0 w 136"/>
                  <a:gd name="T16" fmla="*/ 0 h 72"/>
                  <a:gd name="T17" fmla="*/ 136 w 136"/>
                  <a:gd name="T18" fmla="*/ 72 h 72"/>
                </a:gdLst>
                <a:ahLst/>
                <a:cxnLst>
                  <a:cxn ang="T10">
                    <a:pos x="T0" y="T1"/>
                  </a:cxn>
                  <a:cxn ang="T11">
                    <a:pos x="T2" y="T3"/>
                  </a:cxn>
                  <a:cxn ang="T12">
                    <a:pos x="T4" y="T5"/>
                  </a:cxn>
                  <a:cxn ang="T13">
                    <a:pos x="T6" y="T7"/>
                  </a:cxn>
                  <a:cxn ang="T14">
                    <a:pos x="T8" y="T9"/>
                  </a:cxn>
                </a:cxnLst>
                <a:rect l="T15" t="T16" r="T17" b="T18"/>
                <a:pathLst>
                  <a:path w="136" h="72">
                    <a:moveTo>
                      <a:pt x="136" y="72"/>
                    </a:moveTo>
                    <a:lnTo>
                      <a:pt x="0" y="64"/>
                    </a:lnTo>
                    <a:lnTo>
                      <a:pt x="8" y="32"/>
                    </a:lnTo>
                    <a:lnTo>
                      <a:pt x="24" y="0"/>
                    </a:lnTo>
                    <a:lnTo>
                      <a:pt x="136" y="72"/>
                    </a:lnTo>
                    <a:close/>
                  </a:path>
                </a:pathLst>
              </a:custGeom>
              <a:grpFill/>
              <a:ln w="9525">
                <a:solidFill>
                  <a:schemeClr val="bg1"/>
                </a:solidFill>
                <a:round/>
                <a:headEnd/>
                <a:tailEnd/>
              </a:ln>
            </p:spPr>
            <p:txBody>
              <a:bodyPr/>
              <a:lstStyle/>
              <a:p>
                <a:endParaRPr lang="en-US"/>
              </a:p>
            </p:txBody>
          </p:sp>
          <p:sp>
            <p:nvSpPr>
              <p:cNvPr id="103904" name="Line 932">
                <a:extLst>
                  <a:ext uri="{FF2B5EF4-FFF2-40B4-BE49-F238E27FC236}">
                    <a16:creationId xmlns:a16="http://schemas.microsoft.com/office/drawing/2014/main" id="{36E68795-BEB3-4C06-D68C-DFA92EE7325F}"/>
                  </a:ext>
                </a:extLst>
              </p:cNvPr>
              <p:cNvSpPr>
                <a:spLocks noChangeShapeType="1"/>
              </p:cNvSpPr>
              <p:nvPr/>
            </p:nvSpPr>
            <p:spPr bwMode="auto">
              <a:xfrm>
                <a:off x="1944" y="2687"/>
                <a:ext cx="766" cy="244"/>
              </a:xfrm>
              <a:prstGeom prst="line">
                <a:avLst/>
              </a:prstGeom>
              <a:grpFill/>
              <a:ln w="25400">
                <a:solidFill>
                  <a:schemeClr val="bg1"/>
                </a:solidFill>
                <a:round/>
                <a:headEnd/>
                <a:tailEnd/>
              </a:ln>
            </p:spPr>
            <p:txBody>
              <a:bodyPr/>
              <a:lstStyle/>
              <a:p>
                <a:endParaRPr lang="en-US"/>
              </a:p>
            </p:txBody>
          </p:sp>
        </p:grpSp>
        <p:grpSp>
          <p:nvGrpSpPr>
            <p:cNvPr id="103611" name="Group 933">
              <a:extLst>
                <a:ext uri="{FF2B5EF4-FFF2-40B4-BE49-F238E27FC236}">
                  <a16:creationId xmlns:a16="http://schemas.microsoft.com/office/drawing/2014/main" id="{16CAD109-1498-A941-C557-F7F318110B7E}"/>
                </a:ext>
              </a:extLst>
            </p:cNvPr>
            <p:cNvGrpSpPr>
              <a:grpSpLocks/>
            </p:cNvGrpSpPr>
            <p:nvPr/>
          </p:nvGrpSpPr>
          <p:grpSpPr bwMode="auto">
            <a:xfrm>
              <a:off x="1944" y="2395"/>
              <a:ext cx="1357" cy="1196"/>
              <a:chOff x="1944" y="2395"/>
              <a:chExt cx="1357" cy="1196"/>
            </a:xfrm>
            <a:grpFill/>
          </p:grpSpPr>
          <p:sp>
            <p:nvSpPr>
              <p:cNvPr id="103901" name="Freeform 934">
                <a:extLst>
                  <a:ext uri="{FF2B5EF4-FFF2-40B4-BE49-F238E27FC236}">
                    <a16:creationId xmlns:a16="http://schemas.microsoft.com/office/drawing/2014/main" id="{6C4BF905-6556-2444-1602-0B554E73DBFC}"/>
                  </a:ext>
                </a:extLst>
              </p:cNvPr>
              <p:cNvSpPr>
                <a:spLocks/>
              </p:cNvSpPr>
              <p:nvPr/>
            </p:nvSpPr>
            <p:spPr bwMode="auto">
              <a:xfrm>
                <a:off x="3173" y="2395"/>
                <a:ext cx="128" cy="112"/>
              </a:xfrm>
              <a:custGeom>
                <a:avLst/>
                <a:gdLst>
                  <a:gd name="T0" fmla="*/ 128 w 128"/>
                  <a:gd name="T1" fmla="*/ 0 h 112"/>
                  <a:gd name="T2" fmla="*/ 48 w 128"/>
                  <a:gd name="T3" fmla="*/ 112 h 112"/>
                  <a:gd name="T4" fmla="*/ 24 w 128"/>
                  <a:gd name="T5" fmla="*/ 88 h 112"/>
                  <a:gd name="T6" fmla="*/ 0 w 128"/>
                  <a:gd name="T7" fmla="*/ 64 h 112"/>
                  <a:gd name="T8" fmla="*/ 128 w 128"/>
                  <a:gd name="T9" fmla="*/ 0 h 112"/>
                  <a:gd name="T10" fmla="*/ 0 60000 65536"/>
                  <a:gd name="T11" fmla="*/ 0 60000 65536"/>
                  <a:gd name="T12" fmla="*/ 0 60000 65536"/>
                  <a:gd name="T13" fmla="*/ 0 60000 65536"/>
                  <a:gd name="T14" fmla="*/ 0 60000 65536"/>
                  <a:gd name="T15" fmla="*/ 0 w 128"/>
                  <a:gd name="T16" fmla="*/ 0 h 112"/>
                  <a:gd name="T17" fmla="*/ 128 w 128"/>
                  <a:gd name="T18" fmla="*/ 112 h 112"/>
                </a:gdLst>
                <a:ahLst/>
                <a:cxnLst>
                  <a:cxn ang="T10">
                    <a:pos x="T0" y="T1"/>
                  </a:cxn>
                  <a:cxn ang="T11">
                    <a:pos x="T2" y="T3"/>
                  </a:cxn>
                  <a:cxn ang="T12">
                    <a:pos x="T4" y="T5"/>
                  </a:cxn>
                  <a:cxn ang="T13">
                    <a:pos x="T6" y="T7"/>
                  </a:cxn>
                  <a:cxn ang="T14">
                    <a:pos x="T8" y="T9"/>
                  </a:cxn>
                </a:cxnLst>
                <a:rect l="T15" t="T16" r="T17" b="T18"/>
                <a:pathLst>
                  <a:path w="128" h="112">
                    <a:moveTo>
                      <a:pt x="128" y="0"/>
                    </a:moveTo>
                    <a:lnTo>
                      <a:pt x="48" y="112"/>
                    </a:lnTo>
                    <a:lnTo>
                      <a:pt x="24" y="88"/>
                    </a:lnTo>
                    <a:lnTo>
                      <a:pt x="0" y="64"/>
                    </a:lnTo>
                    <a:lnTo>
                      <a:pt x="128" y="0"/>
                    </a:lnTo>
                    <a:close/>
                  </a:path>
                </a:pathLst>
              </a:custGeom>
              <a:grpFill/>
              <a:ln w="9525">
                <a:solidFill>
                  <a:schemeClr val="bg1"/>
                </a:solidFill>
                <a:round/>
                <a:headEnd/>
                <a:tailEnd/>
              </a:ln>
            </p:spPr>
            <p:txBody>
              <a:bodyPr/>
              <a:lstStyle/>
              <a:p>
                <a:endParaRPr lang="en-US"/>
              </a:p>
            </p:txBody>
          </p:sp>
          <p:sp>
            <p:nvSpPr>
              <p:cNvPr id="103902" name="Line 935">
                <a:extLst>
                  <a:ext uri="{FF2B5EF4-FFF2-40B4-BE49-F238E27FC236}">
                    <a16:creationId xmlns:a16="http://schemas.microsoft.com/office/drawing/2014/main" id="{90E3CEBA-7D34-E11D-86D4-56F2A3CD5683}"/>
                  </a:ext>
                </a:extLst>
              </p:cNvPr>
              <p:cNvSpPr>
                <a:spLocks noChangeShapeType="1"/>
              </p:cNvSpPr>
              <p:nvPr/>
            </p:nvSpPr>
            <p:spPr bwMode="auto">
              <a:xfrm flipV="1">
                <a:off x="1944" y="2477"/>
                <a:ext cx="1261" cy="1114"/>
              </a:xfrm>
              <a:prstGeom prst="line">
                <a:avLst/>
              </a:prstGeom>
              <a:grpFill/>
              <a:ln w="25400">
                <a:solidFill>
                  <a:schemeClr val="bg1"/>
                </a:solidFill>
                <a:round/>
                <a:headEnd/>
                <a:tailEnd/>
              </a:ln>
            </p:spPr>
            <p:txBody>
              <a:bodyPr/>
              <a:lstStyle/>
              <a:p>
                <a:endParaRPr lang="en-US"/>
              </a:p>
            </p:txBody>
          </p:sp>
        </p:grpSp>
        <p:grpSp>
          <p:nvGrpSpPr>
            <p:cNvPr id="103612" name="Group 936">
              <a:extLst>
                <a:ext uri="{FF2B5EF4-FFF2-40B4-BE49-F238E27FC236}">
                  <a16:creationId xmlns:a16="http://schemas.microsoft.com/office/drawing/2014/main" id="{D59A2F3C-07DF-1E95-CAE1-185AFD49A0A2}"/>
                </a:ext>
              </a:extLst>
            </p:cNvPr>
            <p:cNvGrpSpPr>
              <a:grpSpLocks/>
            </p:cNvGrpSpPr>
            <p:nvPr/>
          </p:nvGrpSpPr>
          <p:grpSpPr bwMode="auto">
            <a:xfrm>
              <a:off x="3317" y="3293"/>
              <a:ext cx="886" cy="282"/>
              <a:chOff x="3317" y="3293"/>
              <a:chExt cx="886" cy="282"/>
            </a:xfrm>
            <a:grpFill/>
          </p:grpSpPr>
          <p:sp>
            <p:nvSpPr>
              <p:cNvPr id="103899" name="Freeform 937">
                <a:extLst>
                  <a:ext uri="{FF2B5EF4-FFF2-40B4-BE49-F238E27FC236}">
                    <a16:creationId xmlns:a16="http://schemas.microsoft.com/office/drawing/2014/main" id="{D7B71B8B-3B89-6A4F-3605-86253D610B39}"/>
                  </a:ext>
                </a:extLst>
              </p:cNvPr>
              <p:cNvSpPr>
                <a:spLocks/>
              </p:cNvSpPr>
              <p:nvPr/>
            </p:nvSpPr>
            <p:spPr bwMode="auto">
              <a:xfrm>
                <a:off x="4067" y="3504"/>
                <a:ext cx="136" cy="71"/>
              </a:xfrm>
              <a:custGeom>
                <a:avLst/>
                <a:gdLst>
                  <a:gd name="T0" fmla="*/ 136 w 136"/>
                  <a:gd name="T1" fmla="*/ 71 h 71"/>
                  <a:gd name="T2" fmla="*/ 0 w 136"/>
                  <a:gd name="T3" fmla="*/ 63 h 71"/>
                  <a:gd name="T4" fmla="*/ 8 w 136"/>
                  <a:gd name="T5" fmla="*/ 32 h 71"/>
                  <a:gd name="T6" fmla="*/ 16 w 136"/>
                  <a:gd name="T7" fmla="*/ 0 h 71"/>
                  <a:gd name="T8" fmla="*/ 136 w 136"/>
                  <a:gd name="T9" fmla="*/ 71 h 71"/>
                  <a:gd name="T10" fmla="*/ 0 60000 65536"/>
                  <a:gd name="T11" fmla="*/ 0 60000 65536"/>
                  <a:gd name="T12" fmla="*/ 0 60000 65536"/>
                  <a:gd name="T13" fmla="*/ 0 60000 65536"/>
                  <a:gd name="T14" fmla="*/ 0 60000 65536"/>
                  <a:gd name="T15" fmla="*/ 0 w 136"/>
                  <a:gd name="T16" fmla="*/ 0 h 71"/>
                  <a:gd name="T17" fmla="*/ 136 w 136"/>
                  <a:gd name="T18" fmla="*/ 71 h 71"/>
                </a:gdLst>
                <a:ahLst/>
                <a:cxnLst>
                  <a:cxn ang="T10">
                    <a:pos x="T0" y="T1"/>
                  </a:cxn>
                  <a:cxn ang="T11">
                    <a:pos x="T2" y="T3"/>
                  </a:cxn>
                  <a:cxn ang="T12">
                    <a:pos x="T4" y="T5"/>
                  </a:cxn>
                  <a:cxn ang="T13">
                    <a:pos x="T6" y="T7"/>
                  </a:cxn>
                  <a:cxn ang="T14">
                    <a:pos x="T8" y="T9"/>
                  </a:cxn>
                </a:cxnLst>
                <a:rect l="T15" t="T16" r="T17" b="T18"/>
                <a:pathLst>
                  <a:path w="136" h="71">
                    <a:moveTo>
                      <a:pt x="136" y="71"/>
                    </a:moveTo>
                    <a:lnTo>
                      <a:pt x="0" y="63"/>
                    </a:lnTo>
                    <a:lnTo>
                      <a:pt x="8" y="32"/>
                    </a:lnTo>
                    <a:lnTo>
                      <a:pt x="16" y="0"/>
                    </a:lnTo>
                    <a:lnTo>
                      <a:pt x="136" y="71"/>
                    </a:lnTo>
                    <a:close/>
                  </a:path>
                </a:pathLst>
              </a:custGeom>
              <a:grpFill/>
              <a:ln w="9525">
                <a:solidFill>
                  <a:schemeClr val="bg1"/>
                </a:solidFill>
                <a:round/>
                <a:headEnd/>
                <a:tailEnd/>
              </a:ln>
            </p:spPr>
            <p:txBody>
              <a:bodyPr/>
              <a:lstStyle/>
              <a:p>
                <a:endParaRPr lang="en-US"/>
              </a:p>
            </p:txBody>
          </p:sp>
          <p:sp>
            <p:nvSpPr>
              <p:cNvPr id="103900" name="Line 938">
                <a:extLst>
                  <a:ext uri="{FF2B5EF4-FFF2-40B4-BE49-F238E27FC236}">
                    <a16:creationId xmlns:a16="http://schemas.microsoft.com/office/drawing/2014/main" id="{B18B77D3-773F-11A0-1665-FA06762CFC1E}"/>
                  </a:ext>
                </a:extLst>
              </p:cNvPr>
              <p:cNvSpPr>
                <a:spLocks noChangeShapeType="1"/>
              </p:cNvSpPr>
              <p:nvPr/>
            </p:nvSpPr>
            <p:spPr bwMode="auto">
              <a:xfrm>
                <a:off x="3317" y="3293"/>
                <a:ext cx="766" cy="244"/>
              </a:xfrm>
              <a:prstGeom prst="line">
                <a:avLst/>
              </a:prstGeom>
              <a:grpFill/>
              <a:ln w="25400">
                <a:solidFill>
                  <a:schemeClr val="bg1"/>
                </a:solidFill>
                <a:round/>
                <a:headEnd/>
                <a:tailEnd/>
              </a:ln>
            </p:spPr>
            <p:txBody>
              <a:bodyPr/>
              <a:lstStyle/>
              <a:p>
                <a:endParaRPr lang="en-US"/>
              </a:p>
            </p:txBody>
          </p:sp>
        </p:grpSp>
        <p:grpSp>
          <p:nvGrpSpPr>
            <p:cNvPr id="103613" name="Group 939">
              <a:extLst>
                <a:ext uri="{FF2B5EF4-FFF2-40B4-BE49-F238E27FC236}">
                  <a16:creationId xmlns:a16="http://schemas.microsoft.com/office/drawing/2014/main" id="{1361F869-94C1-47B7-83D6-F4C34E3EABCC}"/>
                </a:ext>
              </a:extLst>
            </p:cNvPr>
            <p:cNvGrpSpPr>
              <a:grpSpLocks/>
            </p:cNvGrpSpPr>
            <p:nvPr/>
          </p:nvGrpSpPr>
          <p:grpSpPr bwMode="auto">
            <a:xfrm>
              <a:off x="3317" y="2682"/>
              <a:ext cx="1349" cy="619"/>
              <a:chOff x="3317" y="2682"/>
              <a:chExt cx="1349" cy="619"/>
            </a:xfrm>
            <a:grpFill/>
          </p:grpSpPr>
          <p:sp>
            <p:nvSpPr>
              <p:cNvPr id="103897" name="Freeform 940">
                <a:extLst>
                  <a:ext uri="{FF2B5EF4-FFF2-40B4-BE49-F238E27FC236}">
                    <a16:creationId xmlns:a16="http://schemas.microsoft.com/office/drawing/2014/main" id="{0CB245CA-1A58-06AC-A28F-67068DD6AB5B}"/>
                  </a:ext>
                </a:extLst>
              </p:cNvPr>
              <p:cNvSpPr>
                <a:spLocks/>
              </p:cNvSpPr>
              <p:nvPr/>
            </p:nvSpPr>
            <p:spPr bwMode="auto">
              <a:xfrm>
                <a:off x="4530" y="2682"/>
                <a:ext cx="136" cy="88"/>
              </a:xfrm>
              <a:custGeom>
                <a:avLst/>
                <a:gdLst>
                  <a:gd name="T0" fmla="*/ 136 w 136"/>
                  <a:gd name="T1" fmla="*/ 0 h 88"/>
                  <a:gd name="T2" fmla="*/ 32 w 136"/>
                  <a:gd name="T3" fmla="*/ 88 h 88"/>
                  <a:gd name="T4" fmla="*/ 16 w 136"/>
                  <a:gd name="T5" fmla="*/ 56 h 88"/>
                  <a:gd name="T6" fmla="*/ 0 w 136"/>
                  <a:gd name="T7" fmla="*/ 32 h 88"/>
                  <a:gd name="T8" fmla="*/ 136 w 136"/>
                  <a:gd name="T9" fmla="*/ 0 h 88"/>
                  <a:gd name="T10" fmla="*/ 0 60000 65536"/>
                  <a:gd name="T11" fmla="*/ 0 60000 65536"/>
                  <a:gd name="T12" fmla="*/ 0 60000 65536"/>
                  <a:gd name="T13" fmla="*/ 0 60000 65536"/>
                  <a:gd name="T14" fmla="*/ 0 60000 65536"/>
                  <a:gd name="T15" fmla="*/ 0 w 136"/>
                  <a:gd name="T16" fmla="*/ 0 h 88"/>
                  <a:gd name="T17" fmla="*/ 136 w 136"/>
                  <a:gd name="T18" fmla="*/ 88 h 88"/>
                </a:gdLst>
                <a:ahLst/>
                <a:cxnLst>
                  <a:cxn ang="T10">
                    <a:pos x="T0" y="T1"/>
                  </a:cxn>
                  <a:cxn ang="T11">
                    <a:pos x="T2" y="T3"/>
                  </a:cxn>
                  <a:cxn ang="T12">
                    <a:pos x="T4" y="T5"/>
                  </a:cxn>
                  <a:cxn ang="T13">
                    <a:pos x="T6" y="T7"/>
                  </a:cxn>
                  <a:cxn ang="T14">
                    <a:pos x="T8" y="T9"/>
                  </a:cxn>
                </a:cxnLst>
                <a:rect l="T15" t="T16" r="T17" b="T18"/>
                <a:pathLst>
                  <a:path w="136" h="88">
                    <a:moveTo>
                      <a:pt x="136" y="0"/>
                    </a:moveTo>
                    <a:lnTo>
                      <a:pt x="32" y="88"/>
                    </a:lnTo>
                    <a:lnTo>
                      <a:pt x="16" y="56"/>
                    </a:lnTo>
                    <a:lnTo>
                      <a:pt x="0" y="32"/>
                    </a:lnTo>
                    <a:lnTo>
                      <a:pt x="136" y="0"/>
                    </a:lnTo>
                    <a:close/>
                  </a:path>
                </a:pathLst>
              </a:custGeom>
              <a:grpFill/>
              <a:ln w="9525">
                <a:solidFill>
                  <a:schemeClr val="bg1"/>
                </a:solidFill>
                <a:round/>
                <a:headEnd/>
                <a:tailEnd/>
              </a:ln>
            </p:spPr>
            <p:txBody>
              <a:bodyPr/>
              <a:lstStyle/>
              <a:p>
                <a:endParaRPr lang="en-US"/>
              </a:p>
            </p:txBody>
          </p:sp>
          <p:sp>
            <p:nvSpPr>
              <p:cNvPr id="103898" name="Line 941">
                <a:extLst>
                  <a:ext uri="{FF2B5EF4-FFF2-40B4-BE49-F238E27FC236}">
                    <a16:creationId xmlns:a16="http://schemas.microsoft.com/office/drawing/2014/main" id="{B89B057C-79F8-8BCF-D9B7-E2AE62726159}"/>
                  </a:ext>
                </a:extLst>
              </p:cNvPr>
              <p:cNvSpPr>
                <a:spLocks noChangeShapeType="1"/>
              </p:cNvSpPr>
              <p:nvPr/>
            </p:nvSpPr>
            <p:spPr bwMode="auto">
              <a:xfrm flipV="1">
                <a:off x="3317" y="2736"/>
                <a:ext cx="1237" cy="565"/>
              </a:xfrm>
              <a:prstGeom prst="line">
                <a:avLst/>
              </a:prstGeom>
              <a:grpFill/>
              <a:ln w="25400">
                <a:solidFill>
                  <a:schemeClr val="bg1"/>
                </a:solidFill>
                <a:round/>
                <a:headEnd/>
                <a:tailEnd/>
              </a:ln>
            </p:spPr>
            <p:txBody>
              <a:bodyPr/>
              <a:lstStyle/>
              <a:p>
                <a:endParaRPr lang="en-US"/>
              </a:p>
            </p:txBody>
          </p:sp>
        </p:grpSp>
        <p:grpSp>
          <p:nvGrpSpPr>
            <p:cNvPr id="103614" name="Group 942">
              <a:extLst>
                <a:ext uri="{FF2B5EF4-FFF2-40B4-BE49-F238E27FC236}">
                  <a16:creationId xmlns:a16="http://schemas.microsoft.com/office/drawing/2014/main" id="{B4AA86EB-0BE8-4EE5-D84D-C5CFFF94EA48}"/>
                </a:ext>
              </a:extLst>
            </p:cNvPr>
            <p:cNvGrpSpPr>
              <a:grpSpLocks/>
            </p:cNvGrpSpPr>
            <p:nvPr/>
          </p:nvGrpSpPr>
          <p:grpSpPr bwMode="auto">
            <a:xfrm>
              <a:off x="3317" y="2387"/>
              <a:ext cx="886" cy="282"/>
              <a:chOff x="3317" y="2387"/>
              <a:chExt cx="886" cy="282"/>
            </a:xfrm>
            <a:grpFill/>
          </p:grpSpPr>
          <p:sp>
            <p:nvSpPr>
              <p:cNvPr id="103895" name="Freeform 943">
                <a:extLst>
                  <a:ext uri="{FF2B5EF4-FFF2-40B4-BE49-F238E27FC236}">
                    <a16:creationId xmlns:a16="http://schemas.microsoft.com/office/drawing/2014/main" id="{DEE6717F-CCC2-9A6F-692D-126FE185ACC0}"/>
                  </a:ext>
                </a:extLst>
              </p:cNvPr>
              <p:cNvSpPr>
                <a:spLocks/>
              </p:cNvSpPr>
              <p:nvPr/>
            </p:nvSpPr>
            <p:spPr bwMode="auto">
              <a:xfrm>
                <a:off x="4067" y="2387"/>
                <a:ext cx="136" cy="72"/>
              </a:xfrm>
              <a:custGeom>
                <a:avLst/>
                <a:gdLst>
                  <a:gd name="T0" fmla="*/ 136 w 136"/>
                  <a:gd name="T1" fmla="*/ 0 h 72"/>
                  <a:gd name="T2" fmla="*/ 16 w 136"/>
                  <a:gd name="T3" fmla="*/ 72 h 72"/>
                  <a:gd name="T4" fmla="*/ 8 w 136"/>
                  <a:gd name="T5" fmla="*/ 40 h 72"/>
                  <a:gd name="T6" fmla="*/ 0 w 136"/>
                  <a:gd name="T7" fmla="*/ 8 h 72"/>
                  <a:gd name="T8" fmla="*/ 136 w 136"/>
                  <a:gd name="T9" fmla="*/ 0 h 72"/>
                  <a:gd name="T10" fmla="*/ 0 60000 65536"/>
                  <a:gd name="T11" fmla="*/ 0 60000 65536"/>
                  <a:gd name="T12" fmla="*/ 0 60000 65536"/>
                  <a:gd name="T13" fmla="*/ 0 60000 65536"/>
                  <a:gd name="T14" fmla="*/ 0 60000 65536"/>
                  <a:gd name="T15" fmla="*/ 0 w 136"/>
                  <a:gd name="T16" fmla="*/ 0 h 72"/>
                  <a:gd name="T17" fmla="*/ 136 w 136"/>
                  <a:gd name="T18" fmla="*/ 72 h 72"/>
                </a:gdLst>
                <a:ahLst/>
                <a:cxnLst>
                  <a:cxn ang="T10">
                    <a:pos x="T0" y="T1"/>
                  </a:cxn>
                  <a:cxn ang="T11">
                    <a:pos x="T2" y="T3"/>
                  </a:cxn>
                  <a:cxn ang="T12">
                    <a:pos x="T4" y="T5"/>
                  </a:cxn>
                  <a:cxn ang="T13">
                    <a:pos x="T6" y="T7"/>
                  </a:cxn>
                  <a:cxn ang="T14">
                    <a:pos x="T8" y="T9"/>
                  </a:cxn>
                </a:cxnLst>
                <a:rect l="T15" t="T16" r="T17" b="T18"/>
                <a:pathLst>
                  <a:path w="136" h="72">
                    <a:moveTo>
                      <a:pt x="136" y="0"/>
                    </a:moveTo>
                    <a:lnTo>
                      <a:pt x="16" y="72"/>
                    </a:lnTo>
                    <a:lnTo>
                      <a:pt x="8" y="40"/>
                    </a:lnTo>
                    <a:lnTo>
                      <a:pt x="0" y="8"/>
                    </a:lnTo>
                    <a:lnTo>
                      <a:pt x="136" y="0"/>
                    </a:lnTo>
                    <a:close/>
                  </a:path>
                </a:pathLst>
              </a:custGeom>
              <a:grpFill/>
              <a:ln w="9525">
                <a:solidFill>
                  <a:schemeClr val="bg1"/>
                </a:solidFill>
                <a:round/>
                <a:headEnd/>
                <a:tailEnd/>
              </a:ln>
            </p:spPr>
            <p:txBody>
              <a:bodyPr/>
              <a:lstStyle/>
              <a:p>
                <a:endParaRPr lang="en-US"/>
              </a:p>
            </p:txBody>
          </p:sp>
          <p:sp>
            <p:nvSpPr>
              <p:cNvPr id="103896" name="Line 944">
                <a:extLst>
                  <a:ext uri="{FF2B5EF4-FFF2-40B4-BE49-F238E27FC236}">
                    <a16:creationId xmlns:a16="http://schemas.microsoft.com/office/drawing/2014/main" id="{8F6393EA-BEC9-9CE8-271D-26CADD3A160C}"/>
                  </a:ext>
                </a:extLst>
              </p:cNvPr>
              <p:cNvSpPr>
                <a:spLocks noChangeShapeType="1"/>
              </p:cNvSpPr>
              <p:nvPr/>
            </p:nvSpPr>
            <p:spPr bwMode="auto">
              <a:xfrm flipV="1">
                <a:off x="3317" y="2426"/>
                <a:ext cx="766" cy="243"/>
              </a:xfrm>
              <a:prstGeom prst="line">
                <a:avLst/>
              </a:prstGeom>
              <a:grpFill/>
              <a:ln w="25400">
                <a:solidFill>
                  <a:schemeClr val="bg1"/>
                </a:solidFill>
                <a:round/>
                <a:headEnd/>
                <a:tailEnd/>
              </a:ln>
            </p:spPr>
            <p:txBody>
              <a:bodyPr/>
              <a:lstStyle/>
              <a:p>
                <a:endParaRPr lang="en-US"/>
              </a:p>
            </p:txBody>
          </p:sp>
        </p:grpSp>
        <p:grpSp>
          <p:nvGrpSpPr>
            <p:cNvPr id="103615" name="Group 945">
              <a:extLst>
                <a:ext uri="{FF2B5EF4-FFF2-40B4-BE49-F238E27FC236}">
                  <a16:creationId xmlns:a16="http://schemas.microsoft.com/office/drawing/2014/main" id="{1058EF41-D7E2-8708-47D6-63BFA4D732AD}"/>
                </a:ext>
              </a:extLst>
            </p:cNvPr>
            <p:cNvGrpSpPr>
              <a:grpSpLocks/>
            </p:cNvGrpSpPr>
            <p:nvPr/>
          </p:nvGrpSpPr>
          <p:grpSpPr bwMode="auto">
            <a:xfrm>
              <a:off x="3780" y="2387"/>
              <a:ext cx="886" cy="282"/>
              <a:chOff x="3780" y="2387"/>
              <a:chExt cx="886" cy="282"/>
            </a:xfrm>
            <a:grpFill/>
          </p:grpSpPr>
          <p:sp>
            <p:nvSpPr>
              <p:cNvPr id="103893" name="Freeform 946">
                <a:extLst>
                  <a:ext uri="{FF2B5EF4-FFF2-40B4-BE49-F238E27FC236}">
                    <a16:creationId xmlns:a16="http://schemas.microsoft.com/office/drawing/2014/main" id="{397E20B5-482D-2CB6-7990-14515498A3BD}"/>
                  </a:ext>
                </a:extLst>
              </p:cNvPr>
              <p:cNvSpPr>
                <a:spLocks/>
              </p:cNvSpPr>
              <p:nvPr/>
            </p:nvSpPr>
            <p:spPr bwMode="auto">
              <a:xfrm>
                <a:off x="4522" y="2387"/>
                <a:ext cx="144" cy="72"/>
              </a:xfrm>
              <a:custGeom>
                <a:avLst/>
                <a:gdLst>
                  <a:gd name="T0" fmla="*/ 144 w 144"/>
                  <a:gd name="T1" fmla="*/ 0 h 72"/>
                  <a:gd name="T2" fmla="*/ 24 w 144"/>
                  <a:gd name="T3" fmla="*/ 72 h 72"/>
                  <a:gd name="T4" fmla="*/ 16 w 144"/>
                  <a:gd name="T5" fmla="*/ 40 h 72"/>
                  <a:gd name="T6" fmla="*/ 0 w 144"/>
                  <a:gd name="T7" fmla="*/ 8 h 72"/>
                  <a:gd name="T8" fmla="*/ 144 w 144"/>
                  <a:gd name="T9" fmla="*/ 0 h 72"/>
                  <a:gd name="T10" fmla="*/ 0 60000 65536"/>
                  <a:gd name="T11" fmla="*/ 0 60000 65536"/>
                  <a:gd name="T12" fmla="*/ 0 60000 65536"/>
                  <a:gd name="T13" fmla="*/ 0 60000 65536"/>
                  <a:gd name="T14" fmla="*/ 0 60000 65536"/>
                  <a:gd name="T15" fmla="*/ 0 w 144"/>
                  <a:gd name="T16" fmla="*/ 0 h 72"/>
                  <a:gd name="T17" fmla="*/ 144 w 144"/>
                  <a:gd name="T18" fmla="*/ 72 h 72"/>
                </a:gdLst>
                <a:ahLst/>
                <a:cxnLst>
                  <a:cxn ang="T10">
                    <a:pos x="T0" y="T1"/>
                  </a:cxn>
                  <a:cxn ang="T11">
                    <a:pos x="T2" y="T3"/>
                  </a:cxn>
                  <a:cxn ang="T12">
                    <a:pos x="T4" y="T5"/>
                  </a:cxn>
                  <a:cxn ang="T13">
                    <a:pos x="T6" y="T7"/>
                  </a:cxn>
                  <a:cxn ang="T14">
                    <a:pos x="T8" y="T9"/>
                  </a:cxn>
                </a:cxnLst>
                <a:rect l="T15" t="T16" r="T17" b="T18"/>
                <a:pathLst>
                  <a:path w="144" h="72">
                    <a:moveTo>
                      <a:pt x="144" y="0"/>
                    </a:moveTo>
                    <a:lnTo>
                      <a:pt x="24" y="72"/>
                    </a:lnTo>
                    <a:lnTo>
                      <a:pt x="16" y="40"/>
                    </a:lnTo>
                    <a:lnTo>
                      <a:pt x="0" y="8"/>
                    </a:lnTo>
                    <a:lnTo>
                      <a:pt x="144" y="0"/>
                    </a:lnTo>
                    <a:close/>
                  </a:path>
                </a:pathLst>
              </a:custGeom>
              <a:grpFill/>
              <a:ln w="9525">
                <a:solidFill>
                  <a:schemeClr val="bg1"/>
                </a:solidFill>
                <a:round/>
                <a:headEnd/>
                <a:tailEnd/>
              </a:ln>
            </p:spPr>
            <p:txBody>
              <a:bodyPr/>
              <a:lstStyle/>
              <a:p>
                <a:endParaRPr lang="en-US"/>
              </a:p>
            </p:txBody>
          </p:sp>
          <p:sp>
            <p:nvSpPr>
              <p:cNvPr id="103894" name="Line 947">
                <a:extLst>
                  <a:ext uri="{FF2B5EF4-FFF2-40B4-BE49-F238E27FC236}">
                    <a16:creationId xmlns:a16="http://schemas.microsoft.com/office/drawing/2014/main" id="{637003FC-A00D-10A0-D8B0-2802898B5F38}"/>
                  </a:ext>
                </a:extLst>
              </p:cNvPr>
              <p:cNvSpPr>
                <a:spLocks noChangeShapeType="1"/>
              </p:cNvSpPr>
              <p:nvPr/>
            </p:nvSpPr>
            <p:spPr bwMode="auto">
              <a:xfrm flipV="1">
                <a:off x="3780" y="2426"/>
                <a:ext cx="766" cy="243"/>
              </a:xfrm>
              <a:prstGeom prst="line">
                <a:avLst/>
              </a:prstGeom>
              <a:grpFill/>
              <a:ln w="25400">
                <a:solidFill>
                  <a:schemeClr val="bg1"/>
                </a:solidFill>
                <a:round/>
                <a:headEnd/>
                <a:tailEnd/>
              </a:ln>
            </p:spPr>
            <p:txBody>
              <a:bodyPr/>
              <a:lstStyle/>
              <a:p>
                <a:endParaRPr lang="en-US"/>
              </a:p>
            </p:txBody>
          </p:sp>
        </p:grpSp>
        <p:grpSp>
          <p:nvGrpSpPr>
            <p:cNvPr id="103616" name="Group 948">
              <a:extLst>
                <a:ext uri="{FF2B5EF4-FFF2-40B4-BE49-F238E27FC236}">
                  <a16:creationId xmlns:a16="http://schemas.microsoft.com/office/drawing/2014/main" id="{54F3A987-4C09-5190-B1F8-1D1EFE2FC168}"/>
                </a:ext>
              </a:extLst>
            </p:cNvPr>
            <p:cNvGrpSpPr>
              <a:grpSpLocks/>
            </p:cNvGrpSpPr>
            <p:nvPr/>
          </p:nvGrpSpPr>
          <p:grpSpPr bwMode="auto">
            <a:xfrm>
              <a:off x="1473" y="2993"/>
              <a:ext cx="886" cy="291"/>
              <a:chOff x="1473" y="2993"/>
              <a:chExt cx="886" cy="291"/>
            </a:xfrm>
            <a:grpFill/>
          </p:grpSpPr>
          <p:sp>
            <p:nvSpPr>
              <p:cNvPr id="103891" name="Freeform 949">
                <a:extLst>
                  <a:ext uri="{FF2B5EF4-FFF2-40B4-BE49-F238E27FC236}">
                    <a16:creationId xmlns:a16="http://schemas.microsoft.com/office/drawing/2014/main" id="{325F8385-695A-8D59-4CF9-D06D47C509D4}"/>
                  </a:ext>
                </a:extLst>
              </p:cNvPr>
              <p:cNvSpPr>
                <a:spLocks/>
              </p:cNvSpPr>
              <p:nvPr/>
            </p:nvSpPr>
            <p:spPr bwMode="auto">
              <a:xfrm>
                <a:off x="2223" y="2993"/>
                <a:ext cx="136" cy="72"/>
              </a:xfrm>
              <a:custGeom>
                <a:avLst/>
                <a:gdLst>
                  <a:gd name="T0" fmla="*/ 136 w 136"/>
                  <a:gd name="T1" fmla="*/ 0 h 72"/>
                  <a:gd name="T2" fmla="*/ 24 w 136"/>
                  <a:gd name="T3" fmla="*/ 72 h 72"/>
                  <a:gd name="T4" fmla="*/ 8 w 136"/>
                  <a:gd name="T5" fmla="*/ 40 h 72"/>
                  <a:gd name="T6" fmla="*/ 0 w 136"/>
                  <a:gd name="T7" fmla="*/ 8 h 72"/>
                  <a:gd name="T8" fmla="*/ 136 w 136"/>
                  <a:gd name="T9" fmla="*/ 0 h 72"/>
                  <a:gd name="T10" fmla="*/ 0 60000 65536"/>
                  <a:gd name="T11" fmla="*/ 0 60000 65536"/>
                  <a:gd name="T12" fmla="*/ 0 60000 65536"/>
                  <a:gd name="T13" fmla="*/ 0 60000 65536"/>
                  <a:gd name="T14" fmla="*/ 0 60000 65536"/>
                  <a:gd name="T15" fmla="*/ 0 w 136"/>
                  <a:gd name="T16" fmla="*/ 0 h 72"/>
                  <a:gd name="T17" fmla="*/ 136 w 136"/>
                  <a:gd name="T18" fmla="*/ 72 h 72"/>
                </a:gdLst>
                <a:ahLst/>
                <a:cxnLst>
                  <a:cxn ang="T10">
                    <a:pos x="T0" y="T1"/>
                  </a:cxn>
                  <a:cxn ang="T11">
                    <a:pos x="T2" y="T3"/>
                  </a:cxn>
                  <a:cxn ang="T12">
                    <a:pos x="T4" y="T5"/>
                  </a:cxn>
                  <a:cxn ang="T13">
                    <a:pos x="T6" y="T7"/>
                  </a:cxn>
                  <a:cxn ang="T14">
                    <a:pos x="T8" y="T9"/>
                  </a:cxn>
                </a:cxnLst>
                <a:rect l="T15" t="T16" r="T17" b="T18"/>
                <a:pathLst>
                  <a:path w="136" h="72">
                    <a:moveTo>
                      <a:pt x="136" y="0"/>
                    </a:moveTo>
                    <a:lnTo>
                      <a:pt x="24" y="72"/>
                    </a:lnTo>
                    <a:lnTo>
                      <a:pt x="8" y="40"/>
                    </a:lnTo>
                    <a:lnTo>
                      <a:pt x="0" y="8"/>
                    </a:lnTo>
                    <a:lnTo>
                      <a:pt x="136" y="0"/>
                    </a:lnTo>
                    <a:close/>
                  </a:path>
                </a:pathLst>
              </a:custGeom>
              <a:grpFill/>
              <a:ln w="9525">
                <a:solidFill>
                  <a:schemeClr val="bg1"/>
                </a:solidFill>
                <a:round/>
                <a:headEnd/>
                <a:tailEnd/>
              </a:ln>
            </p:spPr>
            <p:txBody>
              <a:bodyPr/>
              <a:lstStyle/>
              <a:p>
                <a:endParaRPr lang="en-US"/>
              </a:p>
            </p:txBody>
          </p:sp>
          <p:sp>
            <p:nvSpPr>
              <p:cNvPr id="103892" name="Line 950">
                <a:extLst>
                  <a:ext uri="{FF2B5EF4-FFF2-40B4-BE49-F238E27FC236}">
                    <a16:creationId xmlns:a16="http://schemas.microsoft.com/office/drawing/2014/main" id="{D9025D77-C997-7DD6-CFDD-BDB912B729FB}"/>
                  </a:ext>
                </a:extLst>
              </p:cNvPr>
              <p:cNvSpPr>
                <a:spLocks noChangeShapeType="1"/>
              </p:cNvSpPr>
              <p:nvPr/>
            </p:nvSpPr>
            <p:spPr bwMode="auto">
              <a:xfrm flipV="1">
                <a:off x="1473" y="3032"/>
                <a:ext cx="766" cy="252"/>
              </a:xfrm>
              <a:prstGeom prst="line">
                <a:avLst/>
              </a:prstGeom>
              <a:grpFill/>
              <a:ln w="25400">
                <a:solidFill>
                  <a:schemeClr val="bg1"/>
                </a:solidFill>
                <a:round/>
                <a:headEnd/>
                <a:tailEnd/>
              </a:ln>
            </p:spPr>
            <p:txBody>
              <a:bodyPr/>
              <a:lstStyle/>
              <a:p>
                <a:endParaRPr lang="en-US"/>
              </a:p>
            </p:txBody>
          </p:sp>
        </p:grpSp>
        <p:grpSp>
          <p:nvGrpSpPr>
            <p:cNvPr id="103617" name="Group 951">
              <a:extLst>
                <a:ext uri="{FF2B5EF4-FFF2-40B4-BE49-F238E27FC236}">
                  <a16:creationId xmlns:a16="http://schemas.microsoft.com/office/drawing/2014/main" id="{FD1ED1DD-3B46-D2B6-9233-1E3BB5255EB8}"/>
                </a:ext>
              </a:extLst>
            </p:cNvPr>
            <p:cNvGrpSpPr>
              <a:grpSpLocks/>
            </p:cNvGrpSpPr>
            <p:nvPr/>
          </p:nvGrpSpPr>
          <p:grpSpPr bwMode="auto">
            <a:xfrm>
              <a:off x="1497" y="1765"/>
              <a:ext cx="878" cy="290"/>
              <a:chOff x="1497" y="1765"/>
              <a:chExt cx="878" cy="290"/>
            </a:xfrm>
            <a:grpFill/>
          </p:grpSpPr>
          <p:sp>
            <p:nvSpPr>
              <p:cNvPr id="103889" name="Freeform 952">
                <a:extLst>
                  <a:ext uri="{FF2B5EF4-FFF2-40B4-BE49-F238E27FC236}">
                    <a16:creationId xmlns:a16="http://schemas.microsoft.com/office/drawing/2014/main" id="{7656CDD7-4150-2CF7-CDE2-C9C2513E9EC7}"/>
                  </a:ext>
                </a:extLst>
              </p:cNvPr>
              <p:cNvSpPr>
                <a:spLocks/>
              </p:cNvSpPr>
              <p:nvPr/>
            </p:nvSpPr>
            <p:spPr bwMode="auto">
              <a:xfrm>
                <a:off x="2239" y="1765"/>
                <a:ext cx="136" cy="72"/>
              </a:xfrm>
              <a:custGeom>
                <a:avLst/>
                <a:gdLst>
                  <a:gd name="T0" fmla="*/ 136 w 136"/>
                  <a:gd name="T1" fmla="*/ 0 h 72"/>
                  <a:gd name="T2" fmla="*/ 24 w 136"/>
                  <a:gd name="T3" fmla="*/ 72 h 72"/>
                  <a:gd name="T4" fmla="*/ 8 w 136"/>
                  <a:gd name="T5" fmla="*/ 40 h 72"/>
                  <a:gd name="T6" fmla="*/ 0 w 136"/>
                  <a:gd name="T7" fmla="*/ 8 h 72"/>
                  <a:gd name="T8" fmla="*/ 136 w 136"/>
                  <a:gd name="T9" fmla="*/ 0 h 72"/>
                  <a:gd name="T10" fmla="*/ 0 60000 65536"/>
                  <a:gd name="T11" fmla="*/ 0 60000 65536"/>
                  <a:gd name="T12" fmla="*/ 0 60000 65536"/>
                  <a:gd name="T13" fmla="*/ 0 60000 65536"/>
                  <a:gd name="T14" fmla="*/ 0 60000 65536"/>
                  <a:gd name="T15" fmla="*/ 0 w 136"/>
                  <a:gd name="T16" fmla="*/ 0 h 72"/>
                  <a:gd name="T17" fmla="*/ 136 w 136"/>
                  <a:gd name="T18" fmla="*/ 72 h 72"/>
                </a:gdLst>
                <a:ahLst/>
                <a:cxnLst>
                  <a:cxn ang="T10">
                    <a:pos x="T0" y="T1"/>
                  </a:cxn>
                  <a:cxn ang="T11">
                    <a:pos x="T2" y="T3"/>
                  </a:cxn>
                  <a:cxn ang="T12">
                    <a:pos x="T4" y="T5"/>
                  </a:cxn>
                  <a:cxn ang="T13">
                    <a:pos x="T6" y="T7"/>
                  </a:cxn>
                  <a:cxn ang="T14">
                    <a:pos x="T8" y="T9"/>
                  </a:cxn>
                </a:cxnLst>
                <a:rect l="T15" t="T16" r="T17" b="T18"/>
                <a:pathLst>
                  <a:path w="136" h="72">
                    <a:moveTo>
                      <a:pt x="136" y="0"/>
                    </a:moveTo>
                    <a:lnTo>
                      <a:pt x="24" y="72"/>
                    </a:lnTo>
                    <a:lnTo>
                      <a:pt x="8" y="40"/>
                    </a:lnTo>
                    <a:lnTo>
                      <a:pt x="0" y="8"/>
                    </a:lnTo>
                    <a:lnTo>
                      <a:pt x="136" y="0"/>
                    </a:lnTo>
                    <a:close/>
                  </a:path>
                </a:pathLst>
              </a:custGeom>
              <a:grpFill/>
              <a:ln w="9525">
                <a:solidFill>
                  <a:schemeClr val="bg1"/>
                </a:solidFill>
                <a:round/>
                <a:headEnd/>
                <a:tailEnd/>
              </a:ln>
            </p:spPr>
            <p:txBody>
              <a:bodyPr/>
              <a:lstStyle/>
              <a:p>
                <a:endParaRPr lang="en-US"/>
              </a:p>
            </p:txBody>
          </p:sp>
          <p:sp>
            <p:nvSpPr>
              <p:cNvPr id="103890" name="Line 953">
                <a:extLst>
                  <a:ext uri="{FF2B5EF4-FFF2-40B4-BE49-F238E27FC236}">
                    <a16:creationId xmlns:a16="http://schemas.microsoft.com/office/drawing/2014/main" id="{30D94A3D-7356-7736-5796-1FA6387EF86B}"/>
                  </a:ext>
                </a:extLst>
              </p:cNvPr>
              <p:cNvSpPr>
                <a:spLocks noChangeShapeType="1"/>
              </p:cNvSpPr>
              <p:nvPr/>
            </p:nvSpPr>
            <p:spPr bwMode="auto">
              <a:xfrm flipV="1">
                <a:off x="1497" y="1803"/>
                <a:ext cx="758" cy="252"/>
              </a:xfrm>
              <a:prstGeom prst="line">
                <a:avLst/>
              </a:prstGeom>
              <a:grpFill/>
              <a:ln w="25400">
                <a:solidFill>
                  <a:schemeClr val="bg1"/>
                </a:solidFill>
                <a:round/>
                <a:headEnd/>
                <a:tailEnd/>
              </a:ln>
            </p:spPr>
            <p:txBody>
              <a:bodyPr/>
              <a:lstStyle/>
              <a:p>
                <a:endParaRPr lang="en-US"/>
              </a:p>
            </p:txBody>
          </p:sp>
        </p:grpSp>
        <p:grpSp>
          <p:nvGrpSpPr>
            <p:cNvPr id="103618" name="Group 954">
              <a:extLst>
                <a:ext uri="{FF2B5EF4-FFF2-40B4-BE49-F238E27FC236}">
                  <a16:creationId xmlns:a16="http://schemas.microsoft.com/office/drawing/2014/main" id="{5F644E10-28CC-6BD9-79F6-C8477D94C161}"/>
                </a:ext>
              </a:extLst>
            </p:cNvPr>
            <p:cNvGrpSpPr>
              <a:grpSpLocks/>
            </p:cNvGrpSpPr>
            <p:nvPr/>
          </p:nvGrpSpPr>
          <p:grpSpPr bwMode="auto">
            <a:xfrm>
              <a:off x="1938" y="1765"/>
              <a:ext cx="892" cy="1507"/>
              <a:chOff x="1938" y="1765"/>
              <a:chExt cx="892" cy="1507"/>
            </a:xfrm>
            <a:grpFill/>
          </p:grpSpPr>
          <p:sp>
            <p:nvSpPr>
              <p:cNvPr id="103887" name="Freeform 955">
                <a:extLst>
                  <a:ext uri="{FF2B5EF4-FFF2-40B4-BE49-F238E27FC236}">
                    <a16:creationId xmlns:a16="http://schemas.microsoft.com/office/drawing/2014/main" id="{A79860E1-4501-E894-64F8-382DDB6A3233}"/>
                  </a:ext>
                </a:extLst>
              </p:cNvPr>
              <p:cNvSpPr>
                <a:spLocks/>
              </p:cNvSpPr>
              <p:nvPr/>
            </p:nvSpPr>
            <p:spPr bwMode="auto">
              <a:xfrm>
                <a:off x="2726" y="3145"/>
                <a:ext cx="104" cy="127"/>
              </a:xfrm>
              <a:custGeom>
                <a:avLst/>
                <a:gdLst>
                  <a:gd name="T0" fmla="*/ 104 w 104"/>
                  <a:gd name="T1" fmla="*/ 127 h 127"/>
                  <a:gd name="T2" fmla="*/ 0 w 104"/>
                  <a:gd name="T3" fmla="*/ 32 h 127"/>
                  <a:gd name="T4" fmla="*/ 32 w 104"/>
                  <a:gd name="T5" fmla="*/ 16 h 127"/>
                  <a:gd name="T6" fmla="*/ 64 w 104"/>
                  <a:gd name="T7" fmla="*/ 0 h 127"/>
                  <a:gd name="T8" fmla="*/ 104 w 104"/>
                  <a:gd name="T9" fmla="*/ 127 h 127"/>
                  <a:gd name="T10" fmla="*/ 0 60000 65536"/>
                  <a:gd name="T11" fmla="*/ 0 60000 65536"/>
                  <a:gd name="T12" fmla="*/ 0 60000 65536"/>
                  <a:gd name="T13" fmla="*/ 0 60000 65536"/>
                  <a:gd name="T14" fmla="*/ 0 60000 65536"/>
                  <a:gd name="T15" fmla="*/ 0 w 104"/>
                  <a:gd name="T16" fmla="*/ 0 h 127"/>
                  <a:gd name="T17" fmla="*/ 104 w 104"/>
                  <a:gd name="T18" fmla="*/ 127 h 127"/>
                </a:gdLst>
                <a:ahLst/>
                <a:cxnLst>
                  <a:cxn ang="T10">
                    <a:pos x="T0" y="T1"/>
                  </a:cxn>
                  <a:cxn ang="T11">
                    <a:pos x="T2" y="T3"/>
                  </a:cxn>
                  <a:cxn ang="T12">
                    <a:pos x="T4" y="T5"/>
                  </a:cxn>
                  <a:cxn ang="T13">
                    <a:pos x="T6" y="T7"/>
                  </a:cxn>
                  <a:cxn ang="T14">
                    <a:pos x="T8" y="T9"/>
                  </a:cxn>
                </a:cxnLst>
                <a:rect l="T15" t="T16" r="T17" b="T18"/>
                <a:pathLst>
                  <a:path w="104" h="127">
                    <a:moveTo>
                      <a:pt x="104" y="127"/>
                    </a:moveTo>
                    <a:lnTo>
                      <a:pt x="0" y="32"/>
                    </a:lnTo>
                    <a:lnTo>
                      <a:pt x="32" y="16"/>
                    </a:lnTo>
                    <a:lnTo>
                      <a:pt x="64" y="0"/>
                    </a:lnTo>
                    <a:lnTo>
                      <a:pt x="104" y="127"/>
                    </a:lnTo>
                    <a:close/>
                  </a:path>
                </a:pathLst>
              </a:custGeom>
              <a:grpFill/>
              <a:ln w="9525">
                <a:solidFill>
                  <a:schemeClr val="bg1"/>
                </a:solidFill>
                <a:round/>
                <a:headEnd/>
                <a:tailEnd/>
              </a:ln>
            </p:spPr>
            <p:txBody>
              <a:bodyPr/>
              <a:lstStyle/>
              <a:p>
                <a:endParaRPr lang="en-US"/>
              </a:p>
            </p:txBody>
          </p:sp>
          <p:sp>
            <p:nvSpPr>
              <p:cNvPr id="103888" name="Line 956">
                <a:extLst>
                  <a:ext uri="{FF2B5EF4-FFF2-40B4-BE49-F238E27FC236}">
                    <a16:creationId xmlns:a16="http://schemas.microsoft.com/office/drawing/2014/main" id="{7BBFB1D5-EBDB-0DB2-7DAA-CDDDB77A32FB}"/>
                  </a:ext>
                </a:extLst>
              </p:cNvPr>
              <p:cNvSpPr>
                <a:spLocks noChangeShapeType="1"/>
              </p:cNvSpPr>
              <p:nvPr/>
            </p:nvSpPr>
            <p:spPr bwMode="auto">
              <a:xfrm>
                <a:off x="1938" y="1765"/>
                <a:ext cx="823" cy="1404"/>
              </a:xfrm>
              <a:prstGeom prst="line">
                <a:avLst/>
              </a:prstGeom>
              <a:grpFill/>
              <a:ln w="25400">
                <a:solidFill>
                  <a:schemeClr val="bg1"/>
                </a:solidFill>
                <a:round/>
                <a:headEnd/>
                <a:tailEnd/>
              </a:ln>
            </p:spPr>
            <p:txBody>
              <a:bodyPr/>
              <a:lstStyle/>
              <a:p>
                <a:endParaRPr lang="en-US"/>
              </a:p>
            </p:txBody>
          </p:sp>
        </p:grpSp>
        <p:grpSp>
          <p:nvGrpSpPr>
            <p:cNvPr id="103619" name="Group 957">
              <a:extLst>
                <a:ext uri="{FF2B5EF4-FFF2-40B4-BE49-F238E27FC236}">
                  <a16:creationId xmlns:a16="http://schemas.microsoft.com/office/drawing/2014/main" id="{795DC096-76C5-4F0D-C245-EDC79B4F28BF}"/>
                </a:ext>
              </a:extLst>
            </p:cNvPr>
            <p:cNvGrpSpPr>
              <a:grpSpLocks/>
            </p:cNvGrpSpPr>
            <p:nvPr/>
          </p:nvGrpSpPr>
          <p:grpSpPr bwMode="auto">
            <a:xfrm>
              <a:off x="1482" y="1781"/>
              <a:ext cx="438" cy="263"/>
              <a:chOff x="1482" y="1781"/>
              <a:chExt cx="438" cy="263"/>
            </a:xfrm>
            <a:grpFill/>
          </p:grpSpPr>
          <p:sp>
            <p:nvSpPr>
              <p:cNvPr id="103882" name="Freeform 958">
                <a:extLst>
                  <a:ext uri="{FF2B5EF4-FFF2-40B4-BE49-F238E27FC236}">
                    <a16:creationId xmlns:a16="http://schemas.microsoft.com/office/drawing/2014/main" id="{01F987A8-B322-918F-60F4-B0F848FB61C0}"/>
                  </a:ext>
                </a:extLst>
              </p:cNvPr>
              <p:cNvSpPr>
                <a:spLocks/>
              </p:cNvSpPr>
              <p:nvPr/>
            </p:nvSpPr>
            <p:spPr bwMode="auto">
              <a:xfrm>
                <a:off x="1808" y="1964"/>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 name="T15" fmla="*/ 0 w 112"/>
                  <a:gd name="T16" fmla="*/ 0 h 80"/>
                  <a:gd name="T17" fmla="*/ 112 w 112"/>
                  <a:gd name="T18" fmla="*/ 80 h 80"/>
                </a:gdLst>
                <a:ahLst/>
                <a:cxnLst>
                  <a:cxn ang="T10">
                    <a:pos x="T0" y="T1"/>
                  </a:cxn>
                  <a:cxn ang="T11">
                    <a:pos x="T2" y="T3"/>
                  </a:cxn>
                  <a:cxn ang="T12">
                    <a:pos x="T4" y="T5"/>
                  </a:cxn>
                  <a:cxn ang="T13">
                    <a:pos x="T6" y="T7"/>
                  </a:cxn>
                  <a:cxn ang="T14">
                    <a:pos x="T8" y="T9"/>
                  </a:cxn>
                </a:cxnLst>
                <a:rect l="T15" t="T16" r="T17" b="T18"/>
                <a:pathLst>
                  <a:path w="112" h="80">
                    <a:moveTo>
                      <a:pt x="112" y="80"/>
                    </a:moveTo>
                    <a:lnTo>
                      <a:pt x="0" y="48"/>
                    </a:lnTo>
                    <a:lnTo>
                      <a:pt x="16" y="24"/>
                    </a:lnTo>
                    <a:lnTo>
                      <a:pt x="32" y="0"/>
                    </a:lnTo>
                    <a:lnTo>
                      <a:pt x="112" y="80"/>
                    </a:lnTo>
                    <a:close/>
                  </a:path>
                </a:pathLst>
              </a:custGeom>
              <a:grpFill/>
              <a:ln w="9525">
                <a:solidFill>
                  <a:schemeClr val="bg1"/>
                </a:solidFill>
                <a:round/>
                <a:headEnd/>
                <a:tailEnd/>
              </a:ln>
            </p:spPr>
            <p:txBody>
              <a:bodyPr/>
              <a:lstStyle/>
              <a:p>
                <a:endParaRPr lang="en-US"/>
              </a:p>
            </p:txBody>
          </p:sp>
          <p:sp>
            <p:nvSpPr>
              <p:cNvPr id="103883" name="Line 959">
                <a:extLst>
                  <a:ext uri="{FF2B5EF4-FFF2-40B4-BE49-F238E27FC236}">
                    <a16:creationId xmlns:a16="http://schemas.microsoft.com/office/drawing/2014/main" id="{C498F3AB-3427-9360-B8FD-154FF78942FF}"/>
                  </a:ext>
                </a:extLst>
              </p:cNvPr>
              <p:cNvSpPr>
                <a:spLocks noChangeShapeType="1"/>
              </p:cNvSpPr>
              <p:nvPr/>
            </p:nvSpPr>
            <p:spPr bwMode="auto">
              <a:xfrm>
                <a:off x="1482" y="1781"/>
                <a:ext cx="70" cy="46"/>
              </a:xfrm>
              <a:prstGeom prst="line">
                <a:avLst/>
              </a:prstGeom>
              <a:grpFill/>
              <a:ln w="12700">
                <a:solidFill>
                  <a:schemeClr val="bg1"/>
                </a:solidFill>
                <a:round/>
                <a:headEnd/>
                <a:tailEnd/>
              </a:ln>
            </p:spPr>
            <p:txBody>
              <a:bodyPr/>
              <a:lstStyle/>
              <a:p>
                <a:endParaRPr lang="en-US"/>
              </a:p>
            </p:txBody>
          </p:sp>
          <p:sp>
            <p:nvSpPr>
              <p:cNvPr id="103884" name="Line 960">
                <a:extLst>
                  <a:ext uri="{FF2B5EF4-FFF2-40B4-BE49-F238E27FC236}">
                    <a16:creationId xmlns:a16="http://schemas.microsoft.com/office/drawing/2014/main" id="{0656DC6A-D10D-6FE8-57ED-17BEF769E578}"/>
                  </a:ext>
                </a:extLst>
              </p:cNvPr>
              <p:cNvSpPr>
                <a:spLocks noChangeShapeType="1"/>
              </p:cNvSpPr>
              <p:nvPr/>
            </p:nvSpPr>
            <p:spPr bwMode="auto">
              <a:xfrm>
                <a:off x="1577" y="1837"/>
                <a:ext cx="71" cy="47"/>
              </a:xfrm>
              <a:prstGeom prst="line">
                <a:avLst/>
              </a:prstGeom>
              <a:grpFill/>
              <a:ln w="12700">
                <a:solidFill>
                  <a:schemeClr val="bg1"/>
                </a:solidFill>
                <a:round/>
                <a:headEnd/>
                <a:tailEnd/>
              </a:ln>
            </p:spPr>
            <p:txBody>
              <a:bodyPr/>
              <a:lstStyle/>
              <a:p>
                <a:endParaRPr lang="en-US"/>
              </a:p>
            </p:txBody>
          </p:sp>
          <p:sp>
            <p:nvSpPr>
              <p:cNvPr id="103885" name="Line 961">
                <a:extLst>
                  <a:ext uri="{FF2B5EF4-FFF2-40B4-BE49-F238E27FC236}">
                    <a16:creationId xmlns:a16="http://schemas.microsoft.com/office/drawing/2014/main" id="{B8073D1A-96EE-6001-2808-B51622CA5DAC}"/>
                  </a:ext>
                </a:extLst>
              </p:cNvPr>
              <p:cNvSpPr>
                <a:spLocks noChangeShapeType="1"/>
              </p:cNvSpPr>
              <p:nvPr/>
            </p:nvSpPr>
            <p:spPr bwMode="auto">
              <a:xfrm>
                <a:off x="1672" y="1892"/>
                <a:ext cx="72" cy="47"/>
              </a:xfrm>
              <a:prstGeom prst="line">
                <a:avLst/>
              </a:prstGeom>
              <a:grpFill/>
              <a:ln w="12700">
                <a:solidFill>
                  <a:schemeClr val="bg1"/>
                </a:solidFill>
                <a:round/>
                <a:headEnd/>
                <a:tailEnd/>
              </a:ln>
            </p:spPr>
            <p:txBody>
              <a:bodyPr/>
              <a:lstStyle/>
              <a:p>
                <a:endParaRPr lang="en-US"/>
              </a:p>
            </p:txBody>
          </p:sp>
          <p:sp>
            <p:nvSpPr>
              <p:cNvPr id="103886" name="Line 962">
                <a:extLst>
                  <a:ext uri="{FF2B5EF4-FFF2-40B4-BE49-F238E27FC236}">
                    <a16:creationId xmlns:a16="http://schemas.microsoft.com/office/drawing/2014/main" id="{0AD2A690-D66A-A697-E246-6DBAFA366529}"/>
                  </a:ext>
                </a:extLst>
              </p:cNvPr>
              <p:cNvSpPr>
                <a:spLocks noChangeShapeType="1"/>
              </p:cNvSpPr>
              <p:nvPr/>
            </p:nvSpPr>
            <p:spPr bwMode="auto">
              <a:xfrm>
                <a:off x="1768" y="1956"/>
                <a:ext cx="56" cy="32"/>
              </a:xfrm>
              <a:prstGeom prst="line">
                <a:avLst/>
              </a:prstGeom>
              <a:grpFill/>
              <a:ln w="12700">
                <a:solidFill>
                  <a:schemeClr val="bg1"/>
                </a:solidFill>
                <a:round/>
                <a:headEnd/>
                <a:tailEnd/>
              </a:ln>
            </p:spPr>
            <p:txBody>
              <a:bodyPr/>
              <a:lstStyle/>
              <a:p>
                <a:endParaRPr lang="en-US"/>
              </a:p>
            </p:txBody>
          </p:sp>
        </p:grpSp>
        <p:grpSp>
          <p:nvGrpSpPr>
            <p:cNvPr id="103620" name="Group 963">
              <a:extLst>
                <a:ext uri="{FF2B5EF4-FFF2-40B4-BE49-F238E27FC236}">
                  <a16:creationId xmlns:a16="http://schemas.microsoft.com/office/drawing/2014/main" id="{060E8330-6D7C-7DF9-16F7-4FE4E6296C0F}"/>
                </a:ext>
              </a:extLst>
            </p:cNvPr>
            <p:cNvGrpSpPr>
              <a:grpSpLocks/>
            </p:cNvGrpSpPr>
            <p:nvPr/>
          </p:nvGrpSpPr>
          <p:grpSpPr bwMode="auto">
            <a:xfrm>
              <a:off x="1481" y="1789"/>
              <a:ext cx="455" cy="550"/>
              <a:chOff x="1481" y="1789"/>
              <a:chExt cx="455" cy="550"/>
            </a:xfrm>
            <a:grpFill/>
          </p:grpSpPr>
          <p:sp>
            <p:nvSpPr>
              <p:cNvPr id="103875" name="Freeform 964">
                <a:extLst>
                  <a:ext uri="{FF2B5EF4-FFF2-40B4-BE49-F238E27FC236}">
                    <a16:creationId xmlns:a16="http://schemas.microsoft.com/office/drawing/2014/main" id="{1AC1A973-9E2D-A3A7-01A1-FAD72F0C004C}"/>
                  </a:ext>
                </a:extLst>
              </p:cNvPr>
              <p:cNvSpPr>
                <a:spLocks/>
              </p:cNvSpPr>
              <p:nvPr/>
            </p:nvSpPr>
            <p:spPr bwMode="auto">
              <a:xfrm>
                <a:off x="1840" y="2235"/>
                <a:ext cx="96" cy="104"/>
              </a:xfrm>
              <a:custGeom>
                <a:avLst/>
                <a:gdLst>
                  <a:gd name="T0" fmla="*/ 96 w 96"/>
                  <a:gd name="T1" fmla="*/ 104 h 104"/>
                  <a:gd name="T2" fmla="*/ 0 w 96"/>
                  <a:gd name="T3" fmla="*/ 32 h 104"/>
                  <a:gd name="T4" fmla="*/ 24 w 96"/>
                  <a:gd name="T5" fmla="*/ 16 h 104"/>
                  <a:gd name="T6" fmla="*/ 48 w 96"/>
                  <a:gd name="T7" fmla="*/ 0 h 104"/>
                  <a:gd name="T8" fmla="*/ 96 w 96"/>
                  <a:gd name="T9" fmla="*/ 104 h 104"/>
                  <a:gd name="T10" fmla="*/ 0 60000 65536"/>
                  <a:gd name="T11" fmla="*/ 0 60000 65536"/>
                  <a:gd name="T12" fmla="*/ 0 60000 65536"/>
                  <a:gd name="T13" fmla="*/ 0 60000 65536"/>
                  <a:gd name="T14" fmla="*/ 0 60000 65536"/>
                  <a:gd name="T15" fmla="*/ 0 w 96"/>
                  <a:gd name="T16" fmla="*/ 0 h 104"/>
                  <a:gd name="T17" fmla="*/ 96 w 96"/>
                  <a:gd name="T18" fmla="*/ 104 h 104"/>
                </a:gdLst>
                <a:ahLst/>
                <a:cxnLst>
                  <a:cxn ang="T10">
                    <a:pos x="T0" y="T1"/>
                  </a:cxn>
                  <a:cxn ang="T11">
                    <a:pos x="T2" y="T3"/>
                  </a:cxn>
                  <a:cxn ang="T12">
                    <a:pos x="T4" y="T5"/>
                  </a:cxn>
                  <a:cxn ang="T13">
                    <a:pos x="T6" y="T7"/>
                  </a:cxn>
                  <a:cxn ang="T14">
                    <a:pos x="T8" y="T9"/>
                  </a:cxn>
                </a:cxnLst>
                <a:rect l="T15" t="T16" r="T17" b="T18"/>
                <a:pathLst>
                  <a:path w="96" h="104">
                    <a:moveTo>
                      <a:pt x="96" y="104"/>
                    </a:moveTo>
                    <a:lnTo>
                      <a:pt x="0" y="32"/>
                    </a:lnTo>
                    <a:lnTo>
                      <a:pt x="24" y="16"/>
                    </a:lnTo>
                    <a:lnTo>
                      <a:pt x="48" y="0"/>
                    </a:lnTo>
                    <a:lnTo>
                      <a:pt x="96" y="104"/>
                    </a:lnTo>
                    <a:close/>
                  </a:path>
                </a:pathLst>
              </a:custGeom>
              <a:grpFill/>
              <a:ln w="9525">
                <a:solidFill>
                  <a:schemeClr val="bg1"/>
                </a:solidFill>
                <a:round/>
                <a:headEnd/>
                <a:tailEnd/>
              </a:ln>
            </p:spPr>
            <p:txBody>
              <a:bodyPr/>
              <a:lstStyle/>
              <a:p>
                <a:endParaRPr lang="en-US"/>
              </a:p>
            </p:txBody>
          </p:sp>
          <p:sp>
            <p:nvSpPr>
              <p:cNvPr id="103876" name="Line 965">
                <a:extLst>
                  <a:ext uri="{FF2B5EF4-FFF2-40B4-BE49-F238E27FC236}">
                    <a16:creationId xmlns:a16="http://schemas.microsoft.com/office/drawing/2014/main" id="{EF36A6F1-1E4B-0BD7-5190-336D1F76E72D}"/>
                  </a:ext>
                </a:extLst>
              </p:cNvPr>
              <p:cNvSpPr>
                <a:spLocks noChangeShapeType="1"/>
              </p:cNvSpPr>
              <p:nvPr/>
            </p:nvSpPr>
            <p:spPr bwMode="auto">
              <a:xfrm>
                <a:off x="1481" y="1789"/>
                <a:ext cx="55" cy="62"/>
              </a:xfrm>
              <a:prstGeom prst="line">
                <a:avLst/>
              </a:prstGeom>
              <a:grpFill/>
              <a:ln w="12700">
                <a:solidFill>
                  <a:schemeClr val="bg1"/>
                </a:solidFill>
                <a:round/>
                <a:headEnd/>
                <a:tailEnd/>
              </a:ln>
            </p:spPr>
            <p:txBody>
              <a:bodyPr/>
              <a:lstStyle/>
              <a:p>
                <a:endParaRPr lang="en-US"/>
              </a:p>
            </p:txBody>
          </p:sp>
          <p:sp>
            <p:nvSpPr>
              <p:cNvPr id="103877" name="Line 966">
                <a:extLst>
                  <a:ext uri="{FF2B5EF4-FFF2-40B4-BE49-F238E27FC236}">
                    <a16:creationId xmlns:a16="http://schemas.microsoft.com/office/drawing/2014/main" id="{80452FCD-4E7D-0923-737D-E6B6A92EEFFE}"/>
                  </a:ext>
                </a:extLst>
              </p:cNvPr>
              <p:cNvSpPr>
                <a:spLocks noChangeShapeType="1"/>
              </p:cNvSpPr>
              <p:nvPr/>
            </p:nvSpPr>
            <p:spPr bwMode="auto">
              <a:xfrm>
                <a:off x="1552" y="1876"/>
                <a:ext cx="56" cy="64"/>
              </a:xfrm>
              <a:prstGeom prst="line">
                <a:avLst/>
              </a:prstGeom>
              <a:grpFill/>
              <a:ln w="12700">
                <a:solidFill>
                  <a:schemeClr val="bg1"/>
                </a:solidFill>
                <a:round/>
                <a:headEnd/>
                <a:tailEnd/>
              </a:ln>
            </p:spPr>
            <p:txBody>
              <a:bodyPr/>
              <a:lstStyle/>
              <a:p>
                <a:endParaRPr lang="en-US"/>
              </a:p>
            </p:txBody>
          </p:sp>
          <p:sp>
            <p:nvSpPr>
              <p:cNvPr id="103878" name="Line 967">
                <a:extLst>
                  <a:ext uri="{FF2B5EF4-FFF2-40B4-BE49-F238E27FC236}">
                    <a16:creationId xmlns:a16="http://schemas.microsoft.com/office/drawing/2014/main" id="{DEDAE8AB-5918-76B1-8820-E8A30224DC11}"/>
                  </a:ext>
                </a:extLst>
              </p:cNvPr>
              <p:cNvSpPr>
                <a:spLocks noChangeShapeType="1"/>
              </p:cNvSpPr>
              <p:nvPr/>
            </p:nvSpPr>
            <p:spPr bwMode="auto">
              <a:xfrm>
                <a:off x="1624" y="1964"/>
                <a:ext cx="56" cy="64"/>
              </a:xfrm>
              <a:prstGeom prst="line">
                <a:avLst/>
              </a:prstGeom>
              <a:grpFill/>
              <a:ln w="12700">
                <a:solidFill>
                  <a:schemeClr val="bg1"/>
                </a:solidFill>
                <a:round/>
                <a:headEnd/>
                <a:tailEnd/>
              </a:ln>
            </p:spPr>
            <p:txBody>
              <a:bodyPr/>
              <a:lstStyle/>
              <a:p>
                <a:endParaRPr lang="en-US"/>
              </a:p>
            </p:txBody>
          </p:sp>
          <p:sp>
            <p:nvSpPr>
              <p:cNvPr id="103879" name="Line 968">
                <a:extLst>
                  <a:ext uri="{FF2B5EF4-FFF2-40B4-BE49-F238E27FC236}">
                    <a16:creationId xmlns:a16="http://schemas.microsoft.com/office/drawing/2014/main" id="{6F6691D7-BA46-A061-F636-1EECF679FFF9}"/>
                  </a:ext>
                </a:extLst>
              </p:cNvPr>
              <p:cNvSpPr>
                <a:spLocks noChangeShapeType="1"/>
              </p:cNvSpPr>
              <p:nvPr/>
            </p:nvSpPr>
            <p:spPr bwMode="auto">
              <a:xfrm>
                <a:off x="1696" y="2044"/>
                <a:ext cx="56" cy="72"/>
              </a:xfrm>
              <a:prstGeom prst="line">
                <a:avLst/>
              </a:prstGeom>
              <a:grpFill/>
              <a:ln w="12700">
                <a:solidFill>
                  <a:schemeClr val="bg1"/>
                </a:solidFill>
                <a:round/>
                <a:headEnd/>
                <a:tailEnd/>
              </a:ln>
            </p:spPr>
            <p:txBody>
              <a:bodyPr/>
              <a:lstStyle/>
              <a:p>
                <a:endParaRPr lang="en-US"/>
              </a:p>
            </p:txBody>
          </p:sp>
          <p:sp>
            <p:nvSpPr>
              <p:cNvPr id="103880" name="Line 969">
                <a:extLst>
                  <a:ext uri="{FF2B5EF4-FFF2-40B4-BE49-F238E27FC236}">
                    <a16:creationId xmlns:a16="http://schemas.microsoft.com/office/drawing/2014/main" id="{A50AF6A6-BF62-B474-BB58-146B879507FB}"/>
                  </a:ext>
                </a:extLst>
              </p:cNvPr>
              <p:cNvSpPr>
                <a:spLocks noChangeShapeType="1"/>
              </p:cNvSpPr>
              <p:nvPr/>
            </p:nvSpPr>
            <p:spPr bwMode="auto">
              <a:xfrm>
                <a:off x="1768" y="2132"/>
                <a:ext cx="56" cy="71"/>
              </a:xfrm>
              <a:prstGeom prst="line">
                <a:avLst/>
              </a:prstGeom>
              <a:grpFill/>
              <a:ln w="12700">
                <a:solidFill>
                  <a:schemeClr val="bg1"/>
                </a:solidFill>
                <a:round/>
                <a:headEnd/>
                <a:tailEnd/>
              </a:ln>
            </p:spPr>
            <p:txBody>
              <a:bodyPr/>
              <a:lstStyle/>
              <a:p>
                <a:endParaRPr lang="en-US"/>
              </a:p>
            </p:txBody>
          </p:sp>
          <p:sp>
            <p:nvSpPr>
              <p:cNvPr id="103881" name="Line 970">
                <a:extLst>
                  <a:ext uri="{FF2B5EF4-FFF2-40B4-BE49-F238E27FC236}">
                    <a16:creationId xmlns:a16="http://schemas.microsoft.com/office/drawing/2014/main" id="{9C24FA56-0FDA-F714-9715-49FCC8B62D4A}"/>
                  </a:ext>
                </a:extLst>
              </p:cNvPr>
              <p:cNvSpPr>
                <a:spLocks noChangeShapeType="1"/>
              </p:cNvSpPr>
              <p:nvPr/>
            </p:nvSpPr>
            <p:spPr bwMode="auto">
              <a:xfrm>
                <a:off x="1840" y="2219"/>
                <a:ext cx="24" cy="31"/>
              </a:xfrm>
              <a:prstGeom prst="line">
                <a:avLst/>
              </a:prstGeom>
              <a:grpFill/>
              <a:ln w="12700">
                <a:solidFill>
                  <a:schemeClr val="bg1"/>
                </a:solidFill>
                <a:round/>
                <a:headEnd/>
                <a:tailEnd/>
              </a:ln>
            </p:spPr>
            <p:txBody>
              <a:bodyPr/>
              <a:lstStyle/>
              <a:p>
                <a:endParaRPr lang="en-US"/>
              </a:p>
            </p:txBody>
          </p:sp>
        </p:grpSp>
        <p:grpSp>
          <p:nvGrpSpPr>
            <p:cNvPr id="103621" name="Group 971">
              <a:extLst>
                <a:ext uri="{FF2B5EF4-FFF2-40B4-BE49-F238E27FC236}">
                  <a16:creationId xmlns:a16="http://schemas.microsoft.com/office/drawing/2014/main" id="{9362B3C2-7279-799C-7B42-299F67A2B19A}"/>
                </a:ext>
              </a:extLst>
            </p:cNvPr>
            <p:cNvGrpSpPr>
              <a:grpSpLocks/>
            </p:cNvGrpSpPr>
            <p:nvPr/>
          </p:nvGrpSpPr>
          <p:grpSpPr bwMode="auto">
            <a:xfrm>
              <a:off x="1489" y="2084"/>
              <a:ext cx="439" cy="574"/>
              <a:chOff x="1489" y="2084"/>
              <a:chExt cx="439" cy="574"/>
            </a:xfrm>
            <a:grpFill/>
          </p:grpSpPr>
          <p:sp>
            <p:nvSpPr>
              <p:cNvPr id="103868" name="Freeform 972">
                <a:extLst>
                  <a:ext uri="{FF2B5EF4-FFF2-40B4-BE49-F238E27FC236}">
                    <a16:creationId xmlns:a16="http://schemas.microsoft.com/office/drawing/2014/main" id="{22A56CF6-9303-A948-D993-A170E7443871}"/>
                  </a:ext>
                </a:extLst>
              </p:cNvPr>
              <p:cNvSpPr>
                <a:spLocks/>
              </p:cNvSpPr>
              <p:nvPr/>
            </p:nvSpPr>
            <p:spPr bwMode="auto">
              <a:xfrm>
                <a:off x="1840" y="2554"/>
                <a:ext cx="88" cy="104"/>
              </a:xfrm>
              <a:custGeom>
                <a:avLst/>
                <a:gdLst>
                  <a:gd name="T0" fmla="*/ 88 w 88"/>
                  <a:gd name="T1" fmla="*/ 104 h 104"/>
                  <a:gd name="T2" fmla="*/ 0 w 88"/>
                  <a:gd name="T3" fmla="*/ 32 h 104"/>
                  <a:gd name="T4" fmla="*/ 16 w 88"/>
                  <a:gd name="T5" fmla="*/ 16 h 104"/>
                  <a:gd name="T6" fmla="*/ 40 w 88"/>
                  <a:gd name="T7" fmla="*/ 0 h 104"/>
                  <a:gd name="T8" fmla="*/ 88 w 88"/>
                  <a:gd name="T9" fmla="*/ 104 h 104"/>
                  <a:gd name="T10" fmla="*/ 0 60000 65536"/>
                  <a:gd name="T11" fmla="*/ 0 60000 65536"/>
                  <a:gd name="T12" fmla="*/ 0 60000 65536"/>
                  <a:gd name="T13" fmla="*/ 0 60000 65536"/>
                  <a:gd name="T14" fmla="*/ 0 60000 65536"/>
                  <a:gd name="T15" fmla="*/ 0 w 88"/>
                  <a:gd name="T16" fmla="*/ 0 h 104"/>
                  <a:gd name="T17" fmla="*/ 88 w 88"/>
                  <a:gd name="T18" fmla="*/ 104 h 104"/>
                </a:gdLst>
                <a:ahLst/>
                <a:cxnLst>
                  <a:cxn ang="T10">
                    <a:pos x="T0" y="T1"/>
                  </a:cxn>
                  <a:cxn ang="T11">
                    <a:pos x="T2" y="T3"/>
                  </a:cxn>
                  <a:cxn ang="T12">
                    <a:pos x="T4" y="T5"/>
                  </a:cxn>
                  <a:cxn ang="T13">
                    <a:pos x="T6" y="T7"/>
                  </a:cxn>
                  <a:cxn ang="T14">
                    <a:pos x="T8" y="T9"/>
                  </a:cxn>
                </a:cxnLst>
                <a:rect l="T15" t="T16" r="T17" b="T18"/>
                <a:pathLst>
                  <a:path w="88" h="104">
                    <a:moveTo>
                      <a:pt x="88" y="104"/>
                    </a:moveTo>
                    <a:lnTo>
                      <a:pt x="0" y="32"/>
                    </a:lnTo>
                    <a:lnTo>
                      <a:pt x="16" y="16"/>
                    </a:lnTo>
                    <a:lnTo>
                      <a:pt x="40" y="0"/>
                    </a:lnTo>
                    <a:lnTo>
                      <a:pt x="88" y="104"/>
                    </a:lnTo>
                    <a:close/>
                  </a:path>
                </a:pathLst>
              </a:custGeom>
              <a:grpFill/>
              <a:ln w="9525">
                <a:solidFill>
                  <a:schemeClr val="bg1"/>
                </a:solidFill>
                <a:round/>
                <a:headEnd/>
                <a:tailEnd/>
              </a:ln>
            </p:spPr>
            <p:txBody>
              <a:bodyPr/>
              <a:lstStyle/>
              <a:p>
                <a:endParaRPr lang="en-US"/>
              </a:p>
            </p:txBody>
          </p:sp>
          <p:sp>
            <p:nvSpPr>
              <p:cNvPr id="103869" name="Line 973">
                <a:extLst>
                  <a:ext uri="{FF2B5EF4-FFF2-40B4-BE49-F238E27FC236}">
                    <a16:creationId xmlns:a16="http://schemas.microsoft.com/office/drawing/2014/main" id="{2FCEDC64-9C0E-1B21-CC7D-56C26656D5E7}"/>
                  </a:ext>
                </a:extLst>
              </p:cNvPr>
              <p:cNvSpPr>
                <a:spLocks noChangeShapeType="1"/>
              </p:cNvSpPr>
              <p:nvPr/>
            </p:nvSpPr>
            <p:spPr bwMode="auto">
              <a:xfrm>
                <a:off x="1489" y="2084"/>
                <a:ext cx="55" cy="70"/>
              </a:xfrm>
              <a:prstGeom prst="line">
                <a:avLst/>
              </a:prstGeom>
              <a:grpFill/>
              <a:ln w="12700">
                <a:solidFill>
                  <a:schemeClr val="bg1"/>
                </a:solidFill>
                <a:round/>
                <a:headEnd/>
                <a:tailEnd/>
              </a:ln>
            </p:spPr>
            <p:txBody>
              <a:bodyPr/>
              <a:lstStyle/>
              <a:p>
                <a:endParaRPr lang="en-US"/>
              </a:p>
            </p:txBody>
          </p:sp>
          <p:sp>
            <p:nvSpPr>
              <p:cNvPr id="103870" name="Line 974">
                <a:extLst>
                  <a:ext uri="{FF2B5EF4-FFF2-40B4-BE49-F238E27FC236}">
                    <a16:creationId xmlns:a16="http://schemas.microsoft.com/office/drawing/2014/main" id="{9FAE42E5-0BA4-CF7D-0F63-82686EAA8E6C}"/>
                  </a:ext>
                </a:extLst>
              </p:cNvPr>
              <p:cNvSpPr>
                <a:spLocks noChangeShapeType="1"/>
              </p:cNvSpPr>
              <p:nvPr/>
            </p:nvSpPr>
            <p:spPr bwMode="auto">
              <a:xfrm>
                <a:off x="1553" y="2172"/>
                <a:ext cx="55" cy="70"/>
              </a:xfrm>
              <a:prstGeom prst="line">
                <a:avLst/>
              </a:prstGeom>
              <a:grpFill/>
              <a:ln w="12700">
                <a:solidFill>
                  <a:schemeClr val="bg1"/>
                </a:solidFill>
                <a:round/>
                <a:headEnd/>
                <a:tailEnd/>
              </a:ln>
            </p:spPr>
            <p:txBody>
              <a:bodyPr/>
              <a:lstStyle/>
              <a:p>
                <a:endParaRPr lang="en-US"/>
              </a:p>
            </p:txBody>
          </p:sp>
          <p:sp>
            <p:nvSpPr>
              <p:cNvPr id="103871" name="Line 975">
                <a:extLst>
                  <a:ext uri="{FF2B5EF4-FFF2-40B4-BE49-F238E27FC236}">
                    <a16:creationId xmlns:a16="http://schemas.microsoft.com/office/drawing/2014/main" id="{0255AA62-103D-0644-AF26-602E2A91903F}"/>
                  </a:ext>
                </a:extLst>
              </p:cNvPr>
              <p:cNvSpPr>
                <a:spLocks noChangeShapeType="1"/>
              </p:cNvSpPr>
              <p:nvPr/>
            </p:nvSpPr>
            <p:spPr bwMode="auto">
              <a:xfrm>
                <a:off x="1624" y="2259"/>
                <a:ext cx="56" cy="71"/>
              </a:xfrm>
              <a:prstGeom prst="line">
                <a:avLst/>
              </a:prstGeom>
              <a:grpFill/>
              <a:ln w="12700">
                <a:solidFill>
                  <a:schemeClr val="bg1"/>
                </a:solidFill>
                <a:round/>
                <a:headEnd/>
                <a:tailEnd/>
              </a:ln>
            </p:spPr>
            <p:txBody>
              <a:bodyPr/>
              <a:lstStyle/>
              <a:p>
                <a:endParaRPr lang="en-US"/>
              </a:p>
            </p:txBody>
          </p:sp>
          <p:sp>
            <p:nvSpPr>
              <p:cNvPr id="103872" name="Line 976">
                <a:extLst>
                  <a:ext uri="{FF2B5EF4-FFF2-40B4-BE49-F238E27FC236}">
                    <a16:creationId xmlns:a16="http://schemas.microsoft.com/office/drawing/2014/main" id="{C9ADFDBB-FAD9-F1EB-E242-80A3551CFF47}"/>
                  </a:ext>
                </a:extLst>
              </p:cNvPr>
              <p:cNvSpPr>
                <a:spLocks noChangeShapeType="1"/>
              </p:cNvSpPr>
              <p:nvPr/>
            </p:nvSpPr>
            <p:spPr bwMode="auto">
              <a:xfrm>
                <a:off x="1688" y="2347"/>
                <a:ext cx="56" cy="72"/>
              </a:xfrm>
              <a:prstGeom prst="line">
                <a:avLst/>
              </a:prstGeom>
              <a:grpFill/>
              <a:ln w="12700">
                <a:solidFill>
                  <a:schemeClr val="bg1"/>
                </a:solidFill>
                <a:round/>
                <a:headEnd/>
                <a:tailEnd/>
              </a:ln>
            </p:spPr>
            <p:txBody>
              <a:bodyPr/>
              <a:lstStyle/>
              <a:p>
                <a:endParaRPr lang="en-US"/>
              </a:p>
            </p:txBody>
          </p:sp>
          <p:sp>
            <p:nvSpPr>
              <p:cNvPr id="103873" name="Line 977">
                <a:extLst>
                  <a:ext uri="{FF2B5EF4-FFF2-40B4-BE49-F238E27FC236}">
                    <a16:creationId xmlns:a16="http://schemas.microsoft.com/office/drawing/2014/main" id="{713DD230-22DB-9BF1-37A8-93EFC7EB13F1}"/>
                  </a:ext>
                </a:extLst>
              </p:cNvPr>
              <p:cNvSpPr>
                <a:spLocks noChangeShapeType="1"/>
              </p:cNvSpPr>
              <p:nvPr/>
            </p:nvSpPr>
            <p:spPr bwMode="auto">
              <a:xfrm>
                <a:off x="1760" y="2443"/>
                <a:ext cx="56" cy="63"/>
              </a:xfrm>
              <a:prstGeom prst="line">
                <a:avLst/>
              </a:prstGeom>
              <a:grpFill/>
              <a:ln w="12700">
                <a:solidFill>
                  <a:schemeClr val="bg1"/>
                </a:solidFill>
                <a:round/>
                <a:headEnd/>
                <a:tailEnd/>
              </a:ln>
            </p:spPr>
            <p:txBody>
              <a:bodyPr/>
              <a:lstStyle/>
              <a:p>
                <a:endParaRPr lang="en-US"/>
              </a:p>
            </p:txBody>
          </p:sp>
          <p:sp>
            <p:nvSpPr>
              <p:cNvPr id="103874" name="Line 978">
                <a:extLst>
                  <a:ext uri="{FF2B5EF4-FFF2-40B4-BE49-F238E27FC236}">
                    <a16:creationId xmlns:a16="http://schemas.microsoft.com/office/drawing/2014/main" id="{839B7BE7-9D30-6CFE-D187-922286A213B0}"/>
                  </a:ext>
                </a:extLst>
              </p:cNvPr>
              <p:cNvSpPr>
                <a:spLocks noChangeShapeType="1"/>
              </p:cNvSpPr>
              <p:nvPr/>
            </p:nvSpPr>
            <p:spPr bwMode="auto">
              <a:xfrm>
                <a:off x="1824" y="2531"/>
                <a:ext cx="32" cy="39"/>
              </a:xfrm>
              <a:prstGeom prst="line">
                <a:avLst/>
              </a:prstGeom>
              <a:grpFill/>
              <a:ln w="12700">
                <a:solidFill>
                  <a:schemeClr val="bg1"/>
                </a:solidFill>
                <a:round/>
                <a:headEnd/>
                <a:tailEnd/>
              </a:ln>
            </p:spPr>
            <p:txBody>
              <a:bodyPr/>
              <a:lstStyle/>
              <a:p>
                <a:endParaRPr lang="en-US"/>
              </a:p>
            </p:txBody>
          </p:sp>
        </p:grpSp>
        <p:grpSp>
          <p:nvGrpSpPr>
            <p:cNvPr id="103622" name="Group 979">
              <a:extLst>
                <a:ext uri="{FF2B5EF4-FFF2-40B4-BE49-F238E27FC236}">
                  <a16:creationId xmlns:a16="http://schemas.microsoft.com/office/drawing/2014/main" id="{8466ABCD-D0D4-77E5-6F8A-E97C74853125}"/>
                </a:ext>
              </a:extLst>
            </p:cNvPr>
            <p:cNvGrpSpPr>
              <a:grpSpLocks/>
            </p:cNvGrpSpPr>
            <p:nvPr/>
          </p:nvGrpSpPr>
          <p:grpSpPr bwMode="auto">
            <a:xfrm>
              <a:off x="1481" y="2084"/>
              <a:ext cx="447" cy="574"/>
              <a:chOff x="1481" y="2084"/>
              <a:chExt cx="447" cy="574"/>
            </a:xfrm>
            <a:grpFill/>
          </p:grpSpPr>
          <p:sp>
            <p:nvSpPr>
              <p:cNvPr id="103861" name="Freeform 980">
                <a:extLst>
                  <a:ext uri="{FF2B5EF4-FFF2-40B4-BE49-F238E27FC236}">
                    <a16:creationId xmlns:a16="http://schemas.microsoft.com/office/drawing/2014/main" id="{6FF7CD6D-2C2B-F6B0-3284-6FF0F6E34640}"/>
                  </a:ext>
                </a:extLst>
              </p:cNvPr>
              <p:cNvSpPr>
                <a:spLocks/>
              </p:cNvSpPr>
              <p:nvPr/>
            </p:nvSpPr>
            <p:spPr bwMode="auto">
              <a:xfrm>
                <a:off x="1840" y="2084"/>
                <a:ext cx="88" cy="104"/>
              </a:xfrm>
              <a:custGeom>
                <a:avLst/>
                <a:gdLst>
                  <a:gd name="T0" fmla="*/ 88 w 88"/>
                  <a:gd name="T1" fmla="*/ 0 h 104"/>
                  <a:gd name="T2" fmla="*/ 40 w 88"/>
                  <a:gd name="T3" fmla="*/ 104 h 104"/>
                  <a:gd name="T4" fmla="*/ 16 w 88"/>
                  <a:gd name="T5" fmla="*/ 88 h 104"/>
                  <a:gd name="T6" fmla="*/ 0 w 88"/>
                  <a:gd name="T7" fmla="*/ 72 h 104"/>
                  <a:gd name="T8" fmla="*/ 88 w 88"/>
                  <a:gd name="T9" fmla="*/ 0 h 104"/>
                  <a:gd name="T10" fmla="*/ 0 60000 65536"/>
                  <a:gd name="T11" fmla="*/ 0 60000 65536"/>
                  <a:gd name="T12" fmla="*/ 0 60000 65536"/>
                  <a:gd name="T13" fmla="*/ 0 60000 65536"/>
                  <a:gd name="T14" fmla="*/ 0 60000 65536"/>
                  <a:gd name="T15" fmla="*/ 0 w 88"/>
                  <a:gd name="T16" fmla="*/ 0 h 104"/>
                  <a:gd name="T17" fmla="*/ 88 w 88"/>
                  <a:gd name="T18" fmla="*/ 104 h 104"/>
                </a:gdLst>
                <a:ahLst/>
                <a:cxnLst>
                  <a:cxn ang="T10">
                    <a:pos x="T0" y="T1"/>
                  </a:cxn>
                  <a:cxn ang="T11">
                    <a:pos x="T2" y="T3"/>
                  </a:cxn>
                  <a:cxn ang="T12">
                    <a:pos x="T4" y="T5"/>
                  </a:cxn>
                  <a:cxn ang="T13">
                    <a:pos x="T6" y="T7"/>
                  </a:cxn>
                  <a:cxn ang="T14">
                    <a:pos x="T8" y="T9"/>
                  </a:cxn>
                </a:cxnLst>
                <a:rect l="T15" t="T16" r="T17" b="T18"/>
                <a:pathLst>
                  <a:path w="88" h="104">
                    <a:moveTo>
                      <a:pt x="88" y="0"/>
                    </a:moveTo>
                    <a:lnTo>
                      <a:pt x="40" y="104"/>
                    </a:lnTo>
                    <a:lnTo>
                      <a:pt x="16" y="88"/>
                    </a:lnTo>
                    <a:lnTo>
                      <a:pt x="0" y="72"/>
                    </a:lnTo>
                    <a:lnTo>
                      <a:pt x="88" y="0"/>
                    </a:lnTo>
                    <a:close/>
                  </a:path>
                </a:pathLst>
              </a:custGeom>
              <a:grpFill/>
              <a:ln w="9525">
                <a:solidFill>
                  <a:schemeClr val="bg1"/>
                </a:solidFill>
                <a:round/>
                <a:headEnd/>
                <a:tailEnd/>
              </a:ln>
            </p:spPr>
            <p:txBody>
              <a:bodyPr/>
              <a:lstStyle/>
              <a:p>
                <a:endParaRPr lang="en-US"/>
              </a:p>
            </p:txBody>
          </p:sp>
          <p:sp>
            <p:nvSpPr>
              <p:cNvPr id="103862" name="Line 981">
                <a:extLst>
                  <a:ext uri="{FF2B5EF4-FFF2-40B4-BE49-F238E27FC236}">
                    <a16:creationId xmlns:a16="http://schemas.microsoft.com/office/drawing/2014/main" id="{E1E8EABF-EAEF-8CFA-00C3-D1F46E3C96D1}"/>
                  </a:ext>
                </a:extLst>
              </p:cNvPr>
              <p:cNvSpPr>
                <a:spLocks noChangeShapeType="1"/>
              </p:cNvSpPr>
              <p:nvPr/>
            </p:nvSpPr>
            <p:spPr bwMode="auto">
              <a:xfrm flipV="1">
                <a:off x="1481" y="2588"/>
                <a:ext cx="55" cy="70"/>
              </a:xfrm>
              <a:prstGeom prst="line">
                <a:avLst/>
              </a:prstGeom>
              <a:grpFill/>
              <a:ln w="12700">
                <a:solidFill>
                  <a:schemeClr val="bg1"/>
                </a:solidFill>
                <a:round/>
                <a:headEnd/>
                <a:tailEnd/>
              </a:ln>
            </p:spPr>
            <p:txBody>
              <a:bodyPr/>
              <a:lstStyle/>
              <a:p>
                <a:endParaRPr lang="en-US"/>
              </a:p>
            </p:txBody>
          </p:sp>
          <p:sp>
            <p:nvSpPr>
              <p:cNvPr id="103863" name="Line 982">
                <a:extLst>
                  <a:ext uri="{FF2B5EF4-FFF2-40B4-BE49-F238E27FC236}">
                    <a16:creationId xmlns:a16="http://schemas.microsoft.com/office/drawing/2014/main" id="{2F0C0E6B-7B85-2C01-0465-A1979D1D02F7}"/>
                  </a:ext>
                </a:extLst>
              </p:cNvPr>
              <p:cNvSpPr>
                <a:spLocks noChangeShapeType="1"/>
              </p:cNvSpPr>
              <p:nvPr/>
            </p:nvSpPr>
            <p:spPr bwMode="auto">
              <a:xfrm flipV="1">
                <a:off x="1553" y="2500"/>
                <a:ext cx="47" cy="70"/>
              </a:xfrm>
              <a:prstGeom prst="line">
                <a:avLst/>
              </a:prstGeom>
              <a:grpFill/>
              <a:ln w="12700">
                <a:solidFill>
                  <a:schemeClr val="bg1"/>
                </a:solidFill>
                <a:round/>
                <a:headEnd/>
                <a:tailEnd/>
              </a:ln>
            </p:spPr>
            <p:txBody>
              <a:bodyPr/>
              <a:lstStyle/>
              <a:p>
                <a:endParaRPr lang="en-US"/>
              </a:p>
            </p:txBody>
          </p:sp>
          <p:sp>
            <p:nvSpPr>
              <p:cNvPr id="103864" name="Line 983">
                <a:extLst>
                  <a:ext uri="{FF2B5EF4-FFF2-40B4-BE49-F238E27FC236}">
                    <a16:creationId xmlns:a16="http://schemas.microsoft.com/office/drawing/2014/main" id="{BC726355-39CA-9234-230C-0192E8986FEA}"/>
                  </a:ext>
                </a:extLst>
              </p:cNvPr>
              <p:cNvSpPr>
                <a:spLocks noChangeShapeType="1"/>
              </p:cNvSpPr>
              <p:nvPr/>
            </p:nvSpPr>
            <p:spPr bwMode="auto">
              <a:xfrm flipV="1">
                <a:off x="1616" y="2412"/>
                <a:ext cx="56" cy="71"/>
              </a:xfrm>
              <a:prstGeom prst="line">
                <a:avLst/>
              </a:prstGeom>
              <a:grpFill/>
              <a:ln w="12700">
                <a:solidFill>
                  <a:schemeClr val="bg1"/>
                </a:solidFill>
                <a:round/>
                <a:headEnd/>
                <a:tailEnd/>
              </a:ln>
            </p:spPr>
            <p:txBody>
              <a:bodyPr/>
              <a:lstStyle/>
              <a:p>
                <a:endParaRPr lang="en-US"/>
              </a:p>
            </p:txBody>
          </p:sp>
          <p:sp>
            <p:nvSpPr>
              <p:cNvPr id="103865" name="Line 984">
                <a:extLst>
                  <a:ext uri="{FF2B5EF4-FFF2-40B4-BE49-F238E27FC236}">
                    <a16:creationId xmlns:a16="http://schemas.microsoft.com/office/drawing/2014/main" id="{6CE71CA9-D2D9-4A0D-B400-0F8512479C89}"/>
                  </a:ext>
                </a:extLst>
              </p:cNvPr>
              <p:cNvSpPr>
                <a:spLocks noChangeShapeType="1"/>
              </p:cNvSpPr>
              <p:nvPr/>
            </p:nvSpPr>
            <p:spPr bwMode="auto">
              <a:xfrm flipV="1">
                <a:off x="1688" y="2323"/>
                <a:ext cx="56" cy="72"/>
              </a:xfrm>
              <a:prstGeom prst="line">
                <a:avLst/>
              </a:prstGeom>
              <a:grpFill/>
              <a:ln w="12700">
                <a:solidFill>
                  <a:schemeClr val="bg1"/>
                </a:solidFill>
                <a:round/>
                <a:headEnd/>
                <a:tailEnd/>
              </a:ln>
            </p:spPr>
            <p:txBody>
              <a:bodyPr/>
              <a:lstStyle/>
              <a:p>
                <a:endParaRPr lang="en-US"/>
              </a:p>
            </p:txBody>
          </p:sp>
          <p:sp>
            <p:nvSpPr>
              <p:cNvPr id="103866" name="Line 985">
                <a:extLst>
                  <a:ext uri="{FF2B5EF4-FFF2-40B4-BE49-F238E27FC236}">
                    <a16:creationId xmlns:a16="http://schemas.microsoft.com/office/drawing/2014/main" id="{FF09904C-1668-D4C8-72C6-F50A030C6F1D}"/>
                  </a:ext>
                </a:extLst>
              </p:cNvPr>
              <p:cNvSpPr>
                <a:spLocks noChangeShapeType="1"/>
              </p:cNvSpPr>
              <p:nvPr/>
            </p:nvSpPr>
            <p:spPr bwMode="auto">
              <a:xfrm flipV="1">
                <a:off x="1752" y="2236"/>
                <a:ext cx="56" cy="71"/>
              </a:xfrm>
              <a:prstGeom prst="line">
                <a:avLst/>
              </a:prstGeom>
              <a:grpFill/>
              <a:ln w="12700">
                <a:solidFill>
                  <a:schemeClr val="bg1"/>
                </a:solidFill>
                <a:round/>
                <a:headEnd/>
                <a:tailEnd/>
              </a:ln>
            </p:spPr>
            <p:txBody>
              <a:bodyPr/>
              <a:lstStyle/>
              <a:p>
                <a:endParaRPr lang="en-US"/>
              </a:p>
            </p:txBody>
          </p:sp>
          <p:sp>
            <p:nvSpPr>
              <p:cNvPr id="103867" name="Line 986">
                <a:extLst>
                  <a:ext uri="{FF2B5EF4-FFF2-40B4-BE49-F238E27FC236}">
                    <a16:creationId xmlns:a16="http://schemas.microsoft.com/office/drawing/2014/main" id="{9826144C-D928-6C9E-DAA9-29F1C9F22586}"/>
                  </a:ext>
                </a:extLst>
              </p:cNvPr>
              <p:cNvSpPr>
                <a:spLocks noChangeShapeType="1"/>
              </p:cNvSpPr>
              <p:nvPr/>
            </p:nvSpPr>
            <p:spPr bwMode="auto">
              <a:xfrm flipV="1">
                <a:off x="1824" y="2172"/>
                <a:ext cx="32" cy="47"/>
              </a:xfrm>
              <a:prstGeom prst="line">
                <a:avLst/>
              </a:prstGeom>
              <a:grpFill/>
              <a:ln w="12700">
                <a:solidFill>
                  <a:schemeClr val="bg1"/>
                </a:solidFill>
                <a:round/>
                <a:headEnd/>
                <a:tailEnd/>
              </a:ln>
            </p:spPr>
            <p:txBody>
              <a:bodyPr/>
              <a:lstStyle/>
              <a:p>
                <a:endParaRPr lang="en-US"/>
              </a:p>
            </p:txBody>
          </p:sp>
        </p:grpSp>
        <p:grpSp>
          <p:nvGrpSpPr>
            <p:cNvPr id="103623" name="Group 987">
              <a:extLst>
                <a:ext uri="{FF2B5EF4-FFF2-40B4-BE49-F238E27FC236}">
                  <a16:creationId xmlns:a16="http://schemas.microsoft.com/office/drawing/2014/main" id="{1A5A807C-0EC3-49EE-31EB-87EA852E62C5}"/>
                </a:ext>
              </a:extLst>
            </p:cNvPr>
            <p:cNvGrpSpPr>
              <a:grpSpLocks/>
            </p:cNvGrpSpPr>
            <p:nvPr/>
          </p:nvGrpSpPr>
          <p:grpSpPr bwMode="auto">
            <a:xfrm>
              <a:off x="1944" y="2076"/>
              <a:ext cx="447" cy="263"/>
              <a:chOff x="1944" y="2076"/>
              <a:chExt cx="447" cy="263"/>
            </a:xfrm>
            <a:grpFill/>
          </p:grpSpPr>
          <p:sp>
            <p:nvSpPr>
              <p:cNvPr id="103856" name="Freeform 988">
                <a:extLst>
                  <a:ext uri="{FF2B5EF4-FFF2-40B4-BE49-F238E27FC236}">
                    <a16:creationId xmlns:a16="http://schemas.microsoft.com/office/drawing/2014/main" id="{ABE1922D-B4CC-637D-3304-0A5C1B1215C5}"/>
                  </a:ext>
                </a:extLst>
              </p:cNvPr>
              <p:cNvSpPr>
                <a:spLocks/>
              </p:cNvSpPr>
              <p:nvPr/>
            </p:nvSpPr>
            <p:spPr bwMode="auto">
              <a:xfrm>
                <a:off x="2279" y="2076"/>
                <a:ext cx="112" cy="80"/>
              </a:xfrm>
              <a:custGeom>
                <a:avLst/>
                <a:gdLst>
                  <a:gd name="T0" fmla="*/ 112 w 112"/>
                  <a:gd name="T1" fmla="*/ 0 h 80"/>
                  <a:gd name="T2" fmla="*/ 32 w 112"/>
                  <a:gd name="T3" fmla="*/ 80 h 80"/>
                  <a:gd name="T4" fmla="*/ 16 w 112"/>
                  <a:gd name="T5" fmla="*/ 56 h 80"/>
                  <a:gd name="T6" fmla="*/ 0 w 112"/>
                  <a:gd name="T7" fmla="*/ 32 h 80"/>
                  <a:gd name="T8" fmla="*/ 112 w 112"/>
                  <a:gd name="T9" fmla="*/ 0 h 80"/>
                  <a:gd name="T10" fmla="*/ 0 60000 65536"/>
                  <a:gd name="T11" fmla="*/ 0 60000 65536"/>
                  <a:gd name="T12" fmla="*/ 0 60000 65536"/>
                  <a:gd name="T13" fmla="*/ 0 60000 65536"/>
                  <a:gd name="T14" fmla="*/ 0 60000 65536"/>
                  <a:gd name="T15" fmla="*/ 0 w 112"/>
                  <a:gd name="T16" fmla="*/ 0 h 80"/>
                  <a:gd name="T17" fmla="*/ 112 w 112"/>
                  <a:gd name="T18" fmla="*/ 80 h 80"/>
                </a:gdLst>
                <a:ahLst/>
                <a:cxnLst>
                  <a:cxn ang="T10">
                    <a:pos x="T0" y="T1"/>
                  </a:cxn>
                  <a:cxn ang="T11">
                    <a:pos x="T2" y="T3"/>
                  </a:cxn>
                  <a:cxn ang="T12">
                    <a:pos x="T4" y="T5"/>
                  </a:cxn>
                  <a:cxn ang="T13">
                    <a:pos x="T6" y="T7"/>
                  </a:cxn>
                  <a:cxn ang="T14">
                    <a:pos x="T8" y="T9"/>
                  </a:cxn>
                </a:cxnLst>
                <a:rect l="T15" t="T16" r="T17" b="T18"/>
                <a:pathLst>
                  <a:path w="112" h="80">
                    <a:moveTo>
                      <a:pt x="112" y="0"/>
                    </a:moveTo>
                    <a:lnTo>
                      <a:pt x="32" y="80"/>
                    </a:lnTo>
                    <a:lnTo>
                      <a:pt x="16" y="56"/>
                    </a:lnTo>
                    <a:lnTo>
                      <a:pt x="0" y="32"/>
                    </a:lnTo>
                    <a:lnTo>
                      <a:pt x="112" y="0"/>
                    </a:lnTo>
                    <a:close/>
                  </a:path>
                </a:pathLst>
              </a:custGeom>
              <a:grpFill/>
              <a:ln w="9525">
                <a:solidFill>
                  <a:schemeClr val="bg1"/>
                </a:solidFill>
                <a:round/>
                <a:headEnd/>
                <a:tailEnd/>
              </a:ln>
            </p:spPr>
            <p:txBody>
              <a:bodyPr/>
              <a:lstStyle/>
              <a:p>
                <a:endParaRPr lang="en-US"/>
              </a:p>
            </p:txBody>
          </p:sp>
          <p:sp>
            <p:nvSpPr>
              <p:cNvPr id="103857" name="Line 989">
                <a:extLst>
                  <a:ext uri="{FF2B5EF4-FFF2-40B4-BE49-F238E27FC236}">
                    <a16:creationId xmlns:a16="http://schemas.microsoft.com/office/drawing/2014/main" id="{68A9F86A-0E34-9BFF-D589-BA8B7C016154}"/>
                  </a:ext>
                </a:extLst>
              </p:cNvPr>
              <p:cNvSpPr>
                <a:spLocks noChangeShapeType="1"/>
              </p:cNvSpPr>
              <p:nvPr/>
            </p:nvSpPr>
            <p:spPr bwMode="auto">
              <a:xfrm flipV="1">
                <a:off x="1944" y="2292"/>
                <a:ext cx="71" cy="47"/>
              </a:xfrm>
              <a:prstGeom prst="line">
                <a:avLst/>
              </a:prstGeom>
              <a:grpFill/>
              <a:ln w="12700">
                <a:solidFill>
                  <a:schemeClr val="bg1"/>
                </a:solidFill>
                <a:round/>
                <a:headEnd/>
                <a:tailEnd/>
              </a:ln>
            </p:spPr>
            <p:txBody>
              <a:bodyPr/>
              <a:lstStyle/>
              <a:p>
                <a:endParaRPr lang="en-US"/>
              </a:p>
            </p:txBody>
          </p:sp>
          <p:sp>
            <p:nvSpPr>
              <p:cNvPr id="103858" name="Line 990">
                <a:extLst>
                  <a:ext uri="{FF2B5EF4-FFF2-40B4-BE49-F238E27FC236}">
                    <a16:creationId xmlns:a16="http://schemas.microsoft.com/office/drawing/2014/main" id="{A1F48756-44FB-EAAF-0FE4-0D02F572B0E1}"/>
                  </a:ext>
                </a:extLst>
              </p:cNvPr>
              <p:cNvSpPr>
                <a:spLocks noChangeShapeType="1"/>
              </p:cNvSpPr>
              <p:nvPr/>
            </p:nvSpPr>
            <p:spPr bwMode="auto">
              <a:xfrm flipV="1">
                <a:off x="2040" y="2236"/>
                <a:ext cx="79" cy="47"/>
              </a:xfrm>
              <a:prstGeom prst="line">
                <a:avLst/>
              </a:prstGeom>
              <a:grpFill/>
              <a:ln w="12700">
                <a:solidFill>
                  <a:schemeClr val="bg1"/>
                </a:solidFill>
                <a:round/>
                <a:headEnd/>
                <a:tailEnd/>
              </a:ln>
            </p:spPr>
            <p:txBody>
              <a:bodyPr/>
              <a:lstStyle/>
              <a:p>
                <a:endParaRPr lang="en-US"/>
              </a:p>
            </p:txBody>
          </p:sp>
          <p:sp>
            <p:nvSpPr>
              <p:cNvPr id="103859" name="Line 991">
                <a:extLst>
                  <a:ext uri="{FF2B5EF4-FFF2-40B4-BE49-F238E27FC236}">
                    <a16:creationId xmlns:a16="http://schemas.microsoft.com/office/drawing/2014/main" id="{6A219077-FB2E-891D-2CE8-EEE65F007B01}"/>
                  </a:ext>
                </a:extLst>
              </p:cNvPr>
              <p:cNvSpPr>
                <a:spLocks noChangeShapeType="1"/>
              </p:cNvSpPr>
              <p:nvPr/>
            </p:nvSpPr>
            <p:spPr bwMode="auto">
              <a:xfrm flipV="1">
                <a:off x="2136" y="2180"/>
                <a:ext cx="79" cy="47"/>
              </a:xfrm>
              <a:prstGeom prst="line">
                <a:avLst/>
              </a:prstGeom>
              <a:grpFill/>
              <a:ln w="12700">
                <a:solidFill>
                  <a:schemeClr val="bg1"/>
                </a:solidFill>
                <a:round/>
                <a:headEnd/>
                <a:tailEnd/>
              </a:ln>
            </p:spPr>
            <p:txBody>
              <a:bodyPr/>
              <a:lstStyle/>
              <a:p>
                <a:endParaRPr lang="en-US"/>
              </a:p>
            </p:txBody>
          </p:sp>
          <p:sp>
            <p:nvSpPr>
              <p:cNvPr id="103860" name="Line 992">
                <a:extLst>
                  <a:ext uri="{FF2B5EF4-FFF2-40B4-BE49-F238E27FC236}">
                    <a16:creationId xmlns:a16="http://schemas.microsoft.com/office/drawing/2014/main" id="{1BA5B386-C674-E60F-2625-CD7BB3075BB2}"/>
                  </a:ext>
                </a:extLst>
              </p:cNvPr>
              <p:cNvSpPr>
                <a:spLocks noChangeShapeType="1"/>
              </p:cNvSpPr>
              <p:nvPr/>
            </p:nvSpPr>
            <p:spPr bwMode="auto">
              <a:xfrm flipV="1">
                <a:off x="2231" y="2133"/>
                <a:ext cx="64" cy="39"/>
              </a:xfrm>
              <a:prstGeom prst="line">
                <a:avLst/>
              </a:prstGeom>
              <a:grpFill/>
              <a:ln w="12700">
                <a:solidFill>
                  <a:schemeClr val="bg1"/>
                </a:solidFill>
                <a:round/>
                <a:headEnd/>
                <a:tailEnd/>
              </a:ln>
            </p:spPr>
            <p:txBody>
              <a:bodyPr/>
              <a:lstStyle/>
              <a:p>
                <a:endParaRPr lang="en-US"/>
              </a:p>
            </p:txBody>
          </p:sp>
        </p:grpSp>
        <p:grpSp>
          <p:nvGrpSpPr>
            <p:cNvPr id="103624" name="Group 993">
              <a:extLst>
                <a:ext uri="{FF2B5EF4-FFF2-40B4-BE49-F238E27FC236}">
                  <a16:creationId xmlns:a16="http://schemas.microsoft.com/office/drawing/2014/main" id="{ACD35B11-B0DD-903B-6F09-F492CE8A5FDA}"/>
                </a:ext>
              </a:extLst>
            </p:cNvPr>
            <p:cNvGrpSpPr>
              <a:grpSpLocks/>
            </p:cNvGrpSpPr>
            <p:nvPr/>
          </p:nvGrpSpPr>
          <p:grpSpPr bwMode="auto">
            <a:xfrm>
              <a:off x="1944" y="1781"/>
              <a:ext cx="431" cy="263"/>
              <a:chOff x="1944" y="1781"/>
              <a:chExt cx="431" cy="263"/>
            </a:xfrm>
            <a:grpFill/>
          </p:grpSpPr>
          <p:sp>
            <p:nvSpPr>
              <p:cNvPr id="103851" name="Freeform 994">
                <a:extLst>
                  <a:ext uri="{FF2B5EF4-FFF2-40B4-BE49-F238E27FC236}">
                    <a16:creationId xmlns:a16="http://schemas.microsoft.com/office/drawing/2014/main" id="{EAF7D697-4119-EE98-9471-A915C88C511A}"/>
                  </a:ext>
                </a:extLst>
              </p:cNvPr>
              <p:cNvSpPr>
                <a:spLocks/>
              </p:cNvSpPr>
              <p:nvPr/>
            </p:nvSpPr>
            <p:spPr bwMode="auto">
              <a:xfrm>
                <a:off x="2263" y="1781"/>
                <a:ext cx="112" cy="80"/>
              </a:xfrm>
              <a:custGeom>
                <a:avLst/>
                <a:gdLst>
                  <a:gd name="T0" fmla="*/ 112 w 112"/>
                  <a:gd name="T1" fmla="*/ 0 h 80"/>
                  <a:gd name="T2" fmla="*/ 32 w 112"/>
                  <a:gd name="T3" fmla="*/ 80 h 80"/>
                  <a:gd name="T4" fmla="*/ 16 w 112"/>
                  <a:gd name="T5" fmla="*/ 56 h 80"/>
                  <a:gd name="T6" fmla="*/ 0 w 112"/>
                  <a:gd name="T7" fmla="*/ 32 h 80"/>
                  <a:gd name="T8" fmla="*/ 112 w 112"/>
                  <a:gd name="T9" fmla="*/ 0 h 80"/>
                  <a:gd name="T10" fmla="*/ 0 60000 65536"/>
                  <a:gd name="T11" fmla="*/ 0 60000 65536"/>
                  <a:gd name="T12" fmla="*/ 0 60000 65536"/>
                  <a:gd name="T13" fmla="*/ 0 60000 65536"/>
                  <a:gd name="T14" fmla="*/ 0 60000 65536"/>
                  <a:gd name="T15" fmla="*/ 0 w 112"/>
                  <a:gd name="T16" fmla="*/ 0 h 80"/>
                  <a:gd name="T17" fmla="*/ 112 w 112"/>
                  <a:gd name="T18" fmla="*/ 80 h 80"/>
                </a:gdLst>
                <a:ahLst/>
                <a:cxnLst>
                  <a:cxn ang="T10">
                    <a:pos x="T0" y="T1"/>
                  </a:cxn>
                  <a:cxn ang="T11">
                    <a:pos x="T2" y="T3"/>
                  </a:cxn>
                  <a:cxn ang="T12">
                    <a:pos x="T4" y="T5"/>
                  </a:cxn>
                  <a:cxn ang="T13">
                    <a:pos x="T6" y="T7"/>
                  </a:cxn>
                  <a:cxn ang="T14">
                    <a:pos x="T8" y="T9"/>
                  </a:cxn>
                </a:cxnLst>
                <a:rect l="T15" t="T16" r="T17" b="T18"/>
                <a:pathLst>
                  <a:path w="112" h="80">
                    <a:moveTo>
                      <a:pt x="112" y="0"/>
                    </a:moveTo>
                    <a:lnTo>
                      <a:pt x="32" y="80"/>
                    </a:lnTo>
                    <a:lnTo>
                      <a:pt x="16" y="56"/>
                    </a:lnTo>
                    <a:lnTo>
                      <a:pt x="0" y="32"/>
                    </a:lnTo>
                    <a:lnTo>
                      <a:pt x="112" y="0"/>
                    </a:lnTo>
                    <a:close/>
                  </a:path>
                </a:pathLst>
              </a:custGeom>
              <a:grpFill/>
              <a:ln w="9525">
                <a:solidFill>
                  <a:schemeClr val="bg1"/>
                </a:solidFill>
                <a:round/>
                <a:headEnd/>
                <a:tailEnd/>
              </a:ln>
            </p:spPr>
            <p:txBody>
              <a:bodyPr/>
              <a:lstStyle/>
              <a:p>
                <a:endParaRPr lang="en-US"/>
              </a:p>
            </p:txBody>
          </p:sp>
          <p:sp>
            <p:nvSpPr>
              <p:cNvPr id="103852" name="Line 995">
                <a:extLst>
                  <a:ext uri="{FF2B5EF4-FFF2-40B4-BE49-F238E27FC236}">
                    <a16:creationId xmlns:a16="http://schemas.microsoft.com/office/drawing/2014/main" id="{CE9B0627-C2A5-AB78-3C3C-5563F631BD7F}"/>
                  </a:ext>
                </a:extLst>
              </p:cNvPr>
              <p:cNvSpPr>
                <a:spLocks noChangeShapeType="1"/>
              </p:cNvSpPr>
              <p:nvPr/>
            </p:nvSpPr>
            <p:spPr bwMode="auto">
              <a:xfrm flipV="1">
                <a:off x="1944" y="1997"/>
                <a:ext cx="71" cy="47"/>
              </a:xfrm>
              <a:prstGeom prst="line">
                <a:avLst/>
              </a:prstGeom>
              <a:grpFill/>
              <a:ln w="12700">
                <a:solidFill>
                  <a:schemeClr val="bg1"/>
                </a:solidFill>
                <a:round/>
                <a:headEnd/>
                <a:tailEnd/>
              </a:ln>
            </p:spPr>
            <p:txBody>
              <a:bodyPr/>
              <a:lstStyle/>
              <a:p>
                <a:endParaRPr lang="en-US"/>
              </a:p>
            </p:txBody>
          </p:sp>
          <p:sp>
            <p:nvSpPr>
              <p:cNvPr id="103853" name="Line 996">
                <a:extLst>
                  <a:ext uri="{FF2B5EF4-FFF2-40B4-BE49-F238E27FC236}">
                    <a16:creationId xmlns:a16="http://schemas.microsoft.com/office/drawing/2014/main" id="{E3FD85D5-42AE-6C2C-DDE3-E07AB8502E8B}"/>
                  </a:ext>
                </a:extLst>
              </p:cNvPr>
              <p:cNvSpPr>
                <a:spLocks noChangeShapeType="1"/>
              </p:cNvSpPr>
              <p:nvPr/>
            </p:nvSpPr>
            <p:spPr bwMode="auto">
              <a:xfrm flipV="1">
                <a:off x="2040" y="1941"/>
                <a:ext cx="71" cy="47"/>
              </a:xfrm>
              <a:prstGeom prst="line">
                <a:avLst/>
              </a:prstGeom>
              <a:grpFill/>
              <a:ln w="12700">
                <a:solidFill>
                  <a:schemeClr val="bg1"/>
                </a:solidFill>
                <a:round/>
                <a:headEnd/>
                <a:tailEnd/>
              </a:ln>
            </p:spPr>
            <p:txBody>
              <a:bodyPr/>
              <a:lstStyle/>
              <a:p>
                <a:endParaRPr lang="en-US"/>
              </a:p>
            </p:txBody>
          </p:sp>
          <p:sp>
            <p:nvSpPr>
              <p:cNvPr id="103854" name="Line 997">
                <a:extLst>
                  <a:ext uri="{FF2B5EF4-FFF2-40B4-BE49-F238E27FC236}">
                    <a16:creationId xmlns:a16="http://schemas.microsoft.com/office/drawing/2014/main" id="{8E7510C5-7623-96D6-3E0A-E2178ED2873E}"/>
                  </a:ext>
                </a:extLst>
              </p:cNvPr>
              <p:cNvSpPr>
                <a:spLocks noChangeShapeType="1"/>
              </p:cNvSpPr>
              <p:nvPr/>
            </p:nvSpPr>
            <p:spPr bwMode="auto">
              <a:xfrm flipV="1">
                <a:off x="2136" y="1885"/>
                <a:ext cx="71" cy="39"/>
              </a:xfrm>
              <a:prstGeom prst="line">
                <a:avLst/>
              </a:prstGeom>
              <a:grpFill/>
              <a:ln w="12700">
                <a:solidFill>
                  <a:schemeClr val="bg1"/>
                </a:solidFill>
                <a:round/>
                <a:headEnd/>
                <a:tailEnd/>
              </a:ln>
            </p:spPr>
            <p:txBody>
              <a:bodyPr/>
              <a:lstStyle/>
              <a:p>
                <a:endParaRPr lang="en-US"/>
              </a:p>
            </p:txBody>
          </p:sp>
          <p:sp>
            <p:nvSpPr>
              <p:cNvPr id="103855" name="Line 998">
                <a:extLst>
                  <a:ext uri="{FF2B5EF4-FFF2-40B4-BE49-F238E27FC236}">
                    <a16:creationId xmlns:a16="http://schemas.microsoft.com/office/drawing/2014/main" id="{8745868A-69F9-9680-A99D-15470F866635}"/>
                  </a:ext>
                </a:extLst>
              </p:cNvPr>
              <p:cNvSpPr>
                <a:spLocks noChangeShapeType="1"/>
              </p:cNvSpPr>
              <p:nvPr/>
            </p:nvSpPr>
            <p:spPr bwMode="auto">
              <a:xfrm flipV="1">
                <a:off x="2232" y="1837"/>
                <a:ext cx="47" cy="31"/>
              </a:xfrm>
              <a:prstGeom prst="line">
                <a:avLst/>
              </a:prstGeom>
              <a:grpFill/>
              <a:ln w="12700">
                <a:solidFill>
                  <a:schemeClr val="bg1"/>
                </a:solidFill>
                <a:round/>
                <a:headEnd/>
                <a:tailEnd/>
              </a:ln>
            </p:spPr>
            <p:txBody>
              <a:bodyPr/>
              <a:lstStyle/>
              <a:p>
                <a:endParaRPr lang="en-US"/>
              </a:p>
            </p:txBody>
          </p:sp>
        </p:grpSp>
        <p:grpSp>
          <p:nvGrpSpPr>
            <p:cNvPr id="103625" name="Group 999">
              <a:extLst>
                <a:ext uri="{FF2B5EF4-FFF2-40B4-BE49-F238E27FC236}">
                  <a16:creationId xmlns:a16="http://schemas.microsoft.com/office/drawing/2014/main" id="{6CDA518A-812E-448F-B286-E710A3113116}"/>
                </a:ext>
              </a:extLst>
            </p:cNvPr>
            <p:cNvGrpSpPr>
              <a:grpSpLocks/>
            </p:cNvGrpSpPr>
            <p:nvPr/>
          </p:nvGrpSpPr>
          <p:grpSpPr bwMode="auto">
            <a:xfrm>
              <a:off x="2415" y="1781"/>
              <a:ext cx="423" cy="271"/>
              <a:chOff x="2415" y="1781"/>
              <a:chExt cx="423" cy="271"/>
            </a:xfrm>
            <a:grpFill/>
          </p:grpSpPr>
          <p:sp>
            <p:nvSpPr>
              <p:cNvPr id="103846" name="Freeform 1000">
                <a:extLst>
                  <a:ext uri="{FF2B5EF4-FFF2-40B4-BE49-F238E27FC236}">
                    <a16:creationId xmlns:a16="http://schemas.microsoft.com/office/drawing/2014/main" id="{C6B45C47-10BB-820C-EA90-3D7D06B6BBF8}"/>
                  </a:ext>
                </a:extLst>
              </p:cNvPr>
              <p:cNvSpPr>
                <a:spLocks/>
              </p:cNvSpPr>
              <p:nvPr/>
            </p:nvSpPr>
            <p:spPr bwMode="auto">
              <a:xfrm>
                <a:off x="2726" y="1781"/>
                <a:ext cx="112" cy="87"/>
              </a:xfrm>
              <a:custGeom>
                <a:avLst/>
                <a:gdLst>
                  <a:gd name="T0" fmla="*/ 112 w 112"/>
                  <a:gd name="T1" fmla="*/ 0 h 87"/>
                  <a:gd name="T2" fmla="*/ 32 w 112"/>
                  <a:gd name="T3" fmla="*/ 87 h 87"/>
                  <a:gd name="T4" fmla="*/ 16 w 112"/>
                  <a:gd name="T5" fmla="*/ 64 h 87"/>
                  <a:gd name="T6" fmla="*/ 0 w 112"/>
                  <a:gd name="T7" fmla="*/ 40 h 87"/>
                  <a:gd name="T8" fmla="*/ 112 w 112"/>
                  <a:gd name="T9" fmla="*/ 0 h 87"/>
                  <a:gd name="T10" fmla="*/ 0 60000 65536"/>
                  <a:gd name="T11" fmla="*/ 0 60000 65536"/>
                  <a:gd name="T12" fmla="*/ 0 60000 65536"/>
                  <a:gd name="T13" fmla="*/ 0 60000 65536"/>
                  <a:gd name="T14" fmla="*/ 0 60000 65536"/>
                  <a:gd name="T15" fmla="*/ 0 w 112"/>
                  <a:gd name="T16" fmla="*/ 0 h 87"/>
                  <a:gd name="T17" fmla="*/ 112 w 112"/>
                  <a:gd name="T18" fmla="*/ 87 h 87"/>
                </a:gdLst>
                <a:ahLst/>
                <a:cxnLst>
                  <a:cxn ang="T10">
                    <a:pos x="T0" y="T1"/>
                  </a:cxn>
                  <a:cxn ang="T11">
                    <a:pos x="T2" y="T3"/>
                  </a:cxn>
                  <a:cxn ang="T12">
                    <a:pos x="T4" y="T5"/>
                  </a:cxn>
                  <a:cxn ang="T13">
                    <a:pos x="T6" y="T7"/>
                  </a:cxn>
                  <a:cxn ang="T14">
                    <a:pos x="T8" y="T9"/>
                  </a:cxn>
                </a:cxnLst>
                <a:rect l="T15" t="T16" r="T17" b="T18"/>
                <a:pathLst>
                  <a:path w="112" h="87">
                    <a:moveTo>
                      <a:pt x="112" y="0"/>
                    </a:moveTo>
                    <a:lnTo>
                      <a:pt x="32" y="87"/>
                    </a:lnTo>
                    <a:lnTo>
                      <a:pt x="16" y="64"/>
                    </a:lnTo>
                    <a:lnTo>
                      <a:pt x="0" y="40"/>
                    </a:lnTo>
                    <a:lnTo>
                      <a:pt x="112" y="0"/>
                    </a:lnTo>
                    <a:close/>
                  </a:path>
                </a:pathLst>
              </a:custGeom>
              <a:grpFill/>
              <a:ln w="9525">
                <a:solidFill>
                  <a:schemeClr val="bg1"/>
                </a:solidFill>
                <a:round/>
                <a:headEnd/>
                <a:tailEnd/>
              </a:ln>
            </p:spPr>
            <p:txBody>
              <a:bodyPr/>
              <a:lstStyle/>
              <a:p>
                <a:endParaRPr lang="en-US"/>
              </a:p>
            </p:txBody>
          </p:sp>
          <p:sp>
            <p:nvSpPr>
              <p:cNvPr id="103847" name="Line 1001">
                <a:extLst>
                  <a:ext uri="{FF2B5EF4-FFF2-40B4-BE49-F238E27FC236}">
                    <a16:creationId xmlns:a16="http://schemas.microsoft.com/office/drawing/2014/main" id="{EBCFB4A0-FC3E-0A52-F2B1-AC055B96399E}"/>
                  </a:ext>
                </a:extLst>
              </p:cNvPr>
              <p:cNvSpPr>
                <a:spLocks noChangeShapeType="1"/>
              </p:cNvSpPr>
              <p:nvPr/>
            </p:nvSpPr>
            <p:spPr bwMode="auto">
              <a:xfrm flipV="1">
                <a:off x="2415" y="2004"/>
                <a:ext cx="72" cy="48"/>
              </a:xfrm>
              <a:prstGeom prst="line">
                <a:avLst/>
              </a:prstGeom>
              <a:grpFill/>
              <a:ln w="12700">
                <a:solidFill>
                  <a:schemeClr val="bg1"/>
                </a:solidFill>
                <a:round/>
                <a:headEnd/>
                <a:tailEnd/>
              </a:ln>
            </p:spPr>
            <p:txBody>
              <a:bodyPr/>
              <a:lstStyle/>
              <a:p>
                <a:endParaRPr lang="en-US"/>
              </a:p>
            </p:txBody>
          </p:sp>
          <p:sp>
            <p:nvSpPr>
              <p:cNvPr id="103848" name="Line 1002">
                <a:extLst>
                  <a:ext uri="{FF2B5EF4-FFF2-40B4-BE49-F238E27FC236}">
                    <a16:creationId xmlns:a16="http://schemas.microsoft.com/office/drawing/2014/main" id="{0923E5C0-CA1A-3442-A788-6080AA61832F}"/>
                  </a:ext>
                </a:extLst>
              </p:cNvPr>
              <p:cNvSpPr>
                <a:spLocks noChangeShapeType="1"/>
              </p:cNvSpPr>
              <p:nvPr/>
            </p:nvSpPr>
            <p:spPr bwMode="auto">
              <a:xfrm flipV="1">
                <a:off x="2511" y="1949"/>
                <a:ext cx="71" cy="39"/>
              </a:xfrm>
              <a:prstGeom prst="line">
                <a:avLst/>
              </a:prstGeom>
              <a:grpFill/>
              <a:ln w="12700">
                <a:solidFill>
                  <a:schemeClr val="bg1"/>
                </a:solidFill>
                <a:round/>
                <a:headEnd/>
                <a:tailEnd/>
              </a:ln>
            </p:spPr>
            <p:txBody>
              <a:bodyPr/>
              <a:lstStyle/>
              <a:p>
                <a:endParaRPr lang="en-US"/>
              </a:p>
            </p:txBody>
          </p:sp>
          <p:sp>
            <p:nvSpPr>
              <p:cNvPr id="103849" name="Line 1003">
                <a:extLst>
                  <a:ext uri="{FF2B5EF4-FFF2-40B4-BE49-F238E27FC236}">
                    <a16:creationId xmlns:a16="http://schemas.microsoft.com/office/drawing/2014/main" id="{DFB5A1B8-B4E5-3F3D-6914-C82FD1A78EF4}"/>
                  </a:ext>
                </a:extLst>
              </p:cNvPr>
              <p:cNvSpPr>
                <a:spLocks noChangeShapeType="1"/>
              </p:cNvSpPr>
              <p:nvPr/>
            </p:nvSpPr>
            <p:spPr bwMode="auto">
              <a:xfrm flipV="1">
                <a:off x="2607" y="1885"/>
                <a:ext cx="71" cy="47"/>
              </a:xfrm>
              <a:prstGeom prst="line">
                <a:avLst/>
              </a:prstGeom>
              <a:grpFill/>
              <a:ln w="12700">
                <a:solidFill>
                  <a:schemeClr val="bg1"/>
                </a:solidFill>
                <a:round/>
                <a:headEnd/>
                <a:tailEnd/>
              </a:ln>
            </p:spPr>
            <p:txBody>
              <a:bodyPr/>
              <a:lstStyle/>
              <a:p>
                <a:endParaRPr lang="en-US"/>
              </a:p>
            </p:txBody>
          </p:sp>
          <p:sp>
            <p:nvSpPr>
              <p:cNvPr id="103850" name="Line 1004">
                <a:extLst>
                  <a:ext uri="{FF2B5EF4-FFF2-40B4-BE49-F238E27FC236}">
                    <a16:creationId xmlns:a16="http://schemas.microsoft.com/office/drawing/2014/main" id="{1BA66E74-C8A3-FB63-CD4A-5D8DCA703536}"/>
                  </a:ext>
                </a:extLst>
              </p:cNvPr>
              <p:cNvSpPr>
                <a:spLocks noChangeShapeType="1"/>
              </p:cNvSpPr>
              <p:nvPr/>
            </p:nvSpPr>
            <p:spPr bwMode="auto">
              <a:xfrm flipV="1">
                <a:off x="2696" y="1846"/>
                <a:ext cx="46" cy="22"/>
              </a:xfrm>
              <a:prstGeom prst="line">
                <a:avLst/>
              </a:prstGeom>
              <a:grpFill/>
              <a:ln w="12700">
                <a:solidFill>
                  <a:schemeClr val="bg1"/>
                </a:solidFill>
                <a:round/>
                <a:headEnd/>
                <a:tailEnd/>
              </a:ln>
            </p:spPr>
            <p:txBody>
              <a:bodyPr/>
              <a:lstStyle/>
              <a:p>
                <a:endParaRPr lang="en-US"/>
              </a:p>
            </p:txBody>
          </p:sp>
        </p:grpSp>
        <p:grpSp>
          <p:nvGrpSpPr>
            <p:cNvPr id="103626" name="Group 1005">
              <a:extLst>
                <a:ext uri="{FF2B5EF4-FFF2-40B4-BE49-F238E27FC236}">
                  <a16:creationId xmlns:a16="http://schemas.microsoft.com/office/drawing/2014/main" id="{A6CC3D3B-7658-E7FC-8B96-6BC37712F84F}"/>
                </a:ext>
              </a:extLst>
            </p:cNvPr>
            <p:cNvGrpSpPr>
              <a:grpSpLocks/>
            </p:cNvGrpSpPr>
            <p:nvPr/>
          </p:nvGrpSpPr>
          <p:grpSpPr bwMode="auto">
            <a:xfrm>
              <a:off x="2886" y="1773"/>
              <a:ext cx="415" cy="271"/>
              <a:chOff x="2886" y="1773"/>
              <a:chExt cx="415" cy="271"/>
            </a:xfrm>
            <a:grpFill/>
          </p:grpSpPr>
          <p:sp>
            <p:nvSpPr>
              <p:cNvPr id="103841" name="Freeform 1006">
                <a:extLst>
                  <a:ext uri="{FF2B5EF4-FFF2-40B4-BE49-F238E27FC236}">
                    <a16:creationId xmlns:a16="http://schemas.microsoft.com/office/drawing/2014/main" id="{1875BF24-7F7B-1D05-6F25-0EA8B991F92C}"/>
                  </a:ext>
                </a:extLst>
              </p:cNvPr>
              <p:cNvSpPr>
                <a:spLocks/>
              </p:cNvSpPr>
              <p:nvPr/>
            </p:nvSpPr>
            <p:spPr bwMode="auto">
              <a:xfrm>
                <a:off x="3189" y="1773"/>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32" y="88"/>
                    </a:lnTo>
                    <a:lnTo>
                      <a:pt x="16" y="64"/>
                    </a:lnTo>
                    <a:lnTo>
                      <a:pt x="0" y="40"/>
                    </a:lnTo>
                    <a:lnTo>
                      <a:pt x="112" y="0"/>
                    </a:lnTo>
                    <a:close/>
                  </a:path>
                </a:pathLst>
              </a:custGeom>
              <a:grpFill/>
              <a:ln w="9525">
                <a:solidFill>
                  <a:schemeClr val="bg1"/>
                </a:solidFill>
                <a:round/>
                <a:headEnd/>
                <a:tailEnd/>
              </a:ln>
            </p:spPr>
            <p:txBody>
              <a:bodyPr/>
              <a:lstStyle/>
              <a:p>
                <a:endParaRPr lang="en-US"/>
              </a:p>
            </p:txBody>
          </p:sp>
          <p:sp>
            <p:nvSpPr>
              <p:cNvPr id="103842" name="Line 1007">
                <a:extLst>
                  <a:ext uri="{FF2B5EF4-FFF2-40B4-BE49-F238E27FC236}">
                    <a16:creationId xmlns:a16="http://schemas.microsoft.com/office/drawing/2014/main" id="{8EA134A2-0DCE-8AFF-2EF6-6CE6C4F79864}"/>
                  </a:ext>
                </a:extLst>
              </p:cNvPr>
              <p:cNvSpPr>
                <a:spLocks noChangeShapeType="1"/>
              </p:cNvSpPr>
              <p:nvPr/>
            </p:nvSpPr>
            <p:spPr bwMode="auto">
              <a:xfrm flipV="1">
                <a:off x="2886" y="1996"/>
                <a:ext cx="72" cy="48"/>
              </a:xfrm>
              <a:prstGeom prst="line">
                <a:avLst/>
              </a:prstGeom>
              <a:grpFill/>
              <a:ln w="12700">
                <a:solidFill>
                  <a:schemeClr val="bg1"/>
                </a:solidFill>
                <a:round/>
                <a:headEnd/>
                <a:tailEnd/>
              </a:ln>
            </p:spPr>
            <p:txBody>
              <a:bodyPr/>
              <a:lstStyle/>
              <a:p>
                <a:endParaRPr lang="en-US"/>
              </a:p>
            </p:txBody>
          </p:sp>
          <p:sp>
            <p:nvSpPr>
              <p:cNvPr id="103843" name="Line 1008">
                <a:extLst>
                  <a:ext uri="{FF2B5EF4-FFF2-40B4-BE49-F238E27FC236}">
                    <a16:creationId xmlns:a16="http://schemas.microsoft.com/office/drawing/2014/main" id="{85495C25-7500-90E1-6790-9C5B772E16F5}"/>
                  </a:ext>
                </a:extLst>
              </p:cNvPr>
              <p:cNvSpPr>
                <a:spLocks noChangeShapeType="1"/>
              </p:cNvSpPr>
              <p:nvPr/>
            </p:nvSpPr>
            <p:spPr bwMode="auto">
              <a:xfrm flipV="1">
                <a:off x="2982" y="1933"/>
                <a:ext cx="71" cy="47"/>
              </a:xfrm>
              <a:prstGeom prst="line">
                <a:avLst/>
              </a:prstGeom>
              <a:grpFill/>
              <a:ln w="12700">
                <a:solidFill>
                  <a:schemeClr val="bg1"/>
                </a:solidFill>
                <a:round/>
                <a:headEnd/>
                <a:tailEnd/>
              </a:ln>
            </p:spPr>
            <p:txBody>
              <a:bodyPr/>
              <a:lstStyle/>
              <a:p>
                <a:endParaRPr lang="en-US"/>
              </a:p>
            </p:txBody>
          </p:sp>
          <p:sp>
            <p:nvSpPr>
              <p:cNvPr id="103844" name="Line 1009">
                <a:extLst>
                  <a:ext uri="{FF2B5EF4-FFF2-40B4-BE49-F238E27FC236}">
                    <a16:creationId xmlns:a16="http://schemas.microsoft.com/office/drawing/2014/main" id="{C04B7E36-2DE1-9620-0691-FE840DD44448}"/>
                  </a:ext>
                </a:extLst>
              </p:cNvPr>
              <p:cNvSpPr>
                <a:spLocks noChangeShapeType="1"/>
              </p:cNvSpPr>
              <p:nvPr/>
            </p:nvSpPr>
            <p:spPr bwMode="auto">
              <a:xfrm flipV="1">
                <a:off x="3070" y="1877"/>
                <a:ext cx="79" cy="47"/>
              </a:xfrm>
              <a:prstGeom prst="line">
                <a:avLst/>
              </a:prstGeom>
              <a:grpFill/>
              <a:ln w="12700">
                <a:solidFill>
                  <a:schemeClr val="bg1"/>
                </a:solidFill>
                <a:round/>
                <a:headEnd/>
                <a:tailEnd/>
              </a:ln>
            </p:spPr>
            <p:txBody>
              <a:bodyPr/>
              <a:lstStyle/>
              <a:p>
                <a:endParaRPr lang="en-US"/>
              </a:p>
            </p:txBody>
          </p:sp>
          <p:sp>
            <p:nvSpPr>
              <p:cNvPr id="103845" name="Line 1010">
                <a:extLst>
                  <a:ext uri="{FF2B5EF4-FFF2-40B4-BE49-F238E27FC236}">
                    <a16:creationId xmlns:a16="http://schemas.microsoft.com/office/drawing/2014/main" id="{41A3E5A1-677E-4305-E1EB-ACAFB58D4266}"/>
                  </a:ext>
                </a:extLst>
              </p:cNvPr>
              <p:cNvSpPr>
                <a:spLocks noChangeShapeType="1"/>
              </p:cNvSpPr>
              <p:nvPr/>
            </p:nvSpPr>
            <p:spPr bwMode="auto">
              <a:xfrm flipV="1">
                <a:off x="3165" y="1838"/>
                <a:ext cx="40" cy="23"/>
              </a:xfrm>
              <a:prstGeom prst="line">
                <a:avLst/>
              </a:prstGeom>
              <a:grpFill/>
              <a:ln w="12700">
                <a:solidFill>
                  <a:schemeClr val="bg1"/>
                </a:solidFill>
                <a:round/>
                <a:headEnd/>
                <a:tailEnd/>
              </a:ln>
            </p:spPr>
            <p:txBody>
              <a:bodyPr/>
              <a:lstStyle/>
              <a:p>
                <a:endParaRPr lang="en-US"/>
              </a:p>
            </p:txBody>
          </p:sp>
        </p:grpSp>
        <p:grpSp>
          <p:nvGrpSpPr>
            <p:cNvPr id="103627" name="Group 1011">
              <a:extLst>
                <a:ext uri="{FF2B5EF4-FFF2-40B4-BE49-F238E27FC236}">
                  <a16:creationId xmlns:a16="http://schemas.microsoft.com/office/drawing/2014/main" id="{DBF30977-3192-64EE-3B6B-BBC069DAC647}"/>
                </a:ext>
              </a:extLst>
            </p:cNvPr>
            <p:cNvGrpSpPr>
              <a:grpSpLocks/>
            </p:cNvGrpSpPr>
            <p:nvPr/>
          </p:nvGrpSpPr>
          <p:grpSpPr bwMode="auto">
            <a:xfrm>
              <a:off x="3325" y="1773"/>
              <a:ext cx="423" cy="271"/>
              <a:chOff x="3325" y="1773"/>
              <a:chExt cx="423" cy="271"/>
            </a:xfrm>
            <a:grpFill/>
          </p:grpSpPr>
          <p:sp>
            <p:nvSpPr>
              <p:cNvPr id="103836" name="Freeform 1012">
                <a:extLst>
                  <a:ext uri="{FF2B5EF4-FFF2-40B4-BE49-F238E27FC236}">
                    <a16:creationId xmlns:a16="http://schemas.microsoft.com/office/drawing/2014/main" id="{28FE81D4-3A40-314F-AFC6-C14885134B42}"/>
                  </a:ext>
                </a:extLst>
              </p:cNvPr>
              <p:cNvSpPr>
                <a:spLocks/>
              </p:cNvSpPr>
              <p:nvPr/>
            </p:nvSpPr>
            <p:spPr bwMode="auto">
              <a:xfrm>
                <a:off x="3636" y="1773"/>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32" y="88"/>
                    </a:lnTo>
                    <a:lnTo>
                      <a:pt x="16" y="64"/>
                    </a:lnTo>
                    <a:lnTo>
                      <a:pt x="0" y="40"/>
                    </a:lnTo>
                    <a:lnTo>
                      <a:pt x="112" y="0"/>
                    </a:lnTo>
                    <a:close/>
                  </a:path>
                </a:pathLst>
              </a:custGeom>
              <a:grpFill/>
              <a:ln w="9525">
                <a:solidFill>
                  <a:schemeClr val="bg1"/>
                </a:solidFill>
                <a:round/>
                <a:headEnd/>
                <a:tailEnd/>
              </a:ln>
            </p:spPr>
            <p:txBody>
              <a:bodyPr/>
              <a:lstStyle/>
              <a:p>
                <a:endParaRPr lang="en-US"/>
              </a:p>
            </p:txBody>
          </p:sp>
          <p:sp>
            <p:nvSpPr>
              <p:cNvPr id="103837" name="Line 1013">
                <a:extLst>
                  <a:ext uri="{FF2B5EF4-FFF2-40B4-BE49-F238E27FC236}">
                    <a16:creationId xmlns:a16="http://schemas.microsoft.com/office/drawing/2014/main" id="{6FB5208E-2EAF-0C98-FC94-0558A30D2AA2}"/>
                  </a:ext>
                </a:extLst>
              </p:cNvPr>
              <p:cNvSpPr>
                <a:spLocks noChangeShapeType="1"/>
              </p:cNvSpPr>
              <p:nvPr/>
            </p:nvSpPr>
            <p:spPr bwMode="auto">
              <a:xfrm flipV="1">
                <a:off x="3325" y="1996"/>
                <a:ext cx="72" cy="48"/>
              </a:xfrm>
              <a:prstGeom prst="line">
                <a:avLst/>
              </a:prstGeom>
              <a:grpFill/>
              <a:ln w="12700">
                <a:solidFill>
                  <a:schemeClr val="bg1"/>
                </a:solidFill>
                <a:round/>
                <a:headEnd/>
                <a:tailEnd/>
              </a:ln>
            </p:spPr>
            <p:txBody>
              <a:bodyPr/>
              <a:lstStyle/>
              <a:p>
                <a:endParaRPr lang="en-US"/>
              </a:p>
            </p:txBody>
          </p:sp>
          <p:sp>
            <p:nvSpPr>
              <p:cNvPr id="103838" name="Line 1014">
                <a:extLst>
                  <a:ext uri="{FF2B5EF4-FFF2-40B4-BE49-F238E27FC236}">
                    <a16:creationId xmlns:a16="http://schemas.microsoft.com/office/drawing/2014/main" id="{26FF7362-A3E5-4CA7-30C1-7948ACD2D822}"/>
                  </a:ext>
                </a:extLst>
              </p:cNvPr>
              <p:cNvSpPr>
                <a:spLocks noChangeShapeType="1"/>
              </p:cNvSpPr>
              <p:nvPr/>
            </p:nvSpPr>
            <p:spPr bwMode="auto">
              <a:xfrm flipV="1">
                <a:off x="3421" y="1940"/>
                <a:ext cx="72" cy="40"/>
              </a:xfrm>
              <a:prstGeom prst="line">
                <a:avLst/>
              </a:prstGeom>
              <a:grpFill/>
              <a:ln w="12700">
                <a:solidFill>
                  <a:schemeClr val="bg1"/>
                </a:solidFill>
                <a:round/>
                <a:headEnd/>
                <a:tailEnd/>
              </a:ln>
            </p:spPr>
            <p:txBody>
              <a:bodyPr/>
              <a:lstStyle/>
              <a:p>
                <a:endParaRPr lang="en-US"/>
              </a:p>
            </p:txBody>
          </p:sp>
          <p:sp>
            <p:nvSpPr>
              <p:cNvPr id="103839" name="Line 1015">
                <a:extLst>
                  <a:ext uri="{FF2B5EF4-FFF2-40B4-BE49-F238E27FC236}">
                    <a16:creationId xmlns:a16="http://schemas.microsoft.com/office/drawing/2014/main" id="{23DA7A13-A80E-E50A-EF06-46E9EE270CCC}"/>
                  </a:ext>
                </a:extLst>
              </p:cNvPr>
              <p:cNvSpPr>
                <a:spLocks noChangeShapeType="1"/>
              </p:cNvSpPr>
              <p:nvPr/>
            </p:nvSpPr>
            <p:spPr bwMode="auto">
              <a:xfrm flipV="1">
                <a:off x="3517" y="1877"/>
                <a:ext cx="71" cy="47"/>
              </a:xfrm>
              <a:prstGeom prst="line">
                <a:avLst/>
              </a:prstGeom>
              <a:grpFill/>
              <a:ln w="12700">
                <a:solidFill>
                  <a:schemeClr val="bg1"/>
                </a:solidFill>
                <a:round/>
                <a:headEnd/>
                <a:tailEnd/>
              </a:ln>
            </p:spPr>
            <p:txBody>
              <a:bodyPr/>
              <a:lstStyle/>
              <a:p>
                <a:endParaRPr lang="en-US"/>
              </a:p>
            </p:txBody>
          </p:sp>
          <p:sp>
            <p:nvSpPr>
              <p:cNvPr id="103840" name="Line 1016">
                <a:extLst>
                  <a:ext uri="{FF2B5EF4-FFF2-40B4-BE49-F238E27FC236}">
                    <a16:creationId xmlns:a16="http://schemas.microsoft.com/office/drawing/2014/main" id="{8D0229F3-A8C4-56D5-45A6-A8CE20D0FFE6}"/>
                  </a:ext>
                </a:extLst>
              </p:cNvPr>
              <p:cNvSpPr>
                <a:spLocks noChangeShapeType="1"/>
              </p:cNvSpPr>
              <p:nvPr/>
            </p:nvSpPr>
            <p:spPr bwMode="auto">
              <a:xfrm flipV="1">
                <a:off x="3604" y="1838"/>
                <a:ext cx="48" cy="23"/>
              </a:xfrm>
              <a:prstGeom prst="line">
                <a:avLst/>
              </a:prstGeom>
              <a:grpFill/>
              <a:ln w="12700">
                <a:solidFill>
                  <a:schemeClr val="bg1"/>
                </a:solidFill>
                <a:round/>
                <a:headEnd/>
                <a:tailEnd/>
              </a:ln>
            </p:spPr>
            <p:txBody>
              <a:bodyPr/>
              <a:lstStyle/>
              <a:p>
                <a:endParaRPr lang="en-US"/>
              </a:p>
            </p:txBody>
          </p:sp>
        </p:grpSp>
        <p:grpSp>
          <p:nvGrpSpPr>
            <p:cNvPr id="103628" name="Group 1017">
              <a:extLst>
                <a:ext uri="{FF2B5EF4-FFF2-40B4-BE49-F238E27FC236}">
                  <a16:creationId xmlns:a16="http://schemas.microsoft.com/office/drawing/2014/main" id="{46E27895-94E7-CC19-BE59-889741B07B72}"/>
                </a:ext>
              </a:extLst>
            </p:cNvPr>
            <p:cNvGrpSpPr>
              <a:grpSpLocks/>
            </p:cNvGrpSpPr>
            <p:nvPr/>
          </p:nvGrpSpPr>
          <p:grpSpPr bwMode="auto">
            <a:xfrm>
              <a:off x="2878" y="2379"/>
              <a:ext cx="407" cy="287"/>
              <a:chOff x="2878" y="2379"/>
              <a:chExt cx="407" cy="287"/>
            </a:xfrm>
            <a:grpFill/>
          </p:grpSpPr>
          <p:sp>
            <p:nvSpPr>
              <p:cNvPr id="103831" name="Freeform 1018">
                <a:extLst>
                  <a:ext uri="{FF2B5EF4-FFF2-40B4-BE49-F238E27FC236}">
                    <a16:creationId xmlns:a16="http://schemas.microsoft.com/office/drawing/2014/main" id="{EA31D9EA-8E4D-7715-8B63-BACD7555327F}"/>
                  </a:ext>
                </a:extLst>
              </p:cNvPr>
              <p:cNvSpPr>
                <a:spLocks/>
              </p:cNvSpPr>
              <p:nvPr/>
            </p:nvSpPr>
            <p:spPr bwMode="auto">
              <a:xfrm>
                <a:off x="3173" y="2379"/>
                <a:ext cx="112" cy="88"/>
              </a:xfrm>
              <a:custGeom>
                <a:avLst/>
                <a:gdLst>
                  <a:gd name="T0" fmla="*/ 112 w 112"/>
                  <a:gd name="T1" fmla="*/ 0 h 88"/>
                  <a:gd name="T2" fmla="*/ 40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40" y="88"/>
                    </a:lnTo>
                    <a:lnTo>
                      <a:pt x="16" y="64"/>
                    </a:lnTo>
                    <a:lnTo>
                      <a:pt x="0" y="40"/>
                    </a:lnTo>
                    <a:lnTo>
                      <a:pt x="112" y="0"/>
                    </a:lnTo>
                    <a:close/>
                  </a:path>
                </a:pathLst>
              </a:custGeom>
              <a:grpFill/>
              <a:ln w="9525">
                <a:solidFill>
                  <a:schemeClr val="bg1"/>
                </a:solidFill>
                <a:round/>
                <a:headEnd/>
                <a:tailEnd/>
              </a:ln>
            </p:spPr>
            <p:txBody>
              <a:bodyPr/>
              <a:lstStyle/>
              <a:p>
                <a:endParaRPr lang="en-US"/>
              </a:p>
            </p:txBody>
          </p:sp>
          <p:sp>
            <p:nvSpPr>
              <p:cNvPr id="103832" name="Line 1019">
                <a:extLst>
                  <a:ext uri="{FF2B5EF4-FFF2-40B4-BE49-F238E27FC236}">
                    <a16:creationId xmlns:a16="http://schemas.microsoft.com/office/drawing/2014/main" id="{4FDFA1C5-8259-FE4D-CAB9-44AE0AB29339}"/>
                  </a:ext>
                </a:extLst>
              </p:cNvPr>
              <p:cNvSpPr>
                <a:spLocks noChangeShapeType="1"/>
              </p:cNvSpPr>
              <p:nvPr/>
            </p:nvSpPr>
            <p:spPr bwMode="auto">
              <a:xfrm flipV="1">
                <a:off x="2878" y="2618"/>
                <a:ext cx="72" cy="48"/>
              </a:xfrm>
              <a:prstGeom prst="line">
                <a:avLst/>
              </a:prstGeom>
              <a:grpFill/>
              <a:ln w="12700">
                <a:solidFill>
                  <a:schemeClr val="bg1"/>
                </a:solidFill>
                <a:round/>
                <a:headEnd/>
                <a:tailEnd/>
              </a:ln>
            </p:spPr>
            <p:txBody>
              <a:bodyPr/>
              <a:lstStyle/>
              <a:p>
                <a:endParaRPr lang="en-US"/>
              </a:p>
            </p:txBody>
          </p:sp>
          <p:sp>
            <p:nvSpPr>
              <p:cNvPr id="103833" name="Line 1020">
                <a:extLst>
                  <a:ext uri="{FF2B5EF4-FFF2-40B4-BE49-F238E27FC236}">
                    <a16:creationId xmlns:a16="http://schemas.microsoft.com/office/drawing/2014/main" id="{D1D2EEDD-10EC-66D9-FBB7-EB0B4DB3BF1A}"/>
                  </a:ext>
                </a:extLst>
              </p:cNvPr>
              <p:cNvSpPr>
                <a:spLocks noChangeShapeType="1"/>
              </p:cNvSpPr>
              <p:nvPr/>
            </p:nvSpPr>
            <p:spPr bwMode="auto">
              <a:xfrm flipV="1">
                <a:off x="2967" y="2556"/>
                <a:ext cx="70" cy="46"/>
              </a:xfrm>
              <a:prstGeom prst="line">
                <a:avLst/>
              </a:prstGeom>
              <a:grpFill/>
              <a:ln w="12700">
                <a:solidFill>
                  <a:schemeClr val="bg1"/>
                </a:solidFill>
                <a:round/>
                <a:headEnd/>
                <a:tailEnd/>
              </a:ln>
            </p:spPr>
            <p:txBody>
              <a:bodyPr/>
              <a:lstStyle/>
              <a:p>
                <a:endParaRPr lang="en-US"/>
              </a:p>
            </p:txBody>
          </p:sp>
          <p:sp>
            <p:nvSpPr>
              <p:cNvPr id="103834" name="Line 1021">
                <a:extLst>
                  <a:ext uri="{FF2B5EF4-FFF2-40B4-BE49-F238E27FC236}">
                    <a16:creationId xmlns:a16="http://schemas.microsoft.com/office/drawing/2014/main" id="{9F5D4FCC-2F2C-23CF-982A-9B59FC694E5B}"/>
                  </a:ext>
                </a:extLst>
              </p:cNvPr>
              <p:cNvSpPr>
                <a:spLocks noChangeShapeType="1"/>
              </p:cNvSpPr>
              <p:nvPr/>
            </p:nvSpPr>
            <p:spPr bwMode="auto">
              <a:xfrm flipV="1">
                <a:off x="3062" y="2491"/>
                <a:ext cx="71" cy="47"/>
              </a:xfrm>
              <a:prstGeom prst="line">
                <a:avLst/>
              </a:prstGeom>
              <a:grpFill/>
              <a:ln w="12700">
                <a:solidFill>
                  <a:schemeClr val="bg1"/>
                </a:solidFill>
                <a:round/>
                <a:headEnd/>
                <a:tailEnd/>
              </a:ln>
            </p:spPr>
            <p:txBody>
              <a:bodyPr/>
              <a:lstStyle/>
              <a:p>
                <a:endParaRPr lang="en-US"/>
              </a:p>
            </p:txBody>
          </p:sp>
          <p:sp>
            <p:nvSpPr>
              <p:cNvPr id="103835" name="Line 1022">
                <a:extLst>
                  <a:ext uri="{FF2B5EF4-FFF2-40B4-BE49-F238E27FC236}">
                    <a16:creationId xmlns:a16="http://schemas.microsoft.com/office/drawing/2014/main" id="{66774529-3411-9265-6DEF-EA67CB6BA284}"/>
                  </a:ext>
                </a:extLst>
              </p:cNvPr>
              <p:cNvSpPr>
                <a:spLocks noChangeShapeType="1"/>
              </p:cNvSpPr>
              <p:nvPr/>
            </p:nvSpPr>
            <p:spPr bwMode="auto">
              <a:xfrm flipV="1">
                <a:off x="3149" y="2443"/>
                <a:ext cx="40" cy="32"/>
              </a:xfrm>
              <a:prstGeom prst="line">
                <a:avLst/>
              </a:prstGeom>
              <a:grpFill/>
              <a:ln w="12700">
                <a:solidFill>
                  <a:schemeClr val="bg1"/>
                </a:solidFill>
                <a:round/>
                <a:headEnd/>
                <a:tailEnd/>
              </a:ln>
            </p:spPr>
            <p:txBody>
              <a:bodyPr/>
              <a:lstStyle/>
              <a:p>
                <a:endParaRPr lang="en-US"/>
              </a:p>
            </p:txBody>
          </p:sp>
        </p:grpSp>
        <p:grpSp>
          <p:nvGrpSpPr>
            <p:cNvPr id="103629" name="Group 1023">
              <a:extLst>
                <a:ext uri="{FF2B5EF4-FFF2-40B4-BE49-F238E27FC236}">
                  <a16:creationId xmlns:a16="http://schemas.microsoft.com/office/drawing/2014/main" id="{61275986-6143-CD9C-B1AC-1C984719579B}"/>
                </a:ext>
              </a:extLst>
            </p:cNvPr>
            <p:cNvGrpSpPr>
              <a:grpSpLocks/>
            </p:cNvGrpSpPr>
            <p:nvPr/>
          </p:nvGrpSpPr>
          <p:grpSpPr bwMode="auto">
            <a:xfrm>
              <a:off x="2878" y="2076"/>
              <a:ext cx="415" cy="279"/>
              <a:chOff x="2878" y="2076"/>
              <a:chExt cx="415" cy="279"/>
            </a:xfrm>
            <a:grpFill/>
          </p:grpSpPr>
          <p:sp>
            <p:nvSpPr>
              <p:cNvPr id="103826" name="Freeform 1024">
                <a:extLst>
                  <a:ext uri="{FF2B5EF4-FFF2-40B4-BE49-F238E27FC236}">
                    <a16:creationId xmlns:a16="http://schemas.microsoft.com/office/drawing/2014/main" id="{1FEC3A39-81B2-D4B0-8F15-412B85FB206C}"/>
                  </a:ext>
                </a:extLst>
              </p:cNvPr>
              <p:cNvSpPr>
                <a:spLocks/>
              </p:cNvSpPr>
              <p:nvPr/>
            </p:nvSpPr>
            <p:spPr bwMode="auto">
              <a:xfrm>
                <a:off x="3181" y="2076"/>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32" y="88"/>
                    </a:lnTo>
                    <a:lnTo>
                      <a:pt x="16" y="64"/>
                    </a:lnTo>
                    <a:lnTo>
                      <a:pt x="0" y="40"/>
                    </a:lnTo>
                    <a:lnTo>
                      <a:pt x="112" y="0"/>
                    </a:lnTo>
                    <a:close/>
                  </a:path>
                </a:pathLst>
              </a:custGeom>
              <a:grpFill/>
              <a:ln w="9525">
                <a:solidFill>
                  <a:schemeClr val="bg1"/>
                </a:solidFill>
                <a:round/>
                <a:headEnd/>
                <a:tailEnd/>
              </a:ln>
            </p:spPr>
            <p:txBody>
              <a:bodyPr/>
              <a:lstStyle/>
              <a:p>
                <a:endParaRPr lang="en-US"/>
              </a:p>
            </p:txBody>
          </p:sp>
          <p:sp>
            <p:nvSpPr>
              <p:cNvPr id="103827" name="Line 1025">
                <a:extLst>
                  <a:ext uri="{FF2B5EF4-FFF2-40B4-BE49-F238E27FC236}">
                    <a16:creationId xmlns:a16="http://schemas.microsoft.com/office/drawing/2014/main" id="{2BA08CF7-830E-B8CA-36F1-A21372348D54}"/>
                  </a:ext>
                </a:extLst>
              </p:cNvPr>
              <p:cNvSpPr>
                <a:spLocks noChangeShapeType="1"/>
              </p:cNvSpPr>
              <p:nvPr/>
            </p:nvSpPr>
            <p:spPr bwMode="auto">
              <a:xfrm flipV="1">
                <a:off x="2878" y="2307"/>
                <a:ext cx="72" cy="48"/>
              </a:xfrm>
              <a:prstGeom prst="line">
                <a:avLst/>
              </a:prstGeom>
              <a:grpFill/>
              <a:ln w="12700">
                <a:solidFill>
                  <a:schemeClr val="bg1"/>
                </a:solidFill>
                <a:round/>
                <a:headEnd/>
                <a:tailEnd/>
              </a:ln>
            </p:spPr>
            <p:txBody>
              <a:bodyPr/>
              <a:lstStyle/>
              <a:p>
                <a:endParaRPr lang="en-US"/>
              </a:p>
            </p:txBody>
          </p:sp>
          <p:sp>
            <p:nvSpPr>
              <p:cNvPr id="103828" name="Line 1026">
                <a:extLst>
                  <a:ext uri="{FF2B5EF4-FFF2-40B4-BE49-F238E27FC236}">
                    <a16:creationId xmlns:a16="http://schemas.microsoft.com/office/drawing/2014/main" id="{E902ADEB-A2CA-5164-A92A-0040F5AA77C0}"/>
                  </a:ext>
                </a:extLst>
              </p:cNvPr>
              <p:cNvSpPr>
                <a:spLocks noChangeShapeType="1"/>
              </p:cNvSpPr>
              <p:nvPr/>
            </p:nvSpPr>
            <p:spPr bwMode="auto">
              <a:xfrm flipV="1">
                <a:off x="2975" y="2245"/>
                <a:ext cx="70" cy="46"/>
              </a:xfrm>
              <a:prstGeom prst="line">
                <a:avLst/>
              </a:prstGeom>
              <a:grpFill/>
              <a:ln w="12700">
                <a:solidFill>
                  <a:schemeClr val="bg1"/>
                </a:solidFill>
                <a:round/>
                <a:headEnd/>
                <a:tailEnd/>
              </a:ln>
            </p:spPr>
            <p:txBody>
              <a:bodyPr/>
              <a:lstStyle/>
              <a:p>
                <a:endParaRPr lang="en-US"/>
              </a:p>
            </p:txBody>
          </p:sp>
          <p:sp>
            <p:nvSpPr>
              <p:cNvPr id="103829" name="Line 1027">
                <a:extLst>
                  <a:ext uri="{FF2B5EF4-FFF2-40B4-BE49-F238E27FC236}">
                    <a16:creationId xmlns:a16="http://schemas.microsoft.com/office/drawing/2014/main" id="{9F159808-9FD5-B624-C941-42321484D3B9}"/>
                  </a:ext>
                </a:extLst>
              </p:cNvPr>
              <p:cNvSpPr>
                <a:spLocks noChangeShapeType="1"/>
              </p:cNvSpPr>
              <p:nvPr/>
            </p:nvSpPr>
            <p:spPr bwMode="auto">
              <a:xfrm flipV="1">
                <a:off x="3062" y="2180"/>
                <a:ext cx="71" cy="47"/>
              </a:xfrm>
              <a:prstGeom prst="line">
                <a:avLst/>
              </a:prstGeom>
              <a:grpFill/>
              <a:ln w="12700">
                <a:solidFill>
                  <a:schemeClr val="bg1"/>
                </a:solidFill>
                <a:round/>
                <a:headEnd/>
                <a:tailEnd/>
              </a:ln>
            </p:spPr>
            <p:txBody>
              <a:bodyPr/>
              <a:lstStyle/>
              <a:p>
                <a:endParaRPr lang="en-US"/>
              </a:p>
            </p:txBody>
          </p:sp>
          <p:sp>
            <p:nvSpPr>
              <p:cNvPr id="103830" name="Line 1028">
                <a:extLst>
                  <a:ext uri="{FF2B5EF4-FFF2-40B4-BE49-F238E27FC236}">
                    <a16:creationId xmlns:a16="http://schemas.microsoft.com/office/drawing/2014/main" id="{5F94C1AF-CFFC-8FA9-BD4E-627130B54820}"/>
                  </a:ext>
                </a:extLst>
              </p:cNvPr>
              <p:cNvSpPr>
                <a:spLocks noChangeShapeType="1"/>
              </p:cNvSpPr>
              <p:nvPr/>
            </p:nvSpPr>
            <p:spPr bwMode="auto">
              <a:xfrm flipV="1">
                <a:off x="3157" y="2141"/>
                <a:ext cx="40" cy="31"/>
              </a:xfrm>
              <a:prstGeom prst="line">
                <a:avLst/>
              </a:prstGeom>
              <a:grpFill/>
              <a:ln w="12700">
                <a:solidFill>
                  <a:schemeClr val="bg1"/>
                </a:solidFill>
                <a:round/>
                <a:headEnd/>
                <a:tailEnd/>
              </a:ln>
            </p:spPr>
            <p:txBody>
              <a:bodyPr/>
              <a:lstStyle/>
              <a:p>
                <a:endParaRPr lang="en-US"/>
              </a:p>
            </p:txBody>
          </p:sp>
        </p:grpSp>
        <p:grpSp>
          <p:nvGrpSpPr>
            <p:cNvPr id="103630" name="Group 1029">
              <a:extLst>
                <a:ext uri="{FF2B5EF4-FFF2-40B4-BE49-F238E27FC236}">
                  <a16:creationId xmlns:a16="http://schemas.microsoft.com/office/drawing/2014/main" id="{E5DFA1F8-5CDB-3F0E-BBB8-43879B10D544}"/>
                </a:ext>
              </a:extLst>
            </p:cNvPr>
            <p:cNvGrpSpPr>
              <a:grpSpLocks/>
            </p:cNvGrpSpPr>
            <p:nvPr/>
          </p:nvGrpSpPr>
          <p:grpSpPr bwMode="auto">
            <a:xfrm>
              <a:off x="2415" y="2068"/>
              <a:ext cx="431" cy="279"/>
              <a:chOff x="2415" y="2068"/>
              <a:chExt cx="431" cy="279"/>
            </a:xfrm>
            <a:grpFill/>
          </p:grpSpPr>
          <p:sp>
            <p:nvSpPr>
              <p:cNvPr id="103821" name="Freeform 1030">
                <a:extLst>
                  <a:ext uri="{FF2B5EF4-FFF2-40B4-BE49-F238E27FC236}">
                    <a16:creationId xmlns:a16="http://schemas.microsoft.com/office/drawing/2014/main" id="{EC8D47AB-33D6-2446-2BB0-5CC97570D709}"/>
                  </a:ext>
                </a:extLst>
              </p:cNvPr>
              <p:cNvSpPr>
                <a:spLocks/>
              </p:cNvSpPr>
              <p:nvPr/>
            </p:nvSpPr>
            <p:spPr bwMode="auto">
              <a:xfrm>
                <a:off x="2734" y="2068"/>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32" y="88"/>
                    </a:lnTo>
                    <a:lnTo>
                      <a:pt x="16" y="64"/>
                    </a:lnTo>
                    <a:lnTo>
                      <a:pt x="0" y="40"/>
                    </a:lnTo>
                    <a:lnTo>
                      <a:pt x="112" y="0"/>
                    </a:lnTo>
                    <a:close/>
                  </a:path>
                </a:pathLst>
              </a:custGeom>
              <a:grpFill/>
              <a:ln w="9525">
                <a:solidFill>
                  <a:schemeClr val="bg1"/>
                </a:solidFill>
                <a:round/>
                <a:headEnd/>
                <a:tailEnd/>
              </a:ln>
            </p:spPr>
            <p:txBody>
              <a:bodyPr/>
              <a:lstStyle/>
              <a:p>
                <a:endParaRPr lang="en-US"/>
              </a:p>
            </p:txBody>
          </p:sp>
          <p:sp>
            <p:nvSpPr>
              <p:cNvPr id="103822" name="Line 1031">
                <a:extLst>
                  <a:ext uri="{FF2B5EF4-FFF2-40B4-BE49-F238E27FC236}">
                    <a16:creationId xmlns:a16="http://schemas.microsoft.com/office/drawing/2014/main" id="{85AC96CD-379F-C9A5-E14A-B578EEAD3AEA}"/>
                  </a:ext>
                </a:extLst>
              </p:cNvPr>
              <p:cNvSpPr>
                <a:spLocks noChangeShapeType="1"/>
              </p:cNvSpPr>
              <p:nvPr/>
            </p:nvSpPr>
            <p:spPr bwMode="auto">
              <a:xfrm flipV="1">
                <a:off x="2415" y="2299"/>
                <a:ext cx="72" cy="48"/>
              </a:xfrm>
              <a:prstGeom prst="line">
                <a:avLst/>
              </a:prstGeom>
              <a:grpFill/>
              <a:ln w="12700">
                <a:solidFill>
                  <a:schemeClr val="bg1"/>
                </a:solidFill>
                <a:round/>
                <a:headEnd/>
                <a:tailEnd/>
              </a:ln>
            </p:spPr>
            <p:txBody>
              <a:bodyPr/>
              <a:lstStyle/>
              <a:p>
                <a:endParaRPr lang="en-US"/>
              </a:p>
            </p:txBody>
          </p:sp>
          <p:sp>
            <p:nvSpPr>
              <p:cNvPr id="103823" name="Line 1032">
                <a:extLst>
                  <a:ext uri="{FF2B5EF4-FFF2-40B4-BE49-F238E27FC236}">
                    <a16:creationId xmlns:a16="http://schemas.microsoft.com/office/drawing/2014/main" id="{8B4894B9-FA75-EF63-AA1C-7FB2799A6AEE}"/>
                  </a:ext>
                </a:extLst>
              </p:cNvPr>
              <p:cNvSpPr>
                <a:spLocks noChangeShapeType="1"/>
              </p:cNvSpPr>
              <p:nvPr/>
            </p:nvSpPr>
            <p:spPr bwMode="auto">
              <a:xfrm flipV="1">
                <a:off x="2512" y="2237"/>
                <a:ext cx="70" cy="46"/>
              </a:xfrm>
              <a:prstGeom prst="line">
                <a:avLst/>
              </a:prstGeom>
              <a:grpFill/>
              <a:ln w="12700">
                <a:solidFill>
                  <a:schemeClr val="bg1"/>
                </a:solidFill>
                <a:round/>
                <a:headEnd/>
                <a:tailEnd/>
              </a:ln>
            </p:spPr>
            <p:txBody>
              <a:bodyPr/>
              <a:lstStyle/>
              <a:p>
                <a:endParaRPr lang="en-US"/>
              </a:p>
            </p:txBody>
          </p:sp>
          <p:sp>
            <p:nvSpPr>
              <p:cNvPr id="103824" name="Line 1033">
                <a:extLst>
                  <a:ext uri="{FF2B5EF4-FFF2-40B4-BE49-F238E27FC236}">
                    <a16:creationId xmlns:a16="http://schemas.microsoft.com/office/drawing/2014/main" id="{6CFE0C98-C2EE-BB47-EEBD-E33DB611E650}"/>
                  </a:ext>
                </a:extLst>
              </p:cNvPr>
              <p:cNvSpPr>
                <a:spLocks noChangeShapeType="1"/>
              </p:cNvSpPr>
              <p:nvPr/>
            </p:nvSpPr>
            <p:spPr bwMode="auto">
              <a:xfrm flipV="1">
                <a:off x="2599" y="2180"/>
                <a:ext cx="79" cy="47"/>
              </a:xfrm>
              <a:prstGeom prst="line">
                <a:avLst/>
              </a:prstGeom>
              <a:grpFill/>
              <a:ln w="12700">
                <a:solidFill>
                  <a:schemeClr val="bg1"/>
                </a:solidFill>
                <a:round/>
                <a:headEnd/>
                <a:tailEnd/>
              </a:ln>
            </p:spPr>
            <p:txBody>
              <a:bodyPr/>
              <a:lstStyle/>
              <a:p>
                <a:endParaRPr lang="en-US"/>
              </a:p>
            </p:txBody>
          </p:sp>
          <p:sp>
            <p:nvSpPr>
              <p:cNvPr id="103825" name="Line 1034">
                <a:extLst>
                  <a:ext uri="{FF2B5EF4-FFF2-40B4-BE49-F238E27FC236}">
                    <a16:creationId xmlns:a16="http://schemas.microsoft.com/office/drawing/2014/main" id="{B2ABC7D7-E71D-FBDD-AF1E-538ED2192059}"/>
                  </a:ext>
                </a:extLst>
              </p:cNvPr>
              <p:cNvSpPr>
                <a:spLocks noChangeShapeType="1"/>
              </p:cNvSpPr>
              <p:nvPr/>
            </p:nvSpPr>
            <p:spPr bwMode="auto">
              <a:xfrm flipV="1">
                <a:off x="2694" y="2132"/>
                <a:ext cx="56" cy="32"/>
              </a:xfrm>
              <a:prstGeom prst="line">
                <a:avLst/>
              </a:prstGeom>
              <a:grpFill/>
              <a:ln w="12700">
                <a:solidFill>
                  <a:schemeClr val="bg1"/>
                </a:solidFill>
                <a:round/>
                <a:headEnd/>
                <a:tailEnd/>
              </a:ln>
            </p:spPr>
            <p:txBody>
              <a:bodyPr/>
              <a:lstStyle/>
              <a:p>
                <a:endParaRPr lang="en-US"/>
              </a:p>
            </p:txBody>
          </p:sp>
        </p:grpSp>
        <p:grpSp>
          <p:nvGrpSpPr>
            <p:cNvPr id="103631" name="Group 1035">
              <a:extLst>
                <a:ext uri="{FF2B5EF4-FFF2-40B4-BE49-F238E27FC236}">
                  <a16:creationId xmlns:a16="http://schemas.microsoft.com/office/drawing/2014/main" id="{8BF7B6F1-2925-D811-2A4D-B797D7929EBB}"/>
                </a:ext>
              </a:extLst>
            </p:cNvPr>
            <p:cNvGrpSpPr>
              <a:grpSpLocks/>
            </p:cNvGrpSpPr>
            <p:nvPr/>
          </p:nvGrpSpPr>
          <p:grpSpPr bwMode="auto">
            <a:xfrm>
              <a:off x="2399" y="2387"/>
              <a:ext cx="439" cy="582"/>
              <a:chOff x="2399" y="2387"/>
              <a:chExt cx="439" cy="582"/>
            </a:xfrm>
            <a:grpFill/>
          </p:grpSpPr>
          <p:sp>
            <p:nvSpPr>
              <p:cNvPr id="103814" name="Freeform 1036">
                <a:extLst>
                  <a:ext uri="{FF2B5EF4-FFF2-40B4-BE49-F238E27FC236}">
                    <a16:creationId xmlns:a16="http://schemas.microsoft.com/office/drawing/2014/main" id="{943C1E8A-A841-C1A5-C496-B5AD08A0776C}"/>
                  </a:ext>
                </a:extLst>
              </p:cNvPr>
              <p:cNvSpPr>
                <a:spLocks/>
              </p:cNvSpPr>
              <p:nvPr/>
            </p:nvSpPr>
            <p:spPr bwMode="auto">
              <a:xfrm>
                <a:off x="2750" y="2387"/>
                <a:ext cx="88" cy="104"/>
              </a:xfrm>
              <a:custGeom>
                <a:avLst/>
                <a:gdLst>
                  <a:gd name="T0" fmla="*/ 88 w 88"/>
                  <a:gd name="T1" fmla="*/ 0 h 104"/>
                  <a:gd name="T2" fmla="*/ 40 w 88"/>
                  <a:gd name="T3" fmla="*/ 104 h 104"/>
                  <a:gd name="T4" fmla="*/ 24 w 88"/>
                  <a:gd name="T5" fmla="*/ 88 h 104"/>
                  <a:gd name="T6" fmla="*/ 0 w 88"/>
                  <a:gd name="T7" fmla="*/ 72 h 104"/>
                  <a:gd name="T8" fmla="*/ 88 w 88"/>
                  <a:gd name="T9" fmla="*/ 0 h 104"/>
                  <a:gd name="T10" fmla="*/ 0 60000 65536"/>
                  <a:gd name="T11" fmla="*/ 0 60000 65536"/>
                  <a:gd name="T12" fmla="*/ 0 60000 65536"/>
                  <a:gd name="T13" fmla="*/ 0 60000 65536"/>
                  <a:gd name="T14" fmla="*/ 0 60000 65536"/>
                  <a:gd name="T15" fmla="*/ 0 w 88"/>
                  <a:gd name="T16" fmla="*/ 0 h 104"/>
                  <a:gd name="T17" fmla="*/ 88 w 88"/>
                  <a:gd name="T18" fmla="*/ 104 h 104"/>
                </a:gdLst>
                <a:ahLst/>
                <a:cxnLst>
                  <a:cxn ang="T10">
                    <a:pos x="T0" y="T1"/>
                  </a:cxn>
                  <a:cxn ang="T11">
                    <a:pos x="T2" y="T3"/>
                  </a:cxn>
                  <a:cxn ang="T12">
                    <a:pos x="T4" y="T5"/>
                  </a:cxn>
                  <a:cxn ang="T13">
                    <a:pos x="T6" y="T7"/>
                  </a:cxn>
                  <a:cxn ang="T14">
                    <a:pos x="T8" y="T9"/>
                  </a:cxn>
                </a:cxnLst>
                <a:rect l="T15" t="T16" r="T17" b="T18"/>
                <a:pathLst>
                  <a:path w="88" h="104">
                    <a:moveTo>
                      <a:pt x="88" y="0"/>
                    </a:moveTo>
                    <a:lnTo>
                      <a:pt x="40" y="104"/>
                    </a:lnTo>
                    <a:lnTo>
                      <a:pt x="24" y="88"/>
                    </a:lnTo>
                    <a:lnTo>
                      <a:pt x="0" y="72"/>
                    </a:lnTo>
                    <a:lnTo>
                      <a:pt x="88" y="0"/>
                    </a:lnTo>
                    <a:close/>
                  </a:path>
                </a:pathLst>
              </a:custGeom>
              <a:grpFill/>
              <a:ln w="9525">
                <a:solidFill>
                  <a:schemeClr val="bg1"/>
                </a:solidFill>
                <a:round/>
                <a:headEnd/>
                <a:tailEnd/>
              </a:ln>
            </p:spPr>
            <p:txBody>
              <a:bodyPr/>
              <a:lstStyle/>
              <a:p>
                <a:endParaRPr lang="en-US"/>
              </a:p>
            </p:txBody>
          </p:sp>
          <p:sp>
            <p:nvSpPr>
              <p:cNvPr id="103815" name="Line 1037">
                <a:extLst>
                  <a:ext uri="{FF2B5EF4-FFF2-40B4-BE49-F238E27FC236}">
                    <a16:creationId xmlns:a16="http://schemas.microsoft.com/office/drawing/2014/main" id="{5B8E4343-9607-6A68-15C5-8517440ADFCA}"/>
                  </a:ext>
                </a:extLst>
              </p:cNvPr>
              <p:cNvSpPr>
                <a:spLocks noChangeShapeType="1"/>
              </p:cNvSpPr>
              <p:nvPr/>
            </p:nvSpPr>
            <p:spPr bwMode="auto">
              <a:xfrm flipV="1">
                <a:off x="2399" y="2898"/>
                <a:ext cx="56" cy="71"/>
              </a:xfrm>
              <a:prstGeom prst="line">
                <a:avLst/>
              </a:prstGeom>
              <a:grpFill/>
              <a:ln w="12700">
                <a:solidFill>
                  <a:schemeClr val="bg1"/>
                </a:solidFill>
                <a:round/>
                <a:headEnd/>
                <a:tailEnd/>
              </a:ln>
            </p:spPr>
            <p:txBody>
              <a:bodyPr/>
              <a:lstStyle/>
              <a:p>
                <a:endParaRPr lang="en-US"/>
              </a:p>
            </p:txBody>
          </p:sp>
          <p:sp>
            <p:nvSpPr>
              <p:cNvPr id="103816" name="Line 1038">
                <a:extLst>
                  <a:ext uri="{FF2B5EF4-FFF2-40B4-BE49-F238E27FC236}">
                    <a16:creationId xmlns:a16="http://schemas.microsoft.com/office/drawing/2014/main" id="{E3A263A2-0763-3094-2AC6-A75AE3D660CD}"/>
                  </a:ext>
                </a:extLst>
              </p:cNvPr>
              <p:cNvSpPr>
                <a:spLocks noChangeShapeType="1"/>
              </p:cNvSpPr>
              <p:nvPr/>
            </p:nvSpPr>
            <p:spPr bwMode="auto">
              <a:xfrm flipV="1">
                <a:off x="2463" y="2811"/>
                <a:ext cx="55" cy="70"/>
              </a:xfrm>
              <a:prstGeom prst="line">
                <a:avLst/>
              </a:prstGeom>
              <a:grpFill/>
              <a:ln w="12700">
                <a:solidFill>
                  <a:schemeClr val="bg1"/>
                </a:solidFill>
                <a:round/>
                <a:headEnd/>
                <a:tailEnd/>
              </a:ln>
            </p:spPr>
            <p:txBody>
              <a:bodyPr/>
              <a:lstStyle/>
              <a:p>
                <a:endParaRPr lang="en-US"/>
              </a:p>
            </p:txBody>
          </p:sp>
          <p:sp>
            <p:nvSpPr>
              <p:cNvPr id="103817" name="Line 1039">
                <a:extLst>
                  <a:ext uri="{FF2B5EF4-FFF2-40B4-BE49-F238E27FC236}">
                    <a16:creationId xmlns:a16="http://schemas.microsoft.com/office/drawing/2014/main" id="{6BEAF8FA-7E17-687D-EEAA-4E9A43DC37CD}"/>
                  </a:ext>
                </a:extLst>
              </p:cNvPr>
              <p:cNvSpPr>
                <a:spLocks noChangeShapeType="1"/>
              </p:cNvSpPr>
              <p:nvPr/>
            </p:nvSpPr>
            <p:spPr bwMode="auto">
              <a:xfrm flipV="1">
                <a:off x="2535" y="2724"/>
                <a:ext cx="47" cy="70"/>
              </a:xfrm>
              <a:prstGeom prst="line">
                <a:avLst/>
              </a:prstGeom>
              <a:grpFill/>
              <a:ln w="12700">
                <a:solidFill>
                  <a:schemeClr val="bg1"/>
                </a:solidFill>
                <a:round/>
                <a:headEnd/>
                <a:tailEnd/>
              </a:ln>
            </p:spPr>
            <p:txBody>
              <a:bodyPr/>
              <a:lstStyle/>
              <a:p>
                <a:endParaRPr lang="en-US"/>
              </a:p>
            </p:txBody>
          </p:sp>
          <p:sp>
            <p:nvSpPr>
              <p:cNvPr id="103818" name="Line 1040">
                <a:extLst>
                  <a:ext uri="{FF2B5EF4-FFF2-40B4-BE49-F238E27FC236}">
                    <a16:creationId xmlns:a16="http://schemas.microsoft.com/office/drawing/2014/main" id="{D4F87EEB-19AE-E906-F981-BB875F7F33C3}"/>
                  </a:ext>
                </a:extLst>
              </p:cNvPr>
              <p:cNvSpPr>
                <a:spLocks noChangeShapeType="1"/>
              </p:cNvSpPr>
              <p:nvPr/>
            </p:nvSpPr>
            <p:spPr bwMode="auto">
              <a:xfrm flipV="1">
                <a:off x="2598" y="2634"/>
                <a:ext cx="56" cy="64"/>
              </a:xfrm>
              <a:prstGeom prst="line">
                <a:avLst/>
              </a:prstGeom>
              <a:grpFill/>
              <a:ln w="12700">
                <a:solidFill>
                  <a:schemeClr val="bg1"/>
                </a:solidFill>
                <a:round/>
                <a:headEnd/>
                <a:tailEnd/>
              </a:ln>
            </p:spPr>
            <p:txBody>
              <a:bodyPr/>
              <a:lstStyle/>
              <a:p>
                <a:endParaRPr lang="en-US"/>
              </a:p>
            </p:txBody>
          </p:sp>
          <p:sp>
            <p:nvSpPr>
              <p:cNvPr id="103819" name="Line 1041">
                <a:extLst>
                  <a:ext uri="{FF2B5EF4-FFF2-40B4-BE49-F238E27FC236}">
                    <a16:creationId xmlns:a16="http://schemas.microsoft.com/office/drawing/2014/main" id="{B6563E83-A995-B45E-39BC-852A7A3CABC8}"/>
                  </a:ext>
                </a:extLst>
              </p:cNvPr>
              <p:cNvSpPr>
                <a:spLocks noChangeShapeType="1"/>
              </p:cNvSpPr>
              <p:nvPr/>
            </p:nvSpPr>
            <p:spPr bwMode="auto">
              <a:xfrm flipV="1">
                <a:off x="2670" y="2539"/>
                <a:ext cx="48" cy="71"/>
              </a:xfrm>
              <a:prstGeom prst="line">
                <a:avLst/>
              </a:prstGeom>
              <a:grpFill/>
              <a:ln w="12700">
                <a:solidFill>
                  <a:schemeClr val="bg1"/>
                </a:solidFill>
                <a:round/>
                <a:headEnd/>
                <a:tailEnd/>
              </a:ln>
            </p:spPr>
            <p:txBody>
              <a:bodyPr/>
              <a:lstStyle/>
              <a:p>
                <a:endParaRPr lang="en-US"/>
              </a:p>
            </p:txBody>
          </p:sp>
          <p:sp>
            <p:nvSpPr>
              <p:cNvPr id="103820" name="Line 1042">
                <a:extLst>
                  <a:ext uri="{FF2B5EF4-FFF2-40B4-BE49-F238E27FC236}">
                    <a16:creationId xmlns:a16="http://schemas.microsoft.com/office/drawing/2014/main" id="{19591456-6427-7104-C252-FC38B9D676C3}"/>
                  </a:ext>
                </a:extLst>
              </p:cNvPr>
              <p:cNvSpPr>
                <a:spLocks noChangeShapeType="1"/>
              </p:cNvSpPr>
              <p:nvPr/>
            </p:nvSpPr>
            <p:spPr bwMode="auto">
              <a:xfrm flipV="1">
                <a:off x="2734" y="2476"/>
                <a:ext cx="40" cy="47"/>
              </a:xfrm>
              <a:prstGeom prst="line">
                <a:avLst/>
              </a:prstGeom>
              <a:grpFill/>
              <a:ln w="12700">
                <a:solidFill>
                  <a:schemeClr val="bg1"/>
                </a:solidFill>
                <a:round/>
                <a:headEnd/>
                <a:tailEnd/>
              </a:ln>
            </p:spPr>
            <p:txBody>
              <a:bodyPr/>
              <a:lstStyle/>
              <a:p>
                <a:endParaRPr lang="en-US"/>
              </a:p>
            </p:txBody>
          </p:sp>
        </p:grpSp>
        <p:grpSp>
          <p:nvGrpSpPr>
            <p:cNvPr id="103632" name="Group 1043">
              <a:extLst>
                <a:ext uri="{FF2B5EF4-FFF2-40B4-BE49-F238E27FC236}">
                  <a16:creationId xmlns:a16="http://schemas.microsoft.com/office/drawing/2014/main" id="{2C256B49-28E8-B297-E945-CBE0220A52B0}"/>
                </a:ext>
              </a:extLst>
            </p:cNvPr>
            <p:cNvGrpSpPr>
              <a:grpSpLocks/>
            </p:cNvGrpSpPr>
            <p:nvPr/>
          </p:nvGrpSpPr>
          <p:grpSpPr bwMode="auto">
            <a:xfrm>
              <a:off x="1498" y="3296"/>
              <a:ext cx="406" cy="287"/>
              <a:chOff x="1498" y="3296"/>
              <a:chExt cx="406" cy="287"/>
            </a:xfrm>
            <a:grpFill/>
          </p:grpSpPr>
          <p:sp>
            <p:nvSpPr>
              <p:cNvPr id="103809" name="Freeform 1044">
                <a:extLst>
                  <a:ext uri="{FF2B5EF4-FFF2-40B4-BE49-F238E27FC236}">
                    <a16:creationId xmlns:a16="http://schemas.microsoft.com/office/drawing/2014/main" id="{7B2B1FBD-6F06-E0BE-A03D-5CEB8EEE1D86}"/>
                  </a:ext>
                </a:extLst>
              </p:cNvPr>
              <p:cNvSpPr>
                <a:spLocks/>
              </p:cNvSpPr>
              <p:nvPr/>
            </p:nvSpPr>
            <p:spPr bwMode="auto">
              <a:xfrm>
                <a:off x="1792" y="3296"/>
                <a:ext cx="112" cy="88"/>
              </a:xfrm>
              <a:custGeom>
                <a:avLst/>
                <a:gdLst>
                  <a:gd name="T0" fmla="*/ 112 w 112"/>
                  <a:gd name="T1" fmla="*/ 0 h 88"/>
                  <a:gd name="T2" fmla="*/ 40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40" y="88"/>
                    </a:lnTo>
                    <a:lnTo>
                      <a:pt x="16" y="64"/>
                    </a:lnTo>
                    <a:lnTo>
                      <a:pt x="0" y="40"/>
                    </a:lnTo>
                    <a:lnTo>
                      <a:pt x="112" y="0"/>
                    </a:lnTo>
                    <a:close/>
                  </a:path>
                </a:pathLst>
              </a:custGeom>
              <a:grpFill/>
              <a:ln w="9525">
                <a:solidFill>
                  <a:schemeClr val="bg1"/>
                </a:solidFill>
                <a:round/>
                <a:headEnd/>
                <a:tailEnd/>
              </a:ln>
            </p:spPr>
            <p:txBody>
              <a:bodyPr/>
              <a:lstStyle/>
              <a:p>
                <a:endParaRPr lang="en-US"/>
              </a:p>
            </p:txBody>
          </p:sp>
          <p:sp>
            <p:nvSpPr>
              <p:cNvPr id="103810" name="Line 1045">
                <a:extLst>
                  <a:ext uri="{FF2B5EF4-FFF2-40B4-BE49-F238E27FC236}">
                    <a16:creationId xmlns:a16="http://schemas.microsoft.com/office/drawing/2014/main" id="{525181F1-A4BB-F1CD-517D-74EB50E017B4}"/>
                  </a:ext>
                </a:extLst>
              </p:cNvPr>
              <p:cNvSpPr>
                <a:spLocks noChangeShapeType="1"/>
              </p:cNvSpPr>
              <p:nvPr/>
            </p:nvSpPr>
            <p:spPr bwMode="auto">
              <a:xfrm flipV="1">
                <a:off x="1498" y="3537"/>
                <a:ext cx="70" cy="46"/>
              </a:xfrm>
              <a:prstGeom prst="line">
                <a:avLst/>
              </a:prstGeom>
              <a:grpFill/>
              <a:ln w="12700">
                <a:solidFill>
                  <a:schemeClr val="bg1"/>
                </a:solidFill>
                <a:round/>
                <a:headEnd/>
                <a:tailEnd/>
              </a:ln>
            </p:spPr>
            <p:txBody>
              <a:bodyPr/>
              <a:lstStyle/>
              <a:p>
                <a:endParaRPr lang="en-US"/>
              </a:p>
            </p:txBody>
          </p:sp>
          <p:sp>
            <p:nvSpPr>
              <p:cNvPr id="103811" name="Line 1046">
                <a:extLst>
                  <a:ext uri="{FF2B5EF4-FFF2-40B4-BE49-F238E27FC236}">
                    <a16:creationId xmlns:a16="http://schemas.microsoft.com/office/drawing/2014/main" id="{4BD47A91-BD88-446C-EEFA-1AEC1D8AC4BE}"/>
                  </a:ext>
                </a:extLst>
              </p:cNvPr>
              <p:cNvSpPr>
                <a:spLocks noChangeShapeType="1"/>
              </p:cNvSpPr>
              <p:nvPr/>
            </p:nvSpPr>
            <p:spPr bwMode="auto">
              <a:xfrm flipV="1">
                <a:off x="1584" y="3473"/>
                <a:ext cx="72" cy="47"/>
              </a:xfrm>
              <a:prstGeom prst="line">
                <a:avLst/>
              </a:prstGeom>
              <a:grpFill/>
              <a:ln w="12700">
                <a:solidFill>
                  <a:schemeClr val="bg1"/>
                </a:solidFill>
                <a:round/>
                <a:headEnd/>
                <a:tailEnd/>
              </a:ln>
            </p:spPr>
            <p:txBody>
              <a:bodyPr/>
              <a:lstStyle/>
              <a:p>
                <a:endParaRPr lang="en-US"/>
              </a:p>
            </p:txBody>
          </p:sp>
          <p:sp>
            <p:nvSpPr>
              <p:cNvPr id="103812" name="Line 1047">
                <a:extLst>
                  <a:ext uri="{FF2B5EF4-FFF2-40B4-BE49-F238E27FC236}">
                    <a16:creationId xmlns:a16="http://schemas.microsoft.com/office/drawing/2014/main" id="{37311B11-06FE-8BAC-3931-B677E57EA4CE}"/>
                  </a:ext>
                </a:extLst>
              </p:cNvPr>
              <p:cNvSpPr>
                <a:spLocks noChangeShapeType="1"/>
              </p:cNvSpPr>
              <p:nvPr/>
            </p:nvSpPr>
            <p:spPr bwMode="auto">
              <a:xfrm flipV="1">
                <a:off x="1680" y="3408"/>
                <a:ext cx="72" cy="48"/>
              </a:xfrm>
              <a:prstGeom prst="line">
                <a:avLst/>
              </a:prstGeom>
              <a:grpFill/>
              <a:ln w="12700">
                <a:solidFill>
                  <a:schemeClr val="bg1"/>
                </a:solidFill>
                <a:round/>
                <a:headEnd/>
                <a:tailEnd/>
              </a:ln>
            </p:spPr>
            <p:txBody>
              <a:bodyPr/>
              <a:lstStyle/>
              <a:p>
                <a:endParaRPr lang="en-US"/>
              </a:p>
            </p:txBody>
          </p:sp>
          <p:sp>
            <p:nvSpPr>
              <p:cNvPr id="103813" name="Line 1048">
                <a:extLst>
                  <a:ext uri="{FF2B5EF4-FFF2-40B4-BE49-F238E27FC236}">
                    <a16:creationId xmlns:a16="http://schemas.microsoft.com/office/drawing/2014/main" id="{4E1EA281-C1FC-AAB8-D855-F0C88A302437}"/>
                  </a:ext>
                </a:extLst>
              </p:cNvPr>
              <p:cNvSpPr>
                <a:spLocks noChangeShapeType="1"/>
              </p:cNvSpPr>
              <p:nvPr/>
            </p:nvSpPr>
            <p:spPr bwMode="auto">
              <a:xfrm flipV="1">
                <a:off x="1768" y="3360"/>
                <a:ext cx="40" cy="32"/>
              </a:xfrm>
              <a:prstGeom prst="line">
                <a:avLst/>
              </a:prstGeom>
              <a:grpFill/>
              <a:ln w="12700">
                <a:solidFill>
                  <a:schemeClr val="bg1"/>
                </a:solidFill>
                <a:round/>
                <a:headEnd/>
                <a:tailEnd/>
              </a:ln>
            </p:spPr>
            <p:txBody>
              <a:bodyPr/>
              <a:lstStyle/>
              <a:p>
                <a:endParaRPr lang="en-US"/>
              </a:p>
            </p:txBody>
          </p:sp>
        </p:grpSp>
        <p:grpSp>
          <p:nvGrpSpPr>
            <p:cNvPr id="103633" name="Group 1049">
              <a:extLst>
                <a:ext uri="{FF2B5EF4-FFF2-40B4-BE49-F238E27FC236}">
                  <a16:creationId xmlns:a16="http://schemas.microsoft.com/office/drawing/2014/main" id="{AE5E2D0C-67F4-09A9-5C5D-6E2B1FFE36F5}"/>
                </a:ext>
              </a:extLst>
            </p:cNvPr>
            <p:cNvGrpSpPr>
              <a:grpSpLocks/>
            </p:cNvGrpSpPr>
            <p:nvPr/>
          </p:nvGrpSpPr>
          <p:grpSpPr bwMode="auto">
            <a:xfrm>
              <a:off x="1489" y="2690"/>
              <a:ext cx="423" cy="279"/>
              <a:chOff x="1489" y="2690"/>
              <a:chExt cx="423" cy="279"/>
            </a:xfrm>
            <a:grpFill/>
          </p:grpSpPr>
          <p:sp>
            <p:nvSpPr>
              <p:cNvPr id="103804" name="Freeform 1050">
                <a:extLst>
                  <a:ext uri="{FF2B5EF4-FFF2-40B4-BE49-F238E27FC236}">
                    <a16:creationId xmlns:a16="http://schemas.microsoft.com/office/drawing/2014/main" id="{E090B90F-E042-E2F3-4F7F-D6CB78FA8E30}"/>
                  </a:ext>
                </a:extLst>
              </p:cNvPr>
              <p:cNvSpPr>
                <a:spLocks/>
              </p:cNvSpPr>
              <p:nvPr/>
            </p:nvSpPr>
            <p:spPr bwMode="auto">
              <a:xfrm>
                <a:off x="1800" y="2690"/>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32" y="88"/>
                    </a:lnTo>
                    <a:lnTo>
                      <a:pt x="16" y="64"/>
                    </a:lnTo>
                    <a:lnTo>
                      <a:pt x="0" y="40"/>
                    </a:lnTo>
                    <a:lnTo>
                      <a:pt x="112" y="0"/>
                    </a:lnTo>
                    <a:close/>
                  </a:path>
                </a:pathLst>
              </a:custGeom>
              <a:grpFill/>
              <a:ln w="9525">
                <a:solidFill>
                  <a:schemeClr val="bg1"/>
                </a:solidFill>
                <a:round/>
                <a:headEnd/>
                <a:tailEnd/>
              </a:ln>
            </p:spPr>
            <p:txBody>
              <a:bodyPr/>
              <a:lstStyle/>
              <a:p>
                <a:endParaRPr lang="en-US"/>
              </a:p>
            </p:txBody>
          </p:sp>
          <p:sp>
            <p:nvSpPr>
              <p:cNvPr id="103805" name="Line 1051">
                <a:extLst>
                  <a:ext uri="{FF2B5EF4-FFF2-40B4-BE49-F238E27FC236}">
                    <a16:creationId xmlns:a16="http://schemas.microsoft.com/office/drawing/2014/main" id="{1270068E-82AD-2980-D49B-670408255AC9}"/>
                  </a:ext>
                </a:extLst>
              </p:cNvPr>
              <p:cNvSpPr>
                <a:spLocks noChangeShapeType="1"/>
              </p:cNvSpPr>
              <p:nvPr/>
            </p:nvSpPr>
            <p:spPr bwMode="auto">
              <a:xfrm flipV="1">
                <a:off x="1489" y="2922"/>
                <a:ext cx="71" cy="47"/>
              </a:xfrm>
              <a:prstGeom prst="line">
                <a:avLst/>
              </a:prstGeom>
              <a:grpFill/>
              <a:ln w="12700">
                <a:solidFill>
                  <a:schemeClr val="bg1"/>
                </a:solidFill>
                <a:round/>
                <a:headEnd/>
                <a:tailEnd/>
              </a:ln>
            </p:spPr>
            <p:txBody>
              <a:bodyPr/>
              <a:lstStyle/>
              <a:p>
                <a:endParaRPr lang="en-US"/>
              </a:p>
            </p:txBody>
          </p:sp>
          <p:sp>
            <p:nvSpPr>
              <p:cNvPr id="103806" name="Line 1052">
                <a:extLst>
                  <a:ext uri="{FF2B5EF4-FFF2-40B4-BE49-F238E27FC236}">
                    <a16:creationId xmlns:a16="http://schemas.microsoft.com/office/drawing/2014/main" id="{A965B0A3-2DAD-7536-8964-C6FEAB98336D}"/>
                  </a:ext>
                </a:extLst>
              </p:cNvPr>
              <p:cNvSpPr>
                <a:spLocks noChangeShapeType="1"/>
              </p:cNvSpPr>
              <p:nvPr/>
            </p:nvSpPr>
            <p:spPr bwMode="auto">
              <a:xfrm flipV="1">
                <a:off x="1585" y="2858"/>
                <a:ext cx="71" cy="47"/>
              </a:xfrm>
              <a:prstGeom prst="line">
                <a:avLst/>
              </a:prstGeom>
              <a:grpFill/>
              <a:ln w="12700">
                <a:solidFill>
                  <a:schemeClr val="bg1"/>
                </a:solidFill>
                <a:round/>
                <a:headEnd/>
                <a:tailEnd/>
              </a:ln>
            </p:spPr>
            <p:txBody>
              <a:bodyPr/>
              <a:lstStyle/>
              <a:p>
                <a:endParaRPr lang="en-US"/>
              </a:p>
            </p:txBody>
          </p:sp>
          <p:sp>
            <p:nvSpPr>
              <p:cNvPr id="103807" name="Line 1053">
                <a:extLst>
                  <a:ext uri="{FF2B5EF4-FFF2-40B4-BE49-F238E27FC236}">
                    <a16:creationId xmlns:a16="http://schemas.microsoft.com/office/drawing/2014/main" id="{EA28F11C-A282-5CFD-44D7-8239997D41D5}"/>
                  </a:ext>
                </a:extLst>
              </p:cNvPr>
              <p:cNvSpPr>
                <a:spLocks noChangeShapeType="1"/>
              </p:cNvSpPr>
              <p:nvPr/>
            </p:nvSpPr>
            <p:spPr bwMode="auto">
              <a:xfrm flipV="1">
                <a:off x="1672" y="2803"/>
                <a:ext cx="80" cy="47"/>
              </a:xfrm>
              <a:prstGeom prst="line">
                <a:avLst/>
              </a:prstGeom>
              <a:grpFill/>
              <a:ln w="12700">
                <a:solidFill>
                  <a:schemeClr val="bg1"/>
                </a:solidFill>
                <a:round/>
                <a:headEnd/>
                <a:tailEnd/>
              </a:ln>
            </p:spPr>
            <p:txBody>
              <a:bodyPr/>
              <a:lstStyle/>
              <a:p>
                <a:endParaRPr lang="en-US"/>
              </a:p>
            </p:txBody>
          </p:sp>
          <p:sp>
            <p:nvSpPr>
              <p:cNvPr id="103808" name="Line 1054">
                <a:extLst>
                  <a:ext uri="{FF2B5EF4-FFF2-40B4-BE49-F238E27FC236}">
                    <a16:creationId xmlns:a16="http://schemas.microsoft.com/office/drawing/2014/main" id="{59C936E9-74F4-36F9-7900-AFA27F75F47A}"/>
                  </a:ext>
                </a:extLst>
              </p:cNvPr>
              <p:cNvSpPr>
                <a:spLocks noChangeShapeType="1"/>
              </p:cNvSpPr>
              <p:nvPr/>
            </p:nvSpPr>
            <p:spPr bwMode="auto">
              <a:xfrm flipV="1">
                <a:off x="1768" y="2754"/>
                <a:ext cx="48" cy="32"/>
              </a:xfrm>
              <a:prstGeom prst="line">
                <a:avLst/>
              </a:prstGeom>
              <a:grpFill/>
              <a:ln w="12700">
                <a:solidFill>
                  <a:schemeClr val="bg1"/>
                </a:solidFill>
                <a:round/>
                <a:headEnd/>
                <a:tailEnd/>
              </a:ln>
            </p:spPr>
            <p:txBody>
              <a:bodyPr/>
              <a:lstStyle/>
              <a:p>
                <a:endParaRPr lang="en-US"/>
              </a:p>
            </p:txBody>
          </p:sp>
        </p:grpSp>
        <p:grpSp>
          <p:nvGrpSpPr>
            <p:cNvPr id="103634" name="Group 1055">
              <a:extLst>
                <a:ext uri="{FF2B5EF4-FFF2-40B4-BE49-F238E27FC236}">
                  <a16:creationId xmlns:a16="http://schemas.microsoft.com/office/drawing/2014/main" id="{0F4F6DFA-4A78-01E4-0726-7AD426A9163B}"/>
                </a:ext>
              </a:extLst>
            </p:cNvPr>
            <p:cNvGrpSpPr>
              <a:grpSpLocks/>
            </p:cNvGrpSpPr>
            <p:nvPr/>
          </p:nvGrpSpPr>
          <p:grpSpPr bwMode="auto">
            <a:xfrm>
              <a:off x="1490" y="2993"/>
              <a:ext cx="414" cy="271"/>
              <a:chOff x="1490" y="2993"/>
              <a:chExt cx="414" cy="271"/>
            </a:xfrm>
            <a:grpFill/>
          </p:grpSpPr>
          <p:sp>
            <p:nvSpPr>
              <p:cNvPr id="103799" name="Freeform 1056">
                <a:extLst>
                  <a:ext uri="{FF2B5EF4-FFF2-40B4-BE49-F238E27FC236}">
                    <a16:creationId xmlns:a16="http://schemas.microsoft.com/office/drawing/2014/main" id="{1BAC6BA1-3F01-42F7-18DD-68268D5794A3}"/>
                  </a:ext>
                </a:extLst>
              </p:cNvPr>
              <p:cNvSpPr>
                <a:spLocks/>
              </p:cNvSpPr>
              <p:nvPr/>
            </p:nvSpPr>
            <p:spPr bwMode="auto">
              <a:xfrm>
                <a:off x="1792" y="2993"/>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32" y="88"/>
                    </a:lnTo>
                    <a:lnTo>
                      <a:pt x="16" y="64"/>
                    </a:lnTo>
                    <a:lnTo>
                      <a:pt x="0" y="40"/>
                    </a:lnTo>
                    <a:lnTo>
                      <a:pt x="112" y="0"/>
                    </a:lnTo>
                    <a:close/>
                  </a:path>
                </a:pathLst>
              </a:custGeom>
              <a:grpFill/>
              <a:ln w="9525">
                <a:solidFill>
                  <a:schemeClr val="bg1"/>
                </a:solidFill>
                <a:round/>
                <a:headEnd/>
                <a:tailEnd/>
              </a:ln>
            </p:spPr>
            <p:txBody>
              <a:bodyPr/>
              <a:lstStyle/>
              <a:p>
                <a:endParaRPr lang="en-US"/>
              </a:p>
            </p:txBody>
          </p:sp>
          <p:sp>
            <p:nvSpPr>
              <p:cNvPr id="103800" name="Line 1057">
                <a:extLst>
                  <a:ext uri="{FF2B5EF4-FFF2-40B4-BE49-F238E27FC236}">
                    <a16:creationId xmlns:a16="http://schemas.microsoft.com/office/drawing/2014/main" id="{FE8A882B-48AD-CC74-748B-FA069E50ABA3}"/>
                  </a:ext>
                </a:extLst>
              </p:cNvPr>
              <p:cNvSpPr>
                <a:spLocks noChangeShapeType="1"/>
              </p:cNvSpPr>
              <p:nvPr/>
            </p:nvSpPr>
            <p:spPr bwMode="auto">
              <a:xfrm flipV="1">
                <a:off x="1490" y="3218"/>
                <a:ext cx="70" cy="46"/>
              </a:xfrm>
              <a:prstGeom prst="line">
                <a:avLst/>
              </a:prstGeom>
              <a:grpFill/>
              <a:ln w="12700">
                <a:solidFill>
                  <a:schemeClr val="bg1"/>
                </a:solidFill>
                <a:round/>
                <a:headEnd/>
                <a:tailEnd/>
              </a:ln>
            </p:spPr>
            <p:txBody>
              <a:bodyPr/>
              <a:lstStyle/>
              <a:p>
                <a:endParaRPr lang="en-US"/>
              </a:p>
            </p:txBody>
          </p:sp>
          <p:sp>
            <p:nvSpPr>
              <p:cNvPr id="103801" name="Line 1058">
                <a:extLst>
                  <a:ext uri="{FF2B5EF4-FFF2-40B4-BE49-F238E27FC236}">
                    <a16:creationId xmlns:a16="http://schemas.microsoft.com/office/drawing/2014/main" id="{92BDBE3C-EDA1-CB63-EAFC-950212875E0B}"/>
                  </a:ext>
                </a:extLst>
              </p:cNvPr>
              <p:cNvSpPr>
                <a:spLocks noChangeShapeType="1"/>
              </p:cNvSpPr>
              <p:nvPr/>
            </p:nvSpPr>
            <p:spPr bwMode="auto">
              <a:xfrm flipV="1">
                <a:off x="1584" y="3154"/>
                <a:ext cx="72" cy="47"/>
              </a:xfrm>
              <a:prstGeom prst="line">
                <a:avLst/>
              </a:prstGeom>
              <a:grpFill/>
              <a:ln w="12700">
                <a:solidFill>
                  <a:schemeClr val="bg1"/>
                </a:solidFill>
                <a:round/>
                <a:headEnd/>
                <a:tailEnd/>
              </a:ln>
            </p:spPr>
            <p:txBody>
              <a:bodyPr/>
              <a:lstStyle/>
              <a:p>
                <a:endParaRPr lang="en-US"/>
              </a:p>
            </p:txBody>
          </p:sp>
          <p:sp>
            <p:nvSpPr>
              <p:cNvPr id="103802" name="Line 1059">
                <a:extLst>
                  <a:ext uri="{FF2B5EF4-FFF2-40B4-BE49-F238E27FC236}">
                    <a16:creationId xmlns:a16="http://schemas.microsoft.com/office/drawing/2014/main" id="{8B58ECC9-5D77-44C8-25AA-1DC3A13EB067}"/>
                  </a:ext>
                </a:extLst>
              </p:cNvPr>
              <p:cNvSpPr>
                <a:spLocks noChangeShapeType="1"/>
              </p:cNvSpPr>
              <p:nvPr/>
            </p:nvSpPr>
            <p:spPr bwMode="auto">
              <a:xfrm flipV="1">
                <a:off x="1672" y="3097"/>
                <a:ext cx="80" cy="48"/>
              </a:xfrm>
              <a:prstGeom prst="line">
                <a:avLst/>
              </a:prstGeom>
              <a:grpFill/>
              <a:ln w="12700">
                <a:solidFill>
                  <a:schemeClr val="bg1"/>
                </a:solidFill>
                <a:round/>
                <a:headEnd/>
                <a:tailEnd/>
              </a:ln>
            </p:spPr>
            <p:txBody>
              <a:bodyPr/>
              <a:lstStyle/>
              <a:p>
                <a:endParaRPr lang="en-US"/>
              </a:p>
            </p:txBody>
          </p:sp>
          <p:sp>
            <p:nvSpPr>
              <p:cNvPr id="103803" name="Line 1060">
                <a:extLst>
                  <a:ext uri="{FF2B5EF4-FFF2-40B4-BE49-F238E27FC236}">
                    <a16:creationId xmlns:a16="http://schemas.microsoft.com/office/drawing/2014/main" id="{2AC826AD-24DD-F7DC-5FDD-4299FC826CD4}"/>
                  </a:ext>
                </a:extLst>
              </p:cNvPr>
              <p:cNvSpPr>
                <a:spLocks noChangeShapeType="1"/>
              </p:cNvSpPr>
              <p:nvPr/>
            </p:nvSpPr>
            <p:spPr bwMode="auto">
              <a:xfrm flipV="1">
                <a:off x="1768" y="3057"/>
                <a:ext cx="40" cy="24"/>
              </a:xfrm>
              <a:prstGeom prst="line">
                <a:avLst/>
              </a:prstGeom>
              <a:grpFill/>
              <a:ln w="12700">
                <a:solidFill>
                  <a:schemeClr val="bg1"/>
                </a:solidFill>
                <a:round/>
                <a:headEnd/>
                <a:tailEnd/>
              </a:ln>
            </p:spPr>
            <p:txBody>
              <a:bodyPr/>
              <a:lstStyle/>
              <a:p>
                <a:endParaRPr lang="en-US"/>
              </a:p>
            </p:txBody>
          </p:sp>
        </p:grpSp>
        <p:grpSp>
          <p:nvGrpSpPr>
            <p:cNvPr id="103635" name="Group 1061">
              <a:extLst>
                <a:ext uri="{FF2B5EF4-FFF2-40B4-BE49-F238E27FC236}">
                  <a16:creationId xmlns:a16="http://schemas.microsoft.com/office/drawing/2014/main" id="{35EA8B9B-43D4-59FB-CB0A-292ABEB2F9D8}"/>
                </a:ext>
              </a:extLst>
            </p:cNvPr>
            <p:cNvGrpSpPr>
              <a:grpSpLocks/>
            </p:cNvGrpSpPr>
            <p:nvPr/>
          </p:nvGrpSpPr>
          <p:grpSpPr bwMode="auto">
            <a:xfrm>
              <a:off x="1936" y="2993"/>
              <a:ext cx="439" cy="582"/>
              <a:chOff x="1936" y="2993"/>
              <a:chExt cx="439" cy="582"/>
            </a:xfrm>
            <a:grpFill/>
          </p:grpSpPr>
          <p:sp>
            <p:nvSpPr>
              <p:cNvPr id="103792" name="Freeform 1062">
                <a:extLst>
                  <a:ext uri="{FF2B5EF4-FFF2-40B4-BE49-F238E27FC236}">
                    <a16:creationId xmlns:a16="http://schemas.microsoft.com/office/drawing/2014/main" id="{502BCFC2-53DE-6A00-D0EE-22BD7E0847FB}"/>
                  </a:ext>
                </a:extLst>
              </p:cNvPr>
              <p:cNvSpPr>
                <a:spLocks/>
              </p:cNvSpPr>
              <p:nvPr/>
            </p:nvSpPr>
            <p:spPr bwMode="auto">
              <a:xfrm>
                <a:off x="2287" y="3472"/>
                <a:ext cx="88" cy="103"/>
              </a:xfrm>
              <a:custGeom>
                <a:avLst/>
                <a:gdLst>
                  <a:gd name="T0" fmla="*/ 88 w 88"/>
                  <a:gd name="T1" fmla="*/ 103 h 103"/>
                  <a:gd name="T2" fmla="*/ 0 w 88"/>
                  <a:gd name="T3" fmla="*/ 32 h 103"/>
                  <a:gd name="T4" fmla="*/ 24 w 88"/>
                  <a:gd name="T5" fmla="*/ 16 h 103"/>
                  <a:gd name="T6" fmla="*/ 40 w 88"/>
                  <a:gd name="T7" fmla="*/ 0 h 103"/>
                  <a:gd name="T8" fmla="*/ 88 w 88"/>
                  <a:gd name="T9" fmla="*/ 103 h 103"/>
                  <a:gd name="T10" fmla="*/ 0 60000 65536"/>
                  <a:gd name="T11" fmla="*/ 0 60000 65536"/>
                  <a:gd name="T12" fmla="*/ 0 60000 65536"/>
                  <a:gd name="T13" fmla="*/ 0 60000 65536"/>
                  <a:gd name="T14" fmla="*/ 0 60000 65536"/>
                  <a:gd name="T15" fmla="*/ 0 w 88"/>
                  <a:gd name="T16" fmla="*/ 0 h 103"/>
                  <a:gd name="T17" fmla="*/ 88 w 88"/>
                  <a:gd name="T18" fmla="*/ 103 h 103"/>
                </a:gdLst>
                <a:ahLst/>
                <a:cxnLst>
                  <a:cxn ang="T10">
                    <a:pos x="T0" y="T1"/>
                  </a:cxn>
                  <a:cxn ang="T11">
                    <a:pos x="T2" y="T3"/>
                  </a:cxn>
                  <a:cxn ang="T12">
                    <a:pos x="T4" y="T5"/>
                  </a:cxn>
                  <a:cxn ang="T13">
                    <a:pos x="T6" y="T7"/>
                  </a:cxn>
                  <a:cxn ang="T14">
                    <a:pos x="T8" y="T9"/>
                  </a:cxn>
                </a:cxnLst>
                <a:rect l="T15" t="T16" r="T17" b="T18"/>
                <a:pathLst>
                  <a:path w="88" h="103">
                    <a:moveTo>
                      <a:pt x="88" y="103"/>
                    </a:moveTo>
                    <a:lnTo>
                      <a:pt x="0" y="32"/>
                    </a:lnTo>
                    <a:lnTo>
                      <a:pt x="24" y="16"/>
                    </a:lnTo>
                    <a:lnTo>
                      <a:pt x="40" y="0"/>
                    </a:lnTo>
                    <a:lnTo>
                      <a:pt x="88" y="103"/>
                    </a:lnTo>
                    <a:close/>
                  </a:path>
                </a:pathLst>
              </a:custGeom>
              <a:grpFill/>
              <a:ln w="9525">
                <a:solidFill>
                  <a:schemeClr val="bg1"/>
                </a:solidFill>
                <a:round/>
                <a:headEnd/>
                <a:tailEnd/>
              </a:ln>
            </p:spPr>
            <p:txBody>
              <a:bodyPr/>
              <a:lstStyle/>
              <a:p>
                <a:endParaRPr lang="en-US"/>
              </a:p>
            </p:txBody>
          </p:sp>
          <p:sp>
            <p:nvSpPr>
              <p:cNvPr id="103793" name="Line 1063">
                <a:extLst>
                  <a:ext uri="{FF2B5EF4-FFF2-40B4-BE49-F238E27FC236}">
                    <a16:creationId xmlns:a16="http://schemas.microsoft.com/office/drawing/2014/main" id="{5FB21138-453D-E856-306C-C0A7AE8B0739}"/>
                  </a:ext>
                </a:extLst>
              </p:cNvPr>
              <p:cNvSpPr>
                <a:spLocks noChangeShapeType="1"/>
              </p:cNvSpPr>
              <p:nvPr/>
            </p:nvSpPr>
            <p:spPr bwMode="auto">
              <a:xfrm>
                <a:off x="1936" y="2993"/>
                <a:ext cx="56" cy="72"/>
              </a:xfrm>
              <a:prstGeom prst="line">
                <a:avLst/>
              </a:prstGeom>
              <a:grpFill/>
              <a:ln w="12700">
                <a:solidFill>
                  <a:schemeClr val="bg1"/>
                </a:solidFill>
                <a:round/>
                <a:headEnd/>
                <a:tailEnd/>
              </a:ln>
            </p:spPr>
            <p:txBody>
              <a:bodyPr/>
              <a:lstStyle/>
              <a:p>
                <a:endParaRPr lang="en-US"/>
              </a:p>
            </p:txBody>
          </p:sp>
          <p:sp>
            <p:nvSpPr>
              <p:cNvPr id="103794" name="Line 1064">
                <a:extLst>
                  <a:ext uri="{FF2B5EF4-FFF2-40B4-BE49-F238E27FC236}">
                    <a16:creationId xmlns:a16="http://schemas.microsoft.com/office/drawing/2014/main" id="{2004F176-8AE9-05E1-75CC-A91730B4BEF0}"/>
                  </a:ext>
                </a:extLst>
              </p:cNvPr>
              <p:cNvSpPr>
                <a:spLocks noChangeShapeType="1"/>
              </p:cNvSpPr>
              <p:nvPr/>
            </p:nvSpPr>
            <p:spPr bwMode="auto">
              <a:xfrm>
                <a:off x="2000" y="3081"/>
                <a:ext cx="55" cy="70"/>
              </a:xfrm>
              <a:prstGeom prst="line">
                <a:avLst/>
              </a:prstGeom>
              <a:grpFill/>
              <a:ln w="12700">
                <a:solidFill>
                  <a:schemeClr val="bg1"/>
                </a:solidFill>
                <a:round/>
                <a:headEnd/>
                <a:tailEnd/>
              </a:ln>
            </p:spPr>
            <p:txBody>
              <a:bodyPr/>
              <a:lstStyle/>
              <a:p>
                <a:endParaRPr lang="en-US"/>
              </a:p>
            </p:txBody>
          </p:sp>
          <p:sp>
            <p:nvSpPr>
              <p:cNvPr id="103795" name="Line 1065">
                <a:extLst>
                  <a:ext uri="{FF2B5EF4-FFF2-40B4-BE49-F238E27FC236}">
                    <a16:creationId xmlns:a16="http://schemas.microsoft.com/office/drawing/2014/main" id="{31AD9A3E-8D5F-3D12-B502-41DA3006D230}"/>
                  </a:ext>
                </a:extLst>
              </p:cNvPr>
              <p:cNvSpPr>
                <a:spLocks noChangeShapeType="1"/>
              </p:cNvSpPr>
              <p:nvPr/>
            </p:nvSpPr>
            <p:spPr bwMode="auto">
              <a:xfrm>
                <a:off x="2071" y="3169"/>
                <a:ext cx="48" cy="71"/>
              </a:xfrm>
              <a:prstGeom prst="line">
                <a:avLst/>
              </a:prstGeom>
              <a:grpFill/>
              <a:ln w="12700">
                <a:solidFill>
                  <a:schemeClr val="bg1"/>
                </a:solidFill>
                <a:round/>
                <a:headEnd/>
                <a:tailEnd/>
              </a:ln>
            </p:spPr>
            <p:txBody>
              <a:bodyPr/>
              <a:lstStyle/>
              <a:p>
                <a:endParaRPr lang="en-US"/>
              </a:p>
            </p:txBody>
          </p:sp>
          <p:sp>
            <p:nvSpPr>
              <p:cNvPr id="103796" name="Line 1066">
                <a:extLst>
                  <a:ext uri="{FF2B5EF4-FFF2-40B4-BE49-F238E27FC236}">
                    <a16:creationId xmlns:a16="http://schemas.microsoft.com/office/drawing/2014/main" id="{9759BF84-B14C-6559-C713-73A08AC83B93}"/>
                  </a:ext>
                </a:extLst>
              </p:cNvPr>
              <p:cNvSpPr>
                <a:spLocks noChangeShapeType="1"/>
              </p:cNvSpPr>
              <p:nvPr/>
            </p:nvSpPr>
            <p:spPr bwMode="auto">
              <a:xfrm>
                <a:off x="2135" y="3264"/>
                <a:ext cx="56" cy="63"/>
              </a:xfrm>
              <a:prstGeom prst="line">
                <a:avLst/>
              </a:prstGeom>
              <a:grpFill/>
              <a:ln w="12700">
                <a:solidFill>
                  <a:schemeClr val="bg1"/>
                </a:solidFill>
                <a:round/>
                <a:headEnd/>
                <a:tailEnd/>
              </a:ln>
            </p:spPr>
            <p:txBody>
              <a:bodyPr/>
              <a:lstStyle/>
              <a:p>
                <a:endParaRPr lang="en-US"/>
              </a:p>
            </p:txBody>
          </p:sp>
          <p:sp>
            <p:nvSpPr>
              <p:cNvPr id="103797" name="Line 1067">
                <a:extLst>
                  <a:ext uri="{FF2B5EF4-FFF2-40B4-BE49-F238E27FC236}">
                    <a16:creationId xmlns:a16="http://schemas.microsoft.com/office/drawing/2014/main" id="{DE04CEBE-B905-0DA4-D3FA-BC99489AC51A}"/>
                  </a:ext>
                </a:extLst>
              </p:cNvPr>
              <p:cNvSpPr>
                <a:spLocks noChangeShapeType="1"/>
              </p:cNvSpPr>
              <p:nvPr/>
            </p:nvSpPr>
            <p:spPr bwMode="auto">
              <a:xfrm>
                <a:off x="2207" y="3352"/>
                <a:ext cx="48" cy="72"/>
              </a:xfrm>
              <a:prstGeom prst="line">
                <a:avLst/>
              </a:prstGeom>
              <a:grpFill/>
              <a:ln w="12700">
                <a:solidFill>
                  <a:schemeClr val="bg1"/>
                </a:solidFill>
                <a:round/>
                <a:headEnd/>
                <a:tailEnd/>
              </a:ln>
            </p:spPr>
            <p:txBody>
              <a:bodyPr/>
              <a:lstStyle/>
              <a:p>
                <a:endParaRPr lang="en-US"/>
              </a:p>
            </p:txBody>
          </p:sp>
          <p:sp>
            <p:nvSpPr>
              <p:cNvPr id="103798" name="Line 1068">
                <a:extLst>
                  <a:ext uri="{FF2B5EF4-FFF2-40B4-BE49-F238E27FC236}">
                    <a16:creationId xmlns:a16="http://schemas.microsoft.com/office/drawing/2014/main" id="{4ACED188-755C-C390-463D-81F02D945D56}"/>
                  </a:ext>
                </a:extLst>
              </p:cNvPr>
              <p:cNvSpPr>
                <a:spLocks noChangeShapeType="1"/>
              </p:cNvSpPr>
              <p:nvPr/>
            </p:nvSpPr>
            <p:spPr bwMode="auto">
              <a:xfrm>
                <a:off x="2271" y="3440"/>
                <a:ext cx="40" cy="48"/>
              </a:xfrm>
              <a:prstGeom prst="line">
                <a:avLst/>
              </a:prstGeom>
              <a:grpFill/>
              <a:ln w="12700">
                <a:solidFill>
                  <a:schemeClr val="bg1"/>
                </a:solidFill>
                <a:round/>
                <a:headEnd/>
                <a:tailEnd/>
              </a:ln>
            </p:spPr>
            <p:txBody>
              <a:bodyPr/>
              <a:lstStyle/>
              <a:p>
                <a:endParaRPr lang="en-US"/>
              </a:p>
            </p:txBody>
          </p:sp>
        </p:grpSp>
        <p:grpSp>
          <p:nvGrpSpPr>
            <p:cNvPr id="103636" name="Group 1069">
              <a:extLst>
                <a:ext uri="{FF2B5EF4-FFF2-40B4-BE49-F238E27FC236}">
                  <a16:creationId xmlns:a16="http://schemas.microsoft.com/office/drawing/2014/main" id="{71294ED4-590B-FC0D-115C-148C3E5437E4}"/>
                </a:ext>
              </a:extLst>
            </p:cNvPr>
            <p:cNvGrpSpPr>
              <a:grpSpLocks/>
            </p:cNvGrpSpPr>
            <p:nvPr/>
          </p:nvGrpSpPr>
          <p:grpSpPr bwMode="auto">
            <a:xfrm>
              <a:off x="1944" y="2690"/>
              <a:ext cx="447" cy="279"/>
              <a:chOff x="1944" y="2690"/>
              <a:chExt cx="447" cy="279"/>
            </a:xfrm>
            <a:grpFill/>
          </p:grpSpPr>
          <p:sp>
            <p:nvSpPr>
              <p:cNvPr id="103787" name="Freeform 1070">
                <a:extLst>
                  <a:ext uri="{FF2B5EF4-FFF2-40B4-BE49-F238E27FC236}">
                    <a16:creationId xmlns:a16="http://schemas.microsoft.com/office/drawing/2014/main" id="{06027413-8218-C5B9-FBB3-66644AF53F9C}"/>
                  </a:ext>
                </a:extLst>
              </p:cNvPr>
              <p:cNvSpPr>
                <a:spLocks/>
              </p:cNvSpPr>
              <p:nvPr/>
            </p:nvSpPr>
            <p:spPr bwMode="auto">
              <a:xfrm>
                <a:off x="2279" y="2889"/>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 name="T15" fmla="*/ 0 w 112"/>
                  <a:gd name="T16" fmla="*/ 0 h 80"/>
                  <a:gd name="T17" fmla="*/ 112 w 112"/>
                  <a:gd name="T18" fmla="*/ 80 h 80"/>
                </a:gdLst>
                <a:ahLst/>
                <a:cxnLst>
                  <a:cxn ang="T10">
                    <a:pos x="T0" y="T1"/>
                  </a:cxn>
                  <a:cxn ang="T11">
                    <a:pos x="T2" y="T3"/>
                  </a:cxn>
                  <a:cxn ang="T12">
                    <a:pos x="T4" y="T5"/>
                  </a:cxn>
                  <a:cxn ang="T13">
                    <a:pos x="T6" y="T7"/>
                  </a:cxn>
                  <a:cxn ang="T14">
                    <a:pos x="T8" y="T9"/>
                  </a:cxn>
                </a:cxnLst>
                <a:rect l="T15" t="T16" r="T17" b="T18"/>
                <a:pathLst>
                  <a:path w="112" h="80">
                    <a:moveTo>
                      <a:pt x="112" y="80"/>
                    </a:moveTo>
                    <a:lnTo>
                      <a:pt x="0" y="48"/>
                    </a:lnTo>
                    <a:lnTo>
                      <a:pt x="16" y="24"/>
                    </a:lnTo>
                    <a:lnTo>
                      <a:pt x="32" y="0"/>
                    </a:lnTo>
                    <a:lnTo>
                      <a:pt x="112" y="80"/>
                    </a:lnTo>
                    <a:close/>
                  </a:path>
                </a:pathLst>
              </a:custGeom>
              <a:grpFill/>
              <a:ln w="9525">
                <a:solidFill>
                  <a:schemeClr val="bg1"/>
                </a:solidFill>
                <a:round/>
                <a:headEnd/>
                <a:tailEnd/>
              </a:ln>
            </p:spPr>
            <p:txBody>
              <a:bodyPr/>
              <a:lstStyle/>
              <a:p>
                <a:endParaRPr lang="en-US"/>
              </a:p>
            </p:txBody>
          </p:sp>
          <p:sp>
            <p:nvSpPr>
              <p:cNvPr id="103788" name="Line 1071">
                <a:extLst>
                  <a:ext uri="{FF2B5EF4-FFF2-40B4-BE49-F238E27FC236}">
                    <a16:creationId xmlns:a16="http://schemas.microsoft.com/office/drawing/2014/main" id="{8D6F09A6-50A2-471C-2D24-61ECF6FC9CA0}"/>
                  </a:ext>
                </a:extLst>
              </p:cNvPr>
              <p:cNvSpPr>
                <a:spLocks noChangeShapeType="1"/>
              </p:cNvSpPr>
              <p:nvPr/>
            </p:nvSpPr>
            <p:spPr bwMode="auto">
              <a:xfrm>
                <a:off x="1944" y="2690"/>
                <a:ext cx="71" cy="47"/>
              </a:xfrm>
              <a:prstGeom prst="line">
                <a:avLst/>
              </a:prstGeom>
              <a:grpFill/>
              <a:ln w="12700">
                <a:solidFill>
                  <a:schemeClr val="bg1"/>
                </a:solidFill>
                <a:round/>
                <a:headEnd/>
                <a:tailEnd/>
              </a:ln>
            </p:spPr>
            <p:txBody>
              <a:bodyPr/>
              <a:lstStyle/>
              <a:p>
                <a:endParaRPr lang="en-US"/>
              </a:p>
            </p:txBody>
          </p:sp>
          <p:sp>
            <p:nvSpPr>
              <p:cNvPr id="103789" name="Line 1072">
                <a:extLst>
                  <a:ext uri="{FF2B5EF4-FFF2-40B4-BE49-F238E27FC236}">
                    <a16:creationId xmlns:a16="http://schemas.microsoft.com/office/drawing/2014/main" id="{295C6F04-C1F2-707B-1182-7BB9511D8510}"/>
                  </a:ext>
                </a:extLst>
              </p:cNvPr>
              <p:cNvSpPr>
                <a:spLocks noChangeShapeType="1"/>
              </p:cNvSpPr>
              <p:nvPr/>
            </p:nvSpPr>
            <p:spPr bwMode="auto">
              <a:xfrm>
                <a:off x="2040" y="2746"/>
                <a:ext cx="71" cy="47"/>
              </a:xfrm>
              <a:prstGeom prst="line">
                <a:avLst/>
              </a:prstGeom>
              <a:grpFill/>
              <a:ln w="12700">
                <a:solidFill>
                  <a:schemeClr val="bg1"/>
                </a:solidFill>
                <a:round/>
                <a:headEnd/>
                <a:tailEnd/>
              </a:ln>
            </p:spPr>
            <p:txBody>
              <a:bodyPr/>
              <a:lstStyle/>
              <a:p>
                <a:endParaRPr lang="en-US"/>
              </a:p>
            </p:txBody>
          </p:sp>
          <p:sp>
            <p:nvSpPr>
              <p:cNvPr id="103790" name="Line 1073">
                <a:extLst>
                  <a:ext uri="{FF2B5EF4-FFF2-40B4-BE49-F238E27FC236}">
                    <a16:creationId xmlns:a16="http://schemas.microsoft.com/office/drawing/2014/main" id="{FD55556C-CE9C-C987-80FA-D67FB426E534}"/>
                  </a:ext>
                </a:extLst>
              </p:cNvPr>
              <p:cNvSpPr>
                <a:spLocks noChangeShapeType="1"/>
              </p:cNvSpPr>
              <p:nvPr/>
            </p:nvSpPr>
            <p:spPr bwMode="auto">
              <a:xfrm>
                <a:off x="2136" y="2810"/>
                <a:ext cx="71" cy="47"/>
              </a:xfrm>
              <a:prstGeom prst="line">
                <a:avLst/>
              </a:prstGeom>
              <a:grpFill/>
              <a:ln w="12700">
                <a:solidFill>
                  <a:schemeClr val="bg1"/>
                </a:solidFill>
                <a:round/>
                <a:headEnd/>
                <a:tailEnd/>
              </a:ln>
            </p:spPr>
            <p:txBody>
              <a:bodyPr/>
              <a:lstStyle/>
              <a:p>
                <a:endParaRPr lang="en-US"/>
              </a:p>
            </p:txBody>
          </p:sp>
          <p:sp>
            <p:nvSpPr>
              <p:cNvPr id="103791" name="Line 1074">
                <a:extLst>
                  <a:ext uri="{FF2B5EF4-FFF2-40B4-BE49-F238E27FC236}">
                    <a16:creationId xmlns:a16="http://schemas.microsoft.com/office/drawing/2014/main" id="{0FB7E760-BC13-CC8E-DB44-D5E41EBFF3D3}"/>
                  </a:ext>
                </a:extLst>
              </p:cNvPr>
              <p:cNvSpPr>
                <a:spLocks noChangeShapeType="1"/>
              </p:cNvSpPr>
              <p:nvPr/>
            </p:nvSpPr>
            <p:spPr bwMode="auto">
              <a:xfrm>
                <a:off x="2232" y="2866"/>
                <a:ext cx="63" cy="46"/>
              </a:xfrm>
              <a:prstGeom prst="line">
                <a:avLst/>
              </a:prstGeom>
              <a:grpFill/>
              <a:ln w="12700">
                <a:solidFill>
                  <a:schemeClr val="bg1"/>
                </a:solidFill>
                <a:round/>
                <a:headEnd/>
                <a:tailEnd/>
              </a:ln>
            </p:spPr>
            <p:txBody>
              <a:bodyPr/>
              <a:lstStyle/>
              <a:p>
                <a:endParaRPr lang="en-US"/>
              </a:p>
            </p:txBody>
          </p:sp>
        </p:grpSp>
        <p:grpSp>
          <p:nvGrpSpPr>
            <p:cNvPr id="103637" name="Group 1075">
              <a:extLst>
                <a:ext uri="{FF2B5EF4-FFF2-40B4-BE49-F238E27FC236}">
                  <a16:creationId xmlns:a16="http://schemas.microsoft.com/office/drawing/2014/main" id="{3D471FA0-A8EF-07F4-1621-7A68C377BB08}"/>
                </a:ext>
              </a:extLst>
            </p:cNvPr>
            <p:cNvGrpSpPr>
              <a:grpSpLocks/>
            </p:cNvGrpSpPr>
            <p:nvPr/>
          </p:nvGrpSpPr>
          <p:grpSpPr bwMode="auto">
            <a:xfrm>
              <a:off x="2407" y="3001"/>
              <a:ext cx="423" cy="271"/>
              <a:chOff x="2407" y="3001"/>
              <a:chExt cx="423" cy="271"/>
            </a:xfrm>
            <a:grpFill/>
          </p:grpSpPr>
          <p:sp>
            <p:nvSpPr>
              <p:cNvPr id="103782" name="Freeform 1076">
                <a:extLst>
                  <a:ext uri="{FF2B5EF4-FFF2-40B4-BE49-F238E27FC236}">
                    <a16:creationId xmlns:a16="http://schemas.microsoft.com/office/drawing/2014/main" id="{79BB1FB9-76AA-CD4E-C6B8-8A9C8387FCED}"/>
                  </a:ext>
                </a:extLst>
              </p:cNvPr>
              <p:cNvSpPr>
                <a:spLocks/>
              </p:cNvSpPr>
              <p:nvPr/>
            </p:nvSpPr>
            <p:spPr bwMode="auto">
              <a:xfrm>
                <a:off x="2718" y="3185"/>
                <a:ext cx="112" cy="87"/>
              </a:xfrm>
              <a:custGeom>
                <a:avLst/>
                <a:gdLst>
                  <a:gd name="T0" fmla="*/ 112 w 112"/>
                  <a:gd name="T1" fmla="*/ 87 h 87"/>
                  <a:gd name="T2" fmla="*/ 0 w 112"/>
                  <a:gd name="T3" fmla="*/ 47 h 87"/>
                  <a:gd name="T4" fmla="*/ 16 w 112"/>
                  <a:gd name="T5" fmla="*/ 23 h 87"/>
                  <a:gd name="T6" fmla="*/ 32 w 112"/>
                  <a:gd name="T7" fmla="*/ 0 h 87"/>
                  <a:gd name="T8" fmla="*/ 112 w 112"/>
                  <a:gd name="T9" fmla="*/ 87 h 87"/>
                  <a:gd name="T10" fmla="*/ 0 60000 65536"/>
                  <a:gd name="T11" fmla="*/ 0 60000 65536"/>
                  <a:gd name="T12" fmla="*/ 0 60000 65536"/>
                  <a:gd name="T13" fmla="*/ 0 60000 65536"/>
                  <a:gd name="T14" fmla="*/ 0 60000 65536"/>
                  <a:gd name="T15" fmla="*/ 0 w 112"/>
                  <a:gd name="T16" fmla="*/ 0 h 87"/>
                  <a:gd name="T17" fmla="*/ 112 w 112"/>
                  <a:gd name="T18" fmla="*/ 87 h 87"/>
                </a:gdLst>
                <a:ahLst/>
                <a:cxnLst>
                  <a:cxn ang="T10">
                    <a:pos x="T0" y="T1"/>
                  </a:cxn>
                  <a:cxn ang="T11">
                    <a:pos x="T2" y="T3"/>
                  </a:cxn>
                  <a:cxn ang="T12">
                    <a:pos x="T4" y="T5"/>
                  </a:cxn>
                  <a:cxn ang="T13">
                    <a:pos x="T6" y="T7"/>
                  </a:cxn>
                  <a:cxn ang="T14">
                    <a:pos x="T8" y="T9"/>
                  </a:cxn>
                </a:cxnLst>
                <a:rect l="T15" t="T16" r="T17" b="T18"/>
                <a:pathLst>
                  <a:path w="112" h="87">
                    <a:moveTo>
                      <a:pt x="112" y="87"/>
                    </a:moveTo>
                    <a:lnTo>
                      <a:pt x="0" y="47"/>
                    </a:lnTo>
                    <a:lnTo>
                      <a:pt x="16" y="23"/>
                    </a:lnTo>
                    <a:lnTo>
                      <a:pt x="32" y="0"/>
                    </a:lnTo>
                    <a:lnTo>
                      <a:pt x="112" y="87"/>
                    </a:lnTo>
                    <a:close/>
                  </a:path>
                </a:pathLst>
              </a:custGeom>
              <a:grpFill/>
              <a:ln w="9525">
                <a:solidFill>
                  <a:schemeClr val="bg1"/>
                </a:solidFill>
                <a:round/>
                <a:headEnd/>
                <a:tailEnd/>
              </a:ln>
            </p:spPr>
            <p:txBody>
              <a:bodyPr/>
              <a:lstStyle/>
              <a:p>
                <a:endParaRPr lang="en-US"/>
              </a:p>
            </p:txBody>
          </p:sp>
          <p:sp>
            <p:nvSpPr>
              <p:cNvPr id="103783" name="Line 1077">
                <a:extLst>
                  <a:ext uri="{FF2B5EF4-FFF2-40B4-BE49-F238E27FC236}">
                    <a16:creationId xmlns:a16="http://schemas.microsoft.com/office/drawing/2014/main" id="{D96534C2-C967-C026-4ACE-BC5B127816A1}"/>
                  </a:ext>
                </a:extLst>
              </p:cNvPr>
              <p:cNvSpPr>
                <a:spLocks noChangeShapeType="1"/>
              </p:cNvSpPr>
              <p:nvPr/>
            </p:nvSpPr>
            <p:spPr bwMode="auto">
              <a:xfrm>
                <a:off x="2407" y="3001"/>
                <a:ext cx="72" cy="48"/>
              </a:xfrm>
              <a:prstGeom prst="line">
                <a:avLst/>
              </a:prstGeom>
              <a:grpFill/>
              <a:ln w="12700">
                <a:solidFill>
                  <a:schemeClr val="bg1"/>
                </a:solidFill>
                <a:round/>
                <a:headEnd/>
                <a:tailEnd/>
              </a:ln>
            </p:spPr>
            <p:txBody>
              <a:bodyPr/>
              <a:lstStyle/>
              <a:p>
                <a:endParaRPr lang="en-US"/>
              </a:p>
            </p:txBody>
          </p:sp>
          <p:sp>
            <p:nvSpPr>
              <p:cNvPr id="103784" name="Line 1078">
                <a:extLst>
                  <a:ext uri="{FF2B5EF4-FFF2-40B4-BE49-F238E27FC236}">
                    <a16:creationId xmlns:a16="http://schemas.microsoft.com/office/drawing/2014/main" id="{4AD6FD1D-C543-0BC9-82EE-853F859DB0B1}"/>
                  </a:ext>
                </a:extLst>
              </p:cNvPr>
              <p:cNvSpPr>
                <a:spLocks noChangeShapeType="1"/>
              </p:cNvSpPr>
              <p:nvPr/>
            </p:nvSpPr>
            <p:spPr bwMode="auto">
              <a:xfrm>
                <a:off x="2503" y="3065"/>
                <a:ext cx="71" cy="39"/>
              </a:xfrm>
              <a:prstGeom prst="line">
                <a:avLst/>
              </a:prstGeom>
              <a:grpFill/>
              <a:ln w="12700">
                <a:solidFill>
                  <a:schemeClr val="bg1"/>
                </a:solidFill>
                <a:round/>
                <a:headEnd/>
                <a:tailEnd/>
              </a:ln>
            </p:spPr>
            <p:txBody>
              <a:bodyPr/>
              <a:lstStyle/>
              <a:p>
                <a:endParaRPr lang="en-US"/>
              </a:p>
            </p:txBody>
          </p:sp>
          <p:sp>
            <p:nvSpPr>
              <p:cNvPr id="103785" name="Line 1079">
                <a:extLst>
                  <a:ext uri="{FF2B5EF4-FFF2-40B4-BE49-F238E27FC236}">
                    <a16:creationId xmlns:a16="http://schemas.microsoft.com/office/drawing/2014/main" id="{8F50BB6A-4050-B062-2355-172908BE17DD}"/>
                  </a:ext>
                </a:extLst>
              </p:cNvPr>
              <p:cNvSpPr>
                <a:spLocks noChangeShapeType="1"/>
              </p:cNvSpPr>
              <p:nvPr/>
            </p:nvSpPr>
            <p:spPr bwMode="auto">
              <a:xfrm>
                <a:off x="2599" y="3121"/>
                <a:ext cx="71" cy="47"/>
              </a:xfrm>
              <a:prstGeom prst="line">
                <a:avLst/>
              </a:prstGeom>
              <a:grpFill/>
              <a:ln w="12700">
                <a:solidFill>
                  <a:schemeClr val="bg1"/>
                </a:solidFill>
                <a:round/>
                <a:headEnd/>
                <a:tailEnd/>
              </a:ln>
            </p:spPr>
            <p:txBody>
              <a:bodyPr/>
              <a:lstStyle/>
              <a:p>
                <a:endParaRPr lang="en-US"/>
              </a:p>
            </p:txBody>
          </p:sp>
          <p:sp>
            <p:nvSpPr>
              <p:cNvPr id="103786" name="Line 1080">
                <a:extLst>
                  <a:ext uri="{FF2B5EF4-FFF2-40B4-BE49-F238E27FC236}">
                    <a16:creationId xmlns:a16="http://schemas.microsoft.com/office/drawing/2014/main" id="{4A1FDAB7-9E83-C8EB-F738-CC33561A21C6}"/>
                  </a:ext>
                </a:extLst>
              </p:cNvPr>
              <p:cNvSpPr>
                <a:spLocks noChangeShapeType="1"/>
              </p:cNvSpPr>
              <p:nvPr/>
            </p:nvSpPr>
            <p:spPr bwMode="auto">
              <a:xfrm>
                <a:off x="2688" y="3185"/>
                <a:ext cx="46" cy="22"/>
              </a:xfrm>
              <a:prstGeom prst="line">
                <a:avLst/>
              </a:prstGeom>
              <a:grpFill/>
              <a:ln w="12700">
                <a:solidFill>
                  <a:schemeClr val="bg1"/>
                </a:solidFill>
                <a:round/>
                <a:headEnd/>
                <a:tailEnd/>
              </a:ln>
            </p:spPr>
            <p:txBody>
              <a:bodyPr/>
              <a:lstStyle/>
              <a:p>
                <a:endParaRPr lang="en-US"/>
              </a:p>
            </p:txBody>
          </p:sp>
        </p:grpSp>
        <p:grpSp>
          <p:nvGrpSpPr>
            <p:cNvPr id="103638" name="Group 1081">
              <a:extLst>
                <a:ext uri="{FF2B5EF4-FFF2-40B4-BE49-F238E27FC236}">
                  <a16:creationId xmlns:a16="http://schemas.microsoft.com/office/drawing/2014/main" id="{6D1C8CAF-3E7D-BE8D-09C7-9B33B491CFB5}"/>
                </a:ext>
              </a:extLst>
            </p:cNvPr>
            <p:cNvGrpSpPr>
              <a:grpSpLocks/>
            </p:cNvGrpSpPr>
            <p:nvPr/>
          </p:nvGrpSpPr>
          <p:grpSpPr bwMode="auto">
            <a:xfrm>
              <a:off x="2854" y="3296"/>
              <a:ext cx="439" cy="279"/>
              <a:chOff x="2854" y="3296"/>
              <a:chExt cx="439" cy="279"/>
            </a:xfrm>
            <a:grpFill/>
          </p:grpSpPr>
          <p:sp>
            <p:nvSpPr>
              <p:cNvPr id="103777" name="Freeform 1082">
                <a:extLst>
                  <a:ext uri="{FF2B5EF4-FFF2-40B4-BE49-F238E27FC236}">
                    <a16:creationId xmlns:a16="http://schemas.microsoft.com/office/drawing/2014/main" id="{8E6D3970-9745-D35D-9A37-790CA9C6A323}"/>
                  </a:ext>
                </a:extLst>
              </p:cNvPr>
              <p:cNvSpPr>
                <a:spLocks/>
              </p:cNvSpPr>
              <p:nvPr/>
            </p:nvSpPr>
            <p:spPr bwMode="auto">
              <a:xfrm>
                <a:off x="3181" y="3488"/>
                <a:ext cx="112" cy="87"/>
              </a:xfrm>
              <a:custGeom>
                <a:avLst/>
                <a:gdLst>
                  <a:gd name="T0" fmla="*/ 112 w 112"/>
                  <a:gd name="T1" fmla="*/ 87 h 87"/>
                  <a:gd name="T2" fmla="*/ 0 w 112"/>
                  <a:gd name="T3" fmla="*/ 48 h 87"/>
                  <a:gd name="T4" fmla="*/ 16 w 112"/>
                  <a:gd name="T5" fmla="*/ 24 h 87"/>
                  <a:gd name="T6" fmla="*/ 32 w 112"/>
                  <a:gd name="T7" fmla="*/ 0 h 87"/>
                  <a:gd name="T8" fmla="*/ 112 w 112"/>
                  <a:gd name="T9" fmla="*/ 87 h 87"/>
                  <a:gd name="T10" fmla="*/ 0 60000 65536"/>
                  <a:gd name="T11" fmla="*/ 0 60000 65536"/>
                  <a:gd name="T12" fmla="*/ 0 60000 65536"/>
                  <a:gd name="T13" fmla="*/ 0 60000 65536"/>
                  <a:gd name="T14" fmla="*/ 0 60000 65536"/>
                  <a:gd name="T15" fmla="*/ 0 w 112"/>
                  <a:gd name="T16" fmla="*/ 0 h 87"/>
                  <a:gd name="T17" fmla="*/ 112 w 112"/>
                  <a:gd name="T18" fmla="*/ 87 h 87"/>
                </a:gdLst>
                <a:ahLst/>
                <a:cxnLst>
                  <a:cxn ang="T10">
                    <a:pos x="T0" y="T1"/>
                  </a:cxn>
                  <a:cxn ang="T11">
                    <a:pos x="T2" y="T3"/>
                  </a:cxn>
                  <a:cxn ang="T12">
                    <a:pos x="T4" y="T5"/>
                  </a:cxn>
                  <a:cxn ang="T13">
                    <a:pos x="T6" y="T7"/>
                  </a:cxn>
                  <a:cxn ang="T14">
                    <a:pos x="T8" y="T9"/>
                  </a:cxn>
                </a:cxnLst>
                <a:rect l="T15" t="T16" r="T17" b="T18"/>
                <a:pathLst>
                  <a:path w="112" h="87">
                    <a:moveTo>
                      <a:pt x="112" y="87"/>
                    </a:moveTo>
                    <a:lnTo>
                      <a:pt x="0" y="48"/>
                    </a:lnTo>
                    <a:lnTo>
                      <a:pt x="16" y="24"/>
                    </a:lnTo>
                    <a:lnTo>
                      <a:pt x="32" y="0"/>
                    </a:lnTo>
                    <a:lnTo>
                      <a:pt x="112" y="87"/>
                    </a:lnTo>
                    <a:close/>
                  </a:path>
                </a:pathLst>
              </a:custGeom>
              <a:grpFill/>
              <a:ln w="9525">
                <a:solidFill>
                  <a:schemeClr val="bg1"/>
                </a:solidFill>
                <a:round/>
                <a:headEnd/>
                <a:tailEnd/>
              </a:ln>
            </p:spPr>
            <p:txBody>
              <a:bodyPr/>
              <a:lstStyle/>
              <a:p>
                <a:endParaRPr lang="en-US"/>
              </a:p>
            </p:txBody>
          </p:sp>
          <p:sp>
            <p:nvSpPr>
              <p:cNvPr id="103778" name="Line 1083">
                <a:extLst>
                  <a:ext uri="{FF2B5EF4-FFF2-40B4-BE49-F238E27FC236}">
                    <a16:creationId xmlns:a16="http://schemas.microsoft.com/office/drawing/2014/main" id="{6C31F26F-5DDA-7F7A-7A7F-4486707F526B}"/>
                  </a:ext>
                </a:extLst>
              </p:cNvPr>
              <p:cNvSpPr>
                <a:spLocks noChangeShapeType="1"/>
              </p:cNvSpPr>
              <p:nvPr/>
            </p:nvSpPr>
            <p:spPr bwMode="auto">
              <a:xfrm>
                <a:off x="2854" y="3296"/>
                <a:ext cx="72" cy="48"/>
              </a:xfrm>
              <a:prstGeom prst="line">
                <a:avLst/>
              </a:prstGeom>
              <a:grpFill/>
              <a:ln w="12700">
                <a:solidFill>
                  <a:schemeClr val="bg1"/>
                </a:solidFill>
                <a:round/>
                <a:headEnd/>
                <a:tailEnd/>
              </a:ln>
            </p:spPr>
            <p:txBody>
              <a:bodyPr/>
              <a:lstStyle/>
              <a:p>
                <a:endParaRPr lang="en-US"/>
              </a:p>
            </p:txBody>
          </p:sp>
          <p:sp>
            <p:nvSpPr>
              <p:cNvPr id="103779" name="Line 1084">
                <a:extLst>
                  <a:ext uri="{FF2B5EF4-FFF2-40B4-BE49-F238E27FC236}">
                    <a16:creationId xmlns:a16="http://schemas.microsoft.com/office/drawing/2014/main" id="{0FB9F760-B8FA-3C0C-5CF1-E97EC1E5DFBE}"/>
                  </a:ext>
                </a:extLst>
              </p:cNvPr>
              <p:cNvSpPr>
                <a:spLocks noChangeShapeType="1"/>
              </p:cNvSpPr>
              <p:nvPr/>
            </p:nvSpPr>
            <p:spPr bwMode="auto">
              <a:xfrm>
                <a:off x="2950" y="3360"/>
                <a:ext cx="71" cy="39"/>
              </a:xfrm>
              <a:prstGeom prst="line">
                <a:avLst/>
              </a:prstGeom>
              <a:grpFill/>
              <a:ln w="12700">
                <a:solidFill>
                  <a:schemeClr val="bg1"/>
                </a:solidFill>
                <a:round/>
                <a:headEnd/>
                <a:tailEnd/>
              </a:ln>
            </p:spPr>
            <p:txBody>
              <a:bodyPr/>
              <a:lstStyle/>
              <a:p>
                <a:endParaRPr lang="en-US"/>
              </a:p>
            </p:txBody>
          </p:sp>
          <p:sp>
            <p:nvSpPr>
              <p:cNvPr id="103780" name="Line 1085">
                <a:extLst>
                  <a:ext uri="{FF2B5EF4-FFF2-40B4-BE49-F238E27FC236}">
                    <a16:creationId xmlns:a16="http://schemas.microsoft.com/office/drawing/2014/main" id="{348C8871-FFD8-819C-38FC-0DDD1D174467}"/>
                  </a:ext>
                </a:extLst>
              </p:cNvPr>
              <p:cNvSpPr>
                <a:spLocks noChangeShapeType="1"/>
              </p:cNvSpPr>
              <p:nvPr/>
            </p:nvSpPr>
            <p:spPr bwMode="auto">
              <a:xfrm>
                <a:off x="3046" y="3416"/>
                <a:ext cx="71" cy="47"/>
              </a:xfrm>
              <a:prstGeom prst="line">
                <a:avLst/>
              </a:prstGeom>
              <a:grpFill/>
              <a:ln w="12700">
                <a:solidFill>
                  <a:schemeClr val="bg1"/>
                </a:solidFill>
                <a:round/>
                <a:headEnd/>
                <a:tailEnd/>
              </a:ln>
            </p:spPr>
            <p:txBody>
              <a:bodyPr/>
              <a:lstStyle/>
              <a:p>
                <a:endParaRPr lang="en-US"/>
              </a:p>
            </p:txBody>
          </p:sp>
          <p:sp>
            <p:nvSpPr>
              <p:cNvPr id="103781" name="Line 1086">
                <a:extLst>
                  <a:ext uri="{FF2B5EF4-FFF2-40B4-BE49-F238E27FC236}">
                    <a16:creationId xmlns:a16="http://schemas.microsoft.com/office/drawing/2014/main" id="{290E37A5-A342-2A99-49CE-ADA80B97638E}"/>
                  </a:ext>
                </a:extLst>
              </p:cNvPr>
              <p:cNvSpPr>
                <a:spLocks noChangeShapeType="1"/>
              </p:cNvSpPr>
              <p:nvPr/>
            </p:nvSpPr>
            <p:spPr bwMode="auto">
              <a:xfrm>
                <a:off x="3135" y="3480"/>
                <a:ext cx="62" cy="30"/>
              </a:xfrm>
              <a:prstGeom prst="line">
                <a:avLst/>
              </a:prstGeom>
              <a:grpFill/>
              <a:ln w="12700">
                <a:solidFill>
                  <a:schemeClr val="bg1"/>
                </a:solidFill>
                <a:round/>
                <a:headEnd/>
                <a:tailEnd/>
              </a:ln>
            </p:spPr>
            <p:txBody>
              <a:bodyPr/>
              <a:lstStyle/>
              <a:p>
                <a:endParaRPr lang="en-US"/>
              </a:p>
            </p:txBody>
          </p:sp>
        </p:grpSp>
        <p:grpSp>
          <p:nvGrpSpPr>
            <p:cNvPr id="103639" name="Group 1087">
              <a:extLst>
                <a:ext uri="{FF2B5EF4-FFF2-40B4-BE49-F238E27FC236}">
                  <a16:creationId xmlns:a16="http://schemas.microsoft.com/office/drawing/2014/main" id="{528B2927-CBBE-C063-9D72-92FE545784A6}"/>
                </a:ext>
              </a:extLst>
            </p:cNvPr>
            <p:cNvGrpSpPr>
              <a:grpSpLocks/>
            </p:cNvGrpSpPr>
            <p:nvPr/>
          </p:nvGrpSpPr>
          <p:grpSpPr bwMode="auto">
            <a:xfrm>
              <a:off x="2863" y="3304"/>
              <a:ext cx="422" cy="279"/>
              <a:chOff x="2863" y="3304"/>
              <a:chExt cx="422" cy="279"/>
            </a:xfrm>
            <a:grpFill/>
          </p:grpSpPr>
          <p:sp>
            <p:nvSpPr>
              <p:cNvPr id="103772" name="Freeform 1088">
                <a:extLst>
                  <a:ext uri="{FF2B5EF4-FFF2-40B4-BE49-F238E27FC236}">
                    <a16:creationId xmlns:a16="http://schemas.microsoft.com/office/drawing/2014/main" id="{3FE21374-C750-12B1-B53B-5E132CABA523}"/>
                  </a:ext>
                </a:extLst>
              </p:cNvPr>
              <p:cNvSpPr>
                <a:spLocks/>
              </p:cNvSpPr>
              <p:nvPr/>
            </p:nvSpPr>
            <p:spPr bwMode="auto">
              <a:xfrm>
                <a:off x="3173" y="3304"/>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32" y="88"/>
                    </a:lnTo>
                    <a:lnTo>
                      <a:pt x="16" y="64"/>
                    </a:lnTo>
                    <a:lnTo>
                      <a:pt x="0" y="40"/>
                    </a:lnTo>
                    <a:lnTo>
                      <a:pt x="112" y="0"/>
                    </a:lnTo>
                    <a:close/>
                  </a:path>
                </a:pathLst>
              </a:custGeom>
              <a:grpFill/>
              <a:ln w="9525">
                <a:solidFill>
                  <a:schemeClr val="bg1"/>
                </a:solidFill>
                <a:round/>
                <a:headEnd/>
                <a:tailEnd/>
              </a:ln>
            </p:spPr>
            <p:txBody>
              <a:bodyPr/>
              <a:lstStyle/>
              <a:p>
                <a:endParaRPr lang="en-US"/>
              </a:p>
            </p:txBody>
          </p:sp>
          <p:sp>
            <p:nvSpPr>
              <p:cNvPr id="103773" name="Line 1089">
                <a:extLst>
                  <a:ext uri="{FF2B5EF4-FFF2-40B4-BE49-F238E27FC236}">
                    <a16:creationId xmlns:a16="http://schemas.microsoft.com/office/drawing/2014/main" id="{010AEDE6-218B-82C7-50E9-AFD25113F685}"/>
                  </a:ext>
                </a:extLst>
              </p:cNvPr>
              <p:cNvSpPr>
                <a:spLocks noChangeShapeType="1"/>
              </p:cNvSpPr>
              <p:nvPr/>
            </p:nvSpPr>
            <p:spPr bwMode="auto">
              <a:xfrm flipV="1">
                <a:off x="2863" y="3536"/>
                <a:ext cx="71" cy="47"/>
              </a:xfrm>
              <a:prstGeom prst="line">
                <a:avLst/>
              </a:prstGeom>
              <a:grpFill/>
              <a:ln w="12700">
                <a:solidFill>
                  <a:schemeClr val="bg1"/>
                </a:solidFill>
                <a:round/>
                <a:headEnd/>
                <a:tailEnd/>
              </a:ln>
            </p:spPr>
            <p:txBody>
              <a:bodyPr/>
              <a:lstStyle/>
              <a:p>
                <a:endParaRPr lang="en-US"/>
              </a:p>
            </p:txBody>
          </p:sp>
          <p:sp>
            <p:nvSpPr>
              <p:cNvPr id="103774" name="Line 1090">
                <a:extLst>
                  <a:ext uri="{FF2B5EF4-FFF2-40B4-BE49-F238E27FC236}">
                    <a16:creationId xmlns:a16="http://schemas.microsoft.com/office/drawing/2014/main" id="{5CAB14C6-A4B6-50C3-DCDD-6D5E8B111D0F}"/>
                  </a:ext>
                </a:extLst>
              </p:cNvPr>
              <p:cNvSpPr>
                <a:spLocks noChangeShapeType="1"/>
              </p:cNvSpPr>
              <p:nvPr/>
            </p:nvSpPr>
            <p:spPr bwMode="auto">
              <a:xfrm flipV="1">
                <a:off x="2958" y="3473"/>
                <a:ext cx="71" cy="47"/>
              </a:xfrm>
              <a:prstGeom prst="line">
                <a:avLst/>
              </a:prstGeom>
              <a:grpFill/>
              <a:ln w="12700">
                <a:solidFill>
                  <a:schemeClr val="bg1"/>
                </a:solidFill>
                <a:round/>
                <a:headEnd/>
                <a:tailEnd/>
              </a:ln>
            </p:spPr>
            <p:txBody>
              <a:bodyPr/>
              <a:lstStyle/>
              <a:p>
                <a:endParaRPr lang="en-US"/>
              </a:p>
            </p:txBody>
          </p:sp>
          <p:sp>
            <p:nvSpPr>
              <p:cNvPr id="103775" name="Line 1091">
                <a:extLst>
                  <a:ext uri="{FF2B5EF4-FFF2-40B4-BE49-F238E27FC236}">
                    <a16:creationId xmlns:a16="http://schemas.microsoft.com/office/drawing/2014/main" id="{B2304576-254E-0DC1-E8CA-17545BF0E720}"/>
                  </a:ext>
                </a:extLst>
              </p:cNvPr>
              <p:cNvSpPr>
                <a:spLocks noChangeShapeType="1"/>
              </p:cNvSpPr>
              <p:nvPr/>
            </p:nvSpPr>
            <p:spPr bwMode="auto">
              <a:xfrm flipV="1">
                <a:off x="3046" y="3417"/>
                <a:ext cx="79" cy="47"/>
              </a:xfrm>
              <a:prstGeom prst="line">
                <a:avLst/>
              </a:prstGeom>
              <a:grpFill/>
              <a:ln w="12700">
                <a:solidFill>
                  <a:schemeClr val="bg1"/>
                </a:solidFill>
                <a:round/>
                <a:headEnd/>
                <a:tailEnd/>
              </a:ln>
            </p:spPr>
            <p:txBody>
              <a:bodyPr/>
              <a:lstStyle/>
              <a:p>
                <a:endParaRPr lang="en-US"/>
              </a:p>
            </p:txBody>
          </p:sp>
          <p:sp>
            <p:nvSpPr>
              <p:cNvPr id="103776" name="Line 1092">
                <a:extLst>
                  <a:ext uri="{FF2B5EF4-FFF2-40B4-BE49-F238E27FC236}">
                    <a16:creationId xmlns:a16="http://schemas.microsoft.com/office/drawing/2014/main" id="{222C5115-F5C0-3EA0-BA4A-D3409985FA74}"/>
                  </a:ext>
                </a:extLst>
              </p:cNvPr>
              <p:cNvSpPr>
                <a:spLocks noChangeShapeType="1"/>
              </p:cNvSpPr>
              <p:nvPr/>
            </p:nvSpPr>
            <p:spPr bwMode="auto">
              <a:xfrm flipV="1">
                <a:off x="3141" y="3368"/>
                <a:ext cx="48" cy="32"/>
              </a:xfrm>
              <a:prstGeom prst="line">
                <a:avLst/>
              </a:prstGeom>
              <a:grpFill/>
              <a:ln w="12700">
                <a:solidFill>
                  <a:schemeClr val="bg1"/>
                </a:solidFill>
                <a:round/>
                <a:headEnd/>
                <a:tailEnd/>
              </a:ln>
            </p:spPr>
            <p:txBody>
              <a:bodyPr/>
              <a:lstStyle/>
              <a:p>
                <a:endParaRPr lang="en-US"/>
              </a:p>
            </p:txBody>
          </p:sp>
        </p:grpSp>
        <p:grpSp>
          <p:nvGrpSpPr>
            <p:cNvPr id="103640" name="Group 1093">
              <a:extLst>
                <a:ext uri="{FF2B5EF4-FFF2-40B4-BE49-F238E27FC236}">
                  <a16:creationId xmlns:a16="http://schemas.microsoft.com/office/drawing/2014/main" id="{3412EFA4-BA37-1320-98AC-08878A6AA142}"/>
                </a:ext>
              </a:extLst>
            </p:cNvPr>
            <p:cNvGrpSpPr>
              <a:grpSpLocks/>
            </p:cNvGrpSpPr>
            <p:nvPr/>
          </p:nvGrpSpPr>
          <p:grpSpPr bwMode="auto">
            <a:xfrm>
              <a:off x="2870" y="2690"/>
              <a:ext cx="415" cy="287"/>
              <a:chOff x="2870" y="2690"/>
              <a:chExt cx="415" cy="287"/>
            </a:xfrm>
            <a:grpFill/>
          </p:grpSpPr>
          <p:sp>
            <p:nvSpPr>
              <p:cNvPr id="103767" name="Freeform 1094">
                <a:extLst>
                  <a:ext uri="{FF2B5EF4-FFF2-40B4-BE49-F238E27FC236}">
                    <a16:creationId xmlns:a16="http://schemas.microsoft.com/office/drawing/2014/main" id="{4E0B3EAB-BD61-9957-F55D-5AA30BDF9FFB}"/>
                  </a:ext>
                </a:extLst>
              </p:cNvPr>
              <p:cNvSpPr>
                <a:spLocks/>
              </p:cNvSpPr>
              <p:nvPr/>
            </p:nvSpPr>
            <p:spPr bwMode="auto">
              <a:xfrm>
                <a:off x="3173" y="2690"/>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32" y="88"/>
                    </a:lnTo>
                    <a:lnTo>
                      <a:pt x="16" y="64"/>
                    </a:lnTo>
                    <a:lnTo>
                      <a:pt x="0" y="40"/>
                    </a:lnTo>
                    <a:lnTo>
                      <a:pt x="112" y="0"/>
                    </a:lnTo>
                    <a:close/>
                  </a:path>
                </a:pathLst>
              </a:custGeom>
              <a:grpFill/>
              <a:ln w="9525">
                <a:solidFill>
                  <a:schemeClr val="bg1"/>
                </a:solidFill>
                <a:round/>
                <a:headEnd/>
                <a:tailEnd/>
              </a:ln>
            </p:spPr>
            <p:txBody>
              <a:bodyPr/>
              <a:lstStyle/>
              <a:p>
                <a:endParaRPr lang="en-US"/>
              </a:p>
            </p:txBody>
          </p:sp>
          <p:sp>
            <p:nvSpPr>
              <p:cNvPr id="103768" name="Line 1095">
                <a:extLst>
                  <a:ext uri="{FF2B5EF4-FFF2-40B4-BE49-F238E27FC236}">
                    <a16:creationId xmlns:a16="http://schemas.microsoft.com/office/drawing/2014/main" id="{23E730AB-9396-D813-6F23-6C5ED725DF08}"/>
                  </a:ext>
                </a:extLst>
              </p:cNvPr>
              <p:cNvSpPr>
                <a:spLocks noChangeShapeType="1"/>
              </p:cNvSpPr>
              <p:nvPr/>
            </p:nvSpPr>
            <p:spPr bwMode="auto">
              <a:xfrm flipV="1">
                <a:off x="2870" y="2929"/>
                <a:ext cx="72" cy="48"/>
              </a:xfrm>
              <a:prstGeom prst="line">
                <a:avLst/>
              </a:prstGeom>
              <a:grpFill/>
              <a:ln w="12700">
                <a:solidFill>
                  <a:schemeClr val="bg1"/>
                </a:solidFill>
                <a:round/>
                <a:headEnd/>
                <a:tailEnd/>
              </a:ln>
            </p:spPr>
            <p:txBody>
              <a:bodyPr/>
              <a:lstStyle/>
              <a:p>
                <a:endParaRPr lang="en-US"/>
              </a:p>
            </p:txBody>
          </p:sp>
          <p:sp>
            <p:nvSpPr>
              <p:cNvPr id="103769" name="Line 1096">
                <a:extLst>
                  <a:ext uri="{FF2B5EF4-FFF2-40B4-BE49-F238E27FC236}">
                    <a16:creationId xmlns:a16="http://schemas.microsoft.com/office/drawing/2014/main" id="{F64E506E-DB47-D73A-5CBA-28EABABDA670}"/>
                  </a:ext>
                </a:extLst>
              </p:cNvPr>
              <p:cNvSpPr>
                <a:spLocks noChangeShapeType="1"/>
              </p:cNvSpPr>
              <p:nvPr/>
            </p:nvSpPr>
            <p:spPr bwMode="auto">
              <a:xfrm flipV="1">
                <a:off x="2967" y="2867"/>
                <a:ext cx="70" cy="46"/>
              </a:xfrm>
              <a:prstGeom prst="line">
                <a:avLst/>
              </a:prstGeom>
              <a:grpFill/>
              <a:ln w="12700">
                <a:solidFill>
                  <a:schemeClr val="bg1"/>
                </a:solidFill>
                <a:round/>
                <a:headEnd/>
                <a:tailEnd/>
              </a:ln>
            </p:spPr>
            <p:txBody>
              <a:bodyPr/>
              <a:lstStyle/>
              <a:p>
                <a:endParaRPr lang="en-US"/>
              </a:p>
            </p:txBody>
          </p:sp>
          <p:sp>
            <p:nvSpPr>
              <p:cNvPr id="103770" name="Line 1097">
                <a:extLst>
                  <a:ext uri="{FF2B5EF4-FFF2-40B4-BE49-F238E27FC236}">
                    <a16:creationId xmlns:a16="http://schemas.microsoft.com/office/drawing/2014/main" id="{EA245B5A-FED0-031A-3408-3C1BAAD410D2}"/>
                  </a:ext>
                </a:extLst>
              </p:cNvPr>
              <p:cNvSpPr>
                <a:spLocks noChangeShapeType="1"/>
              </p:cNvSpPr>
              <p:nvPr/>
            </p:nvSpPr>
            <p:spPr bwMode="auto">
              <a:xfrm flipV="1">
                <a:off x="3053" y="2803"/>
                <a:ext cx="72" cy="47"/>
              </a:xfrm>
              <a:prstGeom prst="line">
                <a:avLst/>
              </a:prstGeom>
              <a:grpFill/>
              <a:ln w="12700">
                <a:solidFill>
                  <a:schemeClr val="bg1"/>
                </a:solidFill>
                <a:round/>
                <a:headEnd/>
                <a:tailEnd/>
              </a:ln>
            </p:spPr>
            <p:txBody>
              <a:bodyPr/>
              <a:lstStyle/>
              <a:p>
                <a:endParaRPr lang="en-US"/>
              </a:p>
            </p:txBody>
          </p:sp>
          <p:sp>
            <p:nvSpPr>
              <p:cNvPr id="103771" name="Line 1098">
                <a:extLst>
                  <a:ext uri="{FF2B5EF4-FFF2-40B4-BE49-F238E27FC236}">
                    <a16:creationId xmlns:a16="http://schemas.microsoft.com/office/drawing/2014/main" id="{69B50667-B200-16C3-34AB-9018FBFD60D3}"/>
                  </a:ext>
                </a:extLst>
              </p:cNvPr>
              <p:cNvSpPr>
                <a:spLocks noChangeShapeType="1"/>
              </p:cNvSpPr>
              <p:nvPr/>
            </p:nvSpPr>
            <p:spPr bwMode="auto">
              <a:xfrm flipV="1">
                <a:off x="3149" y="2754"/>
                <a:ext cx="40" cy="32"/>
              </a:xfrm>
              <a:prstGeom prst="line">
                <a:avLst/>
              </a:prstGeom>
              <a:grpFill/>
              <a:ln w="12700">
                <a:solidFill>
                  <a:schemeClr val="bg1"/>
                </a:solidFill>
                <a:round/>
                <a:headEnd/>
                <a:tailEnd/>
              </a:ln>
            </p:spPr>
            <p:txBody>
              <a:bodyPr/>
              <a:lstStyle/>
              <a:p>
                <a:endParaRPr lang="en-US"/>
              </a:p>
            </p:txBody>
          </p:sp>
        </p:grpSp>
        <p:grpSp>
          <p:nvGrpSpPr>
            <p:cNvPr id="103641" name="Group 1099">
              <a:extLst>
                <a:ext uri="{FF2B5EF4-FFF2-40B4-BE49-F238E27FC236}">
                  <a16:creationId xmlns:a16="http://schemas.microsoft.com/office/drawing/2014/main" id="{5CB07C4F-CD22-362A-4AC8-5B536CA9397E}"/>
                </a:ext>
              </a:extLst>
            </p:cNvPr>
            <p:cNvGrpSpPr>
              <a:grpSpLocks/>
            </p:cNvGrpSpPr>
            <p:nvPr/>
          </p:nvGrpSpPr>
          <p:grpSpPr bwMode="auto">
            <a:xfrm>
              <a:off x="2878" y="2068"/>
              <a:ext cx="431" cy="287"/>
              <a:chOff x="2878" y="2068"/>
              <a:chExt cx="431" cy="287"/>
            </a:xfrm>
            <a:grpFill/>
          </p:grpSpPr>
          <p:sp>
            <p:nvSpPr>
              <p:cNvPr id="103762" name="Freeform 1100">
                <a:extLst>
                  <a:ext uri="{FF2B5EF4-FFF2-40B4-BE49-F238E27FC236}">
                    <a16:creationId xmlns:a16="http://schemas.microsoft.com/office/drawing/2014/main" id="{87BB8981-54D2-EAA9-363D-F018471D300D}"/>
                  </a:ext>
                </a:extLst>
              </p:cNvPr>
              <p:cNvSpPr>
                <a:spLocks/>
              </p:cNvSpPr>
              <p:nvPr/>
            </p:nvSpPr>
            <p:spPr bwMode="auto">
              <a:xfrm>
                <a:off x="3197" y="2267"/>
                <a:ext cx="112" cy="88"/>
              </a:xfrm>
              <a:custGeom>
                <a:avLst/>
                <a:gdLst>
                  <a:gd name="T0" fmla="*/ 112 w 112"/>
                  <a:gd name="T1" fmla="*/ 88 h 88"/>
                  <a:gd name="T2" fmla="*/ 0 w 112"/>
                  <a:gd name="T3" fmla="*/ 48 h 88"/>
                  <a:gd name="T4" fmla="*/ 16 w 112"/>
                  <a:gd name="T5" fmla="*/ 24 h 88"/>
                  <a:gd name="T6" fmla="*/ 32 w 112"/>
                  <a:gd name="T7" fmla="*/ 0 h 88"/>
                  <a:gd name="T8" fmla="*/ 112 w 112"/>
                  <a:gd name="T9" fmla="*/ 88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88"/>
                    </a:moveTo>
                    <a:lnTo>
                      <a:pt x="0" y="48"/>
                    </a:lnTo>
                    <a:lnTo>
                      <a:pt x="16" y="24"/>
                    </a:lnTo>
                    <a:lnTo>
                      <a:pt x="32" y="0"/>
                    </a:lnTo>
                    <a:lnTo>
                      <a:pt x="112" y="88"/>
                    </a:lnTo>
                    <a:close/>
                  </a:path>
                </a:pathLst>
              </a:custGeom>
              <a:grpFill/>
              <a:ln w="9525">
                <a:solidFill>
                  <a:schemeClr val="bg1"/>
                </a:solidFill>
                <a:round/>
                <a:headEnd/>
                <a:tailEnd/>
              </a:ln>
            </p:spPr>
            <p:txBody>
              <a:bodyPr/>
              <a:lstStyle/>
              <a:p>
                <a:endParaRPr lang="en-US"/>
              </a:p>
            </p:txBody>
          </p:sp>
          <p:sp>
            <p:nvSpPr>
              <p:cNvPr id="103763" name="Line 1101">
                <a:extLst>
                  <a:ext uri="{FF2B5EF4-FFF2-40B4-BE49-F238E27FC236}">
                    <a16:creationId xmlns:a16="http://schemas.microsoft.com/office/drawing/2014/main" id="{32AFD68B-FE46-CB9A-7C2E-A96660897B75}"/>
                  </a:ext>
                </a:extLst>
              </p:cNvPr>
              <p:cNvSpPr>
                <a:spLocks noChangeShapeType="1"/>
              </p:cNvSpPr>
              <p:nvPr/>
            </p:nvSpPr>
            <p:spPr bwMode="auto">
              <a:xfrm>
                <a:off x="2878" y="2068"/>
                <a:ext cx="72" cy="48"/>
              </a:xfrm>
              <a:prstGeom prst="line">
                <a:avLst/>
              </a:prstGeom>
              <a:grpFill/>
              <a:ln w="12700">
                <a:solidFill>
                  <a:schemeClr val="bg1"/>
                </a:solidFill>
                <a:round/>
                <a:headEnd/>
                <a:tailEnd/>
              </a:ln>
            </p:spPr>
            <p:txBody>
              <a:bodyPr/>
              <a:lstStyle/>
              <a:p>
                <a:endParaRPr lang="en-US"/>
              </a:p>
            </p:txBody>
          </p:sp>
          <p:sp>
            <p:nvSpPr>
              <p:cNvPr id="103764" name="Line 1102">
                <a:extLst>
                  <a:ext uri="{FF2B5EF4-FFF2-40B4-BE49-F238E27FC236}">
                    <a16:creationId xmlns:a16="http://schemas.microsoft.com/office/drawing/2014/main" id="{67292A66-7959-807A-0789-8DA2C14191B2}"/>
                  </a:ext>
                </a:extLst>
              </p:cNvPr>
              <p:cNvSpPr>
                <a:spLocks noChangeShapeType="1"/>
              </p:cNvSpPr>
              <p:nvPr/>
            </p:nvSpPr>
            <p:spPr bwMode="auto">
              <a:xfrm>
                <a:off x="2975" y="2132"/>
                <a:ext cx="70" cy="46"/>
              </a:xfrm>
              <a:prstGeom prst="line">
                <a:avLst/>
              </a:prstGeom>
              <a:grpFill/>
              <a:ln w="12700">
                <a:solidFill>
                  <a:schemeClr val="bg1"/>
                </a:solidFill>
                <a:round/>
                <a:headEnd/>
                <a:tailEnd/>
              </a:ln>
            </p:spPr>
            <p:txBody>
              <a:bodyPr/>
              <a:lstStyle/>
              <a:p>
                <a:endParaRPr lang="en-US"/>
              </a:p>
            </p:txBody>
          </p:sp>
          <p:sp>
            <p:nvSpPr>
              <p:cNvPr id="103765" name="Line 1103">
                <a:extLst>
                  <a:ext uri="{FF2B5EF4-FFF2-40B4-BE49-F238E27FC236}">
                    <a16:creationId xmlns:a16="http://schemas.microsoft.com/office/drawing/2014/main" id="{47C30348-2890-34A9-6DE9-DE356E8DF03D}"/>
                  </a:ext>
                </a:extLst>
              </p:cNvPr>
              <p:cNvSpPr>
                <a:spLocks noChangeShapeType="1"/>
              </p:cNvSpPr>
              <p:nvPr/>
            </p:nvSpPr>
            <p:spPr bwMode="auto">
              <a:xfrm>
                <a:off x="3062" y="2196"/>
                <a:ext cx="71" cy="47"/>
              </a:xfrm>
              <a:prstGeom prst="line">
                <a:avLst/>
              </a:prstGeom>
              <a:grpFill/>
              <a:ln w="12700">
                <a:solidFill>
                  <a:schemeClr val="bg1"/>
                </a:solidFill>
                <a:round/>
                <a:headEnd/>
                <a:tailEnd/>
              </a:ln>
            </p:spPr>
            <p:txBody>
              <a:bodyPr/>
              <a:lstStyle/>
              <a:p>
                <a:endParaRPr lang="en-US"/>
              </a:p>
            </p:txBody>
          </p:sp>
          <p:sp>
            <p:nvSpPr>
              <p:cNvPr id="103766" name="Line 1104">
                <a:extLst>
                  <a:ext uri="{FF2B5EF4-FFF2-40B4-BE49-F238E27FC236}">
                    <a16:creationId xmlns:a16="http://schemas.microsoft.com/office/drawing/2014/main" id="{8749B8F3-AD55-F433-8E24-A56968B3C0EE}"/>
                  </a:ext>
                </a:extLst>
              </p:cNvPr>
              <p:cNvSpPr>
                <a:spLocks noChangeShapeType="1"/>
              </p:cNvSpPr>
              <p:nvPr/>
            </p:nvSpPr>
            <p:spPr bwMode="auto">
              <a:xfrm>
                <a:off x="3157" y="2251"/>
                <a:ext cx="56" cy="40"/>
              </a:xfrm>
              <a:prstGeom prst="line">
                <a:avLst/>
              </a:prstGeom>
              <a:grpFill/>
              <a:ln w="12700">
                <a:solidFill>
                  <a:schemeClr val="bg1"/>
                </a:solidFill>
                <a:round/>
                <a:headEnd/>
                <a:tailEnd/>
              </a:ln>
            </p:spPr>
            <p:txBody>
              <a:bodyPr/>
              <a:lstStyle/>
              <a:p>
                <a:endParaRPr lang="en-US"/>
              </a:p>
            </p:txBody>
          </p:sp>
        </p:grpSp>
        <p:grpSp>
          <p:nvGrpSpPr>
            <p:cNvPr id="103642" name="Group 1105">
              <a:extLst>
                <a:ext uri="{FF2B5EF4-FFF2-40B4-BE49-F238E27FC236}">
                  <a16:creationId xmlns:a16="http://schemas.microsoft.com/office/drawing/2014/main" id="{1A6DD747-B477-0061-C93E-4C2CBF264128}"/>
                </a:ext>
              </a:extLst>
            </p:cNvPr>
            <p:cNvGrpSpPr>
              <a:grpSpLocks/>
            </p:cNvGrpSpPr>
            <p:nvPr/>
          </p:nvGrpSpPr>
          <p:grpSpPr bwMode="auto">
            <a:xfrm>
              <a:off x="2415" y="2387"/>
              <a:ext cx="439" cy="271"/>
              <a:chOff x="2415" y="2387"/>
              <a:chExt cx="439" cy="271"/>
            </a:xfrm>
            <a:grpFill/>
          </p:grpSpPr>
          <p:sp>
            <p:nvSpPr>
              <p:cNvPr id="103757" name="Freeform 1106">
                <a:extLst>
                  <a:ext uri="{FF2B5EF4-FFF2-40B4-BE49-F238E27FC236}">
                    <a16:creationId xmlns:a16="http://schemas.microsoft.com/office/drawing/2014/main" id="{BD00247A-97E3-E098-BCFC-94B74405D2CD}"/>
                  </a:ext>
                </a:extLst>
              </p:cNvPr>
              <p:cNvSpPr>
                <a:spLocks/>
              </p:cNvSpPr>
              <p:nvPr/>
            </p:nvSpPr>
            <p:spPr bwMode="auto">
              <a:xfrm>
                <a:off x="2742" y="2578"/>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 name="T15" fmla="*/ 0 w 112"/>
                  <a:gd name="T16" fmla="*/ 0 h 80"/>
                  <a:gd name="T17" fmla="*/ 112 w 112"/>
                  <a:gd name="T18" fmla="*/ 80 h 80"/>
                </a:gdLst>
                <a:ahLst/>
                <a:cxnLst>
                  <a:cxn ang="T10">
                    <a:pos x="T0" y="T1"/>
                  </a:cxn>
                  <a:cxn ang="T11">
                    <a:pos x="T2" y="T3"/>
                  </a:cxn>
                  <a:cxn ang="T12">
                    <a:pos x="T4" y="T5"/>
                  </a:cxn>
                  <a:cxn ang="T13">
                    <a:pos x="T6" y="T7"/>
                  </a:cxn>
                  <a:cxn ang="T14">
                    <a:pos x="T8" y="T9"/>
                  </a:cxn>
                </a:cxnLst>
                <a:rect l="T15" t="T16" r="T17" b="T18"/>
                <a:pathLst>
                  <a:path w="112" h="80">
                    <a:moveTo>
                      <a:pt x="112" y="80"/>
                    </a:moveTo>
                    <a:lnTo>
                      <a:pt x="0" y="48"/>
                    </a:lnTo>
                    <a:lnTo>
                      <a:pt x="16" y="24"/>
                    </a:lnTo>
                    <a:lnTo>
                      <a:pt x="32" y="0"/>
                    </a:lnTo>
                    <a:lnTo>
                      <a:pt x="112" y="80"/>
                    </a:lnTo>
                    <a:close/>
                  </a:path>
                </a:pathLst>
              </a:custGeom>
              <a:grpFill/>
              <a:ln w="9525">
                <a:solidFill>
                  <a:schemeClr val="bg1"/>
                </a:solidFill>
                <a:round/>
                <a:headEnd/>
                <a:tailEnd/>
              </a:ln>
            </p:spPr>
            <p:txBody>
              <a:bodyPr/>
              <a:lstStyle/>
              <a:p>
                <a:endParaRPr lang="en-US"/>
              </a:p>
            </p:txBody>
          </p:sp>
          <p:sp>
            <p:nvSpPr>
              <p:cNvPr id="103758" name="Line 1107">
                <a:extLst>
                  <a:ext uri="{FF2B5EF4-FFF2-40B4-BE49-F238E27FC236}">
                    <a16:creationId xmlns:a16="http://schemas.microsoft.com/office/drawing/2014/main" id="{564A583B-C740-28D5-384A-7323DAD0E90F}"/>
                  </a:ext>
                </a:extLst>
              </p:cNvPr>
              <p:cNvSpPr>
                <a:spLocks noChangeShapeType="1"/>
              </p:cNvSpPr>
              <p:nvPr/>
            </p:nvSpPr>
            <p:spPr bwMode="auto">
              <a:xfrm>
                <a:off x="2415" y="2387"/>
                <a:ext cx="72" cy="48"/>
              </a:xfrm>
              <a:prstGeom prst="line">
                <a:avLst/>
              </a:prstGeom>
              <a:grpFill/>
              <a:ln w="12700">
                <a:solidFill>
                  <a:schemeClr val="bg1"/>
                </a:solidFill>
                <a:round/>
                <a:headEnd/>
                <a:tailEnd/>
              </a:ln>
            </p:spPr>
            <p:txBody>
              <a:bodyPr/>
              <a:lstStyle/>
              <a:p>
                <a:endParaRPr lang="en-US"/>
              </a:p>
            </p:txBody>
          </p:sp>
          <p:sp>
            <p:nvSpPr>
              <p:cNvPr id="103759" name="Line 1108">
                <a:extLst>
                  <a:ext uri="{FF2B5EF4-FFF2-40B4-BE49-F238E27FC236}">
                    <a16:creationId xmlns:a16="http://schemas.microsoft.com/office/drawing/2014/main" id="{6338E3A4-80BE-BFED-BA2C-67F28F5C0514}"/>
                  </a:ext>
                </a:extLst>
              </p:cNvPr>
              <p:cNvSpPr>
                <a:spLocks noChangeShapeType="1"/>
              </p:cNvSpPr>
              <p:nvPr/>
            </p:nvSpPr>
            <p:spPr bwMode="auto">
              <a:xfrm>
                <a:off x="2512" y="2443"/>
                <a:ext cx="70" cy="46"/>
              </a:xfrm>
              <a:prstGeom prst="line">
                <a:avLst/>
              </a:prstGeom>
              <a:grpFill/>
              <a:ln w="12700">
                <a:solidFill>
                  <a:schemeClr val="bg1"/>
                </a:solidFill>
                <a:round/>
                <a:headEnd/>
                <a:tailEnd/>
              </a:ln>
            </p:spPr>
            <p:txBody>
              <a:bodyPr/>
              <a:lstStyle/>
              <a:p>
                <a:endParaRPr lang="en-US"/>
              </a:p>
            </p:txBody>
          </p:sp>
          <p:sp>
            <p:nvSpPr>
              <p:cNvPr id="103760" name="Line 1109">
                <a:extLst>
                  <a:ext uri="{FF2B5EF4-FFF2-40B4-BE49-F238E27FC236}">
                    <a16:creationId xmlns:a16="http://schemas.microsoft.com/office/drawing/2014/main" id="{CADE02EA-8FE0-724E-A832-BCEC8E4DB167}"/>
                  </a:ext>
                </a:extLst>
              </p:cNvPr>
              <p:cNvSpPr>
                <a:spLocks noChangeShapeType="1"/>
              </p:cNvSpPr>
              <p:nvPr/>
            </p:nvSpPr>
            <p:spPr bwMode="auto">
              <a:xfrm>
                <a:off x="2607" y="2507"/>
                <a:ext cx="71" cy="47"/>
              </a:xfrm>
              <a:prstGeom prst="line">
                <a:avLst/>
              </a:prstGeom>
              <a:grpFill/>
              <a:ln w="12700">
                <a:solidFill>
                  <a:schemeClr val="bg1"/>
                </a:solidFill>
                <a:round/>
                <a:headEnd/>
                <a:tailEnd/>
              </a:ln>
            </p:spPr>
            <p:txBody>
              <a:bodyPr/>
              <a:lstStyle/>
              <a:p>
                <a:endParaRPr lang="en-US"/>
              </a:p>
            </p:txBody>
          </p:sp>
          <p:sp>
            <p:nvSpPr>
              <p:cNvPr id="103761" name="Line 1110">
                <a:extLst>
                  <a:ext uri="{FF2B5EF4-FFF2-40B4-BE49-F238E27FC236}">
                    <a16:creationId xmlns:a16="http://schemas.microsoft.com/office/drawing/2014/main" id="{FB967654-5E9C-1041-C432-4113A6814046}"/>
                  </a:ext>
                </a:extLst>
              </p:cNvPr>
              <p:cNvSpPr>
                <a:spLocks noChangeShapeType="1"/>
              </p:cNvSpPr>
              <p:nvPr/>
            </p:nvSpPr>
            <p:spPr bwMode="auto">
              <a:xfrm>
                <a:off x="2702" y="2562"/>
                <a:ext cx="56" cy="39"/>
              </a:xfrm>
              <a:prstGeom prst="line">
                <a:avLst/>
              </a:prstGeom>
              <a:grpFill/>
              <a:ln w="12700">
                <a:solidFill>
                  <a:schemeClr val="bg1"/>
                </a:solidFill>
                <a:round/>
                <a:headEnd/>
                <a:tailEnd/>
              </a:ln>
            </p:spPr>
            <p:txBody>
              <a:bodyPr/>
              <a:lstStyle/>
              <a:p>
                <a:endParaRPr lang="en-US"/>
              </a:p>
            </p:txBody>
          </p:sp>
        </p:grpSp>
        <p:grpSp>
          <p:nvGrpSpPr>
            <p:cNvPr id="103643" name="Group 1111">
              <a:extLst>
                <a:ext uri="{FF2B5EF4-FFF2-40B4-BE49-F238E27FC236}">
                  <a16:creationId xmlns:a16="http://schemas.microsoft.com/office/drawing/2014/main" id="{A30EAFB4-6F9B-5E6D-FA53-91A811B5F170}"/>
                </a:ext>
              </a:extLst>
            </p:cNvPr>
            <p:cNvGrpSpPr>
              <a:grpSpLocks/>
            </p:cNvGrpSpPr>
            <p:nvPr/>
          </p:nvGrpSpPr>
          <p:grpSpPr bwMode="auto">
            <a:xfrm>
              <a:off x="1944" y="2387"/>
              <a:ext cx="439" cy="271"/>
              <a:chOff x="1944" y="2387"/>
              <a:chExt cx="439" cy="271"/>
            </a:xfrm>
            <a:grpFill/>
          </p:grpSpPr>
          <p:sp>
            <p:nvSpPr>
              <p:cNvPr id="103752" name="Freeform 1112">
                <a:extLst>
                  <a:ext uri="{FF2B5EF4-FFF2-40B4-BE49-F238E27FC236}">
                    <a16:creationId xmlns:a16="http://schemas.microsoft.com/office/drawing/2014/main" id="{C516E6D4-B336-21B4-9B6E-CA87118B7833}"/>
                  </a:ext>
                </a:extLst>
              </p:cNvPr>
              <p:cNvSpPr>
                <a:spLocks/>
              </p:cNvSpPr>
              <p:nvPr/>
            </p:nvSpPr>
            <p:spPr bwMode="auto">
              <a:xfrm>
                <a:off x="2271" y="2578"/>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 name="T15" fmla="*/ 0 w 112"/>
                  <a:gd name="T16" fmla="*/ 0 h 80"/>
                  <a:gd name="T17" fmla="*/ 112 w 112"/>
                  <a:gd name="T18" fmla="*/ 80 h 80"/>
                </a:gdLst>
                <a:ahLst/>
                <a:cxnLst>
                  <a:cxn ang="T10">
                    <a:pos x="T0" y="T1"/>
                  </a:cxn>
                  <a:cxn ang="T11">
                    <a:pos x="T2" y="T3"/>
                  </a:cxn>
                  <a:cxn ang="T12">
                    <a:pos x="T4" y="T5"/>
                  </a:cxn>
                  <a:cxn ang="T13">
                    <a:pos x="T6" y="T7"/>
                  </a:cxn>
                  <a:cxn ang="T14">
                    <a:pos x="T8" y="T9"/>
                  </a:cxn>
                </a:cxnLst>
                <a:rect l="T15" t="T16" r="T17" b="T18"/>
                <a:pathLst>
                  <a:path w="112" h="80">
                    <a:moveTo>
                      <a:pt x="112" y="80"/>
                    </a:moveTo>
                    <a:lnTo>
                      <a:pt x="0" y="48"/>
                    </a:lnTo>
                    <a:lnTo>
                      <a:pt x="16" y="24"/>
                    </a:lnTo>
                    <a:lnTo>
                      <a:pt x="32" y="0"/>
                    </a:lnTo>
                    <a:lnTo>
                      <a:pt x="112" y="80"/>
                    </a:lnTo>
                    <a:close/>
                  </a:path>
                </a:pathLst>
              </a:custGeom>
              <a:grpFill/>
              <a:ln w="9525">
                <a:solidFill>
                  <a:schemeClr val="bg1"/>
                </a:solidFill>
                <a:round/>
                <a:headEnd/>
                <a:tailEnd/>
              </a:ln>
            </p:spPr>
            <p:txBody>
              <a:bodyPr/>
              <a:lstStyle/>
              <a:p>
                <a:endParaRPr lang="en-US"/>
              </a:p>
            </p:txBody>
          </p:sp>
          <p:sp>
            <p:nvSpPr>
              <p:cNvPr id="103753" name="Line 1113">
                <a:extLst>
                  <a:ext uri="{FF2B5EF4-FFF2-40B4-BE49-F238E27FC236}">
                    <a16:creationId xmlns:a16="http://schemas.microsoft.com/office/drawing/2014/main" id="{EFF3CDC6-94DA-8F23-E2A1-09F6BA7307D7}"/>
                  </a:ext>
                </a:extLst>
              </p:cNvPr>
              <p:cNvSpPr>
                <a:spLocks noChangeShapeType="1"/>
              </p:cNvSpPr>
              <p:nvPr/>
            </p:nvSpPr>
            <p:spPr bwMode="auto">
              <a:xfrm>
                <a:off x="1944" y="2387"/>
                <a:ext cx="71" cy="47"/>
              </a:xfrm>
              <a:prstGeom prst="line">
                <a:avLst/>
              </a:prstGeom>
              <a:grpFill/>
              <a:ln w="12700">
                <a:solidFill>
                  <a:schemeClr val="bg1"/>
                </a:solidFill>
                <a:round/>
                <a:headEnd/>
                <a:tailEnd/>
              </a:ln>
            </p:spPr>
            <p:txBody>
              <a:bodyPr/>
              <a:lstStyle/>
              <a:p>
                <a:endParaRPr lang="en-US"/>
              </a:p>
            </p:txBody>
          </p:sp>
          <p:sp>
            <p:nvSpPr>
              <p:cNvPr id="103754" name="Line 1114">
                <a:extLst>
                  <a:ext uri="{FF2B5EF4-FFF2-40B4-BE49-F238E27FC236}">
                    <a16:creationId xmlns:a16="http://schemas.microsoft.com/office/drawing/2014/main" id="{17F6C713-89FF-5CA4-BEF6-D2E814F69CAD}"/>
                  </a:ext>
                </a:extLst>
              </p:cNvPr>
              <p:cNvSpPr>
                <a:spLocks noChangeShapeType="1"/>
              </p:cNvSpPr>
              <p:nvPr/>
            </p:nvSpPr>
            <p:spPr bwMode="auto">
              <a:xfrm>
                <a:off x="2040" y="2443"/>
                <a:ext cx="71" cy="47"/>
              </a:xfrm>
              <a:prstGeom prst="line">
                <a:avLst/>
              </a:prstGeom>
              <a:grpFill/>
              <a:ln w="12700">
                <a:solidFill>
                  <a:schemeClr val="bg1"/>
                </a:solidFill>
                <a:round/>
                <a:headEnd/>
                <a:tailEnd/>
              </a:ln>
            </p:spPr>
            <p:txBody>
              <a:bodyPr/>
              <a:lstStyle/>
              <a:p>
                <a:endParaRPr lang="en-US"/>
              </a:p>
            </p:txBody>
          </p:sp>
          <p:sp>
            <p:nvSpPr>
              <p:cNvPr id="103755" name="Line 1115">
                <a:extLst>
                  <a:ext uri="{FF2B5EF4-FFF2-40B4-BE49-F238E27FC236}">
                    <a16:creationId xmlns:a16="http://schemas.microsoft.com/office/drawing/2014/main" id="{AE3F43A7-2C3A-2988-B8F6-E190030F11BE}"/>
                  </a:ext>
                </a:extLst>
              </p:cNvPr>
              <p:cNvSpPr>
                <a:spLocks noChangeShapeType="1"/>
              </p:cNvSpPr>
              <p:nvPr/>
            </p:nvSpPr>
            <p:spPr bwMode="auto">
              <a:xfrm>
                <a:off x="2136" y="2507"/>
                <a:ext cx="71" cy="47"/>
              </a:xfrm>
              <a:prstGeom prst="line">
                <a:avLst/>
              </a:prstGeom>
              <a:grpFill/>
              <a:ln w="12700">
                <a:solidFill>
                  <a:schemeClr val="bg1"/>
                </a:solidFill>
                <a:round/>
                <a:headEnd/>
                <a:tailEnd/>
              </a:ln>
            </p:spPr>
            <p:txBody>
              <a:bodyPr/>
              <a:lstStyle/>
              <a:p>
                <a:endParaRPr lang="en-US"/>
              </a:p>
            </p:txBody>
          </p:sp>
          <p:sp>
            <p:nvSpPr>
              <p:cNvPr id="103756" name="Line 1116">
                <a:extLst>
                  <a:ext uri="{FF2B5EF4-FFF2-40B4-BE49-F238E27FC236}">
                    <a16:creationId xmlns:a16="http://schemas.microsoft.com/office/drawing/2014/main" id="{B1E6D314-BD95-5342-FC4B-96BAC0D87693}"/>
                  </a:ext>
                </a:extLst>
              </p:cNvPr>
              <p:cNvSpPr>
                <a:spLocks noChangeShapeType="1"/>
              </p:cNvSpPr>
              <p:nvPr/>
            </p:nvSpPr>
            <p:spPr bwMode="auto">
              <a:xfrm>
                <a:off x="2231" y="2562"/>
                <a:ext cx="56" cy="39"/>
              </a:xfrm>
              <a:prstGeom prst="line">
                <a:avLst/>
              </a:prstGeom>
              <a:grpFill/>
              <a:ln w="12700">
                <a:solidFill>
                  <a:schemeClr val="bg1"/>
                </a:solidFill>
                <a:round/>
                <a:headEnd/>
                <a:tailEnd/>
              </a:ln>
            </p:spPr>
            <p:txBody>
              <a:bodyPr/>
              <a:lstStyle/>
              <a:p>
                <a:endParaRPr lang="en-US"/>
              </a:p>
            </p:txBody>
          </p:sp>
        </p:grpSp>
        <p:grpSp>
          <p:nvGrpSpPr>
            <p:cNvPr id="103644" name="Group 1117">
              <a:extLst>
                <a:ext uri="{FF2B5EF4-FFF2-40B4-BE49-F238E27FC236}">
                  <a16:creationId xmlns:a16="http://schemas.microsoft.com/office/drawing/2014/main" id="{747F34F9-B111-7DF1-13FE-B0287DAB712C}"/>
                </a:ext>
              </a:extLst>
            </p:cNvPr>
            <p:cNvGrpSpPr>
              <a:grpSpLocks/>
            </p:cNvGrpSpPr>
            <p:nvPr/>
          </p:nvGrpSpPr>
          <p:grpSpPr bwMode="auto">
            <a:xfrm>
              <a:off x="2399" y="3304"/>
              <a:ext cx="447" cy="279"/>
              <a:chOff x="2399" y="3304"/>
              <a:chExt cx="447" cy="279"/>
            </a:xfrm>
            <a:grpFill/>
          </p:grpSpPr>
          <p:sp>
            <p:nvSpPr>
              <p:cNvPr id="103747" name="Freeform 1118">
                <a:extLst>
                  <a:ext uri="{FF2B5EF4-FFF2-40B4-BE49-F238E27FC236}">
                    <a16:creationId xmlns:a16="http://schemas.microsoft.com/office/drawing/2014/main" id="{704D7BCB-8B1F-10A1-96EF-E8222CE46842}"/>
                  </a:ext>
                </a:extLst>
              </p:cNvPr>
              <p:cNvSpPr>
                <a:spLocks/>
              </p:cNvSpPr>
              <p:nvPr/>
            </p:nvSpPr>
            <p:spPr bwMode="auto">
              <a:xfrm>
                <a:off x="2734" y="3504"/>
                <a:ext cx="112" cy="79"/>
              </a:xfrm>
              <a:custGeom>
                <a:avLst/>
                <a:gdLst>
                  <a:gd name="T0" fmla="*/ 112 w 112"/>
                  <a:gd name="T1" fmla="*/ 79 h 79"/>
                  <a:gd name="T2" fmla="*/ 0 w 112"/>
                  <a:gd name="T3" fmla="*/ 47 h 79"/>
                  <a:gd name="T4" fmla="*/ 16 w 112"/>
                  <a:gd name="T5" fmla="*/ 24 h 79"/>
                  <a:gd name="T6" fmla="*/ 32 w 112"/>
                  <a:gd name="T7" fmla="*/ 0 h 79"/>
                  <a:gd name="T8" fmla="*/ 112 w 112"/>
                  <a:gd name="T9" fmla="*/ 79 h 79"/>
                  <a:gd name="T10" fmla="*/ 0 60000 65536"/>
                  <a:gd name="T11" fmla="*/ 0 60000 65536"/>
                  <a:gd name="T12" fmla="*/ 0 60000 65536"/>
                  <a:gd name="T13" fmla="*/ 0 60000 65536"/>
                  <a:gd name="T14" fmla="*/ 0 60000 65536"/>
                  <a:gd name="T15" fmla="*/ 0 w 112"/>
                  <a:gd name="T16" fmla="*/ 0 h 79"/>
                  <a:gd name="T17" fmla="*/ 112 w 112"/>
                  <a:gd name="T18" fmla="*/ 79 h 79"/>
                </a:gdLst>
                <a:ahLst/>
                <a:cxnLst>
                  <a:cxn ang="T10">
                    <a:pos x="T0" y="T1"/>
                  </a:cxn>
                  <a:cxn ang="T11">
                    <a:pos x="T2" y="T3"/>
                  </a:cxn>
                  <a:cxn ang="T12">
                    <a:pos x="T4" y="T5"/>
                  </a:cxn>
                  <a:cxn ang="T13">
                    <a:pos x="T6" y="T7"/>
                  </a:cxn>
                  <a:cxn ang="T14">
                    <a:pos x="T8" y="T9"/>
                  </a:cxn>
                </a:cxnLst>
                <a:rect l="T15" t="T16" r="T17" b="T18"/>
                <a:pathLst>
                  <a:path w="112" h="79">
                    <a:moveTo>
                      <a:pt x="112" y="79"/>
                    </a:moveTo>
                    <a:lnTo>
                      <a:pt x="0" y="47"/>
                    </a:lnTo>
                    <a:lnTo>
                      <a:pt x="16" y="24"/>
                    </a:lnTo>
                    <a:lnTo>
                      <a:pt x="32" y="0"/>
                    </a:lnTo>
                    <a:lnTo>
                      <a:pt x="112" y="79"/>
                    </a:lnTo>
                    <a:close/>
                  </a:path>
                </a:pathLst>
              </a:custGeom>
              <a:grpFill/>
              <a:ln w="9525">
                <a:solidFill>
                  <a:schemeClr val="bg1"/>
                </a:solidFill>
                <a:round/>
                <a:headEnd/>
                <a:tailEnd/>
              </a:ln>
            </p:spPr>
            <p:txBody>
              <a:bodyPr/>
              <a:lstStyle/>
              <a:p>
                <a:endParaRPr lang="en-US"/>
              </a:p>
            </p:txBody>
          </p:sp>
          <p:sp>
            <p:nvSpPr>
              <p:cNvPr id="103748" name="Line 1119">
                <a:extLst>
                  <a:ext uri="{FF2B5EF4-FFF2-40B4-BE49-F238E27FC236}">
                    <a16:creationId xmlns:a16="http://schemas.microsoft.com/office/drawing/2014/main" id="{FA55738E-2ECA-C07D-E685-8E6275170FDC}"/>
                  </a:ext>
                </a:extLst>
              </p:cNvPr>
              <p:cNvSpPr>
                <a:spLocks noChangeShapeType="1"/>
              </p:cNvSpPr>
              <p:nvPr/>
            </p:nvSpPr>
            <p:spPr bwMode="auto">
              <a:xfrm>
                <a:off x="2399" y="3304"/>
                <a:ext cx="72" cy="48"/>
              </a:xfrm>
              <a:prstGeom prst="line">
                <a:avLst/>
              </a:prstGeom>
              <a:grpFill/>
              <a:ln w="12700">
                <a:solidFill>
                  <a:schemeClr val="bg1"/>
                </a:solidFill>
                <a:round/>
                <a:headEnd/>
                <a:tailEnd/>
              </a:ln>
            </p:spPr>
            <p:txBody>
              <a:bodyPr/>
              <a:lstStyle/>
              <a:p>
                <a:endParaRPr lang="en-US"/>
              </a:p>
            </p:txBody>
          </p:sp>
          <p:sp>
            <p:nvSpPr>
              <p:cNvPr id="103749" name="Line 1120">
                <a:extLst>
                  <a:ext uri="{FF2B5EF4-FFF2-40B4-BE49-F238E27FC236}">
                    <a16:creationId xmlns:a16="http://schemas.microsoft.com/office/drawing/2014/main" id="{AFD7DEB1-6C97-9FA5-11F7-0C0EC72B9894}"/>
                  </a:ext>
                </a:extLst>
              </p:cNvPr>
              <p:cNvSpPr>
                <a:spLocks noChangeShapeType="1"/>
              </p:cNvSpPr>
              <p:nvPr/>
            </p:nvSpPr>
            <p:spPr bwMode="auto">
              <a:xfrm>
                <a:off x="2495" y="3360"/>
                <a:ext cx="71" cy="47"/>
              </a:xfrm>
              <a:prstGeom prst="line">
                <a:avLst/>
              </a:prstGeom>
              <a:grpFill/>
              <a:ln w="12700">
                <a:solidFill>
                  <a:schemeClr val="bg1"/>
                </a:solidFill>
                <a:round/>
                <a:headEnd/>
                <a:tailEnd/>
              </a:ln>
            </p:spPr>
            <p:txBody>
              <a:bodyPr/>
              <a:lstStyle/>
              <a:p>
                <a:endParaRPr lang="en-US"/>
              </a:p>
            </p:txBody>
          </p:sp>
          <p:sp>
            <p:nvSpPr>
              <p:cNvPr id="103750" name="Line 1121">
                <a:extLst>
                  <a:ext uri="{FF2B5EF4-FFF2-40B4-BE49-F238E27FC236}">
                    <a16:creationId xmlns:a16="http://schemas.microsoft.com/office/drawing/2014/main" id="{61E03FB1-B8F2-ADB5-F84C-F7AFCC841790}"/>
                  </a:ext>
                </a:extLst>
              </p:cNvPr>
              <p:cNvSpPr>
                <a:spLocks noChangeShapeType="1"/>
              </p:cNvSpPr>
              <p:nvPr/>
            </p:nvSpPr>
            <p:spPr bwMode="auto">
              <a:xfrm>
                <a:off x="2590" y="3424"/>
                <a:ext cx="72" cy="48"/>
              </a:xfrm>
              <a:prstGeom prst="line">
                <a:avLst/>
              </a:prstGeom>
              <a:grpFill/>
              <a:ln w="12700">
                <a:solidFill>
                  <a:schemeClr val="bg1"/>
                </a:solidFill>
                <a:round/>
                <a:headEnd/>
                <a:tailEnd/>
              </a:ln>
            </p:spPr>
            <p:txBody>
              <a:bodyPr/>
              <a:lstStyle/>
              <a:p>
                <a:endParaRPr lang="en-US"/>
              </a:p>
            </p:txBody>
          </p:sp>
          <p:sp>
            <p:nvSpPr>
              <p:cNvPr id="103751" name="Line 1122">
                <a:extLst>
                  <a:ext uri="{FF2B5EF4-FFF2-40B4-BE49-F238E27FC236}">
                    <a16:creationId xmlns:a16="http://schemas.microsoft.com/office/drawing/2014/main" id="{8A509DB4-8DB4-6E6C-68A7-1E6A3F04EDDF}"/>
                  </a:ext>
                </a:extLst>
              </p:cNvPr>
              <p:cNvSpPr>
                <a:spLocks noChangeShapeType="1"/>
              </p:cNvSpPr>
              <p:nvPr/>
            </p:nvSpPr>
            <p:spPr bwMode="auto">
              <a:xfrm>
                <a:off x="2687" y="3480"/>
                <a:ext cx="63" cy="46"/>
              </a:xfrm>
              <a:prstGeom prst="line">
                <a:avLst/>
              </a:prstGeom>
              <a:grpFill/>
              <a:ln w="12700">
                <a:solidFill>
                  <a:schemeClr val="bg1"/>
                </a:solidFill>
                <a:round/>
                <a:headEnd/>
                <a:tailEnd/>
              </a:ln>
            </p:spPr>
            <p:txBody>
              <a:bodyPr/>
              <a:lstStyle/>
              <a:p>
                <a:endParaRPr lang="en-US"/>
              </a:p>
            </p:txBody>
          </p:sp>
        </p:grpSp>
        <p:grpSp>
          <p:nvGrpSpPr>
            <p:cNvPr id="103645" name="Group 1123">
              <a:extLst>
                <a:ext uri="{FF2B5EF4-FFF2-40B4-BE49-F238E27FC236}">
                  <a16:creationId xmlns:a16="http://schemas.microsoft.com/office/drawing/2014/main" id="{97482982-9765-33C9-3022-B302B7B98963}"/>
                </a:ext>
              </a:extLst>
            </p:cNvPr>
            <p:cNvGrpSpPr>
              <a:grpSpLocks/>
            </p:cNvGrpSpPr>
            <p:nvPr/>
          </p:nvGrpSpPr>
          <p:grpSpPr bwMode="auto">
            <a:xfrm>
              <a:off x="1936" y="3304"/>
              <a:ext cx="431" cy="271"/>
              <a:chOff x="1936" y="3304"/>
              <a:chExt cx="431" cy="271"/>
            </a:xfrm>
            <a:grpFill/>
          </p:grpSpPr>
          <p:sp>
            <p:nvSpPr>
              <p:cNvPr id="103742" name="Freeform 1124">
                <a:extLst>
                  <a:ext uri="{FF2B5EF4-FFF2-40B4-BE49-F238E27FC236}">
                    <a16:creationId xmlns:a16="http://schemas.microsoft.com/office/drawing/2014/main" id="{0D24BCD7-2CBB-C916-B836-495CAA6074D2}"/>
                  </a:ext>
                </a:extLst>
              </p:cNvPr>
              <p:cNvSpPr>
                <a:spLocks/>
              </p:cNvSpPr>
              <p:nvPr/>
            </p:nvSpPr>
            <p:spPr bwMode="auto">
              <a:xfrm>
                <a:off x="2255" y="3496"/>
                <a:ext cx="112" cy="79"/>
              </a:xfrm>
              <a:custGeom>
                <a:avLst/>
                <a:gdLst>
                  <a:gd name="T0" fmla="*/ 112 w 112"/>
                  <a:gd name="T1" fmla="*/ 79 h 79"/>
                  <a:gd name="T2" fmla="*/ 0 w 112"/>
                  <a:gd name="T3" fmla="*/ 40 h 79"/>
                  <a:gd name="T4" fmla="*/ 16 w 112"/>
                  <a:gd name="T5" fmla="*/ 16 h 79"/>
                  <a:gd name="T6" fmla="*/ 32 w 112"/>
                  <a:gd name="T7" fmla="*/ 0 h 79"/>
                  <a:gd name="T8" fmla="*/ 112 w 112"/>
                  <a:gd name="T9" fmla="*/ 79 h 79"/>
                  <a:gd name="T10" fmla="*/ 0 60000 65536"/>
                  <a:gd name="T11" fmla="*/ 0 60000 65536"/>
                  <a:gd name="T12" fmla="*/ 0 60000 65536"/>
                  <a:gd name="T13" fmla="*/ 0 60000 65536"/>
                  <a:gd name="T14" fmla="*/ 0 60000 65536"/>
                  <a:gd name="T15" fmla="*/ 0 w 112"/>
                  <a:gd name="T16" fmla="*/ 0 h 79"/>
                  <a:gd name="T17" fmla="*/ 112 w 112"/>
                  <a:gd name="T18" fmla="*/ 79 h 79"/>
                </a:gdLst>
                <a:ahLst/>
                <a:cxnLst>
                  <a:cxn ang="T10">
                    <a:pos x="T0" y="T1"/>
                  </a:cxn>
                  <a:cxn ang="T11">
                    <a:pos x="T2" y="T3"/>
                  </a:cxn>
                  <a:cxn ang="T12">
                    <a:pos x="T4" y="T5"/>
                  </a:cxn>
                  <a:cxn ang="T13">
                    <a:pos x="T6" y="T7"/>
                  </a:cxn>
                  <a:cxn ang="T14">
                    <a:pos x="T8" y="T9"/>
                  </a:cxn>
                </a:cxnLst>
                <a:rect l="T15" t="T16" r="T17" b="T18"/>
                <a:pathLst>
                  <a:path w="112" h="79">
                    <a:moveTo>
                      <a:pt x="112" y="79"/>
                    </a:moveTo>
                    <a:lnTo>
                      <a:pt x="0" y="40"/>
                    </a:lnTo>
                    <a:lnTo>
                      <a:pt x="16" y="16"/>
                    </a:lnTo>
                    <a:lnTo>
                      <a:pt x="32" y="0"/>
                    </a:lnTo>
                    <a:lnTo>
                      <a:pt x="112" y="79"/>
                    </a:lnTo>
                    <a:close/>
                  </a:path>
                </a:pathLst>
              </a:custGeom>
              <a:grpFill/>
              <a:ln w="9525">
                <a:solidFill>
                  <a:schemeClr val="bg1"/>
                </a:solidFill>
                <a:round/>
                <a:headEnd/>
                <a:tailEnd/>
              </a:ln>
            </p:spPr>
            <p:txBody>
              <a:bodyPr/>
              <a:lstStyle/>
              <a:p>
                <a:endParaRPr lang="en-US"/>
              </a:p>
            </p:txBody>
          </p:sp>
          <p:sp>
            <p:nvSpPr>
              <p:cNvPr id="103743" name="Line 1125">
                <a:extLst>
                  <a:ext uri="{FF2B5EF4-FFF2-40B4-BE49-F238E27FC236}">
                    <a16:creationId xmlns:a16="http://schemas.microsoft.com/office/drawing/2014/main" id="{78E500C8-002A-9B03-C123-6457F343E02B}"/>
                  </a:ext>
                </a:extLst>
              </p:cNvPr>
              <p:cNvSpPr>
                <a:spLocks noChangeShapeType="1"/>
              </p:cNvSpPr>
              <p:nvPr/>
            </p:nvSpPr>
            <p:spPr bwMode="auto">
              <a:xfrm>
                <a:off x="1936" y="3304"/>
                <a:ext cx="72" cy="48"/>
              </a:xfrm>
              <a:prstGeom prst="line">
                <a:avLst/>
              </a:prstGeom>
              <a:grpFill/>
              <a:ln w="12700">
                <a:solidFill>
                  <a:schemeClr val="bg1"/>
                </a:solidFill>
                <a:round/>
                <a:headEnd/>
                <a:tailEnd/>
              </a:ln>
            </p:spPr>
            <p:txBody>
              <a:bodyPr/>
              <a:lstStyle/>
              <a:p>
                <a:endParaRPr lang="en-US"/>
              </a:p>
            </p:txBody>
          </p:sp>
          <p:sp>
            <p:nvSpPr>
              <p:cNvPr id="103744" name="Line 1126">
                <a:extLst>
                  <a:ext uri="{FF2B5EF4-FFF2-40B4-BE49-F238E27FC236}">
                    <a16:creationId xmlns:a16="http://schemas.microsoft.com/office/drawing/2014/main" id="{A9B5013E-7AE5-BC25-F189-ACC48E042839}"/>
                  </a:ext>
                </a:extLst>
              </p:cNvPr>
              <p:cNvSpPr>
                <a:spLocks noChangeShapeType="1"/>
              </p:cNvSpPr>
              <p:nvPr/>
            </p:nvSpPr>
            <p:spPr bwMode="auto">
              <a:xfrm>
                <a:off x="2032" y="3360"/>
                <a:ext cx="71" cy="47"/>
              </a:xfrm>
              <a:prstGeom prst="line">
                <a:avLst/>
              </a:prstGeom>
              <a:grpFill/>
              <a:ln w="12700">
                <a:solidFill>
                  <a:schemeClr val="bg1"/>
                </a:solidFill>
                <a:round/>
                <a:headEnd/>
                <a:tailEnd/>
              </a:ln>
            </p:spPr>
            <p:txBody>
              <a:bodyPr/>
              <a:lstStyle/>
              <a:p>
                <a:endParaRPr lang="en-US"/>
              </a:p>
            </p:txBody>
          </p:sp>
          <p:sp>
            <p:nvSpPr>
              <p:cNvPr id="103745" name="Line 1127">
                <a:extLst>
                  <a:ext uri="{FF2B5EF4-FFF2-40B4-BE49-F238E27FC236}">
                    <a16:creationId xmlns:a16="http://schemas.microsoft.com/office/drawing/2014/main" id="{83BB1903-DCD4-04E8-7E54-32D04F360DF7}"/>
                  </a:ext>
                </a:extLst>
              </p:cNvPr>
              <p:cNvSpPr>
                <a:spLocks noChangeShapeType="1"/>
              </p:cNvSpPr>
              <p:nvPr/>
            </p:nvSpPr>
            <p:spPr bwMode="auto">
              <a:xfrm>
                <a:off x="2127" y="3424"/>
                <a:ext cx="72" cy="48"/>
              </a:xfrm>
              <a:prstGeom prst="line">
                <a:avLst/>
              </a:prstGeom>
              <a:grpFill/>
              <a:ln w="12700">
                <a:solidFill>
                  <a:schemeClr val="bg1"/>
                </a:solidFill>
                <a:round/>
                <a:headEnd/>
                <a:tailEnd/>
              </a:ln>
            </p:spPr>
            <p:txBody>
              <a:bodyPr/>
              <a:lstStyle/>
              <a:p>
                <a:endParaRPr lang="en-US"/>
              </a:p>
            </p:txBody>
          </p:sp>
          <p:sp>
            <p:nvSpPr>
              <p:cNvPr id="103746" name="Line 1128">
                <a:extLst>
                  <a:ext uri="{FF2B5EF4-FFF2-40B4-BE49-F238E27FC236}">
                    <a16:creationId xmlns:a16="http://schemas.microsoft.com/office/drawing/2014/main" id="{5CB94CE4-A52D-A039-2B00-FBD7764ABA78}"/>
                  </a:ext>
                </a:extLst>
              </p:cNvPr>
              <p:cNvSpPr>
                <a:spLocks noChangeShapeType="1"/>
              </p:cNvSpPr>
              <p:nvPr/>
            </p:nvSpPr>
            <p:spPr bwMode="auto">
              <a:xfrm>
                <a:off x="2224" y="3480"/>
                <a:ext cx="47" cy="31"/>
              </a:xfrm>
              <a:prstGeom prst="line">
                <a:avLst/>
              </a:prstGeom>
              <a:grpFill/>
              <a:ln w="12700">
                <a:solidFill>
                  <a:schemeClr val="bg1"/>
                </a:solidFill>
                <a:round/>
                <a:headEnd/>
                <a:tailEnd/>
              </a:ln>
            </p:spPr>
            <p:txBody>
              <a:bodyPr/>
              <a:lstStyle/>
              <a:p>
                <a:endParaRPr lang="en-US"/>
              </a:p>
            </p:txBody>
          </p:sp>
        </p:grpSp>
        <p:grpSp>
          <p:nvGrpSpPr>
            <p:cNvPr id="103646" name="Group 1129">
              <a:extLst>
                <a:ext uri="{FF2B5EF4-FFF2-40B4-BE49-F238E27FC236}">
                  <a16:creationId xmlns:a16="http://schemas.microsoft.com/office/drawing/2014/main" id="{9B9CBC74-C09E-4D1C-48AC-B17963541BD0}"/>
                </a:ext>
              </a:extLst>
            </p:cNvPr>
            <p:cNvGrpSpPr>
              <a:grpSpLocks/>
            </p:cNvGrpSpPr>
            <p:nvPr/>
          </p:nvGrpSpPr>
          <p:grpSpPr bwMode="auto">
            <a:xfrm>
              <a:off x="2400" y="3304"/>
              <a:ext cx="414" cy="279"/>
              <a:chOff x="2400" y="3304"/>
              <a:chExt cx="414" cy="279"/>
            </a:xfrm>
            <a:grpFill/>
          </p:grpSpPr>
          <p:sp>
            <p:nvSpPr>
              <p:cNvPr id="103737" name="Freeform 1130">
                <a:extLst>
                  <a:ext uri="{FF2B5EF4-FFF2-40B4-BE49-F238E27FC236}">
                    <a16:creationId xmlns:a16="http://schemas.microsoft.com/office/drawing/2014/main" id="{D5590D99-553D-C722-0F6B-2ABE06C3BCC2}"/>
                  </a:ext>
                </a:extLst>
              </p:cNvPr>
              <p:cNvSpPr>
                <a:spLocks/>
              </p:cNvSpPr>
              <p:nvPr/>
            </p:nvSpPr>
            <p:spPr bwMode="auto">
              <a:xfrm>
                <a:off x="2702" y="3304"/>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32" y="88"/>
                    </a:lnTo>
                    <a:lnTo>
                      <a:pt x="16" y="64"/>
                    </a:lnTo>
                    <a:lnTo>
                      <a:pt x="0" y="40"/>
                    </a:lnTo>
                    <a:lnTo>
                      <a:pt x="112" y="0"/>
                    </a:lnTo>
                    <a:close/>
                  </a:path>
                </a:pathLst>
              </a:custGeom>
              <a:grpFill/>
              <a:ln w="9525">
                <a:solidFill>
                  <a:schemeClr val="bg1"/>
                </a:solidFill>
                <a:round/>
                <a:headEnd/>
                <a:tailEnd/>
              </a:ln>
            </p:spPr>
            <p:txBody>
              <a:bodyPr/>
              <a:lstStyle/>
              <a:p>
                <a:endParaRPr lang="en-US"/>
              </a:p>
            </p:txBody>
          </p:sp>
          <p:sp>
            <p:nvSpPr>
              <p:cNvPr id="103738" name="Line 1131">
                <a:extLst>
                  <a:ext uri="{FF2B5EF4-FFF2-40B4-BE49-F238E27FC236}">
                    <a16:creationId xmlns:a16="http://schemas.microsoft.com/office/drawing/2014/main" id="{C5721873-E2F2-9917-D6C2-11BB41ADEBBC}"/>
                  </a:ext>
                </a:extLst>
              </p:cNvPr>
              <p:cNvSpPr>
                <a:spLocks noChangeShapeType="1"/>
              </p:cNvSpPr>
              <p:nvPr/>
            </p:nvSpPr>
            <p:spPr bwMode="auto">
              <a:xfrm flipV="1">
                <a:off x="2400" y="3536"/>
                <a:ext cx="71" cy="47"/>
              </a:xfrm>
              <a:prstGeom prst="line">
                <a:avLst/>
              </a:prstGeom>
              <a:grpFill/>
              <a:ln w="12700">
                <a:solidFill>
                  <a:schemeClr val="bg1"/>
                </a:solidFill>
                <a:round/>
                <a:headEnd/>
                <a:tailEnd/>
              </a:ln>
            </p:spPr>
            <p:txBody>
              <a:bodyPr/>
              <a:lstStyle/>
              <a:p>
                <a:endParaRPr lang="en-US"/>
              </a:p>
            </p:txBody>
          </p:sp>
          <p:sp>
            <p:nvSpPr>
              <p:cNvPr id="103739" name="Line 1132">
                <a:extLst>
                  <a:ext uri="{FF2B5EF4-FFF2-40B4-BE49-F238E27FC236}">
                    <a16:creationId xmlns:a16="http://schemas.microsoft.com/office/drawing/2014/main" id="{71B39E77-1234-ACF4-23D5-83098623453D}"/>
                  </a:ext>
                </a:extLst>
              </p:cNvPr>
              <p:cNvSpPr>
                <a:spLocks noChangeShapeType="1"/>
              </p:cNvSpPr>
              <p:nvPr/>
            </p:nvSpPr>
            <p:spPr bwMode="auto">
              <a:xfrm flipV="1">
                <a:off x="2495" y="3473"/>
                <a:ext cx="71" cy="47"/>
              </a:xfrm>
              <a:prstGeom prst="line">
                <a:avLst/>
              </a:prstGeom>
              <a:grpFill/>
              <a:ln w="12700">
                <a:solidFill>
                  <a:schemeClr val="bg1"/>
                </a:solidFill>
                <a:round/>
                <a:headEnd/>
                <a:tailEnd/>
              </a:ln>
            </p:spPr>
            <p:txBody>
              <a:bodyPr/>
              <a:lstStyle/>
              <a:p>
                <a:endParaRPr lang="en-US"/>
              </a:p>
            </p:txBody>
          </p:sp>
          <p:sp>
            <p:nvSpPr>
              <p:cNvPr id="103740" name="Line 1133">
                <a:extLst>
                  <a:ext uri="{FF2B5EF4-FFF2-40B4-BE49-F238E27FC236}">
                    <a16:creationId xmlns:a16="http://schemas.microsoft.com/office/drawing/2014/main" id="{0FE3F0FF-03EF-B0DE-7FA4-E6E92E56D96A}"/>
                  </a:ext>
                </a:extLst>
              </p:cNvPr>
              <p:cNvSpPr>
                <a:spLocks noChangeShapeType="1"/>
              </p:cNvSpPr>
              <p:nvPr/>
            </p:nvSpPr>
            <p:spPr bwMode="auto">
              <a:xfrm flipV="1">
                <a:off x="2583" y="3409"/>
                <a:ext cx="71" cy="47"/>
              </a:xfrm>
              <a:prstGeom prst="line">
                <a:avLst/>
              </a:prstGeom>
              <a:grpFill/>
              <a:ln w="12700">
                <a:solidFill>
                  <a:schemeClr val="bg1"/>
                </a:solidFill>
                <a:round/>
                <a:headEnd/>
                <a:tailEnd/>
              </a:ln>
            </p:spPr>
            <p:txBody>
              <a:bodyPr/>
              <a:lstStyle/>
              <a:p>
                <a:endParaRPr lang="en-US"/>
              </a:p>
            </p:txBody>
          </p:sp>
          <p:sp>
            <p:nvSpPr>
              <p:cNvPr id="103741" name="Line 1134">
                <a:extLst>
                  <a:ext uri="{FF2B5EF4-FFF2-40B4-BE49-F238E27FC236}">
                    <a16:creationId xmlns:a16="http://schemas.microsoft.com/office/drawing/2014/main" id="{5E7DC6AC-9009-1DDB-AE3E-A654B854BAC6}"/>
                  </a:ext>
                </a:extLst>
              </p:cNvPr>
              <p:cNvSpPr>
                <a:spLocks noChangeShapeType="1"/>
              </p:cNvSpPr>
              <p:nvPr/>
            </p:nvSpPr>
            <p:spPr bwMode="auto">
              <a:xfrm flipV="1">
                <a:off x="2678" y="3368"/>
                <a:ext cx="40" cy="32"/>
              </a:xfrm>
              <a:prstGeom prst="line">
                <a:avLst/>
              </a:prstGeom>
              <a:grpFill/>
              <a:ln w="12700">
                <a:solidFill>
                  <a:schemeClr val="bg1"/>
                </a:solidFill>
                <a:round/>
                <a:headEnd/>
                <a:tailEnd/>
              </a:ln>
            </p:spPr>
            <p:txBody>
              <a:bodyPr/>
              <a:lstStyle/>
              <a:p>
                <a:endParaRPr lang="en-US"/>
              </a:p>
            </p:txBody>
          </p:sp>
        </p:grpSp>
        <p:grpSp>
          <p:nvGrpSpPr>
            <p:cNvPr id="103647" name="Group 1135">
              <a:extLst>
                <a:ext uri="{FF2B5EF4-FFF2-40B4-BE49-F238E27FC236}">
                  <a16:creationId xmlns:a16="http://schemas.microsoft.com/office/drawing/2014/main" id="{642E6877-D017-67C2-4250-3B106889F519}"/>
                </a:ext>
              </a:extLst>
            </p:cNvPr>
            <p:cNvGrpSpPr>
              <a:grpSpLocks/>
            </p:cNvGrpSpPr>
            <p:nvPr/>
          </p:nvGrpSpPr>
          <p:grpSpPr bwMode="auto">
            <a:xfrm>
              <a:off x="2400" y="3001"/>
              <a:ext cx="422" cy="271"/>
              <a:chOff x="2400" y="3001"/>
              <a:chExt cx="422" cy="271"/>
            </a:xfrm>
            <a:grpFill/>
          </p:grpSpPr>
          <p:sp>
            <p:nvSpPr>
              <p:cNvPr id="103732" name="Freeform 1136">
                <a:extLst>
                  <a:ext uri="{FF2B5EF4-FFF2-40B4-BE49-F238E27FC236}">
                    <a16:creationId xmlns:a16="http://schemas.microsoft.com/office/drawing/2014/main" id="{22EEF749-C0CB-8020-A1B9-F3DB9197BC1D}"/>
                  </a:ext>
                </a:extLst>
              </p:cNvPr>
              <p:cNvSpPr>
                <a:spLocks/>
              </p:cNvSpPr>
              <p:nvPr/>
            </p:nvSpPr>
            <p:spPr bwMode="auto">
              <a:xfrm>
                <a:off x="2710" y="3001"/>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32" y="88"/>
                    </a:lnTo>
                    <a:lnTo>
                      <a:pt x="16" y="64"/>
                    </a:lnTo>
                    <a:lnTo>
                      <a:pt x="0" y="40"/>
                    </a:lnTo>
                    <a:lnTo>
                      <a:pt x="112" y="0"/>
                    </a:lnTo>
                    <a:close/>
                  </a:path>
                </a:pathLst>
              </a:custGeom>
              <a:grpFill/>
              <a:ln w="9525">
                <a:solidFill>
                  <a:schemeClr val="bg1"/>
                </a:solidFill>
                <a:round/>
                <a:headEnd/>
                <a:tailEnd/>
              </a:ln>
            </p:spPr>
            <p:txBody>
              <a:bodyPr/>
              <a:lstStyle/>
              <a:p>
                <a:endParaRPr lang="en-US"/>
              </a:p>
            </p:txBody>
          </p:sp>
          <p:sp>
            <p:nvSpPr>
              <p:cNvPr id="103733" name="Line 1137">
                <a:extLst>
                  <a:ext uri="{FF2B5EF4-FFF2-40B4-BE49-F238E27FC236}">
                    <a16:creationId xmlns:a16="http://schemas.microsoft.com/office/drawing/2014/main" id="{F832A834-1E48-6417-5E4F-631D83EE304F}"/>
                  </a:ext>
                </a:extLst>
              </p:cNvPr>
              <p:cNvSpPr>
                <a:spLocks noChangeShapeType="1"/>
              </p:cNvSpPr>
              <p:nvPr/>
            </p:nvSpPr>
            <p:spPr bwMode="auto">
              <a:xfrm flipV="1">
                <a:off x="2400" y="3225"/>
                <a:ext cx="71" cy="47"/>
              </a:xfrm>
              <a:prstGeom prst="line">
                <a:avLst/>
              </a:prstGeom>
              <a:grpFill/>
              <a:ln w="12700">
                <a:solidFill>
                  <a:schemeClr val="bg1"/>
                </a:solidFill>
                <a:round/>
                <a:headEnd/>
                <a:tailEnd/>
              </a:ln>
            </p:spPr>
            <p:txBody>
              <a:bodyPr/>
              <a:lstStyle/>
              <a:p>
                <a:endParaRPr lang="en-US"/>
              </a:p>
            </p:txBody>
          </p:sp>
          <p:sp>
            <p:nvSpPr>
              <p:cNvPr id="103734" name="Line 1138">
                <a:extLst>
                  <a:ext uri="{FF2B5EF4-FFF2-40B4-BE49-F238E27FC236}">
                    <a16:creationId xmlns:a16="http://schemas.microsoft.com/office/drawing/2014/main" id="{311926AA-02E8-4013-566C-7BE950338E00}"/>
                  </a:ext>
                </a:extLst>
              </p:cNvPr>
              <p:cNvSpPr>
                <a:spLocks noChangeShapeType="1"/>
              </p:cNvSpPr>
              <p:nvPr/>
            </p:nvSpPr>
            <p:spPr bwMode="auto">
              <a:xfrm flipV="1">
                <a:off x="2496" y="3170"/>
                <a:ext cx="70" cy="38"/>
              </a:xfrm>
              <a:prstGeom prst="line">
                <a:avLst/>
              </a:prstGeom>
              <a:grpFill/>
              <a:ln w="12700">
                <a:solidFill>
                  <a:schemeClr val="bg1"/>
                </a:solidFill>
                <a:round/>
                <a:headEnd/>
                <a:tailEnd/>
              </a:ln>
            </p:spPr>
            <p:txBody>
              <a:bodyPr/>
              <a:lstStyle/>
              <a:p>
                <a:endParaRPr lang="en-US"/>
              </a:p>
            </p:txBody>
          </p:sp>
          <p:sp>
            <p:nvSpPr>
              <p:cNvPr id="103735" name="Line 1139">
                <a:extLst>
                  <a:ext uri="{FF2B5EF4-FFF2-40B4-BE49-F238E27FC236}">
                    <a16:creationId xmlns:a16="http://schemas.microsoft.com/office/drawing/2014/main" id="{2D5FC825-13F8-0617-7F85-A3C77CA0BDED}"/>
                  </a:ext>
                </a:extLst>
              </p:cNvPr>
              <p:cNvSpPr>
                <a:spLocks noChangeShapeType="1"/>
              </p:cNvSpPr>
              <p:nvPr/>
            </p:nvSpPr>
            <p:spPr bwMode="auto">
              <a:xfrm flipV="1">
                <a:off x="2590" y="3105"/>
                <a:ext cx="72" cy="48"/>
              </a:xfrm>
              <a:prstGeom prst="line">
                <a:avLst/>
              </a:prstGeom>
              <a:grpFill/>
              <a:ln w="12700">
                <a:solidFill>
                  <a:schemeClr val="bg1"/>
                </a:solidFill>
                <a:round/>
                <a:headEnd/>
                <a:tailEnd/>
              </a:ln>
            </p:spPr>
            <p:txBody>
              <a:bodyPr/>
              <a:lstStyle/>
              <a:p>
                <a:endParaRPr lang="en-US"/>
              </a:p>
            </p:txBody>
          </p:sp>
          <p:sp>
            <p:nvSpPr>
              <p:cNvPr id="103736" name="Line 1140">
                <a:extLst>
                  <a:ext uri="{FF2B5EF4-FFF2-40B4-BE49-F238E27FC236}">
                    <a16:creationId xmlns:a16="http://schemas.microsoft.com/office/drawing/2014/main" id="{A15777C0-1EAA-8684-86A3-9DE3498B80F3}"/>
                  </a:ext>
                </a:extLst>
              </p:cNvPr>
              <p:cNvSpPr>
                <a:spLocks noChangeShapeType="1"/>
              </p:cNvSpPr>
              <p:nvPr/>
            </p:nvSpPr>
            <p:spPr bwMode="auto">
              <a:xfrm flipV="1">
                <a:off x="2678" y="3065"/>
                <a:ext cx="48" cy="24"/>
              </a:xfrm>
              <a:prstGeom prst="line">
                <a:avLst/>
              </a:prstGeom>
              <a:grpFill/>
              <a:ln w="12700">
                <a:solidFill>
                  <a:schemeClr val="bg1"/>
                </a:solidFill>
                <a:round/>
                <a:headEnd/>
                <a:tailEnd/>
              </a:ln>
            </p:spPr>
            <p:txBody>
              <a:bodyPr/>
              <a:lstStyle/>
              <a:p>
                <a:endParaRPr lang="en-US"/>
              </a:p>
            </p:txBody>
          </p:sp>
        </p:grpSp>
        <p:grpSp>
          <p:nvGrpSpPr>
            <p:cNvPr id="103648" name="Group 1141">
              <a:extLst>
                <a:ext uri="{FF2B5EF4-FFF2-40B4-BE49-F238E27FC236}">
                  <a16:creationId xmlns:a16="http://schemas.microsoft.com/office/drawing/2014/main" id="{2BC4E86B-C058-BC65-3AC8-0B1A04510E4B}"/>
                </a:ext>
              </a:extLst>
            </p:cNvPr>
            <p:cNvGrpSpPr>
              <a:grpSpLocks/>
            </p:cNvGrpSpPr>
            <p:nvPr/>
          </p:nvGrpSpPr>
          <p:grpSpPr bwMode="auto">
            <a:xfrm>
              <a:off x="3318" y="3001"/>
              <a:ext cx="422" cy="271"/>
              <a:chOff x="3318" y="3001"/>
              <a:chExt cx="422" cy="271"/>
            </a:xfrm>
            <a:grpFill/>
          </p:grpSpPr>
          <p:sp>
            <p:nvSpPr>
              <p:cNvPr id="103727" name="Freeform 1142">
                <a:extLst>
                  <a:ext uri="{FF2B5EF4-FFF2-40B4-BE49-F238E27FC236}">
                    <a16:creationId xmlns:a16="http://schemas.microsoft.com/office/drawing/2014/main" id="{2CC49B4F-0070-E9C9-2F2A-4D899243472A}"/>
                  </a:ext>
                </a:extLst>
              </p:cNvPr>
              <p:cNvSpPr>
                <a:spLocks/>
              </p:cNvSpPr>
              <p:nvPr/>
            </p:nvSpPr>
            <p:spPr bwMode="auto">
              <a:xfrm>
                <a:off x="3628" y="3001"/>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32" y="88"/>
                    </a:lnTo>
                    <a:lnTo>
                      <a:pt x="16" y="64"/>
                    </a:lnTo>
                    <a:lnTo>
                      <a:pt x="0" y="40"/>
                    </a:lnTo>
                    <a:lnTo>
                      <a:pt x="112" y="0"/>
                    </a:lnTo>
                    <a:close/>
                  </a:path>
                </a:pathLst>
              </a:custGeom>
              <a:grpFill/>
              <a:ln w="9525">
                <a:solidFill>
                  <a:schemeClr val="bg1"/>
                </a:solidFill>
                <a:round/>
                <a:headEnd/>
                <a:tailEnd/>
              </a:ln>
            </p:spPr>
            <p:txBody>
              <a:bodyPr/>
              <a:lstStyle/>
              <a:p>
                <a:endParaRPr lang="en-US"/>
              </a:p>
            </p:txBody>
          </p:sp>
          <p:sp>
            <p:nvSpPr>
              <p:cNvPr id="103728" name="Line 1143">
                <a:extLst>
                  <a:ext uri="{FF2B5EF4-FFF2-40B4-BE49-F238E27FC236}">
                    <a16:creationId xmlns:a16="http://schemas.microsoft.com/office/drawing/2014/main" id="{F5D94668-A309-A3AB-59AD-CC1E67D2D24B}"/>
                  </a:ext>
                </a:extLst>
              </p:cNvPr>
              <p:cNvSpPr>
                <a:spLocks noChangeShapeType="1"/>
              </p:cNvSpPr>
              <p:nvPr/>
            </p:nvSpPr>
            <p:spPr bwMode="auto">
              <a:xfrm flipV="1">
                <a:off x="3318" y="3225"/>
                <a:ext cx="71" cy="47"/>
              </a:xfrm>
              <a:prstGeom prst="line">
                <a:avLst/>
              </a:prstGeom>
              <a:grpFill/>
              <a:ln w="12700">
                <a:solidFill>
                  <a:schemeClr val="bg1"/>
                </a:solidFill>
                <a:round/>
                <a:headEnd/>
                <a:tailEnd/>
              </a:ln>
            </p:spPr>
            <p:txBody>
              <a:bodyPr/>
              <a:lstStyle/>
              <a:p>
                <a:endParaRPr lang="en-US"/>
              </a:p>
            </p:txBody>
          </p:sp>
          <p:sp>
            <p:nvSpPr>
              <p:cNvPr id="103729" name="Line 1144">
                <a:extLst>
                  <a:ext uri="{FF2B5EF4-FFF2-40B4-BE49-F238E27FC236}">
                    <a16:creationId xmlns:a16="http://schemas.microsoft.com/office/drawing/2014/main" id="{1970691D-20F1-6C54-E6F1-998DB26922B1}"/>
                  </a:ext>
                </a:extLst>
              </p:cNvPr>
              <p:cNvSpPr>
                <a:spLocks noChangeShapeType="1"/>
              </p:cNvSpPr>
              <p:nvPr/>
            </p:nvSpPr>
            <p:spPr bwMode="auto">
              <a:xfrm flipV="1">
                <a:off x="3414" y="3169"/>
                <a:ext cx="71" cy="39"/>
              </a:xfrm>
              <a:prstGeom prst="line">
                <a:avLst/>
              </a:prstGeom>
              <a:grpFill/>
              <a:ln w="12700">
                <a:solidFill>
                  <a:schemeClr val="bg1"/>
                </a:solidFill>
                <a:round/>
                <a:headEnd/>
                <a:tailEnd/>
              </a:ln>
            </p:spPr>
            <p:txBody>
              <a:bodyPr/>
              <a:lstStyle/>
              <a:p>
                <a:endParaRPr lang="en-US"/>
              </a:p>
            </p:txBody>
          </p:sp>
          <p:sp>
            <p:nvSpPr>
              <p:cNvPr id="103730" name="Line 1145">
                <a:extLst>
                  <a:ext uri="{FF2B5EF4-FFF2-40B4-BE49-F238E27FC236}">
                    <a16:creationId xmlns:a16="http://schemas.microsoft.com/office/drawing/2014/main" id="{89AE6EFB-17FC-2E83-90D0-43C1F92F8D51}"/>
                  </a:ext>
                </a:extLst>
              </p:cNvPr>
              <p:cNvSpPr>
                <a:spLocks noChangeShapeType="1"/>
              </p:cNvSpPr>
              <p:nvPr/>
            </p:nvSpPr>
            <p:spPr bwMode="auto">
              <a:xfrm flipV="1">
                <a:off x="3509" y="3106"/>
                <a:ext cx="71" cy="47"/>
              </a:xfrm>
              <a:prstGeom prst="line">
                <a:avLst/>
              </a:prstGeom>
              <a:grpFill/>
              <a:ln w="12700">
                <a:solidFill>
                  <a:schemeClr val="bg1"/>
                </a:solidFill>
                <a:round/>
                <a:headEnd/>
                <a:tailEnd/>
              </a:ln>
            </p:spPr>
            <p:txBody>
              <a:bodyPr/>
              <a:lstStyle/>
              <a:p>
                <a:endParaRPr lang="en-US"/>
              </a:p>
            </p:txBody>
          </p:sp>
          <p:sp>
            <p:nvSpPr>
              <p:cNvPr id="103731" name="Line 1146">
                <a:extLst>
                  <a:ext uri="{FF2B5EF4-FFF2-40B4-BE49-F238E27FC236}">
                    <a16:creationId xmlns:a16="http://schemas.microsoft.com/office/drawing/2014/main" id="{93E709CE-63D6-9C8C-2F5C-27799A595572}"/>
                  </a:ext>
                </a:extLst>
              </p:cNvPr>
              <p:cNvSpPr>
                <a:spLocks noChangeShapeType="1"/>
              </p:cNvSpPr>
              <p:nvPr/>
            </p:nvSpPr>
            <p:spPr bwMode="auto">
              <a:xfrm flipV="1">
                <a:off x="3596" y="3065"/>
                <a:ext cx="48" cy="24"/>
              </a:xfrm>
              <a:prstGeom prst="line">
                <a:avLst/>
              </a:prstGeom>
              <a:grpFill/>
              <a:ln w="12700">
                <a:solidFill>
                  <a:schemeClr val="bg1"/>
                </a:solidFill>
                <a:round/>
                <a:headEnd/>
                <a:tailEnd/>
              </a:ln>
            </p:spPr>
            <p:txBody>
              <a:bodyPr/>
              <a:lstStyle/>
              <a:p>
                <a:endParaRPr lang="en-US"/>
              </a:p>
            </p:txBody>
          </p:sp>
        </p:grpSp>
        <p:grpSp>
          <p:nvGrpSpPr>
            <p:cNvPr id="103649" name="Group 1147">
              <a:extLst>
                <a:ext uri="{FF2B5EF4-FFF2-40B4-BE49-F238E27FC236}">
                  <a16:creationId xmlns:a16="http://schemas.microsoft.com/office/drawing/2014/main" id="{13DF5F29-4E76-70B8-0312-996F63839A0F}"/>
                </a:ext>
              </a:extLst>
            </p:cNvPr>
            <p:cNvGrpSpPr>
              <a:grpSpLocks/>
            </p:cNvGrpSpPr>
            <p:nvPr/>
          </p:nvGrpSpPr>
          <p:grpSpPr bwMode="auto">
            <a:xfrm>
              <a:off x="3325" y="2076"/>
              <a:ext cx="439" cy="271"/>
              <a:chOff x="3325" y="2076"/>
              <a:chExt cx="439" cy="271"/>
            </a:xfrm>
            <a:grpFill/>
          </p:grpSpPr>
          <p:sp>
            <p:nvSpPr>
              <p:cNvPr id="103722" name="Freeform 1148">
                <a:extLst>
                  <a:ext uri="{FF2B5EF4-FFF2-40B4-BE49-F238E27FC236}">
                    <a16:creationId xmlns:a16="http://schemas.microsoft.com/office/drawing/2014/main" id="{99CB8A79-D65B-5064-567B-19F4BCDD8C45}"/>
                  </a:ext>
                </a:extLst>
              </p:cNvPr>
              <p:cNvSpPr>
                <a:spLocks/>
              </p:cNvSpPr>
              <p:nvPr/>
            </p:nvSpPr>
            <p:spPr bwMode="auto">
              <a:xfrm>
                <a:off x="3652" y="2267"/>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 name="T15" fmla="*/ 0 w 112"/>
                  <a:gd name="T16" fmla="*/ 0 h 80"/>
                  <a:gd name="T17" fmla="*/ 112 w 112"/>
                  <a:gd name="T18" fmla="*/ 80 h 80"/>
                </a:gdLst>
                <a:ahLst/>
                <a:cxnLst>
                  <a:cxn ang="T10">
                    <a:pos x="T0" y="T1"/>
                  </a:cxn>
                  <a:cxn ang="T11">
                    <a:pos x="T2" y="T3"/>
                  </a:cxn>
                  <a:cxn ang="T12">
                    <a:pos x="T4" y="T5"/>
                  </a:cxn>
                  <a:cxn ang="T13">
                    <a:pos x="T6" y="T7"/>
                  </a:cxn>
                  <a:cxn ang="T14">
                    <a:pos x="T8" y="T9"/>
                  </a:cxn>
                </a:cxnLst>
                <a:rect l="T15" t="T16" r="T17" b="T18"/>
                <a:pathLst>
                  <a:path w="112" h="80">
                    <a:moveTo>
                      <a:pt x="112" y="80"/>
                    </a:moveTo>
                    <a:lnTo>
                      <a:pt x="0" y="48"/>
                    </a:lnTo>
                    <a:lnTo>
                      <a:pt x="16" y="24"/>
                    </a:lnTo>
                    <a:lnTo>
                      <a:pt x="32" y="0"/>
                    </a:lnTo>
                    <a:lnTo>
                      <a:pt x="112" y="80"/>
                    </a:lnTo>
                    <a:close/>
                  </a:path>
                </a:pathLst>
              </a:custGeom>
              <a:grpFill/>
              <a:ln w="9525">
                <a:solidFill>
                  <a:schemeClr val="bg1"/>
                </a:solidFill>
                <a:round/>
                <a:headEnd/>
                <a:tailEnd/>
              </a:ln>
            </p:spPr>
            <p:txBody>
              <a:bodyPr/>
              <a:lstStyle/>
              <a:p>
                <a:endParaRPr lang="en-US"/>
              </a:p>
            </p:txBody>
          </p:sp>
          <p:sp>
            <p:nvSpPr>
              <p:cNvPr id="103723" name="Line 1149">
                <a:extLst>
                  <a:ext uri="{FF2B5EF4-FFF2-40B4-BE49-F238E27FC236}">
                    <a16:creationId xmlns:a16="http://schemas.microsoft.com/office/drawing/2014/main" id="{A9233B76-130E-C682-56C3-260D70195C5F}"/>
                  </a:ext>
                </a:extLst>
              </p:cNvPr>
              <p:cNvSpPr>
                <a:spLocks noChangeShapeType="1"/>
              </p:cNvSpPr>
              <p:nvPr/>
            </p:nvSpPr>
            <p:spPr bwMode="auto">
              <a:xfrm>
                <a:off x="3325" y="2076"/>
                <a:ext cx="72" cy="48"/>
              </a:xfrm>
              <a:prstGeom prst="line">
                <a:avLst/>
              </a:prstGeom>
              <a:grpFill/>
              <a:ln w="12700">
                <a:solidFill>
                  <a:schemeClr val="bg1"/>
                </a:solidFill>
                <a:round/>
                <a:headEnd/>
                <a:tailEnd/>
              </a:ln>
            </p:spPr>
            <p:txBody>
              <a:bodyPr/>
              <a:lstStyle/>
              <a:p>
                <a:endParaRPr lang="en-US"/>
              </a:p>
            </p:txBody>
          </p:sp>
          <p:sp>
            <p:nvSpPr>
              <p:cNvPr id="103724" name="Line 1150">
                <a:extLst>
                  <a:ext uri="{FF2B5EF4-FFF2-40B4-BE49-F238E27FC236}">
                    <a16:creationId xmlns:a16="http://schemas.microsoft.com/office/drawing/2014/main" id="{76EDEDE1-BF01-75D3-5F61-BCA421C86872}"/>
                  </a:ext>
                </a:extLst>
              </p:cNvPr>
              <p:cNvSpPr>
                <a:spLocks noChangeShapeType="1"/>
              </p:cNvSpPr>
              <p:nvPr/>
            </p:nvSpPr>
            <p:spPr bwMode="auto">
              <a:xfrm>
                <a:off x="3422" y="2132"/>
                <a:ext cx="71" cy="47"/>
              </a:xfrm>
              <a:prstGeom prst="line">
                <a:avLst/>
              </a:prstGeom>
              <a:grpFill/>
              <a:ln w="12700">
                <a:solidFill>
                  <a:schemeClr val="bg1"/>
                </a:solidFill>
                <a:round/>
                <a:headEnd/>
                <a:tailEnd/>
              </a:ln>
            </p:spPr>
            <p:txBody>
              <a:bodyPr/>
              <a:lstStyle/>
              <a:p>
                <a:endParaRPr lang="en-US"/>
              </a:p>
            </p:txBody>
          </p:sp>
          <p:sp>
            <p:nvSpPr>
              <p:cNvPr id="103725" name="Line 1151">
                <a:extLst>
                  <a:ext uri="{FF2B5EF4-FFF2-40B4-BE49-F238E27FC236}">
                    <a16:creationId xmlns:a16="http://schemas.microsoft.com/office/drawing/2014/main" id="{D91245AE-0DDA-A5D3-8189-01117F227775}"/>
                  </a:ext>
                </a:extLst>
              </p:cNvPr>
              <p:cNvSpPr>
                <a:spLocks noChangeShapeType="1"/>
              </p:cNvSpPr>
              <p:nvPr/>
            </p:nvSpPr>
            <p:spPr bwMode="auto">
              <a:xfrm>
                <a:off x="3517" y="2196"/>
                <a:ext cx="71" cy="47"/>
              </a:xfrm>
              <a:prstGeom prst="line">
                <a:avLst/>
              </a:prstGeom>
              <a:grpFill/>
              <a:ln w="12700">
                <a:solidFill>
                  <a:schemeClr val="bg1"/>
                </a:solidFill>
                <a:round/>
                <a:headEnd/>
                <a:tailEnd/>
              </a:ln>
            </p:spPr>
            <p:txBody>
              <a:bodyPr/>
              <a:lstStyle/>
              <a:p>
                <a:endParaRPr lang="en-US"/>
              </a:p>
            </p:txBody>
          </p:sp>
          <p:sp>
            <p:nvSpPr>
              <p:cNvPr id="103726" name="Line 1152">
                <a:extLst>
                  <a:ext uri="{FF2B5EF4-FFF2-40B4-BE49-F238E27FC236}">
                    <a16:creationId xmlns:a16="http://schemas.microsoft.com/office/drawing/2014/main" id="{73E08134-AFAA-A302-4B93-C94C27E7B316}"/>
                  </a:ext>
                </a:extLst>
              </p:cNvPr>
              <p:cNvSpPr>
                <a:spLocks noChangeShapeType="1"/>
              </p:cNvSpPr>
              <p:nvPr/>
            </p:nvSpPr>
            <p:spPr bwMode="auto">
              <a:xfrm>
                <a:off x="3612" y="2251"/>
                <a:ext cx="56" cy="40"/>
              </a:xfrm>
              <a:prstGeom prst="line">
                <a:avLst/>
              </a:prstGeom>
              <a:grpFill/>
              <a:ln w="12700">
                <a:solidFill>
                  <a:schemeClr val="bg1"/>
                </a:solidFill>
                <a:round/>
                <a:headEnd/>
                <a:tailEnd/>
              </a:ln>
            </p:spPr>
            <p:txBody>
              <a:bodyPr/>
              <a:lstStyle/>
              <a:p>
                <a:endParaRPr lang="en-US"/>
              </a:p>
            </p:txBody>
          </p:sp>
        </p:grpSp>
        <p:grpSp>
          <p:nvGrpSpPr>
            <p:cNvPr id="103650" name="Group 1153">
              <a:extLst>
                <a:ext uri="{FF2B5EF4-FFF2-40B4-BE49-F238E27FC236}">
                  <a16:creationId xmlns:a16="http://schemas.microsoft.com/office/drawing/2014/main" id="{67663B46-82A0-CE15-843D-271B501FFF59}"/>
                </a:ext>
              </a:extLst>
            </p:cNvPr>
            <p:cNvGrpSpPr>
              <a:grpSpLocks/>
            </p:cNvGrpSpPr>
            <p:nvPr/>
          </p:nvGrpSpPr>
          <p:grpSpPr bwMode="auto">
            <a:xfrm>
              <a:off x="3788" y="2068"/>
              <a:ext cx="431" cy="287"/>
              <a:chOff x="3788" y="2068"/>
              <a:chExt cx="431" cy="287"/>
            </a:xfrm>
            <a:grpFill/>
          </p:grpSpPr>
          <p:sp>
            <p:nvSpPr>
              <p:cNvPr id="103717" name="Freeform 1154">
                <a:extLst>
                  <a:ext uri="{FF2B5EF4-FFF2-40B4-BE49-F238E27FC236}">
                    <a16:creationId xmlns:a16="http://schemas.microsoft.com/office/drawing/2014/main" id="{ED77BBE3-F337-EC5C-6363-3BE0C609F747}"/>
                  </a:ext>
                </a:extLst>
              </p:cNvPr>
              <p:cNvSpPr>
                <a:spLocks/>
              </p:cNvSpPr>
              <p:nvPr/>
            </p:nvSpPr>
            <p:spPr bwMode="auto">
              <a:xfrm>
                <a:off x="4107" y="2267"/>
                <a:ext cx="112" cy="88"/>
              </a:xfrm>
              <a:custGeom>
                <a:avLst/>
                <a:gdLst>
                  <a:gd name="T0" fmla="*/ 112 w 112"/>
                  <a:gd name="T1" fmla="*/ 88 h 88"/>
                  <a:gd name="T2" fmla="*/ 0 w 112"/>
                  <a:gd name="T3" fmla="*/ 48 h 88"/>
                  <a:gd name="T4" fmla="*/ 16 w 112"/>
                  <a:gd name="T5" fmla="*/ 24 h 88"/>
                  <a:gd name="T6" fmla="*/ 32 w 112"/>
                  <a:gd name="T7" fmla="*/ 0 h 88"/>
                  <a:gd name="T8" fmla="*/ 112 w 112"/>
                  <a:gd name="T9" fmla="*/ 88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88"/>
                    </a:moveTo>
                    <a:lnTo>
                      <a:pt x="0" y="48"/>
                    </a:lnTo>
                    <a:lnTo>
                      <a:pt x="16" y="24"/>
                    </a:lnTo>
                    <a:lnTo>
                      <a:pt x="32" y="0"/>
                    </a:lnTo>
                    <a:lnTo>
                      <a:pt x="112" y="88"/>
                    </a:lnTo>
                    <a:close/>
                  </a:path>
                </a:pathLst>
              </a:custGeom>
              <a:grpFill/>
              <a:ln w="9525">
                <a:solidFill>
                  <a:schemeClr val="bg1"/>
                </a:solidFill>
                <a:round/>
                <a:headEnd/>
                <a:tailEnd/>
              </a:ln>
            </p:spPr>
            <p:txBody>
              <a:bodyPr/>
              <a:lstStyle/>
              <a:p>
                <a:endParaRPr lang="en-US"/>
              </a:p>
            </p:txBody>
          </p:sp>
          <p:sp>
            <p:nvSpPr>
              <p:cNvPr id="103718" name="Line 1155">
                <a:extLst>
                  <a:ext uri="{FF2B5EF4-FFF2-40B4-BE49-F238E27FC236}">
                    <a16:creationId xmlns:a16="http://schemas.microsoft.com/office/drawing/2014/main" id="{EF59FB26-95FD-4404-B7E9-74A96305864A}"/>
                  </a:ext>
                </a:extLst>
              </p:cNvPr>
              <p:cNvSpPr>
                <a:spLocks noChangeShapeType="1"/>
              </p:cNvSpPr>
              <p:nvPr/>
            </p:nvSpPr>
            <p:spPr bwMode="auto">
              <a:xfrm>
                <a:off x="3788" y="2068"/>
                <a:ext cx="72" cy="48"/>
              </a:xfrm>
              <a:prstGeom prst="line">
                <a:avLst/>
              </a:prstGeom>
              <a:grpFill/>
              <a:ln w="12700">
                <a:solidFill>
                  <a:schemeClr val="bg1"/>
                </a:solidFill>
                <a:round/>
                <a:headEnd/>
                <a:tailEnd/>
              </a:ln>
            </p:spPr>
            <p:txBody>
              <a:bodyPr/>
              <a:lstStyle/>
              <a:p>
                <a:endParaRPr lang="en-US"/>
              </a:p>
            </p:txBody>
          </p:sp>
          <p:sp>
            <p:nvSpPr>
              <p:cNvPr id="103719" name="Line 1156">
                <a:extLst>
                  <a:ext uri="{FF2B5EF4-FFF2-40B4-BE49-F238E27FC236}">
                    <a16:creationId xmlns:a16="http://schemas.microsoft.com/office/drawing/2014/main" id="{A56736E9-AEFD-4E7B-226A-DF1D2B17B83D}"/>
                  </a:ext>
                </a:extLst>
              </p:cNvPr>
              <p:cNvSpPr>
                <a:spLocks noChangeShapeType="1"/>
              </p:cNvSpPr>
              <p:nvPr/>
            </p:nvSpPr>
            <p:spPr bwMode="auto">
              <a:xfrm>
                <a:off x="3885" y="2132"/>
                <a:ext cx="71" cy="47"/>
              </a:xfrm>
              <a:prstGeom prst="line">
                <a:avLst/>
              </a:prstGeom>
              <a:grpFill/>
              <a:ln w="12700">
                <a:solidFill>
                  <a:schemeClr val="bg1"/>
                </a:solidFill>
                <a:round/>
                <a:headEnd/>
                <a:tailEnd/>
              </a:ln>
            </p:spPr>
            <p:txBody>
              <a:bodyPr/>
              <a:lstStyle/>
              <a:p>
                <a:endParaRPr lang="en-US"/>
              </a:p>
            </p:txBody>
          </p:sp>
          <p:sp>
            <p:nvSpPr>
              <p:cNvPr id="103720" name="Line 1157">
                <a:extLst>
                  <a:ext uri="{FF2B5EF4-FFF2-40B4-BE49-F238E27FC236}">
                    <a16:creationId xmlns:a16="http://schemas.microsoft.com/office/drawing/2014/main" id="{AFA27C23-540B-87FE-BEA8-3FAA9DD574E4}"/>
                  </a:ext>
                </a:extLst>
              </p:cNvPr>
              <p:cNvSpPr>
                <a:spLocks noChangeShapeType="1"/>
              </p:cNvSpPr>
              <p:nvPr/>
            </p:nvSpPr>
            <p:spPr bwMode="auto">
              <a:xfrm>
                <a:off x="3973" y="2196"/>
                <a:ext cx="70" cy="46"/>
              </a:xfrm>
              <a:prstGeom prst="line">
                <a:avLst/>
              </a:prstGeom>
              <a:grpFill/>
              <a:ln w="12700">
                <a:solidFill>
                  <a:schemeClr val="bg1"/>
                </a:solidFill>
                <a:round/>
                <a:headEnd/>
                <a:tailEnd/>
              </a:ln>
            </p:spPr>
            <p:txBody>
              <a:bodyPr/>
              <a:lstStyle/>
              <a:p>
                <a:endParaRPr lang="en-US"/>
              </a:p>
            </p:txBody>
          </p:sp>
          <p:sp>
            <p:nvSpPr>
              <p:cNvPr id="103721" name="Line 1158">
                <a:extLst>
                  <a:ext uri="{FF2B5EF4-FFF2-40B4-BE49-F238E27FC236}">
                    <a16:creationId xmlns:a16="http://schemas.microsoft.com/office/drawing/2014/main" id="{F09D7B3A-C674-3878-70FC-8EBF7A465279}"/>
                  </a:ext>
                </a:extLst>
              </p:cNvPr>
              <p:cNvSpPr>
                <a:spLocks noChangeShapeType="1"/>
              </p:cNvSpPr>
              <p:nvPr/>
            </p:nvSpPr>
            <p:spPr bwMode="auto">
              <a:xfrm>
                <a:off x="4067" y="2251"/>
                <a:ext cx="56" cy="40"/>
              </a:xfrm>
              <a:prstGeom prst="line">
                <a:avLst/>
              </a:prstGeom>
              <a:grpFill/>
              <a:ln w="12700">
                <a:solidFill>
                  <a:schemeClr val="bg1"/>
                </a:solidFill>
                <a:round/>
                <a:headEnd/>
                <a:tailEnd/>
              </a:ln>
            </p:spPr>
            <p:txBody>
              <a:bodyPr/>
              <a:lstStyle/>
              <a:p>
                <a:endParaRPr lang="en-US"/>
              </a:p>
            </p:txBody>
          </p:sp>
        </p:grpSp>
        <p:grpSp>
          <p:nvGrpSpPr>
            <p:cNvPr id="103651" name="Group 1159">
              <a:extLst>
                <a:ext uri="{FF2B5EF4-FFF2-40B4-BE49-F238E27FC236}">
                  <a16:creationId xmlns:a16="http://schemas.microsoft.com/office/drawing/2014/main" id="{7C287376-C7F6-B2BA-7C8D-2F78CB4C3DEF}"/>
                </a:ext>
              </a:extLst>
            </p:cNvPr>
            <p:cNvGrpSpPr>
              <a:grpSpLocks/>
            </p:cNvGrpSpPr>
            <p:nvPr/>
          </p:nvGrpSpPr>
          <p:grpSpPr bwMode="auto">
            <a:xfrm>
              <a:off x="4251" y="2084"/>
              <a:ext cx="431" cy="263"/>
              <a:chOff x="4251" y="2084"/>
              <a:chExt cx="431" cy="263"/>
            </a:xfrm>
            <a:grpFill/>
          </p:grpSpPr>
          <p:sp>
            <p:nvSpPr>
              <p:cNvPr id="103712" name="Freeform 1160">
                <a:extLst>
                  <a:ext uri="{FF2B5EF4-FFF2-40B4-BE49-F238E27FC236}">
                    <a16:creationId xmlns:a16="http://schemas.microsoft.com/office/drawing/2014/main" id="{062D4C3C-6887-58CF-488F-ACA59DE8CDFD}"/>
                  </a:ext>
                </a:extLst>
              </p:cNvPr>
              <p:cNvSpPr>
                <a:spLocks/>
              </p:cNvSpPr>
              <p:nvPr/>
            </p:nvSpPr>
            <p:spPr bwMode="auto">
              <a:xfrm>
                <a:off x="4570" y="2267"/>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 name="T15" fmla="*/ 0 w 112"/>
                  <a:gd name="T16" fmla="*/ 0 h 80"/>
                  <a:gd name="T17" fmla="*/ 112 w 112"/>
                  <a:gd name="T18" fmla="*/ 80 h 80"/>
                </a:gdLst>
                <a:ahLst/>
                <a:cxnLst>
                  <a:cxn ang="T10">
                    <a:pos x="T0" y="T1"/>
                  </a:cxn>
                  <a:cxn ang="T11">
                    <a:pos x="T2" y="T3"/>
                  </a:cxn>
                  <a:cxn ang="T12">
                    <a:pos x="T4" y="T5"/>
                  </a:cxn>
                  <a:cxn ang="T13">
                    <a:pos x="T6" y="T7"/>
                  </a:cxn>
                  <a:cxn ang="T14">
                    <a:pos x="T8" y="T9"/>
                  </a:cxn>
                </a:cxnLst>
                <a:rect l="T15" t="T16" r="T17" b="T18"/>
                <a:pathLst>
                  <a:path w="112" h="80">
                    <a:moveTo>
                      <a:pt x="112" y="80"/>
                    </a:moveTo>
                    <a:lnTo>
                      <a:pt x="0" y="48"/>
                    </a:lnTo>
                    <a:lnTo>
                      <a:pt x="16" y="24"/>
                    </a:lnTo>
                    <a:lnTo>
                      <a:pt x="32" y="0"/>
                    </a:lnTo>
                    <a:lnTo>
                      <a:pt x="112" y="80"/>
                    </a:lnTo>
                    <a:close/>
                  </a:path>
                </a:pathLst>
              </a:custGeom>
              <a:grpFill/>
              <a:ln w="9525">
                <a:solidFill>
                  <a:schemeClr val="bg1"/>
                </a:solidFill>
                <a:round/>
                <a:headEnd/>
                <a:tailEnd/>
              </a:ln>
            </p:spPr>
            <p:txBody>
              <a:bodyPr/>
              <a:lstStyle/>
              <a:p>
                <a:endParaRPr lang="en-US"/>
              </a:p>
            </p:txBody>
          </p:sp>
          <p:sp>
            <p:nvSpPr>
              <p:cNvPr id="103713" name="Line 1161">
                <a:extLst>
                  <a:ext uri="{FF2B5EF4-FFF2-40B4-BE49-F238E27FC236}">
                    <a16:creationId xmlns:a16="http://schemas.microsoft.com/office/drawing/2014/main" id="{4AB08C9A-5CAE-D59C-835B-6FF26A31BB1E}"/>
                  </a:ext>
                </a:extLst>
              </p:cNvPr>
              <p:cNvSpPr>
                <a:spLocks noChangeShapeType="1"/>
              </p:cNvSpPr>
              <p:nvPr/>
            </p:nvSpPr>
            <p:spPr bwMode="auto">
              <a:xfrm>
                <a:off x="4251" y="2084"/>
                <a:ext cx="72" cy="48"/>
              </a:xfrm>
              <a:prstGeom prst="line">
                <a:avLst/>
              </a:prstGeom>
              <a:grpFill/>
              <a:ln w="12700">
                <a:solidFill>
                  <a:schemeClr val="bg1"/>
                </a:solidFill>
                <a:round/>
                <a:headEnd/>
                <a:tailEnd/>
              </a:ln>
            </p:spPr>
            <p:txBody>
              <a:bodyPr/>
              <a:lstStyle/>
              <a:p>
                <a:endParaRPr lang="en-US"/>
              </a:p>
            </p:txBody>
          </p:sp>
          <p:sp>
            <p:nvSpPr>
              <p:cNvPr id="103714" name="Line 1162">
                <a:extLst>
                  <a:ext uri="{FF2B5EF4-FFF2-40B4-BE49-F238E27FC236}">
                    <a16:creationId xmlns:a16="http://schemas.microsoft.com/office/drawing/2014/main" id="{501C5458-8E87-3ED6-63A3-8720A61537EC}"/>
                  </a:ext>
                </a:extLst>
              </p:cNvPr>
              <p:cNvSpPr>
                <a:spLocks noChangeShapeType="1"/>
              </p:cNvSpPr>
              <p:nvPr/>
            </p:nvSpPr>
            <p:spPr bwMode="auto">
              <a:xfrm>
                <a:off x="4348" y="2140"/>
                <a:ext cx="71" cy="47"/>
              </a:xfrm>
              <a:prstGeom prst="line">
                <a:avLst/>
              </a:prstGeom>
              <a:grpFill/>
              <a:ln w="12700">
                <a:solidFill>
                  <a:schemeClr val="bg1"/>
                </a:solidFill>
                <a:round/>
                <a:headEnd/>
                <a:tailEnd/>
              </a:ln>
            </p:spPr>
            <p:txBody>
              <a:bodyPr/>
              <a:lstStyle/>
              <a:p>
                <a:endParaRPr lang="en-US"/>
              </a:p>
            </p:txBody>
          </p:sp>
          <p:sp>
            <p:nvSpPr>
              <p:cNvPr id="103715" name="Line 1163">
                <a:extLst>
                  <a:ext uri="{FF2B5EF4-FFF2-40B4-BE49-F238E27FC236}">
                    <a16:creationId xmlns:a16="http://schemas.microsoft.com/office/drawing/2014/main" id="{24EC31DC-814B-78F0-ACDD-BEEC788BCFA5}"/>
                  </a:ext>
                </a:extLst>
              </p:cNvPr>
              <p:cNvSpPr>
                <a:spLocks noChangeShapeType="1"/>
              </p:cNvSpPr>
              <p:nvPr/>
            </p:nvSpPr>
            <p:spPr bwMode="auto">
              <a:xfrm>
                <a:off x="4443" y="2203"/>
                <a:ext cx="71" cy="39"/>
              </a:xfrm>
              <a:prstGeom prst="line">
                <a:avLst/>
              </a:prstGeom>
              <a:grpFill/>
              <a:ln w="12700">
                <a:solidFill>
                  <a:schemeClr val="bg1"/>
                </a:solidFill>
                <a:round/>
                <a:headEnd/>
                <a:tailEnd/>
              </a:ln>
            </p:spPr>
            <p:txBody>
              <a:bodyPr/>
              <a:lstStyle/>
              <a:p>
                <a:endParaRPr lang="en-US"/>
              </a:p>
            </p:txBody>
          </p:sp>
          <p:sp>
            <p:nvSpPr>
              <p:cNvPr id="103716" name="Line 1164">
                <a:extLst>
                  <a:ext uri="{FF2B5EF4-FFF2-40B4-BE49-F238E27FC236}">
                    <a16:creationId xmlns:a16="http://schemas.microsoft.com/office/drawing/2014/main" id="{D82482D9-D94D-6AF3-2D6C-13C0637D9964}"/>
                  </a:ext>
                </a:extLst>
              </p:cNvPr>
              <p:cNvSpPr>
                <a:spLocks noChangeShapeType="1"/>
              </p:cNvSpPr>
              <p:nvPr/>
            </p:nvSpPr>
            <p:spPr bwMode="auto">
              <a:xfrm>
                <a:off x="4539" y="2259"/>
                <a:ext cx="47" cy="31"/>
              </a:xfrm>
              <a:prstGeom prst="line">
                <a:avLst/>
              </a:prstGeom>
              <a:grpFill/>
              <a:ln w="12700">
                <a:solidFill>
                  <a:schemeClr val="bg1"/>
                </a:solidFill>
                <a:round/>
                <a:headEnd/>
                <a:tailEnd/>
              </a:ln>
            </p:spPr>
            <p:txBody>
              <a:bodyPr/>
              <a:lstStyle/>
              <a:p>
                <a:endParaRPr lang="en-US"/>
              </a:p>
            </p:txBody>
          </p:sp>
        </p:grpSp>
        <p:grpSp>
          <p:nvGrpSpPr>
            <p:cNvPr id="103652" name="Group 1165">
              <a:extLst>
                <a:ext uri="{FF2B5EF4-FFF2-40B4-BE49-F238E27FC236}">
                  <a16:creationId xmlns:a16="http://schemas.microsoft.com/office/drawing/2014/main" id="{BEC12EEF-0A3E-E481-73E0-98616D7D8941}"/>
                </a:ext>
              </a:extLst>
            </p:cNvPr>
            <p:cNvGrpSpPr>
              <a:grpSpLocks/>
            </p:cNvGrpSpPr>
            <p:nvPr/>
          </p:nvGrpSpPr>
          <p:grpSpPr bwMode="auto">
            <a:xfrm>
              <a:off x="4236" y="3001"/>
              <a:ext cx="430" cy="279"/>
              <a:chOff x="4236" y="3001"/>
              <a:chExt cx="430" cy="279"/>
            </a:xfrm>
            <a:grpFill/>
          </p:grpSpPr>
          <p:sp>
            <p:nvSpPr>
              <p:cNvPr id="103707" name="Freeform 1166">
                <a:extLst>
                  <a:ext uri="{FF2B5EF4-FFF2-40B4-BE49-F238E27FC236}">
                    <a16:creationId xmlns:a16="http://schemas.microsoft.com/office/drawing/2014/main" id="{8AFCC0B9-61EC-1FF3-3D50-340E4DCFCD95}"/>
                  </a:ext>
                </a:extLst>
              </p:cNvPr>
              <p:cNvSpPr>
                <a:spLocks/>
              </p:cNvSpPr>
              <p:nvPr/>
            </p:nvSpPr>
            <p:spPr bwMode="auto">
              <a:xfrm>
                <a:off x="4554" y="3001"/>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32" y="88"/>
                    </a:lnTo>
                    <a:lnTo>
                      <a:pt x="16" y="64"/>
                    </a:lnTo>
                    <a:lnTo>
                      <a:pt x="0" y="40"/>
                    </a:lnTo>
                    <a:lnTo>
                      <a:pt x="112" y="0"/>
                    </a:lnTo>
                    <a:close/>
                  </a:path>
                </a:pathLst>
              </a:custGeom>
              <a:grpFill/>
              <a:ln w="9525">
                <a:solidFill>
                  <a:schemeClr val="bg1"/>
                </a:solidFill>
                <a:round/>
                <a:headEnd/>
                <a:tailEnd/>
              </a:ln>
            </p:spPr>
            <p:txBody>
              <a:bodyPr/>
              <a:lstStyle/>
              <a:p>
                <a:endParaRPr lang="en-US"/>
              </a:p>
            </p:txBody>
          </p:sp>
          <p:sp>
            <p:nvSpPr>
              <p:cNvPr id="103708" name="Line 1167">
                <a:extLst>
                  <a:ext uri="{FF2B5EF4-FFF2-40B4-BE49-F238E27FC236}">
                    <a16:creationId xmlns:a16="http://schemas.microsoft.com/office/drawing/2014/main" id="{F1018080-168B-A61D-B372-16599A52867A}"/>
                  </a:ext>
                </a:extLst>
              </p:cNvPr>
              <p:cNvSpPr>
                <a:spLocks noChangeShapeType="1"/>
              </p:cNvSpPr>
              <p:nvPr/>
            </p:nvSpPr>
            <p:spPr bwMode="auto">
              <a:xfrm flipV="1">
                <a:off x="4236" y="3233"/>
                <a:ext cx="71" cy="47"/>
              </a:xfrm>
              <a:prstGeom prst="line">
                <a:avLst/>
              </a:prstGeom>
              <a:grpFill/>
              <a:ln w="12700">
                <a:solidFill>
                  <a:schemeClr val="bg1"/>
                </a:solidFill>
                <a:round/>
                <a:headEnd/>
                <a:tailEnd/>
              </a:ln>
            </p:spPr>
            <p:txBody>
              <a:bodyPr/>
              <a:lstStyle/>
              <a:p>
                <a:endParaRPr lang="en-US"/>
              </a:p>
            </p:txBody>
          </p:sp>
          <p:sp>
            <p:nvSpPr>
              <p:cNvPr id="103709" name="Line 1168">
                <a:extLst>
                  <a:ext uri="{FF2B5EF4-FFF2-40B4-BE49-F238E27FC236}">
                    <a16:creationId xmlns:a16="http://schemas.microsoft.com/office/drawing/2014/main" id="{41027E6D-8C51-6345-3FB9-D2F7B6CBA562}"/>
                  </a:ext>
                </a:extLst>
              </p:cNvPr>
              <p:cNvSpPr>
                <a:spLocks noChangeShapeType="1"/>
              </p:cNvSpPr>
              <p:nvPr/>
            </p:nvSpPr>
            <p:spPr bwMode="auto">
              <a:xfrm flipV="1">
                <a:off x="4332" y="3169"/>
                <a:ext cx="71" cy="47"/>
              </a:xfrm>
              <a:prstGeom prst="line">
                <a:avLst/>
              </a:prstGeom>
              <a:grpFill/>
              <a:ln w="12700">
                <a:solidFill>
                  <a:schemeClr val="bg1"/>
                </a:solidFill>
                <a:round/>
                <a:headEnd/>
                <a:tailEnd/>
              </a:ln>
            </p:spPr>
            <p:txBody>
              <a:bodyPr/>
              <a:lstStyle/>
              <a:p>
                <a:endParaRPr lang="en-US"/>
              </a:p>
            </p:txBody>
          </p:sp>
          <p:sp>
            <p:nvSpPr>
              <p:cNvPr id="103710" name="Line 1169">
                <a:extLst>
                  <a:ext uri="{FF2B5EF4-FFF2-40B4-BE49-F238E27FC236}">
                    <a16:creationId xmlns:a16="http://schemas.microsoft.com/office/drawing/2014/main" id="{239A7A17-458F-930B-CAFE-102DB1048FC0}"/>
                  </a:ext>
                </a:extLst>
              </p:cNvPr>
              <p:cNvSpPr>
                <a:spLocks noChangeShapeType="1"/>
              </p:cNvSpPr>
              <p:nvPr/>
            </p:nvSpPr>
            <p:spPr bwMode="auto">
              <a:xfrm flipV="1">
                <a:off x="4419" y="3114"/>
                <a:ext cx="80" cy="47"/>
              </a:xfrm>
              <a:prstGeom prst="line">
                <a:avLst/>
              </a:prstGeom>
              <a:grpFill/>
              <a:ln w="12700">
                <a:solidFill>
                  <a:schemeClr val="bg1"/>
                </a:solidFill>
                <a:round/>
                <a:headEnd/>
                <a:tailEnd/>
              </a:ln>
            </p:spPr>
            <p:txBody>
              <a:bodyPr/>
              <a:lstStyle/>
              <a:p>
                <a:endParaRPr lang="en-US"/>
              </a:p>
            </p:txBody>
          </p:sp>
          <p:sp>
            <p:nvSpPr>
              <p:cNvPr id="103711" name="Line 1170">
                <a:extLst>
                  <a:ext uri="{FF2B5EF4-FFF2-40B4-BE49-F238E27FC236}">
                    <a16:creationId xmlns:a16="http://schemas.microsoft.com/office/drawing/2014/main" id="{642DDA95-FFD3-2C88-FE91-8297C32DB444}"/>
                  </a:ext>
                </a:extLst>
              </p:cNvPr>
              <p:cNvSpPr>
                <a:spLocks noChangeShapeType="1"/>
              </p:cNvSpPr>
              <p:nvPr/>
            </p:nvSpPr>
            <p:spPr bwMode="auto">
              <a:xfrm flipV="1">
                <a:off x="4515" y="3066"/>
                <a:ext cx="55" cy="31"/>
              </a:xfrm>
              <a:prstGeom prst="line">
                <a:avLst/>
              </a:prstGeom>
              <a:grpFill/>
              <a:ln w="12700">
                <a:solidFill>
                  <a:schemeClr val="bg1"/>
                </a:solidFill>
                <a:round/>
                <a:headEnd/>
                <a:tailEnd/>
              </a:ln>
            </p:spPr>
            <p:txBody>
              <a:bodyPr/>
              <a:lstStyle/>
              <a:p>
                <a:endParaRPr lang="en-US"/>
              </a:p>
            </p:txBody>
          </p:sp>
        </p:grpSp>
        <p:grpSp>
          <p:nvGrpSpPr>
            <p:cNvPr id="103653" name="Group 1171">
              <a:extLst>
                <a:ext uri="{FF2B5EF4-FFF2-40B4-BE49-F238E27FC236}">
                  <a16:creationId xmlns:a16="http://schemas.microsoft.com/office/drawing/2014/main" id="{02B6F7BE-0A68-1467-BA7F-7A3338EC2279}"/>
                </a:ext>
              </a:extLst>
            </p:cNvPr>
            <p:cNvGrpSpPr>
              <a:grpSpLocks/>
            </p:cNvGrpSpPr>
            <p:nvPr/>
          </p:nvGrpSpPr>
          <p:grpSpPr bwMode="auto">
            <a:xfrm>
              <a:off x="3772" y="2682"/>
              <a:ext cx="423" cy="287"/>
              <a:chOff x="3772" y="2682"/>
              <a:chExt cx="423" cy="287"/>
            </a:xfrm>
            <a:grpFill/>
          </p:grpSpPr>
          <p:sp>
            <p:nvSpPr>
              <p:cNvPr id="103702" name="Freeform 1172">
                <a:extLst>
                  <a:ext uri="{FF2B5EF4-FFF2-40B4-BE49-F238E27FC236}">
                    <a16:creationId xmlns:a16="http://schemas.microsoft.com/office/drawing/2014/main" id="{71B62FFE-B66D-9E24-00AF-91778F63920A}"/>
                  </a:ext>
                </a:extLst>
              </p:cNvPr>
              <p:cNvSpPr>
                <a:spLocks/>
              </p:cNvSpPr>
              <p:nvPr/>
            </p:nvSpPr>
            <p:spPr bwMode="auto">
              <a:xfrm>
                <a:off x="4083" y="2881"/>
                <a:ext cx="112" cy="88"/>
              </a:xfrm>
              <a:custGeom>
                <a:avLst/>
                <a:gdLst>
                  <a:gd name="T0" fmla="*/ 112 w 112"/>
                  <a:gd name="T1" fmla="*/ 88 h 88"/>
                  <a:gd name="T2" fmla="*/ 0 w 112"/>
                  <a:gd name="T3" fmla="*/ 48 h 88"/>
                  <a:gd name="T4" fmla="*/ 16 w 112"/>
                  <a:gd name="T5" fmla="*/ 24 h 88"/>
                  <a:gd name="T6" fmla="*/ 32 w 112"/>
                  <a:gd name="T7" fmla="*/ 0 h 88"/>
                  <a:gd name="T8" fmla="*/ 112 w 112"/>
                  <a:gd name="T9" fmla="*/ 88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88"/>
                    </a:moveTo>
                    <a:lnTo>
                      <a:pt x="0" y="48"/>
                    </a:lnTo>
                    <a:lnTo>
                      <a:pt x="16" y="24"/>
                    </a:lnTo>
                    <a:lnTo>
                      <a:pt x="32" y="0"/>
                    </a:lnTo>
                    <a:lnTo>
                      <a:pt x="112" y="88"/>
                    </a:lnTo>
                    <a:close/>
                  </a:path>
                </a:pathLst>
              </a:custGeom>
              <a:grpFill/>
              <a:ln w="9525">
                <a:solidFill>
                  <a:schemeClr val="bg1"/>
                </a:solidFill>
                <a:round/>
                <a:headEnd/>
                <a:tailEnd/>
              </a:ln>
            </p:spPr>
            <p:txBody>
              <a:bodyPr/>
              <a:lstStyle/>
              <a:p>
                <a:endParaRPr lang="en-US"/>
              </a:p>
            </p:txBody>
          </p:sp>
          <p:sp>
            <p:nvSpPr>
              <p:cNvPr id="103703" name="Line 1173">
                <a:extLst>
                  <a:ext uri="{FF2B5EF4-FFF2-40B4-BE49-F238E27FC236}">
                    <a16:creationId xmlns:a16="http://schemas.microsoft.com/office/drawing/2014/main" id="{B6F9FE31-22F9-1B1E-AEF2-B0614835D10F}"/>
                  </a:ext>
                </a:extLst>
              </p:cNvPr>
              <p:cNvSpPr>
                <a:spLocks noChangeShapeType="1"/>
              </p:cNvSpPr>
              <p:nvPr/>
            </p:nvSpPr>
            <p:spPr bwMode="auto">
              <a:xfrm>
                <a:off x="3772" y="2682"/>
                <a:ext cx="72" cy="48"/>
              </a:xfrm>
              <a:prstGeom prst="line">
                <a:avLst/>
              </a:prstGeom>
              <a:grpFill/>
              <a:ln w="12700">
                <a:solidFill>
                  <a:schemeClr val="bg1"/>
                </a:solidFill>
                <a:round/>
                <a:headEnd/>
                <a:tailEnd/>
              </a:ln>
            </p:spPr>
            <p:txBody>
              <a:bodyPr/>
              <a:lstStyle/>
              <a:p>
                <a:endParaRPr lang="en-US"/>
              </a:p>
            </p:txBody>
          </p:sp>
          <p:sp>
            <p:nvSpPr>
              <p:cNvPr id="103704" name="Line 1174">
                <a:extLst>
                  <a:ext uri="{FF2B5EF4-FFF2-40B4-BE49-F238E27FC236}">
                    <a16:creationId xmlns:a16="http://schemas.microsoft.com/office/drawing/2014/main" id="{6AF01A84-3A91-7D63-F8F6-DC95A16EC4E3}"/>
                  </a:ext>
                </a:extLst>
              </p:cNvPr>
              <p:cNvSpPr>
                <a:spLocks noChangeShapeType="1"/>
              </p:cNvSpPr>
              <p:nvPr/>
            </p:nvSpPr>
            <p:spPr bwMode="auto">
              <a:xfrm>
                <a:off x="3868" y="2746"/>
                <a:ext cx="72" cy="48"/>
              </a:xfrm>
              <a:prstGeom prst="line">
                <a:avLst/>
              </a:prstGeom>
              <a:grpFill/>
              <a:ln w="12700">
                <a:solidFill>
                  <a:schemeClr val="bg1"/>
                </a:solidFill>
                <a:round/>
                <a:headEnd/>
                <a:tailEnd/>
              </a:ln>
            </p:spPr>
            <p:txBody>
              <a:bodyPr/>
              <a:lstStyle/>
              <a:p>
                <a:endParaRPr lang="en-US"/>
              </a:p>
            </p:txBody>
          </p:sp>
          <p:sp>
            <p:nvSpPr>
              <p:cNvPr id="103705" name="Line 1175">
                <a:extLst>
                  <a:ext uri="{FF2B5EF4-FFF2-40B4-BE49-F238E27FC236}">
                    <a16:creationId xmlns:a16="http://schemas.microsoft.com/office/drawing/2014/main" id="{2267F24D-7F24-03B1-0AD8-923BB58B146F}"/>
                  </a:ext>
                </a:extLst>
              </p:cNvPr>
              <p:cNvSpPr>
                <a:spLocks noChangeShapeType="1"/>
              </p:cNvSpPr>
              <p:nvPr/>
            </p:nvSpPr>
            <p:spPr bwMode="auto">
              <a:xfrm>
                <a:off x="3957" y="2810"/>
                <a:ext cx="70" cy="46"/>
              </a:xfrm>
              <a:prstGeom prst="line">
                <a:avLst/>
              </a:prstGeom>
              <a:grpFill/>
              <a:ln w="12700">
                <a:solidFill>
                  <a:schemeClr val="bg1"/>
                </a:solidFill>
                <a:round/>
                <a:headEnd/>
                <a:tailEnd/>
              </a:ln>
            </p:spPr>
            <p:txBody>
              <a:bodyPr/>
              <a:lstStyle/>
              <a:p>
                <a:endParaRPr lang="en-US"/>
              </a:p>
            </p:txBody>
          </p:sp>
          <p:sp>
            <p:nvSpPr>
              <p:cNvPr id="103706" name="Line 1176">
                <a:extLst>
                  <a:ext uri="{FF2B5EF4-FFF2-40B4-BE49-F238E27FC236}">
                    <a16:creationId xmlns:a16="http://schemas.microsoft.com/office/drawing/2014/main" id="{D911E87B-FC92-B7FB-D4EF-04DB065278A4}"/>
                  </a:ext>
                </a:extLst>
              </p:cNvPr>
              <p:cNvSpPr>
                <a:spLocks noChangeShapeType="1"/>
              </p:cNvSpPr>
              <p:nvPr/>
            </p:nvSpPr>
            <p:spPr bwMode="auto">
              <a:xfrm>
                <a:off x="4051" y="2873"/>
                <a:ext cx="48" cy="31"/>
              </a:xfrm>
              <a:prstGeom prst="line">
                <a:avLst/>
              </a:prstGeom>
              <a:grpFill/>
              <a:ln w="12700">
                <a:solidFill>
                  <a:schemeClr val="bg1"/>
                </a:solidFill>
                <a:round/>
                <a:headEnd/>
                <a:tailEnd/>
              </a:ln>
            </p:spPr>
            <p:txBody>
              <a:bodyPr/>
              <a:lstStyle/>
              <a:p>
                <a:endParaRPr lang="en-US"/>
              </a:p>
            </p:txBody>
          </p:sp>
        </p:grpSp>
        <p:grpSp>
          <p:nvGrpSpPr>
            <p:cNvPr id="103654" name="Group 1177">
              <a:extLst>
                <a:ext uri="{FF2B5EF4-FFF2-40B4-BE49-F238E27FC236}">
                  <a16:creationId xmlns:a16="http://schemas.microsoft.com/office/drawing/2014/main" id="{ACA76497-DFF8-CC76-E4ED-409DCA245441}"/>
                </a:ext>
              </a:extLst>
            </p:cNvPr>
            <p:cNvGrpSpPr>
              <a:grpSpLocks/>
            </p:cNvGrpSpPr>
            <p:nvPr/>
          </p:nvGrpSpPr>
          <p:grpSpPr bwMode="auto">
            <a:xfrm>
              <a:off x="3780" y="2387"/>
              <a:ext cx="431" cy="279"/>
              <a:chOff x="3780" y="2387"/>
              <a:chExt cx="431" cy="279"/>
            </a:xfrm>
            <a:grpFill/>
          </p:grpSpPr>
          <p:sp>
            <p:nvSpPr>
              <p:cNvPr id="103697" name="Freeform 1178">
                <a:extLst>
                  <a:ext uri="{FF2B5EF4-FFF2-40B4-BE49-F238E27FC236}">
                    <a16:creationId xmlns:a16="http://schemas.microsoft.com/office/drawing/2014/main" id="{C44337BD-9D40-E53E-C4F3-AFA6E9A7F260}"/>
                  </a:ext>
                </a:extLst>
              </p:cNvPr>
              <p:cNvSpPr>
                <a:spLocks/>
              </p:cNvSpPr>
              <p:nvPr/>
            </p:nvSpPr>
            <p:spPr bwMode="auto">
              <a:xfrm>
                <a:off x="4099" y="2578"/>
                <a:ext cx="112" cy="88"/>
              </a:xfrm>
              <a:custGeom>
                <a:avLst/>
                <a:gdLst>
                  <a:gd name="T0" fmla="*/ 112 w 112"/>
                  <a:gd name="T1" fmla="*/ 88 h 88"/>
                  <a:gd name="T2" fmla="*/ 0 w 112"/>
                  <a:gd name="T3" fmla="*/ 48 h 88"/>
                  <a:gd name="T4" fmla="*/ 16 w 112"/>
                  <a:gd name="T5" fmla="*/ 24 h 88"/>
                  <a:gd name="T6" fmla="*/ 32 w 112"/>
                  <a:gd name="T7" fmla="*/ 0 h 88"/>
                  <a:gd name="T8" fmla="*/ 112 w 112"/>
                  <a:gd name="T9" fmla="*/ 88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88"/>
                    </a:moveTo>
                    <a:lnTo>
                      <a:pt x="0" y="48"/>
                    </a:lnTo>
                    <a:lnTo>
                      <a:pt x="16" y="24"/>
                    </a:lnTo>
                    <a:lnTo>
                      <a:pt x="32" y="0"/>
                    </a:lnTo>
                    <a:lnTo>
                      <a:pt x="112" y="88"/>
                    </a:lnTo>
                    <a:close/>
                  </a:path>
                </a:pathLst>
              </a:custGeom>
              <a:grpFill/>
              <a:ln w="9525">
                <a:solidFill>
                  <a:schemeClr val="bg1"/>
                </a:solidFill>
                <a:round/>
                <a:headEnd/>
                <a:tailEnd/>
              </a:ln>
            </p:spPr>
            <p:txBody>
              <a:bodyPr/>
              <a:lstStyle/>
              <a:p>
                <a:endParaRPr lang="en-US"/>
              </a:p>
            </p:txBody>
          </p:sp>
          <p:sp>
            <p:nvSpPr>
              <p:cNvPr id="103698" name="Line 1179">
                <a:extLst>
                  <a:ext uri="{FF2B5EF4-FFF2-40B4-BE49-F238E27FC236}">
                    <a16:creationId xmlns:a16="http://schemas.microsoft.com/office/drawing/2014/main" id="{76A4504F-9721-A1BF-6B7E-9554733224AB}"/>
                  </a:ext>
                </a:extLst>
              </p:cNvPr>
              <p:cNvSpPr>
                <a:spLocks noChangeShapeType="1"/>
              </p:cNvSpPr>
              <p:nvPr/>
            </p:nvSpPr>
            <p:spPr bwMode="auto">
              <a:xfrm>
                <a:off x="3780" y="2387"/>
                <a:ext cx="72" cy="48"/>
              </a:xfrm>
              <a:prstGeom prst="line">
                <a:avLst/>
              </a:prstGeom>
              <a:grpFill/>
              <a:ln w="12700">
                <a:solidFill>
                  <a:schemeClr val="bg1"/>
                </a:solidFill>
                <a:round/>
                <a:headEnd/>
                <a:tailEnd/>
              </a:ln>
            </p:spPr>
            <p:txBody>
              <a:bodyPr/>
              <a:lstStyle/>
              <a:p>
                <a:endParaRPr lang="en-US"/>
              </a:p>
            </p:txBody>
          </p:sp>
          <p:sp>
            <p:nvSpPr>
              <p:cNvPr id="103699" name="Line 1180">
                <a:extLst>
                  <a:ext uri="{FF2B5EF4-FFF2-40B4-BE49-F238E27FC236}">
                    <a16:creationId xmlns:a16="http://schemas.microsoft.com/office/drawing/2014/main" id="{53267069-3A8F-CB87-DEA5-3E4C34B8ADF3}"/>
                  </a:ext>
                </a:extLst>
              </p:cNvPr>
              <p:cNvSpPr>
                <a:spLocks noChangeShapeType="1"/>
              </p:cNvSpPr>
              <p:nvPr/>
            </p:nvSpPr>
            <p:spPr bwMode="auto">
              <a:xfrm>
                <a:off x="3877" y="2451"/>
                <a:ext cx="71" cy="47"/>
              </a:xfrm>
              <a:prstGeom prst="line">
                <a:avLst/>
              </a:prstGeom>
              <a:grpFill/>
              <a:ln w="12700">
                <a:solidFill>
                  <a:schemeClr val="bg1"/>
                </a:solidFill>
                <a:round/>
                <a:headEnd/>
                <a:tailEnd/>
              </a:ln>
            </p:spPr>
            <p:txBody>
              <a:bodyPr/>
              <a:lstStyle/>
              <a:p>
                <a:endParaRPr lang="en-US"/>
              </a:p>
            </p:txBody>
          </p:sp>
          <p:sp>
            <p:nvSpPr>
              <p:cNvPr id="103700" name="Line 1181">
                <a:extLst>
                  <a:ext uri="{FF2B5EF4-FFF2-40B4-BE49-F238E27FC236}">
                    <a16:creationId xmlns:a16="http://schemas.microsoft.com/office/drawing/2014/main" id="{3C2DB6F3-07DC-021E-F889-61ED27141583}"/>
                  </a:ext>
                </a:extLst>
              </p:cNvPr>
              <p:cNvSpPr>
                <a:spLocks noChangeShapeType="1"/>
              </p:cNvSpPr>
              <p:nvPr/>
            </p:nvSpPr>
            <p:spPr bwMode="auto">
              <a:xfrm>
                <a:off x="3965" y="2507"/>
                <a:ext cx="78" cy="46"/>
              </a:xfrm>
              <a:prstGeom prst="line">
                <a:avLst/>
              </a:prstGeom>
              <a:grpFill/>
              <a:ln w="12700">
                <a:solidFill>
                  <a:schemeClr val="bg1"/>
                </a:solidFill>
                <a:round/>
                <a:headEnd/>
                <a:tailEnd/>
              </a:ln>
            </p:spPr>
            <p:txBody>
              <a:bodyPr/>
              <a:lstStyle/>
              <a:p>
                <a:endParaRPr lang="en-US"/>
              </a:p>
            </p:txBody>
          </p:sp>
          <p:sp>
            <p:nvSpPr>
              <p:cNvPr id="103701" name="Line 1182">
                <a:extLst>
                  <a:ext uri="{FF2B5EF4-FFF2-40B4-BE49-F238E27FC236}">
                    <a16:creationId xmlns:a16="http://schemas.microsoft.com/office/drawing/2014/main" id="{A05A6205-CDAC-3150-6006-7AC8334DCBC4}"/>
                  </a:ext>
                </a:extLst>
              </p:cNvPr>
              <p:cNvSpPr>
                <a:spLocks noChangeShapeType="1"/>
              </p:cNvSpPr>
              <p:nvPr/>
            </p:nvSpPr>
            <p:spPr bwMode="auto">
              <a:xfrm>
                <a:off x="4060" y="2570"/>
                <a:ext cx="55" cy="31"/>
              </a:xfrm>
              <a:prstGeom prst="line">
                <a:avLst/>
              </a:prstGeom>
              <a:grpFill/>
              <a:ln w="12700">
                <a:solidFill>
                  <a:schemeClr val="bg1"/>
                </a:solidFill>
                <a:round/>
                <a:headEnd/>
                <a:tailEnd/>
              </a:ln>
            </p:spPr>
            <p:txBody>
              <a:bodyPr/>
              <a:lstStyle/>
              <a:p>
                <a:endParaRPr lang="en-US"/>
              </a:p>
            </p:txBody>
          </p:sp>
        </p:grpSp>
        <p:grpSp>
          <p:nvGrpSpPr>
            <p:cNvPr id="103655" name="Group 1183">
              <a:extLst>
                <a:ext uri="{FF2B5EF4-FFF2-40B4-BE49-F238E27FC236}">
                  <a16:creationId xmlns:a16="http://schemas.microsoft.com/office/drawing/2014/main" id="{8EC36937-D0F9-4350-4ED8-E91A0D0D5AD7}"/>
                </a:ext>
              </a:extLst>
            </p:cNvPr>
            <p:cNvGrpSpPr>
              <a:grpSpLocks/>
            </p:cNvGrpSpPr>
            <p:nvPr/>
          </p:nvGrpSpPr>
          <p:grpSpPr bwMode="auto">
            <a:xfrm>
              <a:off x="3780" y="1781"/>
              <a:ext cx="415" cy="263"/>
              <a:chOff x="3780" y="1781"/>
              <a:chExt cx="415" cy="263"/>
            </a:xfrm>
            <a:grpFill/>
          </p:grpSpPr>
          <p:sp>
            <p:nvSpPr>
              <p:cNvPr id="103692" name="Freeform 1184">
                <a:extLst>
                  <a:ext uri="{FF2B5EF4-FFF2-40B4-BE49-F238E27FC236}">
                    <a16:creationId xmlns:a16="http://schemas.microsoft.com/office/drawing/2014/main" id="{9E1A592C-2B7F-07AE-E100-3B13A966425D}"/>
                  </a:ext>
                </a:extLst>
              </p:cNvPr>
              <p:cNvSpPr>
                <a:spLocks/>
              </p:cNvSpPr>
              <p:nvPr/>
            </p:nvSpPr>
            <p:spPr bwMode="auto">
              <a:xfrm>
                <a:off x="4083" y="1781"/>
                <a:ext cx="112" cy="87"/>
              </a:xfrm>
              <a:custGeom>
                <a:avLst/>
                <a:gdLst>
                  <a:gd name="T0" fmla="*/ 112 w 112"/>
                  <a:gd name="T1" fmla="*/ 0 h 87"/>
                  <a:gd name="T2" fmla="*/ 32 w 112"/>
                  <a:gd name="T3" fmla="*/ 87 h 87"/>
                  <a:gd name="T4" fmla="*/ 16 w 112"/>
                  <a:gd name="T5" fmla="*/ 64 h 87"/>
                  <a:gd name="T6" fmla="*/ 0 w 112"/>
                  <a:gd name="T7" fmla="*/ 40 h 87"/>
                  <a:gd name="T8" fmla="*/ 112 w 112"/>
                  <a:gd name="T9" fmla="*/ 0 h 87"/>
                  <a:gd name="T10" fmla="*/ 0 60000 65536"/>
                  <a:gd name="T11" fmla="*/ 0 60000 65536"/>
                  <a:gd name="T12" fmla="*/ 0 60000 65536"/>
                  <a:gd name="T13" fmla="*/ 0 60000 65536"/>
                  <a:gd name="T14" fmla="*/ 0 60000 65536"/>
                  <a:gd name="T15" fmla="*/ 0 w 112"/>
                  <a:gd name="T16" fmla="*/ 0 h 87"/>
                  <a:gd name="T17" fmla="*/ 112 w 112"/>
                  <a:gd name="T18" fmla="*/ 87 h 87"/>
                </a:gdLst>
                <a:ahLst/>
                <a:cxnLst>
                  <a:cxn ang="T10">
                    <a:pos x="T0" y="T1"/>
                  </a:cxn>
                  <a:cxn ang="T11">
                    <a:pos x="T2" y="T3"/>
                  </a:cxn>
                  <a:cxn ang="T12">
                    <a:pos x="T4" y="T5"/>
                  </a:cxn>
                  <a:cxn ang="T13">
                    <a:pos x="T6" y="T7"/>
                  </a:cxn>
                  <a:cxn ang="T14">
                    <a:pos x="T8" y="T9"/>
                  </a:cxn>
                </a:cxnLst>
                <a:rect l="T15" t="T16" r="T17" b="T18"/>
                <a:pathLst>
                  <a:path w="112" h="87">
                    <a:moveTo>
                      <a:pt x="112" y="0"/>
                    </a:moveTo>
                    <a:lnTo>
                      <a:pt x="32" y="87"/>
                    </a:lnTo>
                    <a:lnTo>
                      <a:pt x="16" y="64"/>
                    </a:lnTo>
                    <a:lnTo>
                      <a:pt x="0" y="40"/>
                    </a:lnTo>
                    <a:lnTo>
                      <a:pt x="112" y="0"/>
                    </a:lnTo>
                    <a:close/>
                  </a:path>
                </a:pathLst>
              </a:custGeom>
              <a:grpFill/>
              <a:ln w="9525">
                <a:solidFill>
                  <a:schemeClr val="bg1"/>
                </a:solidFill>
                <a:round/>
                <a:headEnd/>
                <a:tailEnd/>
              </a:ln>
            </p:spPr>
            <p:txBody>
              <a:bodyPr/>
              <a:lstStyle/>
              <a:p>
                <a:endParaRPr lang="en-US"/>
              </a:p>
            </p:txBody>
          </p:sp>
          <p:sp>
            <p:nvSpPr>
              <p:cNvPr id="103693" name="Line 1185">
                <a:extLst>
                  <a:ext uri="{FF2B5EF4-FFF2-40B4-BE49-F238E27FC236}">
                    <a16:creationId xmlns:a16="http://schemas.microsoft.com/office/drawing/2014/main" id="{181A6954-2FFC-D574-01E8-11B2AD72BFF7}"/>
                  </a:ext>
                </a:extLst>
              </p:cNvPr>
              <p:cNvSpPr>
                <a:spLocks noChangeShapeType="1"/>
              </p:cNvSpPr>
              <p:nvPr/>
            </p:nvSpPr>
            <p:spPr bwMode="auto">
              <a:xfrm flipV="1">
                <a:off x="3780" y="1996"/>
                <a:ext cx="72" cy="48"/>
              </a:xfrm>
              <a:prstGeom prst="line">
                <a:avLst/>
              </a:prstGeom>
              <a:grpFill/>
              <a:ln w="12700">
                <a:solidFill>
                  <a:schemeClr val="bg1"/>
                </a:solidFill>
                <a:round/>
                <a:headEnd/>
                <a:tailEnd/>
              </a:ln>
            </p:spPr>
            <p:txBody>
              <a:bodyPr/>
              <a:lstStyle/>
              <a:p>
                <a:endParaRPr lang="en-US"/>
              </a:p>
            </p:txBody>
          </p:sp>
          <p:sp>
            <p:nvSpPr>
              <p:cNvPr id="103694" name="Line 1186">
                <a:extLst>
                  <a:ext uri="{FF2B5EF4-FFF2-40B4-BE49-F238E27FC236}">
                    <a16:creationId xmlns:a16="http://schemas.microsoft.com/office/drawing/2014/main" id="{89479B88-1EC9-A749-7237-AF9D268C5721}"/>
                  </a:ext>
                </a:extLst>
              </p:cNvPr>
              <p:cNvSpPr>
                <a:spLocks noChangeShapeType="1"/>
              </p:cNvSpPr>
              <p:nvPr/>
            </p:nvSpPr>
            <p:spPr bwMode="auto">
              <a:xfrm flipV="1">
                <a:off x="3876" y="1940"/>
                <a:ext cx="72" cy="40"/>
              </a:xfrm>
              <a:prstGeom prst="line">
                <a:avLst/>
              </a:prstGeom>
              <a:grpFill/>
              <a:ln w="12700">
                <a:solidFill>
                  <a:schemeClr val="bg1"/>
                </a:solidFill>
                <a:round/>
                <a:headEnd/>
                <a:tailEnd/>
              </a:ln>
            </p:spPr>
            <p:txBody>
              <a:bodyPr/>
              <a:lstStyle/>
              <a:p>
                <a:endParaRPr lang="en-US"/>
              </a:p>
            </p:txBody>
          </p:sp>
          <p:sp>
            <p:nvSpPr>
              <p:cNvPr id="103695" name="Line 1187">
                <a:extLst>
                  <a:ext uri="{FF2B5EF4-FFF2-40B4-BE49-F238E27FC236}">
                    <a16:creationId xmlns:a16="http://schemas.microsoft.com/office/drawing/2014/main" id="{DD6A9CFF-D9BC-1A24-64D1-70F3A69B67B4}"/>
                  </a:ext>
                </a:extLst>
              </p:cNvPr>
              <p:cNvSpPr>
                <a:spLocks noChangeShapeType="1"/>
              </p:cNvSpPr>
              <p:nvPr/>
            </p:nvSpPr>
            <p:spPr bwMode="auto">
              <a:xfrm flipV="1">
                <a:off x="3973" y="1878"/>
                <a:ext cx="70" cy="46"/>
              </a:xfrm>
              <a:prstGeom prst="line">
                <a:avLst/>
              </a:prstGeom>
              <a:grpFill/>
              <a:ln w="12700">
                <a:solidFill>
                  <a:schemeClr val="bg1"/>
                </a:solidFill>
                <a:round/>
                <a:headEnd/>
                <a:tailEnd/>
              </a:ln>
            </p:spPr>
            <p:txBody>
              <a:bodyPr/>
              <a:lstStyle/>
              <a:p>
                <a:endParaRPr lang="en-US"/>
              </a:p>
            </p:txBody>
          </p:sp>
          <p:sp>
            <p:nvSpPr>
              <p:cNvPr id="103696" name="Line 1188">
                <a:extLst>
                  <a:ext uri="{FF2B5EF4-FFF2-40B4-BE49-F238E27FC236}">
                    <a16:creationId xmlns:a16="http://schemas.microsoft.com/office/drawing/2014/main" id="{A88FB328-BB80-5B35-7CED-6048867E2CD3}"/>
                  </a:ext>
                </a:extLst>
              </p:cNvPr>
              <p:cNvSpPr>
                <a:spLocks noChangeShapeType="1"/>
              </p:cNvSpPr>
              <p:nvPr/>
            </p:nvSpPr>
            <p:spPr bwMode="auto">
              <a:xfrm flipV="1">
                <a:off x="4059" y="1846"/>
                <a:ext cx="40" cy="15"/>
              </a:xfrm>
              <a:prstGeom prst="line">
                <a:avLst/>
              </a:prstGeom>
              <a:grpFill/>
              <a:ln w="12700">
                <a:solidFill>
                  <a:schemeClr val="bg1"/>
                </a:solidFill>
                <a:round/>
                <a:headEnd/>
                <a:tailEnd/>
              </a:ln>
            </p:spPr>
            <p:txBody>
              <a:bodyPr/>
              <a:lstStyle/>
              <a:p>
                <a:endParaRPr lang="en-US"/>
              </a:p>
            </p:txBody>
          </p:sp>
        </p:grpSp>
        <p:grpSp>
          <p:nvGrpSpPr>
            <p:cNvPr id="103656" name="Group 1189">
              <a:extLst>
                <a:ext uri="{FF2B5EF4-FFF2-40B4-BE49-F238E27FC236}">
                  <a16:creationId xmlns:a16="http://schemas.microsoft.com/office/drawing/2014/main" id="{2807F754-0E21-C2C7-DB3C-09C8FAAB437E}"/>
                </a:ext>
              </a:extLst>
            </p:cNvPr>
            <p:cNvGrpSpPr>
              <a:grpSpLocks/>
            </p:cNvGrpSpPr>
            <p:nvPr/>
          </p:nvGrpSpPr>
          <p:grpSpPr bwMode="auto">
            <a:xfrm>
              <a:off x="3780" y="1765"/>
              <a:ext cx="447" cy="279"/>
              <a:chOff x="3780" y="1765"/>
              <a:chExt cx="447" cy="279"/>
            </a:xfrm>
            <a:grpFill/>
          </p:grpSpPr>
          <p:sp>
            <p:nvSpPr>
              <p:cNvPr id="103687" name="Freeform 1190">
                <a:extLst>
                  <a:ext uri="{FF2B5EF4-FFF2-40B4-BE49-F238E27FC236}">
                    <a16:creationId xmlns:a16="http://schemas.microsoft.com/office/drawing/2014/main" id="{FB27FE44-A723-24A1-140D-56EF734260F0}"/>
                  </a:ext>
                </a:extLst>
              </p:cNvPr>
              <p:cNvSpPr>
                <a:spLocks/>
              </p:cNvSpPr>
              <p:nvPr/>
            </p:nvSpPr>
            <p:spPr bwMode="auto">
              <a:xfrm>
                <a:off x="4115" y="1964"/>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 name="T15" fmla="*/ 0 w 112"/>
                  <a:gd name="T16" fmla="*/ 0 h 80"/>
                  <a:gd name="T17" fmla="*/ 112 w 112"/>
                  <a:gd name="T18" fmla="*/ 80 h 80"/>
                </a:gdLst>
                <a:ahLst/>
                <a:cxnLst>
                  <a:cxn ang="T10">
                    <a:pos x="T0" y="T1"/>
                  </a:cxn>
                  <a:cxn ang="T11">
                    <a:pos x="T2" y="T3"/>
                  </a:cxn>
                  <a:cxn ang="T12">
                    <a:pos x="T4" y="T5"/>
                  </a:cxn>
                  <a:cxn ang="T13">
                    <a:pos x="T6" y="T7"/>
                  </a:cxn>
                  <a:cxn ang="T14">
                    <a:pos x="T8" y="T9"/>
                  </a:cxn>
                </a:cxnLst>
                <a:rect l="T15" t="T16" r="T17" b="T18"/>
                <a:pathLst>
                  <a:path w="112" h="80">
                    <a:moveTo>
                      <a:pt x="112" y="80"/>
                    </a:moveTo>
                    <a:lnTo>
                      <a:pt x="0" y="48"/>
                    </a:lnTo>
                    <a:lnTo>
                      <a:pt x="16" y="24"/>
                    </a:lnTo>
                    <a:lnTo>
                      <a:pt x="32" y="0"/>
                    </a:lnTo>
                    <a:lnTo>
                      <a:pt x="112" y="80"/>
                    </a:lnTo>
                    <a:close/>
                  </a:path>
                </a:pathLst>
              </a:custGeom>
              <a:grpFill/>
              <a:ln w="9525">
                <a:solidFill>
                  <a:schemeClr val="bg1"/>
                </a:solidFill>
                <a:round/>
                <a:headEnd/>
                <a:tailEnd/>
              </a:ln>
            </p:spPr>
            <p:txBody>
              <a:bodyPr/>
              <a:lstStyle/>
              <a:p>
                <a:endParaRPr lang="en-US"/>
              </a:p>
            </p:txBody>
          </p:sp>
          <p:sp>
            <p:nvSpPr>
              <p:cNvPr id="103688" name="Line 1191">
                <a:extLst>
                  <a:ext uri="{FF2B5EF4-FFF2-40B4-BE49-F238E27FC236}">
                    <a16:creationId xmlns:a16="http://schemas.microsoft.com/office/drawing/2014/main" id="{668FE921-EE63-1AB3-7F75-E8F1B493A190}"/>
                  </a:ext>
                </a:extLst>
              </p:cNvPr>
              <p:cNvSpPr>
                <a:spLocks noChangeShapeType="1"/>
              </p:cNvSpPr>
              <p:nvPr/>
            </p:nvSpPr>
            <p:spPr bwMode="auto">
              <a:xfrm>
                <a:off x="3780" y="1765"/>
                <a:ext cx="72" cy="48"/>
              </a:xfrm>
              <a:prstGeom prst="line">
                <a:avLst/>
              </a:prstGeom>
              <a:grpFill/>
              <a:ln w="12700">
                <a:solidFill>
                  <a:schemeClr val="bg1"/>
                </a:solidFill>
                <a:round/>
                <a:headEnd/>
                <a:tailEnd/>
              </a:ln>
            </p:spPr>
            <p:txBody>
              <a:bodyPr/>
              <a:lstStyle/>
              <a:p>
                <a:endParaRPr lang="en-US"/>
              </a:p>
            </p:txBody>
          </p:sp>
          <p:sp>
            <p:nvSpPr>
              <p:cNvPr id="103689" name="Line 1192">
                <a:extLst>
                  <a:ext uri="{FF2B5EF4-FFF2-40B4-BE49-F238E27FC236}">
                    <a16:creationId xmlns:a16="http://schemas.microsoft.com/office/drawing/2014/main" id="{D4DE3A49-6B08-AE08-5F31-8B08502B6272}"/>
                  </a:ext>
                </a:extLst>
              </p:cNvPr>
              <p:cNvSpPr>
                <a:spLocks noChangeShapeType="1"/>
              </p:cNvSpPr>
              <p:nvPr/>
            </p:nvSpPr>
            <p:spPr bwMode="auto">
              <a:xfrm>
                <a:off x="3877" y="1821"/>
                <a:ext cx="71" cy="47"/>
              </a:xfrm>
              <a:prstGeom prst="line">
                <a:avLst/>
              </a:prstGeom>
              <a:grpFill/>
              <a:ln w="12700">
                <a:solidFill>
                  <a:schemeClr val="bg1"/>
                </a:solidFill>
                <a:round/>
                <a:headEnd/>
                <a:tailEnd/>
              </a:ln>
            </p:spPr>
            <p:txBody>
              <a:bodyPr/>
              <a:lstStyle/>
              <a:p>
                <a:endParaRPr lang="en-US"/>
              </a:p>
            </p:txBody>
          </p:sp>
          <p:sp>
            <p:nvSpPr>
              <p:cNvPr id="103690" name="Line 1193">
                <a:extLst>
                  <a:ext uri="{FF2B5EF4-FFF2-40B4-BE49-F238E27FC236}">
                    <a16:creationId xmlns:a16="http://schemas.microsoft.com/office/drawing/2014/main" id="{549CE6E5-A99F-2867-1B9E-119650707DE6}"/>
                  </a:ext>
                </a:extLst>
              </p:cNvPr>
              <p:cNvSpPr>
                <a:spLocks noChangeShapeType="1"/>
              </p:cNvSpPr>
              <p:nvPr/>
            </p:nvSpPr>
            <p:spPr bwMode="auto">
              <a:xfrm>
                <a:off x="3972" y="1884"/>
                <a:ext cx="71" cy="47"/>
              </a:xfrm>
              <a:prstGeom prst="line">
                <a:avLst/>
              </a:prstGeom>
              <a:grpFill/>
              <a:ln w="12700">
                <a:solidFill>
                  <a:schemeClr val="bg1"/>
                </a:solidFill>
                <a:round/>
                <a:headEnd/>
                <a:tailEnd/>
              </a:ln>
            </p:spPr>
            <p:txBody>
              <a:bodyPr/>
              <a:lstStyle/>
              <a:p>
                <a:endParaRPr lang="en-US"/>
              </a:p>
            </p:txBody>
          </p:sp>
          <p:sp>
            <p:nvSpPr>
              <p:cNvPr id="103691" name="Line 1194">
                <a:extLst>
                  <a:ext uri="{FF2B5EF4-FFF2-40B4-BE49-F238E27FC236}">
                    <a16:creationId xmlns:a16="http://schemas.microsoft.com/office/drawing/2014/main" id="{E05A553E-2A28-2B08-33B5-B279493707F6}"/>
                  </a:ext>
                </a:extLst>
              </p:cNvPr>
              <p:cNvSpPr>
                <a:spLocks noChangeShapeType="1"/>
              </p:cNvSpPr>
              <p:nvPr/>
            </p:nvSpPr>
            <p:spPr bwMode="auto">
              <a:xfrm>
                <a:off x="4068" y="1940"/>
                <a:ext cx="63" cy="47"/>
              </a:xfrm>
              <a:prstGeom prst="line">
                <a:avLst/>
              </a:prstGeom>
              <a:grpFill/>
              <a:ln w="12700">
                <a:solidFill>
                  <a:schemeClr val="bg1"/>
                </a:solidFill>
                <a:round/>
                <a:headEnd/>
                <a:tailEnd/>
              </a:ln>
            </p:spPr>
            <p:txBody>
              <a:bodyPr/>
              <a:lstStyle/>
              <a:p>
                <a:endParaRPr lang="en-US"/>
              </a:p>
            </p:txBody>
          </p:sp>
        </p:grpSp>
        <p:grpSp>
          <p:nvGrpSpPr>
            <p:cNvPr id="103657" name="Group 1195">
              <a:extLst>
                <a:ext uri="{FF2B5EF4-FFF2-40B4-BE49-F238E27FC236}">
                  <a16:creationId xmlns:a16="http://schemas.microsoft.com/office/drawing/2014/main" id="{F92AA56F-C7AD-A662-523B-66FDCF0D39AA}"/>
                </a:ext>
              </a:extLst>
            </p:cNvPr>
            <p:cNvGrpSpPr>
              <a:grpSpLocks/>
            </p:cNvGrpSpPr>
            <p:nvPr/>
          </p:nvGrpSpPr>
          <p:grpSpPr bwMode="auto">
            <a:xfrm>
              <a:off x="3326" y="1781"/>
              <a:ext cx="430" cy="255"/>
              <a:chOff x="3326" y="1781"/>
              <a:chExt cx="430" cy="255"/>
            </a:xfrm>
            <a:grpFill/>
          </p:grpSpPr>
          <p:sp>
            <p:nvSpPr>
              <p:cNvPr id="103682" name="Freeform 1196">
                <a:extLst>
                  <a:ext uri="{FF2B5EF4-FFF2-40B4-BE49-F238E27FC236}">
                    <a16:creationId xmlns:a16="http://schemas.microsoft.com/office/drawing/2014/main" id="{4E012751-630E-A975-CC0A-A7097FD209E3}"/>
                  </a:ext>
                </a:extLst>
              </p:cNvPr>
              <p:cNvSpPr>
                <a:spLocks/>
              </p:cNvSpPr>
              <p:nvPr/>
            </p:nvSpPr>
            <p:spPr bwMode="auto">
              <a:xfrm>
                <a:off x="3644" y="1956"/>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 name="T15" fmla="*/ 0 w 112"/>
                  <a:gd name="T16" fmla="*/ 0 h 80"/>
                  <a:gd name="T17" fmla="*/ 112 w 112"/>
                  <a:gd name="T18" fmla="*/ 80 h 80"/>
                </a:gdLst>
                <a:ahLst/>
                <a:cxnLst>
                  <a:cxn ang="T10">
                    <a:pos x="T0" y="T1"/>
                  </a:cxn>
                  <a:cxn ang="T11">
                    <a:pos x="T2" y="T3"/>
                  </a:cxn>
                  <a:cxn ang="T12">
                    <a:pos x="T4" y="T5"/>
                  </a:cxn>
                  <a:cxn ang="T13">
                    <a:pos x="T6" y="T7"/>
                  </a:cxn>
                  <a:cxn ang="T14">
                    <a:pos x="T8" y="T9"/>
                  </a:cxn>
                </a:cxnLst>
                <a:rect l="T15" t="T16" r="T17" b="T18"/>
                <a:pathLst>
                  <a:path w="112" h="80">
                    <a:moveTo>
                      <a:pt x="112" y="80"/>
                    </a:moveTo>
                    <a:lnTo>
                      <a:pt x="0" y="48"/>
                    </a:lnTo>
                    <a:lnTo>
                      <a:pt x="16" y="24"/>
                    </a:lnTo>
                    <a:lnTo>
                      <a:pt x="32" y="0"/>
                    </a:lnTo>
                    <a:lnTo>
                      <a:pt x="112" y="80"/>
                    </a:lnTo>
                    <a:close/>
                  </a:path>
                </a:pathLst>
              </a:custGeom>
              <a:grpFill/>
              <a:ln w="9525">
                <a:solidFill>
                  <a:schemeClr val="bg1"/>
                </a:solidFill>
                <a:round/>
                <a:headEnd/>
                <a:tailEnd/>
              </a:ln>
            </p:spPr>
            <p:txBody>
              <a:bodyPr/>
              <a:lstStyle/>
              <a:p>
                <a:endParaRPr lang="en-US"/>
              </a:p>
            </p:txBody>
          </p:sp>
          <p:sp>
            <p:nvSpPr>
              <p:cNvPr id="103683" name="Line 1197">
                <a:extLst>
                  <a:ext uri="{FF2B5EF4-FFF2-40B4-BE49-F238E27FC236}">
                    <a16:creationId xmlns:a16="http://schemas.microsoft.com/office/drawing/2014/main" id="{9AB8D3D6-1577-7174-E4B2-E6134278102D}"/>
                  </a:ext>
                </a:extLst>
              </p:cNvPr>
              <p:cNvSpPr>
                <a:spLocks noChangeShapeType="1"/>
              </p:cNvSpPr>
              <p:nvPr/>
            </p:nvSpPr>
            <p:spPr bwMode="auto">
              <a:xfrm>
                <a:off x="3326" y="1781"/>
                <a:ext cx="71" cy="47"/>
              </a:xfrm>
              <a:prstGeom prst="line">
                <a:avLst/>
              </a:prstGeom>
              <a:grpFill/>
              <a:ln w="12700">
                <a:solidFill>
                  <a:schemeClr val="bg1"/>
                </a:solidFill>
                <a:round/>
                <a:headEnd/>
                <a:tailEnd/>
              </a:ln>
            </p:spPr>
            <p:txBody>
              <a:bodyPr/>
              <a:lstStyle/>
              <a:p>
                <a:endParaRPr lang="en-US"/>
              </a:p>
            </p:txBody>
          </p:sp>
          <p:sp>
            <p:nvSpPr>
              <p:cNvPr id="103684" name="Line 1198">
                <a:extLst>
                  <a:ext uri="{FF2B5EF4-FFF2-40B4-BE49-F238E27FC236}">
                    <a16:creationId xmlns:a16="http://schemas.microsoft.com/office/drawing/2014/main" id="{E88C83BD-563B-5B0B-94FF-B9D74942B414}"/>
                  </a:ext>
                </a:extLst>
              </p:cNvPr>
              <p:cNvSpPr>
                <a:spLocks noChangeShapeType="1"/>
              </p:cNvSpPr>
              <p:nvPr/>
            </p:nvSpPr>
            <p:spPr bwMode="auto">
              <a:xfrm>
                <a:off x="3422" y="1837"/>
                <a:ext cx="79" cy="47"/>
              </a:xfrm>
              <a:prstGeom prst="line">
                <a:avLst/>
              </a:prstGeom>
              <a:grpFill/>
              <a:ln w="12700">
                <a:solidFill>
                  <a:schemeClr val="bg1"/>
                </a:solidFill>
                <a:round/>
                <a:headEnd/>
                <a:tailEnd/>
              </a:ln>
            </p:spPr>
            <p:txBody>
              <a:bodyPr/>
              <a:lstStyle/>
              <a:p>
                <a:endParaRPr lang="en-US"/>
              </a:p>
            </p:txBody>
          </p:sp>
          <p:sp>
            <p:nvSpPr>
              <p:cNvPr id="103685" name="Line 1199">
                <a:extLst>
                  <a:ext uri="{FF2B5EF4-FFF2-40B4-BE49-F238E27FC236}">
                    <a16:creationId xmlns:a16="http://schemas.microsoft.com/office/drawing/2014/main" id="{5DF26326-13C3-13EB-3DD3-17C7501D2E96}"/>
                  </a:ext>
                </a:extLst>
              </p:cNvPr>
              <p:cNvSpPr>
                <a:spLocks noChangeShapeType="1"/>
              </p:cNvSpPr>
              <p:nvPr/>
            </p:nvSpPr>
            <p:spPr bwMode="auto">
              <a:xfrm>
                <a:off x="3516" y="1892"/>
                <a:ext cx="80" cy="47"/>
              </a:xfrm>
              <a:prstGeom prst="line">
                <a:avLst/>
              </a:prstGeom>
              <a:grpFill/>
              <a:ln w="12700">
                <a:solidFill>
                  <a:schemeClr val="bg1"/>
                </a:solidFill>
                <a:round/>
                <a:headEnd/>
                <a:tailEnd/>
              </a:ln>
            </p:spPr>
            <p:txBody>
              <a:bodyPr/>
              <a:lstStyle/>
              <a:p>
                <a:endParaRPr lang="en-US"/>
              </a:p>
            </p:txBody>
          </p:sp>
          <p:sp>
            <p:nvSpPr>
              <p:cNvPr id="103686" name="Line 1200">
                <a:extLst>
                  <a:ext uri="{FF2B5EF4-FFF2-40B4-BE49-F238E27FC236}">
                    <a16:creationId xmlns:a16="http://schemas.microsoft.com/office/drawing/2014/main" id="{951D7050-9850-240D-8E0D-5931500F9056}"/>
                  </a:ext>
                </a:extLst>
              </p:cNvPr>
              <p:cNvSpPr>
                <a:spLocks noChangeShapeType="1"/>
              </p:cNvSpPr>
              <p:nvPr/>
            </p:nvSpPr>
            <p:spPr bwMode="auto">
              <a:xfrm>
                <a:off x="3612" y="1948"/>
                <a:ext cx="48" cy="32"/>
              </a:xfrm>
              <a:prstGeom prst="line">
                <a:avLst/>
              </a:prstGeom>
              <a:grpFill/>
              <a:ln w="12700">
                <a:solidFill>
                  <a:schemeClr val="bg1"/>
                </a:solidFill>
                <a:round/>
                <a:headEnd/>
                <a:tailEnd/>
              </a:ln>
            </p:spPr>
            <p:txBody>
              <a:bodyPr/>
              <a:lstStyle/>
              <a:p>
                <a:endParaRPr lang="en-US"/>
              </a:p>
            </p:txBody>
          </p:sp>
        </p:grpSp>
        <p:grpSp>
          <p:nvGrpSpPr>
            <p:cNvPr id="103658" name="Group 1201">
              <a:extLst>
                <a:ext uri="{FF2B5EF4-FFF2-40B4-BE49-F238E27FC236}">
                  <a16:creationId xmlns:a16="http://schemas.microsoft.com/office/drawing/2014/main" id="{49D782EC-3511-B8B1-EA98-6BBCFC9904DE}"/>
                </a:ext>
              </a:extLst>
            </p:cNvPr>
            <p:cNvGrpSpPr>
              <a:grpSpLocks/>
            </p:cNvGrpSpPr>
            <p:nvPr/>
          </p:nvGrpSpPr>
          <p:grpSpPr bwMode="auto">
            <a:xfrm>
              <a:off x="3325" y="2698"/>
              <a:ext cx="415" cy="279"/>
              <a:chOff x="3325" y="2698"/>
              <a:chExt cx="415" cy="279"/>
            </a:xfrm>
            <a:grpFill/>
          </p:grpSpPr>
          <p:sp>
            <p:nvSpPr>
              <p:cNvPr id="103677" name="Freeform 1202">
                <a:extLst>
                  <a:ext uri="{FF2B5EF4-FFF2-40B4-BE49-F238E27FC236}">
                    <a16:creationId xmlns:a16="http://schemas.microsoft.com/office/drawing/2014/main" id="{CE85361D-0A6B-9A5C-AA61-EB64C96225D1}"/>
                  </a:ext>
                </a:extLst>
              </p:cNvPr>
              <p:cNvSpPr>
                <a:spLocks/>
              </p:cNvSpPr>
              <p:nvPr/>
            </p:nvSpPr>
            <p:spPr bwMode="auto">
              <a:xfrm>
                <a:off x="3628" y="2889"/>
                <a:ext cx="112" cy="88"/>
              </a:xfrm>
              <a:custGeom>
                <a:avLst/>
                <a:gdLst>
                  <a:gd name="T0" fmla="*/ 112 w 112"/>
                  <a:gd name="T1" fmla="*/ 88 h 88"/>
                  <a:gd name="T2" fmla="*/ 0 w 112"/>
                  <a:gd name="T3" fmla="*/ 48 h 88"/>
                  <a:gd name="T4" fmla="*/ 16 w 112"/>
                  <a:gd name="T5" fmla="*/ 24 h 88"/>
                  <a:gd name="T6" fmla="*/ 32 w 112"/>
                  <a:gd name="T7" fmla="*/ 0 h 88"/>
                  <a:gd name="T8" fmla="*/ 112 w 112"/>
                  <a:gd name="T9" fmla="*/ 88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88"/>
                    </a:moveTo>
                    <a:lnTo>
                      <a:pt x="0" y="48"/>
                    </a:lnTo>
                    <a:lnTo>
                      <a:pt x="16" y="24"/>
                    </a:lnTo>
                    <a:lnTo>
                      <a:pt x="32" y="0"/>
                    </a:lnTo>
                    <a:lnTo>
                      <a:pt x="112" y="88"/>
                    </a:lnTo>
                    <a:close/>
                  </a:path>
                </a:pathLst>
              </a:custGeom>
              <a:grpFill/>
              <a:ln w="9525">
                <a:solidFill>
                  <a:schemeClr val="bg1"/>
                </a:solidFill>
                <a:round/>
                <a:headEnd/>
                <a:tailEnd/>
              </a:ln>
            </p:spPr>
            <p:txBody>
              <a:bodyPr/>
              <a:lstStyle/>
              <a:p>
                <a:endParaRPr lang="en-US"/>
              </a:p>
            </p:txBody>
          </p:sp>
          <p:sp>
            <p:nvSpPr>
              <p:cNvPr id="103678" name="Line 1203">
                <a:extLst>
                  <a:ext uri="{FF2B5EF4-FFF2-40B4-BE49-F238E27FC236}">
                    <a16:creationId xmlns:a16="http://schemas.microsoft.com/office/drawing/2014/main" id="{CA531477-B787-47B7-A522-3E36412E9344}"/>
                  </a:ext>
                </a:extLst>
              </p:cNvPr>
              <p:cNvSpPr>
                <a:spLocks noChangeShapeType="1"/>
              </p:cNvSpPr>
              <p:nvPr/>
            </p:nvSpPr>
            <p:spPr bwMode="auto">
              <a:xfrm>
                <a:off x="3325" y="2698"/>
                <a:ext cx="72" cy="48"/>
              </a:xfrm>
              <a:prstGeom prst="line">
                <a:avLst/>
              </a:prstGeom>
              <a:grpFill/>
              <a:ln w="12700">
                <a:solidFill>
                  <a:schemeClr val="bg1"/>
                </a:solidFill>
                <a:round/>
                <a:headEnd/>
                <a:tailEnd/>
              </a:ln>
            </p:spPr>
            <p:txBody>
              <a:bodyPr/>
              <a:lstStyle/>
              <a:p>
                <a:endParaRPr lang="en-US"/>
              </a:p>
            </p:txBody>
          </p:sp>
          <p:sp>
            <p:nvSpPr>
              <p:cNvPr id="103679" name="Line 1204">
                <a:extLst>
                  <a:ext uri="{FF2B5EF4-FFF2-40B4-BE49-F238E27FC236}">
                    <a16:creationId xmlns:a16="http://schemas.microsoft.com/office/drawing/2014/main" id="{A7DE056D-5750-3DCE-4297-6D56EC1AE54D}"/>
                  </a:ext>
                </a:extLst>
              </p:cNvPr>
              <p:cNvSpPr>
                <a:spLocks noChangeShapeType="1"/>
              </p:cNvSpPr>
              <p:nvPr/>
            </p:nvSpPr>
            <p:spPr bwMode="auto">
              <a:xfrm>
                <a:off x="3421" y="2762"/>
                <a:ext cx="72" cy="48"/>
              </a:xfrm>
              <a:prstGeom prst="line">
                <a:avLst/>
              </a:prstGeom>
              <a:grpFill/>
              <a:ln w="12700">
                <a:solidFill>
                  <a:schemeClr val="bg1"/>
                </a:solidFill>
                <a:round/>
                <a:headEnd/>
                <a:tailEnd/>
              </a:ln>
            </p:spPr>
            <p:txBody>
              <a:bodyPr/>
              <a:lstStyle/>
              <a:p>
                <a:endParaRPr lang="en-US"/>
              </a:p>
            </p:txBody>
          </p:sp>
          <p:sp>
            <p:nvSpPr>
              <p:cNvPr id="103680" name="Line 1205">
                <a:extLst>
                  <a:ext uri="{FF2B5EF4-FFF2-40B4-BE49-F238E27FC236}">
                    <a16:creationId xmlns:a16="http://schemas.microsoft.com/office/drawing/2014/main" id="{0F712F10-C9BB-AF8B-016A-9F028BBB6009}"/>
                  </a:ext>
                </a:extLst>
              </p:cNvPr>
              <p:cNvSpPr>
                <a:spLocks noChangeShapeType="1"/>
              </p:cNvSpPr>
              <p:nvPr/>
            </p:nvSpPr>
            <p:spPr bwMode="auto">
              <a:xfrm>
                <a:off x="3510" y="2826"/>
                <a:ext cx="70" cy="46"/>
              </a:xfrm>
              <a:prstGeom prst="line">
                <a:avLst/>
              </a:prstGeom>
              <a:grpFill/>
              <a:ln w="12700">
                <a:solidFill>
                  <a:schemeClr val="bg1"/>
                </a:solidFill>
                <a:round/>
                <a:headEnd/>
                <a:tailEnd/>
              </a:ln>
            </p:spPr>
            <p:txBody>
              <a:bodyPr/>
              <a:lstStyle/>
              <a:p>
                <a:endParaRPr lang="en-US"/>
              </a:p>
            </p:txBody>
          </p:sp>
          <p:sp>
            <p:nvSpPr>
              <p:cNvPr id="103681" name="Line 1206">
                <a:extLst>
                  <a:ext uri="{FF2B5EF4-FFF2-40B4-BE49-F238E27FC236}">
                    <a16:creationId xmlns:a16="http://schemas.microsoft.com/office/drawing/2014/main" id="{92264E96-F023-D849-2369-60E794F9DBD4}"/>
                  </a:ext>
                </a:extLst>
              </p:cNvPr>
              <p:cNvSpPr>
                <a:spLocks noChangeShapeType="1"/>
              </p:cNvSpPr>
              <p:nvPr/>
            </p:nvSpPr>
            <p:spPr bwMode="auto">
              <a:xfrm>
                <a:off x="3604" y="2881"/>
                <a:ext cx="40" cy="31"/>
              </a:xfrm>
              <a:prstGeom prst="line">
                <a:avLst/>
              </a:prstGeom>
              <a:grpFill/>
              <a:ln w="12700">
                <a:solidFill>
                  <a:schemeClr val="bg1"/>
                </a:solidFill>
                <a:round/>
                <a:headEnd/>
                <a:tailEnd/>
              </a:ln>
            </p:spPr>
            <p:txBody>
              <a:bodyPr/>
              <a:lstStyle/>
              <a:p>
                <a:endParaRPr lang="en-US"/>
              </a:p>
            </p:txBody>
          </p:sp>
        </p:grpSp>
        <p:grpSp>
          <p:nvGrpSpPr>
            <p:cNvPr id="103659" name="Group 1207">
              <a:extLst>
                <a:ext uri="{FF2B5EF4-FFF2-40B4-BE49-F238E27FC236}">
                  <a16:creationId xmlns:a16="http://schemas.microsoft.com/office/drawing/2014/main" id="{D4336996-E674-9AFA-92B0-EBA09F59C996}"/>
                </a:ext>
              </a:extLst>
            </p:cNvPr>
            <p:cNvGrpSpPr>
              <a:grpSpLocks/>
            </p:cNvGrpSpPr>
            <p:nvPr/>
          </p:nvGrpSpPr>
          <p:grpSpPr bwMode="auto">
            <a:xfrm>
              <a:off x="2878" y="2395"/>
              <a:ext cx="423" cy="271"/>
              <a:chOff x="2878" y="2395"/>
              <a:chExt cx="423" cy="271"/>
            </a:xfrm>
            <a:grpFill/>
          </p:grpSpPr>
          <p:sp>
            <p:nvSpPr>
              <p:cNvPr id="103672" name="Freeform 1208">
                <a:extLst>
                  <a:ext uri="{FF2B5EF4-FFF2-40B4-BE49-F238E27FC236}">
                    <a16:creationId xmlns:a16="http://schemas.microsoft.com/office/drawing/2014/main" id="{97274DC2-17A9-9B9B-12C2-5C9668B6BC6E}"/>
                  </a:ext>
                </a:extLst>
              </p:cNvPr>
              <p:cNvSpPr>
                <a:spLocks/>
              </p:cNvSpPr>
              <p:nvPr/>
            </p:nvSpPr>
            <p:spPr bwMode="auto">
              <a:xfrm>
                <a:off x="3189" y="2578"/>
                <a:ext cx="112" cy="88"/>
              </a:xfrm>
              <a:custGeom>
                <a:avLst/>
                <a:gdLst>
                  <a:gd name="T0" fmla="*/ 112 w 112"/>
                  <a:gd name="T1" fmla="*/ 88 h 88"/>
                  <a:gd name="T2" fmla="*/ 0 w 112"/>
                  <a:gd name="T3" fmla="*/ 48 h 88"/>
                  <a:gd name="T4" fmla="*/ 16 w 112"/>
                  <a:gd name="T5" fmla="*/ 24 h 88"/>
                  <a:gd name="T6" fmla="*/ 32 w 112"/>
                  <a:gd name="T7" fmla="*/ 0 h 88"/>
                  <a:gd name="T8" fmla="*/ 112 w 112"/>
                  <a:gd name="T9" fmla="*/ 88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88"/>
                    </a:moveTo>
                    <a:lnTo>
                      <a:pt x="0" y="48"/>
                    </a:lnTo>
                    <a:lnTo>
                      <a:pt x="16" y="24"/>
                    </a:lnTo>
                    <a:lnTo>
                      <a:pt x="32" y="0"/>
                    </a:lnTo>
                    <a:lnTo>
                      <a:pt x="112" y="88"/>
                    </a:lnTo>
                    <a:close/>
                  </a:path>
                </a:pathLst>
              </a:custGeom>
              <a:grpFill/>
              <a:ln w="9525">
                <a:solidFill>
                  <a:schemeClr val="bg1"/>
                </a:solidFill>
                <a:round/>
                <a:headEnd/>
                <a:tailEnd/>
              </a:ln>
            </p:spPr>
            <p:txBody>
              <a:bodyPr/>
              <a:lstStyle/>
              <a:p>
                <a:endParaRPr lang="en-US"/>
              </a:p>
            </p:txBody>
          </p:sp>
          <p:sp>
            <p:nvSpPr>
              <p:cNvPr id="103673" name="Line 1209">
                <a:extLst>
                  <a:ext uri="{FF2B5EF4-FFF2-40B4-BE49-F238E27FC236}">
                    <a16:creationId xmlns:a16="http://schemas.microsoft.com/office/drawing/2014/main" id="{B2B6D7A1-3B26-8FDA-2DA2-938CA5B2627F}"/>
                  </a:ext>
                </a:extLst>
              </p:cNvPr>
              <p:cNvSpPr>
                <a:spLocks noChangeShapeType="1"/>
              </p:cNvSpPr>
              <p:nvPr/>
            </p:nvSpPr>
            <p:spPr bwMode="auto">
              <a:xfrm>
                <a:off x="2878" y="2395"/>
                <a:ext cx="72" cy="48"/>
              </a:xfrm>
              <a:prstGeom prst="line">
                <a:avLst/>
              </a:prstGeom>
              <a:grpFill/>
              <a:ln w="12700">
                <a:solidFill>
                  <a:schemeClr val="bg1"/>
                </a:solidFill>
                <a:round/>
                <a:headEnd/>
                <a:tailEnd/>
              </a:ln>
            </p:spPr>
            <p:txBody>
              <a:bodyPr/>
              <a:lstStyle/>
              <a:p>
                <a:endParaRPr lang="en-US"/>
              </a:p>
            </p:txBody>
          </p:sp>
          <p:sp>
            <p:nvSpPr>
              <p:cNvPr id="103674" name="Line 1210">
                <a:extLst>
                  <a:ext uri="{FF2B5EF4-FFF2-40B4-BE49-F238E27FC236}">
                    <a16:creationId xmlns:a16="http://schemas.microsoft.com/office/drawing/2014/main" id="{CD729C01-5D9D-360F-58E8-DDE7BA3D0994}"/>
                  </a:ext>
                </a:extLst>
              </p:cNvPr>
              <p:cNvSpPr>
                <a:spLocks noChangeShapeType="1"/>
              </p:cNvSpPr>
              <p:nvPr/>
            </p:nvSpPr>
            <p:spPr bwMode="auto">
              <a:xfrm>
                <a:off x="2975" y="2459"/>
                <a:ext cx="70" cy="38"/>
              </a:xfrm>
              <a:prstGeom prst="line">
                <a:avLst/>
              </a:prstGeom>
              <a:grpFill/>
              <a:ln w="12700">
                <a:solidFill>
                  <a:schemeClr val="bg1"/>
                </a:solidFill>
                <a:round/>
                <a:headEnd/>
                <a:tailEnd/>
              </a:ln>
            </p:spPr>
            <p:txBody>
              <a:bodyPr/>
              <a:lstStyle/>
              <a:p>
                <a:endParaRPr lang="en-US"/>
              </a:p>
            </p:txBody>
          </p:sp>
          <p:sp>
            <p:nvSpPr>
              <p:cNvPr id="103675" name="Line 1211">
                <a:extLst>
                  <a:ext uri="{FF2B5EF4-FFF2-40B4-BE49-F238E27FC236}">
                    <a16:creationId xmlns:a16="http://schemas.microsoft.com/office/drawing/2014/main" id="{30313F36-33FE-A8C1-633F-F5A953607245}"/>
                  </a:ext>
                </a:extLst>
              </p:cNvPr>
              <p:cNvSpPr>
                <a:spLocks noChangeShapeType="1"/>
              </p:cNvSpPr>
              <p:nvPr/>
            </p:nvSpPr>
            <p:spPr bwMode="auto">
              <a:xfrm>
                <a:off x="3070" y="2515"/>
                <a:ext cx="71" cy="47"/>
              </a:xfrm>
              <a:prstGeom prst="line">
                <a:avLst/>
              </a:prstGeom>
              <a:grpFill/>
              <a:ln w="12700">
                <a:solidFill>
                  <a:schemeClr val="bg1"/>
                </a:solidFill>
                <a:round/>
                <a:headEnd/>
                <a:tailEnd/>
              </a:ln>
            </p:spPr>
            <p:txBody>
              <a:bodyPr/>
              <a:lstStyle/>
              <a:p>
                <a:endParaRPr lang="en-US"/>
              </a:p>
            </p:txBody>
          </p:sp>
          <p:sp>
            <p:nvSpPr>
              <p:cNvPr id="103676" name="Line 1212">
                <a:extLst>
                  <a:ext uri="{FF2B5EF4-FFF2-40B4-BE49-F238E27FC236}">
                    <a16:creationId xmlns:a16="http://schemas.microsoft.com/office/drawing/2014/main" id="{E701DFC3-951D-4C3A-F30C-31A40961167E}"/>
                  </a:ext>
                </a:extLst>
              </p:cNvPr>
              <p:cNvSpPr>
                <a:spLocks noChangeShapeType="1"/>
              </p:cNvSpPr>
              <p:nvPr/>
            </p:nvSpPr>
            <p:spPr bwMode="auto">
              <a:xfrm>
                <a:off x="3157" y="2578"/>
                <a:ext cx="48" cy="24"/>
              </a:xfrm>
              <a:prstGeom prst="line">
                <a:avLst/>
              </a:prstGeom>
              <a:grpFill/>
              <a:ln w="12700">
                <a:solidFill>
                  <a:schemeClr val="bg1"/>
                </a:solidFill>
                <a:round/>
                <a:headEnd/>
                <a:tailEnd/>
              </a:ln>
            </p:spPr>
            <p:txBody>
              <a:bodyPr/>
              <a:lstStyle/>
              <a:p>
                <a:endParaRPr lang="en-US"/>
              </a:p>
            </p:txBody>
          </p:sp>
        </p:grpSp>
        <p:grpSp>
          <p:nvGrpSpPr>
            <p:cNvPr id="103660" name="Group 1213">
              <a:extLst>
                <a:ext uri="{FF2B5EF4-FFF2-40B4-BE49-F238E27FC236}">
                  <a16:creationId xmlns:a16="http://schemas.microsoft.com/office/drawing/2014/main" id="{A8C8A35A-4190-2A90-D1C0-222969F39A1D}"/>
                </a:ext>
              </a:extLst>
            </p:cNvPr>
            <p:cNvGrpSpPr>
              <a:grpSpLocks/>
            </p:cNvGrpSpPr>
            <p:nvPr/>
          </p:nvGrpSpPr>
          <p:grpSpPr bwMode="auto">
            <a:xfrm>
              <a:off x="2862" y="3001"/>
              <a:ext cx="423" cy="263"/>
              <a:chOff x="2862" y="3001"/>
              <a:chExt cx="423" cy="263"/>
            </a:xfrm>
            <a:grpFill/>
          </p:grpSpPr>
          <p:sp>
            <p:nvSpPr>
              <p:cNvPr id="103667" name="Freeform 1214">
                <a:extLst>
                  <a:ext uri="{FF2B5EF4-FFF2-40B4-BE49-F238E27FC236}">
                    <a16:creationId xmlns:a16="http://schemas.microsoft.com/office/drawing/2014/main" id="{C3285761-2E3C-A369-DF51-2B77CDB68B76}"/>
                  </a:ext>
                </a:extLst>
              </p:cNvPr>
              <p:cNvSpPr>
                <a:spLocks/>
              </p:cNvSpPr>
              <p:nvPr/>
            </p:nvSpPr>
            <p:spPr bwMode="auto">
              <a:xfrm>
                <a:off x="3173" y="3185"/>
                <a:ext cx="112" cy="79"/>
              </a:xfrm>
              <a:custGeom>
                <a:avLst/>
                <a:gdLst>
                  <a:gd name="T0" fmla="*/ 112 w 112"/>
                  <a:gd name="T1" fmla="*/ 79 h 79"/>
                  <a:gd name="T2" fmla="*/ 0 w 112"/>
                  <a:gd name="T3" fmla="*/ 47 h 79"/>
                  <a:gd name="T4" fmla="*/ 16 w 112"/>
                  <a:gd name="T5" fmla="*/ 23 h 79"/>
                  <a:gd name="T6" fmla="*/ 32 w 112"/>
                  <a:gd name="T7" fmla="*/ 0 h 79"/>
                  <a:gd name="T8" fmla="*/ 112 w 112"/>
                  <a:gd name="T9" fmla="*/ 79 h 79"/>
                  <a:gd name="T10" fmla="*/ 0 60000 65536"/>
                  <a:gd name="T11" fmla="*/ 0 60000 65536"/>
                  <a:gd name="T12" fmla="*/ 0 60000 65536"/>
                  <a:gd name="T13" fmla="*/ 0 60000 65536"/>
                  <a:gd name="T14" fmla="*/ 0 60000 65536"/>
                  <a:gd name="T15" fmla="*/ 0 w 112"/>
                  <a:gd name="T16" fmla="*/ 0 h 79"/>
                  <a:gd name="T17" fmla="*/ 112 w 112"/>
                  <a:gd name="T18" fmla="*/ 79 h 79"/>
                </a:gdLst>
                <a:ahLst/>
                <a:cxnLst>
                  <a:cxn ang="T10">
                    <a:pos x="T0" y="T1"/>
                  </a:cxn>
                  <a:cxn ang="T11">
                    <a:pos x="T2" y="T3"/>
                  </a:cxn>
                  <a:cxn ang="T12">
                    <a:pos x="T4" y="T5"/>
                  </a:cxn>
                  <a:cxn ang="T13">
                    <a:pos x="T6" y="T7"/>
                  </a:cxn>
                  <a:cxn ang="T14">
                    <a:pos x="T8" y="T9"/>
                  </a:cxn>
                </a:cxnLst>
                <a:rect l="T15" t="T16" r="T17" b="T18"/>
                <a:pathLst>
                  <a:path w="112" h="79">
                    <a:moveTo>
                      <a:pt x="112" y="79"/>
                    </a:moveTo>
                    <a:lnTo>
                      <a:pt x="0" y="47"/>
                    </a:lnTo>
                    <a:lnTo>
                      <a:pt x="16" y="23"/>
                    </a:lnTo>
                    <a:lnTo>
                      <a:pt x="32" y="0"/>
                    </a:lnTo>
                    <a:lnTo>
                      <a:pt x="112" y="79"/>
                    </a:lnTo>
                    <a:close/>
                  </a:path>
                </a:pathLst>
              </a:custGeom>
              <a:grpFill/>
              <a:ln w="9525">
                <a:solidFill>
                  <a:schemeClr val="bg1"/>
                </a:solidFill>
                <a:round/>
                <a:headEnd/>
                <a:tailEnd/>
              </a:ln>
            </p:spPr>
            <p:txBody>
              <a:bodyPr/>
              <a:lstStyle/>
              <a:p>
                <a:endParaRPr lang="en-US"/>
              </a:p>
            </p:txBody>
          </p:sp>
          <p:sp>
            <p:nvSpPr>
              <p:cNvPr id="103668" name="Line 1215">
                <a:extLst>
                  <a:ext uri="{FF2B5EF4-FFF2-40B4-BE49-F238E27FC236}">
                    <a16:creationId xmlns:a16="http://schemas.microsoft.com/office/drawing/2014/main" id="{FC8F9551-4317-610F-915C-EA805D4832E7}"/>
                  </a:ext>
                </a:extLst>
              </p:cNvPr>
              <p:cNvSpPr>
                <a:spLocks noChangeShapeType="1"/>
              </p:cNvSpPr>
              <p:nvPr/>
            </p:nvSpPr>
            <p:spPr bwMode="auto">
              <a:xfrm>
                <a:off x="2862" y="3001"/>
                <a:ext cx="72" cy="48"/>
              </a:xfrm>
              <a:prstGeom prst="line">
                <a:avLst/>
              </a:prstGeom>
              <a:grpFill/>
              <a:ln w="12700">
                <a:solidFill>
                  <a:schemeClr val="bg1"/>
                </a:solidFill>
                <a:round/>
                <a:headEnd/>
                <a:tailEnd/>
              </a:ln>
            </p:spPr>
            <p:txBody>
              <a:bodyPr/>
              <a:lstStyle/>
              <a:p>
                <a:endParaRPr lang="en-US"/>
              </a:p>
            </p:txBody>
          </p:sp>
          <p:sp>
            <p:nvSpPr>
              <p:cNvPr id="103669" name="Line 1216">
                <a:extLst>
                  <a:ext uri="{FF2B5EF4-FFF2-40B4-BE49-F238E27FC236}">
                    <a16:creationId xmlns:a16="http://schemas.microsoft.com/office/drawing/2014/main" id="{0A489E9E-967F-AD8E-015D-353C09CD7E56}"/>
                  </a:ext>
                </a:extLst>
              </p:cNvPr>
              <p:cNvSpPr>
                <a:spLocks noChangeShapeType="1"/>
              </p:cNvSpPr>
              <p:nvPr/>
            </p:nvSpPr>
            <p:spPr bwMode="auto">
              <a:xfrm>
                <a:off x="2958" y="3057"/>
                <a:ext cx="71" cy="47"/>
              </a:xfrm>
              <a:prstGeom prst="line">
                <a:avLst/>
              </a:prstGeom>
              <a:grpFill/>
              <a:ln w="12700">
                <a:solidFill>
                  <a:schemeClr val="bg1"/>
                </a:solidFill>
                <a:round/>
                <a:headEnd/>
                <a:tailEnd/>
              </a:ln>
            </p:spPr>
            <p:txBody>
              <a:bodyPr/>
              <a:lstStyle/>
              <a:p>
                <a:endParaRPr lang="en-US"/>
              </a:p>
            </p:txBody>
          </p:sp>
          <p:sp>
            <p:nvSpPr>
              <p:cNvPr id="103670" name="Line 1217">
                <a:extLst>
                  <a:ext uri="{FF2B5EF4-FFF2-40B4-BE49-F238E27FC236}">
                    <a16:creationId xmlns:a16="http://schemas.microsoft.com/office/drawing/2014/main" id="{985161BD-A4AE-7A0F-E97A-977EBFE1CC64}"/>
                  </a:ext>
                </a:extLst>
              </p:cNvPr>
              <p:cNvSpPr>
                <a:spLocks noChangeShapeType="1"/>
              </p:cNvSpPr>
              <p:nvPr/>
            </p:nvSpPr>
            <p:spPr bwMode="auto">
              <a:xfrm>
                <a:off x="3054" y="3121"/>
                <a:ext cx="71" cy="47"/>
              </a:xfrm>
              <a:prstGeom prst="line">
                <a:avLst/>
              </a:prstGeom>
              <a:grpFill/>
              <a:ln w="12700">
                <a:solidFill>
                  <a:schemeClr val="bg1"/>
                </a:solidFill>
                <a:round/>
                <a:headEnd/>
                <a:tailEnd/>
              </a:ln>
            </p:spPr>
            <p:txBody>
              <a:bodyPr/>
              <a:lstStyle/>
              <a:p>
                <a:endParaRPr lang="en-US"/>
              </a:p>
            </p:txBody>
          </p:sp>
          <p:sp>
            <p:nvSpPr>
              <p:cNvPr id="103671" name="Line 1218">
                <a:extLst>
                  <a:ext uri="{FF2B5EF4-FFF2-40B4-BE49-F238E27FC236}">
                    <a16:creationId xmlns:a16="http://schemas.microsoft.com/office/drawing/2014/main" id="{56811126-32F9-B718-A057-3C40C49223AD}"/>
                  </a:ext>
                </a:extLst>
              </p:cNvPr>
              <p:cNvSpPr>
                <a:spLocks noChangeShapeType="1"/>
              </p:cNvSpPr>
              <p:nvPr/>
            </p:nvSpPr>
            <p:spPr bwMode="auto">
              <a:xfrm>
                <a:off x="3150" y="3177"/>
                <a:ext cx="39" cy="30"/>
              </a:xfrm>
              <a:prstGeom prst="line">
                <a:avLst/>
              </a:prstGeom>
              <a:grpFill/>
              <a:ln w="12700">
                <a:solidFill>
                  <a:schemeClr val="bg1"/>
                </a:solidFill>
                <a:round/>
                <a:headEnd/>
                <a:tailEnd/>
              </a:ln>
            </p:spPr>
            <p:txBody>
              <a:bodyPr/>
              <a:lstStyle/>
              <a:p>
                <a:endParaRPr lang="en-US"/>
              </a:p>
            </p:txBody>
          </p:sp>
        </p:grpSp>
        <p:grpSp>
          <p:nvGrpSpPr>
            <p:cNvPr id="103661" name="Group 1219">
              <a:extLst>
                <a:ext uri="{FF2B5EF4-FFF2-40B4-BE49-F238E27FC236}">
                  <a16:creationId xmlns:a16="http://schemas.microsoft.com/office/drawing/2014/main" id="{50378079-2EA0-26F9-F7CC-05EFE0EED63B}"/>
                </a:ext>
              </a:extLst>
            </p:cNvPr>
            <p:cNvGrpSpPr>
              <a:grpSpLocks/>
            </p:cNvGrpSpPr>
            <p:nvPr/>
          </p:nvGrpSpPr>
          <p:grpSpPr bwMode="auto">
            <a:xfrm>
              <a:off x="3318" y="3304"/>
              <a:ext cx="422" cy="287"/>
              <a:chOff x="3318" y="3304"/>
              <a:chExt cx="422" cy="287"/>
            </a:xfrm>
            <a:grpFill/>
          </p:grpSpPr>
          <p:sp>
            <p:nvSpPr>
              <p:cNvPr id="103662" name="Freeform 1220">
                <a:extLst>
                  <a:ext uri="{FF2B5EF4-FFF2-40B4-BE49-F238E27FC236}">
                    <a16:creationId xmlns:a16="http://schemas.microsoft.com/office/drawing/2014/main" id="{3B030ECC-7FCC-A404-D22E-D6FDF41AE4A2}"/>
                  </a:ext>
                </a:extLst>
              </p:cNvPr>
              <p:cNvSpPr>
                <a:spLocks/>
              </p:cNvSpPr>
              <p:nvPr/>
            </p:nvSpPr>
            <p:spPr bwMode="auto">
              <a:xfrm>
                <a:off x="3628" y="3304"/>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32" y="88"/>
                    </a:lnTo>
                    <a:lnTo>
                      <a:pt x="16" y="64"/>
                    </a:lnTo>
                    <a:lnTo>
                      <a:pt x="0" y="40"/>
                    </a:lnTo>
                    <a:lnTo>
                      <a:pt x="112" y="0"/>
                    </a:lnTo>
                    <a:close/>
                  </a:path>
                </a:pathLst>
              </a:custGeom>
              <a:grpFill/>
              <a:ln w="9525">
                <a:solidFill>
                  <a:schemeClr val="bg1"/>
                </a:solidFill>
                <a:round/>
                <a:headEnd/>
                <a:tailEnd/>
              </a:ln>
            </p:spPr>
            <p:txBody>
              <a:bodyPr/>
              <a:lstStyle/>
              <a:p>
                <a:endParaRPr lang="en-US"/>
              </a:p>
            </p:txBody>
          </p:sp>
          <p:sp>
            <p:nvSpPr>
              <p:cNvPr id="103663" name="Line 1221">
                <a:extLst>
                  <a:ext uri="{FF2B5EF4-FFF2-40B4-BE49-F238E27FC236}">
                    <a16:creationId xmlns:a16="http://schemas.microsoft.com/office/drawing/2014/main" id="{DF2FC1AD-80D7-62F6-2860-3F8B9D9BF3E6}"/>
                  </a:ext>
                </a:extLst>
              </p:cNvPr>
              <p:cNvSpPr>
                <a:spLocks noChangeShapeType="1"/>
              </p:cNvSpPr>
              <p:nvPr/>
            </p:nvSpPr>
            <p:spPr bwMode="auto">
              <a:xfrm flipV="1">
                <a:off x="3318" y="3544"/>
                <a:ext cx="71" cy="47"/>
              </a:xfrm>
              <a:prstGeom prst="line">
                <a:avLst/>
              </a:prstGeom>
              <a:grpFill/>
              <a:ln w="12700">
                <a:solidFill>
                  <a:schemeClr val="bg1"/>
                </a:solidFill>
                <a:round/>
                <a:headEnd/>
                <a:tailEnd/>
              </a:ln>
            </p:spPr>
            <p:txBody>
              <a:bodyPr/>
              <a:lstStyle/>
              <a:p>
                <a:endParaRPr lang="en-US"/>
              </a:p>
            </p:txBody>
          </p:sp>
          <p:sp>
            <p:nvSpPr>
              <p:cNvPr id="103664" name="Line 1222">
                <a:extLst>
                  <a:ext uri="{FF2B5EF4-FFF2-40B4-BE49-F238E27FC236}">
                    <a16:creationId xmlns:a16="http://schemas.microsoft.com/office/drawing/2014/main" id="{2BF4038C-743F-E385-EC33-D028043BD254}"/>
                  </a:ext>
                </a:extLst>
              </p:cNvPr>
              <p:cNvSpPr>
                <a:spLocks noChangeShapeType="1"/>
              </p:cNvSpPr>
              <p:nvPr/>
            </p:nvSpPr>
            <p:spPr bwMode="auto">
              <a:xfrm flipV="1">
                <a:off x="3413" y="3481"/>
                <a:ext cx="72" cy="47"/>
              </a:xfrm>
              <a:prstGeom prst="line">
                <a:avLst/>
              </a:prstGeom>
              <a:grpFill/>
              <a:ln w="12700">
                <a:solidFill>
                  <a:schemeClr val="bg1"/>
                </a:solidFill>
                <a:round/>
                <a:headEnd/>
                <a:tailEnd/>
              </a:ln>
            </p:spPr>
            <p:txBody>
              <a:bodyPr/>
              <a:lstStyle/>
              <a:p>
                <a:endParaRPr lang="en-US"/>
              </a:p>
            </p:txBody>
          </p:sp>
          <p:sp>
            <p:nvSpPr>
              <p:cNvPr id="103665" name="Line 1223">
                <a:extLst>
                  <a:ext uri="{FF2B5EF4-FFF2-40B4-BE49-F238E27FC236}">
                    <a16:creationId xmlns:a16="http://schemas.microsoft.com/office/drawing/2014/main" id="{40C2FAD3-8730-FBEA-D1B6-4C04CEFBD95D}"/>
                  </a:ext>
                </a:extLst>
              </p:cNvPr>
              <p:cNvSpPr>
                <a:spLocks noChangeShapeType="1"/>
              </p:cNvSpPr>
              <p:nvPr/>
            </p:nvSpPr>
            <p:spPr bwMode="auto">
              <a:xfrm flipV="1">
                <a:off x="3501" y="3417"/>
                <a:ext cx="71" cy="47"/>
              </a:xfrm>
              <a:prstGeom prst="line">
                <a:avLst/>
              </a:prstGeom>
              <a:grpFill/>
              <a:ln w="12700">
                <a:solidFill>
                  <a:schemeClr val="bg1"/>
                </a:solidFill>
                <a:round/>
                <a:headEnd/>
                <a:tailEnd/>
              </a:ln>
            </p:spPr>
            <p:txBody>
              <a:bodyPr/>
              <a:lstStyle/>
              <a:p>
                <a:endParaRPr lang="en-US"/>
              </a:p>
            </p:txBody>
          </p:sp>
          <p:sp>
            <p:nvSpPr>
              <p:cNvPr id="103666" name="Line 1224">
                <a:extLst>
                  <a:ext uri="{FF2B5EF4-FFF2-40B4-BE49-F238E27FC236}">
                    <a16:creationId xmlns:a16="http://schemas.microsoft.com/office/drawing/2014/main" id="{4FF41199-F1AF-52A4-5EB0-B45082320CEF}"/>
                  </a:ext>
                </a:extLst>
              </p:cNvPr>
              <p:cNvSpPr>
                <a:spLocks noChangeShapeType="1"/>
              </p:cNvSpPr>
              <p:nvPr/>
            </p:nvSpPr>
            <p:spPr bwMode="auto">
              <a:xfrm flipV="1">
                <a:off x="3596" y="3368"/>
                <a:ext cx="48" cy="32"/>
              </a:xfrm>
              <a:prstGeom prst="line">
                <a:avLst/>
              </a:prstGeom>
              <a:grpFill/>
              <a:ln w="12700">
                <a:solidFill>
                  <a:schemeClr val="bg1"/>
                </a:solidFill>
                <a:round/>
                <a:headEnd/>
                <a:tailEnd/>
              </a:ln>
            </p:spPr>
            <p:txBody>
              <a:bodyPr/>
              <a:lstStyle/>
              <a:p>
                <a:endParaRPr lang="en-US"/>
              </a:p>
            </p:txBody>
          </p:sp>
        </p:grpSp>
      </p:grpSp>
      <p:pic>
        <p:nvPicPr>
          <p:cNvPr id="6" name="Picture 5" descr="A picture containing text, clipart&#10;&#10;Description automatically generated">
            <a:extLst>
              <a:ext uri="{FF2B5EF4-FFF2-40B4-BE49-F238E27FC236}">
                <a16:creationId xmlns:a16="http://schemas.microsoft.com/office/drawing/2014/main" id="{A2D0E09C-C982-6BD7-B594-45A9C3B9CE58}"/>
              </a:ext>
            </a:extLst>
          </p:cNvPr>
          <p:cNvPicPr>
            <a:picLocks noChangeAspect="1"/>
          </p:cNvPicPr>
          <p:nvPr/>
        </p:nvPicPr>
        <p:blipFill>
          <a:blip r:embed="rId5">
            <a:extLst>
              <a:ext uri="{BEBA8EAE-BF5A-486C-A8C5-ECC9F3942E4B}">
                <a14:imgProps xmlns:a14="http://schemas.microsoft.com/office/drawing/2010/main">
                  <a14:imgLayer r:embed="rId6">
                    <a14:imgEffect>
                      <a14:backgroundRemoval t="5495" b="97253" l="4706" r="97059">
                        <a14:foregroundMark x1="45294" y1="24725" x2="45294" y2="24725"/>
                        <a14:foregroundMark x1="56471" y1="23626" x2="56471" y2="23626"/>
                        <a14:foregroundMark x1="41765" y1="20879" x2="41765" y2="20879"/>
                        <a14:foregroundMark x1="10000" y1="72527" x2="10000" y2="72527"/>
                        <a14:foregroundMark x1="10588" y1="79121" x2="10588" y2="79121"/>
                        <a14:foregroundMark x1="11765" y1="68681" x2="11765" y2="68681"/>
                        <a14:foregroundMark x1="6471" y1="68681" x2="6471" y2="68681"/>
                        <a14:foregroundMark x1="40000" y1="30220" x2="40000" y2="30220"/>
                        <a14:foregroundMark x1="54706" y1="20879" x2="54706" y2="20879"/>
                        <a14:foregroundMark x1="54706" y1="30220" x2="54706" y2="30220"/>
                        <a14:foregroundMark x1="54706" y1="30220" x2="54706" y2="30220"/>
                        <a14:foregroundMark x1="51765" y1="24176" x2="51765" y2="24176"/>
                        <a14:foregroundMark x1="53529" y1="30769" x2="53529" y2="30769"/>
                        <a14:foregroundMark x1="45882" y1="29670" x2="45882" y2="29670"/>
                        <a14:foregroundMark x1="8824" y1="87363" x2="8824" y2="87363"/>
                        <a14:foregroundMark x1="19412" y1="89011" x2="19412" y2="89011"/>
                        <a14:foregroundMark x1="31176" y1="93407" x2="31176" y2="93407"/>
                        <a14:foregroundMark x1="24118" y1="95604" x2="24118" y2="96154"/>
                        <a14:foregroundMark x1="24118" y1="87912" x2="24118" y2="95604"/>
                        <a14:foregroundMark x1="5882" y1="65385" x2="5882" y2="65385"/>
                        <a14:foregroundMark x1="9413" y1="62088" x2="8235" y2="61538"/>
                        <a14:foregroundMark x1="10588" y1="62637" x2="9413" y2="62088"/>
                        <a14:foregroundMark x1="16471" y1="65385" x2="10588" y2="62637"/>
                        <a14:foregroundMark x1="28235" y1="89560" x2="28235" y2="89560"/>
                        <a14:foregroundMark x1="31765" y1="96703" x2="31765" y2="96703"/>
                        <a14:foregroundMark x1="38235" y1="95604" x2="38235" y2="95604"/>
                        <a14:foregroundMark x1="35882" y1="92857" x2="35882" y2="92857"/>
                        <a14:foregroundMark x1="34118" y1="90110" x2="34118" y2="90110"/>
                        <a14:foregroundMark x1="41765" y1="90659" x2="41765" y2="90659"/>
                        <a14:foregroundMark x1="41765" y1="93956" x2="41765" y2="93956"/>
                        <a14:foregroundMark x1="45882" y1="97253" x2="45882" y2="97253"/>
                        <a14:foregroundMark x1="50000" y1="97802" x2="50000" y2="97802"/>
                        <a14:foregroundMark x1="52941" y1="97802" x2="52941" y2="97802"/>
                        <a14:foregroundMark x1="58235" y1="97253" x2="58235" y2="97253"/>
                        <a14:foregroundMark x1="61176" y1="97802" x2="61176" y2="97802"/>
                        <a14:foregroundMark x1="60000" y1="90110" x2="60000" y2="90110"/>
                        <a14:foregroundMark x1="64118" y1="90659" x2="64118" y2="90659"/>
                        <a14:foregroundMark x1="70000" y1="86813" x2="70000" y2="86813"/>
                        <a14:foregroundMark x1="74118" y1="85165" x2="74118" y2="85165"/>
                        <a14:foregroundMark x1="75882" y1="91758" x2="75882" y2="91758"/>
                        <a14:foregroundMark x1="87647" y1="75275" x2="87647" y2="75275"/>
                        <a14:foregroundMark x1="87647" y1="75275" x2="87647" y2="75275"/>
                        <a14:foregroundMark x1="87647" y1="72527" x2="87647" y2="72527"/>
                        <a14:foregroundMark x1="84706" y1="80769" x2="84706" y2="80769"/>
                        <a14:foregroundMark x1="92941" y1="82418" x2="92941" y2="82418"/>
                        <a14:foregroundMark x1="97059" y1="65934" x2="97059" y2="65934"/>
                        <a14:foregroundMark x1="88235" y1="65934" x2="88235" y2="65934"/>
                        <a14:foregroundMark x1="10000" y1="62088" x2="10000" y2="62088"/>
                        <a14:foregroundMark x1="10000" y1="62088" x2="10000" y2="62088"/>
                        <a14:foregroundMark x1="10000" y1="62088" x2="10000" y2="62088"/>
                        <a14:foregroundMark x1="10000" y1="62088" x2="10000" y2="62088"/>
                        <a14:foregroundMark x1="50000" y1="5495" x2="50000" y2="5495"/>
                        <a14:foregroundMark x1="9412" y1="62637" x2="9412" y2="62637"/>
                        <a14:foregroundMark x1="9412" y1="62088" x2="9412" y2="62088"/>
                        <a14:foregroundMark x1="9412" y1="62088" x2="9412" y2="62088"/>
                        <a14:foregroundMark x1="9412" y1="62088" x2="9412" y2="62088"/>
                        <a14:foregroundMark x1="9412" y1="62088" x2="9412" y2="62088"/>
                        <a14:backgroundMark x1="9412" y1="61538" x2="9412" y2="61538"/>
                        <a14:backgroundMark x1="8235" y1="60989" x2="8235" y2="60989"/>
                        <a14:backgroundMark x1="11765" y1="62637" x2="11765" y2="62637"/>
                        <a14:backgroundMark x1="10588" y1="62088" x2="10588" y2="62088"/>
                        <a14:backgroundMark x1="24706" y1="96154" x2="24706" y2="96154"/>
                        <a14:backgroundMark x1="24118" y1="95604" x2="24118" y2="95604"/>
                        <a14:backgroundMark x1="23529" y1="97253" x2="23529" y2="97253"/>
                        <a14:backgroundMark x1="24118" y1="97253" x2="24118" y2="97253"/>
                        <a14:backgroundMark x1="24118" y1="97253" x2="24118" y2="97253"/>
                        <a14:backgroundMark x1="23529" y1="97802" x2="23529" y2="97802"/>
                        <a14:backgroundMark x1="23529" y1="96703" x2="23529" y2="96703"/>
                        <a14:backgroundMark x1="23529" y1="96703" x2="23529" y2="96154"/>
                        <a14:backgroundMark x1="7647" y1="62088" x2="7647" y2="62088"/>
                        <a14:backgroundMark x1="8824" y1="62637" x2="8824" y2="62637"/>
                      </a14:backgroundRemoval>
                    </a14:imgEffect>
                  </a14:imgLayer>
                </a14:imgProps>
              </a:ext>
            </a:extLst>
          </a:blip>
          <a:stretch>
            <a:fillRect/>
          </a:stretch>
        </p:blipFill>
        <p:spPr>
          <a:xfrm>
            <a:off x="11521881" y="6235103"/>
            <a:ext cx="518216" cy="554796"/>
          </a:xfrm>
          <a:prstGeom prst="rect">
            <a:avLst/>
          </a:prstGeom>
        </p:spPr>
      </p:pic>
      <p:pic>
        <p:nvPicPr>
          <p:cNvPr id="89201" name="Picture 89200">
            <a:extLst>
              <a:ext uri="{FF2B5EF4-FFF2-40B4-BE49-F238E27FC236}">
                <a16:creationId xmlns:a16="http://schemas.microsoft.com/office/drawing/2014/main" id="{BEA1A290-1AAC-93ED-F1BE-DB461F5736A7}"/>
              </a:ext>
            </a:extLst>
          </p:cNvPr>
          <p:cNvPicPr>
            <a:picLocks noChangeAspect="1"/>
          </p:cNvPicPr>
          <p:nvPr/>
        </p:nvPicPr>
        <p:blipFill>
          <a:blip r:embed="rId7"/>
          <a:stretch>
            <a:fillRect/>
          </a:stretch>
        </p:blipFill>
        <p:spPr>
          <a:xfrm>
            <a:off x="189185" y="6505401"/>
            <a:ext cx="1948619" cy="175408"/>
          </a:xfrm>
          <a:prstGeom prst="rect">
            <a:avLst/>
          </a:prstGeom>
        </p:spPr>
      </p:pic>
      <p:grpSp>
        <p:nvGrpSpPr>
          <p:cNvPr id="89206" name="Group 89205">
            <a:extLst>
              <a:ext uri="{FF2B5EF4-FFF2-40B4-BE49-F238E27FC236}">
                <a16:creationId xmlns:a16="http://schemas.microsoft.com/office/drawing/2014/main" id="{AE6A64DA-D551-E8CF-EBE4-527D23C08CCE}"/>
              </a:ext>
            </a:extLst>
          </p:cNvPr>
          <p:cNvGrpSpPr/>
          <p:nvPr/>
        </p:nvGrpSpPr>
        <p:grpSpPr>
          <a:xfrm>
            <a:off x="3000918" y="814903"/>
            <a:ext cx="6134204" cy="307777"/>
            <a:chOff x="3018674" y="495306"/>
            <a:chExt cx="6134204" cy="307777"/>
          </a:xfrm>
        </p:grpSpPr>
        <p:sp>
          <p:nvSpPr>
            <p:cNvPr id="103437" name="Text Box 1248">
              <a:extLst>
                <a:ext uri="{FF2B5EF4-FFF2-40B4-BE49-F238E27FC236}">
                  <a16:creationId xmlns:a16="http://schemas.microsoft.com/office/drawing/2014/main" id="{8CA402B8-09B6-A029-421A-6D7DC18BB07F}"/>
                </a:ext>
              </a:extLst>
            </p:cNvPr>
            <p:cNvSpPr txBox="1">
              <a:spLocks noChangeArrowheads="1"/>
            </p:cNvSpPr>
            <p:nvPr/>
          </p:nvSpPr>
          <p:spPr bwMode="auto">
            <a:xfrm>
              <a:off x="3018674" y="495306"/>
              <a:ext cx="68159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type="none" w="lg" len="lg"/>
                  <a:tailEnd type="none" w="med" len="lg"/>
                </a14:hiddenLine>
              </a:ext>
            </a:extLst>
          </p:spPr>
          <p:txBody>
            <a:bodyPr wrap="none">
              <a:spAutoFit/>
            </a:bodyPr>
            <a:lstStyle>
              <a:lvl1pPr>
                <a:defRPr i="1">
                  <a:solidFill>
                    <a:schemeClr val="tx1"/>
                  </a:solidFill>
                  <a:latin typeface="Times New Roman" pitchFamily="18" charset="0"/>
                </a:defRPr>
              </a:lvl1pPr>
              <a:lvl2pPr marL="742950" indent="-285750">
                <a:defRPr i="1">
                  <a:solidFill>
                    <a:schemeClr val="tx1"/>
                  </a:solidFill>
                  <a:latin typeface="Times New Roman" pitchFamily="18" charset="0"/>
                </a:defRPr>
              </a:lvl2pPr>
              <a:lvl3pPr marL="1143000" indent="-228600">
                <a:defRPr i="1">
                  <a:solidFill>
                    <a:schemeClr val="tx1"/>
                  </a:solidFill>
                  <a:latin typeface="Times New Roman" pitchFamily="18" charset="0"/>
                </a:defRPr>
              </a:lvl3pPr>
              <a:lvl4pPr marL="1600200" indent="-228600">
                <a:defRPr i="1">
                  <a:solidFill>
                    <a:schemeClr val="tx1"/>
                  </a:solidFill>
                  <a:latin typeface="Times New Roman" pitchFamily="18" charset="0"/>
                </a:defRPr>
              </a:lvl4pPr>
              <a:lvl5pPr marL="2057400" indent="-228600">
                <a:defRPr i="1">
                  <a:solidFill>
                    <a:schemeClr val="tx1"/>
                  </a:solidFill>
                  <a:latin typeface="Times New Roman" pitchFamily="18" charset="0"/>
                </a:defRPr>
              </a:lvl5pPr>
              <a:lvl6pPr marL="2514600" indent="-228600" algn="ctr" eaLnBrk="0" fontAlgn="base" hangingPunct="0">
                <a:spcBef>
                  <a:spcPct val="0"/>
                </a:spcBef>
                <a:spcAft>
                  <a:spcPct val="0"/>
                </a:spcAft>
                <a:defRPr i="1">
                  <a:solidFill>
                    <a:schemeClr val="tx1"/>
                  </a:solidFill>
                  <a:latin typeface="Times New Roman" pitchFamily="18" charset="0"/>
                </a:defRPr>
              </a:lvl6pPr>
              <a:lvl7pPr marL="2971800" indent="-228600" algn="ctr" eaLnBrk="0" fontAlgn="base" hangingPunct="0">
                <a:spcBef>
                  <a:spcPct val="0"/>
                </a:spcBef>
                <a:spcAft>
                  <a:spcPct val="0"/>
                </a:spcAft>
                <a:defRPr i="1">
                  <a:solidFill>
                    <a:schemeClr val="tx1"/>
                  </a:solidFill>
                  <a:latin typeface="Times New Roman" pitchFamily="18" charset="0"/>
                </a:defRPr>
              </a:lvl7pPr>
              <a:lvl8pPr marL="3429000" indent="-228600" algn="ctr" eaLnBrk="0" fontAlgn="base" hangingPunct="0">
                <a:spcBef>
                  <a:spcPct val="0"/>
                </a:spcBef>
                <a:spcAft>
                  <a:spcPct val="0"/>
                </a:spcAft>
                <a:defRPr i="1">
                  <a:solidFill>
                    <a:schemeClr val="tx1"/>
                  </a:solidFill>
                  <a:latin typeface="Times New Roman" pitchFamily="18" charset="0"/>
                </a:defRPr>
              </a:lvl8pPr>
              <a:lvl9pPr marL="3886200" indent="-228600" algn="ctr" eaLnBrk="0" fontAlgn="base" hangingPunct="0">
                <a:spcBef>
                  <a:spcPct val="0"/>
                </a:spcBef>
                <a:spcAft>
                  <a:spcPct val="0"/>
                </a:spcAft>
                <a:defRPr i="1">
                  <a:solidFill>
                    <a:schemeClr val="tx1"/>
                  </a:solidFill>
                  <a:latin typeface="Times New Roman" pitchFamily="18" charset="0"/>
                </a:defRPr>
              </a:lvl9pPr>
            </a:lstStyle>
            <a:p>
              <a:pPr algn="l"/>
              <a:r>
                <a:rPr lang="en-US" i="0" dirty="0">
                  <a:solidFill>
                    <a:schemeClr val="bg1"/>
                  </a:solidFill>
                  <a:latin typeface="+mn-lt"/>
                </a:rPr>
                <a:t>Time  </a:t>
              </a:r>
            </a:p>
          </p:txBody>
        </p:sp>
        <p:cxnSp>
          <p:nvCxnSpPr>
            <p:cNvPr id="89205" name="Straight Arrow Connector 89204">
              <a:extLst>
                <a:ext uri="{FF2B5EF4-FFF2-40B4-BE49-F238E27FC236}">
                  <a16:creationId xmlns:a16="http://schemas.microsoft.com/office/drawing/2014/main" id="{3EA4064B-D2EA-2A58-CABE-58262E2D9B40}"/>
                </a:ext>
              </a:extLst>
            </p:cNvPr>
            <p:cNvCxnSpPr>
              <a:stCxn id="103437" idx="3"/>
            </p:cNvCxnSpPr>
            <p:nvPr/>
          </p:nvCxnSpPr>
          <p:spPr>
            <a:xfrm flipV="1">
              <a:off x="3700271" y="648070"/>
              <a:ext cx="5452607" cy="1125"/>
            </a:xfrm>
            <a:prstGeom prst="straightConnector1">
              <a:avLst/>
            </a:prstGeom>
            <a:ln w="28575">
              <a:solidFill>
                <a:schemeClr val="bg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grpSp>
      <p:grpSp>
        <p:nvGrpSpPr>
          <p:cNvPr id="89214" name="Group 89213">
            <a:extLst>
              <a:ext uri="{FF2B5EF4-FFF2-40B4-BE49-F238E27FC236}">
                <a16:creationId xmlns:a16="http://schemas.microsoft.com/office/drawing/2014/main" id="{CD6A8C0E-1F86-CEC3-CAC9-45B07C0A5263}"/>
              </a:ext>
            </a:extLst>
          </p:cNvPr>
          <p:cNvGrpSpPr/>
          <p:nvPr/>
        </p:nvGrpSpPr>
        <p:grpSpPr>
          <a:xfrm>
            <a:off x="2292183" y="1269145"/>
            <a:ext cx="792205" cy="3373876"/>
            <a:chOff x="2292183" y="1269145"/>
            <a:chExt cx="792205" cy="3373876"/>
          </a:xfrm>
        </p:grpSpPr>
        <p:sp>
          <p:nvSpPr>
            <p:cNvPr id="89208" name="Text Box 1248">
              <a:extLst>
                <a:ext uri="{FF2B5EF4-FFF2-40B4-BE49-F238E27FC236}">
                  <a16:creationId xmlns:a16="http://schemas.microsoft.com/office/drawing/2014/main" id="{75EF6BF1-0E5F-E9C4-9870-2FEF279D3B37}"/>
                </a:ext>
              </a:extLst>
            </p:cNvPr>
            <p:cNvSpPr txBox="1">
              <a:spLocks noChangeArrowheads="1"/>
            </p:cNvSpPr>
            <p:nvPr/>
          </p:nvSpPr>
          <p:spPr bwMode="auto">
            <a:xfrm>
              <a:off x="2292183" y="1269145"/>
              <a:ext cx="79220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type="none" w="lg" len="lg"/>
                  <a:tailEnd type="none" w="med" len="lg"/>
                </a14:hiddenLine>
              </a:ext>
            </a:extLst>
          </p:spPr>
          <p:txBody>
            <a:bodyPr wrap="none">
              <a:spAutoFit/>
            </a:bodyPr>
            <a:lstStyle>
              <a:lvl1pPr>
                <a:defRPr i="1">
                  <a:solidFill>
                    <a:schemeClr val="tx1"/>
                  </a:solidFill>
                  <a:latin typeface="Times New Roman" pitchFamily="18" charset="0"/>
                </a:defRPr>
              </a:lvl1pPr>
              <a:lvl2pPr marL="742950" indent="-285750">
                <a:defRPr i="1">
                  <a:solidFill>
                    <a:schemeClr val="tx1"/>
                  </a:solidFill>
                  <a:latin typeface="Times New Roman" pitchFamily="18" charset="0"/>
                </a:defRPr>
              </a:lvl2pPr>
              <a:lvl3pPr marL="1143000" indent="-228600">
                <a:defRPr i="1">
                  <a:solidFill>
                    <a:schemeClr val="tx1"/>
                  </a:solidFill>
                  <a:latin typeface="Times New Roman" pitchFamily="18" charset="0"/>
                </a:defRPr>
              </a:lvl3pPr>
              <a:lvl4pPr marL="1600200" indent="-228600">
                <a:defRPr i="1">
                  <a:solidFill>
                    <a:schemeClr val="tx1"/>
                  </a:solidFill>
                  <a:latin typeface="Times New Roman" pitchFamily="18" charset="0"/>
                </a:defRPr>
              </a:lvl4pPr>
              <a:lvl5pPr marL="2057400" indent="-228600">
                <a:defRPr i="1">
                  <a:solidFill>
                    <a:schemeClr val="tx1"/>
                  </a:solidFill>
                  <a:latin typeface="Times New Roman" pitchFamily="18" charset="0"/>
                </a:defRPr>
              </a:lvl5pPr>
              <a:lvl6pPr marL="2514600" indent="-228600" algn="ctr" eaLnBrk="0" fontAlgn="base" hangingPunct="0">
                <a:spcBef>
                  <a:spcPct val="0"/>
                </a:spcBef>
                <a:spcAft>
                  <a:spcPct val="0"/>
                </a:spcAft>
                <a:defRPr i="1">
                  <a:solidFill>
                    <a:schemeClr val="tx1"/>
                  </a:solidFill>
                  <a:latin typeface="Times New Roman" pitchFamily="18" charset="0"/>
                </a:defRPr>
              </a:lvl6pPr>
              <a:lvl7pPr marL="2971800" indent="-228600" algn="ctr" eaLnBrk="0" fontAlgn="base" hangingPunct="0">
                <a:spcBef>
                  <a:spcPct val="0"/>
                </a:spcBef>
                <a:spcAft>
                  <a:spcPct val="0"/>
                </a:spcAft>
                <a:defRPr i="1">
                  <a:solidFill>
                    <a:schemeClr val="tx1"/>
                  </a:solidFill>
                  <a:latin typeface="Times New Roman" pitchFamily="18" charset="0"/>
                </a:defRPr>
              </a:lvl7pPr>
              <a:lvl8pPr marL="3429000" indent="-228600" algn="ctr" eaLnBrk="0" fontAlgn="base" hangingPunct="0">
                <a:spcBef>
                  <a:spcPct val="0"/>
                </a:spcBef>
                <a:spcAft>
                  <a:spcPct val="0"/>
                </a:spcAft>
                <a:defRPr i="1">
                  <a:solidFill>
                    <a:schemeClr val="tx1"/>
                  </a:solidFill>
                  <a:latin typeface="Times New Roman" pitchFamily="18" charset="0"/>
                </a:defRPr>
              </a:lvl8pPr>
              <a:lvl9pPr marL="3886200" indent="-228600" algn="ctr" eaLnBrk="0" fontAlgn="base" hangingPunct="0">
                <a:spcBef>
                  <a:spcPct val="0"/>
                </a:spcBef>
                <a:spcAft>
                  <a:spcPct val="0"/>
                </a:spcAft>
                <a:defRPr i="1">
                  <a:solidFill>
                    <a:schemeClr val="tx1"/>
                  </a:solidFill>
                  <a:latin typeface="Times New Roman" pitchFamily="18" charset="0"/>
                </a:defRPr>
              </a:lvl9pPr>
            </a:lstStyle>
            <a:p>
              <a:pPr algn="l"/>
              <a:r>
                <a:rPr lang="en-US" i="0" dirty="0">
                  <a:solidFill>
                    <a:schemeClr val="bg1"/>
                  </a:solidFill>
                  <a:latin typeface="+mn-lt"/>
                </a:rPr>
                <a:t>Space  </a:t>
              </a:r>
            </a:p>
          </p:txBody>
        </p:sp>
        <p:cxnSp>
          <p:nvCxnSpPr>
            <p:cNvPr id="89211" name="Straight Arrow Connector 89210">
              <a:extLst>
                <a:ext uri="{FF2B5EF4-FFF2-40B4-BE49-F238E27FC236}">
                  <a16:creationId xmlns:a16="http://schemas.microsoft.com/office/drawing/2014/main" id="{5FF1AA11-11F0-2118-C84C-B44D5B98A6F1}"/>
                </a:ext>
              </a:extLst>
            </p:cNvPr>
            <p:cNvCxnSpPr>
              <a:cxnSpLocks/>
            </p:cNvCxnSpPr>
            <p:nvPr/>
          </p:nvCxnSpPr>
          <p:spPr>
            <a:xfrm>
              <a:off x="2665391" y="1695635"/>
              <a:ext cx="0" cy="2947386"/>
            </a:xfrm>
            <a:prstGeom prst="straightConnector1">
              <a:avLst/>
            </a:prstGeom>
            <a:ln w="28575">
              <a:solidFill>
                <a:schemeClr val="bg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grpSp>
      <p:sp>
        <p:nvSpPr>
          <p:cNvPr id="89215" name="TextBox 89214">
            <a:extLst>
              <a:ext uri="{FF2B5EF4-FFF2-40B4-BE49-F238E27FC236}">
                <a16:creationId xmlns:a16="http://schemas.microsoft.com/office/drawing/2014/main" id="{99F894E9-0BB1-494E-53A9-FF84D280C028}"/>
              </a:ext>
            </a:extLst>
          </p:cNvPr>
          <p:cNvSpPr txBox="1"/>
          <p:nvPr/>
        </p:nvSpPr>
        <p:spPr>
          <a:xfrm>
            <a:off x="2965144" y="4986986"/>
            <a:ext cx="6356227" cy="400110"/>
          </a:xfrm>
          <a:prstGeom prst="rect">
            <a:avLst/>
          </a:prstGeom>
          <a:noFill/>
        </p:spPr>
        <p:txBody>
          <a:bodyPr wrap="none" rtlCol="0">
            <a:spAutoFit/>
          </a:bodyPr>
          <a:lstStyle/>
          <a:p>
            <a:r>
              <a:rPr lang="en-US" sz="2000" dirty="0">
                <a:solidFill>
                  <a:schemeClr val="bg1"/>
                </a:solidFill>
              </a:rPr>
              <a:t>Network model used at Schneider National since 1980</a:t>
            </a:r>
          </a:p>
        </p:txBody>
      </p:sp>
      <p:sp>
        <p:nvSpPr>
          <p:cNvPr id="9" name="Title 1">
            <a:extLst>
              <a:ext uri="{FF2B5EF4-FFF2-40B4-BE49-F238E27FC236}">
                <a16:creationId xmlns:a16="http://schemas.microsoft.com/office/drawing/2014/main" id="{3779950F-B962-E21E-8482-BDE3F6AAF818}"/>
              </a:ext>
            </a:extLst>
          </p:cNvPr>
          <p:cNvSpPr>
            <a:spLocks noGrp="1"/>
          </p:cNvSpPr>
          <p:nvPr>
            <p:ph type="title"/>
          </p:nvPr>
        </p:nvSpPr>
        <p:spPr>
          <a:xfrm>
            <a:off x="2021700" y="14484"/>
            <a:ext cx="8283900" cy="550500"/>
          </a:xfrm>
        </p:spPr>
        <p:txBody>
          <a:bodyPr/>
          <a:lstStyle/>
          <a:p>
            <a:r>
              <a:rPr lang="en-US" dirty="0">
                <a:solidFill>
                  <a:schemeClr val="bg1"/>
                </a:solidFill>
              </a:rPr>
              <a:t>Truckload fleet planning at Schneider National</a:t>
            </a:r>
          </a:p>
        </p:txBody>
      </p:sp>
    </p:spTree>
    <p:extLst>
      <p:ext uri="{BB962C8B-B14F-4D97-AF65-F5344CB8AC3E}">
        <p14:creationId xmlns:p14="http://schemas.microsoft.com/office/powerpoint/2010/main" val="2085048836"/>
      </p:ext>
    </p:extLst>
  </p:cSld>
  <p:clrMapOvr>
    <a:masterClrMapping/>
  </p:clrMapOvr>
  <p:transition/>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5E2543-2887-FD0F-17B4-C0337558C0DD}"/>
            </a:ext>
          </a:extLst>
        </p:cNvPr>
        <p:cNvGrpSpPr/>
        <p:nvPr/>
      </p:nvGrpSpPr>
      <p:grpSpPr>
        <a:xfrm>
          <a:off x="0" y="0"/>
          <a:ext cx="0" cy="0"/>
          <a:chOff x="0" y="0"/>
          <a:chExt cx="0" cy="0"/>
        </a:xfrm>
      </p:grpSpPr>
      <p:grpSp>
        <p:nvGrpSpPr>
          <p:cNvPr id="2" name="Group 1">
            <a:extLst>
              <a:ext uri="{FF2B5EF4-FFF2-40B4-BE49-F238E27FC236}">
                <a16:creationId xmlns:a16="http://schemas.microsoft.com/office/drawing/2014/main" id="{AA805F02-E507-6C4F-3A6B-E9A742011006}"/>
              </a:ext>
            </a:extLst>
          </p:cNvPr>
          <p:cNvGrpSpPr/>
          <p:nvPr/>
        </p:nvGrpSpPr>
        <p:grpSpPr>
          <a:xfrm>
            <a:off x="0" y="0"/>
            <a:ext cx="12192000" cy="6858000"/>
            <a:chOff x="679450" y="1866900"/>
            <a:chExt cx="7200900" cy="3905250"/>
          </a:xfrm>
        </p:grpSpPr>
        <p:pic>
          <p:nvPicPr>
            <p:cNvPr id="3" name="Picture 2">
              <a:extLst>
                <a:ext uri="{FF2B5EF4-FFF2-40B4-BE49-F238E27FC236}">
                  <a16:creationId xmlns:a16="http://schemas.microsoft.com/office/drawing/2014/main" id="{7426D669-442C-A401-8127-F54BE019A5FE}"/>
                </a:ext>
              </a:extLst>
            </p:cNvPr>
            <p:cNvPicPr>
              <a:picLocks noChangeAspect="1"/>
            </p:cNvPicPr>
            <p:nvPr/>
          </p:nvPicPr>
          <p:blipFill rotWithShape="1">
            <a:blip r:embed="rId3"/>
            <a:srcRect l="5574" t="26381" r="35364" b="14572"/>
            <a:stretch/>
          </p:blipFill>
          <p:spPr>
            <a:xfrm>
              <a:off x="679450" y="1866900"/>
              <a:ext cx="7200900" cy="3905250"/>
            </a:xfrm>
            <a:prstGeom prst="rect">
              <a:avLst/>
            </a:prstGeom>
          </p:spPr>
        </p:pic>
        <p:pic>
          <p:nvPicPr>
            <p:cNvPr id="4" name="Picture 3">
              <a:extLst>
                <a:ext uri="{FF2B5EF4-FFF2-40B4-BE49-F238E27FC236}">
                  <a16:creationId xmlns:a16="http://schemas.microsoft.com/office/drawing/2014/main" id="{7395C0EE-B7A2-F1E0-B021-CCF185974F6E}"/>
                </a:ext>
              </a:extLst>
            </p:cNvPr>
            <p:cNvPicPr>
              <a:picLocks noChangeAspect="1"/>
            </p:cNvPicPr>
            <p:nvPr/>
          </p:nvPicPr>
          <p:blipFill>
            <a:blip r:embed="rId4"/>
            <a:stretch>
              <a:fillRect/>
            </a:stretch>
          </p:blipFill>
          <p:spPr>
            <a:xfrm>
              <a:off x="4706911" y="4695670"/>
              <a:ext cx="451241" cy="243590"/>
            </a:xfrm>
            <a:prstGeom prst="rect">
              <a:avLst/>
            </a:prstGeom>
          </p:spPr>
        </p:pic>
      </p:grpSp>
      <p:grpSp>
        <p:nvGrpSpPr>
          <p:cNvPr id="103428" name="Group 2">
            <a:extLst>
              <a:ext uri="{FF2B5EF4-FFF2-40B4-BE49-F238E27FC236}">
                <a16:creationId xmlns:a16="http://schemas.microsoft.com/office/drawing/2014/main" id="{2126CEF1-4527-B283-EBDD-192B3BF4E7C4}"/>
              </a:ext>
            </a:extLst>
          </p:cNvPr>
          <p:cNvGrpSpPr>
            <a:grpSpLocks/>
          </p:cNvGrpSpPr>
          <p:nvPr/>
        </p:nvGrpSpPr>
        <p:grpSpPr bwMode="auto">
          <a:xfrm>
            <a:off x="3055144" y="1355726"/>
            <a:ext cx="6081712" cy="3332162"/>
            <a:chOff x="1449" y="1725"/>
            <a:chExt cx="3265" cy="1898"/>
          </a:xfrm>
          <a:solidFill>
            <a:schemeClr val="bg1">
              <a:lumMod val="75000"/>
            </a:schemeClr>
          </a:solidFill>
        </p:grpSpPr>
        <p:grpSp>
          <p:nvGrpSpPr>
            <p:cNvPr id="103453" name="Group 3">
              <a:extLst>
                <a:ext uri="{FF2B5EF4-FFF2-40B4-BE49-F238E27FC236}">
                  <a16:creationId xmlns:a16="http://schemas.microsoft.com/office/drawing/2014/main" id="{BEB8F9D8-6ECB-74D6-F091-3997D96D958B}"/>
                </a:ext>
              </a:extLst>
            </p:cNvPr>
            <p:cNvGrpSpPr>
              <a:grpSpLocks/>
            </p:cNvGrpSpPr>
            <p:nvPr/>
          </p:nvGrpSpPr>
          <p:grpSpPr bwMode="auto">
            <a:xfrm>
              <a:off x="3772" y="2690"/>
              <a:ext cx="894" cy="596"/>
              <a:chOff x="3772" y="2690"/>
              <a:chExt cx="894" cy="596"/>
            </a:xfrm>
            <a:grpFill/>
          </p:grpSpPr>
          <p:sp>
            <p:nvSpPr>
              <p:cNvPr id="104673" name="Freeform 4">
                <a:extLst>
                  <a:ext uri="{FF2B5EF4-FFF2-40B4-BE49-F238E27FC236}">
                    <a16:creationId xmlns:a16="http://schemas.microsoft.com/office/drawing/2014/main" id="{49F79E69-103B-D846-6309-8C402CDA0D11}"/>
                  </a:ext>
                </a:extLst>
              </p:cNvPr>
              <p:cNvSpPr>
                <a:spLocks/>
              </p:cNvSpPr>
              <p:nvPr/>
            </p:nvSpPr>
            <p:spPr bwMode="auto">
              <a:xfrm>
                <a:off x="4538" y="2690"/>
                <a:ext cx="128" cy="104"/>
              </a:xfrm>
              <a:custGeom>
                <a:avLst/>
                <a:gdLst>
                  <a:gd name="T0" fmla="*/ 128 w 128"/>
                  <a:gd name="T1" fmla="*/ 0 h 104"/>
                  <a:gd name="T2" fmla="*/ 40 w 128"/>
                  <a:gd name="T3" fmla="*/ 104 h 104"/>
                  <a:gd name="T4" fmla="*/ 16 w 128"/>
                  <a:gd name="T5" fmla="*/ 72 h 104"/>
                  <a:gd name="T6" fmla="*/ 0 w 128"/>
                  <a:gd name="T7" fmla="*/ 48 h 104"/>
                  <a:gd name="T8" fmla="*/ 128 w 128"/>
                  <a:gd name="T9" fmla="*/ 0 h 104"/>
                  <a:gd name="T10" fmla="*/ 0 60000 65536"/>
                  <a:gd name="T11" fmla="*/ 0 60000 65536"/>
                  <a:gd name="T12" fmla="*/ 0 60000 65536"/>
                  <a:gd name="T13" fmla="*/ 0 60000 65536"/>
                  <a:gd name="T14" fmla="*/ 0 60000 65536"/>
                  <a:gd name="T15" fmla="*/ 0 w 128"/>
                  <a:gd name="T16" fmla="*/ 0 h 104"/>
                  <a:gd name="T17" fmla="*/ 128 w 128"/>
                  <a:gd name="T18" fmla="*/ 104 h 104"/>
                </a:gdLst>
                <a:ahLst/>
                <a:cxnLst>
                  <a:cxn ang="T10">
                    <a:pos x="T0" y="T1"/>
                  </a:cxn>
                  <a:cxn ang="T11">
                    <a:pos x="T2" y="T3"/>
                  </a:cxn>
                  <a:cxn ang="T12">
                    <a:pos x="T4" y="T5"/>
                  </a:cxn>
                  <a:cxn ang="T13">
                    <a:pos x="T6" y="T7"/>
                  </a:cxn>
                  <a:cxn ang="T14">
                    <a:pos x="T8" y="T9"/>
                  </a:cxn>
                </a:cxnLst>
                <a:rect l="T15" t="T16" r="T17" b="T18"/>
                <a:pathLst>
                  <a:path w="128" h="104">
                    <a:moveTo>
                      <a:pt x="128" y="0"/>
                    </a:moveTo>
                    <a:lnTo>
                      <a:pt x="40" y="104"/>
                    </a:lnTo>
                    <a:lnTo>
                      <a:pt x="16" y="72"/>
                    </a:lnTo>
                    <a:lnTo>
                      <a:pt x="0" y="48"/>
                    </a:lnTo>
                    <a:lnTo>
                      <a:pt x="128" y="0"/>
                    </a:lnTo>
                    <a:close/>
                  </a:path>
                </a:pathLst>
              </a:custGeom>
              <a:grpFill/>
              <a:ln w="9525">
                <a:solidFill>
                  <a:schemeClr val="bg1">
                    <a:lumMod val="65000"/>
                  </a:schemeClr>
                </a:solidFill>
                <a:round/>
                <a:headEnd/>
                <a:tailEnd/>
              </a:ln>
            </p:spPr>
            <p:txBody>
              <a:bodyPr/>
              <a:lstStyle/>
              <a:p>
                <a:endParaRPr lang="en-US"/>
              </a:p>
            </p:txBody>
          </p:sp>
          <p:sp>
            <p:nvSpPr>
              <p:cNvPr id="104674" name="Line 5">
                <a:extLst>
                  <a:ext uri="{FF2B5EF4-FFF2-40B4-BE49-F238E27FC236}">
                    <a16:creationId xmlns:a16="http://schemas.microsoft.com/office/drawing/2014/main" id="{471399A6-2601-FA33-7A01-EA13605541AE}"/>
                  </a:ext>
                </a:extLst>
              </p:cNvPr>
              <p:cNvSpPr>
                <a:spLocks noChangeShapeType="1"/>
              </p:cNvSpPr>
              <p:nvPr/>
            </p:nvSpPr>
            <p:spPr bwMode="auto">
              <a:xfrm flipV="1">
                <a:off x="3772" y="2757"/>
                <a:ext cx="790" cy="529"/>
              </a:xfrm>
              <a:prstGeom prst="line">
                <a:avLst/>
              </a:prstGeom>
              <a:grpFill/>
              <a:ln w="25400">
                <a:solidFill>
                  <a:schemeClr val="bg1">
                    <a:lumMod val="65000"/>
                  </a:schemeClr>
                </a:solidFill>
                <a:round/>
                <a:headEnd/>
                <a:tailEnd/>
              </a:ln>
            </p:spPr>
            <p:txBody>
              <a:bodyPr/>
              <a:lstStyle/>
              <a:p>
                <a:endParaRPr lang="en-US"/>
              </a:p>
            </p:txBody>
          </p:sp>
        </p:grpSp>
        <p:grpSp>
          <p:nvGrpSpPr>
            <p:cNvPr id="103454" name="Group 6">
              <a:extLst>
                <a:ext uri="{FF2B5EF4-FFF2-40B4-BE49-F238E27FC236}">
                  <a16:creationId xmlns:a16="http://schemas.microsoft.com/office/drawing/2014/main" id="{8ED40F72-ED76-441B-2D27-17ABC1B39454}"/>
                </a:ext>
              </a:extLst>
            </p:cNvPr>
            <p:cNvGrpSpPr>
              <a:grpSpLocks/>
            </p:cNvGrpSpPr>
            <p:nvPr/>
          </p:nvGrpSpPr>
          <p:grpSpPr bwMode="auto">
            <a:xfrm>
              <a:off x="1944" y="2690"/>
              <a:ext cx="894" cy="596"/>
              <a:chOff x="1944" y="2690"/>
              <a:chExt cx="894" cy="596"/>
            </a:xfrm>
            <a:grpFill/>
          </p:grpSpPr>
          <p:sp>
            <p:nvSpPr>
              <p:cNvPr id="104671" name="Freeform 7">
                <a:extLst>
                  <a:ext uri="{FF2B5EF4-FFF2-40B4-BE49-F238E27FC236}">
                    <a16:creationId xmlns:a16="http://schemas.microsoft.com/office/drawing/2014/main" id="{75B1DFFE-A743-0F5E-CBAC-2110F9C79818}"/>
                  </a:ext>
                </a:extLst>
              </p:cNvPr>
              <p:cNvSpPr>
                <a:spLocks/>
              </p:cNvSpPr>
              <p:nvPr/>
            </p:nvSpPr>
            <p:spPr bwMode="auto">
              <a:xfrm>
                <a:off x="2702" y="2690"/>
                <a:ext cx="136" cy="104"/>
              </a:xfrm>
              <a:custGeom>
                <a:avLst/>
                <a:gdLst>
                  <a:gd name="T0" fmla="*/ 136 w 136"/>
                  <a:gd name="T1" fmla="*/ 0 h 104"/>
                  <a:gd name="T2" fmla="*/ 40 w 136"/>
                  <a:gd name="T3" fmla="*/ 104 h 104"/>
                  <a:gd name="T4" fmla="*/ 24 w 136"/>
                  <a:gd name="T5" fmla="*/ 72 h 104"/>
                  <a:gd name="T6" fmla="*/ 0 w 136"/>
                  <a:gd name="T7" fmla="*/ 48 h 104"/>
                  <a:gd name="T8" fmla="*/ 136 w 136"/>
                  <a:gd name="T9" fmla="*/ 0 h 104"/>
                  <a:gd name="T10" fmla="*/ 0 60000 65536"/>
                  <a:gd name="T11" fmla="*/ 0 60000 65536"/>
                  <a:gd name="T12" fmla="*/ 0 60000 65536"/>
                  <a:gd name="T13" fmla="*/ 0 60000 65536"/>
                  <a:gd name="T14" fmla="*/ 0 60000 65536"/>
                  <a:gd name="T15" fmla="*/ 0 w 136"/>
                  <a:gd name="T16" fmla="*/ 0 h 104"/>
                  <a:gd name="T17" fmla="*/ 136 w 136"/>
                  <a:gd name="T18" fmla="*/ 104 h 104"/>
                </a:gdLst>
                <a:ahLst/>
                <a:cxnLst>
                  <a:cxn ang="T10">
                    <a:pos x="T0" y="T1"/>
                  </a:cxn>
                  <a:cxn ang="T11">
                    <a:pos x="T2" y="T3"/>
                  </a:cxn>
                  <a:cxn ang="T12">
                    <a:pos x="T4" y="T5"/>
                  </a:cxn>
                  <a:cxn ang="T13">
                    <a:pos x="T6" y="T7"/>
                  </a:cxn>
                  <a:cxn ang="T14">
                    <a:pos x="T8" y="T9"/>
                  </a:cxn>
                </a:cxnLst>
                <a:rect l="T15" t="T16" r="T17" b="T18"/>
                <a:pathLst>
                  <a:path w="136" h="104">
                    <a:moveTo>
                      <a:pt x="136" y="0"/>
                    </a:moveTo>
                    <a:lnTo>
                      <a:pt x="40" y="104"/>
                    </a:lnTo>
                    <a:lnTo>
                      <a:pt x="24" y="72"/>
                    </a:lnTo>
                    <a:lnTo>
                      <a:pt x="0" y="48"/>
                    </a:lnTo>
                    <a:lnTo>
                      <a:pt x="136" y="0"/>
                    </a:lnTo>
                    <a:close/>
                  </a:path>
                </a:pathLst>
              </a:custGeom>
              <a:grpFill/>
              <a:ln w="9525">
                <a:solidFill>
                  <a:schemeClr val="bg1">
                    <a:lumMod val="65000"/>
                  </a:schemeClr>
                </a:solidFill>
                <a:round/>
                <a:headEnd/>
                <a:tailEnd/>
              </a:ln>
            </p:spPr>
            <p:txBody>
              <a:bodyPr/>
              <a:lstStyle/>
              <a:p>
                <a:endParaRPr lang="en-US"/>
              </a:p>
            </p:txBody>
          </p:sp>
          <p:sp>
            <p:nvSpPr>
              <p:cNvPr id="104672" name="Line 8">
                <a:extLst>
                  <a:ext uri="{FF2B5EF4-FFF2-40B4-BE49-F238E27FC236}">
                    <a16:creationId xmlns:a16="http://schemas.microsoft.com/office/drawing/2014/main" id="{04663209-2C1D-3BD2-126B-3FE5EE859C57}"/>
                  </a:ext>
                </a:extLst>
              </p:cNvPr>
              <p:cNvSpPr>
                <a:spLocks noChangeShapeType="1"/>
              </p:cNvSpPr>
              <p:nvPr/>
            </p:nvSpPr>
            <p:spPr bwMode="auto">
              <a:xfrm flipV="1">
                <a:off x="1944" y="2758"/>
                <a:ext cx="790" cy="528"/>
              </a:xfrm>
              <a:prstGeom prst="line">
                <a:avLst/>
              </a:prstGeom>
              <a:grpFill/>
              <a:ln w="25400">
                <a:solidFill>
                  <a:schemeClr val="bg1">
                    <a:lumMod val="65000"/>
                  </a:schemeClr>
                </a:solidFill>
                <a:round/>
                <a:headEnd/>
                <a:tailEnd/>
              </a:ln>
            </p:spPr>
            <p:txBody>
              <a:bodyPr/>
              <a:lstStyle/>
              <a:p>
                <a:endParaRPr lang="en-US"/>
              </a:p>
            </p:txBody>
          </p:sp>
        </p:grpSp>
        <p:grpSp>
          <p:nvGrpSpPr>
            <p:cNvPr id="103455" name="Group 9">
              <a:extLst>
                <a:ext uri="{FF2B5EF4-FFF2-40B4-BE49-F238E27FC236}">
                  <a16:creationId xmlns:a16="http://schemas.microsoft.com/office/drawing/2014/main" id="{38D4B371-D7FB-F62E-1C3F-291DE8664FDF}"/>
                </a:ext>
              </a:extLst>
            </p:cNvPr>
            <p:cNvGrpSpPr>
              <a:grpSpLocks/>
            </p:cNvGrpSpPr>
            <p:nvPr/>
          </p:nvGrpSpPr>
          <p:grpSpPr bwMode="auto">
            <a:xfrm>
              <a:off x="1483" y="2379"/>
              <a:ext cx="429" cy="598"/>
              <a:chOff x="1483" y="2379"/>
              <a:chExt cx="429" cy="598"/>
            </a:xfrm>
            <a:grpFill/>
          </p:grpSpPr>
          <p:sp>
            <p:nvSpPr>
              <p:cNvPr id="104669" name="Freeform 10">
                <a:extLst>
                  <a:ext uri="{FF2B5EF4-FFF2-40B4-BE49-F238E27FC236}">
                    <a16:creationId xmlns:a16="http://schemas.microsoft.com/office/drawing/2014/main" id="{8E2887FF-06CA-41D6-65FE-5C7FDAB6AF91}"/>
                  </a:ext>
                </a:extLst>
              </p:cNvPr>
              <p:cNvSpPr>
                <a:spLocks/>
              </p:cNvSpPr>
              <p:nvPr/>
            </p:nvSpPr>
            <p:spPr bwMode="auto">
              <a:xfrm>
                <a:off x="1808" y="2379"/>
                <a:ext cx="104" cy="136"/>
              </a:xfrm>
              <a:custGeom>
                <a:avLst/>
                <a:gdLst>
                  <a:gd name="T0" fmla="*/ 104 w 104"/>
                  <a:gd name="T1" fmla="*/ 0 h 136"/>
                  <a:gd name="T2" fmla="*/ 56 w 104"/>
                  <a:gd name="T3" fmla="*/ 136 h 136"/>
                  <a:gd name="T4" fmla="*/ 32 w 104"/>
                  <a:gd name="T5" fmla="*/ 112 h 136"/>
                  <a:gd name="T6" fmla="*/ 0 w 104"/>
                  <a:gd name="T7" fmla="*/ 96 h 136"/>
                  <a:gd name="T8" fmla="*/ 104 w 104"/>
                  <a:gd name="T9" fmla="*/ 0 h 136"/>
                  <a:gd name="T10" fmla="*/ 0 60000 65536"/>
                  <a:gd name="T11" fmla="*/ 0 60000 65536"/>
                  <a:gd name="T12" fmla="*/ 0 60000 65536"/>
                  <a:gd name="T13" fmla="*/ 0 60000 65536"/>
                  <a:gd name="T14" fmla="*/ 0 60000 65536"/>
                  <a:gd name="T15" fmla="*/ 0 w 104"/>
                  <a:gd name="T16" fmla="*/ 0 h 136"/>
                  <a:gd name="T17" fmla="*/ 104 w 104"/>
                  <a:gd name="T18" fmla="*/ 136 h 136"/>
                </a:gdLst>
                <a:ahLst/>
                <a:cxnLst>
                  <a:cxn ang="T10">
                    <a:pos x="T0" y="T1"/>
                  </a:cxn>
                  <a:cxn ang="T11">
                    <a:pos x="T2" y="T3"/>
                  </a:cxn>
                  <a:cxn ang="T12">
                    <a:pos x="T4" y="T5"/>
                  </a:cxn>
                  <a:cxn ang="T13">
                    <a:pos x="T6" y="T7"/>
                  </a:cxn>
                  <a:cxn ang="T14">
                    <a:pos x="T8" y="T9"/>
                  </a:cxn>
                </a:cxnLst>
                <a:rect l="T15" t="T16" r="T17" b="T18"/>
                <a:pathLst>
                  <a:path w="104" h="136">
                    <a:moveTo>
                      <a:pt x="104" y="0"/>
                    </a:moveTo>
                    <a:lnTo>
                      <a:pt x="56" y="136"/>
                    </a:lnTo>
                    <a:lnTo>
                      <a:pt x="32" y="112"/>
                    </a:lnTo>
                    <a:lnTo>
                      <a:pt x="0" y="96"/>
                    </a:lnTo>
                    <a:lnTo>
                      <a:pt x="104" y="0"/>
                    </a:lnTo>
                    <a:close/>
                  </a:path>
                </a:pathLst>
              </a:custGeom>
              <a:grpFill/>
              <a:ln w="9525">
                <a:solidFill>
                  <a:schemeClr val="bg1">
                    <a:lumMod val="65000"/>
                  </a:schemeClr>
                </a:solidFill>
                <a:round/>
                <a:headEnd/>
                <a:tailEnd/>
              </a:ln>
            </p:spPr>
            <p:txBody>
              <a:bodyPr/>
              <a:lstStyle/>
              <a:p>
                <a:endParaRPr lang="en-US"/>
              </a:p>
            </p:txBody>
          </p:sp>
          <p:sp>
            <p:nvSpPr>
              <p:cNvPr id="104670" name="Line 11">
                <a:extLst>
                  <a:ext uri="{FF2B5EF4-FFF2-40B4-BE49-F238E27FC236}">
                    <a16:creationId xmlns:a16="http://schemas.microsoft.com/office/drawing/2014/main" id="{3293985F-5B62-06D5-C7F3-39EE30CCA2DF}"/>
                  </a:ext>
                </a:extLst>
              </p:cNvPr>
              <p:cNvSpPr>
                <a:spLocks noChangeShapeType="1"/>
              </p:cNvSpPr>
              <p:nvPr/>
            </p:nvSpPr>
            <p:spPr bwMode="auto">
              <a:xfrm flipV="1">
                <a:off x="1483" y="2483"/>
                <a:ext cx="362" cy="494"/>
              </a:xfrm>
              <a:prstGeom prst="line">
                <a:avLst/>
              </a:prstGeom>
              <a:grpFill/>
              <a:ln w="25400">
                <a:solidFill>
                  <a:schemeClr val="bg1">
                    <a:lumMod val="65000"/>
                  </a:schemeClr>
                </a:solidFill>
                <a:round/>
                <a:headEnd/>
                <a:tailEnd/>
              </a:ln>
            </p:spPr>
            <p:txBody>
              <a:bodyPr/>
              <a:lstStyle/>
              <a:p>
                <a:endParaRPr lang="en-US"/>
              </a:p>
            </p:txBody>
          </p:sp>
        </p:grpSp>
        <p:grpSp>
          <p:nvGrpSpPr>
            <p:cNvPr id="103456" name="Group 12">
              <a:extLst>
                <a:ext uri="{FF2B5EF4-FFF2-40B4-BE49-F238E27FC236}">
                  <a16:creationId xmlns:a16="http://schemas.microsoft.com/office/drawing/2014/main" id="{D11E8BDF-DFDA-EFEA-C97F-FAC42AA79830}"/>
                </a:ext>
              </a:extLst>
            </p:cNvPr>
            <p:cNvGrpSpPr>
              <a:grpSpLocks/>
            </p:cNvGrpSpPr>
            <p:nvPr/>
          </p:nvGrpSpPr>
          <p:grpSpPr bwMode="auto">
            <a:xfrm>
              <a:off x="1936" y="2379"/>
              <a:ext cx="894" cy="604"/>
              <a:chOff x="1936" y="2379"/>
              <a:chExt cx="894" cy="604"/>
            </a:xfrm>
            <a:grpFill/>
          </p:grpSpPr>
          <p:sp>
            <p:nvSpPr>
              <p:cNvPr id="104667" name="Freeform 13">
                <a:extLst>
                  <a:ext uri="{FF2B5EF4-FFF2-40B4-BE49-F238E27FC236}">
                    <a16:creationId xmlns:a16="http://schemas.microsoft.com/office/drawing/2014/main" id="{7C7B3A4A-8205-6BA0-3FF1-3B7A06EB6951}"/>
                  </a:ext>
                </a:extLst>
              </p:cNvPr>
              <p:cNvSpPr>
                <a:spLocks/>
              </p:cNvSpPr>
              <p:nvPr/>
            </p:nvSpPr>
            <p:spPr bwMode="auto">
              <a:xfrm>
                <a:off x="2702" y="2379"/>
                <a:ext cx="128" cy="104"/>
              </a:xfrm>
              <a:custGeom>
                <a:avLst/>
                <a:gdLst>
                  <a:gd name="T0" fmla="*/ 128 w 128"/>
                  <a:gd name="T1" fmla="*/ 0 h 104"/>
                  <a:gd name="T2" fmla="*/ 40 w 128"/>
                  <a:gd name="T3" fmla="*/ 104 h 104"/>
                  <a:gd name="T4" fmla="*/ 16 w 128"/>
                  <a:gd name="T5" fmla="*/ 80 h 104"/>
                  <a:gd name="T6" fmla="*/ 0 w 128"/>
                  <a:gd name="T7" fmla="*/ 48 h 104"/>
                  <a:gd name="T8" fmla="*/ 128 w 128"/>
                  <a:gd name="T9" fmla="*/ 0 h 104"/>
                  <a:gd name="T10" fmla="*/ 0 60000 65536"/>
                  <a:gd name="T11" fmla="*/ 0 60000 65536"/>
                  <a:gd name="T12" fmla="*/ 0 60000 65536"/>
                  <a:gd name="T13" fmla="*/ 0 60000 65536"/>
                  <a:gd name="T14" fmla="*/ 0 60000 65536"/>
                  <a:gd name="T15" fmla="*/ 0 w 128"/>
                  <a:gd name="T16" fmla="*/ 0 h 104"/>
                  <a:gd name="T17" fmla="*/ 128 w 128"/>
                  <a:gd name="T18" fmla="*/ 104 h 104"/>
                </a:gdLst>
                <a:ahLst/>
                <a:cxnLst>
                  <a:cxn ang="T10">
                    <a:pos x="T0" y="T1"/>
                  </a:cxn>
                  <a:cxn ang="T11">
                    <a:pos x="T2" y="T3"/>
                  </a:cxn>
                  <a:cxn ang="T12">
                    <a:pos x="T4" y="T5"/>
                  </a:cxn>
                  <a:cxn ang="T13">
                    <a:pos x="T6" y="T7"/>
                  </a:cxn>
                  <a:cxn ang="T14">
                    <a:pos x="T8" y="T9"/>
                  </a:cxn>
                </a:cxnLst>
                <a:rect l="T15" t="T16" r="T17" b="T18"/>
                <a:pathLst>
                  <a:path w="128" h="104">
                    <a:moveTo>
                      <a:pt x="128" y="0"/>
                    </a:moveTo>
                    <a:lnTo>
                      <a:pt x="40" y="104"/>
                    </a:lnTo>
                    <a:lnTo>
                      <a:pt x="16" y="80"/>
                    </a:lnTo>
                    <a:lnTo>
                      <a:pt x="0" y="48"/>
                    </a:lnTo>
                    <a:lnTo>
                      <a:pt x="128" y="0"/>
                    </a:lnTo>
                    <a:close/>
                  </a:path>
                </a:pathLst>
              </a:custGeom>
              <a:grpFill/>
              <a:ln w="9525">
                <a:solidFill>
                  <a:schemeClr val="bg1">
                    <a:lumMod val="65000"/>
                  </a:schemeClr>
                </a:solidFill>
                <a:round/>
                <a:headEnd/>
                <a:tailEnd/>
              </a:ln>
            </p:spPr>
            <p:txBody>
              <a:bodyPr/>
              <a:lstStyle/>
              <a:p>
                <a:endParaRPr lang="en-US"/>
              </a:p>
            </p:txBody>
          </p:sp>
          <p:sp>
            <p:nvSpPr>
              <p:cNvPr id="104668" name="Line 14">
                <a:extLst>
                  <a:ext uri="{FF2B5EF4-FFF2-40B4-BE49-F238E27FC236}">
                    <a16:creationId xmlns:a16="http://schemas.microsoft.com/office/drawing/2014/main" id="{E736E601-E6B5-EA82-FABF-0F5FDF4396A5}"/>
                  </a:ext>
                </a:extLst>
              </p:cNvPr>
              <p:cNvSpPr>
                <a:spLocks noChangeShapeType="1"/>
              </p:cNvSpPr>
              <p:nvPr/>
            </p:nvSpPr>
            <p:spPr bwMode="auto">
              <a:xfrm flipV="1">
                <a:off x="1936" y="2455"/>
                <a:ext cx="790" cy="528"/>
              </a:xfrm>
              <a:prstGeom prst="line">
                <a:avLst/>
              </a:prstGeom>
              <a:grpFill/>
              <a:ln w="25400">
                <a:solidFill>
                  <a:schemeClr val="bg1">
                    <a:lumMod val="65000"/>
                  </a:schemeClr>
                </a:solidFill>
                <a:round/>
                <a:headEnd/>
                <a:tailEnd/>
              </a:ln>
            </p:spPr>
            <p:txBody>
              <a:bodyPr/>
              <a:lstStyle/>
              <a:p>
                <a:endParaRPr lang="en-US"/>
              </a:p>
            </p:txBody>
          </p:sp>
        </p:grpSp>
        <p:grpSp>
          <p:nvGrpSpPr>
            <p:cNvPr id="103457" name="Group 15">
              <a:extLst>
                <a:ext uri="{FF2B5EF4-FFF2-40B4-BE49-F238E27FC236}">
                  <a16:creationId xmlns:a16="http://schemas.microsoft.com/office/drawing/2014/main" id="{F5B1B8F4-82E9-EC65-1E80-4AC571E82652}"/>
                </a:ext>
              </a:extLst>
            </p:cNvPr>
            <p:cNvGrpSpPr>
              <a:grpSpLocks/>
            </p:cNvGrpSpPr>
            <p:nvPr/>
          </p:nvGrpSpPr>
          <p:grpSpPr bwMode="auto">
            <a:xfrm>
              <a:off x="1952" y="2076"/>
              <a:ext cx="886" cy="290"/>
              <a:chOff x="1952" y="2076"/>
              <a:chExt cx="886" cy="290"/>
            </a:xfrm>
            <a:grpFill/>
          </p:grpSpPr>
          <p:sp>
            <p:nvSpPr>
              <p:cNvPr id="104665" name="Freeform 16">
                <a:extLst>
                  <a:ext uri="{FF2B5EF4-FFF2-40B4-BE49-F238E27FC236}">
                    <a16:creationId xmlns:a16="http://schemas.microsoft.com/office/drawing/2014/main" id="{F15484BE-A16B-B4B6-7B59-EC67CFAEFAA0}"/>
                  </a:ext>
                </a:extLst>
              </p:cNvPr>
              <p:cNvSpPr>
                <a:spLocks/>
              </p:cNvSpPr>
              <p:nvPr/>
            </p:nvSpPr>
            <p:spPr bwMode="auto">
              <a:xfrm>
                <a:off x="2702" y="2076"/>
                <a:ext cx="136" cy="72"/>
              </a:xfrm>
              <a:custGeom>
                <a:avLst/>
                <a:gdLst>
                  <a:gd name="T0" fmla="*/ 136 w 136"/>
                  <a:gd name="T1" fmla="*/ 0 h 72"/>
                  <a:gd name="T2" fmla="*/ 16 w 136"/>
                  <a:gd name="T3" fmla="*/ 72 h 72"/>
                  <a:gd name="T4" fmla="*/ 8 w 136"/>
                  <a:gd name="T5" fmla="*/ 40 h 72"/>
                  <a:gd name="T6" fmla="*/ 0 w 136"/>
                  <a:gd name="T7" fmla="*/ 8 h 72"/>
                  <a:gd name="T8" fmla="*/ 136 w 136"/>
                  <a:gd name="T9" fmla="*/ 0 h 72"/>
                  <a:gd name="T10" fmla="*/ 0 60000 65536"/>
                  <a:gd name="T11" fmla="*/ 0 60000 65536"/>
                  <a:gd name="T12" fmla="*/ 0 60000 65536"/>
                  <a:gd name="T13" fmla="*/ 0 60000 65536"/>
                  <a:gd name="T14" fmla="*/ 0 60000 65536"/>
                  <a:gd name="T15" fmla="*/ 0 w 136"/>
                  <a:gd name="T16" fmla="*/ 0 h 72"/>
                  <a:gd name="T17" fmla="*/ 136 w 136"/>
                  <a:gd name="T18" fmla="*/ 72 h 72"/>
                </a:gdLst>
                <a:ahLst/>
                <a:cxnLst>
                  <a:cxn ang="T10">
                    <a:pos x="T0" y="T1"/>
                  </a:cxn>
                  <a:cxn ang="T11">
                    <a:pos x="T2" y="T3"/>
                  </a:cxn>
                  <a:cxn ang="T12">
                    <a:pos x="T4" y="T5"/>
                  </a:cxn>
                  <a:cxn ang="T13">
                    <a:pos x="T6" y="T7"/>
                  </a:cxn>
                  <a:cxn ang="T14">
                    <a:pos x="T8" y="T9"/>
                  </a:cxn>
                </a:cxnLst>
                <a:rect l="T15" t="T16" r="T17" b="T18"/>
                <a:pathLst>
                  <a:path w="136" h="72">
                    <a:moveTo>
                      <a:pt x="136" y="0"/>
                    </a:moveTo>
                    <a:lnTo>
                      <a:pt x="16" y="72"/>
                    </a:lnTo>
                    <a:lnTo>
                      <a:pt x="8" y="40"/>
                    </a:lnTo>
                    <a:lnTo>
                      <a:pt x="0" y="8"/>
                    </a:lnTo>
                    <a:lnTo>
                      <a:pt x="136" y="0"/>
                    </a:lnTo>
                    <a:close/>
                  </a:path>
                </a:pathLst>
              </a:custGeom>
              <a:grpFill/>
              <a:ln w="9525">
                <a:solidFill>
                  <a:schemeClr val="bg1">
                    <a:lumMod val="65000"/>
                  </a:schemeClr>
                </a:solidFill>
                <a:round/>
                <a:headEnd/>
                <a:tailEnd/>
              </a:ln>
            </p:spPr>
            <p:txBody>
              <a:bodyPr/>
              <a:lstStyle/>
              <a:p>
                <a:endParaRPr lang="en-US"/>
              </a:p>
            </p:txBody>
          </p:sp>
          <p:sp>
            <p:nvSpPr>
              <p:cNvPr id="104666" name="Line 17">
                <a:extLst>
                  <a:ext uri="{FF2B5EF4-FFF2-40B4-BE49-F238E27FC236}">
                    <a16:creationId xmlns:a16="http://schemas.microsoft.com/office/drawing/2014/main" id="{79295AF7-8736-58EC-8ABC-EA8264C9CBAC}"/>
                  </a:ext>
                </a:extLst>
              </p:cNvPr>
              <p:cNvSpPr>
                <a:spLocks noChangeShapeType="1"/>
              </p:cNvSpPr>
              <p:nvPr/>
            </p:nvSpPr>
            <p:spPr bwMode="auto">
              <a:xfrm flipV="1">
                <a:off x="1952" y="2114"/>
                <a:ext cx="766" cy="252"/>
              </a:xfrm>
              <a:prstGeom prst="line">
                <a:avLst/>
              </a:prstGeom>
              <a:grpFill/>
              <a:ln w="25400">
                <a:solidFill>
                  <a:schemeClr val="bg1">
                    <a:lumMod val="65000"/>
                  </a:schemeClr>
                </a:solidFill>
                <a:round/>
                <a:headEnd/>
                <a:tailEnd/>
              </a:ln>
            </p:spPr>
            <p:txBody>
              <a:bodyPr/>
              <a:lstStyle/>
              <a:p>
                <a:endParaRPr lang="en-US"/>
              </a:p>
            </p:txBody>
          </p:sp>
        </p:grpSp>
        <p:grpSp>
          <p:nvGrpSpPr>
            <p:cNvPr id="103458" name="Group 18">
              <a:extLst>
                <a:ext uri="{FF2B5EF4-FFF2-40B4-BE49-F238E27FC236}">
                  <a16:creationId xmlns:a16="http://schemas.microsoft.com/office/drawing/2014/main" id="{0569E6AF-6D00-C47B-7050-825B313522CF}"/>
                </a:ext>
              </a:extLst>
            </p:cNvPr>
            <p:cNvGrpSpPr>
              <a:grpSpLocks/>
            </p:cNvGrpSpPr>
            <p:nvPr/>
          </p:nvGrpSpPr>
          <p:grpSpPr bwMode="auto">
            <a:xfrm>
              <a:off x="1481" y="1769"/>
              <a:ext cx="894" cy="283"/>
              <a:chOff x="1481" y="1769"/>
              <a:chExt cx="894" cy="283"/>
            </a:xfrm>
            <a:grpFill/>
          </p:grpSpPr>
          <p:sp>
            <p:nvSpPr>
              <p:cNvPr id="104663" name="Freeform 19">
                <a:extLst>
                  <a:ext uri="{FF2B5EF4-FFF2-40B4-BE49-F238E27FC236}">
                    <a16:creationId xmlns:a16="http://schemas.microsoft.com/office/drawing/2014/main" id="{1D7673CA-538E-AE69-D498-28AB09EE7A24}"/>
                  </a:ext>
                </a:extLst>
              </p:cNvPr>
              <p:cNvSpPr>
                <a:spLocks/>
              </p:cNvSpPr>
              <p:nvPr/>
            </p:nvSpPr>
            <p:spPr bwMode="auto">
              <a:xfrm>
                <a:off x="2231" y="1980"/>
                <a:ext cx="144" cy="72"/>
              </a:xfrm>
              <a:custGeom>
                <a:avLst/>
                <a:gdLst>
                  <a:gd name="T0" fmla="*/ 144 w 144"/>
                  <a:gd name="T1" fmla="*/ 72 h 72"/>
                  <a:gd name="T2" fmla="*/ 0 w 144"/>
                  <a:gd name="T3" fmla="*/ 64 h 72"/>
                  <a:gd name="T4" fmla="*/ 16 w 144"/>
                  <a:gd name="T5" fmla="*/ 32 h 72"/>
                  <a:gd name="T6" fmla="*/ 24 w 144"/>
                  <a:gd name="T7" fmla="*/ 0 h 72"/>
                  <a:gd name="T8" fmla="*/ 144 w 144"/>
                  <a:gd name="T9" fmla="*/ 72 h 72"/>
                  <a:gd name="T10" fmla="*/ 0 60000 65536"/>
                  <a:gd name="T11" fmla="*/ 0 60000 65536"/>
                  <a:gd name="T12" fmla="*/ 0 60000 65536"/>
                  <a:gd name="T13" fmla="*/ 0 60000 65536"/>
                  <a:gd name="T14" fmla="*/ 0 60000 65536"/>
                  <a:gd name="T15" fmla="*/ 0 w 144"/>
                  <a:gd name="T16" fmla="*/ 0 h 72"/>
                  <a:gd name="T17" fmla="*/ 144 w 144"/>
                  <a:gd name="T18" fmla="*/ 72 h 72"/>
                </a:gdLst>
                <a:ahLst/>
                <a:cxnLst>
                  <a:cxn ang="T10">
                    <a:pos x="T0" y="T1"/>
                  </a:cxn>
                  <a:cxn ang="T11">
                    <a:pos x="T2" y="T3"/>
                  </a:cxn>
                  <a:cxn ang="T12">
                    <a:pos x="T4" y="T5"/>
                  </a:cxn>
                  <a:cxn ang="T13">
                    <a:pos x="T6" y="T7"/>
                  </a:cxn>
                  <a:cxn ang="T14">
                    <a:pos x="T8" y="T9"/>
                  </a:cxn>
                </a:cxnLst>
                <a:rect l="T15" t="T16" r="T17" b="T18"/>
                <a:pathLst>
                  <a:path w="144" h="72">
                    <a:moveTo>
                      <a:pt x="144" y="72"/>
                    </a:moveTo>
                    <a:lnTo>
                      <a:pt x="0" y="64"/>
                    </a:lnTo>
                    <a:lnTo>
                      <a:pt x="16" y="32"/>
                    </a:lnTo>
                    <a:lnTo>
                      <a:pt x="24" y="0"/>
                    </a:lnTo>
                    <a:lnTo>
                      <a:pt x="144" y="72"/>
                    </a:lnTo>
                    <a:close/>
                  </a:path>
                </a:pathLst>
              </a:custGeom>
              <a:grpFill/>
              <a:ln w="9525">
                <a:solidFill>
                  <a:schemeClr val="bg1">
                    <a:lumMod val="65000"/>
                  </a:schemeClr>
                </a:solidFill>
                <a:round/>
                <a:headEnd/>
                <a:tailEnd/>
              </a:ln>
            </p:spPr>
            <p:txBody>
              <a:bodyPr/>
              <a:lstStyle/>
              <a:p>
                <a:endParaRPr lang="en-US"/>
              </a:p>
            </p:txBody>
          </p:sp>
          <p:sp>
            <p:nvSpPr>
              <p:cNvPr id="104664" name="Line 20">
                <a:extLst>
                  <a:ext uri="{FF2B5EF4-FFF2-40B4-BE49-F238E27FC236}">
                    <a16:creationId xmlns:a16="http://schemas.microsoft.com/office/drawing/2014/main" id="{76946938-90CB-B90D-6537-F412ACA759D6}"/>
                  </a:ext>
                </a:extLst>
              </p:cNvPr>
              <p:cNvSpPr>
                <a:spLocks noChangeShapeType="1"/>
              </p:cNvSpPr>
              <p:nvPr/>
            </p:nvSpPr>
            <p:spPr bwMode="auto">
              <a:xfrm>
                <a:off x="1481" y="1769"/>
                <a:ext cx="774" cy="244"/>
              </a:xfrm>
              <a:prstGeom prst="line">
                <a:avLst/>
              </a:prstGeom>
              <a:grpFill/>
              <a:ln w="25400">
                <a:solidFill>
                  <a:schemeClr val="bg1">
                    <a:lumMod val="65000"/>
                  </a:schemeClr>
                </a:solidFill>
                <a:round/>
                <a:headEnd/>
                <a:tailEnd/>
              </a:ln>
            </p:spPr>
            <p:txBody>
              <a:bodyPr/>
              <a:lstStyle/>
              <a:p>
                <a:endParaRPr lang="en-US"/>
              </a:p>
            </p:txBody>
          </p:sp>
        </p:grpSp>
        <p:sp>
          <p:nvSpPr>
            <p:cNvPr id="103459" name="Oval 21">
              <a:extLst>
                <a:ext uri="{FF2B5EF4-FFF2-40B4-BE49-F238E27FC236}">
                  <a16:creationId xmlns:a16="http://schemas.microsoft.com/office/drawing/2014/main" id="{5CF996EC-A74E-88B3-1FD0-5EDB10750BD5}"/>
                </a:ext>
              </a:extLst>
            </p:cNvPr>
            <p:cNvSpPr>
              <a:spLocks noChangeArrowheads="1"/>
            </p:cNvSpPr>
            <p:nvPr/>
          </p:nvSpPr>
          <p:spPr bwMode="auto">
            <a:xfrm>
              <a:off x="1457" y="1741"/>
              <a:ext cx="32" cy="40"/>
            </a:xfrm>
            <a:prstGeom prst="ellipse">
              <a:avLst/>
            </a:prstGeom>
            <a:grpFill/>
            <a:ln w="9525">
              <a:solidFill>
                <a:schemeClr val="bg1">
                  <a:lumMod val="65000"/>
                </a:schemeClr>
              </a:solidFill>
              <a:round/>
              <a:headEnd/>
              <a:tailEnd/>
            </a:ln>
          </p:spPr>
          <p:txBody>
            <a:bodyPr/>
            <a:lstStyle/>
            <a:p>
              <a:endParaRPr lang="en-US"/>
            </a:p>
          </p:txBody>
        </p:sp>
        <p:sp>
          <p:nvSpPr>
            <p:cNvPr id="103460" name="Oval 22">
              <a:extLst>
                <a:ext uri="{FF2B5EF4-FFF2-40B4-BE49-F238E27FC236}">
                  <a16:creationId xmlns:a16="http://schemas.microsoft.com/office/drawing/2014/main" id="{5FC46C90-3113-F594-7E05-B047A5987AAE}"/>
                </a:ext>
              </a:extLst>
            </p:cNvPr>
            <p:cNvSpPr>
              <a:spLocks noChangeArrowheads="1"/>
            </p:cNvSpPr>
            <p:nvPr/>
          </p:nvSpPr>
          <p:spPr bwMode="auto">
            <a:xfrm>
              <a:off x="1457" y="1741"/>
              <a:ext cx="32" cy="40"/>
            </a:xfrm>
            <a:prstGeom prst="ellipse">
              <a:avLst/>
            </a:prstGeom>
            <a:grpFill/>
            <a:ln w="25400">
              <a:solidFill>
                <a:schemeClr val="bg1">
                  <a:lumMod val="65000"/>
                </a:schemeClr>
              </a:solidFill>
              <a:round/>
              <a:headEnd/>
              <a:tailEnd/>
            </a:ln>
          </p:spPr>
          <p:txBody>
            <a:bodyPr/>
            <a:lstStyle/>
            <a:p>
              <a:endParaRPr lang="en-US"/>
            </a:p>
          </p:txBody>
        </p:sp>
        <p:sp>
          <p:nvSpPr>
            <p:cNvPr id="103461" name="Oval 23">
              <a:extLst>
                <a:ext uri="{FF2B5EF4-FFF2-40B4-BE49-F238E27FC236}">
                  <a16:creationId xmlns:a16="http://schemas.microsoft.com/office/drawing/2014/main" id="{CA58C792-A9CF-CFCB-35DF-60D36C4416FC}"/>
                </a:ext>
              </a:extLst>
            </p:cNvPr>
            <p:cNvSpPr>
              <a:spLocks noChangeArrowheads="1"/>
            </p:cNvSpPr>
            <p:nvPr/>
          </p:nvSpPr>
          <p:spPr bwMode="auto">
            <a:xfrm>
              <a:off x="1457" y="2044"/>
              <a:ext cx="40" cy="40"/>
            </a:xfrm>
            <a:prstGeom prst="ellipse">
              <a:avLst/>
            </a:prstGeom>
            <a:grpFill/>
            <a:ln w="9525">
              <a:solidFill>
                <a:schemeClr val="bg1">
                  <a:lumMod val="65000"/>
                </a:schemeClr>
              </a:solidFill>
              <a:round/>
              <a:headEnd/>
              <a:tailEnd/>
            </a:ln>
          </p:spPr>
          <p:txBody>
            <a:bodyPr/>
            <a:lstStyle/>
            <a:p>
              <a:endParaRPr lang="en-US"/>
            </a:p>
          </p:txBody>
        </p:sp>
        <p:sp>
          <p:nvSpPr>
            <p:cNvPr id="103462" name="Oval 24">
              <a:extLst>
                <a:ext uri="{FF2B5EF4-FFF2-40B4-BE49-F238E27FC236}">
                  <a16:creationId xmlns:a16="http://schemas.microsoft.com/office/drawing/2014/main" id="{D616EF63-8377-7E74-04D3-D3AA8DE77AC2}"/>
                </a:ext>
              </a:extLst>
            </p:cNvPr>
            <p:cNvSpPr>
              <a:spLocks noChangeArrowheads="1"/>
            </p:cNvSpPr>
            <p:nvPr/>
          </p:nvSpPr>
          <p:spPr bwMode="auto">
            <a:xfrm>
              <a:off x="1457" y="2044"/>
              <a:ext cx="40" cy="40"/>
            </a:xfrm>
            <a:prstGeom prst="ellipse">
              <a:avLst/>
            </a:prstGeom>
            <a:grpFill/>
            <a:ln w="25400">
              <a:solidFill>
                <a:schemeClr val="bg1">
                  <a:lumMod val="65000"/>
                </a:schemeClr>
              </a:solidFill>
              <a:round/>
              <a:headEnd/>
              <a:tailEnd/>
            </a:ln>
          </p:spPr>
          <p:txBody>
            <a:bodyPr/>
            <a:lstStyle/>
            <a:p>
              <a:endParaRPr lang="en-US"/>
            </a:p>
          </p:txBody>
        </p:sp>
        <p:sp>
          <p:nvSpPr>
            <p:cNvPr id="103463" name="Oval 25">
              <a:extLst>
                <a:ext uri="{FF2B5EF4-FFF2-40B4-BE49-F238E27FC236}">
                  <a16:creationId xmlns:a16="http://schemas.microsoft.com/office/drawing/2014/main" id="{B9FE9C6A-B858-4BE5-F7D8-8567ECB6A0C4}"/>
                </a:ext>
              </a:extLst>
            </p:cNvPr>
            <p:cNvSpPr>
              <a:spLocks noChangeArrowheads="1"/>
            </p:cNvSpPr>
            <p:nvPr/>
          </p:nvSpPr>
          <p:spPr bwMode="auto">
            <a:xfrm>
              <a:off x="1457" y="2355"/>
              <a:ext cx="40" cy="32"/>
            </a:xfrm>
            <a:prstGeom prst="ellipse">
              <a:avLst/>
            </a:prstGeom>
            <a:grpFill/>
            <a:ln w="9525">
              <a:solidFill>
                <a:schemeClr val="bg1">
                  <a:lumMod val="65000"/>
                </a:schemeClr>
              </a:solidFill>
              <a:round/>
              <a:headEnd/>
              <a:tailEnd/>
            </a:ln>
          </p:spPr>
          <p:txBody>
            <a:bodyPr/>
            <a:lstStyle/>
            <a:p>
              <a:endParaRPr lang="en-US"/>
            </a:p>
          </p:txBody>
        </p:sp>
        <p:sp>
          <p:nvSpPr>
            <p:cNvPr id="103464" name="Oval 26">
              <a:extLst>
                <a:ext uri="{FF2B5EF4-FFF2-40B4-BE49-F238E27FC236}">
                  <a16:creationId xmlns:a16="http://schemas.microsoft.com/office/drawing/2014/main" id="{114EFCA0-D797-A86A-A1B5-54417B1ADC8B}"/>
                </a:ext>
              </a:extLst>
            </p:cNvPr>
            <p:cNvSpPr>
              <a:spLocks noChangeArrowheads="1"/>
            </p:cNvSpPr>
            <p:nvPr/>
          </p:nvSpPr>
          <p:spPr bwMode="auto">
            <a:xfrm>
              <a:off x="1457" y="2355"/>
              <a:ext cx="40" cy="32"/>
            </a:xfrm>
            <a:prstGeom prst="ellipse">
              <a:avLst/>
            </a:prstGeom>
            <a:grpFill/>
            <a:ln w="25400">
              <a:solidFill>
                <a:schemeClr val="bg1">
                  <a:lumMod val="65000"/>
                </a:schemeClr>
              </a:solidFill>
              <a:round/>
              <a:headEnd/>
              <a:tailEnd/>
            </a:ln>
          </p:spPr>
          <p:txBody>
            <a:bodyPr/>
            <a:lstStyle/>
            <a:p>
              <a:endParaRPr lang="en-US"/>
            </a:p>
          </p:txBody>
        </p:sp>
        <p:sp>
          <p:nvSpPr>
            <p:cNvPr id="103465" name="Oval 27">
              <a:extLst>
                <a:ext uri="{FF2B5EF4-FFF2-40B4-BE49-F238E27FC236}">
                  <a16:creationId xmlns:a16="http://schemas.microsoft.com/office/drawing/2014/main" id="{A1C45BEB-6308-AF79-CBEA-1858C32F6AF0}"/>
                </a:ext>
              </a:extLst>
            </p:cNvPr>
            <p:cNvSpPr>
              <a:spLocks noChangeArrowheads="1"/>
            </p:cNvSpPr>
            <p:nvPr/>
          </p:nvSpPr>
          <p:spPr bwMode="auto">
            <a:xfrm>
              <a:off x="1457" y="2658"/>
              <a:ext cx="32" cy="32"/>
            </a:xfrm>
            <a:prstGeom prst="ellipse">
              <a:avLst/>
            </a:prstGeom>
            <a:grpFill/>
            <a:ln w="9525">
              <a:solidFill>
                <a:schemeClr val="bg1">
                  <a:lumMod val="65000"/>
                </a:schemeClr>
              </a:solidFill>
              <a:round/>
              <a:headEnd/>
              <a:tailEnd/>
            </a:ln>
          </p:spPr>
          <p:txBody>
            <a:bodyPr/>
            <a:lstStyle/>
            <a:p>
              <a:endParaRPr lang="en-US"/>
            </a:p>
          </p:txBody>
        </p:sp>
        <p:sp>
          <p:nvSpPr>
            <p:cNvPr id="103466" name="Oval 28">
              <a:extLst>
                <a:ext uri="{FF2B5EF4-FFF2-40B4-BE49-F238E27FC236}">
                  <a16:creationId xmlns:a16="http://schemas.microsoft.com/office/drawing/2014/main" id="{292AB793-F078-F0C5-8CFB-978580B5AD5C}"/>
                </a:ext>
              </a:extLst>
            </p:cNvPr>
            <p:cNvSpPr>
              <a:spLocks noChangeArrowheads="1"/>
            </p:cNvSpPr>
            <p:nvPr/>
          </p:nvSpPr>
          <p:spPr bwMode="auto">
            <a:xfrm>
              <a:off x="1457" y="2658"/>
              <a:ext cx="32" cy="32"/>
            </a:xfrm>
            <a:prstGeom prst="ellipse">
              <a:avLst/>
            </a:prstGeom>
            <a:grpFill/>
            <a:ln w="25400">
              <a:solidFill>
                <a:schemeClr val="bg1">
                  <a:lumMod val="65000"/>
                </a:schemeClr>
              </a:solidFill>
              <a:round/>
              <a:headEnd/>
              <a:tailEnd/>
            </a:ln>
          </p:spPr>
          <p:txBody>
            <a:bodyPr/>
            <a:lstStyle/>
            <a:p>
              <a:endParaRPr lang="en-US"/>
            </a:p>
          </p:txBody>
        </p:sp>
        <p:sp>
          <p:nvSpPr>
            <p:cNvPr id="103467" name="Oval 29">
              <a:extLst>
                <a:ext uri="{FF2B5EF4-FFF2-40B4-BE49-F238E27FC236}">
                  <a16:creationId xmlns:a16="http://schemas.microsoft.com/office/drawing/2014/main" id="{3C1890B0-7233-6908-5890-8F6051D5E86F}"/>
                </a:ext>
              </a:extLst>
            </p:cNvPr>
            <p:cNvSpPr>
              <a:spLocks noChangeArrowheads="1"/>
            </p:cNvSpPr>
            <p:nvPr/>
          </p:nvSpPr>
          <p:spPr bwMode="auto">
            <a:xfrm>
              <a:off x="1449" y="2969"/>
              <a:ext cx="40" cy="32"/>
            </a:xfrm>
            <a:prstGeom prst="ellipse">
              <a:avLst/>
            </a:prstGeom>
            <a:grpFill/>
            <a:ln w="9525">
              <a:solidFill>
                <a:schemeClr val="bg1">
                  <a:lumMod val="65000"/>
                </a:schemeClr>
              </a:solidFill>
              <a:round/>
              <a:headEnd/>
              <a:tailEnd/>
            </a:ln>
          </p:spPr>
          <p:txBody>
            <a:bodyPr/>
            <a:lstStyle/>
            <a:p>
              <a:endParaRPr lang="en-US"/>
            </a:p>
          </p:txBody>
        </p:sp>
        <p:sp>
          <p:nvSpPr>
            <p:cNvPr id="103468" name="Oval 30">
              <a:extLst>
                <a:ext uri="{FF2B5EF4-FFF2-40B4-BE49-F238E27FC236}">
                  <a16:creationId xmlns:a16="http://schemas.microsoft.com/office/drawing/2014/main" id="{42FB0D4E-1C75-4B7F-3259-D3420731F12B}"/>
                </a:ext>
              </a:extLst>
            </p:cNvPr>
            <p:cNvSpPr>
              <a:spLocks noChangeArrowheads="1"/>
            </p:cNvSpPr>
            <p:nvPr/>
          </p:nvSpPr>
          <p:spPr bwMode="auto">
            <a:xfrm>
              <a:off x="1449" y="2969"/>
              <a:ext cx="40" cy="32"/>
            </a:xfrm>
            <a:prstGeom prst="ellipse">
              <a:avLst/>
            </a:prstGeom>
            <a:grpFill/>
            <a:ln w="25400">
              <a:solidFill>
                <a:schemeClr val="bg1">
                  <a:lumMod val="65000"/>
                </a:schemeClr>
              </a:solidFill>
              <a:round/>
              <a:headEnd/>
              <a:tailEnd/>
            </a:ln>
          </p:spPr>
          <p:txBody>
            <a:bodyPr/>
            <a:lstStyle/>
            <a:p>
              <a:endParaRPr lang="en-US"/>
            </a:p>
          </p:txBody>
        </p:sp>
        <p:grpSp>
          <p:nvGrpSpPr>
            <p:cNvPr id="103469" name="Group 31">
              <a:extLst>
                <a:ext uri="{FF2B5EF4-FFF2-40B4-BE49-F238E27FC236}">
                  <a16:creationId xmlns:a16="http://schemas.microsoft.com/office/drawing/2014/main" id="{1CA895C6-7698-C5D2-83C5-BBC4F228A211}"/>
                </a:ext>
              </a:extLst>
            </p:cNvPr>
            <p:cNvGrpSpPr>
              <a:grpSpLocks/>
            </p:cNvGrpSpPr>
            <p:nvPr/>
          </p:nvGrpSpPr>
          <p:grpSpPr bwMode="auto">
            <a:xfrm>
              <a:off x="1912" y="1741"/>
              <a:ext cx="40" cy="1260"/>
              <a:chOff x="1912" y="1741"/>
              <a:chExt cx="40" cy="1260"/>
            </a:xfrm>
            <a:grpFill/>
          </p:grpSpPr>
          <p:sp>
            <p:nvSpPr>
              <p:cNvPr id="104653" name="Oval 32">
                <a:extLst>
                  <a:ext uri="{FF2B5EF4-FFF2-40B4-BE49-F238E27FC236}">
                    <a16:creationId xmlns:a16="http://schemas.microsoft.com/office/drawing/2014/main" id="{9F6AAFAF-D380-6167-F6BC-E72682F82115}"/>
                  </a:ext>
                </a:extLst>
              </p:cNvPr>
              <p:cNvSpPr>
                <a:spLocks noChangeArrowheads="1"/>
              </p:cNvSpPr>
              <p:nvPr/>
            </p:nvSpPr>
            <p:spPr bwMode="auto">
              <a:xfrm>
                <a:off x="1920" y="1741"/>
                <a:ext cx="32" cy="32"/>
              </a:xfrm>
              <a:prstGeom prst="ellipse">
                <a:avLst/>
              </a:prstGeom>
              <a:grpFill/>
              <a:ln w="9525">
                <a:solidFill>
                  <a:schemeClr val="bg1">
                    <a:lumMod val="65000"/>
                  </a:schemeClr>
                </a:solidFill>
                <a:round/>
                <a:headEnd/>
                <a:tailEnd/>
              </a:ln>
            </p:spPr>
            <p:txBody>
              <a:bodyPr/>
              <a:lstStyle/>
              <a:p>
                <a:endParaRPr lang="en-US"/>
              </a:p>
            </p:txBody>
          </p:sp>
          <p:sp>
            <p:nvSpPr>
              <p:cNvPr id="104654" name="Oval 33">
                <a:extLst>
                  <a:ext uri="{FF2B5EF4-FFF2-40B4-BE49-F238E27FC236}">
                    <a16:creationId xmlns:a16="http://schemas.microsoft.com/office/drawing/2014/main" id="{D60735DE-0A6A-D1D8-90E0-FF782365E9C7}"/>
                  </a:ext>
                </a:extLst>
              </p:cNvPr>
              <p:cNvSpPr>
                <a:spLocks noChangeArrowheads="1"/>
              </p:cNvSpPr>
              <p:nvPr/>
            </p:nvSpPr>
            <p:spPr bwMode="auto">
              <a:xfrm>
                <a:off x="1920" y="1741"/>
                <a:ext cx="32" cy="32"/>
              </a:xfrm>
              <a:prstGeom prst="ellipse">
                <a:avLst/>
              </a:prstGeom>
              <a:grpFill/>
              <a:ln w="25400">
                <a:solidFill>
                  <a:schemeClr val="bg1">
                    <a:lumMod val="65000"/>
                  </a:schemeClr>
                </a:solidFill>
                <a:round/>
                <a:headEnd/>
                <a:tailEnd/>
              </a:ln>
            </p:spPr>
            <p:txBody>
              <a:bodyPr/>
              <a:lstStyle/>
              <a:p>
                <a:endParaRPr lang="en-US"/>
              </a:p>
            </p:txBody>
          </p:sp>
          <p:sp>
            <p:nvSpPr>
              <p:cNvPr id="104655" name="Oval 34">
                <a:extLst>
                  <a:ext uri="{FF2B5EF4-FFF2-40B4-BE49-F238E27FC236}">
                    <a16:creationId xmlns:a16="http://schemas.microsoft.com/office/drawing/2014/main" id="{713DD83C-951A-8467-7A45-D343B7790266}"/>
                  </a:ext>
                </a:extLst>
              </p:cNvPr>
              <p:cNvSpPr>
                <a:spLocks noChangeArrowheads="1"/>
              </p:cNvSpPr>
              <p:nvPr/>
            </p:nvSpPr>
            <p:spPr bwMode="auto">
              <a:xfrm>
                <a:off x="1920" y="2044"/>
                <a:ext cx="32" cy="32"/>
              </a:xfrm>
              <a:prstGeom prst="ellipse">
                <a:avLst/>
              </a:prstGeom>
              <a:grpFill/>
              <a:ln w="9525">
                <a:solidFill>
                  <a:schemeClr val="bg1">
                    <a:lumMod val="65000"/>
                  </a:schemeClr>
                </a:solidFill>
                <a:round/>
                <a:headEnd/>
                <a:tailEnd/>
              </a:ln>
            </p:spPr>
            <p:txBody>
              <a:bodyPr/>
              <a:lstStyle/>
              <a:p>
                <a:endParaRPr lang="en-US"/>
              </a:p>
            </p:txBody>
          </p:sp>
          <p:sp>
            <p:nvSpPr>
              <p:cNvPr id="104656" name="Oval 35">
                <a:extLst>
                  <a:ext uri="{FF2B5EF4-FFF2-40B4-BE49-F238E27FC236}">
                    <a16:creationId xmlns:a16="http://schemas.microsoft.com/office/drawing/2014/main" id="{43CA6ABA-2A09-C09F-325F-D53F92C0F0D6}"/>
                  </a:ext>
                </a:extLst>
              </p:cNvPr>
              <p:cNvSpPr>
                <a:spLocks noChangeArrowheads="1"/>
              </p:cNvSpPr>
              <p:nvPr/>
            </p:nvSpPr>
            <p:spPr bwMode="auto">
              <a:xfrm>
                <a:off x="1920" y="2044"/>
                <a:ext cx="32" cy="32"/>
              </a:xfrm>
              <a:prstGeom prst="ellipse">
                <a:avLst/>
              </a:prstGeom>
              <a:grpFill/>
              <a:ln w="25400">
                <a:solidFill>
                  <a:schemeClr val="bg1">
                    <a:lumMod val="65000"/>
                  </a:schemeClr>
                </a:solidFill>
                <a:round/>
                <a:headEnd/>
                <a:tailEnd/>
              </a:ln>
            </p:spPr>
            <p:txBody>
              <a:bodyPr/>
              <a:lstStyle/>
              <a:p>
                <a:endParaRPr lang="en-US"/>
              </a:p>
            </p:txBody>
          </p:sp>
          <p:sp>
            <p:nvSpPr>
              <p:cNvPr id="104657" name="Oval 36">
                <a:extLst>
                  <a:ext uri="{FF2B5EF4-FFF2-40B4-BE49-F238E27FC236}">
                    <a16:creationId xmlns:a16="http://schemas.microsoft.com/office/drawing/2014/main" id="{37051C03-D15B-A84E-3262-4986841D834C}"/>
                  </a:ext>
                </a:extLst>
              </p:cNvPr>
              <p:cNvSpPr>
                <a:spLocks noChangeArrowheads="1"/>
              </p:cNvSpPr>
              <p:nvPr/>
            </p:nvSpPr>
            <p:spPr bwMode="auto">
              <a:xfrm>
                <a:off x="1920" y="2347"/>
                <a:ext cx="32" cy="40"/>
              </a:xfrm>
              <a:prstGeom prst="ellipse">
                <a:avLst/>
              </a:prstGeom>
              <a:grpFill/>
              <a:ln w="9525">
                <a:solidFill>
                  <a:schemeClr val="bg1">
                    <a:lumMod val="65000"/>
                  </a:schemeClr>
                </a:solidFill>
                <a:round/>
                <a:headEnd/>
                <a:tailEnd/>
              </a:ln>
            </p:spPr>
            <p:txBody>
              <a:bodyPr/>
              <a:lstStyle/>
              <a:p>
                <a:endParaRPr lang="en-US"/>
              </a:p>
            </p:txBody>
          </p:sp>
          <p:sp>
            <p:nvSpPr>
              <p:cNvPr id="104658" name="Oval 37">
                <a:extLst>
                  <a:ext uri="{FF2B5EF4-FFF2-40B4-BE49-F238E27FC236}">
                    <a16:creationId xmlns:a16="http://schemas.microsoft.com/office/drawing/2014/main" id="{839581F1-695F-94A9-3324-BA03F0F89E20}"/>
                  </a:ext>
                </a:extLst>
              </p:cNvPr>
              <p:cNvSpPr>
                <a:spLocks noChangeArrowheads="1"/>
              </p:cNvSpPr>
              <p:nvPr/>
            </p:nvSpPr>
            <p:spPr bwMode="auto">
              <a:xfrm>
                <a:off x="1920" y="2347"/>
                <a:ext cx="32" cy="40"/>
              </a:xfrm>
              <a:prstGeom prst="ellipse">
                <a:avLst/>
              </a:prstGeom>
              <a:grpFill/>
              <a:ln w="25400">
                <a:solidFill>
                  <a:schemeClr val="bg1">
                    <a:lumMod val="65000"/>
                  </a:schemeClr>
                </a:solidFill>
                <a:round/>
                <a:headEnd/>
                <a:tailEnd/>
              </a:ln>
            </p:spPr>
            <p:txBody>
              <a:bodyPr/>
              <a:lstStyle/>
              <a:p>
                <a:endParaRPr lang="en-US"/>
              </a:p>
            </p:txBody>
          </p:sp>
          <p:sp>
            <p:nvSpPr>
              <p:cNvPr id="104659" name="Oval 38">
                <a:extLst>
                  <a:ext uri="{FF2B5EF4-FFF2-40B4-BE49-F238E27FC236}">
                    <a16:creationId xmlns:a16="http://schemas.microsoft.com/office/drawing/2014/main" id="{E3BCBAB2-9E3A-67CE-01CE-8ABD282266D0}"/>
                  </a:ext>
                </a:extLst>
              </p:cNvPr>
              <p:cNvSpPr>
                <a:spLocks noChangeArrowheads="1"/>
              </p:cNvSpPr>
              <p:nvPr/>
            </p:nvSpPr>
            <p:spPr bwMode="auto">
              <a:xfrm>
                <a:off x="1920" y="2658"/>
                <a:ext cx="32" cy="32"/>
              </a:xfrm>
              <a:prstGeom prst="ellipse">
                <a:avLst/>
              </a:prstGeom>
              <a:grpFill/>
              <a:ln w="9525">
                <a:solidFill>
                  <a:schemeClr val="bg1">
                    <a:lumMod val="65000"/>
                  </a:schemeClr>
                </a:solidFill>
                <a:round/>
                <a:headEnd/>
                <a:tailEnd/>
              </a:ln>
            </p:spPr>
            <p:txBody>
              <a:bodyPr/>
              <a:lstStyle/>
              <a:p>
                <a:endParaRPr lang="en-US"/>
              </a:p>
            </p:txBody>
          </p:sp>
          <p:sp>
            <p:nvSpPr>
              <p:cNvPr id="104660" name="Oval 39">
                <a:extLst>
                  <a:ext uri="{FF2B5EF4-FFF2-40B4-BE49-F238E27FC236}">
                    <a16:creationId xmlns:a16="http://schemas.microsoft.com/office/drawing/2014/main" id="{9560EA31-A15C-18D9-B9B4-8122BF334DC4}"/>
                  </a:ext>
                </a:extLst>
              </p:cNvPr>
              <p:cNvSpPr>
                <a:spLocks noChangeArrowheads="1"/>
              </p:cNvSpPr>
              <p:nvPr/>
            </p:nvSpPr>
            <p:spPr bwMode="auto">
              <a:xfrm>
                <a:off x="1920" y="2658"/>
                <a:ext cx="32" cy="32"/>
              </a:xfrm>
              <a:prstGeom prst="ellipse">
                <a:avLst/>
              </a:prstGeom>
              <a:grpFill/>
              <a:ln w="25400">
                <a:solidFill>
                  <a:schemeClr val="bg1">
                    <a:lumMod val="65000"/>
                  </a:schemeClr>
                </a:solidFill>
                <a:round/>
                <a:headEnd/>
                <a:tailEnd/>
              </a:ln>
            </p:spPr>
            <p:txBody>
              <a:bodyPr/>
              <a:lstStyle/>
              <a:p>
                <a:endParaRPr lang="en-US"/>
              </a:p>
            </p:txBody>
          </p:sp>
          <p:sp>
            <p:nvSpPr>
              <p:cNvPr id="104661" name="Oval 40">
                <a:extLst>
                  <a:ext uri="{FF2B5EF4-FFF2-40B4-BE49-F238E27FC236}">
                    <a16:creationId xmlns:a16="http://schemas.microsoft.com/office/drawing/2014/main" id="{D40093ED-2C41-89F8-3DDC-79756369766C}"/>
                  </a:ext>
                </a:extLst>
              </p:cNvPr>
              <p:cNvSpPr>
                <a:spLocks noChangeArrowheads="1"/>
              </p:cNvSpPr>
              <p:nvPr/>
            </p:nvSpPr>
            <p:spPr bwMode="auto">
              <a:xfrm>
                <a:off x="1912" y="2961"/>
                <a:ext cx="32" cy="40"/>
              </a:xfrm>
              <a:prstGeom prst="ellipse">
                <a:avLst/>
              </a:prstGeom>
              <a:grpFill/>
              <a:ln w="9525">
                <a:solidFill>
                  <a:schemeClr val="bg1">
                    <a:lumMod val="65000"/>
                  </a:schemeClr>
                </a:solidFill>
                <a:round/>
                <a:headEnd/>
                <a:tailEnd/>
              </a:ln>
            </p:spPr>
            <p:txBody>
              <a:bodyPr/>
              <a:lstStyle/>
              <a:p>
                <a:endParaRPr lang="en-US"/>
              </a:p>
            </p:txBody>
          </p:sp>
          <p:sp>
            <p:nvSpPr>
              <p:cNvPr id="104662" name="Oval 41">
                <a:extLst>
                  <a:ext uri="{FF2B5EF4-FFF2-40B4-BE49-F238E27FC236}">
                    <a16:creationId xmlns:a16="http://schemas.microsoft.com/office/drawing/2014/main" id="{1D401982-19F9-2CE6-DF77-C641ED3628D6}"/>
                  </a:ext>
                </a:extLst>
              </p:cNvPr>
              <p:cNvSpPr>
                <a:spLocks noChangeArrowheads="1"/>
              </p:cNvSpPr>
              <p:nvPr/>
            </p:nvSpPr>
            <p:spPr bwMode="auto">
              <a:xfrm>
                <a:off x="1912" y="2961"/>
                <a:ext cx="32" cy="40"/>
              </a:xfrm>
              <a:prstGeom prst="ellipse">
                <a:avLst/>
              </a:prstGeom>
              <a:grpFill/>
              <a:ln w="25400">
                <a:solidFill>
                  <a:schemeClr val="bg1">
                    <a:lumMod val="65000"/>
                  </a:schemeClr>
                </a:solidFill>
                <a:round/>
                <a:headEnd/>
                <a:tailEnd/>
              </a:ln>
            </p:spPr>
            <p:txBody>
              <a:bodyPr/>
              <a:lstStyle/>
              <a:p>
                <a:endParaRPr lang="en-US"/>
              </a:p>
            </p:txBody>
          </p:sp>
        </p:grpSp>
        <p:grpSp>
          <p:nvGrpSpPr>
            <p:cNvPr id="103470" name="Group 42">
              <a:extLst>
                <a:ext uri="{FF2B5EF4-FFF2-40B4-BE49-F238E27FC236}">
                  <a16:creationId xmlns:a16="http://schemas.microsoft.com/office/drawing/2014/main" id="{DF7650D9-E0F1-E394-84A7-DB32607130E0}"/>
                </a:ext>
              </a:extLst>
            </p:cNvPr>
            <p:cNvGrpSpPr>
              <a:grpSpLocks/>
            </p:cNvGrpSpPr>
            <p:nvPr/>
          </p:nvGrpSpPr>
          <p:grpSpPr bwMode="auto">
            <a:xfrm>
              <a:off x="2375" y="1749"/>
              <a:ext cx="40" cy="1252"/>
              <a:chOff x="2375" y="1749"/>
              <a:chExt cx="40" cy="1252"/>
            </a:xfrm>
            <a:grpFill/>
          </p:grpSpPr>
          <p:sp>
            <p:nvSpPr>
              <p:cNvPr id="104643" name="Oval 43">
                <a:extLst>
                  <a:ext uri="{FF2B5EF4-FFF2-40B4-BE49-F238E27FC236}">
                    <a16:creationId xmlns:a16="http://schemas.microsoft.com/office/drawing/2014/main" id="{060603C0-642C-4A00-82B5-FEA7D6F81463}"/>
                  </a:ext>
                </a:extLst>
              </p:cNvPr>
              <p:cNvSpPr>
                <a:spLocks noChangeArrowheads="1"/>
              </p:cNvSpPr>
              <p:nvPr/>
            </p:nvSpPr>
            <p:spPr bwMode="auto">
              <a:xfrm>
                <a:off x="2375" y="1749"/>
                <a:ext cx="32" cy="32"/>
              </a:xfrm>
              <a:prstGeom prst="ellipse">
                <a:avLst/>
              </a:prstGeom>
              <a:grpFill/>
              <a:ln w="9525">
                <a:solidFill>
                  <a:schemeClr val="bg1">
                    <a:lumMod val="65000"/>
                  </a:schemeClr>
                </a:solidFill>
                <a:round/>
                <a:headEnd/>
                <a:tailEnd/>
              </a:ln>
            </p:spPr>
            <p:txBody>
              <a:bodyPr/>
              <a:lstStyle/>
              <a:p>
                <a:endParaRPr lang="en-US"/>
              </a:p>
            </p:txBody>
          </p:sp>
          <p:sp>
            <p:nvSpPr>
              <p:cNvPr id="104644" name="Oval 44">
                <a:extLst>
                  <a:ext uri="{FF2B5EF4-FFF2-40B4-BE49-F238E27FC236}">
                    <a16:creationId xmlns:a16="http://schemas.microsoft.com/office/drawing/2014/main" id="{6CE3284F-2A36-AAC6-446A-762A643FA890}"/>
                  </a:ext>
                </a:extLst>
              </p:cNvPr>
              <p:cNvSpPr>
                <a:spLocks noChangeArrowheads="1"/>
              </p:cNvSpPr>
              <p:nvPr/>
            </p:nvSpPr>
            <p:spPr bwMode="auto">
              <a:xfrm>
                <a:off x="2375" y="1749"/>
                <a:ext cx="32" cy="32"/>
              </a:xfrm>
              <a:prstGeom prst="ellipse">
                <a:avLst/>
              </a:prstGeom>
              <a:grpFill/>
              <a:ln w="25400">
                <a:solidFill>
                  <a:schemeClr val="bg1">
                    <a:lumMod val="65000"/>
                  </a:schemeClr>
                </a:solidFill>
                <a:round/>
                <a:headEnd/>
                <a:tailEnd/>
              </a:ln>
            </p:spPr>
            <p:txBody>
              <a:bodyPr/>
              <a:lstStyle/>
              <a:p>
                <a:endParaRPr lang="en-US"/>
              </a:p>
            </p:txBody>
          </p:sp>
          <p:sp>
            <p:nvSpPr>
              <p:cNvPr id="104645" name="Oval 45">
                <a:extLst>
                  <a:ext uri="{FF2B5EF4-FFF2-40B4-BE49-F238E27FC236}">
                    <a16:creationId xmlns:a16="http://schemas.microsoft.com/office/drawing/2014/main" id="{57B6E396-74BD-F0BB-282F-3041EA70BF0C}"/>
                  </a:ext>
                </a:extLst>
              </p:cNvPr>
              <p:cNvSpPr>
                <a:spLocks noChangeArrowheads="1"/>
              </p:cNvSpPr>
              <p:nvPr/>
            </p:nvSpPr>
            <p:spPr bwMode="auto">
              <a:xfrm>
                <a:off x="2383" y="2052"/>
                <a:ext cx="32" cy="32"/>
              </a:xfrm>
              <a:prstGeom prst="ellipse">
                <a:avLst/>
              </a:prstGeom>
              <a:grpFill/>
              <a:ln w="9525">
                <a:solidFill>
                  <a:schemeClr val="bg1">
                    <a:lumMod val="65000"/>
                  </a:schemeClr>
                </a:solidFill>
                <a:round/>
                <a:headEnd/>
                <a:tailEnd/>
              </a:ln>
            </p:spPr>
            <p:txBody>
              <a:bodyPr/>
              <a:lstStyle/>
              <a:p>
                <a:endParaRPr lang="en-US"/>
              </a:p>
            </p:txBody>
          </p:sp>
          <p:sp>
            <p:nvSpPr>
              <p:cNvPr id="104646" name="Oval 46">
                <a:extLst>
                  <a:ext uri="{FF2B5EF4-FFF2-40B4-BE49-F238E27FC236}">
                    <a16:creationId xmlns:a16="http://schemas.microsoft.com/office/drawing/2014/main" id="{248BA89C-BC22-EE2F-BF80-F91D9A7B3EEC}"/>
                  </a:ext>
                </a:extLst>
              </p:cNvPr>
              <p:cNvSpPr>
                <a:spLocks noChangeArrowheads="1"/>
              </p:cNvSpPr>
              <p:nvPr/>
            </p:nvSpPr>
            <p:spPr bwMode="auto">
              <a:xfrm>
                <a:off x="2383" y="2052"/>
                <a:ext cx="32" cy="32"/>
              </a:xfrm>
              <a:prstGeom prst="ellipse">
                <a:avLst/>
              </a:prstGeom>
              <a:grpFill/>
              <a:ln w="25400">
                <a:solidFill>
                  <a:schemeClr val="bg1">
                    <a:lumMod val="65000"/>
                  </a:schemeClr>
                </a:solidFill>
                <a:round/>
                <a:headEnd/>
                <a:tailEnd/>
              </a:ln>
            </p:spPr>
            <p:txBody>
              <a:bodyPr/>
              <a:lstStyle/>
              <a:p>
                <a:endParaRPr lang="en-US"/>
              </a:p>
            </p:txBody>
          </p:sp>
          <p:sp>
            <p:nvSpPr>
              <p:cNvPr id="104647" name="Oval 47">
                <a:extLst>
                  <a:ext uri="{FF2B5EF4-FFF2-40B4-BE49-F238E27FC236}">
                    <a16:creationId xmlns:a16="http://schemas.microsoft.com/office/drawing/2014/main" id="{3CBAF82D-FBA8-A5A3-EC7B-5CF54BDADCE0}"/>
                  </a:ext>
                </a:extLst>
              </p:cNvPr>
              <p:cNvSpPr>
                <a:spLocks noChangeArrowheads="1"/>
              </p:cNvSpPr>
              <p:nvPr/>
            </p:nvSpPr>
            <p:spPr bwMode="auto">
              <a:xfrm>
                <a:off x="2383" y="2355"/>
                <a:ext cx="32" cy="32"/>
              </a:xfrm>
              <a:prstGeom prst="ellipse">
                <a:avLst/>
              </a:prstGeom>
              <a:grpFill/>
              <a:ln w="9525">
                <a:solidFill>
                  <a:schemeClr val="bg1">
                    <a:lumMod val="65000"/>
                  </a:schemeClr>
                </a:solidFill>
                <a:round/>
                <a:headEnd/>
                <a:tailEnd/>
              </a:ln>
            </p:spPr>
            <p:txBody>
              <a:bodyPr/>
              <a:lstStyle/>
              <a:p>
                <a:endParaRPr lang="en-US"/>
              </a:p>
            </p:txBody>
          </p:sp>
          <p:sp>
            <p:nvSpPr>
              <p:cNvPr id="104648" name="Oval 48">
                <a:extLst>
                  <a:ext uri="{FF2B5EF4-FFF2-40B4-BE49-F238E27FC236}">
                    <a16:creationId xmlns:a16="http://schemas.microsoft.com/office/drawing/2014/main" id="{4BBFE0BC-BAC4-844C-7634-1944E82BD4F8}"/>
                  </a:ext>
                </a:extLst>
              </p:cNvPr>
              <p:cNvSpPr>
                <a:spLocks noChangeArrowheads="1"/>
              </p:cNvSpPr>
              <p:nvPr/>
            </p:nvSpPr>
            <p:spPr bwMode="auto">
              <a:xfrm>
                <a:off x="2383" y="2355"/>
                <a:ext cx="32" cy="32"/>
              </a:xfrm>
              <a:prstGeom prst="ellipse">
                <a:avLst/>
              </a:prstGeom>
              <a:grpFill/>
              <a:ln w="25400">
                <a:solidFill>
                  <a:schemeClr val="bg1">
                    <a:lumMod val="65000"/>
                  </a:schemeClr>
                </a:solidFill>
                <a:round/>
                <a:headEnd/>
                <a:tailEnd/>
              </a:ln>
            </p:spPr>
            <p:txBody>
              <a:bodyPr/>
              <a:lstStyle/>
              <a:p>
                <a:endParaRPr lang="en-US"/>
              </a:p>
            </p:txBody>
          </p:sp>
          <p:sp>
            <p:nvSpPr>
              <p:cNvPr id="104649" name="Oval 49">
                <a:extLst>
                  <a:ext uri="{FF2B5EF4-FFF2-40B4-BE49-F238E27FC236}">
                    <a16:creationId xmlns:a16="http://schemas.microsoft.com/office/drawing/2014/main" id="{3636C1B9-9996-EB79-5F9E-07E8426AF642}"/>
                  </a:ext>
                </a:extLst>
              </p:cNvPr>
              <p:cNvSpPr>
                <a:spLocks noChangeArrowheads="1"/>
              </p:cNvSpPr>
              <p:nvPr/>
            </p:nvSpPr>
            <p:spPr bwMode="auto">
              <a:xfrm>
                <a:off x="2375" y="2658"/>
                <a:ext cx="32" cy="40"/>
              </a:xfrm>
              <a:prstGeom prst="ellipse">
                <a:avLst/>
              </a:prstGeom>
              <a:grpFill/>
              <a:ln w="9525">
                <a:solidFill>
                  <a:schemeClr val="bg1">
                    <a:lumMod val="65000"/>
                  </a:schemeClr>
                </a:solidFill>
                <a:round/>
                <a:headEnd/>
                <a:tailEnd/>
              </a:ln>
            </p:spPr>
            <p:txBody>
              <a:bodyPr/>
              <a:lstStyle/>
              <a:p>
                <a:endParaRPr lang="en-US"/>
              </a:p>
            </p:txBody>
          </p:sp>
          <p:sp>
            <p:nvSpPr>
              <p:cNvPr id="104650" name="Oval 50">
                <a:extLst>
                  <a:ext uri="{FF2B5EF4-FFF2-40B4-BE49-F238E27FC236}">
                    <a16:creationId xmlns:a16="http://schemas.microsoft.com/office/drawing/2014/main" id="{1E6495B4-7480-6D85-013A-2E9D0DD92328}"/>
                  </a:ext>
                </a:extLst>
              </p:cNvPr>
              <p:cNvSpPr>
                <a:spLocks noChangeArrowheads="1"/>
              </p:cNvSpPr>
              <p:nvPr/>
            </p:nvSpPr>
            <p:spPr bwMode="auto">
              <a:xfrm>
                <a:off x="2375" y="2658"/>
                <a:ext cx="32" cy="40"/>
              </a:xfrm>
              <a:prstGeom prst="ellipse">
                <a:avLst/>
              </a:prstGeom>
              <a:grpFill/>
              <a:ln w="25400">
                <a:solidFill>
                  <a:schemeClr val="bg1">
                    <a:lumMod val="65000"/>
                  </a:schemeClr>
                </a:solidFill>
                <a:round/>
                <a:headEnd/>
                <a:tailEnd/>
              </a:ln>
            </p:spPr>
            <p:txBody>
              <a:bodyPr/>
              <a:lstStyle/>
              <a:p>
                <a:endParaRPr lang="en-US"/>
              </a:p>
            </p:txBody>
          </p:sp>
          <p:sp>
            <p:nvSpPr>
              <p:cNvPr id="104651" name="Oval 51">
                <a:extLst>
                  <a:ext uri="{FF2B5EF4-FFF2-40B4-BE49-F238E27FC236}">
                    <a16:creationId xmlns:a16="http://schemas.microsoft.com/office/drawing/2014/main" id="{29011072-DFFA-15A6-BE1B-C6F2C7F9C649}"/>
                  </a:ext>
                </a:extLst>
              </p:cNvPr>
              <p:cNvSpPr>
                <a:spLocks noChangeArrowheads="1"/>
              </p:cNvSpPr>
              <p:nvPr/>
            </p:nvSpPr>
            <p:spPr bwMode="auto">
              <a:xfrm>
                <a:off x="2375" y="2969"/>
                <a:ext cx="32" cy="32"/>
              </a:xfrm>
              <a:prstGeom prst="ellipse">
                <a:avLst/>
              </a:prstGeom>
              <a:grpFill/>
              <a:ln w="9525">
                <a:solidFill>
                  <a:schemeClr val="bg1">
                    <a:lumMod val="65000"/>
                  </a:schemeClr>
                </a:solidFill>
                <a:round/>
                <a:headEnd/>
                <a:tailEnd/>
              </a:ln>
            </p:spPr>
            <p:txBody>
              <a:bodyPr/>
              <a:lstStyle/>
              <a:p>
                <a:endParaRPr lang="en-US"/>
              </a:p>
            </p:txBody>
          </p:sp>
          <p:sp>
            <p:nvSpPr>
              <p:cNvPr id="104652" name="Oval 52">
                <a:extLst>
                  <a:ext uri="{FF2B5EF4-FFF2-40B4-BE49-F238E27FC236}">
                    <a16:creationId xmlns:a16="http://schemas.microsoft.com/office/drawing/2014/main" id="{A2006258-2EE0-F4B9-7028-427138A275D3}"/>
                  </a:ext>
                </a:extLst>
              </p:cNvPr>
              <p:cNvSpPr>
                <a:spLocks noChangeArrowheads="1"/>
              </p:cNvSpPr>
              <p:nvPr/>
            </p:nvSpPr>
            <p:spPr bwMode="auto">
              <a:xfrm>
                <a:off x="2375" y="2969"/>
                <a:ext cx="32" cy="32"/>
              </a:xfrm>
              <a:prstGeom prst="ellipse">
                <a:avLst/>
              </a:prstGeom>
              <a:grpFill/>
              <a:ln w="25400">
                <a:solidFill>
                  <a:schemeClr val="bg1">
                    <a:lumMod val="65000"/>
                  </a:schemeClr>
                </a:solidFill>
                <a:round/>
                <a:headEnd/>
                <a:tailEnd/>
              </a:ln>
            </p:spPr>
            <p:txBody>
              <a:bodyPr/>
              <a:lstStyle/>
              <a:p>
                <a:endParaRPr lang="en-US"/>
              </a:p>
            </p:txBody>
          </p:sp>
        </p:grpSp>
        <p:grpSp>
          <p:nvGrpSpPr>
            <p:cNvPr id="103471" name="Group 53">
              <a:extLst>
                <a:ext uri="{FF2B5EF4-FFF2-40B4-BE49-F238E27FC236}">
                  <a16:creationId xmlns:a16="http://schemas.microsoft.com/office/drawing/2014/main" id="{DE494C3B-F5AC-7816-985A-0893D04784B0}"/>
                </a:ext>
              </a:extLst>
            </p:cNvPr>
            <p:cNvGrpSpPr>
              <a:grpSpLocks/>
            </p:cNvGrpSpPr>
            <p:nvPr/>
          </p:nvGrpSpPr>
          <p:grpSpPr bwMode="auto">
            <a:xfrm>
              <a:off x="1489" y="2076"/>
              <a:ext cx="431" cy="284"/>
              <a:chOff x="1489" y="2076"/>
              <a:chExt cx="431" cy="284"/>
            </a:xfrm>
            <a:grpFill/>
          </p:grpSpPr>
          <p:sp>
            <p:nvSpPr>
              <p:cNvPr id="104641" name="Freeform 54">
                <a:extLst>
                  <a:ext uri="{FF2B5EF4-FFF2-40B4-BE49-F238E27FC236}">
                    <a16:creationId xmlns:a16="http://schemas.microsoft.com/office/drawing/2014/main" id="{D4674CB5-0454-8482-AFB0-0041E4982854}"/>
                  </a:ext>
                </a:extLst>
              </p:cNvPr>
              <p:cNvSpPr>
                <a:spLocks/>
              </p:cNvSpPr>
              <p:nvPr/>
            </p:nvSpPr>
            <p:spPr bwMode="auto">
              <a:xfrm>
                <a:off x="1784" y="2076"/>
                <a:ext cx="136" cy="96"/>
              </a:xfrm>
              <a:custGeom>
                <a:avLst/>
                <a:gdLst>
                  <a:gd name="T0" fmla="*/ 136 w 136"/>
                  <a:gd name="T1" fmla="*/ 0 h 96"/>
                  <a:gd name="T2" fmla="*/ 40 w 136"/>
                  <a:gd name="T3" fmla="*/ 96 h 96"/>
                  <a:gd name="T4" fmla="*/ 24 w 136"/>
                  <a:gd name="T5" fmla="*/ 72 h 96"/>
                  <a:gd name="T6" fmla="*/ 0 w 136"/>
                  <a:gd name="T7" fmla="*/ 40 h 96"/>
                  <a:gd name="T8" fmla="*/ 136 w 136"/>
                  <a:gd name="T9" fmla="*/ 0 h 96"/>
                  <a:gd name="T10" fmla="*/ 0 60000 65536"/>
                  <a:gd name="T11" fmla="*/ 0 60000 65536"/>
                  <a:gd name="T12" fmla="*/ 0 60000 65536"/>
                  <a:gd name="T13" fmla="*/ 0 60000 65536"/>
                  <a:gd name="T14" fmla="*/ 0 60000 65536"/>
                  <a:gd name="T15" fmla="*/ 0 w 136"/>
                  <a:gd name="T16" fmla="*/ 0 h 96"/>
                  <a:gd name="T17" fmla="*/ 136 w 136"/>
                  <a:gd name="T18" fmla="*/ 96 h 96"/>
                </a:gdLst>
                <a:ahLst/>
                <a:cxnLst>
                  <a:cxn ang="T10">
                    <a:pos x="T0" y="T1"/>
                  </a:cxn>
                  <a:cxn ang="T11">
                    <a:pos x="T2" y="T3"/>
                  </a:cxn>
                  <a:cxn ang="T12">
                    <a:pos x="T4" y="T5"/>
                  </a:cxn>
                  <a:cxn ang="T13">
                    <a:pos x="T6" y="T7"/>
                  </a:cxn>
                  <a:cxn ang="T14">
                    <a:pos x="T8" y="T9"/>
                  </a:cxn>
                </a:cxnLst>
                <a:rect l="T15" t="T16" r="T17" b="T18"/>
                <a:pathLst>
                  <a:path w="136" h="96">
                    <a:moveTo>
                      <a:pt x="136" y="0"/>
                    </a:moveTo>
                    <a:lnTo>
                      <a:pt x="40" y="96"/>
                    </a:lnTo>
                    <a:lnTo>
                      <a:pt x="24" y="72"/>
                    </a:lnTo>
                    <a:lnTo>
                      <a:pt x="0" y="40"/>
                    </a:lnTo>
                    <a:lnTo>
                      <a:pt x="136" y="0"/>
                    </a:lnTo>
                    <a:close/>
                  </a:path>
                </a:pathLst>
              </a:custGeom>
              <a:grpFill/>
              <a:ln w="9525">
                <a:solidFill>
                  <a:schemeClr val="bg1">
                    <a:lumMod val="65000"/>
                  </a:schemeClr>
                </a:solidFill>
                <a:round/>
                <a:headEnd/>
                <a:tailEnd/>
              </a:ln>
            </p:spPr>
            <p:txBody>
              <a:bodyPr/>
              <a:lstStyle/>
              <a:p>
                <a:endParaRPr lang="en-US"/>
              </a:p>
            </p:txBody>
          </p:sp>
          <p:sp>
            <p:nvSpPr>
              <p:cNvPr id="104642" name="Line 55">
                <a:extLst>
                  <a:ext uri="{FF2B5EF4-FFF2-40B4-BE49-F238E27FC236}">
                    <a16:creationId xmlns:a16="http://schemas.microsoft.com/office/drawing/2014/main" id="{DDA54EDA-B129-0655-49D7-DDE8CEBF4FB0}"/>
                  </a:ext>
                </a:extLst>
              </p:cNvPr>
              <p:cNvSpPr>
                <a:spLocks noChangeShapeType="1"/>
              </p:cNvSpPr>
              <p:nvPr/>
            </p:nvSpPr>
            <p:spPr bwMode="auto">
              <a:xfrm flipV="1">
                <a:off x="1489" y="2143"/>
                <a:ext cx="327" cy="217"/>
              </a:xfrm>
              <a:prstGeom prst="line">
                <a:avLst/>
              </a:prstGeom>
              <a:grpFill/>
              <a:ln w="25400">
                <a:solidFill>
                  <a:schemeClr val="bg1">
                    <a:lumMod val="65000"/>
                  </a:schemeClr>
                </a:solidFill>
                <a:round/>
                <a:headEnd/>
                <a:tailEnd/>
              </a:ln>
            </p:spPr>
            <p:txBody>
              <a:bodyPr/>
              <a:lstStyle/>
              <a:p>
                <a:endParaRPr lang="en-US"/>
              </a:p>
            </p:txBody>
          </p:sp>
        </p:grpSp>
        <p:grpSp>
          <p:nvGrpSpPr>
            <p:cNvPr id="103472" name="Group 56">
              <a:extLst>
                <a:ext uri="{FF2B5EF4-FFF2-40B4-BE49-F238E27FC236}">
                  <a16:creationId xmlns:a16="http://schemas.microsoft.com/office/drawing/2014/main" id="{22899477-51EF-6480-0798-5ECCBAB6CA97}"/>
                </a:ext>
              </a:extLst>
            </p:cNvPr>
            <p:cNvGrpSpPr>
              <a:grpSpLocks/>
            </p:cNvGrpSpPr>
            <p:nvPr/>
          </p:nvGrpSpPr>
          <p:grpSpPr bwMode="auto">
            <a:xfrm>
              <a:off x="1489" y="1733"/>
              <a:ext cx="423" cy="56"/>
              <a:chOff x="1489" y="1733"/>
              <a:chExt cx="423" cy="56"/>
            </a:xfrm>
            <a:grpFill/>
          </p:grpSpPr>
          <p:sp>
            <p:nvSpPr>
              <p:cNvPr id="104633" name="Freeform 57">
                <a:extLst>
                  <a:ext uri="{FF2B5EF4-FFF2-40B4-BE49-F238E27FC236}">
                    <a16:creationId xmlns:a16="http://schemas.microsoft.com/office/drawing/2014/main" id="{90B330DA-9B90-B313-C064-5E7678460CFE}"/>
                  </a:ext>
                </a:extLst>
              </p:cNvPr>
              <p:cNvSpPr>
                <a:spLocks/>
              </p:cNvSpPr>
              <p:nvPr/>
            </p:nvSpPr>
            <p:spPr bwMode="auto">
              <a:xfrm>
                <a:off x="1792" y="1733"/>
                <a:ext cx="120" cy="56"/>
              </a:xfrm>
              <a:custGeom>
                <a:avLst/>
                <a:gdLst>
                  <a:gd name="T0" fmla="*/ 120 w 120"/>
                  <a:gd name="T1" fmla="*/ 24 h 56"/>
                  <a:gd name="T2" fmla="*/ 0 w 120"/>
                  <a:gd name="T3" fmla="*/ 56 h 56"/>
                  <a:gd name="T4" fmla="*/ 0 w 120"/>
                  <a:gd name="T5" fmla="*/ 24 h 56"/>
                  <a:gd name="T6" fmla="*/ 0 w 120"/>
                  <a:gd name="T7" fmla="*/ 0 h 56"/>
                  <a:gd name="T8" fmla="*/ 120 w 120"/>
                  <a:gd name="T9" fmla="*/ 24 h 56"/>
                  <a:gd name="T10" fmla="*/ 0 60000 65536"/>
                  <a:gd name="T11" fmla="*/ 0 60000 65536"/>
                  <a:gd name="T12" fmla="*/ 0 60000 65536"/>
                  <a:gd name="T13" fmla="*/ 0 60000 65536"/>
                  <a:gd name="T14" fmla="*/ 0 60000 65536"/>
                  <a:gd name="T15" fmla="*/ 0 w 120"/>
                  <a:gd name="T16" fmla="*/ 0 h 56"/>
                  <a:gd name="T17" fmla="*/ 120 w 120"/>
                  <a:gd name="T18" fmla="*/ 56 h 56"/>
                </a:gdLst>
                <a:ahLst/>
                <a:cxnLst>
                  <a:cxn ang="T10">
                    <a:pos x="T0" y="T1"/>
                  </a:cxn>
                  <a:cxn ang="T11">
                    <a:pos x="T2" y="T3"/>
                  </a:cxn>
                  <a:cxn ang="T12">
                    <a:pos x="T4" y="T5"/>
                  </a:cxn>
                  <a:cxn ang="T13">
                    <a:pos x="T6" y="T7"/>
                  </a:cxn>
                  <a:cxn ang="T14">
                    <a:pos x="T8" y="T9"/>
                  </a:cxn>
                </a:cxnLst>
                <a:rect l="T15" t="T16" r="T17" b="T18"/>
                <a:pathLst>
                  <a:path w="120" h="56">
                    <a:moveTo>
                      <a:pt x="120" y="24"/>
                    </a:moveTo>
                    <a:lnTo>
                      <a:pt x="0" y="56"/>
                    </a:lnTo>
                    <a:lnTo>
                      <a:pt x="0" y="24"/>
                    </a:lnTo>
                    <a:lnTo>
                      <a:pt x="0" y="0"/>
                    </a:lnTo>
                    <a:lnTo>
                      <a:pt x="120" y="24"/>
                    </a:lnTo>
                    <a:close/>
                  </a:path>
                </a:pathLst>
              </a:custGeom>
              <a:grpFill/>
              <a:ln w="9525">
                <a:solidFill>
                  <a:schemeClr val="bg1">
                    <a:lumMod val="65000"/>
                  </a:schemeClr>
                </a:solidFill>
                <a:round/>
                <a:headEnd/>
                <a:tailEnd/>
              </a:ln>
            </p:spPr>
            <p:txBody>
              <a:bodyPr/>
              <a:lstStyle/>
              <a:p>
                <a:endParaRPr lang="en-US"/>
              </a:p>
            </p:txBody>
          </p:sp>
          <p:grpSp>
            <p:nvGrpSpPr>
              <p:cNvPr id="104634" name="Group 58">
                <a:extLst>
                  <a:ext uri="{FF2B5EF4-FFF2-40B4-BE49-F238E27FC236}">
                    <a16:creationId xmlns:a16="http://schemas.microsoft.com/office/drawing/2014/main" id="{6711DAE8-153C-52BA-D92D-7945A06CB198}"/>
                  </a:ext>
                </a:extLst>
              </p:cNvPr>
              <p:cNvGrpSpPr>
                <a:grpSpLocks/>
              </p:cNvGrpSpPr>
              <p:nvPr/>
            </p:nvGrpSpPr>
            <p:grpSpPr bwMode="auto">
              <a:xfrm>
                <a:off x="1489" y="1757"/>
                <a:ext cx="295" cy="1"/>
                <a:chOff x="1489" y="1757"/>
                <a:chExt cx="295" cy="1"/>
              </a:xfrm>
              <a:grpFill/>
            </p:grpSpPr>
            <p:sp>
              <p:nvSpPr>
                <p:cNvPr id="104635" name="Line 59">
                  <a:extLst>
                    <a:ext uri="{FF2B5EF4-FFF2-40B4-BE49-F238E27FC236}">
                      <a16:creationId xmlns:a16="http://schemas.microsoft.com/office/drawing/2014/main" id="{97C1EE62-35B8-637B-D46D-07FC208ACE34}"/>
                    </a:ext>
                  </a:extLst>
                </p:cNvPr>
                <p:cNvSpPr>
                  <a:spLocks noChangeShapeType="1"/>
                </p:cNvSpPr>
                <p:nvPr/>
              </p:nvSpPr>
              <p:spPr bwMode="auto">
                <a:xfrm>
                  <a:off x="1489" y="1757"/>
                  <a:ext cx="24" cy="1"/>
                </a:xfrm>
                <a:prstGeom prst="line">
                  <a:avLst/>
                </a:prstGeom>
                <a:grpFill/>
                <a:ln w="12700">
                  <a:solidFill>
                    <a:schemeClr val="bg1">
                      <a:lumMod val="65000"/>
                    </a:schemeClr>
                  </a:solidFill>
                  <a:round/>
                  <a:headEnd/>
                  <a:tailEnd/>
                </a:ln>
              </p:spPr>
              <p:txBody>
                <a:bodyPr/>
                <a:lstStyle/>
                <a:p>
                  <a:endParaRPr lang="en-US"/>
                </a:p>
              </p:txBody>
            </p:sp>
            <p:sp>
              <p:nvSpPr>
                <p:cNvPr id="104636" name="Line 60">
                  <a:extLst>
                    <a:ext uri="{FF2B5EF4-FFF2-40B4-BE49-F238E27FC236}">
                      <a16:creationId xmlns:a16="http://schemas.microsoft.com/office/drawing/2014/main" id="{3134214F-3CC4-0D71-AE4A-F7CC93F8EDD0}"/>
                    </a:ext>
                  </a:extLst>
                </p:cNvPr>
                <p:cNvSpPr>
                  <a:spLocks noChangeShapeType="1"/>
                </p:cNvSpPr>
                <p:nvPr/>
              </p:nvSpPr>
              <p:spPr bwMode="auto">
                <a:xfrm>
                  <a:off x="1544" y="1757"/>
                  <a:ext cx="24" cy="1"/>
                </a:xfrm>
                <a:prstGeom prst="line">
                  <a:avLst/>
                </a:prstGeom>
                <a:grpFill/>
                <a:ln w="12700">
                  <a:solidFill>
                    <a:schemeClr val="bg1">
                      <a:lumMod val="65000"/>
                    </a:schemeClr>
                  </a:solidFill>
                  <a:round/>
                  <a:headEnd/>
                  <a:tailEnd/>
                </a:ln>
              </p:spPr>
              <p:txBody>
                <a:bodyPr/>
                <a:lstStyle/>
                <a:p>
                  <a:endParaRPr lang="en-US"/>
                </a:p>
              </p:txBody>
            </p:sp>
            <p:sp>
              <p:nvSpPr>
                <p:cNvPr id="104637" name="Line 61">
                  <a:extLst>
                    <a:ext uri="{FF2B5EF4-FFF2-40B4-BE49-F238E27FC236}">
                      <a16:creationId xmlns:a16="http://schemas.microsoft.com/office/drawing/2014/main" id="{23A54AE1-B542-C981-CCCD-A826B4C93833}"/>
                    </a:ext>
                  </a:extLst>
                </p:cNvPr>
                <p:cNvSpPr>
                  <a:spLocks noChangeShapeType="1"/>
                </p:cNvSpPr>
                <p:nvPr/>
              </p:nvSpPr>
              <p:spPr bwMode="auto">
                <a:xfrm>
                  <a:off x="1600" y="1757"/>
                  <a:ext cx="24" cy="1"/>
                </a:xfrm>
                <a:prstGeom prst="line">
                  <a:avLst/>
                </a:prstGeom>
                <a:grpFill/>
                <a:ln w="12700">
                  <a:solidFill>
                    <a:schemeClr val="bg1">
                      <a:lumMod val="65000"/>
                    </a:schemeClr>
                  </a:solidFill>
                  <a:round/>
                  <a:headEnd/>
                  <a:tailEnd/>
                </a:ln>
              </p:spPr>
              <p:txBody>
                <a:bodyPr/>
                <a:lstStyle/>
                <a:p>
                  <a:endParaRPr lang="en-US"/>
                </a:p>
              </p:txBody>
            </p:sp>
            <p:sp>
              <p:nvSpPr>
                <p:cNvPr id="104638" name="Line 62">
                  <a:extLst>
                    <a:ext uri="{FF2B5EF4-FFF2-40B4-BE49-F238E27FC236}">
                      <a16:creationId xmlns:a16="http://schemas.microsoft.com/office/drawing/2014/main" id="{5C00D401-C43F-FB32-57DD-535D8DB399DF}"/>
                    </a:ext>
                  </a:extLst>
                </p:cNvPr>
                <p:cNvSpPr>
                  <a:spLocks noChangeShapeType="1"/>
                </p:cNvSpPr>
                <p:nvPr/>
              </p:nvSpPr>
              <p:spPr bwMode="auto">
                <a:xfrm>
                  <a:off x="1656" y="1757"/>
                  <a:ext cx="24" cy="1"/>
                </a:xfrm>
                <a:prstGeom prst="line">
                  <a:avLst/>
                </a:prstGeom>
                <a:grpFill/>
                <a:ln w="12700">
                  <a:solidFill>
                    <a:schemeClr val="bg1">
                      <a:lumMod val="65000"/>
                    </a:schemeClr>
                  </a:solidFill>
                  <a:round/>
                  <a:headEnd/>
                  <a:tailEnd/>
                </a:ln>
              </p:spPr>
              <p:txBody>
                <a:bodyPr/>
                <a:lstStyle/>
                <a:p>
                  <a:endParaRPr lang="en-US"/>
                </a:p>
              </p:txBody>
            </p:sp>
            <p:sp>
              <p:nvSpPr>
                <p:cNvPr id="104639" name="Line 63">
                  <a:extLst>
                    <a:ext uri="{FF2B5EF4-FFF2-40B4-BE49-F238E27FC236}">
                      <a16:creationId xmlns:a16="http://schemas.microsoft.com/office/drawing/2014/main" id="{790337DB-67BA-1C2B-AD55-671CAE32AEA3}"/>
                    </a:ext>
                  </a:extLst>
                </p:cNvPr>
                <p:cNvSpPr>
                  <a:spLocks noChangeShapeType="1"/>
                </p:cNvSpPr>
                <p:nvPr/>
              </p:nvSpPr>
              <p:spPr bwMode="auto">
                <a:xfrm>
                  <a:off x="1712" y="1757"/>
                  <a:ext cx="24" cy="1"/>
                </a:xfrm>
                <a:prstGeom prst="line">
                  <a:avLst/>
                </a:prstGeom>
                <a:grpFill/>
                <a:ln w="12700">
                  <a:solidFill>
                    <a:schemeClr val="bg1">
                      <a:lumMod val="65000"/>
                    </a:schemeClr>
                  </a:solidFill>
                  <a:round/>
                  <a:headEnd/>
                  <a:tailEnd/>
                </a:ln>
              </p:spPr>
              <p:txBody>
                <a:bodyPr/>
                <a:lstStyle/>
                <a:p>
                  <a:endParaRPr lang="en-US"/>
                </a:p>
              </p:txBody>
            </p:sp>
            <p:sp>
              <p:nvSpPr>
                <p:cNvPr id="104640" name="Line 64">
                  <a:extLst>
                    <a:ext uri="{FF2B5EF4-FFF2-40B4-BE49-F238E27FC236}">
                      <a16:creationId xmlns:a16="http://schemas.microsoft.com/office/drawing/2014/main" id="{C5DEE958-B7CB-BAF0-E739-22DF888D9545}"/>
                    </a:ext>
                  </a:extLst>
                </p:cNvPr>
                <p:cNvSpPr>
                  <a:spLocks noChangeShapeType="1"/>
                </p:cNvSpPr>
                <p:nvPr/>
              </p:nvSpPr>
              <p:spPr bwMode="auto">
                <a:xfrm>
                  <a:off x="1768" y="1757"/>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473" name="Group 65">
              <a:extLst>
                <a:ext uri="{FF2B5EF4-FFF2-40B4-BE49-F238E27FC236}">
                  <a16:creationId xmlns:a16="http://schemas.microsoft.com/office/drawing/2014/main" id="{202A9F4C-7B3B-9F7B-5ABF-7958010538BB}"/>
                </a:ext>
              </a:extLst>
            </p:cNvPr>
            <p:cNvGrpSpPr>
              <a:grpSpLocks/>
            </p:cNvGrpSpPr>
            <p:nvPr/>
          </p:nvGrpSpPr>
          <p:grpSpPr bwMode="auto">
            <a:xfrm>
              <a:off x="1952" y="1725"/>
              <a:ext cx="415" cy="56"/>
              <a:chOff x="1952" y="1725"/>
              <a:chExt cx="415" cy="56"/>
            </a:xfrm>
            <a:grpFill/>
          </p:grpSpPr>
          <p:sp>
            <p:nvSpPr>
              <p:cNvPr id="104625" name="Freeform 66">
                <a:extLst>
                  <a:ext uri="{FF2B5EF4-FFF2-40B4-BE49-F238E27FC236}">
                    <a16:creationId xmlns:a16="http://schemas.microsoft.com/office/drawing/2014/main" id="{87C42580-3C64-3015-06AA-D3C902DC7620}"/>
                  </a:ext>
                </a:extLst>
              </p:cNvPr>
              <p:cNvSpPr>
                <a:spLocks/>
              </p:cNvSpPr>
              <p:nvPr/>
            </p:nvSpPr>
            <p:spPr bwMode="auto">
              <a:xfrm>
                <a:off x="2255" y="1725"/>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4626" name="Group 67">
                <a:extLst>
                  <a:ext uri="{FF2B5EF4-FFF2-40B4-BE49-F238E27FC236}">
                    <a16:creationId xmlns:a16="http://schemas.microsoft.com/office/drawing/2014/main" id="{259E17BE-652C-E03E-AFF2-22B2A48498F5}"/>
                  </a:ext>
                </a:extLst>
              </p:cNvPr>
              <p:cNvGrpSpPr>
                <a:grpSpLocks/>
              </p:cNvGrpSpPr>
              <p:nvPr/>
            </p:nvGrpSpPr>
            <p:grpSpPr bwMode="auto">
              <a:xfrm>
                <a:off x="1952" y="1757"/>
                <a:ext cx="295" cy="1"/>
                <a:chOff x="1952" y="1757"/>
                <a:chExt cx="295" cy="1"/>
              </a:xfrm>
              <a:grpFill/>
            </p:grpSpPr>
            <p:sp>
              <p:nvSpPr>
                <p:cNvPr id="104627" name="Line 68">
                  <a:extLst>
                    <a:ext uri="{FF2B5EF4-FFF2-40B4-BE49-F238E27FC236}">
                      <a16:creationId xmlns:a16="http://schemas.microsoft.com/office/drawing/2014/main" id="{C439D4D8-BAFB-BAF8-52F6-1AC6B55351D0}"/>
                    </a:ext>
                  </a:extLst>
                </p:cNvPr>
                <p:cNvSpPr>
                  <a:spLocks noChangeShapeType="1"/>
                </p:cNvSpPr>
                <p:nvPr/>
              </p:nvSpPr>
              <p:spPr bwMode="auto">
                <a:xfrm>
                  <a:off x="1952" y="1757"/>
                  <a:ext cx="24" cy="1"/>
                </a:xfrm>
                <a:prstGeom prst="line">
                  <a:avLst/>
                </a:prstGeom>
                <a:grpFill/>
                <a:ln w="12700">
                  <a:solidFill>
                    <a:schemeClr val="bg1">
                      <a:lumMod val="65000"/>
                    </a:schemeClr>
                  </a:solidFill>
                  <a:round/>
                  <a:headEnd/>
                  <a:tailEnd/>
                </a:ln>
              </p:spPr>
              <p:txBody>
                <a:bodyPr/>
                <a:lstStyle/>
                <a:p>
                  <a:endParaRPr lang="en-US"/>
                </a:p>
              </p:txBody>
            </p:sp>
            <p:sp>
              <p:nvSpPr>
                <p:cNvPr id="104628" name="Line 69">
                  <a:extLst>
                    <a:ext uri="{FF2B5EF4-FFF2-40B4-BE49-F238E27FC236}">
                      <a16:creationId xmlns:a16="http://schemas.microsoft.com/office/drawing/2014/main" id="{B93A03C7-9E82-DAFE-4F9C-20001B36B3C3}"/>
                    </a:ext>
                  </a:extLst>
                </p:cNvPr>
                <p:cNvSpPr>
                  <a:spLocks noChangeShapeType="1"/>
                </p:cNvSpPr>
                <p:nvPr/>
              </p:nvSpPr>
              <p:spPr bwMode="auto">
                <a:xfrm>
                  <a:off x="2008" y="1757"/>
                  <a:ext cx="23" cy="1"/>
                </a:xfrm>
                <a:prstGeom prst="line">
                  <a:avLst/>
                </a:prstGeom>
                <a:grpFill/>
                <a:ln w="12700">
                  <a:solidFill>
                    <a:schemeClr val="bg1">
                      <a:lumMod val="65000"/>
                    </a:schemeClr>
                  </a:solidFill>
                  <a:round/>
                  <a:headEnd/>
                  <a:tailEnd/>
                </a:ln>
              </p:spPr>
              <p:txBody>
                <a:bodyPr/>
                <a:lstStyle/>
                <a:p>
                  <a:endParaRPr lang="en-US"/>
                </a:p>
              </p:txBody>
            </p:sp>
            <p:sp>
              <p:nvSpPr>
                <p:cNvPr id="104629" name="Line 70">
                  <a:extLst>
                    <a:ext uri="{FF2B5EF4-FFF2-40B4-BE49-F238E27FC236}">
                      <a16:creationId xmlns:a16="http://schemas.microsoft.com/office/drawing/2014/main" id="{F0C79845-BB37-FD9C-0CE5-1C03A0025989}"/>
                    </a:ext>
                  </a:extLst>
                </p:cNvPr>
                <p:cNvSpPr>
                  <a:spLocks noChangeShapeType="1"/>
                </p:cNvSpPr>
                <p:nvPr/>
              </p:nvSpPr>
              <p:spPr bwMode="auto">
                <a:xfrm>
                  <a:off x="2063" y="1757"/>
                  <a:ext cx="24" cy="1"/>
                </a:xfrm>
                <a:prstGeom prst="line">
                  <a:avLst/>
                </a:prstGeom>
                <a:grpFill/>
                <a:ln w="12700">
                  <a:solidFill>
                    <a:schemeClr val="bg1">
                      <a:lumMod val="65000"/>
                    </a:schemeClr>
                  </a:solidFill>
                  <a:round/>
                  <a:headEnd/>
                  <a:tailEnd/>
                </a:ln>
              </p:spPr>
              <p:txBody>
                <a:bodyPr/>
                <a:lstStyle/>
                <a:p>
                  <a:endParaRPr lang="en-US"/>
                </a:p>
              </p:txBody>
            </p:sp>
            <p:sp>
              <p:nvSpPr>
                <p:cNvPr id="104630" name="Line 71">
                  <a:extLst>
                    <a:ext uri="{FF2B5EF4-FFF2-40B4-BE49-F238E27FC236}">
                      <a16:creationId xmlns:a16="http://schemas.microsoft.com/office/drawing/2014/main" id="{99EABF4C-1E67-6A56-E9BA-3F6BEAEF7F48}"/>
                    </a:ext>
                  </a:extLst>
                </p:cNvPr>
                <p:cNvSpPr>
                  <a:spLocks noChangeShapeType="1"/>
                </p:cNvSpPr>
                <p:nvPr/>
              </p:nvSpPr>
              <p:spPr bwMode="auto">
                <a:xfrm>
                  <a:off x="2119" y="1757"/>
                  <a:ext cx="24" cy="1"/>
                </a:xfrm>
                <a:prstGeom prst="line">
                  <a:avLst/>
                </a:prstGeom>
                <a:grpFill/>
                <a:ln w="12700">
                  <a:solidFill>
                    <a:schemeClr val="bg1">
                      <a:lumMod val="65000"/>
                    </a:schemeClr>
                  </a:solidFill>
                  <a:round/>
                  <a:headEnd/>
                  <a:tailEnd/>
                </a:ln>
              </p:spPr>
              <p:txBody>
                <a:bodyPr/>
                <a:lstStyle/>
                <a:p>
                  <a:endParaRPr lang="en-US"/>
                </a:p>
              </p:txBody>
            </p:sp>
            <p:sp>
              <p:nvSpPr>
                <p:cNvPr id="104631" name="Line 72">
                  <a:extLst>
                    <a:ext uri="{FF2B5EF4-FFF2-40B4-BE49-F238E27FC236}">
                      <a16:creationId xmlns:a16="http://schemas.microsoft.com/office/drawing/2014/main" id="{7D29B429-8BA5-DD5A-BFE7-2D1F43621B14}"/>
                    </a:ext>
                  </a:extLst>
                </p:cNvPr>
                <p:cNvSpPr>
                  <a:spLocks noChangeShapeType="1"/>
                </p:cNvSpPr>
                <p:nvPr/>
              </p:nvSpPr>
              <p:spPr bwMode="auto">
                <a:xfrm>
                  <a:off x="2175" y="1757"/>
                  <a:ext cx="24" cy="1"/>
                </a:xfrm>
                <a:prstGeom prst="line">
                  <a:avLst/>
                </a:prstGeom>
                <a:grpFill/>
                <a:ln w="12700">
                  <a:solidFill>
                    <a:schemeClr val="bg1">
                      <a:lumMod val="65000"/>
                    </a:schemeClr>
                  </a:solidFill>
                  <a:round/>
                  <a:headEnd/>
                  <a:tailEnd/>
                </a:ln>
              </p:spPr>
              <p:txBody>
                <a:bodyPr/>
                <a:lstStyle/>
                <a:p>
                  <a:endParaRPr lang="en-US"/>
                </a:p>
              </p:txBody>
            </p:sp>
            <p:sp>
              <p:nvSpPr>
                <p:cNvPr id="104632" name="Line 73">
                  <a:extLst>
                    <a:ext uri="{FF2B5EF4-FFF2-40B4-BE49-F238E27FC236}">
                      <a16:creationId xmlns:a16="http://schemas.microsoft.com/office/drawing/2014/main" id="{66ED7E97-EFEB-C145-5394-C35EB45C3494}"/>
                    </a:ext>
                  </a:extLst>
                </p:cNvPr>
                <p:cNvSpPr>
                  <a:spLocks noChangeShapeType="1"/>
                </p:cNvSpPr>
                <p:nvPr/>
              </p:nvSpPr>
              <p:spPr bwMode="auto">
                <a:xfrm>
                  <a:off x="2231" y="1757"/>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474" name="Group 74">
              <a:extLst>
                <a:ext uri="{FF2B5EF4-FFF2-40B4-BE49-F238E27FC236}">
                  <a16:creationId xmlns:a16="http://schemas.microsoft.com/office/drawing/2014/main" id="{9CB73841-8D65-208B-E307-86612B19A257}"/>
                </a:ext>
              </a:extLst>
            </p:cNvPr>
            <p:cNvGrpSpPr>
              <a:grpSpLocks/>
            </p:cNvGrpSpPr>
            <p:nvPr/>
          </p:nvGrpSpPr>
          <p:grpSpPr bwMode="auto">
            <a:xfrm>
              <a:off x="1497" y="2036"/>
              <a:ext cx="415" cy="56"/>
              <a:chOff x="1497" y="2036"/>
              <a:chExt cx="415" cy="56"/>
            </a:xfrm>
            <a:grpFill/>
          </p:grpSpPr>
          <p:sp>
            <p:nvSpPr>
              <p:cNvPr id="104617" name="Freeform 75">
                <a:extLst>
                  <a:ext uri="{FF2B5EF4-FFF2-40B4-BE49-F238E27FC236}">
                    <a16:creationId xmlns:a16="http://schemas.microsoft.com/office/drawing/2014/main" id="{B0A04971-4F3C-58A4-8150-B28CDDA5A6AE}"/>
                  </a:ext>
                </a:extLst>
              </p:cNvPr>
              <p:cNvSpPr>
                <a:spLocks/>
              </p:cNvSpPr>
              <p:nvPr/>
            </p:nvSpPr>
            <p:spPr bwMode="auto">
              <a:xfrm>
                <a:off x="1800"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4618" name="Group 76">
                <a:extLst>
                  <a:ext uri="{FF2B5EF4-FFF2-40B4-BE49-F238E27FC236}">
                    <a16:creationId xmlns:a16="http://schemas.microsoft.com/office/drawing/2014/main" id="{CED8A51B-6122-1935-2FC3-423C349CFAB7}"/>
                  </a:ext>
                </a:extLst>
              </p:cNvPr>
              <p:cNvGrpSpPr>
                <a:grpSpLocks/>
              </p:cNvGrpSpPr>
              <p:nvPr/>
            </p:nvGrpSpPr>
            <p:grpSpPr bwMode="auto">
              <a:xfrm>
                <a:off x="1497" y="2068"/>
                <a:ext cx="295" cy="1"/>
                <a:chOff x="1497" y="2068"/>
                <a:chExt cx="295" cy="1"/>
              </a:xfrm>
              <a:grpFill/>
            </p:grpSpPr>
            <p:sp>
              <p:nvSpPr>
                <p:cNvPr id="104619" name="Line 77">
                  <a:extLst>
                    <a:ext uri="{FF2B5EF4-FFF2-40B4-BE49-F238E27FC236}">
                      <a16:creationId xmlns:a16="http://schemas.microsoft.com/office/drawing/2014/main" id="{CDDBBCFD-4FCA-65F9-B4E2-5F81C95A4D08}"/>
                    </a:ext>
                  </a:extLst>
                </p:cNvPr>
                <p:cNvSpPr>
                  <a:spLocks noChangeShapeType="1"/>
                </p:cNvSpPr>
                <p:nvPr/>
              </p:nvSpPr>
              <p:spPr bwMode="auto">
                <a:xfrm>
                  <a:off x="1497" y="2068"/>
                  <a:ext cx="23" cy="1"/>
                </a:xfrm>
                <a:prstGeom prst="line">
                  <a:avLst/>
                </a:prstGeom>
                <a:grpFill/>
                <a:ln w="12700">
                  <a:solidFill>
                    <a:schemeClr val="bg1">
                      <a:lumMod val="65000"/>
                    </a:schemeClr>
                  </a:solidFill>
                  <a:round/>
                  <a:headEnd/>
                  <a:tailEnd/>
                </a:ln>
              </p:spPr>
              <p:txBody>
                <a:bodyPr/>
                <a:lstStyle/>
                <a:p>
                  <a:endParaRPr lang="en-US"/>
                </a:p>
              </p:txBody>
            </p:sp>
            <p:sp>
              <p:nvSpPr>
                <p:cNvPr id="104620" name="Line 78">
                  <a:extLst>
                    <a:ext uri="{FF2B5EF4-FFF2-40B4-BE49-F238E27FC236}">
                      <a16:creationId xmlns:a16="http://schemas.microsoft.com/office/drawing/2014/main" id="{E51ECE14-4961-95D7-195A-7E64E1456C4D}"/>
                    </a:ext>
                  </a:extLst>
                </p:cNvPr>
                <p:cNvSpPr>
                  <a:spLocks noChangeShapeType="1"/>
                </p:cNvSpPr>
                <p:nvPr/>
              </p:nvSpPr>
              <p:spPr bwMode="auto">
                <a:xfrm>
                  <a:off x="1552" y="2068"/>
                  <a:ext cx="24" cy="1"/>
                </a:xfrm>
                <a:prstGeom prst="line">
                  <a:avLst/>
                </a:prstGeom>
                <a:grpFill/>
                <a:ln w="12700">
                  <a:solidFill>
                    <a:schemeClr val="bg1">
                      <a:lumMod val="65000"/>
                    </a:schemeClr>
                  </a:solidFill>
                  <a:round/>
                  <a:headEnd/>
                  <a:tailEnd/>
                </a:ln>
              </p:spPr>
              <p:txBody>
                <a:bodyPr/>
                <a:lstStyle/>
                <a:p>
                  <a:endParaRPr lang="en-US"/>
                </a:p>
              </p:txBody>
            </p:sp>
            <p:sp>
              <p:nvSpPr>
                <p:cNvPr id="104621" name="Line 79">
                  <a:extLst>
                    <a:ext uri="{FF2B5EF4-FFF2-40B4-BE49-F238E27FC236}">
                      <a16:creationId xmlns:a16="http://schemas.microsoft.com/office/drawing/2014/main" id="{EDC094F6-51AA-22ED-A747-68E38EA36D0D}"/>
                    </a:ext>
                  </a:extLst>
                </p:cNvPr>
                <p:cNvSpPr>
                  <a:spLocks noChangeShapeType="1"/>
                </p:cNvSpPr>
                <p:nvPr/>
              </p:nvSpPr>
              <p:spPr bwMode="auto">
                <a:xfrm>
                  <a:off x="1608" y="2068"/>
                  <a:ext cx="24" cy="1"/>
                </a:xfrm>
                <a:prstGeom prst="line">
                  <a:avLst/>
                </a:prstGeom>
                <a:grpFill/>
                <a:ln w="12700">
                  <a:solidFill>
                    <a:schemeClr val="bg1">
                      <a:lumMod val="65000"/>
                    </a:schemeClr>
                  </a:solidFill>
                  <a:round/>
                  <a:headEnd/>
                  <a:tailEnd/>
                </a:ln>
              </p:spPr>
              <p:txBody>
                <a:bodyPr/>
                <a:lstStyle/>
                <a:p>
                  <a:endParaRPr lang="en-US"/>
                </a:p>
              </p:txBody>
            </p:sp>
            <p:sp>
              <p:nvSpPr>
                <p:cNvPr id="104622" name="Line 80">
                  <a:extLst>
                    <a:ext uri="{FF2B5EF4-FFF2-40B4-BE49-F238E27FC236}">
                      <a16:creationId xmlns:a16="http://schemas.microsoft.com/office/drawing/2014/main" id="{57034758-70F1-1981-F1EE-9F94081C2BF4}"/>
                    </a:ext>
                  </a:extLst>
                </p:cNvPr>
                <p:cNvSpPr>
                  <a:spLocks noChangeShapeType="1"/>
                </p:cNvSpPr>
                <p:nvPr/>
              </p:nvSpPr>
              <p:spPr bwMode="auto">
                <a:xfrm>
                  <a:off x="1664" y="2068"/>
                  <a:ext cx="24" cy="1"/>
                </a:xfrm>
                <a:prstGeom prst="line">
                  <a:avLst/>
                </a:prstGeom>
                <a:grpFill/>
                <a:ln w="12700">
                  <a:solidFill>
                    <a:schemeClr val="bg1">
                      <a:lumMod val="65000"/>
                    </a:schemeClr>
                  </a:solidFill>
                  <a:round/>
                  <a:headEnd/>
                  <a:tailEnd/>
                </a:ln>
              </p:spPr>
              <p:txBody>
                <a:bodyPr/>
                <a:lstStyle/>
                <a:p>
                  <a:endParaRPr lang="en-US"/>
                </a:p>
              </p:txBody>
            </p:sp>
            <p:sp>
              <p:nvSpPr>
                <p:cNvPr id="104623" name="Line 81">
                  <a:extLst>
                    <a:ext uri="{FF2B5EF4-FFF2-40B4-BE49-F238E27FC236}">
                      <a16:creationId xmlns:a16="http://schemas.microsoft.com/office/drawing/2014/main" id="{40DBF345-004B-5E46-57B5-F40B4275EDA7}"/>
                    </a:ext>
                  </a:extLst>
                </p:cNvPr>
                <p:cNvSpPr>
                  <a:spLocks noChangeShapeType="1"/>
                </p:cNvSpPr>
                <p:nvPr/>
              </p:nvSpPr>
              <p:spPr bwMode="auto">
                <a:xfrm>
                  <a:off x="1720" y="2068"/>
                  <a:ext cx="24" cy="1"/>
                </a:xfrm>
                <a:prstGeom prst="line">
                  <a:avLst/>
                </a:prstGeom>
                <a:grpFill/>
                <a:ln w="12700">
                  <a:solidFill>
                    <a:schemeClr val="bg1">
                      <a:lumMod val="65000"/>
                    </a:schemeClr>
                  </a:solidFill>
                  <a:round/>
                  <a:headEnd/>
                  <a:tailEnd/>
                </a:ln>
              </p:spPr>
              <p:txBody>
                <a:bodyPr/>
                <a:lstStyle/>
                <a:p>
                  <a:endParaRPr lang="en-US"/>
                </a:p>
              </p:txBody>
            </p:sp>
            <p:sp>
              <p:nvSpPr>
                <p:cNvPr id="104624" name="Line 82">
                  <a:extLst>
                    <a:ext uri="{FF2B5EF4-FFF2-40B4-BE49-F238E27FC236}">
                      <a16:creationId xmlns:a16="http://schemas.microsoft.com/office/drawing/2014/main" id="{0F76BD27-A092-57F5-0193-5A9694F345F0}"/>
                    </a:ext>
                  </a:extLst>
                </p:cNvPr>
                <p:cNvSpPr>
                  <a:spLocks noChangeShapeType="1"/>
                </p:cNvSpPr>
                <p:nvPr/>
              </p:nvSpPr>
              <p:spPr bwMode="auto">
                <a:xfrm>
                  <a:off x="1776" y="2068"/>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475" name="Group 83">
              <a:extLst>
                <a:ext uri="{FF2B5EF4-FFF2-40B4-BE49-F238E27FC236}">
                  <a16:creationId xmlns:a16="http://schemas.microsoft.com/office/drawing/2014/main" id="{82EB7F04-3598-42E6-5E04-60A3B60BB1EF}"/>
                </a:ext>
              </a:extLst>
            </p:cNvPr>
            <p:cNvGrpSpPr>
              <a:grpSpLocks/>
            </p:cNvGrpSpPr>
            <p:nvPr/>
          </p:nvGrpSpPr>
          <p:grpSpPr bwMode="auto">
            <a:xfrm>
              <a:off x="1960" y="2036"/>
              <a:ext cx="423" cy="56"/>
              <a:chOff x="1960" y="2036"/>
              <a:chExt cx="423" cy="56"/>
            </a:xfrm>
            <a:grpFill/>
          </p:grpSpPr>
          <p:sp>
            <p:nvSpPr>
              <p:cNvPr id="104609" name="Freeform 84">
                <a:extLst>
                  <a:ext uri="{FF2B5EF4-FFF2-40B4-BE49-F238E27FC236}">
                    <a16:creationId xmlns:a16="http://schemas.microsoft.com/office/drawing/2014/main" id="{F311ED5C-8AEF-A71B-4338-230AB806AF3C}"/>
                  </a:ext>
                </a:extLst>
              </p:cNvPr>
              <p:cNvSpPr>
                <a:spLocks/>
              </p:cNvSpPr>
              <p:nvPr/>
            </p:nvSpPr>
            <p:spPr bwMode="auto">
              <a:xfrm>
                <a:off x="2271"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4610" name="Group 85">
                <a:extLst>
                  <a:ext uri="{FF2B5EF4-FFF2-40B4-BE49-F238E27FC236}">
                    <a16:creationId xmlns:a16="http://schemas.microsoft.com/office/drawing/2014/main" id="{FAA77C54-CF53-2989-F94B-E48559B57B96}"/>
                  </a:ext>
                </a:extLst>
              </p:cNvPr>
              <p:cNvGrpSpPr>
                <a:grpSpLocks/>
              </p:cNvGrpSpPr>
              <p:nvPr/>
            </p:nvGrpSpPr>
            <p:grpSpPr bwMode="auto">
              <a:xfrm>
                <a:off x="1960" y="2068"/>
                <a:ext cx="303" cy="1"/>
                <a:chOff x="1960" y="2068"/>
                <a:chExt cx="303" cy="1"/>
              </a:xfrm>
              <a:grpFill/>
            </p:grpSpPr>
            <p:sp>
              <p:nvSpPr>
                <p:cNvPr id="104611" name="Line 86">
                  <a:extLst>
                    <a:ext uri="{FF2B5EF4-FFF2-40B4-BE49-F238E27FC236}">
                      <a16:creationId xmlns:a16="http://schemas.microsoft.com/office/drawing/2014/main" id="{460553B7-8743-1AD0-A261-90CD309B1348}"/>
                    </a:ext>
                  </a:extLst>
                </p:cNvPr>
                <p:cNvSpPr>
                  <a:spLocks noChangeShapeType="1"/>
                </p:cNvSpPr>
                <p:nvPr/>
              </p:nvSpPr>
              <p:spPr bwMode="auto">
                <a:xfrm>
                  <a:off x="1960" y="2068"/>
                  <a:ext cx="24" cy="1"/>
                </a:xfrm>
                <a:prstGeom prst="line">
                  <a:avLst/>
                </a:prstGeom>
                <a:grpFill/>
                <a:ln w="12700">
                  <a:solidFill>
                    <a:schemeClr val="bg1">
                      <a:lumMod val="65000"/>
                    </a:schemeClr>
                  </a:solidFill>
                  <a:round/>
                  <a:headEnd/>
                  <a:tailEnd/>
                </a:ln>
              </p:spPr>
              <p:txBody>
                <a:bodyPr/>
                <a:lstStyle/>
                <a:p>
                  <a:endParaRPr lang="en-US"/>
                </a:p>
              </p:txBody>
            </p:sp>
            <p:sp>
              <p:nvSpPr>
                <p:cNvPr id="104612" name="Line 87">
                  <a:extLst>
                    <a:ext uri="{FF2B5EF4-FFF2-40B4-BE49-F238E27FC236}">
                      <a16:creationId xmlns:a16="http://schemas.microsoft.com/office/drawing/2014/main" id="{ED30FD31-2911-F07D-2271-E661C52BA527}"/>
                    </a:ext>
                  </a:extLst>
                </p:cNvPr>
                <p:cNvSpPr>
                  <a:spLocks noChangeShapeType="1"/>
                </p:cNvSpPr>
                <p:nvPr/>
              </p:nvSpPr>
              <p:spPr bwMode="auto">
                <a:xfrm>
                  <a:off x="2015" y="2068"/>
                  <a:ext cx="24" cy="1"/>
                </a:xfrm>
                <a:prstGeom prst="line">
                  <a:avLst/>
                </a:prstGeom>
                <a:grpFill/>
                <a:ln w="12700">
                  <a:solidFill>
                    <a:schemeClr val="bg1">
                      <a:lumMod val="65000"/>
                    </a:schemeClr>
                  </a:solidFill>
                  <a:round/>
                  <a:headEnd/>
                  <a:tailEnd/>
                </a:ln>
              </p:spPr>
              <p:txBody>
                <a:bodyPr/>
                <a:lstStyle/>
                <a:p>
                  <a:endParaRPr lang="en-US"/>
                </a:p>
              </p:txBody>
            </p:sp>
            <p:sp>
              <p:nvSpPr>
                <p:cNvPr id="104613" name="Line 88">
                  <a:extLst>
                    <a:ext uri="{FF2B5EF4-FFF2-40B4-BE49-F238E27FC236}">
                      <a16:creationId xmlns:a16="http://schemas.microsoft.com/office/drawing/2014/main" id="{52BB841D-BFFD-784C-0560-AA04A1BA90BF}"/>
                    </a:ext>
                  </a:extLst>
                </p:cNvPr>
                <p:cNvSpPr>
                  <a:spLocks noChangeShapeType="1"/>
                </p:cNvSpPr>
                <p:nvPr/>
              </p:nvSpPr>
              <p:spPr bwMode="auto">
                <a:xfrm>
                  <a:off x="2071" y="2068"/>
                  <a:ext cx="24" cy="1"/>
                </a:xfrm>
                <a:prstGeom prst="line">
                  <a:avLst/>
                </a:prstGeom>
                <a:grpFill/>
                <a:ln w="12700">
                  <a:solidFill>
                    <a:schemeClr val="bg1">
                      <a:lumMod val="65000"/>
                    </a:schemeClr>
                  </a:solidFill>
                  <a:round/>
                  <a:headEnd/>
                  <a:tailEnd/>
                </a:ln>
              </p:spPr>
              <p:txBody>
                <a:bodyPr/>
                <a:lstStyle/>
                <a:p>
                  <a:endParaRPr lang="en-US"/>
                </a:p>
              </p:txBody>
            </p:sp>
            <p:sp>
              <p:nvSpPr>
                <p:cNvPr id="104614" name="Line 89">
                  <a:extLst>
                    <a:ext uri="{FF2B5EF4-FFF2-40B4-BE49-F238E27FC236}">
                      <a16:creationId xmlns:a16="http://schemas.microsoft.com/office/drawing/2014/main" id="{E894DDEC-A7C4-DAE2-4F4D-802867E30C4D}"/>
                    </a:ext>
                  </a:extLst>
                </p:cNvPr>
                <p:cNvSpPr>
                  <a:spLocks noChangeShapeType="1"/>
                </p:cNvSpPr>
                <p:nvPr/>
              </p:nvSpPr>
              <p:spPr bwMode="auto">
                <a:xfrm>
                  <a:off x="2127" y="2068"/>
                  <a:ext cx="24" cy="1"/>
                </a:xfrm>
                <a:prstGeom prst="line">
                  <a:avLst/>
                </a:prstGeom>
                <a:grpFill/>
                <a:ln w="12700">
                  <a:solidFill>
                    <a:schemeClr val="bg1">
                      <a:lumMod val="65000"/>
                    </a:schemeClr>
                  </a:solidFill>
                  <a:round/>
                  <a:headEnd/>
                  <a:tailEnd/>
                </a:ln>
              </p:spPr>
              <p:txBody>
                <a:bodyPr/>
                <a:lstStyle/>
                <a:p>
                  <a:endParaRPr lang="en-US"/>
                </a:p>
              </p:txBody>
            </p:sp>
            <p:sp>
              <p:nvSpPr>
                <p:cNvPr id="104615" name="Line 90">
                  <a:extLst>
                    <a:ext uri="{FF2B5EF4-FFF2-40B4-BE49-F238E27FC236}">
                      <a16:creationId xmlns:a16="http://schemas.microsoft.com/office/drawing/2014/main" id="{BD349D51-AB10-8F34-6503-0E354B69A733}"/>
                    </a:ext>
                  </a:extLst>
                </p:cNvPr>
                <p:cNvSpPr>
                  <a:spLocks noChangeShapeType="1"/>
                </p:cNvSpPr>
                <p:nvPr/>
              </p:nvSpPr>
              <p:spPr bwMode="auto">
                <a:xfrm>
                  <a:off x="2183" y="2068"/>
                  <a:ext cx="24" cy="1"/>
                </a:xfrm>
                <a:prstGeom prst="line">
                  <a:avLst/>
                </a:prstGeom>
                <a:grpFill/>
                <a:ln w="12700">
                  <a:solidFill>
                    <a:schemeClr val="bg1">
                      <a:lumMod val="65000"/>
                    </a:schemeClr>
                  </a:solidFill>
                  <a:round/>
                  <a:headEnd/>
                  <a:tailEnd/>
                </a:ln>
              </p:spPr>
              <p:txBody>
                <a:bodyPr/>
                <a:lstStyle/>
                <a:p>
                  <a:endParaRPr lang="en-US"/>
                </a:p>
              </p:txBody>
            </p:sp>
            <p:sp>
              <p:nvSpPr>
                <p:cNvPr id="104616" name="Line 91">
                  <a:extLst>
                    <a:ext uri="{FF2B5EF4-FFF2-40B4-BE49-F238E27FC236}">
                      <a16:creationId xmlns:a16="http://schemas.microsoft.com/office/drawing/2014/main" id="{0007A261-0FF5-E66B-A7E4-A329DA514D1C}"/>
                    </a:ext>
                  </a:extLst>
                </p:cNvPr>
                <p:cNvSpPr>
                  <a:spLocks noChangeShapeType="1"/>
                </p:cNvSpPr>
                <p:nvPr/>
              </p:nvSpPr>
              <p:spPr bwMode="auto">
                <a:xfrm>
                  <a:off x="2239" y="2068"/>
                  <a:ext cx="24" cy="1"/>
                </a:xfrm>
                <a:prstGeom prst="line">
                  <a:avLst/>
                </a:prstGeom>
                <a:grpFill/>
                <a:ln w="12700">
                  <a:solidFill>
                    <a:schemeClr val="bg1">
                      <a:lumMod val="65000"/>
                    </a:schemeClr>
                  </a:solidFill>
                  <a:round/>
                  <a:headEnd/>
                  <a:tailEnd/>
                </a:ln>
              </p:spPr>
              <p:txBody>
                <a:bodyPr/>
                <a:lstStyle/>
                <a:p>
                  <a:endParaRPr lang="en-US"/>
                </a:p>
              </p:txBody>
            </p:sp>
          </p:grpSp>
        </p:grpSp>
        <p:grpSp>
          <p:nvGrpSpPr>
            <p:cNvPr id="103476" name="Group 92">
              <a:extLst>
                <a:ext uri="{FF2B5EF4-FFF2-40B4-BE49-F238E27FC236}">
                  <a16:creationId xmlns:a16="http://schemas.microsoft.com/office/drawing/2014/main" id="{E1E235D4-D9D6-FE3A-636F-3E7BCD81C16B}"/>
                </a:ext>
              </a:extLst>
            </p:cNvPr>
            <p:cNvGrpSpPr>
              <a:grpSpLocks/>
            </p:cNvGrpSpPr>
            <p:nvPr/>
          </p:nvGrpSpPr>
          <p:grpSpPr bwMode="auto">
            <a:xfrm>
              <a:off x="2431" y="2036"/>
              <a:ext cx="415" cy="56"/>
              <a:chOff x="2431" y="2036"/>
              <a:chExt cx="415" cy="56"/>
            </a:xfrm>
            <a:grpFill/>
          </p:grpSpPr>
          <p:sp>
            <p:nvSpPr>
              <p:cNvPr id="104601" name="Freeform 93">
                <a:extLst>
                  <a:ext uri="{FF2B5EF4-FFF2-40B4-BE49-F238E27FC236}">
                    <a16:creationId xmlns:a16="http://schemas.microsoft.com/office/drawing/2014/main" id="{94E1F447-4F96-9A3C-94A3-8A8FEB760906}"/>
                  </a:ext>
                </a:extLst>
              </p:cNvPr>
              <p:cNvSpPr>
                <a:spLocks/>
              </p:cNvSpPr>
              <p:nvPr/>
            </p:nvSpPr>
            <p:spPr bwMode="auto">
              <a:xfrm>
                <a:off x="2734"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4602" name="Group 94">
                <a:extLst>
                  <a:ext uri="{FF2B5EF4-FFF2-40B4-BE49-F238E27FC236}">
                    <a16:creationId xmlns:a16="http://schemas.microsoft.com/office/drawing/2014/main" id="{9D1C0F8B-8771-5D75-7482-B38D4E120602}"/>
                  </a:ext>
                </a:extLst>
              </p:cNvPr>
              <p:cNvGrpSpPr>
                <a:grpSpLocks/>
              </p:cNvGrpSpPr>
              <p:nvPr/>
            </p:nvGrpSpPr>
            <p:grpSpPr bwMode="auto">
              <a:xfrm>
                <a:off x="2431" y="2068"/>
                <a:ext cx="295" cy="1"/>
                <a:chOff x="2431" y="2068"/>
                <a:chExt cx="295" cy="1"/>
              </a:xfrm>
              <a:grpFill/>
            </p:grpSpPr>
            <p:sp>
              <p:nvSpPr>
                <p:cNvPr id="104603" name="Line 95">
                  <a:extLst>
                    <a:ext uri="{FF2B5EF4-FFF2-40B4-BE49-F238E27FC236}">
                      <a16:creationId xmlns:a16="http://schemas.microsoft.com/office/drawing/2014/main" id="{7F113D32-8469-E8F4-4FC5-F9EC7581638F}"/>
                    </a:ext>
                  </a:extLst>
                </p:cNvPr>
                <p:cNvSpPr>
                  <a:spLocks noChangeShapeType="1"/>
                </p:cNvSpPr>
                <p:nvPr/>
              </p:nvSpPr>
              <p:spPr bwMode="auto">
                <a:xfrm>
                  <a:off x="2431" y="2068"/>
                  <a:ext cx="24" cy="1"/>
                </a:xfrm>
                <a:prstGeom prst="line">
                  <a:avLst/>
                </a:prstGeom>
                <a:grpFill/>
                <a:ln w="12700">
                  <a:solidFill>
                    <a:schemeClr val="bg1">
                      <a:lumMod val="65000"/>
                    </a:schemeClr>
                  </a:solidFill>
                  <a:round/>
                  <a:headEnd/>
                  <a:tailEnd/>
                </a:ln>
              </p:spPr>
              <p:txBody>
                <a:bodyPr/>
                <a:lstStyle/>
                <a:p>
                  <a:endParaRPr lang="en-US"/>
                </a:p>
              </p:txBody>
            </p:sp>
            <p:sp>
              <p:nvSpPr>
                <p:cNvPr id="104604" name="Line 96">
                  <a:extLst>
                    <a:ext uri="{FF2B5EF4-FFF2-40B4-BE49-F238E27FC236}">
                      <a16:creationId xmlns:a16="http://schemas.microsoft.com/office/drawing/2014/main" id="{AB1392A7-B9A1-52DF-B2ED-070BE8DFD4DA}"/>
                    </a:ext>
                  </a:extLst>
                </p:cNvPr>
                <p:cNvSpPr>
                  <a:spLocks noChangeShapeType="1"/>
                </p:cNvSpPr>
                <p:nvPr/>
              </p:nvSpPr>
              <p:spPr bwMode="auto">
                <a:xfrm>
                  <a:off x="2487" y="2068"/>
                  <a:ext cx="24" cy="1"/>
                </a:xfrm>
                <a:prstGeom prst="line">
                  <a:avLst/>
                </a:prstGeom>
                <a:grpFill/>
                <a:ln w="12700">
                  <a:solidFill>
                    <a:schemeClr val="bg1">
                      <a:lumMod val="65000"/>
                    </a:schemeClr>
                  </a:solidFill>
                  <a:round/>
                  <a:headEnd/>
                  <a:tailEnd/>
                </a:ln>
              </p:spPr>
              <p:txBody>
                <a:bodyPr/>
                <a:lstStyle/>
                <a:p>
                  <a:endParaRPr lang="en-US"/>
                </a:p>
              </p:txBody>
            </p:sp>
            <p:sp>
              <p:nvSpPr>
                <p:cNvPr id="104605" name="Line 97">
                  <a:extLst>
                    <a:ext uri="{FF2B5EF4-FFF2-40B4-BE49-F238E27FC236}">
                      <a16:creationId xmlns:a16="http://schemas.microsoft.com/office/drawing/2014/main" id="{47092CDC-BB45-9C80-9994-8D59A73350D0}"/>
                    </a:ext>
                  </a:extLst>
                </p:cNvPr>
                <p:cNvSpPr>
                  <a:spLocks noChangeShapeType="1"/>
                </p:cNvSpPr>
                <p:nvPr/>
              </p:nvSpPr>
              <p:spPr bwMode="auto">
                <a:xfrm>
                  <a:off x="2542" y="2068"/>
                  <a:ext cx="24" cy="1"/>
                </a:xfrm>
                <a:prstGeom prst="line">
                  <a:avLst/>
                </a:prstGeom>
                <a:grpFill/>
                <a:ln w="12700">
                  <a:solidFill>
                    <a:schemeClr val="bg1">
                      <a:lumMod val="65000"/>
                    </a:schemeClr>
                  </a:solidFill>
                  <a:round/>
                  <a:headEnd/>
                  <a:tailEnd/>
                </a:ln>
              </p:spPr>
              <p:txBody>
                <a:bodyPr/>
                <a:lstStyle/>
                <a:p>
                  <a:endParaRPr lang="en-US"/>
                </a:p>
              </p:txBody>
            </p:sp>
            <p:sp>
              <p:nvSpPr>
                <p:cNvPr id="104606" name="Line 98">
                  <a:extLst>
                    <a:ext uri="{FF2B5EF4-FFF2-40B4-BE49-F238E27FC236}">
                      <a16:creationId xmlns:a16="http://schemas.microsoft.com/office/drawing/2014/main" id="{DC9156B9-E4CD-8AC2-612A-DC4F952DF344}"/>
                    </a:ext>
                  </a:extLst>
                </p:cNvPr>
                <p:cNvSpPr>
                  <a:spLocks noChangeShapeType="1"/>
                </p:cNvSpPr>
                <p:nvPr/>
              </p:nvSpPr>
              <p:spPr bwMode="auto">
                <a:xfrm>
                  <a:off x="2598" y="2068"/>
                  <a:ext cx="24" cy="1"/>
                </a:xfrm>
                <a:prstGeom prst="line">
                  <a:avLst/>
                </a:prstGeom>
                <a:grpFill/>
                <a:ln w="12700">
                  <a:solidFill>
                    <a:schemeClr val="bg1">
                      <a:lumMod val="65000"/>
                    </a:schemeClr>
                  </a:solidFill>
                  <a:round/>
                  <a:headEnd/>
                  <a:tailEnd/>
                </a:ln>
              </p:spPr>
              <p:txBody>
                <a:bodyPr/>
                <a:lstStyle/>
                <a:p>
                  <a:endParaRPr lang="en-US"/>
                </a:p>
              </p:txBody>
            </p:sp>
            <p:sp>
              <p:nvSpPr>
                <p:cNvPr id="104607" name="Line 99">
                  <a:extLst>
                    <a:ext uri="{FF2B5EF4-FFF2-40B4-BE49-F238E27FC236}">
                      <a16:creationId xmlns:a16="http://schemas.microsoft.com/office/drawing/2014/main" id="{B8E391E7-B705-E8F1-4ED7-158FE5B0E942}"/>
                    </a:ext>
                  </a:extLst>
                </p:cNvPr>
                <p:cNvSpPr>
                  <a:spLocks noChangeShapeType="1"/>
                </p:cNvSpPr>
                <p:nvPr/>
              </p:nvSpPr>
              <p:spPr bwMode="auto">
                <a:xfrm>
                  <a:off x="2654" y="2068"/>
                  <a:ext cx="24" cy="1"/>
                </a:xfrm>
                <a:prstGeom prst="line">
                  <a:avLst/>
                </a:prstGeom>
                <a:grpFill/>
                <a:ln w="12700">
                  <a:solidFill>
                    <a:schemeClr val="bg1">
                      <a:lumMod val="65000"/>
                    </a:schemeClr>
                  </a:solidFill>
                  <a:round/>
                  <a:headEnd/>
                  <a:tailEnd/>
                </a:ln>
              </p:spPr>
              <p:txBody>
                <a:bodyPr/>
                <a:lstStyle/>
                <a:p>
                  <a:endParaRPr lang="en-US"/>
                </a:p>
              </p:txBody>
            </p:sp>
            <p:sp>
              <p:nvSpPr>
                <p:cNvPr id="104608" name="Line 100">
                  <a:extLst>
                    <a:ext uri="{FF2B5EF4-FFF2-40B4-BE49-F238E27FC236}">
                      <a16:creationId xmlns:a16="http://schemas.microsoft.com/office/drawing/2014/main" id="{7A01EF9A-4F89-84C1-D03C-56F902E1F8C4}"/>
                    </a:ext>
                  </a:extLst>
                </p:cNvPr>
                <p:cNvSpPr>
                  <a:spLocks noChangeShapeType="1"/>
                </p:cNvSpPr>
                <p:nvPr/>
              </p:nvSpPr>
              <p:spPr bwMode="auto">
                <a:xfrm>
                  <a:off x="2710" y="2068"/>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477" name="Group 101">
              <a:extLst>
                <a:ext uri="{FF2B5EF4-FFF2-40B4-BE49-F238E27FC236}">
                  <a16:creationId xmlns:a16="http://schemas.microsoft.com/office/drawing/2014/main" id="{FEAF2130-3EAC-C3FA-1C5F-7DA443B91730}"/>
                </a:ext>
              </a:extLst>
            </p:cNvPr>
            <p:cNvGrpSpPr>
              <a:grpSpLocks/>
            </p:cNvGrpSpPr>
            <p:nvPr/>
          </p:nvGrpSpPr>
          <p:grpSpPr bwMode="auto">
            <a:xfrm>
              <a:off x="2423" y="2347"/>
              <a:ext cx="415" cy="56"/>
              <a:chOff x="2423" y="2347"/>
              <a:chExt cx="415" cy="56"/>
            </a:xfrm>
            <a:grpFill/>
          </p:grpSpPr>
          <p:sp>
            <p:nvSpPr>
              <p:cNvPr id="104593" name="Freeform 102">
                <a:extLst>
                  <a:ext uri="{FF2B5EF4-FFF2-40B4-BE49-F238E27FC236}">
                    <a16:creationId xmlns:a16="http://schemas.microsoft.com/office/drawing/2014/main" id="{04338CC8-9B29-1783-0C9D-811EC914EC86}"/>
                  </a:ext>
                </a:extLst>
              </p:cNvPr>
              <p:cNvSpPr>
                <a:spLocks/>
              </p:cNvSpPr>
              <p:nvPr/>
            </p:nvSpPr>
            <p:spPr bwMode="auto">
              <a:xfrm>
                <a:off x="2726" y="234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lumMod val="65000"/>
                  </a:schemeClr>
                </a:solidFill>
                <a:round/>
                <a:headEnd/>
                <a:tailEnd/>
              </a:ln>
            </p:spPr>
            <p:txBody>
              <a:bodyPr/>
              <a:lstStyle/>
              <a:p>
                <a:endParaRPr lang="en-US"/>
              </a:p>
            </p:txBody>
          </p:sp>
          <p:grpSp>
            <p:nvGrpSpPr>
              <p:cNvPr id="104594" name="Group 103">
                <a:extLst>
                  <a:ext uri="{FF2B5EF4-FFF2-40B4-BE49-F238E27FC236}">
                    <a16:creationId xmlns:a16="http://schemas.microsoft.com/office/drawing/2014/main" id="{BAF5DF1B-A874-B32D-D5F3-0E0A46ED6E4F}"/>
                  </a:ext>
                </a:extLst>
              </p:cNvPr>
              <p:cNvGrpSpPr>
                <a:grpSpLocks/>
              </p:cNvGrpSpPr>
              <p:nvPr/>
            </p:nvGrpSpPr>
            <p:grpSpPr bwMode="auto">
              <a:xfrm>
                <a:off x="2423" y="2371"/>
                <a:ext cx="295" cy="1"/>
                <a:chOff x="2423" y="2371"/>
                <a:chExt cx="295" cy="1"/>
              </a:xfrm>
              <a:grpFill/>
            </p:grpSpPr>
            <p:sp>
              <p:nvSpPr>
                <p:cNvPr id="104595" name="Line 104">
                  <a:extLst>
                    <a:ext uri="{FF2B5EF4-FFF2-40B4-BE49-F238E27FC236}">
                      <a16:creationId xmlns:a16="http://schemas.microsoft.com/office/drawing/2014/main" id="{43F90DFD-3381-2DAC-EC68-AD9F518E7CA1}"/>
                    </a:ext>
                  </a:extLst>
                </p:cNvPr>
                <p:cNvSpPr>
                  <a:spLocks noChangeShapeType="1"/>
                </p:cNvSpPr>
                <p:nvPr/>
              </p:nvSpPr>
              <p:spPr bwMode="auto">
                <a:xfrm>
                  <a:off x="2423" y="2371"/>
                  <a:ext cx="24" cy="1"/>
                </a:xfrm>
                <a:prstGeom prst="line">
                  <a:avLst/>
                </a:prstGeom>
                <a:grpFill/>
                <a:ln w="12700">
                  <a:solidFill>
                    <a:schemeClr val="bg1">
                      <a:lumMod val="65000"/>
                    </a:schemeClr>
                  </a:solidFill>
                  <a:round/>
                  <a:headEnd/>
                  <a:tailEnd/>
                </a:ln>
              </p:spPr>
              <p:txBody>
                <a:bodyPr/>
                <a:lstStyle/>
                <a:p>
                  <a:endParaRPr lang="en-US"/>
                </a:p>
              </p:txBody>
            </p:sp>
            <p:sp>
              <p:nvSpPr>
                <p:cNvPr id="104596" name="Line 105">
                  <a:extLst>
                    <a:ext uri="{FF2B5EF4-FFF2-40B4-BE49-F238E27FC236}">
                      <a16:creationId xmlns:a16="http://schemas.microsoft.com/office/drawing/2014/main" id="{ADEBEF78-C5FB-8920-6F5F-E4447531FB5E}"/>
                    </a:ext>
                  </a:extLst>
                </p:cNvPr>
                <p:cNvSpPr>
                  <a:spLocks noChangeShapeType="1"/>
                </p:cNvSpPr>
                <p:nvPr/>
              </p:nvSpPr>
              <p:spPr bwMode="auto">
                <a:xfrm>
                  <a:off x="2479" y="2371"/>
                  <a:ext cx="24" cy="1"/>
                </a:xfrm>
                <a:prstGeom prst="line">
                  <a:avLst/>
                </a:prstGeom>
                <a:grpFill/>
                <a:ln w="12700">
                  <a:solidFill>
                    <a:schemeClr val="bg1">
                      <a:lumMod val="65000"/>
                    </a:schemeClr>
                  </a:solidFill>
                  <a:round/>
                  <a:headEnd/>
                  <a:tailEnd/>
                </a:ln>
              </p:spPr>
              <p:txBody>
                <a:bodyPr/>
                <a:lstStyle/>
                <a:p>
                  <a:endParaRPr lang="en-US"/>
                </a:p>
              </p:txBody>
            </p:sp>
            <p:sp>
              <p:nvSpPr>
                <p:cNvPr id="104597" name="Line 106">
                  <a:extLst>
                    <a:ext uri="{FF2B5EF4-FFF2-40B4-BE49-F238E27FC236}">
                      <a16:creationId xmlns:a16="http://schemas.microsoft.com/office/drawing/2014/main" id="{07D7B2A9-3212-FDFE-4926-60582F875BA8}"/>
                    </a:ext>
                  </a:extLst>
                </p:cNvPr>
                <p:cNvSpPr>
                  <a:spLocks noChangeShapeType="1"/>
                </p:cNvSpPr>
                <p:nvPr/>
              </p:nvSpPr>
              <p:spPr bwMode="auto">
                <a:xfrm>
                  <a:off x="2534" y="2371"/>
                  <a:ext cx="24" cy="1"/>
                </a:xfrm>
                <a:prstGeom prst="line">
                  <a:avLst/>
                </a:prstGeom>
                <a:grpFill/>
                <a:ln w="12700">
                  <a:solidFill>
                    <a:schemeClr val="bg1">
                      <a:lumMod val="65000"/>
                    </a:schemeClr>
                  </a:solidFill>
                  <a:round/>
                  <a:headEnd/>
                  <a:tailEnd/>
                </a:ln>
              </p:spPr>
              <p:txBody>
                <a:bodyPr/>
                <a:lstStyle/>
                <a:p>
                  <a:endParaRPr lang="en-US"/>
                </a:p>
              </p:txBody>
            </p:sp>
            <p:sp>
              <p:nvSpPr>
                <p:cNvPr id="104598" name="Line 107">
                  <a:extLst>
                    <a:ext uri="{FF2B5EF4-FFF2-40B4-BE49-F238E27FC236}">
                      <a16:creationId xmlns:a16="http://schemas.microsoft.com/office/drawing/2014/main" id="{465881BF-2C85-6C9B-E844-045D1C8E6549}"/>
                    </a:ext>
                  </a:extLst>
                </p:cNvPr>
                <p:cNvSpPr>
                  <a:spLocks noChangeShapeType="1"/>
                </p:cNvSpPr>
                <p:nvPr/>
              </p:nvSpPr>
              <p:spPr bwMode="auto">
                <a:xfrm>
                  <a:off x="2590" y="2371"/>
                  <a:ext cx="24" cy="1"/>
                </a:xfrm>
                <a:prstGeom prst="line">
                  <a:avLst/>
                </a:prstGeom>
                <a:grpFill/>
                <a:ln w="12700">
                  <a:solidFill>
                    <a:schemeClr val="bg1">
                      <a:lumMod val="65000"/>
                    </a:schemeClr>
                  </a:solidFill>
                  <a:round/>
                  <a:headEnd/>
                  <a:tailEnd/>
                </a:ln>
              </p:spPr>
              <p:txBody>
                <a:bodyPr/>
                <a:lstStyle/>
                <a:p>
                  <a:endParaRPr lang="en-US"/>
                </a:p>
              </p:txBody>
            </p:sp>
            <p:sp>
              <p:nvSpPr>
                <p:cNvPr id="104599" name="Line 108">
                  <a:extLst>
                    <a:ext uri="{FF2B5EF4-FFF2-40B4-BE49-F238E27FC236}">
                      <a16:creationId xmlns:a16="http://schemas.microsoft.com/office/drawing/2014/main" id="{82837BBB-9528-3E6B-C7A0-38D943E5F745}"/>
                    </a:ext>
                  </a:extLst>
                </p:cNvPr>
                <p:cNvSpPr>
                  <a:spLocks noChangeShapeType="1"/>
                </p:cNvSpPr>
                <p:nvPr/>
              </p:nvSpPr>
              <p:spPr bwMode="auto">
                <a:xfrm>
                  <a:off x="2646" y="2371"/>
                  <a:ext cx="24" cy="1"/>
                </a:xfrm>
                <a:prstGeom prst="line">
                  <a:avLst/>
                </a:prstGeom>
                <a:grpFill/>
                <a:ln w="12700">
                  <a:solidFill>
                    <a:schemeClr val="bg1">
                      <a:lumMod val="65000"/>
                    </a:schemeClr>
                  </a:solidFill>
                  <a:round/>
                  <a:headEnd/>
                  <a:tailEnd/>
                </a:ln>
              </p:spPr>
              <p:txBody>
                <a:bodyPr/>
                <a:lstStyle/>
                <a:p>
                  <a:endParaRPr lang="en-US"/>
                </a:p>
              </p:txBody>
            </p:sp>
            <p:sp>
              <p:nvSpPr>
                <p:cNvPr id="104600" name="Line 109">
                  <a:extLst>
                    <a:ext uri="{FF2B5EF4-FFF2-40B4-BE49-F238E27FC236}">
                      <a16:creationId xmlns:a16="http://schemas.microsoft.com/office/drawing/2014/main" id="{BED38636-5747-1F39-47F5-5025B773859E}"/>
                    </a:ext>
                  </a:extLst>
                </p:cNvPr>
                <p:cNvSpPr>
                  <a:spLocks noChangeShapeType="1"/>
                </p:cNvSpPr>
                <p:nvPr/>
              </p:nvSpPr>
              <p:spPr bwMode="auto">
                <a:xfrm>
                  <a:off x="2702" y="2371"/>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478" name="Group 110">
              <a:extLst>
                <a:ext uri="{FF2B5EF4-FFF2-40B4-BE49-F238E27FC236}">
                  <a16:creationId xmlns:a16="http://schemas.microsoft.com/office/drawing/2014/main" id="{F7E28E76-959F-E0B7-9271-9E7DFEA837CF}"/>
                </a:ext>
              </a:extLst>
            </p:cNvPr>
            <p:cNvGrpSpPr>
              <a:grpSpLocks/>
            </p:cNvGrpSpPr>
            <p:nvPr/>
          </p:nvGrpSpPr>
          <p:grpSpPr bwMode="auto">
            <a:xfrm>
              <a:off x="1960" y="2347"/>
              <a:ext cx="415" cy="56"/>
              <a:chOff x="1960" y="2347"/>
              <a:chExt cx="415" cy="56"/>
            </a:xfrm>
            <a:grpFill/>
          </p:grpSpPr>
          <p:sp>
            <p:nvSpPr>
              <p:cNvPr id="104585" name="Freeform 111">
                <a:extLst>
                  <a:ext uri="{FF2B5EF4-FFF2-40B4-BE49-F238E27FC236}">
                    <a16:creationId xmlns:a16="http://schemas.microsoft.com/office/drawing/2014/main" id="{E82DF72A-B1C3-439C-5A79-F55F3B4B5CCF}"/>
                  </a:ext>
                </a:extLst>
              </p:cNvPr>
              <p:cNvSpPr>
                <a:spLocks/>
              </p:cNvSpPr>
              <p:nvPr/>
            </p:nvSpPr>
            <p:spPr bwMode="auto">
              <a:xfrm>
                <a:off x="2263" y="234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lumMod val="65000"/>
                  </a:schemeClr>
                </a:solidFill>
                <a:round/>
                <a:headEnd/>
                <a:tailEnd/>
              </a:ln>
            </p:spPr>
            <p:txBody>
              <a:bodyPr/>
              <a:lstStyle/>
              <a:p>
                <a:endParaRPr lang="en-US"/>
              </a:p>
            </p:txBody>
          </p:sp>
          <p:grpSp>
            <p:nvGrpSpPr>
              <p:cNvPr id="104586" name="Group 112">
                <a:extLst>
                  <a:ext uri="{FF2B5EF4-FFF2-40B4-BE49-F238E27FC236}">
                    <a16:creationId xmlns:a16="http://schemas.microsoft.com/office/drawing/2014/main" id="{C88CF97C-A45C-06E0-47EB-7A3FCF1A29AD}"/>
                  </a:ext>
                </a:extLst>
              </p:cNvPr>
              <p:cNvGrpSpPr>
                <a:grpSpLocks/>
              </p:cNvGrpSpPr>
              <p:nvPr/>
            </p:nvGrpSpPr>
            <p:grpSpPr bwMode="auto">
              <a:xfrm>
                <a:off x="1960" y="2371"/>
                <a:ext cx="295" cy="1"/>
                <a:chOff x="1960" y="2371"/>
                <a:chExt cx="295" cy="1"/>
              </a:xfrm>
              <a:grpFill/>
            </p:grpSpPr>
            <p:sp>
              <p:nvSpPr>
                <p:cNvPr id="104587" name="Line 113">
                  <a:extLst>
                    <a:ext uri="{FF2B5EF4-FFF2-40B4-BE49-F238E27FC236}">
                      <a16:creationId xmlns:a16="http://schemas.microsoft.com/office/drawing/2014/main" id="{9D2799DF-A6BE-C8C8-7353-B426B6B142C7}"/>
                    </a:ext>
                  </a:extLst>
                </p:cNvPr>
                <p:cNvSpPr>
                  <a:spLocks noChangeShapeType="1"/>
                </p:cNvSpPr>
                <p:nvPr/>
              </p:nvSpPr>
              <p:spPr bwMode="auto">
                <a:xfrm>
                  <a:off x="1960" y="2371"/>
                  <a:ext cx="24" cy="1"/>
                </a:xfrm>
                <a:prstGeom prst="line">
                  <a:avLst/>
                </a:prstGeom>
                <a:grpFill/>
                <a:ln w="12700">
                  <a:solidFill>
                    <a:schemeClr val="bg1">
                      <a:lumMod val="65000"/>
                    </a:schemeClr>
                  </a:solidFill>
                  <a:round/>
                  <a:headEnd/>
                  <a:tailEnd/>
                </a:ln>
              </p:spPr>
              <p:txBody>
                <a:bodyPr/>
                <a:lstStyle/>
                <a:p>
                  <a:endParaRPr lang="en-US"/>
                </a:p>
              </p:txBody>
            </p:sp>
            <p:sp>
              <p:nvSpPr>
                <p:cNvPr id="104588" name="Line 114">
                  <a:extLst>
                    <a:ext uri="{FF2B5EF4-FFF2-40B4-BE49-F238E27FC236}">
                      <a16:creationId xmlns:a16="http://schemas.microsoft.com/office/drawing/2014/main" id="{83758C91-90EB-5B31-2D11-CA75290C86EE}"/>
                    </a:ext>
                  </a:extLst>
                </p:cNvPr>
                <p:cNvSpPr>
                  <a:spLocks noChangeShapeType="1"/>
                </p:cNvSpPr>
                <p:nvPr/>
              </p:nvSpPr>
              <p:spPr bwMode="auto">
                <a:xfrm>
                  <a:off x="2015" y="2371"/>
                  <a:ext cx="24" cy="1"/>
                </a:xfrm>
                <a:prstGeom prst="line">
                  <a:avLst/>
                </a:prstGeom>
                <a:grpFill/>
                <a:ln w="12700">
                  <a:solidFill>
                    <a:schemeClr val="bg1">
                      <a:lumMod val="65000"/>
                    </a:schemeClr>
                  </a:solidFill>
                  <a:round/>
                  <a:headEnd/>
                  <a:tailEnd/>
                </a:ln>
              </p:spPr>
              <p:txBody>
                <a:bodyPr/>
                <a:lstStyle/>
                <a:p>
                  <a:endParaRPr lang="en-US"/>
                </a:p>
              </p:txBody>
            </p:sp>
            <p:sp>
              <p:nvSpPr>
                <p:cNvPr id="104589" name="Line 115">
                  <a:extLst>
                    <a:ext uri="{FF2B5EF4-FFF2-40B4-BE49-F238E27FC236}">
                      <a16:creationId xmlns:a16="http://schemas.microsoft.com/office/drawing/2014/main" id="{4EFA28EF-E70C-3D69-ED2D-4B50A30F245F}"/>
                    </a:ext>
                  </a:extLst>
                </p:cNvPr>
                <p:cNvSpPr>
                  <a:spLocks noChangeShapeType="1"/>
                </p:cNvSpPr>
                <p:nvPr/>
              </p:nvSpPr>
              <p:spPr bwMode="auto">
                <a:xfrm>
                  <a:off x="2071" y="2371"/>
                  <a:ext cx="24" cy="1"/>
                </a:xfrm>
                <a:prstGeom prst="line">
                  <a:avLst/>
                </a:prstGeom>
                <a:grpFill/>
                <a:ln w="12700">
                  <a:solidFill>
                    <a:schemeClr val="bg1">
                      <a:lumMod val="65000"/>
                    </a:schemeClr>
                  </a:solidFill>
                  <a:round/>
                  <a:headEnd/>
                  <a:tailEnd/>
                </a:ln>
              </p:spPr>
              <p:txBody>
                <a:bodyPr/>
                <a:lstStyle/>
                <a:p>
                  <a:endParaRPr lang="en-US"/>
                </a:p>
              </p:txBody>
            </p:sp>
            <p:sp>
              <p:nvSpPr>
                <p:cNvPr id="104590" name="Line 116">
                  <a:extLst>
                    <a:ext uri="{FF2B5EF4-FFF2-40B4-BE49-F238E27FC236}">
                      <a16:creationId xmlns:a16="http://schemas.microsoft.com/office/drawing/2014/main" id="{E2A07921-FA40-879C-CA44-6956D12F7FC7}"/>
                    </a:ext>
                  </a:extLst>
                </p:cNvPr>
                <p:cNvSpPr>
                  <a:spLocks noChangeShapeType="1"/>
                </p:cNvSpPr>
                <p:nvPr/>
              </p:nvSpPr>
              <p:spPr bwMode="auto">
                <a:xfrm>
                  <a:off x="2127" y="2371"/>
                  <a:ext cx="24" cy="1"/>
                </a:xfrm>
                <a:prstGeom prst="line">
                  <a:avLst/>
                </a:prstGeom>
                <a:grpFill/>
                <a:ln w="12700">
                  <a:solidFill>
                    <a:schemeClr val="bg1">
                      <a:lumMod val="65000"/>
                    </a:schemeClr>
                  </a:solidFill>
                  <a:round/>
                  <a:headEnd/>
                  <a:tailEnd/>
                </a:ln>
              </p:spPr>
              <p:txBody>
                <a:bodyPr/>
                <a:lstStyle/>
                <a:p>
                  <a:endParaRPr lang="en-US"/>
                </a:p>
              </p:txBody>
            </p:sp>
            <p:sp>
              <p:nvSpPr>
                <p:cNvPr id="104591" name="Line 117">
                  <a:extLst>
                    <a:ext uri="{FF2B5EF4-FFF2-40B4-BE49-F238E27FC236}">
                      <a16:creationId xmlns:a16="http://schemas.microsoft.com/office/drawing/2014/main" id="{A6CBA430-A57B-E807-5DB3-3540AED6FF07}"/>
                    </a:ext>
                  </a:extLst>
                </p:cNvPr>
                <p:cNvSpPr>
                  <a:spLocks noChangeShapeType="1"/>
                </p:cNvSpPr>
                <p:nvPr/>
              </p:nvSpPr>
              <p:spPr bwMode="auto">
                <a:xfrm>
                  <a:off x="2183" y="2371"/>
                  <a:ext cx="24" cy="1"/>
                </a:xfrm>
                <a:prstGeom prst="line">
                  <a:avLst/>
                </a:prstGeom>
                <a:grpFill/>
                <a:ln w="12700">
                  <a:solidFill>
                    <a:schemeClr val="bg1">
                      <a:lumMod val="65000"/>
                    </a:schemeClr>
                  </a:solidFill>
                  <a:round/>
                  <a:headEnd/>
                  <a:tailEnd/>
                </a:ln>
              </p:spPr>
              <p:txBody>
                <a:bodyPr/>
                <a:lstStyle/>
                <a:p>
                  <a:endParaRPr lang="en-US"/>
                </a:p>
              </p:txBody>
            </p:sp>
            <p:sp>
              <p:nvSpPr>
                <p:cNvPr id="104592" name="Line 118">
                  <a:extLst>
                    <a:ext uri="{FF2B5EF4-FFF2-40B4-BE49-F238E27FC236}">
                      <a16:creationId xmlns:a16="http://schemas.microsoft.com/office/drawing/2014/main" id="{DFCF28F3-2279-1C03-9EC7-44B299F4317B}"/>
                    </a:ext>
                  </a:extLst>
                </p:cNvPr>
                <p:cNvSpPr>
                  <a:spLocks noChangeShapeType="1"/>
                </p:cNvSpPr>
                <p:nvPr/>
              </p:nvSpPr>
              <p:spPr bwMode="auto">
                <a:xfrm>
                  <a:off x="2239" y="2371"/>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479" name="Group 119">
              <a:extLst>
                <a:ext uri="{FF2B5EF4-FFF2-40B4-BE49-F238E27FC236}">
                  <a16:creationId xmlns:a16="http://schemas.microsoft.com/office/drawing/2014/main" id="{03A70896-1E12-CC28-673D-C33C53E91DE7}"/>
                </a:ext>
              </a:extLst>
            </p:cNvPr>
            <p:cNvGrpSpPr>
              <a:grpSpLocks/>
            </p:cNvGrpSpPr>
            <p:nvPr/>
          </p:nvGrpSpPr>
          <p:grpSpPr bwMode="auto">
            <a:xfrm>
              <a:off x="1497" y="2339"/>
              <a:ext cx="415" cy="56"/>
              <a:chOff x="1497" y="2339"/>
              <a:chExt cx="415" cy="56"/>
            </a:xfrm>
            <a:grpFill/>
          </p:grpSpPr>
          <p:sp>
            <p:nvSpPr>
              <p:cNvPr id="104577" name="Freeform 120">
                <a:extLst>
                  <a:ext uri="{FF2B5EF4-FFF2-40B4-BE49-F238E27FC236}">
                    <a16:creationId xmlns:a16="http://schemas.microsoft.com/office/drawing/2014/main" id="{44BA0FD3-D62E-FEAD-4FD0-1AF4BF3D118A}"/>
                  </a:ext>
                </a:extLst>
              </p:cNvPr>
              <p:cNvSpPr>
                <a:spLocks/>
              </p:cNvSpPr>
              <p:nvPr/>
            </p:nvSpPr>
            <p:spPr bwMode="auto">
              <a:xfrm>
                <a:off x="1800" y="2339"/>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4578" name="Group 121">
                <a:extLst>
                  <a:ext uri="{FF2B5EF4-FFF2-40B4-BE49-F238E27FC236}">
                    <a16:creationId xmlns:a16="http://schemas.microsoft.com/office/drawing/2014/main" id="{308BC91B-C68B-2B89-1D22-DC664B708070}"/>
                  </a:ext>
                </a:extLst>
              </p:cNvPr>
              <p:cNvGrpSpPr>
                <a:grpSpLocks/>
              </p:cNvGrpSpPr>
              <p:nvPr/>
            </p:nvGrpSpPr>
            <p:grpSpPr bwMode="auto">
              <a:xfrm>
                <a:off x="1497" y="2371"/>
                <a:ext cx="295" cy="1"/>
                <a:chOff x="1497" y="2371"/>
                <a:chExt cx="295" cy="1"/>
              </a:xfrm>
              <a:grpFill/>
            </p:grpSpPr>
            <p:sp>
              <p:nvSpPr>
                <p:cNvPr id="104579" name="Line 122">
                  <a:extLst>
                    <a:ext uri="{FF2B5EF4-FFF2-40B4-BE49-F238E27FC236}">
                      <a16:creationId xmlns:a16="http://schemas.microsoft.com/office/drawing/2014/main" id="{C05A2DFB-464A-6E06-9D61-937716A3ADD1}"/>
                    </a:ext>
                  </a:extLst>
                </p:cNvPr>
                <p:cNvSpPr>
                  <a:spLocks noChangeShapeType="1"/>
                </p:cNvSpPr>
                <p:nvPr/>
              </p:nvSpPr>
              <p:spPr bwMode="auto">
                <a:xfrm>
                  <a:off x="1497" y="2371"/>
                  <a:ext cx="23" cy="1"/>
                </a:xfrm>
                <a:prstGeom prst="line">
                  <a:avLst/>
                </a:prstGeom>
                <a:grpFill/>
                <a:ln w="12700">
                  <a:solidFill>
                    <a:schemeClr val="bg1">
                      <a:lumMod val="65000"/>
                    </a:schemeClr>
                  </a:solidFill>
                  <a:round/>
                  <a:headEnd/>
                  <a:tailEnd/>
                </a:ln>
              </p:spPr>
              <p:txBody>
                <a:bodyPr/>
                <a:lstStyle/>
                <a:p>
                  <a:endParaRPr lang="en-US"/>
                </a:p>
              </p:txBody>
            </p:sp>
            <p:sp>
              <p:nvSpPr>
                <p:cNvPr id="104580" name="Line 123">
                  <a:extLst>
                    <a:ext uri="{FF2B5EF4-FFF2-40B4-BE49-F238E27FC236}">
                      <a16:creationId xmlns:a16="http://schemas.microsoft.com/office/drawing/2014/main" id="{284EB560-69C0-E8A4-8617-A32C57753A24}"/>
                    </a:ext>
                  </a:extLst>
                </p:cNvPr>
                <p:cNvSpPr>
                  <a:spLocks noChangeShapeType="1"/>
                </p:cNvSpPr>
                <p:nvPr/>
              </p:nvSpPr>
              <p:spPr bwMode="auto">
                <a:xfrm>
                  <a:off x="1552" y="2371"/>
                  <a:ext cx="24" cy="1"/>
                </a:xfrm>
                <a:prstGeom prst="line">
                  <a:avLst/>
                </a:prstGeom>
                <a:grpFill/>
                <a:ln w="12700">
                  <a:solidFill>
                    <a:schemeClr val="bg1">
                      <a:lumMod val="65000"/>
                    </a:schemeClr>
                  </a:solidFill>
                  <a:round/>
                  <a:headEnd/>
                  <a:tailEnd/>
                </a:ln>
              </p:spPr>
              <p:txBody>
                <a:bodyPr/>
                <a:lstStyle/>
                <a:p>
                  <a:endParaRPr lang="en-US"/>
                </a:p>
              </p:txBody>
            </p:sp>
            <p:sp>
              <p:nvSpPr>
                <p:cNvPr id="104581" name="Line 124">
                  <a:extLst>
                    <a:ext uri="{FF2B5EF4-FFF2-40B4-BE49-F238E27FC236}">
                      <a16:creationId xmlns:a16="http://schemas.microsoft.com/office/drawing/2014/main" id="{A1F6C1EE-FA56-F686-7EBA-EA5779BE95E5}"/>
                    </a:ext>
                  </a:extLst>
                </p:cNvPr>
                <p:cNvSpPr>
                  <a:spLocks noChangeShapeType="1"/>
                </p:cNvSpPr>
                <p:nvPr/>
              </p:nvSpPr>
              <p:spPr bwMode="auto">
                <a:xfrm>
                  <a:off x="1608" y="2371"/>
                  <a:ext cx="24" cy="1"/>
                </a:xfrm>
                <a:prstGeom prst="line">
                  <a:avLst/>
                </a:prstGeom>
                <a:grpFill/>
                <a:ln w="12700">
                  <a:solidFill>
                    <a:schemeClr val="bg1">
                      <a:lumMod val="65000"/>
                    </a:schemeClr>
                  </a:solidFill>
                  <a:round/>
                  <a:headEnd/>
                  <a:tailEnd/>
                </a:ln>
              </p:spPr>
              <p:txBody>
                <a:bodyPr/>
                <a:lstStyle/>
                <a:p>
                  <a:endParaRPr lang="en-US"/>
                </a:p>
              </p:txBody>
            </p:sp>
            <p:sp>
              <p:nvSpPr>
                <p:cNvPr id="104582" name="Line 125">
                  <a:extLst>
                    <a:ext uri="{FF2B5EF4-FFF2-40B4-BE49-F238E27FC236}">
                      <a16:creationId xmlns:a16="http://schemas.microsoft.com/office/drawing/2014/main" id="{FE765A5E-3260-6F13-291D-141330D8C972}"/>
                    </a:ext>
                  </a:extLst>
                </p:cNvPr>
                <p:cNvSpPr>
                  <a:spLocks noChangeShapeType="1"/>
                </p:cNvSpPr>
                <p:nvPr/>
              </p:nvSpPr>
              <p:spPr bwMode="auto">
                <a:xfrm>
                  <a:off x="1664" y="2371"/>
                  <a:ext cx="24" cy="1"/>
                </a:xfrm>
                <a:prstGeom prst="line">
                  <a:avLst/>
                </a:prstGeom>
                <a:grpFill/>
                <a:ln w="12700">
                  <a:solidFill>
                    <a:schemeClr val="bg1">
                      <a:lumMod val="65000"/>
                    </a:schemeClr>
                  </a:solidFill>
                  <a:round/>
                  <a:headEnd/>
                  <a:tailEnd/>
                </a:ln>
              </p:spPr>
              <p:txBody>
                <a:bodyPr/>
                <a:lstStyle/>
                <a:p>
                  <a:endParaRPr lang="en-US"/>
                </a:p>
              </p:txBody>
            </p:sp>
            <p:sp>
              <p:nvSpPr>
                <p:cNvPr id="104583" name="Line 126">
                  <a:extLst>
                    <a:ext uri="{FF2B5EF4-FFF2-40B4-BE49-F238E27FC236}">
                      <a16:creationId xmlns:a16="http://schemas.microsoft.com/office/drawing/2014/main" id="{B78B8122-1CE0-30D2-6FE2-FCD29BAEAAAD}"/>
                    </a:ext>
                  </a:extLst>
                </p:cNvPr>
                <p:cNvSpPr>
                  <a:spLocks noChangeShapeType="1"/>
                </p:cNvSpPr>
                <p:nvPr/>
              </p:nvSpPr>
              <p:spPr bwMode="auto">
                <a:xfrm>
                  <a:off x="1720" y="2371"/>
                  <a:ext cx="24" cy="1"/>
                </a:xfrm>
                <a:prstGeom prst="line">
                  <a:avLst/>
                </a:prstGeom>
                <a:grpFill/>
                <a:ln w="12700">
                  <a:solidFill>
                    <a:schemeClr val="bg1">
                      <a:lumMod val="65000"/>
                    </a:schemeClr>
                  </a:solidFill>
                  <a:round/>
                  <a:headEnd/>
                  <a:tailEnd/>
                </a:ln>
              </p:spPr>
              <p:txBody>
                <a:bodyPr/>
                <a:lstStyle/>
                <a:p>
                  <a:endParaRPr lang="en-US"/>
                </a:p>
              </p:txBody>
            </p:sp>
            <p:sp>
              <p:nvSpPr>
                <p:cNvPr id="104584" name="Line 127">
                  <a:extLst>
                    <a:ext uri="{FF2B5EF4-FFF2-40B4-BE49-F238E27FC236}">
                      <a16:creationId xmlns:a16="http://schemas.microsoft.com/office/drawing/2014/main" id="{CDFAA250-49D1-4299-52C8-8024D41FB5DB}"/>
                    </a:ext>
                  </a:extLst>
                </p:cNvPr>
                <p:cNvSpPr>
                  <a:spLocks noChangeShapeType="1"/>
                </p:cNvSpPr>
                <p:nvPr/>
              </p:nvSpPr>
              <p:spPr bwMode="auto">
                <a:xfrm>
                  <a:off x="1776" y="2371"/>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480" name="Group 128">
              <a:extLst>
                <a:ext uri="{FF2B5EF4-FFF2-40B4-BE49-F238E27FC236}">
                  <a16:creationId xmlns:a16="http://schemas.microsoft.com/office/drawing/2014/main" id="{144FEC96-F52D-19C2-7A6C-F9F5C38ACF2E}"/>
                </a:ext>
              </a:extLst>
            </p:cNvPr>
            <p:cNvGrpSpPr>
              <a:grpSpLocks/>
            </p:cNvGrpSpPr>
            <p:nvPr/>
          </p:nvGrpSpPr>
          <p:grpSpPr bwMode="auto">
            <a:xfrm>
              <a:off x="1489" y="2650"/>
              <a:ext cx="423" cy="56"/>
              <a:chOff x="1489" y="2650"/>
              <a:chExt cx="423" cy="56"/>
            </a:xfrm>
            <a:grpFill/>
          </p:grpSpPr>
          <p:sp>
            <p:nvSpPr>
              <p:cNvPr id="104569" name="Freeform 129">
                <a:extLst>
                  <a:ext uri="{FF2B5EF4-FFF2-40B4-BE49-F238E27FC236}">
                    <a16:creationId xmlns:a16="http://schemas.microsoft.com/office/drawing/2014/main" id="{CCA4330C-8203-D5EF-A03F-53D80854C7FB}"/>
                  </a:ext>
                </a:extLst>
              </p:cNvPr>
              <p:cNvSpPr>
                <a:spLocks/>
              </p:cNvSpPr>
              <p:nvPr/>
            </p:nvSpPr>
            <p:spPr bwMode="auto">
              <a:xfrm>
                <a:off x="1792" y="2650"/>
                <a:ext cx="120" cy="56"/>
              </a:xfrm>
              <a:custGeom>
                <a:avLst/>
                <a:gdLst>
                  <a:gd name="T0" fmla="*/ 120 w 120"/>
                  <a:gd name="T1" fmla="*/ 24 h 56"/>
                  <a:gd name="T2" fmla="*/ 0 w 120"/>
                  <a:gd name="T3" fmla="*/ 56 h 56"/>
                  <a:gd name="T4" fmla="*/ 0 w 120"/>
                  <a:gd name="T5" fmla="*/ 24 h 56"/>
                  <a:gd name="T6" fmla="*/ 0 w 120"/>
                  <a:gd name="T7" fmla="*/ 0 h 56"/>
                  <a:gd name="T8" fmla="*/ 120 w 120"/>
                  <a:gd name="T9" fmla="*/ 24 h 56"/>
                  <a:gd name="T10" fmla="*/ 0 60000 65536"/>
                  <a:gd name="T11" fmla="*/ 0 60000 65536"/>
                  <a:gd name="T12" fmla="*/ 0 60000 65536"/>
                  <a:gd name="T13" fmla="*/ 0 60000 65536"/>
                  <a:gd name="T14" fmla="*/ 0 60000 65536"/>
                  <a:gd name="T15" fmla="*/ 0 w 120"/>
                  <a:gd name="T16" fmla="*/ 0 h 56"/>
                  <a:gd name="T17" fmla="*/ 120 w 120"/>
                  <a:gd name="T18" fmla="*/ 56 h 56"/>
                </a:gdLst>
                <a:ahLst/>
                <a:cxnLst>
                  <a:cxn ang="T10">
                    <a:pos x="T0" y="T1"/>
                  </a:cxn>
                  <a:cxn ang="T11">
                    <a:pos x="T2" y="T3"/>
                  </a:cxn>
                  <a:cxn ang="T12">
                    <a:pos x="T4" y="T5"/>
                  </a:cxn>
                  <a:cxn ang="T13">
                    <a:pos x="T6" y="T7"/>
                  </a:cxn>
                  <a:cxn ang="T14">
                    <a:pos x="T8" y="T9"/>
                  </a:cxn>
                </a:cxnLst>
                <a:rect l="T15" t="T16" r="T17" b="T18"/>
                <a:pathLst>
                  <a:path w="120" h="56">
                    <a:moveTo>
                      <a:pt x="120" y="24"/>
                    </a:moveTo>
                    <a:lnTo>
                      <a:pt x="0" y="56"/>
                    </a:lnTo>
                    <a:lnTo>
                      <a:pt x="0" y="24"/>
                    </a:lnTo>
                    <a:lnTo>
                      <a:pt x="0" y="0"/>
                    </a:lnTo>
                    <a:lnTo>
                      <a:pt x="120" y="24"/>
                    </a:lnTo>
                    <a:close/>
                  </a:path>
                </a:pathLst>
              </a:custGeom>
              <a:grpFill/>
              <a:ln w="9525">
                <a:solidFill>
                  <a:schemeClr val="bg1">
                    <a:lumMod val="65000"/>
                  </a:schemeClr>
                </a:solidFill>
                <a:round/>
                <a:headEnd/>
                <a:tailEnd/>
              </a:ln>
            </p:spPr>
            <p:txBody>
              <a:bodyPr/>
              <a:lstStyle/>
              <a:p>
                <a:endParaRPr lang="en-US"/>
              </a:p>
            </p:txBody>
          </p:sp>
          <p:grpSp>
            <p:nvGrpSpPr>
              <p:cNvPr id="104570" name="Group 130">
                <a:extLst>
                  <a:ext uri="{FF2B5EF4-FFF2-40B4-BE49-F238E27FC236}">
                    <a16:creationId xmlns:a16="http://schemas.microsoft.com/office/drawing/2014/main" id="{5B57ABEF-B8AC-F7F1-355B-07CCA24A0A11}"/>
                  </a:ext>
                </a:extLst>
              </p:cNvPr>
              <p:cNvGrpSpPr>
                <a:grpSpLocks/>
              </p:cNvGrpSpPr>
              <p:nvPr/>
            </p:nvGrpSpPr>
            <p:grpSpPr bwMode="auto">
              <a:xfrm>
                <a:off x="1489" y="2674"/>
                <a:ext cx="295" cy="1"/>
                <a:chOff x="1489" y="2674"/>
                <a:chExt cx="295" cy="1"/>
              </a:xfrm>
              <a:grpFill/>
            </p:grpSpPr>
            <p:sp>
              <p:nvSpPr>
                <p:cNvPr id="104571" name="Line 131">
                  <a:extLst>
                    <a:ext uri="{FF2B5EF4-FFF2-40B4-BE49-F238E27FC236}">
                      <a16:creationId xmlns:a16="http://schemas.microsoft.com/office/drawing/2014/main" id="{4046F129-992A-D2C8-09CC-E824E8FC0B3C}"/>
                    </a:ext>
                  </a:extLst>
                </p:cNvPr>
                <p:cNvSpPr>
                  <a:spLocks noChangeShapeType="1"/>
                </p:cNvSpPr>
                <p:nvPr/>
              </p:nvSpPr>
              <p:spPr bwMode="auto">
                <a:xfrm>
                  <a:off x="1489" y="2674"/>
                  <a:ext cx="24" cy="1"/>
                </a:xfrm>
                <a:prstGeom prst="line">
                  <a:avLst/>
                </a:prstGeom>
                <a:grpFill/>
                <a:ln w="12700">
                  <a:solidFill>
                    <a:schemeClr val="bg1">
                      <a:lumMod val="65000"/>
                    </a:schemeClr>
                  </a:solidFill>
                  <a:round/>
                  <a:headEnd/>
                  <a:tailEnd/>
                </a:ln>
              </p:spPr>
              <p:txBody>
                <a:bodyPr/>
                <a:lstStyle/>
                <a:p>
                  <a:endParaRPr lang="en-US"/>
                </a:p>
              </p:txBody>
            </p:sp>
            <p:sp>
              <p:nvSpPr>
                <p:cNvPr id="104572" name="Line 132">
                  <a:extLst>
                    <a:ext uri="{FF2B5EF4-FFF2-40B4-BE49-F238E27FC236}">
                      <a16:creationId xmlns:a16="http://schemas.microsoft.com/office/drawing/2014/main" id="{CA66B720-36B8-28F9-4A7C-539223801915}"/>
                    </a:ext>
                  </a:extLst>
                </p:cNvPr>
                <p:cNvSpPr>
                  <a:spLocks noChangeShapeType="1"/>
                </p:cNvSpPr>
                <p:nvPr/>
              </p:nvSpPr>
              <p:spPr bwMode="auto">
                <a:xfrm>
                  <a:off x="1544" y="2674"/>
                  <a:ext cx="24" cy="1"/>
                </a:xfrm>
                <a:prstGeom prst="line">
                  <a:avLst/>
                </a:prstGeom>
                <a:grpFill/>
                <a:ln w="12700">
                  <a:solidFill>
                    <a:schemeClr val="bg1">
                      <a:lumMod val="65000"/>
                    </a:schemeClr>
                  </a:solidFill>
                  <a:round/>
                  <a:headEnd/>
                  <a:tailEnd/>
                </a:ln>
              </p:spPr>
              <p:txBody>
                <a:bodyPr/>
                <a:lstStyle/>
                <a:p>
                  <a:endParaRPr lang="en-US"/>
                </a:p>
              </p:txBody>
            </p:sp>
            <p:sp>
              <p:nvSpPr>
                <p:cNvPr id="104573" name="Line 133">
                  <a:extLst>
                    <a:ext uri="{FF2B5EF4-FFF2-40B4-BE49-F238E27FC236}">
                      <a16:creationId xmlns:a16="http://schemas.microsoft.com/office/drawing/2014/main" id="{162CE62B-2A94-CF81-8215-368633398BB3}"/>
                    </a:ext>
                  </a:extLst>
                </p:cNvPr>
                <p:cNvSpPr>
                  <a:spLocks noChangeShapeType="1"/>
                </p:cNvSpPr>
                <p:nvPr/>
              </p:nvSpPr>
              <p:spPr bwMode="auto">
                <a:xfrm>
                  <a:off x="1600" y="2674"/>
                  <a:ext cx="24" cy="1"/>
                </a:xfrm>
                <a:prstGeom prst="line">
                  <a:avLst/>
                </a:prstGeom>
                <a:grpFill/>
                <a:ln w="12700">
                  <a:solidFill>
                    <a:schemeClr val="bg1">
                      <a:lumMod val="65000"/>
                    </a:schemeClr>
                  </a:solidFill>
                  <a:round/>
                  <a:headEnd/>
                  <a:tailEnd/>
                </a:ln>
              </p:spPr>
              <p:txBody>
                <a:bodyPr/>
                <a:lstStyle/>
                <a:p>
                  <a:endParaRPr lang="en-US"/>
                </a:p>
              </p:txBody>
            </p:sp>
            <p:sp>
              <p:nvSpPr>
                <p:cNvPr id="104574" name="Line 134">
                  <a:extLst>
                    <a:ext uri="{FF2B5EF4-FFF2-40B4-BE49-F238E27FC236}">
                      <a16:creationId xmlns:a16="http://schemas.microsoft.com/office/drawing/2014/main" id="{A982F99A-4CD4-6DDF-764C-B4AE9DC8A361}"/>
                    </a:ext>
                  </a:extLst>
                </p:cNvPr>
                <p:cNvSpPr>
                  <a:spLocks noChangeShapeType="1"/>
                </p:cNvSpPr>
                <p:nvPr/>
              </p:nvSpPr>
              <p:spPr bwMode="auto">
                <a:xfrm>
                  <a:off x="1656" y="2674"/>
                  <a:ext cx="24" cy="1"/>
                </a:xfrm>
                <a:prstGeom prst="line">
                  <a:avLst/>
                </a:prstGeom>
                <a:grpFill/>
                <a:ln w="12700">
                  <a:solidFill>
                    <a:schemeClr val="bg1">
                      <a:lumMod val="65000"/>
                    </a:schemeClr>
                  </a:solidFill>
                  <a:round/>
                  <a:headEnd/>
                  <a:tailEnd/>
                </a:ln>
              </p:spPr>
              <p:txBody>
                <a:bodyPr/>
                <a:lstStyle/>
                <a:p>
                  <a:endParaRPr lang="en-US"/>
                </a:p>
              </p:txBody>
            </p:sp>
            <p:sp>
              <p:nvSpPr>
                <p:cNvPr id="104575" name="Line 135">
                  <a:extLst>
                    <a:ext uri="{FF2B5EF4-FFF2-40B4-BE49-F238E27FC236}">
                      <a16:creationId xmlns:a16="http://schemas.microsoft.com/office/drawing/2014/main" id="{027E8067-3E43-C9C3-F270-4F5F3AFAE134}"/>
                    </a:ext>
                  </a:extLst>
                </p:cNvPr>
                <p:cNvSpPr>
                  <a:spLocks noChangeShapeType="1"/>
                </p:cNvSpPr>
                <p:nvPr/>
              </p:nvSpPr>
              <p:spPr bwMode="auto">
                <a:xfrm>
                  <a:off x="1712" y="2674"/>
                  <a:ext cx="24" cy="1"/>
                </a:xfrm>
                <a:prstGeom prst="line">
                  <a:avLst/>
                </a:prstGeom>
                <a:grpFill/>
                <a:ln w="12700">
                  <a:solidFill>
                    <a:schemeClr val="bg1">
                      <a:lumMod val="65000"/>
                    </a:schemeClr>
                  </a:solidFill>
                  <a:round/>
                  <a:headEnd/>
                  <a:tailEnd/>
                </a:ln>
              </p:spPr>
              <p:txBody>
                <a:bodyPr/>
                <a:lstStyle/>
                <a:p>
                  <a:endParaRPr lang="en-US"/>
                </a:p>
              </p:txBody>
            </p:sp>
            <p:sp>
              <p:nvSpPr>
                <p:cNvPr id="104576" name="Line 136">
                  <a:extLst>
                    <a:ext uri="{FF2B5EF4-FFF2-40B4-BE49-F238E27FC236}">
                      <a16:creationId xmlns:a16="http://schemas.microsoft.com/office/drawing/2014/main" id="{1A3B35F7-CD07-37CE-3EE6-6A0A2B71E231}"/>
                    </a:ext>
                  </a:extLst>
                </p:cNvPr>
                <p:cNvSpPr>
                  <a:spLocks noChangeShapeType="1"/>
                </p:cNvSpPr>
                <p:nvPr/>
              </p:nvSpPr>
              <p:spPr bwMode="auto">
                <a:xfrm>
                  <a:off x="1768" y="2674"/>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481" name="Group 137">
              <a:extLst>
                <a:ext uri="{FF2B5EF4-FFF2-40B4-BE49-F238E27FC236}">
                  <a16:creationId xmlns:a16="http://schemas.microsoft.com/office/drawing/2014/main" id="{C1CF429A-DD58-0BA7-B973-60A85ABFB32A}"/>
                </a:ext>
              </a:extLst>
            </p:cNvPr>
            <p:cNvGrpSpPr>
              <a:grpSpLocks/>
            </p:cNvGrpSpPr>
            <p:nvPr/>
          </p:nvGrpSpPr>
          <p:grpSpPr bwMode="auto">
            <a:xfrm>
              <a:off x="1968" y="2650"/>
              <a:ext cx="415" cy="56"/>
              <a:chOff x="1968" y="2650"/>
              <a:chExt cx="415" cy="56"/>
            </a:xfrm>
            <a:grpFill/>
          </p:grpSpPr>
          <p:sp>
            <p:nvSpPr>
              <p:cNvPr id="104561" name="Freeform 138">
                <a:extLst>
                  <a:ext uri="{FF2B5EF4-FFF2-40B4-BE49-F238E27FC236}">
                    <a16:creationId xmlns:a16="http://schemas.microsoft.com/office/drawing/2014/main" id="{72D612C0-D3F6-CA36-BB45-54735FCB2B47}"/>
                  </a:ext>
                </a:extLst>
              </p:cNvPr>
              <p:cNvSpPr>
                <a:spLocks/>
              </p:cNvSpPr>
              <p:nvPr/>
            </p:nvSpPr>
            <p:spPr bwMode="auto">
              <a:xfrm>
                <a:off x="2271" y="2650"/>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lumMod val="65000"/>
                  </a:schemeClr>
                </a:solidFill>
                <a:round/>
                <a:headEnd/>
                <a:tailEnd/>
              </a:ln>
            </p:spPr>
            <p:txBody>
              <a:bodyPr/>
              <a:lstStyle/>
              <a:p>
                <a:endParaRPr lang="en-US"/>
              </a:p>
            </p:txBody>
          </p:sp>
          <p:grpSp>
            <p:nvGrpSpPr>
              <p:cNvPr id="104562" name="Group 139">
                <a:extLst>
                  <a:ext uri="{FF2B5EF4-FFF2-40B4-BE49-F238E27FC236}">
                    <a16:creationId xmlns:a16="http://schemas.microsoft.com/office/drawing/2014/main" id="{C22679CF-A96C-745C-935E-E00AC7953833}"/>
                  </a:ext>
                </a:extLst>
              </p:cNvPr>
              <p:cNvGrpSpPr>
                <a:grpSpLocks/>
              </p:cNvGrpSpPr>
              <p:nvPr/>
            </p:nvGrpSpPr>
            <p:grpSpPr bwMode="auto">
              <a:xfrm>
                <a:off x="1968" y="2674"/>
                <a:ext cx="295" cy="1"/>
                <a:chOff x="1968" y="2674"/>
                <a:chExt cx="295" cy="1"/>
              </a:xfrm>
              <a:grpFill/>
            </p:grpSpPr>
            <p:sp>
              <p:nvSpPr>
                <p:cNvPr id="104563" name="Line 140">
                  <a:extLst>
                    <a:ext uri="{FF2B5EF4-FFF2-40B4-BE49-F238E27FC236}">
                      <a16:creationId xmlns:a16="http://schemas.microsoft.com/office/drawing/2014/main" id="{19B070D5-2EB3-1ABA-F3D6-EC5E854CDA0E}"/>
                    </a:ext>
                  </a:extLst>
                </p:cNvPr>
                <p:cNvSpPr>
                  <a:spLocks noChangeShapeType="1"/>
                </p:cNvSpPr>
                <p:nvPr/>
              </p:nvSpPr>
              <p:spPr bwMode="auto">
                <a:xfrm>
                  <a:off x="1968" y="2674"/>
                  <a:ext cx="24" cy="1"/>
                </a:xfrm>
                <a:prstGeom prst="line">
                  <a:avLst/>
                </a:prstGeom>
                <a:grpFill/>
                <a:ln w="12700">
                  <a:solidFill>
                    <a:schemeClr val="bg1">
                      <a:lumMod val="65000"/>
                    </a:schemeClr>
                  </a:solidFill>
                  <a:round/>
                  <a:headEnd/>
                  <a:tailEnd/>
                </a:ln>
              </p:spPr>
              <p:txBody>
                <a:bodyPr/>
                <a:lstStyle/>
                <a:p>
                  <a:endParaRPr lang="en-US"/>
                </a:p>
              </p:txBody>
            </p:sp>
            <p:sp>
              <p:nvSpPr>
                <p:cNvPr id="104564" name="Line 141">
                  <a:extLst>
                    <a:ext uri="{FF2B5EF4-FFF2-40B4-BE49-F238E27FC236}">
                      <a16:creationId xmlns:a16="http://schemas.microsoft.com/office/drawing/2014/main" id="{35541E95-E0CE-B425-2AD9-11123964C0D8}"/>
                    </a:ext>
                  </a:extLst>
                </p:cNvPr>
                <p:cNvSpPr>
                  <a:spLocks noChangeShapeType="1"/>
                </p:cNvSpPr>
                <p:nvPr/>
              </p:nvSpPr>
              <p:spPr bwMode="auto">
                <a:xfrm>
                  <a:off x="2023" y="2674"/>
                  <a:ext cx="24" cy="1"/>
                </a:xfrm>
                <a:prstGeom prst="line">
                  <a:avLst/>
                </a:prstGeom>
                <a:grpFill/>
                <a:ln w="12700">
                  <a:solidFill>
                    <a:schemeClr val="bg1">
                      <a:lumMod val="65000"/>
                    </a:schemeClr>
                  </a:solidFill>
                  <a:round/>
                  <a:headEnd/>
                  <a:tailEnd/>
                </a:ln>
              </p:spPr>
              <p:txBody>
                <a:bodyPr/>
                <a:lstStyle/>
                <a:p>
                  <a:endParaRPr lang="en-US"/>
                </a:p>
              </p:txBody>
            </p:sp>
            <p:sp>
              <p:nvSpPr>
                <p:cNvPr id="104565" name="Line 142">
                  <a:extLst>
                    <a:ext uri="{FF2B5EF4-FFF2-40B4-BE49-F238E27FC236}">
                      <a16:creationId xmlns:a16="http://schemas.microsoft.com/office/drawing/2014/main" id="{81480A65-2538-7E81-A520-E307B09343D6}"/>
                    </a:ext>
                  </a:extLst>
                </p:cNvPr>
                <p:cNvSpPr>
                  <a:spLocks noChangeShapeType="1"/>
                </p:cNvSpPr>
                <p:nvPr/>
              </p:nvSpPr>
              <p:spPr bwMode="auto">
                <a:xfrm>
                  <a:off x="2079" y="2674"/>
                  <a:ext cx="24" cy="1"/>
                </a:xfrm>
                <a:prstGeom prst="line">
                  <a:avLst/>
                </a:prstGeom>
                <a:grpFill/>
                <a:ln w="12700">
                  <a:solidFill>
                    <a:schemeClr val="bg1">
                      <a:lumMod val="65000"/>
                    </a:schemeClr>
                  </a:solidFill>
                  <a:round/>
                  <a:headEnd/>
                  <a:tailEnd/>
                </a:ln>
              </p:spPr>
              <p:txBody>
                <a:bodyPr/>
                <a:lstStyle/>
                <a:p>
                  <a:endParaRPr lang="en-US"/>
                </a:p>
              </p:txBody>
            </p:sp>
            <p:sp>
              <p:nvSpPr>
                <p:cNvPr id="104566" name="Line 143">
                  <a:extLst>
                    <a:ext uri="{FF2B5EF4-FFF2-40B4-BE49-F238E27FC236}">
                      <a16:creationId xmlns:a16="http://schemas.microsoft.com/office/drawing/2014/main" id="{4274336B-92C1-EE86-3572-6CA0341E0E3F}"/>
                    </a:ext>
                  </a:extLst>
                </p:cNvPr>
                <p:cNvSpPr>
                  <a:spLocks noChangeShapeType="1"/>
                </p:cNvSpPr>
                <p:nvPr/>
              </p:nvSpPr>
              <p:spPr bwMode="auto">
                <a:xfrm>
                  <a:off x="2135" y="2674"/>
                  <a:ext cx="24" cy="1"/>
                </a:xfrm>
                <a:prstGeom prst="line">
                  <a:avLst/>
                </a:prstGeom>
                <a:grpFill/>
                <a:ln w="12700">
                  <a:solidFill>
                    <a:schemeClr val="bg1">
                      <a:lumMod val="65000"/>
                    </a:schemeClr>
                  </a:solidFill>
                  <a:round/>
                  <a:headEnd/>
                  <a:tailEnd/>
                </a:ln>
              </p:spPr>
              <p:txBody>
                <a:bodyPr/>
                <a:lstStyle/>
                <a:p>
                  <a:endParaRPr lang="en-US"/>
                </a:p>
              </p:txBody>
            </p:sp>
            <p:sp>
              <p:nvSpPr>
                <p:cNvPr id="104567" name="Line 144">
                  <a:extLst>
                    <a:ext uri="{FF2B5EF4-FFF2-40B4-BE49-F238E27FC236}">
                      <a16:creationId xmlns:a16="http://schemas.microsoft.com/office/drawing/2014/main" id="{51ACC5AA-C010-EB7C-17E8-C70F4E881414}"/>
                    </a:ext>
                  </a:extLst>
                </p:cNvPr>
                <p:cNvSpPr>
                  <a:spLocks noChangeShapeType="1"/>
                </p:cNvSpPr>
                <p:nvPr/>
              </p:nvSpPr>
              <p:spPr bwMode="auto">
                <a:xfrm>
                  <a:off x="2191" y="2674"/>
                  <a:ext cx="24" cy="1"/>
                </a:xfrm>
                <a:prstGeom prst="line">
                  <a:avLst/>
                </a:prstGeom>
                <a:grpFill/>
                <a:ln w="12700">
                  <a:solidFill>
                    <a:schemeClr val="bg1">
                      <a:lumMod val="65000"/>
                    </a:schemeClr>
                  </a:solidFill>
                  <a:round/>
                  <a:headEnd/>
                  <a:tailEnd/>
                </a:ln>
              </p:spPr>
              <p:txBody>
                <a:bodyPr/>
                <a:lstStyle/>
                <a:p>
                  <a:endParaRPr lang="en-US"/>
                </a:p>
              </p:txBody>
            </p:sp>
            <p:sp>
              <p:nvSpPr>
                <p:cNvPr id="104568" name="Line 145">
                  <a:extLst>
                    <a:ext uri="{FF2B5EF4-FFF2-40B4-BE49-F238E27FC236}">
                      <a16:creationId xmlns:a16="http://schemas.microsoft.com/office/drawing/2014/main" id="{8E8D0CEF-DD5F-AD7D-A477-94C8213D47C2}"/>
                    </a:ext>
                  </a:extLst>
                </p:cNvPr>
                <p:cNvSpPr>
                  <a:spLocks noChangeShapeType="1"/>
                </p:cNvSpPr>
                <p:nvPr/>
              </p:nvSpPr>
              <p:spPr bwMode="auto">
                <a:xfrm>
                  <a:off x="2247" y="2674"/>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482" name="Group 146">
              <a:extLst>
                <a:ext uri="{FF2B5EF4-FFF2-40B4-BE49-F238E27FC236}">
                  <a16:creationId xmlns:a16="http://schemas.microsoft.com/office/drawing/2014/main" id="{2C03DB34-9D60-0161-165D-42F8F15A7994}"/>
                </a:ext>
              </a:extLst>
            </p:cNvPr>
            <p:cNvGrpSpPr>
              <a:grpSpLocks/>
            </p:cNvGrpSpPr>
            <p:nvPr/>
          </p:nvGrpSpPr>
          <p:grpSpPr bwMode="auto">
            <a:xfrm>
              <a:off x="1489" y="2953"/>
              <a:ext cx="423" cy="56"/>
              <a:chOff x="1489" y="2953"/>
              <a:chExt cx="423" cy="56"/>
            </a:xfrm>
            <a:grpFill/>
          </p:grpSpPr>
          <p:sp>
            <p:nvSpPr>
              <p:cNvPr id="104553" name="Freeform 147">
                <a:extLst>
                  <a:ext uri="{FF2B5EF4-FFF2-40B4-BE49-F238E27FC236}">
                    <a16:creationId xmlns:a16="http://schemas.microsoft.com/office/drawing/2014/main" id="{5A92C64F-8DE2-666D-A9B1-E65E7949200D}"/>
                  </a:ext>
                </a:extLst>
              </p:cNvPr>
              <p:cNvSpPr>
                <a:spLocks/>
              </p:cNvSpPr>
              <p:nvPr/>
            </p:nvSpPr>
            <p:spPr bwMode="auto">
              <a:xfrm>
                <a:off x="1792" y="2953"/>
                <a:ext cx="120" cy="56"/>
              </a:xfrm>
              <a:custGeom>
                <a:avLst/>
                <a:gdLst>
                  <a:gd name="T0" fmla="*/ 120 w 120"/>
                  <a:gd name="T1" fmla="*/ 32 h 56"/>
                  <a:gd name="T2" fmla="*/ 0 w 120"/>
                  <a:gd name="T3" fmla="*/ 56 h 56"/>
                  <a:gd name="T4" fmla="*/ 0 w 120"/>
                  <a:gd name="T5" fmla="*/ 32 h 56"/>
                  <a:gd name="T6" fmla="*/ 0 w 120"/>
                  <a:gd name="T7" fmla="*/ 0 h 56"/>
                  <a:gd name="T8" fmla="*/ 120 w 120"/>
                  <a:gd name="T9" fmla="*/ 32 h 56"/>
                  <a:gd name="T10" fmla="*/ 0 60000 65536"/>
                  <a:gd name="T11" fmla="*/ 0 60000 65536"/>
                  <a:gd name="T12" fmla="*/ 0 60000 65536"/>
                  <a:gd name="T13" fmla="*/ 0 60000 65536"/>
                  <a:gd name="T14" fmla="*/ 0 60000 65536"/>
                  <a:gd name="T15" fmla="*/ 0 w 120"/>
                  <a:gd name="T16" fmla="*/ 0 h 56"/>
                  <a:gd name="T17" fmla="*/ 120 w 120"/>
                  <a:gd name="T18" fmla="*/ 56 h 56"/>
                </a:gdLst>
                <a:ahLst/>
                <a:cxnLst>
                  <a:cxn ang="T10">
                    <a:pos x="T0" y="T1"/>
                  </a:cxn>
                  <a:cxn ang="T11">
                    <a:pos x="T2" y="T3"/>
                  </a:cxn>
                  <a:cxn ang="T12">
                    <a:pos x="T4" y="T5"/>
                  </a:cxn>
                  <a:cxn ang="T13">
                    <a:pos x="T6" y="T7"/>
                  </a:cxn>
                  <a:cxn ang="T14">
                    <a:pos x="T8" y="T9"/>
                  </a:cxn>
                </a:cxnLst>
                <a:rect l="T15" t="T16" r="T17" b="T18"/>
                <a:pathLst>
                  <a:path w="120" h="56">
                    <a:moveTo>
                      <a:pt x="120" y="32"/>
                    </a:moveTo>
                    <a:lnTo>
                      <a:pt x="0" y="56"/>
                    </a:lnTo>
                    <a:lnTo>
                      <a:pt x="0" y="32"/>
                    </a:lnTo>
                    <a:lnTo>
                      <a:pt x="0" y="0"/>
                    </a:lnTo>
                    <a:lnTo>
                      <a:pt x="120" y="32"/>
                    </a:lnTo>
                    <a:close/>
                  </a:path>
                </a:pathLst>
              </a:custGeom>
              <a:grpFill/>
              <a:ln w="9525">
                <a:solidFill>
                  <a:schemeClr val="bg1">
                    <a:lumMod val="65000"/>
                  </a:schemeClr>
                </a:solidFill>
                <a:round/>
                <a:headEnd/>
                <a:tailEnd/>
              </a:ln>
            </p:spPr>
            <p:txBody>
              <a:bodyPr/>
              <a:lstStyle/>
              <a:p>
                <a:endParaRPr lang="en-US"/>
              </a:p>
            </p:txBody>
          </p:sp>
          <p:grpSp>
            <p:nvGrpSpPr>
              <p:cNvPr id="104554" name="Group 148">
                <a:extLst>
                  <a:ext uri="{FF2B5EF4-FFF2-40B4-BE49-F238E27FC236}">
                    <a16:creationId xmlns:a16="http://schemas.microsoft.com/office/drawing/2014/main" id="{50F057C3-D905-5E93-F59F-5FDA8C2A132B}"/>
                  </a:ext>
                </a:extLst>
              </p:cNvPr>
              <p:cNvGrpSpPr>
                <a:grpSpLocks/>
              </p:cNvGrpSpPr>
              <p:nvPr/>
            </p:nvGrpSpPr>
            <p:grpSpPr bwMode="auto">
              <a:xfrm>
                <a:off x="1489" y="2985"/>
                <a:ext cx="295" cy="1"/>
                <a:chOff x="1489" y="2985"/>
                <a:chExt cx="295" cy="1"/>
              </a:xfrm>
              <a:grpFill/>
            </p:grpSpPr>
            <p:sp>
              <p:nvSpPr>
                <p:cNvPr id="104555" name="Line 149">
                  <a:extLst>
                    <a:ext uri="{FF2B5EF4-FFF2-40B4-BE49-F238E27FC236}">
                      <a16:creationId xmlns:a16="http://schemas.microsoft.com/office/drawing/2014/main" id="{73389DF3-1CAF-2C6C-3C69-11765A8B2038}"/>
                    </a:ext>
                  </a:extLst>
                </p:cNvPr>
                <p:cNvSpPr>
                  <a:spLocks noChangeShapeType="1"/>
                </p:cNvSpPr>
                <p:nvPr/>
              </p:nvSpPr>
              <p:spPr bwMode="auto">
                <a:xfrm>
                  <a:off x="1489" y="2985"/>
                  <a:ext cx="24" cy="1"/>
                </a:xfrm>
                <a:prstGeom prst="line">
                  <a:avLst/>
                </a:prstGeom>
                <a:grpFill/>
                <a:ln w="12700">
                  <a:solidFill>
                    <a:schemeClr val="bg1">
                      <a:lumMod val="65000"/>
                    </a:schemeClr>
                  </a:solidFill>
                  <a:round/>
                  <a:headEnd/>
                  <a:tailEnd/>
                </a:ln>
              </p:spPr>
              <p:txBody>
                <a:bodyPr/>
                <a:lstStyle/>
                <a:p>
                  <a:endParaRPr lang="en-US"/>
                </a:p>
              </p:txBody>
            </p:sp>
            <p:sp>
              <p:nvSpPr>
                <p:cNvPr id="104556" name="Line 150">
                  <a:extLst>
                    <a:ext uri="{FF2B5EF4-FFF2-40B4-BE49-F238E27FC236}">
                      <a16:creationId xmlns:a16="http://schemas.microsoft.com/office/drawing/2014/main" id="{CA977867-069B-1FF9-45CC-6FED74D22B99}"/>
                    </a:ext>
                  </a:extLst>
                </p:cNvPr>
                <p:cNvSpPr>
                  <a:spLocks noChangeShapeType="1"/>
                </p:cNvSpPr>
                <p:nvPr/>
              </p:nvSpPr>
              <p:spPr bwMode="auto">
                <a:xfrm>
                  <a:off x="1544" y="2985"/>
                  <a:ext cx="24" cy="1"/>
                </a:xfrm>
                <a:prstGeom prst="line">
                  <a:avLst/>
                </a:prstGeom>
                <a:grpFill/>
                <a:ln w="12700">
                  <a:solidFill>
                    <a:schemeClr val="bg1">
                      <a:lumMod val="65000"/>
                    </a:schemeClr>
                  </a:solidFill>
                  <a:round/>
                  <a:headEnd/>
                  <a:tailEnd/>
                </a:ln>
              </p:spPr>
              <p:txBody>
                <a:bodyPr/>
                <a:lstStyle/>
                <a:p>
                  <a:endParaRPr lang="en-US"/>
                </a:p>
              </p:txBody>
            </p:sp>
            <p:sp>
              <p:nvSpPr>
                <p:cNvPr id="104557" name="Line 151">
                  <a:extLst>
                    <a:ext uri="{FF2B5EF4-FFF2-40B4-BE49-F238E27FC236}">
                      <a16:creationId xmlns:a16="http://schemas.microsoft.com/office/drawing/2014/main" id="{4D025AEB-30AF-CEC2-2895-8B296CEFC690}"/>
                    </a:ext>
                  </a:extLst>
                </p:cNvPr>
                <p:cNvSpPr>
                  <a:spLocks noChangeShapeType="1"/>
                </p:cNvSpPr>
                <p:nvPr/>
              </p:nvSpPr>
              <p:spPr bwMode="auto">
                <a:xfrm>
                  <a:off x="1600" y="2985"/>
                  <a:ext cx="24" cy="1"/>
                </a:xfrm>
                <a:prstGeom prst="line">
                  <a:avLst/>
                </a:prstGeom>
                <a:grpFill/>
                <a:ln w="12700">
                  <a:solidFill>
                    <a:schemeClr val="bg1">
                      <a:lumMod val="65000"/>
                    </a:schemeClr>
                  </a:solidFill>
                  <a:round/>
                  <a:headEnd/>
                  <a:tailEnd/>
                </a:ln>
              </p:spPr>
              <p:txBody>
                <a:bodyPr/>
                <a:lstStyle/>
                <a:p>
                  <a:endParaRPr lang="en-US"/>
                </a:p>
              </p:txBody>
            </p:sp>
            <p:sp>
              <p:nvSpPr>
                <p:cNvPr id="104558" name="Line 152">
                  <a:extLst>
                    <a:ext uri="{FF2B5EF4-FFF2-40B4-BE49-F238E27FC236}">
                      <a16:creationId xmlns:a16="http://schemas.microsoft.com/office/drawing/2014/main" id="{350AB616-B069-C2D5-2D8D-FF5871131AB2}"/>
                    </a:ext>
                  </a:extLst>
                </p:cNvPr>
                <p:cNvSpPr>
                  <a:spLocks noChangeShapeType="1"/>
                </p:cNvSpPr>
                <p:nvPr/>
              </p:nvSpPr>
              <p:spPr bwMode="auto">
                <a:xfrm>
                  <a:off x="1656" y="2985"/>
                  <a:ext cx="24" cy="1"/>
                </a:xfrm>
                <a:prstGeom prst="line">
                  <a:avLst/>
                </a:prstGeom>
                <a:grpFill/>
                <a:ln w="12700">
                  <a:solidFill>
                    <a:schemeClr val="bg1">
                      <a:lumMod val="65000"/>
                    </a:schemeClr>
                  </a:solidFill>
                  <a:round/>
                  <a:headEnd/>
                  <a:tailEnd/>
                </a:ln>
              </p:spPr>
              <p:txBody>
                <a:bodyPr/>
                <a:lstStyle/>
                <a:p>
                  <a:endParaRPr lang="en-US"/>
                </a:p>
              </p:txBody>
            </p:sp>
            <p:sp>
              <p:nvSpPr>
                <p:cNvPr id="104559" name="Line 153">
                  <a:extLst>
                    <a:ext uri="{FF2B5EF4-FFF2-40B4-BE49-F238E27FC236}">
                      <a16:creationId xmlns:a16="http://schemas.microsoft.com/office/drawing/2014/main" id="{3BC90905-0F9E-65DE-6757-9436860B76C5}"/>
                    </a:ext>
                  </a:extLst>
                </p:cNvPr>
                <p:cNvSpPr>
                  <a:spLocks noChangeShapeType="1"/>
                </p:cNvSpPr>
                <p:nvPr/>
              </p:nvSpPr>
              <p:spPr bwMode="auto">
                <a:xfrm>
                  <a:off x="1712" y="2985"/>
                  <a:ext cx="24" cy="1"/>
                </a:xfrm>
                <a:prstGeom prst="line">
                  <a:avLst/>
                </a:prstGeom>
                <a:grpFill/>
                <a:ln w="12700">
                  <a:solidFill>
                    <a:schemeClr val="bg1">
                      <a:lumMod val="65000"/>
                    </a:schemeClr>
                  </a:solidFill>
                  <a:round/>
                  <a:headEnd/>
                  <a:tailEnd/>
                </a:ln>
              </p:spPr>
              <p:txBody>
                <a:bodyPr/>
                <a:lstStyle/>
                <a:p>
                  <a:endParaRPr lang="en-US"/>
                </a:p>
              </p:txBody>
            </p:sp>
            <p:sp>
              <p:nvSpPr>
                <p:cNvPr id="104560" name="Line 154">
                  <a:extLst>
                    <a:ext uri="{FF2B5EF4-FFF2-40B4-BE49-F238E27FC236}">
                      <a16:creationId xmlns:a16="http://schemas.microsoft.com/office/drawing/2014/main" id="{188FF7B2-D1ED-E048-7D9F-1760BF79AF51}"/>
                    </a:ext>
                  </a:extLst>
                </p:cNvPr>
                <p:cNvSpPr>
                  <a:spLocks noChangeShapeType="1"/>
                </p:cNvSpPr>
                <p:nvPr/>
              </p:nvSpPr>
              <p:spPr bwMode="auto">
                <a:xfrm>
                  <a:off x="1768" y="2985"/>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483" name="Group 155">
              <a:extLst>
                <a:ext uri="{FF2B5EF4-FFF2-40B4-BE49-F238E27FC236}">
                  <a16:creationId xmlns:a16="http://schemas.microsoft.com/office/drawing/2014/main" id="{F23A1149-18C7-5B21-3ABF-5B20B603FBB9}"/>
                </a:ext>
              </a:extLst>
            </p:cNvPr>
            <p:cNvGrpSpPr>
              <a:grpSpLocks/>
            </p:cNvGrpSpPr>
            <p:nvPr/>
          </p:nvGrpSpPr>
          <p:grpSpPr bwMode="auto">
            <a:xfrm>
              <a:off x="1952" y="2953"/>
              <a:ext cx="415" cy="56"/>
              <a:chOff x="1952" y="2953"/>
              <a:chExt cx="415" cy="56"/>
            </a:xfrm>
            <a:grpFill/>
          </p:grpSpPr>
          <p:sp>
            <p:nvSpPr>
              <p:cNvPr id="104545" name="Freeform 156">
                <a:extLst>
                  <a:ext uri="{FF2B5EF4-FFF2-40B4-BE49-F238E27FC236}">
                    <a16:creationId xmlns:a16="http://schemas.microsoft.com/office/drawing/2014/main" id="{502D150D-3AC8-7E64-C596-7481BAC50865}"/>
                  </a:ext>
                </a:extLst>
              </p:cNvPr>
              <p:cNvSpPr>
                <a:spLocks/>
              </p:cNvSpPr>
              <p:nvPr/>
            </p:nvSpPr>
            <p:spPr bwMode="auto">
              <a:xfrm>
                <a:off x="2255"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4546" name="Group 157">
                <a:extLst>
                  <a:ext uri="{FF2B5EF4-FFF2-40B4-BE49-F238E27FC236}">
                    <a16:creationId xmlns:a16="http://schemas.microsoft.com/office/drawing/2014/main" id="{2E40C817-3F42-F3C8-DE15-96025DAEA04D}"/>
                  </a:ext>
                </a:extLst>
              </p:cNvPr>
              <p:cNvGrpSpPr>
                <a:grpSpLocks/>
              </p:cNvGrpSpPr>
              <p:nvPr/>
            </p:nvGrpSpPr>
            <p:grpSpPr bwMode="auto">
              <a:xfrm>
                <a:off x="1952" y="2985"/>
                <a:ext cx="295" cy="1"/>
                <a:chOff x="1952" y="2985"/>
                <a:chExt cx="295" cy="1"/>
              </a:xfrm>
              <a:grpFill/>
            </p:grpSpPr>
            <p:sp>
              <p:nvSpPr>
                <p:cNvPr id="104547" name="Line 158">
                  <a:extLst>
                    <a:ext uri="{FF2B5EF4-FFF2-40B4-BE49-F238E27FC236}">
                      <a16:creationId xmlns:a16="http://schemas.microsoft.com/office/drawing/2014/main" id="{95BB9D6D-92FE-FB65-0C13-1367BB5E57D5}"/>
                    </a:ext>
                  </a:extLst>
                </p:cNvPr>
                <p:cNvSpPr>
                  <a:spLocks noChangeShapeType="1"/>
                </p:cNvSpPr>
                <p:nvPr/>
              </p:nvSpPr>
              <p:spPr bwMode="auto">
                <a:xfrm>
                  <a:off x="1952" y="2985"/>
                  <a:ext cx="24" cy="1"/>
                </a:xfrm>
                <a:prstGeom prst="line">
                  <a:avLst/>
                </a:prstGeom>
                <a:grpFill/>
                <a:ln w="12700">
                  <a:solidFill>
                    <a:schemeClr val="bg1">
                      <a:lumMod val="65000"/>
                    </a:schemeClr>
                  </a:solidFill>
                  <a:round/>
                  <a:headEnd/>
                  <a:tailEnd/>
                </a:ln>
              </p:spPr>
              <p:txBody>
                <a:bodyPr/>
                <a:lstStyle/>
                <a:p>
                  <a:endParaRPr lang="en-US"/>
                </a:p>
              </p:txBody>
            </p:sp>
            <p:sp>
              <p:nvSpPr>
                <p:cNvPr id="104548" name="Line 159">
                  <a:extLst>
                    <a:ext uri="{FF2B5EF4-FFF2-40B4-BE49-F238E27FC236}">
                      <a16:creationId xmlns:a16="http://schemas.microsoft.com/office/drawing/2014/main" id="{25FAC277-B847-0720-D2AB-AD5ECD173095}"/>
                    </a:ext>
                  </a:extLst>
                </p:cNvPr>
                <p:cNvSpPr>
                  <a:spLocks noChangeShapeType="1"/>
                </p:cNvSpPr>
                <p:nvPr/>
              </p:nvSpPr>
              <p:spPr bwMode="auto">
                <a:xfrm>
                  <a:off x="2008" y="2985"/>
                  <a:ext cx="23" cy="1"/>
                </a:xfrm>
                <a:prstGeom prst="line">
                  <a:avLst/>
                </a:prstGeom>
                <a:grpFill/>
                <a:ln w="12700">
                  <a:solidFill>
                    <a:schemeClr val="bg1">
                      <a:lumMod val="65000"/>
                    </a:schemeClr>
                  </a:solidFill>
                  <a:round/>
                  <a:headEnd/>
                  <a:tailEnd/>
                </a:ln>
              </p:spPr>
              <p:txBody>
                <a:bodyPr/>
                <a:lstStyle/>
                <a:p>
                  <a:endParaRPr lang="en-US"/>
                </a:p>
              </p:txBody>
            </p:sp>
            <p:sp>
              <p:nvSpPr>
                <p:cNvPr id="104549" name="Line 160">
                  <a:extLst>
                    <a:ext uri="{FF2B5EF4-FFF2-40B4-BE49-F238E27FC236}">
                      <a16:creationId xmlns:a16="http://schemas.microsoft.com/office/drawing/2014/main" id="{0450A794-033F-F7D7-574E-49EB5C045156}"/>
                    </a:ext>
                  </a:extLst>
                </p:cNvPr>
                <p:cNvSpPr>
                  <a:spLocks noChangeShapeType="1"/>
                </p:cNvSpPr>
                <p:nvPr/>
              </p:nvSpPr>
              <p:spPr bwMode="auto">
                <a:xfrm>
                  <a:off x="2063" y="2985"/>
                  <a:ext cx="24" cy="1"/>
                </a:xfrm>
                <a:prstGeom prst="line">
                  <a:avLst/>
                </a:prstGeom>
                <a:grpFill/>
                <a:ln w="12700">
                  <a:solidFill>
                    <a:schemeClr val="bg1">
                      <a:lumMod val="65000"/>
                    </a:schemeClr>
                  </a:solidFill>
                  <a:round/>
                  <a:headEnd/>
                  <a:tailEnd/>
                </a:ln>
              </p:spPr>
              <p:txBody>
                <a:bodyPr/>
                <a:lstStyle/>
                <a:p>
                  <a:endParaRPr lang="en-US"/>
                </a:p>
              </p:txBody>
            </p:sp>
            <p:sp>
              <p:nvSpPr>
                <p:cNvPr id="104550" name="Line 161">
                  <a:extLst>
                    <a:ext uri="{FF2B5EF4-FFF2-40B4-BE49-F238E27FC236}">
                      <a16:creationId xmlns:a16="http://schemas.microsoft.com/office/drawing/2014/main" id="{BFAE73F0-9E79-84C6-1384-1D5A02CF58EE}"/>
                    </a:ext>
                  </a:extLst>
                </p:cNvPr>
                <p:cNvSpPr>
                  <a:spLocks noChangeShapeType="1"/>
                </p:cNvSpPr>
                <p:nvPr/>
              </p:nvSpPr>
              <p:spPr bwMode="auto">
                <a:xfrm>
                  <a:off x="2119" y="2985"/>
                  <a:ext cx="24" cy="1"/>
                </a:xfrm>
                <a:prstGeom prst="line">
                  <a:avLst/>
                </a:prstGeom>
                <a:grpFill/>
                <a:ln w="12700">
                  <a:solidFill>
                    <a:schemeClr val="bg1">
                      <a:lumMod val="65000"/>
                    </a:schemeClr>
                  </a:solidFill>
                  <a:round/>
                  <a:headEnd/>
                  <a:tailEnd/>
                </a:ln>
              </p:spPr>
              <p:txBody>
                <a:bodyPr/>
                <a:lstStyle/>
                <a:p>
                  <a:endParaRPr lang="en-US"/>
                </a:p>
              </p:txBody>
            </p:sp>
            <p:sp>
              <p:nvSpPr>
                <p:cNvPr id="104551" name="Line 162">
                  <a:extLst>
                    <a:ext uri="{FF2B5EF4-FFF2-40B4-BE49-F238E27FC236}">
                      <a16:creationId xmlns:a16="http://schemas.microsoft.com/office/drawing/2014/main" id="{F1123455-C88E-F06F-87FC-CB14B1161D86}"/>
                    </a:ext>
                  </a:extLst>
                </p:cNvPr>
                <p:cNvSpPr>
                  <a:spLocks noChangeShapeType="1"/>
                </p:cNvSpPr>
                <p:nvPr/>
              </p:nvSpPr>
              <p:spPr bwMode="auto">
                <a:xfrm>
                  <a:off x="2175" y="2985"/>
                  <a:ext cx="24" cy="1"/>
                </a:xfrm>
                <a:prstGeom prst="line">
                  <a:avLst/>
                </a:prstGeom>
                <a:grpFill/>
                <a:ln w="12700">
                  <a:solidFill>
                    <a:schemeClr val="bg1">
                      <a:lumMod val="65000"/>
                    </a:schemeClr>
                  </a:solidFill>
                  <a:round/>
                  <a:headEnd/>
                  <a:tailEnd/>
                </a:ln>
              </p:spPr>
              <p:txBody>
                <a:bodyPr/>
                <a:lstStyle/>
                <a:p>
                  <a:endParaRPr lang="en-US"/>
                </a:p>
              </p:txBody>
            </p:sp>
            <p:sp>
              <p:nvSpPr>
                <p:cNvPr id="104552" name="Line 163">
                  <a:extLst>
                    <a:ext uri="{FF2B5EF4-FFF2-40B4-BE49-F238E27FC236}">
                      <a16:creationId xmlns:a16="http://schemas.microsoft.com/office/drawing/2014/main" id="{C6582581-0BC7-A2D9-0FB9-922E2F6A6441}"/>
                    </a:ext>
                  </a:extLst>
                </p:cNvPr>
                <p:cNvSpPr>
                  <a:spLocks noChangeShapeType="1"/>
                </p:cNvSpPr>
                <p:nvPr/>
              </p:nvSpPr>
              <p:spPr bwMode="auto">
                <a:xfrm>
                  <a:off x="2231" y="2985"/>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484" name="Group 164">
              <a:extLst>
                <a:ext uri="{FF2B5EF4-FFF2-40B4-BE49-F238E27FC236}">
                  <a16:creationId xmlns:a16="http://schemas.microsoft.com/office/drawing/2014/main" id="{FAC77F90-FCF3-9A70-2201-8ABBB02069F0}"/>
                </a:ext>
              </a:extLst>
            </p:cNvPr>
            <p:cNvGrpSpPr>
              <a:grpSpLocks/>
            </p:cNvGrpSpPr>
            <p:nvPr/>
          </p:nvGrpSpPr>
          <p:grpSpPr bwMode="auto">
            <a:xfrm>
              <a:off x="2415" y="2953"/>
              <a:ext cx="415" cy="56"/>
              <a:chOff x="2415" y="2953"/>
              <a:chExt cx="415" cy="56"/>
            </a:xfrm>
            <a:grpFill/>
          </p:grpSpPr>
          <p:sp>
            <p:nvSpPr>
              <p:cNvPr id="104537" name="Freeform 165">
                <a:extLst>
                  <a:ext uri="{FF2B5EF4-FFF2-40B4-BE49-F238E27FC236}">
                    <a16:creationId xmlns:a16="http://schemas.microsoft.com/office/drawing/2014/main" id="{28D1BDEB-A230-7186-DD3F-F35276ED407D}"/>
                  </a:ext>
                </a:extLst>
              </p:cNvPr>
              <p:cNvSpPr>
                <a:spLocks/>
              </p:cNvSpPr>
              <p:nvPr/>
            </p:nvSpPr>
            <p:spPr bwMode="auto">
              <a:xfrm>
                <a:off x="2718"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4538" name="Group 166">
                <a:extLst>
                  <a:ext uri="{FF2B5EF4-FFF2-40B4-BE49-F238E27FC236}">
                    <a16:creationId xmlns:a16="http://schemas.microsoft.com/office/drawing/2014/main" id="{DBC2312E-90C1-6186-2747-24D9BC3A5DEC}"/>
                  </a:ext>
                </a:extLst>
              </p:cNvPr>
              <p:cNvGrpSpPr>
                <a:grpSpLocks/>
              </p:cNvGrpSpPr>
              <p:nvPr/>
            </p:nvGrpSpPr>
            <p:grpSpPr bwMode="auto">
              <a:xfrm>
                <a:off x="2415" y="2985"/>
                <a:ext cx="295" cy="1"/>
                <a:chOff x="2415" y="2985"/>
                <a:chExt cx="295" cy="1"/>
              </a:xfrm>
              <a:grpFill/>
            </p:grpSpPr>
            <p:sp>
              <p:nvSpPr>
                <p:cNvPr id="104539" name="Line 167">
                  <a:extLst>
                    <a:ext uri="{FF2B5EF4-FFF2-40B4-BE49-F238E27FC236}">
                      <a16:creationId xmlns:a16="http://schemas.microsoft.com/office/drawing/2014/main" id="{602FE3B4-AE7C-D835-9433-938BD796E188}"/>
                    </a:ext>
                  </a:extLst>
                </p:cNvPr>
                <p:cNvSpPr>
                  <a:spLocks noChangeShapeType="1"/>
                </p:cNvSpPr>
                <p:nvPr/>
              </p:nvSpPr>
              <p:spPr bwMode="auto">
                <a:xfrm>
                  <a:off x="2415" y="2985"/>
                  <a:ext cx="24" cy="1"/>
                </a:xfrm>
                <a:prstGeom prst="line">
                  <a:avLst/>
                </a:prstGeom>
                <a:grpFill/>
                <a:ln w="12700">
                  <a:solidFill>
                    <a:schemeClr val="bg1">
                      <a:lumMod val="65000"/>
                    </a:schemeClr>
                  </a:solidFill>
                  <a:round/>
                  <a:headEnd/>
                  <a:tailEnd/>
                </a:ln>
              </p:spPr>
              <p:txBody>
                <a:bodyPr/>
                <a:lstStyle/>
                <a:p>
                  <a:endParaRPr lang="en-US"/>
                </a:p>
              </p:txBody>
            </p:sp>
            <p:sp>
              <p:nvSpPr>
                <p:cNvPr id="104540" name="Line 168">
                  <a:extLst>
                    <a:ext uri="{FF2B5EF4-FFF2-40B4-BE49-F238E27FC236}">
                      <a16:creationId xmlns:a16="http://schemas.microsoft.com/office/drawing/2014/main" id="{5494907E-4BBC-88F8-F786-F8278FC01182}"/>
                    </a:ext>
                  </a:extLst>
                </p:cNvPr>
                <p:cNvSpPr>
                  <a:spLocks noChangeShapeType="1"/>
                </p:cNvSpPr>
                <p:nvPr/>
              </p:nvSpPr>
              <p:spPr bwMode="auto">
                <a:xfrm>
                  <a:off x="2471" y="2985"/>
                  <a:ext cx="24" cy="1"/>
                </a:xfrm>
                <a:prstGeom prst="line">
                  <a:avLst/>
                </a:prstGeom>
                <a:grpFill/>
                <a:ln w="12700">
                  <a:solidFill>
                    <a:schemeClr val="bg1">
                      <a:lumMod val="65000"/>
                    </a:schemeClr>
                  </a:solidFill>
                  <a:round/>
                  <a:headEnd/>
                  <a:tailEnd/>
                </a:ln>
              </p:spPr>
              <p:txBody>
                <a:bodyPr/>
                <a:lstStyle/>
                <a:p>
                  <a:endParaRPr lang="en-US"/>
                </a:p>
              </p:txBody>
            </p:sp>
            <p:sp>
              <p:nvSpPr>
                <p:cNvPr id="104541" name="Line 169">
                  <a:extLst>
                    <a:ext uri="{FF2B5EF4-FFF2-40B4-BE49-F238E27FC236}">
                      <a16:creationId xmlns:a16="http://schemas.microsoft.com/office/drawing/2014/main" id="{0DDC725F-0003-7019-F675-1AB39DA8D952}"/>
                    </a:ext>
                  </a:extLst>
                </p:cNvPr>
                <p:cNvSpPr>
                  <a:spLocks noChangeShapeType="1"/>
                </p:cNvSpPr>
                <p:nvPr/>
              </p:nvSpPr>
              <p:spPr bwMode="auto">
                <a:xfrm>
                  <a:off x="2526" y="2985"/>
                  <a:ext cx="24" cy="1"/>
                </a:xfrm>
                <a:prstGeom prst="line">
                  <a:avLst/>
                </a:prstGeom>
                <a:grpFill/>
                <a:ln w="12700">
                  <a:solidFill>
                    <a:schemeClr val="bg1">
                      <a:lumMod val="65000"/>
                    </a:schemeClr>
                  </a:solidFill>
                  <a:round/>
                  <a:headEnd/>
                  <a:tailEnd/>
                </a:ln>
              </p:spPr>
              <p:txBody>
                <a:bodyPr/>
                <a:lstStyle/>
                <a:p>
                  <a:endParaRPr lang="en-US"/>
                </a:p>
              </p:txBody>
            </p:sp>
            <p:sp>
              <p:nvSpPr>
                <p:cNvPr id="104542" name="Line 170">
                  <a:extLst>
                    <a:ext uri="{FF2B5EF4-FFF2-40B4-BE49-F238E27FC236}">
                      <a16:creationId xmlns:a16="http://schemas.microsoft.com/office/drawing/2014/main" id="{D6C740E1-2AA4-6637-BB2F-630E5D9CFA50}"/>
                    </a:ext>
                  </a:extLst>
                </p:cNvPr>
                <p:cNvSpPr>
                  <a:spLocks noChangeShapeType="1"/>
                </p:cNvSpPr>
                <p:nvPr/>
              </p:nvSpPr>
              <p:spPr bwMode="auto">
                <a:xfrm>
                  <a:off x="2582" y="2985"/>
                  <a:ext cx="24" cy="1"/>
                </a:xfrm>
                <a:prstGeom prst="line">
                  <a:avLst/>
                </a:prstGeom>
                <a:grpFill/>
                <a:ln w="12700">
                  <a:solidFill>
                    <a:schemeClr val="bg1">
                      <a:lumMod val="65000"/>
                    </a:schemeClr>
                  </a:solidFill>
                  <a:round/>
                  <a:headEnd/>
                  <a:tailEnd/>
                </a:ln>
              </p:spPr>
              <p:txBody>
                <a:bodyPr/>
                <a:lstStyle/>
                <a:p>
                  <a:endParaRPr lang="en-US"/>
                </a:p>
              </p:txBody>
            </p:sp>
            <p:sp>
              <p:nvSpPr>
                <p:cNvPr id="104543" name="Line 171">
                  <a:extLst>
                    <a:ext uri="{FF2B5EF4-FFF2-40B4-BE49-F238E27FC236}">
                      <a16:creationId xmlns:a16="http://schemas.microsoft.com/office/drawing/2014/main" id="{08579867-D3F7-93B5-1721-C61954D0B817}"/>
                    </a:ext>
                  </a:extLst>
                </p:cNvPr>
                <p:cNvSpPr>
                  <a:spLocks noChangeShapeType="1"/>
                </p:cNvSpPr>
                <p:nvPr/>
              </p:nvSpPr>
              <p:spPr bwMode="auto">
                <a:xfrm>
                  <a:off x="2638" y="2985"/>
                  <a:ext cx="24" cy="1"/>
                </a:xfrm>
                <a:prstGeom prst="line">
                  <a:avLst/>
                </a:prstGeom>
                <a:grpFill/>
                <a:ln w="12700">
                  <a:solidFill>
                    <a:schemeClr val="bg1">
                      <a:lumMod val="65000"/>
                    </a:schemeClr>
                  </a:solidFill>
                  <a:round/>
                  <a:headEnd/>
                  <a:tailEnd/>
                </a:ln>
              </p:spPr>
              <p:txBody>
                <a:bodyPr/>
                <a:lstStyle/>
                <a:p>
                  <a:endParaRPr lang="en-US"/>
                </a:p>
              </p:txBody>
            </p:sp>
            <p:sp>
              <p:nvSpPr>
                <p:cNvPr id="104544" name="Line 172">
                  <a:extLst>
                    <a:ext uri="{FF2B5EF4-FFF2-40B4-BE49-F238E27FC236}">
                      <a16:creationId xmlns:a16="http://schemas.microsoft.com/office/drawing/2014/main" id="{DC16182F-88B3-1BEC-15D2-9120F9781BAE}"/>
                    </a:ext>
                  </a:extLst>
                </p:cNvPr>
                <p:cNvSpPr>
                  <a:spLocks noChangeShapeType="1"/>
                </p:cNvSpPr>
                <p:nvPr/>
              </p:nvSpPr>
              <p:spPr bwMode="auto">
                <a:xfrm>
                  <a:off x="2694" y="2985"/>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485" name="Group 173">
              <a:extLst>
                <a:ext uri="{FF2B5EF4-FFF2-40B4-BE49-F238E27FC236}">
                  <a16:creationId xmlns:a16="http://schemas.microsoft.com/office/drawing/2014/main" id="{8AC18B1F-8C53-8D97-E807-0107003C8FA6}"/>
                </a:ext>
              </a:extLst>
            </p:cNvPr>
            <p:cNvGrpSpPr>
              <a:grpSpLocks/>
            </p:cNvGrpSpPr>
            <p:nvPr/>
          </p:nvGrpSpPr>
          <p:grpSpPr bwMode="auto">
            <a:xfrm>
              <a:off x="2838" y="1741"/>
              <a:ext cx="40" cy="1260"/>
              <a:chOff x="2838" y="1741"/>
              <a:chExt cx="40" cy="1260"/>
            </a:xfrm>
            <a:grpFill/>
          </p:grpSpPr>
          <p:sp>
            <p:nvSpPr>
              <p:cNvPr id="104527" name="Oval 174">
                <a:extLst>
                  <a:ext uri="{FF2B5EF4-FFF2-40B4-BE49-F238E27FC236}">
                    <a16:creationId xmlns:a16="http://schemas.microsoft.com/office/drawing/2014/main" id="{A495DBE3-EA7D-081F-71F1-9B70FB26A00E}"/>
                  </a:ext>
                </a:extLst>
              </p:cNvPr>
              <p:cNvSpPr>
                <a:spLocks noChangeArrowheads="1"/>
              </p:cNvSpPr>
              <p:nvPr/>
            </p:nvSpPr>
            <p:spPr bwMode="auto">
              <a:xfrm>
                <a:off x="2838" y="1741"/>
                <a:ext cx="40" cy="40"/>
              </a:xfrm>
              <a:prstGeom prst="ellipse">
                <a:avLst/>
              </a:prstGeom>
              <a:grpFill/>
              <a:ln w="9525">
                <a:solidFill>
                  <a:schemeClr val="bg1">
                    <a:lumMod val="65000"/>
                  </a:schemeClr>
                </a:solidFill>
                <a:round/>
                <a:headEnd/>
                <a:tailEnd/>
              </a:ln>
            </p:spPr>
            <p:txBody>
              <a:bodyPr/>
              <a:lstStyle/>
              <a:p>
                <a:endParaRPr lang="en-US"/>
              </a:p>
            </p:txBody>
          </p:sp>
          <p:sp>
            <p:nvSpPr>
              <p:cNvPr id="104528" name="Oval 175">
                <a:extLst>
                  <a:ext uri="{FF2B5EF4-FFF2-40B4-BE49-F238E27FC236}">
                    <a16:creationId xmlns:a16="http://schemas.microsoft.com/office/drawing/2014/main" id="{F67C0265-A13F-51A1-F0C3-4787440FA97B}"/>
                  </a:ext>
                </a:extLst>
              </p:cNvPr>
              <p:cNvSpPr>
                <a:spLocks noChangeArrowheads="1"/>
              </p:cNvSpPr>
              <p:nvPr/>
            </p:nvSpPr>
            <p:spPr bwMode="auto">
              <a:xfrm>
                <a:off x="2838" y="1741"/>
                <a:ext cx="40" cy="40"/>
              </a:xfrm>
              <a:prstGeom prst="ellipse">
                <a:avLst/>
              </a:prstGeom>
              <a:grpFill/>
              <a:ln w="25400">
                <a:solidFill>
                  <a:schemeClr val="bg1">
                    <a:lumMod val="65000"/>
                  </a:schemeClr>
                </a:solidFill>
                <a:round/>
                <a:headEnd/>
                <a:tailEnd/>
              </a:ln>
            </p:spPr>
            <p:txBody>
              <a:bodyPr/>
              <a:lstStyle/>
              <a:p>
                <a:endParaRPr lang="en-US"/>
              </a:p>
            </p:txBody>
          </p:sp>
          <p:sp>
            <p:nvSpPr>
              <p:cNvPr id="104529" name="Oval 176">
                <a:extLst>
                  <a:ext uri="{FF2B5EF4-FFF2-40B4-BE49-F238E27FC236}">
                    <a16:creationId xmlns:a16="http://schemas.microsoft.com/office/drawing/2014/main" id="{A247FAA8-47DE-9035-2C6C-410C814F27C5}"/>
                  </a:ext>
                </a:extLst>
              </p:cNvPr>
              <p:cNvSpPr>
                <a:spLocks noChangeArrowheads="1"/>
              </p:cNvSpPr>
              <p:nvPr/>
            </p:nvSpPr>
            <p:spPr bwMode="auto">
              <a:xfrm>
                <a:off x="2846" y="2044"/>
                <a:ext cx="32" cy="32"/>
              </a:xfrm>
              <a:prstGeom prst="ellipse">
                <a:avLst/>
              </a:prstGeom>
              <a:grpFill/>
              <a:ln w="9525">
                <a:solidFill>
                  <a:schemeClr val="bg1">
                    <a:lumMod val="65000"/>
                  </a:schemeClr>
                </a:solidFill>
                <a:round/>
                <a:headEnd/>
                <a:tailEnd/>
              </a:ln>
            </p:spPr>
            <p:txBody>
              <a:bodyPr/>
              <a:lstStyle/>
              <a:p>
                <a:endParaRPr lang="en-US"/>
              </a:p>
            </p:txBody>
          </p:sp>
          <p:sp>
            <p:nvSpPr>
              <p:cNvPr id="104530" name="Oval 177">
                <a:extLst>
                  <a:ext uri="{FF2B5EF4-FFF2-40B4-BE49-F238E27FC236}">
                    <a16:creationId xmlns:a16="http://schemas.microsoft.com/office/drawing/2014/main" id="{C3924D41-DFB0-B396-168E-685290169EE0}"/>
                  </a:ext>
                </a:extLst>
              </p:cNvPr>
              <p:cNvSpPr>
                <a:spLocks noChangeArrowheads="1"/>
              </p:cNvSpPr>
              <p:nvPr/>
            </p:nvSpPr>
            <p:spPr bwMode="auto">
              <a:xfrm>
                <a:off x="2846" y="2044"/>
                <a:ext cx="32" cy="32"/>
              </a:xfrm>
              <a:prstGeom prst="ellipse">
                <a:avLst/>
              </a:prstGeom>
              <a:grpFill/>
              <a:ln w="25400">
                <a:solidFill>
                  <a:schemeClr val="bg1">
                    <a:lumMod val="65000"/>
                  </a:schemeClr>
                </a:solidFill>
                <a:round/>
                <a:headEnd/>
                <a:tailEnd/>
              </a:ln>
            </p:spPr>
            <p:txBody>
              <a:bodyPr/>
              <a:lstStyle/>
              <a:p>
                <a:endParaRPr lang="en-US"/>
              </a:p>
            </p:txBody>
          </p:sp>
          <p:sp>
            <p:nvSpPr>
              <p:cNvPr id="104531" name="Oval 178">
                <a:extLst>
                  <a:ext uri="{FF2B5EF4-FFF2-40B4-BE49-F238E27FC236}">
                    <a16:creationId xmlns:a16="http://schemas.microsoft.com/office/drawing/2014/main" id="{EBCE0BC6-1BE0-F110-E0FF-B3B252871668}"/>
                  </a:ext>
                </a:extLst>
              </p:cNvPr>
              <p:cNvSpPr>
                <a:spLocks noChangeArrowheads="1"/>
              </p:cNvSpPr>
              <p:nvPr/>
            </p:nvSpPr>
            <p:spPr bwMode="auto">
              <a:xfrm>
                <a:off x="2846" y="2355"/>
                <a:ext cx="32" cy="32"/>
              </a:xfrm>
              <a:prstGeom prst="ellipse">
                <a:avLst/>
              </a:prstGeom>
              <a:grpFill/>
              <a:ln w="9525">
                <a:solidFill>
                  <a:schemeClr val="bg1">
                    <a:lumMod val="65000"/>
                  </a:schemeClr>
                </a:solidFill>
                <a:round/>
                <a:headEnd/>
                <a:tailEnd/>
              </a:ln>
            </p:spPr>
            <p:txBody>
              <a:bodyPr/>
              <a:lstStyle/>
              <a:p>
                <a:endParaRPr lang="en-US"/>
              </a:p>
            </p:txBody>
          </p:sp>
          <p:sp>
            <p:nvSpPr>
              <p:cNvPr id="104532" name="Oval 179">
                <a:extLst>
                  <a:ext uri="{FF2B5EF4-FFF2-40B4-BE49-F238E27FC236}">
                    <a16:creationId xmlns:a16="http://schemas.microsoft.com/office/drawing/2014/main" id="{6931A762-47D1-7D03-A4C8-533E9255DD95}"/>
                  </a:ext>
                </a:extLst>
              </p:cNvPr>
              <p:cNvSpPr>
                <a:spLocks noChangeArrowheads="1"/>
              </p:cNvSpPr>
              <p:nvPr/>
            </p:nvSpPr>
            <p:spPr bwMode="auto">
              <a:xfrm>
                <a:off x="2846" y="2355"/>
                <a:ext cx="32" cy="32"/>
              </a:xfrm>
              <a:prstGeom prst="ellipse">
                <a:avLst/>
              </a:prstGeom>
              <a:grpFill/>
              <a:ln w="25400">
                <a:solidFill>
                  <a:schemeClr val="bg1">
                    <a:lumMod val="65000"/>
                  </a:schemeClr>
                </a:solidFill>
                <a:round/>
                <a:headEnd/>
                <a:tailEnd/>
              </a:ln>
            </p:spPr>
            <p:txBody>
              <a:bodyPr/>
              <a:lstStyle/>
              <a:p>
                <a:endParaRPr lang="en-US"/>
              </a:p>
            </p:txBody>
          </p:sp>
          <p:sp>
            <p:nvSpPr>
              <p:cNvPr id="104533" name="Oval 180">
                <a:extLst>
                  <a:ext uri="{FF2B5EF4-FFF2-40B4-BE49-F238E27FC236}">
                    <a16:creationId xmlns:a16="http://schemas.microsoft.com/office/drawing/2014/main" id="{616018B5-47A1-27D4-C9CE-1868C2DA6803}"/>
                  </a:ext>
                </a:extLst>
              </p:cNvPr>
              <p:cNvSpPr>
                <a:spLocks noChangeArrowheads="1"/>
              </p:cNvSpPr>
              <p:nvPr/>
            </p:nvSpPr>
            <p:spPr bwMode="auto">
              <a:xfrm>
                <a:off x="2838" y="2658"/>
                <a:ext cx="40" cy="32"/>
              </a:xfrm>
              <a:prstGeom prst="ellipse">
                <a:avLst/>
              </a:prstGeom>
              <a:grpFill/>
              <a:ln w="9525">
                <a:solidFill>
                  <a:schemeClr val="bg1">
                    <a:lumMod val="65000"/>
                  </a:schemeClr>
                </a:solidFill>
                <a:round/>
                <a:headEnd/>
                <a:tailEnd/>
              </a:ln>
            </p:spPr>
            <p:txBody>
              <a:bodyPr/>
              <a:lstStyle/>
              <a:p>
                <a:endParaRPr lang="en-US"/>
              </a:p>
            </p:txBody>
          </p:sp>
          <p:sp>
            <p:nvSpPr>
              <p:cNvPr id="104534" name="Oval 181">
                <a:extLst>
                  <a:ext uri="{FF2B5EF4-FFF2-40B4-BE49-F238E27FC236}">
                    <a16:creationId xmlns:a16="http://schemas.microsoft.com/office/drawing/2014/main" id="{39964259-225E-D617-F829-A67E74E86699}"/>
                  </a:ext>
                </a:extLst>
              </p:cNvPr>
              <p:cNvSpPr>
                <a:spLocks noChangeArrowheads="1"/>
              </p:cNvSpPr>
              <p:nvPr/>
            </p:nvSpPr>
            <p:spPr bwMode="auto">
              <a:xfrm>
                <a:off x="2838" y="2658"/>
                <a:ext cx="40" cy="32"/>
              </a:xfrm>
              <a:prstGeom prst="ellipse">
                <a:avLst/>
              </a:prstGeom>
              <a:grpFill/>
              <a:ln w="25400">
                <a:solidFill>
                  <a:schemeClr val="bg1">
                    <a:lumMod val="65000"/>
                  </a:schemeClr>
                </a:solidFill>
                <a:round/>
                <a:headEnd/>
                <a:tailEnd/>
              </a:ln>
            </p:spPr>
            <p:txBody>
              <a:bodyPr/>
              <a:lstStyle/>
              <a:p>
                <a:endParaRPr lang="en-US"/>
              </a:p>
            </p:txBody>
          </p:sp>
          <p:sp>
            <p:nvSpPr>
              <p:cNvPr id="104535" name="Oval 182">
                <a:extLst>
                  <a:ext uri="{FF2B5EF4-FFF2-40B4-BE49-F238E27FC236}">
                    <a16:creationId xmlns:a16="http://schemas.microsoft.com/office/drawing/2014/main" id="{E3C8496B-22E1-CBCF-D40C-447A5872E9A0}"/>
                  </a:ext>
                </a:extLst>
              </p:cNvPr>
              <p:cNvSpPr>
                <a:spLocks noChangeArrowheads="1"/>
              </p:cNvSpPr>
              <p:nvPr/>
            </p:nvSpPr>
            <p:spPr bwMode="auto">
              <a:xfrm>
                <a:off x="2838" y="2969"/>
                <a:ext cx="32" cy="32"/>
              </a:xfrm>
              <a:prstGeom prst="ellipse">
                <a:avLst/>
              </a:prstGeom>
              <a:grpFill/>
              <a:ln w="9525">
                <a:solidFill>
                  <a:schemeClr val="bg1">
                    <a:lumMod val="65000"/>
                  </a:schemeClr>
                </a:solidFill>
                <a:round/>
                <a:headEnd/>
                <a:tailEnd/>
              </a:ln>
            </p:spPr>
            <p:txBody>
              <a:bodyPr/>
              <a:lstStyle/>
              <a:p>
                <a:endParaRPr lang="en-US"/>
              </a:p>
            </p:txBody>
          </p:sp>
          <p:sp>
            <p:nvSpPr>
              <p:cNvPr id="104536" name="Oval 183">
                <a:extLst>
                  <a:ext uri="{FF2B5EF4-FFF2-40B4-BE49-F238E27FC236}">
                    <a16:creationId xmlns:a16="http://schemas.microsoft.com/office/drawing/2014/main" id="{1A734895-C984-B842-8970-8C36ABDBE397}"/>
                  </a:ext>
                </a:extLst>
              </p:cNvPr>
              <p:cNvSpPr>
                <a:spLocks noChangeArrowheads="1"/>
              </p:cNvSpPr>
              <p:nvPr/>
            </p:nvSpPr>
            <p:spPr bwMode="auto">
              <a:xfrm>
                <a:off x="2838" y="2969"/>
                <a:ext cx="32" cy="32"/>
              </a:xfrm>
              <a:prstGeom prst="ellipse">
                <a:avLst/>
              </a:prstGeom>
              <a:grpFill/>
              <a:ln w="25400">
                <a:solidFill>
                  <a:schemeClr val="bg1">
                    <a:lumMod val="65000"/>
                  </a:schemeClr>
                </a:solidFill>
                <a:round/>
                <a:headEnd/>
                <a:tailEnd/>
              </a:ln>
            </p:spPr>
            <p:txBody>
              <a:bodyPr/>
              <a:lstStyle/>
              <a:p>
                <a:endParaRPr lang="en-US"/>
              </a:p>
            </p:txBody>
          </p:sp>
        </p:grpSp>
        <p:grpSp>
          <p:nvGrpSpPr>
            <p:cNvPr id="103486" name="Group 184">
              <a:extLst>
                <a:ext uri="{FF2B5EF4-FFF2-40B4-BE49-F238E27FC236}">
                  <a16:creationId xmlns:a16="http://schemas.microsoft.com/office/drawing/2014/main" id="{05EB9B3B-BD05-50A8-1F7A-5D2C8179AF8F}"/>
                </a:ext>
              </a:extLst>
            </p:cNvPr>
            <p:cNvGrpSpPr>
              <a:grpSpLocks/>
            </p:cNvGrpSpPr>
            <p:nvPr/>
          </p:nvGrpSpPr>
          <p:grpSpPr bwMode="auto">
            <a:xfrm>
              <a:off x="1912" y="3272"/>
              <a:ext cx="32" cy="335"/>
              <a:chOff x="1912" y="3272"/>
              <a:chExt cx="32" cy="335"/>
            </a:xfrm>
            <a:grpFill/>
          </p:grpSpPr>
          <p:sp>
            <p:nvSpPr>
              <p:cNvPr id="104523" name="Oval 185">
                <a:extLst>
                  <a:ext uri="{FF2B5EF4-FFF2-40B4-BE49-F238E27FC236}">
                    <a16:creationId xmlns:a16="http://schemas.microsoft.com/office/drawing/2014/main" id="{CDAE113E-FC53-0B16-10F2-CBA6F5C540D4}"/>
                  </a:ext>
                </a:extLst>
              </p:cNvPr>
              <p:cNvSpPr>
                <a:spLocks noChangeArrowheads="1"/>
              </p:cNvSpPr>
              <p:nvPr/>
            </p:nvSpPr>
            <p:spPr bwMode="auto">
              <a:xfrm>
                <a:off x="1912" y="3272"/>
                <a:ext cx="32" cy="32"/>
              </a:xfrm>
              <a:prstGeom prst="ellipse">
                <a:avLst/>
              </a:prstGeom>
              <a:grpFill/>
              <a:ln w="9525">
                <a:solidFill>
                  <a:schemeClr val="bg1">
                    <a:lumMod val="65000"/>
                  </a:schemeClr>
                </a:solidFill>
                <a:round/>
                <a:headEnd/>
                <a:tailEnd/>
              </a:ln>
            </p:spPr>
            <p:txBody>
              <a:bodyPr/>
              <a:lstStyle/>
              <a:p>
                <a:endParaRPr lang="en-US"/>
              </a:p>
            </p:txBody>
          </p:sp>
          <p:sp>
            <p:nvSpPr>
              <p:cNvPr id="104524" name="Oval 186">
                <a:extLst>
                  <a:ext uri="{FF2B5EF4-FFF2-40B4-BE49-F238E27FC236}">
                    <a16:creationId xmlns:a16="http://schemas.microsoft.com/office/drawing/2014/main" id="{C46D853D-2815-227F-147C-3051BBB823E1}"/>
                  </a:ext>
                </a:extLst>
              </p:cNvPr>
              <p:cNvSpPr>
                <a:spLocks noChangeArrowheads="1"/>
              </p:cNvSpPr>
              <p:nvPr/>
            </p:nvSpPr>
            <p:spPr bwMode="auto">
              <a:xfrm>
                <a:off x="1912" y="3272"/>
                <a:ext cx="32" cy="32"/>
              </a:xfrm>
              <a:prstGeom prst="ellipse">
                <a:avLst/>
              </a:prstGeom>
              <a:grpFill/>
              <a:ln w="25400">
                <a:solidFill>
                  <a:schemeClr val="bg1">
                    <a:lumMod val="65000"/>
                  </a:schemeClr>
                </a:solidFill>
                <a:round/>
                <a:headEnd/>
                <a:tailEnd/>
              </a:ln>
            </p:spPr>
            <p:txBody>
              <a:bodyPr/>
              <a:lstStyle/>
              <a:p>
                <a:endParaRPr lang="en-US"/>
              </a:p>
            </p:txBody>
          </p:sp>
          <p:sp>
            <p:nvSpPr>
              <p:cNvPr id="104525" name="Oval 187">
                <a:extLst>
                  <a:ext uri="{FF2B5EF4-FFF2-40B4-BE49-F238E27FC236}">
                    <a16:creationId xmlns:a16="http://schemas.microsoft.com/office/drawing/2014/main" id="{E748155F-C5E7-01FA-821F-5ABA52BAB413}"/>
                  </a:ext>
                </a:extLst>
              </p:cNvPr>
              <p:cNvSpPr>
                <a:spLocks noChangeArrowheads="1"/>
              </p:cNvSpPr>
              <p:nvPr/>
            </p:nvSpPr>
            <p:spPr bwMode="auto">
              <a:xfrm>
                <a:off x="1912" y="3575"/>
                <a:ext cx="32" cy="32"/>
              </a:xfrm>
              <a:prstGeom prst="ellipse">
                <a:avLst/>
              </a:prstGeom>
              <a:grpFill/>
              <a:ln w="9525">
                <a:solidFill>
                  <a:schemeClr val="bg1">
                    <a:lumMod val="65000"/>
                  </a:schemeClr>
                </a:solidFill>
                <a:round/>
                <a:headEnd/>
                <a:tailEnd/>
              </a:ln>
            </p:spPr>
            <p:txBody>
              <a:bodyPr/>
              <a:lstStyle/>
              <a:p>
                <a:endParaRPr lang="en-US"/>
              </a:p>
            </p:txBody>
          </p:sp>
          <p:sp>
            <p:nvSpPr>
              <p:cNvPr id="104526" name="Oval 188">
                <a:extLst>
                  <a:ext uri="{FF2B5EF4-FFF2-40B4-BE49-F238E27FC236}">
                    <a16:creationId xmlns:a16="http://schemas.microsoft.com/office/drawing/2014/main" id="{4F207C93-88C0-E95F-DE27-9C3A9C53E6EF}"/>
                  </a:ext>
                </a:extLst>
              </p:cNvPr>
              <p:cNvSpPr>
                <a:spLocks noChangeArrowheads="1"/>
              </p:cNvSpPr>
              <p:nvPr/>
            </p:nvSpPr>
            <p:spPr bwMode="auto">
              <a:xfrm>
                <a:off x="1912" y="3575"/>
                <a:ext cx="32" cy="32"/>
              </a:xfrm>
              <a:prstGeom prst="ellipse">
                <a:avLst/>
              </a:prstGeom>
              <a:grpFill/>
              <a:ln w="25400">
                <a:solidFill>
                  <a:schemeClr val="bg1">
                    <a:lumMod val="65000"/>
                  </a:schemeClr>
                </a:solidFill>
                <a:round/>
                <a:headEnd/>
                <a:tailEnd/>
              </a:ln>
            </p:spPr>
            <p:txBody>
              <a:bodyPr/>
              <a:lstStyle/>
              <a:p>
                <a:endParaRPr lang="en-US"/>
              </a:p>
            </p:txBody>
          </p:sp>
        </p:grpSp>
        <p:grpSp>
          <p:nvGrpSpPr>
            <p:cNvPr id="103487" name="Group 189">
              <a:extLst>
                <a:ext uri="{FF2B5EF4-FFF2-40B4-BE49-F238E27FC236}">
                  <a16:creationId xmlns:a16="http://schemas.microsoft.com/office/drawing/2014/main" id="{B2CC906C-B090-72DA-32AF-C12565EFB70F}"/>
                </a:ext>
              </a:extLst>
            </p:cNvPr>
            <p:cNvGrpSpPr>
              <a:grpSpLocks/>
            </p:cNvGrpSpPr>
            <p:nvPr/>
          </p:nvGrpSpPr>
          <p:grpSpPr bwMode="auto">
            <a:xfrm>
              <a:off x="1449" y="3272"/>
              <a:ext cx="40" cy="335"/>
              <a:chOff x="1449" y="3272"/>
              <a:chExt cx="40" cy="335"/>
            </a:xfrm>
            <a:grpFill/>
          </p:grpSpPr>
          <p:sp>
            <p:nvSpPr>
              <p:cNvPr id="104519" name="Oval 190">
                <a:extLst>
                  <a:ext uri="{FF2B5EF4-FFF2-40B4-BE49-F238E27FC236}">
                    <a16:creationId xmlns:a16="http://schemas.microsoft.com/office/drawing/2014/main" id="{731B030B-51A1-FF42-7153-1405F6C828B8}"/>
                  </a:ext>
                </a:extLst>
              </p:cNvPr>
              <p:cNvSpPr>
                <a:spLocks noChangeArrowheads="1"/>
              </p:cNvSpPr>
              <p:nvPr/>
            </p:nvSpPr>
            <p:spPr bwMode="auto">
              <a:xfrm>
                <a:off x="1449" y="3272"/>
                <a:ext cx="40" cy="32"/>
              </a:xfrm>
              <a:prstGeom prst="ellipse">
                <a:avLst/>
              </a:prstGeom>
              <a:grpFill/>
              <a:ln w="9525">
                <a:solidFill>
                  <a:schemeClr val="bg1">
                    <a:lumMod val="65000"/>
                  </a:schemeClr>
                </a:solidFill>
                <a:round/>
                <a:headEnd/>
                <a:tailEnd/>
              </a:ln>
            </p:spPr>
            <p:txBody>
              <a:bodyPr/>
              <a:lstStyle/>
              <a:p>
                <a:endParaRPr lang="en-US"/>
              </a:p>
            </p:txBody>
          </p:sp>
          <p:sp>
            <p:nvSpPr>
              <p:cNvPr id="104520" name="Oval 191">
                <a:extLst>
                  <a:ext uri="{FF2B5EF4-FFF2-40B4-BE49-F238E27FC236}">
                    <a16:creationId xmlns:a16="http://schemas.microsoft.com/office/drawing/2014/main" id="{A1597E0D-BD78-B5E2-3676-1E46B7AE84F0}"/>
                  </a:ext>
                </a:extLst>
              </p:cNvPr>
              <p:cNvSpPr>
                <a:spLocks noChangeArrowheads="1"/>
              </p:cNvSpPr>
              <p:nvPr/>
            </p:nvSpPr>
            <p:spPr bwMode="auto">
              <a:xfrm>
                <a:off x="1449" y="3272"/>
                <a:ext cx="40" cy="32"/>
              </a:xfrm>
              <a:prstGeom prst="ellipse">
                <a:avLst/>
              </a:prstGeom>
              <a:grpFill/>
              <a:ln w="25400">
                <a:solidFill>
                  <a:schemeClr val="bg1">
                    <a:lumMod val="65000"/>
                  </a:schemeClr>
                </a:solidFill>
                <a:round/>
                <a:headEnd/>
                <a:tailEnd/>
              </a:ln>
            </p:spPr>
            <p:txBody>
              <a:bodyPr/>
              <a:lstStyle/>
              <a:p>
                <a:endParaRPr lang="en-US"/>
              </a:p>
            </p:txBody>
          </p:sp>
          <p:sp>
            <p:nvSpPr>
              <p:cNvPr id="104521" name="Oval 192">
                <a:extLst>
                  <a:ext uri="{FF2B5EF4-FFF2-40B4-BE49-F238E27FC236}">
                    <a16:creationId xmlns:a16="http://schemas.microsoft.com/office/drawing/2014/main" id="{8131CED8-943F-A65C-5512-807492B34AFA}"/>
                  </a:ext>
                </a:extLst>
              </p:cNvPr>
              <p:cNvSpPr>
                <a:spLocks noChangeArrowheads="1"/>
              </p:cNvSpPr>
              <p:nvPr/>
            </p:nvSpPr>
            <p:spPr bwMode="auto">
              <a:xfrm>
                <a:off x="1449" y="3575"/>
                <a:ext cx="40" cy="32"/>
              </a:xfrm>
              <a:prstGeom prst="ellipse">
                <a:avLst/>
              </a:prstGeom>
              <a:grpFill/>
              <a:ln w="9525">
                <a:solidFill>
                  <a:schemeClr val="bg1">
                    <a:lumMod val="65000"/>
                  </a:schemeClr>
                </a:solidFill>
                <a:round/>
                <a:headEnd/>
                <a:tailEnd/>
              </a:ln>
            </p:spPr>
            <p:txBody>
              <a:bodyPr/>
              <a:lstStyle/>
              <a:p>
                <a:endParaRPr lang="en-US"/>
              </a:p>
            </p:txBody>
          </p:sp>
          <p:sp>
            <p:nvSpPr>
              <p:cNvPr id="104522" name="Oval 193">
                <a:extLst>
                  <a:ext uri="{FF2B5EF4-FFF2-40B4-BE49-F238E27FC236}">
                    <a16:creationId xmlns:a16="http://schemas.microsoft.com/office/drawing/2014/main" id="{09A3A2F4-7BF3-2515-8FB3-8B13B1FCB4C8}"/>
                  </a:ext>
                </a:extLst>
              </p:cNvPr>
              <p:cNvSpPr>
                <a:spLocks noChangeArrowheads="1"/>
              </p:cNvSpPr>
              <p:nvPr/>
            </p:nvSpPr>
            <p:spPr bwMode="auto">
              <a:xfrm>
                <a:off x="1449" y="3575"/>
                <a:ext cx="40" cy="32"/>
              </a:xfrm>
              <a:prstGeom prst="ellipse">
                <a:avLst/>
              </a:prstGeom>
              <a:grpFill/>
              <a:ln w="25400">
                <a:solidFill>
                  <a:schemeClr val="bg1">
                    <a:lumMod val="65000"/>
                  </a:schemeClr>
                </a:solidFill>
                <a:round/>
                <a:headEnd/>
                <a:tailEnd/>
              </a:ln>
            </p:spPr>
            <p:txBody>
              <a:bodyPr/>
              <a:lstStyle/>
              <a:p>
                <a:endParaRPr lang="en-US"/>
              </a:p>
            </p:txBody>
          </p:sp>
        </p:grpSp>
        <p:grpSp>
          <p:nvGrpSpPr>
            <p:cNvPr id="103488" name="Group 194">
              <a:extLst>
                <a:ext uri="{FF2B5EF4-FFF2-40B4-BE49-F238E27FC236}">
                  <a16:creationId xmlns:a16="http://schemas.microsoft.com/office/drawing/2014/main" id="{E97CB05E-682C-26A8-C15C-FC8B283B706B}"/>
                </a:ext>
              </a:extLst>
            </p:cNvPr>
            <p:cNvGrpSpPr>
              <a:grpSpLocks/>
            </p:cNvGrpSpPr>
            <p:nvPr/>
          </p:nvGrpSpPr>
          <p:grpSpPr bwMode="auto">
            <a:xfrm>
              <a:off x="2367" y="3272"/>
              <a:ext cx="32" cy="335"/>
              <a:chOff x="2367" y="3272"/>
              <a:chExt cx="32" cy="335"/>
            </a:xfrm>
            <a:grpFill/>
          </p:grpSpPr>
          <p:sp>
            <p:nvSpPr>
              <p:cNvPr id="104515" name="Oval 195">
                <a:extLst>
                  <a:ext uri="{FF2B5EF4-FFF2-40B4-BE49-F238E27FC236}">
                    <a16:creationId xmlns:a16="http://schemas.microsoft.com/office/drawing/2014/main" id="{67CDBB22-63D2-5AAE-9482-1AD8F0DD5AD0}"/>
                  </a:ext>
                </a:extLst>
              </p:cNvPr>
              <p:cNvSpPr>
                <a:spLocks noChangeArrowheads="1"/>
              </p:cNvSpPr>
              <p:nvPr/>
            </p:nvSpPr>
            <p:spPr bwMode="auto">
              <a:xfrm>
                <a:off x="2367" y="3272"/>
                <a:ext cx="32" cy="32"/>
              </a:xfrm>
              <a:prstGeom prst="ellipse">
                <a:avLst/>
              </a:prstGeom>
              <a:grpFill/>
              <a:ln w="9525">
                <a:solidFill>
                  <a:schemeClr val="bg1">
                    <a:lumMod val="65000"/>
                  </a:schemeClr>
                </a:solidFill>
                <a:round/>
                <a:headEnd/>
                <a:tailEnd/>
              </a:ln>
            </p:spPr>
            <p:txBody>
              <a:bodyPr/>
              <a:lstStyle/>
              <a:p>
                <a:endParaRPr lang="en-US"/>
              </a:p>
            </p:txBody>
          </p:sp>
          <p:sp>
            <p:nvSpPr>
              <p:cNvPr id="104516" name="Oval 196">
                <a:extLst>
                  <a:ext uri="{FF2B5EF4-FFF2-40B4-BE49-F238E27FC236}">
                    <a16:creationId xmlns:a16="http://schemas.microsoft.com/office/drawing/2014/main" id="{FA0CE80B-5D2A-0268-A6F5-2F45AFC46E90}"/>
                  </a:ext>
                </a:extLst>
              </p:cNvPr>
              <p:cNvSpPr>
                <a:spLocks noChangeArrowheads="1"/>
              </p:cNvSpPr>
              <p:nvPr/>
            </p:nvSpPr>
            <p:spPr bwMode="auto">
              <a:xfrm>
                <a:off x="2367" y="3272"/>
                <a:ext cx="32" cy="32"/>
              </a:xfrm>
              <a:prstGeom prst="ellipse">
                <a:avLst/>
              </a:prstGeom>
              <a:grpFill/>
              <a:ln w="25400">
                <a:solidFill>
                  <a:schemeClr val="bg1">
                    <a:lumMod val="65000"/>
                  </a:schemeClr>
                </a:solidFill>
                <a:round/>
                <a:headEnd/>
                <a:tailEnd/>
              </a:ln>
            </p:spPr>
            <p:txBody>
              <a:bodyPr/>
              <a:lstStyle/>
              <a:p>
                <a:endParaRPr lang="en-US"/>
              </a:p>
            </p:txBody>
          </p:sp>
          <p:sp>
            <p:nvSpPr>
              <p:cNvPr id="104517" name="Oval 197">
                <a:extLst>
                  <a:ext uri="{FF2B5EF4-FFF2-40B4-BE49-F238E27FC236}">
                    <a16:creationId xmlns:a16="http://schemas.microsoft.com/office/drawing/2014/main" id="{B3F13920-32EF-577C-2667-4903BC96F629}"/>
                  </a:ext>
                </a:extLst>
              </p:cNvPr>
              <p:cNvSpPr>
                <a:spLocks noChangeArrowheads="1"/>
              </p:cNvSpPr>
              <p:nvPr/>
            </p:nvSpPr>
            <p:spPr bwMode="auto">
              <a:xfrm>
                <a:off x="2367" y="3575"/>
                <a:ext cx="32" cy="32"/>
              </a:xfrm>
              <a:prstGeom prst="ellipse">
                <a:avLst/>
              </a:prstGeom>
              <a:grpFill/>
              <a:ln w="9525">
                <a:solidFill>
                  <a:schemeClr val="bg1">
                    <a:lumMod val="65000"/>
                  </a:schemeClr>
                </a:solidFill>
                <a:round/>
                <a:headEnd/>
                <a:tailEnd/>
              </a:ln>
            </p:spPr>
            <p:txBody>
              <a:bodyPr/>
              <a:lstStyle/>
              <a:p>
                <a:endParaRPr lang="en-US"/>
              </a:p>
            </p:txBody>
          </p:sp>
          <p:sp>
            <p:nvSpPr>
              <p:cNvPr id="104518" name="Oval 198">
                <a:extLst>
                  <a:ext uri="{FF2B5EF4-FFF2-40B4-BE49-F238E27FC236}">
                    <a16:creationId xmlns:a16="http://schemas.microsoft.com/office/drawing/2014/main" id="{0EF65C67-D58B-B82F-3057-CB3FD5178FC0}"/>
                  </a:ext>
                </a:extLst>
              </p:cNvPr>
              <p:cNvSpPr>
                <a:spLocks noChangeArrowheads="1"/>
              </p:cNvSpPr>
              <p:nvPr/>
            </p:nvSpPr>
            <p:spPr bwMode="auto">
              <a:xfrm>
                <a:off x="2367" y="3575"/>
                <a:ext cx="32" cy="32"/>
              </a:xfrm>
              <a:prstGeom prst="ellipse">
                <a:avLst/>
              </a:prstGeom>
              <a:grpFill/>
              <a:ln w="25400">
                <a:solidFill>
                  <a:schemeClr val="bg1">
                    <a:lumMod val="65000"/>
                  </a:schemeClr>
                </a:solidFill>
                <a:round/>
                <a:headEnd/>
                <a:tailEnd/>
              </a:ln>
            </p:spPr>
            <p:txBody>
              <a:bodyPr/>
              <a:lstStyle/>
              <a:p>
                <a:endParaRPr lang="en-US"/>
              </a:p>
            </p:txBody>
          </p:sp>
        </p:grpSp>
        <p:grpSp>
          <p:nvGrpSpPr>
            <p:cNvPr id="103489" name="Group 199">
              <a:extLst>
                <a:ext uri="{FF2B5EF4-FFF2-40B4-BE49-F238E27FC236}">
                  <a16:creationId xmlns:a16="http://schemas.microsoft.com/office/drawing/2014/main" id="{5EC9564B-1DED-04A0-2278-5D4A36B2DA27}"/>
                </a:ext>
              </a:extLst>
            </p:cNvPr>
            <p:cNvGrpSpPr>
              <a:grpSpLocks/>
            </p:cNvGrpSpPr>
            <p:nvPr/>
          </p:nvGrpSpPr>
          <p:grpSpPr bwMode="auto">
            <a:xfrm>
              <a:off x="2822" y="3272"/>
              <a:ext cx="40" cy="335"/>
              <a:chOff x="2822" y="3272"/>
              <a:chExt cx="40" cy="335"/>
            </a:xfrm>
            <a:grpFill/>
          </p:grpSpPr>
          <p:sp>
            <p:nvSpPr>
              <p:cNvPr id="104511" name="Oval 200">
                <a:extLst>
                  <a:ext uri="{FF2B5EF4-FFF2-40B4-BE49-F238E27FC236}">
                    <a16:creationId xmlns:a16="http://schemas.microsoft.com/office/drawing/2014/main" id="{24145FA5-7DBC-57CC-7EE3-E1119F43FC68}"/>
                  </a:ext>
                </a:extLst>
              </p:cNvPr>
              <p:cNvSpPr>
                <a:spLocks noChangeArrowheads="1"/>
              </p:cNvSpPr>
              <p:nvPr/>
            </p:nvSpPr>
            <p:spPr bwMode="auto">
              <a:xfrm>
                <a:off x="2822" y="3272"/>
                <a:ext cx="40" cy="32"/>
              </a:xfrm>
              <a:prstGeom prst="ellipse">
                <a:avLst/>
              </a:prstGeom>
              <a:grpFill/>
              <a:ln w="9525">
                <a:solidFill>
                  <a:schemeClr val="bg1">
                    <a:lumMod val="65000"/>
                  </a:schemeClr>
                </a:solidFill>
                <a:round/>
                <a:headEnd/>
                <a:tailEnd/>
              </a:ln>
            </p:spPr>
            <p:txBody>
              <a:bodyPr/>
              <a:lstStyle/>
              <a:p>
                <a:endParaRPr lang="en-US"/>
              </a:p>
            </p:txBody>
          </p:sp>
          <p:sp>
            <p:nvSpPr>
              <p:cNvPr id="104512" name="Oval 201">
                <a:extLst>
                  <a:ext uri="{FF2B5EF4-FFF2-40B4-BE49-F238E27FC236}">
                    <a16:creationId xmlns:a16="http://schemas.microsoft.com/office/drawing/2014/main" id="{90823CDF-B78F-F655-D7CB-5F3EB4329E3E}"/>
                  </a:ext>
                </a:extLst>
              </p:cNvPr>
              <p:cNvSpPr>
                <a:spLocks noChangeArrowheads="1"/>
              </p:cNvSpPr>
              <p:nvPr/>
            </p:nvSpPr>
            <p:spPr bwMode="auto">
              <a:xfrm>
                <a:off x="2822" y="3272"/>
                <a:ext cx="40" cy="32"/>
              </a:xfrm>
              <a:prstGeom prst="ellipse">
                <a:avLst/>
              </a:prstGeom>
              <a:grpFill/>
              <a:ln w="25400">
                <a:solidFill>
                  <a:schemeClr val="bg1">
                    <a:lumMod val="65000"/>
                  </a:schemeClr>
                </a:solidFill>
                <a:round/>
                <a:headEnd/>
                <a:tailEnd/>
              </a:ln>
            </p:spPr>
            <p:txBody>
              <a:bodyPr/>
              <a:lstStyle/>
              <a:p>
                <a:endParaRPr lang="en-US"/>
              </a:p>
            </p:txBody>
          </p:sp>
          <p:sp>
            <p:nvSpPr>
              <p:cNvPr id="104513" name="Oval 202">
                <a:extLst>
                  <a:ext uri="{FF2B5EF4-FFF2-40B4-BE49-F238E27FC236}">
                    <a16:creationId xmlns:a16="http://schemas.microsoft.com/office/drawing/2014/main" id="{6BB8D43C-B1DB-6DC3-7848-D1D28A26C38A}"/>
                  </a:ext>
                </a:extLst>
              </p:cNvPr>
              <p:cNvSpPr>
                <a:spLocks noChangeArrowheads="1"/>
              </p:cNvSpPr>
              <p:nvPr/>
            </p:nvSpPr>
            <p:spPr bwMode="auto">
              <a:xfrm>
                <a:off x="2822" y="3575"/>
                <a:ext cx="40" cy="32"/>
              </a:xfrm>
              <a:prstGeom prst="ellipse">
                <a:avLst/>
              </a:prstGeom>
              <a:grpFill/>
              <a:ln w="9525">
                <a:solidFill>
                  <a:schemeClr val="bg1">
                    <a:lumMod val="65000"/>
                  </a:schemeClr>
                </a:solidFill>
                <a:round/>
                <a:headEnd/>
                <a:tailEnd/>
              </a:ln>
            </p:spPr>
            <p:txBody>
              <a:bodyPr/>
              <a:lstStyle/>
              <a:p>
                <a:endParaRPr lang="en-US"/>
              </a:p>
            </p:txBody>
          </p:sp>
          <p:sp>
            <p:nvSpPr>
              <p:cNvPr id="104514" name="Oval 203">
                <a:extLst>
                  <a:ext uri="{FF2B5EF4-FFF2-40B4-BE49-F238E27FC236}">
                    <a16:creationId xmlns:a16="http://schemas.microsoft.com/office/drawing/2014/main" id="{FE9CA5A1-3C2B-F213-99CA-F3E967211435}"/>
                  </a:ext>
                </a:extLst>
              </p:cNvPr>
              <p:cNvSpPr>
                <a:spLocks noChangeArrowheads="1"/>
              </p:cNvSpPr>
              <p:nvPr/>
            </p:nvSpPr>
            <p:spPr bwMode="auto">
              <a:xfrm>
                <a:off x="2822" y="3575"/>
                <a:ext cx="40" cy="32"/>
              </a:xfrm>
              <a:prstGeom prst="ellipse">
                <a:avLst/>
              </a:prstGeom>
              <a:grpFill/>
              <a:ln w="25400">
                <a:solidFill>
                  <a:schemeClr val="bg1">
                    <a:lumMod val="65000"/>
                  </a:schemeClr>
                </a:solidFill>
                <a:round/>
                <a:headEnd/>
                <a:tailEnd/>
              </a:ln>
            </p:spPr>
            <p:txBody>
              <a:bodyPr/>
              <a:lstStyle/>
              <a:p>
                <a:endParaRPr lang="en-US"/>
              </a:p>
            </p:txBody>
          </p:sp>
        </p:grpSp>
        <p:grpSp>
          <p:nvGrpSpPr>
            <p:cNvPr id="103490" name="Group 204">
              <a:extLst>
                <a:ext uri="{FF2B5EF4-FFF2-40B4-BE49-F238E27FC236}">
                  <a16:creationId xmlns:a16="http://schemas.microsoft.com/office/drawing/2014/main" id="{426CE3FF-6923-F202-E1DE-F25BC3C81592}"/>
                </a:ext>
              </a:extLst>
            </p:cNvPr>
            <p:cNvGrpSpPr>
              <a:grpSpLocks/>
            </p:cNvGrpSpPr>
            <p:nvPr/>
          </p:nvGrpSpPr>
          <p:grpSpPr bwMode="auto">
            <a:xfrm>
              <a:off x="2415" y="2650"/>
              <a:ext cx="415" cy="56"/>
              <a:chOff x="2415" y="2650"/>
              <a:chExt cx="415" cy="56"/>
            </a:xfrm>
            <a:grpFill/>
          </p:grpSpPr>
          <p:sp>
            <p:nvSpPr>
              <p:cNvPr id="104503" name="Freeform 205">
                <a:extLst>
                  <a:ext uri="{FF2B5EF4-FFF2-40B4-BE49-F238E27FC236}">
                    <a16:creationId xmlns:a16="http://schemas.microsoft.com/office/drawing/2014/main" id="{B390989A-6D0B-2104-EC1A-708A6E278DD6}"/>
                  </a:ext>
                </a:extLst>
              </p:cNvPr>
              <p:cNvSpPr>
                <a:spLocks/>
              </p:cNvSpPr>
              <p:nvPr/>
            </p:nvSpPr>
            <p:spPr bwMode="auto">
              <a:xfrm>
                <a:off x="2718" y="2650"/>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lumMod val="65000"/>
                  </a:schemeClr>
                </a:solidFill>
                <a:round/>
                <a:headEnd/>
                <a:tailEnd/>
              </a:ln>
            </p:spPr>
            <p:txBody>
              <a:bodyPr/>
              <a:lstStyle/>
              <a:p>
                <a:endParaRPr lang="en-US"/>
              </a:p>
            </p:txBody>
          </p:sp>
          <p:grpSp>
            <p:nvGrpSpPr>
              <p:cNvPr id="104504" name="Group 206">
                <a:extLst>
                  <a:ext uri="{FF2B5EF4-FFF2-40B4-BE49-F238E27FC236}">
                    <a16:creationId xmlns:a16="http://schemas.microsoft.com/office/drawing/2014/main" id="{5524FAA7-8CA9-48F0-53F3-D867B01CDE99}"/>
                  </a:ext>
                </a:extLst>
              </p:cNvPr>
              <p:cNvGrpSpPr>
                <a:grpSpLocks/>
              </p:cNvGrpSpPr>
              <p:nvPr/>
            </p:nvGrpSpPr>
            <p:grpSpPr bwMode="auto">
              <a:xfrm>
                <a:off x="2415" y="2674"/>
                <a:ext cx="295" cy="1"/>
                <a:chOff x="2415" y="2674"/>
                <a:chExt cx="295" cy="1"/>
              </a:xfrm>
              <a:grpFill/>
            </p:grpSpPr>
            <p:sp>
              <p:nvSpPr>
                <p:cNvPr id="104505" name="Line 207">
                  <a:extLst>
                    <a:ext uri="{FF2B5EF4-FFF2-40B4-BE49-F238E27FC236}">
                      <a16:creationId xmlns:a16="http://schemas.microsoft.com/office/drawing/2014/main" id="{ABF7E9BF-1953-F449-927C-FEE6EA49A798}"/>
                    </a:ext>
                  </a:extLst>
                </p:cNvPr>
                <p:cNvSpPr>
                  <a:spLocks noChangeShapeType="1"/>
                </p:cNvSpPr>
                <p:nvPr/>
              </p:nvSpPr>
              <p:spPr bwMode="auto">
                <a:xfrm>
                  <a:off x="2415" y="2674"/>
                  <a:ext cx="24" cy="1"/>
                </a:xfrm>
                <a:prstGeom prst="line">
                  <a:avLst/>
                </a:prstGeom>
                <a:grpFill/>
                <a:ln w="12700">
                  <a:solidFill>
                    <a:schemeClr val="bg1">
                      <a:lumMod val="65000"/>
                    </a:schemeClr>
                  </a:solidFill>
                  <a:round/>
                  <a:headEnd/>
                  <a:tailEnd/>
                </a:ln>
              </p:spPr>
              <p:txBody>
                <a:bodyPr/>
                <a:lstStyle/>
                <a:p>
                  <a:endParaRPr lang="en-US"/>
                </a:p>
              </p:txBody>
            </p:sp>
            <p:sp>
              <p:nvSpPr>
                <p:cNvPr id="104506" name="Line 208">
                  <a:extLst>
                    <a:ext uri="{FF2B5EF4-FFF2-40B4-BE49-F238E27FC236}">
                      <a16:creationId xmlns:a16="http://schemas.microsoft.com/office/drawing/2014/main" id="{3BCEDD70-0A9C-6148-88A6-B998E840D24A}"/>
                    </a:ext>
                  </a:extLst>
                </p:cNvPr>
                <p:cNvSpPr>
                  <a:spLocks noChangeShapeType="1"/>
                </p:cNvSpPr>
                <p:nvPr/>
              </p:nvSpPr>
              <p:spPr bwMode="auto">
                <a:xfrm>
                  <a:off x="2471" y="2674"/>
                  <a:ext cx="24" cy="1"/>
                </a:xfrm>
                <a:prstGeom prst="line">
                  <a:avLst/>
                </a:prstGeom>
                <a:grpFill/>
                <a:ln w="12700">
                  <a:solidFill>
                    <a:schemeClr val="bg1">
                      <a:lumMod val="65000"/>
                    </a:schemeClr>
                  </a:solidFill>
                  <a:round/>
                  <a:headEnd/>
                  <a:tailEnd/>
                </a:ln>
              </p:spPr>
              <p:txBody>
                <a:bodyPr/>
                <a:lstStyle/>
                <a:p>
                  <a:endParaRPr lang="en-US"/>
                </a:p>
              </p:txBody>
            </p:sp>
            <p:sp>
              <p:nvSpPr>
                <p:cNvPr id="104507" name="Line 209">
                  <a:extLst>
                    <a:ext uri="{FF2B5EF4-FFF2-40B4-BE49-F238E27FC236}">
                      <a16:creationId xmlns:a16="http://schemas.microsoft.com/office/drawing/2014/main" id="{C9EDE888-9262-3E4B-075B-2D7909C66C17}"/>
                    </a:ext>
                  </a:extLst>
                </p:cNvPr>
                <p:cNvSpPr>
                  <a:spLocks noChangeShapeType="1"/>
                </p:cNvSpPr>
                <p:nvPr/>
              </p:nvSpPr>
              <p:spPr bwMode="auto">
                <a:xfrm>
                  <a:off x="2526" y="2674"/>
                  <a:ext cx="24" cy="1"/>
                </a:xfrm>
                <a:prstGeom prst="line">
                  <a:avLst/>
                </a:prstGeom>
                <a:grpFill/>
                <a:ln w="12700">
                  <a:solidFill>
                    <a:schemeClr val="bg1">
                      <a:lumMod val="65000"/>
                    </a:schemeClr>
                  </a:solidFill>
                  <a:round/>
                  <a:headEnd/>
                  <a:tailEnd/>
                </a:ln>
              </p:spPr>
              <p:txBody>
                <a:bodyPr/>
                <a:lstStyle/>
                <a:p>
                  <a:endParaRPr lang="en-US"/>
                </a:p>
              </p:txBody>
            </p:sp>
            <p:sp>
              <p:nvSpPr>
                <p:cNvPr id="104508" name="Line 210">
                  <a:extLst>
                    <a:ext uri="{FF2B5EF4-FFF2-40B4-BE49-F238E27FC236}">
                      <a16:creationId xmlns:a16="http://schemas.microsoft.com/office/drawing/2014/main" id="{441418B9-77EF-09D9-B556-3BFEAF63E176}"/>
                    </a:ext>
                  </a:extLst>
                </p:cNvPr>
                <p:cNvSpPr>
                  <a:spLocks noChangeShapeType="1"/>
                </p:cNvSpPr>
                <p:nvPr/>
              </p:nvSpPr>
              <p:spPr bwMode="auto">
                <a:xfrm>
                  <a:off x="2582" y="2674"/>
                  <a:ext cx="24" cy="1"/>
                </a:xfrm>
                <a:prstGeom prst="line">
                  <a:avLst/>
                </a:prstGeom>
                <a:grpFill/>
                <a:ln w="12700">
                  <a:solidFill>
                    <a:schemeClr val="bg1">
                      <a:lumMod val="65000"/>
                    </a:schemeClr>
                  </a:solidFill>
                  <a:round/>
                  <a:headEnd/>
                  <a:tailEnd/>
                </a:ln>
              </p:spPr>
              <p:txBody>
                <a:bodyPr/>
                <a:lstStyle/>
                <a:p>
                  <a:endParaRPr lang="en-US"/>
                </a:p>
              </p:txBody>
            </p:sp>
            <p:sp>
              <p:nvSpPr>
                <p:cNvPr id="104509" name="Line 211">
                  <a:extLst>
                    <a:ext uri="{FF2B5EF4-FFF2-40B4-BE49-F238E27FC236}">
                      <a16:creationId xmlns:a16="http://schemas.microsoft.com/office/drawing/2014/main" id="{9D3C130B-27AB-EB44-A492-761410968CE4}"/>
                    </a:ext>
                  </a:extLst>
                </p:cNvPr>
                <p:cNvSpPr>
                  <a:spLocks noChangeShapeType="1"/>
                </p:cNvSpPr>
                <p:nvPr/>
              </p:nvSpPr>
              <p:spPr bwMode="auto">
                <a:xfrm>
                  <a:off x="2638" y="2674"/>
                  <a:ext cx="24" cy="1"/>
                </a:xfrm>
                <a:prstGeom prst="line">
                  <a:avLst/>
                </a:prstGeom>
                <a:grpFill/>
                <a:ln w="12700">
                  <a:solidFill>
                    <a:schemeClr val="bg1">
                      <a:lumMod val="65000"/>
                    </a:schemeClr>
                  </a:solidFill>
                  <a:round/>
                  <a:headEnd/>
                  <a:tailEnd/>
                </a:ln>
              </p:spPr>
              <p:txBody>
                <a:bodyPr/>
                <a:lstStyle/>
                <a:p>
                  <a:endParaRPr lang="en-US"/>
                </a:p>
              </p:txBody>
            </p:sp>
            <p:sp>
              <p:nvSpPr>
                <p:cNvPr id="104510" name="Line 212">
                  <a:extLst>
                    <a:ext uri="{FF2B5EF4-FFF2-40B4-BE49-F238E27FC236}">
                      <a16:creationId xmlns:a16="http://schemas.microsoft.com/office/drawing/2014/main" id="{46CDECD6-19FC-F33D-3450-3EB67C95DD88}"/>
                    </a:ext>
                  </a:extLst>
                </p:cNvPr>
                <p:cNvSpPr>
                  <a:spLocks noChangeShapeType="1"/>
                </p:cNvSpPr>
                <p:nvPr/>
              </p:nvSpPr>
              <p:spPr bwMode="auto">
                <a:xfrm>
                  <a:off x="2694" y="2674"/>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491" name="Group 213">
              <a:extLst>
                <a:ext uri="{FF2B5EF4-FFF2-40B4-BE49-F238E27FC236}">
                  <a16:creationId xmlns:a16="http://schemas.microsoft.com/office/drawing/2014/main" id="{2A933CE6-AB0A-99E7-8343-B522D38AD1E2}"/>
                </a:ext>
              </a:extLst>
            </p:cNvPr>
            <p:cNvGrpSpPr>
              <a:grpSpLocks/>
            </p:cNvGrpSpPr>
            <p:nvPr/>
          </p:nvGrpSpPr>
          <p:grpSpPr bwMode="auto">
            <a:xfrm>
              <a:off x="2415" y="1733"/>
              <a:ext cx="415" cy="56"/>
              <a:chOff x="2415" y="1733"/>
              <a:chExt cx="415" cy="56"/>
            </a:xfrm>
            <a:grpFill/>
          </p:grpSpPr>
          <p:sp>
            <p:nvSpPr>
              <p:cNvPr id="104495" name="Freeform 214">
                <a:extLst>
                  <a:ext uri="{FF2B5EF4-FFF2-40B4-BE49-F238E27FC236}">
                    <a16:creationId xmlns:a16="http://schemas.microsoft.com/office/drawing/2014/main" id="{0BE224AC-8359-0D1E-328E-E5E590370899}"/>
                  </a:ext>
                </a:extLst>
              </p:cNvPr>
              <p:cNvSpPr>
                <a:spLocks/>
              </p:cNvSpPr>
              <p:nvPr/>
            </p:nvSpPr>
            <p:spPr bwMode="auto">
              <a:xfrm>
                <a:off x="2718" y="1733"/>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lumMod val="65000"/>
                  </a:schemeClr>
                </a:solidFill>
                <a:round/>
                <a:headEnd/>
                <a:tailEnd/>
              </a:ln>
            </p:spPr>
            <p:txBody>
              <a:bodyPr/>
              <a:lstStyle/>
              <a:p>
                <a:endParaRPr lang="en-US"/>
              </a:p>
            </p:txBody>
          </p:sp>
          <p:grpSp>
            <p:nvGrpSpPr>
              <p:cNvPr id="104496" name="Group 215">
                <a:extLst>
                  <a:ext uri="{FF2B5EF4-FFF2-40B4-BE49-F238E27FC236}">
                    <a16:creationId xmlns:a16="http://schemas.microsoft.com/office/drawing/2014/main" id="{2BFAAF33-68C0-7C7E-4064-4D25DCFBFA32}"/>
                  </a:ext>
                </a:extLst>
              </p:cNvPr>
              <p:cNvGrpSpPr>
                <a:grpSpLocks/>
              </p:cNvGrpSpPr>
              <p:nvPr/>
            </p:nvGrpSpPr>
            <p:grpSpPr bwMode="auto">
              <a:xfrm>
                <a:off x="2415" y="1757"/>
                <a:ext cx="295" cy="1"/>
                <a:chOff x="2415" y="1757"/>
                <a:chExt cx="295" cy="1"/>
              </a:xfrm>
              <a:grpFill/>
            </p:grpSpPr>
            <p:sp>
              <p:nvSpPr>
                <p:cNvPr id="104497" name="Line 216">
                  <a:extLst>
                    <a:ext uri="{FF2B5EF4-FFF2-40B4-BE49-F238E27FC236}">
                      <a16:creationId xmlns:a16="http://schemas.microsoft.com/office/drawing/2014/main" id="{AF869EBB-F939-799E-08ED-CC7C860E7436}"/>
                    </a:ext>
                  </a:extLst>
                </p:cNvPr>
                <p:cNvSpPr>
                  <a:spLocks noChangeShapeType="1"/>
                </p:cNvSpPr>
                <p:nvPr/>
              </p:nvSpPr>
              <p:spPr bwMode="auto">
                <a:xfrm>
                  <a:off x="2415" y="1757"/>
                  <a:ext cx="24" cy="1"/>
                </a:xfrm>
                <a:prstGeom prst="line">
                  <a:avLst/>
                </a:prstGeom>
                <a:grpFill/>
                <a:ln w="12700">
                  <a:solidFill>
                    <a:schemeClr val="bg1">
                      <a:lumMod val="65000"/>
                    </a:schemeClr>
                  </a:solidFill>
                  <a:round/>
                  <a:headEnd/>
                  <a:tailEnd/>
                </a:ln>
              </p:spPr>
              <p:txBody>
                <a:bodyPr/>
                <a:lstStyle/>
                <a:p>
                  <a:endParaRPr lang="en-US"/>
                </a:p>
              </p:txBody>
            </p:sp>
            <p:sp>
              <p:nvSpPr>
                <p:cNvPr id="104498" name="Line 217">
                  <a:extLst>
                    <a:ext uri="{FF2B5EF4-FFF2-40B4-BE49-F238E27FC236}">
                      <a16:creationId xmlns:a16="http://schemas.microsoft.com/office/drawing/2014/main" id="{5B6EDDC5-73FF-B736-D13D-F0F3344589A7}"/>
                    </a:ext>
                  </a:extLst>
                </p:cNvPr>
                <p:cNvSpPr>
                  <a:spLocks noChangeShapeType="1"/>
                </p:cNvSpPr>
                <p:nvPr/>
              </p:nvSpPr>
              <p:spPr bwMode="auto">
                <a:xfrm>
                  <a:off x="2471" y="1757"/>
                  <a:ext cx="24" cy="1"/>
                </a:xfrm>
                <a:prstGeom prst="line">
                  <a:avLst/>
                </a:prstGeom>
                <a:grpFill/>
                <a:ln w="12700">
                  <a:solidFill>
                    <a:schemeClr val="bg1">
                      <a:lumMod val="65000"/>
                    </a:schemeClr>
                  </a:solidFill>
                  <a:round/>
                  <a:headEnd/>
                  <a:tailEnd/>
                </a:ln>
              </p:spPr>
              <p:txBody>
                <a:bodyPr/>
                <a:lstStyle/>
                <a:p>
                  <a:endParaRPr lang="en-US"/>
                </a:p>
              </p:txBody>
            </p:sp>
            <p:sp>
              <p:nvSpPr>
                <p:cNvPr id="104499" name="Line 218">
                  <a:extLst>
                    <a:ext uri="{FF2B5EF4-FFF2-40B4-BE49-F238E27FC236}">
                      <a16:creationId xmlns:a16="http://schemas.microsoft.com/office/drawing/2014/main" id="{4163A08C-237B-D4FB-286B-6E300F6BAFD0}"/>
                    </a:ext>
                  </a:extLst>
                </p:cNvPr>
                <p:cNvSpPr>
                  <a:spLocks noChangeShapeType="1"/>
                </p:cNvSpPr>
                <p:nvPr/>
              </p:nvSpPr>
              <p:spPr bwMode="auto">
                <a:xfrm>
                  <a:off x="2526" y="1757"/>
                  <a:ext cx="24" cy="1"/>
                </a:xfrm>
                <a:prstGeom prst="line">
                  <a:avLst/>
                </a:prstGeom>
                <a:grpFill/>
                <a:ln w="12700">
                  <a:solidFill>
                    <a:schemeClr val="bg1">
                      <a:lumMod val="65000"/>
                    </a:schemeClr>
                  </a:solidFill>
                  <a:round/>
                  <a:headEnd/>
                  <a:tailEnd/>
                </a:ln>
              </p:spPr>
              <p:txBody>
                <a:bodyPr/>
                <a:lstStyle/>
                <a:p>
                  <a:endParaRPr lang="en-US"/>
                </a:p>
              </p:txBody>
            </p:sp>
            <p:sp>
              <p:nvSpPr>
                <p:cNvPr id="104500" name="Line 219">
                  <a:extLst>
                    <a:ext uri="{FF2B5EF4-FFF2-40B4-BE49-F238E27FC236}">
                      <a16:creationId xmlns:a16="http://schemas.microsoft.com/office/drawing/2014/main" id="{C7FF889A-FAD4-8689-B1B7-DB041E8464D0}"/>
                    </a:ext>
                  </a:extLst>
                </p:cNvPr>
                <p:cNvSpPr>
                  <a:spLocks noChangeShapeType="1"/>
                </p:cNvSpPr>
                <p:nvPr/>
              </p:nvSpPr>
              <p:spPr bwMode="auto">
                <a:xfrm>
                  <a:off x="2582" y="1757"/>
                  <a:ext cx="24" cy="1"/>
                </a:xfrm>
                <a:prstGeom prst="line">
                  <a:avLst/>
                </a:prstGeom>
                <a:grpFill/>
                <a:ln w="12700">
                  <a:solidFill>
                    <a:schemeClr val="bg1">
                      <a:lumMod val="65000"/>
                    </a:schemeClr>
                  </a:solidFill>
                  <a:round/>
                  <a:headEnd/>
                  <a:tailEnd/>
                </a:ln>
              </p:spPr>
              <p:txBody>
                <a:bodyPr/>
                <a:lstStyle/>
                <a:p>
                  <a:endParaRPr lang="en-US"/>
                </a:p>
              </p:txBody>
            </p:sp>
            <p:sp>
              <p:nvSpPr>
                <p:cNvPr id="104501" name="Line 220">
                  <a:extLst>
                    <a:ext uri="{FF2B5EF4-FFF2-40B4-BE49-F238E27FC236}">
                      <a16:creationId xmlns:a16="http://schemas.microsoft.com/office/drawing/2014/main" id="{E71D035D-DA93-313D-EAEA-58758967DB4F}"/>
                    </a:ext>
                  </a:extLst>
                </p:cNvPr>
                <p:cNvSpPr>
                  <a:spLocks noChangeShapeType="1"/>
                </p:cNvSpPr>
                <p:nvPr/>
              </p:nvSpPr>
              <p:spPr bwMode="auto">
                <a:xfrm>
                  <a:off x="2638" y="1757"/>
                  <a:ext cx="24" cy="1"/>
                </a:xfrm>
                <a:prstGeom prst="line">
                  <a:avLst/>
                </a:prstGeom>
                <a:grpFill/>
                <a:ln w="12700">
                  <a:solidFill>
                    <a:schemeClr val="bg1">
                      <a:lumMod val="65000"/>
                    </a:schemeClr>
                  </a:solidFill>
                  <a:round/>
                  <a:headEnd/>
                  <a:tailEnd/>
                </a:ln>
              </p:spPr>
              <p:txBody>
                <a:bodyPr/>
                <a:lstStyle/>
                <a:p>
                  <a:endParaRPr lang="en-US"/>
                </a:p>
              </p:txBody>
            </p:sp>
            <p:sp>
              <p:nvSpPr>
                <p:cNvPr id="104502" name="Line 221">
                  <a:extLst>
                    <a:ext uri="{FF2B5EF4-FFF2-40B4-BE49-F238E27FC236}">
                      <a16:creationId xmlns:a16="http://schemas.microsoft.com/office/drawing/2014/main" id="{0688CC5F-F137-A68A-45D7-352774138725}"/>
                    </a:ext>
                  </a:extLst>
                </p:cNvPr>
                <p:cNvSpPr>
                  <a:spLocks noChangeShapeType="1"/>
                </p:cNvSpPr>
                <p:nvPr/>
              </p:nvSpPr>
              <p:spPr bwMode="auto">
                <a:xfrm>
                  <a:off x="2694" y="1757"/>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492" name="Group 222">
              <a:extLst>
                <a:ext uri="{FF2B5EF4-FFF2-40B4-BE49-F238E27FC236}">
                  <a16:creationId xmlns:a16="http://schemas.microsoft.com/office/drawing/2014/main" id="{E1E76796-8C9E-2CD2-0A33-3E5D668B678D}"/>
                </a:ext>
              </a:extLst>
            </p:cNvPr>
            <p:cNvGrpSpPr>
              <a:grpSpLocks/>
            </p:cNvGrpSpPr>
            <p:nvPr/>
          </p:nvGrpSpPr>
          <p:grpSpPr bwMode="auto">
            <a:xfrm>
              <a:off x="1489" y="3264"/>
              <a:ext cx="423" cy="56"/>
              <a:chOff x="1489" y="3264"/>
              <a:chExt cx="423" cy="56"/>
            </a:xfrm>
            <a:grpFill/>
          </p:grpSpPr>
          <p:sp>
            <p:nvSpPr>
              <p:cNvPr id="104487" name="Freeform 223">
                <a:extLst>
                  <a:ext uri="{FF2B5EF4-FFF2-40B4-BE49-F238E27FC236}">
                    <a16:creationId xmlns:a16="http://schemas.microsoft.com/office/drawing/2014/main" id="{300B8896-3363-0F16-3380-D077D9F97A39}"/>
                  </a:ext>
                </a:extLst>
              </p:cNvPr>
              <p:cNvSpPr>
                <a:spLocks/>
              </p:cNvSpPr>
              <p:nvPr/>
            </p:nvSpPr>
            <p:spPr bwMode="auto">
              <a:xfrm>
                <a:off x="1792" y="3264"/>
                <a:ext cx="120" cy="56"/>
              </a:xfrm>
              <a:custGeom>
                <a:avLst/>
                <a:gdLst>
                  <a:gd name="T0" fmla="*/ 120 w 120"/>
                  <a:gd name="T1" fmla="*/ 24 h 56"/>
                  <a:gd name="T2" fmla="*/ 0 w 120"/>
                  <a:gd name="T3" fmla="*/ 56 h 56"/>
                  <a:gd name="T4" fmla="*/ 0 w 120"/>
                  <a:gd name="T5" fmla="*/ 24 h 56"/>
                  <a:gd name="T6" fmla="*/ 0 w 120"/>
                  <a:gd name="T7" fmla="*/ 0 h 56"/>
                  <a:gd name="T8" fmla="*/ 120 w 120"/>
                  <a:gd name="T9" fmla="*/ 24 h 56"/>
                  <a:gd name="T10" fmla="*/ 0 60000 65536"/>
                  <a:gd name="T11" fmla="*/ 0 60000 65536"/>
                  <a:gd name="T12" fmla="*/ 0 60000 65536"/>
                  <a:gd name="T13" fmla="*/ 0 60000 65536"/>
                  <a:gd name="T14" fmla="*/ 0 60000 65536"/>
                  <a:gd name="T15" fmla="*/ 0 w 120"/>
                  <a:gd name="T16" fmla="*/ 0 h 56"/>
                  <a:gd name="T17" fmla="*/ 120 w 120"/>
                  <a:gd name="T18" fmla="*/ 56 h 56"/>
                </a:gdLst>
                <a:ahLst/>
                <a:cxnLst>
                  <a:cxn ang="T10">
                    <a:pos x="T0" y="T1"/>
                  </a:cxn>
                  <a:cxn ang="T11">
                    <a:pos x="T2" y="T3"/>
                  </a:cxn>
                  <a:cxn ang="T12">
                    <a:pos x="T4" y="T5"/>
                  </a:cxn>
                  <a:cxn ang="T13">
                    <a:pos x="T6" y="T7"/>
                  </a:cxn>
                  <a:cxn ang="T14">
                    <a:pos x="T8" y="T9"/>
                  </a:cxn>
                </a:cxnLst>
                <a:rect l="T15" t="T16" r="T17" b="T18"/>
                <a:pathLst>
                  <a:path w="120" h="56">
                    <a:moveTo>
                      <a:pt x="120" y="24"/>
                    </a:moveTo>
                    <a:lnTo>
                      <a:pt x="0" y="56"/>
                    </a:lnTo>
                    <a:lnTo>
                      <a:pt x="0" y="24"/>
                    </a:lnTo>
                    <a:lnTo>
                      <a:pt x="0" y="0"/>
                    </a:lnTo>
                    <a:lnTo>
                      <a:pt x="120" y="24"/>
                    </a:lnTo>
                    <a:close/>
                  </a:path>
                </a:pathLst>
              </a:custGeom>
              <a:grpFill/>
              <a:ln w="9525">
                <a:solidFill>
                  <a:schemeClr val="bg1">
                    <a:lumMod val="65000"/>
                  </a:schemeClr>
                </a:solidFill>
                <a:round/>
                <a:headEnd/>
                <a:tailEnd/>
              </a:ln>
            </p:spPr>
            <p:txBody>
              <a:bodyPr/>
              <a:lstStyle/>
              <a:p>
                <a:endParaRPr lang="en-US"/>
              </a:p>
            </p:txBody>
          </p:sp>
          <p:grpSp>
            <p:nvGrpSpPr>
              <p:cNvPr id="104488" name="Group 224">
                <a:extLst>
                  <a:ext uri="{FF2B5EF4-FFF2-40B4-BE49-F238E27FC236}">
                    <a16:creationId xmlns:a16="http://schemas.microsoft.com/office/drawing/2014/main" id="{58298190-8E26-8D6A-F355-990C5379A75A}"/>
                  </a:ext>
                </a:extLst>
              </p:cNvPr>
              <p:cNvGrpSpPr>
                <a:grpSpLocks/>
              </p:cNvGrpSpPr>
              <p:nvPr/>
            </p:nvGrpSpPr>
            <p:grpSpPr bwMode="auto">
              <a:xfrm>
                <a:off x="1489" y="3288"/>
                <a:ext cx="295" cy="1"/>
                <a:chOff x="1489" y="3288"/>
                <a:chExt cx="295" cy="1"/>
              </a:xfrm>
              <a:grpFill/>
            </p:grpSpPr>
            <p:sp>
              <p:nvSpPr>
                <p:cNvPr id="104489" name="Line 225">
                  <a:extLst>
                    <a:ext uri="{FF2B5EF4-FFF2-40B4-BE49-F238E27FC236}">
                      <a16:creationId xmlns:a16="http://schemas.microsoft.com/office/drawing/2014/main" id="{E847E45D-C8FB-34B3-061F-65658177E94F}"/>
                    </a:ext>
                  </a:extLst>
                </p:cNvPr>
                <p:cNvSpPr>
                  <a:spLocks noChangeShapeType="1"/>
                </p:cNvSpPr>
                <p:nvPr/>
              </p:nvSpPr>
              <p:spPr bwMode="auto">
                <a:xfrm>
                  <a:off x="1489" y="3288"/>
                  <a:ext cx="24" cy="1"/>
                </a:xfrm>
                <a:prstGeom prst="line">
                  <a:avLst/>
                </a:prstGeom>
                <a:grpFill/>
                <a:ln w="12700">
                  <a:solidFill>
                    <a:schemeClr val="bg1">
                      <a:lumMod val="65000"/>
                    </a:schemeClr>
                  </a:solidFill>
                  <a:round/>
                  <a:headEnd/>
                  <a:tailEnd/>
                </a:ln>
              </p:spPr>
              <p:txBody>
                <a:bodyPr/>
                <a:lstStyle/>
                <a:p>
                  <a:endParaRPr lang="en-US"/>
                </a:p>
              </p:txBody>
            </p:sp>
            <p:sp>
              <p:nvSpPr>
                <p:cNvPr id="104490" name="Line 226">
                  <a:extLst>
                    <a:ext uri="{FF2B5EF4-FFF2-40B4-BE49-F238E27FC236}">
                      <a16:creationId xmlns:a16="http://schemas.microsoft.com/office/drawing/2014/main" id="{B4D42E37-53B7-A2F4-CCDF-A6072DC5183D}"/>
                    </a:ext>
                  </a:extLst>
                </p:cNvPr>
                <p:cNvSpPr>
                  <a:spLocks noChangeShapeType="1"/>
                </p:cNvSpPr>
                <p:nvPr/>
              </p:nvSpPr>
              <p:spPr bwMode="auto">
                <a:xfrm>
                  <a:off x="1544" y="3288"/>
                  <a:ext cx="24" cy="1"/>
                </a:xfrm>
                <a:prstGeom prst="line">
                  <a:avLst/>
                </a:prstGeom>
                <a:grpFill/>
                <a:ln w="12700">
                  <a:solidFill>
                    <a:schemeClr val="bg1">
                      <a:lumMod val="65000"/>
                    </a:schemeClr>
                  </a:solidFill>
                  <a:round/>
                  <a:headEnd/>
                  <a:tailEnd/>
                </a:ln>
              </p:spPr>
              <p:txBody>
                <a:bodyPr/>
                <a:lstStyle/>
                <a:p>
                  <a:endParaRPr lang="en-US"/>
                </a:p>
              </p:txBody>
            </p:sp>
            <p:sp>
              <p:nvSpPr>
                <p:cNvPr id="104491" name="Line 227">
                  <a:extLst>
                    <a:ext uri="{FF2B5EF4-FFF2-40B4-BE49-F238E27FC236}">
                      <a16:creationId xmlns:a16="http://schemas.microsoft.com/office/drawing/2014/main" id="{E17F38EF-F318-EA3D-571C-AD6E78038E4D}"/>
                    </a:ext>
                  </a:extLst>
                </p:cNvPr>
                <p:cNvSpPr>
                  <a:spLocks noChangeShapeType="1"/>
                </p:cNvSpPr>
                <p:nvPr/>
              </p:nvSpPr>
              <p:spPr bwMode="auto">
                <a:xfrm>
                  <a:off x="1600" y="3288"/>
                  <a:ext cx="24" cy="1"/>
                </a:xfrm>
                <a:prstGeom prst="line">
                  <a:avLst/>
                </a:prstGeom>
                <a:grpFill/>
                <a:ln w="12700">
                  <a:solidFill>
                    <a:schemeClr val="bg1">
                      <a:lumMod val="65000"/>
                    </a:schemeClr>
                  </a:solidFill>
                  <a:round/>
                  <a:headEnd/>
                  <a:tailEnd/>
                </a:ln>
              </p:spPr>
              <p:txBody>
                <a:bodyPr/>
                <a:lstStyle/>
                <a:p>
                  <a:endParaRPr lang="en-US"/>
                </a:p>
              </p:txBody>
            </p:sp>
            <p:sp>
              <p:nvSpPr>
                <p:cNvPr id="104492" name="Line 228">
                  <a:extLst>
                    <a:ext uri="{FF2B5EF4-FFF2-40B4-BE49-F238E27FC236}">
                      <a16:creationId xmlns:a16="http://schemas.microsoft.com/office/drawing/2014/main" id="{12B60C45-F9B6-52E7-FE40-06B4D9A5EFB8}"/>
                    </a:ext>
                  </a:extLst>
                </p:cNvPr>
                <p:cNvSpPr>
                  <a:spLocks noChangeShapeType="1"/>
                </p:cNvSpPr>
                <p:nvPr/>
              </p:nvSpPr>
              <p:spPr bwMode="auto">
                <a:xfrm>
                  <a:off x="1656" y="3288"/>
                  <a:ext cx="24" cy="1"/>
                </a:xfrm>
                <a:prstGeom prst="line">
                  <a:avLst/>
                </a:prstGeom>
                <a:grpFill/>
                <a:ln w="12700">
                  <a:solidFill>
                    <a:schemeClr val="bg1">
                      <a:lumMod val="65000"/>
                    </a:schemeClr>
                  </a:solidFill>
                  <a:round/>
                  <a:headEnd/>
                  <a:tailEnd/>
                </a:ln>
              </p:spPr>
              <p:txBody>
                <a:bodyPr/>
                <a:lstStyle/>
                <a:p>
                  <a:endParaRPr lang="en-US"/>
                </a:p>
              </p:txBody>
            </p:sp>
            <p:sp>
              <p:nvSpPr>
                <p:cNvPr id="104493" name="Line 229">
                  <a:extLst>
                    <a:ext uri="{FF2B5EF4-FFF2-40B4-BE49-F238E27FC236}">
                      <a16:creationId xmlns:a16="http://schemas.microsoft.com/office/drawing/2014/main" id="{CD8E014E-553C-CE38-4B3E-30220778390F}"/>
                    </a:ext>
                  </a:extLst>
                </p:cNvPr>
                <p:cNvSpPr>
                  <a:spLocks noChangeShapeType="1"/>
                </p:cNvSpPr>
                <p:nvPr/>
              </p:nvSpPr>
              <p:spPr bwMode="auto">
                <a:xfrm>
                  <a:off x="1712" y="3288"/>
                  <a:ext cx="24" cy="1"/>
                </a:xfrm>
                <a:prstGeom prst="line">
                  <a:avLst/>
                </a:prstGeom>
                <a:grpFill/>
                <a:ln w="12700">
                  <a:solidFill>
                    <a:schemeClr val="bg1">
                      <a:lumMod val="65000"/>
                    </a:schemeClr>
                  </a:solidFill>
                  <a:round/>
                  <a:headEnd/>
                  <a:tailEnd/>
                </a:ln>
              </p:spPr>
              <p:txBody>
                <a:bodyPr/>
                <a:lstStyle/>
                <a:p>
                  <a:endParaRPr lang="en-US"/>
                </a:p>
              </p:txBody>
            </p:sp>
            <p:sp>
              <p:nvSpPr>
                <p:cNvPr id="104494" name="Line 230">
                  <a:extLst>
                    <a:ext uri="{FF2B5EF4-FFF2-40B4-BE49-F238E27FC236}">
                      <a16:creationId xmlns:a16="http://schemas.microsoft.com/office/drawing/2014/main" id="{A2B2854A-E398-8DD5-271A-6C92BF189672}"/>
                    </a:ext>
                  </a:extLst>
                </p:cNvPr>
                <p:cNvSpPr>
                  <a:spLocks noChangeShapeType="1"/>
                </p:cNvSpPr>
                <p:nvPr/>
              </p:nvSpPr>
              <p:spPr bwMode="auto">
                <a:xfrm>
                  <a:off x="1768" y="3288"/>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493" name="Group 231">
              <a:extLst>
                <a:ext uri="{FF2B5EF4-FFF2-40B4-BE49-F238E27FC236}">
                  <a16:creationId xmlns:a16="http://schemas.microsoft.com/office/drawing/2014/main" id="{F5B00B5E-09A6-B777-2323-B946400FDBEA}"/>
                </a:ext>
              </a:extLst>
            </p:cNvPr>
            <p:cNvGrpSpPr>
              <a:grpSpLocks/>
            </p:cNvGrpSpPr>
            <p:nvPr/>
          </p:nvGrpSpPr>
          <p:grpSpPr bwMode="auto">
            <a:xfrm>
              <a:off x="1944" y="3256"/>
              <a:ext cx="423" cy="56"/>
              <a:chOff x="1944" y="3256"/>
              <a:chExt cx="423" cy="56"/>
            </a:xfrm>
            <a:grpFill/>
          </p:grpSpPr>
          <p:sp>
            <p:nvSpPr>
              <p:cNvPr id="104479" name="Freeform 232">
                <a:extLst>
                  <a:ext uri="{FF2B5EF4-FFF2-40B4-BE49-F238E27FC236}">
                    <a16:creationId xmlns:a16="http://schemas.microsoft.com/office/drawing/2014/main" id="{7F2ACCFA-68BE-7A9F-038C-0CB3EA692EDC}"/>
                  </a:ext>
                </a:extLst>
              </p:cNvPr>
              <p:cNvSpPr>
                <a:spLocks/>
              </p:cNvSpPr>
              <p:nvPr/>
            </p:nvSpPr>
            <p:spPr bwMode="auto">
              <a:xfrm>
                <a:off x="2255" y="325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4480" name="Group 233">
                <a:extLst>
                  <a:ext uri="{FF2B5EF4-FFF2-40B4-BE49-F238E27FC236}">
                    <a16:creationId xmlns:a16="http://schemas.microsoft.com/office/drawing/2014/main" id="{AFFA3908-6F75-2603-8787-14EA87BAD118}"/>
                  </a:ext>
                </a:extLst>
              </p:cNvPr>
              <p:cNvGrpSpPr>
                <a:grpSpLocks/>
              </p:cNvGrpSpPr>
              <p:nvPr/>
            </p:nvGrpSpPr>
            <p:grpSpPr bwMode="auto">
              <a:xfrm>
                <a:off x="1944" y="3288"/>
                <a:ext cx="303" cy="1"/>
                <a:chOff x="1944" y="3288"/>
                <a:chExt cx="303" cy="1"/>
              </a:xfrm>
              <a:grpFill/>
            </p:grpSpPr>
            <p:sp>
              <p:nvSpPr>
                <p:cNvPr id="104481" name="Line 234">
                  <a:extLst>
                    <a:ext uri="{FF2B5EF4-FFF2-40B4-BE49-F238E27FC236}">
                      <a16:creationId xmlns:a16="http://schemas.microsoft.com/office/drawing/2014/main" id="{F199BD42-8982-AC84-D4C1-702F79FD4F41}"/>
                    </a:ext>
                  </a:extLst>
                </p:cNvPr>
                <p:cNvSpPr>
                  <a:spLocks noChangeShapeType="1"/>
                </p:cNvSpPr>
                <p:nvPr/>
              </p:nvSpPr>
              <p:spPr bwMode="auto">
                <a:xfrm>
                  <a:off x="1944" y="3288"/>
                  <a:ext cx="24" cy="1"/>
                </a:xfrm>
                <a:prstGeom prst="line">
                  <a:avLst/>
                </a:prstGeom>
                <a:grpFill/>
                <a:ln w="12700">
                  <a:solidFill>
                    <a:schemeClr val="bg1">
                      <a:lumMod val="65000"/>
                    </a:schemeClr>
                  </a:solidFill>
                  <a:round/>
                  <a:headEnd/>
                  <a:tailEnd/>
                </a:ln>
              </p:spPr>
              <p:txBody>
                <a:bodyPr/>
                <a:lstStyle/>
                <a:p>
                  <a:endParaRPr lang="en-US"/>
                </a:p>
              </p:txBody>
            </p:sp>
            <p:sp>
              <p:nvSpPr>
                <p:cNvPr id="104482" name="Line 235">
                  <a:extLst>
                    <a:ext uri="{FF2B5EF4-FFF2-40B4-BE49-F238E27FC236}">
                      <a16:creationId xmlns:a16="http://schemas.microsoft.com/office/drawing/2014/main" id="{9CFDC10D-00EC-E366-A162-6A171A8B5417}"/>
                    </a:ext>
                  </a:extLst>
                </p:cNvPr>
                <p:cNvSpPr>
                  <a:spLocks noChangeShapeType="1"/>
                </p:cNvSpPr>
                <p:nvPr/>
              </p:nvSpPr>
              <p:spPr bwMode="auto">
                <a:xfrm>
                  <a:off x="2000" y="3288"/>
                  <a:ext cx="23" cy="1"/>
                </a:xfrm>
                <a:prstGeom prst="line">
                  <a:avLst/>
                </a:prstGeom>
                <a:grpFill/>
                <a:ln w="12700">
                  <a:solidFill>
                    <a:schemeClr val="bg1">
                      <a:lumMod val="65000"/>
                    </a:schemeClr>
                  </a:solidFill>
                  <a:round/>
                  <a:headEnd/>
                  <a:tailEnd/>
                </a:ln>
              </p:spPr>
              <p:txBody>
                <a:bodyPr/>
                <a:lstStyle/>
                <a:p>
                  <a:endParaRPr lang="en-US"/>
                </a:p>
              </p:txBody>
            </p:sp>
            <p:sp>
              <p:nvSpPr>
                <p:cNvPr id="104483" name="Line 236">
                  <a:extLst>
                    <a:ext uri="{FF2B5EF4-FFF2-40B4-BE49-F238E27FC236}">
                      <a16:creationId xmlns:a16="http://schemas.microsoft.com/office/drawing/2014/main" id="{CCE96EB8-FC03-215E-659E-63409FC7CC66}"/>
                    </a:ext>
                  </a:extLst>
                </p:cNvPr>
                <p:cNvSpPr>
                  <a:spLocks noChangeShapeType="1"/>
                </p:cNvSpPr>
                <p:nvPr/>
              </p:nvSpPr>
              <p:spPr bwMode="auto">
                <a:xfrm>
                  <a:off x="2055" y="3288"/>
                  <a:ext cx="24" cy="1"/>
                </a:xfrm>
                <a:prstGeom prst="line">
                  <a:avLst/>
                </a:prstGeom>
                <a:grpFill/>
                <a:ln w="12700">
                  <a:solidFill>
                    <a:schemeClr val="bg1">
                      <a:lumMod val="65000"/>
                    </a:schemeClr>
                  </a:solidFill>
                  <a:round/>
                  <a:headEnd/>
                  <a:tailEnd/>
                </a:ln>
              </p:spPr>
              <p:txBody>
                <a:bodyPr/>
                <a:lstStyle/>
                <a:p>
                  <a:endParaRPr lang="en-US"/>
                </a:p>
              </p:txBody>
            </p:sp>
            <p:sp>
              <p:nvSpPr>
                <p:cNvPr id="104484" name="Line 237">
                  <a:extLst>
                    <a:ext uri="{FF2B5EF4-FFF2-40B4-BE49-F238E27FC236}">
                      <a16:creationId xmlns:a16="http://schemas.microsoft.com/office/drawing/2014/main" id="{5B9C3622-9FA1-1DA6-B068-31878A67D5AC}"/>
                    </a:ext>
                  </a:extLst>
                </p:cNvPr>
                <p:cNvSpPr>
                  <a:spLocks noChangeShapeType="1"/>
                </p:cNvSpPr>
                <p:nvPr/>
              </p:nvSpPr>
              <p:spPr bwMode="auto">
                <a:xfrm>
                  <a:off x="2111" y="3288"/>
                  <a:ext cx="24" cy="1"/>
                </a:xfrm>
                <a:prstGeom prst="line">
                  <a:avLst/>
                </a:prstGeom>
                <a:grpFill/>
                <a:ln w="12700">
                  <a:solidFill>
                    <a:schemeClr val="bg1">
                      <a:lumMod val="65000"/>
                    </a:schemeClr>
                  </a:solidFill>
                  <a:round/>
                  <a:headEnd/>
                  <a:tailEnd/>
                </a:ln>
              </p:spPr>
              <p:txBody>
                <a:bodyPr/>
                <a:lstStyle/>
                <a:p>
                  <a:endParaRPr lang="en-US"/>
                </a:p>
              </p:txBody>
            </p:sp>
            <p:sp>
              <p:nvSpPr>
                <p:cNvPr id="104485" name="Line 238">
                  <a:extLst>
                    <a:ext uri="{FF2B5EF4-FFF2-40B4-BE49-F238E27FC236}">
                      <a16:creationId xmlns:a16="http://schemas.microsoft.com/office/drawing/2014/main" id="{51BE2580-AC7D-CCF7-D40A-C75B45D797C8}"/>
                    </a:ext>
                  </a:extLst>
                </p:cNvPr>
                <p:cNvSpPr>
                  <a:spLocks noChangeShapeType="1"/>
                </p:cNvSpPr>
                <p:nvPr/>
              </p:nvSpPr>
              <p:spPr bwMode="auto">
                <a:xfrm>
                  <a:off x="2167" y="3288"/>
                  <a:ext cx="24" cy="1"/>
                </a:xfrm>
                <a:prstGeom prst="line">
                  <a:avLst/>
                </a:prstGeom>
                <a:grpFill/>
                <a:ln w="12700">
                  <a:solidFill>
                    <a:schemeClr val="bg1">
                      <a:lumMod val="65000"/>
                    </a:schemeClr>
                  </a:solidFill>
                  <a:round/>
                  <a:headEnd/>
                  <a:tailEnd/>
                </a:ln>
              </p:spPr>
              <p:txBody>
                <a:bodyPr/>
                <a:lstStyle/>
                <a:p>
                  <a:endParaRPr lang="en-US"/>
                </a:p>
              </p:txBody>
            </p:sp>
            <p:sp>
              <p:nvSpPr>
                <p:cNvPr id="104486" name="Line 239">
                  <a:extLst>
                    <a:ext uri="{FF2B5EF4-FFF2-40B4-BE49-F238E27FC236}">
                      <a16:creationId xmlns:a16="http://schemas.microsoft.com/office/drawing/2014/main" id="{E8CFCA48-8B50-9BF0-0166-195DF5419D08}"/>
                    </a:ext>
                  </a:extLst>
                </p:cNvPr>
                <p:cNvSpPr>
                  <a:spLocks noChangeShapeType="1"/>
                </p:cNvSpPr>
                <p:nvPr/>
              </p:nvSpPr>
              <p:spPr bwMode="auto">
                <a:xfrm>
                  <a:off x="2223" y="3288"/>
                  <a:ext cx="24" cy="1"/>
                </a:xfrm>
                <a:prstGeom prst="line">
                  <a:avLst/>
                </a:prstGeom>
                <a:grpFill/>
                <a:ln w="12700">
                  <a:solidFill>
                    <a:schemeClr val="bg1">
                      <a:lumMod val="65000"/>
                    </a:schemeClr>
                  </a:solidFill>
                  <a:round/>
                  <a:headEnd/>
                  <a:tailEnd/>
                </a:ln>
              </p:spPr>
              <p:txBody>
                <a:bodyPr/>
                <a:lstStyle/>
                <a:p>
                  <a:endParaRPr lang="en-US"/>
                </a:p>
              </p:txBody>
            </p:sp>
          </p:grpSp>
        </p:grpSp>
        <p:grpSp>
          <p:nvGrpSpPr>
            <p:cNvPr id="103494" name="Group 240">
              <a:extLst>
                <a:ext uri="{FF2B5EF4-FFF2-40B4-BE49-F238E27FC236}">
                  <a16:creationId xmlns:a16="http://schemas.microsoft.com/office/drawing/2014/main" id="{565621FA-6BEC-3D8B-385E-8169880B10B9}"/>
                </a:ext>
              </a:extLst>
            </p:cNvPr>
            <p:cNvGrpSpPr>
              <a:grpSpLocks/>
            </p:cNvGrpSpPr>
            <p:nvPr/>
          </p:nvGrpSpPr>
          <p:grpSpPr bwMode="auto">
            <a:xfrm>
              <a:off x="2415" y="3256"/>
              <a:ext cx="415" cy="56"/>
              <a:chOff x="2415" y="3256"/>
              <a:chExt cx="415" cy="56"/>
            </a:xfrm>
            <a:grpFill/>
          </p:grpSpPr>
          <p:sp>
            <p:nvSpPr>
              <p:cNvPr id="104471" name="Freeform 241">
                <a:extLst>
                  <a:ext uri="{FF2B5EF4-FFF2-40B4-BE49-F238E27FC236}">
                    <a16:creationId xmlns:a16="http://schemas.microsoft.com/office/drawing/2014/main" id="{6210328E-E131-87EE-FCD1-C80C6D1F6E21}"/>
                  </a:ext>
                </a:extLst>
              </p:cNvPr>
              <p:cNvSpPr>
                <a:spLocks/>
              </p:cNvSpPr>
              <p:nvPr/>
            </p:nvSpPr>
            <p:spPr bwMode="auto">
              <a:xfrm>
                <a:off x="2718" y="325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4472" name="Group 242">
                <a:extLst>
                  <a:ext uri="{FF2B5EF4-FFF2-40B4-BE49-F238E27FC236}">
                    <a16:creationId xmlns:a16="http://schemas.microsoft.com/office/drawing/2014/main" id="{91C5F143-B561-0C70-B26D-973D3FDC4A7D}"/>
                  </a:ext>
                </a:extLst>
              </p:cNvPr>
              <p:cNvGrpSpPr>
                <a:grpSpLocks/>
              </p:cNvGrpSpPr>
              <p:nvPr/>
            </p:nvGrpSpPr>
            <p:grpSpPr bwMode="auto">
              <a:xfrm>
                <a:off x="2415" y="3288"/>
                <a:ext cx="295" cy="1"/>
                <a:chOff x="2415" y="3288"/>
                <a:chExt cx="295" cy="1"/>
              </a:xfrm>
              <a:grpFill/>
            </p:grpSpPr>
            <p:sp>
              <p:nvSpPr>
                <p:cNvPr id="104473" name="Line 243">
                  <a:extLst>
                    <a:ext uri="{FF2B5EF4-FFF2-40B4-BE49-F238E27FC236}">
                      <a16:creationId xmlns:a16="http://schemas.microsoft.com/office/drawing/2014/main" id="{F6B4E52C-36DF-5D1B-2A4C-36FC208210D6}"/>
                    </a:ext>
                  </a:extLst>
                </p:cNvPr>
                <p:cNvSpPr>
                  <a:spLocks noChangeShapeType="1"/>
                </p:cNvSpPr>
                <p:nvPr/>
              </p:nvSpPr>
              <p:spPr bwMode="auto">
                <a:xfrm>
                  <a:off x="2415" y="3288"/>
                  <a:ext cx="24" cy="1"/>
                </a:xfrm>
                <a:prstGeom prst="line">
                  <a:avLst/>
                </a:prstGeom>
                <a:grpFill/>
                <a:ln w="12700">
                  <a:solidFill>
                    <a:schemeClr val="bg1">
                      <a:lumMod val="65000"/>
                    </a:schemeClr>
                  </a:solidFill>
                  <a:round/>
                  <a:headEnd/>
                  <a:tailEnd/>
                </a:ln>
              </p:spPr>
              <p:txBody>
                <a:bodyPr/>
                <a:lstStyle/>
                <a:p>
                  <a:endParaRPr lang="en-US"/>
                </a:p>
              </p:txBody>
            </p:sp>
            <p:sp>
              <p:nvSpPr>
                <p:cNvPr id="104474" name="Line 244">
                  <a:extLst>
                    <a:ext uri="{FF2B5EF4-FFF2-40B4-BE49-F238E27FC236}">
                      <a16:creationId xmlns:a16="http://schemas.microsoft.com/office/drawing/2014/main" id="{CC7817BE-9831-F11A-BE1A-88DF0A174E84}"/>
                    </a:ext>
                  </a:extLst>
                </p:cNvPr>
                <p:cNvSpPr>
                  <a:spLocks noChangeShapeType="1"/>
                </p:cNvSpPr>
                <p:nvPr/>
              </p:nvSpPr>
              <p:spPr bwMode="auto">
                <a:xfrm>
                  <a:off x="2471" y="3288"/>
                  <a:ext cx="24" cy="1"/>
                </a:xfrm>
                <a:prstGeom prst="line">
                  <a:avLst/>
                </a:prstGeom>
                <a:grpFill/>
                <a:ln w="12700">
                  <a:solidFill>
                    <a:schemeClr val="bg1">
                      <a:lumMod val="65000"/>
                    </a:schemeClr>
                  </a:solidFill>
                  <a:round/>
                  <a:headEnd/>
                  <a:tailEnd/>
                </a:ln>
              </p:spPr>
              <p:txBody>
                <a:bodyPr/>
                <a:lstStyle/>
                <a:p>
                  <a:endParaRPr lang="en-US"/>
                </a:p>
              </p:txBody>
            </p:sp>
            <p:sp>
              <p:nvSpPr>
                <p:cNvPr id="104475" name="Line 245">
                  <a:extLst>
                    <a:ext uri="{FF2B5EF4-FFF2-40B4-BE49-F238E27FC236}">
                      <a16:creationId xmlns:a16="http://schemas.microsoft.com/office/drawing/2014/main" id="{2BE58DA9-9F78-625A-4EBB-0833BCF28690}"/>
                    </a:ext>
                  </a:extLst>
                </p:cNvPr>
                <p:cNvSpPr>
                  <a:spLocks noChangeShapeType="1"/>
                </p:cNvSpPr>
                <p:nvPr/>
              </p:nvSpPr>
              <p:spPr bwMode="auto">
                <a:xfrm>
                  <a:off x="2526" y="3288"/>
                  <a:ext cx="24" cy="1"/>
                </a:xfrm>
                <a:prstGeom prst="line">
                  <a:avLst/>
                </a:prstGeom>
                <a:grpFill/>
                <a:ln w="12700">
                  <a:solidFill>
                    <a:schemeClr val="bg1">
                      <a:lumMod val="65000"/>
                    </a:schemeClr>
                  </a:solidFill>
                  <a:round/>
                  <a:headEnd/>
                  <a:tailEnd/>
                </a:ln>
              </p:spPr>
              <p:txBody>
                <a:bodyPr/>
                <a:lstStyle/>
                <a:p>
                  <a:endParaRPr lang="en-US"/>
                </a:p>
              </p:txBody>
            </p:sp>
            <p:sp>
              <p:nvSpPr>
                <p:cNvPr id="104476" name="Line 246">
                  <a:extLst>
                    <a:ext uri="{FF2B5EF4-FFF2-40B4-BE49-F238E27FC236}">
                      <a16:creationId xmlns:a16="http://schemas.microsoft.com/office/drawing/2014/main" id="{825C3CE8-1291-BFE2-EBAF-5CFF05A4CB03}"/>
                    </a:ext>
                  </a:extLst>
                </p:cNvPr>
                <p:cNvSpPr>
                  <a:spLocks noChangeShapeType="1"/>
                </p:cNvSpPr>
                <p:nvPr/>
              </p:nvSpPr>
              <p:spPr bwMode="auto">
                <a:xfrm>
                  <a:off x="2582" y="3288"/>
                  <a:ext cx="24" cy="1"/>
                </a:xfrm>
                <a:prstGeom prst="line">
                  <a:avLst/>
                </a:prstGeom>
                <a:grpFill/>
                <a:ln w="12700">
                  <a:solidFill>
                    <a:schemeClr val="bg1">
                      <a:lumMod val="65000"/>
                    </a:schemeClr>
                  </a:solidFill>
                  <a:round/>
                  <a:headEnd/>
                  <a:tailEnd/>
                </a:ln>
              </p:spPr>
              <p:txBody>
                <a:bodyPr/>
                <a:lstStyle/>
                <a:p>
                  <a:endParaRPr lang="en-US"/>
                </a:p>
              </p:txBody>
            </p:sp>
            <p:sp>
              <p:nvSpPr>
                <p:cNvPr id="104477" name="Line 247">
                  <a:extLst>
                    <a:ext uri="{FF2B5EF4-FFF2-40B4-BE49-F238E27FC236}">
                      <a16:creationId xmlns:a16="http://schemas.microsoft.com/office/drawing/2014/main" id="{C5720E8A-1ED0-9642-7C88-C16BB951561E}"/>
                    </a:ext>
                  </a:extLst>
                </p:cNvPr>
                <p:cNvSpPr>
                  <a:spLocks noChangeShapeType="1"/>
                </p:cNvSpPr>
                <p:nvPr/>
              </p:nvSpPr>
              <p:spPr bwMode="auto">
                <a:xfrm>
                  <a:off x="2638" y="3288"/>
                  <a:ext cx="24" cy="1"/>
                </a:xfrm>
                <a:prstGeom prst="line">
                  <a:avLst/>
                </a:prstGeom>
                <a:grpFill/>
                <a:ln w="12700">
                  <a:solidFill>
                    <a:schemeClr val="bg1">
                      <a:lumMod val="65000"/>
                    </a:schemeClr>
                  </a:solidFill>
                  <a:round/>
                  <a:headEnd/>
                  <a:tailEnd/>
                </a:ln>
              </p:spPr>
              <p:txBody>
                <a:bodyPr/>
                <a:lstStyle/>
                <a:p>
                  <a:endParaRPr lang="en-US"/>
                </a:p>
              </p:txBody>
            </p:sp>
            <p:sp>
              <p:nvSpPr>
                <p:cNvPr id="104478" name="Line 248">
                  <a:extLst>
                    <a:ext uri="{FF2B5EF4-FFF2-40B4-BE49-F238E27FC236}">
                      <a16:creationId xmlns:a16="http://schemas.microsoft.com/office/drawing/2014/main" id="{DE182713-9D55-E59B-FDBD-E0018117EF52}"/>
                    </a:ext>
                  </a:extLst>
                </p:cNvPr>
                <p:cNvSpPr>
                  <a:spLocks noChangeShapeType="1"/>
                </p:cNvSpPr>
                <p:nvPr/>
              </p:nvSpPr>
              <p:spPr bwMode="auto">
                <a:xfrm>
                  <a:off x="2694" y="3288"/>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495" name="Group 249">
              <a:extLst>
                <a:ext uri="{FF2B5EF4-FFF2-40B4-BE49-F238E27FC236}">
                  <a16:creationId xmlns:a16="http://schemas.microsoft.com/office/drawing/2014/main" id="{9092B838-D9DC-5A0C-69D3-2D82C9AE01FD}"/>
                </a:ext>
              </a:extLst>
            </p:cNvPr>
            <p:cNvGrpSpPr>
              <a:grpSpLocks/>
            </p:cNvGrpSpPr>
            <p:nvPr/>
          </p:nvGrpSpPr>
          <p:grpSpPr bwMode="auto">
            <a:xfrm>
              <a:off x="1489" y="3567"/>
              <a:ext cx="423" cy="56"/>
              <a:chOff x="1489" y="3567"/>
              <a:chExt cx="423" cy="56"/>
            </a:xfrm>
            <a:grpFill/>
          </p:grpSpPr>
          <p:sp>
            <p:nvSpPr>
              <p:cNvPr id="104463" name="Freeform 250">
                <a:extLst>
                  <a:ext uri="{FF2B5EF4-FFF2-40B4-BE49-F238E27FC236}">
                    <a16:creationId xmlns:a16="http://schemas.microsoft.com/office/drawing/2014/main" id="{90DE9CFF-CDFF-7947-E622-D0B8553E740E}"/>
                  </a:ext>
                </a:extLst>
              </p:cNvPr>
              <p:cNvSpPr>
                <a:spLocks/>
              </p:cNvSpPr>
              <p:nvPr/>
            </p:nvSpPr>
            <p:spPr bwMode="auto">
              <a:xfrm>
                <a:off x="1800"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lumMod val="65000"/>
                  </a:schemeClr>
                </a:solidFill>
                <a:round/>
                <a:headEnd/>
                <a:tailEnd/>
              </a:ln>
            </p:spPr>
            <p:txBody>
              <a:bodyPr/>
              <a:lstStyle/>
              <a:p>
                <a:endParaRPr lang="en-US"/>
              </a:p>
            </p:txBody>
          </p:sp>
          <p:grpSp>
            <p:nvGrpSpPr>
              <p:cNvPr id="104464" name="Group 251">
                <a:extLst>
                  <a:ext uri="{FF2B5EF4-FFF2-40B4-BE49-F238E27FC236}">
                    <a16:creationId xmlns:a16="http://schemas.microsoft.com/office/drawing/2014/main" id="{AE02D2DD-44EA-67F7-E72B-4A924701508E}"/>
                  </a:ext>
                </a:extLst>
              </p:cNvPr>
              <p:cNvGrpSpPr>
                <a:grpSpLocks/>
              </p:cNvGrpSpPr>
              <p:nvPr/>
            </p:nvGrpSpPr>
            <p:grpSpPr bwMode="auto">
              <a:xfrm>
                <a:off x="1489" y="3591"/>
                <a:ext cx="303" cy="1"/>
                <a:chOff x="1489" y="3591"/>
                <a:chExt cx="303" cy="1"/>
              </a:xfrm>
              <a:grpFill/>
            </p:grpSpPr>
            <p:sp>
              <p:nvSpPr>
                <p:cNvPr id="104465" name="Line 252">
                  <a:extLst>
                    <a:ext uri="{FF2B5EF4-FFF2-40B4-BE49-F238E27FC236}">
                      <a16:creationId xmlns:a16="http://schemas.microsoft.com/office/drawing/2014/main" id="{71442267-2A3C-A329-16A4-01CB0EAABBF5}"/>
                    </a:ext>
                  </a:extLst>
                </p:cNvPr>
                <p:cNvSpPr>
                  <a:spLocks noChangeShapeType="1"/>
                </p:cNvSpPr>
                <p:nvPr/>
              </p:nvSpPr>
              <p:spPr bwMode="auto">
                <a:xfrm>
                  <a:off x="1489" y="3591"/>
                  <a:ext cx="24" cy="1"/>
                </a:xfrm>
                <a:prstGeom prst="line">
                  <a:avLst/>
                </a:prstGeom>
                <a:grpFill/>
                <a:ln w="12700">
                  <a:solidFill>
                    <a:schemeClr val="bg1">
                      <a:lumMod val="65000"/>
                    </a:schemeClr>
                  </a:solidFill>
                  <a:round/>
                  <a:headEnd/>
                  <a:tailEnd/>
                </a:ln>
              </p:spPr>
              <p:txBody>
                <a:bodyPr/>
                <a:lstStyle/>
                <a:p>
                  <a:endParaRPr lang="en-US"/>
                </a:p>
              </p:txBody>
            </p:sp>
            <p:sp>
              <p:nvSpPr>
                <p:cNvPr id="104466" name="Line 253">
                  <a:extLst>
                    <a:ext uri="{FF2B5EF4-FFF2-40B4-BE49-F238E27FC236}">
                      <a16:creationId xmlns:a16="http://schemas.microsoft.com/office/drawing/2014/main" id="{CAD5A338-0A59-AC90-4852-8526DD6C02E5}"/>
                    </a:ext>
                  </a:extLst>
                </p:cNvPr>
                <p:cNvSpPr>
                  <a:spLocks noChangeShapeType="1"/>
                </p:cNvSpPr>
                <p:nvPr/>
              </p:nvSpPr>
              <p:spPr bwMode="auto">
                <a:xfrm>
                  <a:off x="1544" y="3591"/>
                  <a:ext cx="24" cy="1"/>
                </a:xfrm>
                <a:prstGeom prst="line">
                  <a:avLst/>
                </a:prstGeom>
                <a:grpFill/>
                <a:ln w="12700">
                  <a:solidFill>
                    <a:schemeClr val="bg1">
                      <a:lumMod val="65000"/>
                    </a:schemeClr>
                  </a:solidFill>
                  <a:round/>
                  <a:headEnd/>
                  <a:tailEnd/>
                </a:ln>
              </p:spPr>
              <p:txBody>
                <a:bodyPr/>
                <a:lstStyle/>
                <a:p>
                  <a:endParaRPr lang="en-US"/>
                </a:p>
              </p:txBody>
            </p:sp>
            <p:sp>
              <p:nvSpPr>
                <p:cNvPr id="104467" name="Line 254">
                  <a:extLst>
                    <a:ext uri="{FF2B5EF4-FFF2-40B4-BE49-F238E27FC236}">
                      <a16:creationId xmlns:a16="http://schemas.microsoft.com/office/drawing/2014/main" id="{70CB14CD-7D2A-8228-C594-6ED5171C2056}"/>
                    </a:ext>
                  </a:extLst>
                </p:cNvPr>
                <p:cNvSpPr>
                  <a:spLocks noChangeShapeType="1"/>
                </p:cNvSpPr>
                <p:nvPr/>
              </p:nvSpPr>
              <p:spPr bwMode="auto">
                <a:xfrm>
                  <a:off x="1600" y="3591"/>
                  <a:ext cx="24" cy="1"/>
                </a:xfrm>
                <a:prstGeom prst="line">
                  <a:avLst/>
                </a:prstGeom>
                <a:grpFill/>
                <a:ln w="12700">
                  <a:solidFill>
                    <a:schemeClr val="bg1">
                      <a:lumMod val="65000"/>
                    </a:schemeClr>
                  </a:solidFill>
                  <a:round/>
                  <a:headEnd/>
                  <a:tailEnd/>
                </a:ln>
              </p:spPr>
              <p:txBody>
                <a:bodyPr/>
                <a:lstStyle/>
                <a:p>
                  <a:endParaRPr lang="en-US"/>
                </a:p>
              </p:txBody>
            </p:sp>
            <p:sp>
              <p:nvSpPr>
                <p:cNvPr id="104468" name="Line 255">
                  <a:extLst>
                    <a:ext uri="{FF2B5EF4-FFF2-40B4-BE49-F238E27FC236}">
                      <a16:creationId xmlns:a16="http://schemas.microsoft.com/office/drawing/2014/main" id="{D8152B76-30CC-EC20-E5F0-BCA6D4A94859}"/>
                    </a:ext>
                  </a:extLst>
                </p:cNvPr>
                <p:cNvSpPr>
                  <a:spLocks noChangeShapeType="1"/>
                </p:cNvSpPr>
                <p:nvPr/>
              </p:nvSpPr>
              <p:spPr bwMode="auto">
                <a:xfrm>
                  <a:off x="1656" y="3591"/>
                  <a:ext cx="24" cy="1"/>
                </a:xfrm>
                <a:prstGeom prst="line">
                  <a:avLst/>
                </a:prstGeom>
                <a:grpFill/>
                <a:ln w="12700">
                  <a:solidFill>
                    <a:schemeClr val="bg1">
                      <a:lumMod val="65000"/>
                    </a:schemeClr>
                  </a:solidFill>
                  <a:round/>
                  <a:headEnd/>
                  <a:tailEnd/>
                </a:ln>
              </p:spPr>
              <p:txBody>
                <a:bodyPr/>
                <a:lstStyle/>
                <a:p>
                  <a:endParaRPr lang="en-US"/>
                </a:p>
              </p:txBody>
            </p:sp>
            <p:sp>
              <p:nvSpPr>
                <p:cNvPr id="104469" name="Line 256">
                  <a:extLst>
                    <a:ext uri="{FF2B5EF4-FFF2-40B4-BE49-F238E27FC236}">
                      <a16:creationId xmlns:a16="http://schemas.microsoft.com/office/drawing/2014/main" id="{E2DE43BD-D27D-9E6D-8903-65969EDC67D9}"/>
                    </a:ext>
                  </a:extLst>
                </p:cNvPr>
                <p:cNvSpPr>
                  <a:spLocks noChangeShapeType="1"/>
                </p:cNvSpPr>
                <p:nvPr/>
              </p:nvSpPr>
              <p:spPr bwMode="auto">
                <a:xfrm>
                  <a:off x="1712" y="3591"/>
                  <a:ext cx="24" cy="1"/>
                </a:xfrm>
                <a:prstGeom prst="line">
                  <a:avLst/>
                </a:prstGeom>
                <a:grpFill/>
                <a:ln w="12700">
                  <a:solidFill>
                    <a:schemeClr val="bg1">
                      <a:lumMod val="65000"/>
                    </a:schemeClr>
                  </a:solidFill>
                  <a:round/>
                  <a:headEnd/>
                  <a:tailEnd/>
                </a:ln>
              </p:spPr>
              <p:txBody>
                <a:bodyPr/>
                <a:lstStyle/>
                <a:p>
                  <a:endParaRPr lang="en-US"/>
                </a:p>
              </p:txBody>
            </p:sp>
            <p:sp>
              <p:nvSpPr>
                <p:cNvPr id="104470" name="Line 257">
                  <a:extLst>
                    <a:ext uri="{FF2B5EF4-FFF2-40B4-BE49-F238E27FC236}">
                      <a16:creationId xmlns:a16="http://schemas.microsoft.com/office/drawing/2014/main" id="{CB854CF3-FAA3-09F2-D488-E8065E6C1356}"/>
                    </a:ext>
                  </a:extLst>
                </p:cNvPr>
                <p:cNvSpPr>
                  <a:spLocks noChangeShapeType="1"/>
                </p:cNvSpPr>
                <p:nvPr/>
              </p:nvSpPr>
              <p:spPr bwMode="auto">
                <a:xfrm>
                  <a:off x="1768" y="3591"/>
                  <a:ext cx="24" cy="1"/>
                </a:xfrm>
                <a:prstGeom prst="line">
                  <a:avLst/>
                </a:prstGeom>
                <a:grpFill/>
                <a:ln w="12700">
                  <a:solidFill>
                    <a:schemeClr val="bg1">
                      <a:lumMod val="65000"/>
                    </a:schemeClr>
                  </a:solidFill>
                  <a:round/>
                  <a:headEnd/>
                  <a:tailEnd/>
                </a:ln>
              </p:spPr>
              <p:txBody>
                <a:bodyPr/>
                <a:lstStyle/>
                <a:p>
                  <a:endParaRPr lang="en-US"/>
                </a:p>
              </p:txBody>
            </p:sp>
          </p:grpSp>
        </p:grpSp>
        <p:grpSp>
          <p:nvGrpSpPr>
            <p:cNvPr id="103496" name="Group 258">
              <a:extLst>
                <a:ext uri="{FF2B5EF4-FFF2-40B4-BE49-F238E27FC236}">
                  <a16:creationId xmlns:a16="http://schemas.microsoft.com/office/drawing/2014/main" id="{CD84F9A4-FD5F-9B76-F7DD-8C4BA08AB2D1}"/>
                </a:ext>
              </a:extLst>
            </p:cNvPr>
            <p:cNvGrpSpPr>
              <a:grpSpLocks/>
            </p:cNvGrpSpPr>
            <p:nvPr/>
          </p:nvGrpSpPr>
          <p:grpSpPr bwMode="auto">
            <a:xfrm>
              <a:off x="1952" y="3567"/>
              <a:ext cx="415" cy="56"/>
              <a:chOff x="1952" y="3567"/>
              <a:chExt cx="415" cy="56"/>
            </a:xfrm>
            <a:grpFill/>
          </p:grpSpPr>
          <p:sp>
            <p:nvSpPr>
              <p:cNvPr id="104455" name="Freeform 259">
                <a:extLst>
                  <a:ext uri="{FF2B5EF4-FFF2-40B4-BE49-F238E27FC236}">
                    <a16:creationId xmlns:a16="http://schemas.microsoft.com/office/drawing/2014/main" id="{94A676AA-B3B1-9FCF-93BB-D4429AC32EE2}"/>
                  </a:ext>
                </a:extLst>
              </p:cNvPr>
              <p:cNvSpPr>
                <a:spLocks/>
              </p:cNvSpPr>
              <p:nvPr/>
            </p:nvSpPr>
            <p:spPr bwMode="auto">
              <a:xfrm>
                <a:off x="2255"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lumMod val="65000"/>
                  </a:schemeClr>
                </a:solidFill>
                <a:round/>
                <a:headEnd/>
                <a:tailEnd/>
              </a:ln>
            </p:spPr>
            <p:txBody>
              <a:bodyPr/>
              <a:lstStyle/>
              <a:p>
                <a:endParaRPr lang="en-US"/>
              </a:p>
            </p:txBody>
          </p:sp>
          <p:grpSp>
            <p:nvGrpSpPr>
              <p:cNvPr id="104456" name="Group 260">
                <a:extLst>
                  <a:ext uri="{FF2B5EF4-FFF2-40B4-BE49-F238E27FC236}">
                    <a16:creationId xmlns:a16="http://schemas.microsoft.com/office/drawing/2014/main" id="{267D94FD-2BCB-BDCF-9F88-EE7C19A84F31}"/>
                  </a:ext>
                </a:extLst>
              </p:cNvPr>
              <p:cNvGrpSpPr>
                <a:grpSpLocks/>
              </p:cNvGrpSpPr>
              <p:nvPr/>
            </p:nvGrpSpPr>
            <p:grpSpPr bwMode="auto">
              <a:xfrm>
                <a:off x="1952" y="3591"/>
                <a:ext cx="295" cy="1"/>
                <a:chOff x="1952" y="3591"/>
                <a:chExt cx="295" cy="1"/>
              </a:xfrm>
              <a:grpFill/>
            </p:grpSpPr>
            <p:sp>
              <p:nvSpPr>
                <p:cNvPr id="104457" name="Line 261">
                  <a:extLst>
                    <a:ext uri="{FF2B5EF4-FFF2-40B4-BE49-F238E27FC236}">
                      <a16:creationId xmlns:a16="http://schemas.microsoft.com/office/drawing/2014/main" id="{5637631D-DEA6-FEE5-EDD2-5194F587E149}"/>
                    </a:ext>
                  </a:extLst>
                </p:cNvPr>
                <p:cNvSpPr>
                  <a:spLocks noChangeShapeType="1"/>
                </p:cNvSpPr>
                <p:nvPr/>
              </p:nvSpPr>
              <p:spPr bwMode="auto">
                <a:xfrm>
                  <a:off x="1952" y="3591"/>
                  <a:ext cx="24" cy="1"/>
                </a:xfrm>
                <a:prstGeom prst="line">
                  <a:avLst/>
                </a:prstGeom>
                <a:grpFill/>
                <a:ln w="12700">
                  <a:solidFill>
                    <a:schemeClr val="bg1">
                      <a:lumMod val="65000"/>
                    </a:schemeClr>
                  </a:solidFill>
                  <a:round/>
                  <a:headEnd/>
                  <a:tailEnd/>
                </a:ln>
              </p:spPr>
              <p:txBody>
                <a:bodyPr/>
                <a:lstStyle/>
                <a:p>
                  <a:endParaRPr lang="en-US"/>
                </a:p>
              </p:txBody>
            </p:sp>
            <p:sp>
              <p:nvSpPr>
                <p:cNvPr id="104458" name="Line 262">
                  <a:extLst>
                    <a:ext uri="{FF2B5EF4-FFF2-40B4-BE49-F238E27FC236}">
                      <a16:creationId xmlns:a16="http://schemas.microsoft.com/office/drawing/2014/main" id="{54E9B922-BD71-33A1-A856-007C10B31B38}"/>
                    </a:ext>
                  </a:extLst>
                </p:cNvPr>
                <p:cNvSpPr>
                  <a:spLocks noChangeShapeType="1"/>
                </p:cNvSpPr>
                <p:nvPr/>
              </p:nvSpPr>
              <p:spPr bwMode="auto">
                <a:xfrm>
                  <a:off x="2008" y="3591"/>
                  <a:ext cx="23" cy="1"/>
                </a:xfrm>
                <a:prstGeom prst="line">
                  <a:avLst/>
                </a:prstGeom>
                <a:grpFill/>
                <a:ln w="12700">
                  <a:solidFill>
                    <a:schemeClr val="bg1">
                      <a:lumMod val="65000"/>
                    </a:schemeClr>
                  </a:solidFill>
                  <a:round/>
                  <a:headEnd/>
                  <a:tailEnd/>
                </a:ln>
              </p:spPr>
              <p:txBody>
                <a:bodyPr/>
                <a:lstStyle/>
                <a:p>
                  <a:endParaRPr lang="en-US"/>
                </a:p>
              </p:txBody>
            </p:sp>
            <p:sp>
              <p:nvSpPr>
                <p:cNvPr id="104459" name="Line 263">
                  <a:extLst>
                    <a:ext uri="{FF2B5EF4-FFF2-40B4-BE49-F238E27FC236}">
                      <a16:creationId xmlns:a16="http://schemas.microsoft.com/office/drawing/2014/main" id="{7C65A507-3477-880B-2F9C-AE67EA7190C8}"/>
                    </a:ext>
                  </a:extLst>
                </p:cNvPr>
                <p:cNvSpPr>
                  <a:spLocks noChangeShapeType="1"/>
                </p:cNvSpPr>
                <p:nvPr/>
              </p:nvSpPr>
              <p:spPr bwMode="auto">
                <a:xfrm>
                  <a:off x="2063" y="3591"/>
                  <a:ext cx="24" cy="1"/>
                </a:xfrm>
                <a:prstGeom prst="line">
                  <a:avLst/>
                </a:prstGeom>
                <a:grpFill/>
                <a:ln w="12700">
                  <a:solidFill>
                    <a:schemeClr val="bg1">
                      <a:lumMod val="65000"/>
                    </a:schemeClr>
                  </a:solidFill>
                  <a:round/>
                  <a:headEnd/>
                  <a:tailEnd/>
                </a:ln>
              </p:spPr>
              <p:txBody>
                <a:bodyPr/>
                <a:lstStyle/>
                <a:p>
                  <a:endParaRPr lang="en-US"/>
                </a:p>
              </p:txBody>
            </p:sp>
            <p:sp>
              <p:nvSpPr>
                <p:cNvPr id="104460" name="Line 264">
                  <a:extLst>
                    <a:ext uri="{FF2B5EF4-FFF2-40B4-BE49-F238E27FC236}">
                      <a16:creationId xmlns:a16="http://schemas.microsoft.com/office/drawing/2014/main" id="{B9D7B574-AC2F-3646-94DE-21CE94E62619}"/>
                    </a:ext>
                  </a:extLst>
                </p:cNvPr>
                <p:cNvSpPr>
                  <a:spLocks noChangeShapeType="1"/>
                </p:cNvSpPr>
                <p:nvPr/>
              </p:nvSpPr>
              <p:spPr bwMode="auto">
                <a:xfrm>
                  <a:off x="2119" y="3591"/>
                  <a:ext cx="24" cy="1"/>
                </a:xfrm>
                <a:prstGeom prst="line">
                  <a:avLst/>
                </a:prstGeom>
                <a:grpFill/>
                <a:ln w="12700">
                  <a:solidFill>
                    <a:schemeClr val="bg1">
                      <a:lumMod val="65000"/>
                    </a:schemeClr>
                  </a:solidFill>
                  <a:round/>
                  <a:headEnd/>
                  <a:tailEnd/>
                </a:ln>
              </p:spPr>
              <p:txBody>
                <a:bodyPr/>
                <a:lstStyle/>
                <a:p>
                  <a:endParaRPr lang="en-US"/>
                </a:p>
              </p:txBody>
            </p:sp>
            <p:sp>
              <p:nvSpPr>
                <p:cNvPr id="104461" name="Line 265">
                  <a:extLst>
                    <a:ext uri="{FF2B5EF4-FFF2-40B4-BE49-F238E27FC236}">
                      <a16:creationId xmlns:a16="http://schemas.microsoft.com/office/drawing/2014/main" id="{DD74D874-1D99-1399-62AE-11BF08D55E53}"/>
                    </a:ext>
                  </a:extLst>
                </p:cNvPr>
                <p:cNvSpPr>
                  <a:spLocks noChangeShapeType="1"/>
                </p:cNvSpPr>
                <p:nvPr/>
              </p:nvSpPr>
              <p:spPr bwMode="auto">
                <a:xfrm>
                  <a:off x="2175" y="3591"/>
                  <a:ext cx="24" cy="1"/>
                </a:xfrm>
                <a:prstGeom prst="line">
                  <a:avLst/>
                </a:prstGeom>
                <a:grpFill/>
                <a:ln w="12700">
                  <a:solidFill>
                    <a:schemeClr val="bg1">
                      <a:lumMod val="65000"/>
                    </a:schemeClr>
                  </a:solidFill>
                  <a:round/>
                  <a:headEnd/>
                  <a:tailEnd/>
                </a:ln>
              </p:spPr>
              <p:txBody>
                <a:bodyPr/>
                <a:lstStyle/>
                <a:p>
                  <a:endParaRPr lang="en-US"/>
                </a:p>
              </p:txBody>
            </p:sp>
            <p:sp>
              <p:nvSpPr>
                <p:cNvPr id="104462" name="Line 266">
                  <a:extLst>
                    <a:ext uri="{FF2B5EF4-FFF2-40B4-BE49-F238E27FC236}">
                      <a16:creationId xmlns:a16="http://schemas.microsoft.com/office/drawing/2014/main" id="{974690D2-D858-C080-9FB7-AE9910C12680}"/>
                    </a:ext>
                  </a:extLst>
                </p:cNvPr>
                <p:cNvSpPr>
                  <a:spLocks noChangeShapeType="1"/>
                </p:cNvSpPr>
                <p:nvPr/>
              </p:nvSpPr>
              <p:spPr bwMode="auto">
                <a:xfrm>
                  <a:off x="2231" y="3591"/>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497" name="Group 267">
              <a:extLst>
                <a:ext uri="{FF2B5EF4-FFF2-40B4-BE49-F238E27FC236}">
                  <a16:creationId xmlns:a16="http://schemas.microsoft.com/office/drawing/2014/main" id="{860383E2-4EEA-1CA8-736A-4CEBE16AF651}"/>
                </a:ext>
              </a:extLst>
            </p:cNvPr>
            <p:cNvGrpSpPr>
              <a:grpSpLocks/>
            </p:cNvGrpSpPr>
            <p:nvPr/>
          </p:nvGrpSpPr>
          <p:grpSpPr bwMode="auto">
            <a:xfrm>
              <a:off x="2407" y="3567"/>
              <a:ext cx="415" cy="56"/>
              <a:chOff x="2407" y="3567"/>
              <a:chExt cx="415" cy="56"/>
            </a:xfrm>
            <a:grpFill/>
          </p:grpSpPr>
          <p:sp>
            <p:nvSpPr>
              <p:cNvPr id="104447" name="Freeform 268">
                <a:extLst>
                  <a:ext uri="{FF2B5EF4-FFF2-40B4-BE49-F238E27FC236}">
                    <a16:creationId xmlns:a16="http://schemas.microsoft.com/office/drawing/2014/main" id="{C5260293-0038-CBF3-61CC-106CFD16B4BD}"/>
                  </a:ext>
                </a:extLst>
              </p:cNvPr>
              <p:cNvSpPr>
                <a:spLocks/>
              </p:cNvSpPr>
              <p:nvPr/>
            </p:nvSpPr>
            <p:spPr bwMode="auto">
              <a:xfrm>
                <a:off x="2710"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lumMod val="65000"/>
                  </a:schemeClr>
                </a:solidFill>
                <a:round/>
                <a:headEnd/>
                <a:tailEnd/>
              </a:ln>
            </p:spPr>
            <p:txBody>
              <a:bodyPr/>
              <a:lstStyle/>
              <a:p>
                <a:endParaRPr lang="en-US"/>
              </a:p>
            </p:txBody>
          </p:sp>
          <p:grpSp>
            <p:nvGrpSpPr>
              <p:cNvPr id="104448" name="Group 269">
                <a:extLst>
                  <a:ext uri="{FF2B5EF4-FFF2-40B4-BE49-F238E27FC236}">
                    <a16:creationId xmlns:a16="http://schemas.microsoft.com/office/drawing/2014/main" id="{55BBB5C4-48EB-2773-55A0-2D715ACA7BC0}"/>
                  </a:ext>
                </a:extLst>
              </p:cNvPr>
              <p:cNvGrpSpPr>
                <a:grpSpLocks/>
              </p:cNvGrpSpPr>
              <p:nvPr/>
            </p:nvGrpSpPr>
            <p:grpSpPr bwMode="auto">
              <a:xfrm>
                <a:off x="2407" y="3591"/>
                <a:ext cx="295" cy="1"/>
                <a:chOff x="2407" y="3591"/>
                <a:chExt cx="295" cy="1"/>
              </a:xfrm>
              <a:grpFill/>
            </p:grpSpPr>
            <p:sp>
              <p:nvSpPr>
                <p:cNvPr id="104449" name="Line 270">
                  <a:extLst>
                    <a:ext uri="{FF2B5EF4-FFF2-40B4-BE49-F238E27FC236}">
                      <a16:creationId xmlns:a16="http://schemas.microsoft.com/office/drawing/2014/main" id="{AA4169F4-790A-0A69-9C16-410CC852DBCE}"/>
                    </a:ext>
                  </a:extLst>
                </p:cNvPr>
                <p:cNvSpPr>
                  <a:spLocks noChangeShapeType="1"/>
                </p:cNvSpPr>
                <p:nvPr/>
              </p:nvSpPr>
              <p:spPr bwMode="auto">
                <a:xfrm>
                  <a:off x="2407" y="3591"/>
                  <a:ext cx="24" cy="1"/>
                </a:xfrm>
                <a:prstGeom prst="line">
                  <a:avLst/>
                </a:prstGeom>
                <a:grpFill/>
                <a:ln w="12700">
                  <a:solidFill>
                    <a:schemeClr val="bg1">
                      <a:lumMod val="65000"/>
                    </a:schemeClr>
                  </a:solidFill>
                  <a:round/>
                  <a:headEnd/>
                  <a:tailEnd/>
                </a:ln>
              </p:spPr>
              <p:txBody>
                <a:bodyPr/>
                <a:lstStyle/>
                <a:p>
                  <a:endParaRPr lang="en-US"/>
                </a:p>
              </p:txBody>
            </p:sp>
            <p:sp>
              <p:nvSpPr>
                <p:cNvPr id="104450" name="Line 271">
                  <a:extLst>
                    <a:ext uri="{FF2B5EF4-FFF2-40B4-BE49-F238E27FC236}">
                      <a16:creationId xmlns:a16="http://schemas.microsoft.com/office/drawing/2014/main" id="{D91016DD-EC83-79A1-3D8C-0CC8047FEC56}"/>
                    </a:ext>
                  </a:extLst>
                </p:cNvPr>
                <p:cNvSpPr>
                  <a:spLocks noChangeShapeType="1"/>
                </p:cNvSpPr>
                <p:nvPr/>
              </p:nvSpPr>
              <p:spPr bwMode="auto">
                <a:xfrm>
                  <a:off x="2463" y="3591"/>
                  <a:ext cx="24" cy="1"/>
                </a:xfrm>
                <a:prstGeom prst="line">
                  <a:avLst/>
                </a:prstGeom>
                <a:grpFill/>
                <a:ln w="12700">
                  <a:solidFill>
                    <a:schemeClr val="bg1">
                      <a:lumMod val="65000"/>
                    </a:schemeClr>
                  </a:solidFill>
                  <a:round/>
                  <a:headEnd/>
                  <a:tailEnd/>
                </a:ln>
              </p:spPr>
              <p:txBody>
                <a:bodyPr/>
                <a:lstStyle/>
                <a:p>
                  <a:endParaRPr lang="en-US"/>
                </a:p>
              </p:txBody>
            </p:sp>
            <p:sp>
              <p:nvSpPr>
                <p:cNvPr id="104451" name="Line 272">
                  <a:extLst>
                    <a:ext uri="{FF2B5EF4-FFF2-40B4-BE49-F238E27FC236}">
                      <a16:creationId xmlns:a16="http://schemas.microsoft.com/office/drawing/2014/main" id="{34C86190-4187-D68C-8F17-ED3D55815F9A}"/>
                    </a:ext>
                  </a:extLst>
                </p:cNvPr>
                <p:cNvSpPr>
                  <a:spLocks noChangeShapeType="1"/>
                </p:cNvSpPr>
                <p:nvPr/>
              </p:nvSpPr>
              <p:spPr bwMode="auto">
                <a:xfrm>
                  <a:off x="2518" y="3591"/>
                  <a:ext cx="24" cy="1"/>
                </a:xfrm>
                <a:prstGeom prst="line">
                  <a:avLst/>
                </a:prstGeom>
                <a:grpFill/>
                <a:ln w="12700">
                  <a:solidFill>
                    <a:schemeClr val="bg1">
                      <a:lumMod val="65000"/>
                    </a:schemeClr>
                  </a:solidFill>
                  <a:round/>
                  <a:headEnd/>
                  <a:tailEnd/>
                </a:ln>
              </p:spPr>
              <p:txBody>
                <a:bodyPr/>
                <a:lstStyle/>
                <a:p>
                  <a:endParaRPr lang="en-US"/>
                </a:p>
              </p:txBody>
            </p:sp>
            <p:sp>
              <p:nvSpPr>
                <p:cNvPr id="104452" name="Line 273">
                  <a:extLst>
                    <a:ext uri="{FF2B5EF4-FFF2-40B4-BE49-F238E27FC236}">
                      <a16:creationId xmlns:a16="http://schemas.microsoft.com/office/drawing/2014/main" id="{5DEB3BFE-2084-E640-8857-5864DA7A8A8A}"/>
                    </a:ext>
                  </a:extLst>
                </p:cNvPr>
                <p:cNvSpPr>
                  <a:spLocks noChangeShapeType="1"/>
                </p:cNvSpPr>
                <p:nvPr/>
              </p:nvSpPr>
              <p:spPr bwMode="auto">
                <a:xfrm>
                  <a:off x="2574" y="3591"/>
                  <a:ext cx="24" cy="1"/>
                </a:xfrm>
                <a:prstGeom prst="line">
                  <a:avLst/>
                </a:prstGeom>
                <a:grpFill/>
                <a:ln w="12700">
                  <a:solidFill>
                    <a:schemeClr val="bg1">
                      <a:lumMod val="65000"/>
                    </a:schemeClr>
                  </a:solidFill>
                  <a:round/>
                  <a:headEnd/>
                  <a:tailEnd/>
                </a:ln>
              </p:spPr>
              <p:txBody>
                <a:bodyPr/>
                <a:lstStyle/>
                <a:p>
                  <a:endParaRPr lang="en-US"/>
                </a:p>
              </p:txBody>
            </p:sp>
            <p:sp>
              <p:nvSpPr>
                <p:cNvPr id="104453" name="Line 274">
                  <a:extLst>
                    <a:ext uri="{FF2B5EF4-FFF2-40B4-BE49-F238E27FC236}">
                      <a16:creationId xmlns:a16="http://schemas.microsoft.com/office/drawing/2014/main" id="{05C38BC1-0582-BD2E-A86D-91E5809D09B8}"/>
                    </a:ext>
                  </a:extLst>
                </p:cNvPr>
                <p:cNvSpPr>
                  <a:spLocks noChangeShapeType="1"/>
                </p:cNvSpPr>
                <p:nvPr/>
              </p:nvSpPr>
              <p:spPr bwMode="auto">
                <a:xfrm>
                  <a:off x="2630" y="3591"/>
                  <a:ext cx="24" cy="1"/>
                </a:xfrm>
                <a:prstGeom prst="line">
                  <a:avLst/>
                </a:prstGeom>
                <a:grpFill/>
                <a:ln w="12700">
                  <a:solidFill>
                    <a:schemeClr val="bg1">
                      <a:lumMod val="65000"/>
                    </a:schemeClr>
                  </a:solidFill>
                  <a:round/>
                  <a:headEnd/>
                  <a:tailEnd/>
                </a:ln>
              </p:spPr>
              <p:txBody>
                <a:bodyPr/>
                <a:lstStyle/>
                <a:p>
                  <a:endParaRPr lang="en-US"/>
                </a:p>
              </p:txBody>
            </p:sp>
            <p:sp>
              <p:nvSpPr>
                <p:cNvPr id="104454" name="Line 275">
                  <a:extLst>
                    <a:ext uri="{FF2B5EF4-FFF2-40B4-BE49-F238E27FC236}">
                      <a16:creationId xmlns:a16="http://schemas.microsoft.com/office/drawing/2014/main" id="{7134CCC0-A609-39E1-F3E7-109FB704DB4F}"/>
                    </a:ext>
                  </a:extLst>
                </p:cNvPr>
                <p:cNvSpPr>
                  <a:spLocks noChangeShapeType="1"/>
                </p:cNvSpPr>
                <p:nvPr/>
              </p:nvSpPr>
              <p:spPr bwMode="auto">
                <a:xfrm>
                  <a:off x="2686" y="3591"/>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498" name="Group 276">
              <a:extLst>
                <a:ext uri="{FF2B5EF4-FFF2-40B4-BE49-F238E27FC236}">
                  <a16:creationId xmlns:a16="http://schemas.microsoft.com/office/drawing/2014/main" id="{7D5AFFEB-51B8-159E-CE0E-39CE72EE19FC}"/>
                </a:ext>
              </a:extLst>
            </p:cNvPr>
            <p:cNvGrpSpPr>
              <a:grpSpLocks/>
            </p:cNvGrpSpPr>
            <p:nvPr/>
          </p:nvGrpSpPr>
          <p:grpSpPr bwMode="auto">
            <a:xfrm>
              <a:off x="1944" y="2690"/>
              <a:ext cx="894" cy="596"/>
              <a:chOff x="1944" y="2690"/>
              <a:chExt cx="894" cy="596"/>
            </a:xfrm>
            <a:grpFill/>
          </p:grpSpPr>
          <p:sp>
            <p:nvSpPr>
              <p:cNvPr id="104445" name="Freeform 277">
                <a:extLst>
                  <a:ext uri="{FF2B5EF4-FFF2-40B4-BE49-F238E27FC236}">
                    <a16:creationId xmlns:a16="http://schemas.microsoft.com/office/drawing/2014/main" id="{883A992E-2E7B-133A-190F-5677C9ABC8BB}"/>
                  </a:ext>
                </a:extLst>
              </p:cNvPr>
              <p:cNvSpPr>
                <a:spLocks/>
              </p:cNvSpPr>
              <p:nvPr/>
            </p:nvSpPr>
            <p:spPr bwMode="auto">
              <a:xfrm>
                <a:off x="2702" y="2690"/>
                <a:ext cx="136" cy="104"/>
              </a:xfrm>
              <a:custGeom>
                <a:avLst/>
                <a:gdLst>
                  <a:gd name="T0" fmla="*/ 136 w 136"/>
                  <a:gd name="T1" fmla="*/ 0 h 104"/>
                  <a:gd name="T2" fmla="*/ 40 w 136"/>
                  <a:gd name="T3" fmla="*/ 104 h 104"/>
                  <a:gd name="T4" fmla="*/ 24 w 136"/>
                  <a:gd name="T5" fmla="*/ 72 h 104"/>
                  <a:gd name="T6" fmla="*/ 0 w 136"/>
                  <a:gd name="T7" fmla="*/ 48 h 104"/>
                  <a:gd name="T8" fmla="*/ 136 w 136"/>
                  <a:gd name="T9" fmla="*/ 0 h 104"/>
                  <a:gd name="T10" fmla="*/ 0 60000 65536"/>
                  <a:gd name="T11" fmla="*/ 0 60000 65536"/>
                  <a:gd name="T12" fmla="*/ 0 60000 65536"/>
                  <a:gd name="T13" fmla="*/ 0 60000 65536"/>
                  <a:gd name="T14" fmla="*/ 0 60000 65536"/>
                  <a:gd name="T15" fmla="*/ 0 w 136"/>
                  <a:gd name="T16" fmla="*/ 0 h 104"/>
                  <a:gd name="T17" fmla="*/ 136 w 136"/>
                  <a:gd name="T18" fmla="*/ 104 h 104"/>
                </a:gdLst>
                <a:ahLst/>
                <a:cxnLst>
                  <a:cxn ang="T10">
                    <a:pos x="T0" y="T1"/>
                  </a:cxn>
                  <a:cxn ang="T11">
                    <a:pos x="T2" y="T3"/>
                  </a:cxn>
                  <a:cxn ang="T12">
                    <a:pos x="T4" y="T5"/>
                  </a:cxn>
                  <a:cxn ang="T13">
                    <a:pos x="T6" y="T7"/>
                  </a:cxn>
                  <a:cxn ang="T14">
                    <a:pos x="T8" y="T9"/>
                  </a:cxn>
                </a:cxnLst>
                <a:rect l="T15" t="T16" r="T17" b="T18"/>
                <a:pathLst>
                  <a:path w="136" h="104">
                    <a:moveTo>
                      <a:pt x="136" y="0"/>
                    </a:moveTo>
                    <a:lnTo>
                      <a:pt x="40" y="104"/>
                    </a:lnTo>
                    <a:lnTo>
                      <a:pt x="24" y="72"/>
                    </a:lnTo>
                    <a:lnTo>
                      <a:pt x="0" y="48"/>
                    </a:lnTo>
                    <a:lnTo>
                      <a:pt x="136" y="0"/>
                    </a:lnTo>
                    <a:close/>
                  </a:path>
                </a:pathLst>
              </a:custGeom>
              <a:grpFill/>
              <a:ln w="9525">
                <a:solidFill>
                  <a:schemeClr val="bg1">
                    <a:lumMod val="65000"/>
                  </a:schemeClr>
                </a:solidFill>
                <a:round/>
                <a:headEnd/>
                <a:tailEnd/>
              </a:ln>
            </p:spPr>
            <p:txBody>
              <a:bodyPr/>
              <a:lstStyle/>
              <a:p>
                <a:endParaRPr lang="en-US"/>
              </a:p>
            </p:txBody>
          </p:sp>
          <p:sp>
            <p:nvSpPr>
              <p:cNvPr id="104446" name="Line 278">
                <a:extLst>
                  <a:ext uri="{FF2B5EF4-FFF2-40B4-BE49-F238E27FC236}">
                    <a16:creationId xmlns:a16="http://schemas.microsoft.com/office/drawing/2014/main" id="{564B4C78-00F2-A277-DCCF-D05A1960308D}"/>
                  </a:ext>
                </a:extLst>
              </p:cNvPr>
              <p:cNvSpPr>
                <a:spLocks noChangeShapeType="1"/>
              </p:cNvSpPr>
              <p:nvPr/>
            </p:nvSpPr>
            <p:spPr bwMode="auto">
              <a:xfrm flipV="1">
                <a:off x="1944" y="2758"/>
                <a:ext cx="790" cy="528"/>
              </a:xfrm>
              <a:prstGeom prst="line">
                <a:avLst/>
              </a:prstGeom>
              <a:grpFill/>
              <a:ln w="25400">
                <a:solidFill>
                  <a:schemeClr val="bg1">
                    <a:lumMod val="65000"/>
                  </a:schemeClr>
                </a:solidFill>
                <a:round/>
                <a:headEnd/>
                <a:tailEnd/>
              </a:ln>
            </p:spPr>
            <p:txBody>
              <a:bodyPr/>
              <a:lstStyle/>
              <a:p>
                <a:endParaRPr lang="en-US"/>
              </a:p>
            </p:txBody>
          </p:sp>
        </p:grpSp>
        <p:grpSp>
          <p:nvGrpSpPr>
            <p:cNvPr id="103499" name="Group 279">
              <a:extLst>
                <a:ext uri="{FF2B5EF4-FFF2-40B4-BE49-F238E27FC236}">
                  <a16:creationId xmlns:a16="http://schemas.microsoft.com/office/drawing/2014/main" id="{BD972E46-7D63-1BD2-E328-500D95E58C46}"/>
                </a:ext>
              </a:extLst>
            </p:cNvPr>
            <p:cNvGrpSpPr>
              <a:grpSpLocks/>
            </p:cNvGrpSpPr>
            <p:nvPr/>
          </p:nvGrpSpPr>
          <p:grpSpPr bwMode="auto">
            <a:xfrm>
              <a:off x="1952" y="2376"/>
              <a:ext cx="886" cy="290"/>
              <a:chOff x="1952" y="2376"/>
              <a:chExt cx="886" cy="290"/>
            </a:xfrm>
            <a:grpFill/>
          </p:grpSpPr>
          <p:sp>
            <p:nvSpPr>
              <p:cNvPr id="104443" name="Freeform 280">
                <a:extLst>
                  <a:ext uri="{FF2B5EF4-FFF2-40B4-BE49-F238E27FC236}">
                    <a16:creationId xmlns:a16="http://schemas.microsoft.com/office/drawing/2014/main" id="{C9496CFF-4161-7218-AF3F-ADEDAB271195}"/>
                  </a:ext>
                </a:extLst>
              </p:cNvPr>
              <p:cNvSpPr>
                <a:spLocks/>
              </p:cNvSpPr>
              <p:nvPr/>
            </p:nvSpPr>
            <p:spPr bwMode="auto">
              <a:xfrm>
                <a:off x="2702" y="2586"/>
                <a:ext cx="136" cy="80"/>
              </a:xfrm>
              <a:custGeom>
                <a:avLst/>
                <a:gdLst>
                  <a:gd name="T0" fmla="*/ 136 w 136"/>
                  <a:gd name="T1" fmla="*/ 80 h 80"/>
                  <a:gd name="T2" fmla="*/ 0 w 136"/>
                  <a:gd name="T3" fmla="*/ 64 h 80"/>
                  <a:gd name="T4" fmla="*/ 8 w 136"/>
                  <a:gd name="T5" fmla="*/ 32 h 80"/>
                  <a:gd name="T6" fmla="*/ 16 w 136"/>
                  <a:gd name="T7" fmla="*/ 0 h 80"/>
                  <a:gd name="T8" fmla="*/ 136 w 136"/>
                  <a:gd name="T9" fmla="*/ 80 h 80"/>
                  <a:gd name="T10" fmla="*/ 0 60000 65536"/>
                  <a:gd name="T11" fmla="*/ 0 60000 65536"/>
                  <a:gd name="T12" fmla="*/ 0 60000 65536"/>
                  <a:gd name="T13" fmla="*/ 0 60000 65536"/>
                  <a:gd name="T14" fmla="*/ 0 60000 65536"/>
                  <a:gd name="T15" fmla="*/ 0 w 136"/>
                  <a:gd name="T16" fmla="*/ 0 h 80"/>
                  <a:gd name="T17" fmla="*/ 136 w 136"/>
                  <a:gd name="T18" fmla="*/ 80 h 80"/>
                </a:gdLst>
                <a:ahLst/>
                <a:cxnLst>
                  <a:cxn ang="T10">
                    <a:pos x="T0" y="T1"/>
                  </a:cxn>
                  <a:cxn ang="T11">
                    <a:pos x="T2" y="T3"/>
                  </a:cxn>
                  <a:cxn ang="T12">
                    <a:pos x="T4" y="T5"/>
                  </a:cxn>
                  <a:cxn ang="T13">
                    <a:pos x="T6" y="T7"/>
                  </a:cxn>
                  <a:cxn ang="T14">
                    <a:pos x="T8" y="T9"/>
                  </a:cxn>
                </a:cxnLst>
                <a:rect l="T15" t="T16" r="T17" b="T18"/>
                <a:pathLst>
                  <a:path w="136" h="80">
                    <a:moveTo>
                      <a:pt x="136" y="80"/>
                    </a:moveTo>
                    <a:lnTo>
                      <a:pt x="0" y="64"/>
                    </a:lnTo>
                    <a:lnTo>
                      <a:pt x="8" y="32"/>
                    </a:lnTo>
                    <a:lnTo>
                      <a:pt x="16" y="0"/>
                    </a:lnTo>
                    <a:lnTo>
                      <a:pt x="136" y="80"/>
                    </a:lnTo>
                    <a:close/>
                  </a:path>
                </a:pathLst>
              </a:custGeom>
              <a:grpFill/>
              <a:ln w="9525">
                <a:solidFill>
                  <a:schemeClr val="bg1">
                    <a:lumMod val="65000"/>
                  </a:schemeClr>
                </a:solidFill>
                <a:round/>
                <a:headEnd/>
                <a:tailEnd/>
              </a:ln>
            </p:spPr>
            <p:txBody>
              <a:bodyPr/>
              <a:lstStyle/>
              <a:p>
                <a:endParaRPr lang="en-US"/>
              </a:p>
            </p:txBody>
          </p:sp>
          <p:sp>
            <p:nvSpPr>
              <p:cNvPr id="104444" name="Line 281">
                <a:extLst>
                  <a:ext uri="{FF2B5EF4-FFF2-40B4-BE49-F238E27FC236}">
                    <a16:creationId xmlns:a16="http://schemas.microsoft.com/office/drawing/2014/main" id="{A17D6F8B-278E-F296-4709-F3FF2BA82A59}"/>
                  </a:ext>
                </a:extLst>
              </p:cNvPr>
              <p:cNvSpPr>
                <a:spLocks noChangeShapeType="1"/>
              </p:cNvSpPr>
              <p:nvPr/>
            </p:nvSpPr>
            <p:spPr bwMode="auto">
              <a:xfrm>
                <a:off x="1952" y="2376"/>
                <a:ext cx="766" cy="244"/>
              </a:xfrm>
              <a:prstGeom prst="line">
                <a:avLst/>
              </a:prstGeom>
              <a:grpFill/>
              <a:ln w="25400">
                <a:solidFill>
                  <a:schemeClr val="bg1">
                    <a:lumMod val="65000"/>
                  </a:schemeClr>
                </a:solidFill>
                <a:round/>
                <a:headEnd/>
                <a:tailEnd/>
              </a:ln>
            </p:spPr>
            <p:txBody>
              <a:bodyPr/>
              <a:lstStyle/>
              <a:p>
                <a:endParaRPr lang="en-US"/>
              </a:p>
            </p:txBody>
          </p:sp>
        </p:grpSp>
        <p:grpSp>
          <p:nvGrpSpPr>
            <p:cNvPr id="103500" name="Group 282">
              <a:extLst>
                <a:ext uri="{FF2B5EF4-FFF2-40B4-BE49-F238E27FC236}">
                  <a16:creationId xmlns:a16="http://schemas.microsoft.com/office/drawing/2014/main" id="{9E594DE9-E9FC-D7FE-7C9A-36A1D6593B2E}"/>
                </a:ext>
              </a:extLst>
            </p:cNvPr>
            <p:cNvGrpSpPr>
              <a:grpSpLocks/>
            </p:cNvGrpSpPr>
            <p:nvPr/>
          </p:nvGrpSpPr>
          <p:grpSpPr bwMode="auto">
            <a:xfrm>
              <a:off x="1481" y="2084"/>
              <a:ext cx="1373" cy="1507"/>
              <a:chOff x="1481" y="2084"/>
              <a:chExt cx="1373" cy="1507"/>
            </a:xfrm>
            <a:grpFill/>
          </p:grpSpPr>
          <p:sp>
            <p:nvSpPr>
              <p:cNvPr id="104441" name="Freeform 283">
                <a:extLst>
                  <a:ext uri="{FF2B5EF4-FFF2-40B4-BE49-F238E27FC236}">
                    <a16:creationId xmlns:a16="http://schemas.microsoft.com/office/drawing/2014/main" id="{538C935A-18A9-9FAA-60C5-354D5C80E5A3}"/>
                  </a:ext>
                </a:extLst>
              </p:cNvPr>
              <p:cNvSpPr>
                <a:spLocks/>
              </p:cNvSpPr>
              <p:nvPr/>
            </p:nvSpPr>
            <p:spPr bwMode="auto">
              <a:xfrm>
                <a:off x="2742" y="2084"/>
                <a:ext cx="112" cy="119"/>
              </a:xfrm>
              <a:custGeom>
                <a:avLst/>
                <a:gdLst>
                  <a:gd name="T0" fmla="*/ 112 w 112"/>
                  <a:gd name="T1" fmla="*/ 0 h 119"/>
                  <a:gd name="T2" fmla="*/ 48 w 112"/>
                  <a:gd name="T3" fmla="*/ 119 h 119"/>
                  <a:gd name="T4" fmla="*/ 24 w 112"/>
                  <a:gd name="T5" fmla="*/ 96 h 119"/>
                  <a:gd name="T6" fmla="*/ 0 w 112"/>
                  <a:gd name="T7" fmla="*/ 72 h 119"/>
                  <a:gd name="T8" fmla="*/ 112 w 112"/>
                  <a:gd name="T9" fmla="*/ 0 h 119"/>
                  <a:gd name="T10" fmla="*/ 0 60000 65536"/>
                  <a:gd name="T11" fmla="*/ 0 60000 65536"/>
                  <a:gd name="T12" fmla="*/ 0 60000 65536"/>
                  <a:gd name="T13" fmla="*/ 0 60000 65536"/>
                  <a:gd name="T14" fmla="*/ 0 60000 65536"/>
                  <a:gd name="T15" fmla="*/ 0 w 112"/>
                  <a:gd name="T16" fmla="*/ 0 h 119"/>
                  <a:gd name="T17" fmla="*/ 112 w 112"/>
                  <a:gd name="T18" fmla="*/ 119 h 119"/>
                </a:gdLst>
                <a:ahLst/>
                <a:cxnLst>
                  <a:cxn ang="T10">
                    <a:pos x="T0" y="T1"/>
                  </a:cxn>
                  <a:cxn ang="T11">
                    <a:pos x="T2" y="T3"/>
                  </a:cxn>
                  <a:cxn ang="T12">
                    <a:pos x="T4" y="T5"/>
                  </a:cxn>
                  <a:cxn ang="T13">
                    <a:pos x="T6" y="T7"/>
                  </a:cxn>
                  <a:cxn ang="T14">
                    <a:pos x="T8" y="T9"/>
                  </a:cxn>
                </a:cxnLst>
                <a:rect l="T15" t="T16" r="T17" b="T18"/>
                <a:pathLst>
                  <a:path w="112" h="119">
                    <a:moveTo>
                      <a:pt x="112" y="0"/>
                    </a:moveTo>
                    <a:lnTo>
                      <a:pt x="48" y="119"/>
                    </a:lnTo>
                    <a:lnTo>
                      <a:pt x="24" y="96"/>
                    </a:lnTo>
                    <a:lnTo>
                      <a:pt x="0" y="72"/>
                    </a:lnTo>
                    <a:lnTo>
                      <a:pt x="112" y="0"/>
                    </a:lnTo>
                    <a:close/>
                  </a:path>
                </a:pathLst>
              </a:custGeom>
              <a:grpFill/>
              <a:ln w="9525">
                <a:solidFill>
                  <a:schemeClr val="bg1">
                    <a:lumMod val="65000"/>
                  </a:schemeClr>
                </a:solidFill>
                <a:round/>
                <a:headEnd/>
                <a:tailEnd/>
              </a:ln>
            </p:spPr>
            <p:txBody>
              <a:bodyPr/>
              <a:lstStyle/>
              <a:p>
                <a:endParaRPr lang="en-US"/>
              </a:p>
            </p:txBody>
          </p:sp>
          <p:sp>
            <p:nvSpPr>
              <p:cNvPr id="104442" name="Line 284">
                <a:extLst>
                  <a:ext uri="{FF2B5EF4-FFF2-40B4-BE49-F238E27FC236}">
                    <a16:creationId xmlns:a16="http://schemas.microsoft.com/office/drawing/2014/main" id="{83D8CE54-0D29-3778-C3CB-18FF23C8C64F}"/>
                  </a:ext>
                </a:extLst>
              </p:cNvPr>
              <p:cNvSpPr>
                <a:spLocks noChangeShapeType="1"/>
              </p:cNvSpPr>
              <p:nvPr/>
            </p:nvSpPr>
            <p:spPr bwMode="auto">
              <a:xfrm flipV="1">
                <a:off x="1481" y="2172"/>
                <a:ext cx="1291" cy="1419"/>
              </a:xfrm>
              <a:prstGeom prst="line">
                <a:avLst/>
              </a:prstGeom>
              <a:grpFill/>
              <a:ln w="25400">
                <a:solidFill>
                  <a:schemeClr val="bg1">
                    <a:lumMod val="65000"/>
                  </a:schemeClr>
                </a:solidFill>
                <a:round/>
                <a:headEnd/>
                <a:tailEnd/>
              </a:ln>
            </p:spPr>
            <p:txBody>
              <a:bodyPr/>
              <a:lstStyle/>
              <a:p>
                <a:endParaRPr lang="en-US"/>
              </a:p>
            </p:txBody>
          </p:sp>
        </p:grpSp>
        <p:grpSp>
          <p:nvGrpSpPr>
            <p:cNvPr id="103501" name="Group 285">
              <a:extLst>
                <a:ext uri="{FF2B5EF4-FFF2-40B4-BE49-F238E27FC236}">
                  <a16:creationId xmlns:a16="http://schemas.microsoft.com/office/drawing/2014/main" id="{91CF57C6-7FC4-7E92-1AA1-3245DCDFEC3A}"/>
                </a:ext>
              </a:extLst>
            </p:cNvPr>
            <p:cNvGrpSpPr>
              <a:grpSpLocks/>
            </p:cNvGrpSpPr>
            <p:nvPr/>
          </p:nvGrpSpPr>
          <p:grpSpPr bwMode="auto">
            <a:xfrm>
              <a:off x="1944" y="2076"/>
              <a:ext cx="902" cy="885"/>
              <a:chOff x="1944" y="2076"/>
              <a:chExt cx="902" cy="885"/>
            </a:xfrm>
            <a:grpFill/>
          </p:grpSpPr>
          <p:sp>
            <p:nvSpPr>
              <p:cNvPr id="104439" name="Freeform 286">
                <a:extLst>
                  <a:ext uri="{FF2B5EF4-FFF2-40B4-BE49-F238E27FC236}">
                    <a16:creationId xmlns:a16="http://schemas.microsoft.com/office/drawing/2014/main" id="{737E7931-3E1F-1252-3D60-92BC9C02EF62}"/>
                  </a:ext>
                </a:extLst>
              </p:cNvPr>
              <p:cNvSpPr>
                <a:spLocks/>
              </p:cNvSpPr>
              <p:nvPr/>
            </p:nvSpPr>
            <p:spPr bwMode="auto">
              <a:xfrm>
                <a:off x="2726" y="2850"/>
                <a:ext cx="120" cy="111"/>
              </a:xfrm>
              <a:custGeom>
                <a:avLst/>
                <a:gdLst>
                  <a:gd name="T0" fmla="*/ 120 w 120"/>
                  <a:gd name="T1" fmla="*/ 111 h 111"/>
                  <a:gd name="T2" fmla="*/ 0 w 120"/>
                  <a:gd name="T3" fmla="*/ 47 h 111"/>
                  <a:gd name="T4" fmla="*/ 24 w 120"/>
                  <a:gd name="T5" fmla="*/ 23 h 111"/>
                  <a:gd name="T6" fmla="*/ 48 w 120"/>
                  <a:gd name="T7" fmla="*/ 0 h 111"/>
                  <a:gd name="T8" fmla="*/ 120 w 120"/>
                  <a:gd name="T9" fmla="*/ 111 h 111"/>
                  <a:gd name="T10" fmla="*/ 0 60000 65536"/>
                  <a:gd name="T11" fmla="*/ 0 60000 65536"/>
                  <a:gd name="T12" fmla="*/ 0 60000 65536"/>
                  <a:gd name="T13" fmla="*/ 0 60000 65536"/>
                  <a:gd name="T14" fmla="*/ 0 60000 65536"/>
                  <a:gd name="T15" fmla="*/ 0 w 120"/>
                  <a:gd name="T16" fmla="*/ 0 h 111"/>
                  <a:gd name="T17" fmla="*/ 120 w 120"/>
                  <a:gd name="T18" fmla="*/ 111 h 111"/>
                </a:gdLst>
                <a:ahLst/>
                <a:cxnLst>
                  <a:cxn ang="T10">
                    <a:pos x="T0" y="T1"/>
                  </a:cxn>
                  <a:cxn ang="T11">
                    <a:pos x="T2" y="T3"/>
                  </a:cxn>
                  <a:cxn ang="T12">
                    <a:pos x="T4" y="T5"/>
                  </a:cxn>
                  <a:cxn ang="T13">
                    <a:pos x="T6" y="T7"/>
                  </a:cxn>
                  <a:cxn ang="T14">
                    <a:pos x="T8" y="T9"/>
                  </a:cxn>
                </a:cxnLst>
                <a:rect l="T15" t="T16" r="T17" b="T18"/>
                <a:pathLst>
                  <a:path w="120" h="111">
                    <a:moveTo>
                      <a:pt x="120" y="111"/>
                    </a:moveTo>
                    <a:lnTo>
                      <a:pt x="0" y="47"/>
                    </a:lnTo>
                    <a:lnTo>
                      <a:pt x="24" y="23"/>
                    </a:lnTo>
                    <a:lnTo>
                      <a:pt x="48" y="0"/>
                    </a:lnTo>
                    <a:lnTo>
                      <a:pt x="120" y="111"/>
                    </a:lnTo>
                    <a:close/>
                  </a:path>
                </a:pathLst>
              </a:custGeom>
              <a:grpFill/>
              <a:ln w="9525">
                <a:solidFill>
                  <a:schemeClr val="bg1">
                    <a:lumMod val="65000"/>
                  </a:schemeClr>
                </a:solidFill>
                <a:round/>
                <a:headEnd/>
                <a:tailEnd/>
              </a:ln>
            </p:spPr>
            <p:txBody>
              <a:bodyPr/>
              <a:lstStyle/>
              <a:p>
                <a:endParaRPr lang="en-US"/>
              </a:p>
            </p:txBody>
          </p:sp>
          <p:sp>
            <p:nvSpPr>
              <p:cNvPr id="104440" name="Line 287">
                <a:extLst>
                  <a:ext uri="{FF2B5EF4-FFF2-40B4-BE49-F238E27FC236}">
                    <a16:creationId xmlns:a16="http://schemas.microsoft.com/office/drawing/2014/main" id="{2931E137-EB68-914B-7321-ABF5D91C54F5}"/>
                  </a:ext>
                </a:extLst>
              </p:cNvPr>
              <p:cNvSpPr>
                <a:spLocks noChangeShapeType="1"/>
              </p:cNvSpPr>
              <p:nvPr/>
            </p:nvSpPr>
            <p:spPr bwMode="auto">
              <a:xfrm>
                <a:off x="1944" y="2076"/>
                <a:ext cx="814" cy="805"/>
              </a:xfrm>
              <a:prstGeom prst="line">
                <a:avLst/>
              </a:prstGeom>
              <a:grpFill/>
              <a:ln w="25400">
                <a:solidFill>
                  <a:schemeClr val="bg1">
                    <a:lumMod val="65000"/>
                  </a:schemeClr>
                </a:solidFill>
                <a:round/>
                <a:headEnd/>
                <a:tailEnd/>
              </a:ln>
            </p:spPr>
            <p:txBody>
              <a:bodyPr/>
              <a:lstStyle/>
              <a:p>
                <a:endParaRPr lang="en-US"/>
              </a:p>
            </p:txBody>
          </p:sp>
        </p:grpSp>
        <p:grpSp>
          <p:nvGrpSpPr>
            <p:cNvPr id="103502" name="Group 288">
              <a:extLst>
                <a:ext uri="{FF2B5EF4-FFF2-40B4-BE49-F238E27FC236}">
                  <a16:creationId xmlns:a16="http://schemas.microsoft.com/office/drawing/2014/main" id="{2990C6AD-F926-82F3-6F62-8FF47552FA48}"/>
                </a:ext>
              </a:extLst>
            </p:cNvPr>
            <p:cNvGrpSpPr>
              <a:grpSpLocks/>
            </p:cNvGrpSpPr>
            <p:nvPr/>
          </p:nvGrpSpPr>
          <p:grpSpPr bwMode="auto">
            <a:xfrm>
              <a:off x="1489" y="2379"/>
              <a:ext cx="902" cy="893"/>
              <a:chOff x="1489" y="2379"/>
              <a:chExt cx="902" cy="893"/>
            </a:xfrm>
            <a:grpFill/>
          </p:grpSpPr>
          <p:sp>
            <p:nvSpPr>
              <p:cNvPr id="104437" name="Freeform 289">
                <a:extLst>
                  <a:ext uri="{FF2B5EF4-FFF2-40B4-BE49-F238E27FC236}">
                    <a16:creationId xmlns:a16="http://schemas.microsoft.com/office/drawing/2014/main" id="{5594B836-1500-404F-45D3-3D1D58401C3B}"/>
                  </a:ext>
                </a:extLst>
              </p:cNvPr>
              <p:cNvSpPr>
                <a:spLocks/>
              </p:cNvSpPr>
              <p:nvPr/>
            </p:nvSpPr>
            <p:spPr bwMode="auto">
              <a:xfrm>
                <a:off x="2271" y="3153"/>
                <a:ext cx="120" cy="119"/>
              </a:xfrm>
              <a:custGeom>
                <a:avLst/>
                <a:gdLst>
                  <a:gd name="T0" fmla="*/ 120 w 120"/>
                  <a:gd name="T1" fmla="*/ 119 h 119"/>
                  <a:gd name="T2" fmla="*/ 0 w 120"/>
                  <a:gd name="T3" fmla="*/ 48 h 119"/>
                  <a:gd name="T4" fmla="*/ 24 w 120"/>
                  <a:gd name="T5" fmla="*/ 24 h 119"/>
                  <a:gd name="T6" fmla="*/ 48 w 120"/>
                  <a:gd name="T7" fmla="*/ 0 h 119"/>
                  <a:gd name="T8" fmla="*/ 120 w 120"/>
                  <a:gd name="T9" fmla="*/ 119 h 119"/>
                  <a:gd name="T10" fmla="*/ 0 60000 65536"/>
                  <a:gd name="T11" fmla="*/ 0 60000 65536"/>
                  <a:gd name="T12" fmla="*/ 0 60000 65536"/>
                  <a:gd name="T13" fmla="*/ 0 60000 65536"/>
                  <a:gd name="T14" fmla="*/ 0 60000 65536"/>
                  <a:gd name="T15" fmla="*/ 0 w 120"/>
                  <a:gd name="T16" fmla="*/ 0 h 119"/>
                  <a:gd name="T17" fmla="*/ 120 w 120"/>
                  <a:gd name="T18" fmla="*/ 119 h 119"/>
                </a:gdLst>
                <a:ahLst/>
                <a:cxnLst>
                  <a:cxn ang="T10">
                    <a:pos x="T0" y="T1"/>
                  </a:cxn>
                  <a:cxn ang="T11">
                    <a:pos x="T2" y="T3"/>
                  </a:cxn>
                  <a:cxn ang="T12">
                    <a:pos x="T4" y="T5"/>
                  </a:cxn>
                  <a:cxn ang="T13">
                    <a:pos x="T6" y="T7"/>
                  </a:cxn>
                  <a:cxn ang="T14">
                    <a:pos x="T8" y="T9"/>
                  </a:cxn>
                </a:cxnLst>
                <a:rect l="T15" t="T16" r="T17" b="T18"/>
                <a:pathLst>
                  <a:path w="120" h="119">
                    <a:moveTo>
                      <a:pt x="120" y="119"/>
                    </a:moveTo>
                    <a:lnTo>
                      <a:pt x="0" y="48"/>
                    </a:lnTo>
                    <a:lnTo>
                      <a:pt x="24" y="24"/>
                    </a:lnTo>
                    <a:lnTo>
                      <a:pt x="48" y="0"/>
                    </a:lnTo>
                    <a:lnTo>
                      <a:pt x="120" y="119"/>
                    </a:lnTo>
                    <a:close/>
                  </a:path>
                </a:pathLst>
              </a:custGeom>
              <a:grpFill/>
              <a:ln w="9525">
                <a:solidFill>
                  <a:schemeClr val="bg1">
                    <a:lumMod val="65000"/>
                  </a:schemeClr>
                </a:solidFill>
                <a:round/>
                <a:headEnd/>
                <a:tailEnd/>
              </a:ln>
            </p:spPr>
            <p:txBody>
              <a:bodyPr/>
              <a:lstStyle/>
              <a:p>
                <a:endParaRPr lang="en-US"/>
              </a:p>
            </p:txBody>
          </p:sp>
          <p:sp>
            <p:nvSpPr>
              <p:cNvPr id="104438" name="Line 290">
                <a:extLst>
                  <a:ext uri="{FF2B5EF4-FFF2-40B4-BE49-F238E27FC236}">
                    <a16:creationId xmlns:a16="http://schemas.microsoft.com/office/drawing/2014/main" id="{87050731-1BDA-CD77-95DC-17047B44236B}"/>
                  </a:ext>
                </a:extLst>
              </p:cNvPr>
              <p:cNvSpPr>
                <a:spLocks noChangeShapeType="1"/>
              </p:cNvSpPr>
              <p:nvPr/>
            </p:nvSpPr>
            <p:spPr bwMode="auto">
              <a:xfrm>
                <a:off x="1489" y="2379"/>
                <a:ext cx="814" cy="805"/>
              </a:xfrm>
              <a:prstGeom prst="line">
                <a:avLst/>
              </a:prstGeom>
              <a:grpFill/>
              <a:ln w="25400">
                <a:solidFill>
                  <a:schemeClr val="bg1">
                    <a:lumMod val="65000"/>
                  </a:schemeClr>
                </a:solidFill>
                <a:round/>
                <a:headEnd/>
                <a:tailEnd/>
              </a:ln>
            </p:spPr>
            <p:txBody>
              <a:bodyPr/>
              <a:lstStyle/>
              <a:p>
                <a:endParaRPr lang="en-US"/>
              </a:p>
            </p:txBody>
          </p:sp>
        </p:grpSp>
        <p:grpSp>
          <p:nvGrpSpPr>
            <p:cNvPr id="103503" name="Group 291">
              <a:extLst>
                <a:ext uri="{FF2B5EF4-FFF2-40B4-BE49-F238E27FC236}">
                  <a16:creationId xmlns:a16="http://schemas.microsoft.com/office/drawing/2014/main" id="{E4489E8C-A51D-83E0-A4CE-48465D3607E2}"/>
                </a:ext>
              </a:extLst>
            </p:cNvPr>
            <p:cNvGrpSpPr>
              <a:grpSpLocks/>
            </p:cNvGrpSpPr>
            <p:nvPr/>
          </p:nvGrpSpPr>
          <p:grpSpPr bwMode="auto">
            <a:xfrm>
              <a:off x="1483" y="2379"/>
              <a:ext cx="429" cy="598"/>
              <a:chOff x="1483" y="2379"/>
              <a:chExt cx="429" cy="598"/>
            </a:xfrm>
            <a:grpFill/>
          </p:grpSpPr>
          <p:sp>
            <p:nvSpPr>
              <p:cNvPr id="104435" name="Freeform 292">
                <a:extLst>
                  <a:ext uri="{FF2B5EF4-FFF2-40B4-BE49-F238E27FC236}">
                    <a16:creationId xmlns:a16="http://schemas.microsoft.com/office/drawing/2014/main" id="{3FB690BD-CD8E-C074-1528-4E4D00B50321}"/>
                  </a:ext>
                </a:extLst>
              </p:cNvPr>
              <p:cNvSpPr>
                <a:spLocks/>
              </p:cNvSpPr>
              <p:nvPr/>
            </p:nvSpPr>
            <p:spPr bwMode="auto">
              <a:xfrm>
                <a:off x="1808" y="2379"/>
                <a:ext cx="104" cy="136"/>
              </a:xfrm>
              <a:custGeom>
                <a:avLst/>
                <a:gdLst>
                  <a:gd name="T0" fmla="*/ 104 w 104"/>
                  <a:gd name="T1" fmla="*/ 0 h 136"/>
                  <a:gd name="T2" fmla="*/ 56 w 104"/>
                  <a:gd name="T3" fmla="*/ 136 h 136"/>
                  <a:gd name="T4" fmla="*/ 32 w 104"/>
                  <a:gd name="T5" fmla="*/ 112 h 136"/>
                  <a:gd name="T6" fmla="*/ 0 w 104"/>
                  <a:gd name="T7" fmla="*/ 96 h 136"/>
                  <a:gd name="T8" fmla="*/ 104 w 104"/>
                  <a:gd name="T9" fmla="*/ 0 h 136"/>
                  <a:gd name="T10" fmla="*/ 0 60000 65536"/>
                  <a:gd name="T11" fmla="*/ 0 60000 65536"/>
                  <a:gd name="T12" fmla="*/ 0 60000 65536"/>
                  <a:gd name="T13" fmla="*/ 0 60000 65536"/>
                  <a:gd name="T14" fmla="*/ 0 60000 65536"/>
                  <a:gd name="T15" fmla="*/ 0 w 104"/>
                  <a:gd name="T16" fmla="*/ 0 h 136"/>
                  <a:gd name="T17" fmla="*/ 104 w 104"/>
                  <a:gd name="T18" fmla="*/ 136 h 136"/>
                </a:gdLst>
                <a:ahLst/>
                <a:cxnLst>
                  <a:cxn ang="T10">
                    <a:pos x="T0" y="T1"/>
                  </a:cxn>
                  <a:cxn ang="T11">
                    <a:pos x="T2" y="T3"/>
                  </a:cxn>
                  <a:cxn ang="T12">
                    <a:pos x="T4" y="T5"/>
                  </a:cxn>
                  <a:cxn ang="T13">
                    <a:pos x="T6" y="T7"/>
                  </a:cxn>
                  <a:cxn ang="T14">
                    <a:pos x="T8" y="T9"/>
                  </a:cxn>
                </a:cxnLst>
                <a:rect l="T15" t="T16" r="T17" b="T18"/>
                <a:pathLst>
                  <a:path w="104" h="136">
                    <a:moveTo>
                      <a:pt x="104" y="0"/>
                    </a:moveTo>
                    <a:lnTo>
                      <a:pt x="56" y="136"/>
                    </a:lnTo>
                    <a:lnTo>
                      <a:pt x="32" y="112"/>
                    </a:lnTo>
                    <a:lnTo>
                      <a:pt x="0" y="96"/>
                    </a:lnTo>
                    <a:lnTo>
                      <a:pt x="104" y="0"/>
                    </a:lnTo>
                    <a:close/>
                  </a:path>
                </a:pathLst>
              </a:custGeom>
              <a:grpFill/>
              <a:ln w="9525">
                <a:solidFill>
                  <a:schemeClr val="bg1">
                    <a:lumMod val="65000"/>
                  </a:schemeClr>
                </a:solidFill>
                <a:round/>
                <a:headEnd/>
                <a:tailEnd/>
              </a:ln>
            </p:spPr>
            <p:txBody>
              <a:bodyPr/>
              <a:lstStyle/>
              <a:p>
                <a:endParaRPr lang="en-US"/>
              </a:p>
            </p:txBody>
          </p:sp>
          <p:sp>
            <p:nvSpPr>
              <p:cNvPr id="104436" name="Line 293">
                <a:extLst>
                  <a:ext uri="{FF2B5EF4-FFF2-40B4-BE49-F238E27FC236}">
                    <a16:creationId xmlns:a16="http://schemas.microsoft.com/office/drawing/2014/main" id="{39EE5907-F073-2807-5A1C-C014DBCB3307}"/>
                  </a:ext>
                </a:extLst>
              </p:cNvPr>
              <p:cNvSpPr>
                <a:spLocks noChangeShapeType="1"/>
              </p:cNvSpPr>
              <p:nvPr/>
            </p:nvSpPr>
            <p:spPr bwMode="auto">
              <a:xfrm flipV="1">
                <a:off x="1483" y="2483"/>
                <a:ext cx="362" cy="494"/>
              </a:xfrm>
              <a:prstGeom prst="line">
                <a:avLst/>
              </a:prstGeom>
              <a:grpFill/>
              <a:ln w="25400">
                <a:solidFill>
                  <a:schemeClr val="bg1">
                    <a:lumMod val="65000"/>
                  </a:schemeClr>
                </a:solidFill>
                <a:round/>
                <a:headEnd/>
                <a:tailEnd/>
              </a:ln>
            </p:spPr>
            <p:txBody>
              <a:bodyPr/>
              <a:lstStyle/>
              <a:p>
                <a:endParaRPr lang="en-US"/>
              </a:p>
            </p:txBody>
          </p:sp>
        </p:grpSp>
        <p:grpSp>
          <p:nvGrpSpPr>
            <p:cNvPr id="103504" name="Group 294">
              <a:extLst>
                <a:ext uri="{FF2B5EF4-FFF2-40B4-BE49-F238E27FC236}">
                  <a16:creationId xmlns:a16="http://schemas.microsoft.com/office/drawing/2014/main" id="{0284CF7D-DEE6-021D-A8E6-2D08032C2B8B}"/>
                </a:ext>
              </a:extLst>
            </p:cNvPr>
            <p:cNvGrpSpPr>
              <a:grpSpLocks/>
            </p:cNvGrpSpPr>
            <p:nvPr/>
          </p:nvGrpSpPr>
          <p:grpSpPr bwMode="auto">
            <a:xfrm>
              <a:off x="1936" y="2379"/>
              <a:ext cx="894" cy="604"/>
              <a:chOff x="1936" y="2379"/>
              <a:chExt cx="894" cy="604"/>
            </a:xfrm>
            <a:grpFill/>
          </p:grpSpPr>
          <p:sp>
            <p:nvSpPr>
              <p:cNvPr id="104433" name="Freeform 295">
                <a:extLst>
                  <a:ext uri="{FF2B5EF4-FFF2-40B4-BE49-F238E27FC236}">
                    <a16:creationId xmlns:a16="http://schemas.microsoft.com/office/drawing/2014/main" id="{4D854F96-E37F-05A0-EA3B-10CC601F4B53}"/>
                  </a:ext>
                </a:extLst>
              </p:cNvPr>
              <p:cNvSpPr>
                <a:spLocks/>
              </p:cNvSpPr>
              <p:nvPr/>
            </p:nvSpPr>
            <p:spPr bwMode="auto">
              <a:xfrm>
                <a:off x="2702" y="2379"/>
                <a:ext cx="128" cy="104"/>
              </a:xfrm>
              <a:custGeom>
                <a:avLst/>
                <a:gdLst>
                  <a:gd name="T0" fmla="*/ 128 w 128"/>
                  <a:gd name="T1" fmla="*/ 0 h 104"/>
                  <a:gd name="T2" fmla="*/ 40 w 128"/>
                  <a:gd name="T3" fmla="*/ 104 h 104"/>
                  <a:gd name="T4" fmla="*/ 16 w 128"/>
                  <a:gd name="T5" fmla="*/ 80 h 104"/>
                  <a:gd name="T6" fmla="*/ 0 w 128"/>
                  <a:gd name="T7" fmla="*/ 48 h 104"/>
                  <a:gd name="T8" fmla="*/ 128 w 128"/>
                  <a:gd name="T9" fmla="*/ 0 h 104"/>
                  <a:gd name="T10" fmla="*/ 0 60000 65536"/>
                  <a:gd name="T11" fmla="*/ 0 60000 65536"/>
                  <a:gd name="T12" fmla="*/ 0 60000 65536"/>
                  <a:gd name="T13" fmla="*/ 0 60000 65536"/>
                  <a:gd name="T14" fmla="*/ 0 60000 65536"/>
                  <a:gd name="T15" fmla="*/ 0 w 128"/>
                  <a:gd name="T16" fmla="*/ 0 h 104"/>
                  <a:gd name="T17" fmla="*/ 128 w 128"/>
                  <a:gd name="T18" fmla="*/ 104 h 104"/>
                </a:gdLst>
                <a:ahLst/>
                <a:cxnLst>
                  <a:cxn ang="T10">
                    <a:pos x="T0" y="T1"/>
                  </a:cxn>
                  <a:cxn ang="T11">
                    <a:pos x="T2" y="T3"/>
                  </a:cxn>
                  <a:cxn ang="T12">
                    <a:pos x="T4" y="T5"/>
                  </a:cxn>
                  <a:cxn ang="T13">
                    <a:pos x="T6" y="T7"/>
                  </a:cxn>
                  <a:cxn ang="T14">
                    <a:pos x="T8" y="T9"/>
                  </a:cxn>
                </a:cxnLst>
                <a:rect l="T15" t="T16" r="T17" b="T18"/>
                <a:pathLst>
                  <a:path w="128" h="104">
                    <a:moveTo>
                      <a:pt x="128" y="0"/>
                    </a:moveTo>
                    <a:lnTo>
                      <a:pt x="40" y="104"/>
                    </a:lnTo>
                    <a:lnTo>
                      <a:pt x="16" y="80"/>
                    </a:lnTo>
                    <a:lnTo>
                      <a:pt x="0" y="48"/>
                    </a:lnTo>
                    <a:lnTo>
                      <a:pt x="128" y="0"/>
                    </a:lnTo>
                    <a:close/>
                  </a:path>
                </a:pathLst>
              </a:custGeom>
              <a:grpFill/>
              <a:ln w="9525">
                <a:solidFill>
                  <a:schemeClr val="bg1">
                    <a:lumMod val="65000"/>
                  </a:schemeClr>
                </a:solidFill>
                <a:round/>
                <a:headEnd/>
                <a:tailEnd/>
              </a:ln>
            </p:spPr>
            <p:txBody>
              <a:bodyPr/>
              <a:lstStyle/>
              <a:p>
                <a:endParaRPr lang="en-US"/>
              </a:p>
            </p:txBody>
          </p:sp>
          <p:sp>
            <p:nvSpPr>
              <p:cNvPr id="104434" name="Line 296">
                <a:extLst>
                  <a:ext uri="{FF2B5EF4-FFF2-40B4-BE49-F238E27FC236}">
                    <a16:creationId xmlns:a16="http://schemas.microsoft.com/office/drawing/2014/main" id="{DF618061-3D65-7DAD-380F-0EDBA970A36B}"/>
                  </a:ext>
                </a:extLst>
              </p:cNvPr>
              <p:cNvSpPr>
                <a:spLocks noChangeShapeType="1"/>
              </p:cNvSpPr>
              <p:nvPr/>
            </p:nvSpPr>
            <p:spPr bwMode="auto">
              <a:xfrm flipV="1">
                <a:off x="1936" y="2455"/>
                <a:ext cx="790" cy="528"/>
              </a:xfrm>
              <a:prstGeom prst="line">
                <a:avLst/>
              </a:prstGeom>
              <a:grpFill/>
              <a:ln w="25400">
                <a:solidFill>
                  <a:schemeClr val="bg1">
                    <a:lumMod val="65000"/>
                  </a:schemeClr>
                </a:solidFill>
                <a:round/>
                <a:headEnd/>
                <a:tailEnd/>
              </a:ln>
            </p:spPr>
            <p:txBody>
              <a:bodyPr/>
              <a:lstStyle/>
              <a:p>
                <a:endParaRPr lang="en-US"/>
              </a:p>
            </p:txBody>
          </p:sp>
        </p:grpSp>
        <p:grpSp>
          <p:nvGrpSpPr>
            <p:cNvPr id="103505" name="Group 297">
              <a:extLst>
                <a:ext uri="{FF2B5EF4-FFF2-40B4-BE49-F238E27FC236}">
                  <a16:creationId xmlns:a16="http://schemas.microsoft.com/office/drawing/2014/main" id="{91F534C1-BC5B-57D6-C88C-CF977363E0A5}"/>
                </a:ext>
              </a:extLst>
            </p:cNvPr>
            <p:cNvGrpSpPr>
              <a:grpSpLocks/>
            </p:cNvGrpSpPr>
            <p:nvPr/>
          </p:nvGrpSpPr>
          <p:grpSpPr bwMode="auto">
            <a:xfrm>
              <a:off x="1952" y="2076"/>
              <a:ext cx="886" cy="290"/>
              <a:chOff x="1952" y="2076"/>
              <a:chExt cx="886" cy="290"/>
            </a:xfrm>
            <a:grpFill/>
          </p:grpSpPr>
          <p:sp>
            <p:nvSpPr>
              <p:cNvPr id="104431" name="Freeform 298">
                <a:extLst>
                  <a:ext uri="{FF2B5EF4-FFF2-40B4-BE49-F238E27FC236}">
                    <a16:creationId xmlns:a16="http://schemas.microsoft.com/office/drawing/2014/main" id="{262823CD-8859-59A7-9371-9F93BB58B705}"/>
                  </a:ext>
                </a:extLst>
              </p:cNvPr>
              <p:cNvSpPr>
                <a:spLocks/>
              </p:cNvSpPr>
              <p:nvPr/>
            </p:nvSpPr>
            <p:spPr bwMode="auto">
              <a:xfrm>
                <a:off x="2702" y="2076"/>
                <a:ext cx="136" cy="72"/>
              </a:xfrm>
              <a:custGeom>
                <a:avLst/>
                <a:gdLst>
                  <a:gd name="T0" fmla="*/ 136 w 136"/>
                  <a:gd name="T1" fmla="*/ 0 h 72"/>
                  <a:gd name="T2" fmla="*/ 16 w 136"/>
                  <a:gd name="T3" fmla="*/ 72 h 72"/>
                  <a:gd name="T4" fmla="*/ 8 w 136"/>
                  <a:gd name="T5" fmla="*/ 40 h 72"/>
                  <a:gd name="T6" fmla="*/ 0 w 136"/>
                  <a:gd name="T7" fmla="*/ 8 h 72"/>
                  <a:gd name="T8" fmla="*/ 136 w 136"/>
                  <a:gd name="T9" fmla="*/ 0 h 72"/>
                  <a:gd name="T10" fmla="*/ 0 60000 65536"/>
                  <a:gd name="T11" fmla="*/ 0 60000 65536"/>
                  <a:gd name="T12" fmla="*/ 0 60000 65536"/>
                  <a:gd name="T13" fmla="*/ 0 60000 65536"/>
                  <a:gd name="T14" fmla="*/ 0 60000 65536"/>
                  <a:gd name="T15" fmla="*/ 0 w 136"/>
                  <a:gd name="T16" fmla="*/ 0 h 72"/>
                  <a:gd name="T17" fmla="*/ 136 w 136"/>
                  <a:gd name="T18" fmla="*/ 72 h 72"/>
                </a:gdLst>
                <a:ahLst/>
                <a:cxnLst>
                  <a:cxn ang="T10">
                    <a:pos x="T0" y="T1"/>
                  </a:cxn>
                  <a:cxn ang="T11">
                    <a:pos x="T2" y="T3"/>
                  </a:cxn>
                  <a:cxn ang="T12">
                    <a:pos x="T4" y="T5"/>
                  </a:cxn>
                  <a:cxn ang="T13">
                    <a:pos x="T6" y="T7"/>
                  </a:cxn>
                  <a:cxn ang="T14">
                    <a:pos x="T8" y="T9"/>
                  </a:cxn>
                </a:cxnLst>
                <a:rect l="T15" t="T16" r="T17" b="T18"/>
                <a:pathLst>
                  <a:path w="136" h="72">
                    <a:moveTo>
                      <a:pt x="136" y="0"/>
                    </a:moveTo>
                    <a:lnTo>
                      <a:pt x="16" y="72"/>
                    </a:lnTo>
                    <a:lnTo>
                      <a:pt x="8" y="40"/>
                    </a:lnTo>
                    <a:lnTo>
                      <a:pt x="0" y="8"/>
                    </a:lnTo>
                    <a:lnTo>
                      <a:pt x="136" y="0"/>
                    </a:lnTo>
                    <a:close/>
                  </a:path>
                </a:pathLst>
              </a:custGeom>
              <a:grpFill/>
              <a:ln w="9525">
                <a:solidFill>
                  <a:schemeClr val="bg1">
                    <a:lumMod val="65000"/>
                  </a:schemeClr>
                </a:solidFill>
                <a:round/>
                <a:headEnd/>
                <a:tailEnd/>
              </a:ln>
            </p:spPr>
            <p:txBody>
              <a:bodyPr/>
              <a:lstStyle/>
              <a:p>
                <a:endParaRPr lang="en-US"/>
              </a:p>
            </p:txBody>
          </p:sp>
          <p:sp>
            <p:nvSpPr>
              <p:cNvPr id="104432" name="Line 299">
                <a:extLst>
                  <a:ext uri="{FF2B5EF4-FFF2-40B4-BE49-F238E27FC236}">
                    <a16:creationId xmlns:a16="http://schemas.microsoft.com/office/drawing/2014/main" id="{4C4B5B09-3F72-2852-E47B-E50A2413C289}"/>
                  </a:ext>
                </a:extLst>
              </p:cNvPr>
              <p:cNvSpPr>
                <a:spLocks noChangeShapeType="1"/>
              </p:cNvSpPr>
              <p:nvPr/>
            </p:nvSpPr>
            <p:spPr bwMode="auto">
              <a:xfrm flipV="1">
                <a:off x="1952" y="2114"/>
                <a:ext cx="766" cy="252"/>
              </a:xfrm>
              <a:prstGeom prst="line">
                <a:avLst/>
              </a:prstGeom>
              <a:grpFill/>
              <a:ln w="25400">
                <a:solidFill>
                  <a:schemeClr val="bg1">
                    <a:lumMod val="65000"/>
                  </a:schemeClr>
                </a:solidFill>
                <a:round/>
                <a:headEnd/>
                <a:tailEnd/>
              </a:ln>
            </p:spPr>
            <p:txBody>
              <a:bodyPr/>
              <a:lstStyle/>
              <a:p>
                <a:endParaRPr lang="en-US"/>
              </a:p>
            </p:txBody>
          </p:sp>
        </p:grpSp>
        <p:grpSp>
          <p:nvGrpSpPr>
            <p:cNvPr id="103506" name="Group 300">
              <a:extLst>
                <a:ext uri="{FF2B5EF4-FFF2-40B4-BE49-F238E27FC236}">
                  <a16:creationId xmlns:a16="http://schemas.microsoft.com/office/drawing/2014/main" id="{2635AAE9-FD25-A06B-6CD8-C2CC3B64BCE8}"/>
                </a:ext>
              </a:extLst>
            </p:cNvPr>
            <p:cNvGrpSpPr>
              <a:grpSpLocks/>
            </p:cNvGrpSpPr>
            <p:nvPr/>
          </p:nvGrpSpPr>
          <p:grpSpPr bwMode="auto">
            <a:xfrm>
              <a:off x="1481" y="1769"/>
              <a:ext cx="894" cy="283"/>
              <a:chOff x="1481" y="1769"/>
              <a:chExt cx="894" cy="283"/>
            </a:xfrm>
            <a:grpFill/>
          </p:grpSpPr>
          <p:sp>
            <p:nvSpPr>
              <p:cNvPr id="104429" name="Freeform 301">
                <a:extLst>
                  <a:ext uri="{FF2B5EF4-FFF2-40B4-BE49-F238E27FC236}">
                    <a16:creationId xmlns:a16="http://schemas.microsoft.com/office/drawing/2014/main" id="{AF5AF3C3-E5FC-DECC-65CB-1B7EBCA9E3A6}"/>
                  </a:ext>
                </a:extLst>
              </p:cNvPr>
              <p:cNvSpPr>
                <a:spLocks/>
              </p:cNvSpPr>
              <p:nvPr/>
            </p:nvSpPr>
            <p:spPr bwMode="auto">
              <a:xfrm>
                <a:off x="2231" y="1980"/>
                <a:ext cx="144" cy="72"/>
              </a:xfrm>
              <a:custGeom>
                <a:avLst/>
                <a:gdLst>
                  <a:gd name="T0" fmla="*/ 144 w 144"/>
                  <a:gd name="T1" fmla="*/ 72 h 72"/>
                  <a:gd name="T2" fmla="*/ 0 w 144"/>
                  <a:gd name="T3" fmla="*/ 64 h 72"/>
                  <a:gd name="T4" fmla="*/ 16 w 144"/>
                  <a:gd name="T5" fmla="*/ 32 h 72"/>
                  <a:gd name="T6" fmla="*/ 24 w 144"/>
                  <a:gd name="T7" fmla="*/ 0 h 72"/>
                  <a:gd name="T8" fmla="*/ 144 w 144"/>
                  <a:gd name="T9" fmla="*/ 72 h 72"/>
                  <a:gd name="T10" fmla="*/ 0 60000 65536"/>
                  <a:gd name="T11" fmla="*/ 0 60000 65536"/>
                  <a:gd name="T12" fmla="*/ 0 60000 65536"/>
                  <a:gd name="T13" fmla="*/ 0 60000 65536"/>
                  <a:gd name="T14" fmla="*/ 0 60000 65536"/>
                  <a:gd name="T15" fmla="*/ 0 w 144"/>
                  <a:gd name="T16" fmla="*/ 0 h 72"/>
                  <a:gd name="T17" fmla="*/ 144 w 144"/>
                  <a:gd name="T18" fmla="*/ 72 h 72"/>
                </a:gdLst>
                <a:ahLst/>
                <a:cxnLst>
                  <a:cxn ang="T10">
                    <a:pos x="T0" y="T1"/>
                  </a:cxn>
                  <a:cxn ang="T11">
                    <a:pos x="T2" y="T3"/>
                  </a:cxn>
                  <a:cxn ang="T12">
                    <a:pos x="T4" y="T5"/>
                  </a:cxn>
                  <a:cxn ang="T13">
                    <a:pos x="T6" y="T7"/>
                  </a:cxn>
                  <a:cxn ang="T14">
                    <a:pos x="T8" y="T9"/>
                  </a:cxn>
                </a:cxnLst>
                <a:rect l="T15" t="T16" r="T17" b="T18"/>
                <a:pathLst>
                  <a:path w="144" h="72">
                    <a:moveTo>
                      <a:pt x="144" y="72"/>
                    </a:moveTo>
                    <a:lnTo>
                      <a:pt x="0" y="64"/>
                    </a:lnTo>
                    <a:lnTo>
                      <a:pt x="16" y="32"/>
                    </a:lnTo>
                    <a:lnTo>
                      <a:pt x="24" y="0"/>
                    </a:lnTo>
                    <a:lnTo>
                      <a:pt x="144" y="72"/>
                    </a:lnTo>
                    <a:close/>
                  </a:path>
                </a:pathLst>
              </a:custGeom>
              <a:grpFill/>
              <a:ln w="9525">
                <a:solidFill>
                  <a:schemeClr val="bg1">
                    <a:lumMod val="65000"/>
                  </a:schemeClr>
                </a:solidFill>
                <a:round/>
                <a:headEnd/>
                <a:tailEnd/>
              </a:ln>
            </p:spPr>
            <p:txBody>
              <a:bodyPr/>
              <a:lstStyle/>
              <a:p>
                <a:endParaRPr lang="en-US"/>
              </a:p>
            </p:txBody>
          </p:sp>
          <p:sp>
            <p:nvSpPr>
              <p:cNvPr id="104430" name="Line 302">
                <a:extLst>
                  <a:ext uri="{FF2B5EF4-FFF2-40B4-BE49-F238E27FC236}">
                    <a16:creationId xmlns:a16="http://schemas.microsoft.com/office/drawing/2014/main" id="{236A83EB-8357-BDEB-A840-73D79E8CE141}"/>
                  </a:ext>
                </a:extLst>
              </p:cNvPr>
              <p:cNvSpPr>
                <a:spLocks noChangeShapeType="1"/>
              </p:cNvSpPr>
              <p:nvPr/>
            </p:nvSpPr>
            <p:spPr bwMode="auto">
              <a:xfrm>
                <a:off x="1481" y="1769"/>
                <a:ext cx="774" cy="244"/>
              </a:xfrm>
              <a:prstGeom prst="line">
                <a:avLst/>
              </a:prstGeom>
              <a:grpFill/>
              <a:ln w="25400">
                <a:solidFill>
                  <a:schemeClr val="bg1">
                    <a:lumMod val="65000"/>
                  </a:schemeClr>
                </a:solidFill>
                <a:round/>
                <a:headEnd/>
                <a:tailEnd/>
              </a:ln>
            </p:spPr>
            <p:txBody>
              <a:bodyPr/>
              <a:lstStyle/>
              <a:p>
                <a:endParaRPr lang="en-US"/>
              </a:p>
            </p:txBody>
          </p:sp>
        </p:grpSp>
        <p:sp>
          <p:nvSpPr>
            <p:cNvPr id="103507" name="Oval 303">
              <a:extLst>
                <a:ext uri="{FF2B5EF4-FFF2-40B4-BE49-F238E27FC236}">
                  <a16:creationId xmlns:a16="http://schemas.microsoft.com/office/drawing/2014/main" id="{B1649824-774C-CBCF-5FE1-A7EBAF2EFB09}"/>
                </a:ext>
              </a:extLst>
            </p:cNvPr>
            <p:cNvSpPr>
              <a:spLocks noChangeArrowheads="1"/>
            </p:cNvSpPr>
            <p:nvPr/>
          </p:nvSpPr>
          <p:spPr bwMode="auto">
            <a:xfrm>
              <a:off x="1457" y="1741"/>
              <a:ext cx="32" cy="40"/>
            </a:xfrm>
            <a:prstGeom prst="ellipse">
              <a:avLst/>
            </a:prstGeom>
            <a:grpFill/>
            <a:ln w="9525">
              <a:solidFill>
                <a:schemeClr val="bg1">
                  <a:lumMod val="65000"/>
                </a:schemeClr>
              </a:solidFill>
              <a:round/>
              <a:headEnd/>
              <a:tailEnd/>
            </a:ln>
          </p:spPr>
          <p:txBody>
            <a:bodyPr/>
            <a:lstStyle/>
            <a:p>
              <a:endParaRPr lang="en-US"/>
            </a:p>
          </p:txBody>
        </p:sp>
        <p:sp>
          <p:nvSpPr>
            <p:cNvPr id="103508" name="Oval 304">
              <a:extLst>
                <a:ext uri="{FF2B5EF4-FFF2-40B4-BE49-F238E27FC236}">
                  <a16:creationId xmlns:a16="http://schemas.microsoft.com/office/drawing/2014/main" id="{5C0107E6-0DB7-FEC9-D259-9CD66E48AE34}"/>
                </a:ext>
              </a:extLst>
            </p:cNvPr>
            <p:cNvSpPr>
              <a:spLocks noChangeArrowheads="1"/>
            </p:cNvSpPr>
            <p:nvPr/>
          </p:nvSpPr>
          <p:spPr bwMode="auto">
            <a:xfrm>
              <a:off x="1457" y="1741"/>
              <a:ext cx="32" cy="40"/>
            </a:xfrm>
            <a:prstGeom prst="ellipse">
              <a:avLst/>
            </a:prstGeom>
            <a:grpFill/>
            <a:ln w="25400">
              <a:solidFill>
                <a:schemeClr val="bg1">
                  <a:lumMod val="65000"/>
                </a:schemeClr>
              </a:solidFill>
              <a:round/>
              <a:headEnd/>
              <a:tailEnd/>
            </a:ln>
          </p:spPr>
          <p:txBody>
            <a:bodyPr/>
            <a:lstStyle/>
            <a:p>
              <a:endParaRPr lang="en-US"/>
            </a:p>
          </p:txBody>
        </p:sp>
        <p:sp>
          <p:nvSpPr>
            <p:cNvPr id="103509" name="Oval 305">
              <a:extLst>
                <a:ext uri="{FF2B5EF4-FFF2-40B4-BE49-F238E27FC236}">
                  <a16:creationId xmlns:a16="http://schemas.microsoft.com/office/drawing/2014/main" id="{6038B073-1BD2-39B6-59FA-CB7FC0487C49}"/>
                </a:ext>
              </a:extLst>
            </p:cNvPr>
            <p:cNvSpPr>
              <a:spLocks noChangeArrowheads="1"/>
            </p:cNvSpPr>
            <p:nvPr/>
          </p:nvSpPr>
          <p:spPr bwMode="auto">
            <a:xfrm>
              <a:off x="1457" y="2044"/>
              <a:ext cx="40" cy="40"/>
            </a:xfrm>
            <a:prstGeom prst="ellipse">
              <a:avLst/>
            </a:prstGeom>
            <a:grpFill/>
            <a:ln w="9525">
              <a:solidFill>
                <a:schemeClr val="bg1">
                  <a:lumMod val="65000"/>
                </a:schemeClr>
              </a:solidFill>
              <a:round/>
              <a:headEnd/>
              <a:tailEnd/>
            </a:ln>
          </p:spPr>
          <p:txBody>
            <a:bodyPr/>
            <a:lstStyle/>
            <a:p>
              <a:endParaRPr lang="en-US"/>
            </a:p>
          </p:txBody>
        </p:sp>
        <p:sp>
          <p:nvSpPr>
            <p:cNvPr id="103510" name="Oval 306">
              <a:extLst>
                <a:ext uri="{FF2B5EF4-FFF2-40B4-BE49-F238E27FC236}">
                  <a16:creationId xmlns:a16="http://schemas.microsoft.com/office/drawing/2014/main" id="{584CF5FA-AD9F-47AD-5A4F-B801E8BEE47A}"/>
                </a:ext>
              </a:extLst>
            </p:cNvPr>
            <p:cNvSpPr>
              <a:spLocks noChangeArrowheads="1"/>
            </p:cNvSpPr>
            <p:nvPr/>
          </p:nvSpPr>
          <p:spPr bwMode="auto">
            <a:xfrm>
              <a:off x="1457" y="2044"/>
              <a:ext cx="40" cy="40"/>
            </a:xfrm>
            <a:prstGeom prst="ellipse">
              <a:avLst/>
            </a:prstGeom>
            <a:grpFill/>
            <a:ln w="25400">
              <a:solidFill>
                <a:schemeClr val="bg1">
                  <a:lumMod val="65000"/>
                </a:schemeClr>
              </a:solidFill>
              <a:round/>
              <a:headEnd/>
              <a:tailEnd/>
            </a:ln>
          </p:spPr>
          <p:txBody>
            <a:bodyPr/>
            <a:lstStyle/>
            <a:p>
              <a:endParaRPr lang="en-US"/>
            </a:p>
          </p:txBody>
        </p:sp>
        <p:sp>
          <p:nvSpPr>
            <p:cNvPr id="103511" name="Oval 307">
              <a:extLst>
                <a:ext uri="{FF2B5EF4-FFF2-40B4-BE49-F238E27FC236}">
                  <a16:creationId xmlns:a16="http://schemas.microsoft.com/office/drawing/2014/main" id="{388B2B25-8C2E-511D-EA39-C48315096E0F}"/>
                </a:ext>
              </a:extLst>
            </p:cNvPr>
            <p:cNvSpPr>
              <a:spLocks noChangeArrowheads="1"/>
            </p:cNvSpPr>
            <p:nvPr/>
          </p:nvSpPr>
          <p:spPr bwMode="auto">
            <a:xfrm>
              <a:off x="1457" y="2355"/>
              <a:ext cx="40" cy="32"/>
            </a:xfrm>
            <a:prstGeom prst="ellipse">
              <a:avLst/>
            </a:prstGeom>
            <a:grpFill/>
            <a:ln w="9525">
              <a:solidFill>
                <a:schemeClr val="bg1">
                  <a:lumMod val="65000"/>
                </a:schemeClr>
              </a:solidFill>
              <a:round/>
              <a:headEnd/>
              <a:tailEnd/>
            </a:ln>
          </p:spPr>
          <p:txBody>
            <a:bodyPr/>
            <a:lstStyle/>
            <a:p>
              <a:endParaRPr lang="en-US"/>
            </a:p>
          </p:txBody>
        </p:sp>
        <p:sp>
          <p:nvSpPr>
            <p:cNvPr id="103512" name="Oval 308">
              <a:extLst>
                <a:ext uri="{FF2B5EF4-FFF2-40B4-BE49-F238E27FC236}">
                  <a16:creationId xmlns:a16="http://schemas.microsoft.com/office/drawing/2014/main" id="{AA2BF5D4-713F-A0FA-1B6E-C62E1FBF48A7}"/>
                </a:ext>
              </a:extLst>
            </p:cNvPr>
            <p:cNvSpPr>
              <a:spLocks noChangeArrowheads="1"/>
            </p:cNvSpPr>
            <p:nvPr/>
          </p:nvSpPr>
          <p:spPr bwMode="auto">
            <a:xfrm>
              <a:off x="1457" y="2355"/>
              <a:ext cx="40" cy="32"/>
            </a:xfrm>
            <a:prstGeom prst="ellipse">
              <a:avLst/>
            </a:prstGeom>
            <a:grpFill/>
            <a:ln w="25400">
              <a:solidFill>
                <a:schemeClr val="bg1">
                  <a:lumMod val="65000"/>
                </a:schemeClr>
              </a:solidFill>
              <a:round/>
              <a:headEnd/>
              <a:tailEnd/>
            </a:ln>
          </p:spPr>
          <p:txBody>
            <a:bodyPr/>
            <a:lstStyle/>
            <a:p>
              <a:endParaRPr lang="en-US"/>
            </a:p>
          </p:txBody>
        </p:sp>
        <p:sp>
          <p:nvSpPr>
            <p:cNvPr id="103513" name="Oval 309">
              <a:extLst>
                <a:ext uri="{FF2B5EF4-FFF2-40B4-BE49-F238E27FC236}">
                  <a16:creationId xmlns:a16="http://schemas.microsoft.com/office/drawing/2014/main" id="{E198C193-5F40-F3AD-841E-897BAAAA886A}"/>
                </a:ext>
              </a:extLst>
            </p:cNvPr>
            <p:cNvSpPr>
              <a:spLocks noChangeArrowheads="1"/>
            </p:cNvSpPr>
            <p:nvPr/>
          </p:nvSpPr>
          <p:spPr bwMode="auto">
            <a:xfrm>
              <a:off x="1457" y="2658"/>
              <a:ext cx="32" cy="32"/>
            </a:xfrm>
            <a:prstGeom prst="ellipse">
              <a:avLst/>
            </a:prstGeom>
            <a:grpFill/>
            <a:ln w="9525">
              <a:solidFill>
                <a:schemeClr val="bg1">
                  <a:lumMod val="65000"/>
                </a:schemeClr>
              </a:solidFill>
              <a:round/>
              <a:headEnd/>
              <a:tailEnd/>
            </a:ln>
          </p:spPr>
          <p:txBody>
            <a:bodyPr/>
            <a:lstStyle/>
            <a:p>
              <a:endParaRPr lang="en-US"/>
            </a:p>
          </p:txBody>
        </p:sp>
        <p:sp>
          <p:nvSpPr>
            <p:cNvPr id="103514" name="Oval 310">
              <a:extLst>
                <a:ext uri="{FF2B5EF4-FFF2-40B4-BE49-F238E27FC236}">
                  <a16:creationId xmlns:a16="http://schemas.microsoft.com/office/drawing/2014/main" id="{D424247D-9623-09B1-DC4A-719924786C63}"/>
                </a:ext>
              </a:extLst>
            </p:cNvPr>
            <p:cNvSpPr>
              <a:spLocks noChangeArrowheads="1"/>
            </p:cNvSpPr>
            <p:nvPr/>
          </p:nvSpPr>
          <p:spPr bwMode="auto">
            <a:xfrm>
              <a:off x="1457" y="2658"/>
              <a:ext cx="32" cy="32"/>
            </a:xfrm>
            <a:prstGeom prst="ellipse">
              <a:avLst/>
            </a:prstGeom>
            <a:grpFill/>
            <a:ln w="25400">
              <a:solidFill>
                <a:schemeClr val="bg1">
                  <a:lumMod val="65000"/>
                </a:schemeClr>
              </a:solidFill>
              <a:round/>
              <a:headEnd/>
              <a:tailEnd/>
            </a:ln>
          </p:spPr>
          <p:txBody>
            <a:bodyPr/>
            <a:lstStyle/>
            <a:p>
              <a:endParaRPr lang="en-US"/>
            </a:p>
          </p:txBody>
        </p:sp>
        <p:sp>
          <p:nvSpPr>
            <p:cNvPr id="103515" name="Oval 311">
              <a:extLst>
                <a:ext uri="{FF2B5EF4-FFF2-40B4-BE49-F238E27FC236}">
                  <a16:creationId xmlns:a16="http://schemas.microsoft.com/office/drawing/2014/main" id="{50791823-F656-51B1-7300-5772B51A3179}"/>
                </a:ext>
              </a:extLst>
            </p:cNvPr>
            <p:cNvSpPr>
              <a:spLocks noChangeArrowheads="1"/>
            </p:cNvSpPr>
            <p:nvPr/>
          </p:nvSpPr>
          <p:spPr bwMode="auto">
            <a:xfrm>
              <a:off x="1449" y="2969"/>
              <a:ext cx="40" cy="32"/>
            </a:xfrm>
            <a:prstGeom prst="ellipse">
              <a:avLst/>
            </a:prstGeom>
            <a:grpFill/>
            <a:ln w="9525">
              <a:solidFill>
                <a:schemeClr val="bg1">
                  <a:lumMod val="65000"/>
                </a:schemeClr>
              </a:solidFill>
              <a:round/>
              <a:headEnd/>
              <a:tailEnd/>
            </a:ln>
          </p:spPr>
          <p:txBody>
            <a:bodyPr/>
            <a:lstStyle/>
            <a:p>
              <a:endParaRPr lang="en-US"/>
            </a:p>
          </p:txBody>
        </p:sp>
        <p:sp>
          <p:nvSpPr>
            <p:cNvPr id="103516" name="Oval 312">
              <a:extLst>
                <a:ext uri="{FF2B5EF4-FFF2-40B4-BE49-F238E27FC236}">
                  <a16:creationId xmlns:a16="http://schemas.microsoft.com/office/drawing/2014/main" id="{5178F343-E8DF-0378-4172-30A54E0A9C72}"/>
                </a:ext>
              </a:extLst>
            </p:cNvPr>
            <p:cNvSpPr>
              <a:spLocks noChangeArrowheads="1"/>
            </p:cNvSpPr>
            <p:nvPr/>
          </p:nvSpPr>
          <p:spPr bwMode="auto">
            <a:xfrm>
              <a:off x="1449" y="2969"/>
              <a:ext cx="40" cy="32"/>
            </a:xfrm>
            <a:prstGeom prst="ellipse">
              <a:avLst/>
            </a:prstGeom>
            <a:grpFill/>
            <a:ln w="25400">
              <a:solidFill>
                <a:schemeClr val="bg1">
                  <a:lumMod val="65000"/>
                </a:schemeClr>
              </a:solidFill>
              <a:round/>
              <a:headEnd/>
              <a:tailEnd/>
            </a:ln>
          </p:spPr>
          <p:txBody>
            <a:bodyPr/>
            <a:lstStyle/>
            <a:p>
              <a:endParaRPr lang="en-US"/>
            </a:p>
          </p:txBody>
        </p:sp>
        <p:grpSp>
          <p:nvGrpSpPr>
            <p:cNvPr id="103517" name="Group 313">
              <a:extLst>
                <a:ext uri="{FF2B5EF4-FFF2-40B4-BE49-F238E27FC236}">
                  <a16:creationId xmlns:a16="http://schemas.microsoft.com/office/drawing/2014/main" id="{E2BC7BE2-65F9-2295-8217-848AFFEA3A53}"/>
                </a:ext>
              </a:extLst>
            </p:cNvPr>
            <p:cNvGrpSpPr>
              <a:grpSpLocks/>
            </p:cNvGrpSpPr>
            <p:nvPr/>
          </p:nvGrpSpPr>
          <p:grpSpPr bwMode="auto">
            <a:xfrm>
              <a:off x="1912" y="1741"/>
              <a:ext cx="40" cy="1260"/>
              <a:chOff x="1912" y="1741"/>
              <a:chExt cx="40" cy="1260"/>
            </a:xfrm>
            <a:grpFill/>
          </p:grpSpPr>
          <p:sp>
            <p:nvSpPr>
              <p:cNvPr id="104419" name="Oval 314">
                <a:extLst>
                  <a:ext uri="{FF2B5EF4-FFF2-40B4-BE49-F238E27FC236}">
                    <a16:creationId xmlns:a16="http://schemas.microsoft.com/office/drawing/2014/main" id="{C6664458-F116-E316-79E1-F61976451680}"/>
                  </a:ext>
                </a:extLst>
              </p:cNvPr>
              <p:cNvSpPr>
                <a:spLocks noChangeArrowheads="1"/>
              </p:cNvSpPr>
              <p:nvPr/>
            </p:nvSpPr>
            <p:spPr bwMode="auto">
              <a:xfrm>
                <a:off x="1920" y="1741"/>
                <a:ext cx="32" cy="32"/>
              </a:xfrm>
              <a:prstGeom prst="ellipse">
                <a:avLst/>
              </a:prstGeom>
              <a:grpFill/>
              <a:ln w="9525">
                <a:solidFill>
                  <a:schemeClr val="bg1">
                    <a:lumMod val="65000"/>
                  </a:schemeClr>
                </a:solidFill>
                <a:round/>
                <a:headEnd/>
                <a:tailEnd/>
              </a:ln>
            </p:spPr>
            <p:txBody>
              <a:bodyPr/>
              <a:lstStyle/>
              <a:p>
                <a:endParaRPr lang="en-US"/>
              </a:p>
            </p:txBody>
          </p:sp>
          <p:sp>
            <p:nvSpPr>
              <p:cNvPr id="104420" name="Oval 315">
                <a:extLst>
                  <a:ext uri="{FF2B5EF4-FFF2-40B4-BE49-F238E27FC236}">
                    <a16:creationId xmlns:a16="http://schemas.microsoft.com/office/drawing/2014/main" id="{B1F543E1-8CA8-008C-2701-9163BE55B29A}"/>
                  </a:ext>
                </a:extLst>
              </p:cNvPr>
              <p:cNvSpPr>
                <a:spLocks noChangeArrowheads="1"/>
              </p:cNvSpPr>
              <p:nvPr/>
            </p:nvSpPr>
            <p:spPr bwMode="auto">
              <a:xfrm>
                <a:off x="1920" y="1741"/>
                <a:ext cx="32" cy="32"/>
              </a:xfrm>
              <a:prstGeom prst="ellipse">
                <a:avLst/>
              </a:prstGeom>
              <a:grpFill/>
              <a:ln w="25400">
                <a:solidFill>
                  <a:schemeClr val="bg1">
                    <a:lumMod val="65000"/>
                  </a:schemeClr>
                </a:solidFill>
                <a:round/>
                <a:headEnd/>
                <a:tailEnd/>
              </a:ln>
            </p:spPr>
            <p:txBody>
              <a:bodyPr/>
              <a:lstStyle/>
              <a:p>
                <a:endParaRPr lang="en-US"/>
              </a:p>
            </p:txBody>
          </p:sp>
          <p:sp>
            <p:nvSpPr>
              <p:cNvPr id="104421" name="Oval 316">
                <a:extLst>
                  <a:ext uri="{FF2B5EF4-FFF2-40B4-BE49-F238E27FC236}">
                    <a16:creationId xmlns:a16="http://schemas.microsoft.com/office/drawing/2014/main" id="{7B836C0E-442B-AE69-9EA9-FEBCDECFCA5C}"/>
                  </a:ext>
                </a:extLst>
              </p:cNvPr>
              <p:cNvSpPr>
                <a:spLocks noChangeArrowheads="1"/>
              </p:cNvSpPr>
              <p:nvPr/>
            </p:nvSpPr>
            <p:spPr bwMode="auto">
              <a:xfrm>
                <a:off x="1920" y="2044"/>
                <a:ext cx="32" cy="32"/>
              </a:xfrm>
              <a:prstGeom prst="ellipse">
                <a:avLst/>
              </a:prstGeom>
              <a:grpFill/>
              <a:ln w="9525">
                <a:solidFill>
                  <a:schemeClr val="bg1">
                    <a:lumMod val="65000"/>
                  </a:schemeClr>
                </a:solidFill>
                <a:round/>
                <a:headEnd/>
                <a:tailEnd/>
              </a:ln>
            </p:spPr>
            <p:txBody>
              <a:bodyPr/>
              <a:lstStyle/>
              <a:p>
                <a:endParaRPr lang="en-US"/>
              </a:p>
            </p:txBody>
          </p:sp>
          <p:sp>
            <p:nvSpPr>
              <p:cNvPr id="104422" name="Oval 317">
                <a:extLst>
                  <a:ext uri="{FF2B5EF4-FFF2-40B4-BE49-F238E27FC236}">
                    <a16:creationId xmlns:a16="http://schemas.microsoft.com/office/drawing/2014/main" id="{8B2649CD-41B0-969A-CB51-873EBF3E5198}"/>
                  </a:ext>
                </a:extLst>
              </p:cNvPr>
              <p:cNvSpPr>
                <a:spLocks noChangeArrowheads="1"/>
              </p:cNvSpPr>
              <p:nvPr/>
            </p:nvSpPr>
            <p:spPr bwMode="auto">
              <a:xfrm>
                <a:off x="1920" y="2044"/>
                <a:ext cx="32" cy="32"/>
              </a:xfrm>
              <a:prstGeom prst="ellipse">
                <a:avLst/>
              </a:prstGeom>
              <a:grpFill/>
              <a:ln w="25400">
                <a:solidFill>
                  <a:schemeClr val="bg1">
                    <a:lumMod val="65000"/>
                  </a:schemeClr>
                </a:solidFill>
                <a:round/>
                <a:headEnd/>
                <a:tailEnd/>
              </a:ln>
            </p:spPr>
            <p:txBody>
              <a:bodyPr/>
              <a:lstStyle/>
              <a:p>
                <a:endParaRPr lang="en-US"/>
              </a:p>
            </p:txBody>
          </p:sp>
          <p:sp>
            <p:nvSpPr>
              <p:cNvPr id="104423" name="Oval 318">
                <a:extLst>
                  <a:ext uri="{FF2B5EF4-FFF2-40B4-BE49-F238E27FC236}">
                    <a16:creationId xmlns:a16="http://schemas.microsoft.com/office/drawing/2014/main" id="{F4FC0974-AAEA-0C34-368A-7DDE7A4F4247}"/>
                  </a:ext>
                </a:extLst>
              </p:cNvPr>
              <p:cNvSpPr>
                <a:spLocks noChangeArrowheads="1"/>
              </p:cNvSpPr>
              <p:nvPr/>
            </p:nvSpPr>
            <p:spPr bwMode="auto">
              <a:xfrm>
                <a:off x="1920" y="2347"/>
                <a:ext cx="32" cy="40"/>
              </a:xfrm>
              <a:prstGeom prst="ellipse">
                <a:avLst/>
              </a:prstGeom>
              <a:grpFill/>
              <a:ln w="9525">
                <a:solidFill>
                  <a:schemeClr val="bg1">
                    <a:lumMod val="65000"/>
                  </a:schemeClr>
                </a:solidFill>
                <a:round/>
                <a:headEnd/>
                <a:tailEnd/>
              </a:ln>
            </p:spPr>
            <p:txBody>
              <a:bodyPr/>
              <a:lstStyle/>
              <a:p>
                <a:endParaRPr lang="en-US"/>
              </a:p>
            </p:txBody>
          </p:sp>
          <p:sp>
            <p:nvSpPr>
              <p:cNvPr id="104424" name="Oval 319">
                <a:extLst>
                  <a:ext uri="{FF2B5EF4-FFF2-40B4-BE49-F238E27FC236}">
                    <a16:creationId xmlns:a16="http://schemas.microsoft.com/office/drawing/2014/main" id="{949933E6-B197-FA9E-6227-B6BDE809DA66}"/>
                  </a:ext>
                </a:extLst>
              </p:cNvPr>
              <p:cNvSpPr>
                <a:spLocks noChangeArrowheads="1"/>
              </p:cNvSpPr>
              <p:nvPr/>
            </p:nvSpPr>
            <p:spPr bwMode="auto">
              <a:xfrm>
                <a:off x="1920" y="2347"/>
                <a:ext cx="32" cy="40"/>
              </a:xfrm>
              <a:prstGeom prst="ellipse">
                <a:avLst/>
              </a:prstGeom>
              <a:grpFill/>
              <a:ln w="25400">
                <a:solidFill>
                  <a:schemeClr val="bg1">
                    <a:lumMod val="65000"/>
                  </a:schemeClr>
                </a:solidFill>
                <a:round/>
                <a:headEnd/>
                <a:tailEnd/>
              </a:ln>
            </p:spPr>
            <p:txBody>
              <a:bodyPr/>
              <a:lstStyle/>
              <a:p>
                <a:endParaRPr lang="en-US"/>
              </a:p>
            </p:txBody>
          </p:sp>
          <p:sp>
            <p:nvSpPr>
              <p:cNvPr id="104425" name="Oval 320">
                <a:extLst>
                  <a:ext uri="{FF2B5EF4-FFF2-40B4-BE49-F238E27FC236}">
                    <a16:creationId xmlns:a16="http://schemas.microsoft.com/office/drawing/2014/main" id="{4B96A605-C8AC-E2DF-2396-6521C2942BE4}"/>
                  </a:ext>
                </a:extLst>
              </p:cNvPr>
              <p:cNvSpPr>
                <a:spLocks noChangeArrowheads="1"/>
              </p:cNvSpPr>
              <p:nvPr/>
            </p:nvSpPr>
            <p:spPr bwMode="auto">
              <a:xfrm>
                <a:off x="1920" y="2658"/>
                <a:ext cx="32" cy="32"/>
              </a:xfrm>
              <a:prstGeom prst="ellipse">
                <a:avLst/>
              </a:prstGeom>
              <a:grpFill/>
              <a:ln w="9525">
                <a:solidFill>
                  <a:schemeClr val="bg1">
                    <a:lumMod val="65000"/>
                  </a:schemeClr>
                </a:solidFill>
                <a:round/>
                <a:headEnd/>
                <a:tailEnd/>
              </a:ln>
            </p:spPr>
            <p:txBody>
              <a:bodyPr/>
              <a:lstStyle/>
              <a:p>
                <a:endParaRPr lang="en-US"/>
              </a:p>
            </p:txBody>
          </p:sp>
          <p:sp>
            <p:nvSpPr>
              <p:cNvPr id="104426" name="Oval 321">
                <a:extLst>
                  <a:ext uri="{FF2B5EF4-FFF2-40B4-BE49-F238E27FC236}">
                    <a16:creationId xmlns:a16="http://schemas.microsoft.com/office/drawing/2014/main" id="{BC32FD0F-26F2-F5A3-331C-C61E32A1381B}"/>
                  </a:ext>
                </a:extLst>
              </p:cNvPr>
              <p:cNvSpPr>
                <a:spLocks noChangeArrowheads="1"/>
              </p:cNvSpPr>
              <p:nvPr/>
            </p:nvSpPr>
            <p:spPr bwMode="auto">
              <a:xfrm>
                <a:off x="1920" y="2658"/>
                <a:ext cx="32" cy="32"/>
              </a:xfrm>
              <a:prstGeom prst="ellipse">
                <a:avLst/>
              </a:prstGeom>
              <a:grpFill/>
              <a:ln w="25400">
                <a:solidFill>
                  <a:schemeClr val="bg1">
                    <a:lumMod val="65000"/>
                  </a:schemeClr>
                </a:solidFill>
                <a:round/>
                <a:headEnd/>
                <a:tailEnd/>
              </a:ln>
            </p:spPr>
            <p:txBody>
              <a:bodyPr/>
              <a:lstStyle/>
              <a:p>
                <a:endParaRPr lang="en-US"/>
              </a:p>
            </p:txBody>
          </p:sp>
          <p:sp>
            <p:nvSpPr>
              <p:cNvPr id="104427" name="Oval 322">
                <a:extLst>
                  <a:ext uri="{FF2B5EF4-FFF2-40B4-BE49-F238E27FC236}">
                    <a16:creationId xmlns:a16="http://schemas.microsoft.com/office/drawing/2014/main" id="{DA5E50CE-C73E-5A72-2F71-E9CDB0CF489E}"/>
                  </a:ext>
                </a:extLst>
              </p:cNvPr>
              <p:cNvSpPr>
                <a:spLocks noChangeArrowheads="1"/>
              </p:cNvSpPr>
              <p:nvPr/>
            </p:nvSpPr>
            <p:spPr bwMode="auto">
              <a:xfrm>
                <a:off x="1912" y="2961"/>
                <a:ext cx="32" cy="40"/>
              </a:xfrm>
              <a:prstGeom prst="ellipse">
                <a:avLst/>
              </a:prstGeom>
              <a:grpFill/>
              <a:ln w="9525">
                <a:solidFill>
                  <a:schemeClr val="bg1">
                    <a:lumMod val="65000"/>
                  </a:schemeClr>
                </a:solidFill>
                <a:round/>
                <a:headEnd/>
                <a:tailEnd/>
              </a:ln>
            </p:spPr>
            <p:txBody>
              <a:bodyPr/>
              <a:lstStyle/>
              <a:p>
                <a:endParaRPr lang="en-US"/>
              </a:p>
            </p:txBody>
          </p:sp>
          <p:sp>
            <p:nvSpPr>
              <p:cNvPr id="104428" name="Oval 323">
                <a:extLst>
                  <a:ext uri="{FF2B5EF4-FFF2-40B4-BE49-F238E27FC236}">
                    <a16:creationId xmlns:a16="http://schemas.microsoft.com/office/drawing/2014/main" id="{53B3296C-09FF-CC4F-CD9D-66D548DD0C1E}"/>
                  </a:ext>
                </a:extLst>
              </p:cNvPr>
              <p:cNvSpPr>
                <a:spLocks noChangeArrowheads="1"/>
              </p:cNvSpPr>
              <p:nvPr/>
            </p:nvSpPr>
            <p:spPr bwMode="auto">
              <a:xfrm>
                <a:off x="1912" y="2961"/>
                <a:ext cx="32" cy="40"/>
              </a:xfrm>
              <a:prstGeom prst="ellipse">
                <a:avLst/>
              </a:prstGeom>
              <a:grpFill/>
              <a:ln w="25400">
                <a:solidFill>
                  <a:schemeClr val="bg1">
                    <a:lumMod val="65000"/>
                  </a:schemeClr>
                </a:solidFill>
                <a:round/>
                <a:headEnd/>
                <a:tailEnd/>
              </a:ln>
            </p:spPr>
            <p:txBody>
              <a:bodyPr/>
              <a:lstStyle/>
              <a:p>
                <a:endParaRPr lang="en-US"/>
              </a:p>
            </p:txBody>
          </p:sp>
        </p:grpSp>
        <p:grpSp>
          <p:nvGrpSpPr>
            <p:cNvPr id="103518" name="Group 324">
              <a:extLst>
                <a:ext uri="{FF2B5EF4-FFF2-40B4-BE49-F238E27FC236}">
                  <a16:creationId xmlns:a16="http://schemas.microsoft.com/office/drawing/2014/main" id="{BAA7C5A8-1B7D-BE96-BC46-1288B6261687}"/>
                </a:ext>
              </a:extLst>
            </p:cNvPr>
            <p:cNvGrpSpPr>
              <a:grpSpLocks/>
            </p:cNvGrpSpPr>
            <p:nvPr/>
          </p:nvGrpSpPr>
          <p:grpSpPr bwMode="auto">
            <a:xfrm>
              <a:off x="2375" y="1749"/>
              <a:ext cx="40" cy="1252"/>
              <a:chOff x="2375" y="1749"/>
              <a:chExt cx="40" cy="1252"/>
            </a:xfrm>
            <a:grpFill/>
          </p:grpSpPr>
          <p:sp>
            <p:nvSpPr>
              <p:cNvPr id="104409" name="Oval 325">
                <a:extLst>
                  <a:ext uri="{FF2B5EF4-FFF2-40B4-BE49-F238E27FC236}">
                    <a16:creationId xmlns:a16="http://schemas.microsoft.com/office/drawing/2014/main" id="{DDD29ABB-22E3-2816-025D-EFFB5B54FFDD}"/>
                  </a:ext>
                </a:extLst>
              </p:cNvPr>
              <p:cNvSpPr>
                <a:spLocks noChangeArrowheads="1"/>
              </p:cNvSpPr>
              <p:nvPr/>
            </p:nvSpPr>
            <p:spPr bwMode="auto">
              <a:xfrm>
                <a:off x="2375" y="1749"/>
                <a:ext cx="32" cy="32"/>
              </a:xfrm>
              <a:prstGeom prst="ellipse">
                <a:avLst/>
              </a:prstGeom>
              <a:grpFill/>
              <a:ln w="9525">
                <a:solidFill>
                  <a:schemeClr val="bg1">
                    <a:lumMod val="65000"/>
                  </a:schemeClr>
                </a:solidFill>
                <a:round/>
                <a:headEnd/>
                <a:tailEnd/>
              </a:ln>
            </p:spPr>
            <p:txBody>
              <a:bodyPr/>
              <a:lstStyle/>
              <a:p>
                <a:endParaRPr lang="en-US"/>
              </a:p>
            </p:txBody>
          </p:sp>
          <p:sp>
            <p:nvSpPr>
              <p:cNvPr id="104410" name="Oval 326">
                <a:extLst>
                  <a:ext uri="{FF2B5EF4-FFF2-40B4-BE49-F238E27FC236}">
                    <a16:creationId xmlns:a16="http://schemas.microsoft.com/office/drawing/2014/main" id="{935C5458-C81D-DF19-B2A9-6A473F38ED4B}"/>
                  </a:ext>
                </a:extLst>
              </p:cNvPr>
              <p:cNvSpPr>
                <a:spLocks noChangeArrowheads="1"/>
              </p:cNvSpPr>
              <p:nvPr/>
            </p:nvSpPr>
            <p:spPr bwMode="auto">
              <a:xfrm>
                <a:off x="2375" y="1749"/>
                <a:ext cx="32" cy="32"/>
              </a:xfrm>
              <a:prstGeom prst="ellipse">
                <a:avLst/>
              </a:prstGeom>
              <a:grpFill/>
              <a:ln w="25400">
                <a:solidFill>
                  <a:schemeClr val="bg1">
                    <a:lumMod val="65000"/>
                  </a:schemeClr>
                </a:solidFill>
                <a:round/>
                <a:headEnd/>
                <a:tailEnd/>
              </a:ln>
            </p:spPr>
            <p:txBody>
              <a:bodyPr/>
              <a:lstStyle/>
              <a:p>
                <a:endParaRPr lang="en-US"/>
              </a:p>
            </p:txBody>
          </p:sp>
          <p:sp>
            <p:nvSpPr>
              <p:cNvPr id="104411" name="Oval 327">
                <a:extLst>
                  <a:ext uri="{FF2B5EF4-FFF2-40B4-BE49-F238E27FC236}">
                    <a16:creationId xmlns:a16="http://schemas.microsoft.com/office/drawing/2014/main" id="{FFD5ECA3-164F-F978-01B4-D0AD921BE70F}"/>
                  </a:ext>
                </a:extLst>
              </p:cNvPr>
              <p:cNvSpPr>
                <a:spLocks noChangeArrowheads="1"/>
              </p:cNvSpPr>
              <p:nvPr/>
            </p:nvSpPr>
            <p:spPr bwMode="auto">
              <a:xfrm>
                <a:off x="2383" y="2052"/>
                <a:ext cx="32" cy="32"/>
              </a:xfrm>
              <a:prstGeom prst="ellipse">
                <a:avLst/>
              </a:prstGeom>
              <a:grpFill/>
              <a:ln w="9525">
                <a:solidFill>
                  <a:schemeClr val="bg1">
                    <a:lumMod val="65000"/>
                  </a:schemeClr>
                </a:solidFill>
                <a:round/>
                <a:headEnd/>
                <a:tailEnd/>
              </a:ln>
            </p:spPr>
            <p:txBody>
              <a:bodyPr/>
              <a:lstStyle/>
              <a:p>
                <a:endParaRPr lang="en-US"/>
              </a:p>
            </p:txBody>
          </p:sp>
          <p:sp>
            <p:nvSpPr>
              <p:cNvPr id="104412" name="Oval 328">
                <a:extLst>
                  <a:ext uri="{FF2B5EF4-FFF2-40B4-BE49-F238E27FC236}">
                    <a16:creationId xmlns:a16="http://schemas.microsoft.com/office/drawing/2014/main" id="{6074C494-7D82-B050-7A20-56C03E1C26DB}"/>
                  </a:ext>
                </a:extLst>
              </p:cNvPr>
              <p:cNvSpPr>
                <a:spLocks noChangeArrowheads="1"/>
              </p:cNvSpPr>
              <p:nvPr/>
            </p:nvSpPr>
            <p:spPr bwMode="auto">
              <a:xfrm>
                <a:off x="2383" y="2052"/>
                <a:ext cx="32" cy="32"/>
              </a:xfrm>
              <a:prstGeom prst="ellipse">
                <a:avLst/>
              </a:prstGeom>
              <a:grpFill/>
              <a:ln w="25400">
                <a:solidFill>
                  <a:schemeClr val="bg1">
                    <a:lumMod val="65000"/>
                  </a:schemeClr>
                </a:solidFill>
                <a:round/>
                <a:headEnd/>
                <a:tailEnd/>
              </a:ln>
            </p:spPr>
            <p:txBody>
              <a:bodyPr/>
              <a:lstStyle/>
              <a:p>
                <a:endParaRPr lang="en-US"/>
              </a:p>
            </p:txBody>
          </p:sp>
          <p:sp>
            <p:nvSpPr>
              <p:cNvPr id="104413" name="Oval 329">
                <a:extLst>
                  <a:ext uri="{FF2B5EF4-FFF2-40B4-BE49-F238E27FC236}">
                    <a16:creationId xmlns:a16="http://schemas.microsoft.com/office/drawing/2014/main" id="{FEBF09F9-AB85-FB66-F95D-E73A3B9801E8}"/>
                  </a:ext>
                </a:extLst>
              </p:cNvPr>
              <p:cNvSpPr>
                <a:spLocks noChangeArrowheads="1"/>
              </p:cNvSpPr>
              <p:nvPr/>
            </p:nvSpPr>
            <p:spPr bwMode="auto">
              <a:xfrm>
                <a:off x="2383" y="2355"/>
                <a:ext cx="32" cy="32"/>
              </a:xfrm>
              <a:prstGeom prst="ellipse">
                <a:avLst/>
              </a:prstGeom>
              <a:grpFill/>
              <a:ln w="9525">
                <a:solidFill>
                  <a:schemeClr val="bg1">
                    <a:lumMod val="65000"/>
                  </a:schemeClr>
                </a:solidFill>
                <a:round/>
                <a:headEnd/>
                <a:tailEnd/>
              </a:ln>
            </p:spPr>
            <p:txBody>
              <a:bodyPr/>
              <a:lstStyle/>
              <a:p>
                <a:endParaRPr lang="en-US"/>
              </a:p>
            </p:txBody>
          </p:sp>
          <p:sp>
            <p:nvSpPr>
              <p:cNvPr id="104414" name="Oval 330">
                <a:extLst>
                  <a:ext uri="{FF2B5EF4-FFF2-40B4-BE49-F238E27FC236}">
                    <a16:creationId xmlns:a16="http://schemas.microsoft.com/office/drawing/2014/main" id="{1246B06D-88D5-EA55-91AD-7763AEC8A22E}"/>
                  </a:ext>
                </a:extLst>
              </p:cNvPr>
              <p:cNvSpPr>
                <a:spLocks noChangeArrowheads="1"/>
              </p:cNvSpPr>
              <p:nvPr/>
            </p:nvSpPr>
            <p:spPr bwMode="auto">
              <a:xfrm>
                <a:off x="2383" y="2355"/>
                <a:ext cx="32" cy="32"/>
              </a:xfrm>
              <a:prstGeom prst="ellipse">
                <a:avLst/>
              </a:prstGeom>
              <a:grpFill/>
              <a:ln w="25400">
                <a:solidFill>
                  <a:schemeClr val="bg1">
                    <a:lumMod val="65000"/>
                  </a:schemeClr>
                </a:solidFill>
                <a:round/>
                <a:headEnd/>
                <a:tailEnd/>
              </a:ln>
            </p:spPr>
            <p:txBody>
              <a:bodyPr/>
              <a:lstStyle/>
              <a:p>
                <a:endParaRPr lang="en-US"/>
              </a:p>
            </p:txBody>
          </p:sp>
          <p:sp>
            <p:nvSpPr>
              <p:cNvPr id="104415" name="Oval 331">
                <a:extLst>
                  <a:ext uri="{FF2B5EF4-FFF2-40B4-BE49-F238E27FC236}">
                    <a16:creationId xmlns:a16="http://schemas.microsoft.com/office/drawing/2014/main" id="{8FC2F2F6-04BC-CD35-E06A-CD782C2A1CC8}"/>
                  </a:ext>
                </a:extLst>
              </p:cNvPr>
              <p:cNvSpPr>
                <a:spLocks noChangeArrowheads="1"/>
              </p:cNvSpPr>
              <p:nvPr/>
            </p:nvSpPr>
            <p:spPr bwMode="auto">
              <a:xfrm>
                <a:off x="2375" y="2658"/>
                <a:ext cx="32" cy="40"/>
              </a:xfrm>
              <a:prstGeom prst="ellipse">
                <a:avLst/>
              </a:prstGeom>
              <a:grpFill/>
              <a:ln w="9525">
                <a:solidFill>
                  <a:schemeClr val="bg1">
                    <a:lumMod val="65000"/>
                  </a:schemeClr>
                </a:solidFill>
                <a:round/>
                <a:headEnd/>
                <a:tailEnd/>
              </a:ln>
            </p:spPr>
            <p:txBody>
              <a:bodyPr/>
              <a:lstStyle/>
              <a:p>
                <a:endParaRPr lang="en-US"/>
              </a:p>
            </p:txBody>
          </p:sp>
          <p:sp>
            <p:nvSpPr>
              <p:cNvPr id="104416" name="Oval 332">
                <a:extLst>
                  <a:ext uri="{FF2B5EF4-FFF2-40B4-BE49-F238E27FC236}">
                    <a16:creationId xmlns:a16="http://schemas.microsoft.com/office/drawing/2014/main" id="{5F6DA9A3-33BD-3185-7E61-F96D05481656}"/>
                  </a:ext>
                </a:extLst>
              </p:cNvPr>
              <p:cNvSpPr>
                <a:spLocks noChangeArrowheads="1"/>
              </p:cNvSpPr>
              <p:nvPr/>
            </p:nvSpPr>
            <p:spPr bwMode="auto">
              <a:xfrm>
                <a:off x="2375" y="2658"/>
                <a:ext cx="32" cy="40"/>
              </a:xfrm>
              <a:prstGeom prst="ellipse">
                <a:avLst/>
              </a:prstGeom>
              <a:grpFill/>
              <a:ln w="25400">
                <a:solidFill>
                  <a:schemeClr val="bg1">
                    <a:lumMod val="65000"/>
                  </a:schemeClr>
                </a:solidFill>
                <a:round/>
                <a:headEnd/>
                <a:tailEnd/>
              </a:ln>
            </p:spPr>
            <p:txBody>
              <a:bodyPr/>
              <a:lstStyle/>
              <a:p>
                <a:endParaRPr lang="en-US"/>
              </a:p>
            </p:txBody>
          </p:sp>
          <p:sp>
            <p:nvSpPr>
              <p:cNvPr id="104417" name="Oval 333">
                <a:extLst>
                  <a:ext uri="{FF2B5EF4-FFF2-40B4-BE49-F238E27FC236}">
                    <a16:creationId xmlns:a16="http://schemas.microsoft.com/office/drawing/2014/main" id="{F3644BFE-BCCD-8429-EFB9-5CBDE39A2138}"/>
                  </a:ext>
                </a:extLst>
              </p:cNvPr>
              <p:cNvSpPr>
                <a:spLocks noChangeArrowheads="1"/>
              </p:cNvSpPr>
              <p:nvPr/>
            </p:nvSpPr>
            <p:spPr bwMode="auto">
              <a:xfrm>
                <a:off x="2375" y="2969"/>
                <a:ext cx="32" cy="32"/>
              </a:xfrm>
              <a:prstGeom prst="ellipse">
                <a:avLst/>
              </a:prstGeom>
              <a:grpFill/>
              <a:ln w="9525">
                <a:solidFill>
                  <a:schemeClr val="bg1">
                    <a:lumMod val="65000"/>
                  </a:schemeClr>
                </a:solidFill>
                <a:round/>
                <a:headEnd/>
                <a:tailEnd/>
              </a:ln>
            </p:spPr>
            <p:txBody>
              <a:bodyPr/>
              <a:lstStyle/>
              <a:p>
                <a:endParaRPr lang="en-US"/>
              </a:p>
            </p:txBody>
          </p:sp>
          <p:sp>
            <p:nvSpPr>
              <p:cNvPr id="104418" name="Oval 334">
                <a:extLst>
                  <a:ext uri="{FF2B5EF4-FFF2-40B4-BE49-F238E27FC236}">
                    <a16:creationId xmlns:a16="http://schemas.microsoft.com/office/drawing/2014/main" id="{83198557-53C6-9182-CEAF-317FC1317596}"/>
                  </a:ext>
                </a:extLst>
              </p:cNvPr>
              <p:cNvSpPr>
                <a:spLocks noChangeArrowheads="1"/>
              </p:cNvSpPr>
              <p:nvPr/>
            </p:nvSpPr>
            <p:spPr bwMode="auto">
              <a:xfrm>
                <a:off x="2375" y="2969"/>
                <a:ext cx="32" cy="32"/>
              </a:xfrm>
              <a:prstGeom prst="ellipse">
                <a:avLst/>
              </a:prstGeom>
              <a:grpFill/>
              <a:ln w="25400">
                <a:solidFill>
                  <a:schemeClr val="bg1">
                    <a:lumMod val="65000"/>
                  </a:schemeClr>
                </a:solidFill>
                <a:round/>
                <a:headEnd/>
                <a:tailEnd/>
              </a:ln>
            </p:spPr>
            <p:txBody>
              <a:bodyPr/>
              <a:lstStyle/>
              <a:p>
                <a:endParaRPr lang="en-US"/>
              </a:p>
            </p:txBody>
          </p:sp>
        </p:grpSp>
        <p:grpSp>
          <p:nvGrpSpPr>
            <p:cNvPr id="103519" name="Group 335">
              <a:extLst>
                <a:ext uri="{FF2B5EF4-FFF2-40B4-BE49-F238E27FC236}">
                  <a16:creationId xmlns:a16="http://schemas.microsoft.com/office/drawing/2014/main" id="{3A270130-0A80-3ADB-5D71-BEDF577738B4}"/>
                </a:ext>
              </a:extLst>
            </p:cNvPr>
            <p:cNvGrpSpPr>
              <a:grpSpLocks/>
            </p:cNvGrpSpPr>
            <p:nvPr/>
          </p:nvGrpSpPr>
          <p:grpSpPr bwMode="auto">
            <a:xfrm>
              <a:off x="1489" y="2076"/>
              <a:ext cx="431" cy="284"/>
              <a:chOff x="1489" y="2076"/>
              <a:chExt cx="431" cy="284"/>
            </a:xfrm>
            <a:grpFill/>
          </p:grpSpPr>
          <p:sp>
            <p:nvSpPr>
              <p:cNvPr id="104407" name="Freeform 336">
                <a:extLst>
                  <a:ext uri="{FF2B5EF4-FFF2-40B4-BE49-F238E27FC236}">
                    <a16:creationId xmlns:a16="http://schemas.microsoft.com/office/drawing/2014/main" id="{06A6B98A-6CA2-C0AC-0E43-1D29645AA5E0}"/>
                  </a:ext>
                </a:extLst>
              </p:cNvPr>
              <p:cNvSpPr>
                <a:spLocks/>
              </p:cNvSpPr>
              <p:nvPr/>
            </p:nvSpPr>
            <p:spPr bwMode="auto">
              <a:xfrm>
                <a:off x="1784" y="2076"/>
                <a:ext cx="136" cy="96"/>
              </a:xfrm>
              <a:custGeom>
                <a:avLst/>
                <a:gdLst>
                  <a:gd name="T0" fmla="*/ 136 w 136"/>
                  <a:gd name="T1" fmla="*/ 0 h 96"/>
                  <a:gd name="T2" fmla="*/ 40 w 136"/>
                  <a:gd name="T3" fmla="*/ 96 h 96"/>
                  <a:gd name="T4" fmla="*/ 24 w 136"/>
                  <a:gd name="T5" fmla="*/ 72 h 96"/>
                  <a:gd name="T6" fmla="*/ 0 w 136"/>
                  <a:gd name="T7" fmla="*/ 40 h 96"/>
                  <a:gd name="T8" fmla="*/ 136 w 136"/>
                  <a:gd name="T9" fmla="*/ 0 h 96"/>
                  <a:gd name="T10" fmla="*/ 0 60000 65536"/>
                  <a:gd name="T11" fmla="*/ 0 60000 65536"/>
                  <a:gd name="T12" fmla="*/ 0 60000 65536"/>
                  <a:gd name="T13" fmla="*/ 0 60000 65536"/>
                  <a:gd name="T14" fmla="*/ 0 60000 65536"/>
                  <a:gd name="T15" fmla="*/ 0 w 136"/>
                  <a:gd name="T16" fmla="*/ 0 h 96"/>
                  <a:gd name="T17" fmla="*/ 136 w 136"/>
                  <a:gd name="T18" fmla="*/ 96 h 96"/>
                </a:gdLst>
                <a:ahLst/>
                <a:cxnLst>
                  <a:cxn ang="T10">
                    <a:pos x="T0" y="T1"/>
                  </a:cxn>
                  <a:cxn ang="T11">
                    <a:pos x="T2" y="T3"/>
                  </a:cxn>
                  <a:cxn ang="T12">
                    <a:pos x="T4" y="T5"/>
                  </a:cxn>
                  <a:cxn ang="T13">
                    <a:pos x="T6" y="T7"/>
                  </a:cxn>
                  <a:cxn ang="T14">
                    <a:pos x="T8" y="T9"/>
                  </a:cxn>
                </a:cxnLst>
                <a:rect l="T15" t="T16" r="T17" b="T18"/>
                <a:pathLst>
                  <a:path w="136" h="96">
                    <a:moveTo>
                      <a:pt x="136" y="0"/>
                    </a:moveTo>
                    <a:lnTo>
                      <a:pt x="40" y="96"/>
                    </a:lnTo>
                    <a:lnTo>
                      <a:pt x="24" y="72"/>
                    </a:lnTo>
                    <a:lnTo>
                      <a:pt x="0" y="40"/>
                    </a:lnTo>
                    <a:lnTo>
                      <a:pt x="136" y="0"/>
                    </a:lnTo>
                    <a:close/>
                  </a:path>
                </a:pathLst>
              </a:custGeom>
              <a:grpFill/>
              <a:ln w="9525">
                <a:solidFill>
                  <a:schemeClr val="bg1">
                    <a:lumMod val="65000"/>
                  </a:schemeClr>
                </a:solidFill>
                <a:round/>
                <a:headEnd/>
                <a:tailEnd/>
              </a:ln>
            </p:spPr>
            <p:txBody>
              <a:bodyPr/>
              <a:lstStyle/>
              <a:p>
                <a:endParaRPr lang="en-US"/>
              </a:p>
            </p:txBody>
          </p:sp>
          <p:sp>
            <p:nvSpPr>
              <p:cNvPr id="104408" name="Line 337">
                <a:extLst>
                  <a:ext uri="{FF2B5EF4-FFF2-40B4-BE49-F238E27FC236}">
                    <a16:creationId xmlns:a16="http://schemas.microsoft.com/office/drawing/2014/main" id="{43733566-1100-8E70-C640-513481AFCB37}"/>
                  </a:ext>
                </a:extLst>
              </p:cNvPr>
              <p:cNvSpPr>
                <a:spLocks noChangeShapeType="1"/>
              </p:cNvSpPr>
              <p:nvPr/>
            </p:nvSpPr>
            <p:spPr bwMode="auto">
              <a:xfrm flipV="1">
                <a:off x="1489" y="2143"/>
                <a:ext cx="327" cy="217"/>
              </a:xfrm>
              <a:prstGeom prst="line">
                <a:avLst/>
              </a:prstGeom>
              <a:grpFill/>
              <a:ln w="25400">
                <a:solidFill>
                  <a:schemeClr val="bg1">
                    <a:lumMod val="65000"/>
                  </a:schemeClr>
                </a:solidFill>
                <a:round/>
                <a:headEnd/>
                <a:tailEnd/>
              </a:ln>
            </p:spPr>
            <p:txBody>
              <a:bodyPr/>
              <a:lstStyle/>
              <a:p>
                <a:endParaRPr lang="en-US"/>
              </a:p>
            </p:txBody>
          </p:sp>
        </p:grpSp>
        <p:grpSp>
          <p:nvGrpSpPr>
            <p:cNvPr id="103520" name="Group 338">
              <a:extLst>
                <a:ext uri="{FF2B5EF4-FFF2-40B4-BE49-F238E27FC236}">
                  <a16:creationId xmlns:a16="http://schemas.microsoft.com/office/drawing/2014/main" id="{671BB585-6F07-5E89-CBB4-250E8E68548C}"/>
                </a:ext>
              </a:extLst>
            </p:cNvPr>
            <p:cNvGrpSpPr>
              <a:grpSpLocks/>
            </p:cNvGrpSpPr>
            <p:nvPr/>
          </p:nvGrpSpPr>
          <p:grpSpPr bwMode="auto">
            <a:xfrm>
              <a:off x="1489" y="1733"/>
              <a:ext cx="423" cy="56"/>
              <a:chOff x="1489" y="1733"/>
              <a:chExt cx="423" cy="56"/>
            </a:xfrm>
            <a:grpFill/>
          </p:grpSpPr>
          <p:sp>
            <p:nvSpPr>
              <p:cNvPr id="104399" name="Freeform 339">
                <a:extLst>
                  <a:ext uri="{FF2B5EF4-FFF2-40B4-BE49-F238E27FC236}">
                    <a16:creationId xmlns:a16="http://schemas.microsoft.com/office/drawing/2014/main" id="{9DA5D87A-1D92-EA2A-DB84-20C77007B6C2}"/>
                  </a:ext>
                </a:extLst>
              </p:cNvPr>
              <p:cNvSpPr>
                <a:spLocks/>
              </p:cNvSpPr>
              <p:nvPr/>
            </p:nvSpPr>
            <p:spPr bwMode="auto">
              <a:xfrm>
                <a:off x="1792" y="1733"/>
                <a:ext cx="120" cy="56"/>
              </a:xfrm>
              <a:custGeom>
                <a:avLst/>
                <a:gdLst>
                  <a:gd name="T0" fmla="*/ 120 w 120"/>
                  <a:gd name="T1" fmla="*/ 24 h 56"/>
                  <a:gd name="T2" fmla="*/ 0 w 120"/>
                  <a:gd name="T3" fmla="*/ 56 h 56"/>
                  <a:gd name="T4" fmla="*/ 0 w 120"/>
                  <a:gd name="T5" fmla="*/ 24 h 56"/>
                  <a:gd name="T6" fmla="*/ 0 w 120"/>
                  <a:gd name="T7" fmla="*/ 0 h 56"/>
                  <a:gd name="T8" fmla="*/ 120 w 120"/>
                  <a:gd name="T9" fmla="*/ 24 h 56"/>
                  <a:gd name="T10" fmla="*/ 0 60000 65536"/>
                  <a:gd name="T11" fmla="*/ 0 60000 65536"/>
                  <a:gd name="T12" fmla="*/ 0 60000 65536"/>
                  <a:gd name="T13" fmla="*/ 0 60000 65536"/>
                  <a:gd name="T14" fmla="*/ 0 60000 65536"/>
                  <a:gd name="T15" fmla="*/ 0 w 120"/>
                  <a:gd name="T16" fmla="*/ 0 h 56"/>
                  <a:gd name="T17" fmla="*/ 120 w 120"/>
                  <a:gd name="T18" fmla="*/ 56 h 56"/>
                </a:gdLst>
                <a:ahLst/>
                <a:cxnLst>
                  <a:cxn ang="T10">
                    <a:pos x="T0" y="T1"/>
                  </a:cxn>
                  <a:cxn ang="T11">
                    <a:pos x="T2" y="T3"/>
                  </a:cxn>
                  <a:cxn ang="T12">
                    <a:pos x="T4" y="T5"/>
                  </a:cxn>
                  <a:cxn ang="T13">
                    <a:pos x="T6" y="T7"/>
                  </a:cxn>
                  <a:cxn ang="T14">
                    <a:pos x="T8" y="T9"/>
                  </a:cxn>
                </a:cxnLst>
                <a:rect l="T15" t="T16" r="T17" b="T18"/>
                <a:pathLst>
                  <a:path w="120" h="56">
                    <a:moveTo>
                      <a:pt x="120" y="24"/>
                    </a:moveTo>
                    <a:lnTo>
                      <a:pt x="0" y="56"/>
                    </a:lnTo>
                    <a:lnTo>
                      <a:pt x="0" y="24"/>
                    </a:lnTo>
                    <a:lnTo>
                      <a:pt x="0" y="0"/>
                    </a:lnTo>
                    <a:lnTo>
                      <a:pt x="120" y="24"/>
                    </a:lnTo>
                    <a:close/>
                  </a:path>
                </a:pathLst>
              </a:custGeom>
              <a:grpFill/>
              <a:ln w="9525">
                <a:solidFill>
                  <a:schemeClr val="bg1">
                    <a:lumMod val="65000"/>
                  </a:schemeClr>
                </a:solidFill>
                <a:round/>
                <a:headEnd/>
                <a:tailEnd/>
              </a:ln>
            </p:spPr>
            <p:txBody>
              <a:bodyPr/>
              <a:lstStyle/>
              <a:p>
                <a:endParaRPr lang="en-US"/>
              </a:p>
            </p:txBody>
          </p:sp>
          <p:grpSp>
            <p:nvGrpSpPr>
              <p:cNvPr id="104400" name="Group 340">
                <a:extLst>
                  <a:ext uri="{FF2B5EF4-FFF2-40B4-BE49-F238E27FC236}">
                    <a16:creationId xmlns:a16="http://schemas.microsoft.com/office/drawing/2014/main" id="{ADD7126C-6E8A-1A32-7FA3-EA3F5A75E4F1}"/>
                  </a:ext>
                </a:extLst>
              </p:cNvPr>
              <p:cNvGrpSpPr>
                <a:grpSpLocks/>
              </p:cNvGrpSpPr>
              <p:nvPr/>
            </p:nvGrpSpPr>
            <p:grpSpPr bwMode="auto">
              <a:xfrm>
                <a:off x="1489" y="1757"/>
                <a:ext cx="295" cy="1"/>
                <a:chOff x="1489" y="1757"/>
                <a:chExt cx="295" cy="1"/>
              </a:xfrm>
              <a:grpFill/>
            </p:grpSpPr>
            <p:sp>
              <p:nvSpPr>
                <p:cNvPr id="104401" name="Line 341">
                  <a:extLst>
                    <a:ext uri="{FF2B5EF4-FFF2-40B4-BE49-F238E27FC236}">
                      <a16:creationId xmlns:a16="http://schemas.microsoft.com/office/drawing/2014/main" id="{C304D6DC-B6EB-BA57-6C71-3919498D0C36}"/>
                    </a:ext>
                  </a:extLst>
                </p:cNvPr>
                <p:cNvSpPr>
                  <a:spLocks noChangeShapeType="1"/>
                </p:cNvSpPr>
                <p:nvPr/>
              </p:nvSpPr>
              <p:spPr bwMode="auto">
                <a:xfrm>
                  <a:off x="1489" y="1757"/>
                  <a:ext cx="24" cy="1"/>
                </a:xfrm>
                <a:prstGeom prst="line">
                  <a:avLst/>
                </a:prstGeom>
                <a:grpFill/>
                <a:ln w="12700">
                  <a:solidFill>
                    <a:schemeClr val="bg1">
                      <a:lumMod val="65000"/>
                    </a:schemeClr>
                  </a:solidFill>
                  <a:round/>
                  <a:headEnd/>
                  <a:tailEnd/>
                </a:ln>
              </p:spPr>
              <p:txBody>
                <a:bodyPr/>
                <a:lstStyle/>
                <a:p>
                  <a:endParaRPr lang="en-US"/>
                </a:p>
              </p:txBody>
            </p:sp>
            <p:sp>
              <p:nvSpPr>
                <p:cNvPr id="104402" name="Line 342">
                  <a:extLst>
                    <a:ext uri="{FF2B5EF4-FFF2-40B4-BE49-F238E27FC236}">
                      <a16:creationId xmlns:a16="http://schemas.microsoft.com/office/drawing/2014/main" id="{FA03566B-DC3C-0D79-A3A1-0FEEC6D2A532}"/>
                    </a:ext>
                  </a:extLst>
                </p:cNvPr>
                <p:cNvSpPr>
                  <a:spLocks noChangeShapeType="1"/>
                </p:cNvSpPr>
                <p:nvPr/>
              </p:nvSpPr>
              <p:spPr bwMode="auto">
                <a:xfrm>
                  <a:off x="1544" y="1757"/>
                  <a:ext cx="24" cy="1"/>
                </a:xfrm>
                <a:prstGeom prst="line">
                  <a:avLst/>
                </a:prstGeom>
                <a:grpFill/>
                <a:ln w="12700">
                  <a:solidFill>
                    <a:schemeClr val="bg1">
                      <a:lumMod val="65000"/>
                    </a:schemeClr>
                  </a:solidFill>
                  <a:round/>
                  <a:headEnd/>
                  <a:tailEnd/>
                </a:ln>
              </p:spPr>
              <p:txBody>
                <a:bodyPr/>
                <a:lstStyle/>
                <a:p>
                  <a:endParaRPr lang="en-US"/>
                </a:p>
              </p:txBody>
            </p:sp>
            <p:sp>
              <p:nvSpPr>
                <p:cNvPr id="104403" name="Line 343">
                  <a:extLst>
                    <a:ext uri="{FF2B5EF4-FFF2-40B4-BE49-F238E27FC236}">
                      <a16:creationId xmlns:a16="http://schemas.microsoft.com/office/drawing/2014/main" id="{92B860AF-2ED4-D123-D204-E5130235B1BD}"/>
                    </a:ext>
                  </a:extLst>
                </p:cNvPr>
                <p:cNvSpPr>
                  <a:spLocks noChangeShapeType="1"/>
                </p:cNvSpPr>
                <p:nvPr/>
              </p:nvSpPr>
              <p:spPr bwMode="auto">
                <a:xfrm>
                  <a:off x="1600" y="1757"/>
                  <a:ext cx="24" cy="1"/>
                </a:xfrm>
                <a:prstGeom prst="line">
                  <a:avLst/>
                </a:prstGeom>
                <a:grpFill/>
                <a:ln w="12700">
                  <a:solidFill>
                    <a:schemeClr val="bg1">
                      <a:lumMod val="65000"/>
                    </a:schemeClr>
                  </a:solidFill>
                  <a:round/>
                  <a:headEnd/>
                  <a:tailEnd/>
                </a:ln>
              </p:spPr>
              <p:txBody>
                <a:bodyPr/>
                <a:lstStyle/>
                <a:p>
                  <a:endParaRPr lang="en-US"/>
                </a:p>
              </p:txBody>
            </p:sp>
            <p:sp>
              <p:nvSpPr>
                <p:cNvPr id="104404" name="Line 344">
                  <a:extLst>
                    <a:ext uri="{FF2B5EF4-FFF2-40B4-BE49-F238E27FC236}">
                      <a16:creationId xmlns:a16="http://schemas.microsoft.com/office/drawing/2014/main" id="{23F527C2-69A5-C68F-DA2F-BFA8CA19FF67}"/>
                    </a:ext>
                  </a:extLst>
                </p:cNvPr>
                <p:cNvSpPr>
                  <a:spLocks noChangeShapeType="1"/>
                </p:cNvSpPr>
                <p:nvPr/>
              </p:nvSpPr>
              <p:spPr bwMode="auto">
                <a:xfrm>
                  <a:off x="1656" y="1757"/>
                  <a:ext cx="24" cy="1"/>
                </a:xfrm>
                <a:prstGeom prst="line">
                  <a:avLst/>
                </a:prstGeom>
                <a:grpFill/>
                <a:ln w="12700">
                  <a:solidFill>
                    <a:schemeClr val="bg1">
                      <a:lumMod val="65000"/>
                    </a:schemeClr>
                  </a:solidFill>
                  <a:round/>
                  <a:headEnd/>
                  <a:tailEnd/>
                </a:ln>
              </p:spPr>
              <p:txBody>
                <a:bodyPr/>
                <a:lstStyle/>
                <a:p>
                  <a:endParaRPr lang="en-US"/>
                </a:p>
              </p:txBody>
            </p:sp>
            <p:sp>
              <p:nvSpPr>
                <p:cNvPr id="104405" name="Line 345">
                  <a:extLst>
                    <a:ext uri="{FF2B5EF4-FFF2-40B4-BE49-F238E27FC236}">
                      <a16:creationId xmlns:a16="http://schemas.microsoft.com/office/drawing/2014/main" id="{CAF87D2C-F88B-5783-1E52-E486667BA1D3}"/>
                    </a:ext>
                  </a:extLst>
                </p:cNvPr>
                <p:cNvSpPr>
                  <a:spLocks noChangeShapeType="1"/>
                </p:cNvSpPr>
                <p:nvPr/>
              </p:nvSpPr>
              <p:spPr bwMode="auto">
                <a:xfrm>
                  <a:off x="1712" y="1757"/>
                  <a:ext cx="24" cy="1"/>
                </a:xfrm>
                <a:prstGeom prst="line">
                  <a:avLst/>
                </a:prstGeom>
                <a:grpFill/>
                <a:ln w="12700">
                  <a:solidFill>
                    <a:schemeClr val="bg1">
                      <a:lumMod val="65000"/>
                    </a:schemeClr>
                  </a:solidFill>
                  <a:round/>
                  <a:headEnd/>
                  <a:tailEnd/>
                </a:ln>
              </p:spPr>
              <p:txBody>
                <a:bodyPr/>
                <a:lstStyle/>
                <a:p>
                  <a:endParaRPr lang="en-US"/>
                </a:p>
              </p:txBody>
            </p:sp>
            <p:sp>
              <p:nvSpPr>
                <p:cNvPr id="104406" name="Line 346">
                  <a:extLst>
                    <a:ext uri="{FF2B5EF4-FFF2-40B4-BE49-F238E27FC236}">
                      <a16:creationId xmlns:a16="http://schemas.microsoft.com/office/drawing/2014/main" id="{7AFE1E09-4802-DEFB-1519-1D06F360BFC5}"/>
                    </a:ext>
                  </a:extLst>
                </p:cNvPr>
                <p:cNvSpPr>
                  <a:spLocks noChangeShapeType="1"/>
                </p:cNvSpPr>
                <p:nvPr/>
              </p:nvSpPr>
              <p:spPr bwMode="auto">
                <a:xfrm>
                  <a:off x="1768" y="1757"/>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21" name="Group 347">
              <a:extLst>
                <a:ext uri="{FF2B5EF4-FFF2-40B4-BE49-F238E27FC236}">
                  <a16:creationId xmlns:a16="http://schemas.microsoft.com/office/drawing/2014/main" id="{7C2D46FF-3260-8F04-AE69-ECE1FC3CB86D}"/>
                </a:ext>
              </a:extLst>
            </p:cNvPr>
            <p:cNvGrpSpPr>
              <a:grpSpLocks/>
            </p:cNvGrpSpPr>
            <p:nvPr/>
          </p:nvGrpSpPr>
          <p:grpSpPr bwMode="auto">
            <a:xfrm>
              <a:off x="1952" y="1725"/>
              <a:ext cx="415" cy="56"/>
              <a:chOff x="1952" y="1725"/>
              <a:chExt cx="415" cy="56"/>
            </a:xfrm>
            <a:grpFill/>
          </p:grpSpPr>
          <p:sp>
            <p:nvSpPr>
              <p:cNvPr id="104391" name="Freeform 348">
                <a:extLst>
                  <a:ext uri="{FF2B5EF4-FFF2-40B4-BE49-F238E27FC236}">
                    <a16:creationId xmlns:a16="http://schemas.microsoft.com/office/drawing/2014/main" id="{0C034D13-C9A7-AD25-5411-4DD25B9EF73B}"/>
                  </a:ext>
                </a:extLst>
              </p:cNvPr>
              <p:cNvSpPr>
                <a:spLocks/>
              </p:cNvSpPr>
              <p:nvPr/>
            </p:nvSpPr>
            <p:spPr bwMode="auto">
              <a:xfrm>
                <a:off x="2255" y="1725"/>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4392" name="Group 349">
                <a:extLst>
                  <a:ext uri="{FF2B5EF4-FFF2-40B4-BE49-F238E27FC236}">
                    <a16:creationId xmlns:a16="http://schemas.microsoft.com/office/drawing/2014/main" id="{5706AC9B-0EA5-DDE2-4FDC-3C9F56EE0C6F}"/>
                  </a:ext>
                </a:extLst>
              </p:cNvPr>
              <p:cNvGrpSpPr>
                <a:grpSpLocks/>
              </p:cNvGrpSpPr>
              <p:nvPr/>
            </p:nvGrpSpPr>
            <p:grpSpPr bwMode="auto">
              <a:xfrm>
                <a:off x="1952" y="1757"/>
                <a:ext cx="295" cy="1"/>
                <a:chOff x="1952" y="1757"/>
                <a:chExt cx="295" cy="1"/>
              </a:xfrm>
              <a:grpFill/>
            </p:grpSpPr>
            <p:sp>
              <p:nvSpPr>
                <p:cNvPr id="104393" name="Line 350">
                  <a:extLst>
                    <a:ext uri="{FF2B5EF4-FFF2-40B4-BE49-F238E27FC236}">
                      <a16:creationId xmlns:a16="http://schemas.microsoft.com/office/drawing/2014/main" id="{E6C87C81-223F-6C00-8B4C-F3092685CA2E}"/>
                    </a:ext>
                  </a:extLst>
                </p:cNvPr>
                <p:cNvSpPr>
                  <a:spLocks noChangeShapeType="1"/>
                </p:cNvSpPr>
                <p:nvPr/>
              </p:nvSpPr>
              <p:spPr bwMode="auto">
                <a:xfrm>
                  <a:off x="1952" y="1757"/>
                  <a:ext cx="24" cy="1"/>
                </a:xfrm>
                <a:prstGeom prst="line">
                  <a:avLst/>
                </a:prstGeom>
                <a:grpFill/>
                <a:ln w="12700">
                  <a:solidFill>
                    <a:schemeClr val="bg1">
                      <a:lumMod val="65000"/>
                    </a:schemeClr>
                  </a:solidFill>
                  <a:round/>
                  <a:headEnd/>
                  <a:tailEnd/>
                </a:ln>
              </p:spPr>
              <p:txBody>
                <a:bodyPr/>
                <a:lstStyle/>
                <a:p>
                  <a:endParaRPr lang="en-US"/>
                </a:p>
              </p:txBody>
            </p:sp>
            <p:sp>
              <p:nvSpPr>
                <p:cNvPr id="104394" name="Line 351">
                  <a:extLst>
                    <a:ext uri="{FF2B5EF4-FFF2-40B4-BE49-F238E27FC236}">
                      <a16:creationId xmlns:a16="http://schemas.microsoft.com/office/drawing/2014/main" id="{FE86E810-28E1-70F2-877C-8A4DF0595523}"/>
                    </a:ext>
                  </a:extLst>
                </p:cNvPr>
                <p:cNvSpPr>
                  <a:spLocks noChangeShapeType="1"/>
                </p:cNvSpPr>
                <p:nvPr/>
              </p:nvSpPr>
              <p:spPr bwMode="auto">
                <a:xfrm>
                  <a:off x="2008" y="1757"/>
                  <a:ext cx="23" cy="1"/>
                </a:xfrm>
                <a:prstGeom prst="line">
                  <a:avLst/>
                </a:prstGeom>
                <a:grpFill/>
                <a:ln w="12700">
                  <a:solidFill>
                    <a:schemeClr val="bg1">
                      <a:lumMod val="65000"/>
                    </a:schemeClr>
                  </a:solidFill>
                  <a:round/>
                  <a:headEnd/>
                  <a:tailEnd/>
                </a:ln>
              </p:spPr>
              <p:txBody>
                <a:bodyPr/>
                <a:lstStyle/>
                <a:p>
                  <a:endParaRPr lang="en-US"/>
                </a:p>
              </p:txBody>
            </p:sp>
            <p:sp>
              <p:nvSpPr>
                <p:cNvPr id="104395" name="Line 352">
                  <a:extLst>
                    <a:ext uri="{FF2B5EF4-FFF2-40B4-BE49-F238E27FC236}">
                      <a16:creationId xmlns:a16="http://schemas.microsoft.com/office/drawing/2014/main" id="{3538AAD4-D321-56D5-7653-6E754426512C}"/>
                    </a:ext>
                  </a:extLst>
                </p:cNvPr>
                <p:cNvSpPr>
                  <a:spLocks noChangeShapeType="1"/>
                </p:cNvSpPr>
                <p:nvPr/>
              </p:nvSpPr>
              <p:spPr bwMode="auto">
                <a:xfrm>
                  <a:off x="2063" y="1757"/>
                  <a:ext cx="24" cy="1"/>
                </a:xfrm>
                <a:prstGeom prst="line">
                  <a:avLst/>
                </a:prstGeom>
                <a:grpFill/>
                <a:ln w="12700">
                  <a:solidFill>
                    <a:schemeClr val="bg1">
                      <a:lumMod val="65000"/>
                    </a:schemeClr>
                  </a:solidFill>
                  <a:round/>
                  <a:headEnd/>
                  <a:tailEnd/>
                </a:ln>
              </p:spPr>
              <p:txBody>
                <a:bodyPr/>
                <a:lstStyle/>
                <a:p>
                  <a:endParaRPr lang="en-US"/>
                </a:p>
              </p:txBody>
            </p:sp>
            <p:sp>
              <p:nvSpPr>
                <p:cNvPr id="104396" name="Line 353">
                  <a:extLst>
                    <a:ext uri="{FF2B5EF4-FFF2-40B4-BE49-F238E27FC236}">
                      <a16:creationId xmlns:a16="http://schemas.microsoft.com/office/drawing/2014/main" id="{6675E4FC-B011-A9EC-793C-63B203864B5F}"/>
                    </a:ext>
                  </a:extLst>
                </p:cNvPr>
                <p:cNvSpPr>
                  <a:spLocks noChangeShapeType="1"/>
                </p:cNvSpPr>
                <p:nvPr/>
              </p:nvSpPr>
              <p:spPr bwMode="auto">
                <a:xfrm>
                  <a:off x="2119" y="1757"/>
                  <a:ext cx="24" cy="1"/>
                </a:xfrm>
                <a:prstGeom prst="line">
                  <a:avLst/>
                </a:prstGeom>
                <a:grpFill/>
                <a:ln w="12700">
                  <a:solidFill>
                    <a:schemeClr val="bg1">
                      <a:lumMod val="65000"/>
                    </a:schemeClr>
                  </a:solidFill>
                  <a:round/>
                  <a:headEnd/>
                  <a:tailEnd/>
                </a:ln>
              </p:spPr>
              <p:txBody>
                <a:bodyPr/>
                <a:lstStyle/>
                <a:p>
                  <a:endParaRPr lang="en-US"/>
                </a:p>
              </p:txBody>
            </p:sp>
            <p:sp>
              <p:nvSpPr>
                <p:cNvPr id="104397" name="Line 354">
                  <a:extLst>
                    <a:ext uri="{FF2B5EF4-FFF2-40B4-BE49-F238E27FC236}">
                      <a16:creationId xmlns:a16="http://schemas.microsoft.com/office/drawing/2014/main" id="{0118A3AD-9685-2387-4188-B8C2511225D4}"/>
                    </a:ext>
                  </a:extLst>
                </p:cNvPr>
                <p:cNvSpPr>
                  <a:spLocks noChangeShapeType="1"/>
                </p:cNvSpPr>
                <p:nvPr/>
              </p:nvSpPr>
              <p:spPr bwMode="auto">
                <a:xfrm>
                  <a:off x="2175" y="1757"/>
                  <a:ext cx="24" cy="1"/>
                </a:xfrm>
                <a:prstGeom prst="line">
                  <a:avLst/>
                </a:prstGeom>
                <a:grpFill/>
                <a:ln w="12700">
                  <a:solidFill>
                    <a:schemeClr val="bg1">
                      <a:lumMod val="65000"/>
                    </a:schemeClr>
                  </a:solidFill>
                  <a:round/>
                  <a:headEnd/>
                  <a:tailEnd/>
                </a:ln>
              </p:spPr>
              <p:txBody>
                <a:bodyPr/>
                <a:lstStyle/>
                <a:p>
                  <a:endParaRPr lang="en-US"/>
                </a:p>
              </p:txBody>
            </p:sp>
            <p:sp>
              <p:nvSpPr>
                <p:cNvPr id="104398" name="Line 355">
                  <a:extLst>
                    <a:ext uri="{FF2B5EF4-FFF2-40B4-BE49-F238E27FC236}">
                      <a16:creationId xmlns:a16="http://schemas.microsoft.com/office/drawing/2014/main" id="{4CD08CBF-F746-F2D1-9347-61CC43520B20}"/>
                    </a:ext>
                  </a:extLst>
                </p:cNvPr>
                <p:cNvSpPr>
                  <a:spLocks noChangeShapeType="1"/>
                </p:cNvSpPr>
                <p:nvPr/>
              </p:nvSpPr>
              <p:spPr bwMode="auto">
                <a:xfrm>
                  <a:off x="2231" y="1757"/>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22" name="Group 356">
              <a:extLst>
                <a:ext uri="{FF2B5EF4-FFF2-40B4-BE49-F238E27FC236}">
                  <a16:creationId xmlns:a16="http://schemas.microsoft.com/office/drawing/2014/main" id="{EE64A658-8E5C-E05D-F3F4-266CC528D6D3}"/>
                </a:ext>
              </a:extLst>
            </p:cNvPr>
            <p:cNvGrpSpPr>
              <a:grpSpLocks/>
            </p:cNvGrpSpPr>
            <p:nvPr/>
          </p:nvGrpSpPr>
          <p:grpSpPr bwMode="auto">
            <a:xfrm>
              <a:off x="1497" y="2036"/>
              <a:ext cx="415" cy="56"/>
              <a:chOff x="1497" y="2036"/>
              <a:chExt cx="415" cy="56"/>
            </a:xfrm>
            <a:grpFill/>
          </p:grpSpPr>
          <p:sp>
            <p:nvSpPr>
              <p:cNvPr id="104383" name="Freeform 357">
                <a:extLst>
                  <a:ext uri="{FF2B5EF4-FFF2-40B4-BE49-F238E27FC236}">
                    <a16:creationId xmlns:a16="http://schemas.microsoft.com/office/drawing/2014/main" id="{14502B0C-9D03-8026-C2D4-7AAF7BD0E6FA}"/>
                  </a:ext>
                </a:extLst>
              </p:cNvPr>
              <p:cNvSpPr>
                <a:spLocks/>
              </p:cNvSpPr>
              <p:nvPr/>
            </p:nvSpPr>
            <p:spPr bwMode="auto">
              <a:xfrm>
                <a:off x="1800"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4384" name="Group 358">
                <a:extLst>
                  <a:ext uri="{FF2B5EF4-FFF2-40B4-BE49-F238E27FC236}">
                    <a16:creationId xmlns:a16="http://schemas.microsoft.com/office/drawing/2014/main" id="{E8E9AAE4-E8F8-0FE3-8BED-64387BBB1F53}"/>
                  </a:ext>
                </a:extLst>
              </p:cNvPr>
              <p:cNvGrpSpPr>
                <a:grpSpLocks/>
              </p:cNvGrpSpPr>
              <p:nvPr/>
            </p:nvGrpSpPr>
            <p:grpSpPr bwMode="auto">
              <a:xfrm>
                <a:off x="1497" y="2068"/>
                <a:ext cx="295" cy="1"/>
                <a:chOff x="1497" y="2068"/>
                <a:chExt cx="295" cy="1"/>
              </a:xfrm>
              <a:grpFill/>
            </p:grpSpPr>
            <p:sp>
              <p:nvSpPr>
                <p:cNvPr id="104385" name="Line 359">
                  <a:extLst>
                    <a:ext uri="{FF2B5EF4-FFF2-40B4-BE49-F238E27FC236}">
                      <a16:creationId xmlns:a16="http://schemas.microsoft.com/office/drawing/2014/main" id="{051BEFE0-8010-9C6C-AD08-B0FEE5D942FC}"/>
                    </a:ext>
                  </a:extLst>
                </p:cNvPr>
                <p:cNvSpPr>
                  <a:spLocks noChangeShapeType="1"/>
                </p:cNvSpPr>
                <p:nvPr/>
              </p:nvSpPr>
              <p:spPr bwMode="auto">
                <a:xfrm>
                  <a:off x="1497" y="2068"/>
                  <a:ext cx="23" cy="1"/>
                </a:xfrm>
                <a:prstGeom prst="line">
                  <a:avLst/>
                </a:prstGeom>
                <a:grpFill/>
                <a:ln w="12700">
                  <a:solidFill>
                    <a:schemeClr val="bg1">
                      <a:lumMod val="65000"/>
                    </a:schemeClr>
                  </a:solidFill>
                  <a:round/>
                  <a:headEnd/>
                  <a:tailEnd/>
                </a:ln>
              </p:spPr>
              <p:txBody>
                <a:bodyPr/>
                <a:lstStyle/>
                <a:p>
                  <a:endParaRPr lang="en-US"/>
                </a:p>
              </p:txBody>
            </p:sp>
            <p:sp>
              <p:nvSpPr>
                <p:cNvPr id="104386" name="Line 360">
                  <a:extLst>
                    <a:ext uri="{FF2B5EF4-FFF2-40B4-BE49-F238E27FC236}">
                      <a16:creationId xmlns:a16="http://schemas.microsoft.com/office/drawing/2014/main" id="{E9D668C1-E027-2567-0BA3-96CD98F546B6}"/>
                    </a:ext>
                  </a:extLst>
                </p:cNvPr>
                <p:cNvSpPr>
                  <a:spLocks noChangeShapeType="1"/>
                </p:cNvSpPr>
                <p:nvPr/>
              </p:nvSpPr>
              <p:spPr bwMode="auto">
                <a:xfrm>
                  <a:off x="1552" y="2068"/>
                  <a:ext cx="24" cy="1"/>
                </a:xfrm>
                <a:prstGeom prst="line">
                  <a:avLst/>
                </a:prstGeom>
                <a:grpFill/>
                <a:ln w="12700">
                  <a:solidFill>
                    <a:schemeClr val="bg1">
                      <a:lumMod val="65000"/>
                    </a:schemeClr>
                  </a:solidFill>
                  <a:round/>
                  <a:headEnd/>
                  <a:tailEnd/>
                </a:ln>
              </p:spPr>
              <p:txBody>
                <a:bodyPr/>
                <a:lstStyle/>
                <a:p>
                  <a:endParaRPr lang="en-US"/>
                </a:p>
              </p:txBody>
            </p:sp>
            <p:sp>
              <p:nvSpPr>
                <p:cNvPr id="104387" name="Line 361">
                  <a:extLst>
                    <a:ext uri="{FF2B5EF4-FFF2-40B4-BE49-F238E27FC236}">
                      <a16:creationId xmlns:a16="http://schemas.microsoft.com/office/drawing/2014/main" id="{095E27CB-9224-A5C7-5B76-2A1862359B90}"/>
                    </a:ext>
                  </a:extLst>
                </p:cNvPr>
                <p:cNvSpPr>
                  <a:spLocks noChangeShapeType="1"/>
                </p:cNvSpPr>
                <p:nvPr/>
              </p:nvSpPr>
              <p:spPr bwMode="auto">
                <a:xfrm>
                  <a:off x="1608" y="2068"/>
                  <a:ext cx="24" cy="1"/>
                </a:xfrm>
                <a:prstGeom prst="line">
                  <a:avLst/>
                </a:prstGeom>
                <a:grpFill/>
                <a:ln w="12700">
                  <a:solidFill>
                    <a:schemeClr val="bg1">
                      <a:lumMod val="65000"/>
                    </a:schemeClr>
                  </a:solidFill>
                  <a:round/>
                  <a:headEnd/>
                  <a:tailEnd/>
                </a:ln>
              </p:spPr>
              <p:txBody>
                <a:bodyPr/>
                <a:lstStyle/>
                <a:p>
                  <a:endParaRPr lang="en-US"/>
                </a:p>
              </p:txBody>
            </p:sp>
            <p:sp>
              <p:nvSpPr>
                <p:cNvPr id="104388" name="Line 362">
                  <a:extLst>
                    <a:ext uri="{FF2B5EF4-FFF2-40B4-BE49-F238E27FC236}">
                      <a16:creationId xmlns:a16="http://schemas.microsoft.com/office/drawing/2014/main" id="{E8AE65D1-098C-E48B-C921-70EDE2B5AE41}"/>
                    </a:ext>
                  </a:extLst>
                </p:cNvPr>
                <p:cNvSpPr>
                  <a:spLocks noChangeShapeType="1"/>
                </p:cNvSpPr>
                <p:nvPr/>
              </p:nvSpPr>
              <p:spPr bwMode="auto">
                <a:xfrm>
                  <a:off x="1664" y="2068"/>
                  <a:ext cx="24" cy="1"/>
                </a:xfrm>
                <a:prstGeom prst="line">
                  <a:avLst/>
                </a:prstGeom>
                <a:grpFill/>
                <a:ln w="12700">
                  <a:solidFill>
                    <a:schemeClr val="bg1">
                      <a:lumMod val="65000"/>
                    </a:schemeClr>
                  </a:solidFill>
                  <a:round/>
                  <a:headEnd/>
                  <a:tailEnd/>
                </a:ln>
              </p:spPr>
              <p:txBody>
                <a:bodyPr/>
                <a:lstStyle/>
                <a:p>
                  <a:endParaRPr lang="en-US"/>
                </a:p>
              </p:txBody>
            </p:sp>
            <p:sp>
              <p:nvSpPr>
                <p:cNvPr id="104389" name="Line 363">
                  <a:extLst>
                    <a:ext uri="{FF2B5EF4-FFF2-40B4-BE49-F238E27FC236}">
                      <a16:creationId xmlns:a16="http://schemas.microsoft.com/office/drawing/2014/main" id="{BCB43467-E9C2-03D9-B588-D42C556B8B01}"/>
                    </a:ext>
                  </a:extLst>
                </p:cNvPr>
                <p:cNvSpPr>
                  <a:spLocks noChangeShapeType="1"/>
                </p:cNvSpPr>
                <p:nvPr/>
              </p:nvSpPr>
              <p:spPr bwMode="auto">
                <a:xfrm>
                  <a:off x="1720" y="2068"/>
                  <a:ext cx="24" cy="1"/>
                </a:xfrm>
                <a:prstGeom prst="line">
                  <a:avLst/>
                </a:prstGeom>
                <a:grpFill/>
                <a:ln w="12700">
                  <a:solidFill>
                    <a:schemeClr val="bg1">
                      <a:lumMod val="65000"/>
                    </a:schemeClr>
                  </a:solidFill>
                  <a:round/>
                  <a:headEnd/>
                  <a:tailEnd/>
                </a:ln>
              </p:spPr>
              <p:txBody>
                <a:bodyPr/>
                <a:lstStyle/>
                <a:p>
                  <a:endParaRPr lang="en-US"/>
                </a:p>
              </p:txBody>
            </p:sp>
            <p:sp>
              <p:nvSpPr>
                <p:cNvPr id="104390" name="Line 364">
                  <a:extLst>
                    <a:ext uri="{FF2B5EF4-FFF2-40B4-BE49-F238E27FC236}">
                      <a16:creationId xmlns:a16="http://schemas.microsoft.com/office/drawing/2014/main" id="{5AE727A5-8817-A18B-3D27-41011A942414}"/>
                    </a:ext>
                  </a:extLst>
                </p:cNvPr>
                <p:cNvSpPr>
                  <a:spLocks noChangeShapeType="1"/>
                </p:cNvSpPr>
                <p:nvPr/>
              </p:nvSpPr>
              <p:spPr bwMode="auto">
                <a:xfrm>
                  <a:off x="1776" y="2068"/>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23" name="Group 365">
              <a:extLst>
                <a:ext uri="{FF2B5EF4-FFF2-40B4-BE49-F238E27FC236}">
                  <a16:creationId xmlns:a16="http://schemas.microsoft.com/office/drawing/2014/main" id="{1BEDE708-BDDC-34F3-4505-A0A2DD454D79}"/>
                </a:ext>
              </a:extLst>
            </p:cNvPr>
            <p:cNvGrpSpPr>
              <a:grpSpLocks/>
            </p:cNvGrpSpPr>
            <p:nvPr/>
          </p:nvGrpSpPr>
          <p:grpSpPr bwMode="auto">
            <a:xfrm>
              <a:off x="1960" y="2036"/>
              <a:ext cx="423" cy="56"/>
              <a:chOff x="1960" y="2036"/>
              <a:chExt cx="423" cy="56"/>
            </a:xfrm>
            <a:grpFill/>
          </p:grpSpPr>
          <p:sp>
            <p:nvSpPr>
              <p:cNvPr id="104375" name="Freeform 366">
                <a:extLst>
                  <a:ext uri="{FF2B5EF4-FFF2-40B4-BE49-F238E27FC236}">
                    <a16:creationId xmlns:a16="http://schemas.microsoft.com/office/drawing/2014/main" id="{F51FC2E2-B6F1-EC1E-2DED-489B436CD93B}"/>
                  </a:ext>
                </a:extLst>
              </p:cNvPr>
              <p:cNvSpPr>
                <a:spLocks/>
              </p:cNvSpPr>
              <p:nvPr/>
            </p:nvSpPr>
            <p:spPr bwMode="auto">
              <a:xfrm>
                <a:off x="2271"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4376" name="Group 367">
                <a:extLst>
                  <a:ext uri="{FF2B5EF4-FFF2-40B4-BE49-F238E27FC236}">
                    <a16:creationId xmlns:a16="http://schemas.microsoft.com/office/drawing/2014/main" id="{298B07B9-5DB5-0B40-5D8A-2D0BD87F2F38}"/>
                  </a:ext>
                </a:extLst>
              </p:cNvPr>
              <p:cNvGrpSpPr>
                <a:grpSpLocks/>
              </p:cNvGrpSpPr>
              <p:nvPr/>
            </p:nvGrpSpPr>
            <p:grpSpPr bwMode="auto">
              <a:xfrm>
                <a:off x="1960" y="2068"/>
                <a:ext cx="303" cy="1"/>
                <a:chOff x="1960" y="2068"/>
                <a:chExt cx="303" cy="1"/>
              </a:xfrm>
              <a:grpFill/>
            </p:grpSpPr>
            <p:sp>
              <p:nvSpPr>
                <p:cNvPr id="104377" name="Line 368">
                  <a:extLst>
                    <a:ext uri="{FF2B5EF4-FFF2-40B4-BE49-F238E27FC236}">
                      <a16:creationId xmlns:a16="http://schemas.microsoft.com/office/drawing/2014/main" id="{EEEC2367-1D8C-DA67-38BD-CF7A2C27B862}"/>
                    </a:ext>
                  </a:extLst>
                </p:cNvPr>
                <p:cNvSpPr>
                  <a:spLocks noChangeShapeType="1"/>
                </p:cNvSpPr>
                <p:nvPr/>
              </p:nvSpPr>
              <p:spPr bwMode="auto">
                <a:xfrm>
                  <a:off x="1960" y="2068"/>
                  <a:ext cx="24" cy="1"/>
                </a:xfrm>
                <a:prstGeom prst="line">
                  <a:avLst/>
                </a:prstGeom>
                <a:grpFill/>
                <a:ln w="12700">
                  <a:solidFill>
                    <a:schemeClr val="bg1">
                      <a:lumMod val="65000"/>
                    </a:schemeClr>
                  </a:solidFill>
                  <a:round/>
                  <a:headEnd/>
                  <a:tailEnd/>
                </a:ln>
              </p:spPr>
              <p:txBody>
                <a:bodyPr/>
                <a:lstStyle/>
                <a:p>
                  <a:endParaRPr lang="en-US"/>
                </a:p>
              </p:txBody>
            </p:sp>
            <p:sp>
              <p:nvSpPr>
                <p:cNvPr id="104378" name="Line 369">
                  <a:extLst>
                    <a:ext uri="{FF2B5EF4-FFF2-40B4-BE49-F238E27FC236}">
                      <a16:creationId xmlns:a16="http://schemas.microsoft.com/office/drawing/2014/main" id="{24B5512C-B835-2679-4218-BB2E0488AF11}"/>
                    </a:ext>
                  </a:extLst>
                </p:cNvPr>
                <p:cNvSpPr>
                  <a:spLocks noChangeShapeType="1"/>
                </p:cNvSpPr>
                <p:nvPr/>
              </p:nvSpPr>
              <p:spPr bwMode="auto">
                <a:xfrm>
                  <a:off x="2015" y="2068"/>
                  <a:ext cx="24" cy="1"/>
                </a:xfrm>
                <a:prstGeom prst="line">
                  <a:avLst/>
                </a:prstGeom>
                <a:grpFill/>
                <a:ln w="12700">
                  <a:solidFill>
                    <a:schemeClr val="bg1">
                      <a:lumMod val="65000"/>
                    </a:schemeClr>
                  </a:solidFill>
                  <a:round/>
                  <a:headEnd/>
                  <a:tailEnd/>
                </a:ln>
              </p:spPr>
              <p:txBody>
                <a:bodyPr/>
                <a:lstStyle/>
                <a:p>
                  <a:endParaRPr lang="en-US"/>
                </a:p>
              </p:txBody>
            </p:sp>
            <p:sp>
              <p:nvSpPr>
                <p:cNvPr id="104379" name="Line 370">
                  <a:extLst>
                    <a:ext uri="{FF2B5EF4-FFF2-40B4-BE49-F238E27FC236}">
                      <a16:creationId xmlns:a16="http://schemas.microsoft.com/office/drawing/2014/main" id="{29B1FF0F-B509-7BDB-1D40-96103C9699C7}"/>
                    </a:ext>
                  </a:extLst>
                </p:cNvPr>
                <p:cNvSpPr>
                  <a:spLocks noChangeShapeType="1"/>
                </p:cNvSpPr>
                <p:nvPr/>
              </p:nvSpPr>
              <p:spPr bwMode="auto">
                <a:xfrm>
                  <a:off x="2071" y="2068"/>
                  <a:ext cx="24" cy="1"/>
                </a:xfrm>
                <a:prstGeom prst="line">
                  <a:avLst/>
                </a:prstGeom>
                <a:grpFill/>
                <a:ln w="12700">
                  <a:solidFill>
                    <a:schemeClr val="bg1">
                      <a:lumMod val="65000"/>
                    </a:schemeClr>
                  </a:solidFill>
                  <a:round/>
                  <a:headEnd/>
                  <a:tailEnd/>
                </a:ln>
              </p:spPr>
              <p:txBody>
                <a:bodyPr/>
                <a:lstStyle/>
                <a:p>
                  <a:endParaRPr lang="en-US"/>
                </a:p>
              </p:txBody>
            </p:sp>
            <p:sp>
              <p:nvSpPr>
                <p:cNvPr id="104380" name="Line 371">
                  <a:extLst>
                    <a:ext uri="{FF2B5EF4-FFF2-40B4-BE49-F238E27FC236}">
                      <a16:creationId xmlns:a16="http://schemas.microsoft.com/office/drawing/2014/main" id="{BE735E99-C550-FE6F-0A3B-6A6B0ECA1910}"/>
                    </a:ext>
                  </a:extLst>
                </p:cNvPr>
                <p:cNvSpPr>
                  <a:spLocks noChangeShapeType="1"/>
                </p:cNvSpPr>
                <p:nvPr/>
              </p:nvSpPr>
              <p:spPr bwMode="auto">
                <a:xfrm>
                  <a:off x="2127" y="2068"/>
                  <a:ext cx="24" cy="1"/>
                </a:xfrm>
                <a:prstGeom prst="line">
                  <a:avLst/>
                </a:prstGeom>
                <a:grpFill/>
                <a:ln w="12700">
                  <a:solidFill>
                    <a:schemeClr val="bg1">
                      <a:lumMod val="65000"/>
                    </a:schemeClr>
                  </a:solidFill>
                  <a:round/>
                  <a:headEnd/>
                  <a:tailEnd/>
                </a:ln>
              </p:spPr>
              <p:txBody>
                <a:bodyPr/>
                <a:lstStyle/>
                <a:p>
                  <a:endParaRPr lang="en-US"/>
                </a:p>
              </p:txBody>
            </p:sp>
            <p:sp>
              <p:nvSpPr>
                <p:cNvPr id="104381" name="Line 372">
                  <a:extLst>
                    <a:ext uri="{FF2B5EF4-FFF2-40B4-BE49-F238E27FC236}">
                      <a16:creationId xmlns:a16="http://schemas.microsoft.com/office/drawing/2014/main" id="{C866B609-7C27-203E-B520-92D62B07F827}"/>
                    </a:ext>
                  </a:extLst>
                </p:cNvPr>
                <p:cNvSpPr>
                  <a:spLocks noChangeShapeType="1"/>
                </p:cNvSpPr>
                <p:nvPr/>
              </p:nvSpPr>
              <p:spPr bwMode="auto">
                <a:xfrm>
                  <a:off x="2183" y="2068"/>
                  <a:ext cx="24" cy="1"/>
                </a:xfrm>
                <a:prstGeom prst="line">
                  <a:avLst/>
                </a:prstGeom>
                <a:grpFill/>
                <a:ln w="12700">
                  <a:solidFill>
                    <a:schemeClr val="bg1">
                      <a:lumMod val="65000"/>
                    </a:schemeClr>
                  </a:solidFill>
                  <a:round/>
                  <a:headEnd/>
                  <a:tailEnd/>
                </a:ln>
              </p:spPr>
              <p:txBody>
                <a:bodyPr/>
                <a:lstStyle/>
                <a:p>
                  <a:endParaRPr lang="en-US"/>
                </a:p>
              </p:txBody>
            </p:sp>
            <p:sp>
              <p:nvSpPr>
                <p:cNvPr id="104382" name="Line 373">
                  <a:extLst>
                    <a:ext uri="{FF2B5EF4-FFF2-40B4-BE49-F238E27FC236}">
                      <a16:creationId xmlns:a16="http://schemas.microsoft.com/office/drawing/2014/main" id="{4452FB13-3F08-EA7C-9DBD-5CE0CFBC39F2}"/>
                    </a:ext>
                  </a:extLst>
                </p:cNvPr>
                <p:cNvSpPr>
                  <a:spLocks noChangeShapeType="1"/>
                </p:cNvSpPr>
                <p:nvPr/>
              </p:nvSpPr>
              <p:spPr bwMode="auto">
                <a:xfrm>
                  <a:off x="2239" y="2068"/>
                  <a:ext cx="24"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24" name="Group 374">
              <a:extLst>
                <a:ext uri="{FF2B5EF4-FFF2-40B4-BE49-F238E27FC236}">
                  <a16:creationId xmlns:a16="http://schemas.microsoft.com/office/drawing/2014/main" id="{65DFA931-9C47-CC43-164A-6518BBAECDD4}"/>
                </a:ext>
              </a:extLst>
            </p:cNvPr>
            <p:cNvGrpSpPr>
              <a:grpSpLocks/>
            </p:cNvGrpSpPr>
            <p:nvPr/>
          </p:nvGrpSpPr>
          <p:grpSpPr bwMode="auto">
            <a:xfrm>
              <a:off x="2431" y="2036"/>
              <a:ext cx="415" cy="56"/>
              <a:chOff x="2431" y="2036"/>
              <a:chExt cx="415" cy="56"/>
            </a:xfrm>
            <a:grpFill/>
          </p:grpSpPr>
          <p:sp>
            <p:nvSpPr>
              <p:cNvPr id="104367" name="Freeform 375">
                <a:extLst>
                  <a:ext uri="{FF2B5EF4-FFF2-40B4-BE49-F238E27FC236}">
                    <a16:creationId xmlns:a16="http://schemas.microsoft.com/office/drawing/2014/main" id="{F8A9AF4A-866F-92A9-5A71-4933219FC196}"/>
                  </a:ext>
                </a:extLst>
              </p:cNvPr>
              <p:cNvSpPr>
                <a:spLocks/>
              </p:cNvSpPr>
              <p:nvPr/>
            </p:nvSpPr>
            <p:spPr bwMode="auto">
              <a:xfrm>
                <a:off x="2734"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4368" name="Group 376">
                <a:extLst>
                  <a:ext uri="{FF2B5EF4-FFF2-40B4-BE49-F238E27FC236}">
                    <a16:creationId xmlns:a16="http://schemas.microsoft.com/office/drawing/2014/main" id="{8ACFBFD0-BF6B-2E7A-0A05-FD6BD642C70B}"/>
                  </a:ext>
                </a:extLst>
              </p:cNvPr>
              <p:cNvGrpSpPr>
                <a:grpSpLocks/>
              </p:cNvGrpSpPr>
              <p:nvPr/>
            </p:nvGrpSpPr>
            <p:grpSpPr bwMode="auto">
              <a:xfrm>
                <a:off x="2431" y="2068"/>
                <a:ext cx="295" cy="1"/>
                <a:chOff x="2431" y="2068"/>
                <a:chExt cx="295" cy="1"/>
              </a:xfrm>
              <a:grpFill/>
            </p:grpSpPr>
            <p:sp>
              <p:nvSpPr>
                <p:cNvPr id="104369" name="Line 377">
                  <a:extLst>
                    <a:ext uri="{FF2B5EF4-FFF2-40B4-BE49-F238E27FC236}">
                      <a16:creationId xmlns:a16="http://schemas.microsoft.com/office/drawing/2014/main" id="{CD93CC99-432D-0FA5-73AF-BEB7B0BCC13F}"/>
                    </a:ext>
                  </a:extLst>
                </p:cNvPr>
                <p:cNvSpPr>
                  <a:spLocks noChangeShapeType="1"/>
                </p:cNvSpPr>
                <p:nvPr/>
              </p:nvSpPr>
              <p:spPr bwMode="auto">
                <a:xfrm>
                  <a:off x="2431" y="2068"/>
                  <a:ext cx="24" cy="1"/>
                </a:xfrm>
                <a:prstGeom prst="line">
                  <a:avLst/>
                </a:prstGeom>
                <a:grpFill/>
                <a:ln w="12700">
                  <a:solidFill>
                    <a:schemeClr val="bg1">
                      <a:lumMod val="65000"/>
                    </a:schemeClr>
                  </a:solidFill>
                  <a:round/>
                  <a:headEnd/>
                  <a:tailEnd/>
                </a:ln>
              </p:spPr>
              <p:txBody>
                <a:bodyPr/>
                <a:lstStyle/>
                <a:p>
                  <a:endParaRPr lang="en-US"/>
                </a:p>
              </p:txBody>
            </p:sp>
            <p:sp>
              <p:nvSpPr>
                <p:cNvPr id="104370" name="Line 378">
                  <a:extLst>
                    <a:ext uri="{FF2B5EF4-FFF2-40B4-BE49-F238E27FC236}">
                      <a16:creationId xmlns:a16="http://schemas.microsoft.com/office/drawing/2014/main" id="{B216B5B4-97F8-757A-E2ED-B71B0559B3AB}"/>
                    </a:ext>
                  </a:extLst>
                </p:cNvPr>
                <p:cNvSpPr>
                  <a:spLocks noChangeShapeType="1"/>
                </p:cNvSpPr>
                <p:nvPr/>
              </p:nvSpPr>
              <p:spPr bwMode="auto">
                <a:xfrm>
                  <a:off x="2487" y="2068"/>
                  <a:ext cx="24" cy="1"/>
                </a:xfrm>
                <a:prstGeom prst="line">
                  <a:avLst/>
                </a:prstGeom>
                <a:grpFill/>
                <a:ln w="12700">
                  <a:solidFill>
                    <a:schemeClr val="bg1">
                      <a:lumMod val="65000"/>
                    </a:schemeClr>
                  </a:solidFill>
                  <a:round/>
                  <a:headEnd/>
                  <a:tailEnd/>
                </a:ln>
              </p:spPr>
              <p:txBody>
                <a:bodyPr/>
                <a:lstStyle/>
                <a:p>
                  <a:endParaRPr lang="en-US"/>
                </a:p>
              </p:txBody>
            </p:sp>
            <p:sp>
              <p:nvSpPr>
                <p:cNvPr id="104371" name="Line 379">
                  <a:extLst>
                    <a:ext uri="{FF2B5EF4-FFF2-40B4-BE49-F238E27FC236}">
                      <a16:creationId xmlns:a16="http://schemas.microsoft.com/office/drawing/2014/main" id="{D4795659-9B3A-A71E-1F70-335A30FB891E}"/>
                    </a:ext>
                  </a:extLst>
                </p:cNvPr>
                <p:cNvSpPr>
                  <a:spLocks noChangeShapeType="1"/>
                </p:cNvSpPr>
                <p:nvPr/>
              </p:nvSpPr>
              <p:spPr bwMode="auto">
                <a:xfrm>
                  <a:off x="2542" y="2068"/>
                  <a:ext cx="24" cy="1"/>
                </a:xfrm>
                <a:prstGeom prst="line">
                  <a:avLst/>
                </a:prstGeom>
                <a:grpFill/>
                <a:ln w="12700">
                  <a:solidFill>
                    <a:schemeClr val="bg1">
                      <a:lumMod val="65000"/>
                    </a:schemeClr>
                  </a:solidFill>
                  <a:round/>
                  <a:headEnd/>
                  <a:tailEnd/>
                </a:ln>
              </p:spPr>
              <p:txBody>
                <a:bodyPr/>
                <a:lstStyle/>
                <a:p>
                  <a:endParaRPr lang="en-US"/>
                </a:p>
              </p:txBody>
            </p:sp>
            <p:sp>
              <p:nvSpPr>
                <p:cNvPr id="104372" name="Line 380">
                  <a:extLst>
                    <a:ext uri="{FF2B5EF4-FFF2-40B4-BE49-F238E27FC236}">
                      <a16:creationId xmlns:a16="http://schemas.microsoft.com/office/drawing/2014/main" id="{69A6C77B-EDB7-96FD-FF4F-3DD99E233D5F}"/>
                    </a:ext>
                  </a:extLst>
                </p:cNvPr>
                <p:cNvSpPr>
                  <a:spLocks noChangeShapeType="1"/>
                </p:cNvSpPr>
                <p:nvPr/>
              </p:nvSpPr>
              <p:spPr bwMode="auto">
                <a:xfrm>
                  <a:off x="2598" y="2068"/>
                  <a:ext cx="24" cy="1"/>
                </a:xfrm>
                <a:prstGeom prst="line">
                  <a:avLst/>
                </a:prstGeom>
                <a:grpFill/>
                <a:ln w="12700">
                  <a:solidFill>
                    <a:schemeClr val="bg1">
                      <a:lumMod val="65000"/>
                    </a:schemeClr>
                  </a:solidFill>
                  <a:round/>
                  <a:headEnd/>
                  <a:tailEnd/>
                </a:ln>
              </p:spPr>
              <p:txBody>
                <a:bodyPr/>
                <a:lstStyle/>
                <a:p>
                  <a:endParaRPr lang="en-US"/>
                </a:p>
              </p:txBody>
            </p:sp>
            <p:sp>
              <p:nvSpPr>
                <p:cNvPr id="104373" name="Line 381">
                  <a:extLst>
                    <a:ext uri="{FF2B5EF4-FFF2-40B4-BE49-F238E27FC236}">
                      <a16:creationId xmlns:a16="http://schemas.microsoft.com/office/drawing/2014/main" id="{F1E57510-DD18-4823-DBE2-1FEA34F4507F}"/>
                    </a:ext>
                  </a:extLst>
                </p:cNvPr>
                <p:cNvSpPr>
                  <a:spLocks noChangeShapeType="1"/>
                </p:cNvSpPr>
                <p:nvPr/>
              </p:nvSpPr>
              <p:spPr bwMode="auto">
                <a:xfrm>
                  <a:off x="2654" y="2068"/>
                  <a:ext cx="24" cy="1"/>
                </a:xfrm>
                <a:prstGeom prst="line">
                  <a:avLst/>
                </a:prstGeom>
                <a:grpFill/>
                <a:ln w="12700">
                  <a:solidFill>
                    <a:schemeClr val="bg1">
                      <a:lumMod val="65000"/>
                    </a:schemeClr>
                  </a:solidFill>
                  <a:round/>
                  <a:headEnd/>
                  <a:tailEnd/>
                </a:ln>
              </p:spPr>
              <p:txBody>
                <a:bodyPr/>
                <a:lstStyle/>
                <a:p>
                  <a:endParaRPr lang="en-US"/>
                </a:p>
              </p:txBody>
            </p:sp>
            <p:sp>
              <p:nvSpPr>
                <p:cNvPr id="104374" name="Line 382">
                  <a:extLst>
                    <a:ext uri="{FF2B5EF4-FFF2-40B4-BE49-F238E27FC236}">
                      <a16:creationId xmlns:a16="http://schemas.microsoft.com/office/drawing/2014/main" id="{961F669D-2684-1738-8F54-75452379A9F9}"/>
                    </a:ext>
                  </a:extLst>
                </p:cNvPr>
                <p:cNvSpPr>
                  <a:spLocks noChangeShapeType="1"/>
                </p:cNvSpPr>
                <p:nvPr/>
              </p:nvSpPr>
              <p:spPr bwMode="auto">
                <a:xfrm>
                  <a:off x="2710" y="2068"/>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25" name="Group 383">
              <a:extLst>
                <a:ext uri="{FF2B5EF4-FFF2-40B4-BE49-F238E27FC236}">
                  <a16:creationId xmlns:a16="http://schemas.microsoft.com/office/drawing/2014/main" id="{E0BF2A84-B435-78C5-318C-739AD54337C3}"/>
                </a:ext>
              </a:extLst>
            </p:cNvPr>
            <p:cNvGrpSpPr>
              <a:grpSpLocks/>
            </p:cNvGrpSpPr>
            <p:nvPr/>
          </p:nvGrpSpPr>
          <p:grpSpPr bwMode="auto">
            <a:xfrm>
              <a:off x="2423" y="2347"/>
              <a:ext cx="415" cy="56"/>
              <a:chOff x="2423" y="2347"/>
              <a:chExt cx="415" cy="56"/>
            </a:xfrm>
            <a:grpFill/>
          </p:grpSpPr>
          <p:sp>
            <p:nvSpPr>
              <p:cNvPr id="104359" name="Freeform 384">
                <a:extLst>
                  <a:ext uri="{FF2B5EF4-FFF2-40B4-BE49-F238E27FC236}">
                    <a16:creationId xmlns:a16="http://schemas.microsoft.com/office/drawing/2014/main" id="{FDCC6AD9-13D2-B24C-887E-33F1D2C096FB}"/>
                  </a:ext>
                </a:extLst>
              </p:cNvPr>
              <p:cNvSpPr>
                <a:spLocks/>
              </p:cNvSpPr>
              <p:nvPr/>
            </p:nvSpPr>
            <p:spPr bwMode="auto">
              <a:xfrm>
                <a:off x="2726" y="234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lumMod val="65000"/>
                  </a:schemeClr>
                </a:solidFill>
                <a:round/>
                <a:headEnd/>
                <a:tailEnd/>
              </a:ln>
            </p:spPr>
            <p:txBody>
              <a:bodyPr/>
              <a:lstStyle/>
              <a:p>
                <a:endParaRPr lang="en-US"/>
              </a:p>
            </p:txBody>
          </p:sp>
          <p:grpSp>
            <p:nvGrpSpPr>
              <p:cNvPr id="104360" name="Group 385">
                <a:extLst>
                  <a:ext uri="{FF2B5EF4-FFF2-40B4-BE49-F238E27FC236}">
                    <a16:creationId xmlns:a16="http://schemas.microsoft.com/office/drawing/2014/main" id="{D31B0516-64CC-72AF-1F06-F72F3CDCAEE7}"/>
                  </a:ext>
                </a:extLst>
              </p:cNvPr>
              <p:cNvGrpSpPr>
                <a:grpSpLocks/>
              </p:cNvGrpSpPr>
              <p:nvPr/>
            </p:nvGrpSpPr>
            <p:grpSpPr bwMode="auto">
              <a:xfrm>
                <a:off x="2423" y="2371"/>
                <a:ext cx="295" cy="1"/>
                <a:chOff x="2423" y="2371"/>
                <a:chExt cx="295" cy="1"/>
              </a:xfrm>
              <a:grpFill/>
            </p:grpSpPr>
            <p:sp>
              <p:nvSpPr>
                <p:cNvPr id="104361" name="Line 386">
                  <a:extLst>
                    <a:ext uri="{FF2B5EF4-FFF2-40B4-BE49-F238E27FC236}">
                      <a16:creationId xmlns:a16="http://schemas.microsoft.com/office/drawing/2014/main" id="{3B6B8C00-78E3-BEC3-9B39-B80E4D645199}"/>
                    </a:ext>
                  </a:extLst>
                </p:cNvPr>
                <p:cNvSpPr>
                  <a:spLocks noChangeShapeType="1"/>
                </p:cNvSpPr>
                <p:nvPr/>
              </p:nvSpPr>
              <p:spPr bwMode="auto">
                <a:xfrm>
                  <a:off x="2423" y="2371"/>
                  <a:ext cx="24" cy="1"/>
                </a:xfrm>
                <a:prstGeom prst="line">
                  <a:avLst/>
                </a:prstGeom>
                <a:grpFill/>
                <a:ln w="12700">
                  <a:solidFill>
                    <a:schemeClr val="bg1">
                      <a:lumMod val="65000"/>
                    </a:schemeClr>
                  </a:solidFill>
                  <a:round/>
                  <a:headEnd/>
                  <a:tailEnd/>
                </a:ln>
              </p:spPr>
              <p:txBody>
                <a:bodyPr/>
                <a:lstStyle/>
                <a:p>
                  <a:endParaRPr lang="en-US"/>
                </a:p>
              </p:txBody>
            </p:sp>
            <p:sp>
              <p:nvSpPr>
                <p:cNvPr id="104362" name="Line 387">
                  <a:extLst>
                    <a:ext uri="{FF2B5EF4-FFF2-40B4-BE49-F238E27FC236}">
                      <a16:creationId xmlns:a16="http://schemas.microsoft.com/office/drawing/2014/main" id="{11DCE1A8-3764-1796-276C-E81C3F964872}"/>
                    </a:ext>
                  </a:extLst>
                </p:cNvPr>
                <p:cNvSpPr>
                  <a:spLocks noChangeShapeType="1"/>
                </p:cNvSpPr>
                <p:nvPr/>
              </p:nvSpPr>
              <p:spPr bwMode="auto">
                <a:xfrm>
                  <a:off x="2479" y="2371"/>
                  <a:ext cx="24" cy="1"/>
                </a:xfrm>
                <a:prstGeom prst="line">
                  <a:avLst/>
                </a:prstGeom>
                <a:grpFill/>
                <a:ln w="12700">
                  <a:solidFill>
                    <a:schemeClr val="bg1">
                      <a:lumMod val="65000"/>
                    </a:schemeClr>
                  </a:solidFill>
                  <a:round/>
                  <a:headEnd/>
                  <a:tailEnd/>
                </a:ln>
              </p:spPr>
              <p:txBody>
                <a:bodyPr/>
                <a:lstStyle/>
                <a:p>
                  <a:endParaRPr lang="en-US"/>
                </a:p>
              </p:txBody>
            </p:sp>
            <p:sp>
              <p:nvSpPr>
                <p:cNvPr id="104363" name="Line 388">
                  <a:extLst>
                    <a:ext uri="{FF2B5EF4-FFF2-40B4-BE49-F238E27FC236}">
                      <a16:creationId xmlns:a16="http://schemas.microsoft.com/office/drawing/2014/main" id="{3F356A58-BCA0-FE1E-6980-2A8CBBFFF760}"/>
                    </a:ext>
                  </a:extLst>
                </p:cNvPr>
                <p:cNvSpPr>
                  <a:spLocks noChangeShapeType="1"/>
                </p:cNvSpPr>
                <p:nvPr/>
              </p:nvSpPr>
              <p:spPr bwMode="auto">
                <a:xfrm>
                  <a:off x="2534" y="2371"/>
                  <a:ext cx="24" cy="1"/>
                </a:xfrm>
                <a:prstGeom prst="line">
                  <a:avLst/>
                </a:prstGeom>
                <a:grpFill/>
                <a:ln w="12700">
                  <a:solidFill>
                    <a:schemeClr val="bg1">
                      <a:lumMod val="65000"/>
                    </a:schemeClr>
                  </a:solidFill>
                  <a:round/>
                  <a:headEnd/>
                  <a:tailEnd/>
                </a:ln>
              </p:spPr>
              <p:txBody>
                <a:bodyPr/>
                <a:lstStyle/>
                <a:p>
                  <a:endParaRPr lang="en-US"/>
                </a:p>
              </p:txBody>
            </p:sp>
            <p:sp>
              <p:nvSpPr>
                <p:cNvPr id="104364" name="Line 389">
                  <a:extLst>
                    <a:ext uri="{FF2B5EF4-FFF2-40B4-BE49-F238E27FC236}">
                      <a16:creationId xmlns:a16="http://schemas.microsoft.com/office/drawing/2014/main" id="{B831BCBC-D4F1-5108-5678-44649ECACEDC}"/>
                    </a:ext>
                  </a:extLst>
                </p:cNvPr>
                <p:cNvSpPr>
                  <a:spLocks noChangeShapeType="1"/>
                </p:cNvSpPr>
                <p:nvPr/>
              </p:nvSpPr>
              <p:spPr bwMode="auto">
                <a:xfrm>
                  <a:off x="2590" y="2371"/>
                  <a:ext cx="24" cy="1"/>
                </a:xfrm>
                <a:prstGeom prst="line">
                  <a:avLst/>
                </a:prstGeom>
                <a:grpFill/>
                <a:ln w="12700">
                  <a:solidFill>
                    <a:schemeClr val="bg1">
                      <a:lumMod val="65000"/>
                    </a:schemeClr>
                  </a:solidFill>
                  <a:round/>
                  <a:headEnd/>
                  <a:tailEnd/>
                </a:ln>
              </p:spPr>
              <p:txBody>
                <a:bodyPr/>
                <a:lstStyle/>
                <a:p>
                  <a:endParaRPr lang="en-US"/>
                </a:p>
              </p:txBody>
            </p:sp>
            <p:sp>
              <p:nvSpPr>
                <p:cNvPr id="104365" name="Line 390">
                  <a:extLst>
                    <a:ext uri="{FF2B5EF4-FFF2-40B4-BE49-F238E27FC236}">
                      <a16:creationId xmlns:a16="http://schemas.microsoft.com/office/drawing/2014/main" id="{8BF20912-3205-1BC0-2700-15070C1CB15A}"/>
                    </a:ext>
                  </a:extLst>
                </p:cNvPr>
                <p:cNvSpPr>
                  <a:spLocks noChangeShapeType="1"/>
                </p:cNvSpPr>
                <p:nvPr/>
              </p:nvSpPr>
              <p:spPr bwMode="auto">
                <a:xfrm>
                  <a:off x="2646" y="2371"/>
                  <a:ext cx="24" cy="1"/>
                </a:xfrm>
                <a:prstGeom prst="line">
                  <a:avLst/>
                </a:prstGeom>
                <a:grpFill/>
                <a:ln w="12700">
                  <a:solidFill>
                    <a:schemeClr val="bg1">
                      <a:lumMod val="65000"/>
                    </a:schemeClr>
                  </a:solidFill>
                  <a:round/>
                  <a:headEnd/>
                  <a:tailEnd/>
                </a:ln>
              </p:spPr>
              <p:txBody>
                <a:bodyPr/>
                <a:lstStyle/>
                <a:p>
                  <a:endParaRPr lang="en-US"/>
                </a:p>
              </p:txBody>
            </p:sp>
            <p:sp>
              <p:nvSpPr>
                <p:cNvPr id="104366" name="Line 391">
                  <a:extLst>
                    <a:ext uri="{FF2B5EF4-FFF2-40B4-BE49-F238E27FC236}">
                      <a16:creationId xmlns:a16="http://schemas.microsoft.com/office/drawing/2014/main" id="{C6F531AC-F9BF-A568-D67B-B78E6A1A0B92}"/>
                    </a:ext>
                  </a:extLst>
                </p:cNvPr>
                <p:cNvSpPr>
                  <a:spLocks noChangeShapeType="1"/>
                </p:cNvSpPr>
                <p:nvPr/>
              </p:nvSpPr>
              <p:spPr bwMode="auto">
                <a:xfrm>
                  <a:off x="2702" y="2371"/>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26" name="Group 392">
              <a:extLst>
                <a:ext uri="{FF2B5EF4-FFF2-40B4-BE49-F238E27FC236}">
                  <a16:creationId xmlns:a16="http://schemas.microsoft.com/office/drawing/2014/main" id="{43CCD149-A6D4-7C83-6483-636DC56E5448}"/>
                </a:ext>
              </a:extLst>
            </p:cNvPr>
            <p:cNvGrpSpPr>
              <a:grpSpLocks/>
            </p:cNvGrpSpPr>
            <p:nvPr/>
          </p:nvGrpSpPr>
          <p:grpSpPr bwMode="auto">
            <a:xfrm>
              <a:off x="1960" y="2347"/>
              <a:ext cx="415" cy="56"/>
              <a:chOff x="1960" y="2347"/>
              <a:chExt cx="415" cy="56"/>
            </a:xfrm>
            <a:grpFill/>
          </p:grpSpPr>
          <p:sp>
            <p:nvSpPr>
              <p:cNvPr id="104351" name="Freeform 393">
                <a:extLst>
                  <a:ext uri="{FF2B5EF4-FFF2-40B4-BE49-F238E27FC236}">
                    <a16:creationId xmlns:a16="http://schemas.microsoft.com/office/drawing/2014/main" id="{BF4CF547-E0D1-A8D1-DBF4-41F253EA1811}"/>
                  </a:ext>
                </a:extLst>
              </p:cNvPr>
              <p:cNvSpPr>
                <a:spLocks/>
              </p:cNvSpPr>
              <p:nvPr/>
            </p:nvSpPr>
            <p:spPr bwMode="auto">
              <a:xfrm>
                <a:off x="2263" y="234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lumMod val="65000"/>
                  </a:schemeClr>
                </a:solidFill>
                <a:round/>
                <a:headEnd/>
                <a:tailEnd/>
              </a:ln>
            </p:spPr>
            <p:txBody>
              <a:bodyPr/>
              <a:lstStyle/>
              <a:p>
                <a:endParaRPr lang="en-US"/>
              </a:p>
            </p:txBody>
          </p:sp>
          <p:grpSp>
            <p:nvGrpSpPr>
              <p:cNvPr id="104352" name="Group 394">
                <a:extLst>
                  <a:ext uri="{FF2B5EF4-FFF2-40B4-BE49-F238E27FC236}">
                    <a16:creationId xmlns:a16="http://schemas.microsoft.com/office/drawing/2014/main" id="{CD9A34AE-B966-FFBA-D726-263A4066A592}"/>
                  </a:ext>
                </a:extLst>
              </p:cNvPr>
              <p:cNvGrpSpPr>
                <a:grpSpLocks/>
              </p:cNvGrpSpPr>
              <p:nvPr/>
            </p:nvGrpSpPr>
            <p:grpSpPr bwMode="auto">
              <a:xfrm>
                <a:off x="1960" y="2371"/>
                <a:ext cx="295" cy="1"/>
                <a:chOff x="1960" y="2371"/>
                <a:chExt cx="295" cy="1"/>
              </a:xfrm>
              <a:grpFill/>
            </p:grpSpPr>
            <p:sp>
              <p:nvSpPr>
                <p:cNvPr id="104353" name="Line 395">
                  <a:extLst>
                    <a:ext uri="{FF2B5EF4-FFF2-40B4-BE49-F238E27FC236}">
                      <a16:creationId xmlns:a16="http://schemas.microsoft.com/office/drawing/2014/main" id="{8404E0B2-E639-8EEC-6201-24269F1686E0}"/>
                    </a:ext>
                  </a:extLst>
                </p:cNvPr>
                <p:cNvSpPr>
                  <a:spLocks noChangeShapeType="1"/>
                </p:cNvSpPr>
                <p:nvPr/>
              </p:nvSpPr>
              <p:spPr bwMode="auto">
                <a:xfrm>
                  <a:off x="1960" y="2371"/>
                  <a:ext cx="24" cy="1"/>
                </a:xfrm>
                <a:prstGeom prst="line">
                  <a:avLst/>
                </a:prstGeom>
                <a:grpFill/>
                <a:ln w="12700">
                  <a:solidFill>
                    <a:schemeClr val="bg1">
                      <a:lumMod val="65000"/>
                    </a:schemeClr>
                  </a:solidFill>
                  <a:round/>
                  <a:headEnd/>
                  <a:tailEnd/>
                </a:ln>
              </p:spPr>
              <p:txBody>
                <a:bodyPr/>
                <a:lstStyle/>
                <a:p>
                  <a:endParaRPr lang="en-US"/>
                </a:p>
              </p:txBody>
            </p:sp>
            <p:sp>
              <p:nvSpPr>
                <p:cNvPr id="104354" name="Line 396">
                  <a:extLst>
                    <a:ext uri="{FF2B5EF4-FFF2-40B4-BE49-F238E27FC236}">
                      <a16:creationId xmlns:a16="http://schemas.microsoft.com/office/drawing/2014/main" id="{A38C20EE-3D32-BEB1-CB3B-AB651637E5E4}"/>
                    </a:ext>
                  </a:extLst>
                </p:cNvPr>
                <p:cNvSpPr>
                  <a:spLocks noChangeShapeType="1"/>
                </p:cNvSpPr>
                <p:nvPr/>
              </p:nvSpPr>
              <p:spPr bwMode="auto">
                <a:xfrm>
                  <a:off x="2015" y="2371"/>
                  <a:ext cx="24" cy="1"/>
                </a:xfrm>
                <a:prstGeom prst="line">
                  <a:avLst/>
                </a:prstGeom>
                <a:grpFill/>
                <a:ln w="12700">
                  <a:solidFill>
                    <a:schemeClr val="bg1">
                      <a:lumMod val="65000"/>
                    </a:schemeClr>
                  </a:solidFill>
                  <a:round/>
                  <a:headEnd/>
                  <a:tailEnd/>
                </a:ln>
              </p:spPr>
              <p:txBody>
                <a:bodyPr/>
                <a:lstStyle/>
                <a:p>
                  <a:endParaRPr lang="en-US"/>
                </a:p>
              </p:txBody>
            </p:sp>
            <p:sp>
              <p:nvSpPr>
                <p:cNvPr id="104355" name="Line 397">
                  <a:extLst>
                    <a:ext uri="{FF2B5EF4-FFF2-40B4-BE49-F238E27FC236}">
                      <a16:creationId xmlns:a16="http://schemas.microsoft.com/office/drawing/2014/main" id="{39CC6A54-C8D3-1F54-D23B-D77561DBCF75}"/>
                    </a:ext>
                  </a:extLst>
                </p:cNvPr>
                <p:cNvSpPr>
                  <a:spLocks noChangeShapeType="1"/>
                </p:cNvSpPr>
                <p:nvPr/>
              </p:nvSpPr>
              <p:spPr bwMode="auto">
                <a:xfrm>
                  <a:off x="2071" y="2371"/>
                  <a:ext cx="24" cy="1"/>
                </a:xfrm>
                <a:prstGeom prst="line">
                  <a:avLst/>
                </a:prstGeom>
                <a:grpFill/>
                <a:ln w="12700">
                  <a:solidFill>
                    <a:schemeClr val="bg1">
                      <a:lumMod val="65000"/>
                    </a:schemeClr>
                  </a:solidFill>
                  <a:round/>
                  <a:headEnd/>
                  <a:tailEnd/>
                </a:ln>
              </p:spPr>
              <p:txBody>
                <a:bodyPr/>
                <a:lstStyle/>
                <a:p>
                  <a:endParaRPr lang="en-US"/>
                </a:p>
              </p:txBody>
            </p:sp>
            <p:sp>
              <p:nvSpPr>
                <p:cNvPr id="104356" name="Line 398">
                  <a:extLst>
                    <a:ext uri="{FF2B5EF4-FFF2-40B4-BE49-F238E27FC236}">
                      <a16:creationId xmlns:a16="http://schemas.microsoft.com/office/drawing/2014/main" id="{B8E48B01-3C42-F65F-33ED-3444DDE4B3CF}"/>
                    </a:ext>
                  </a:extLst>
                </p:cNvPr>
                <p:cNvSpPr>
                  <a:spLocks noChangeShapeType="1"/>
                </p:cNvSpPr>
                <p:nvPr/>
              </p:nvSpPr>
              <p:spPr bwMode="auto">
                <a:xfrm>
                  <a:off x="2127" y="2371"/>
                  <a:ext cx="24" cy="1"/>
                </a:xfrm>
                <a:prstGeom prst="line">
                  <a:avLst/>
                </a:prstGeom>
                <a:grpFill/>
                <a:ln w="12700">
                  <a:solidFill>
                    <a:schemeClr val="bg1">
                      <a:lumMod val="65000"/>
                    </a:schemeClr>
                  </a:solidFill>
                  <a:round/>
                  <a:headEnd/>
                  <a:tailEnd/>
                </a:ln>
              </p:spPr>
              <p:txBody>
                <a:bodyPr/>
                <a:lstStyle/>
                <a:p>
                  <a:endParaRPr lang="en-US"/>
                </a:p>
              </p:txBody>
            </p:sp>
            <p:sp>
              <p:nvSpPr>
                <p:cNvPr id="104357" name="Line 399">
                  <a:extLst>
                    <a:ext uri="{FF2B5EF4-FFF2-40B4-BE49-F238E27FC236}">
                      <a16:creationId xmlns:a16="http://schemas.microsoft.com/office/drawing/2014/main" id="{D49A3117-6080-7538-DECB-8544D775EDF7}"/>
                    </a:ext>
                  </a:extLst>
                </p:cNvPr>
                <p:cNvSpPr>
                  <a:spLocks noChangeShapeType="1"/>
                </p:cNvSpPr>
                <p:nvPr/>
              </p:nvSpPr>
              <p:spPr bwMode="auto">
                <a:xfrm>
                  <a:off x="2183" y="2371"/>
                  <a:ext cx="24" cy="1"/>
                </a:xfrm>
                <a:prstGeom prst="line">
                  <a:avLst/>
                </a:prstGeom>
                <a:grpFill/>
                <a:ln w="12700">
                  <a:solidFill>
                    <a:schemeClr val="bg1">
                      <a:lumMod val="65000"/>
                    </a:schemeClr>
                  </a:solidFill>
                  <a:round/>
                  <a:headEnd/>
                  <a:tailEnd/>
                </a:ln>
              </p:spPr>
              <p:txBody>
                <a:bodyPr/>
                <a:lstStyle/>
                <a:p>
                  <a:endParaRPr lang="en-US"/>
                </a:p>
              </p:txBody>
            </p:sp>
            <p:sp>
              <p:nvSpPr>
                <p:cNvPr id="104358" name="Line 400">
                  <a:extLst>
                    <a:ext uri="{FF2B5EF4-FFF2-40B4-BE49-F238E27FC236}">
                      <a16:creationId xmlns:a16="http://schemas.microsoft.com/office/drawing/2014/main" id="{40008A0B-3CD4-4B30-5CD5-CEE57263727D}"/>
                    </a:ext>
                  </a:extLst>
                </p:cNvPr>
                <p:cNvSpPr>
                  <a:spLocks noChangeShapeType="1"/>
                </p:cNvSpPr>
                <p:nvPr/>
              </p:nvSpPr>
              <p:spPr bwMode="auto">
                <a:xfrm>
                  <a:off x="2239" y="2371"/>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27" name="Group 401">
              <a:extLst>
                <a:ext uri="{FF2B5EF4-FFF2-40B4-BE49-F238E27FC236}">
                  <a16:creationId xmlns:a16="http://schemas.microsoft.com/office/drawing/2014/main" id="{FEEB664C-3039-CEAC-D33D-2EDEE0D7CA0E}"/>
                </a:ext>
              </a:extLst>
            </p:cNvPr>
            <p:cNvGrpSpPr>
              <a:grpSpLocks/>
            </p:cNvGrpSpPr>
            <p:nvPr/>
          </p:nvGrpSpPr>
          <p:grpSpPr bwMode="auto">
            <a:xfrm>
              <a:off x="1497" y="2339"/>
              <a:ext cx="415" cy="56"/>
              <a:chOff x="1497" y="2339"/>
              <a:chExt cx="415" cy="56"/>
            </a:xfrm>
            <a:grpFill/>
          </p:grpSpPr>
          <p:sp>
            <p:nvSpPr>
              <p:cNvPr id="104343" name="Freeform 402">
                <a:extLst>
                  <a:ext uri="{FF2B5EF4-FFF2-40B4-BE49-F238E27FC236}">
                    <a16:creationId xmlns:a16="http://schemas.microsoft.com/office/drawing/2014/main" id="{2560BFAF-10E2-147B-51D9-FBFD9378BBBB}"/>
                  </a:ext>
                </a:extLst>
              </p:cNvPr>
              <p:cNvSpPr>
                <a:spLocks/>
              </p:cNvSpPr>
              <p:nvPr/>
            </p:nvSpPr>
            <p:spPr bwMode="auto">
              <a:xfrm>
                <a:off x="1800" y="2339"/>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4344" name="Group 403">
                <a:extLst>
                  <a:ext uri="{FF2B5EF4-FFF2-40B4-BE49-F238E27FC236}">
                    <a16:creationId xmlns:a16="http://schemas.microsoft.com/office/drawing/2014/main" id="{D7C350C8-5F7E-79AB-AD04-401F3C62E5DB}"/>
                  </a:ext>
                </a:extLst>
              </p:cNvPr>
              <p:cNvGrpSpPr>
                <a:grpSpLocks/>
              </p:cNvGrpSpPr>
              <p:nvPr/>
            </p:nvGrpSpPr>
            <p:grpSpPr bwMode="auto">
              <a:xfrm>
                <a:off x="1497" y="2371"/>
                <a:ext cx="295" cy="1"/>
                <a:chOff x="1497" y="2371"/>
                <a:chExt cx="295" cy="1"/>
              </a:xfrm>
              <a:grpFill/>
            </p:grpSpPr>
            <p:sp>
              <p:nvSpPr>
                <p:cNvPr id="104345" name="Line 404">
                  <a:extLst>
                    <a:ext uri="{FF2B5EF4-FFF2-40B4-BE49-F238E27FC236}">
                      <a16:creationId xmlns:a16="http://schemas.microsoft.com/office/drawing/2014/main" id="{642361E7-85E6-8CB1-EC40-27E4E4DD658B}"/>
                    </a:ext>
                  </a:extLst>
                </p:cNvPr>
                <p:cNvSpPr>
                  <a:spLocks noChangeShapeType="1"/>
                </p:cNvSpPr>
                <p:nvPr/>
              </p:nvSpPr>
              <p:spPr bwMode="auto">
                <a:xfrm>
                  <a:off x="1497" y="2371"/>
                  <a:ext cx="23" cy="1"/>
                </a:xfrm>
                <a:prstGeom prst="line">
                  <a:avLst/>
                </a:prstGeom>
                <a:grpFill/>
                <a:ln w="12700">
                  <a:solidFill>
                    <a:schemeClr val="bg1">
                      <a:lumMod val="65000"/>
                    </a:schemeClr>
                  </a:solidFill>
                  <a:round/>
                  <a:headEnd/>
                  <a:tailEnd/>
                </a:ln>
              </p:spPr>
              <p:txBody>
                <a:bodyPr/>
                <a:lstStyle/>
                <a:p>
                  <a:endParaRPr lang="en-US"/>
                </a:p>
              </p:txBody>
            </p:sp>
            <p:sp>
              <p:nvSpPr>
                <p:cNvPr id="104346" name="Line 405">
                  <a:extLst>
                    <a:ext uri="{FF2B5EF4-FFF2-40B4-BE49-F238E27FC236}">
                      <a16:creationId xmlns:a16="http://schemas.microsoft.com/office/drawing/2014/main" id="{DFA36C3F-5B7E-29F9-31C5-C0EDBC016467}"/>
                    </a:ext>
                  </a:extLst>
                </p:cNvPr>
                <p:cNvSpPr>
                  <a:spLocks noChangeShapeType="1"/>
                </p:cNvSpPr>
                <p:nvPr/>
              </p:nvSpPr>
              <p:spPr bwMode="auto">
                <a:xfrm>
                  <a:off x="1552" y="2371"/>
                  <a:ext cx="24" cy="1"/>
                </a:xfrm>
                <a:prstGeom prst="line">
                  <a:avLst/>
                </a:prstGeom>
                <a:grpFill/>
                <a:ln w="12700">
                  <a:solidFill>
                    <a:schemeClr val="bg1">
                      <a:lumMod val="65000"/>
                    </a:schemeClr>
                  </a:solidFill>
                  <a:round/>
                  <a:headEnd/>
                  <a:tailEnd/>
                </a:ln>
              </p:spPr>
              <p:txBody>
                <a:bodyPr/>
                <a:lstStyle/>
                <a:p>
                  <a:endParaRPr lang="en-US"/>
                </a:p>
              </p:txBody>
            </p:sp>
            <p:sp>
              <p:nvSpPr>
                <p:cNvPr id="104347" name="Line 406">
                  <a:extLst>
                    <a:ext uri="{FF2B5EF4-FFF2-40B4-BE49-F238E27FC236}">
                      <a16:creationId xmlns:a16="http://schemas.microsoft.com/office/drawing/2014/main" id="{343D1004-C2A5-CCAF-BBC2-E79A7928E590}"/>
                    </a:ext>
                  </a:extLst>
                </p:cNvPr>
                <p:cNvSpPr>
                  <a:spLocks noChangeShapeType="1"/>
                </p:cNvSpPr>
                <p:nvPr/>
              </p:nvSpPr>
              <p:spPr bwMode="auto">
                <a:xfrm>
                  <a:off x="1608" y="2371"/>
                  <a:ext cx="24" cy="1"/>
                </a:xfrm>
                <a:prstGeom prst="line">
                  <a:avLst/>
                </a:prstGeom>
                <a:grpFill/>
                <a:ln w="12700">
                  <a:solidFill>
                    <a:schemeClr val="bg1">
                      <a:lumMod val="65000"/>
                    </a:schemeClr>
                  </a:solidFill>
                  <a:round/>
                  <a:headEnd/>
                  <a:tailEnd/>
                </a:ln>
              </p:spPr>
              <p:txBody>
                <a:bodyPr/>
                <a:lstStyle/>
                <a:p>
                  <a:endParaRPr lang="en-US"/>
                </a:p>
              </p:txBody>
            </p:sp>
            <p:sp>
              <p:nvSpPr>
                <p:cNvPr id="104348" name="Line 407">
                  <a:extLst>
                    <a:ext uri="{FF2B5EF4-FFF2-40B4-BE49-F238E27FC236}">
                      <a16:creationId xmlns:a16="http://schemas.microsoft.com/office/drawing/2014/main" id="{A7D03503-4AFD-1751-04A3-901558C71446}"/>
                    </a:ext>
                  </a:extLst>
                </p:cNvPr>
                <p:cNvSpPr>
                  <a:spLocks noChangeShapeType="1"/>
                </p:cNvSpPr>
                <p:nvPr/>
              </p:nvSpPr>
              <p:spPr bwMode="auto">
                <a:xfrm>
                  <a:off x="1664" y="2371"/>
                  <a:ext cx="24" cy="1"/>
                </a:xfrm>
                <a:prstGeom prst="line">
                  <a:avLst/>
                </a:prstGeom>
                <a:grpFill/>
                <a:ln w="12700">
                  <a:solidFill>
                    <a:schemeClr val="bg1">
                      <a:lumMod val="65000"/>
                    </a:schemeClr>
                  </a:solidFill>
                  <a:round/>
                  <a:headEnd/>
                  <a:tailEnd/>
                </a:ln>
              </p:spPr>
              <p:txBody>
                <a:bodyPr/>
                <a:lstStyle/>
                <a:p>
                  <a:endParaRPr lang="en-US"/>
                </a:p>
              </p:txBody>
            </p:sp>
            <p:sp>
              <p:nvSpPr>
                <p:cNvPr id="104349" name="Line 408">
                  <a:extLst>
                    <a:ext uri="{FF2B5EF4-FFF2-40B4-BE49-F238E27FC236}">
                      <a16:creationId xmlns:a16="http://schemas.microsoft.com/office/drawing/2014/main" id="{D1E6E5FF-A043-F7D9-1465-5F3F5A61C508}"/>
                    </a:ext>
                  </a:extLst>
                </p:cNvPr>
                <p:cNvSpPr>
                  <a:spLocks noChangeShapeType="1"/>
                </p:cNvSpPr>
                <p:nvPr/>
              </p:nvSpPr>
              <p:spPr bwMode="auto">
                <a:xfrm>
                  <a:off x="1720" y="2371"/>
                  <a:ext cx="24" cy="1"/>
                </a:xfrm>
                <a:prstGeom prst="line">
                  <a:avLst/>
                </a:prstGeom>
                <a:grpFill/>
                <a:ln w="12700">
                  <a:solidFill>
                    <a:schemeClr val="bg1">
                      <a:lumMod val="65000"/>
                    </a:schemeClr>
                  </a:solidFill>
                  <a:round/>
                  <a:headEnd/>
                  <a:tailEnd/>
                </a:ln>
              </p:spPr>
              <p:txBody>
                <a:bodyPr/>
                <a:lstStyle/>
                <a:p>
                  <a:endParaRPr lang="en-US"/>
                </a:p>
              </p:txBody>
            </p:sp>
            <p:sp>
              <p:nvSpPr>
                <p:cNvPr id="104350" name="Line 409">
                  <a:extLst>
                    <a:ext uri="{FF2B5EF4-FFF2-40B4-BE49-F238E27FC236}">
                      <a16:creationId xmlns:a16="http://schemas.microsoft.com/office/drawing/2014/main" id="{EDD44C74-0D3C-2BDF-8F08-A1A5B6ACF279}"/>
                    </a:ext>
                  </a:extLst>
                </p:cNvPr>
                <p:cNvSpPr>
                  <a:spLocks noChangeShapeType="1"/>
                </p:cNvSpPr>
                <p:nvPr/>
              </p:nvSpPr>
              <p:spPr bwMode="auto">
                <a:xfrm>
                  <a:off x="1776" y="2371"/>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28" name="Group 410">
              <a:extLst>
                <a:ext uri="{FF2B5EF4-FFF2-40B4-BE49-F238E27FC236}">
                  <a16:creationId xmlns:a16="http://schemas.microsoft.com/office/drawing/2014/main" id="{D24A8E7A-14E4-0B2F-2625-06073A48E2A2}"/>
                </a:ext>
              </a:extLst>
            </p:cNvPr>
            <p:cNvGrpSpPr>
              <a:grpSpLocks/>
            </p:cNvGrpSpPr>
            <p:nvPr/>
          </p:nvGrpSpPr>
          <p:grpSpPr bwMode="auto">
            <a:xfrm>
              <a:off x="1489" y="2650"/>
              <a:ext cx="423" cy="56"/>
              <a:chOff x="1489" y="2650"/>
              <a:chExt cx="423" cy="56"/>
            </a:xfrm>
            <a:grpFill/>
          </p:grpSpPr>
          <p:sp>
            <p:nvSpPr>
              <p:cNvPr id="104335" name="Freeform 411">
                <a:extLst>
                  <a:ext uri="{FF2B5EF4-FFF2-40B4-BE49-F238E27FC236}">
                    <a16:creationId xmlns:a16="http://schemas.microsoft.com/office/drawing/2014/main" id="{FA2EC129-91FF-4FD4-9A83-798A236839E4}"/>
                  </a:ext>
                </a:extLst>
              </p:cNvPr>
              <p:cNvSpPr>
                <a:spLocks/>
              </p:cNvSpPr>
              <p:nvPr/>
            </p:nvSpPr>
            <p:spPr bwMode="auto">
              <a:xfrm>
                <a:off x="1792" y="2650"/>
                <a:ext cx="120" cy="56"/>
              </a:xfrm>
              <a:custGeom>
                <a:avLst/>
                <a:gdLst>
                  <a:gd name="T0" fmla="*/ 120 w 120"/>
                  <a:gd name="T1" fmla="*/ 24 h 56"/>
                  <a:gd name="T2" fmla="*/ 0 w 120"/>
                  <a:gd name="T3" fmla="*/ 56 h 56"/>
                  <a:gd name="T4" fmla="*/ 0 w 120"/>
                  <a:gd name="T5" fmla="*/ 24 h 56"/>
                  <a:gd name="T6" fmla="*/ 0 w 120"/>
                  <a:gd name="T7" fmla="*/ 0 h 56"/>
                  <a:gd name="T8" fmla="*/ 120 w 120"/>
                  <a:gd name="T9" fmla="*/ 24 h 56"/>
                  <a:gd name="T10" fmla="*/ 0 60000 65536"/>
                  <a:gd name="T11" fmla="*/ 0 60000 65536"/>
                  <a:gd name="T12" fmla="*/ 0 60000 65536"/>
                  <a:gd name="T13" fmla="*/ 0 60000 65536"/>
                  <a:gd name="T14" fmla="*/ 0 60000 65536"/>
                  <a:gd name="T15" fmla="*/ 0 w 120"/>
                  <a:gd name="T16" fmla="*/ 0 h 56"/>
                  <a:gd name="T17" fmla="*/ 120 w 120"/>
                  <a:gd name="T18" fmla="*/ 56 h 56"/>
                </a:gdLst>
                <a:ahLst/>
                <a:cxnLst>
                  <a:cxn ang="T10">
                    <a:pos x="T0" y="T1"/>
                  </a:cxn>
                  <a:cxn ang="T11">
                    <a:pos x="T2" y="T3"/>
                  </a:cxn>
                  <a:cxn ang="T12">
                    <a:pos x="T4" y="T5"/>
                  </a:cxn>
                  <a:cxn ang="T13">
                    <a:pos x="T6" y="T7"/>
                  </a:cxn>
                  <a:cxn ang="T14">
                    <a:pos x="T8" y="T9"/>
                  </a:cxn>
                </a:cxnLst>
                <a:rect l="T15" t="T16" r="T17" b="T18"/>
                <a:pathLst>
                  <a:path w="120" h="56">
                    <a:moveTo>
                      <a:pt x="120" y="24"/>
                    </a:moveTo>
                    <a:lnTo>
                      <a:pt x="0" y="56"/>
                    </a:lnTo>
                    <a:lnTo>
                      <a:pt x="0" y="24"/>
                    </a:lnTo>
                    <a:lnTo>
                      <a:pt x="0" y="0"/>
                    </a:lnTo>
                    <a:lnTo>
                      <a:pt x="120" y="24"/>
                    </a:lnTo>
                    <a:close/>
                  </a:path>
                </a:pathLst>
              </a:custGeom>
              <a:grpFill/>
              <a:ln w="9525">
                <a:solidFill>
                  <a:schemeClr val="bg1">
                    <a:lumMod val="65000"/>
                  </a:schemeClr>
                </a:solidFill>
                <a:round/>
                <a:headEnd/>
                <a:tailEnd/>
              </a:ln>
            </p:spPr>
            <p:txBody>
              <a:bodyPr/>
              <a:lstStyle/>
              <a:p>
                <a:endParaRPr lang="en-US"/>
              </a:p>
            </p:txBody>
          </p:sp>
          <p:grpSp>
            <p:nvGrpSpPr>
              <p:cNvPr id="104336" name="Group 412">
                <a:extLst>
                  <a:ext uri="{FF2B5EF4-FFF2-40B4-BE49-F238E27FC236}">
                    <a16:creationId xmlns:a16="http://schemas.microsoft.com/office/drawing/2014/main" id="{A9813A84-6DAB-6ED9-50BE-7D4150BAEEA8}"/>
                  </a:ext>
                </a:extLst>
              </p:cNvPr>
              <p:cNvGrpSpPr>
                <a:grpSpLocks/>
              </p:cNvGrpSpPr>
              <p:nvPr/>
            </p:nvGrpSpPr>
            <p:grpSpPr bwMode="auto">
              <a:xfrm>
                <a:off x="1489" y="2674"/>
                <a:ext cx="295" cy="1"/>
                <a:chOff x="1489" y="2674"/>
                <a:chExt cx="295" cy="1"/>
              </a:xfrm>
              <a:grpFill/>
            </p:grpSpPr>
            <p:sp>
              <p:nvSpPr>
                <p:cNvPr id="104337" name="Line 413">
                  <a:extLst>
                    <a:ext uri="{FF2B5EF4-FFF2-40B4-BE49-F238E27FC236}">
                      <a16:creationId xmlns:a16="http://schemas.microsoft.com/office/drawing/2014/main" id="{1C0679CC-FE6B-F984-A325-49E38A021D4C}"/>
                    </a:ext>
                  </a:extLst>
                </p:cNvPr>
                <p:cNvSpPr>
                  <a:spLocks noChangeShapeType="1"/>
                </p:cNvSpPr>
                <p:nvPr/>
              </p:nvSpPr>
              <p:spPr bwMode="auto">
                <a:xfrm>
                  <a:off x="1489" y="2674"/>
                  <a:ext cx="24" cy="1"/>
                </a:xfrm>
                <a:prstGeom prst="line">
                  <a:avLst/>
                </a:prstGeom>
                <a:grpFill/>
                <a:ln w="12700">
                  <a:solidFill>
                    <a:schemeClr val="bg1">
                      <a:lumMod val="65000"/>
                    </a:schemeClr>
                  </a:solidFill>
                  <a:round/>
                  <a:headEnd/>
                  <a:tailEnd/>
                </a:ln>
              </p:spPr>
              <p:txBody>
                <a:bodyPr/>
                <a:lstStyle/>
                <a:p>
                  <a:endParaRPr lang="en-US"/>
                </a:p>
              </p:txBody>
            </p:sp>
            <p:sp>
              <p:nvSpPr>
                <p:cNvPr id="104338" name="Line 414">
                  <a:extLst>
                    <a:ext uri="{FF2B5EF4-FFF2-40B4-BE49-F238E27FC236}">
                      <a16:creationId xmlns:a16="http://schemas.microsoft.com/office/drawing/2014/main" id="{07FEFE44-0686-0541-D776-1A06AEDC998D}"/>
                    </a:ext>
                  </a:extLst>
                </p:cNvPr>
                <p:cNvSpPr>
                  <a:spLocks noChangeShapeType="1"/>
                </p:cNvSpPr>
                <p:nvPr/>
              </p:nvSpPr>
              <p:spPr bwMode="auto">
                <a:xfrm>
                  <a:off x="1544" y="2674"/>
                  <a:ext cx="24" cy="1"/>
                </a:xfrm>
                <a:prstGeom prst="line">
                  <a:avLst/>
                </a:prstGeom>
                <a:grpFill/>
                <a:ln w="12700">
                  <a:solidFill>
                    <a:schemeClr val="bg1">
                      <a:lumMod val="65000"/>
                    </a:schemeClr>
                  </a:solidFill>
                  <a:round/>
                  <a:headEnd/>
                  <a:tailEnd/>
                </a:ln>
              </p:spPr>
              <p:txBody>
                <a:bodyPr/>
                <a:lstStyle/>
                <a:p>
                  <a:endParaRPr lang="en-US"/>
                </a:p>
              </p:txBody>
            </p:sp>
            <p:sp>
              <p:nvSpPr>
                <p:cNvPr id="104339" name="Line 415">
                  <a:extLst>
                    <a:ext uri="{FF2B5EF4-FFF2-40B4-BE49-F238E27FC236}">
                      <a16:creationId xmlns:a16="http://schemas.microsoft.com/office/drawing/2014/main" id="{C13A59F0-76B0-1FEF-CF27-02FE6C3E5181}"/>
                    </a:ext>
                  </a:extLst>
                </p:cNvPr>
                <p:cNvSpPr>
                  <a:spLocks noChangeShapeType="1"/>
                </p:cNvSpPr>
                <p:nvPr/>
              </p:nvSpPr>
              <p:spPr bwMode="auto">
                <a:xfrm>
                  <a:off x="1600" y="2674"/>
                  <a:ext cx="24" cy="1"/>
                </a:xfrm>
                <a:prstGeom prst="line">
                  <a:avLst/>
                </a:prstGeom>
                <a:grpFill/>
                <a:ln w="12700">
                  <a:solidFill>
                    <a:schemeClr val="bg1">
                      <a:lumMod val="65000"/>
                    </a:schemeClr>
                  </a:solidFill>
                  <a:round/>
                  <a:headEnd/>
                  <a:tailEnd/>
                </a:ln>
              </p:spPr>
              <p:txBody>
                <a:bodyPr/>
                <a:lstStyle/>
                <a:p>
                  <a:endParaRPr lang="en-US"/>
                </a:p>
              </p:txBody>
            </p:sp>
            <p:sp>
              <p:nvSpPr>
                <p:cNvPr id="104340" name="Line 416">
                  <a:extLst>
                    <a:ext uri="{FF2B5EF4-FFF2-40B4-BE49-F238E27FC236}">
                      <a16:creationId xmlns:a16="http://schemas.microsoft.com/office/drawing/2014/main" id="{57CD19FE-B4DA-7DBC-6C38-836BD98A1590}"/>
                    </a:ext>
                  </a:extLst>
                </p:cNvPr>
                <p:cNvSpPr>
                  <a:spLocks noChangeShapeType="1"/>
                </p:cNvSpPr>
                <p:nvPr/>
              </p:nvSpPr>
              <p:spPr bwMode="auto">
                <a:xfrm>
                  <a:off x="1656" y="2674"/>
                  <a:ext cx="24" cy="1"/>
                </a:xfrm>
                <a:prstGeom prst="line">
                  <a:avLst/>
                </a:prstGeom>
                <a:grpFill/>
                <a:ln w="12700">
                  <a:solidFill>
                    <a:schemeClr val="bg1">
                      <a:lumMod val="65000"/>
                    </a:schemeClr>
                  </a:solidFill>
                  <a:round/>
                  <a:headEnd/>
                  <a:tailEnd/>
                </a:ln>
              </p:spPr>
              <p:txBody>
                <a:bodyPr/>
                <a:lstStyle/>
                <a:p>
                  <a:endParaRPr lang="en-US"/>
                </a:p>
              </p:txBody>
            </p:sp>
            <p:sp>
              <p:nvSpPr>
                <p:cNvPr id="104341" name="Line 417">
                  <a:extLst>
                    <a:ext uri="{FF2B5EF4-FFF2-40B4-BE49-F238E27FC236}">
                      <a16:creationId xmlns:a16="http://schemas.microsoft.com/office/drawing/2014/main" id="{0FC5FAE5-4A58-3B7A-DFE2-D5F2699E833F}"/>
                    </a:ext>
                  </a:extLst>
                </p:cNvPr>
                <p:cNvSpPr>
                  <a:spLocks noChangeShapeType="1"/>
                </p:cNvSpPr>
                <p:nvPr/>
              </p:nvSpPr>
              <p:spPr bwMode="auto">
                <a:xfrm>
                  <a:off x="1712" y="2674"/>
                  <a:ext cx="24" cy="1"/>
                </a:xfrm>
                <a:prstGeom prst="line">
                  <a:avLst/>
                </a:prstGeom>
                <a:grpFill/>
                <a:ln w="12700">
                  <a:solidFill>
                    <a:schemeClr val="bg1">
                      <a:lumMod val="65000"/>
                    </a:schemeClr>
                  </a:solidFill>
                  <a:round/>
                  <a:headEnd/>
                  <a:tailEnd/>
                </a:ln>
              </p:spPr>
              <p:txBody>
                <a:bodyPr/>
                <a:lstStyle/>
                <a:p>
                  <a:endParaRPr lang="en-US"/>
                </a:p>
              </p:txBody>
            </p:sp>
            <p:sp>
              <p:nvSpPr>
                <p:cNvPr id="104342" name="Line 418">
                  <a:extLst>
                    <a:ext uri="{FF2B5EF4-FFF2-40B4-BE49-F238E27FC236}">
                      <a16:creationId xmlns:a16="http://schemas.microsoft.com/office/drawing/2014/main" id="{A7073609-9E71-C72D-29DD-B9DA3903ED3B}"/>
                    </a:ext>
                  </a:extLst>
                </p:cNvPr>
                <p:cNvSpPr>
                  <a:spLocks noChangeShapeType="1"/>
                </p:cNvSpPr>
                <p:nvPr/>
              </p:nvSpPr>
              <p:spPr bwMode="auto">
                <a:xfrm>
                  <a:off x="1768" y="2674"/>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29" name="Group 419">
              <a:extLst>
                <a:ext uri="{FF2B5EF4-FFF2-40B4-BE49-F238E27FC236}">
                  <a16:creationId xmlns:a16="http://schemas.microsoft.com/office/drawing/2014/main" id="{44737782-4AD4-60FC-20E6-EEDDA334D9A4}"/>
                </a:ext>
              </a:extLst>
            </p:cNvPr>
            <p:cNvGrpSpPr>
              <a:grpSpLocks/>
            </p:cNvGrpSpPr>
            <p:nvPr/>
          </p:nvGrpSpPr>
          <p:grpSpPr bwMode="auto">
            <a:xfrm>
              <a:off x="1968" y="2650"/>
              <a:ext cx="415" cy="56"/>
              <a:chOff x="1968" y="2650"/>
              <a:chExt cx="415" cy="56"/>
            </a:xfrm>
            <a:grpFill/>
          </p:grpSpPr>
          <p:sp>
            <p:nvSpPr>
              <p:cNvPr id="104327" name="Freeform 420">
                <a:extLst>
                  <a:ext uri="{FF2B5EF4-FFF2-40B4-BE49-F238E27FC236}">
                    <a16:creationId xmlns:a16="http://schemas.microsoft.com/office/drawing/2014/main" id="{7149847E-80F3-F626-C1CF-F9633F3CFACF}"/>
                  </a:ext>
                </a:extLst>
              </p:cNvPr>
              <p:cNvSpPr>
                <a:spLocks/>
              </p:cNvSpPr>
              <p:nvPr/>
            </p:nvSpPr>
            <p:spPr bwMode="auto">
              <a:xfrm>
                <a:off x="2271" y="2650"/>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lumMod val="65000"/>
                  </a:schemeClr>
                </a:solidFill>
                <a:round/>
                <a:headEnd/>
                <a:tailEnd/>
              </a:ln>
            </p:spPr>
            <p:txBody>
              <a:bodyPr/>
              <a:lstStyle/>
              <a:p>
                <a:endParaRPr lang="en-US"/>
              </a:p>
            </p:txBody>
          </p:sp>
          <p:grpSp>
            <p:nvGrpSpPr>
              <p:cNvPr id="104328" name="Group 421">
                <a:extLst>
                  <a:ext uri="{FF2B5EF4-FFF2-40B4-BE49-F238E27FC236}">
                    <a16:creationId xmlns:a16="http://schemas.microsoft.com/office/drawing/2014/main" id="{57A883B6-705B-D535-4308-6676605F24E3}"/>
                  </a:ext>
                </a:extLst>
              </p:cNvPr>
              <p:cNvGrpSpPr>
                <a:grpSpLocks/>
              </p:cNvGrpSpPr>
              <p:nvPr/>
            </p:nvGrpSpPr>
            <p:grpSpPr bwMode="auto">
              <a:xfrm>
                <a:off x="1968" y="2674"/>
                <a:ext cx="295" cy="1"/>
                <a:chOff x="1968" y="2674"/>
                <a:chExt cx="295" cy="1"/>
              </a:xfrm>
              <a:grpFill/>
            </p:grpSpPr>
            <p:sp>
              <p:nvSpPr>
                <p:cNvPr id="104329" name="Line 422">
                  <a:extLst>
                    <a:ext uri="{FF2B5EF4-FFF2-40B4-BE49-F238E27FC236}">
                      <a16:creationId xmlns:a16="http://schemas.microsoft.com/office/drawing/2014/main" id="{3F4E8C1A-A011-4C3F-C3FC-17C442915657}"/>
                    </a:ext>
                  </a:extLst>
                </p:cNvPr>
                <p:cNvSpPr>
                  <a:spLocks noChangeShapeType="1"/>
                </p:cNvSpPr>
                <p:nvPr/>
              </p:nvSpPr>
              <p:spPr bwMode="auto">
                <a:xfrm>
                  <a:off x="1968" y="2674"/>
                  <a:ext cx="24" cy="1"/>
                </a:xfrm>
                <a:prstGeom prst="line">
                  <a:avLst/>
                </a:prstGeom>
                <a:grpFill/>
                <a:ln w="12700">
                  <a:solidFill>
                    <a:schemeClr val="bg1">
                      <a:lumMod val="65000"/>
                    </a:schemeClr>
                  </a:solidFill>
                  <a:round/>
                  <a:headEnd/>
                  <a:tailEnd/>
                </a:ln>
              </p:spPr>
              <p:txBody>
                <a:bodyPr/>
                <a:lstStyle/>
                <a:p>
                  <a:endParaRPr lang="en-US"/>
                </a:p>
              </p:txBody>
            </p:sp>
            <p:sp>
              <p:nvSpPr>
                <p:cNvPr id="104330" name="Line 423">
                  <a:extLst>
                    <a:ext uri="{FF2B5EF4-FFF2-40B4-BE49-F238E27FC236}">
                      <a16:creationId xmlns:a16="http://schemas.microsoft.com/office/drawing/2014/main" id="{1381EBEC-B825-6CCE-D5E1-EFEDE3D67C9D}"/>
                    </a:ext>
                  </a:extLst>
                </p:cNvPr>
                <p:cNvSpPr>
                  <a:spLocks noChangeShapeType="1"/>
                </p:cNvSpPr>
                <p:nvPr/>
              </p:nvSpPr>
              <p:spPr bwMode="auto">
                <a:xfrm>
                  <a:off x="2023" y="2674"/>
                  <a:ext cx="24" cy="1"/>
                </a:xfrm>
                <a:prstGeom prst="line">
                  <a:avLst/>
                </a:prstGeom>
                <a:grpFill/>
                <a:ln w="12700">
                  <a:solidFill>
                    <a:schemeClr val="bg1">
                      <a:lumMod val="65000"/>
                    </a:schemeClr>
                  </a:solidFill>
                  <a:round/>
                  <a:headEnd/>
                  <a:tailEnd/>
                </a:ln>
              </p:spPr>
              <p:txBody>
                <a:bodyPr/>
                <a:lstStyle/>
                <a:p>
                  <a:endParaRPr lang="en-US"/>
                </a:p>
              </p:txBody>
            </p:sp>
            <p:sp>
              <p:nvSpPr>
                <p:cNvPr id="104331" name="Line 424">
                  <a:extLst>
                    <a:ext uri="{FF2B5EF4-FFF2-40B4-BE49-F238E27FC236}">
                      <a16:creationId xmlns:a16="http://schemas.microsoft.com/office/drawing/2014/main" id="{E0850B79-A52C-3FBC-984C-0ECC2F47B3C4}"/>
                    </a:ext>
                  </a:extLst>
                </p:cNvPr>
                <p:cNvSpPr>
                  <a:spLocks noChangeShapeType="1"/>
                </p:cNvSpPr>
                <p:nvPr/>
              </p:nvSpPr>
              <p:spPr bwMode="auto">
                <a:xfrm>
                  <a:off x="2079" y="2674"/>
                  <a:ext cx="24" cy="1"/>
                </a:xfrm>
                <a:prstGeom prst="line">
                  <a:avLst/>
                </a:prstGeom>
                <a:grpFill/>
                <a:ln w="12700">
                  <a:solidFill>
                    <a:schemeClr val="bg1">
                      <a:lumMod val="65000"/>
                    </a:schemeClr>
                  </a:solidFill>
                  <a:round/>
                  <a:headEnd/>
                  <a:tailEnd/>
                </a:ln>
              </p:spPr>
              <p:txBody>
                <a:bodyPr/>
                <a:lstStyle/>
                <a:p>
                  <a:endParaRPr lang="en-US"/>
                </a:p>
              </p:txBody>
            </p:sp>
            <p:sp>
              <p:nvSpPr>
                <p:cNvPr id="104332" name="Line 425">
                  <a:extLst>
                    <a:ext uri="{FF2B5EF4-FFF2-40B4-BE49-F238E27FC236}">
                      <a16:creationId xmlns:a16="http://schemas.microsoft.com/office/drawing/2014/main" id="{D3DDB7E8-A837-E4E9-0320-C45E8E333C88}"/>
                    </a:ext>
                  </a:extLst>
                </p:cNvPr>
                <p:cNvSpPr>
                  <a:spLocks noChangeShapeType="1"/>
                </p:cNvSpPr>
                <p:nvPr/>
              </p:nvSpPr>
              <p:spPr bwMode="auto">
                <a:xfrm>
                  <a:off x="2135" y="2674"/>
                  <a:ext cx="24" cy="1"/>
                </a:xfrm>
                <a:prstGeom prst="line">
                  <a:avLst/>
                </a:prstGeom>
                <a:grpFill/>
                <a:ln w="12700">
                  <a:solidFill>
                    <a:schemeClr val="bg1">
                      <a:lumMod val="65000"/>
                    </a:schemeClr>
                  </a:solidFill>
                  <a:round/>
                  <a:headEnd/>
                  <a:tailEnd/>
                </a:ln>
              </p:spPr>
              <p:txBody>
                <a:bodyPr/>
                <a:lstStyle/>
                <a:p>
                  <a:endParaRPr lang="en-US"/>
                </a:p>
              </p:txBody>
            </p:sp>
            <p:sp>
              <p:nvSpPr>
                <p:cNvPr id="104333" name="Line 426">
                  <a:extLst>
                    <a:ext uri="{FF2B5EF4-FFF2-40B4-BE49-F238E27FC236}">
                      <a16:creationId xmlns:a16="http://schemas.microsoft.com/office/drawing/2014/main" id="{FD15F04B-316A-1A9E-2736-3BAFEC077048}"/>
                    </a:ext>
                  </a:extLst>
                </p:cNvPr>
                <p:cNvSpPr>
                  <a:spLocks noChangeShapeType="1"/>
                </p:cNvSpPr>
                <p:nvPr/>
              </p:nvSpPr>
              <p:spPr bwMode="auto">
                <a:xfrm>
                  <a:off x="2191" y="2674"/>
                  <a:ext cx="24" cy="1"/>
                </a:xfrm>
                <a:prstGeom prst="line">
                  <a:avLst/>
                </a:prstGeom>
                <a:grpFill/>
                <a:ln w="12700">
                  <a:solidFill>
                    <a:schemeClr val="bg1">
                      <a:lumMod val="65000"/>
                    </a:schemeClr>
                  </a:solidFill>
                  <a:round/>
                  <a:headEnd/>
                  <a:tailEnd/>
                </a:ln>
              </p:spPr>
              <p:txBody>
                <a:bodyPr/>
                <a:lstStyle/>
                <a:p>
                  <a:endParaRPr lang="en-US"/>
                </a:p>
              </p:txBody>
            </p:sp>
            <p:sp>
              <p:nvSpPr>
                <p:cNvPr id="104334" name="Line 427">
                  <a:extLst>
                    <a:ext uri="{FF2B5EF4-FFF2-40B4-BE49-F238E27FC236}">
                      <a16:creationId xmlns:a16="http://schemas.microsoft.com/office/drawing/2014/main" id="{4CC24757-CF04-767D-14F8-3C7D8493BBF1}"/>
                    </a:ext>
                  </a:extLst>
                </p:cNvPr>
                <p:cNvSpPr>
                  <a:spLocks noChangeShapeType="1"/>
                </p:cNvSpPr>
                <p:nvPr/>
              </p:nvSpPr>
              <p:spPr bwMode="auto">
                <a:xfrm>
                  <a:off x="2247" y="2674"/>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30" name="Group 428">
              <a:extLst>
                <a:ext uri="{FF2B5EF4-FFF2-40B4-BE49-F238E27FC236}">
                  <a16:creationId xmlns:a16="http://schemas.microsoft.com/office/drawing/2014/main" id="{10E68860-1400-F5C4-1108-C925C44D4A25}"/>
                </a:ext>
              </a:extLst>
            </p:cNvPr>
            <p:cNvGrpSpPr>
              <a:grpSpLocks/>
            </p:cNvGrpSpPr>
            <p:nvPr/>
          </p:nvGrpSpPr>
          <p:grpSpPr bwMode="auto">
            <a:xfrm>
              <a:off x="1489" y="2953"/>
              <a:ext cx="423" cy="56"/>
              <a:chOff x="1489" y="2953"/>
              <a:chExt cx="423" cy="56"/>
            </a:xfrm>
            <a:grpFill/>
          </p:grpSpPr>
          <p:sp>
            <p:nvSpPr>
              <p:cNvPr id="104319" name="Freeform 429">
                <a:extLst>
                  <a:ext uri="{FF2B5EF4-FFF2-40B4-BE49-F238E27FC236}">
                    <a16:creationId xmlns:a16="http://schemas.microsoft.com/office/drawing/2014/main" id="{1012FE5F-5837-B693-E44A-29A8927271F2}"/>
                  </a:ext>
                </a:extLst>
              </p:cNvPr>
              <p:cNvSpPr>
                <a:spLocks/>
              </p:cNvSpPr>
              <p:nvPr/>
            </p:nvSpPr>
            <p:spPr bwMode="auto">
              <a:xfrm>
                <a:off x="1792" y="2953"/>
                <a:ext cx="120" cy="56"/>
              </a:xfrm>
              <a:custGeom>
                <a:avLst/>
                <a:gdLst>
                  <a:gd name="T0" fmla="*/ 120 w 120"/>
                  <a:gd name="T1" fmla="*/ 32 h 56"/>
                  <a:gd name="T2" fmla="*/ 0 w 120"/>
                  <a:gd name="T3" fmla="*/ 56 h 56"/>
                  <a:gd name="T4" fmla="*/ 0 w 120"/>
                  <a:gd name="T5" fmla="*/ 32 h 56"/>
                  <a:gd name="T6" fmla="*/ 0 w 120"/>
                  <a:gd name="T7" fmla="*/ 0 h 56"/>
                  <a:gd name="T8" fmla="*/ 120 w 120"/>
                  <a:gd name="T9" fmla="*/ 32 h 56"/>
                  <a:gd name="T10" fmla="*/ 0 60000 65536"/>
                  <a:gd name="T11" fmla="*/ 0 60000 65536"/>
                  <a:gd name="T12" fmla="*/ 0 60000 65536"/>
                  <a:gd name="T13" fmla="*/ 0 60000 65536"/>
                  <a:gd name="T14" fmla="*/ 0 60000 65536"/>
                  <a:gd name="T15" fmla="*/ 0 w 120"/>
                  <a:gd name="T16" fmla="*/ 0 h 56"/>
                  <a:gd name="T17" fmla="*/ 120 w 120"/>
                  <a:gd name="T18" fmla="*/ 56 h 56"/>
                </a:gdLst>
                <a:ahLst/>
                <a:cxnLst>
                  <a:cxn ang="T10">
                    <a:pos x="T0" y="T1"/>
                  </a:cxn>
                  <a:cxn ang="T11">
                    <a:pos x="T2" y="T3"/>
                  </a:cxn>
                  <a:cxn ang="T12">
                    <a:pos x="T4" y="T5"/>
                  </a:cxn>
                  <a:cxn ang="T13">
                    <a:pos x="T6" y="T7"/>
                  </a:cxn>
                  <a:cxn ang="T14">
                    <a:pos x="T8" y="T9"/>
                  </a:cxn>
                </a:cxnLst>
                <a:rect l="T15" t="T16" r="T17" b="T18"/>
                <a:pathLst>
                  <a:path w="120" h="56">
                    <a:moveTo>
                      <a:pt x="120" y="32"/>
                    </a:moveTo>
                    <a:lnTo>
                      <a:pt x="0" y="56"/>
                    </a:lnTo>
                    <a:lnTo>
                      <a:pt x="0" y="32"/>
                    </a:lnTo>
                    <a:lnTo>
                      <a:pt x="0" y="0"/>
                    </a:lnTo>
                    <a:lnTo>
                      <a:pt x="120" y="32"/>
                    </a:lnTo>
                    <a:close/>
                  </a:path>
                </a:pathLst>
              </a:custGeom>
              <a:grpFill/>
              <a:ln w="9525">
                <a:solidFill>
                  <a:schemeClr val="bg1">
                    <a:lumMod val="65000"/>
                  </a:schemeClr>
                </a:solidFill>
                <a:round/>
                <a:headEnd/>
                <a:tailEnd/>
              </a:ln>
            </p:spPr>
            <p:txBody>
              <a:bodyPr/>
              <a:lstStyle/>
              <a:p>
                <a:endParaRPr lang="en-US"/>
              </a:p>
            </p:txBody>
          </p:sp>
          <p:grpSp>
            <p:nvGrpSpPr>
              <p:cNvPr id="104320" name="Group 430">
                <a:extLst>
                  <a:ext uri="{FF2B5EF4-FFF2-40B4-BE49-F238E27FC236}">
                    <a16:creationId xmlns:a16="http://schemas.microsoft.com/office/drawing/2014/main" id="{F6F5DA50-39FD-C92B-4BA5-4B3C074141FD}"/>
                  </a:ext>
                </a:extLst>
              </p:cNvPr>
              <p:cNvGrpSpPr>
                <a:grpSpLocks/>
              </p:cNvGrpSpPr>
              <p:nvPr/>
            </p:nvGrpSpPr>
            <p:grpSpPr bwMode="auto">
              <a:xfrm>
                <a:off x="1489" y="2985"/>
                <a:ext cx="295" cy="1"/>
                <a:chOff x="1489" y="2985"/>
                <a:chExt cx="295" cy="1"/>
              </a:xfrm>
              <a:grpFill/>
            </p:grpSpPr>
            <p:sp>
              <p:nvSpPr>
                <p:cNvPr id="104321" name="Line 431">
                  <a:extLst>
                    <a:ext uri="{FF2B5EF4-FFF2-40B4-BE49-F238E27FC236}">
                      <a16:creationId xmlns:a16="http://schemas.microsoft.com/office/drawing/2014/main" id="{7D18FA2B-A287-628F-8922-1D3FE88AD311}"/>
                    </a:ext>
                  </a:extLst>
                </p:cNvPr>
                <p:cNvSpPr>
                  <a:spLocks noChangeShapeType="1"/>
                </p:cNvSpPr>
                <p:nvPr/>
              </p:nvSpPr>
              <p:spPr bwMode="auto">
                <a:xfrm>
                  <a:off x="1489" y="2985"/>
                  <a:ext cx="24" cy="1"/>
                </a:xfrm>
                <a:prstGeom prst="line">
                  <a:avLst/>
                </a:prstGeom>
                <a:grpFill/>
                <a:ln w="12700">
                  <a:solidFill>
                    <a:schemeClr val="bg1">
                      <a:lumMod val="65000"/>
                    </a:schemeClr>
                  </a:solidFill>
                  <a:round/>
                  <a:headEnd/>
                  <a:tailEnd/>
                </a:ln>
              </p:spPr>
              <p:txBody>
                <a:bodyPr/>
                <a:lstStyle/>
                <a:p>
                  <a:endParaRPr lang="en-US"/>
                </a:p>
              </p:txBody>
            </p:sp>
            <p:sp>
              <p:nvSpPr>
                <p:cNvPr id="104322" name="Line 432">
                  <a:extLst>
                    <a:ext uri="{FF2B5EF4-FFF2-40B4-BE49-F238E27FC236}">
                      <a16:creationId xmlns:a16="http://schemas.microsoft.com/office/drawing/2014/main" id="{09E185A4-A344-29C1-DE35-B4716B78A1AD}"/>
                    </a:ext>
                  </a:extLst>
                </p:cNvPr>
                <p:cNvSpPr>
                  <a:spLocks noChangeShapeType="1"/>
                </p:cNvSpPr>
                <p:nvPr/>
              </p:nvSpPr>
              <p:spPr bwMode="auto">
                <a:xfrm>
                  <a:off x="1544" y="2985"/>
                  <a:ext cx="24" cy="1"/>
                </a:xfrm>
                <a:prstGeom prst="line">
                  <a:avLst/>
                </a:prstGeom>
                <a:grpFill/>
                <a:ln w="12700">
                  <a:solidFill>
                    <a:schemeClr val="bg1">
                      <a:lumMod val="65000"/>
                    </a:schemeClr>
                  </a:solidFill>
                  <a:round/>
                  <a:headEnd/>
                  <a:tailEnd/>
                </a:ln>
              </p:spPr>
              <p:txBody>
                <a:bodyPr/>
                <a:lstStyle/>
                <a:p>
                  <a:endParaRPr lang="en-US"/>
                </a:p>
              </p:txBody>
            </p:sp>
            <p:sp>
              <p:nvSpPr>
                <p:cNvPr id="104323" name="Line 433">
                  <a:extLst>
                    <a:ext uri="{FF2B5EF4-FFF2-40B4-BE49-F238E27FC236}">
                      <a16:creationId xmlns:a16="http://schemas.microsoft.com/office/drawing/2014/main" id="{578251A5-3F89-E6F9-8AE1-F917F90ABE9A}"/>
                    </a:ext>
                  </a:extLst>
                </p:cNvPr>
                <p:cNvSpPr>
                  <a:spLocks noChangeShapeType="1"/>
                </p:cNvSpPr>
                <p:nvPr/>
              </p:nvSpPr>
              <p:spPr bwMode="auto">
                <a:xfrm>
                  <a:off x="1600" y="2985"/>
                  <a:ext cx="24" cy="1"/>
                </a:xfrm>
                <a:prstGeom prst="line">
                  <a:avLst/>
                </a:prstGeom>
                <a:grpFill/>
                <a:ln w="12700">
                  <a:solidFill>
                    <a:schemeClr val="bg1">
                      <a:lumMod val="65000"/>
                    </a:schemeClr>
                  </a:solidFill>
                  <a:round/>
                  <a:headEnd/>
                  <a:tailEnd/>
                </a:ln>
              </p:spPr>
              <p:txBody>
                <a:bodyPr/>
                <a:lstStyle/>
                <a:p>
                  <a:endParaRPr lang="en-US"/>
                </a:p>
              </p:txBody>
            </p:sp>
            <p:sp>
              <p:nvSpPr>
                <p:cNvPr id="104324" name="Line 434">
                  <a:extLst>
                    <a:ext uri="{FF2B5EF4-FFF2-40B4-BE49-F238E27FC236}">
                      <a16:creationId xmlns:a16="http://schemas.microsoft.com/office/drawing/2014/main" id="{D00CAC22-2A8B-7A5A-C25A-DF1292B6622E}"/>
                    </a:ext>
                  </a:extLst>
                </p:cNvPr>
                <p:cNvSpPr>
                  <a:spLocks noChangeShapeType="1"/>
                </p:cNvSpPr>
                <p:nvPr/>
              </p:nvSpPr>
              <p:spPr bwMode="auto">
                <a:xfrm>
                  <a:off x="1656" y="2985"/>
                  <a:ext cx="24" cy="1"/>
                </a:xfrm>
                <a:prstGeom prst="line">
                  <a:avLst/>
                </a:prstGeom>
                <a:grpFill/>
                <a:ln w="12700">
                  <a:solidFill>
                    <a:schemeClr val="bg1">
                      <a:lumMod val="65000"/>
                    </a:schemeClr>
                  </a:solidFill>
                  <a:round/>
                  <a:headEnd/>
                  <a:tailEnd/>
                </a:ln>
              </p:spPr>
              <p:txBody>
                <a:bodyPr/>
                <a:lstStyle/>
                <a:p>
                  <a:endParaRPr lang="en-US"/>
                </a:p>
              </p:txBody>
            </p:sp>
            <p:sp>
              <p:nvSpPr>
                <p:cNvPr id="104325" name="Line 435">
                  <a:extLst>
                    <a:ext uri="{FF2B5EF4-FFF2-40B4-BE49-F238E27FC236}">
                      <a16:creationId xmlns:a16="http://schemas.microsoft.com/office/drawing/2014/main" id="{08E9D7A2-16C1-E33E-3DEA-E24C6A7437AF}"/>
                    </a:ext>
                  </a:extLst>
                </p:cNvPr>
                <p:cNvSpPr>
                  <a:spLocks noChangeShapeType="1"/>
                </p:cNvSpPr>
                <p:nvPr/>
              </p:nvSpPr>
              <p:spPr bwMode="auto">
                <a:xfrm>
                  <a:off x="1712" y="2985"/>
                  <a:ext cx="24" cy="1"/>
                </a:xfrm>
                <a:prstGeom prst="line">
                  <a:avLst/>
                </a:prstGeom>
                <a:grpFill/>
                <a:ln w="12700">
                  <a:solidFill>
                    <a:schemeClr val="bg1">
                      <a:lumMod val="65000"/>
                    </a:schemeClr>
                  </a:solidFill>
                  <a:round/>
                  <a:headEnd/>
                  <a:tailEnd/>
                </a:ln>
              </p:spPr>
              <p:txBody>
                <a:bodyPr/>
                <a:lstStyle/>
                <a:p>
                  <a:endParaRPr lang="en-US"/>
                </a:p>
              </p:txBody>
            </p:sp>
            <p:sp>
              <p:nvSpPr>
                <p:cNvPr id="104326" name="Line 436">
                  <a:extLst>
                    <a:ext uri="{FF2B5EF4-FFF2-40B4-BE49-F238E27FC236}">
                      <a16:creationId xmlns:a16="http://schemas.microsoft.com/office/drawing/2014/main" id="{836B5149-CC91-571B-C592-EB1A7A8B7086}"/>
                    </a:ext>
                  </a:extLst>
                </p:cNvPr>
                <p:cNvSpPr>
                  <a:spLocks noChangeShapeType="1"/>
                </p:cNvSpPr>
                <p:nvPr/>
              </p:nvSpPr>
              <p:spPr bwMode="auto">
                <a:xfrm>
                  <a:off x="1768" y="2985"/>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31" name="Group 437">
              <a:extLst>
                <a:ext uri="{FF2B5EF4-FFF2-40B4-BE49-F238E27FC236}">
                  <a16:creationId xmlns:a16="http://schemas.microsoft.com/office/drawing/2014/main" id="{B52841D0-777D-E3CB-7F79-8F1671174590}"/>
                </a:ext>
              </a:extLst>
            </p:cNvPr>
            <p:cNvGrpSpPr>
              <a:grpSpLocks/>
            </p:cNvGrpSpPr>
            <p:nvPr/>
          </p:nvGrpSpPr>
          <p:grpSpPr bwMode="auto">
            <a:xfrm>
              <a:off x="1952" y="2953"/>
              <a:ext cx="415" cy="56"/>
              <a:chOff x="1952" y="2953"/>
              <a:chExt cx="415" cy="56"/>
            </a:xfrm>
            <a:grpFill/>
          </p:grpSpPr>
          <p:sp>
            <p:nvSpPr>
              <p:cNvPr id="104311" name="Freeform 438">
                <a:extLst>
                  <a:ext uri="{FF2B5EF4-FFF2-40B4-BE49-F238E27FC236}">
                    <a16:creationId xmlns:a16="http://schemas.microsoft.com/office/drawing/2014/main" id="{2900EC74-D029-FFDE-934C-3A9C9859C802}"/>
                  </a:ext>
                </a:extLst>
              </p:cNvPr>
              <p:cNvSpPr>
                <a:spLocks/>
              </p:cNvSpPr>
              <p:nvPr/>
            </p:nvSpPr>
            <p:spPr bwMode="auto">
              <a:xfrm>
                <a:off x="2255"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4312" name="Group 439">
                <a:extLst>
                  <a:ext uri="{FF2B5EF4-FFF2-40B4-BE49-F238E27FC236}">
                    <a16:creationId xmlns:a16="http://schemas.microsoft.com/office/drawing/2014/main" id="{E8ADC22B-2110-3809-C261-9F94CA31CDF9}"/>
                  </a:ext>
                </a:extLst>
              </p:cNvPr>
              <p:cNvGrpSpPr>
                <a:grpSpLocks/>
              </p:cNvGrpSpPr>
              <p:nvPr/>
            </p:nvGrpSpPr>
            <p:grpSpPr bwMode="auto">
              <a:xfrm>
                <a:off x="1952" y="2985"/>
                <a:ext cx="295" cy="1"/>
                <a:chOff x="1952" y="2985"/>
                <a:chExt cx="295" cy="1"/>
              </a:xfrm>
              <a:grpFill/>
            </p:grpSpPr>
            <p:sp>
              <p:nvSpPr>
                <p:cNvPr id="104313" name="Line 440">
                  <a:extLst>
                    <a:ext uri="{FF2B5EF4-FFF2-40B4-BE49-F238E27FC236}">
                      <a16:creationId xmlns:a16="http://schemas.microsoft.com/office/drawing/2014/main" id="{CC90D321-3EBE-5087-B9D3-4FAE5723CBD0}"/>
                    </a:ext>
                  </a:extLst>
                </p:cNvPr>
                <p:cNvSpPr>
                  <a:spLocks noChangeShapeType="1"/>
                </p:cNvSpPr>
                <p:nvPr/>
              </p:nvSpPr>
              <p:spPr bwMode="auto">
                <a:xfrm>
                  <a:off x="1952" y="2985"/>
                  <a:ext cx="24" cy="1"/>
                </a:xfrm>
                <a:prstGeom prst="line">
                  <a:avLst/>
                </a:prstGeom>
                <a:grpFill/>
                <a:ln w="12700">
                  <a:solidFill>
                    <a:schemeClr val="bg1">
                      <a:lumMod val="65000"/>
                    </a:schemeClr>
                  </a:solidFill>
                  <a:round/>
                  <a:headEnd/>
                  <a:tailEnd/>
                </a:ln>
              </p:spPr>
              <p:txBody>
                <a:bodyPr/>
                <a:lstStyle/>
                <a:p>
                  <a:endParaRPr lang="en-US"/>
                </a:p>
              </p:txBody>
            </p:sp>
            <p:sp>
              <p:nvSpPr>
                <p:cNvPr id="104314" name="Line 441">
                  <a:extLst>
                    <a:ext uri="{FF2B5EF4-FFF2-40B4-BE49-F238E27FC236}">
                      <a16:creationId xmlns:a16="http://schemas.microsoft.com/office/drawing/2014/main" id="{367492D7-F740-48A5-F0A4-6D87CFFCBD60}"/>
                    </a:ext>
                  </a:extLst>
                </p:cNvPr>
                <p:cNvSpPr>
                  <a:spLocks noChangeShapeType="1"/>
                </p:cNvSpPr>
                <p:nvPr/>
              </p:nvSpPr>
              <p:spPr bwMode="auto">
                <a:xfrm>
                  <a:off x="2008" y="2985"/>
                  <a:ext cx="23" cy="1"/>
                </a:xfrm>
                <a:prstGeom prst="line">
                  <a:avLst/>
                </a:prstGeom>
                <a:grpFill/>
                <a:ln w="12700">
                  <a:solidFill>
                    <a:schemeClr val="bg1">
                      <a:lumMod val="65000"/>
                    </a:schemeClr>
                  </a:solidFill>
                  <a:round/>
                  <a:headEnd/>
                  <a:tailEnd/>
                </a:ln>
              </p:spPr>
              <p:txBody>
                <a:bodyPr/>
                <a:lstStyle/>
                <a:p>
                  <a:endParaRPr lang="en-US"/>
                </a:p>
              </p:txBody>
            </p:sp>
            <p:sp>
              <p:nvSpPr>
                <p:cNvPr id="104315" name="Line 442">
                  <a:extLst>
                    <a:ext uri="{FF2B5EF4-FFF2-40B4-BE49-F238E27FC236}">
                      <a16:creationId xmlns:a16="http://schemas.microsoft.com/office/drawing/2014/main" id="{6F9F3ABE-5FE5-66EF-CAA9-D181EAA1B66E}"/>
                    </a:ext>
                  </a:extLst>
                </p:cNvPr>
                <p:cNvSpPr>
                  <a:spLocks noChangeShapeType="1"/>
                </p:cNvSpPr>
                <p:nvPr/>
              </p:nvSpPr>
              <p:spPr bwMode="auto">
                <a:xfrm>
                  <a:off x="2063" y="2985"/>
                  <a:ext cx="24" cy="1"/>
                </a:xfrm>
                <a:prstGeom prst="line">
                  <a:avLst/>
                </a:prstGeom>
                <a:grpFill/>
                <a:ln w="12700">
                  <a:solidFill>
                    <a:schemeClr val="bg1">
                      <a:lumMod val="65000"/>
                    </a:schemeClr>
                  </a:solidFill>
                  <a:round/>
                  <a:headEnd/>
                  <a:tailEnd/>
                </a:ln>
              </p:spPr>
              <p:txBody>
                <a:bodyPr/>
                <a:lstStyle/>
                <a:p>
                  <a:endParaRPr lang="en-US"/>
                </a:p>
              </p:txBody>
            </p:sp>
            <p:sp>
              <p:nvSpPr>
                <p:cNvPr id="104316" name="Line 443">
                  <a:extLst>
                    <a:ext uri="{FF2B5EF4-FFF2-40B4-BE49-F238E27FC236}">
                      <a16:creationId xmlns:a16="http://schemas.microsoft.com/office/drawing/2014/main" id="{627CA6D3-DC17-E22D-F61C-EABB73E4163D}"/>
                    </a:ext>
                  </a:extLst>
                </p:cNvPr>
                <p:cNvSpPr>
                  <a:spLocks noChangeShapeType="1"/>
                </p:cNvSpPr>
                <p:nvPr/>
              </p:nvSpPr>
              <p:spPr bwMode="auto">
                <a:xfrm>
                  <a:off x="2119" y="2985"/>
                  <a:ext cx="24" cy="1"/>
                </a:xfrm>
                <a:prstGeom prst="line">
                  <a:avLst/>
                </a:prstGeom>
                <a:grpFill/>
                <a:ln w="12700">
                  <a:solidFill>
                    <a:schemeClr val="bg1">
                      <a:lumMod val="65000"/>
                    </a:schemeClr>
                  </a:solidFill>
                  <a:round/>
                  <a:headEnd/>
                  <a:tailEnd/>
                </a:ln>
              </p:spPr>
              <p:txBody>
                <a:bodyPr/>
                <a:lstStyle/>
                <a:p>
                  <a:endParaRPr lang="en-US"/>
                </a:p>
              </p:txBody>
            </p:sp>
            <p:sp>
              <p:nvSpPr>
                <p:cNvPr id="104317" name="Line 444">
                  <a:extLst>
                    <a:ext uri="{FF2B5EF4-FFF2-40B4-BE49-F238E27FC236}">
                      <a16:creationId xmlns:a16="http://schemas.microsoft.com/office/drawing/2014/main" id="{564C55D7-C978-13BD-2F48-91E37CF6CB83}"/>
                    </a:ext>
                  </a:extLst>
                </p:cNvPr>
                <p:cNvSpPr>
                  <a:spLocks noChangeShapeType="1"/>
                </p:cNvSpPr>
                <p:nvPr/>
              </p:nvSpPr>
              <p:spPr bwMode="auto">
                <a:xfrm>
                  <a:off x="2175" y="2985"/>
                  <a:ext cx="24" cy="1"/>
                </a:xfrm>
                <a:prstGeom prst="line">
                  <a:avLst/>
                </a:prstGeom>
                <a:grpFill/>
                <a:ln w="12700">
                  <a:solidFill>
                    <a:schemeClr val="bg1">
                      <a:lumMod val="65000"/>
                    </a:schemeClr>
                  </a:solidFill>
                  <a:round/>
                  <a:headEnd/>
                  <a:tailEnd/>
                </a:ln>
              </p:spPr>
              <p:txBody>
                <a:bodyPr/>
                <a:lstStyle/>
                <a:p>
                  <a:endParaRPr lang="en-US"/>
                </a:p>
              </p:txBody>
            </p:sp>
            <p:sp>
              <p:nvSpPr>
                <p:cNvPr id="104318" name="Line 445">
                  <a:extLst>
                    <a:ext uri="{FF2B5EF4-FFF2-40B4-BE49-F238E27FC236}">
                      <a16:creationId xmlns:a16="http://schemas.microsoft.com/office/drawing/2014/main" id="{4072120A-E2C8-DDE9-FDDC-DAA70E4AE0D1}"/>
                    </a:ext>
                  </a:extLst>
                </p:cNvPr>
                <p:cNvSpPr>
                  <a:spLocks noChangeShapeType="1"/>
                </p:cNvSpPr>
                <p:nvPr/>
              </p:nvSpPr>
              <p:spPr bwMode="auto">
                <a:xfrm>
                  <a:off x="2231" y="2985"/>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32" name="Group 446">
              <a:extLst>
                <a:ext uri="{FF2B5EF4-FFF2-40B4-BE49-F238E27FC236}">
                  <a16:creationId xmlns:a16="http://schemas.microsoft.com/office/drawing/2014/main" id="{2FA3018C-2F99-F458-B56C-97D0E7B04F78}"/>
                </a:ext>
              </a:extLst>
            </p:cNvPr>
            <p:cNvGrpSpPr>
              <a:grpSpLocks/>
            </p:cNvGrpSpPr>
            <p:nvPr/>
          </p:nvGrpSpPr>
          <p:grpSpPr bwMode="auto">
            <a:xfrm>
              <a:off x="2415" y="2953"/>
              <a:ext cx="415" cy="56"/>
              <a:chOff x="2415" y="2953"/>
              <a:chExt cx="415" cy="56"/>
            </a:xfrm>
            <a:grpFill/>
          </p:grpSpPr>
          <p:sp>
            <p:nvSpPr>
              <p:cNvPr id="104303" name="Freeform 447">
                <a:extLst>
                  <a:ext uri="{FF2B5EF4-FFF2-40B4-BE49-F238E27FC236}">
                    <a16:creationId xmlns:a16="http://schemas.microsoft.com/office/drawing/2014/main" id="{88E7AF1C-6FD3-9F16-9F33-FA6E944DD072}"/>
                  </a:ext>
                </a:extLst>
              </p:cNvPr>
              <p:cNvSpPr>
                <a:spLocks/>
              </p:cNvSpPr>
              <p:nvPr/>
            </p:nvSpPr>
            <p:spPr bwMode="auto">
              <a:xfrm>
                <a:off x="2718"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4304" name="Group 448">
                <a:extLst>
                  <a:ext uri="{FF2B5EF4-FFF2-40B4-BE49-F238E27FC236}">
                    <a16:creationId xmlns:a16="http://schemas.microsoft.com/office/drawing/2014/main" id="{B716F4CF-F686-28E1-54ED-5C0FA2E96461}"/>
                  </a:ext>
                </a:extLst>
              </p:cNvPr>
              <p:cNvGrpSpPr>
                <a:grpSpLocks/>
              </p:cNvGrpSpPr>
              <p:nvPr/>
            </p:nvGrpSpPr>
            <p:grpSpPr bwMode="auto">
              <a:xfrm>
                <a:off x="2415" y="2985"/>
                <a:ext cx="295" cy="1"/>
                <a:chOff x="2415" y="2985"/>
                <a:chExt cx="295" cy="1"/>
              </a:xfrm>
              <a:grpFill/>
            </p:grpSpPr>
            <p:sp>
              <p:nvSpPr>
                <p:cNvPr id="104305" name="Line 449">
                  <a:extLst>
                    <a:ext uri="{FF2B5EF4-FFF2-40B4-BE49-F238E27FC236}">
                      <a16:creationId xmlns:a16="http://schemas.microsoft.com/office/drawing/2014/main" id="{F2C1D076-E567-C9F4-1718-651F5D35665E}"/>
                    </a:ext>
                  </a:extLst>
                </p:cNvPr>
                <p:cNvSpPr>
                  <a:spLocks noChangeShapeType="1"/>
                </p:cNvSpPr>
                <p:nvPr/>
              </p:nvSpPr>
              <p:spPr bwMode="auto">
                <a:xfrm>
                  <a:off x="2415" y="2985"/>
                  <a:ext cx="24" cy="1"/>
                </a:xfrm>
                <a:prstGeom prst="line">
                  <a:avLst/>
                </a:prstGeom>
                <a:grpFill/>
                <a:ln w="12700">
                  <a:solidFill>
                    <a:schemeClr val="bg1">
                      <a:lumMod val="65000"/>
                    </a:schemeClr>
                  </a:solidFill>
                  <a:round/>
                  <a:headEnd/>
                  <a:tailEnd/>
                </a:ln>
              </p:spPr>
              <p:txBody>
                <a:bodyPr/>
                <a:lstStyle/>
                <a:p>
                  <a:endParaRPr lang="en-US"/>
                </a:p>
              </p:txBody>
            </p:sp>
            <p:sp>
              <p:nvSpPr>
                <p:cNvPr id="104306" name="Line 450">
                  <a:extLst>
                    <a:ext uri="{FF2B5EF4-FFF2-40B4-BE49-F238E27FC236}">
                      <a16:creationId xmlns:a16="http://schemas.microsoft.com/office/drawing/2014/main" id="{C8A9D8C2-88C6-0DAD-7439-56E1A554CCA8}"/>
                    </a:ext>
                  </a:extLst>
                </p:cNvPr>
                <p:cNvSpPr>
                  <a:spLocks noChangeShapeType="1"/>
                </p:cNvSpPr>
                <p:nvPr/>
              </p:nvSpPr>
              <p:spPr bwMode="auto">
                <a:xfrm>
                  <a:off x="2471" y="2985"/>
                  <a:ext cx="24" cy="1"/>
                </a:xfrm>
                <a:prstGeom prst="line">
                  <a:avLst/>
                </a:prstGeom>
                <a:grpFill/>
                <a:ln w="12700">
                  <a:solidFill>
                    <a:schemeClr val="bg1">
                      <a:lumMod val="65000"/>
                    </a:schemeClr>
                  </a:solidFill>
                  <a:round/>
                  <a:headEnd/>
                  <a:tailEnd/>
                </a:ln>
              </p:spPr>
              <p:txBody>
                <a:bodyPr/>
                <a:lstStyle/>
                <a:p>
                  <a:endParaRPr lang="en-US"/>
                </a:p>
              </p:txBody>
            </p:sp>
            <p:sp>
              <p:nvSpPr>
                <p:cNvPr id="104307" name="Line 451">
                  <a:extLst>
                    <a:ext uri="{FF2B5EF4-FFF2-40B4-BE49-F238E27FC236}">
                      <a16:creationId xmlns:a16="http://schemas.microsoft.com/office/drawing/2014/main" id="{CE12852F-31DB-5D65-B2A8-9994E1EED383}"/>
                    </a:ext>
                  </a:extLst>
                </p:cNvPr>
                <p:cNvSpPr>
                  <a:spLocks noChangeShapeType="1"/>
                </p:cNvSpPr>
                <p:nvPr/>
              </p:nvSpPr>
              <p:spPr bwMode="auto">
                <a:xfrm>
                  <a:off x="2526" y="2985"/>
                  <a:ext cx="24" cy="1"/>
                </a:xfrm>
                <a:prstGeom prst="line">
                  <a:avLst/>
                </a:prstGeom>
                <a:grpFill/>
                <a:ln w="12700">
                  <a:solidFill>
                    <a:schemeClr val="bg1">
                      <a:lumMod val="65000"/>
                    </a:schemeClr>
                  </a:solidFill>
                  <a:round/>
                  <a:headEnd/>
                  <a:tailEnd/>
                </a:ln>
              </p:spPr>
              <p:txBody>
                <a:bodyPr/>
                <a:lstStyle/>
                <a:p>
                  <a:endParaRPr lang="en-US"/>
                </a:p>
              </p:txBody>
            </p:sp>
            <p:sp>
              <p:nvSpPr>
                <p:cNvPr id="104308" name="Line 452">
                  <a:extLst>
                    <a:ext uri="{FF2B5EF4-FFF2-40B4-BE49-F238E27FC236}">
                      <a16:creationId xmlns:a16="http://schemas.microsoft.com/office/drawing/2014/main" id="{041F4DD0-8BD4-CD92-80F5-F790BB9A32C6}"/>
                    </a:ext>
                  </a:extLst>
                </p:cNvPr>
                <p:cNvSpPr>
                  <a:spLocks noChangeShapeType="1"/>
                </p:cNvSpPr>
                <p:nvPr/>
              </p:nvSpPr>
              <p:spPr bwMode="auto">
                <a:xfrm>
                  <a:off x="2582" y="2985"/>
                  <a:ext cx="24" cy="1"/>
                </a:xfrm>
                <a:prstGeom prst="line">
                  <a:avLst/>
                </a:prstGeom>
                <a:grpFill/>
                <a:ln w="12700">
                  <a:solidFill>
                    <a:schemeClr val="bg1">
                      <a:lumMod val="65000"/>
                    </a:schemeClr>
                  </a:solidFill>
                  <a:round/>
                  <a:headEnd/>
                  <a:tailEnd/>
                </a:ln>
              </p:spPr>
              <p:txBody>
                <a:bodyPr/>
                <a:lstStyle/>
                <a:p>
                  <a:endParaRPr lang="en-US"/>
                </a:p>
              </p:txBody>
            </p:sp>
            <p:sp>
              <p:nvSpPr>
                <p:cNvPr id="104309" name="Line 453">
                  <a:extLst>
                    <a:ext uri="{FF2B5EF4-FFF2-40B4-BE49-F238E27FC236}">
                      <a16:creationId xmlns:a16="http://schemas.microsoft.com/office/drawing/2014/main" id="{00A44B05-AC96-B094-77C0-EB12654876EF}"/>
                    </a:ext>
                  </a:extLst>
                </p:cNvPr>
                <p:cNvSpPr>
                  <a:spLocks noChangeShapeType="1"/>
                </p:cNvSpPr>
                <p:nvPr/>
              </p:nvSpPr>
              <p:spPr bwMode="auto">
                <a:xfrm>
                  <a:off x="2638" y="2985"/>
                  <a:ext cx="24" cy="1"/>
                </a:xfrm>
                <a:prstGeom prst="line">
                  <a:avLst/>
                </a:prstGeom>
                <a:grpFill/>
                <a:ln w="12700">
                  <a:solidFill>
                    <a:schemeClr val="bg1">
                      <a:lumMod val="65000"/>
                    </a:schemeClr>
                  </a:solidFill>
                  <a:round/>
                  <a:headEnd/>
                  <a:tailEnd/>
                </a:ln>
              </p:spPr>
              <p:txBody>
                <a:bodyPr/>
                <a:lstStyle/>
                <a:p>
                  <a:endParaRPr lang="en-US"/>
                </a:p>
              </p:txBody>
            </p:sp>
            <p:sp>
              <p:nvSpPr>
                <p:cNvPr id="104310" name="Line 454">
                  <a:extLst>
                    <a:ext uri="{FF2B5EF4-FFF2-40B4-BE49-F238E27FC236}">
                      <a16:creationId xmlns:a16="http://schemas.microsoft.com/office/drawing/2014/main" id="{B53FF837-445C-4006-CB80-C1454009A9A6}"/>
                    </a:ext>
                  </a:extLst>
                </p:cNvPr>
                <p:cNvSpPr>
                  <a:spLocks noChangeShapeType="1"/>
                </p:cNvSpPr>
                <p:nvPr/>
              </p:nvSpPr>
              <p:spPr bwMode="auto">
                <a:xfrm>
                  <a:off x="2694" y="2985"/>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33" name="Group 455">
              <a:extLst>
                <a:ext uri="{FF2B5EF4-FFF2-40B4-BE49-F238E27FC236}">
                  <a16:creationId xmlns:a16="http://schemas.microsoft.com/office/drawing/2014/main" id="{D87D130B-B7C2-1A19-56B7-449C8EA4F4D5}"/>
                </a:ext>
              </a:extLst>
            </p:cNvPr>
            <p:cNvGrpSpPr>
              <a:grpSpLocks/>
            </p:cNvGrpSpPr>
            <p:nvPr/>
          </p:nvGrpSpPr>
          <p:grpSpPr bwMode="auto">
            <a:xfrm>
              <a:off x="2838" y="1741"/>
              <a:ext cx="40" cy="1260"/>
              <a:chOff x="2838" y="1741"/>
              <a:chExt cx="40" cy="1260"/>
            </a:xfrm>
            <a:grpFill/>
          </p:grpSpPr>
          <p:sp>
            <p:nvSpPr>
              <p:cNvPr id="104293" name="Oval 456">
                <a:extLst>
                  <a:ext uri="{FF2B5EF4-FFF2-40B4-BE49-F238E27FC236}">
                    <a16:creationId xmlns:a16="http://schemas.microsoft.com/office/drawing/2014/main" id="{09CFCEE6-7F57-0DF3-60A0-EB936BE5A076}"/>
                  </a:ext>
                </a:extLst>
              </p:cNvPr>
              <p:cNvSpPr>
                <a:spLocks noChangeArrowheads="1"/>
              </p:cNvSpPr>
              <p:nvPr/>
            </p:nvSpPr>
            <p:spPr bwMode="auto">
              <a:xfrm>
                <a:off x="2838" y="1741"/>
                <a:ext cx="40" cy="40"/>
              </a:xfrm>
              <a:prstGeom prst="ellipse">
                <a:avLst/>
              </a:prstGeom>
              <a:grpFill/>
              <a:ln w="9525">
                <a:solidFill>
                  <a:schemeClr val="bg1">
                    <a:lumMod val="65000"/>
                  </a:schemeClr>
                </a:solidFill>
                <a:round/>
                <a:headEnd/>
                <a:tailEnd/>
              </a:ln>
            </p:spPr>
            <p:txBody>
              <a:bodyPr/>
              <a:lstStyle/>
              <a:p>
                <a:endParaRPr lang="en-US"/>
              </a:p>
            </p:txBody>
          </p:sp>
          <p:sp>
            <p:nvSpPr>
              <p:cNvPr id="104294" name="Oval 457">
                <a:extLst>
                  <a:ext uri="{FF2B5EF4-FFF2-40B4-BE49-F238E27FC236}">
                    <a16:creationId xmlns:a16="http://schemas.microsoft.com/office/drawing/2014/main" id="{63572A75-6219-1249-BECD-634AF6A25DEC}"/>
                  </a:ext>
                </a:extLst>
              </p:cNvPr>
              <p:cNvSpPr>
                <a:spLocks noChangeArrowheads="1"/>
              </p:cNvSpPr>
              <p:nvPr/>
            </p:nvSpPr>
            <p:spPr bwMode="auto">
              <a:xfrm>
                <a:off x="2838" y="1741"/>
                <a:ext cx="40" cy="40"/>
              </a:xfrm>
              <a:prstGeom prst="ellipse">
                <a:avLst/>
              </a:prstGeom>
              <a:grpFill/>
              <a:ln w="25400">
                <a:solidFill>
                  <a:schemeClr val="bg1">
                    <a:lumMod val="65000"/>
                  </a:schemeClr>
                </a:solidFill>
                <a:round/>
                <a:headEnd/>
                <a:tailEnd/>
              </a:ln>
            </p:spPr>
            <p:txBody>
              <a:bodyPr/>
              <a:lstStyle/>
              <a:p>
                <a:endParaRPr lang="en-US"/>
              </a:p>
            </p:txBody>
          </p:sp>
          <p:sp>
            <p:nvSpPr>
              <p:cNvPr id="104295" name="Oval 458">
                <a:extLst>
                  <a:ext uri="{FF2B5EF4-FFF2-40B4-BE49-F238E27FC236}">
                    <a16:creationId xmlns:a16="http://schemas.microsoft.com/office/drawing/2014/main" id="{3EFAE676-43D5-055A-6757-CD624E72E819}"/>
                  </a:ext>
                </a:extLst>
              </p:cNvPr>
              <p:cNvSpPr>
                <a:spLocks noChangeArrowheads="1"/>
              </p:cNvSpPr>
              <p:nvPr/>
            </p:nvSpPr>
            <p:spPr bwMode="auto">
              <a:xfrm>
                <a:off x="2846" y="2044"/>
                <a:ext cx="32" cy="32"/>
              </a:xfrm>
              <a:prstGeom prst="ellipse">
                <a:avLst/>
              </a:prstGeom>
              <a:grpFill/>
              <a:ln w="9525">
                <a:solidFill>
                  <a:schemeClr val="bg1">
                    <a:lumMod val="65000"/>
                  </a:schemeClr>
                </a:solidFill>
                <a:round/>
                <a:headEnd/>
                <a:tailEnd/>
              </a:ln>
            </p:spPr>
            <p:txBody>
              <a:bodyPr/>
              <a:lstStyle/>
              <a:p>
                <a:endParaRPr lang="en-US"/>
              </a:p>
            </p:txBody>
          </p:sp>
          <p:sp>
            <p:nvSpPr>
              <p:cNvPr id="104296" name="Oval 459">
                <a:extLst>
                  <a:ext uri="{FF2B5EF4-FFF2-40B4-BE49-F238E27FC236}">
                    <a16:creationId xmlns:a16="http://schemas.microsoft.com/office/drawing/2014/main" id="{293D27F9-3F38-E4CF-B82F-94B11C118505}"/>
                  </a:ext>
                </a:extLst>
              </p:cNvPr>
              <p:cNvSpPr>
                <a:spLocks noChangeArrowheads="1"/>
              </p:cNvSpPr>
              <p:nvPr/>
            </p:nvSpPr>
            <p:spPr bwMode="auto">
              <a:xfrm>
                <a:off x="2846" y="2044"/>
                <a:ext cx="32" cy="32"/>
              </a:xfrm>
              <a:prstGeom prst="ellipse">
                <a:avLst/>
              </a:prstGeom>
              <a:grpFill/>
              <a:ln w="25400">
                <a:solidFill>
                  <a:schemeClr val="bg1">
                    <a:lumMod val="65000"/>
                  </a:schemeClr>
                </a:solidFill>
                <a:round/>
                <a:headEnd/>
                <a:tailEnd/>
              </a:ln>
            </p:spPr>
            <p:txBody>
              <a:bodyPr/>
              <a:lstStyle/>
              <a:p>
                <a:endParaRPr lang="en-US"/>
              </a:p>
            </p:txBody>
          </p:sp>
          <p:sp>
            <p:nvSpPr>
              <p:cNvPr id="104297" name="Oval 460">
                <a:extLst>
                  <a:ext uri="{FF2B5EF4-FFF2-40B4-BE49-F238E27FC236}">
                    <a16:creationId xmlns:a16="http://schemas.microsoft.com/office/drawing/2014/main" id="{E8A544DA-297B-CF8D-F902-83461065CC25}"/>
                  </a:ext>
                </a:extLst>
              </p:cNvPr>
              <p:cNvSpPr>
                <a:spLocks noChangeArrowheads="1"/>
              </p:cNvSpPr>
              <p:nvPr/>
            </p:nvSpPr>
            <p:spPr bwMode="auto">
              <a:xfrm>
                <a:off x="2846" y="2355"/>
                <a:ext cx="32" cy="32"/>
              </a:xfrm>
              <a:prstGeom prst="ellipse">
                <a:avLst/>
              </a:prstGeom>
              <a:grpFill/>
              <a:ln w="9525">
                <a:solidFill>
                  <a:schemeClr val="bg1">
                    <a:lumMod val="65000"/>
                  </a:schemeClr>
                </a:solidFill>
                <a:round/>
                <a:headEnd/>
                <a:tailEnd/>
              </a:ln>
            </p:spPr>
            <p:txBody>
              <a:bodyPr/>
              <a:lstStyle/>
              <a:p>
                <a:endParaRPr lang="en-US"/>
              </a:p>
            </p:txBody>
          </p:sp>
          <p:sp>
            <p:nvSpPr>
              <p:cNvPr id="104298" name="Oval 461">
                <a:extLst>
                  <a:ext uri="{FF2B5EF4-FFF2-40B4-BE49-F238E27FC236}">
                    <a16:creationId xmlns:a16="http://schemas.microsoft.com/office/drawing/2014/main" id="{87E3CCDE-62E8-D8E6-611B-E44B9D3A66EA}"/>
                  </a:ext>
                </a:extLst>
              </p:cNvPr>
              <p:cNvSpPr>
                <a:spLocks noChangeArrowheads="1"/>
              </p:cNvSpPr>
              <p:nvPr/>
            </p:nvSpPr>
            <p:spPr bwMode="auto">
              <a:xfrm>
                <a:off x="2846" y="2355"/>
                <a:ext cx="32" cy="32"/>
              </a:xfrm>
              <a:prstGeom prst="ellipse">
                <a:avLst/>
              </a:prstGeom>
              <a:grpFill/>
              <a:ln w="25400">
                <a:solidFill>
                  <a:schemeClr val="bg1">
                    <a:lumMod val="65000"/>
                  </a:schemeClr>
                </a:solidFill>
                <a:round/>
                <a:headEnd/>
                <a:tailEnd/>
              </a:ln>
            </p:spPr>
            <p:txBody>
              <a:bodyPr/>
              <a:lstStyle/>
              <a:p>
                <a:endParaRPr lang="en-US"/>
              </a:p>
            </p:txBody>
          </p:sp>
          <p:sp>
            <p:nvSpPr>
              <p:cNvPr id="104299" name="Oval 462">
                <a:extLst>
                  <a:ext uri="{FF2B5EF4-FFF2-40B4-BE49-F238E27FC236}">
                    <a16:creationId xmlns:a16="http://schemas.microsoft.com/office/drawing/2014/main" id="{919065CD-1155-B1DC-6813-18CE29F1CB09}"/>
                  </a:ext>
                </a:extLst>
              </p:cNvPr>
              <p:cNvSpPr>
                <a:spLocks noChangeArrowheads="1"/>
              </p:cNvSpPr>
              <p:nvPr/>
            </p:nvSpPr>
            <p:spPr bwMode="auto">
              <a:xfrm>
                <a:off x="2838" y="2658"/>
                <a:ext cx="40" cy="32"/>
              </a:xfrm>
              <a:prstGeom prst="ellipse">
                <a:avLst/>
              </a:prstGeom>
              <a:grpFill/>
              <a:ln w="9525">
                <a:solidFill>
                  <a:schemeClr val="bg1">
                    <a:lumMod val="65000"/>
                  </a:schemeClr>
                </a:solidFill>
                <a:round/>
                <a:headEnd/>
                <a:tailEnd/>
              </a:ln>
            </p:spPr>
            <p:txBody>
              <a:bodyPr/>
              <a:lstStyle/>
              <a:p>
                <a:endParaRPr lang="en-US"/>
              </a:p>
            </p:txBody>
          </p:sp>
          <p:sp>
            <p:nvSpPr>
              <p:cNvPr id="104300" name="Oval 463">
                <a:extLst>
                  <a:ext uri="{FF2B5EF4-FFF2-40B4-BE49-F238E27FC236}">
                    <a16:creationId xmlns:a16="http://schemas.microsoft.com/office/drawing/2014/main" id="{9C3AF82E-7BD9-2647-F24E-9AF1834619BC}"/>
                  </a:ext>
                </a:extLst>
              </p:cNvPr>
              <p:cNvSpPr>
                <a:spLocks noChangeArrowheads="1"/>
              </p:cNvSpPr>
              <p:nvPr/>
            </p:nvSpPr>
            <p:spPr bwMode="auto">
              <a:xfrm>
                <a:off x="2838" y="2658"/>
                <a:ext cx="40" cy="32"/>
              </a:xfrm>
              <a:prstGeom prst="ellipse">
                <a:avLst/>
              </a:prstGeom>
              <a:grpFill/>
              <a:ln w="25400">
                <a:solidFill>
                  <a:schemeClr val="bg1">
                    <a:lumMod val="65000"/>
                  </a:schemeClr>
                </a:solidFill>
                <a:round/>
                <a:headEnd/>
                <a:tailEnd/>
              </a:ln>
            </p:spPr>
            <p:txBody>
              <a:bodyPr/>
              <a:lstStyle/>
              <a:p>
                <a:endParaRPr lang="en-US"/>
              </a:p>
            </p:txBody>
          </p:sp>
          <p:sp>
            <p:nvSpPr>
              <p:cNvPr id="104301" name="Oval 464">
                <a:extLst>
                  <a:ext uri="{FF2B5EF4-FFF2-40B4-BE49-F238E27FC236}">
                    <a16:creationId xmlns:a16="http://schemas.microsoft.com/office/drawing/2014/main" id="{D3F98949-940A-6046-572A-B825CB7CE08A}"/>
                  </a:ext>
                </a:extLst>
              </p:cNvPr>
              <p:cNvSpPr>
                <a:spLocks noChangeArrowheads="1"/>
              </p:cNvSpPr>
              <p:nvPr/>
            </p:nvSpPr>
            <p:spPr bwMode="auto">
              <a:xfrm>
                <a:off x="2838" y="2969"/>
                <a:ext cx="32" cy="32"/>
              </a:xfrm>
              <a:prstGeom prst="ellipse">
                <a:avLst/>
              </a:prstGeom>
              <a:grpFill/>
              <a:ln w="9525">
                <a:solidFill>
                  <a:schemeClr val="bg1">
                    <a:lumMod val="65000"/>
                  </a:schemeClr>
                </a:solidFill>
                <a:round/>
                <a:headEnd/>
                <a:tailEnd/>
              </a:ln>
            </p:spPr>
            <p:txBody>
              <a:bodyPr/>
              <a:lstStyle/>
              <a:p>
                <a:endParaRPr lang="en-US"/>
              </a:p>
            </p:txBody>
          </p:sp>
          <p:sp>
            <p:nvSpPr>
              <p:cNvPr id="104302" name="Oval 465">
                <a:extLst>
                  <a:ext uri="{FF2B5EF4-FFF2-40B4-BE49-F238E27FC236}">
                    <a16:creationId xmlns:a16="http://schemas.microsoft.com/office/drawing/2014/main" id="{D0EA10C7-4C51-F4BD-DB73-33023F5090B0}"/>
                  </a:ext>
                </a:extLst>
              </p:cNvPr>
              <p:cNvSpPr>
                <a:spLocks noChangeArrowheads="1"/>
              </p:cNvSpPr>
              <p:nvPr/>
            </p:nvSpPr>
            <p:spPr bwMode="auto">
              <a:xfrm>
                <a:off x="2838" y="2969"/>
                <a:ext cx="32" cy="32"/>
              </a:xfrm>
              <a:prstGeom prst="ellipse">
                <a:avLst/>
              </a:prstGeom>
              <a:grpFill/>
              <a:ln w="25400">
                <a:solidFill>
                  <a:schemeClr val="bg1">
                    <a:lumMod val="65000"/>
                  </a:schemeClr>
                </a:solidFill>
                <a:round/>
                <a:headEnd/>
                <a:tailEnd/>
              </a:ln>
            </p:spPr>
            <p:txBody>
              <a:bodyPr/>
              <a:lstStyle/>
              <a:p>
                <a:endParaRPr lang="en-US"/>
              </a:p>
            </p:txBody>
          </p:sp>
        </p:grpSp>
        <p:grpSp>
          <p:nvGrpSpPr>
            <p:cNvPr id="103534" name="Group 466">
              <a:extLst>
                <a:ext uri="{FF2B5EF4-FFF2-40B4-BE49-F238E27FC236}">
                  <a16:creationId xmlns:a16="http://schemas.microsoft.com/office/drawing/2014/main" id="{A9551F96-EBED-A201-F6CF-E6E66BAB9B3D}"/>
                </a:ext>
              </a:extLst>
            </p:cNvPr>
            <p:cNvGrpSpPr>
              <a:grpSpLocks/>
            </p:cNvGrpSpPr>
            <p:nvPr/>
          </p:nvGrpSpPr>
          <p:grpSpPr bwMode="auto">
            <a:xfrm>
              <a:off x="1912" y="3272"/>
              <a:ext cx="32" cy="335"/>
              <a:chOff x="1912" y="3272"/>
              <a:chExt cx="32" cy="335"/>
            </a:xfrm>
            <a:grpFill/>
          </p:grpSpPr>
          <p:sp>
            <p:nvSpPr>
              <p:cNvPr id="104289" name="Oval 467">
                <a:extLst>
                  <a:ext uri="{FF2B5EF4-FFF2-40B4-BE49-F238E27FC236}">
                    <a16:creationId xmlns:a16="http://schemas.microsoft.com/office/drawing/2014/main" id="{9AE6C4C1-5803-34D6-229A-C0655D1ECFC4}"/>
                  </a:ext>
                </a:extLst>
              </p:cNvPr>
              <p:cNvSpPr>
                <a:spLocks noChangeArrowheads="1"/>
              </p:cNvSpPr>
              <p:nvPr/>
            </p:nvSpPr>
            <p:spPr bwMode="auto">
              <a:xfrm>
                <a:off x="1912" y="3272"/>
                <a:ext cx="32" cy="32"/>
              </a:xfrm>
              <a:prstGeom prst="ellipse">
                <a:avLst/>
              </a:prstGeom>
              <a:grpFill/>
              <a:ln w="9525">
                <a:solidFill>
                  <a:schemeClr val="bg1">
                    <a:lumMod val="65000"/>
                  </a:schemeClr>
                </a:solidFill>
                <a:round/>
                <a:headEnd/>
                <a:tailEnd/>
              </a:ln>
            </p:spPr>
            <p:txBody>
              <a:bodyPr/>
              <a:lstStyle/>
              <a:p>
                <a:endParaRPr lang="en-US"/>
              </a:p>
            </p:txBody>
          </p:sp>
          <p:sp>
            <p:nvSpPr>
              <p:cNvPr id="104290" name="Oval 468">
                <a:extLst>
                  <a:ext uri="{FF2B5EF4-FFF2-40B4-BE49-F238E27FC236}">
                    <a16:creationId xmlns:a16="http://schemas.microsoft.com/office/drawing/2014/main" id="{AC2D6BB0-3489-8826-B203-DF44CDB664AF}"/>
                  </a:ext>
                </a:extLst>
              </p:cNvPr>
              <p:cNvSpPr>
                <a:spLocks noChangeArrowheads="1"/>
              </p:cNvSpPr>
              <p:nvPr/>
            </p:nvSpPr>
            <p:spPr bwMode="auto">
              <a:xfrm>
                <a:off x="1912" y="3272"/>
                <a:ext cx="32" cy="32"/>
              </a:xfrm>
              <a:prstGeom prst="ellipse">
                <a:avLst/>
              </a:prstGeom>
              <a:grpFill/>
              <a:ln w="25400">
                <a:solidFill>
                  <a:schemeClr val="bg1">
                    <a:lumMod val="65000"/>
                  </a:schemeClr>
                </a:solidFill>
                <a:round/>
                <a:headEnd/>
                <a:tailEnd/>
              </a:ln>
            </p:spPr>
            <p:txBody>
              <a:bodyPr/>
              <a:lstStyle/>
              <a:p>
                <a:endParaRPr lang="en-US"/>
              </a:p>
            </p:txBody>
          </p:sp>
          <p:sp>
            <p:nvSpPr>
              <p:cNvPr id="104291" name="Oval 469">
                <a:extLst>
                  <a:ext uri="{FF2B5EF4-FFF2-40B4-BE49-F238E27FC236}">
                    <a16:creationId xmlns:a16="http://schemas.microsoft.com/office/drawing/2014/main" id="{0818D7AF-0100-5834-CA46-C8A74A13255C}"/>
                  </a:ext>
                </a:extLst>
              </p:cNvPr>
              <p:cNvSpPr>
                <a:spLocks noChangeArrowheads="1"/>
              </p:cNvSpPr>
              <p:nvPr/>
            </p:nvSpPr>
            <p:spPr bwMode="auto">
              <a:xfrm>
                <a:off x="1912" y="3575"/>
                <a:ext cx="32" cy="32"/>
              </a:xfrm>
              <a:prstGeom prst="ellipse">
                <a:avLst/>
              </a:prstGeom>
              <a:grpFill/>
              <a:ln w="9525">
                <a:solidFill>
                  <a:schemeClr val="bg1">
                    <a:lumMod val="65000"/>
                  </a:schemeClr>
                </a:solidFill>
                <a:round/>
                <a:headEnd/>
                <a:tailEnd/>
              </a:ln>
            </p:spPr>
            <p:txBody>
              <a:bodyPr/>
              <a:lstStyle/>
              <a:p>
                <a:endParaRPr lang="en-US"/>
              </a:p>
            </p:txBody>
          </p:sp>
          <p:sp>
            <p:nvSpPr>
              <p:cNvPr id="104292" name="Oval 470">
                <a:extLst>
                  <a:ext uri="{FF2B5EF4-FFF2-40B4-BE49-F238E27FC236}">
                    <a16:creationId xmlns:a16="http://schemas.microsoft.com/office/drawing/2014/main" id="{7278DD40-2F96-9813-F377-8E479F38AF7A}"/>
                  </a:ext>
                </a:extLst>
              </p:cNvPr>
              <p:cNvSpPr>
                <a:spLocks noChangeArrowheads="1"/>
              </p:cNvSpPr>
              <p:nvPr/>
            </p:nvSpPr>
            <p:spPr bwMode="auto">
              <a:xfrm>
                <a:off x="1912" y="3575"/>
                <a:ext cx="32" cy="32"/>
              </a:xfrm>
              <a:prstGeom prst="ellipse">
                <a:avLst/>
              </a:prstGeom>
              <a:grpFill/>
              <a:ln w="25400">
                <a:solidFill>
                  <a:schemeClr val="bg1">
                    <a:lumMod val="65000"/>
                  </a:schemeClr>
                </a:solidFill>
                <a:round/>
                <a:headEnd/>
                <a:tailEnd/>
              </a:ln>
            </p:spPr>
            <p:txBody>
              <a:bodyPr/>
              <a:lstStyle/>
              <a:p>
                <a:endParaRPr lang="en-US"/>
              </a:p>
            </p:txBody>
          </p:sp>
        </p:grpSp>
        <p:grpSp>
          <p:nvGrpSpPr>
            <p:cNvPr id="103535" name="Group 471">
              <a:extLst>
                <a:ext uri="{FF2B5EF4-FFF2-40B4-BE49-F238E27FC236}">
                  <a16:creationId xmlns:a16="http://schemas.microsoft.com/office/drawing/2014/main" id="{C1B7B0D9-8B3A-1A3C-E587-62DE35839975}"/>
                </a:ext>
              </a:extLst>
            </p:cNvPr>
            <p:cNvGrpSpPr>
              <a:grpSpLocks/>
            </p:cNvGrpSpPr>
            <p:nvPr/>
          </p:nvGrpSpPr>
          <p:grpSpPr bwMode="auto">
            <a:xfrm>
              <a:off x="1449" y="3272"/>
              <a:ext cx="40" cy="335"/>
              <a:chOff x="1449" y="3272"/>
              <a:chExt cx="40" cy="335"/>
            </a:xfrm>
            <a:grpFill/>
          </p:grpSpPr>
          <p:sp>
            <p:nvSpPr>
              <p:cNvPr id="104285" name="Oval 472">
                <a:extLst>
                  <a:ext uri="{FF2B5EF4-FFF2-40B4-BE49-F238E27FC236}">
                    <a16:creationId xmlns:a16="http://schemas.microsoft.com/office/drawing/2014/main" id="{DC07BE78-3474-A2FD-BA32-1D07F2A25B41}"/>
                  </a:ext>
                </a:extLst>
              </p:cNvPr>
              <p:cNvSpPr>
                <a:spLocks noChangeArrowheads="1"/>
              </p:cNvSpPr>
              <p:nvPr/>
            </p:nvSpPr>
            <p:spPr bwMode="auto">
              <a:xfrm>
                <a:off x="1449" y="3272"/>
                <a:ext cx="40" cy="32"/>
              </a:xfrm>
              <a:prstGeom prst="ellipse">
                <a:avLst/>
              </a:prstGeom>
              <a:grpFill/>
              <a:ln w="9525">
                <a:solidFill>
                  <a:schemeClr val="bg1">
                    <a:lumMod val="65000"/>
                  </a:schemeClr>
                </a:solidFill>
                <a:round/>
                <a:headEnd/>
                <a:tailEnd/>
              </a:ln>
            </p:spPr>
            <p:txBody>
              <a:bodyPr/>
              <a:lstStyle/>
              <a:p>
                <a:endParaRPr lang="en-US"/>
              </a:p>
            </p:txBody>
          </p:sp>
          <p:sp>
            <p:nvSpPr>
              <p:cNvPr id="104286" name="Oval 473">
                <a:extLst>
                  <a:ext uri="{FF2B5EF4-FFF2-40B4-BE49-F238E27FC236}">
                    <a16:creationId xmlns:a16="http://schemas.microsoft.com/office/drawing/2014/main" id="{AE70DD7B-C3EF-6B15-2D34-A51E46C3C97E}"/>
                  </a:ext>
                </a:extLst>
              </p:cNvPr>
              <p:cNvSpPr>
                <a:spLocks noChangeArrowheads="1"/>
              </p:cNvSpPr>
              <p:nvPr/>
            </p:nvSpPr>
            <p:spPr bwMode="auto">
              <a:xfrm>
                <a:off x="1449" y="3272"/>
                <a:ext cx="40" cy="32"/>
              </a:xfrm>
              <a:prstGeom prst="ellipse">
                <a:avLst/>
              </a:prstGeom>
              <a:grpFill/>
              <a:ln w="25400">
                <a:solidFill>
                  <a:schemeClr val="bg1">
                    <a:lumMod val="65000"/>
                  </a:schemeClr>
                </a:solidFill>
                <a:round/>
                <a:headEnd/>
                <a:tailEnd/>
              </a:ln>
            </p:spPr>
            <p:txBody>
              <a:bodyPr/>
              <a:lstStyle/>
              <a:p>
                <a:endParaRPr lang="en-US"/>
              </a:p>
            </p:txBody>
          </p:sp>
          <p:sp>
            <p:nvSpPr>
              <p:cNvPr id="104287" name="Oval 474">
                <a:extLst>
                  <a:ext uri="{FF2B5EF4-FFF2-40B4-BE49-F238E27FC236}">
                    <a16:creationId xmlns:a16="http://schemas.microsoft.com/office/drawing/2014/main" id="{98FB31D0-33E7-C231-BA12-85357ADD4705}"/>
                  </a:ext>
                </a:extLst>
              </p:cNvPr>
              <p:cNvSpPr>
                <a:spLocks noChangeArrowheads="1"/>
              </p:cNvSpPr>
              <p:nvPr/>
            </p:nvSpPr>
            <p:spPr bwMode="auto">
              <a:xfrm>
                <a:off x="1449" y="3575"/>
                <a:ext cx="40" cy="32"/>
              </a:xfrm>
              <a:prstGeom prst="ellipse">
                <a:avLst/>
              </a:prstGeom>
              <a:grpFill/>
              <a:ln w="9525">
                <a:solidFill>
                  <a:schemeClr val="bg1">
                    <a:lumMod val="65000"/>
                  </a:schemeClr>
                </a:solidFill>
                <a:round/>
                <a:headEnd/>
                <a:tailEnd/>
              </a:ln>
            </p:spPr>
            <p:txBody>
              <a:bodyPr/>
              <a:lstStyle/>
              <a:p>
                <a:endParaRPr lang="en-US"/>
              </a:p>
            </p:txBody>
          </p:sp>
          <p:sp>
            <p:nvSpPr>
              <p:cNvPr id="104288" name="Oval 475">
                <a:extLst>
                  <a:ext uri="{FF2B5EF4-FFF2-40B4-BE49-F238E27FC236}">
                    <a16:creationId xmlns:a16="http://schemas.microsoft.com/office/drawing/2014/main" id="{C4CAAEB8-5883-42ED-904D-B9A8C5E2D6BB}"/>
                  </a:ext>
                </a:extLst>
              </p:cNvPr>
              <p:cNvSpPr>
                <a:spLocks noChangeArrowheads="1"/>
              </p:cNvSpPr>
              <p:nvPr/>
            </p:nvSpPr>
            <p:spPr bwMode="auto">
              <a:xfrm>
                <a:off x="1449" y="3575"/>
                <a:ext cx="40" cy="32"/>
              </a:xfrm>
              <a:prstGeom prst="ellipse">
                <a:avLst/>
              </a:prstGeom>
              <a:grpFill/>
              <a:ln w="25400">
                <a:solidFill>
                  <a:schemeClr val="bg1">
                    <a:lumMod val="65000"/>
                  </a:schemeClr>
                </a:solidFill>
                <a:round/>
                <a:headEnd/>
                <a:tailEnd/>
              </a:ln>
            </p:spPr>
            <p:txBody>
              <a:bodyPr/>
              <a:lstStyle/>
              <a:p>
                <a:endParaRPr lang="en-US"/>
              </a:p>
            </p:txBody>
          </p:sp>
        </p:grpSp>
        <p:grpSp>
          <p:nvGrpSpPr>
            <p:cNvPr id="103536" name="Group 476">
              <a:extLst>
                <a:ext uri="{FF2B5EF4-FFF2-40B4-BE49-F238E27FC236}">
                  <a16:creationId xmlns:a16="http://schemas.microsoft.com/office/drawing/2014/main" id="{1254C374-C390-BC8F-5F97-4D1D450D15D6}"/>
                </a:ext>
              </a:extLst>
            </p:cNvPr>
            <p:cNvGrpSpPr>
              <a:grpSpLocks/>
            </p:cNvGrpSpPr>
            <p:nvPr/>
          </p:nvGrpSpPr>
          <p:grpSpPr bwMode="auto">
            <a:xfrm>
              <a:off x="2367" y="3272"/>
              <a:ext cx="32" cy="335"/>
              <a:chOff x="2367" y="3272"/>
              <a:chExt cx="32" cy="335"/>
            </a:xfrm>
            <a:grpFill/>
          </p:grpSpPr>
          <p:sp>
            <p:nvSpPr>
              <p:cNvPr id="104281" name="Oval 477">
                <a:extLst>
                  <a:ext uri="{FF2B5EF4-FFF2-40B4-BE49-F238E27FC236}">
                    <a16:creationId xmlns:a16="http://schemas.microsoft.com/office/drawing/2014/main" id="{A2A24E03-3698-0DEB-56E5-8DEE66BE3F56}"/>
                  </a:ext>
                </a:extLst>
              </p:cNvPr>
              <p:cNvSpPr>
                <a:spLocks noChangeArrowheads="1"/>
              </p:cNvSpPr>
              <p:nvPr/>
            </p:nvSpPr>
            <p:spPr bwMode="auto">
              <a:xfrm>
                <a:off x="2367" y="3272"/>
                <a:ext cx="32" cy="32"/>
              </a:xfrm>
              <a:prstGeom prst="ellipse">
                <a:avLst/>
              </a:prstGeom>
              <a:grpFill/>
              <a:ln w="9525">
                <a:solidFill>
                  <a:schemeClr val="bg1">
                    <a:lumMod val="65000"/>
                  </a:schemeClr>
                </a:solidFill>
                <a:round/>
                <a:headEnd/>
                <a:tailEnd/>
              </a:ln>
            </p:spPr>
            <p:txBody>
              <a:bodyPr/>
              <a:lstStyle/>
              <a:p>
                <a:endParaRPr lang="en-US"/>
              </a:p>
            </p:txBody>
          </p:sp>
          <p:sp>
            <p:nvSpPr>
              <p:cNvPr id="104282" name="Oval 478">
                <a:extLst>
                  <a:ext uri="{FF2B5EF4-FFF2-40B4-BE49-F238E27FC236}">
                    <a16:creationId xmlns:a16="http://schemas.microsoft.com/office/drawing/2014/main" id="{ED40AE63-7F7E-02EA-203F-A05E32AFA850}"/>
                  </a:ext>
                </a:extLst>
              </p:cNvPr>
              <p:cNvSpPr>
                <a:spLocks noChangeArrowheads="1"/>
              </p:cNvSpPr>
              <p:nvPr/>
            </p:nvSpPr>
            <p:spPr bwMode="auto">
              <a:xfrm>
                <a:off x="2367" y="3272"/>
                <a:ext cx="32" cy="32"/>
              </a:xfrm>
              <a:prstGeom prst="ellipse">
                <a:avLst/>
              </a:prstGeom>
              <a:grpFill/>
              <a:ln w="25400">
                <a:solidFill>
                  <a:schemeClr val="bg1">
                    <a:lumMod val="65000"/>
                  </a:schemeClr>
                </a:solidFill>
                <a:round/>
                <a:headEnd/>
                <a:tailEnd/>
              </a:ln>
            </p:spPr>
            <p:txBody>
              <a:bodyPr/>
              <a:lstStyle/>
              <a:p>
                <a:endParaRPr lang="en-US"/>
              </a:p>
            </p:txBody>
          </p:sp>
          <p:sp>
            <p:nvSpPr>
              <p:cNvPr id="104283" name="Oval 479">
                <a:extLst>
                  <a:ext uri="{FF2B5EF4-FFF2-40B4-BE49-F238E27FC236}">
                    <a16:creationId xmlns:a16="http://schemas.microsoft.com/office/drawing/2014/main" id="{B5445A32-4A7F-85F0-DA18-065FDB87F8A4}"/>
                  </a:ext>
                </a:extLst>
              </p:cNvPr>
              <p:cNvSpPr>
                <a:spLocks noChangeArrowheads="1"/>
              </p:cNvSpPr>
              <p:nvPr/>
            </p:nvSpPr>
            <p:spPr bwMode="auto">
              <a:xfrm>
                <a:off x="2367" y="3575"/>
                <a:ext cx="32" cy="32"/>
              </a:xfrm>
              <a:prstGeom prst="ellipse">
                <a:avLst/>
              </a:prstGeom>
              <a:grpFill/>
              <a:ln w="9525">
                <a:solidFill>
                  <a:schemeClr val="bg1">
                    <a:lumMod val="65000"/>
                  </a:schemeClr>
                </a:solidFill>
                <a:round/>
                <a:headEnd/>
                <a:tailEnd/>
              </a:ln>
            </p:spPr>
            <p:txBody>
              <a:bodyPr/>
              <a:lstStyle/>
              <a:p>
                <a:endParaRPr lang="en-US"/>
              </a:p>
            </p:txBody>
          </p:sp>
          <p:sp>
            <p:nvSpPr>
              <p:cNvPr id="104284" name="Oval 480">
                <a:extLst>
                  <a:ext uri="{FF2B5EF4-FFF2-40B4-BE49-F238E27FC236}">
                    <a16:creationId xmlns:a16="http://schemas.microsoft.com/office/drawing/2014/main" id="{4E1A60A7-C7CE-B63D-7FF0-01E387F52A58}"/>
                  </a:ext>
                </a:extLst>
              </p:cNvPr>
              <p:cNvSpPr>
                <a:spLocks noChangeArrowheads="1"/>
              </p:cNvSpPr>
              <p:nvPr/>
            </p:nvSpPr>
            <p:spPr bwMode="auto">
              <a:xfrm>
                <a:off x="2367" y="3575"/>
                <a:ext cx="32" cy="32"/>
              </a:xfrm>
              <a:prstGeom prst="ellipse">
                <a:avLst/>
              </a:prstGeom>
              <a:grpFill/>
              <a:ln w="25400">
                <a:solidFill>
                  <a:schemeClr val="bg1">
                    <a:lumMod val="65000"/>
                  </a:schemeClr>
                </a:solidFill>
                <a:round/>
                <a:headEnd/>
                <a:tailEnd/>
              </a:ln>
            </p:spPr>
            <p:txBody>
              <a:bodyPr/>
              <a:lstStyle/>
              <a:p>
                <a:endParaRPr lang="en-US"/>
              </a:p>
            </p:txBody>
          </p:sp>
        </p:grpSp>
        <p:grpSp>
          <p:nvGrpSpPr>
            <p:cNvPr id="103537" name="Group 481">
              <a:extLst>
                <a:ext uri="{FF2B5EF4-FFF2-40B4-BE49-F238E27FC236}">
                  <a16:creationId xmlns:a16="http://schemas.microsoft.com/office/drawing/2014/main" id="{83BFD7CC-DB55-7F99-5BC1-EA2617F98665}"/>
                </a:ext>
              </a:extLst>
            </p:cNvPr>
            <p:cNvGrpSpPr>
              <a:grpSpLocks/>
            </p:cNvGrpSpPr>
            <p:nvPr/>
          </p:nvGrpSpPr>
          <p:grpSpPr bwMode="auto">
            <a:xfrm>
              <a:off x="2822" y="3272"/>
              <a:ext cx="40" cy="335"/>
              <a:chOff x="2822" y="3272"/>
              <a:chExt cx="40" cy="335"/>
            </a:xfrm>
            <a:grpFill/>
          </p:grpSpPr>
          <p:sp>
            <p:nvSpPr>
              <p:cNvPr id="104277" name="Oval 482">
                <a:extLst>
                  <a:ext uri="{FF2B5EF4-FFF2-40B4-BE49-F238E27FC236}">
                    <a16:creationId xmlns:a16="http://schemas.microsoft.com/office/drawing/2014/main" id="{8C2990C6-EB60-F3EA-D1D9-913023D7F33E}"/>
                  </a:ext>
                </a:extLst>
              </p:cNvPr>
              <p:cNvSpPr>
                <a:spLocks noChangeArrowheads="1"/>
              </p:cNvSpPr>
              <p:nvPr/>
            </p:nvSpPr>
            <p:spPr bwMode="auto">
              <a:xfrm>
                <a:off x="2822" y="3272"/>
                <a:ext cx="40" cy="32"/>
              </a:xfrm>
              <a:prstGeom prst="ellipse">
                <a:avLst/>
              </a:prstGeom>
              <a:grpFill/>
              <a:ln w="9525">
                <a:solidFill>
                  <a:schemeClr val="bg1">
                    <a:lumMod val="65000"/>
                  </a:schemeClr>
                </a:solidFill>
                <a:round/>
                <a:headEnd/>
                <a:tailEnd/>
              </a:ln>
            </p:spPr>
            <p:txBody>
              <a:bodyPr/>
              <a:lstStyle/>
              <a:p>
                <a:endParaRPr lang="en-US"/>
              </a:p>
            </p:txBody>
          </p:sp>
          <p:sp>
            <p:nvSpPr>
              <p:cNvPr id="104278" name="Oval 483">
                <a:extLst>
                  <a:ext uri="{FF2B5EF4-FFF2-40B4-BE49-F238E27FC236}">
                    <a16:creationId xmlns:a16="http://schemas.microsoft.com/office/drawing/2014/main" id="{A1C91389-B230-4157-71BE-7B5E8E7FAD48}"/>
                  </a:ext>
                </a:extLst>
              </p:cNvPr>
              <p:cNvSpPr>
                <a:spLocks noChangeArrowheads="1"/>
              </p:cNvSpPr>
              <p:nvPr/>
            </p:nvSpPr>
            <p:spPr bwMode="auto">
              <a:xfrm>
                <a:off x="2822" y="3272"/>
                <a:ext cx="40" cy="32"/>
              </a:xfrm>
              <a:prstGeom prst="ellipse">
                <a:avLst/>
              </a:prstGeom>
              <a:grpFill/>
              <a:ln w="25400">
                <a:solidFill>
                  <a:schemeClr val="bg1">
                    <a:lumMod val="65000"/>
                  </a:schemeClr>
                </a:solidFill>
                <a:round/>
                <a:headEnd/>
                <a:tailEnd/>
              </a:ln>
            </p:spPr>
            <p:txBody>
              <a:bodyPr/>
              <a:lstStyle/>
              <a:p>
                <a:endParaRPr lang="en-US"/>
              </a:p>
            </p:txBody>
          </p:sp>
          <p:sp>
            <p:nvSpPr>
              <p:cNvPr id="104279" name="Oval 484">
                <a:extLst>
                  <a:ext uri="{FF2B5EF4-FFF2-40B4-BE49-F238E27FC236}">
                    <a16:creationId xmlns:a16="http://schemas.microsoft.com/office/drawing/2014/main" id="{3E82CBF0-C907-2815-6016-3FF4ECEF4B00}"/>
                  </a:ext>
                </a:extLst>
              </p:cNvPr>
              <p:cNvSpPr>
                <a:spLocks noChangeArrowheads="1"/>
              </p:cNvSpPr>
              <p:nvPr/>
            </p:nvSpPr>
            <p:spPr bwMode="auto">
              <a:xfrm>
                <a:off x="2822" y="3575"/>
                <a:ext cx="40" cy="32"/>
              </a:xfrm>
              <a:prstGeom prst="ellipse">
                <a:avLst/>
              </a:prstGeom>
              <a:grpFill/>
              <a:ln w="9525">
                <a:solidFill>
                  <a:schemeClr val="bg1">
                    <a:lumMod val="65000"/>
                  </a:schemeClr>
                </a:solidFill>
                <a:round/>
                <a:headEnd/>
                <a:tailEnd/>
              </a:ln>
            </p:spPr>
            <p:txBody>
              <a:bodyPr/>
              <a:lstStyle/>
              <a:p>
                <a:endParaRPr lang="en-US"/>
              </a:p>
            </p:txBody>
          </p:sp>
          <p:sp>
            <p:nvSpPr>
              <p:cNvPr id="104280" name="Oval 485">
                <a:extLst>
                  <a:ext uri="{FF2B5EF4-FFF2-40B4-BE49-F238E27FC236}">
                    <a16:creationId xmlns:a16="http://schemas.microsoft.com/office/drawing/2014/main" id="{BA04CA9A-8FE0-DDB7-79DC-42F4FA7829D0}"/>
                  </a:ext>
                </a:extLst>
              </p:cNvPr>
              <p:cNvSpPr>
                <a:spLocks noChangeArrowheads="1"/>
              </p:cNvSpPr>
              <p:nvPr/>
            </p:nvSpPr>
            <p:spPr bwMode="auto">
              <a:xfrm>
                <a:off x="2822" y="3575"/>
                <a:ext cx="40" cy="32"/>
              </a:xfrm>
              <a:prstGeom prst="ellipse">
                <a:avLst/>
              </a:prstGeom>
              <a:grpFill/>
              <a:ln w="25400">
                <a:solidFill>
                  <a:schemeClr val="bg1">
                    <a:lumMod val="65000"/>
                  </a:schemeClr>
                </a:solidFill>
                <a:round/>
                <a:headEnd/>
                <a:tailEnd/>
              </a:ln>
            </p:spPr>
            <p:txBody>
              <a:bodyPr/>
              <a:lstStyle/>
              <a:p>
                <a:endParaRPr lang="en-US"/>
              </a:p>
            </p:txBody>
          </p:sp>
        </p:grpSp>
        <p:grpSp>
          <p:nvGrpSpPr>
            <p:cNvPr id="103538" name="Group 486">
              <a:extLst>
                <a:ext uri="{FF2B5EF4-FFF2-40B4-BE49-F238E27FC236}">
                  <a16:creationId xmlns:a16="http://schemas.microsoft.com/office/drawing/2014/main" id="{61BBA1D0-EE16-FB3B-09FE-1152D74C491F}"/>
                </a:ext>
              </a:extLst>
            </p:cNvPr>
            <p:cNvGrpSpPr>
              <a:grpSpLocks/>
            </p:cNvGrpSpPr>
            <p:nvPr/>
          </p:nvGrpSpPr>
          <p:grpSpPr bwMode="auto">
            <a:xfrm>
              <a:off x="2415" y="2650"/>
              <a:ext cx="415" cy="56"/>
              <a:chOff x="2415" y="2650"/>
              <a:chExt cx="415" cy="56"/>
            </a:xfrm>
            <a:grpFill/>
          </p:grpSpPr>
          <p:sp>
            <p:nvSpPr>
              <p:cNvPr id="104269" name="Freeform 487">
                <a:extLst>
                  <a:ext uri="{FF2B5EF4-FFF2-40B4-BE49-F238E27FC236}">
                    <a16:creationId xmlns:a16="http://schemas.microsoft.com/office/drawing/2014/main" id="{4425BD8E-B0AE-47C8-5D53-A913F54463FC}"/>
                  </a:ext>
                </a:extLst>
              </p:cNvPr>
              <p:cNvSpPr>
                <a:spLocks/>
              </p:cNvSpPr>
              <p:nvPr/>
            </p:nvSpPr>
            <p:spPr bwMode="auto">
              <a:xfrm>
                <a:off x="2718" y="2650"/>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lumMod val="65000"/>
                  </a:schemeClr>
                </a:solidFill>
                <a:round/>
                <a:headEnd/>
                <a:tailEnd/>
              </a:ln>
            </p:spPr>
            <p:txBody>
              <a:bodyPr/>
              <a:lstStyle/>
              <a:p>
                <a:endParaRPr lang="en-US"/>
              </a:p>
            </p:txBody>
          </p:sp>
          <p:grpSp>
            <p:nvGrpSpPr>
              <p:cNvPr id="104270" name="Group 488">
                <a:extLst>
                  <a:ext uri="{FF2B5EF4-FFF2-40B4-BE49-F238E27FC236}">
                    <a16:creationId xmlns:a16="http://schemas.microsoft.com/office/drawing/2014/main" id="{BA3E19DC-0E93-D12B-1765-24712DA9C160}"/>
                  </a:ext>
                </a:extLst>
              </p:cNvPr>
              <p:cNvGrpSpPr>
                <a:grpSpLocks/>
              </p:cNvGrpSpPr>
              <p:nvPr/>
            </p:nvGrpSpPr>
            <p:grpSpPr bwMode="auto">
              <a:xfrm>
                <a:off x="2415" y="2674"/>
                <a:ext cx="295" cy="1"/>
                <a:chOff x="2415" y="2674"/>
                <a:chExt cx="295" cy="1"/>
              </a:xfrm>
              <a:grpFill/>
            </p:grpSpPr>
            <p:sp>
              <p:nvSpPr>
                <p:cNvPr id="104271" name="Line 489">
                  <a:extLst>
                    <a:ext uri="{FF2B5EF4-FFF2-40B4-BE49-F238E27FC236}">
                      <a16:creationId xmlns:a16="http://schemas.microsoft.com/office/drawing/2014/main" id="{B22B7DDE-6C78-5135-9A1B-27D5EEA1CCB9}"/>
                    </a:ext>
                  </a:extLst>
                </p:cNvPr>
                <p:cNvSpPr>
                  <a:spLocks noChangeShapeType="1"/>
                </p:cNvSpPr>
                <p:nvPr/>
              </p:nvSpPr>
              <p:spPr bwMode="auto">
                <a:xfrm>
                  <a:off x="2415" y="2674"/>
                  <a:ext cx="24" cy="1"/>
                </a:xfrm>
                <a:prstGeom prst="line">
                  <a:avLst/>
                </a:prstGeom>
                <a:grpFill/>
                <a:ln w="12700">
                  <a:solidFill>
                    <a:schemeClr val="bg1">
                      <a:lumMod val="65000"/>
                    </a:schemeClr>
                  </a:solidFill>
                  <a:round/>
                  <a:headEnd/>
                  <a:tailEnd/>
                </a:ln>
              </p:spPr>
              <p:txBody>
                <a:bodyPr/>
                <a:lstStyle/>
                <a:p>
                  <a:endParaRPr lang="en-US"/>
                </a:p>
              </p:txBody>
            </p:sp>
            <p:sp>
              <p:nvSpPr>
                <p:cNvPr id="104272" name="Line 490">
                  <a:extLst>
                    <a:ext uri="{FF2B5EF4-FFF2-40B4-BE49-F238E27FC236}">
                      <a16:creationId xmlns:a16="http://schemas.microsoft.com/office/drawing/2014/main" id="{622566C9-4CF9-9E0B-ED4A-174A3DF6E116}"/>
                    </a:ext>
                  </a:extLst>
                </p:cNvPr>
                <p:cNvSpPr>
                  <a:spLocks noChangeShapeType="1"/>
                </p:cNvSpPr>
                <p:nvPr/>
              </p:nvSpPr>
              <p:spPr bwMode="auto">
                <a:xfrm>
                  <a:off x="2471" y="2674"/>
                  <a:ext cx="24" cy="1"/>
                </a:xfrm>
                <a:prstGeom prst="line">
                  <a:avLst/>
                </a:prstGeom>
                <a:grpFill/>
                <a:ln w="12700">
                  <a:solidFill>
                    <a:schemeClr val="bg1">
                      <a:lumMod val="65000"/>
                    </a:schemeClr>
                  </a:solidFill>
                  <a:round/>
                  <a:headEnd/>
                  <a:tailEnd/>
                </a:ln>
              </p:spPr>
              <p:txBody>
                <a:bodyPr/>
                <a:lstStyle/>
                <a:p>
                  <a:endParaRPr lang="en-US"/>
                </a:p>
              </p:txBody>
            </p:sp>
            <p:sp>
              <p:nvSpPr>
                <p:cNvPr id="104273" name="Line 491">
                  <a:extLst>
                    <a:ext uri="{FF2B5EF4-FFF2-40B4-BE49-F238E27FC236}">
                      <a16:creationId xmlns:a16="http://schemas.microsoft.com/office/drawing/2014/main" id="{8E883014-DCA9-CA0F-E692-EED1895565F3}"/>
                    </a:ext>
                  </a:extLst>
                </p:cNvPr>
                <p:cNvSpPr>
                  <a:spLocks noChangeShapeType="1"/>
                </p:cNvSpPr>
                <p:nvPr/>
              </p:nvSpPr>
              <p:spPr bwMode="auto">
                <a:xfrm>
                  <a:off x="2526" y="2674"/>
                  <a:ext cx="24" cy="1"/>
                </a:xfrm>
                <a:prstGeom prst="line">
                  <a:avLst/>
                </a:prstGeom>
                <a:grpFill/>
                <a:ln w="12700">
                  <a:solidFill>
                    <a:schemeClr val="bg1">
                      <a:lumMod val="65000"/>
                    </a:schemeClr>
                  </a:solidFill>
                  <a:round/>
                  <a:headEnd/>
                  <a:tailEnd/>
                </a:ln>
              </p:spPr>
              <p:txBody>
                <a:bodyPr/>
                <a:lstStyle/>
                <a:p>
                  <a:endParaRPr lang="en-US"/>
                </a:p>
              </p:txBody>
            </p:sp>
            <p:sp>
              <p:nvSpPr>
                <p:cNvPr id="104274" name="Line 492">
                  <a:extLst>
                    <a:ext uri="{FF2B5EF4-FFF2-40B4-BE49-F238E27FC236}">
                      <a16:creationId xmlns:a16="http://schemas.microsoft.com/office/drawing/2014/main" id="{5FB43CB8-5BF9-E640-676C-9BBFFF96443D}"/>
                    </a:ext>
                  </a:extLst>
                </p:cNvPr>
                <p:cNvSpPr>
                  <a:spLocks noChangeShapeType="1"/>
                </p:cNvSpPr>
                <p:nvPr/>
              </p:nvSpPr>
              <p:spPr bwMode="auto">
                <a:xfrm>
                  <a:off x="2582" y="2674"/>
                  <a:ext cx="24" cy="1"/>
                </a:xfrm>
                <a:prstGeom prst="line">
                  <a:avLst/>
                </a:prstGeom>
                <a:grpFill/>
                <a:ln w="12700">
                  <a:solidFill>
                    <a:schemeClr val="bg1">
                      <a:lumMod val="65000"/>
                    </a:schemeClr>
                  </a:solidFill>
                  <a:round/>
                  <a:headEnd/>
                  <a:tailEnd/>
                </a:ln>
              </p:spPr>
              <p:txBody>
                <a:bodyPr/>
                <a:lstStyle/>
                <a:p>
                  <a:endParaRPr lang="en-US"/>
                </a:p>
              </p:txBody>
            </p:sp>
            <p:sp>
              <p:nvSpPr>
                <p:cNvPr id="104275" name="Line 493">
                  <a:extLst>
                    <a:ext uri="{FF2B5EF4-FFF2-40B4-BE49-F238E27FC236}">
                      <a16:creationId xmlns:a16="http://schemas.microsoft.com/office/drawing/2014/main" id="{C92C04DC-99BA-0614-B802-532EE4C6E88C}"/>
                    </a:ext>
                  </a:extLst>
                </p:cNvPr>
                <p:cNvSpPr>
                  <a:spLocks noChangeShapeType="1"/>
                </p:cNvSpPr>
                <p:nvPr/>
              </p:nvSpPr>
              <p:spPr bwMode="auto">
                <a:xfrm>
                  <a:off x="2638" y="2674"/>
                  <a:ext cx="24" cy="1"/>
                </a:xfrm>
                <a:prstGeom prst="line">
                  <a:avLst/>
                </a:prstGeom>
                <a:grpFill/>
                <a:ln w="12700">
                  <a:solidFill>
                    <a:schemeClr val="bg1">
                      <a:lumMod val="65000"/>
                    </a:schemeClr>
                  </a:solidFill>
                  <a:round/>
                  <a:headEnd/>
                  <a:tailEnd/>
                </a:ln>
              </p:spPr>
              <p:txBody>
                <a:bodyPr/>
                <a:lstStyle/>
                <a:p>
                  <a:endParaRPr lang="en-US"/>
                </a:p>
              </p:txBody>
            </p:sp>
            <p:sp>
              <p:nvSpPr>
                <p:cNvPr id="104276" name="Line 494">
                  <a:extLst>
                    <a:ext uri="{FF2B5EF4-FFF2-40B4-BE49-F238E27FC236}">
                      <a16:creationId xmlns:a16="http://schemas.microsoft.com/office/drawing/2014/main" id="{0439C5FD-7184-AD54-B65B-309122F0BB76}"/>
                    </a:ext>
                  </a:extLst>
                </p:cNvPr>
                <p:cNvSpPr>
                  <a:spLocks noChangeShapeType="1"/>
                </p:cNvSpPr>
                <p:nvPr/>
              </p:nvSpPr>
              <p:spPr bwMode="auto">
                <a:xfrm>
                  <a:off x="2694" y="2674"/>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39" name="Group 495">
              <a:extLst>
                <a:ext uri="{FF2B5EF4-FFF2-40B4-BE49-F238E27FC236}">
                  <a16:creationId xmlns:a16="http://schemas.microsoft.com/office/drawing/2014/main" id="{B1816DBA-08D6-15E8-BB2B-43110C38FD04}"/>
                </a:ext>
              </a:extLst>
            </p:cNvPr>
            <p:cNvGrpSpPr>
              <a:grpSpLocks/>
            </p:cNvGrpSpPr>
            <p:nvPr/>
          </p:nvGrpSpPr>
          <p:grpSpPr bwMode="auto">
            <a:xfrm>
              <a:off x="2415" y="1733"/>
              <a:ext cx="415" cy="56"/>
              <a:chOff x="2415" y="1733"/>
              <a:chExt cx="415" cy="56"/>
            </a:xfrm>
            <a:grpFill/>
          </p:grpSpPr>
          <p:sp>
            <p:nvSpPr>
              <p:cNvPr id="104261" name="Freeform 496">
                <a:extLst>
                  <a:ext uri="{FF2B5EF4-FFF2-40B4-BE49-F238E27FC236}">
                    <a16:creationId xmlns:a16="http://schemas.microsoft.com/office/drawing/2014/main" id="{CFDACFDE-C839-68F7-5066-66B4E68D2F68}"/>
                  </a:ext>
                </a:extLst>
              </p:cNvPr>
              <p:cNvSpPr>
                <a:spLocks/>
              </p:cNvSpPr>
              <p:nvPr/>
            </p:nvSpPr>
            <p:spPr bwMode="auto">
              <a:xfrm>
                <a:off x="2718" y="1733"/>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lumMod val="65000"/>
                  </a:schemeClr>
                </a:solidFill>
                <a:round/>
                <a:headEnd/>
                <a:tailEnd/>
              </a:ln>
            </p:spPr>
            <p:txBody>
              <a:bodyPr/>
              <a:lstStyle/>
              <a:p>
                <a:endParaRPr lang="en-US"/>
              </a:p>
            </p:txBody>
          </p:sp>
          <p:grpSp>
            <p:nvGrpSpPr>
              <p:cNvPr id="104262" name="Group 497">
                <a:extLst>
                  <a:ext uri="{FF2B5EF4-FFF2-40B4-BE49-F238E27FC236}">
                    <a16:creationId xmlns:a16="http://schemas.microsoft.com/office/drawing/2014/main" id="{0C759CF3-66E8-99B4-62C7-A5A7AD81B0E7}"/>
                  </a:ext>
                </a:extLst>
              </p:cNvPr>
              <p:cNvGrpSpPr>
                <a:grpSpLocks/>
              </p:cNvGrpSpPr>
              <p:nvPr/>
            </p:nvGrpSpPr>
            <p:grpSpPr bwMode="auto">
              <a:xfrm>
                <a:off x="2415" y="1757"/>
                <a:ext cx="295" cy="1"/>
                <a:chOff x="2415" y="1757"/>
                <a:chExt cx="295" cy="1"/>
              </a:xfrm>
              <a:grpFill/>
            </p:grpSpPr>
            <p:sp>
              <p:nvSpPr>
                <p:cNvPr id="104263" name="Line 498">
                  <a:extLst>
                    <a:ext uri="{FF2B5EF4-FFF2-40B4-BE49-F238E27FC236}">
                      <a16:creationId xmlns:a16="http://schemas.microsoft.com/office/drawing/2014/main" id="{F6B6CA95-95A5-E64C-8E2F-36E3A491616F}"/>
                    </a:ext>
                  </a:extLst>
                </p:cNvPr>
                <p:cNvSpPr>
                  <a:spLocks noChangeShapeType="1"/>
                </p:cNvSpPr>
                <p:nvPr/>
              </p:nvSpPr>
              <p:spPr bwMode="auto">
                <a:xfrm>
                  <a:off x="2415" y="1757"/>
                  <a:ext cx="24" cy="1"/>
                </a:xfrm>
                <a:prstGeom prst="line">
                  <a:avLst/>
                </a:prstGeom>
                <a:grpFill/>
                <a:ln w="12700">
                  <a:solidFill>
                    <a:schemeClr val="bg1">
                      <a:lumMod val="65000"/>
                    </a:schemeClr>
                  </a:solidFill>
                  <a:round/>
                  <a:headEnd/>
                  <a:tailEnd/>
                </a:ln>
              </p:spPr>
              <p:txBody>
                <a:bodyPr/>
                <a:lstStyle/>
                <a:p>
                  <a:endParaRPr lang="en-US"/>
                </a:p>
              </p:txBody>
            </p:sp>
            <p:sp>
              <p:nvSpPr>
                <p:cNvPr id="104264" name="Line 499">
                  <a:extLst>
                    <a:ext uri="{FF2B5EF4-FFF2-40B4-BE49-F238E27FC236}">
                      <a16:creationId xmlns:a16="http://schemas.microsoft.com/office/drawing/2014/main" id="{5F423AB4-119F-CAC1-911B-B534E96E10C4}"/>
                    </a:ext>
                  </a:extLst>
                </p:cNvPr>
                <p:cNvSpPr>
                  <a:spLocks noChangeShapeType="1"/>
                </p:cNvSpPr>
                <p:nvPr/>
              </p:nvSpPr>
              <p:spPr bwMode="auto">
                <a:xfrm>
                  <a:off x="2471" y="1757"/>
                  <a:ext cx="24" cy="1"/>
                </a:xfrm>
                <a:prstGeom prst="line">
                  <a:avLst/>
                </a:prstGeom>
                <a:grpFill/>
                <a:ln w="12700">
                  <a:solidFill>
                    <a:schemeClr val="bg1">
                      <a:lumMod val="65000"/>
                    </a:schemeClr>
                  </a:solidFill>
                  <a:round/>
                  <a:headEnd/>
                  <a:tailEnd/>
                </a:ln>
              </p:spPr>
              <p:txBody>
                <a:bodyPr/>
                <a:lstStyle/>
                <a:p>
                  <a:endParaRPr lang="en-US"/>
                </a:p>
              </p:txBody>
            </p:sp>
            <p:sp>
              <p:nvSpPr>
                <p:cNvPr id="104265" name="Line 500">
                  <a:extLst>
                    <a:ext uri="{FF2B5EF4-FFF2-40B4-BE49-F238E27FC236}">
                      <a16:creationId xmlns:a16="http://schemas.microsoft.com/office/drawing/2014/main" id="{9BEC1FF2-CA40-DD64-28B9-7CDE4C037E38}"/>
                    </a:ext>
                  </a:extLst>
                </p:cNvPr>
                <p:cNvSpPr>
                  <a:spLocks noChangeShapeType="1"/>
                </p:cNvSpPr>
                <p:nvPr/>
              </p:nvSpPr>
              <p:spPr bwMode="auto">
                <a:xfrm>
                  <a:off x="2526" y="1757"/>
                  <a:ext cx="24" cy="1"/>
                </a:xfrm>
                <a:prstGeom prst="line">
                  <a:avLst/>
                </a:prstGeom>
                <a:grpFill/>
                <a:ln w="12700">
                  <a:solidFill>
                    <a:schemeClr val="bg1">
                      <a:lumMod val="65000"/>
                    </a:schemeClr>
                  </a:solidFill>
                  <a:round/>
                  <a:headEnd/>
                  <a:tailEnd/>
                </a:ln>
              </p:spPr>
              <p:txBody>
                <a:bodyPr/>
                <a:lstStyle/>
                <a:p>
                  <a:endParaRPr lang="en-US"/>
                </a:p>
              </p:txBody>
            </p:sp>
            <p:sp>
              <p:nvSpPr>
                <p:cNvPr id="104266" name="Line 501">
                  <a:extLst>
                    <a:ext uri="{FF2B5EF4-FFF2-40B4-BE49-F238E27FC236}">
                      <a16:creationId xmlns:a16="http://schemas.microsoft.com/office/drawing/2014/main" id="{8C788177-0217-9E5D-67F0-0411A7A8893A}"/>
                    </a:ext>
                  </a:extLst>
                </p:cNvPr>
                <p:cNvSpPr>
                  <a:spLocks noChangeShapeType="1"/>
                </p:cNvSpPr>
                <p:nvPr/>
              </p:nvSpPr>
              <p:spPr bwMode="auto">
                <a:xfrm>
                  <a:off x="2582" y="1757"/>
                  <a:ext cx="24" cy="1"/>
                </a:xfrm>
                <a:prstGeom prst="line">
                  <a:avLst/>
                </a:prstGeom>
                <a:grpFill/>
                <a:ln w="12700">
                  <a:solidFill>
                    <a:schemeClr val="bg1">
                      <a:lumMod val="65000"/>
                    </a:schemeClr>
                  </a:solidFill>
                  <a:round/>
                  <a:headEnd/>
                  <a:tailEnd/>
                </a:ln>
              </p:spPr>
              <p:txBody>
                <a:bodyPr/>
                <a:lstStyle/>
                <a:p>
                  <a:endParaRPr lang="en-US"/>
                </a:p>
              </p:txBody>
            </p:sp>
            <p:sp>
              <p:nvSpPr>
                <p:cNvPr id="104267" name="Line 502">
                  <a:extLst>
                    <a:ext uri="{FF2B5EF4-FFF2-40B4-BE49-F238E27FC236}">
                      <a16:creationId xmlns:a16="http://schemas.microsoft.com/office/drawing/2014/main" id="{FB8479D4-9AA6-2F32-0CF7-0F6089EE155F}"/>
                    </a:ext>
                  </a:extLst>
                </p:cNvPr>
                <p:cNvSpPr>
                  <a:spLocks noChangeShapeType="1"/>
                </p:cNvSpPr>
                <p:nvPr/>
              </p:nvSpPr>
              <p:spPr bwMode="auto">
                <a:xfrm>
                  <a:off x="2638" y="1757"/>
                  <a:ext cx="24" cy="1"/>
                </a:xfrm>
                <a:prstGeom prst="line">
                  <a:avLst/>
                </a:prstGeom>
                <a:grpFill/>
                <a:ln w="12700">
                  <a:solidFill>
                    <a:schemeClr val="bg1">
                      <a:lumMod val="65000"/>
                    </a:schemeClr>
                  </a:solidFill>
                  <a:round/>
                  <a:headEnd/>
                  <a:tailEnd/>
                </a:ln>
              </p:spPr>
              <p:txBody>
                <a:bodyPr/>
                <a:lstStyle/>
                <a:p>
                  <a:endParaRPr lang="en-US"/>
                </a:p>
              </p:txBody>
            </p:sp>
            <p:sp>
              <p:nvSpPr>
                <p:cNvPr id="104268" name="Line 503">
                  <a:extLst>
                    <a:ext uri="{FF2B5EF4-FFF2-40B4-BE49-F238E27FC236}">
                      <a16:creationId xmlns:a16="http://schemas.microsoft.com/office/drawing/2014/main" id="{0D4871AF-AC91-A94E-1BBA-73A8ECD6E8FC}"/>
                    </a:ext>
                  </a:extLst>
                </p:cNvPr>
                <p:cNvSpPr>
                  <a:spLocks noChangeShapeType="1"/>
                </p:cNvSpPr>
                <p:nvPr/>
              </p:nvSpPr>
              <p:spPr bwMode="auto">
                <a:xfrm>
                  <a:off x="2694" y="1757"/>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40" name="Group 504">
              <a:extLst>
                <a:ext uri="{FF2B5EF4-FFF2-40B4-BE49-F238E27FC236}">
                  <a16:creationId xmlns:a16="http://schemas.microsoft.com/office/drawing/2014/main" id="{DB91C47C-AA6D-EBA2-0349-99E3A04D8D09}"/>
                </a:ext>
              </a:extLst>
            </p:cNvPr>
            <p:cNvGrpSpPr>
              <a:grpSpLocks/>
            </p:cNvGrpSpPr>
            <p:nvPr/>
          </p:nvGrpSpPr>
          <p:grpSpPr bwMode="auto">
            <a:xfrm>
              <a:off x="1489" y="3264"/>
              <a:ext cx="423" cy="56"/>
              <a:chOff x="1489" y="3264"/>
              <a:chExt cx="423" cy="56"/>
            </a:xfrm>
            <a:grpFill/>
          </p:grpSpPr>
          <p:sp>
            <p:nvSpPr>
              <p:cNvPr id="104253" name="Freeform 505">
                <a:extLst>
                  <a:ext uri="{FF2B5EF4-FFF2-40B4-BE49-F238E27FC236}">
                    <a16:creationId xmlns:a16="http://schemas.microsoft.com/office/drawing/2014/main" id="{1B3D6746-1D1B-4AED-0A4E-6B21F7086F50}"/>
                  </a:ext>
                </a:extLst>
              </p:cNvPr>
              <p:cNvSpPr>
                <a:spLocks/>
              </p:cNvSpPr>
              <p:nvPr/>
            </p:nvSpPr>
            <p:spPr bwMode="auto">
              <a:xfrm>
                <a:off x="1792" y="3264"/>
                <a:ext cx="120" cy="56"/>
              </a:xfrm>
              <a:custGeom>
                <a:avLst/>
                <a:gdLst>
                  <a:gd name="T0" fmla="*/ 120 w 120"/>
                  <a:gd name="T1" fmla="*/ 24 h 56"/>
                  <a:gd name="T2" fmla="*/ 0 w 120"/>
                  <a:gd name="T3" fmla="*/ 56 h 56"/>
                  <a:gd name="T4" fmla="*/ 0 w 120"/>
                  <a:gd name="T5" fmla="*/ 24 h 56"/>
                  <a:gd name="T6" fmla="*/ 0 w 120"/>
                  <a:gd name="T7" fmla="*/ 0 h 56"/>
                  <a:gd name="T8" fmla="*/ 120 w 120"/>
                  <a:gd name="T9" fmla="*/ 24 h 56"/>
                  <a:gd name="T10" fmla="*/ 0 60000 65536"/>
                  <a:gd name="T11" fmla="*/ 0 60000 65536"/>
                  <a:gd name="T12" fmla="*/ 0 60000 65536"/>
                  <a:gd name="T13" fmla="*/ 0 60000 65536"/>
                  <a:gd name="T14" fmla="*/ 0 60000 65536"/>
                  <a:gd name="T15" fmla="*/ 0 w 120"/>
                  <a:gd name="T16" fmla="*/ 0 h 56"/>
                  <a:gd name="T17" fmla="*/ 120 w 120"/>
                  <a:gd name="T18" fmla="*/ 56 h 56"/>
                </a:gdLst>
                <a:ahLst/>
                <a:cxnLst>
                  <a:cxn ang="T10">
                    <a:pos x="T0" y="T1"/>
                  </a:cxn>
                  <a:cxn ang="T11">
                    <a:pos x="T2" y="T3"/>
                  </a:cxn>
                  <a:cxn ang="T12">
                    <a:pos x="T4" y="T5"/>
                  </a:cxn>
                  <a:cxn ang="T13">
                    <a:pos x="T6" y="T7"/>
                  </a:cxn>
                  <a:cxn ang="T14">
                    <a:pos x="T8" y="T9"/>
                  </a:cxn>
                </a:cxnLst>
                <a:rect l="T15" t="T16" r="T17" b="T18"/>
                <a:pathLst>
                  <a:path w="120" h="56">
                    <a:moveTo>
                      <a:pt x="120" y="24"/>
                    </a:moveTo>
                    <a:lnTo>
                      <a:pt x="0" y="56"/>
                    </a:lnTo>
                    <a:lnTo>
                      <a:pt x="0" y="24"/>
                    </a:lnTo>
                    <a:lnTo>
                      <a:pt x="0" y="0"/>
                    </a:lnTo>
                    <a:lnTo>
                      <a:pt x="120" y="24"/>
                    </a:lnTo>
                    <a:close/>
                  </a:path>
                </a:pathLst>
              </a:custGeom>
              <a:grpFill/>
              <a:ln w="9525">
                <a:solidFill>
                  <a:schemeClr val="bg1">
                    <a:lumMod val="65000"/>
                  </a:schemeClr>
                </a:solidFill>
                <a:round/>
                <a:headEnd/>
                <a:tailEnd/>
              </a:ln>
            </p:spPr>
            <p:txBody>
              <a:bodyPr/>
              <a:lstStyle/>
              <a:p>
                <a:endParaRPr lang="en-US"/>
              </a:p>
            </p:txBody>
          </p:sp>
          <p:grpSp>
            <p:nvGrpSpPr>
              <p:cNvPr id="104254" name="Group 506">
                <a:extLst>
                  <a:ext uri="{FF2B5EF4-FFF2-40B4-BE49-F238E27FC236}">
                    <a16:creationId xmlns:a16="http://schemas.microsoft.com/office/drawing/2014/main" id="{F823693C-74FB-484E-7197-64EA1D2AF8A4}"/>
                  </a:ext>
                </a:extLst>
              </p:cNvPr>
              <p:cNvGrpSpPr>
                <a:grpSpLocks/>
              </p:cNvGrpSpPr>
              <p:nvPr/>
            </p:nvGrpSpPr>
            <p:grpSpPr bwMode="auto">
              <a:xfrm>
                <a:off x="1489" y="3288"/>
                <a:ext cx="295" cy="1"/>
                <a:chOff x="1489" y="3288"/>
                <a:chExt cx="295" cy="1"/>
              </a:xfrm>
              <a:grpFill/>
            </p:grpSpPr>
            <p:sp>
              <p:nvSpPr>
                <p:cNvPr id="104255" name="Line 507">
                  <a:extLst>
                    <a:ext uri="{FF2B5EF4-FFF2-40B4-BE49-F238E27FC236}">
                      <a16:creationId xmlns:a16="http://schemas.microsoft.com/office/drawing/2014/main" id="{6A9D7F2E-AEB5-2A3D-FE3B-448E4F0AD9E1}"/>
                    </a:ext>
                  </a:extLst>
                </p:cNvPr>
                <p:cNvSpPr>
                  <a:spLocks noChangeShapeType="1"/>
                </p:cNvSpPr>
                <p:nvPr/>
              </p:nvSpPr>
              <p:spPr bwMode="auto">
                <a:xfrm>
                  <a:off x="1489" y="3288"/>
                  <a:ext cx="24" cy="1"/>
                </a:xfrm>
                <a:prstGeom prst="line">
                  <a:avLst/>
                </a:prstGeom>
                <a:grpFill/>
                <a:ln w="12700">
                  <a:solidFill>
                    <a:schemeClr val="bg1">
                      <a:lumMod val="65000"/>
                    </a:schemeClr>
                  </a:solidFill>
                  <a:round/>
                  <a:headEnd/>
                  <a:tailEnd/>
                </a:ln>
              </p:spPr>
              <p:txBody>
                <a:bodyPr/>
                <a:lstStyle/>
                <a:p>
                  <a:endParaRPr lang="en-US"/>
                </a:p>
              </p:txBody>
            </p:sp>
            <p:sp>
              <p:nvSpPr>
                <p:cNvPr id="104256" name="Line 508">
                  <a:extLst>
                    <a:ext uri="{FF2B5EF4-FFF2-40B4-BE49-F238E27FC236}">
                      <a16:creationId xmlns:a16="http://schemas.microsoft.com/office/drawing/2014/main" id="{D89FBFF3-10A7-8839-2035-D8C9C7EC7DCA}"/>
                    </a:ext>
                  </a:extLst>
                </p:cNvPr>
                <p:cNvSpPr>
                  <a:spLocks noChangeShapeType="1"/>
                </p:cNvSpPr>
                <p:nvPr/>
              </p:nvSpPr>
              <p:spPr bwMode="auto">
                <a:xfrm>
                  <a:off x="1544" y="3288"/>
                  <a:ext cx="24" cy="1"/>
                </a:xfrm>
                <a:prstGeom prst="line">
                  <a:avLst/>
                </a:prstGeom>
                <a:grpFill/>
                <a:ln w="12700">
                  <a:solidFill>
                    <a:schemeClr val="bg1">
                      <a:lumMod val="65000"/>
                    </a:schemeClr>
                  </a:solidFill>
                  <a:round/>
                  <a:headEnd/>
                  <a:tailEnd/>
                </a:ln>
              </p:spPr>
              <p:txBody>
                <a:bodyPr/>
                <a:lstStyle/>
                <a:p>
                  <a:endParaRPr lang="en-US"/>
                </a:p>
              </p:txBody>
            </p:sp>
            <p:sp>
              <p:nvSpPr>
                <p:cNvPr id="104257" name="Line 509">
                  <a:extLst>
                    <a:ext uri="{FF2B5EF4-FFF2-40B4-BE49-F238E27FC236}">
                      <a16:creationId xmlns:a16="http://schemas.microsoft.com/office/drawing/2014/main" id="{C6120239-42EB-CAB0-A429-8E21E4DC4048}"/>
                    </a:ext>
                  </a:extLst>
                </p:cNvPr>
                <p:cNvSpPr>
                  <a:spLocks noChangeShapeType="1"/>
                </p:cNvSpPr>
                <p:nvPr/>
              </p:nvSpPr>
              <p:spPr bwMode="auto">
                <a:xfrm>
                  <a:off x="1600" y="3288"/>
                  <a:ext cx="24" cy="1"/>
                </a:xfrm>
                <a:prstGeom prst="line">
                  <a:avLst/>
                </a:prstGeom>
                <a:grpFill/>
                <a:ln w="12700">
                  <a:solidFill>
                    <a:schemeClr val="bg1">
                      <a:lumMod val="65000"/>
                    </a:schemeClr>
                  </a:solidFill>
                  <a:round/>
                  <a:headEnd/>
                  <a:tailEnd/>
                </a:ln>
              </p:spPr>
              <p:txBody>
                <a:bodyPr/>
                <a:lstStyle/>
                <a:p>
                  <a:endParaRPr lang="en-US"/>
                </a:p>
              </p:txBody>
            </p:sp>
            <p:sp>
              <p:nvSpPr>
                <p:cNvPr id="104258" name="Line 510">
                  <a:extLst>
                    <a:ext uri="{FF2B5EF4-FFF2-40B4-BE49-F238E27FC236}">
                      <a16:creationId xmlns:a16="http://schemas.microsoft.com/office/drawing/2014/main" id="{711A6850-ECB5-4FF6-ACFD-C6D6483D8788}"/>
                    </a:ext>
                  </a:extLst>
                </p:cNvPr>
                <p:cNvSpPr>
                  <a:spLocks noChangeShapeType="1"/>
                </p:cNvSpPr>
                <p:nvPr/>
              </p:nvSpPr>
              <p:spPr bwMode="auto">
                <a:xfrm>
                  <a:off x="1656" y="3288"/>
                  <a:ext cx="24" cy="1"/>
                </a:xfrm>
                <a:prstGeom prst="line">
                  <a:avLst/>
                </a:prstGeom>
                <a:grpFill/>
                <a:ln w="12700">
                  <a:solidFill>
                    <a:schemeClr val="bg1">
                      <a:lumMod val="65000"/>
                    </a:schemeClr>
                  </a:solidFill>
                  <a:round/>
                  <a:headEnd/>
                  <a:tailEnd/>
                </a:ln>
              </p:spPr>
              <p:txBody>
                <a:bodyPr/>
                <a:lstStyle/>
                <a:p>
                  <a:endParaRPr lang="en-US"/>
                </a:p>
              </p:txBody>
            </p:sp>
            <p:sp>
              <p:nvSpPr>
                <p:cNvPr id="104259" name="Line 511">
                  <a:extLst>
                    <a:ext uri="{FF2B5EF4-FFF2-40B4-BE49-F238E27FC236}">
                      <a16:creationId xmlns:a16="http://schemas.microsoft.com/office/drawing/2014/main" id="{EB85E498-D0E6-4472-A1E6-6601A5911352}"/>
                    </a:ext>
                  </a:extLst>
                </p:cNvPr>
                <p:cNvSpPr>
                  <a:spLocks noChangeShapeType="1"/>
                </p:cNvSpPr>
                <p:nvPr/>
              </p:nvSpPr>
              <p:spPr bwMode="auto">
                <a:xfrm>
                  <a:off x="1712" y="3288"/>
                  <a:ext cx="24" cy="1"/>
                </a:xfrm>
                <a:prstGeom prst="line">
                  <a:avLst/>
                </a:prstGeom>
                <a:grpFill/>
                <a:ln w="12700">
                  <a:solidFill>
                    <a:schemeClr val="bg1">
                      <a:lumMod val="65000"/>
                    </a:schemeClr>
                  </a:solidFill>
                  <a:round/>
                  <a:headEnd/>
                  <a:tailEnd/>
                </a:ln>
              </p:spPr>
              <p:txBody>
                <a:bodyPr/>
                <a:lstStyle/>
                <a:p>
                  <a:endParaRPr lang="en-US"/>
                </a:p>
              </p:txBody>
            </p:sp>
            <p:sp>
              <p:nvSpPr>
                <p:cNvPr id="104260" name="Line 512">
                  <a:extLst>
                    <a:ext uri="{FF2B5EF4-FFF2-40B4-BE49-F238E27FC236}">
                      <a16:creationId xmlns:a16="http://schemas.microsoft.com/office/drawing/2014/main" id="{D4ED4F58-CE75-2D3E-FF70-42EF02C6F853}"/>
                    </a:ext>
                  </a:extLst>
                </p:cNvPr>
                <p:cNvSpPr>
                  <a:spLocks noChangeShapeType="1"/>
                </p:cNvSpPr>
                <p:nvPr/>
              </p:nvSpPr>
              <p:spPr bwMode="auto">
                <a:xfrm>
                  <a:off x="1768" y="3288"/>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41" name="Group 513">
              <a:extLst>
                <a:ext uri="{FF2B5EF4-FFF2-40B4-BE49-F238E27FC236}">
                  <a16:creationId xmlns:a16="http://schemas.microsoft.com/office/drawing/2014/main" id="{8A99CA07-6D07-536A-7632-3DB4CCC07D1F}"/>
                </a:ext>
              </a:extLst>
            </p:cNvPr>
            <p:cNvGrpSpPr>
              <a:grpSpLocks/>
            </p:cNvGrpSpPr>
            <p:nvPr/>
          </p:nvGrpSpPr>
          <p:grpSpPr bwMode="auto">
            <a:xfrm>
              <a:off x="1944" y="3256"/>
              <a:ext cx="423" cy="56"/>
              <a:chOff x="1944" y="3256"/>
              <a:chExt cx="423" cy="56"/>
            </a:xfrm>
            <a:grpFill/>
          </p:grpSpPr>
          <p:sp>
            <p:nvSpPr>
              <p:cNvPr id="104245" name="Freeform 514">
                <a:extLst>
                  <a:ext uri="{FF2B5EF4-FFF2-40B4-BE49-F238E27FC236}">
                    <a16:creationId xmlns:a16="http://schemas.microsoft.com/office/drawing/2014/main" id="{6EFFAA65-4E10-4D6B-108E-68F4460F3D95}"/>
                  </a:ext>
                </a:extLst>
              </p:cNvPr>
              <p:cNvSpPr>
                <a:spLocks/>
              </p:cNvSpPr>
              <p:nvPr/>
            </p:nvSpPr>
            <p:spPr bwMode="auto">
              <a:xfrm>
                <a:off x="2255" y="325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4246" name="Group 515">
                <a:extLst>
                  <a:ext uri="{FF2B5EF4-FFF2-40B4-BE49-F238E27FC236}">
                    <a16:creationId xmlns:a16="http://schemas.microsoft.com/office/drawing/2014/main" id="{EFF345EE-EC84-AAA0-7171-CFAFDE0CC77E}"/>
                  </a:ext>
                </a:extLst>
              </p:cNvPr>
              <p:cNvGrpSpPr>
                <a:grpSpLocks/>
              </p:cNvGrpSpPr>
              <p:nvPr/>
            </p:nvGrpSpPr>
            <p:grpSpPr bwMode="auto">
              <a:xfrm>
                <a:off x="1944" y="3288"/>
                <a:ext cx="303" cy="1"/>
                <a:chOff x="1944" y="3288"/>
                <a:chExt cx="303" cy="1"/>
              </a:xfrm>
              <a:grpFill/>
            </p:grpSpPr>
            <p:sp>
              <p:nvSpPr>
                <p:cNvPr id="104247" name="Line 516">
                  <a:extLst>
                    <a:ext uri="{FF2B5EF4-FFF2-40B4-BE49-F238E27FC236}">
                      <a16:creationId xmlns:a16="http://schemas.microsoft.com/office/drawing/2014/main" id="{475F4FF6-D5C7-640F-CD9A-14DFF7A3B445}"/>
                    </a:ext>
                  </a:extLst>
                </p:cNvPr>
                <p:cNvSpPr>
                  <a:spLocks noChangeShapeType="1"/>
                </p:cNvSpPr>
                <p:nvPr/>
              </p:nvSpPr>
              <p:spPr bwMode="auto">
                <a:xfrm>
                  <a:off x="1944" y="3288"/>
                  <a:ext cx="24" cy="1"/>
                </a:xfrm>
                <a:prstGeom prst="line">
                  <a:avLst/>
                </a:prstGeom>
                <a:grpFill/>
                <a:ln w="12700">
                  <a:solidFill>
                    <a:schemeClr val="bg1">
                      <a:lumMod val="65000"/>
                    </a:schemeClr>
                  </a:solidFill>
                  <a:round/>
                  <a:headEnd/>
                  <a:tailEnd/>
                </a:ln>
              </p:spPr>
              <p:txBody>
                <a:bodyPr/>
                <a:lstStyle/>
                <a:p>
                  <a:endParaRPr lang="en-US"/>
                </a:p>
              </p:txBody>
            </p:sp>
            <p:sp>
              <p:nvSpPr>
                <p:cNvPr id="104248" name="Line 517">
                  <a:extLst>
                    <a:ext uri="{FF2B5EF4-FFF2-40B4-BE49-F238E27FC236}">
                      <a16:creationId xmlns:a16="http://schemas.microsoft.com/office/drawing/2014/main" id="{063B0793-5E0D-0CC7-C3CE-75C7E6F6D9B7}"/>
                    </a:ext>
                  </a:extLst>
                </p:cNvPr>
                <p:cNvSpPr>
                  <a:spLocks noChangeShapeType="1"/>
                </p:cNvSpPr>
                <p:nvPr/>
              </p:nvSpPr>
              <p:spPr bwMode="auto">
                <a:xfrm>
                  <a:off x="2000" y="3288"/>
                  <a:ext cx="23" cy="1"/>
                </a:xfrm>
                <a:prstGeom prst="line">
                  <a:avLst/>
                </a:prstGeom>
                <a:grpFill/>
                <a:ln w="12700">
                  <a:solidFill>
                    <a:schemeClr val="bg1">
                      <a:lumMod val="65000"/>
                    </a:schemeClr>
                  </a:solidFill>
                  <a:round/>
                  <a:headEnd/>
                  <a:tailEnd/>
                </a:ln>
              </p:spPr>
              <p:txBody>
                <a:bodyPr/>
                <a:lstStyle/>
                <a:p>
                  <a:endParaRPr lang="en-US"/>
                </a:p>
              </p:txBody>
            </p:sp>
            <p:sp>
              <p:nvSpPr>
                <p:cNvPr id="104249" name="Line 518">
                  <a:extLst>
                    <a:ext uri="{FF2B5EF4-FFF2-40B4-BE49-F238E27FC236}">
                      <a16:creationId xmlns:a16="http://schemas.microsoft.com/office/drawing/2014/main" id="{0BFDD519-256C-005A-CC81-73A905980CE1}"/>
                    </a:ext>
                  </a:extLst>
                </p:cNvPr>
                <p:cNvSpPr>
                  <a:spLocks noChangeShapeType="1"/>
                </p:cNvSpPr>
                <p:nvPr/>
              </p:nvSpPr>
              <p:spPr bwMode="auto">
                <a:xfrm>
                  <a:off x="2055" y="3288"/>
                  <a:ext cx="24" cy="1"/>
                </a:xfrm>
                <a:prstGeom prst="line">
                  <a:avLst/>
                </a:prstGeom>
                <a:grpFill/>
                <a:ln w="12700">
                  <a:solidFill>
                    <a:schemeClr val="bg1">
                      <a:lumMod val="65000"/>
                    </a:schemeClr>
                  </a:solidFill>
                  <a:round/>
                  <a:headEnd/>
                  <a:tailEnd/>
                </a:ln>
              </p:spPr>
              <p:txBody>
                <a:bodyPr/>
                <a:lstStyle/>
                <a:p>
                  <a:endParaRPr lang="en-US"/>
                </a:p>
              </p:txBody>
            </p:sp>
            <p:sp>
              <p:nvSpPr>
                <p:cNvPr id="104250" name="Line 519">
                  <a:extLst>
                    <a:ext uri="{FF2B5EF4-FFF2-40B4-BE49-F238E27FC236}">
                      <a16:creationId xmlns:a16="http://schemas.microsoft.com/office/drawing/2014/main" id="{26E52628-ED5C-BECD-29EA-A5E7318AA940}"/>
                    </a:ext>
                  </a:extLst>
                </p:cNvPr>
                <p:cNvSpPr>
                  <a:spLocks noChangeShapeType="1"/>
                </p:cNvSpPr>
                <p:nvPr/>
              </p:nvSpPr>
              <p:spPr bwMode="auto">
                <a:xfrm>
                  <a:off x="2111" y="3288"/>
                  <a:ext cx="24" cy="1"/>
                </a:xfrm>
                <a:prstGeom prst="line">
                  <a:avLst/>
                </a:prstGeom>
                <a:grpFill/>
                <a:ln w="12700">
                  <a:solidFill>
                    <a:schemeClr val="bg1">
                      <a:lumMod val="65000"/>
                    </a:schemeClr>
                  </a:solidFill>
                  <a:round/>
                  <a:headEnd/>
                  <a:tailEnd/>
                </a:ln>
              </p:spPr>
              <p:txBody>
                <a:bodyPr/>
                <a:lstStyle/>
                <a:p>
                  <a:endParaRPr lang="en-US"/>
                </a:p>
              </p:txBody>
            </p:sp>
            <p:sp>
              <p:nvSpPr>
                <p:cNvPr id="104251" name="Line 520">
                  <a:extLst>
                    <a:ext uri="{FF2B5EF4-FFF2-40B4-BE49-F238E27FC236}">
                      <a16:creationId xmlns:a16="http://schemas.microsoft.com/office/drawing/2014/main" id="{F620EAE3-9211-56C3-DDF2-8DC11ADE035A}"/>
                    </a:ext>
                  </a:extLst>
                </p:cNvPr>
                <p:cNvSpPr>
                  <a:spLocks noChangeShapeType="1"/>
                </p:cNvSpPr>
                <p:nvPr/>
              </p:nvSpPr>
              <p:spPr bwMode="auto">
                <a:xfrm>
                  <a:off x="2167" y="3288"/>
                  <a:ext cx="24" cy="1"/>
                </a:xfrm>
                <a:prstGeom prst="line">
                  <a:avLst/>
                </a:prstGeom>
                <a:grpFill/>
                <a:ln w="12700">
                  <a:solidFill>
                    <a:schemeClr val="bg1">
                      <a:lumMod val="65000"/>
                    </a:schemeClr>
                  </a:solidFill>
                  <a:round/>
                  <a:headEnd/>
                  <a:tailEnd/>
                </a:ln>
              </p:spPr>
              <p:txBody>
                <a:bodyPr/>
                <a:lstStyle/>
                <a:p>
                  <a:endParaRPr lang="en-US"/>
                </a:p>
              </p:txBody>
            </p:sp>
            <p:sp>
              <p:nvSpPr>
                <p:cNvPr id="104252" name="Line 521">
                  <a:extLst>
                    <a:ext uri="{FF2B5EF4-FFF2-40B4-BE49-F238E27FC236}">
                      <a16:creationId xmlns:a16="http://schemas.microsoft.com/office/drawing/2014/main" id="{1ED95C6D-9015-9A4B-03C0-1B001FAD15DB}"/>
                    </a:ext>
                  </a:extLst>
                </p:cNvPr>
                <p:cNvSpPr>
                  <a:spLocks noChangeShapeType="1"/>
                </p:cNvSpPr>
                <p:nvPr/>
              </p:nvSpPr>
              <p:spPr bwMode="auto">
                <a:xfrm>
                  <a:off x="2223" y="3288"/>
                  <a:ext cx="24"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42" name="Group 522">
              <a:extLst>
                <a:ext uri="{FF2B5EF4-FFF2-40B4-BE49-F238E27FC236}">
                  <a16:creationId xmlns:a16="http://schemas.microsoft.com/office/drawing/2014/main" id="{1A759F9A-E139-85A0-A647-BA81FC28B074}"/>
                </a:ext>
              </a:extLst>
            </p:cNvPr>
            <p:cNvGrpSpPr>
              <a:grpSpLocks/>
            </p:cNvGrpSpPr>
            <p:nvPr/>
          </p:nvGrpSpPr>
          <p:grpSpPr bwMode="auto">
            <a:xfrm>
              <a:off x="2415" y="3256"/>
              <a:ext cx="415" cy="56"/>
              <a:chOff x="2415" y="3256"/>
              <a:chExt cx="415" cy="56"/>
            </a:xfrm>
            <a:grpFill/>
          </p:grpSpPr>
          <p:sp>
            <p:nvSpPr>
              <p:cNvPr id="104237" name="Freeform 523">
                <a:extLst>
                  <a:ext uri="{FF2B5EF4-FFF2-40B4-BE49-F238E27FC236}">
                    <a16:creationId xmlns:a16="http://schemas.microsoft.com/office/drawing/2014/main" id="{52896E6A-9729-804A-AE3E-DAD4A01358B5}"/>
                  </a:ext>
                </a:extLst>
              </p:cNvPr>
              <p:cNvSpPr>
                <a:spLocks/>
              </p:cNvSpPr>
              <p:nvPr/>
            </p:nvSpPr>
            <p:spPr bwMode="auto">
              <a:xfrm>
                <a:off x="2718" y="325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4238" name="Group 524">
                <a:extLst>
                  <a:ext uri="{FF2B5EF4-FFF2-40B4-BE49-F238E27FC236}">
                    <a16:creationId xmlns:a16="http://schemas.microsoft.com/office/drawing/2014/main" id="{6CED2FF2-532A-AAC5-518C-0D261983EA2C}"/>
                  </a:ext>
                </a:extLst>
              </p:cNvPr>
              <p:cNvGrpSpPr>
                <a:grpSpLocks/>
              </p:cNvGrpSpPr>
              <p:nvPr/>
            </p:nvGrpSpPr>
            <p:grpSpPr bwMode="auto">
              <a:xfrm>
                <a:off x="2415" y="3288"/>
                <a:ext cx="295" cy="1"/>
                <a:chOff x="2415" y="3288"/>
                <a:chExt cx="295" cy="1"/>
              </a:xfrm>
              <a:grpFill/>
            </p:grpSpPr>
            <p:sp>
              <p:nvSpPr>
                <p:cNvPr id="104239" name="Line 525">
                  <a:extLst>
                    <a:ext uri="{FF2B5EF4-FFF2-40B4-BE49-F238E27FC236}">
                      <a16:creationId xmlns:a16="http://schemas.microsoft.com/office/drawing/2014/main" id="{50844C1C-DFE0-D7F3-E536-DFA6D7DE7FB1}"/>
                    </a:ext>
                  </a:extLst>
                </p:cNvPr>
                <p:cNvSpPr>
                  <a:spLocks noChangeShapeType="1"/>
                </p:cNvSpPr>
                <p:nvPr/>
              </p:nvSpPr>
              <p:spPr bwMode="auto">
                <a:xfrm>
                  <a:off x="2415" y="3288"/>
                  <a:ext cx="24" cy="1"/>
                </a:xfrm>
                <a:prstGeom prst="line">
                  <a:avLst/>
                </a:prstGeom>
                <a:grpFill/>
                <a:ln w="12700">
                  <a:solidFill>
                    <a:schemeClr val="bg1">
                      <a:lumMod val="65000"/>
                    </a:schemeClr>
                  </a:solidFill>
                  <a:round/>
                  <a:headEnd/>
                  <a:tailEnd/>
                </a:ln>
              </p:spPr>
              <p:txBody>
                <a:bodyPr/>
                <a:lstStyle/>
                <a:p>
                  <a:endParaRPr lang="en-US"/>
                </a:p>
              </p:txBody>
            </p:sp>
            <p:sp>
              <p:nvSpPr>
                <p:cNvPr id="104240" name="Line 526">
                  <a:extLst>
                    <a:ext uri="{FF2B5EF4-FFF2-40B4-BE49-F238E27FC236}">
                      <a16:creationId xmlns:a16="http://schemas.microsoft.com/office/drawing/2014/main" id="{DF23D757-DFC5-5326-B57E-0A43E0DE0802}"/>
                    </a:ext>
                  </a:extLst>
                </p:cNvPr>
                <p:cNvSpPr>
                  <a:spLocks noChangeShapeType="1"/>
                </p:cNvSpPr>
                <p:nvPr/>
              </p:nvSpPr>
              <p:spPr bwMode="auto">
                <a:xfrm>
                  <a:off x="2471" y="3288"/>
                  <a:ext cx="24" cy="1"/>
                </a:xfrm>
                <a:prstGeom prst="line">
                  <a:avLst/>
                </a:prstGeom>
                <a:grpFill/>
                <a:ln w="12700">
                  <a:solidFill>
                    <a:schemeClr val="bg1">
                      <a:lumMod val="65000"/>
                    </a:schemeClr>
                  </a:solidFill>
                  <a:round/>
                  <a:headEnd/>
                  <a:tailEnd/>
                </a:ln>
              </p:spPr>
              <p:txBody>
                <a:bodyPr/>
                <a:lstStyle/>
                <a:p>
                  <a:endParaRPr lang="en-US"/>
                </a:p>
              </p:txBody>
            </p:sp>
            <p:sp>
              <p:nvSpPr>
                <p:cNvPr id="104241" name="Line 527">
                  <a:extLst>
                    <a:ext uri="{FF2B5EF4-FFF2-40B4-BE49-F238E27FC236}">
                      <a16:creationId xmlns:a16="http://schemas.microsoft.com/office/drawing/2014/main" id="{98D74194-5082-0D8D-4301-F7723C7FCD66}"/>
                    </a:ext>
                  </a:extLst>
                </p:cNvPr>
                <p:cNvSpPr>
                  <a:spLocks noChangeShapeType="1"/>
                </p:cNvSpPr>
                <p:nvPr/>
              </p:nvSpPr>
              <p:spPr bwMode="auto">
                <a:xfrm>
                  <a:off x="2526" y="3288"/>
                  <a:ext cx="24" cy="1"/>
                </a:xfrm>
                <a:prstGeom prst="line">
                  <a:avLst/>
                </a:prstGeom>
                <a:grpFill/>
                <a:ln w="12700">
                  <a:solidFill>
                    <a:schemeClr val="bg1">
                      <a:lumMod val="65000"/>
                    </a:schemeClr>
                  </a:solidFill>
                  <a:round/>
                  <a:headEnd/>
                  <a:tailEnd/>
                </a:ln>
              </p:spPr>
              <p:txBody>
                <a:bodyPr/>
                <a:lstStyle/>
                <a:p>
                  <a:endParaRPr lang="en-US"/>
                </a:p>
              </p:txBody>
            </p:sp>
            <p:sp>
              <p:nvSpPr>
                <p:cNvPr id="104242" name="Line 528">
                  <a:extLst>
                    <a:ext uri="{FF2B5EF4-FFF2-40B4-BE49-F238E27FC236}">
                      <a16:creationId xmlns:a16="http://schemas.microsoft.com/office/drawing/2014/main" id="{670CE1B5-E6C4-9426-93A9-B54361C77C5F}"/>
                    </a:ext>
                  </a:extLst>
                </p:cNvPr>
                <p:cNvSpPr>
                  <a:spLocks noChangeShapeType="1"/>
                </p:cNvSpPr>
                <p:nvPr/>
              </p:nvSpPr>
              <p:spPr bwMode="auto">
                <a:xfrm>
                  <a:off x="2582" y="3288"/>
                  <a:ext cx="24" cy="1"/>
                </a:xfrm>
                <a:prstGeom prst="line">
                  <a:avLst/>
                </a:prstGeom>
                <a:grpFill/>
                <a:ln w="12700">
                  <a:solidFill>
                    <a:schemeClr val="bg1">
                      <a:lumMod val="65000"/>
                    </a:schemeClr>
                  </a:solidFill>
                  <a:round/>
                  <a:headEnd/>
                  <a:tailEnd/>
                </a:ln>
              </p:spPr>
              <p:txBody>
                <a:bodyPr/>
                <a:lstStyle/>
                <a:p>
                  <a:endParaRPr lang="en-US"/>
                </a:p>
              </p:txBody>
            </p:sp>
            <p:sp>
              <p:nvSpPr>
                <p:cNvPr id="104243" name="Line 529">
                  <a:extLst>
                    <a:ext uri="{FF2B5EF4-FFF2-40B4-BE49-F238E27FC236}">
                      <a16:creationId xmlns:a16="http://schemas.microsoft.com/office/drawing/2014/main" id="{8BE1DBEE-5C05-FF62-376E-2E3684A31299}"/>
                    </a:ext>
                  </a:extLst>
                </p:cNvPr>
                <p:cNvSpPr>
                  <a:spLocks noChangeShapeType="1"/>
                </p:cNvSpPr>
                <p:nvPr/>
              </p:nvSpPr>
              <p:spPr bwMode="auto">
                <a:xfrm>
                  <a:off x="2638" y="3288"/>
                  <a:ext cx="24" cy="1"/>
                </a:xfrm>
                <a:prstGeom prst="line">
                  <a:avLst/>
                </a:prstGeom>
                <a:grpFill/>
                <a:ln w="12700">
                  <a:solidFill>
                    <a:schemeClr val="bg1">
                      <a:lumMod val="65000"/>
                    </a:schemeClr>
                  </a:solidFill>
                  <a:round/>
                  <a:headEnd/>
                  <a:tailEnd/>
                </a:ln>
              </p:spPr>
              <p:txBody>
                <a:bodyPr/>
                <a:lstStyle/>
                <a:p>
                  <a:endParaRPr lang="en-US"/>
                </a:p>
              </p:txBody>
            </p:sp>
            <p:sp>
              <p:nvSpPr>
                <p:cNvPr id="104244" name="Line 530">
                  <a:extLst>
                    <a:ext uri="{FF2B5EF4-FFF2-40B4-BE49-F238E27FC236}">
                      <a16:creationId xmlns:a16="http://schemas.microsoft.com/office/drawing/2014/main" id="{259AEBA5-9DD0-15A9-E67F-701BB7E7D42B}"/>
                    </a:ext>
                  </a:extLst>
                </p:cNvPr>
                <p:cNvSpPr>
                  <a:spLocks noChangeShapeType="1"/>
                </p:cNvSpPr>
                <p:nvPr/>
              </p:nvSpPr>
              <p:spPr bwMode="auto">
                <a:xfrm>
                  <a:off x="2694" y="3288"/>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43" name="Group 531">
              <a:extLst>
                <a:ext uri="{FF2B5EF4-FFF2-40B4-BE49-F238E27FC236}">
                  <a16:creationId xmlns:a16="http://schemas.microsoft.com/office/drawing/2014/main" id="{EFD3149E-FDF8-641F-CF3D-AD1E611AFB97}"/>
                </a:ext>
              </a:extLst>
            </p:cNvPr>
            <p:cNvGrpSpPr>
              <a:grpSpLocks/>
            </p:cNvGrpSpPr>
            <p:nvPr/>
          </p:nvGrpSpPr>
          <p:grpSpPr bwMode="auto">
            <a:xfrm>
              <a:off x="1489" y="3567"/>
              <a:ext cx="423" cy="56"/>
              <a:chOff x="1489" y="3567"/>
              <a:chExt cx="423" cy="56"/>
            </a:xfrm>
            <a:grpFill/>
          </p:grpSpPr>
          <p:sp>
            <p:nvSpPr>
              <p:cNvPr id="104229" name="Freeform 532">
                <a:extLst>
                  <a:ext uri="{FF2B5EF4-FFF2-40B4-BE49-F238E27FC236}">
                    <a16:creationId xmlns:a16="http://schemas.microsoft.com/office/drawing/2014/main" id="{36E5D03C-0A52-97A1-31BA-EFF1DFC07504}"/>
                  </a:ext>
                </a:extLst>
              </p:cNvPr>
              <p:cNvSpPr>
                <a:spLocks/>
              </p:cNvSpPr>
              <p:nvPr/>
            </p:nvSpPr>
            <p:spPr bwMode="auto">
              <a:xfrm>
                <a:off x="1800"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lumMod val="65000"/>
                  </a:schemeClr>
                </a:solidFill>
                <a:round/>
                <a:headEnd/>
                <a:tailEnd/>
              </a:ln>
            </p:spPr>
            <p:txBody>
              <a:bodyPr/>
              <a:lstStyle/>
              <a:p>
                <a:endParaRPr lang="en-US"/>
              </a:p>
            </p:txBody>
          </p:sp>
          <p:grpSp>
            <p:nvGrpSpPr>
              <p:cNvPr id="104230" name="Group 533">
                <a:extLst>
                  <a:ext uri="{FF2B5EF4-FFF2-40B4-BE49-F238E27FC236}">
                    <a16:creationId xmlns:a16="http://schemas.microsoft.com/office/drawing/2014/main" id="{C10458A1-0AD6-19CC-4DF8-6B800656E3ED}"/>
                  </a:ext>
                </a:extLst>
              </p:cNvPr>
              <p:cNvGrpSpPr>
                <a:grpSpLocks/>
              </p:cNvGrpSpPr>
              <p:nvPr/>
            </p:nvGrpSpPr>
            <p:grpSpPr bwMode="auto">
              <a:xfrm>
                <a:off x="1489" y="3591"/>
                <a:ext cx="303" cy="1"/>
                <a:chOff x="1489" y="3591"/>
                <a:chExt cx="303" cy="1"/>
              </a:xfrm>
              <a:grpFill/>
            </p:grpSpPr>
            <p:sp>
              <p:nvSpPr>
                <p:cNvPr id="104231" name="Line 534">
                  <a:extLst>
                    <a:ext uri="{FF2B5EF4-FFF2-40B4-BE49-F238E27FC236}">
                      <a16:creationId xmlns:a16="http://schemas.microsoft.com/office/drawing/2014/main" id="{739649FC-4268-7E0D-312D-CB04AF024F35}"/>
                    </a:ext>
                  </a:extLst>
                </p:cNvPr>
                <p:cNvSpPr>
                  <a:spLocks noChangeShapeType="1"/>
                </p:cNvSpPr>
                <p:nvPr/>
              </p:nvSpPr>
              <p:spPr bwMode="auto">
                <a:xfrm>
                  <a:off x="1489" y="3591"/>
                  <a:ext cx="24" cy="1"/>
                </a:xfrm>
                <a:prstGeom prst="line">
                  <a:avLst/>
                </a:prstGeom>
                <a:grpFill/>
                <a:ln w="12700">
                  <a:solidFill>
                    <a:schemeClr val="bg1">
                      <a:lumMod val="65000"/>
                    </a:schemeClr>
                  </a:solidFill>
                  <a:round/>
                  <a:headEnd/>
                  <a:tailEnd/>
                </a:ln>
              </p:spPr>
              <p:txBody>
                <a:bodyPr/>
                <a:lstStyle/>
                <a:p>
                  <a:endParaRPr lang="en-US"/>
                </a:p>
              </p:txBody>
            </p:sp>
            <p:sp>
              <p:nvSpPr>
                <p:cNvPr id="104232" name="Line 535">
                  <a:extLst>
                    <a:ext uri="{FF2B5EF4-FFF2-40B4-BE49-F238E27FC236}">
                      <a16:creationId xmlns:a16="http://schemas.microsoft.com/office/drawing/2014/main" id="{1B74CF48-AC65-55A0-AE88-57F9B9726859}"/>
                    </a:ext>
                  </a:extLst>
                </p:cNvPr>
                <p:cNvSpPr>
                  <a:spLocks noChangeShapeType="1"/>
                </p:cNvSpPr>
                <p:nvPr/>
              </p:nvSpPr>
              <p:spPr bwMode="auto">
                <a:xfrm>
                  <a:off x="1544" y="3591"/>
                  <a:ext cx="24" cy="1"/>
                </a:xfrm>
                <a:prstGeom prst="line">
                  <a:avLst/>
                </a:prstGeom>
                <a:grpFill/>
                <a:ln w="12700">
                  <a:solidFill>
                    <a:schemeClr val="bg1">
                      <a:lumMod val="65000"/>
                    </a:schemeClr>
                  </a:solidFill>
                  <a:round/>
                  <a:headEnd/>
                  <a:tailEnd/>
                </a:ln>
              </p:spPr>
              <p:txBody>
                <a:bodyPr/>
                <a:lstStyle/>
                <a:p>
                  <a:endParaRPr lang="en-US"/>
                </a:p>
              </p:txBody>
            </p:sp>
            <p:sp>
              <p:nvSpPr>
                <p:cNvPr id="104233" name="Line 536">
                  <a:extLst>
                    <a:ext uri="{FF2B5EF4-FFF2-40B4-BE49-F238E27FC236}">
                      <a16:creationId xmlns:a16="http://schemas.microsoft.com/office/drawing/2014/main" id="{92432BCD-7C63-E6A9-E289-AB8AF5B60686}"/>
                    </a:ext>
                  </a:extLst>
                </p:cNvPr>
                <p:cNvSpPr>
                  <a:spLocks noChangeShapeType="1"/>
                </p:cNvSpPr>
                <p:nvPr/>
              </p:nvSpPr>
              <p:spPr bwMode="auto">
                <a:xfrm>
                  <a:off x="1600" y="3591"/>
                  <a:ext cx="24" cy="1"/>
                </a:xfrm>
                <a:prstGeom prst="line">
                  <a:avLst/>
                </a:prstGeom>
                <a:grpFill/>
                <a:ln w="12700">
                  <a:solidFill>
                    <a:schemeClr val="bg1">
                      <a:lumMod val="65000"/>
                    </a:schemeClr>
                  </a:solidFill>
                  <a:round/>
                  <a:headEnd/>
                  <a:tailEnd/>
                </a:ln>
              </p:spPr>
              <p:txBody>
                <a:bodyPr/>
                <a:lstStyle/>
                <a:p>
                  <a:endParaRPr lang="en-US"/>
                </a:p>
              </p:txBody>
            </p:sp>
            <p:sp>
              <p:nvSpPr>
                <p:cNvPr id="104234" name="Line 537">
                  <a:extLst>
                    <a:ext uri="{FF2B5EF4-FFF2-40B4-BE49-F238E27FC236}">
                      <a16:creationId xmlns:a16="http://schemas.microsoft.com/office/drawing/2014/main" id="{3448020E-7E4A-763D-98A0-DF65529A59F6}"/>
                    </a:ext>
                  </a:extLst>
                </p:cNvPr>
                <p:cNvSpPr>
                  <a:spLocks noChangeShapeType="1"/>
                </p:cNvSpPr>
                <p:nvPr/>
              </p:nvSpPr>
              <p:spPr bwMode="auto">
                <a:xfrm>
                  <a:off x="1656" y="3591"/>
                  <a:ext cx="24" cy="1"/>
                </a:xfrm>
                <a:prstGeom prst="line">
                  <a:avLst/>
                </a:prstGeom>
                <a:grpFill/>
                <a:ln w="12700">
                  <a:solidFill>
                    <a:schemeClr val="bg1">
                      <a:lumMod val="65000"/>
                    </a:schemeClr>
                  </a:solidFill>
                  <a:round/>
                  <a:headEnd/>
                  <a:tailEnd/>
                </a:ln>
              </p:spPr>
              <p:txBody>
                <a:bodyPr/>
                <a:lstStyle/>
                <a:p>
                  <a:endParaRPr lang="en-US"/>
                </a:p>
              </p:txBody>
            </p:sp>
            <p:sp>
              <p:nvSpPr>
                <p:cNvPr id="104235" name="Line 538">
                  <a:extLst>
                    <a:ext uri="{FF2B5EF4-FFF2-40B4-BE49-F238E27FC236}">
                      <a16:creationId xmlns:a16="http://schemas.microsoft.com/office/drawing/2014/main" id="{E1188259-6F87-FF2C-9B63-8EDE9FB17834}"/>
                    </a:ext>
                  </a:extLst>
                </p:cNvPr>
                <p:cNvSpPr>
                  <a:spLocks noChangeShapeType="1"/>
                </p:cNvSpPr>
                <p:nvPr/>
              </p:nvSpPr>
              <p:spPr bwMode="auto">
                <a:xfrm>
                  <a:off x="1712" y="3591"/>
                  <a:ext cx="24" cy="1"/>
                </a:xfrm>
                <a:prstGeom prst="line">
                  <a:avLst/>
                </a:prstGeom>
                <a:grpFill/>
                <a:ln w="12700">
                  <a:solidFill>
                    <a:schemeClr val="bg1">
                      <a:lumMod val="65000"/>
                    </a:schemeClr>
                  </a:solidFill>
                  <a:round/>
                  <a:headEnd/>
                  <a:tailEnd/>
                </a:ln>
              </p:spPr>
              <p:txBody>
                <a:bodyPr/>
                <a:lstStyle/>
                <a:p>
                  <a:endParaRPr lang="en-US"/>
                </a:p>
              </p:txBody>
            </p:sp>
            <p:sp>
              <p:nvSpPr>
                <p:cNvPr id="104236" name="Line 539">
                  <a:extLst>
                    <a:ext uri="{FF2B5EF4-FFF2-40B4-BE49-F238E27FC236}">
                      <a16:creationId xmlns:a16="http://schemas.microsoft.com/office/drawing/2014/main" id="{558BB169-F848-895A-7436-E8B412DF3194}"/>
                    </a:ext>
                  </a:extLst>
                </p:cNvPr>
                <p:cNvSpPr>
                  <a:spLocks noChangeShapeType="1"/>
                </p:cNvSpPr>
                <p:nvPr/>
              </p:nvSpPr>
              <p:spPr bwMode="auto">
                <a:xfrm>
                  <a:off x="1768" y="3591"/>
                  <a:ext cx="24"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44" name="Group 540">
              <a:extLst>
                <a:ext uri="{FF2B5EF4-FFF2-40B4-BE49-F238E27FC236}">
                  <a16:creationId xmlns:a16="http://schemas.microsoft.com/office/drawing/2014/main" id="{C90FFD60-1D5A-0390-29BE-A9C3EAC8235F}"/>
                </a:ext>
              </a:extLst>
            </p:cNvPr>
            <p:cNvGrpSpPr>
              <a:grpSpLocks/>
            </p:cNvGrpSpPr>
            <p:nvPr/>
          </p:nvGrpSpPr>
          <p:grpSpPr bwMode="auto">
            <a:xfrm>
              <a:off x="1952" y="3567"/>
              <a:ext cx="415" cy="56"/>
              <a:chOff x="1952" y="3567"/>
              <a:chExt cx="415" cy="56"/>
            </a:xfrm>
            <a:grpFill/>
          </p:grpSpPr>
          <p:sp>
            <p:nvSpPr>
              <p:cNvPr id="104221" name="Freeform 541">
                <a:extLst>
                  <a:ext uri="{FF2B5EF4-FFF2-40B4-BE49-F238E27FC236}">
                    <a16:creationId xmlns:a16="http://schemas.microsoft.com/office/drawing/2014/main" id="{AABF91F4-37B9-D789-EB19-48E811D3428B}"/>
                  </a:ext>
                </a:extLst>
              </p:cNvPr>
              <p:cNvSpPr>
                <a:spLocks/>
              </p:cNvSpPr>
              <p:nvPr/>
            </p:nvSpPr>
            <p:spPr bwMode="auto">
              <a:xfrm>
                <a:off x="2255"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lumMod val="65000"/>
                  </a:schemeClr>
                </a:solidFill>
                <a:round/>
                <a:headEnd/>
                <a:tailEnd/>
              </a:ln>
            </p:spPr>
            <p:txBody>
              <a:bodyPr/>
              <a:lstStyle/>
              <a:p>
                <a:endParaRPr lang="en-US"/>
              </a:p>
            </p:txBody>
          </p:sp>
          <p:grpSp>
            <p:nvGrpSpPr>
              <p:cNvPr id="104222" name="Group 542">
                <a:extLst>
                  <a:ext uri="{FF2B5EF4-FFF2-40B4-BE49-F238E27FC236}">
                    <a16:creationId xmlns:a16="http://schemas.microsoft.com/office/drawing/2014/main" id="{BC0D1F63-8E86-B500-AB44-2A6A40EB6293}"/>
                  </a:ext>
                </a:extLst>
              </p:cNvPr>
              <p:cNvGrpSpPr>
                <a:grpSpLocks/>
              </p:cNvGrpSpPr>
              <p:nvPr/>
            </p:nvGrpSpPr>
            <p:grpSpPr bwMode="auto">
              <a:xfrm>
                <a:off x="1952" y="3591"/>
                <a:ext cx="295" cy="1"/>
                <a:chOff x="1952" y="3591"/>
                <a:chExt cx="295" cy="1"/>
              </a:xfrm>
              <a:grpFill/>
            </p:grpSpPr>
            <p:sp>
              <p:nvSpPr>
                <p:cNvPr id="104223" name="Line 543">
                  <a:extLst>
                    <a:ext uri="{FF2B5EF4-FFF2-40B4-BE49-F238E27FC236}">
                      <a16:creationId xmlns:a16="http://schemas.microsoft.com/office/drawing/2014/main" id="{3EA296F7-6CF0-EE78-AA5C-86C5B75C92A5}"/>
                    </a:ext>
                  </a:extLst>
                </p:cNvPr>
                <p:cNvSpPr>
                  <a:spLocks noChangeShapeType="1"/>
                </p:cNvSpPr>
                <p:nvPr/>
              </p:nvSpPr>
              <p:spPr bwMode="auto">
                <a:xfrm>
                  <a:off x="1952" y="3591"/>
                  <a:ext cx="24" cy="1"/>
                </a:xfrm>
                <a:prstGeom prst="line">
                  <a:avLst/>
                </a:prstGeom>
                <a:grpFill/>
                <a:ln w="12700">
                  <a:solidFill>
                    <a:schemeClr val="bg1">
                      <a:lumMod val="65000"/>
                    </a:schemeClr>
                  </a:solidFill>
                  <a:round/>
                  <a:headEnd/>
                  <a:tailEnd/>
                </a:ln>
              </p:spPr>
              <p:txBody>
                <a:bodyPr/>
                <a:lstStyle/>
                <a:p>
                  <a:endParaRPr lang="en-US"/>
                </a:p>
              </p:txBody>
            </p:sp>
            <p:sp>
              <p:nvSpPr>
                <p:cNvPr id="104224" name="Line 544">
                  <a:extLst>
                    <a:ext uri="{FF2B5EF4-FFF2-40B4-BE49-F238E27FC236}">
                      <a16:creationId xmlns:a16="http://schemas.microsoft.com/office/drawing/2014/main" id="{4DDED1BD-BB30-BDE8-CFD3-550473A39A0B}"/>
                    </a:ext>
                  </a:extLst>
                </p:cNvPr>
                <p:cNvSpPr>
                  <a:spLocks noChangeShapeType="1"/>
                </p:cNvSpPr>
                <p:nvPr/>
              </p:nvSpPr>
              <p:spPr bwMode="auto">
                <a:xfrm>
                  <a:off x="2008" y="3591"/>
                  <a:ext cx="23" cy="1"/>
                </a:xfrm>
                <a:prstGeom prst="line">
                  <a:avLst/>
                </a:prstGeom>
                <a:grpFill/>
                <a:ln w="12700">
                  <a:solidFill>
                    <a:schemeClr val="bg1">
                      <a:lumMod val="65000"/>
                    </a:schemeClr>
                  </a:solidFill>
                  <a:round/>
                  <a:headEnd/>
                  <a:tailEnd/>
                </a:ln>
              </p:spPr>
              <p:txBody>
                <a:bodyPr/>
                <a:lstStyle/>
                <a:p>
                  <a:endParaRPr lang="en-US"/>
                </a:p>
              </p:txBody>
            </p:sp>
            <p:sp>
              <p:nvSpPr>
                <p:cNvPr id="104225" name="Line 545">
                  <a:extLst>
                    <a:ext uri="{FF2B5EF4-FFF2-40B4-BE49-F238E27FC236}">
                      <a16:creationId xmlns:a16="http://schemas.microsoft.com/office/drawing/2014/main" id="{EB62225B-9876-4424-88C0-89463F89E8AC}"/>
                    </a:ext>
                  </a:extLst>
                </p:cNvPr>
                <p:cNvSpPr>
                  <a:spLocks noChangeShapeType="1"/>
                </p:cNvSpPr>
                <p:nvPr/>
              </p:nvSpPr>
              <p:spPr bwMode="auto">
                <a:xfrm>
                  <a:off x="2063" y="3591"/>
                  <a:ext cx="24" cy="1"/>
                </a:xfrm>
                <a:prstGeom prst="line">
                  <a:avLst/>
                </a:prstGeom>
                <a:grpFill/>
                <a:ln w="12700">
                  <a:solidFill>
                    <a:schemeClr val="bg1">
                      <a:lumMod val="65000"/>
                    </a:schemeClr>
                  </a:solidFill>
                  <a:round/>
                  <a:headEnd/>
                  <a:tailEnd/>
                </a:ln>
              </p:spPr>
              <p:txBody>
                <a:bodyPr/>
                <a:lstStyle/>
                <a:p>
                  <a:endParaRPr lang="en-US"/>
                </a:p>
              </p:txBody>
            </p:sp>
            <p:sp>
              <p:nvSpPr>
                <p:cNvPr id="104226" name="Line 546">
                  <a:extLst>
                    <a:ext uri="{FF2B5EF4-FFF2-40B4-BE49-F238E27FC236}">
                      <a16:creationId xmlns:a16="http://schemas.microsoft.com/office/drawing/2014/main" id="{61ED874F-7145-2955-5301-EB71F4ED294D}"/>
                    </a:ext>
                  </a:extLst>
                </p:cNvPr>
                <p:cNvSpPr>
                  <a:spLocks noChangeShapeType="1"/>
                </p:cNvSpPr>
                <p:nvPr/>
              </p:nvSpPr>
              <p:spPr bwMode="auto">
                <a:xfrm>
                  <a:off x="2119" y="3591"/>
                  <a:ext cx="24" cy="1"/>
                </a:xfrm>
                <a:prstGeom prst="line">
                  <a:avLst/>
                </a:prstGeom>
                <a:grpFill/>
                <a:ln w="12700">
                  <a:solidFill>
                    <a:schemeClr val="bg1">
                      <a:lumMod val="65000"/>
                    </a:schemeClr>
                  </a:solidFill>
                  <a:round/>
                  <a:headEnd/>
                  <a:tailEnd/>
                </a:ln>
              </p:spPr>
              <p:txBody>
                <a:bodyPr/>
                <a:lstStyle/>
                <a:p>
                  <a:endParaRPr lang="en-US"/>
                </a:p>
              </p:txBody>
            </p:sp>
            <p:sp>
              <p:nvSpPr>
                <p:cNvPr id="104227" name="Line 547">
                  <a:extLst>
                    <a:ext uri="{FF2B5EF4-FFF2-40B4-BE49-F238E27FC236}">
                      <a16:creationId xmlns:a16="http://schemas.microsoft.com/office/drawing/2014/main" id="{0741EE06-8187-4D90-BC72-FB682F01D0F4}"/>
                    </a:ext>
                  </a:extLst>
                </p:cNvPr>
                <p:cNvSpPr>
                  <a:spLocks noChangeShapeType="1"/>
                </p:cNvSpPr>
                <p:nvPr/>
              </p:nvSpPr>
              <p:spPr bwMode="auto">
                <a:xfrm>
                  <a:off x="2175" y="3591"/>
                  <a:ext cx="24" cy="1"/>
                </a:xfrm>
                <a:prstGeom prst="line">
                  <a:avLst/>
                </a:prstGeom>
                <a:grpFill/>
                <a:ln w="12700">
                  <a:solidFill>
                    <a:schemeClr val="bg1">
                      <a:lumMod val="65000"/>
                    </a:schemeClr>
                  </a:solidFill>
                  <a:round/>
                  <a:headEnd/>
                  <a:tailEnd/>
                </a:ln>
              </p:spPr>
              <p:txBody>
                <a:bodyPr/>
                <a:lstStyle/>
                <a:p>
                  <a:endParaRPr lang="en-US"/>
                </a:p>
              </p:txBody>
            </p:sp>
            <p:sp>
              <p:nvSpPr>
                <p:cNvPr id="104228" name="Line 548">
                  <a:extLst>
                    <a:ext uri="{FF2B5EF4-FFF2-40B4-BE49-F238E27FC236}">
                      <a16:creationId xmlns:a16="http://schemas.microsoft.com/office/drawing/2014/main" id="{21F66766-D58C-D129-05E6-C798D58CC1C6}"/>
                    </a:ext>
                  </a:extLst>
                </p:cNvPr>
                <p:cNvSpPr>
                  <a:spLocks noChangeShapeType="1"/>
                </p:cNvSpPr>
                <p:nvPr/>
              </p:nvSpPr>
              <p:spPr bwMode="auto">
                <a:xfrm>
                  <a:off x="2231" y="3591"/>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45" name="Group 549">
              <a:extLst>
                <a:ext uri="{FF2B5EF4-FFF2-40B4-BE49-F238E27FC236}">
                  <a16:creationId xmlns:a16="http://schemas.microsoft.com/office/drawing/2014/main" id="{B947AFA0-7023-C8FA-9BDE-43967FC17FDA}"/>
                </a:ext>
              </a:extLst>
            </p:cNvPr>
            <p:cNvGrpSpPr>
              <a:grpSpLocks/>
            </p:cNvGrpSpPr>
            <p:nvPr/>
          </p:nvGrpSpPr>
          <p:grpSpPr bwMode="auto">
            <a:xfrm>
              <a:off x="2407" y="3567"/>
              <a:ext cx="415" cy="56"/>
              <a:chOff x="2407" y="3567"/>
              <a:chExt cx="415" cy="56"/>
            </a:xfrm>
            <a:grpFill/>
          </p:grpSpPr>
          <p:sp>
            <p:nvSpPr>
              <p:cNvPr id="104213" name="Freeform 550">
                <a:extLst>
                  <a:ext uri="{FF2B5EF4-FFF2-40B4-BE49-F238E27FC236}">
                    <a16:creationId xmlns:a16="http://schemas.microsoft.com/office/drawing/2014/main" id="{21592164-19A8-BDD5-4BCC-BE1A2454812D}"/>
                  </a:ext>
                </a:extLst>
              </p:cNvPr>
              <p:cNvSpPr>
                <a:spLocks/>
              </p:cNvSpPr>
              <p:nvPr/>
            </p:nvSpPr>
            <p:spPr bwMode="auto">
              <a:xfrm>
                <a:off x="2710"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lumMod val="65000"/>
                  </a:schemeClr>
                </a:solidFill>
                <a:round/>
                <a:headEnd/>
                <a:tailEnd/>
              </a:ln>
            </p:spPr>
            <p:txBody>
              <a:bodyPr/>
              <a:lstStyle/>
              <a:p>
                <a:endParaRPr lang="en-US"/>
              </a:p>
            </p:txBody>
          </p:sp>
          <p:grpSp>
            <p:nvGrpSpPr>
              <p:cNvPr id="104214" name="Group 551">
                <a:extLst>
                  <a:ext uri="{FF2B5EF4-FFF2-40B4-BE49-F238E27FC236}">
                    <a16:creationId xmlns:a16="http://schemas.microsoft.com/office/drawing/2014/main" id="{BC1734ED-667F-361D-A09A-32AD6700D321}"/>
                  </a:ext>
                </a:extLst>
              </p:cNvPr>
              <p:cNvGrpSpPr>
                <a:grpSpLocks/>
              </p:cNvGrpSpPr>
              <p:nvPr/>
            </p:nvGrpSpPr>
            <p:grpSpPr bwMode="auto">
              <a:xfrm>
                <a:off x="2407" y="3591"/>
                <a:ext cx="295" cy="1"/>
                <a:chOff x="2407" y="3591"/>
                <a:chExt cx="295" cy="1"/>
              </a:xfrm>
              <a:grpFill/>
            </p:grpSpPr>
            <p:sp>
              <p:nvSpPr>
                <p:cNvPr id="104215" name="Line 552">
                  <a:extLst>
                    <a:ext uri="{FF2B5EF4-FFF2-40B4-BE49-F238E27FC236}">
                      <a16:creationId xmlns:a16="http://schemas.microsoft.com/office/drawing/2014/main" id="{2DADF19E-CE69-5D1D-1FE0-3F101E4CC182}"/>
                    </a:ext>
                  </a:extLst>
                </p:cNvPr>
                <p:cNvSpPr>
                  <a:spLocks noChangeShapeType="1"/>
                </p:cNvSpPr>
                <p:nvPr/>
              </p:nvSpPr>
              <p:spPr bwMode="auto">
                <a:xfrm>
                  <a:off x="2407" y="3591"/>
                  <a:ext cx="24" cy="1"/>
                </a:xfrm>
                <a:prstGeom prst="line">
                  <a:avLst/>
                </a:prstGeom>
                <a:grpFill/>
                <a:ln w="12700">
                  <a:solidFill>
                    <a:schemeClr val="bg1">
                      <a:lumMod val="65000"/>
                    </a:schemeClr>
                  </a:solidFill>
                  <a:round/>
                  <a:headEnd/>
                  <a:tailEnd/>
                </a:ln>
              </p:spPr>
              <p:txBody>
                <a:bodyPr/>
                <a:lstStyle/>
                <a:p>
                  <a:endParaRPr lang="en-US"/>
                </a:p>
              </p:txBody>
            </p:sp>
            <p:sp>
              <p:nvSpPr>
                <p:cNvPr id="104216" name="Line 553">
                  <a:extLst>
                    <a:ext uri="{FF2B5EF4-FFF2-40B4-BE49-F238E27FC236}">
                      <a16:creationId xmlns:a16="http://schemas.microsoft.com/office/drawing/2014/main" id="{5627844B-81F5-BE32-2475-3CA1EF15B42F}"/>
                    </a:ext>
                  </a:extLst>
                </p:cNvPr>
                <p:cNvSpPr>
                  <a:spLocks noChangeShapeType="1"/>
                </p:cNvSpPr>
                <p:nvPr/>
              </p:nvSpPr>
              <p:spPr bwMode="auto">
                <a:xfrm>
                  <a:off x="2463" y="3591"/>
                  <a:ext cx="24" cy="1"/>
                </a:xfrm>
                <a:prstGeom prst="line">
                  <a:avLst/>
                </a:prstGeom>
                <a:grpFill/>
                <a:ln w="12700">
                  <a:solidFill>
                    <a:schemeClr val="bg1">
                      <a:lumMod val="65000"/>
                    </a:schemeClr>
                  </a:solidFill>
                  <a:round/>
                  <a:headEnd/>
                  <a:tailEnd/>
                </a:ln>
              </p:spPr>
              <p:txBody>
                <a:bodyPr/>
                <a:lstStyle/>
                <a:p>
                  <a:endParaRPr lang="en-US"/>
                </a:p>
              </p:txBody>
            </p:sp>
            <p:sp>
              <p:nvSpPr>
                <p:cNvPr id="104217" name="Line 554">
                  <a:extLst>
                    <a:ext uri="{FF2B5EF4-FFF2-40B4-BE49-F238E27FC236}">
                      <a16:creationId xmlns:a16="http://schemas.microsoft.com/office/drawing/2014/main" id="{0924837E-D1C7-4866-F206-E46AB5C48AED}"/>
                    </a:ext>
                  </a:extLst>
                </p:cNvPr>
                <p:cNvSpPr>
                  <a:spLocks noChangeShapeType="1"/>
                </p:cNvSpPr>
                <p:nvPr/>
              </p:nvSpPr>
              <p:spPr bwMode="auto">
                <a:xfrm>
                  <a:off x="2518" y="3591"/>
                  <a:ext cx="24" cy="1"/>
                </a:xfrm>
                <a:prstGeom prst="line">
                  <a:avLst/>
                </a:prstGeom>
                <a:grpFill/>
                <a:ln w="12700">
                  <a:solidFill>
                    <a:schemeClr val="bg1">
                      <a:lumMod val="65000"/>
                    </a:schemeClr>
                  </a:solidFill>
                  <a:round/>
                  <a:headEnd/>
                  <a:tailEnd/>
                </a:ln>
              </p:spPr>
              <p:txBody>
                <a:bodyPr/>
                <a:lstStyle/>
                <a:p>
                  <a:endParaRPr lang="en-US"/>
                </a:p>
              </p:txBody>
            </p:sp>
            <p:sp>
              <p:nvSpPr>
                <p:cNvPr id="104218" name="Line 555">
                  <a:extLst>
                    <a:ext uri="{FF2B5EF4-FFF2-40B4-BE49-F238E27FC236}">
                      <a16:creationId xmlns:a16="http://schemas.microsoft.com/office/drawing/2014/main" id="{5771C35A-2755-99F0-ADC0-43E12480C470}"/>
                    </a:ext>
                  </a:extLst>
                </p:cNvPr>
                <p:cNvSpPr>
                  <a:spLocks noChangeShapeType="1"/>
                </p:cNvSpPr>
                <p:nvPr/>
              </p:nvSpPr>
              <p:spPr bwMode="auto">
                <a:xfrm>
                  <a:off x="2574" y="3591"/>
                  <a:ext cx="24" cy="1"/>
                </a:xfrm>
                <a:prstGeom prst="line">
                  <a:avLst/>
                </a:prstGeom>
                <a:grpFill/>
                <a:ln w="12700">
                  <a:solidFill>
                    <a:schemeClr val="bg1">
                      <a:lumMod val="65000"/>
                    </a:schemeClr>
                  </a:solidFill>
                  <a:round/>
                  <a:headEnd/>
                  <a:tailEnd/>
                </a:ln>
              </p:spPr>
              <p:txBody>
                <a:bodyPr/>
                <a:lstStyle/>
                <a:p>
                  <a:endParaRPr lang="en-US"/>
                </a:p>
              </p:txBody>
            </p:sp>
            <p:sp>
              <p:nvSpPr>
                <p:cNvPr id="104219" name="Line 556">
                  <a:extLst>
                    <a:ext uri="{FF2B5EF4-FFF2-40B4-BE49-F238E27FC236}">
                      <a16:creationId xmlns:a16="http://schemas.microsoft.com/office/drawing/2014/main" id="{E7F3F6E9-8912-3AFF-27A0-FC3F1140E30B}"/>
                    </a:ext>
                  </a:extLst>
                </p:cNvPr>
                <p:cNvSpPr>
                  <a:spLocks noChangeShapeType="1"/>
                </p:cNvSpPr>
                <p:nvPr/>
              </p:nvSpPr>
              <p:spPr bwMode="auto">
                <a:xfrm>
                  <a:off x="2630" y="3591"/>
                  <a:ext cx="24" cy="1"/>
                </a:xfrm>
                <a:prstGeom prst="line">
                  <a:avLst/>
                </a:prstGeom>
                <a:grpFill/>
                <a:ln w="12700">
                  <a:solidFill>
                    <a:schemeClr val="bg1">
                      <a:lumMod val="65000"/>
                    </a:schemeClr>
                  </a:solidFill>
                  <a:round/>
                  <a:headEnd/>
                  <a:tailEnd/>
                </a:ln>
              </p:spPr>
              <p:txBody>
                <a:bodyPr/>
                <a:lstStyle/>
                <a:p>
                  <a:endParaRPr lang="en-US"/>
                </a:p>
              </p:txBody>
            </p:sp>
            <p:sp>
              <p:nvSpPr>
                <p:cNvPr id="104220" name="Line 557">
                  <a:extLst>
                    <a:ext uri="{FF2B5EF4-FFF2-40B4-BE49-F238E27FC236}">
                      <a16:creationId xmlns:a16="http://schemas.microsoft.com/office/drawing/2014/main" id="{D4CCDE22-B6DA-9BD3-3F02-D6D3609B94CE}"/>
                    </a:ext>
                  </a:extLst>
                </p:cNvPr>
                <p:cNvSpPr>
                  <a:spLocks noChangeShapeType="1"/>
                </p:cNvSpPr>
                <p:nvPr/>
              </p:nvSpPr>
              <p:spPr bwMode="auto">
                <a:xfrm>
                  <a:off x="2686" y="3591"/>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46" name="Group 558">
              <a:extLst>
                <a:ext uri="{FF2B5EF4-FFF2-40B4-BE49-F238E27FC236}">
                  <a16:creationId xmlns:a16="http://schemas.microsoft.com/office/drawing/2014/main" id="{DE02909A-B965-35FD-8083-998480059CFD}"/>
                </a:ext>
              </a:extLst>
            </p:cNvPr>
            <p:cNvGrpSpPr>
              <a:grpSpLocks/>
            </p:cNvGrpSpPr>
            <p:nvPr/>
          </p:nvGrpSpPr>
          <p:grpSpPr bwMode="auto">
            <a:xfrm>
              <a:off x="1952" y="2376"/>
              <a:ext cx="886" cy="290"/>
              <a:chOff x="1952" y="2376"/>
              <a:chExt cx="886" cy="290"/>
            </a:xfrm>
            <a:grpFill/>
          </p:grpSpPr>
          <p:sp>
            <p:nvSpPr>
              <p:cNvPr id="104211" name="Freeform 559">
                <a:extLst>
                  <a:ext uri="{FF2B5EF4-FFF2-40B4-BE49-F238E27FC236}">
                    <a16:creationId xmlns:a16="http://schemas.microsoft.com/office/drawing/2014/main" id="{221E78F6-F938-3F4B-C7D0-86ED95C7D425}"/>
                  </a:ext>
                </a:extLst>
              </p:cNvPr>
              <p:cNvSpPr>
                <a:spLocks/>
              </p:cNvSpPr>
              <p:nvPr/>
            </p:nvSpPr>
            <p:spPr bwMode="auto">
              <a:xfrm>
                <a:off x="2702" y="2586"/>
                <a:ext cx="136" cy="80"/>
              </a:xfrm>
              <a:custGeom>
                <a:avLst/>
                <a:gdLst>
                  <a:gd name="T0" fmla="*/ 136 w 136"/>
                  <a:gd name="T1" fmla="*/ 80 h 80"/>
                  <a:gd name="T2" fmla="*/ 0 w 136"/>
                  <a:gd name="T3" fmla="*/ 64 h 80"/>
                  <a:gd name="T4" fmla="*/ 8 w 136"/>
                  <a:gd name="T5" fmla="*/ 32 h 80"/>
                  <a:gd name="T6" fmla="*/ 16 w 136"/>
                  <a:gd name="T7" fmla="*/ 0 h 80"/>
                  <a:gd name="T8" fmla="*/ 136 w 136"/>
                  <a:gd name="T9" fmla="*/ 80 h 80"/>
                  <a:gd name="T10" fmla="*/ 0 60000 65536"/>
                  <a:gd name="T11" fmla="*/ 0 60000 65536"/>
                  <a:gd name="T12" fmla="*/ 0 60000 65536"/>
                  <a:gd name="T13" fmla="*/ 0 60000 65536"/>
                  <a:gd name="T14" fmla="*/ 0 60000 65536"/>
                  <a:gd name="T15" fmla="*/ 0 w 136"/>
                  <a:gd name="T16" fmla="*/ 0 h 80"/>
                  <a:gd name="T17" fmla="*/ 136 w 136"/>
                  <a:gd name="T18" fmla="*/ 80 h 80"/>
                </a:gdLst>
                <a:ahLst/>
                <a:cxnLst>
                  <a:cxn ang="T10">
                    <a:pos x="T0" y="T1"/>
                  </a:cxn>
                  <a:cxn ang="T11">
                    <a:pos x="T2" y="T3"/>
                  </a:cxn>
                  <a:cxn ang="T12">
                    <a:pos x="T4" y="T5"/>
                  </a:cxn>
                  <a:cxn ang="T13">
                    <a:pos x="T6" y="T7"/>
                  </a:cxn>
                  <a:cxn ang="T14">
                    <a:pos x="T8" y="T9"/>
                  </a:cxn>
                </a:cxnLst>
                <a:rect l="T15" t="T16" r="T17" b="T18"/>
                <a:pathLst>
                  <a:path w="136" h="80">
                    <a:moveTo>
                      <a:pt x="136" y="80"/>
                    </a:moveTo>
                    <a:lnTo>
                      <a:pt x="0" y="64"/>
                    </a:lnTo>
                    <a:lnTo>
                      <a:pt x="8" y="32"/>
                    </a:lnTo>
                    <a:lnTo>
                      <a:pt x="16" y="0"/>
                    </a:lnTo>
                    <a:lnTo>
                      <a:pt x="136" y="80"/>
                    </a:lnTo>
                    <a:close/>
                  </a:path>
                </a:pathLst>
              </a:custGeom>
              <a:grpFill/>
              <a:ln w="9525">
                <a:solidFill>
                  <a:schemeClr val="bg1">
                    <a:lumMod val="65000"/>
                  </a:schemeClr>
                </a:solidFill>
                <a:round/>
                <a:headEnd/>
                <a:tailEnd/>
              </a:ln>
            </p:spPr>
            <p:txBody>
              <a:bodyPr/>
              <a:lstStyle/>
              <a:p>
                <a:endParaRPr lang="en-US"/>
              </a:p>
            </p:txBody>
          </p:sp>
          <p:sp>
            <p:nvSpPr>
              <p:cNvPr id="104212" name="Line 560">
                <a:extLst>
                  <a:ext uri="{FF2B5EF4-FFF2-40B4-BE49-F238E27FC236}">
                    <a16:creationId xmlns:a16="http://schemas.microsoft.com/office/drawing/2014/main" id="{01F75B8A-5813-5276-9C34-6343D23F8DD7}"/>
                  </a:ext>
                </a:extLst>
              </p:cNvPr>
              <p:cNvSpPr>
                <a:spLocks noChangeShapeType="1"/>
              </p:cNvSpPr>
              <p:nvPr/>
            </p:nvSpPr>
            <p:spPr bwMode="auto">
              <a:xfrm>
                <a:off x="1952" y="2376"/>
                <a:ext cx="766" cy="244"/>
              </a:xfrm>
              <a:prstGeom prst="line">
                <a:avLst/>
              </a:prstGeom>
              <a:grpFill/>
              <a:ln w="25400">
                <a:solidFill>
                  <a:schemeClr val="bg1">
                    <a:lumMod val="65000"/>
                  </a:schemeClr>
                </a:solidFill>
                <a:round/>
                <a:headEnd/>
                <a:tailEnd/>
              </a:ln>
            </p:spPr>
            <p:txBody>
              <a:bodyPr/>
              <a:lstStyle/>
              <a:p>
                <a:endParaRPr lang="en-US"/>
              </a:p>
            </p:txBody>
          </p:sp>
        </p:grpSp>
        <p:grpSp>
          <p:nvGrpSpPr>
            <p:cNvPr id="103547" name="Group 561">
              <a:extLst>
                <a:ext uri="{FF2B5EF4-FFF2-40B4-BE49-F238E27FC236}">
                  <a16:creationId xmlns:a16="http://schemas.microsoft.com/office/drawing/2014/main" id="{8B3D2C5B-27FD-93F9-2FAF-F3CEA345F48F}"/>
                </a:ext>
              </a:extLst>
            </p:cNvPr>
            <p:cNvGrpSpPr>
              <a:grpSpLocks/>
            </p:cNvGrpSpPr>
            <p:nvPr/>
          </p:nvGrpSpPr>
          <p:grpSpPr bwMode="auto">
            <a:xfrm>
              <a:off x="1481" y="2084"/>
              <a:ext cx="1373" cy="1507"/>
              <a:chOff x="1481" y="2084"/>
              <a:chExt cx="1373" cy="1507"/>
            </a:xfrm>
            <a:grpFill/>
          </p:grpSpPr>
          <p:sp>
            <p:nvSpPr>
              <p:cNvPr id="104209" name="Freeform 562">
                <a:extLst>
                  <a:ext uri="{FF2B5EF4-FFF2-40B4-BE49-F238E27FC236}">
                    <a16:creationId xmlns:a16="http://schemas.microsoft.com/office/drawing/2014/main" id="{0C47FD61-E86A-FB97-59B2-41C7C942615B}"/>
                  </a:ext>
                </a:extLst>
              </p:cNvPr>
              <p:cNvSpPr>
                <a:spLocks/>
              </p:cNvSpPr>
              <p:nvPr/>
            </p:nvSpPr>
            <p:spPr bwMode="auto">
              <a:xfrm>
                <a:off x="2742" y="2084"/>
                <a:ext cx="112" cy="119"/>
              </a:xfrm>
              <a:custGeom>
                <a:avLst/>
                <a:gdLst>
                  <a:gd name="T0" fmla="*/ 112 w 112"/>
                  <a:gd name="T1" fmla="*/ 0 h 119"/>
                  <a:gd name="T2" fmla="*/ 48 w 112"/>
                  <a:gd name="T3" fmla="*/ 119 h 119"/>
                  <a:gd name="T4" fmla="*/ 24 w 112"/>
                  <a:gd name="T5" fmla="*/ 96 h 119"/>
                  <a:gd name="T6" fmla="*/ 0 w 112"/>
                  <a:gd name="T7" fmla="*/ 72 h 119"/>
                  <a:gd name="T8" fmla="*/ 112 w 112"/>
                  <a:gd name="T9" fmla="*/ 0 h 119"/>
                  <a:gd name="T10" fmla="*/ 0 60000 65536"/>
                  <a:gd name="T11" fmla="*/ 0 60000 65536"/>
                  <a:gd name="T12" fmla="*/ 0 60000 65536"/>
                  <a:gd name="T13" fmla="*/ 0 60000 65536"/>
                  <a:gd name="T14" fmla="*/ 0 60000 65536"/>
                  <a:gd name="T15" fmla="*/ 0 w 112"/>
                  <a:gd name="T16" fmla="*/ 0 h 119"/>
                  <a:gd name="T17" fmla="*/ 112 w 112"/>
                  <a:gd name="T18" fmla="*/ 119 h 119"/>
                </a:gdLst>
                <a:ahLst/>
                <a:cxnLst>
                  <a:cxn ang="T10">
                    <a:pos x="T0" y="T1"/>
                  </a:cxn>
                  <a:cxn ang="T11">
                    <a:pos x="T2" y="T3"/>
                  </a:cxn>
                  <a:cxn ang="T12">
                    <a:pos x="T4" y="T5"/>
                  </a:cxn>
                  <a:cxn ang="T13">
                    <a:pos x="T6" y="T7"/>
                  </a:cxn>
                  <a:cxn ang="T14">
                    <a:pos x="T8" y="T9"/>
                  </a:cxn>
                </a:cxnLst>
                <a:rect l="T15" t="T16" r="T17" b="T18"/>
                <a:pathLst>
                  <a:path w="112" h="119">
                    <a:moveTo>
                      <a:pt x="112" y="0"/>
                    </a:moveTo>
                    <a:lnTo>
                      <a:pt x="48" y="119"/>
                    </a:lnTo>
                    <a:lnTo>
                      <a:pt x="24" y="96"/>
                    </a:lnTo>
                    <a:lnTo>
                      <a:pt x="0" y="72"/>
                    </a:lnTo>
                    <a:lnTo>
                      <a:pt x="112" y="0"/>
                    </a:lnTo>
                    <a:close/>
                  </a:path>
                </a:pathLst>
              </a:custGeom>
              <a:grpFill/>
              <a:ln w="9525">
                <a:solidFill>
                  <a:schemeClr val="bg1">
                    <a:lumMod val="65000"/>
                  </a:schemeClr>
                </a:solidFill>
                <a:round/>
                <a:headEnd/>
                <a:tailEnd/>
              </a:ln>
            </p:spPr>
            <p:txBody>
              <a:bodyPr/>
              <a:lstStyle/>
              <a:p>
                <a:endParaRPr lang="en-US"/>
              </a:p>
            </p:txBody>
          </p:sp>
          <p:sp>
            <p:nvSpPr>
              <p:cNvPr id="104210" name="Line 563">
                <a:extLst>
                  <a:ext uri="{FF2B5EF4-FFF2-40B4-BE49-F238E27FC236}">
                    <a16:creationId xmlns:a16="http://schemas.microsoft.com/office/drawing/2014/main" id="{7DEF7DA3-7723-A2C3-16BE-A0A65C40E337}"/>
                  </a:ext>
                </a:extLst>
              </p:cNvPr>
              <p:cNvSpPr>
                <a:spLocks noChangeShapeType="1"/>
              </p:cNvSpPr>
              <p:nvPr/>
            </p:nvSpPr>
            <p:spPr bwMode="auto">
              <a:xfrm flipV="1">
                <a:off x="1481" y="2172"/>
                <a:ext cx="1291" cy="1419"/>
              </a:xfrm>
              <a:prstGeom prst="line">
                <a:avLst/>
              </a:prstGeom>
              <a:grpFill/>
              <a:ln w="25400">
                <a:solidFill>
                  <a:schemeClr val="bg1">
                    <a:lumMod val="65000"/>
                  </a:schemeClr>
                </a:solidFill>
                <a:round/>
                <a:headEnd/>
                <a:tailEnd/>
              </a:ln>
            </p:spPr>
            <p:txBody>
              <a:bodyPr/>
              <a:lstStyle/>
              <a:p>
                <a:endParaRPr lang="en-US"/>
              </a:p>
            </p:txBody>
          </p:sp>
        </p:grpSp>
        <p:grpSp>
          <p:nvGrpSpPr>
            <p:cNvPr id="103548" name="Group 564">
              <a:extLst>
                <a:ext uri="{FF2B5EF4-FFF2-40B4-BE49-F238E27FC236}">
                  <a16:creationId xmlns:a16="http://schemas.microsoft.com/office/drawing/2014/main" id="{36156485-CE18-6B17-1552-0CDFFFDCED17}"/>
                </a:ext>
              </a:extLst>
            </p:cNvPr>
            <p:cNvGrpSpPr>
              <a:grpSpLocks/>
            </p:cNvGrpSpPr>
            <p:nvPr/>
          </p:nvGrpSpPr>
          <p:grpSpPr bwMode="auto">
            <a:xfrm>
              <a:off x="1944" y="2076"/>
              <a:ext cx="902" cy="885"/>
              <a:chOff x="1944" y="2076"/>
              <a:chExt cx="902" cy="885"/>
            </a:xfrm>
            <a:grpFill/>
          </p:grpSpPr>
          <p:sp>
            <p:nvSpPr>
              <p:cNvPr id="104207" name="Freeform 565">
                <a:extLst>
                  <a:ext uri="{FF2B5EF4-FFF2-40B4-BE49-F238E27FC236}">
                    <a16:creationId xmlns:a16="http://schemas.microsoft.com/office/drawing/2014/main" id="{C92E48C3-0196-0FD8-C4A8-E5F9F0C6373B}"/>
                  </a:ext>
                </a:extLst>
              </p:cNvPr>
              <p:cNvSpPr>
                <a:spLocks/>
              </p:cNvSpPr>
              <p:nvPr/>
            </p:nvSpPr>
            <p:spPr bwMode="auto">
              <a:xfrm>
                <a:off x="2726" y="2850"/>
                <a:ext cx="120" cy="111"/>
              </a:xfrm>
              <a:custGeom>
                <a:avLst/>
                <a:gdLst>
                  <a:gd name="T0" fmla="*/ 120 w 120"/>
                  <a:gd name="T1" fmla="*/ 111 h 111"/>
                  <a:gd name="T2" fmla="*/ 0 w 120"/>
                  <a:gd name="T3" fmla="*/ 47 h 111"/>
                  <a:gd name="T4" fmla="*/ 24 w 120"/>
                  <a:gd name="T5" fmla="*/ 23 h 111"/>
                  <a:gd name="T6" fmla="*/ 48 w 120"/>
                  <a:gd name="T7" fmla="*/ 0 h 111"/>
                  <a:gd name="T8" fmla="*/ 120 w 120"/>
                  <a:gd name="T9" fmla="*/ 111 h 111"/>
                  <a:gd name="T10" fmla="*/ 0 60000 65536"/>
                  <a:gd name="T11" fmla="*/ 0 60000 65536"/>
                  <a:gd name="T12" fmla="*/ 0 60000 65536"/>
                  <a:gd name="T13" fmla="*/ 0 60000 65536"/>
                  <a:gd name="T14" fmla="*/ 0 60000 65536"/>
                  <a:gd name="T15" fmla="*/ 0 w 120"/>
                  <a:gd name="T16" fmla="*/ 0 h 111"/>
                  <a:gd name="T17" fmla="*/ 120 w 120"/>
                  <a:gd name="T18" fmla="*/ 111 h 111"/>
                </a:gdLst>
                <a:ahLst/>
                <a:cxnLst>
                  <a:cxn ang="T10">
                    <a:pos x="T0" y="T1"/>
                  </a:cxn>
                  <a:cxn ang="T11">
                    <a:pos x="T2" y="T3"/>
                  </a:cxn>
                  <a:cxn ang="T12">
                    <a:pos x="T4" y="T5"/>
                  </a:cxn>
                  <a:cxn ang="T13">
                    <a:pos x="T6" y="T7"/>
                  </a:cxn>
                  <a:cxn ang="T14">
                    <a:pos x="T8" y="T9"/>
                  </a:cxn>
                </a:cxnLst>
                <a:rect l="T15" t="T16" r="T17" b="T18"/>
                <a:pathLst>
                  <a:path w="120" h="111">
                    <a:moveTo>
                      <a:pt x="120" y="111"/>
                    </a:moveTo>
                    <a:lnTo>
                      <a:pt x="0" y="47"/>
                    </a:lnTo>
                    <a:lnTo>
                      <a:pt x="24" y="23"/>
                    </a:lnTo>
                    <a:lnTo>
                      <a:pt x="48" y="0"/>
                    </a:lnTo>
                    <a:lnTo>
                      <a:pt x="120" y="111"/>
                    </a:lnTo>
                    <a:close/>
                  </a:path>
                </a:pathLst>
              </a:custGeom>
              <a:grpFill/>
              <a:ln w="9525">
                <a:solidFill>
                  <a:schemeClr val="bg1">
                    <a:lumMod val="65000"/>
                  </a:schemeClr>
                </a:solidFill>
                <a:round/>
                <a:headEnd/>
                <a:tailEnd/>
              </a:ln>
            </p:spPr>
            <p:txBody>
              <a:bodyPr/>
              <a:lstStyle/>
              <a:p>
                <a:endParaRPr lang="en-US"/>
              </a:p>
            </p:txBody>
          </p:sp>
          <p:sp>
            <p:nvSpPr>
              <p:cNvPr id="104208" name="Line 566">
                <a:extLst>
                  <a:ext uri="{FF2B5EF4-FFF2-40B4-BE49-F238E27FC236}">
                    <a16:creationId xmlns:a16="http://schemas.microsoft.com/office/drawing/2014/main" id="{09EBA489-71D2-3651-43AD-5CEB7EB59892}"/>
                  </a:ext>
                </a:extLst>
              </p:cNvPr>
              <p:cNvSpPr>
                <a:spLocks noChangeShapeType="1"/>
              </p:cNvSpPr>
              <p:nvPr/>
            </p:nvSpPr>
            <p:spPr bwMode="auto">
              <a:xfrm>
                <a:off x="1944" y="2076"/>
                <a:ext cx="814" cy="805"/>
              </a:xfrm>
              <a:prstGeom prst="line">
                <a:avLst/>
              </a:prstGeom>
              <a:grpFill/>
              <a:ln w="25400">
                <a:solidFill>
                  <a:schemeClr val="bg1">
                    <a:lumMod val="65000"/>
                  </a:schemeClr>
                </a:solidFill>
                <a:round/>
                <a:headEnd/>
                <a:tailEnd/>
              </a:ln>
            </p:spPr>
            <p:txBody>
              <a:bodyPr/>
              <a:lstStyle/>
              <a:p>
                <a:endParaRPr lang="en-US"/>
              </a:p>
            </p:txBody>
          </p:sp>
        </p:grpSp>
        <p:grpSp>
          <p:nvGrpSpPr>
            <p:cNvPr id="103549" name="Group 567">
              <a:extLst>
                <a:ext uri="{FF2B5EF4-FFF2-40B4-BE49-F238E27FC236}">
                  <a16:creationId xmlns:a16="http://schemas.microsoft.com/office/drawing/2014/main" id="{1A2A928C-0F04-3054-2777-F559A2590327}"/>
                </a:ext>
              </a:extLst>
            </p:cNvPr>
            <p:cNvGrpSpPr>
              <a:grpSpLocks/>
            </p:cNvGrpSpPr>
            <p:nvPr/>
          </p:nvGrpSpPr>
          <p:grpSpPr bwMode="auto">
            <a:xfrm>
              <a:off x="1489" y="2379"/>
              <a:ext cx="902" cy="893"/>
              <a:chOff x="1489" y="2379"/>
              <a:chExt cx="902" cy="893"/>
            </a:xfrm>
            <a:grpFill/>
          </p:grpSpPr>
          <p:sp>
            <p:nvSpPr>
              <p:cNvPr id="104205" name="Freeform 568">
                <a:extLst>
                  <a:ext uri="{FF2B5EF4-FFF2-40B4-BE49-F238E27FC236}">
                    <a16:creationId xmlns:a16="http://schemas.microsoft.com/office/drawing/2014/main" id="{619D772F-E0AB-F5E3-66A0-3D54B82ACD63}"/>
                  </a:ext>
                </a:extLst>
              </p:cNvPr>
              <p:cNvSpPr>
                <a:spLocks/>
              </p:cNvSpPr>
              <p:nvPr/>
            </p:nvSpPr>
            <p:spPr bwMode="auto">
              <a:xfrm>
                <a:off x="2271" y="3153"/>
                <a:ext cx="120" cy="119"/>
              </a:xfrm>
              <a:custGeom>
                <a:avLst/>
                <a:gdLst>
                  <a:gd name="T0" fmla="*/ 120 w 120"/>
                  <a:gd name="T1" fmla="*/ 119 h 119"/>
                  <a:gd name="T2" fmla="*/ 0 w 120"/>
                  <a:gd name="T3" fmla="*/ 48 h 119"/>
                  <a:gd name="T4" fmla="*/ 24 w 120"/>
                  <a:gd name="T5" fmla="*/ 24 h 119"/>
                  <a:gd name="T6" fmla="*/ 48 w 120"/>
                  <a:gd name="T7" fmla="*/ 0 h 119"/>
                  <a:gd name="T8" fmla="*/ 120 w 120"/>
                  <a:gd name="T9" fmla="*/ 119 h 119"/>
                  <a:gd name="T10" fmla="*/ 0 60000 65536"/>
                  <a:gd name="T11" fmla="*/ 0 60000 65536"/>
                  <a:gd name="T12" fmla="*/ 0 60000 65536"/>
                  <a:gd name="T13" fmla="*/ 0 60000 65536"/>
                  <a:gd name="T14" fmla="*/ 0 60000 65536"/>
                  <a:gd name="T15" fmla="*/ 0 w 120"/>
                  <a:gd name="T16" fmla="*/ 0 h 119"/>
                  <a:gd name="T17" fmla="*/ 120 w 120"/>
                  <a:gd name="T18" fmla="*/ 119 h 119"/>
                </a:gdLst>
                <a:ahLst/>
                <a:cxnLst>
                  <a:cxn ang="T10">
                    <a:pos x="T0" y="T1"/>
                  </a:cxn>
                  <a:cxn ang="T11">
                    <a:pos x="T2" y="T3"/>
                  </a:cxn>
                  <a:cxn ang="T12">
                    <a:pos x="T4" y="T5"/>
                  </a:cxn>
                  <a:cxn ang="T13">
                    <a:pos x="T6" y="T7"/>
                  </a:cxn>
                  <a:cxn ang="T14">
                    <a:pos x="T8" y="T9"/>
                  </a:cxn>
                </a:cxnLst>
                <a:rect l="T15" t="T16" r="T17" b="T18"/>
                <a:pathLst>
                  <a:path w="120" h="119">
                    <a:moveTo>
                      <a:pt x="120" y="119"/>
                    </a:moveTo>
                    <a:lnTo>
                      <a:pt x="0" y="48"/>
                    </a:lnTo>
                    <a:lnTo>
                      <a:pt x="24" y="24"/>
                    </a:lnTo>
                    <a:lnTo>
                      <a:pt x="48" y="0"/>
                    </a:lnTo>
                    <a:lnTo>
                      <a:pt x="120" y="119"/>
                    </a:lnTo>
                    <a:close/>
                  </a:path>
                </a:pathLst>
              </a:custGeom>
              <a:grpFill/>
              <a:ln w="9525">
                <a:solidFill>
                  <a:schemeClr val="bg1">
                    <a:lumMod val="65000"/>
                  </a:schemeClr>
                </a:solidFill>
                <a:round/>
                <a:headEnd/>
                <a:tailEnd/>
              </a:ln>
            </p:spPr>
            <p:txBody>
              <a:bodyPr/>
              <a:lstStyle/>
              <a:p>
                <a:endParaRPr lang="en-US"/>
              </a:p>
            </p:txBody>
          </p:sp>
          <p:sp>
            <p:nvSpPr>
              <p:cNvPr id="104206" name="Line 569">
                <a:extLst>
                  <a:ext uri="{FF2B5EF4-FFF2-40B4-BE49-F238E27FC236}">
                    <a16:creationId xmlns:a16="http://schemas.microsoft.com/office/drawing/2014/main" id="{6EB5D4C9-4310-D024-B89C-0DDF57C09FFE}"/>
                  </a:ext>
                </a:extLst>
              </p:cNvPr>
              <p:cNvSpPr>
                <a:spLocks noChangeShapeType="1"/>
              </p:cNvSpPr>
              <p:nvPr/>
            </p:nvSpPr>
            <p:spPr bwMode="auto">
              <a:xfrm>
                <a:off x="1489" y="2379"/>
                <a:ext cx="814" cy="805"/>
              </a:xfrm>
              <a:prstGeom prst="line">
                <a:avLst/>
              </a:prstGeom>
              <a:grpFill/>
              <a:ln w="25400">
                <a:solidFill>
                  <a:schemeClr val="bg1">
                    <a:lumMod val="65000"/>
                  </a:schemeClr>
                </a:solidFill>
                <a:round/>
                <a:headEnd/>
                <a:tailEnd/>
              </a:ln>
            </p:spPr>
            <p:txBody>
              <a:bodyPr/>
              <a:lstStyle/>
              <a:p>
                <a:endParaRPr lang="en-US"/>
              </a:p>
            </p:txBody>
          </p:sp>
        </p:grpSp>
        <p:grpSp>
          <p:nvGrpSpPr>
            <p:cNvPr id="103550" name="Group 570">
              <a:extLst>
                <a:ext uri="{FF2B5EF4-FFF2-40B4-BE49-F238E27FC236}">
                  <a16:creationId xmlns:a16="http://schemas.microsoft.com/office/drawing/2014/main" id="{C7E5F66A-6309-C912-1175-9237484A08B9}"/>
                </a:ext>
              </a:extLst>
            </p:cNvPr>
            <p:cNvGrpSpPr>
              <a:grpSpLocks/>
            </p:cNvGrpSpPr>
            <p:nvPr/>
          </p:nvGrpSpPr>
          <p:grpSpPr bwMode="auto">
            <a:xfrm>
              <a:off x="3311" y="2387"/>
              <a:ext cx="437" cy="590"/>
              <a:chOff x="3311" y="2387"/>
              <a:chExt cx="437" cy="590"/>
            </a:xfrm>
            <a:grpFill/>
          </p:grpSpPr>
          <p:sp>
            <p:nvSpPr>
              <p:cNvPr id="104203" name="Freeform 571">
                <a:extLst>
                  <a:ext uri="{FF2B5EF4-FFF2-40B4-BE49-F238E27FC236}">
                    <a16:creationId xmlns:a16="http://schemas.microsoft.com/office/drawing/2014/main" id="{FF6FC730-DC61-1213-FC3F-76F9FB375915}"/>
                  </a:ext>
                </a:extLst>
              </p:cNvPr>
              <p:cNvSpPr>
                <a:spLocks/>
              </p:cNvSpPr>
              <p:nvPr/>
            </p:nvSpPr>
            <p:spPr bwMode="auto">
              <a:xfrm>
                <a:off x="3644" y="2387"/>
                <a:ext cx="104" cy="128"/>
              </a:xfrm>
              <a:custGeom>
                <a:avLst/>
                <a:gdLst>
                  <a:gd name="T0" fmla="*/ 104 w 104"/>
                  <a:gd name="T1" fmla="*/ 0 h 128"/>
                  <a:gd name="T2" fmla="*/ 56 w 104"/>
                  <a:gd name="T3" fmla="*/ 128 h 128"/>
                  <a:gd name="T4" fmla="*/ 24 w 104"/>
                  <a:gd name="T5" fmla="*/ 104 h 128"/>
                  <a:gd name="T6" fmla="*/ 0 w 104"/>
                  <a:gd name="T7" fmla="*/ 88 h 128"/>
                  <a:gd name="T8" fmla="*/ 104 w 104"/>
                  <a:gd name="T9" fmla="*/ 0 h 128"/>
                  <a:gd name="T10" fmla="*/ 0 60000 65536"/>
                  <a:gd name="T11" fmla="*/ 0 60000 65536"/>
                  <a:gd name="T12" fmla="*/ 0 60000 65536"/>
                  <a:gd name="T13" fmla="*/ 0 60000 65536"/>
                  <a:gd name="T14" fmla="*/ 0 60000 65536"/>
                  <a:gd name="T15" fmla="*/ 0 w 104"/>
                  <a:gd name="T16" fmla="*/ 0 h 128"/>
                  <a:gd name="T17" fmla="*/ 104 w 104"/>
                  <a:gd name="T18" fmla="*/ 128 h 128"/>
                </a:gdLst>
                <a:ahLst/>
                <a:cxnLst>
                  <a:cxn ang="T10">
                    <a:pos x="T0" y="T1"/>
                  </a:cxn>
                  <a:cxn ang="T11">
                    <a:pos x="T2" y="T3"/>
                  </a:cxn>
                  <a:cxn ang="T12">
                    <a:pos x="T4" y="T5"/>
                  </a:cxn>
                  <a:cxn ang="T13">
                    <a:pos x="T6" y="T7"/>
                  </a:cxn>
                  <a:cxn ang="T14">
                    <a:pos x="T8" y="T9"/>
                  </a:cxn>
                </a:cxnLst>
                <a:rect l="T15" t="T16" r="T17" b="T18"/>
                <a:pathLst>
                  <a:path w="104" h="128">
                    <a:moveTo>
                      <a:pt x="104" y="0"/>
                    </a:moveTo>
                    <a:lnTo>
                      <a:pt x="56" y="128"/>
                    </a:lnTo>
                    <a:lnTo>
                      <a:pt x="24" y="104"/>
                    </a:lnTo>
                    <a:lnTo>
                      <a:pt x="0" y="88"/>
                    </a:lnTo>
                    <a:lnTo>
                      <a:pt x="104" y="0"/>
                    </a:lnTo>
                    <a:close/>
                  </a:path>
                </a:pathLst>
              </a:custGeom>
              <a:grpFill/>
              <a:ln w="9525">
                <a:solidFill>
                  <a:schemeClr val="bg1">
                    <a:lumMod val="65000"/>
                  </a:schemeClr>
                </a:solidFill>
                <a:round/>
                <a:headEnd/>
                <a:tailEnd/>
              </a:ln>
            </p:spPr>
            <p:txBody>
              <a:bodyPr/>
              <a:lstStyle/>
              <a:p>
                <a:endParaRPr lang="en-US"/>
              </a:p>
            </p:txBody>
          </p:sp>
          <p:sp>
            <p:nvSpPr>
              <p:cNvPr id="104204" name="Line 572">
                <a:extLst>
                  <a:ext uri="{FF2B5EF4-FFF2-40B4-BE49-F238E27FC236}">
                    <a16:creationId xmlns:a16="http://schemas.microsoft.com/office/drawing/2014/main" id="{3377B963-C295-4A67-66E6-ADD783363E94}"/>
                  </a:ext>
                </a:extLst>
              </p:cNvPr>
              <p:cNvSpPr>
                <a:spLocks noChangeShapeType="1"/>
              </p:cNvSpPr>
              <p:nvPr/>
            </p:nvSpPr>
            <p:spPr bwMode="auto">
              <a:xfrm flipV="1">
                <a:off x="3311" y="2483"/>
                <a:ext cx="362" cy="494"/>
              </a:xfrm>
              <a:prstGeom prst="line">
                <a:avLst/>
              </a:prstGeom>
              <a:grpFill/>
              <a:ln w="25400">
                <a:solidFill>
                  <a:schemeClr val="bg1">
                    <a:lumMod val="65000"/>
                  </a:schemeClr>
                </a:solidFill>
                <a:round/>
                <a:headEnd/>
                <a:tailEnd/>
              </a:ln>
            </p:spPr>
            <p:txBody>
              <a:bodyPr/>
              <a:lstStyle/>
              <a:p>
                <a:endParaRPr lang="en-US"/>
              </a:p>
            </p:txBody>
          </p:sp>
        </p:grpSp>
        <p:grpSp>
          <p:nvGrpSpPr>
            <p:cNvPr id="103551" name="Group 573">
              <a:extLst>
                <a:ext uri="{FF2B5EF4-FFF2-40B4-BE49-F238E27FC236}">
                  <a16:creationId xmlns:a16="http://schemas.microsoft.com/office/drawing/2014/main" id="{DE333CC3-62AF-AEA7-D1CC-2B5F14D3685F}"/>
                </a:ext>
              </a:extLst>
            </p:cNvPr>
            <p:cNvGrpSpPr>
              <a:grpSpLocks/>
            </p:cNvGrpSpPr>
            <p:nvPr/>
          </p:nvGrpSpPr>
          <p:grpSpPr bwMode="auto">
            <a:xfrm>
              <a:off x="3772" y="2387"/>
              <a:ext cx="894" cy="596"/>
              <a:chOff x="3772" y="2387"/>
              <a:chExt cx="894" cy="596"/>
            </a:xfrm>
            <a:grpFill/>
          </p:grpSpPr>
          <p:sp>
            <p:nvSpPr>
              <p:cNvPr id="104201" name="Freeform 574">
                <a:extLst>
                  <a:ext uri="{FF2B5EF4-FFF2-40B4-BE49-F238E27FC236}">
                    <a16:creationId xmlns:a16="http://schemas.microsoft.com/office/drawing/2014/main" id="{C549B5C2-635C-2959-69FE-8E7EDC630D14}"/>
                  </a:ext>
                </a:extLst>
              </p:cNvPr>
              <p:cNvSpPr>
                <a:spLocks/>
              </p:cNvSpPr>
              <p:nvPr/>
            </p:nvSpPr>
            <p:spPr bwMode="auto">
              <a:xfrm>
                <a:off x="4538" y="2387"/>
                <a:ext cx="128" cy="96"/>
              </a:xfrm>
              <a:custGeom>
                <a:avLst/>
                <a:gdLst>
                  <a:gd name="T0" fmla="*/ 128 w 128"/>
                  <a:gd name="T1" fmla="*/ 0 h 96"/>
                  <a:gd name="T2" fmla="*/ 32 w 128"/>
                  <a:gd name="T3" fmla="*/ 96 h 96"/>
                  <a:gd name="T4" fmla="*/ 16 w 128"/>
                  <a:gd name="T5" fmla="*/ 72 h 96"/>
                  <a:gd name="T6" fmla="*/ 0 w 128"/>
                  <a:gd name="T7" fmla="*/ 40 h 96"/>
                  <a:gd name="T8" fmla="*/ 128 w 128"/>
                  <a:gd name="T9" fmla="*/ 0 h 96"/>
                  <a:gd name="T10" fmla="*/ 0 60000 65536"/>
                  <a:gd name="T11" fmla="*/ 0 60000 65536"/>
                  <a:gd name="T12" fmla="*/ 0 60000 65536"/>
                  <a:gd name="T13" fmla="*/ 0 60000 65536"/>
                  <a:gd name="T14" fmla="*/ 0 60000 65536"/>
                  <a:gd name="T15" fmla="*/ 0 w 128"/>
                  <a:gd name="T16" fmla="*/ 0 h 96"/>
                  <a:gd name="T17" fmla="*/ 128 w 128"/>
                  <a:gd name="T18" fmla="*/ 96 h 96"/>
                </a:gdLst>
                <a:ahLst/>
                <a:cxnLst>
                  <a:cxn ang="T10">
                    <a:pos x="T0" y="T1"/>
                  </a:cxn>
                  <a:cxn ang="T11">
                    <a:pos x="T2" y="T3"/>
                  </a:cxn>
                  <a:cxn ang="T12">
                    <a:pos x="T4" y="T5"/>
                  </a:cxn>
                  <a:cxn ang="T13">
                    <a:pos x="T6" y="T7"/>
                  </a:cxn>
                  <a:cxn ang="T14">
                    <a:pos x="T8" y="T9"/>
                  </a:cxn>
                </a:cxnLst>
                <a:rect l="T15" t="T16" r="T17" b="T18"/>
                <a:pathLst>
                  <a:path w="128" h="96">
                    <a:moveTo>
                      <a:pt x="128" y="0"/>
                    </a:moveTo>
                    <a:lnTo>
                      <a:pt x="32" y="96"/>
                    </a:lnTo>
                    <a:lnTo>
                      <a:pt x="16" y="72"/>
                    </a:lnTo>
                    <a:lnTo>
                      <a:pt x="0" y="40"/>
                    </a:lnTo>
                    <a:lnTo>
                      <a:pt x="128" y="0"/>
                    </a:lnTo>
                    <a:close/>
                  </a:path>
                </a:pathLst>
              </a:custGeom>
              <a:grpFill/>
              <a:ln w="9525">
                <a:solidFill>
                  <a:schemeClr val="bg1">
                    <a:lumMod val="65000"/>
                  </a:schemeClr>
                </a:solidFill>
                <a:round/>
                <a:headEnd/>
                <a:tailEnd/>
              </a:ln>
            </p:spPr>
            <p:txBody>
              <a:bodyPr/>
              <a:lstStyle/>
              <a:p>
                <a:endParaRPr lang="en-US"/>
              </a:p>
            </p:txBody>
          </p:sp>
          <p:sp>
            <p:nvSpPr>
              <p:cNvPr id="104202" name="Line 575">
                <a:extLst>
                  <a:ext uri="{FF2B5EF4-FFF2-40B4-BE49-F238E27FC236}">
                    <a16:creationId xmlns:a16="http://schemas.microsoft.com/office/drawing/2014/main" id="{8B14C9F3-2626-B764-7A1A-18491A29C878}"/>
                  </a:ext>
                </a:extLst>
              </p:cNvPr>
              <p:cNvSpPr>
                <a:spLocks noChangeShapeType="1"/>
              </p:cNvSpPr>
              <p:nvPr/>
            </p:nvSpPr>
            <p:spPr bwMode="auto">
              <a:xfrm flipV="1">
                <a:off x="3772" y="2454"/>
                <a:ext cx="790" cy="529"/>
              </a:xfrm>
              <a:prstGeom prst="line">
                <a:avLst/>
              </a:prstGeom>
              <a:grpFill/>
              <a:ln w="25400">
                <a:solidFill>
                  <a:schemeClr val="bg1">
                    <a:lumMod val="65000"/>
                  </a:schemeClr>
                </a:solidFill>
                <a:round/>
                <a:headEnd/>
                <a:tailEnd/>
              </a:ln>
            </p:spPr>
            <p:txBody>
              <a:bodyPr/>
              <a:lstStyle/>
              <a:p>
                <a:endParaRPr lang="en-US"/>
              </a:p>
            </p:txBody>
          </p:sp>
        </p:grpSp>
        <p:grpSp>
          <p:nvGrpSpPr>
            <p:cNvPr id="103552" name="Group 576">
              <a:extLst>
                <a:ext uri="{FF2B5EF4-FFF2-40B4-BE49-F238E27FC236}">
                  <a16:creationId xmlns:a16="http://schemas.microsoft.com/office/drawing/2014/main" id="{AB73BCAA-E4F2-6C43-F83A-3BB136E187F6}"/>
                </a:ext>
              </a:extLst>
            </p:cNvPr>
            <p:cNvGrpSpPr>
              <a:grpSpLocks/>
            </p:cNvGrpSpPr>
            <p:nvPr/>
          </p:nvGrpSpPr>
          <p:grpSpPr bwMode="auto">
            <a:xfrm>
              <a:off x="3788" y="2076"/>
              <a:ext cx="886" cy="290"/>
              <a:chOff x="3788" y="2076"/>
              <a:chExt cx="886" cy="290"/>
            </a:xfrm>
            <a:grpFill/>
          </p:grpSpPr>
          <p:sp>
            <p:nvSpPr>
              <p:cNvPr id="104199" name="Freeform 577">
                <a:extLst>
                  <a:ext uri="{FF2B5EF4-FFF2-40B4-BE49-F238E27FC236}">
                    <a16:creationId xmlns:a16="http://schemas.microsoft.com/office/drawing/2014/main" id="{45F0CD63-42D5-7C72-F625-E225497FB5BC}"/>
                  </a:ext>
                </a:extLst>
              </p:cNvPr>
              <p:cNvSpPr>
                <a:spLocks/>
              </p:cNvSpPr>
              <p:nvPr/>
            </p:nvSpPr>
            <p:spPr bwMode="auto">
              <a:xfrm>
                <a:off x="4530" y="2076"/>
                <a:ext cx="144" cy="80"/>
              </a:xfrm>
              <a:custGeom>
                <a:avLst/>
                <a:gdLst>
                  <a:gd name="T0" fmla="*/ 144 w 144"/>
                  <a:gd name="T1" fmla="*/ 0 h 80"/>
                  <a:gd name="T2" fmla="*/ 24 w 144"/>
                  <a:gd name="T3" fmla="*/ 80 h 80"/>
                  <a:gd name="T4" fmla="*/ 16 w 144"/>
                  <a:gd name="T5" fmla="*/ 48 h 80"/>
                  <a:gd name="T6" fmla="*/ 0 w 144"/>
                  <a:gd name="T7" fmla="*/ 16 h 80"/>
                  <a:gd name="T8" fmla="*/ 144 w 144"/>
                  <a:gd name="T9" fmla="*/ 0 h 80"/>
                  <a:gd name="T10" fmla="*/ 0 60000 65536"/>
                  <a:gd name="T11" fmla="*/ 0 60000 65536"/>
                  <a:gd name="T12" fmla="*/ 0 60000 65536"/>
                  <a:gd name="T13" fmla="*/ 0 60000 65536"/>
                  <a:gd name="T14" fmla="*/ 0 60000 65536"/>
                  <a:gd name="T15" fmla="*/ 0 w 144"/>
                  <a:gd name="T16" fmla="*/ 0 h 80"/>
                  <a:gd name="T17" fmla="*/ 144 w 144"/>
                  <a:gd name="T18" fmla="*/ 80 h 80"/>
                </a:gdLst>
                <a:ahLst/>
                <a:cxnLst>
                  <a:cxn ang="T10">
                    <a:pos x="T0" y="T1"/>
                  </a:cxn>
                  <a:cxn ang="T11">
                    <a:pos x="T2" y="T3"/>
                  </a:cxn>
                  <a:cxn ang="T12">
                    <a:pos x="T4" y="T5"/>
                  </a:cxn>
                  <a:cxn ang="T13">
                    <a:pos x="T6" y="T7"/>
                  </a:cxn>
                  <a:cxn ang="T14">
                    <a:pos x="T8" y="T9"/>
                  </a:cxn>
                </a:cxnLst>
                <a:rect l="T15" t="T16" r="T17" b="T18"/>
                <a:pathLst>
                  <a:path w="144" h="80">
                    <a:moveTo>
                      <a:pt x="144" y="0"/>
                    </a:moveTo>
                    <a:lnTo>
                      <a:pt x="24" y="80"/>
                    </a:lnTo>
                    <a:lnTo>
                      <a:pt x="16" y="48"/>
                    </a:lnTo>
                    <a:lnTo>
                      <a:pt x="0" y="16"/>
                    </a:lnTo>
                    <a:lnTo>
                      <a:pt x="144" y="0"/>
                    </a:lnTo>
                    <a:close/>
                  </a:path>
                </a:pathLst>
              </a:custGeom>
              <a:grpFill/>
              <a:ln w="9525">
                <a:solidFill>
                  <a:schemeClr val="bg1">
                    <a:lumMod val="65000"/>
                  </a:schemeClr>
                </a:solidFill>
                <a:round/>
                <a:headEnd/>
                <a:tailEnd/>
              </a:ln>
            </p:spPr>
            <p:txBody>
              <a:bodyPr/>
              <a:lstStyle/>
              <a:p>
                <a:endParaRPr lang="en-US"/>
              </a:p>
            </p:txBody>
          </p:sp>
          <p:sp>
            <p:nvSpPr>
              <p:cNvPr id="104200" name="Line 578">
                <a:extLst>
                  <a:ext uri="{FF2B5EF4-FFF2-40B4-BE49-F238E27FC236}">
                    <a16:creationId xmlns:a16="http://schemas.microsoft.com/office/drawing/2014/main" id="{E8AFE48C-B48A-F23B-559E-5AD181A3E479}"/>
                  </a:ext>
                </a:extLst>
              </p:cNvPr>
              <p:cNvSpPr>
                <a:spLocks noChangeShapeType="1"/>
              </p:cNvSpPr>
              <p:nvPr/>
            </p:nvSpPr>
            <p:spPr bwMode="auto">
              <a:xfrm flipV="1">
                <a:off x="3788" y="2122"/>
                <a:ext cx="766" cy="244"/>
              </a:xfrm>
              <a:prstGeom prst="line">
                <a:avLst/>
              </a:prstGeom>
              <a:grpFill/>
              <a:ln w="25400">
                <a:solidFill>
                  <a:schemeClr val="bg1">
                    <a:lumMod val="65000"/>
                  </a:schemeClr>
                </a:solidFill>
                <a:round/>
                <a:headEnd/>
                <a:tailEnd/>
              </a:ln>
            </p:spPr>
            <p:txBody>
              <a:bodyPr/>
              <a:lstStyle/>
              <a:p>
                <a:endParaRPr lang="en-US"/>
              </a:p>
            </p:txBody>
          </p:sp>
        </p:grpSp>
        <p:grpSp>
          <p:nvGrpSpPr>
            <p:cNvPr id="103553" name="Group 579">
              <a:extLst>
                <a:ext uri="{FF2B5EF4-FFF2-40B4-BE49-F238E27FC236}">
                  <a16:creationId xmlns:a16="http://schemas.microsoft.com/office/drawing/2014/main" id="{D8284D95-EDC1-CE3E-B673-82F54D2F3273}"/>
                </a:ext>
              </a:extLst>
            </p:cNvPr>
            <p:cNvGrpSpPr>
              <a:grpSpLocks/>
            </p:cNvGrpSpPr>
            <p:nvPr/>
          </p:nvGrpSpPr>
          <p:grpSpPr bwMode="auto">
            <a:xfrm>
              <a:off x="3317" y="1769"/>
              <a:ext cx="886" cy="283"/>
              <a:chOff x="3317" y="1769"/>
              <a:chExt cx="886" cy="283"/>
            </a:xfrm>
            <a:grpFill/>
          </p:grpSpPr>
          <p:sp>
            <p:nvSpPr>
              <p:cNvPr id="104197" name="Freeform 580">
                <a:extLst>
                  <a:ext uri="{FF2B5EF4-FFF2-40B4-BE49-F238E27FC236}">
                    <a16:creationId xmlns:a16="http://schemas.microsoft.com/office/drawing/2014/main" id="{264B2582-848C-A2E2-5B91-EDEE54566A55}"/>
                  </a:ext>
                </a:extLst>
              </p:cNvPr>
              <p:cNvSpPr>
                <a:spLocks/>
              </p:cNvSpPr>
              <p:nvPr/>
            </p:nvSpPr>
            <p:spPr bwMode="auto">
              <a:xfrm>
                <a:off x="4067" y="1980"/>
                <a:ext cx="136" cy="72"/>
              </a:xfrm>
              <a:custGeom>
                <a:avLst/>
                <a:gdLst>
                  <a:gd name="T0" fmla="*/ 136 w 136"/>
                  <a:gd name="T1" fmla="*/ 72 h 72"/>
                  <a:gd name="T2" fmla="*/ 0 w 136"/>
                  <a:gd name="T3" fmla="*/ 64 h 72"/>
                  <a:gd name="T4" fmla="*/ 8 w 136"/>
                  <a:gd name="T5" fmla="*/ 32 h 72"/>
                  <a:gd name="T6" fmla="*/ 24 w 136"/>
                  <a:gd name="T7" fmla="*/ 0 h 72"/>
                  <a:gd name="T8" fmla="*/ 136 w 136"/>
                  <a:gd name="T9" fmla="*/ 72 h 72"/>
                  <a:gd name="T10" fmla="*/ 0 60000 65536"/>
                  <a:gd name="T11" fmla="*/ 0 60000 65536"/>
                  <a:gd name="T12" fmla="*/ 0 60000 65536"/>
                  <a:gd name="T13" fmla="*/ 0 60000 65536"/>
                  <a:gd name="T14" fmla="*/ 0 60000 65536"/>
                  <a:gd name="T15" fmla="*/ 0 w 136"/>
                  <a:gd name="T16" fmla="*/ 0 h 72"/>
                  <a:gd name="T17" fmla="*/ 136 w 136"/>
                  <a:gd name="T18" fmla="*/ 72 h 72"/>
                </a:gdLst>
                <a:ahLst/>
                <a:cxnLst>
                  <a:cxn ang="T10">
                    <a:pos x="T0" y="T1"/>
                  </a:cxn>
                  <a:cxn ang="T11">
                    <a:pos x="T2" y="T3"/>
                  </a:cxn>
                  <a:cxn ang="T12">
                    <a:pos x="T4" y="T5"/>
                  </a:cxn>
                  <a:cxn ang="T13">
                    <a:pos x="T6" y="T7"/>
                  </a:cxn>
                  <a:cxn ang="T14">
                    <a:pos x="T8" y="T9"/>
                  </a:cxn>
                </a:cxnLst>
                <a:rect l="T15" t="T16" r="T17" b="T18"/>
                <a:pathLst>
                  <a:path w="136" h="72">
                    <a:moveTo>
                      <a:pt x="136" y="72"/>
                    </a:moveTo>
                    <a:lnTo>
                      <a:pt x="0" y="64"/>
                    </a:lnTo>
                    <a:lnTo>
                      <a:pt x="8" y="32"/>
                    </a:lnTo>
                    <a:lnTo>
                      <a:pt x="24" y="0"/>
                    </a:lnTo>
                    <a:lnTo>
                      <a:pt x="136" y="72"/>
                    </a:lnTo>
                    <a:close/>
                  </a:path>
                </a:pathLst>
              </a:custGeom>
              <a:grpFill/>
              <a:ln w="9525">
                <a:solidFill>
                  <a:schemeClr val="bg1">
                    <a:lumMod val="65000"/>
                  </a:schemeClr>
                </a:solidFill>
                <a:round/>
                <a:headEnd/>
                <a:tailEnd/>
              </a:ln>
            </p:spPr>
            <p:txBody>
              <a:bodyPr/>
              <a:lstStyle/>
              <a:p>
                <a:endParaRPr lang="en-US"/>
              </a:p>
            </p:txBody>
          </p:sp>
          <p:sp>
            <p:nvSpPr>
              <p:cNvPr id="104198" name="Line 581">
                <a:extLst>
                  <a:ext uri="{FF2B5EF4-FFF2-40B4-BE49-F238E27FC236}">
                    <a16:creationId xmlns:a16="http://schemas.microsoft.com/office/drawing/2014/main" id="{DDC4670E-D0DA-0C60-ABE7-699153F8B761}"/>
                  </a:ext>
                </a:extLst>
              </p:cNvPr>
              <p:cNvSpPr>
                <a:spLocks noChangeShapeType="1"/>
              </p:cNvSpPr>
              <p:nvPr/>
            </p:nvSpPr>
            <p:spPr bwMode="auto">
              <a:xfrm>
                <a:off x="3317" y="1769"/>
                <a:ext cx="766" cy="244"/>
              </a:xfrm>
              <a:prstGeom prst="line">
                <a:avLst/>
              </a:prstGeom>
              <a:grpFill/>
              <a:ln w="25400">
                <a:solidFill>
                  <a:schemeClr val="bg1">
                    <a:lumMod val="65000"/>
                  </a:schemeClr>
                </a:solidFill>
                <a:round/>
                <a:headEnd/>
                <a:tailEnd/>
              </a:ln>
            </p:spPr>
            <p:txBody>
              <a:bodyPr/>
              <a:lstStyle/>
              <a:p>
                <a:endParaRPr lang="en-US"/>
              </a:p>
            </p:txBody>
          </p:sp>
        </p:grpSp>
        <p:sp>
          <p:nvSpPr>
            <p:cNvPr id="103554" name="Oval 582">
              <a:extLst>
                <a:ext uri="{FF2B5EF4-FFF2-40B4-BE49-F238E27FC236}">
                  <a16:creationId xmlns:a16="http://schemas.microsoft.com/office/drawing/2014/main" id="{4CB2D177-93B8-58C0-A44E-2AB1E45331D9}"/>
                </a:ext>
              </a:extLst>
            </p:cNvPr>
            <p:cNvSpPr>
              <a:spLocks noChangeArrowheads="1"/>
            </p:cNvSpPr>
            <p:nvPr/>
          </p:nvSpPr>
          <p:spPr bwMode="auto">
            <a:xfrm>
              <a:off x="3293" y="1741"/>
              <a:ext cx="32" cy="40"/>
            </a:xfrm>
            <a:prstGeom prst="ellipse">
              <a:avLst/>
            </a:prstGeom>
            <a:grpFill/>
            <a:ln w="9525">
              <a:solidFill>
                <a:schemeClr val="bg1">
                  <a:lumMod val="65000"/>
                </a:schemeClr>
              </a:solidFill>
              <a:round/>
              <a:headEnd/>
              <a:tailEnd/>
            </a:ln>
          </p:spPr>
          <p:txBody>
            <a:bodyPr/>
            <a:lstStyle/>
            <a:p>
              <a:endParaRPr lang="en-US"/>
            </a:p>
          </p:txBody>
        </p:sp>
        <p:sp>
          <p:nvSpPr>
            <p:cNvPr id="103555" name="Oval 583">
              <a:extLst>
                <a:ext uri="{FF2B5EF4-FFF2-40B4-BE49-F238E27FC236}">
                  <a16:creationId xmlns:a16="http://schemas.microsoft.com/office/drawing/2014/main" id="{BA7AD0B3-B78B-5341-063C-DEB18A1E7946}"/>
                </a:ext>
              </a:extLst>
            </p:cNvPr>
            <p:cNvSpPr>
              <a:spLocks noChangeArrowheads="1"/>
            </p:cNvSpPr>
            <p:nvPr/>
          </p:nvSpPr>
          <p:spPr bwMode="auto">
            <a:xfrm>
              <a:off x="3293" y="1741"/>
              <a:ext cx="32" cy="40"/>
            </a:xfrm>
            <a:prstGeom prst="ellipse">
              <a:avLst/>
            </a:prstGeom>
            <a:grpFill/>
            <a:ln w="25400">
              <a:solidFill>
                <a:schemeClr val="bg1">
                  <a:lumMod val="65000"/>
                </a:schemeClr>
              </a:solidFill>
              <a:round/>
              <a:headEnd/>
              <a:tailEnd/>
            </a:ln>
          </p:spPr>
          <p:txBody>
            <a:bodyPr/>
            <a:lstStyle/>
            <a:p>
              <a:endParaRPr lang="en-US"/>
            </a:p>
          </p:txBody>
        </p:sp>
        <p:sp>
          <p:nvSpPr>
            <p:cNvPr id="103556" name="Oval 584">
              <a:extLst>
                <a:ext uri="{FF2B5EF4-FFF2-40B4-BE49-F238E27FC236}">
                  <a16:creationId xmlns:a16="http://schemas.microsoft.com/office/drawing/2014/main" id="{1FB65DDA-13B2-05C4-C17A-6E83E3582111}"/>
                </a:ext>
              </a:extLst>
            </p:cNvPr>
            <p:cNvSpPr>
              <a:spLocks noChangeArrowheads="1"/>
            </p:cNvSpPr>
            <p:nvPr/>
          </p:nvSpPr>
          <p:spPr bwMode="auto">
            <a:xfrm>
              <a:off x="3293" y="2044"/>
              <a:ext cx="32" cy="40"/>
            </a:xfrm>
            <a:prstGeom prst="ellipse">
              <a:avLst/>
            </a:prstGeom>
            <a:grpFill/>
            <a:ln w="9525">
              <a:solidFill>
                <a:schemeClr val="bg1">
                  <a:lumMod val="65000"/>
                </a:schemeClr>
              </a:solidFill>
              <a:round/>
              <a:headEnd/>
              <a:tailEnd/>
            </a:ln>
          </p:spPr>
          <p:txBody>
            <a:bodyPr/>
            <a:lstStyle/>
            <a:p>
              <a:endParaRPr lang="en-US"/>
            </a:p>
          </p:txBody>
        </p:sp>
        <p:sp>
          <p:nvSpPr>
            <p:cNvPr id="103557" name="Oval 585">
              <a:extLst>
                <a:ext uri="{FF2B5EF4-FFF2-40B4-BE49-F238E27FC236}">
                  <a16:creationId xmlns:a16="http://schemas.microsoft.com/office/drawing/2014/main" id="{762CAB8A-DAD7-9B8F-D06F-8C21E635EE8E}"/>
                </a:ext>
              </a:extLst>
            </p:cNvPr>
            <p:cNvSpPr>
              <a:spLocks noChangeArrowheads="1"/>
            </p:cNvSpPr>
            <p:nvPr/>
          </p:nvSpPr>
          <p:spPr bwMode="auto">
            <a:xfrm>
              <a:off x="3293" y="2044"/>
              <a:ext cx="32" cy="40"/>
            </a:xfrm>
            <a:prstGeom prst="ellipse">
              <a:avLst/>
            </a:prstGeom>
            <a:grpFill/>
            <a:ln w="25400">
              <a:solidFill>
                <a:schemeClr val="bg1">
                  <a:lumMod val="65000"/>
                </a:schemeClr>
              </a:solidFill>
              <a:round/>
              <a:headEnd/>
              <a:tailEnd/>
            </a:ln>
          </p:spPr>
          <p:txBody>
            <a:bodyPr/>
            <a:lstStyle/>
            <a:p>
              <a:endParaRPr lang="en-US"/>
            </a:p>
          </p:txBody>
        </p:sp>
        <p:sp>
          <p:nvSpPr>
            <p:cNvPr id="103558" name="Oval 586">
              <a:extLst>
                <a:ext uri="{FF2B5EF4-FFF2-40B4-BE49-F238E27FC236}">
                  <a16:creationId xmlns:a16="http://schemas.microsoft.com/office/drawing/2014/main" id="{98939DD5-6786-F63A-BC83-87D6C9AE43D0}"/>
                </a:ext>
              </a:extLst>
            </p:cNvPr>
            <p:cNvSpPr>
              <a:spLocks noChangeArrowheads="1"/>
            </p:cNvSpPr>
            <p:nvPr/>
          </p:nvSpPr>
          <p:spPr bwMode="auto">
            <a:xfrm>
              <a:off x="3293" y="2355"/>
              <a:ext cx="32" cy="32"/>
            </a:xfrm>
            <a:prstGeom prst="ellipse">
              <a:avLst/>
            </a:prstGeom>
            <a:grpFill/>
            <a:ln w="9525">
              <a:solidFill>
                <a:schemeClr val="bg1">
                  <a:lumMod val="65000"/>
                </a:schemeClr>
              </a:solidFill>
              <a:round/>
              <a:headEnd/>
              <a:tailEnd/>
            </a:ln>
          </p:spPr>
          <p:txBody>
            <a:bodyPr/>
            <a:lstStyle/>
            <a:p>
              <a:endParaRPr lang="en-US"/>
            </a:p>
          </p:txBody>
        </p:sp>
        <p:sp>
          <p:nvSpPr>
            <p:cNvPr id="103559" name="Oval 587">
              <a:extLst>
                <a:ext uri="{FF2B5EF4-FFF2-40B4-BE49-F238E27FC236}">
                  <a16:creationId xmlns:a16="http://schemas.microsoft.com/office/drawing/2014/main" id="{8B70803B-F3F9-9F4A-22CE-4C079AEDCDC5}"/>
                </a:ext>
              </a:extLst>
            </p:cNvPr>
            <p:cNvSpPr>
              <a:spLocks noChangeArrowheads="1"/>
            </p:cNvSpPr>
            <p:nvPr/>
          </p:nvSpPr>
          <p:spPr bwMode="auto">
            <a:xfrm>
              <a:off x="3293" y="2355"/>
              <a:ext cx="32" cy="32"/>
            </a:xfrm>
            <a:prstGeom prst="ellipse">
              <a:avLst/>
            </a:prstGeom>
            <a:grpFill/>
            <a:ln w="25400">
              <a:solidFill>
                <a:schemeClr val="bg1">
                  <a:lumMod val="65000"/>
                </a:schemeClr>
              </a:solidFill>
              <a:round/>
              <a:headEnd/>
              <a:tailEnd/>
            </a:ln>
          </p:spPr>
          <p:txBody>
            <a:bodyPr/>
            <a:lstStyle/>
            <a:p>
              <a:endParaRPr lang="en-US"/>
            </a:p>
          </p:txBody>
        </p:sp>
        <p:sp>
          <p:nvSpPr>
            <p:cNvPr id="103560" name="Oval 588">
              <a:extLst>
                <a:ext uri="{FF2B5EF4-FFF2-40B4-BE49-F238E27FC236}">
                  <a16:creationId xmlns:a16="http://schemas.microsoft.com/office/drawing/2014/main" id="{40F4DE93-A0FA-5436-1396-8E72AC7CA504}"/>
                </a:ext>
              </a:extLst>
            </p:cNvPr>
            <p:cNvSpPr>
              <a:spLocks noChangeArrowheads="1"/>
            </p:cNvSpPr>
            <p:nvPr/>
          </p:nvSpPr>
          <p:spPr bwMode="auto">
            <a:xfrm>
              <a:off x="3293" y="2658"/>
              <a:ext cx="32" cy="40"/>
            </a:xfrm>
            <a:prstGeom prst="ellipse">
              <a:avLst/>
            </a:prstGeom>
            <a:grpFill/>
            <a:ln w="9525">
              <a:solidFill>
                <a:schemeClr val="bg1">
                  <a:lumMod val="65000"/>
                </a:schemeClr>
              </a:solidFill>
              <a:round/>
              <a:headEnd/>
              <a:tailEnd/>
            </a:ln>
          </p:spPr>
          <p:txBody>
            <a:bodyPr/>
            <a:lstStyle/>
            <a:p>
              <a:endParaRPr lang="en-US"/>
            </a:p>
          </p:txBody>
        </p:sp>
        <p:sp>
          <p:nvSpPr>
            <p:cNvPr id="103561" name="Oval 589">
              <a:extLst>
                <a:ext uri="{FF2B5EF4-FFF2-40B4-BE49-F238E27FC236}">
                  <a16:creationId xmlns:a16="http://schemas.microsoft.com/office/drawing/2014/main" id="{D1286D57-6412-3C3D-94E2-0E7C2462BCAE}"/>
                </a:ext>
              </a:extLst>
            </p:cNvPr>
            <p:cNvSpPr>
              <a:spLocks noChangeArrowheads="1"/>
            </p:cNvSpPr>
            <p:nvPr/>
          </p:nvSpPr>
          <p:spPr bwMode="auto">
            <a:xfrm>
              <a:off x="3293" y="2658"/>
              <a:ext cx="32" cy="40"/>
            </a:xfrm>
            <a:prstGeom prst="ellipse">
              <a:avLst/>
            </a:prstGeom>
            <a:grpFill/>
            <a:ln w="25400">
              <a:solidFill>
                <a:schemeClr val="bg1">
                  <a:lumMod val="65000"/>
                </a:schemeClr>
              </a:solidFill>
              <a:round/>
              <a:headEnd/>
              <a:tailEnd/>
            </a:ln>
          </p:spPr>
          <p:txBody>
            <a:bodyPr/>
            <a:lstStyle/>
            <a:p>
              <a:endParaRPr lang="en-US"/>
            </a:p>
          </p:txBody>
        </p:sp>
        <p:sp>
          <p:nvSpPr>
            <p:cNvPr id="103562" name="Oval 590">
              <a:extLst>
                <a:ext uri="{FF2B5EF4-FFF2-40B4-BE49-F238E27FC236}">
                  <a16:creationId xmlns:a16="http://schemas.microsoft.com/office/drawing/2014/main" id="{F0D12F27-4E27-D4EE-9E96-D589A48C8C56}"/>
                </a:ext>
              </a:extLst>
            </p:cNvPr>
            <p:cNvSpPr>
              <a:spLocks noChangeArrowheads="1"/>
            </p:cNvSpPr>
            <p:nvPr/>
          </p:nvSpPr>
          <p:spPr bwMode="auto">
            <a:xfrm>
              <a:off x="3285" y="2969"/>
              <a:ext cx="32" cy="32"/>
            </a:xfrm>
            <a:prstGeom prst="ellipse">
              <a:avLst/>
            </a:prstGeom>
            <a:grpFill/>
            <a:ln w="9525">
              <a:solidFill>
                <a:schemeClr val="bg1">
                  <a:lumMod val="65000"/>
                </a:schemeClr>
              </a:solidFill>
              <a:round/>
              <a:headEnd/>
              <a:tailEnd/>
            </a:ln>
          </p:spPr>
          <p:txBody>
            <a:bodyPr/>
            <a:lstStyle/>
            <a:p>
              <a:endParaRPr lang="en-US"/>
            </a:p>
          </p:txBody>
        </p:sp>
        <p:sp>
          <p:nvSpPr>
            <p:cNvPr id="103563" name="Oval 591">
              <a:extLst>
                <a:ext uri="{FF2B5EF4-FFF2-40B4-BE49-F238E27FC236}">
                  <a16:creationId xmlns:a16="http://schemas.microsoft.com/office/drawing/2014/main" id="{555275B9-B106-6EEF-E8B9-459989B33153}"/>
                </a:ext>
              </a:extLst>
            </p:cNvPr>
            <p:cNvSpPr>
              <a:spLocks noChangeArrowheads="1"/>
            </p:cNvSpPr>
            <p:nvPr/>
          </p:nvSpPr>
          <p:spPr bwMode="auto">
            <a:xfrm>
              <a:off x="3285" y="2969"/>
              <a:ext cx="32" cy="32"/>
            </a:xfrm>
            <a:prstGeom prst="ellipse">
              <a:avLst/>
            </a:prstGeom>
            <a:grpFill/>
            <a:ln w="25400">
              <a:solidFill>
                <a:schemeClr val="bg1">
                  <a:lumMod val="65000"/>
                </a:schemeClr>
              </a:solidFill>
              <a:round/>
              <a:headEnd/>
              <a:tailEnd/>
            </a:ln>
          </p:spPr>
          <p:txBody>
            <a:bodyPr/>
            <a:lstStyle/>
            <a:p>
              <a:endParaRPr lang="en-US"/>
            </a:p>
          </p:txBody>
        </p:sp>
        <p:grpSp>
          <p:nvGrpSpPr>
            <p:cNvPr id="103564" name="Group 592">
              <a:extLst>
                <a:ext uri="{FF2B5EF4-FFF2-40B4-BE49-F238E27FC236}">
                  <a16:creationId xmlns:a16="http://schemas.microsoft.com/office/drawing/2014/main" id="{67F76896-60E1-7434-504F-9F91EF847579}"/>
                </a:ext>
              </a:extLst>
            </p:cNvPr>
            <p:cNvGrpSpPr>
              <a:grpSpLocks/>
            </p:cNvGrpSpPr>
            <p:nvPr/>
          </p:nvGrpSpPr>
          <p:grpSpPr bwMode="auto">
            <a:xfrm>
              <a:off x="3748" y="1741"/>
              <a:ext cx="40" cy="1260"/>
              <a:chOff x="3748" y="1741"/>
              <a:chExt cx="40" cy="1260"/>
            </a:xfrm>
            <a:grpFill/>
          </p:grpSpPr>
          <p:sp>
            <p:nvSpPr>
              <p:cNvPr id="104187" name="Oval 593">
                <a:extLst>
                  <a:ext uri="{FF2B5EF4-FFF2-40B4-BE49-F238E27FC236}">
                    <a16:creationId xmlns:a16="http://schemas.microsoft.com/office/drawing/2014/main" id="{58B4ECF7-5D0B-B692-C639-A92987893046}"/>
                  </a:ext>
                </a:extLst>
              </p:cNvPr>
              <p:cNvSpPr>
                <a:spLocks noChangeArrowheads="1"/>
              </p:cNvSpPr>
              <p:nvPr/>
            </p:nvSpPr>
            <p:spPr bwMode="auto">
              <a:xfrm>
                <a:off x="3748" y="1741"/>
                <a:ext cx="40" cy="32"/>
              </a:xfrm>
              <a:prstGeom prst="ellipse">
                <a:avLst/>
              </a:prstGeom>
              <a:grpFill/>
              <a:ln w="9525">
                <a:solidFill>
                  <a:schemeClr val="bg1">
                    <a:lumMod val="65000"/>
                  </a:schemeClr>
                </a:solidFill>
                <a:round/>
                <a:headEnd/>
                <a:tailEnd/>
              </a:ln>
            </p:spPr>
            <p:txBody>
              <a:bodyPr/>
              <a:lstStyle/>
              <a:p>
                <a:endParaRPr lang="en-US"/>
              </a:p>
            </p:txBody>
          </p:sp>
          <p:sp>
            <p:nvSpPr>
              <p:cNvPr id="104188" name="Oval 594">
                <a:extLst>
                  <a:ext uri="{FF2B5EF4-FFF2-40B4-BE49-F238E27FC236}">
                    <a16:creationId xmlns:a16="http://schemas.microsoft.com/office/drawing/2014/main" id="{8E68FED1-18D4-A538-8040-1675DE29FC12}"/>
                  </a:ext>
                </a:extLst>
              </p:cNvPr>
              <p:cNvSpPr>
                <a:spLocks noChangeArrowheads="1"/>
              </p:cNvSpPr>
              <p:nvPr/>
            </p:nvSpPr>
            <p:spPr bwMode="auto">
              <a:xfrm>
                <a:off x="3748" y="1741"/>
                <a:ext cx="40" cy="32"/>
              </a:xfrm>
              <a:prstGeom prst="ellipse">
                <a:avLst/>
              </a:prstGeom>
              <a:grpFill/>
              <a:ln w="25400">
                <a:solidFill>
                  <a:schemeClr val="bg1">
                    <a:lumMod val="65000"/>
                  </a:schemeClr>
                </a:solidFill>
                <a:round/>
                <a:headEnd/>
                <a:tailEnd/>
              </a:ln>
            </p:spPr>
            <p:txBody>
              <a:bodyPr/>
              <a:lstStyle/>
              <a:p>
                <a:endParaRPr lang="en-US"/>
              </a:p>
            </p:txBody>
          </p:sp>
          <p:sp>
            <p:nvSpPr>
              <p:cNvPr id="104189" name="Oval 595">
                <a:extLst>
                  <a:ext uri="{FF2B5EF4-FFF2-40B4-BE49-F238E27FC236}">
                    <a16:creationId xmlns:a16="http://schemas.microsoft.com/office/drawing/2014/main" id="{33CA6544-D1ED-CA49-4C0B-CBC2282AB3AD}"/>
                  </a:ext>
                </a:extLst>
              </p:cNvPr>
              <p:cNvSpPr>
                <a:spLocks noChangeArrowheads="1"/>
              </p:cNvSpPr>
              <p:nvPr/>
            </p:nvSpPr>
            <p:spPr bwMode="auto">
              <a:xfrm>
                <a:off x="3756" y="2044"/>
                <a:ext cx="32" cy="32"/>
              </a:xfrm>
              <a:prstGeom prst="ellipse">
                <a:avLst/>
              </a:prstGeom>
              <a:grpFill/>
              <a:ln w="9525">
                <a:solidFill>
                  <a:schemeClr val="bg1">
                    <a:lumMod val="65000"/>
                  </a:schemeClr>
                </a:solidFill>
                <a:round/>
                <a:headEnd/>
                <a:tailEnd/>
              </a:ln>
            </p:spPr>
            <p:txBody>
              <a:bodyPr/>
              <a:lstStyle/>
              <a:p>
                <a:endParaRPr lang="en-US"/>
              </a:p>
            </p:txBody>
          </p:sp>
          <p:sp>
            <p:nvSpPr>
              <p:cNvPr id="104190" name="Oval 596">
                <a:extLst>
                  <a:ext uri="{FF2B5EF4-FFF2-40B4-BE49-F238E27FC236}">
                    <a16:creationId xmlns:a16="http://schemas.microsoft.com/office/drawing/2014/main" id="{E57347CC-BEC2-72A7-B870-89FBC4617F8E}"/>
                  </a:ext>
                </a:extLst>
              </p:cNvPr>
              <p:cNvSpPr>
                <a:spLocks noChangeArrowheads="1"/>
              </p:cNvSpPr>
              <p:nvPr/>
            </p:nvSpPr>
            <p:spPr bwMode="auto">
              <a:xfrm>
                <a:off x="3756" y="2044"/>
                <a:ext cx="32" cy="32"/>
              </a:xfrm>
              <a:prstGeom prst="ellipse">
                <a:avLst/>
              </a:prstGeom>
              <a:grpFill/>
              <a:ln w="25400">
                <a:solidFill>
                  <a:schemeClr val="bg1">
                    <a:lumMod val="65000"/>
                  </a:schemeClr>
                </a:solidFill>
                <a:round/>
                <a:headEnd/>
                <a:tailEnd/>
              </a:ln>
            </p:spPr>
            <p:txBody>
              <a:bodyPr/>
              <a:lstStyle/>
              <a:p>
                <a:endParaRPr lang="en-US"/>
              </a:p>
            </p:txBody>
          </p:sp>
          <p:sp>
            <p:nvSpPr>
              <p:cNvPr id="104191" name="Oval 597">
                <a:extLst>
                  <a:ext uri="{FF2B5EF4-FFF2-40B4-BE49-F238E27FC236}">
                    <a16:creationId xmlns:a16="http://schemas.microsoft.com/office/drawing/2014/main" id="{298BB10B-8D83-8F90-B012-FAD0E1A530C1}"/>
                  </a:ext>
                </a:extLst>
              </p:cNvPr>
              <p:cNvSpPr>
                <a:spLocks noChangeArrowheads="1"/>
              </p:cNvSpPr>
              <p:nvPr/>
            </p:nvSpPr>
            <p:spPr bwMode="auto">
              <a:xfrm>
                <a:off x="3756" y="2355"/>
                <a:ext cx="32" cy="32"/>
              </a:xfrm>
              <a:prstGeom prst="ellipse">
                <a:avLst/>
              </a:prstGeom>
              <a:grpFill/>
              <a:ln w="9525">
                <a:solidFill>
                  <a:schemeClr val="bg1">
                    <a:lumMod val="65000"/>
                  </a:schemeClr>
                </a:solidFill>
                <a:round/>
                <a:headEnd/>
                <a:tailEnd/>
              </a:ln>
            </p:spPr>
            <p:txBody>
              <a:bodyPr/>
              <a:lstStyle/>
              <a:p>
                <a:endParaRPr lang="en-US"/>
              </a:p>
            </p:txBody>
          </p:sp>
          <p:sp>
            <p:nvSpPr>
              <p:cNvPr id="104192" name="Oval 598">
                <a:extLst>
                  <a:ext uri="{FF2B5EF4-FFF2-40B4-BE49-F238E27FC236}">
                    <a16:creationId xmlns:a16="http://schemas.microsoft.com/office/drawing/2014/main" id="{E19329BA-8888-F389-7625-573B227734CE}"/>
                  </a:ext>
                </a:extLst>
              </p:cNvPr>
              <p:cNvSpPr>
                <a:spLocks noChangeArrowheads="1"/>
              </p:cNvSpPr>
              <p:nvPr/>
            </p:nvSpPr>
            <p:spPr bwMode="auto">
              <a:xfrm>
                <a:off x="3756" y="2355"/>
                <a:ext cx="32" cy="32"/>
              </a:xfrm>
              <a:prstGeom prst="ellipse">
                <a:avLst/>
              </a:prstGeom>
              <a:grpFill/>
              <a:ln w="25400">
                <a:solidFill>
                  <a:schemeClr val="bg1">
                    <a:lumMod val="65000"/>
                  </a:schemeClr>
                </a:solidFill>
                <a:round/>
                <a:headEnd/>
                <a:tailEnd/>
              </a:ln>
            </p:spPr>
            <p:txBody>
              <a:bodyPr/>
              <a:lstStyle/>
              <a:p>
                <a:endParaRPr lang="en-US"/>
              </a:p>
            </p:txBody>
          </p:sp>
          <p:sp>
            <p:nvSpPr>
              <p:cNvPr id="104193" name="Oval 599">
                <a:extLst>
                  <a:ext uri="{FF2B5EF4-FFF2-40B4-BE49-F238E27FC236}">
                    <a16:creationId xmlns:a16="http://schemas.microsoft.com/office/drawing/2014/main" id="{7034E1D0-9BE8-4C5A-748B-4844BE095066}"/>
                  </a:ext>
                </a:extLst>
              </p:cNvPr>
              <p:cNvSpPr>
                <a:spLocks noChangeArrowheads="1"/>
              </p:cNvSpPr>
              <p:nvPr/>
            </p:nvSpPr>
            <p:spPr bwMode="auto">
              <a:xfrm>
                <a:off x="3748" y="2658"/>
                <a:ext cx="40" cy="32"/>
              </a:xfrm>
              <a:prstGeom prst="ellipse">
                <a:avLst/>
              </a:prstGeom>
              <a:grpFill/>
              <a:ln w="9525">
                <a:solidFill>
                  <a:schemeClr val="bg1">
                    <a:lumMod val="65000"/>
                  </a:schemeClr>
                </a:solidFill>
                <a:round/>
                <a:headEnd/>
                <a:tailEnd/>
              </a:ln>
            </p:spPr>
            <p:txBody>
              <a:bodyPr/>
              <a:lstStyle/>
              <a:p>
                <a:endParaRPr lang="en-US"/>
              </a:p>
            </p:txBody>
          </p:sp>
          <p:sp>
            <p:nvSpPr>
              <p:cNvPr id="104194" name="Oval 600">
                <a:extLst>
                  <a:ext uri="{FF2B5EF4-FFF2-40B4-BE49-F238E27FC236}">
                    <a16:creationId xmlns:a16="http://schemas.microsoft.com/office/drawing/2014/main" id="{BB1F9F55-FE60-F6CA-7375-CA19145095EC}"/>
                  </a:ext>
                </a:extLst>
              </p:cNvPr>
              <p:cNvSpPr>
                <a:spLocks noChangeArrowheads="1"/>
              </p:cNvSpPr>
              <p:nvPr/>
            </p:nvSpPr>
            <p:spPr bwMode="auto">
              <a:xfrm>
                <a:off x="3748" y="2658"/>
                <a:ext cx="40" cy="32"/>
              </a:xfrm>
              <a:prstGeom prst="ellipse">
                <a:avLst/>
              </a:prstGeom>
              <a:grpFill/>
              <a:ln w="25400">
                <a:solidFill>
                  <a:schemeClr val="bg1">
                    <a:lumMod val="65000"/>
                  </a:schemeClr>
                </a:solidFill>
                <a:round/>
                <a:headEnd/>
                <a:tailEnd/>
              </a:ln>
            </p:spPr>
            <p:txBody>
              <a:bodyPr/>
              <a:lstStyle/>
              <a:p>
                <a:endParaRPr lang="en-US"/>
              </a:p>
            </p:txBody>
          </p:sp>
          <p:sp>
            <p:nvSpPr>
              <p:cNvPr id="104195" name="Oval 601">
                <a:extLst>
                  <a:ext uri="{FF2B5EF4-FFF2-40B4-BE49-F238E27FC236}">
                    <a16:creationId xmlns:a16="http://schemas.microsoft.com/office/drawing/2014/main" id="{05FB2BF8-1CAD-97A9-6202-F90C292385E6}"/>
                  </a:ext>
                </a:extLst>
              </p:cNvPr>
              <p:cNvSpPr>
                <a:spLocks noChangeArrowheads="1"/>
              </p:cNvSpPr>
              <p:nvPr/>
            </p:nvSpPr>
            <p:spPr bwMode="auto">
              <a:xfrm>
                <a:off x="3748" y="2969"/>
                <a:ext cx="32" cy="32"/>
              </a:xfrm>
              <a:prstGeom prst="ellipse">
                <a:avLst/>
              </a:prstGeom>
              <a:grpFill/>
              <a:ln w="9525">
                <a:solidFill>
                  <a:schemeClr val="bg1">
                    <a:lumMod val="65000"/>
                  </a:schemeClr>
                </a:solidFill>
                <a:round/>
                <a:headEnd/>
                <a:tailEnd/>
              </a:ln>
            </p:spPr>
            <p:txBody>
              <a:bodyPr/>
              <a:lstStyle/>
              <a:p>
                <a:endParaRPr lang="en-US"/>
              </a:p>
            </p:txBody>
          </p:sp>
          <p:sp>
            <p:nvSpPr>
              <p:cNvPr id="104196" name="Oval 602">
                <a:extLst>
                  <a:ext uri="{FF2B5EF4-FFF2-40B4-BE49-F238E27FC236}">
                    <a16:creationId xmlns:a16="http://schemas.microsoft.com/office/drawing/2014/main" id="{B0590B00-42AC-BF96-DF3F-695973AE1266}"/>
                  </a:ext>
                </a:extLst>
              </p:cNvPr>
              <p:cNvSpPr>
                <a:spLocks noChangeArrowheads="1"/>
              </p:cNvSpPr>
              <p:nvPr/>
            </p:nvSpPr>
            <p:spPr bwMode="auto">
              <a:xfrm>
                <a:off x="3748" y="2969"/>
                <a:ext cx="32" cy="32"/>
              </a:xfrm>
              <a:prstGeom prst="ellipse">
                <a:avLst/>
              </a:prstGeom>
              <a:grpFill/>
              <a:ln w="25400">
                <a:solidFill>
                  <a:schemeClr val="bg1">
                    <a:lumMod val="65000"/>
                  </a:schemeClr>
                </a:solidFill>
                <a:round/>
                <a:headEnd/>
                <a:tailEnd/>
              </a:ln>
            </p:spPr>
            <p:txBody>
              <a:bodyPr/>
              <a:lstStyle/>
              <a:p>
                <a:endParaRPr lang="en-US"/>
              </a:p>
            </p:txBody>
          </p:sp>
        </p:grpSp>
        <p:grpSp>
          <p:nvGrpSpPr>
            <p:cNvPr id="103565" name="Group 603">
              <a:extLst>
                <a:ext uri="{FF2B5EF4-FFF2-40B4-BE49-F238E27FC236}">
                  <a16:creationId xmlns:a16="http://schemas.microsoft.com/office/drawing/2014/main" id="{610492F0-F00A-6873-9F51-58E44BCC1A89}"/>
                </a:ext>
              </a:extLst>
            </p:cNvPr>
            <p:cNvGrpSpPr>
              <a:grpSpLocks/>
            </p:cNvGrpSpPr>
            <p:nvPr/>
          </p:nvGrpSpPr>
          <p:grpSpPr bwMode="auto">
            <a:xfrm>
              <a:off x="4203" y="1749"/>
              <a:ext cx="48" cy="1252"/>
              <a:chOff x="4203" y="1749"/>
              <a:chExt cx="48" cy="1252"/>
            </a:xfrm>
            <a:grpFill/>
          </p:grpSpPr>
          <p:sp>
            <p:nvSpPr>
              <p:cNvPr id="104177" name="Oval 604">
                <a:extLst>
                  <a:ext uri="{FF2B5EF4-FFF2-40B4-BE49-F238E27FC236}">
                    <a16:creationId xmlns:a16="http://schemas.microsoft.com/office/drawing/2014/main" id="{3EDF945D-3597-7E49-238F-F16C0CD3CAC4}"/>
                  </a:ext>
                </a:extLst>
              </p:cNvPr>
              <p:cNvSpPr>
                <a:spLocks noChangeArrowheads="1"/>
              </p:cNvSpPr>
              <p:nvPr/>
            </p:nvSpPr>
            <p:spPr bwMode="auto">
              <a:xfrm>
                <a:off x="4211" y="1749"/>
                <a:ext cx="32" cy="32"/>
              </a:xfrm>
              <a:prstGeom prst="ellipse">
                <a:avLst/>
              </a:prstGeom>
              <a:grpFill/>
              <a:ln w="9525">
                <a:solidFill>
                  <a:schemeClr val="bg1">
                    <a:lumMod val="65000"/>
                  </a:schemeClr>
                </a:solidFill>
                <a:round/>
                <a:headEnd/>
                <a:tailEnd/>
              </a:ln>
            </p:spPr>
            <p:txBody>
              <a:bodyPr/>
              <a:lstStyle/>
              <a:p>
                <a:endParaRPr lang="en-US"/>
              </a:p>
            </p:txBody>
          </p:sp>
          <p:sp>
            <p:nvSpPr>
              <p:cNvPr id="104178" name="Oval 605">
                <a:extLst>
                  <a:ext uri="{FF2B5EF4-FFF2-40B4-BE49-F238E27FC236}">
                    <a16:creationId xmlns:a16="http://schemas.microsoft.com/office/drawing/2014/main" id="{61B41C70-A0C6-F4BF-7FE8-02EFFDF8A520}"/>
                  </a:ext>
                </a:extLst>
              </p:cNvPr>
              <p:cNvSpPr>
                <a:spLocks noChangeArrowheads="1"/>
              </p:cNvSpPr>
              <p:nvPr/>
            </p:nvSpPr>
            <p:spPr bwMode="auto">
              <a:xfrm>
                <a:off x="4211" y="1749"/>
                <a:ext cx="32" cy="32"/>
              </a:xfrm>
              <a:prstGeom prst="ellipse">
                <a:avLst/>
              </a:prstGeom>
              <a:grpFill/>
              <a:ln w="25400">
                <a:solidFill>
                  <a:schemeClr val="bg1">
                    <a:lumMod val="65000"/>
                  </a:schemeClr>
                </a:solidFill>
                <a:round/>
                <a:headEnd/>
                <a:tailEnd/>
              </a:ln>
            </p:spPr>
            <p:txBody>
              <a:bodyPr/>
              <a:lstStyle/>
              <a:p>
                <a:endParaRPr lang="en-US"/>
              </a:p>
            </p:txBody>
          </p:sp>
          <p:sp>
            <p:nvSpPr>
              <p:cNvPr id="104179" name="Oval 606">
                <a:extLst>
                  <a:ext uri="{FF2B5EF4-FFF2-40B4-BE49-F238E27FC236}">
                    <a16:creationId xmlns:a16="http://schemas.microsoft.com/office/drawing/2014/main" id="{2517FDE6-1AA8-BD53-E87F-278C367BEA6C}"/>
                  </a:ext>
                </a:extLst>
              </p:cNvPr>
              <p:cNvSpPr>
                <a:spLocks noChangeArrowheads="1"/>
              </p:cNvSpPr>
              <p:nvPr/>
            </p:nvSpPr>
            <p:spPr bwMode="auto">
              <a:xfrm>
                <a:off x="4219" y="2052"/>
                <a:ext cx="32" cy="32"/>
              </a:xfrm>
              <a:prstGeom prst="ellipse">
                <a:avLst/>
              </a:prstGeom>
              <a:grpFill/>
              <a:ln w="9525">
                <a:solidFill>
                  <a:schemeClr val="bg1">
                    <a:lumMod val="65000"/>
                  </a:schemeClr>
                </a:solidFill>
                <a:round/>
                <a:headEnd/>
                <a:tailEnd/>
              </a:ln>
            </p:spPr>
            <p:txBody>
              <a:bodyPr/>
              <a:lstStyle/>
              <a:p>
                <a:endParaRPr lang="en-US"/>
              </a:p>
            </p:txBody>
          </p:sp>
          <p:sp>
            <p:nvSpPr>
              <p:cNvPr id="104180" name="Oval 607">
                <a:extLst>
                  <a:ext uri="{FF2B5EF4-FFF2-40B4-BE49-F238E27FC236}">
                    <a16:creationId xmlns:a16="http://schemas.microsoft.com/office/drawing/2014/main" id="{1A4E13B8-B4BD-A1BF-141B-9C276A521228}"/>
                  </a:ext>
                </a:extLst>
              </p:cNvPr>
              <p:cNvSpPr>
                <a:spLocks noChangeArrowheads="1"/>
              </p:cNvSpPr>
              <p:nvPr/>
            </p:nvSpPr>
            <p:spPr bwMode="auto">
              <a:xfrm>
                <a:off x="4219" y="2052"/>
                <a:ext cx="32" cy="32"/>
              </a:xfrm>
              <a:prstGeom prst="ellipse">
                <a:avLst/>
              </a:prstGeom>
              <a:grpFill/>
              <a:ln w="25400">
                <a:solidFill>
                  <a:schemeClr val="bg1">
                    <a:lumMod val="65000"/>
                  </a:schemeClr>
                </a:solidFill>
                <a:round/>
                <a:headEnd/>
                <a:tailEnd/>
              </a:ln>
            </p:spPr>
            <p:txBody>
              <a:bodyPr/>
              <a:lstStyle/>
              <a:p>
                <a:endParaRPr lang="en-US"/>
              </a:p>
            </p:txBody>
          </p:sp>
          <p:sp>
            <p:nvSpPr>
              <p:cNvPr id="104181" name="Oval 608">
                <a:extLst>
                  <a:ext uri="{FF2B5EF4-FFF2-40B4-BE49-F238E27FC236}">
                    <a16:creationId xmlns:a16="http://schemas.microsoft.com/office/drawing/2014/main" id="{E2684B51-06C9-86B2-2B43-2FFD3FA43DE2}"/>
                  </a:ext>
                </a:extLst>
              </p:cNvPr>
              <p:cNvSpPr>
                <a:spLocks noChangeArrowheads="1"/>
              </p:cNvSpPr>
              <p:nvPr/>
            </p:nvSpPr>
            <p:spPr bwMode="auto">
              <a:xfrm>
                <a:off x="4219" y="2355"/>
                <a:ext cx="32" cy="32"/>
              </a:xfrm>
              <a:prstGeom prst="ellipse">
                <a:avLst/>
              </a:prstGeom>
              <a:grpFill/>
              <a:ln w="9525">
                <a:solidFill>
                  <a:schemeClr val="bg1">
                    <a:lumMod val="65000"/>
                  </a:schemeClr>
                </a:solidFill>
                <a:round/>
                <a:headEnd/>
                <a:tailEnd/>
              </a:ln>
            </p:spPr>
            <p:txBody>
              <a:bodyPr/>
              <a:lstStyle/>
              <a:p>
                <a:endParaRPr lang="en-US"/>
              </a:p>
            </p:txBody>
          </p:sp>
          <p:sp>
            <p:nvSpPr>
              <p:cNvPr id="104182" name="Oval 609">
                <a:extLst>
                  <a:ext uri="{FF2B5EF4-FFF2-40B4-BE49-F238E27FC236}">
                    <a16:creationId xmlns:a16="http://schemas.microsoft.com/office/drawing/2014/main" id="{5CB12B40-0069-704E-5999-B012EF0C931A}"/>
                  </a:ext>
                </a:extLst>
              </p:cNvPr>
              <p:cNvSpPr>
                <a:spLocks noChangeArrowheads="1"/>
              </p:cNvSpPr>
              <p:nvPr/>
            </p:nvSpPr>
            <p:spPr bwMode="auto">
              <a:xfrm>
                <a:off x="4219" y="2355"/>
                <a:ext cx="32" cy="32"/>
              </a:xfrm>
              <a:prstGeom prst="ellipse">
                <a:avLst/>
              </a:prstGeom>
              <a:grpFill/>
              <a:ln w="25400">
                <a:solidFill>
                  <a:schemeClr val="bg1">
                    <a:lumMod val="65000"/>
                  </a:schemeClr>
                </a:solidFill>
                <a:round/>
                <a:headEnd/>
                <a:tailEnd/>
              </a:ln>
            </p:spPr>
            <p:txBody>
              <a:bodyPr/>
              <a:lstStyle/>
              <a:p>
                <a:endParaRPr lang="en-US"/>
              </a:p>
            </p:txBody>
          </p:sp>
          <p:sp>
            <p:nvSpPr>
              <p:cNvPr id="104183" name="Oval 610">
                <a:extLst>
                  <a:ext uri="{FF2B5EF4-FFF2-40B4-BE49-F238E27FC236}">
                    <a16:creationId xmlns:a16="http://schemas.microsoft.com/office/drawing/2014/main" id="{F71C2A7A-696D-A77C-A977-992E5BBBF862}"/>
                  </a:ext>
                </a:extLst>
              </p:cNvPr>
              <p:cNvSpPr>
                <a:spLocks noChangeArrowheads="1"/>
              </p:cNvSpPr>
              <p:nvPr/>
            </p:nvSpPr>
            <p:spPr bwMode="auto">
              <a:xfrm>
                <a:off x="4211" y="2666"/>
                <a:ext cx="32" cy="32"/>
              </a:xfrm>
              <a:prstGeom prst="ellipse">
                <a:avLst/>
              </a:prstGeom>
              <a:grpFill/>
              <a:ln w="9525">
                <a:solidFill>
                  <a:schemeClr val="bg1">
                    <a:lumMod val="65000"/>
                  </a:schemeClr>
                </a:solidFill>
                <a:round/>
                <a:headEnd/>
                <a:tailEnd/>
              </a:ln>
            </p:spPr>
            <p:txBody>
              <a:bodyPr/>
              <a:lstStyle/>
              <a:p>
                <a:endParaRPr lang="en-US"/>
              </a:p>
            </p:txBody>
          </p:sp>
          <p:sp>
            <p:nvSpPr>
              <p:cNvPr id="104184" name="Oval 611">
                <a:extLst>
                  <a:ext uri="{FF2B5EF4-FFF2-40B4-BE49-F238E27FC236}">
                    <a16:creationId xmlns:a16="http://schemas.microsoft.com/office/drawing/2014/main" id="{895F6687-EEB0-35D1-560F-37BE4855143C}"/>
                  </a:ext>
                </a:extLst>
              </p:cNvPr>
              <p:cNvSpPr>
                <a:spLocks noChangeArrowheads="1"/>
              </p:cNvSpPr>
              <p:nvPr/>
            </p:nvSpPr>
            <p:spPr bwMode="auto">
              <a:xfrm>
                <a:off x="4211" y="2666"/>
                <a:ext cx="32" cy="32"/>
              </a:xfrm>
              <a:prstGeom prst="ellipse">
                <a:avLst/>
              </a:prstGeom>
              <a:grpFill/>
              <a:ln w="25400">
                <a:solidFill>
                  <a:schemeClr val="bg1">
                    <a:lumMod val="65000"/>
                  </a:schemeClr>
                </a:solidFill>
                <a:round/>
                <a:headEnd/>
                <a:tailEnd/>
              </a:ln>
            </p:spPr>
            <p:txBody>
              <a:bodyPr/>
              <a:lstStyle/>
              <a:p>
                <a:endParaRPr lang="en-US"/>
              </a:p>
            </p:txBody>
          </p:sp>
          <p:sp>
            <p:nvSpPr>
              <p:cNvPr id="104185" name="Oval 612">
                <a:extLst>
                  <a:ext uri="{FF2B5EF4-FFF2-40B4-BE49-F238E27FC236}">
                    <a16:creationId xmlns:a16="http://schemas.microsoft.com/office/drawing/2014/main" id="{96970A9E-36CC-A21C-6FB8-426E44ABA06E}"/>
                  </a:ext>
                </a:extLst>
              </p:cNvPr>
              <p:cNvSpPr>
                <a:spLocks noChangeArrowheads="1"/>
              </p:cNvSpPr>
              <p:nvPr/>
            </p:nvSpPr>
            <p:spPr bwMode="auto">
              <a:xfrm>
                <a:off x="4203" y="2969"/>
                <a:ext cx="40" cy="32"/>
              </a:xfrm>
              <a:prstGeom prst="ellipse">
                <a:avLst/>
              </a:prstGeom>
              <a:grpFill/>
              <a:ln w="9525">
                <a:solidFill>
                  <a:schemeClr val="bg1">
                    <a:lumMod val="65000"/>
                  </a:schemeClr>
                </a:solidFill>
                <a:round/>
                <a:headEnd/>
                <a:tailEnd/>
              </a:ln>
            </p:spPr>
            <p:txBody>
              <a:bodyPr/>
              <a:lstStyle/>
              <a:p>
                <a:endParaRPr lang="en-US"/>
              </a:p>
            </p:txBody>
          </p:sp>
          <p:sp>
            <p:nvSpPr>
              <p:cNvPr id="104186" name="Oval 613">
                <a:extLst>
                  <a:ext uri="{FF2B5EF4-FFF2-40B4-BE49-F238E27FC236}">
                    <a16:creationId xmlns:a16="http://schemas.microsoft.com/office/drawing/2014/main" id="{F2C44F15-DBE9-A004-FBE3-FF21E0CE9702}"/>
                  </a:ext>
                </a:extLst>
              </p:cNvPr>
              <p:cNvSpPr>
                <a:spLocks noChangeArrowheads="1"/>
              </p:cNvSpPr>
              <p:nvPr/>
            </p:nvSpPr>
            <p:spPr bwMode="auto">
              <a:xfrm>
                <a:off x="4203" y="2969"/>
                <a:ext cx="40" cy="32"/>
              </a:xfrm>
              <a:prstGeom prst="ellipse">
                <a:avLst/>
              </a:prstGeom>
              <a:grpFill/>
              <a:ln w="25400">
                <a:solidFill>
                  <a:schemeClr val="bg1">
                    <a:lumMod val="65000"/>
                  </a:schemeClr>
                </a:solidFill>
                <a:round/>
                <a:headEnd/>
                <a:tailEnd/>
              </a:ln>
            </p:spPr>
            <p:txBody>
              <a:bodyPr/>
              <a:lstStyle/>
              <a:p>
                <a:endParaRPr lang="en-US"/>
              </a:p>
            </p:txBody>
          </p:sp>
        </p:grpSp>
        <p:grpSp>
          <p:nvGrpSpPr>
            <p:cNvPr id="103566" name="Group 614">
              <a:extLst>
                <a:ext uri="{FF2B5EF4-FFF2-40B4-BE49-F238E27FC236}">
                  <a16:creationId xmlns:a16="http://schemas.microsoft.com/office/drawing/2014/main" id="{5025CDB7-07FC-32B9-F61B-AA8C4505A754}"/>
                </a:ext>
              </a:extLst>
            </p:cNvPr>
            <p:cNvGrpSpPr>
              <a:grpSpLocks/>
            </p:cNvGrpSpPr>
            <p:nvPr/>
          </p:nvGrpSpPr>
          <p:grpSpPr bwMode="auto">
            <a:xfrm>
              <a:off x="3317" y="2076"/>
              <a:ext cx="431" cy="284"/>
              <a:chOff x="3317" y="2076"/>
              <a:chExt cx="431" cy="284"/>
            </a:xfrm>
            <a:grpFill/>
          </p:grpSpPr>
          <p:sp>
            <p:nvSpPr>
              <p:cNvPr id="104175" name="Freeform 615">
                <a:extLst>
                  <a:ext uri="{FF2B5EF4-FFF2-40B4-BE49-F238E27FC236}">
                    <a16:creationId xmlns:a16="http://schemas.microsoft.com/office/drawing/2014/main" id="{588FFFC0-92B7-79A3-8308-39829241DF51}"/>
                  </a:ext>
                </a:extLst>
              </p:cNvPr>
              <p:cNvSpPr>
                <a:spLocks/>
              </p:cNvSpPr>
              <p:nvPr/>
            </p:nvSpPr>
            <p:spPr bwMode="auto">
              <a:xfrm>
                <a:off x="3620" y="2076"/>
                <a:ext cx="128" cy="104"/>
              </a:xfrm>
              <a:custGeom>
                <a:avLst/>
                <a:gdLst>
                  <a:gd name="T0" fmla="*/ 128 w 128"/>
                  <a:gd name="T1" fmla="*/ 0 h 104"/>
                  <a:gd name="T2" fmla="*/ 40 w 128"/>
                  <a:gd name="T3" fmla="*/ 104 h 104"/>
                  <a:gd name="T4" fmla="*/ 16 w 128"/>
                  <a:gd name="T5" fmla="*/ 72 h 104"/>
                  <a:gd name="T6" fmla="*/ 0 w 128"/>
                  <a:gd name="T7" fmla="*/ 48 h 104"/>
                  <a:gd name="T8" fmla="*/ 128 w 128"/>
                  <a:gd name="T9" fmla="*/ 0 h 104"/>
                  <a:gd name="T10" fmla="*/ 0 60000 65536"/>
                  <a:gd name="T11" fmla="*/ 0 60000 65536"/>
                  <a:gd name="T12" fmla="*/ 0 60000 65536"/>
                  <a:gd name="T13" fmla="*/ 0 60000 65536"/>
                  <a:gd name="T14" fmla="*/ 0 60000 65536"/>
                  <a:gd name="T15" fmla="*/ 0 w 128"/>
                  <a:gd name="T16" fmla="*/ 0 h 104"/>
                  <a:gd name="T17" fmla="*/ 128 w 128"/>
                  <a:gd name="T18" fmla="*/ 104 h 104"/>
                </a:gdLst>
                <a:ahLst/>
                <a:cxnLst>
                  <a:cxn ang="T10">
                    <a:pos x="T0" y="T1"/>
                  </a:cxn>
                  <a:cxn ang="T11">
                    <a:pos x="T2" y="T3"/>
                  </a:cxn>
                  <a:cxn ang="T12">
                    <a:pos x="T4" y="T5"/>
                  </a:cxn>
                  <a:cxn ang="T13">
                    <a:pos x="T6" y="T7"/>
                  </a:cxn>
                  <a:cxn ang="T14">
                    <a:pos x="T8" y="T9"/>
                  </a:cxn>
                </a:cxnLst>
                <a:rect l="T15" t="T16" r="T17" b="T18"/>
                <a:pathLst>
                  <a:path w="128" h="104">
                    <a:moveTo>
                      <a:pt x="128" y="0"/>
                    </a:moveTo>
                    <a:lnTo>
                      <a:pt x="40" y="104"/>
                    </a:lnTo>
                    <a:lnTo>
                      <a:pt x="16" y="72"/>
                    </a:lnTo>
                    <a:lnTo>
                      <a:pt x="0" y="48"/>
                    </a:lnTo>
                    <a:lnTo>
                      <a:pt x="128" y="0"/>
                    </a:lnTo>
                    <a:close/>
                  </a:path>
                </a:pathLst>
              </a:custGeom>
              <a:grpFill/>
              <a:ln w="9525">
                <a:solidFill>
                  <a:schemeClr val="bg1">
                    <a:lumMod val="65000"/>
                  </a:schemeClr>
                </a:solidFill>
                <a:round/>
                <a:headEnd/>
                <a:tailEnd/>
              </a:ln>
            </p:spPr>
            <p:txBody>
              <a:bodyPr/>
              <a:lstStyle/>
              <a:p>
                <a:endParaRPr lang="en-US"/>
              </a:p>
            </p:txBody>
          </p:sp>
          <p:sp>
            <p:nvSpPr>
              <p:cNvPr id="104176" name="Line 616">
                <a:extLst>
                  <a:ext uri="{FF2B5EF4-FFF2-40B4-BE49-F238E27FC236}">
                    <a16:creationId xmlns:a16="http://schemas.microsoft.com/office/drawing/2014/main" id="{7BD2C28B-D0C1-9619-3579-1791A3CD528A}"/>
                  </a:ext>
                </a:extLst>
              </p:cNvPr>
              <p:cNvSpPr>
                <a:spLocks noChangeShapeType="1"/>
              </p:cNvSpPr>
              <p:nvPr/>
            </p:nvSpPr>
            <p:spPr bwMode="auto">
              <a:xfrm flipV="1">
                <a:off x="3317" y="2143"/>
                <a:ext cx="327" cy="217"/>
              </a:xfrm>
              <a:prstGeom prst="line">
                <a:avLst/>
              </a:prstGeom>
              <a:grpFill/>
              <a:ln w="25400">
                <a:solidFill>
                  <a:schemeClr val="bg1">
                    <a:lumMod val="65000"/>
                  </a:schemeClr>
                </a:solidFill>
                <a:round/>
                <a:headEnd/>
                <a:tailEnd/>
              </a:ln>
            </p:spPr>
            <p:txBody>
              <a:bodyPr/>
              <a:lstStyle/>
              <a:p>
                <a:endParaRPr lang="en-US"/>
              </a:p>
            </p:txBody>
          </p:sp>
        </p:grpSp>
        <p:grpSp>
          <p:nvGrpSpPr>
            <p:cNvPr id="103567" name="Group 617">
              <a:extLst>
                <a:ext uri="{FF2B5EF4-FFF2-40B4-BE49-F238E27FC236}">
                  <a16:creationId xmlns:a16="http://schemas.microsoft.com/office/drawing/2014/main" id="{166E9E0C-1559-1ACB-0F12-EB05F3C567A5}"/>
                </a:ext>
              </a:extLst>
            </p:cNvPr>
            <p:cNvGrpSpPr>
              <a:grpSpLocks/>
            </p:cNvGrpSpPr>
            <p:nvPr/>
          </p:nvGrpSpPr>
          <p:grpSpPr bwMode="auto">
            <a:xfrm>
              <a:off x="3325" y="1733"/>
              <a:ext cx="415" cy="56"/>
              <a:chOff x="3325" y="1733"/>
              <a:chExt cx="415" cy="56"/>
            </a:xfrm>
            <a:grpFill/>
          </p:grpSpPr>
          <p:sp>
            <p:nvSpPr>
              <p:cNvPr id="104167" name="Freeform 618">
                <a:extLst>
                  <a:ext uri="{FF2B5EF4-FFF2-40B4-BE49-F238E27FC236}">
                    <a16:creationId xmlns:a16="http://schemas.microsoft.com/office/drawing/2014/main" id="{365D884E-66F8-2FAC-7EF2-296C95ED152D}"/>
                  </a:ext>
                </a:extLst>
              </p:cNvPr>
              <p:cNvSpPr>
                <a:spLocks/>
              </p:cNvSpPr>
              <p:nvPr/>
            </p:nvSpPr>
            <p:spPr bwMode="auto">
              <a:xfrm>
                <a:off x="3628" y="1733"/>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lumMod val="65000"/>
                  </a:schemeClr>
                </a:solidFill>
                <a:round/>
                <a:headEnd/>
                <a:tailEnd/>
              </a:ln>
            </p:spPr>
            <p:txBody>
              <a:bodyPr/>
              <a:lstStyle/>
              <a:p>
                <a:endParaRPr lang="en-US"/>
              </a:p>
            </p:txBody>
          </p:sp>
          <p:grpSp>
            <p:nvGrpSpPr>
              <p:cNvPr id="104168" name="Group 619">
                <a:extLst>
                  <a:ext uri="{FF2B5EF4-FFF2-40B4-BE49-F238E27FC236}">
                    <a16:creationId xmlns:a16="http://schemas.microsoft.com/office/drawing/2014/main" id="{87983519-A437-98B5-4724-0F051CA9B329}"/>
                  </a:ext>
                </a:extLst>
              </p:cNvPr>
              <p:cNvGrpSpPr>
                <a:grpSpLocks/>
              </p:cNvGrpSpPr>
              <p:nvPr/>
            </p:nvGrpSpPr>
            <p:grpSpPr bwMode="auto">
              <a:xfrm>
                <a:off x="3325" y="1757"/>
                <a:ext cx="295" cy="1"/>
                <a:chOff x="3325" y="1757"/>
                <a:chExt cx="295" cy="1"/>
              </a:xfrm>
              <a:grpFill/>
            </p:grpSpPr>
            <p:sp>
              <p:nvSpPr>
                <p:cNvPr id="104169" name="Line 620">
                  <a:extLst>
                    <a:ext uri="{FF2B5EF4-FFF2-40B4-BE49-F238E27FC236}">
                      <a16:creationId xmlns:a16="http://schemas.microsoft.com/office/drawing/2014/main" id="{0A938DC4-8019-F1EC-C713-EBCB948ADE89}"/>
                    </a:ext>
                  </a:extLst>
                </p:cNvPr>
                <p:cNvSpPr>
                  <a:spLocks noChangeShapeType="1"/>
                </p:cNvSpPr>
                <p:nvPr/>
              </p:nvSpPr>
              <p:spPr bwMode="auto">
                <a:xfrm>
                  <a:off x="3325" y="1757"/>
                  <a:ext cx="24" cy="1"/>
                </a:xfrm>
                <a:prstGeom prst="line">
                  <a:avLst/>
                </a:prstGeom>
                <a:grpFill/>
                <a:ln w="12700">
                  <a:solidFill>
                    <a:schemeClr val="bg1">
                      <a:lumMod val="65000"/>
                    </a:schemeClr>
                  </a:solidFill>
                  <a:round/>
                  <a:headEnd/>
                  <a:tailEnd/>
                </a:ln>
              </p:spPr>
              <p:txBody>
                <a:bodyPr/>
                <a:lstStyle/>
                <a:p>
                  <a:endParaRPr lang="en-US"/>
                </a:p>
              </p:txBody>
            </p:sp>
            <p:sp>
              <p:nvSpPr>
                <p:cNvPr id="104170" name="Line 621">
                  <a:extLst>
                    <a:ext uri="{FF2B5EF4-FFF2-40B4-BE49-F238E27FC236}">
                      <a16:creationId xmlns:a16="http://schemas.microsoft.com/office/drawing/2014/main" id="{DC53BACD-1495-D4F0-E4FE-97973536B267}"/>
                    </a:ext>
                  </a:extLst>
                </p:cNvPr>
                <p:cNvSpPr>
                  <a:spLocks noChangeShapeType="1"/>
                </p:cNvSpPr>
                <p:nvPr/>
              </p:nvSpPr>
              <p:spPr bwMode="auto">
                <a:xfrm>
                  <a:off x="3381" y="1757"/>
                  <a:ext cx="24" cy="1"/>
                </a:xfrm>
                <a:prstGeom prst="line">
                  <a:avLst/>
                </a:prstGeom>
                <a:grpFill/>
                <a:ln w="12700">
                  <a:solidFill>
                    <a:schemeClr val="bg1">
                      <a:lumMod val="65000"/>
                    </a:schemeClr>
                  </a:solidFill>
                  <a:round/>
                  <a:headEnd/>
                  <a:tailEnd/>
                </a:ln>
              </p:spPr>
              <p:txBody>
                <a:bodyPr/>
                <a:lstStyle/>
                <a:p>
                  <a:endParaRPr lang="en-US"/>
                </a:p>
              </p:txBody>
            </p:sp>
            <p:sp>
              <p:nvSpPr>
                <p:cNvPr id="104171" name="Line 622">
                  <a:extLst>
                    <a:ext uri="{FF2B5EF4-FFF2-40B4-BE49-F238E27FC236}">
                      <a16:creationId xmlns:a16="http://schemas.microsoft.com/office/drawing/2014/main" id="{37853D48-D17D-B44F-9BF6-4A22244FAD4B}"/>
                    </a:ext>
                  </a:extLst>
                </p:cNvPr>
                <p:cNvSpPr>
                  <a:spLocks noChangeShapeType="1"/>
                </p:cNvSpPr>
                <p:nvPr/>
              </p:nvSpPr>
              <p:spPr bwMode="auto">
                <a:xfrm>
                  <a:off x="3437" y="1757"/>
                  <a:ext cx="24" cy="1"/>
                </a:xfrm>
                <a:prstGeom prst="line">
                  <a:avLst/>
                </a:prstGeom>
                <a:grpFill/>
                <a:ln w="12700">
                  <a:solidFill>
                    <a:schemeClr val="bg1">
                      <a:lumMod val="65000"/>
                    </a:schemeClr>
                  </a:solidFill>
                  <a:round/>
                  <a:headEnd/>
                  <a:tailEnd/>
                </a:ln>
              </p:spPr>
              <p:txBody>
                <a:bodyPr/>
                <a:lstStyle/>
                <a:p>
                  <a:endParaRPr lang="en-US"/>
                </a:p>
              </p:txBody>
            </p:sp>
            <p:sp>
              <p:nvSpPr>
                <p:cNvPr id="104172" name="Line 623">
                  <a:extLst>
                    <a:ext uri="{FF2B5EF4-FFF2-40B4-BE49-F238E27FC236}">
                      <a16:creationId xmlns:a16="http://schemas.microsoft.com/office/drawing/2014/main" id="{D755B976-A3E3-98CD-413D-F7D8B43AB572}"/>
                    </a:ext>
                  </a:extLst>
                </p:cNvPr>
                <p:cNvSpPr>
                  <a:spLocks noChangeShapeType="1"/>
                </p:cNvSpPr>
                <p:nvPr/>
              </p:nvSpPr>
              <p:spPr bwMode="auto">
                <a:xfrm>
                  <a:off x="3493" y="1757"/>
                  <a:ext cx="23" cy="1"/>
                </a:xfrm>
                <a:prstGeom prst="line">
                  <a:avLst/>
                </a:prstGeom>
                <a:grpFill/>
                <a:ln w="12700">
                  <a:solidFill>
                    <a:schemeClr val="bg1">
                      <a:lumMod val="65000"/>
                    </a:schemeClr>
                  </a:solidFill>
                  <a:round/>
                  <a:headEnd/>
                  <a:tailEnd/>
                </a:ln>
              </p:spPr>
              <p:txBody>
                <a:bodyPr/>
                <a:lstStyle/>
                <a:p>
                  <a:endParaRPr lang="en-US"/>
                </a:p>
              </p:txBody>
            </p:sp>
            <p:sp>
              <p:nvSpPr>
                <p:cNvPr id="104173" name="Line 624">
                  <a:extLst>
                    <a:ext uri="{FF2B5EF4-FFF2-40B4-BE49-F238E27FC236}">
                      <a16:creationId xmlns:a16="http://schemas.microsoft.com/office/drawing/2014/main" id="{FA997EFE-2950-F8C1-D354-B7A7B81EC8A1}"/>
                    </a:ext>
                  </a:extLst>
                </p:cNvPr>
                <p:cNvSpPr>
                  <a:spLocks noChangeShapeType="1"/>
                </p:cNvSpPr>
                <p:nvPr/>
              </p:nvSpPr>
              <p:spPr bwMode="auto">
                <a:xfrm>
                  <a:off x="3548" y="1757"/>
                  <a:ext cx="24" cy="1"/>
                </a:xfrm>
                <a:prstGeom prst="line">
                  <a:avLst/>
                </a:prstGeom>
                <a:grpFill/>
                <a:ln w="12700">
                  <a:solidFill>
                    <a:schemeClr val="bg1">
                      <a:lumMod val="65000"/>
                    </a:schemeClr>
                  </a:solidFill>
                  <a:round/>
                  <a:headEnd/>
                  <a:tailEnd/>
                </a:ln>
              </p:spPr>
              <p:txBody>
                <a:bodyPr/>
                <a:lstStyle/>
                <a:p>
                  <a:endParaRPr lang="en-US"/>
                </a:p>
              </p:txBody>
            </p:sp>
            <p:sp>
              <p:nvSpPr>
                <p:cNvPr id="104174" name="Line 625">
                  <a:extLst>
                    <a:ext uri="{FF2B5EF4-FFF2-40B4-BE49-F238E27FC236}">
                      <a16:creationId xmlns:a16="http://schemas.microsoft.com/office/drawing/2014/main" id="{05F4D6BF-49ED-2FD6-48D4-ABCFE817C50D}"/>
                    </a:ext>
                  </a:extLst>
                </p:cNvPr>
                <p:cNvSpPr>
                  <a:spLocks noChangeShapeType="1"/>
                </p:cNvSpPr>
                <p:nvPr/>
              </p:nvSpPr>
              <p:spPr bwMode="auto">
                <a:xfrm>
                  <a:off x="3604" y="1757"/>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68" name="Group 626">
              <a:extLst>
                <a:ext uri="{FF2B5EF4-FFF2-40B4-BE49-F238E27FC236}">
                  <a16:creationId xmlns:a16="http://schemas.microsoft.com/office/drawing/2014/main" id="{6BC149A3-0D6C-3921-67E6-459C2C29A096}"/>
                </a:ext>
              </a:extLst>
            </p:cNvPr>
            <p:cNvGrpSpPr>
              <a:grpSpLocks/>
            </p:cNvGrpSpPr>
            <p:nvPr/>
          </p:nvGrpSpPr>
          <p:grpSpPr bwMode="auto">
            <a:xfrm>
              <a:off x="3788" y="1733"/>
              <a:ext cx="415" cy="56"/>
              <a:chOff x="3788" y="1733"/>
              <a:chExt cx="415" cy="56"/>
            </a:xfrm>
            <a:grpFill/>
          </p:grpSpPr>
          <p:sp>
            <p:nvSpPr>
              <p:cNvPr id="104159" name="Freeform 627">
                <a:extLst>
                  <a:ext uri="{FF2B5EF4-FFF2-40B4-BE49-F238E27FC236}">
                    <a16:creationId xmlns:a16="http://schemas.microsoft.com/office/drawing/2014/main" id="{D65C8F95-8E12-E75E-969C-12E5D5DA6E69}"/>
                  </a:ext>
                </a:extLst>
              </p:cNvPr>
              <p:cNvSpPr>
                <a:spLocks/>
              </p:cNvSpPr>
              <p:nvPr/>
            </p:nvSpPr>
            <p:spPr bwMode="auto">
              <a:xfrm>
                <a:off x="4091" y="1733"/>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lumMod val="65000"/>
                  </a:schemeClr>
                </a:solidFill>
                <a:round/>
                <a:headEnd/>
                <a:tailEnd/>
              </a:ln>
            </p:spPr>
            <p:txBody>
              <a:bodyPr/>
              <a:lstStyle/>
              <a:p>
                <a:endParaRPr lang="en-US"/>
              </a:p>
            </p:txBody>
          </p:sp>
          <p:grpSp>
            <p:nvGrpSpPr>
              <p:cNvPr id="104160" name="Group 628">
                <a:extLst>
                  <a:ext uri="{FF2B5EF4-FFF2-40B4-BE49-F238E27FC236}">
                    <a16:creationId xmlns:a16="http://schemas.microsoft.com/office/drawing/2014/main" id="{9B4BB7B2-75D2-5451-DABA-C0DE300BCB57}"/>
                  </a:ext>
                </a:extLst>
              </p:cNvPr>
              <p:cNvGrpSpPr>
                <a:grpSpLocks/>
              </p:cNvGrpSpPr>
              <p:nvPr/>
            </p:nvGrpSpPr>
            <p:grpSpPr bwMode="auto">
              <a:xfrm>
                <a:off x="3788" y="1757"/>
                <a:ext cx="295" cy="1"/>
                <a:chOff x="3788" y="1757"/>
                <a:chExt cx="295" cy="1"/>
              </a:xfrm>
              <a:grpFill/>
            </p:grpSpPr>
            <p:sp>
              <p:nvSpPr>
                <p:cNvPr id="104161" name="Line 629">
                  <a:extLst>
                    <a:ext uri="{FF2B5EF4-FFF2-40B4-BE49-F238E27FC236}">
                      <a16:creationId xmlns:a16="http://schemas.microsoft.com/office/drawing/2014/main" id="{DE411DFF-E0BB-3E71-9F0C-D68690BB456F}"/>
                    </a:ext>
                  </a:extLst>
                </p:cNvPr>
                <p:cNvSpPr>
                  <a:spLocks noChangeShapeType="1"/>
                </p:cNvSpPr>
                <p:nvPr/>
              </p:nvSpPr>
              <p:spPr bwMode="auto">
                <a:xfrm>
                  <a:off x="3788" y="1757"/>
                  <a:ext cx="24" cy="1"/>
                </a:xfrm>
                <a:prstGeom prst="line">
                  <a:avLst/>
                </a:prstGeom>
                <a:grpFill/>
                <a:ln w="12700">
                  <a:solidFill>
                    <a:schemeClr val="bg1">
                      <a:lumMod val="65000"/>
                    </a:schemeClr>
                  </a:solidFill>
                  <a:round/>
                  <a:headEnd/>
                  <a:tailEnd/>
                </a:ln>
              </p:spPr>
              <p:txBody>
                <a:bodyPr/>
                <a:lstStyle/>
                <a:p>
                  <a:endParaRPr lang="en-US"/>
                </a:p>
              </p:txBody>
            </p:sp>
            <p:sp>
              <p:nvSpPr>
                <p:cNvPr id="104162" name="Line 630">
                  <a:extLst>
                    <a:ext uri="{FF2B5EF4-FFF2-40B4-BE49-F238E27FC236}">
                      <a16:creationId xmlns:a16="http://schemas.microsoft.com/office/drawing/2014/main" id="{3B605371-CEFD-B9FD-D06A-D10068C5F7E3}"/>
                    </a:ext>
                  </a:extLst>
                </p:cNvPr>
                <p:cNvSpPr>
                  <a:spLocks noChangeShapeType="1"/>
                </p:cNvSpPr>
                <p:nvPr/>
              </p:nvSpPr>
              <p:spPr bwMode="auto">
                <a:xfrm>
                  <a:off x="3844" y="1757"/>
                  <a:ext cx="24" cy="1"/>
                </a:xfrm>
                <a:prstGeom prst="line">
                  <a:avLst/>
                </a:prstGeom>
                <a:grpFill/>
                <a:ln w="12700">
                  <a:solidFill>
                    <a:schemeClr val="bg1">
                      <a:lumMod val="65000"/>
                    </a:schemeClr>
                  </a:solidFill>
                  <a:round/>
                  <a:headEnd/>
                  <a:tailEnd/>
                </a:ln>
              </p:spPr>
              <p:txBody>
                <a:bodyPr/>
                <a:lstStyle/>
                <a:p>
                  <a:endParaRPr lang="en-US"/>
                </a:p>
              </p:txBody>
            </p:sp>
            <p:sp>
              <p:nvSpPr>
                <p:cNvPr id="104163" name="Line 631">
                  <a:extLst>
                    <a:ext uri="{FF2B5EF4-FFF2-40B4-BE49-F238E27FC236}">
                      <a16:creationId xmlns:a16="http://schemas.microsoft.com/office/drawing/2014/main" id="{F8BDB8E5-ED6C-F6C4-2677-C8C1271ADFCE}"/>
                    </a:ext>
                  </a:extLst>
                </p:cNvPr>
                <p:cNvSpPr>
                  <a:spLocks noChangeShapeType="1"/>
                </p:cNvSpPr>
                <p:nvPr/>
              </p:nvSpPr>
              <p:spPr bwMode="auto">
                <a:xfrm>
                  <a:off x="3900" y="1757"/>
                  <a:ext cx="24" cy="1"/>
                </a:xfrm>
                <a:prstGeom prst="line">
                  <a:avLst/>
                </a:prstGeom>
                <a:grpFill/>
                <a:ln w="12700">
                  <a:solidFill>
                    <a:schemeClr val="bg1">
                      <a:lumMod val="65000"/>
                    </a:schemeClr>
                  </a:solidFill>
                  <a:round/>
                  <a:headEnd/>
                  <a:tailEnd/>
                </a:ln>
              </p:spPr>
              <p:txBody>
                <a:bodyPr/>
                <a:lstStyle/>
                <a:p>
                  <a:endParaRPr lang="en-US"/>
                </a:p>
              </p:txBody>
            </p:sp>
            <p:sp>
              <p:nvSpPr>
                <p:cNvPr id="104164" name="Line 632">
                  <a:extLst>
                    <a:ext uri="{FF2B5EF4-FFF2-40B4-BE49-F238E27FC236}">
                      <a16:creationId xmlns:a16="http://schemas.microsoft.com/office/drawing/2014/main" id="{2C8C975C-FC3D-EAAF-EC7D-8B0AA2E5B5FE}"/>
                    </a:ext>
                  </a:extLst>
                </p:cNvPr>
                <p:cNvSpPr>
                  <a:spLocks noChangeShapeType="1"/>
                </p:cNvSpPr>
                <p:nvPr/>
              </p:nvSpPr>
              <p:spPr bwMode="auto">
                <a:xfrm>
                  <a:off x="3956" y="1757"/>
                  <a:ext cx="24" cy="1"/>
                </a:xfrm>
                <a:prstGeom prst="line">
                  <a:avLst/>
                </a:prstGeom>
                <a:grpFill/>
                <a:ln w="12700">
                  <a:solidFill>
                    <a:schemeClr val="bg1">
                      <a:lumMod val="65000"/>
                    </a:schemeClr>
                  </a:solidFill>
                  <a:round/>
                  <a:headEnd/>
                  <a:tailEnd/>
                </a:ln>
              </p:spPr>
              <p:txBody>
                <a:bodyPr/>
                <a:lstStyle/>
                <a:p>
                  <a:endParaRPr lang="en-US"/>
                </a:p>
              </p:txBody>
            </p:sp>
            <p:sp>
              <p:nvSpPr>
                <p:cNvPr id="104165" name="Line 633">
                  <a:extLst>
                    <a:ext uri="{FF2B5EF4-FFF2-40B4-BE49-F238E27FC236}">
                      <a16:creationId xmlns:a16="http://schemas.microsoft.com/office/drawing/2014/main" id="{7BFBEE96-31B9-32EA-F70D-4A7EAA64586A}"/>
                    </a:ext>
                  </a:extLst>
                </p:cNvPr>
                <p:cNvSpPr>
                  <a:spLocks noChangeShapeType="1"/>
                </p:cNvSpPr>
                <p:nvPr/>
              </p:nvSpPr>
              <p:spPr bwMode="auto">
                <a:xfrm>
                  <a:off x="4011" y="1757"/>
                  <a:ext cx="24" cy="1"/>
                </a:xfrm>
                <a:prstGeom prst="line">
                  <a:avLst/>
                </a:prstGeom>
                <a:grpFill/>
                <a:ln w="12700">
                  <a:solidFill>
                    <a:schemeClr val="bg1">
                      <a:lumMod val="65000"/>
                    </a:schemeClr>
                  </a:solidFill>
                  <a:round/>
                  <a:headEnd/>
                  <a:tailEnd/>
                </a:ln>
              </p:spPr>
              <p:txBody>
                <a:bodyPr/>
                <a:lstStyle/>
                <a:p>
                  <a:endParaRPr lang="en-US"/>
                </a:p>
              </p:txBody>
            </p:sp>
            <p:sp>
              <p:nvSpPr>
                <p:cNvPr id="104166" name="Line 634">
                  <a:extLst>
                    <a:ext uri="{FF2B5EF4-FFF2-40B4-BE49-F238E27FC236}">
                      <a16:creationId xmlns:a16="http://schemas.microsoft.com/office/drawing/2014/main" id="{A7E8D95E-3A37-9737-328D-82D7F81C319A}"/>
                    </a:ext>
                  </a:extLst>
                </p:cNvPr>
                <p:cNvSpPr>
                  <a:spLocks noChangeShapeType="1"/>
                </p:cNvSpPr>
                <p:nvPr/>
              </p:nvSpPr>
              <p:spPr bwMode="auto">
                <a:xfrm>
                  <a:off x="4067" y="1757"/>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69" name="Group 635">
              <a:extLst>
                <a:ext uri="{FF2B5EF4-FFF2-40B4-BE49-F238E27FC236}">
                  <a16:creationId xmlns:a16="http://schemas.microsoft.com/office/drawing/2014/main" id="{A68F32FB-C8A4-921A-982B-12895FCE87A7}"/>
                </a:ext>
              </a:extLst>
            </p:cNvPr>
            <p:cNvGrpSpPr>
              <a:grpSpLocks/>
            </p:cNvGrpSpPr>
            <p:nvPr/>
          </p:nvGrpSpPr>
          <p:grpSpPr bwMode="auto">
            <a:xfrm>
              <a:off x="3325" y="2044"/>
              <a:ext cx="423" cy="56"/>
              <a:chOff x="3325" y="2044"/>
              <a:chExt cx="423" cy="56"/>
            </a:xfrm>
            <a:grpFill/>
          </p:grpSpPr>
          <p:sp>
            <p:nvSpPr>
              <p:cNvPr id="104151" name="Freeform 636">
                <a:extLst>
                  <a:ext uri="{FF2B5EF4-FFF2-40B4-BE49-F238E27FC236}">
                    <a16:creationId xmlns:a16="http://schemas.microsoft.com/office/drawing/2014/main" id="{D17F0A2E-C4A1-D16F-E71C-9FC08E1B2A0C}"/>
                  </a:ext>
                </a:extLst>
              </p:cNvPr>
              <p:cNvSpPr>
                <a:spLocks/>
              </p:cNvSpPr>
              <p:nvPr/>
            </p:nvSpPr>
            <p:spPr bwMode="auto">
              <a:xfrm>
                <a:off x="3628" y="2044"/>
                <a:ext cx="120" cy="56"/>
              </a:xfrm>
              <a:custGeom>
                <a:avLst/>
                <a:gdLst>
                  <a:gd name="T0" fmla="*/ 120 w 120"/>
                  <a:gd name="T1" fmla="*/ 24 h 56"/>
                  <a:gd name="T2" fmla="*/ 0 w 120"/>
                  <a:gd name="T3" fmla="*/ 56 h 56"/>
                  <a:gd name="T4" fmla="*/ 0 w 120"/>
                  <a:gd name="T5" fmla="*/ 24 h 56"/>
                  <a:gd name="T6" fmla="*/ 0 w 120"/>
                  <a:gd name="T7" fmla="*/ 0 h 56"/>
                  <a:gd name="T8" fmla="*/ 120 w 120"/>
                  <a:gd name="T9" fmla="*/ 24 h 56"/>
                  <a:gd name="T10" fmla="*/ 0 60000 65536"/>
                  <a:gd name="T11" fmla="*/ 0 60000 65536"/>
                  <a:gd name="T12" fmla="*/ 0 60000 65536"/>
                  <a:gd name="T13" fmla="*/ 0 60000 65536"/>
                  <a:gd name="T14" fmla="*/ 0 60000 65536"/>
                  <a:gd name="T15" fmla="*/ 0 w 120"/>
                  <a:gd name="T16" fmla="*/ 0 h 56"/>
                  <a:gd name="T17" fmla="*/ 120 w 120"/>
                  <a:gd name="T18" fmla="*/ 56 h 56"/>
                </a:gdLst>
                <a:ahLst/>
                <a:cxnLst>
                  <a:cxn ang="T10">
                    <a:pos x="T0" y="T1"/>
                  </a:cxn>
                  <a:cxn ang="T11">
                    <a:pos x="T2" y="T3"/>
                  </a:cxn>
                  <a:cxn ang="T12">
                    <a:pos x="T4" y="T5"/>
                  </a:cxn>
                  <a:cxn ang="T13">
                    <a:pos x="T6" y="T7"/>
                  </a:cxn>
                  <a:cxn ang="T14">
                    <a:pos x="T8" y="T9"/>
                  </a:cxn>
                </a:cxnLst>
                <a:rect l="T15" t="T16" r="T17" b="T18"/>
                <a:pathLst>
                  <a:path w="120" h="56">
                    <a:moveTo>
                      <a:pt x="120" y="24"/>
                    </a:moveTo>
                    <a:lnTo>
                      <a:pt x="0" y="56"/>
                    </a:lnTo>
                    <a:lnTo>
                      <a:pt x="0" y="24"/>
                    </a:lnTo>
                    <a:lnTo>
                      <a:pt x="0" y="0"/>
                    </a:lnTo>
                    <a:lnTo>
                      <a:pt x="120" y="24"/>
                    </a:lnTo>
                    <a:close/>
                  </a:path>
                </a:pathLst>
              </a:custGeom>
              <a:grpFill/>
              <a:ln w="9525">
                <a:solidFill>
                  <a:schemeClr val="bg1">
                    <a:lumMod val="65000"/>
                  </a:schemeClr>
                </a:solidFill>
                <a:round/>
                <a:headEnd/>
                <a:tailEnd/>
              </a:ln>
            </p:spPr>
            <p:txBody>
              <a:bodyPr/>
              <a:lstStyle/>
              <a:p>
                <a:endParaRPr lang="en-US"/>
              </a:p>
            </p:txBody>
          </p:sp>
          <p:grpSp>
            <p:nvGrpSpPr>
              <p:cNvPr id="104152" name="Group 637">
                <a:extLst>
                  <a:ext uri="{FF2B5EF4-FFF2-40B4-BE49-F238E27FC236}">
                    <a16:creationId xmlns:a16="http://schemas.microsoft.com/office/drawing/2014/main" id="{FF05536A-81D2-2D0C-A3CD-5AA095EFAF74}"/>
                  </a:ext>
                </a:extLst>
              </p:cNvPr>
              <p:cNvGrpSpPr>
                <a:grpSpLocks/>
              </p:cNvGrpSpPr>
              <p:nvPr/>
            </p:nvGrpSpPr>
            <p:grpSpPr bwMode="auto">
              <a:xfrm>
                <a:off x="3325" y="2068"/>
                <a:ext cx="295" cy="1"/>
                <a:chOff x="3325" y="2068"/>
                <a:chExt cx="295" cy="1"/>
              </a:xfrm>
              <a:grpFill/>
            </p:grpSpPr>
            <p:sp>
              <p:nvSpPr>
                <p:cNvPr id="104153" name="Line 638">
                  <a:extLst>
                    <a:ext uri="{FF2B5EF4-FFF2-40B4-BE49-F238E27FC236}">
                      <a16:creationId xmlns:a16="http://schemas.microsoft.com/office/drawing/2014/main" id="{AFF6B33F-5E10-D156-4708-DAE434DE0D3A}"/>
                    </a:ext>
                  </a:extLst>
                </p:cNvPr>
                <p:cNvSpPr>
                  <a:spLocks noChangeShapeType="1"/>
                </p:cNvSpPr>
                <p:nvPr/>
              </p:nvSpPr>
              <p:spPr bwMode="auto">
                <a:xfrm>
                  <a:off x="3325" y="2068"/>
                  <a:ext cx="24" cy="1"/>
                </a:xfrm>
                <a:prstGeom prst="line">
                  <a:avLst/>
                </a:prstGeom>
                <a:grpFill/>
                <a:ln w="12700">
                  <a:solidFill>
                    <a:schemeClr val="bg1">
                      <a:lumMod val="65000"/>
                    </a:schemeClr>
                  </a:solidFill>
                  <a:round/>
                  <a:headEnd/>
                  <a:tailEnd/>
                </a:ln>
              </p:spPr>
              <p:txBody>
                <a:bodyPr/>
                <a:lstStyle/>
                <a:p>
                  <a:endParaRPr lang="en-US"/>
                </a:p>
              </p:txBody>
            </p:sp>
            <p:sp>
              <p:nvSpPr>
                <p:cNvPr id="104154" name="Line 639">
                  <a:extLst>
                    <a:ext uri="{FF2B5EF4-FFF2-40B4-BE49-F238E27FC236}">
                      <a16:creationId xmlns:a16="http://schemas.microsoft.com/office/drawing/2014/main" id="{2C1D139C-6540-6C4F-95D1-75AA5E65243E}"/>
                    </a:ext>
                  </a:extLst>
                </p:cNvPr>
                <p:cNvSpPr>
                  <a:spLocks noChangeShapeType="1"/>
                </p:cNvSpPr>
                <p:nvPr/>
              </p:nvSpPr>
              <p:spPr bwMode="auto">
                <a:xfrm>
                  <a:off x="3381" y="2068"/>
                  <a:ext cx="24" cy="1"/>
                </a:xfrm>
                <a:prstGeom prst="line">
                  <a:avLst/>
                </a:prstGeom>
                <a:grpFill/>
                <a:ln w="12700">
                  <a:solidFill>
                    <a:schemeClr val="bg1">
                      <a:lumMod val="65000"/>
                    </a:schemeClr>
                  </a:solidFill>
                  <a:round/>
                  <a:headEnd/>
                  <a:tailEnd/>
                </a:ln>
              </p:spPr>
              <p:txBody>
                <a:bodyPr/>
                <a:lstStyle/>
                <a:p>
                  <a:endParaRPr lang="en-US"/>
                </a:p>
              </p:txBody>
            </p:sp>
            <p:sp>
              <p:nvSpPr>
                <p:cNvPr id="104155" name="Line 640">
                  <a:extLst>
                    <a:ext uri="{FF2B5EF4-FFF2-40B4-BE49-F238E27FC236}">
                      <a16:creationId xmlns:a16="http://schemas.microsoft.com/office/drawing/2014/main" id="{AE10CEA1-B8AE-D89C-BA84-E2E790477B9D}"/>
                    </a:ext>
                  </a:extLst>
                </p:cNvPr>
                <p:cNvSpPr>
                  <a:spLocks noChangeShapeType="1"/>
                </p:cNvSpPr>
                <p:nvPr/>
              </p:nvSpPr>
              <p:spPr bwMode="auto">
                <a:xfrm>
                  <a:off x="3437" y="2068"/>
                  <a:ext cx="24" cy="1"/>
                </a:xfrm>
                <a:prstGeom prst="line">
                  <a:avLst/>
                </a:prstGeom>
                <a:grpFill/>
                <a:ln w="12700">
                  <a:solidFill>
                    <a:schemeClr val="bg1">
                      <a:lumMod val="65000"/>
                    </a:schemeClr>
                  </a:solidFill>
                  <a:round/>
                  <a:headEnd/>
                  <a:tailEnd/>
                </a:ln>
              </p:spPr>
              <p:txBody>
                <a:bodyPr/>
                <a:lstStyle/>
                <a:p>
                  <a:endParaRPr lang="en-US"/>
                </a:p>
              </p:txBody>
            </p:sp>
            <p:sp>
              <p:nvSpPr>
                <p:cNvPr id="104156" name="Line 641">
                  <a:extLst>
                    <a:ext uri="{FF2B5EF4-FFF2-40B4-BE49-F238E27FC236}">
                      <a16:creationId xmlns:a16="http://schemas.microsoft.com/office/drawing/2014/main" id="{7FC90D88-592B-5B9F-0440-EF03712A6AC8}"/>
                    </a:ext>
                  </a:extLst>
                </p:cNvPr>
                <p:cNvSpPr>
                  <a:spLocks noChangeShapeType="1"/>
                </p:cNvSpPr>
                <p:nvPr/>
              </p:nvSpPr>
              <p:spPr bwMode="auto">
                <a:xfrm>
                  <a:off x="3493" y="2068"/>
                  <a:ext cx="23" cy="1"/>
                </a:xfrm>
                <a:prstGeom prst="line">
                  <a:avLst/>
                </a:prstGeom>
                <a:grpFill/>
                <a:ln w="12700">
                  <a:solidFill>
                    <a:schemeClr val="bg1">
                      <a:lumMod val="65000"/>
                    </a:schemeClr>
                  </a:solidFill>
                  <a:round/>
                  <a:headEnd/>
                  <a:tailEnd/>
                </a:ln>
              </p:spPr>
              <p:txBody>
                <a:bodyPr/>
                <a:lstStyle/>
                <a:p>
                  <a:endParaRPr lang="en-US"/>
                </a:p>
              </p:txBody>
            </p:sp>
            <p:sp>
              <p:nvSpPr>
                <p:cNvPr id="104157" name="Line 642">
                  <a:extLst>
                    <a:ext uri="{FF2B5EF4-FFF2-40B4-BE49-F238E27FC236}">
                      <a16:creationId xmlns:a16="http://schemas.microsoft.com/office/drawing/2014/main" id="{D715C1D4-8EFE-583F-1A04-ACACB0433E61}"/>
                    </a:ext>
                  </a:extLst>
                </p:cNvPr>
                <p:cNvSpPr>
                  <a:spLocks noChangeShapeType="1"/>
                </p:cNvSpPr>
                <p:nvPr/>
              </p:nvSpPr>
              <p:spPr bwMode="auto">
                <a:xfrm>
                  <a:off x="3548" y="2068"/>
                  <a:ext cx="24" cy="1"/>
                </a:xfrm>
                <a:prstGeom prst="line">
                  <a:avLst/>
                </a:prstGeom>
                <a:grpFill/>
                <a:ln w="12700">
                  <a:solidFill>
                    <a:schemeClr val="bg1">
                      <a:lumMod val="65000"/>
                    </a:schemeClr>
                  </a:solidFill>
                  <a:round/>
                  <a:headEnd/>
                  <a:tailEnd/>
                </a:ln>
              </p:spPr>
              <p:txBody>
                <a:bodyPr/>
                <a:lstStyle/>
                <a:p>
                  <a:endParaRPr lang="en-US"/>
                </a:p>
              </p:txBody>
            </p:sp>
            <p:sp>
              <p:nvSpPr>
                <p:cNvPr id="104158" name="Line 643">
                  <a:extLst>
                    <a:ext uri="{FF2B5EF4-FFF2-40B4-BE49-F238E27FC236}">
                      <a16:creationId xmlns:a16="http://schemas.microsoft.com/office/drawing/2014/main" id="{BFA7CAD0-A75F-D130-BBB4-E26724D9B1C6}"/>
                    </a:ext>
                  </a:extLst>
                </p:cNvPr>
                <p:cNvSpPr>
                  <a:spLocks noChangeShapeType="1"/>
                </p:cNvSpPr>
                <p:nvPr/>
              </p:nvSpPr>
              <p:spPr bwMode="auto">
                <a:xfrm>
                  <a:off x="3604" y="2068"/>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70" name="Group 644">
              <a:extLst>
                <a:ext uri="{FF2B5EF4-FFF2-40B4-BE49-F238E27FC236}">
                  <a16:creationId xmlns:a16="http://schemas.microsoft.com/office/drawing/2014/main" id="{5E48A773-A2D9-713F-80BB-48799FA1E3A9}"/>
                </a:ext>
              </a:extLst>
            </p:cNvPr>
            <p:cNvGrpSpPr>
              <a:grpSpLocks/>
            </p:cNvGrpSpPr>
            <p:nvPr/>
          </p:nvGrpSpPr>
          <p:grpSpPr bwMode="auto">
            <a:xfrm>
              <a:off x="3796" y="2036"/>
              <a:ext cx="415" cy="56"/>
              <a:chOff x="3796" y="2036"/>
              <a:chExt cx="415" cy="56"/>
            </a:xfrm>
            <a:grpFill/>
          </p:grpSpPr>
          <p:sp>
            <p:nvSpPr>
              <p:cNvPr id="104143" name="Freeform 645">
                <a:extLst>
                  <a:ext uri="{FF2B5EF4-FFF2-40B4-BE49-F238E27FC236}">
                    <a16:creationId xmlns:a16="http://schemas.microsoft.com/office/drawing/2014/main" id="{2E806498-7718-C8A2-6B05-A8CD183BF263}"/>
                  </a:ext>
                </a:extLst>
              </p:cNvPr>
              <p:cNvSpPr>
                <a:spLocks/>
              </p:cNvSpPr>
              <p:nvPr/>
            </p:nvSpPr>
            <p:spPr bwMode="auto">
              <a:xfrm>
                <a:off x="4099"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4144" name="Group 646">
                <a:extLst>
                  <a:ext uri="{FF2B5EF4-FFF2-40B4-BE49-F238E27FC236}">
                    <a16:creationId xmlns:a16="http://schemas.microsoft.com/office/drawing/2014/main" id="{8B1485A2-02B4-0302-F99E-C53DE41606EC}"/>
                  </a:ext>
                </a:extLst>
              </p:cNvPr>
              <p:cNvGrpSpPr>
                <a:grpSpLocks/>
              </p:cNvGrpSpPr>
              <p:nvPr/>
            </p:nvGrpSpPr>
            <p:grpSpPr bwMode="auto">
              <a:xfrm>
                <a:off x="3796" y="2068"/>
                <a:ext cx="295" cy="1"/>
                <a:chOff x="3796" y="2068"/>
                <a:chExt cx="295" cy="1"/>
              </a:xfrm>
              <a:grpFill/>
            </p:grpSpPr>
            <p:sp>
              <p:nvSpPr>
                <p:cNvPr id="104145" name="Line 647">
                  <a:extLst>
                    <a:ext uri="{FF2B5EF4-FFF2-40B4-BE49-F238E27FC236}">
                      <a16:creationId xmlns:a16="http://schemas.microsoft.com/office/drawing/2014/main" id="{9E061EBB-0A37-C4AC-E973-7C50BF60F8D7}"/>
                    </a:ext>
                  </a:extLst>
                </p:cNvPr>
                <p:cNvSpPr>
                  <a:spLocks noChangeShapeType="1"/>
                </p:cNvSpPr>
                <p:nvPr/>
              </p:nvSpPr>
              <p:spPr bwMode="auto">
                <a:xfrm>
                  <a:off x="3796" y="2068"/>
                  <a:ext cx="24" cy="1"/>
                </a:xfrm>
                <a:prstGeom prst="line">
                  <a:avLst/>
                </a:prstGeom>
                <a:grpFill/>
                <a:ln w="12700">
                  <a:solidFill>
                    <a:schemeClr val="bg1">
                      <a:lumMod val="65000"/>
                    </a:schemeClr>
                  </a:solidFill>
                  <a:round/>
                  <a:headEnd/>
                  <a:tailEnd/>
                </a:ln>
              </p:spPr>
              <p:txBody>
                <a:bodyPr/>
                <a:lstStyle/>
                <a:p>
                  <a:endParaRPr lang="en-US"/>
                </a:p>
              </p:txBody>
            </p:sp>
            <p:sp>
              <p:nvSpPr>
                <p:cNvPr id="104146" name="Line 648">
                  <a:extLst>
                    <a:ext uri="{FF2B5EF4-FFF2-40B4-BE49-F238E27FC236}">
                      <a16:creationId xmlns:a16="http://schemas.microsoft.com/office/drawing/2014/main" id="{FD4C2491-F4F2-45B0-8FA1-0B8ED0A36B70}"/>
                    </a:ext>
                  </a:extLst>
                </p:cNvPr>
                <p:cNvSpPr>
                  <a:spLocks noChangeShapeType="1"/>
                </p:cNvSpPr>
                <p:nvPr/>
              </p:nvSpPr>
              <p:spPr bwMode="auto">
                <a:xfrm>
                  <a:off x="3852" y="2068"/>
                  <a:ext cx="24" cy="1"/>
                </a:xfrm>
                <a:prstGeom prst="line">
                  <a:avLst/>
                </a:prstGeom>
                <a:grpFill/>
                <a:ln w="12700">
                  <a:solidFill>
                    <a:schemeClr val="bg1">
                      <a:lumMod val="65000"/>
                    </a:schemeClr>
                  </a:solidFill>
                  <a:round/>
                  <a:headEnd/>
                  <a:tailEnd/>
                </a:ln>
              </p:spPr>
              <p:txBody>
                <a:bodyPr/>
                <a:lstStyle/>
                <a:p>
                  <a:endParaRPr lang="en-US"/>
                </a:p>
              </p:txBody>
            </p:sp>
            <p:sp>
              <p:nvSpPr>
                <p:cNvPr id="104147" name="Line 649">
                  <a:extLst>
                    <a:ext uri="{FF2B5EF4-FFF2-40B4-BE49-F238E27FC236}">
                      <a16:creationId xmlns:a16="http://schemas.microsoft.com/office/drawing/2014/main" id="{1866DD93-F673-2B81-21F2-410BDA9067A5}"/>
                    </a:ext>
                  </a:extLst>
                </p:cNvPr>
                <p:cNvSpPr>
                  <a:spLocks noChangeShapeType="1"/>
                </p:cNvSpPr>
                <p:nvPr/>
              </p:nvSpPr>
              <p:spPr bwMode="auto">
                <a:xfrm>
                  <a:off x="3908" y="2068"/>
                  <a:ext cx="24" cy="1"/>
                </a:xfrm>
                <a:prstGeom prst="line">
                  <a:avLst/>
                </a:prstGeom>
                <a:grpFill/>
                <a:ln w="12700">
                  <a:solidFill>
                    <a:schemeClr val="bg1">
                      <a:lumMod val="65000"/>
                    </a:schemeClr>
                  </a:solidFill>
                  <a:round/>
                  <a:headEnd/>
                  <a:tailEnd/>
                </a:ln>
              </p:spPr>
              <p:txBody>
                <a:bodyPr/>
                <a:lstStyle/>
                <a:p>
                  <a:endParaRPr lang="en-US"/>
                </a:p>
              </p:txBody>
            </p:sp>
            <p:sp>
              <p:nvSpPr>
                <p:cNvPr id="104148" name="Line 650">
                  <a:extLst>
                    <a:ext uri="{FF2B5EF4-FFF2-40B4-BE49-F238E27FC236}">
                      <a16:creationId xmlns:a16="http://schemas.microsoft.com/office/drawing/2014/main" id="{FAA12AD6-541A-F5E8-F791-97807E3649D3}"/>
                    </a:ext>
                  </a:extLst>
                </p:cNvPr>
                <p:cNvSpPr>
                  <a:spLocks noChangeShapeType="1"/>
                </p:cNvSpPr>
                <p:nvPr/>
              </p:nvSpPr>
              <p:spPr bwMode="auto">
                <a:xfrm>
                  <a:off x="3964" y="2068"/>
                  <a:ext cx="24" cy="1"/>
                </a:xfrm>
                <a:prstGeom prst="line">
                  <a:avLst/>
                </a:prstGeom>
                <a:grpFill/>
                <a:ln w="12700">
                  <a:solidFill>
                    <a:schemeClr val="bg1">
                      <a:lumMod val="65000"/>
                    </a:schemeClr>
                  </a:solidFill>
                  <a:round/>
                  <a:headEnd/>
                  <a:tailEnd/>
                </a:ln>
              </p:spPr>
              <p:txBody>
                <a:bodyPr/>
                <a:lstStyle/>
                <a:p>
                  <a:endParaRPr lang="en-US"/>
                </a:p>
              </p:txBody>
            </p:sp>
            <p:sp>
              <p:nvSpPr>
                <p:cNvPr id="104149" name="Line 651">
                  <a:extLst>
                    <a:ext uri="{FF2B5EF4-FFF2-40B4-BE49-F238E27FC236}">
                      <a16:creationId xmlns:a16="http://schemas.microsoft.com/office/drawing/2014/main" id="{3F9534C4-329A-9395-EE4C-606EC8665828}"/>
                    </a:ext>
                  </a:extLst>
                </p:cNvPr>
                <p:cNvSpPr>
                  <a:spLocks noChangeShapeType="1"/>
                </p:cNvSpPr>
                <p:nvPr/>
              </p:nvSpPr>
              <p:spPr bwMode="auto">
                <a:xfrm>
                  <a:off x="4019" y="2068"/>
                  <a:ext cx="24" cy="1"/>
                </a:xfrm>
                <a:prstGeom prst="line">
                  <a:avLst/>
                </a:prstGeom>
                <a:grpFill/>
                <a:ln w="12700">
                  <a:solidFill>
                    <a:schemeClr val="bg1">
                      <a:lumMod val="65000"/>
                    </a:schemeClr>
                  </a:solidFill>
                  <a:round/>
                  <a:headEnd/>
                  <a:tailEnd/>
                </a:ln>
              </p:spPr>
              <p:txBody>
                <a:bodyPr/>
                <a:lstStyle/>
                <a:p>
                  <a:endParaRPr lang="en-US"/>
                </a:p>
              </p:txBody>
            </p:sp>
            <p:sp>
              <p:nvSpPr>
                <p:cNvPr id="104150" name="Line 652">
                  <a:extLst>
                    <a:ext uri="{FF2B5EF4-FFF2-40B4-BE49-F238E27FC236}">
                      <a16:creationId xmlns:a16="http://schemas.microsoft.com/office/drawing/2014/main" id="{15024942-1069-BC3B-DEC0-87FE3B51C5F1}"/>
                    </a:ext>
                  </a:extLst>
                </p:cNvPr>
                <p:cNvSpPr>
                  <a:spLocks noChangeShapeType="1"/>
                </p:cNvSpPr>
                <p:nvPr/>
              </p:nvSpPr>
              <p:spPr bwMode="auto">
                <a:xfrm>
                  <a:off x="4075" y="2068"/>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71" name="Group 653">
              <a:extLst>
                <a:ext uri="{FF2B5EF4-FFF2-40B4-BE49-F238E27FC236}">
                  <a16:creationId xmlns:a16="http://schemas.microsoft.com/office/drawing/2014/main" id="{D5E44D18-313F-42FC-0D1D-730EF8D2D373}"/>
                </a:ext>
              </a:extLst>
            </p:cNvPr>
            <p:cNvGrpSpPr>
              <a:grpSpLocks/>
            </p:cNvGrpSpPr>
            <p:nvPr/>
          </p:nvGrpSpPr>
          <p:grpSpPr bwMode="auto">
            <a:xfrm>
              <a:off x="4267" y="2036"/>
              <a:ext cx="415" cy="56"/>
              <a:chOff x="4267" y="2036"/>
              <a:chExt cx="415" cy="56"/>
            </a:xfrm>
            <a:grpFill/>
          </p:grpSpPr>
          <p:sp>
            <p:nvSpPr>
              <p:cNvPr id="104135" name="Freeform 654">
                <a:extLst>
                  <a:ext uri="{FF2B5EF4-FFF2-40B4-BE49-F238E27FC236}">
                    <a16:creationId xmlns:a16="http://schemas.microsoft.com/office/drawing/2014/main" id="{9E369DF7-9AF8-9A68-784F-BD87A3C9D9F0}"/>
                  </a:ext>
                </a:extLst>
              </p:cNvPr>
              <p:cNvSpPr>
                <a:spLocks/>
              </p:cNvSpPr>
              <p:nvPr/>
            </p:nvSpPr>
            <p:spPr bwMode="auto">
              <a:xfrm>
                <a:off x="4570"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4136" name="Group 655">
                <a:extLst>
                  <a:ext uri="{FF2B5EF4-FFF2-40B4-BE49-F238E27FC236}">
                    <a16:creationId xmlns:a16="http://schemas.microsoft.com/office/drawing/2014/main" id="{C5591AE5-66EC-7671-AF2E-7BE0EB2415C2}"/>
                  </a:ext>
                </a:extLst>
              </p:cNvPr>
              <p:cNvGrpSpPr>
                <a:grpSpLocks/>
              </p:cNvGrpSpPr>
              <p:nvPr/>
            </p:nvGrpSpPr>
            <p:grpSpPr bwMode="auto">
              <a:xfrm>
                <a:off x="4267" y="2068"/>
                <a:ext cx="295" cy="1"/>
                <a:chOff x="4267" y="2068"/>
                <a:chExt cx="295" cy="1"/>
              </a:xfrm>
              <a:grpFill/>
            </p:grpSpPr>
            <p:sp>
              <p:nvSpPr>
                <p:cNvPr id="104137" name="Line 656">
                  <a:extLst>
                    <a:ext uri="{FF2B5EF4-FFF2-40B4-BE49-F238E27FC236}">
                      <a16:creationId xmlns:a16="http://schemas.microsoft.com/office/drawing/2014/main" id="{5C5A0D2A-FAE9-65D2-A136-F6A0C6E93248}"/>
                    </a:ext>
                  </a:extLst>
                </p:cNvPr>
                <p:cNvSpPr>
                  <a:spLocks noChangeShapeType="1"/>
                </p:cNvSpPr>
                <p:nvPr/>
              </p:nvSpPr>
              <p:spPr bwMode="auto">
                <a:xfrm>
                  <a:off x="4267" y="2068"/>
                  <a:ext cx="24" cy="1"/>
                </a:xfrm>
                <a:prstGeom prst="line">
                  <a:avLst/>
                </a:prstGeom>
                <a:grpFill/>
                <a:ln w="12700">
                  <a:solidFill>
                    <a:schemeClr val="bg1">
                      <a:lumMod val="65000"/>
                    </a:schemeClr>
                  </a:solidFill>
                  <a:round/>
                  <a:headEnd/>
                  <a:tailEnd/>
                </a:ln>
              </p:spPr>
              <p:txBody>
                <a:bodyPr/>
                <a:lstStyle/>
                <a:p>
                  <a:endParaRPr lang="en-US"/>
                </a:p>
              </p:txBody>
            </p:sp>
            <p:sp>
              <p:nvSpPr>
                <p:cNvPr id="104138" name="Line 657">
                  <a:extLst>
                    <a:ext uri="{FF2B5EF4-FFF2-40B4-BE49-F238E27FC236}">
                      <a16:creationId xmlns:a16="http://schemas.microsoft.com/office/drawing/2014/main" id="{0104FAFE-2A13-951F-ACD0-606EDAFF0CD8}"/>
                    </a:ext>
                  </a:extLst>
                </p:cNvPr>
                <p:cNvSpPr>
                  <a:spLocks noChangeShapeType="1"/>
                </p:cNvSpPr>
                <p:nvPr/>
              </p:nvSpPr>
              <p:spPr bwMode="auto">
                <a:xfrm>
                  <a:off x="4323" y="2068"/>
                  <a:ext cx="24" cy="1"/>
                </a:xfrm>
                <a:prstGeom prst="line">
                  <a:avLst/>
                </a:prstGeom>
                <a:grpFill/>
                <a:ln w="12700">
                  <a:solidFill>
                    <a:schemeClr val="bg1">
                      <a:lumMod val="65000"/>
                    </a:schemeClr>
                  </a:solidFill>
                  <a:round/>
                  <a:headEnd/>
                  <a:tailEnd/>
                </a:ln>
              </p:spPr>
              <p:txBody>
                <a:bodyPr/>
                <a:lstStyle/>
                <a:p>
                  <a:endParaRPr lang="en-US"/>
                </a:p>
              </p:txBody>
            </p:sp>
            <p:sp>
              <p:nvSpPr>
                <p:cNvPr id="104139" name="Line 658">
                  <a:extLst>
                    <a:ext uri="{FF2B5EF4-FFF2-40B4-BE49-F238E27FC236}">
                      <a16:creationId xmlns:a16="http://schemas.microsoft.com/office/drawing/2014/main" id="{09C66EFD-9EC6-4DE8-D2A7-CAB72C3AB2BA}"/>
                    </a:ext>
                  </a:extLst>
                </p:cNvPr>
                <p:cNvSpPr>
                  <a:spLocks noChangeShapeType="1"/>
                </p:cNvSpPr>
                <p:nvPr/>
              </p:nvSpPr>
              <p:spPr bwMode="auto">
                <a:xfrm>
                  <a:off x="4379" y="2068"/>
                  <a:ext cx="24" cy="1"/>
                </a:xfrm>
                <a:prstGeom prst="line">
                  <a:avLst/>
                </a:prstGeom>
                <a:grpFill/>
                <a:ln w="12700">
                  <a:solidFill>
                    <a:schemeClr val="bg1">
                      <a:lumMod val="65000"/>
                    </a:schemeClr>
                  </a:solidFill>
                  <a:round/>
                  <a:headEnd/>
                  <a:tailEnd/>
                </a:ln>
              </p:spPr>
              <p:txBody>
                <a:bodyPr/>
                <a:lstStyle/>
                <a:p>
                  <a:endParaRPr lang="en-US"/>
                </a:p>
              </p:txBody>
            </p:sp>
            <p:sp>
              <p:nvSpPr>
                <p:cNvPr id="104140" name="Line 659">
                  <a:extLst>
                    <a:ext uri="{FF2B5EF4-FFF2-40B4-BE49-F238E27FC236}">
                      <a16:creationId xmlns:a16="http://schemas.microsoft.com/office/drawing/2014/main" id="{A943EC67-2F4C-E73B-1D57-5CDF8FEACDEC}"/>
                    </a:ext>
                  </a:extLst>
                </p:cNvPr>
                <p:cNvSpPr>
                  <a:spLocks noChangeShapeType="1"/>
                </p:cNvSpPr>
                <p:nvPr/>
              </p:nvSpPr>
              <p:spPr bwMode="auto">
                <a:xfrm>
                  <a:off x="4435" y="2068"/>
                  <a:ext cx="24" cy="1"/>
                </a:xfrm>
                <a:prstGeom prst="line">
                  <a:avLst/>
                </a:prstGeom>
                <a:grpFill/>
                <a:ln w="12700">
                  <a:solidFill>
                    <a:schemeClr val="bg1">
                      <a:lumMod val="65000"/>
                    </a:schemeClr>
                  </a:solidFill>
                  <a:round/>
                  <a:headEnd/>
                  <a:tailEnd/>
                </a:ln>
              </p:spPr>
              <p:txBody>
                <a:bodyPr/>
                <a:lstStyle/>
                <a:p>
                  <a:endParaRPr lang="en-US"/>
                </a:p>
              </p:txBody>
            </p:sp>
            <p:sp>
              <p:nvSpPr>
                <p:cNvPr id="104141" name="Line 660">
                  <a:extLst>
                    <a:ext uri="{FF2B5EF4-FFF2-40B4-BE49-F238E27FC236}">
                      <a16:creationId xmlns:a16="http://schemas.microsoft.com/office/drawing/2014/main" id="{398F0239-F5CF-5FF8-0980-24F6C8DC92CB}"/>
                    </a:ext>
                  </a:extLst>
                </p:cNvPr>
                <p:cNvSpPr>
                  <a:spLocks noChangeShapeType="1"/>
                </p:cNvSpPr>
                <p:nvPr/>
              </p:nvSpPr>
              <p:spPr bwMode="auto">
                <a:xfrm>
                  <a:off x="4491" y="2068"/>
                  <a:ext cx="23" cy="1"/>
                </a:xfrm>
                <a:prstGeom prst="line">
                  <a:avLst/>
                </a:prstGeom>
                <a:grpFill/>
                <a:ln w="12700">
                  <a:solidFill>
                    <a:schemeClr val="bg1">
                      <a:lumMod val="65000"/>
                    </a:schemeClr>
                  </a:solidFill>
                  <a:round/>
                  <a:headEnd/>
                  <a:tailEnd/>
                </a:ln>
              </p:spPr>
              <p:txBody>
                <a:bodyPr/>
                <a:lstStyle/>
                <a:p>
                  <a:endParaRPr lang="en-US"/>
                </a:p>
              </p:txBody>
            </p:sp>
            <p:sp>
              <p:nvSpPr>
                <p:cNvPr id="104142" name="Line 661">
                  <a:extLst>
                    <a:ext uri="{FF2B5EF4-FFF2-40B4-BE49-F238E27FC236}">
                      <a16:creationId xmlns:a16="http://schemas.microsoft.com/office/drawing/2014/main" id="{CB64542A-E596-C237-ACB1-D1E1ABDFDAF8}"/>
                    </a:ext>
                  </a:extLst>
                </p:cNvPr>
                <p:cNvSpPr>
                  <a:spLocks noChangeShapeType="1"/>
                </p:cNvSpPr>
                <p:nvPr/>
              </p:nvSpPr>
              <p:spPr bwMode="auto">
                <a:xfrm>
                  <a:off x="4546" y="2068"/>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72" name="Group 662">
              <a:extLst>
                <a:ext uri="{FF2B5EF4-FFF2-40B4-BE49-F238E27FC236}">
                  <a16:creationId xmlns:a16="http://schemas.microsoft.com/office/drawing/2014/main" id="{1981DE7B-9589-D7A3-E35B-0C2C1F13919C}"/>
                </a:ext>
              </a:extLst>
            </p:cNvPr>
            <p:cNvGrpSpPr>
              <a:grpSpLocks/>
            </p:cNvGrpSpPr>
            <p:nvPr/>
          </p:nvGrpSpPr>
          <p:grpSpPr bwMode="auto">
            <a:xfrm>
              <a:off x="4259" y="2347"/>
              <a:ext cx="415" cy="56"/>
              <a:chOff x="4259" y="2347"/>
              <a:chExt cx="415" cy="56"/>
            </a:xfrm>
            <a:grpFill/>
          </p:grpSpPr>
          <p:sp>
            <p:nvSpPr>
              <p:cNvPr id="104127" name="Freeform 663">
                <a:extLst>
                  <a:ext uri="{FF2B5EF4-FFF2-40B4-BE49-F238E27FC236}">
                    <a16:creationId xmlns:a16="http://schemas.microsoft.com/office/drawing/2014/main" id="{A065A4F9-DB8D-A63A-E4F0-DCD883E6F967}"/>
                  </a:ext>
                </a:extLst>
              </p:cNvPr>
              <p:cNvSpPr>
                <a:spLocks/>
              </p:cNvSpPr>
              <p:nvPr/>
            </p:nvSpPr>
            <p:spPr bwMode="auto">
              <a:xfrm>
                <a:off x="4562" y="234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lumMod val="65000"/>
                  </a:schemeClr>
                </a:solidFill>
                <a:round/>
                <a:headEnd/>
                <a:tailEnd/>
              </a:ln>
            </p:spPr>
            <p:txBody>
              <a:bodyPr/>
              <a:lstStyle/>
              <a:p>
                <a:endParaRPr lang="en-US"/>
              </a:p>
            </p:txBody>
          </p:sp>
          <p:grpSp>
            <p:nvGrpSpPr>
              <p:cNvPr id="104128" name="Group 664">
                <a:extLst>
                  <a:ext uri="{FF2B5EF4-FFF2-40B4-BE49-F238E27FC236}">
                    <a16:creationId xmlns:a16="http://schemas.microsoft.com/office/drawing/2014/main" id="{1114E088-D2C4-5A98-EDF6-33B399D21364}"/>
                  </a:ext>
                </a:extLst>
              </p:cNvPr>
              <p:cNvGrpSpPr>
                <a:grpSpLocks/>
              </p:cNvGrpSpPr>
              <p:nvPr/>
            </p:nvGrpSpPr>
            <p:grpSpPr bwMode="auto">
              <a:xfrm>
                <a:off x="4259" y="2371"/>
                <a:ext cx="295" cy="1"/>
                <a:chOff x="4259" y="2371"/>
                <a:chExt cx="295" cy="1"/>
              </a:xfrm>
              <a:grpFill/>
            </p:grpSpPr>
            <p:sp>
              <p:nvSpPr>
                <p:cNvPr id="104129" name="Line 665">
                  <a:extLst>
                    <a:ext uri="{FF2B5EF4-FFF2-40B4-BE49-F238E27FC236}">
                      <a16:creationId xmlns:a16="http://schemas.microsoft.com/office/drawing/2014/main" id="{3C66B2B4-B9A2-D6D6-D49F-5B47A7BD6908}"/>
                    </a:ext>
                  </a:extLst>
                </p:cNvPr>
                <p:cNvSpPr>
                  <a:spLocks noChangeShapeType="1"/>
                </p:cNvSpPr>
                <p:nvPr/>
              </p:nvSpPr>
              <p:spPr bwMode="auto">
                <a:xfrm>
                  <a:off x="4259" y="2371"/>
                  <a:ext cx="24" cy="1"/>
                </a:xfrm>
                <a:prstGeom prst="line">
                  <a:avLst/>
                </a:prstGeom>
                <a:grpFill/>
                <a:ln w="12700">
                  <a:solidFill>
                    <a:schemeClr val="bg1">
                      <a:lumMod val="65000"/>
                    </a:schemeClr>
                  </a:solidFill>
                  <a:round/>
                  <a:headEnd/>
                  <a:tailEnd/>
                </a:ln>
              </p:spPr>
              <p:txBody>
                <a:bodyPr/>
                <a:lstStyle/>
                <a:p>
                  <a:endParaRPr lang="en-US"/>
                </a:p>
              </p:txBody>
            </p:sp>
            <p:sp>
              <p:nvSpPr>
                <p:cNvPr id="104130" name="Line 666">
                  <a:extLst>
                    <a:ext uri="{FF2B5EF4-FFF2-40B4-BE49-F238E27FC236}">
                      <a16:creationId xmlns:a16="http://schemas.microsoft.com/office/drawing/2014/main" id="{CBF788EE-7556-6080-6C9E-8CE260B8D8DE}"/>
                    </a:ext>
                  </a:extLst>
                </p:cNvPr>
                <p:cNvSpPr>
                  <a:spLocks noChangeShapeType="1"/>
                </p:cNvSpPr>
                <p:nvPr/>
              </p:nvSpPr>
              <p:spPr bwMode="auto">
                <a:xfrm>
                  <a:off x="4315" y="2371"/>
                  <a:ext cx="24" cy="1"/>
                </a:xfrm>
                <a:prstGeom prst="line">
                  <a:avLst/>
                </a:prstGeom>
                <a:grpFill/>
                <a:ln w="12700">
                  <a:solidFill>
                    <a:schemeClr val="bg1">
                      <a:lumMod val="65000"/>
                    </a:schemeClr>
                  </a:solidFill>
                  <a:round/>
                  <a:headEnd/>
                  <a:tailEnd/>
                </a:ln>
              </p:spPr>
              <p:txBody>
                <a:bodyPr/>
                <a:lstStyle/>
                <a:p>
                  <a:endParaRPr lang="en-US"/>
                </a:p>
              </p:txBody>
            </p:sp>
            <p:sp>
              <p:nvSpPr>
                <p:cNvPr id="104131" name="Line 667">
                  <a:extLst>
                    <a:ext uri="{FF2B5EF4-FFF2-40B4-BE49-F238E27FC236}">
                      <a16:creationId xmlns:a16="http://schemas.microsoft.com/office/drawing/2014/main" id="{3DA189A0-5050-D9B0-B198-962AACF0010E}"/>
                    </a:ext>
                  </a:extLst>
                </p:cNvPr>
                <p:cNvSpPr>
                  <a:spLocks noChangeShapeType="1"/>
                </p:cNvSpPr>
                <p:nvPr/>
              </p:nvSpPr>
              <p:spPr bwMode="auto">
                <a:xfrm>
                  <a:off x="4371" y="2371"/>
                  <a:ext cx="24" cy="1"/>
                </a:xfrm>
                <a:prstGeom prst="line">
                  <a:avLst/>
                </a:prstGeom>
                <a:grpFill/>
                <a:ln w="12700">
                  <a:solidFill>
                    <a:schemeClr val="bg1">
                      <a:lumMod val="65000"/>
                    </a:schemeClr>
                  </a:solidFill>
                  <a:round/>
                  <a:headEnd/>
                  <a:tailEnd/>
                </a:ln>
              </p:spPr>
              <p:txBody>
                <a:bodyPr/>
                <a:lstStyle/>
                <a:p>
                  <a:endParaRPr lang="en-US"/>
                </a:p>
              </p:txBody>
            </p:sp>
            <p:sp>
              <p:nvSpPr>
                <p:cNvPr id="104132" name="Line 668">
                  <a:extLst>
                    <a:ext uri="{FF2B5EF4-FFF2-40B4-BE49-F238E27FC236}">
                      <a16:creationId xmlns:a16="http://schemas.microsoft.com/office/drawing/2014/main" id="{DD8D814D-63DB-A8B2-26F9-47223E5BD564}"/>
                    </a:ext>
                  </a:extLst>
                </p:cNvPr>
                <p:cNvSpPr>
                  <a:spLocks noChangeShapeType="1"/>
                </p:cNvSpPr>
                <p:nvPr/>
              </p:nvSpPr>
              <p:spPr bwMode="auto">
                <a:xfrm>
                  <a:off x="4427" y="2371"/>
                  <a:ext cx="24" cy="1"/>
                </a:xfrm>
                <a:prstGeom prst="line">
                  <a:avLst/>
                </a:prstGeom>
                <a:grpFill/>
                <a:ln w="12700">
                  <a:solidFill>
                    <a:schemeClr val="bg1">
                      <a:lumMod val="65000"/>
                    </a:schemeClr>
                  </a:solidFill>
                  <a:round/>
                  <a:headEnd/>
                  <a:tailEnd/>
                </a:ln>
              </p:spPr>
              <p:txBody>
                <a:bodyPr/>
                <a:lstStyle/>
                <a:p>
                  <a:endParaRPr lang="en-US"/>
                </a:p>
              </p:txBody>
            </p:sp>
            <p:sp>
              <p:nvSpPr>
                <p:cNvPr id="104133" name="Line 669">
                  <a:extLst>
                    <a:ext uri="{FF2B5EF4-FFF2-40B4-BE49-F238E27FC236}">
                      <a16:creationId xmlns:a16="http://schemas.microsoft.com/office/drawing/2014/main" id="{6AD1077B-8278-8957-AFEE-1949AFC43ADA}"/>
                    </a:ext>
                  </a:extLst>
                </p:cNvPr>
                <p:cNvSpPr>
                  <a:spLocks noChangeShapeType="1"/>
                </p:cNvSpPr>
                <p:nvPr/>
              </p:nvSpPr>
              <p:spPr bwMode="auto">
                <a:xfrm>
                  <a:off x="4483" y="2371"/>
                  <a:ext cx="23" cy="1"/>
                </a:xfrm>
                <a:prstGeom prst="line">
                  <a:avLst/>
                </a:prstGeom>
                <a:grpFill/>
                <a:ln w="12700">
                  <a:solidFill>
                    <a:schemeClr val="bg1">
                      <a:lumMod val="65000"/>
                    </a:schemeClr>
                  </a:solidFill>
                  <a:round/>
                  <a:headEnd/>
                  <a:tailEnd/>
                </a:ln>
              </p:spPr>
              <p:txBody>
                <a:bodyPr/>
                <a:lstStyle/>
                <a:p>
                  <a:endParaRPr lang="en-US"/>
                </a:p>
              </p:txBody>
            </p:sp>
            <p:sp>
              <p:nvSpPr>
                <p:cNvPr id="104134" name="Line 670">
                  <a:extLst>
                    <a:ext uri="{FF2B5EF4-FFF2-40B4-BE49-F238E27FC236}">
                      <a16:creationId xmlns:a16="http://schemas.microsoft.com/office/drawing/2014/main" id="{CAA86A62-6B27-1E1C-C364-89E68646F202}"/>
                    </a:ext>
                  </a:extLst>
                </p:cNvPr>
                <p:cNvSpPr>
                  <a:spLocks noChangeShapeType="1"/>
                </p:cNvSpPr>
                <p:nvPr/>
              </p:nvSpPr>
              <p:spPr bwMode="auto">
                <a:xfrm>
                  <a:off x="4538" y="2371"/>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73" name="Group 671">
              <a:extLst>
                <a:ext uri="{FF2B5EF4-FFF2-40B4-BE49-F238E27FC236}">
                  <a16:creationId xmlns:a16="http://schemas.microsoft.com/office/drawing/2014/main" id="{4A32C623-B3DF-3B4C-824C-375D23A77EE2}"/>
                </a:ext>
              </a:extLst>
            </p:cNvPr>
            <p:cNvGrpSpPr>
              <a:grpSpLocks/>
            </p:cNvGrpSpPr>
            <p:nvPr/>
          </p:nvGrpSpPr>
          <p:grpSpPr bwMode="auto">
            <a:xfrm>
              <a:off x="3796" y="2347"/>
              <a:ext cx="415" cy="56"/>
              <a:chOff x="3796" y="2347"/>
              <a:chExt cx="415" cy="56"/>
            </a:xfrm>
            <a:grpFill/>
          </p:grpSpPr>
          <p:sp>
            <p:nvSpPr>
              <p:cNvPr id="104119" name="Freeform 672">
                <a:extLst>
                  <a:ext uri="{FF2B5EF4-FFF2-40B4-BE49-F238E27FC236}">
                    <a16:creationId xmlns:a16="http://schemas.microsoft.com/office/drawing/2014/main" id="{7C1C4CCA-6C27-5EBB-511A-9690FCA2B69B}"/>
                  </a:ext>
                </a:extLst>
              </p:cNvPr>
              <p:cNvSpPr>
                <a:spLocks/>
              </p:cNvSpPr>
              <p:nvPr/>
            </p:nvSpPr>
            <p:spPr bwMode="auto">
              <a:xfrm>
                <a:off x="4099" y="234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lumMod val="65000"/>
                  </a:schemeClr>
                </a:solidFill>
                <a:round/>
                <a:headEnd/>
                <a:tailEnd/>
              </a:ln>
            </p:spPr>
            <p:txBody>
              <a:bodyPr/>
              <a:lstStyle/>
              <a:p>
                <a:endParaRPr lang="en-US"/>
              </a:p>
            </p:txBody>
          </p:sp>
          <p:grpSp>
            <p:nvGrpSpPr>
              <p:cNvPr id="104120" name="Group 673">
                <a:extLst>
                  <a:ext uri="{FF2B5EF4-FFF2-40B4-BE49-F238E27FC236}">
                    <a16:creationId xmlns:a16="http://schemas.microsoft.com/office/drawing/2014/main" id="{7868B12F-90BE-162E-314C-C1EA6B86E4CD}"/>
                  </a:ext>
                </a:extLst>
              </p:cNvPr>
              <p:cNvGrpSpPr>
                <a:grpSpLocks/>
              </p:cNvGrpSpPr>
              <p:nvPr/>
            </p:nvGrpSpPr>
            <p:grpSpPr bwMode="auto">
              <a:xfrm>
                <a:off x="3796" y="2371"/>
                <a:ext cx="295" cy="1"/>
                <a:chOff x="3796" y="2371"/>
                <a:chExt cx="295" cy="1"/>
              </a:xfrm>
              <a:grpFill/>
            </p:grpSpPr>
            <p:sp>
              <p:nvSpPr>
                <p:cNvPr id="104121" name="Line 674">
                  <a:extLst>
                    <a:ext uri="{FF2B5EF4-FFF2-40B4-BE49-F238E27FC236}">
                      <a16:creationId xmlns:a16="http://schemas.microsoft.com/office/drawing/2014/main" id="{06907F44-FA93-82B6-A4C0-A9CFD143365D}"/>
                    </a:ext>
                  </a:extLst>
                </p:cNvPr>
                <p:cNvSpPr>
                  <a:spLocks noChangeShapeType="1"/>
                </p:cNvSpPr>
                <p:nvPr/>
              </p:nvSpPr>
              <p:spPr bwMode="auto">
                <a:xfrm>
                  <a:off x="3796" y="2371"/>
                  <a:ext cx="24" cy="1"/>
                </a:xfrm>
                <a:prstGeom prst="line">
                  <a:avLst/>
                </a:prstGeom>
                <a:grpFill/>
                <a:ln w="12700">
                  <a:solidFill>
                    <a:schemeClr val="bg1">
                      <a:lumMod val="65000"/>
                    </a:schemeClr>
                  </a:solidFill>
                  <a:round/>
                  <a:headEnd/>
                  <a:tailEnd/>
                </a:ln>
              </p:spPr>
              <p:txBody>
                <a:bodyPr/>
                <a:lstStyle/>
                <a:p>
                  <a:endParaRPr lang="en-US"/>
                </a:p>
              </p:txBody>
            </p:sp>
            <p:sp>
              <p:nvSpPr>
                <p:cNvPr id="104122" name="Line 675">
                  <a:extLst>
                    <a:ext uri="{FF2B5EF4-FFF2-40B4-BE49-F238E27FC236}">
                      <a16:creationId xmlns:a16="http://schemas.microsoft.com/office/drawing/2014/main" id="{1CB8FCD8-D67B-1367-97FB-86092A353D2E}"/>
                    </a:ext>
                  </a:extLst>
                </p:cNvPr>
                <p:cNvSpPr>
                  <a:spLocks noChangeShapeType="1"/>
                </p:cNvSpPr>
                <p:nvPr/>
              </p:nvSpPr>
              <p:spPr bwMode="auto">
                <a:xfrm>
                  <a:off x="3852" y="2371"/>
                  <a:ext cx="24" cy="1"/>
                </a:xfrm>
                <a:prstGeom prst="line">
                  <a:avLst/>
                </a:prstGeom>
                <a:grpFill/>
                <a:ln w="12700">
                  <a:solidFill>
                    <a:schemeClr val="bg1">
                      <a:lumMod val="65000"/>
                    </a:schemeClr>
                  </a:solidFill>
                  <a:round/>
                  <a:headEnd/>
                  <a:tailEnd/>
                </a:ln>
              </p:spPr>
              <p:txBody>
                <a:bodyPr/>
                <a:lstStyle/>
                <a:p>
                  <a:endParaRPr lang="en-US"/>
                </a:p>
              </p:txBody>
            </p:sp>
            <p:sp>
              <p:nvSpPr>
                <p:cNvPr id="104123" name="Line 676">
                  <a:extLst>
                    <a:ext uri="{FF2B5EF4-FFF2-40B4-BE49-F238E27FC236}">
                      <a16:creationId xmlns:a16="http://schemas.microsoft.com/office/drawing/2014/main" id="{BE98C6CD-31FC-CB62-6E5D-7326B708728A}"/>
                    </a:ext>
                  </a:extLst>
                </p:cNvPr>
                <p:cNvSpPr>
                  <a:spLocks noChangeShapeType="1"/>
                </p:cNvSpPr>
                <p:nvPr/>
              </p:nvSpPr>
              <p:spPr bwMode="auto">
                <a:xfrm>
                  <a:off x="3908" y="2371"/>
                  <a:ext cx="24" cy="1"/>
                </a:xfrm>
                <a:prstGeom prst="line">
                  <a:avLst/>
                </a:prstGeom>
                <a:grpFill/>
                <a:ln w="12700">
                  <a:solidFill>
                    <a:schemeClr val="bg1">
                      <a:lumMod val="65000"/>
                    </a:schemeClr>
                  </a:solidFill>
                  <a:round/>
                  <a:headEnd/>
                  <a:tailEnd/>
                </a:ln>
              </p:spPr>
              <p:txBody>
                <a:bodyPr/>
                <a:lstStyle/>
                <a:p>
                  <a:endParaRPr lang="en-US"/>
                </a:p>
              </p:txBody>
            </p:sp>
            <p:sp>
              <p:nvSpPr>
                <p:cNvPr id="104124" name="Line 677">
                  <a:extLst>
                    <a:ext uri="{FF2B5EF4-FFF2-40B4-BE49-F238E27FC236}">
                      <a16:creationId xmlns:a16="http://schemas.microsoft.com/office/drawing/2014/main" id="{6418503F-60A0-45EA-3C9C-7EF87F8CD14D}"/>
                    </a:ext>
                  </a:extLst>
                </p:cNvPr>
                <p:cNvSpPr>
                  <a:spLocks noChangeShapeType="1"/>
                </p:cNvSpPr>
                <p:nvPr/>
              </p:nvSpPr>
              <p:spPr bwMode="auto">
                <a:xfrm>
                  <a:off x="3964" y="2371"/>
                  <a:ext cx="24" cy="1"/>
                </a:xfrm>
                <a:prstGeom prst="line">
                  <a:avLst/>
                </a:prstGeom>
                <a:grpFill/>
                <a:ln w="12700">
                  <a:solidFill>
                    <a:schemeClr val="bg1">
                      <a:lumMod val="65000"/>
                    </a:schemeClr>
                  </a:solidFill>
                  <a:round/>
                  <a:headEnd/>
                  <a:tailEnd/>
                </a:ln>
              </p:spPr>
              <p:txBody>
                <a:bodyPr/>
                <a:lstStyle/>
                <a:p>
                  <a:endParaRPr lang="en-US"/>
                </a:p>
              </p:txBody>
            </p:sp>
            <p:sp>
              <p:nvSpPr>
                <p:cNvPr id="104125" name="Line 678">
                  <a:extLst>
                    <a:ext uri="{FF2B5EF4-FFF2-40B4-BE49-F238E27FC236}">
                      <a16:creationId xmlns:a16="http://schemas.microsoft.com/office/drawing/2014/main" id="{AD1A8B82-7824-8E41-8B84-968B0FEA5A83}"/>
                    </a:ext>
                  </a:extLst>
                </p:cNvPr>
                <p:cNvSpPr>
                  <a:spLocks noChangeShapeType="1"/>
                </p:cNvSpPr>
                <p:nvPr/>
              </p:nvSpPr>
              <p:spPr bwMode="auto">
                <a:xfrm>
                  <a:off x="4019" y="2371"/>
                  <a:ext cx="24" cy="1"/>
                </a:xfrm>
                <a:prstGeom prst="line">
                  <a:avLst/>
                </a:prstGeom>
                <a:grpFill/>
                <a:ln w="12700">
                  <a:solidFill>
                    <a:schemeClr val="bg1">
                      <a:lumMod val="65000"/>
                    </a:schemeClr>
                  </a:solidFill>
                  <a:round/>
                  <a:headEnd/>
                  <a:tailEnd/>
                </a:ln>
              </p:spPr>
              <p:txBody>
                <a:bodyPr/>
                <a:lstStyle/>
                <a:p>
                  <a:endParaRPr lang="en-US"/>
                </a:p>
              </p:txBody>
            </p:sp>
            <p:sp>
              <p:nvSpPr>
                <p:cNvPr id="104126" name="Line 679">
                  <a:extLst>
                    <a:ext uri="{FF2B5EF4-FFF2-40B4-BE49-F238E27FC236}">
                      <a16:creationId xmlns:a16="http://schemas.microsoft.com/office/drawing/2014/main" id="{5491AA48-6890-F4E9-BA7C-B9F621131A83}"/>
                    </a:ext>
                  </a:extLst>
                </p:cNvPr>
                <p:cNvSpPr>
                  <a:spLocks noChangeShapeType="1"/>
                </p:cNvSpPr>
                <p:nvPr/>
              </p:nvSpPr>
              <p:spPr bwMode="auto">
                <a:xfrm>
                  <a:off x="4075" y="2371"/>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74" name="Group 680">
              <a:extLst>
                <a:ext uri="{FF2B5EF4-FFF2-40B4-BE49-F238E27FC236}">
                  <a16:creationId xmlns:a16="http://schemas.microsoft.com/office/drawing/2014/main" id="{55E9036F-35FD-1908-43CE-4B51769CA460}"/>
                </a:ext>
              </a:extLst>
            </p:cNvPr>
            <p:cNvGrpSpPr>
              <a:grpSpLocks/>
            </p:cNvGrpSpPr>
            <p:nvPr/>
          </p:nvGrpSpPr>
          <p:grpSpPr bwMode="auto">
            <a:xfrm>
              <a:off x="3333" y="2339"/>
              <a:ext cx="415" cy="64"/>
              <a:chOff x="3333" y="2339"/>
              <a:chExt cx="415" cy="64"/>
            </a:xfrm>
            <a:grpFill/>
          </p:grpSpPr>
          <p:sp>
            <p:nvSpPr>
              <p:cNvPr id="104111" name="Freeform 681">
                <a:extLst>
                  <a:ext uri="{FF2B5EF4-FFF2-40B4-BE49-F238E27FC236}">
                    <a16:creationId xmlns:a16="http://schemas.microsoft.com/office/drawing/2014/main" id="{37D0AD54-304D-E16D-4B67-4D55FA00CB8E}"/>
                  </a:ext>
                </a:extLst>
              </p:cNvPr>
              <p:cNvSpPr>
                <a:spLocks/>
              </p:cNvSpPr>
              <p:nvPr/>
            </p:nvSpPr>
            <p:spPr bwMode="auto">
              <a:xfrm>
                <a:off x="3636" y="2339"/>
                <a:ext cx="112" cy="64"/>
              </a:xfrm>
              <a:custGeom>
                <a:avLst/>
                <a:gdLst>
                  <a:gd name="T0" fmla="*/ 112 w 112"/>
                  <a:gd name="T1" fmla="*/ 32 h 64"/>
                  <a:gd name="T2" fmla="*/ 0 w 112"/>
                  <a:gd name="T3" fmla="*/ 64 h 64"/>
                  <a:gd name="T4" fmla="*/ 0 w 112"/>
                  <a:gd name="T5" fmla="*/ 32 h 64"/>
                  <a:gd name="T6" fmla="*/ 0 w 112"/>
                  <a:gd name="T7" fmla="*/ 0 h 64"/>
                  <a:gd name="T8" fmla="*/ 112 w 112"/>
                  <a:gd name="T9" fmla="*/ 32 h 64"/>
                  <a:gd name="T10" fmla="*/ 0 60000 65536"/>
                  <a:gd name="T11" fmla="*/ 0 60000 65536"/>
                  <a:gd name="T12" fmla="*/ 0 60000 65536"/>
                  <a:gd name="T13" fmla="*/ 0 60000 65536"/>
                  <a:gd name="T14" fmla="*/ 0 60000 65536"/>
                  <a:gd name="T15" fmla="*/ 0 w 112"/>
                  <a:gd name="T16" fmla="*/ 0 h 64"/>
                  <a:gd name="T17" fmla="*/ 112 w 112"/>
                  <a:gd name="T18" fmla="*/ 64 h 64"/>
                </a:gdLst>
                <a:ahLst/>
                <a:cxnLst>
                  <a:cxn ang="T10">
                    <a:pos x="T0" y="T1"/>
                  </a:cxn>
                  <a:cxn ang="T11">
                    <a:pos x="T2" y="T3"/>
                  </a:cxn>
                  <a:cxn ang="T12">
                    <a:pos x="T4" y="T5"/>
                  </a:cxn>
                  <a:cxn ang="T13">
                    <a:pos x="T6" y="T7"/>
                  </a:cxn>
                  <a:cxn ang="T14">
                    <a:pos x="T8" y="T9"/>
                  </a:cxn>
                </a:cxnLst>
                <a:rect l="T15" t="T16" r="T17" b="T18"/>
                <a:pathLst>
                  <a:path w="112" h="64">
                    <a:moveTo>
                      <a:pt x="112" y="32"/>
                    </a:moveTo>
                    <a:lnTo>
                      <a:pt x="0" y="64"/>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4112" name="Group 682">
                <a:extLst>
                  <a:ext uri="{FF2B5EF4-FFF2-40B4-BE49-F238E27FC236}">
                    <a16:creationId xmlns:a16="http://schemas.microsoft.com/office/drawing/2014/main" id="{CCA555FC-3B52-A884-A42C-E8261EB25AE1}"/>
                  </a:ext>
                </a:extLst>
              </p:cNvPr>
              <p:cNvGrpSpPr>
                <a:grpSpLocks/>
              </p:cNvGrpSpPr>
              <p:nvPr/>
            </p:nvGrpSpPr>
            <p:grpSpPr bwMode="auto">
              <a:xfrm>
                <a:off x="3333" y="2371"/>
                <a:ext cx="295" cy="1"/>
                <a:chOff x="3333" y="2371"/>
                <a:chExt cx="295" cy="1"/>
              </a:xfrm>
              <a:grpFill/>
            </p:grpSpPr>
            <p:sp>
              <p:nvSpPr>
                <p:cNvPr id="104113" name="Line 683">
                  <a:extLst>
                    <a:ext uri="{FF2B5EF4-FFF2-40B4-BE49-F238E27FC236}">
                      <a16:creationId xmlns:a16="http://schemas.microsoft.com/office/drawing/2014/main" id="{A99CAD38-8CF3-0704-7508-E57566CF467C}"/>
                    </a:ext>
                  </a:extLst>
                </p:cNvPr>
                <p:cNvSpPr>
                  <a:spLocks noChangeShapeType="1"/>
                </p:cNvSpPr>
                <p:nvPr/>
              </p:nvSpPr>
              <p:spPr bwMode="auto">
                <a:xfrm>
                  <a:off x="3333" y="2371"/>
                  <a:ext cx="24" cy="1"/>
                </a:xfrm>
                <a:prstGeom prst="line">
                  <a:avLst/>
                </a:prstGeom>
                <a:grpFill/>
                <a:ln w="12700">
                  <a:solidFill>
                    <a:schemeClr val="bg1">
                      <a:lumMod val="65000"/>
                    </a:schemeClr>
                  </a:solidFill>
                  <a:round/>
                  <a:headEnd/>
                  <a:tailEnd/>
                </a:ln>
              </p:spPr>
              <p:txBody>
                <a:bodyPr/>
                <a:lstStyle/>
                <a:p>
                  <a:endParaRPr lang="en-US"/>
                </a:p>
              </p:txBody>
            </p:sp>
            <p:sp>
              <p:nvSpPr>
                <p:cNvPr id="104114" name="Line 684">
                  <a:extLst>
                    <a:ext uri="{FF2B5EF4-FFF2-40B4-BE49-F238E27FC236}">
                      <a16:creationId xmlns:a16="http://schemas.microsoft.com/office/drawing/2014/main" id="{86882CF7-9FB1-CF9A-DBED-AA91B63E47DC}"/>
                    </a:ext>
                  </a:extLst>
                </p:cNvPr>
                <p:cNvSpPr>
                  <a:spLocks noChangeShapeType="1"/>
                </p:cNvSpPr>
                <p:nvPr/>
              </p:nvSpPr>
              <p:spPr bwMode="auto">
                <a:xfrm>
                  <a:off x="3389" y="2371"/>
                  <a:ext cx="24" cy="1"/>
                </a:xfrm>
                <a:prstGeom prst="line">
                  <a:avLst/>
                </a:prstGeom>
                <a:grpFill/>
                <a:ln w="12700">
                  <a:solidFill>
                    <a:schemeClr val="bg1">
                      <a:lumMod val="65000"/>
                    </a:schemeClr>
                  </a:solidFill>
                  <a:round/>
                  <a:headEnd/>
                  <a:tailEnd/>
                </a:ln>
              </p:spPr>
              <p:txBody>
                <a:bodyPr/>
                <a:lstStyle/>
                <a:p>
                  <a:endParaRPr lang="en-US"/>
                </a:p>
              </p:txBody>
            </p:sp>
            <p:sp>
              <p:nvSpPr>
                <p:cNvPr id="104115" name="Line 685">
                  <a:extLst>
                    <a:ext uri="{FF2B5EF4-FFF2-40B4-BE49-F238E27FC236}">
                      <a16:creationId xmlns:a16="http://schemas.microsoft.com/office/drawing/2014/main" id="{86706E3E-B36B-419B-DD82-567DE11D78DC}"/>
                    </a:ext>
                  </a:extLst>
                </p:cNvPr>
                <p:cNvSpPr>
                  <a:spLocks noChangeShapeType="1"/>
                </p:cNvSpPr>
                <p:nvPr/>
              </p:nvSpPr>
              <p:spPr bwMode="auto">
                <a:xfrm>
                  <a:off x="3445" y="2371"/>
                  <a:ext cx="24" cy="1"/>
                </a:xfrm>
                <a:prstGeom prst="line">
                  <a:avLst/>
                </a:prstGeom>
                <a:grpFill/>
                <a:ln w="12700">
                  <a:solidFill>
                    <a:schemeClr val="bg1">
                      <a:lumMod val="65000"/>
                    </a:schemeClr>
                  </a:solidFill>
                  <a:round/>
                  <a:headEnd/>
                  <a:tailEnd/>
                </a:ln>
              </p:spPr>
              <p:txBody>
                <a:bodyPr/>
                <a:lstStyle/>
                <a:p>
                  <a:endParaRPr lang="en-US"/>
                </a:p>
              </p:txBody>
            </p:sp>
            <p:sp>
              <p:nvSpPr>
                <p:cNvPr id="104116" name="Line 686">
                  <a:extLst>
                    <a:ext uri="{FF2B5EF4-FFF2-40B4-BE49-F238E27FC236}">
                      <a16:creationId xmlns:a16="http://schemas.microsoft.com/office/drawing/2014/main" id="{8DA75196-3D2A-6686-0863-5A8581068749}"/>
                    </a:ext>
                  </a:extLst>
                </p:cNvPr>
                <p:cNvSpPr>
                  <a:spLocks noChangeShapeType="1"/>
                </p:cNvSpPr>
                <p:nvPr/>
              </p:nvSpPr>
              <p:spPr bwMode="auto">
                <a:xfrm>
                  <a:off x="3501" y="2371"/>
                  <a:ext cx="23" cy="1"/>
                </a:xfrm>
                <a:prstGeom prst="line">
                  <a:avLst/>
                </a:prstGeom>
                <a:grpFill/>
                <a:ln w="12700">
                  <a:solidFill>
                    <a:schemeClr val="bg1">
                      <a:lumMod val="65000"/>
                    </a:schemeClr>
                  </a:solidFill>
                  <a:round/>
                  <a:headEnd/>
                  <a:tailEnd/>
                </a:ln>
              </p:spPr>
              <p:txBody>
                <a:bodyPr/>
                <a:lstStyle/>
                <a:p>
                  <a:endParaRPr lang="en-US"/>
                </a:p>
              </p:txBody>
            </p:sp>
            <p:sp>
              <p:nvSpPr>
                <p:cNvPr id="104117" name="Line 687">
                  <a:extLst>
                    <a:ext uri="{FF2B5EF4-FFF2-40B4-BE49-F238E27FC236}">
                      <a16:creationId xmlns:a16="http://schemas.microsoft.com/office/drawing/2014/main" id="{35423298-EFEC-AD3A-CC14-5B4DD859C213}"/>
                    </a:ext>
                  </a:extLst>
                </p:cNvPr>
                <p:cNvSpPr>
                  <a:spLocks noChangeShapeType="1"/>
                </p:cNvSpPr>
                <p:nvPr/>
              </p:nvSpPr>
              <p:spPr bwMode="auto">
                <a:xfrm>
                  <a:off x="3556" y="2371"/>
                  <a:ext cx="24" cy="1"/>
                </a:xfrm>
                <a:prstGeom prst="line">
                  <a:avLst/>
                </a:prstGeom>
                <a:grpFill/>
                <a:ln w="12700">
                  <a:solidFill>
                    <a:schemeClr val="bg1">
                      <a:lumMod val="65000"/>
                    </a:schemeClr>
                  </a:solidFill>
                  <a:round/>
                  <a:headEnd/>
                  <a:tailEnd/>
                </a:ln>
              </p:spPr>
              <p:txBody>
                <a:bodyPr/>
                <a:lstStyle/>
                <a:p>
                  <a:endParaRPr lang="en-US"/>
                </a:p>
              </p:txBody>
            </p:sp>
            <p:sp>
              <p:nvSpPr>
                <p:cNvPr id="104118" name="Line 688">
                  <a:extLst>
                    <a:ext uri="{FF2B5EF4-FFF2-40B4-BE49-F238E27FC236}">
                      <a16:creationId xmlns:a16="http://schemas.microsoft.com/office/drawing/2014/main" id="{A93D955D-F1C3-CC7B-6BA9-0233AE2D933F}"/>
                    </a:ext>
                  </a:extLst>
                </p:cNvPr>
                <p:cNvSpPr>
                  <a:spLocks noChangeShapeType="1"/>
                </p:cNvSpPr>
                <p:nvPr/>
              </p:nvSpPr>
              <p:spPr bwMode="auto">
                <a:xfrm>
                  <a:off x="3612" y="2371"/>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75" name="Group 689">
              <a:extLst>
                <a:ext uri="{FF2B5EF4-FFF2-40B4-BE49-F238E27FC236}">
                  <a16:creationId xmlns:a16="http://schemas.microsoft.com/office/drawing/2014/main" id="{1568BDD6-0A1F-1F6C-6313-4700A7C2A448}"/>
                </a:ext>
              </a:extLst>
            </p:cNvPr>
            <p:cNvGrpSpPr>
              <a:grpSpLocks/>
            </p:cNvGrpSpPr>
            <p:nvPr/>
          </p:nvGrpSpPr>
          <p:grpSpPr bwMode="auto">
            <a:xfrm>
              <a:off x="3325" y="2650"/>
              <a:ext cx="415" cy="56"/>
              <a:chOff x="3325" y="2650"/>
              <a:chExt cx="415" cy="56"/>
            </a:xfrm>
            <a:grpFill/>
          </p:grpSpPr>
          <p:sp>
            <p:nvSpPr>
              <p:cNvPr id="104103" name="Freeform 690">
                <a:extLst>
                  <a:ext uri="{FF2B5EF4-FFF2-40B4-BE49-F238E27FC236}">
                    <a16:creationId xmlns:a16="http://schemas.microsoft.com/office/drawing/2014/main" id="{DE80A0EA-EB73-E39B-62D2-EDEBE8B0A39B}"/>
                  </a:ext>
                </a:extLst>
              </p:cNvPr>
              <p:cNvSpPr>
                <a:spLocks/>
              </p:cNvSpPr>
              <p:nvPr/>
            </p:nvSpPr>
            <p:spPr bwMode="auto">
              <a:xfrm>
                <a:off x="3628" y="2650"/>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lumMod val="65000"/>
                  </a:schemeClr>
                </a:solidFill>
                <a:round/>
                <a:headEnd/>
                <a:tailEnd/>
              </a:ln>
            </p:spPr>
            <p:txBody>
              <a:bodyPr/>
              <a:lstStyle/>
              <a:p>
                <a:endParaRPr lang="en-US"/>
              </a:p>
            </p:txBody>
          </p:sp>
          <p:grpSp>
            <p:nvGrpSpPr>
              <p:cNvPr id="104104" name="Group 691">
                <a:extLst>
                  <a:ext uri="{FF2B5EF4-FFF2-40B4-BE49-F238E27FC236}">
                    <a16:creationId xmlns:a16="http://schemas.microsoft.com/office/drawing/2014/main" id="{FBA65474-C465-B100-C637-8A87A781F776}"/>
                  </a:ext>
                </a:extLst>
              </p:cNvPr>
              <p:cNvGrpSpPr>
                <a:grpSpLocks/>
              </p:cNvGrpSpPr>
              <p:nvPr/>
            </p:nvGrpSpPr>
            <p:grpSpPr bwMode="auto">
              <a:xfrm>
                <a:off x="3325" y="2674"/>
                <a:ext cx="295" cy="1"/>
                <a:chOff x="3325" y="2674"/>
                <a:chExt cx="295" cy="1"/>
              </a:xfrm>
              <a:grpFill/>
            </p:grpSpPr>
            <p:sp>
              <p:nvSpPr>
                <p:cNvPr id="104105" name="Line 692">
                  <a:extLst>
                    <a:ext uri="{FF2B5EF4-FFF2-40B4-BE49-F238E27FC236}">
                      <a16:creationId xmlns:a16="http://schemas.microsoft.com/office/drawing/2014/main" id="{BDE68B64-33D6-7375-9354-246CEC308DDB}"/>
                    </a:ext>
                  </a:extLst>
                </p:cNvPr>
                <p:cNvSpPr>
                  <a:spLocks noChangeShapeType="1"/>
                </p:cNvSpPr>
                <p:nvPr/>
              </p:nvSpPr>
              <p:spPr bwMode="auto">
                <a:xfrm>
                  <a:off x="3325" y="2674"/>
                  <a:ext cx="24" cy="1"/>
                </a:xfrm>
                <a:prstGeom prst="line">
                  <a:avLst/>
                </a:prstGeom>
                <a:grpFill/>
                <a:ln w="12700">
                  <a:solidFill>
                    <a:schemeClr val="bg1">
                      <a:lumMod val="65000"/>
                    </a:schemeClr>
                  </a:solidFill>
                  <a:round/>
                  <a:headEnd/>
                  <a:tailEnd/>
                </a:ln>
              </p:spPr>
              <p:txBody>
                <a:bodyPr/>
                <a:lstStyle/>
                <a:p>
                  <a:endParaRPr lang="en-US"/>
                </a:p>
              </p:txBody>
            </p:sp>
            <p:sp>
              <p:nvSpPr>
                <p:cNvPr id="104106" name="Line 693">
                  <a:extLst>
                    <a:ext uri="{FF2B5EF4-FFF2-40B4-BE49-F238E27FC236}">
                      <a16:creationId xmlns:a16="http://schemas.microsoft.com/office/drawing/2014/main" id="{D1BF84BC-9567-8DC9-CEB9-E150EDBBCA13}"/>
                    </a:ext>
                  </a:extLst>
                </p:cNvPr>
                <p:cNvSpPr>
                  <a:spLocks noChangeShapeType="1"/>
                </p:cNvSpPr>
                <p:nvPr/>
              </p:nvSpPr>
              <p:spPr bwMode="auto">
                <a:xfrm>
                  <a:off x="3381" y="2674"/>
                  <a:ext cx="24" cy="1"/>
                </a:xfrm>
                <a:prstGeom prst="line">
                  <a:avLst/>
                </a:prstGeom>
                <a:grpFill/>
                <a:ln w="12700">
                  <a:solidFill>
                    <a:schemeClr val="bg1">
                      <a:lumMod val="65000"/>
                    </a:schemeClr>
                  </a:solidFill>
                  <a:round/>
                  <a:headEnd/>
                  <a:tailEnd/>
                </a:ln>
              </p:spPr>
              <p:txBody>
                <a:bodyPr/>
                <a:lstStyle/>
                <a:p>
                  <a:endParaRPr lang="en-US"/>
                </a:p>
              </p:txBody>
            </p:sp>
            <p:sp>
              <p:nvSpPr>
                <p:cNvPr id="104107" name="Line 694">
                  <a:extLst>
                    <a:ext uri="{FF2B5EF4-FFF2-40B4-BE49-F238E27FC236}">
                      <a16:creationId xmlns:a16="http://schemas.microsoft.com/office/drawing/2014/main" id="{26C3F143-304B-5DCF-30CB-4498D6089110}"/>
                    </a:ext>
                  </a:extLst>
                </p:cNvPr>
                <p:cNvSpPr>
                  <a:spLocks noChangeShapeType="1"/>
                </p:cNvSpPr>
                <p:nvPr/>
              </p:nvSpPr>
              <p:spPr bwMode="auto">
                <a:xfrm>
                  <a:off x="3437" y="2674"/>
                  <a:ext cx="24" cy="1"/>
                </a:xfrm>
                <a:prstGeom prst="line">
                  <a:avLst/>
                </a:prstGeom>
                <a:grpFill/>
                <a:ln w="12700">
                  <a:solidFill>
                    <a:schemeClr val="bg1">
                      <a:lumMod val="65000"/>
                    </a:schemeClr>
                  </a:solidFill>
                  <a:round/>
                  <a:headEnd/>
                  <a:tailEnd/>
                </a:ln>
              </p:spPr>
              <p:txBody>
                <a:bodyPr/>
                <a:lstStyle/>
                <a:p>
                  <a:endParaRPr lang="en-US"/>
                </a:p>
              </p:txBody>
            </p:sp>
            <p:sp>
              <p:nvSpPr>
                <p:cNvPr id="104108" name="Line 695">
                  <a:extLst>
                    <a:ext uri="{FF2B5EF4-FFF2-40B4-BE49-F238E27FC236}">
                      <a16:creationId xmlns:a16="http://schemas.microsoft.com/office/drawing/2014/main" id="{7D518D06-C776-0CEE-D108-334C669E15E3}"/>
                    </a:ext>
                  </a:extLst>
                </p:cNvPr>
                <p:cNvSpPr>
                  <a:spLocks noChangeShapeType="1"/>
                </p:cNvSpPr>
                <p:nvPr/>
              </p:nvSpPr>
              <p:spPr bwMode="auto">
                <a:xfrm>
                  <a:off x="3493" y="2674"/>
                  <a:ext cx="23" cy="1"/>
                </a:xfrm>
                <a:prstGeom prst="line">
                  <a:avLst/>
                </a:prstGeom>
                <a:grpFill/>
                <a:ln w="12700">
                  <a:solidFill>
                    <a:schemeClr val="bg1">
                      <a:lumMod val="65000"/>
                    </a:schemeClr>
                  </a:solidFill>
                  <a:round/>
                  <a:headEnd/>
                  <a:tailEnd/>
                </a:ln>
              </p:spPr>
              <p:txBody>
                <a:bodyPr/>
                <a:lstStyle/>
                <a:p>
                  <a:endParaRPr lang="en-US"/>
                </a:p>
              </p:txBody>
            </p:sp>
            <p:sp>
              <p:nvSpPr>
                <p:cNvPr id="104109" name="Line 696">
                  <a:extLst>
                    <a:ext uri="{FF2B5EF4-FFF2-40B4-BE49-F238E27FC236}">
                      <a16:creationId xmlns:a16="http://schemas.microsoft.com/office/drawing/2014/main" id="{F67C808C-12A2-F3D0-76B5-627AE2D4A771}"/>
                    </a:ext>
                  </a:extLst>
                </p:cNvPr>
                <p:cNvSpPr>
                  <a:spLocks noChangeShapeType="1"/>
                </p:cNvSpPr>
                <p:nvPr/>
              </p:nvSpPr>
              <p:spPr bwMode="auto">
                <a:xfrm>
                  <a:off x="3548" y="2674"/>
                  <a:ext cx="24" cy="1"/>
                </a:xfrm>
                <a:prstGeom prst="line">
                  <a:avLst/>
                </a:prstGeom>
                <a:grpFill/>
                <a:ln w="12700">
                  <a:solidFill>
                    <a:schemeClr val="bg1">
                      <a:lumMod val="65000"/>
                    </a:schemeClr>
                  </a:solidFill>
                  <a:round/>
                  <a:headEnd/>
                  <a:tailEnd/>
                </a:ln>
              </p:spPr>
              <p:txBody>
                <a:bodyPr/>
                <a:lstStyle/>
                <a:p>
                  <a:endParaRPr lang="en-US"/>
                </a:p>
              </p:txBody>
            </p:sp>
            <p:sp>
              <p:nvSpPr>
                <p:cNvPr id="104110" name="Line 697">
                  <a:extLst>
                    <a:ext uri="{FF2B5EF4-FFF2-40B4-BE49-F238E27FC236}">
                      <a16:creationId xmlns:a16="http://schemas.microsoft.com/office/drawing/2014/main" id="{B075FBAB-A5BC-7401-F46F-43374C993517}"/>
                    </a:ext>
                  </a:extLst>
                </p:cNvPr>
                <p:cNvSpPr>
                  <a:spLocks noChangeShapeType="1"/>
                </p:cNvSpPr>
                <p:nvPr/>
              </p:nvSpPr>
              <p:spPr bwMode="auto">
                <a:xfrm>
                  <a:off x="3604" y="2674"/>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76" name="Group 698">
              <a:extLst>
                <a:ext uri="{FF2B5EF4-FFF2-40B4-BE49-F238E27FC236}">
                  <a16:creationId xmlns:a16="http://schemas.microsoft.com/office/drawing/2014/main" id="{6E3479B0-A6C3-5863-BA32-3DE29D83439B}"/>
                </a:ext>
              </a:extLst>
            </p:cNvPr>
            <p:cNvGrpSpPr>
              <a:grpSpLocks/>
            </p:cNvGrpSpPr>
            <p:nvPr/>
          </p:nvGrpSpPr>
          <p:grpSpPr bwMode="auto">
            <a:xfrm>
              <a:off x="3788" y="2650"/>
              <a:ext cx="415" cy="56"/>
              <a:chOff x="3788" y="2650"/>
              <a:chExt cx="415" cy="56"/>
            </a:xfrm>
            <a:grpFill/>
          </p:grpSpPr>
          <p:sp>
            <p:nvSpPr>
              <p:cNvPr id="104095" name="Freeform 699">
                <a:extLst>
                  <a:ext uri="{FF2B5EF4-FFF2-40B4-BE49-F238E27FC236}">
                    <a16:creationId xmlns:a16="http://schemas.microsoft.com/office/drawing/2014/main" id="{53493B37-B604-11CB-7224-7D33A2F6D61E}"/>
                  </a:ext>
                </a:extLst>
              </p:cNvPr>
              <p:cNvSpPr>
                <a:spLocks/>
              </p:cNvSpPr>
              <p:nvPr/>
            </p:nvSpPr>
            <p:spPr bwMode="auto">
              <a:xfrm>
                <a:off x="4091" y="2650"/>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lumMod val="65000"/>
                  </a:schemeClr>
                </a:solidFill>
                <a:round/>
                <a:headEnd/>
                <a:tailEnd/>
              </a:ln>
            </p:spPr>
            <p:txBody>
              <a:bodyPr/>
              <a:lstStyle/>
              <a:p>
                <a:endParaRPr lang="en-US"/>
              </a:p>
            </p:txBody>
          </p:sp>
          <p:grpSp>
            <p:nvGrpSpPr>
              <p:cNvPr id="104096" name="Group 700">
                <a:extLst>
                  <a:ext uri="{FF2B5EF4-FFF2-40B4-BE49-F238E27FC236}">
                    <a16:creationId xmlns:a16="http://schemas.microsoft.com/office/drawing/2014/main" id="{0581CA36-5E9B-E0B1-7538-3F808AD459D5}"/>
                  </a:ext>
                </a:extLst>
              </p:cNvPr>
              <p:cNvGrpSpPr>
                <a:grpSpLocks/>
              </p:cNvGrpSpPr>
              <p:nvPr/>
            </p:nvGrpSpPr>
            <p:grpSpPr bwMode="auto">
              <a:xfrm>
                <a:off x="3788" y="2674"/>
                <a:ext cx="295" cy="1"/>
                <a:chOff x="3788" y="2674"/>
                <a:chExt cx="295" cy="1"/>
              </a:xfrm>
              <a:grpFill/>
            </p:grpSpPr>
            <p:sp>
              <p:nvSpPr>
                <p:cNvPr id="104097" name="Line 701">
                  <a:extLst>
                    <a:ext uri="{FF2B5EF4-FFF2-40B4-BE49-F238E27FC236}">
                      <a16:creationId xmlns:a16="http://schemas.microsoft.com/office/drawing/2014/main" id="{A2B78926-F0E7-4F76-8CC7-F0C0CDD93F67}"/>
                    </a:ext>
                  </a:extLst>
                </p:cNvPr>
                <p:cNvSpPr>
                  <a:spLocks noChangeShapeType="1"/>
                </p:cNvSpPr>
                <p:nvPr/>
              </p:nvSpPr>
              <p:spPr bwMode="auto">
                <a:xfrm>
                  <a:off x="3788" y="2674"/>
                  <a:ext cx="24" cy="1"/>
                </a:xfrm>
                <a:prstGeom prst="line">
                  <a:avLst/>
                </a:prstGeom>
                <a:grpFill/>
                <a:ln w="12700">
                  <a:solidFill>
                    <a:schemeClr val="bg1">
                      <a:lumMod val="65000"/>
                    </a:schemeClr>
                  </a:solidFill>
                  <a:round/>
                  <a:headEnd/>
                  <a:tailEnd/>
                </a:ln>
              </p:spPr>
              <p:txBody>
                <a:bodyPr/>
                <a:lstStyle/>
                <a:p>
                  <a:endParaRPr lang="en-US"/>
                </a:p>
              </p:txBody>
            </p:sp>
            <p:sp>
              <p:nvSpPr>
                <p:cNvPr id="104098" name="Line 702">
                  <a:extLst>
                    <a:ext uri="{FF2B5EF4-FFF2-40B4-BE49-F238E27FC236}">
                      <a16:creationId xmlns:a16="http://schemas.microsoft.com/office/drawing/2014/main" id="{0A448A78-DDF9-2D97-2895-43F7D11EFC21}"/>
                    </a:ext>
                  </a:extLst>
                </p:cNvPr>
                <p:cNvSpPr>
                  <a:spLocks noChangeShapeType="1"/>
                </p:cNvSpPr>
                <p:nvPr/>
              </p:nvSpPr>
              <p:spPr bwMode="auto">
                <a:xfrm>
                  <a:off x="3844" y="2674"/>
                  <a:ext cx="24" cy="1"/>
                </a:xfrm>
                <a:prstGeom prst="line">
                  <a:avLst/>
                </a:prstGeom>
                <a:grpFill/>
                <a:ln w="12700">
                  <a:solidFill>
                    <a:schemeClr val="bg1">
                      <a:lumMod val="65000"/>
                    </a:schemeClr>
                  </a:solidFill>
                  <a:round/>
                  <a:headEnd/>
                  <a:tailEnd/>
                </a:ln>
              </p:spPr>
              <p:txBody>
                <a:bodyPr/>
                <a:lstStyle/>
                <a:p>
                  <a:endParaRPr lang="en-US"/>
                </a:p>
              </p:txBody>
            </p:sp>
            <p:sp>
              <p:nvSpPr>
                <p:cNvPr id="104099" name="Line 703">
                  <a:extLst>
                    <a:ext uri="{FF2B5EF4-FFF2-40B4-BE49-F238E27FC236}">
                      <a16:creationId xmlns:a16="http://schemas.microsoft.com/office/drawing/2014/main" id="{181A1FD3-CEF5-32AC-3943-53A430FC9A0C}"/>
                    </a:ext>
                  </a:extLst>
                </p:cNvPr>
                <p:cNvSpPr>
                  <a:spLocks noChangeShapeType="1"/>
                </p:cNvSpPr>
                <p:nvPr/>
              </p:nvSpPr>
              <p:spPr bwMode="auto">
                <a:xfrm>
                  <a:off x="3900" y="2674"/>
                  <a:ext cx="24" cy="1"/>
                </a:xfrm>
                <a:prstGeom prst="line">
                  <a:avLst/>
                </a:prstGeom>
                <a:grpFill/>
                <a:ln w="12700">
                  <a:solidFill>
                    <a:schemeClr val="bg1">
                      <a:lumMod val="65000"/>
                    </a:schemeClr>
                  </a:solidFill>
                  <a:round/>
                  <a:headEnd/>
                  <a:tailEnd/>
                </a:ln>
              </p:spPr>
              <p:txBody>
                <a:bodyPr/>
                <a:lstStyle/>
                <a:p>
                  <a:endParaRPr lang="en-US"/>
                </a:p>
              </p:txBody>
            </p:sp>
            <p:sp>
              <p:nvSpPr>
                <p:cNvPr id="104100" name="Line 704">
                  <a:extLst>
                    <a:ext uri="{FF2B5EF4-FFF2-40B4-BE49-F238E27FC236}">
                      <a16:creationId xmlns:a16="http://schemas.microsoft.com/office/drawing/2014/main" id="{F554973C-1BF2-07F6-60BB-3AE89856D94A}"/>
                    </a:ext>
                  </a:extLst>
                </p:cNvPr>
                <p:cNvSpPr>
                  <a:spLocks noChangeShapeType="1"/>
                </p:cNvSpPr>
                <p:nvPr/>
              </p:nvSpPr>
              <p:spPr bwMode="auto">
                <a:xfrm>
                  <a:off x="3956" y="2674"/>
                  <a:ext cx="24" cy="1"/>
                </a:xfrm>
                <a:prstGeom prst="line">
                  <a:avLst/>
                </a:prstGeom>
                <a:grpFill/>
                <a:ln w="12700">
                  <a:solidFill>
                    <a:schemeClr val="bg1">
                      <a:lumMod val="65000"/>
                    </a:schemeClr>
                  </a:solidFill>
                  <a:round/>
                  <a:headEnd/>
                  <a:tailEnd/>
                </a:ln>
              </p:spPr>
              <p:txBody>
                <a:bodyPr/>
                <a:lstStyle/>
                <a:p>
                  <a:endParaRPr lang="en-US"/>
                </a:p>
              </p:txBody>
            </p:sp>
            <p:sp>
              <p:nvSpPr>
                <p:cNvPr id="104101" name="Line 705">
                  <a:extLst>
                    <a:ext uri="{FF2B5EF4-FFF2-40B4-BE49-F238E27FC236}">
                      <a16:creationId xmlns:a16="http://schemas.microsoft.com/office/drawing/2014/main" id="{EB132818-E619-CC37-542C-3FA8CC0A4B96}"/>
                    </a:ext>
                  </a:extLst>
                </p:cNvPr>
                <p:cNvSpPr>
                  <a:spLocks noChangeShapeType="1"/>
                </p:cNvSpPr>
                <p:nvPr/>
              </p:nvSpPr>
              <p:spPr bwMode="auto">
                <a:xfrm>
                  <a:off x="4011" y="2674"/>
                  <a:ext cx="24" cy="1"/>
                </a:xfrm>
                <a:prstGeom prst="line">
                  <a:avLst/>
                </a:prstGeom>
                <a:grpFill/>
                <a:ln w="12700">
                  <a:solidFill>
                    <a:schemeClr val="bg1">
                      <a:lumMod val="65000"/>
                    </a:schemeClr>
                  </a:solidFill>
                  <a:round/>
                  <a:headEnd/>
                  <a:tailEnd/>
                </a:ln>
              </p:spPr>
              <p:txBody>
                <a:bodyPr/>
                <a:lstStyle/>
                <a:p>
                  <a:endParaRPr lang="en-US"/>
                </a:p>
              </p:txBody>
            </p:sp>
            <p:sp>
              <p:nvSpPr>
                <p:cNvPr id="104102" name="Line 706">
                  <a:extLst>
                    <a:ext uri="{FF2B5EF4-FFF2-40B4-BE49-F238E27FC236}">
                      <a16:creationId xmlns:a16="http://schemas.microsoft.com/office/drawing/2014/main" id="{E667FE2E-FC0F-2834-E918-F031061BD724}"/>
                    </a:ext>
                  </a:extLst>
                </p:cNvPr>
                <p:cNvSpPr>
                  <a:spLocks noChangeShapeType="1"/>
                </p:cNvSpPr>
                <p:nvPr/>
              </p:nvSpPr>
              <p:spPr bwMode="auto">
                <a:xfrm>
                  <a:off x="4067" y="2674"/>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77" name="Group 707">
              <a:extLst>
                <a:ext uri="{FF2B5EF4-FFF2-40B4-BE49-F238E27FC236}">
                  <a16:creationId xmlns:a16="http://schemas.microsoft.com/office/drawing/2014/main" id="{07F8C032-6D87-6E15-D975-9C3756D0E1E9}"/>
                </a:ext>
              </a:extLst>
            </p:cNvPr>
            <p:cNvGrpSpPr>
              <a:grpSpLocks/>
            </p:cNvGrpSpPr>
            <p:nvPr/>
          </p:nvGrpSpPr>
          <p:grpSpPr bwMode="auto">
            <a:xfrm>
              <a:off x="3325" y="2953"/>
              <a:ext cx="415" cy="56"/>
              <a:chOff x="3325" y="2953"/>
              <a:chExt cx="415" cy="56"/>
            </a:xfrm>
            <a:grpFill/>
          </p:grpSpPr>
          <p:sp>
            <p:nvSpPr>
              <p:cNvPr id="104087" name="Freeform 708">
                <a:extLst>
                  <a:ext uri="{FF2B5EF4-FFF2-40B4-BE49-F238E27FC236}">
                    <a16:creationId xmlns:a16="http://schemas.microsoft.com/office/drawing/2014/main" id="{13413DBF-44BA-C985-1611-5709184FCDBD}"/>
                  </a:ext>
                </a:extLst>
              </p:cNvPr>
              <p:cNvSpPr>
                <a:spLocks/>
              </p:cNvSpPr>
              <p:nvPr/>
            </p:nvSpPr>
            <p:spPr bwMode="auto">
              <a:xfrm>
                <a:off x="3628"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4088" name="Group 709">
                <a:extLst>
                  <a:ext uri="{FF2B5EF4-FFF2-40B4-BE49-F238E27FC236}">
                    <a16:creationId xmlns:a16="http://schemas.microsoft.com/office/drawing/2014/main" id="{EB8A62AC-49F2-C93D-6AC7-87B088AB6B42}"/>
                  </a:ext>
                </a:extLst>
              </p:cNvPr>
              <p:cNvGrpSpPr>
                <a:grpSpLocks/>
              </p:cNvGrpSpPr>
              <p:nvPr/>
            </p:nvGrpSpPr>
            <p:grpSpPr bwMode="auto">
              <a:xfrm>
                <a:off x="3325" y="2985"/>
                <a:ext cx="295" cy="1"/>
                <a:chOff x="3325" y="2985"/>
                <a:chExt cx="295" cy="1"/>
              </a:xfrm>
              <a:grpFill/>
            </p:grpSpPr>
            <p:sp>
              <p:nvSpPr>
                <p:cNvPr id="104089" name="Line 710">
                  <a:extLst>
                    <a:ext uri="{FF2B5EF4-FFF2-40B4-BE49-F238E27FC236}">
                      <a16:creationId xmlns:a16="http://schemas.microsoft.com/office/drawing/2014/main" id="{27D9F942-95F9-B068-BF17-32B30A494330}"/>
                    </a:ext>
                  </a:extLst>
                </p:cNvPr>
                <p:cNvSpPr>
                  <a:spLocks noChangeShapeType="1"/>
                </p:cNvSpPr>
                <p:nvPr/>
              </p:nvSpPr>
              <p:spPr bwMode="auto">
                <a:xfrm>
                  <a:off x="3325" y="2985"/>
                  <a:ext cx="24" cy="1"/>
                </a:xfrm>
                <a:prstGeom prst="line">
                  <a:avLst/>
                </a:prstGeom>
                <a:grpFill/>
                <a:ln w="12700">
                  <a:solidFill>
                    <a:schemeClr val="bg1">
                      <a:lumMod val="65000"/>
                    </a:schemeClr>
                  </a:solidFill>
                  <a:round/>
                  <a:headEnd/>
                  <a:tailEnd/>
                </a:ln>
              </p:spPr>
              <p:txBody>
                <a:bodyPr/>
                <a:lstStyle/>
                <a:p>
                  <a:endParaRPr lang="en-US"/>
                </a:p>
              </p:txBody>
            </p:sp>
            <p:sp>
              <p:nvSpPr>
                <p:cNvPr id="104090" name="Line 711">
                  <a:extLst>
                    <a:ext uri="{FF2B5EF4-FFF2-40B4-BE49-F238E27FC236}">
                      <a16:creationId xmlns:a16="http://schemas.microsoft.com/office/drawing/2014/main" id="{7763EC30-880D-E286-EF88-86033A751998}"/>
                    </a:ext>
                  </a:extLst>
                </p:cNvPr>
                <p:cNvSpPr>
                  <a:spLocks noChangeShapeType="1"/>
                </p:cNvSpPr>
                <p:nvPr/>
              </p:nvSpPr>
              <p:spPr bwMode="auto">
                <a:xfrm>
                  <a:off x="3381" y="2985"/>
                  <a:ext cx="24" cy="1"/>
                </a:xfrm>
                <a:prstGeom prst="line">
                  <a:avLst/>
                </a:prstGeom>
                <a:grpFill/>
                <a:ln w="12700">
                  <a:solidFill>
                    <a:schemeClr val="bg1">
                      <a:lumMod val="65000"/>
                    </a:schemeClr>
                  </a:solidFill>
                  <a:round/>
                  <a:headEnd/>
                  <a:tailEnd/>
                </a:ln>
              </p:spPr>
              <p:txBody>
                <a:bodyPr/>
                <a:lstStyle/>
                <a:p>
                  <a:endParaRPr lang="en-US"/>
                </a:p>
              </p:txBody>
            </p:sp>
            <p:sp>
              <p:nvSpPr>
                <p:cNvPr id="104091" name="Line 712">
                  <a:extLst>
                    <a:ext uri="{FF2B5EF4-FFF2-40B4-BE49-F238E27FC236}">
                      <a16:creationId xmlns:a16="http://schemas.microsoft.com/office/drawing/2014/main" id="{0EECA16F-B606-C724-DFA4-279CD88141F9}"/>
                    </a:ext>
                  </a:extLst>
                </p:cNvPr>
                <p:cNvSpPr>
                  <a:spLocks noChangeShapeType="1"/>
                </p:cNvSpPr>
                <p:nvPr/>
              </p:nvSpPr>
              <p:spPr bwMode="auto">
                <a:xfrm>
                  <a:off x="3437" y="2985"/>
                  <a:ext cx="24" cy="1"/>
                </a:xfrm>
                <a:prstGeom prst="line">
                  <a:avLst/>
                </a:prstGeom>
                <a:grpFill/>
                <a:ln w="12700">
                  <a:solidFill>
                    <a:schemeClr val="bg1">
                      <a:lumMod val="65000"/>
                    </a:schemeClr>
                  </a:solidFill>
                  <a:round/>
                  <a:headEnd/>
                  <a:tailEnd/>
                </a:ln>
              </p:spPr>
              <p:txBody>
                <a:bodyPr/>
                <a:lstStyle/>
                <a:p>
                  <a:endParaRPr lang="en-US"/>
                </a:p>
              </p:txBody>
            </p:sp>
            <p:sp>
              <p:nvSpPr>
                <p:cNvPr id="104092" name="Line 713">
                  <a:extLst>
                    <a:ext uri="{FF2B5EF4-FFF2-40B4-BE49-F238E27FC236}">
                      <a16:creationId xmlns:a16="http://schemas.microsoft.com/office/drawing/2014/main" id="{97B89195-7AE9-6753-32D9-244FF11CA45D}"/>
                    </a:ext>
                  </a:extLst>
                </p:cNvPr>
                <p:cNvSpPr>
                  <a:spLocks noChangeShapeType="1"/>
                </p:cNvSpPr>
                <p:nvPr/>
              </p:nvSpPr>
              <p:spPr bwMode="auto">
                <a:xfrm>
                  <a:off x="3493" y="2985"/>
                  <a:ext cx="23" cy="1"/>
                </a:xfrm>
                <a:prstGeom prst="line">
                  <a:avLst/>
                </a:prstGeom>
                <a:grpFill/>
                <a:ln w="12700">
                  <a:solidFill>
                    <a:schemeClr val="bg1">
                      <a:lumMod val="65000"/>
                    </a:schemeClr>
                  </a:solidFill>
                  <a:round/>
                  <a:headEnd/>
                  <a:tailEnd/>
                </a:ln>
              </p:spPr>
              <p:txBody>
                <a:bodyPr/>
                <a:lstStyle/>
                <a:p>
                  <a:endParaRPr lang="en-US"/>
                </a:p>
              </p:txBody>
            </p:sp>
            <p:sp>
              <p:nvSpPr>
                <p:cNvPr id="104093" name="Line 714">
                  <a:extLst>
                    <a:ext uri="{FF2B5EF4-FFF2-40B4-BE49-F238E27FC236}">
                      <a16:creationId xmlns:a16="http://schemas.microsoft.com/office/drawing/2014/main" id="{523FD7E0-FA0D-6F02-BCF8-047E88274C5F}"/>
                    </a:ext>
                  </a:extLst>
                </p:cNvPr>
                <p:cNvSpPr>
                  <a:spLocks noChangeShapeType="1"/>
                </p:cNvSpPr>
                <p:nvPr/>
              </p:nvSpPr>
              <p:spPr bwMode="auto">
                <a:xfrm>
                  <a:off x="3548" y="2985"/>
                  <a:ext cx="24" cy="1"/>
                </a:xfrm>
                <a:prstGeom prst="line">
                  <a:avLst/>
                </a:prstGeom>
                <a:grpFill/>
                <a:ln w="12700">
                  <a:solidFill>
                    <a:schemeClr val="bg1">
                      <a:lumMod val="65000"/>
                    </a:schemeClr>
                  </a:solidFill>
                  <a:round/>
                  <a:headEnd/>
                  <a:tailEnd/>
                </a:ln>
              </p:spPr>
              <p:txBody>
                <a:bodyPr/>
                <a:lstStyle/>
                <a:p>
                  <a:endParaRPr lang="en-US"/>
                </a:p>
              </p:txBody>
            </p:sp>
            <p:sp>
              <p:nvSpPr>
                <p:cNvPr id="104094" name="Line 715">
                  <a:extLst>
                    <a:ext uri="{FF2B5EF4-FFF2-40B4-BE49-F238E27FC236}">
                      <a16:creationId xmlns:a16="http://schemas.microsoft.com/office/drawing/2014/main" id="{CC2FE47F-BE83-4536-091E-6C24BB1FD379}"/>
                    </a:ext>
                  </a:extLst>
                </p:cNvPr>
                <p:cNvSpPr>
                  <a:spLocks noChangeShapeType="1"/>
                </p:cNvSpPr>
                <p:nvPr/>
              </p:nvSpPr>
              <p:spPr bwMode="auto">
                <a:xfrm>
                  <a:off x="3604" y="2985"/>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78" name="Group 716">
              <a:extLst>
                <a:ext uri="{FF2B5EF4-FFF2-40B4-BE49-F238E27FC236}">
                  <a16:creationId xmlns:a16="http://schemas.microsoft.com/office/drawing/2014/main" id="{5D7103BD-C4A5-39F1-CD0B-F60D0E0DBC25}"/>
                </a:ext>
              </a:extLst>
            </p:cNvPr>
            <p:cNvGrpSpPr>
              <a:grpSpLocks/>
            </p:cNvGrpSpPr>
            <p:nvPr/>
          </p:nvGrpSpPr>
          <p:grpSpPr bwMode="auto">
            <a:xfrm>
              <a:off x="3788" y="2953"/>
              <a:ext cx="415" cy="56"/>
              <a:chOff x="3788" y="2953"/>
              <a:chExt cx="415" cy="56"/>
            </a:xfrm>
            <a:grpFill/>
          </p:grpSpPr>
          <p:sp>
            <p:nvSpPr>
              <p:cNvPr id="104079" name="Freeform 717">
                <a:extLst>
                  <a:ext uri="{FF2B5EF4-FFF2-40B4-BE49-F238E27FC236}">
                    <a16:creationId xmlns:a16="http://schemas.microsoft.com/office/drawing/2014/main" id="{B68D156E-C322-A0F0-66AB-A72AF7434FF3}"/>
                  </a:ext>
                </a:extLst>
              </p:cNvPr>
              <p:cNvSpPr>
                <a:spLocks/>
              </p:cNvSpPr>
              <p:nvPr/>
            </p:nvSpPr>
            <p:spPr bwMode="auto">
              <a:xfrm>
                <a:off x="4091"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4080" name="Group 718">
                <a:extLst>
                  <a:ext uri="{FF2B5EF4-FFF2-40B4-BE49-F238E27FC236}">
                    <a16:creationId xmlns:a16="http://schemas.microsoft.com/office/drawing/2014/main" id="{2B36E615-8D51-195F-DFF9-C483878EF173}"/>
                  </a:ext>
                </a:extLst>
              </p:cNvPr>
              <p:cNvGrpSpPr>
                <a:grpSpLocks/>
              </p:cNvGrpSpPr>
              <p:nvPr/>
            </p:nvGrpSpPr>
            <p:grpSpPr bwMode="auto">
              <a:xfrm>
                <a:off x="3788" y="2985"/>
                <a:ext cx="295" cy="1"/>
                <a:chOff x="3788" y="2985"/>
                <a:chExt cx="295" cy="1"/>
              </a:xfrm>
              <a:grpFill/>
            </p:grpSpPr>
            <p:sp>
              <p:nvSpPr>
                <p:cNvPr id="104081" name="Line 719">
                  <a:extLst>
                    <a:ext uri="{FF2B5EF4-FFF2-40B4-BE49-F238E27FC236}">
                      <a16:creationId xmlns:a16="http://schemas.microsoft.com/office/drawing/2014/main" id="{1BC33F1C-F626-C6F5-CD69-C54081C21167}"/>
                    </a:ext>
                  </a:extLst>
                </p:cNvPr>
                <p:cNvSpPr>
                  <a:spLocks noChangeShapeType="1"/>
                </p:cNvSpPr>
                <p:nvPr/>
              </p:nvSpPr>
              <p:spPr bwMode="auto">
                <a:xfrm>
                  <a:off x="3788" y="2985"/>
                  <a:ext cx="24" cy="1"/>
                </a:xfrm>
                <a:prstGeom prst="line">
                  <a:avLst/>
                </a:prstGeom>
                <a:grpFill/>
                <a:ln w="12700">
                  <a:solidFill>
                    <a:schemeClr val="bg1">
                      <a:lumMod val="65000"/>
                    </a:schemeClr>
                  </a:solidFill>
                  <a:round/>
                  <a:headEnd/>
                  <a:tailEnd/>
                </a:ln>
              </p:spPr>
              <p:txBody>
                <a:bodyPr/>
                <a:lstStyle/>
                <a:p>
                  <a:endParaRPr lang="en-US"/>
                </a:p>
              </p:txBody>
            </p:sp>
            <p:sp>
              <p:nvSpPr>
                <p:cNvPr id="104082" name="Line 720">
                  <a:extLst>
                    <a:ext uri="{FF2B5EF4-FFF2-40B4-BE49-F238E27FC236}">
                      <a16:creationId xmlns:a16="http://schemas.microsoft.com/office/drawing/2014/main" id="{324C0D37-ED14-9FEF-9D7B-F2136779F60E}"/>
                    </a:ext>
                  </a:extLst>
                </p:cNvPr>
                <p:cNvSpPr>
                  <a:spLocks noChangeShapeType="1"/>
                </p:cNvSpPr>
                <p:nvPr/>
              </p:nvSpPr>
              <p:spPr bwMode="auto">
                <a:xfrm>
                  <a:off x="3844" y="2985"/>
                  <a:ext cx="24" cy="1"/>
                </a:xfrm>
                <a:prstGeom prst="line">
                  <a:avLst/>
                </a:prstGeom>
                <a:grpFill/>
                <a:ln w="12700">
                  <a:solidFill>
                    <a:schemeClr val="bg1">
                      <a:lumMod val="65000"/>
                    </a:schemeClr>
                  </a:solidFill>
                  <a:round/>
                  <a:headEnd/>
                  <a:tailEnd/>
                </a:ln>
              </p:spPr>
              <p:txBody>
                <a:bodyPr/>
                <a:lstStyle/>
                <a:p>
                  <a:endParaRPr lang="en-US"/>
                </a:p>
              </p:txBody>
            </p:sp>
            <p:sp>
              <p:nvSpPr>
                <p:cNvPr id="104083" name="Line 721">
                  <a:extLst>
                    <a:ext uri="{FF2B5EF4-FFF2-40B4-BE49-F238E27FC236}">
                      <a16:creationId xmlns:a16="http://schemas.microsoft.com/office/drawing/2014/main" id="{B86C075B-EF63-D186-D4CE-8178CFCAD2CA}"/>
                    </a:ext>
                  </a:extLst>
                </p:cNvPr>
                <p:cNvSpPr>
                  <a:spLocks noChangeShapeType="1"/>
                </p:cNvSpPr>
                <p:nvPr/>
              </p:nvSpPr>
              <p:spPr bwMode="auto">
                <a:xfrm>
                  <a:off x="3900" y="2985"/>
                  <a:ext cx="24" cy="1"/>
                </a:xfrm>
                <a:prstGeom prst="line">
                  <a:avLst/>
                </a:prstGeom>
                <a:grpFill/>
                <a:ln w="12700">
                  <a:solidFill>
                    <a:schemeClr val="bg1">
                      <a:lumMod val="65000"/>
                    </a:schemeClr>
                  </a:solidFill>
                  <a:round/>
                  <a:headEnd/>
                  <a:tailEnd/>
                </a:ln>
              </p:spPr>
              <p:txBody>
                <a:bodyPr/>
                <a:lstStyle/>
                <a:p>
                  <a:endParaRPr lang="en-US"/>
                </a:p>
              </p:txBody>
            </p:sp>
            <p:sp>
              <p:nvSpPr>
                <p:cNvPr id="104084" name="Line 722">
                  <a:extLst>
                    <a:ext uri="{FF2B5EF4-FFF2-40B4-BE49-F238E27FC236}">
                      <a16:creationId xmlns:a16="http://schemas.microsoft.com/office/drawing/2014/main" id="{4E1BCB76-F483-E115-7EDE-A415A4806C6D}"/>
                    </a:ext>
                  </a:extLst>
                </p:cNvPr>
                <p:cNvSpPr>
                  <a:spLocks noChangeShapeType="1"/>
                </p:cNvSpPr>
                <p:nvPr/>
              </p:nvSpPr>
              <p:spPr bwMode="auto">
                <a:xfrm>
                  <a:off x="3956" y="2985"/>
                  <a:ext cx="24" cy="1"/>
                </a:xfrm>
                <a:prstGeom prst="line">
                  <a:avLst/>
                </a:prstGeom>
                <a:grpFill/>
                <a:ln w="12700">
                  <a:solidFill>
                    <a:schemeClr val="bg1">
                      <a:lumMod val="65000"/>
                    </a:schemeClr>
                  </a:solidFill>
                  <a:round/>
                  <a:headEnd/>
                  <a:tailEnd/>
                </a:ln>
              </p:spPr>
              <p:txBody>
                <a:bodyPr/>
                <a:lstStyle/>
                <a:p>
                  <a:endParaRPr lang="en-US"/>
                </a:p>
              </p:txBody>
            </p:sp>
            <p:sp>
              <p:nvSpPr>
                <p:cNvPr id="104085" name="Line 723">
                  <a:extLst>
                    <a:ext uri="{FF2B5EF4-FFF2-40B4-BE49-F238E27FC236}">
                      <a16:creationId xmlns:a16="http://schemas.microsoft.com/office/drawing/2014/main" id="{A520D5A5-17B2-02CB-F68A-5C3C5C8EB513}"/>
                    </a:ext>
                  </a:extLst>
                </p:cNvPr>
                <p:cNvSpPr>
                  <a:spLocks noChangeShapeType="1"/>
                </p:cNvSpPr>
                <p:nvPr/>
              </p:nvSpPr>
              <p:spPr bwMode="auto">
                <a:xfrm>
                  <a:off x="4011" y="2985"/>
                  <a:ext cx="24" cy="1"/>
                </a:xfrm>
                <a:prstGeom prst="line">
                  <a:avLst/>
                </a:prstGeom>
                <a:grpFill/>
                <a:ln w="12700">
                  <a:solidFill>
                    <a:schemeClr val="bg1">
                      <a:lumMod val="65000"/>
                    </a:schemeClr>
                  </a:solidFill>
                  <a:round/>
                  <a:headEnd/>
                  <a:tailEnd/>
                </a:ln>
              </p:spPr>
              <p:txBody>
                <a:bodyPr/>
                <a:lstStyle/>
                <a:p>
                  <a:endParaRPr lang="en-US"/>
                </a:p>
              </p:txBody>
            </p:sp>
            <p:sp>
              <p:nvSpPr>
                <p:cNvPr id="104086" name="Line 724">
                  <a:extLst>
                    <a:ext uri="{FF2B5EF4-FFF2-40B4-BE49-F238E27FC236}">
                      <a16:creationId xmlns:a16="http://schemas.microsoft.com/office/drawing/2014/main" id="{1D84666C-A674-FFD5-0D03-96AE7FA9F47C}"/>
                    </a:ext>
                  </a:extLst>
                </p:cNvPr>
                <p:cNvSpPr>
                  <a:spLocks noChangeShapeType="1"/>
                </p:cNvSpPr>
                <p:nvPr/>
              </p:nvSpPr>
              <p:spPr bwMode="auto">
                <a:xfrm>
                  <a:off x="4067" y="2985"/>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79" name="Group 725">
              <a:extLst>
                <a:ext uri="{FF2B5EF4-FFF2-40B4-BE49-F238E27FC236}">
                  <a16:creationId xmlns:a16="http://schemas.microsoft.com/office/drawing/2014/main" id="{35CEEDF4-C4AB-3AAE-5DFC-C6CB594D96AC}"/>
                </a:ext>
              </a:extLst>
            </p:cNvPr>
            <p:cNvGrpSpPr>
              <a:grpSpLocks/>
            </p:cNvGrpSpPr>
            <p:nvPr/>
          </p:nvGrpSpPr>
          <p:grpSpPr bwMode="auto">
            <a:xfrm>
              <a:off x="4251" y="2953"/>
              <a:ext cx="415" cy="56"/>
              <a:chOff x="4251" y="2953"/>
              <a:chExt cx="415" cy="56"/>
            </a:xfrm>
            <a:grpFill/>
          </p:grpSpPr>
          <p:sp>
            <p:nvSpPr>
              <p:cNvPr id="104071" name="Freeform 726">
                <a:extLst>
                  <a:ext uri="{FF2B5EF4-FFF2-40B4-BE49-F238E27FC236}">
                    <a16:creationId xmlns:a16="http://schemas.microsoft.com/office/drawing/2014/main" id="{1DB2F2DE-21F2-510B-FB1E-DEE345404BFA}"/>
                  </a:ext>
                </a:extLst>
              </p:cNvPr>
              <p:cNvSpPr>
                <a:spLocks/>
              </p:cNvSpPr>
              <p:nvPr/>
            </p:nvSpPr>
            <p:spPr bwMode="auto">
              <a:xfrm>
                <a:off x="4554"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4072" name="Group 727">
                <a:extLst>
                  <a:ext uri="{FF2B5EF4-FFF2-40B4-BE49-F238E27FC236}">
                    <a16:creationId xmlns:a16="http://schemas.microsoft.com/office/drawing/2014/main" id="{669DC666-5215-477B-175A-3E89EDB70C25}"/>
                  </a:ext>
                </a:extLst>
              </p:cNvPr>
              <p:cNvGrpSpPr>
                <a:grpSpLocks/>
              </p:cNvGrpSpPr>
              <p:nvPr/>
            </p:nvGrpSpPr>
            <p:grpSpPr bwMode="auto">
              <a:xfrm>
                <a:off x="4251" y="2985"/>
                <a:ext cx="295" cy="1"/>
                <a:chOff x="4251" y="2985"/>
                <a:chExt cx="295" cy="1"/>
              </a:xfrm>
              <a:grpFill/>
            </p:grpSpPr>
            <p:sp>
              <p:nvSpPr>
                <p:cNvPr id="104073" name="Line 728">
                  <a:extLst>
                    <a:ext uri="{FF2B5EF4-FFF2-40B4-BE49-F238E27FC236}">
                      <a16:creationId xmlns:a16="http://schemas.microsoft.com/office/drawing/2014/main" id="{33C2D828-DF69-6034-A00A-CDBF143DE231}"/>
                    </a:ext>
                  </a:extLst>
                </p:cNvPr>
                <p:cNvSpPr>
                  <a:spLocks noChangeShapeType="1"/>
                </p:cNvSpPr>
                <p:nvPr/>
              </p:nvSpPr>
              <p:spPr bwMode="auto">
                <a:xfrm>
                  <a:off x="4251" y="2985"/>
                  <a:ext cx="24" cy="1"/>
                </a:xfrm>
                <a:prstGeom prst="line">
                  <a:avLst/>
                </a:prstGeom>
                <a:grpFill/>
                <a:ln w="12700">
                  <a:solidFill>
                    <a:schemeClr val="bg1">
                      <a:lumMod val="65000"/>
                    </a:schemeClr>
                  </a:solidFill>
                  <a:round/>
                  <a:headEnd/>
                  <a:tailEnd/>
                </a:ln>
              </p:spPr>
              <p:txBody>
                <a:bodyPr/>
                <a:lstStyle/>
                <a:p>
                  <a:endParaRPr lang="en-US"/>
                </a:p>
              </p:txBody>
            </p:sp>
            <p:sp>
              <p:nvSpPr>
                <p:cNvPr id="104074" name="Line 729">
                  <a:extLst>
                    <a:ext uri="{FF2B5EF4-FFF2-40B4-BE49-F238E27FC236}">
                      <a16:creationId xmlns:a16="http://schemas.microsoft.com/office/drawing/2014/main" id="{94B8ABD0-16DB-723F-3589-7EEA2A8AF5A3}"/>
                    </a:ext>
                  </a:extLst>
                </p:cNvPr>
                <p:cNvSpPr>
                  <a:spLocks noChangeShapeType="1"/>
                </p:cNvSpPr>
                <p:nvPr/>
              </p:nvSpPr>
              <p:spPr bwMode="auto">
                <a:xfrm>
                  <a:off x="4307" y="2985"/>
                  <a:ext cx="24" cy="1"/>
                </a:xfrm>
                <a:prstGeom prst="line">
                  <a:avLst/>
                </a:prstGeom>
                <a:grpFill/>
                <a:ln w="12700">
                  <a:solidFill>
                    <a:schemeClr val="bg1">
                      <a:lumMod val="65000"/>
                    </a:schemeClr>
                  </a:solidFill>
                  <a:round/>
                  <a:headEnd/>
                  <a:tailEnd/>
                </a:ln>
              </p:spPr>
              <p:txBody>
                <a:bodyPr/>
                <a:lstStyle/>
                <a:p>
                  <a:endParaRPr lang="en-US"/>
                </a:p>
              </p:txBody>
            </p:sp>
            <p:sp>
              <p:nvSpPr>
                <p:cNvPr id="104075" name="Line 730">
                  <a:extLst>
                    <a:ext uri="{FF2B5EF4-FFF2-40B4-BE49-F238E27FC236}">
                      <a16:creationId xmlns:a16="http://schemas.microsoft.com/office/drawing/2014/main" id="{3542DD83-0F6B-0C8A-5F18-A39002ABCAA6}"/>
                    </a:ext>
                  </a:extLst>
                </p:cNvPr>
                <p:cNvSpPr>
                  <a:spLocks noChangeShapeType="1"/>
                </p:cNvSpPr>
                <p:nvPr/>
              </p:nvSpPr>
              <p:spPr bwMode="auto">
                <a:xfrm>
                  <a:off x="4363" y="2985"/>
                  <a:ext cx="24" cy="1"/>
                </a:xfrm>
                <a:prstGeom prst="line">
                  <a:avLst/>
                </a:prstGeom>
                <a:grpFill/>
                <a:ln w="12700">
                  <a:solidFill>
                    <a:schemeClr val="bg1">
                      <a:lumMod val="65000"/>
                    </a:schemeClr>
                  </a:solidFill>
                  <a:round/>
                  <a:headEnd/>
                  <a:tailEnd/>
                </a:ln>
              </p:spPr>
              <p:txBody>
                <a:bodyPr/>
                <a:lstStyle/>
                <a:p>
                  <a:endParaRPr lang="en-US"/>
                </a:p>
              </p:txBody>
            </p:sp>
            <p:sp>
              <p:nvSpPr>
                <p:cNvPr id="104076" name="Line 731">
                  <a:extLst>
                    <a:ext uri="{FF2B5EF4-FFF2-40B4-BE49-F238E27FC236}">
                      <a16:creationId xmlns:a16="http://schemas.microsoft.com/office/drawing/2014/main" id="{857721FC-C8BC-F052-8829-8BE4E4E28108}"/>
                    </a:ext>
                  </a:extLst>
                </p:cNvPr>
                <p:cNvSpPr>
                  <a:spLocks noChangeShapeType="1"/>
                </p:cNvSpPr>
                <p:nvPr/>
              </p:nvSpPr>
              <p:spPr bwMode="auto">
                <a:xfrm>
                  <a:off x="4419" y="2985"/>
                  <a:ext cx="24" cy="1"/>
                </a:xfrm>
                <a:prstGeom prst="line">
                  <a:avLst/>
                </a:prstGeom>
                <a:grpFill/>
                <a:ln w="12700">
                  <a:solidFill>
                    <a:schemeClr val="bg1">
                      <a:lumMod val="65000"/>
                    </a:schemeClr>
                  </a:solidFill>
                  <a:round/>
                  <a:headEnd/>
                  <a:tailEnd/>
                </a:ln>
              </p:spPr>
              <p:txBody>
                <a:bodyPr/>
                <a:lstStyle/>
                <a:p>
                  <a:endParaRPr lang="en-US"/>
                </a:p>
              </p:txBody>
            </p:sp>
            <p:sp>
              <p:nvSpPr>
                <p:cNvPr id="104077" name="Line 732">
                  <a:extLst>
                    <a:ext uri="{FF2B5EF4-FFF2-40B4-BE49-F238E27FC236}">
                      <a16:creationId xmlns:a16="http://schemas.microsoft.com/office/drawing/2014/main" id="{007E4801-869B-89D0-E253-9823D7EEA2A1}"/>
                    </a:ext>
                  </a:extLst>
                </p:cNvPr>
                <p:cNvSpPr>
                  <a:spLocks noChangeShapeType="1"/>
                </p:cNvSpPr>
                <p:nvPr/>
              </p:nvSpPr>
              <p:spPr bwMode="auto">
                <a:xfrm>
                  <a:off x="4475" y="2985"/>
                  <a:ext cx="24" cy="1"/>
                </a:xfrm>
                <a:prstGeom prst="line">
                  <a:avLst/>
                </a:prstGeom>
                <a:grpFill/>
                <a:ln w="12700">
                  <a:solidFill>
                    <a:schemeClr val="bg1">
                      <a:lumMod val="65000"/>
                    </a:schemeClr>
                  </a:solidFill>
                  <a:round/>
                  <a:headEnd/>
                  <a:tailEnd/>
                </a:ln>
              </p:spPr>
              <p:txBody>
                <a:bodyPr/>
                <a:lstStyle/>
                <a:p>
                  <a:endParaRPr lang="en-US"/>
                </a:p>
              </p:txBody>
            </p:sp>
            <p:sp>
              <p:nvSpPr>
                <p:cNvPr id="104078" name="Line 733">
                  <a:extLst>
                    <a:ext uri="{FF2B5EF4-FFF2-40B4-BE49-F238E27FC236}">
                      <a16:creationId xmlns:a16="http://schemas.microsoft.com/office/drawing/2014/main" id="{97D18453-C2B5-C31E-7A6F-C5A082BF6BF6}"/>
                    </a:ext>
                  </a:extLst>
                </p:cNvPr>
                <p:cNvSpPr>
                  <a:spLocks noChangeShapeType="1"/>
                </p:cNvSpPr>
                <p:nvPr/>
              </p:nvSpPr>
              <p:spPr bwMode="auto">
                <a:xfrm>
                  <a:off x="4530" y="2985"/>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80" name="Group 734">
              <a:extLst>
                <a:ext uri="{FF2B5EF4-FFF2-40B4-BE49-F238E27FC236}">
                  <a16:creationId xmlns:a16="http://schemas.microsoft.com/office/drawing/2014/main" id="{427FFEED-742C-FCFA-467C-A2885ADD88E0}"/>
                </a:ext>
              </a:extLst>
            </p:cNvPr>
            <p:cNvGrpSpPr>
              <a:grpSpLocks/>
            </p:cNvGrpSpPr>
            <p:nvPr/>
          </p:nvGrpSpPr>
          <p:grpSpPr bwMode="auto">
            <a:xfrm>
              <a:off x="4674" y="1741"/>
              <a:ext cx="40" cy="1260"/>
              <a:chOff x="4674" y="1741"/>
              <a:chExt cx="40" cy="1260"/>
            </a:xfrm>
            <a:grpFill/>
          </p:grpSpPr>
          <p:sp>
            <p:nvSpPr>
              <p:cNvPr id="104061" name="Oval 735">
                <a:extLst>
                  <a:ext uri="{FF2B5EF4-FFF2-40B4-BE49-F238E27FC236}">
                    <a16:creationId xmlns:a16="http://schemas.microsoft.com/office/drawing/2014/main" id="{3AEAC7EB-4A88-1639-1A91-092D8CE2344A}"/>
                  </a:ext>
                </a:extLst>
              </p:cNvPr>
              <p:cNvSpPr>
                <a:spLocks noChangeArrowheads="1"/>
              </p:cNvSpPr>
              <p:nvPr/>
            </p:nvSpPr>
            <p:spPr bwMode="auto">
              <a:xfrm>
                <a:off x="4674" y="1741"/>
                <a:ext cx="32" cy="40"/>
              </a:xfrm>
              <a:prstGeom prst="ellipse">
                <a:avLst/>
              </a:prstGeom>
              <a:grpFill/>
              <a:ln w="9525">
                <a:solidFill>
                  <a:schemeClr val="bg1">
                    <a:lumMod val="65000"/>
                  </a:schemeClr>
                </a:solidFill>
                <a:round/>
                <a:headEnd/>
                <a:tailEnd/>
              </a:ln>
            </p:spPr>
            <p:txBody>
              <a:bodyPr/>
              <a:lstStyle/>
              <a:p>
                <a:endParaRPr lang="en-US"/>
              </a:p>
            </p:txBody>
          </p:sp>
          <p:sp>
            <p:nvSpPr>
              <p:cNvPr id="104062" name="Oval 736">
                <a:extLst>
                  <a:ext uri="{FF2B5EF4-FFF2-40B4-BE49-F238E27FC236}">
                    <a16:creationId xmlns:a16="http://schemas.microsoft.com/office/drawing/2014/main" id="{00AE6943-A008-491C-9987-A5F1C951C8F7}"/>
                  </a:ext>
                </a:extLst>
              </p:cNvPr>
              <p:cNvSpPr>
                <a:spLocks noChangeArrowheads="1"/>
              </p:cNvSpPr>
              <p:nvPr/>
            </p:nvSpPr>
            <p:spPr bwMode="auto">
              <a:xfrm>
                <a:off x="4674" y="1741"/>
                <a:ext cx="32" cy="40"/>
              </a:xfrm>
              <a:prstGeom prst="ellipse">
                <a:avLst/>
              </a:prstGeom>
              <a:grpFill/>
              <a:ln w="25400">
                <a:solidFill>
                  <a:schemeClr val="bg1">
                    <a:lumMod val="65000"/>
                  </a:schemeClr>
                </a:solidFill>
                <a:round/>
                <a:headEnd/>
                <a:tailEnd/>
              </a:ln>
            </p:spPr>
            <p:txBody>
              <a:bodyPr/>
              <a:lstStyle/>
              <a:p>
                <a:endParaRPr lang="en-US"/>
              </a:p>
            </p:txBody>
          </p:sp>
          <p:sp>
            <p:nvSpPr>
              <p:cNvPr id="104063" name="Oval 737">
                <a:extLst>
                  <a:ext uri="{FF2B5EF4-FFF2-40B4-BE49-F238E27FC236}">
                    <a16:creationId xmlns:a16="http://schemas.microsoft.com/office/drawing/2014/main" id="{DE346EF0-CE11-8C3F-D915-B62B525340FE}"/>
                  </a:ext>
                </a:extLst>
              </p:cNvPr>
              <p:cNvSpPr>
                <a:spLocks noChangeArrowheads="1"/>
              </p:cNvSpPr>
              <p:nvPr/>
            </p:nvSpPr>
            <p:spPr bwMode="auto">
              <a:xfrm>
                <a:off x="4682" y="2044"/>
                <a:ext cx="32" cy="40"/>
              </a:xfrm>
              <a:prstGeom prst="ellipse">
                <a:avLst/>
              </a:prstGeom>
              <a:grpFill/>
              <a:ln w="9525">
                <a:solidFill>
                  <a:schemeClr val="bg1">
                    <a:lumMod val="65000"/>
                  </a:schemeClr>
                </a:solidFill>
                <a:round/>
                <a:headEnd/>
                <a:tailEnd/>
              </a:ln>
            </p:spPr>
            <p:txBody>
              <a:bodyPr/>
              <a:lstStyle/>
              <a:p>
                <a:endParaRPr lang="en-US"/>
              </a:p>
            </p:txBody>
          </p:sp>
          <p:sp>
            <p:nvSpPr>
              <p:cNvPr id="104064" name="Oval 738">
                <a:extLst>
                  <a:ext uri="{FF2B5EF4-FFF2-40B4-BE49-F238E27FC236}">
                    <a16:creationId xmlns:a16="http://schemas.microsoft.com/office/drawing/2014/main" id="{F073866E-D9B8-4D1E-4B0E-123D4AD7051E}"/>
                  </a:ext>
                </a:extLst>
              </p:cNvPr>
              <p:cNvSpPr>
                <a:spLocks noChangeArrowheads="1"/>
              </p:cNvSpPr>
              <p:nvPr/>
            </p:nvSpPr>
            <p:spPr bwMode="auto">
              <a:xfrm>
                <a:off x="4682" y="2044"/>
                <a:ext cx="32" cy="40"/>
              </a:xfrm>
              <a:prstGeom prst="ellipse">
                <a:avLst/>
              </a:prstGeom>
              <a:grpFill/>
              <a:ln w="25400">
                <a:solidFill>
                  <a:schemeClr val="bg1">
                    <a:lumMod val="65000"/>
                  </a:schemeClr>
                </a:solidFill>
                <a:round/>
                <a:headEnd/>
                <a:tailEnd/>
              </a:ln>
            </p:spPr>
            <p:txBody>
              <a:bodyPr/>
              <a:lstStyle/>
              <a:p>
                <a:endParaRPr lang="en-US"/>
              </a:p>
            </p:txBody>
          </p:sp>
          <p:sp>
            <p:nvSpPr>
              <p:cNvPr id="104065" name="Oval 739">
                <a:extLst>
                  <a:ext uri="{FF2B5EF4-FFF2-40B4-BE49-F238E27FC236}">
                    <a16:creationId xmlns:a16="http://schemas.microsoft.com/office/drawing/2014/main" id="{09D0A45C-CB09-246A-9246-60DC6D3B55DC}"/>
                  </a:ext>
                </a:extLst>
              </p:cNvPr>
              <p:cNvSpPr>
                <a:spLocks noChangeArrowheads="1"/>
              </p:cNvSpPr>
              <p:nvPr/>
            </p:nvSpPr>
            <p:spPr bwMode="auto">
              <a:xfrm>
                <a:off x="4682" y="2355"/>
                <a:ext cx="32" cy="32"/>
              </a:xfrm>
              <a:prstGeom prst="ellipse">
                <a:avLst/>
              </a:prstGeom>
              <a:grpFill/>
              <a:ln w="9525">
                <a:solidFill>
                  <a:schemeClr val="bg1">
                    <a:lumMod val="65000"/>
                  </a:schemeClr>
                </a:solidFill>
                <a:round/>
                <a:headEnd/>
                <a:tailEnd/>
              </a:ln>
            </p:spPr>
            <p:txBody>
              <a:bodyPr/>
              <a:lstStyle/>
              <a:p>
                <a:endParaRPr lang="en-US"/>
              </a:p>
            </p:txBody>
          </p:sp>
          <p:sp>
            <p:nvSpPr>
              <p:cNvPr id="104066" name="Oval 740">
                <a:extLst>
                  <a:ext uri="{FF2B5EF4-FFF2-40B4-BE49-F238E27FC236}">
                    <a16:creationId xmlns:a16="http://schemas.microsoft.com/office/drawing/2014/main" id="{A603C2ED-3E6E-BEC5-2B48-96E555AC485F}"/>
                  </a:ext>
                </a:extLst>
              </p:cNvPr>
              <p:cNvSpPr>
                <a:spLocks noChangeArrowheads="1"/>
              </p:cNvSpPr>
              <p:nvPr/>
            </p:nvSpPr>
            <p:spPr bwMode="auto">
              <a:xfrm>
                <a:off x="4682" y="2355"/>
                <a:ext cx="32" cy="32"/>
              </a:xfrm>
              <a:prstGeom prst="ellipse">
                <a:avLst/>
              </a:prstGeom>
              <a:grpFill/>
              <a:ln w="25400">
                <a:solidFill>
                  <a:schemeClr val="bg1">
                    <a:lumMod val="65000"/>
                  </a:schemeClr>
                </a:solidFill>
                <a:round/>
                <a:headEnd/>
                <a:tailEnd/>
              </a:ln>
            </p:spPr>
            <p:txBody>
              <a:bodyPr/>
              <a:lstStyle/>
              <a:p>
                <a:endParaRPr lang="en-US"/>
              </a:p>
            </p:txBody>
          </p:sp>
          <p:sp>
            <p:nvSpPr>
              <p:cNvPr id="104067" name="Oval 741">
                <a:extLst>
                  <a:ext uri="{FF2B5EF4-FFF2-40B4-BE49-F238E27FC236}">
                    <a16:creationId xmlns:a16="http://schemas.microsoft.com/office/drawing/2014/main" id="{DA16FCDA-B2E5-CF64-7223-54F18A730C82}"/>
                  </a:ext>
                </a:extLst>
              </p:cNvPr>
              <p:cNvSpPr>
                <a:spLocks noChangeArrowheads="1"/>
              </p:cNvSpPr>
              <p:nvPr/>
            </p:nvSpPr>
            <p:spPr bwMode="auto">
              <a:xfrm>
                <a:off x="4674" y="2658"/>
                <a:ext cx="32" cy="40"/>
              </a:xfrm>
              <a:prstGeom prst="ellipse">
                <a:avLst/>
              </a:prstGeom>
              <a:grpFill/>
              <a:ln w="9525">
                <a:solidFill>
                  <a:schemeClr val="bg1">
                    <a:lumMod val="65000"/>
                  </a:schemeClr>
                </a:solidFill>
                <a:round/>
                <a:headEnd/>
                <a:tailEnd/>
              </a:ln>
            </p:spPr>
            <p:txBody>
              <a:bodyPr/>
              <a:lstStyle/>
              <a:p>
                <a:endParaRPr lang="en-US"/>
              </a:p>
            </p:txBody>
          </p:sp>
          <p:sp>
            <p:nvSpPr>
              <p:cNvPr id="104068" name="Oval 742">
                <a:extLst>
                  <a:ext uri="{FF2B5EF4-FFF2-40B4-BE49-F238E27FC236}">
                    <a16:creationId xmlns:a16="http://schemas.microsoft.com/office/drawing/2014/main" id="{C27D54C6-9BC8-DF58-14B1-712A6E55480D}"/>
                  </a:ext>
                </a:extLst>
              </p:cNvPr>
              <p:cNvSpPr>
                <a:spLocks noChangeArrowheads="1"/>
              </p:cNvSpPr>
              <p:nvPr/>
            </p:nvSpPr>
            <p:spPr bwMode="auto">
              <a:xfrm>
                <a:off x="4674" y="2658"/>
                <a:ext cx="32" cy="40"/>
              </a:xfrm>
              <a:prstGeom prst="ellipse">
                <a:avLst/>
              </a:prstGeom>
              <a:grpFill/>
              <a:ln w="25400">
                <a:solidFill>
                  <a:schemeClr val="bg1">
                    <a:lumMod val="65000"/>
                  </a:schemeClr>
                </a:solidFill>
                <a:round/>
                <a:headEnd/>
                <a:tailEnd/>
              </a:ln>
            </p:spPr>
            <p:txBody>
              <a:bodyPr/>
              <a:lstStyle/>
              <a:p>
                <a:endParaRPr lang="en-US"/>
              </a:p>
            </p:txBody>
          </p:sp>
          <p:sp>
            <p:nvSpPr>
              <p:cNvPr id="104069" name="Oval 743">
                <a:extLst>
                  <a:ext uri="{FF2B5EF4-FFF2-40B4-BE49-F238E27FC236}">
                    <a16:creationId xmlns:a16="http://schemas.microsoft.com/office/drawing/2014/main" id="{C8284B58-708F-3A18-18E6-6B263BF8644D}"/>
                  </a:ext>
                </a:extLst>
              </p:cNvPr>
              <p:cNvSpPr>
                <a:spLocks noChangeArrowheads="1"/>
              </p:cNvSpPr>
              <p:nvPr/>
            </p:nvSpPr>
            <p:spPr bwMode="auto">
              <a:xfrm>
                <a:off x="4674" y="2969"/>
                <a:ext cx="32" cy="32"/>
              </a:xfrm>
              <a:prstGeom prst="ellipse">
                <a:avLst/>
              </a:prstGeom>
              <a:grpFill/>
              <a:ln w="9525">
                <a:solidFill>
                  <a:schemeClr val="bg1">
                    <a:lumMod val="65000"/>
                  </a:schemeClr>
                </a:solidFill>
                <a:round/>
                <a:headEnd/>
                <a:tailEnd/>
              </a:ln>
            </p:spPr>
            <p:txBody>
              <a:bodyPr/>
              <a:lstStyle/>
              <a:p>
                <a:endParaRPr lang="en-US"/>
              </a:p>
            </p:txBody>
          </p:sp>
          <p:sp>
            <p:nvSpPr>
              <p:cNvPr id="104070" name="Oval 744">
                <a:extLst>
                  <a:ext uri="{FF2B5EF4-FFF2-40B4-BE49-F238E27FC236}">
                    <a16:creationId xmlns:a16="http://schemas.microsoft.com/office/drawing/2014/main" id="{B8B82789-720C-FCCD-A726-D292A8A73AC0}"/>
                  </a:ext>
                </a:extLst>
              </p:cNvPr>
              <p:cNvSpPr>
                <a:spLocks noChangeArrowheads="1"/>
              </p:cNvSpPr>
              <p:nvPr/>
            </p:nvSpPr>
            <p:spPr bwMode="auto">
              <a:xfrm>
                <a:off x="4674" y="2969"/>
                <a:ext cx="32" cy="32"/>
              </a:xfrm>
              <a:prstGeom prst="ellipse">
                <a:avLst/>
              </a:prstGeom>
              <a:grpFill/>
              <a:ln w="25400">
                <a:solidFill>
                  <a:schemeClr val="bg1">
                    <a:lumMod val="65000"/>
                  </a:schemeClr>
                </a:solidFill>
                <a:round/>
                <a:headEnd/>
                <a:tailEnd/>
              </a:ln>
            </p:spPr>
            <p:txBody>
              <a:bodyPr/>
              <a:lstStyle/>
              <a:p>
                <a:endParaRPr lang="en-US"/>
              </a:p>
            </p:txBody>
          </p:sp>
        </p:grpSp>
        <p:grpSp>
          <p:nvGrpSpPr>
            <p:cNvPr id="103581" name="Group 745">
              <a:extLst>
                <a:ext uri="{FF2B5EF4-FFF2-40B4-BE49-F238E27FC236}">
                  <a16:creationId xmlns:a16="http://schemas.microsoft.com/office/drawing/2014/main" id="{B9296764-6719-6557-D31E-70CAB9E3C346}"/>
                </a:ext>
              </a:extLst>
            </p:cNvPr>
            <p:cNvGrpSpPr>
              <a:grpSpLocks/>
            </p:cNvGrpSpPr>
            <p:nvPr/>
          </p:nvGrpSpPr>
          <p:grpSpPr bwMode="auto">
            <a:xfrm>
              <a:off x="3740" y="3272"/>
              <a:ext cx="40" cy="343"/>
              <a:chOff x="3740" y="3272"/>
              <a:chExt cx="40" cy="343"/>
            </a:xfrm>
            <a:grpFill/>
          </p:grpSpPr>
          <p:sp>
            <p:nvSpPr>
              <p:cNvPr id="104057" name="Oval 746">
                <a:extLst>
                  <a:ext uri="{FF2B5EF4-FFF2-40B4-BE49-F238E27FC236}">
                    <a16:creationId xmlns:a16="http://schemas.microsoft.com/office/drawing/2014/main" id="{6B22F954-6DE4-57AA-9176-89DCC8B0340D}"/>
                  </a:ext>
                </a:extLst>
              </p:cNvPr>
              <p:cNvSpPr>
                <a:spLocks noChangeArrowheads="1"/>
              </p:cNvSpPr>
              <p:nvPr/>
            </p:nvSpPr>
            <p:spPr bwMode="auto">
              <a:xfrm>
                <a:off x="3740" y="3272"/>
                <a:ext cx="40" cy="32"/>
              </a:xfrm>
              <a:prstGeom prst="ellipse">
                <a:avLst/>
              </a:prstGeom>
              <a:grpFill/>
              <a:ln w="9525">
                <a:solidFill>
                  <a:schemeClr val="bg1">
                    <a:lumMod val="65000"/>
                  </a:schemeClr>
                </a:solidFill>
                <a:round/>
                <a:headEnd/>
                <a:tailEnd/>
              </a:ln>
            </p:spPr>
            <p:txBody>
              <a:bodyPr/>
              <a:lstStyle/>
              <a:p>
                <a:endParaRPr lang="en-US"/>
              </a:p>
            </p:txBody>
          </p:sp>
          <p:sp>
            <p:nvSpPr>
              <p:cNvPr id="104058" name="Oval 747">
                <a:extLst>
                  <a:ext uri="{FF2B5EF4-FFF2-40B4-BE49-F238E27FC236}">
                    <a16:creationId xmlns:a16="http://schemas.microsoft.com/office/drawing/2014/main" id="{92400C05-7174-2F4E-2D73-8F838765FEBE}"/>
                  </a:ext>
                </a:extLst>
              </p:cNvPr>
              <p:cNvSpPr>
                <a:spLocks noChangeArrowheads="1"/>
              </p:cNvSpPr>
              <p:nvPr/>
            </p:nvSpPr>
            <p:spPr bwMode="auto">
              <a:xfrm>
                <a:off x="3740" y="3272"/>
                <a:ext cx="40" cy="32"/>
              </a:xfrm>
              <a:prstGeom prst="ellipse">
                <a:avLst/>
              </a:prstGeom>
              <a:grpFill/>
              <a:ln w="25400">
                <a:solidFill>
                  <a:schemeClr val="bg1">
                    <a:lumMod val="65000"/>
                  </a:schemeClr>
                </a:solidFill>
                <a:round/>
                <a:headEnd/>
                <a:tailEnd/>
              </a:ln>
            </p:spPr>
            <p:txBody>
              <a:bodyPr/>
              <a:lstStyle/>
              <a:p>
                <a:endParaRPr lang="en-US"/>
              </a:p>
            </p:txBody>
          </p:sp>
          <p:sp>
            <p:nvSpPr>
              <p:cNvPr id="104059" name="Oval 748">
                <a:extLst>
                  <a:ext uri="{FF2B5EF4-FFF2-40B4-BE49-F238E27FC236}">
                    <a16:creationId xmlns:a16="http://schemas.microsoft.com/office/drawing/2014/main" id="{C59C1344-4D16-530B-237E-0DA70C1038F9}"/>
                  </a:ext>
                </a:extLst>
              </p:cNvPr>
              <p:cNvSpPr>
                <a:spLocks noChangeArrowheads="1"/>
              </p:cNvSpPr>
              <p:nvPr/>
            </p:nvSpPr>
            <p:spPr bwMode="auto">
              <a:xfrm>
                <a:off x="3740" y="3575"/>
                <a:ext cx="40" cy="40"/>
              </a:xfrm>
              <a:prstGeom prst="ellipse">
                <a:avLst/>
              </a:prstGeom>
              <a:grpFill/>
              <a:ln w="9525">
                <a:solidFill>
                  <a:schemeClr val="bg1">
                    <a:lumMod val="65000"/>
                  </a:schemeClr>
                </a:solidFill>
                <a:round/>
                <a:headEnd/>
                <a:tailEnd/>
              </a:ln>
            </p:spPr>
            <p:txBody>
              <a:bodyPr/>
              <a:lstStyle/>
              <a:p>
                <a:endParaRPr lang="en-US"/>
              </a:p>
            </p:txBody>
          </p:sp>
          <p:sp>
            <p:nvSpPr>
              <p:cNvPr id="104060" name="Oval 749">
                <a:extLst>
                  <a:ext uri="{FF2B5EF4-FFF2-40B4-BE49-F238E27FC236}">
                    <a16:creationId xmlns:a16="http://schemas.microsoft.com/office/drawing/2014/main" id="{4AB2F6E8-8B45-89D3-1EDE-2586BE9B5898}"/>
                  </a:ext>
                </a:extLst>
              </p:cNvPr>
              <p:cNvSpPr>
                <a:spLocks noChangeArrowheads="1"/>
              </p:cNvSpPr>
              <p:nvPr/>
            </p:nvSpPr>
            <p:spPr bwMode="auto">
              <a:xfrm>
                <a:off x="3740" y="3575"/>
                <a:ext cx="40" cy="40"/>
              </a:xfrm>
              <a:prstGeom prst="ellipse">
                <a:avLst/>
              </a:prstGeom>
              <a:grpFill/>
              <a:ln w="25400">
                <a:solidFill>
                  <a:schemeClr val="bg1">
                    <a:lumMod val="65000"/>
                  </a:schemeClr>
                </a:solidFill>
                <a:round/>
                <a:headEnd/>
                <a:tailEnd/>
              </a:ln>
            </p:spPr>
            <p:txBody>
              <a:bodyPr/>
              <a:lstStyle/>
              <a:p>
                <a:endParaRPr lang="en-US"/>
              </a:p>
            </p:txBody>
          </p:sp>
        </p:grpSp>
        <p:grpSp>
          <p:nvGrpSpPr>
            <p:cNvPr id="103582" name="Group 750">
              <a:extLst>
                <a:ext uri="{FF2B5EF4-FFF2-40B4-BE49-F238E27FC236}">
                  <a16:creationId xmlns:a16="http://schemas.microsoft.com/office/drawing/2014/main" id="{BC36177A-19B1-2CDC-027C-D909D05D51DB}"/>
                </a:ext>
              </a:extLst>
            </p:cNvPr>
            <p:cNvGrpSpPr>
              <a:grpSpLocks/>
            </p:cNvGrpSpPr>
            <p:nvPr/>
          </p:nvGrpSpPr>
          <p:grpSpPr bwMode="auto">
            <a:xfrm>
              <a:off x="3285" y="3272"/>
              <a:ext cx="32" cy="343"/>
              <a:chOff x="3285" y="3272"/>
              <a:chExt cx="32" cy="343"/>
            </a:xfrm>
            <a:grpFill/>
          </p:grpSpPr>
          <p:sp>
            <p:nvSpPr>
              <p:cNvPr id="104053" name="Oval 751">
                <a:extLst>
                  <a:ext uri="{FF2B5EF4-FFF2-40B4-BE49-F238E27FC236}">
                    <a16:creationId xmlns:a16="http://schemas.microsoft.com/office/drawing/2014/main" id="{C09FD16F-0CAA-0062-80A3-D082A86A04D9}"/>
                  </a:ext>
                </a:extLst>
              </p:cNvPr>
              <p:cNvSpPr>
                <a:spLocks noChangeArrowheads="1"/>
              </p:cNvSpPr>
              <p:nvPr/>
            </p:nvSpPr>
            <p:spPr bwMode="auto">
              <a:xfrm>
                <a:off x="3285" y="3272"/>
                <a:ext cx="32" cy="32"/>
              </a:xfrm>
              <a:prstGeom prst="ellipse">
                <a:avLst/>
              </a:prstGeom>
              <a:grpFill/>
              <a:ln w="9525">
                <a:solidFill>
                  <a:schemeClr val="bg1">
                    <a:lumMod val="65000"/>
                  </a:schemeClr>
                </a:solidFill>
                <a:round/>
                <a:headEnd/>
                <a:tailEnd/>
              </a:ln>
            </p:spPr>
            <p:txBody>
              <a:bodyPr/>
              <a:lstStyle/>
              <a:p>
                <a:endParaRPr lang="en-US"/>
              </a:p>
            </p:txBody>
          </p:sp>
          <p:sp>
            <p:nvSpPr>
              <p:cNvPr id="104054" name="Oval 752">
                <a:extLst>
                  <a:ext uri="{FF2B5EF4-FFF2-40B4-BE49-F238E27FC236}">
                    <a16:creationId xmlns:a16="http://schemas.microsoft.com/office/drawing/2014/main" id="{920080C9-23AA-14C6-6573-310E7D5B49C1}"/>
                  </a:ext>
                </a:extLst>
              </p:cNvPr>
              <p:cNvSpPr>
                <a:spLocks noChangeArrowheads="1"/>
              </p:cNvSpPr>
              <p:nvPr/>
            </p:nvSpPr>
            <p:spPr bwMode="auto">
              <a:xfrm>
                <a:off x="3285" y="3272"/>
                <a:ext cx="32" cy="32"/>
              </a:xfrm>
              <a:prstGeom prst="ellipse">
                <a:avLst/>
              </a:prstGeom>
              <a:grpFill/>
              <a:ln w="25400">
                <a:solidFill>
                  <a:schemeClr val="bg1">
                    <a:lumMod val="65000"/>
                  </a:schemeClr>
                </a:solidFill>
                <a:round/>
                <a:headEnd/>
                <a:tailEnd/>
              </a:ln>
            </p:spPr>
            <p:txBody>
              <a:bodyPr/>
              <a:lstStyle/>
              <a:p>
                <a:endParaRPr lang="en-US"/>
              </a:p>
            </p:txBody>
          </p:sp>
          <p:sp>
            <p:nvSpPr>
              <p:cNvPr id="104055" name="Oval 753">
                <a:extLst>
                  <a:ext uri="{FF2B5EF4-FFF2-40B4-BE49-F238E27FC236}">
                    <a16:creationId xmlns:a16="http://schemas.microsoft.com/office/drawing/2014/main" id="{46F1DDA6-DC64-279D-95AC-414A8AD25E5E}"/>
                  </a:ext>
                </a:extLst>
              </p:cNvPr>
              <p:cNvSpPr>
                <a:spLocks noChangeArrowheads="1"/>
              </p:cNvSpPr>
              <p:nvPr/>
            </p:nvSpPr>
            <p:spPr bwMode="auto">
              <a:xfrm>
                <a:off x="3285" y="3575"/>
                <a:ext cx="32" cy="40"/>
              </a:xfrm>
              <a:prstGeom prst="ellipse">
                <a:avLst/>
              </a:prstGeom>
              <a:grpFill/>
              <a:ln w="9525">
                <a:solidFill>
                  <a:schemeClr val="bg1">
                    <a:lumMod val="65000"/>
                  </a:schemeClr>
                </a:solidFill>
                <a:round/>
                <a:headEnd/>
                <a:tailEnd/>
              </a:ln>
            </p:spPr>
            <p:txBody>
              <a:bodyPr/>
              <a:lstStyle/>
              <a:p>
                <a:endParaRPr lang="en-US"/>
              </a:p>
            </p:txBody>
          </p:sp>
          <p:sp>
            <p:nvSpPr>
              <p:cNvPr id="104056" name="Oval 754">
                <a:extLst>
                  <a:ext uri="{FF2B5EF4-FFF2-40B4-BE49-F238E27FC236}">
                    <a16:creationId xmlns:a16="http://schemas.microsoft.com/office/drawing/2014/main" id="{81AA2715-846F-32D8-8DE8-835472F25C42}"/>
                  </a:ext>
                </a:extLst>
              </p:cNvPr>
              <p:cNvSpPr>
                <a:spLocks noChangeArrowheads="1"/>
              </p:cNvSpPr>
              <p:nvPr/>
            </p:nvSpPr>
            <p:spPr bwMode="auto">
              <a:xfrm>
                <a:off x="3285" y="3575"/>
                <a:ext cx="32" cy="40"/>
              </a:xfrm>
              <a:prstGeom prst="ellipse">
                <a:avLst/>
              </a:prstGeom>
              <a:grpFill/>
              <a:ln w="25400">
                <a:solidFill>
                  <a:schemeClr val="bg1">
                    <a:lumMod val="65000"/>
                  </a:schemeClr>
                </a:solidFill>
                <a:round/>
                <a:headEnd/>
                <a:tailEnd/>
              </a:ln>
            </p:spPr>
            <p:txBody>
              <a:bodyPr/>
              <a:lstStyle/>
              <a:p>
                <a:endParaRPr lang="en-US"/>
              </a:p>
            </p:txBody>
          </p:sp>
        </p:grpSp>
        <p:grpSp>
          <p:nvGrpSpPr>
            <p:cNvPr id="103583" name="Group 755">
              <a:extLst>
                <a:ext uri="{FF2B5EF4-FFF2-40B4-BE49-F238E27FC236}">
                  <a16:creationId xmlns:a16="http://schemas.microsoft.com/office/drawing/2014/main" id="{D814ED4B-C9CB-B13D-35E2-B334EEF881C7}"/>
                </a:ext>
              </a:extLst>
            </p:cNvPr>
            <p:cNvGrpSpPr>
              <a:grpSpLocks/>
            </p:cNvGrpSpPr>
            <p:nvPr/>
          </p:nvGrpSpPr>
          <p:grpSpPr bwMode="auto">
            <a:xfrm>
              <a:off x="4203" y="3272"/>
              <a:ext cx="32" cy="343"/>
              <a:chOff x="4203" y="3272"/>
              <a:chExt cx="32" cy="343"/>
            </a:xfrm>
            <a:grpFill/>
          </p:grpSpPr>
          <p:sp>
            <p:nvSpPr>
              <p:cNvPr id="104049" name="Oval 756">
                <a:extLst>
                  <a:ext uri="{FF2B5EF4-FFF2-40B4-BE49-F238E27FC236}">
                    <a16:creationId xmlns:a16="http://schemas.microsoft.com/office/drawing/2014/main" id="{7ACA92EB-452D-C512-CE55-C0F3AA240CAA}"/>
                  </a:ext>
                </a:extLst>
              </p:cNvPr>
              <p:cNvSpPr>
                <a:spLocks noChangeArrowheads="1"/>
              </p:cNvSpPr>
              <p:nvPr/>
            </p:nvSpPr>
            <p:spPr bwMode="auto">
              <a:xfrm>
                <a:off x="4203" y="3272"/>
                <a:ext cx="32" cy="32"/>
              </a:xfrm>
              <a:prstGeom prst="ellipse">
                <a:avLst/>
              </a:prstGeom>
              <a:grpFill/>
              <a:ln w="9525">
                <a:solidFill>
                  <a:schemeClr val="bg1">
                    <a:lumMod val="65000"/>
                  </a:schemeClr>
                </a:solidFill>
                <a:round/>
                <a:headEnd/>
                <a:tailEnd/>
              </a:ln>
            </p:spPr>
            <p:txBody>
              <a:bodyPr/>
              <a:lstStyle/>
              <a:p>
                <a:endParaRPr lang="en-US"/>
              </a:p>
            </p:txBody>
          </p:sp>
          <p:sp>
            <p:nvSpPr>
              <p:cNvPr id="104050" name="Oval 757">
                <a:extLst>
                  <a:ext uri="{FF2B5EF4-FFF2-40B4-BE49-F238E27FC236}">
                    <a16:creationId xmlns:a16="http://schemas.microsoft.com/office/drawing/2014/main" id="{663CB2CD-6CBC-9838-DC14-900C44EFAE23}"/>
                  </a:ext>
                </a:extLst>
              </p:cNvPr>
              <p:cNvSpPr>
                <a:spLocks noChangeArrowheads="1"/>
              </p:cNvSpPr>
              <p:nvPr/>
            </p:nvSpPr>
            <p:spPr bwMode="auto">
              <a:xfrm>
                <a:off x="4203" y="3272"/>
                <a:ext cx="32" cy="32"/>
              </a:xfrm>
              <a:prstGeom prst="ellipse">
                <a:avLst/>
              </a:prstGeom>
              <a:grpFill/>
              <a:ln w="25400">
                <a:solidFill>
                  <a:schemeClr val="bg1">
                    <a:lumMod val="65000"/>
                  </a:schemeClr>
                </a:solidFill>
                <a:round/>
                <a:headEnd/>
                <a:tailEnd/>
              </a:ln>
            </p:spPr>
            <p:txBody>
              <a:bodyPr/>
              <a:lstStyle/>
              <a:p>
                <a:endParaRPr lang="en-US"/>
              </a:p>
            </p:txBody>
          </p:sp>
          <p:sp>
            <p:nvSpPr>
              <p:cNvPr id="104051" name="Oval 758">
                <a:extLst>
                  <a:ext uri="{FF2B5EF4-FFF2-40B4-BE49-F238E27FC236}">
                    <a16:creationId xmlns:a16="http://schemas.microsoft.com/office/drawing/2014/main" id="{82E55B10-0BAC-E250-B0B2-9093E33A9934}"/>
                  </a:ext>
                </a:extLst>
              </p:cNvPr>
              <p:cNvSpPr>
                <a:spLocks noChangeArrowheads="1"/>
              </p:cNvSpPr>
              <p:nvPr/>
            </p:nvSpPr>
            <p:spPr bwMode="auto">
              <a:xfrm>
                <a:off x="4203" y="3575"/>
                <a:ext cx="32" cy="40"/>
              </a:xfrm>
              <a:prstGeom prst="ellipse">
                <a:avLst/>
              </a:prstGeom>
              <a:grpFill/>
              <a:ln w="9525">
                <a:solidFill>
                  <a:schemeClr val="bg1">
                    <a:lumMod val="65000"/>
                  </a:schemeClr>
                </a:solidFill>
                <a:round/>
                <a:headEnd/>
                <a:tailEnd/>
              </a:ln>
            </p:spPr>
            <p:txBody>
              <a:bodyPr/>
              <a:lstStyle/>
              <a:p>
                <a:endParaRPr lang="en-US"/>
              </a:p>
            </p:txBody>
          </p:sp>
          <p:sp>
            <p:nvSpPr>
              <p:cNvPr id="104052" name="Oval 759">
                <a:extLst>
                  <a:ext uri="{FF2B5EF4-FFF2-40B4-BE49-F238E27FC236}">
                    <a16:creationId xmlns:a16="http://schemas.microsoft.com/office/drawing/2014/main" id="{7848A6F7-88AC-6D52-3E95-8076B87AD9F5}"/>
                  </a:ext>
                </a:extLst>
              </p:cNvPr>
              <p:cNvSpPr>
                <a:spLocks noChangeArrowheads="1"/>
              </p:cNvSpPr>
              <p:nvPr/>
            </p:nvSpPr>
            <p:spPr bwMode="auto">
              <a:xfrm>
                <a:off x="4203" y="3575"/>
                <a:ext cx="32" cy="40"/>
              </a:xfrm>
              <a:prstGeom prst="ellipse">
                <a:avLst/>
              </a:prstGeom>
              <a:grpFill/>
              <a:ln w="25400">
                <a:solidFill>
                  <a:schemeClr val="bg1">
                    <a:lumMod val="65000"/>
                  </a:schemeClr>
                </a:solidFill>
                <a:round/>
                <a:headEnd/>
                <a:tailEnd/>
              </a:ln>
            </p:spPr>
            <p:txBody>
              <a:bodyPr/>
              <a:lstStyle/>
              <a:p>
                <a:endParaRPr lang="en-US"/>
              </a:p>
            </p:txBody>
          </p:sp>
        </p:grpSp>
        <p:grpSp>
          <p:nvGrpSpPr>
            <p:cNvPr id="103584" name="Group 760">
              <a:extLst>
                <a:ext uri="{FF2B5EF4-FFF2-40B4-BE49-F238E27FC236}">
                  <a16:creationId xmlns:a16="http://schemas.microsoft.com/office/drawing/2014/main" id="{6978C623-7558-BBDC-C2B6-6DBFBD96CD7E}"/>
                </a:ext>
              </a:extLst>
            </p:cNvPr>
            <p:cNvGrpSpPr>
              <a:grpSpLocks/>
            </p:cNvGrpSpPr>
            <p:nvPr/>
          </p:nvGrpSpPr>
          <p:grpSpPr bwMode="auto">
            <a:xfrm>
              <a:off x="4658" y="3272"/>
              <a:ext cx="32" cy="343"/>
              <a:chOff x="4658" y="3272"/>
              <a:chExt cx="32" cy="343"/>
            </a:xfrm>
            <a:grpFill/>
          </p:grpSpPr>
          <p:sp>
            <p:nvSpPr>
              <p:cNvPr id="104045" name="Oval 761">
                <a:extLst>
                  <a:ext uri="{FF2B5EF4-FFF2-40B4-BE49-F238E27FC236}">
                    <a16:creationId xmlns:a16="http://schemas.microsoft.com/office/drawing/2014/main" id="{43B8B19F-2FEF-DCA8-69A0-771A686C7DCF}"/>
                  </a:ext>
                </a:extLst>
              </p:cNvPr>
              <p:cNvSpPr>
                <a:spLocks noChangeArrowheads="1"/>
              </p:cNvSpPr>
              <p:nvPr/>
            </p:nvSpPr>
            <p:spPr bwMode="auto">
              <a:xfrm>
                <a:off x="4658" y="3272"/>
                <a:ext cx="32" cy="32"/>
              </a:xfrm>
              <a:prstGeom prst="ellipse">
                <a:avLst/>
              </a:prstGeom>
              <a:grpFill/>
              <a:ln w="9525">
                <a:solidFill>
                  <a:schemeClr val="bg1">
                    <a:lumMod val="65000"/>
                  </a:schemeClr>
                </a:solidFill>
                <a:round/>
                <a:headEnd/>
                <a:tailEnd/>
              </a:ln>
            </p:spPr>
            <p:txBody>
              <a:bodyPr/>
              <a:lstStyle/>
              <a:p>
                <a:endParaRPr lang="en-US"/>
              </a:p>
            </p:txBody>
          </p:sp>
          <p:sp>
            <p:nvSpPr>
              <p:cNvPr id="104046" name="Oval 762">
                <a:extLst>
                  <a:ext uri="{FF2B5EF4-FFF2-40B4-BE49-F238E27FC236}">
                    <a16:creationId xmlns:a16="http://schemas.microsoft.com/office/drawing/2014/main" id="{358C5B86-F5D0-E9A7-1CFD-839E63606BE7}"/>
                  </a:ext>
                </a:extLst>
              </p:cNvPr>
              <p:cNvSpPr>
                <a:spLocks noChangeArrowheads="1"/>
              </p:cNvSpPr>
              <p:nvPr/>
            </p:nvSpPr>
            <p:spPr bwMode="auto">
              <a:xfrm>
                <a:off x="4658" y="3272"/>
                <a:ext cx="32" cy="32"/>
              </a:xfrm>
              <a:prstGeom prst="ellipse">
                <a:avLst/>
              </a:prstGeom>
              <a:grpFill/>
              <a:ln w="25400">
                <a:solidFill>
                  <a:schemeClr val="bg1">
                    <a:lumMod val="65000"/>
                  </a:schemeClr>
                </a:solidFill>
                <a:round/>
                <a:headEnd/>
                <a:tailEnd/>
              </a:ln>
            </p:spPr>
            <p:txBody>
              <a:bodyPr/>
              <a:lstStyle/>
              <a:p>
                <a:endParaRPr lang="en-US"/>
              </a:p>
            </p:txBody>
          </p:sp>
          <p:sp>
            <p:nvSpPr>
              <p:cNvPr id="104047" name="Oval 763">
                <a:extLst>
                  <a:ext uri="{FF2B5EF4-FFF2-40B4-BE49-F238E27FC236}">
                    <a16:creationId xmlns:a16="http://schemas.microsoft.com/office/drawing/2014/main" id="{31806091-4BCF-7ADB-5FC2-D51D3ADA2A78}"/>
                  </a:ext>
                </a:extLst>
              </p:cNvPr>
              <p:cNvSpPr>
                <a:spLocks noChangeArrowheads="1"/>
              </p:cNvSpPr>
              <p:nvPr/>
            </p:nvSpPr>
            <p:spPr bwMode="auto">
              <a:xfrm>
                <a:off x="4658" y="3575"/>
                <a:ext cx="32" cy="40"/>
              </a:xfrm>
              <a:prstGeom prst="ellipse">
                <a:avLst/>
              </a:prstGeom>
              <a:grpFill/>
              <a:ln w="9525">
                <a:solidFill>
                  <a:schemeClr val="bg1">
                    <a:lumMod val="65000"/>
                  </a:schemeClr>
                </a:solidFill>
                <a:round/>
                <a:headEnd/>
                <a:tailEnd/>
              </a:ln>
            </p:spPr>
            <p:txBody>
              <a:bodyPr/>
              <a:lstStyle/>
              <a:p>
                <a:endParaRPr lang="en-US"/>
              </a:p>
            </p:txBody>
          </p:sp>
          <p:sp>
            <p:nvSpPr>
              <p:cNvPr id="104048" name="Oval 764">
                <a:extLst>
                  <a:ext uri="{FF2B5EF4-FFF2-40B4-BE49-F238E27FC236}">
                    <a16:creationId xmlns:a16="http://schemas.microsoft.com/office/drawing/2014/main" id="{F750B49B-B51D-FA07-1F70-D9B30B411136}"/>
                  </a:ext>
                </a:extLst>
              </p:cNvPr>
              <p:cNvSpPr>
                <a:spLocks noChangeArrowheads="1"/>
              </p:cNvSpPr>
              <p:nvPr/>
            </p:nvSpPr>
            <p:spPr bwMode="auto">
              <a:xfrm>
                <a:off x="4658" y="3575"/>
                <a:ext cx="32" cy="40"/>
              </a:xfrm>
              <a:prstGeom prst="ellipse">
                <a:avLst/>
              </a:prstGeom>
              <a:grpFill/>
              <a:ln w="25400">
                <a:solidFill>
                  <a:schemeClr val="bg1">
                    <a:lumMod val="65000"/>
                  </a:schemeClr>
                </a:solidFill>
                <a:round/>
                <a:headEnd/>
                <a:tailEnd/>
              </a:ln>
            </p:spPr>
            <p:txBody>
              <a:bodyPr/>
              <a:lstStyle/>
              <a:p>
                <a:endParaRPr lang="en-US"/>
              </a:p>
            </p:txBody>
          </p:sp>
        </p:grpSp>
        <p:grpSp>
          <p:nvGrpSpPr>
            <p:cNvPr id="103585" name="Group 765">
              <a:extLst>
                <a:ext uri="{FF2B5EF4-FFF2-40B4-BE49-F238E27FC236}">
                  <a16:creationId xmlns:a16="http://schemas.microsoft.com/office/drawing/2014/main" id="{583D8A7B-4DF0-0BEC-5A9B-0857A45F12DE}"/>
                </a:ext>
              </a:extLst>
            </p:cNvPr>
            <p:cNvGrpSpPr>
              <a:grpSpLocks/>
            </p:cNvGrpSpPr>
            <p:nvPr/>
          </p:nvGrpSpPr>
          <p:grpSpPr bwMode="auto">
            <a:xfrm>
              <a:off x="4251" y="2650"/>
              <a:ext cx="415" cy="56"/>
              <a:chOff x="4251" y="2650"/>
              <a:chExt cx="415" cy="56"/>
            </a:xfrm>
            <a:grpFill/>
          </p:grpSpPr>
          <p:sp>
            <p:nvSpPr>
              <p:cNvPr id="104037" name="Freeform 766">
                <a:extLst>
                  <a:ext uri="{FF2B5EF4-FFF2-40B4-BE49-F238E27FC236}">
                    <a16:creationId xmlns:a16="http://schemas.microsoft.com/office/drawing/2014/main" id="{9DE5B4D2-F1B1-4238-23ED-6619433FDF95}"/>
                  </a:ext>
                </a:extLst>
              </p:cNvPr>
              <p:cNvSpPr>
                <a:spLocks/>
              </p:cNvSpPr>
              <p:nvPr/>
            </p:nvSpPr>
            <p:spPr bwMode="auto">
              <a:xfrm>
                <a:off x="4554" y="2650"/>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lumMod val="65000"/>
                  </a:schemeClr>
                </a:solidFill>
                <a:round/>
                <a:headEnd/>
                <a:tailEnd/>
              </a:ln>
            </p:spPr>
            <p:txBody>
              <a:bodyPr/>
              <a:lstStyle/>
              <a:p>
                <a:endParaRPr lang="en-US"/>
              </a:p>
            </p:txBody>
          </p:sp>
          <p:grpSp>
            <p:nvGrpSpPr>
              <p:cNvPr id="104038" name="Group 767">
                <a:extLst>
                  <a:ext uri="{FF2B5EF4-FFF2-40B4-BE49-F238E27FC236}">
                    <a16:creationId xmlns:a16="http://schemas.microsoft.com/office/drawing/2014/main" id="{5029D608-28AC-4DA1-D132-8C209514155F}"/>
                  </a:ext>
                </a:extLst>
              </p:cNvPr>
              <p:cNvGrpSpPr>
                <a:grpSpLocks/>
              </p:cNvGrpSpPr>
              <p:nvPr/>
            </p:nvGrpSpPr>
            <p:grpSpPr bwMode="auto">
              <a:xfrm>
                <a:off x="4251" y="2674"/>
                <a:ext cx="295" cy="1"/>
                <a:chOff x="4251" y="2674"/>
                <a:chExt cx="295" cy="1"/>
              </a:xfrm>
              <a:grpFill/>
            </p:grpSpPr>
            <p:sp>
              <p:nvSpPr>
                <p:cNvPr id="104039" name="Line 768">
                  <a:extLst>
                    <a:ext uri="{FF2B5EF4-FFF2-40B4-BE49-F238E27FC236}">
                      <a16:creationId xmlns:a16="http://schemas.microsoft.com/office/drawing/2014/main" id="{290991A7-21C9-802C-AFE9-E9122B455163}"/>
                    </a:ext>
                  </a:extLst>
                </p:cNvPr>
                <p:cNvSpPr>
                  <a:spLocks noChangeShapeType="1"/>
                </p:cNvSpPr>
                <p:nvPr/>
              </p:nvSpPr>
              <p:spPr bwMode="auto">
                <a:xfrm>
                  <a:off x="4251" y="2674"/>
                  <a:ext cx="24" cy="1"/>
                </a:xfrm>
                <a:prstGeom prst="line">
                  <a:avLst/>
                </a:prstGeom>
                <a:grpFill/>
                <a:ln w="12700">
                  <a:solidFill>
                    <a:schemeClr val="bg1">
                      <a:lumMod val="65000"/>
                    </a:schemeClr>
                  </a:solidFill>
                  <a:round/>
                  <a:headEnd/>
                  <a:tailEnd/>
                </a:ln>
              </p:spPr>
              <p:txBody>
                <a:bodyPr/>
                <a:lstStyle/>
                <a:p>
                  <a:endParaRPr lang="en-US"/>
                </a:p>
              </p:txBody>
            </p:sp>
            <p:sp>
              <p:nvSpPr>
                <p:cNvPr id="104040" name="Line 769">
                  <a:extLst>
                    <a:ext uri="{FF2B5EF4-FFF2-40B4-BE49-F238E27FC236}">
                      <a16:creationId xmlns:a16="http://schemas.microsoft.com/office/drawing/2014/main" id="{138DE342-9A0F-259A-884E-CA4E5AF41673}"/>
                    </a:ext>
                  </a:extLst>
                </p:cNvPr>
                <p:cNvSpPr>
                  <a:spLocks noChangeShapeType="1"/>
                </p:cNvSpPr>
                <p:nvPr/>
              </p:nvSpPr>
              <p:spPr bwMode="auto">
                <a:xfrm>
                  <a:off x="4307" y="2674"/>
                  <a:ext cx="24" cy="1"/>
                </a:xfrm>
                <a:prstGeom prst="line">
                  <a:avLst/>
                </a:prstGeom>
                <a:grpFill/>
                <a:ln w="12700">
                  <a:solidFill>
                    <a:schemeClr val="bg1">
                      <a:lumMod val="65000"/>
                    </a:schemeClr>
                  </a:solidFill>
                  <a:round/>
                  <a:headEnd/>
                  <a:tailEnd/>
                </a:ln>
              </p:spPr>
              <p:txBody>
                <a:bodyPr/>
                <a:lstStyle/>
                <a:p>
                  <a:endParaRPr lang="en-US"/>
                </a:p>
              </p:txBody>
            </p:sp>
            <p:sp>
              <p:nvSpPr>
                <p:cNvPr id="104041" name="Line 770">
                  <a:extLst>
                    <a:ext uri="{FF2B5EF4-FFF2-40B4-BE49-F238E27FC236}">
                      <a16:creationId xmlns:a16="http://schemas.microsoft.com/office/drawing/2014/main" id="{5A066D8E-7D6C-DE3A-9A0F-CE8E0C2815B8}"/>
                    </a:ext>
                  </a:extLst>
                </p:cNvPr>
                <p:cNvSpPr>
                  <a:spLocks noChangeShapeType="1"/>
                </p:cNvSpPr>
                <p:nvPr/>
              </p:nvSpPr>
              <p:spPr bwMode="auto">
                <a:xfrm>
                  <a:off x="4363" y="2674"/>
                  <a:ext cx="24" cy="1"/>
                </a:xfrm>
                <a:prstGeom prst="line">
                  <a:avLst/>
                </a:prstGeom>
                <a:grpFill/>
                <a:ln w="12700">
                  <a:solidFill>
                    <a:schemeClr val="bg1">
                      <a:lumMod val="65000"/>
                    </a:schemeClr>
                  </a:solidFill>
                  <a:round/>
                  <a:headEnd/>
                  <a:tailEnd/>
                </a:ln>
              </p:spPr>
              <p:txBody>
                <a:bodyPr/>
                <a:lstStyle/>
                <a:p>
                  <a:endParaRPr lang="en-US"/>
                </a:p>
              </p:txBody>
            </p:sp>
            <p:sp>
              <p:nvSpPr>
                <p:cNvPr id="104042" name="Line 771">
                  <a:extLst>
                    <a:ext uri="{FF2B5EF4-FFF2-40B4-BE49-F238E27FC236}">
                      <a16:creationId xmlns:a16="http://schemas.microsoft.com/office/drawing/2014/main" id="{ECC6127E-2250-FE8D-FCB0-695091D7F1E9}"/>
                    </a:ext>
                  </a:extLst>
                </p:cNvPr>
                <p:cNvSpPr>
                  <a:spLocks noChangeShapeType="1"/>
                </p:cNvSpPr>
                <p:nvPr/>
              </p:nvSpPr>
              <p:spPr bwMode="auto">
                <a:xfrm>
                  <a:off x="4419" y="2674"/>
                  <a:ext cx="24" cy="1"/>
                </a:xfrm>
                <a:prstGeom prst="line">
                  <a:avLst/>
                </a:prstGeom>
                <a:grpFill/>
                <a:ln w="12700">
                  <a:solidFill>
                    <a:schemeClr val="bg1">
                      <a:lumMod val="65000"/>
                    </a:schemeClr>
                  </a:solidFill>
                  <a:round/>
                  <a:headEnd/>
                  <a:tailEnd/>
                </a:ln>
              </p:spPr>
              <p:txBody>
                <a:bodyPr/>
                <a:lstStyle/>
                <a:p>
                  <a:endParaRPr lang="en-US"/>
                </a:p>
              </p:txBody>
            </p:sp>
            <p:sp>
              <p:nvSpPr>
                <p:cNvPr id="104043" name="Line 772">
                  <a:extLst>
                    <a:ext uri="{FF2B5EF4-FFF2-40B4-BE49-F238E27FC236}">
                      <a16:creationId xmlns:a16="http://schemas.microsoft.com/office/drawing/2014/main" id="{60B86CFD-947E-6AAC-CE44-EFB07793A59C}"/>
                    </a:ext>
                  </a:extLst>
                </p:cNvPr>
                <p:cNvSpPr>
                  <a:spLocks noChangeShapeType="1"/>
                </p:cNvSpPr>
                <p:nvPr/>
              </p:nvSpPr>
              <p:spPr bwMode="auto">
                <a:xfrm>
                  <a:off x="4475" y="2674"/>
                  <a:ext cx="24" cy="1"/>
                </a:xfrm>
                <a:prstGeom prst="line">
                  <a:avLst/>
                </a:prstGeom>
                <a:grpFill/>
                <a:ln w="12700">
                  <a:solidFill>
                    <a:schemeClr val="bg1">
                      <a:lumMod val="65000"/>
                    </a:schemeClr>
                  </a:solidFill>
                  <a:round/>
                  <a:headEnd/>
                  <a:tailEnd/>
                </a:ln>
              </p:spPr>
              <p:txBody>
                <a:bodyPr/>
                <a:lstStyle/>
                <a:p>
                  <a:endParaRPr lang="en-US"/>
                </a:p>
              </p:txBody>
            </p:sp>
            <p:sp>
              <p:nvSpPr>
                <p:cNvPr id="104044" name="Line 773">
                  <a:extLst>
                    <a:ext uri="{FF2B5EF4-FFF2-40B4-BE49-F238E27FC236}">
                      <a16:creationId xmlns:a16="http://schemas.microsoft.com/office/drawing/2014/main" id="{CD1613EA-4A67-614A-F093-8F87AABEF0DF}"/>
                    </a:ext>
                  </a:extLst>
                </p:cNvPr>
                <p:cNvSpPr>
                  <a:spLocks noChangeShapeType="1"/>
                </p:cNvSpPr>
                <p:nvPr/>
              </p:nvSpPr>
              <p:spPr bwMode="auto">
                <a:xfrm>
                  <a:off x="4530" y="2674"/>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86" name="Group 774">
              <a:extLst>
                <a:ext uri="{FF2B5EF4-FFF2-40B4-BE49-F238E27FC236}">
                  <a16:creationId xmlns:a16="http://schemas.microsoft.com/office/drawing/2014/main" id="{81922803-468C-ED80-155D-8C08873A9638}"/>
                </a:ext>
              </a:extLst>
            </p:cNvPr>
            <p:cNvGrpSpPr>
              <a:grpSpLocks/>
            </p:cNvGrpSpPr>
            <p:nvPr/>
          </p:nvGrpSpPr>
          <p:grpSpPr bwMode="auto">
            <a:xfrm>
              <a:off x="4251" y="1733"/>
              <a:ext cx="415" cy="56"/>
              <a:chOff x="4251" y="1733"/>
              <a:chExt cx="415" cy="56"/>
            </a:xfrm>
            <a:grpFill/>
          </p:grpSpPr>
          <p:sp>
            <p:nvSpPr>
              <p:cNvPr id="104029" name="Freeform 775">
                <a:extLst>
                  <a:ext uri="{FF2B5EF4-FFF2-40B4-BE49-F238E27FC236}">
                    <a16:creationId xmlns:a16="http://schemas.microsoft.com/office/drawing/2014/main" id="{75EB9D81-E5A2-AB30-8D53-FF8FE1B86BC3}"/>
                  </a:ext>
                </a:extLst>
              </p:cNvPr>
              <p:cNvSpPr>
                <a:spLocks/>
              </p:cNvSpPr>
              <p:nvPr/>
            </p:nvSpPr>
            <p:spPr bwMode="auto">
              <a:xfrm>
                <a:off x="4554" y="1733"/>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lumMod val="65000"/>
                  </a:schemeClr>
                </a:solidFill>
                <a:round/>
                <a:headEnd/>
                <a:tailEnd/>
              </a:ln>
            </p:spPr>
            <p:txBody>
              <a:bodyPr/>
              <a:lstStyle/>
              <a:p>
                <a:endParaRPr lang="en-US"/>
              </a:p>
            </p:txBody>
          </p:sp>
          <p:grpSp>
            <p:nvGrpSpPr>
              <p:cNvPr id="104030" name="Group 776">
                <a:extLst>
                  <a:ext uri="{FF2B5EF4-FFF2-40B4-BE49-F238E27FC236}">
                    <a16:creationId xmlns:a16="http://schemas.microsoft.com/office/drawing/2014/main" id="{A9AB6E7C-FCC4-6F43-B78A-6F97C9A90713}"/>
                  </a:ext>
                </a:extLst>
              </p:cNvPr>
              <p:cNvGrpSpPr>
                <a:grpSpLocks/>
              </p:cNvGrpSpPr>
              <p:nvPr/>
            </p:nvGrpSpPr>
            <p:grpSpPr bwMode="auto">
              <a:xfrm>
                <a:off x="4251" y="1757"/>
                <a:ext cx="295" cy="1"/>
                <a:chOff x="4251" y="1757"/>
                <a:chExt cx="295" cy="1"/>
              </a:xfrm>
              <a:grpFill/>
            </p:grpSpPr>
            <p:sp>
              <p:nvSpPr>
                <p:cNvPr id="104031" name="Line 777">
                  <a:extLst>
                    <a:ext uri="{FF2B5EF4-FFF2-40B4-BE49-F238E27FC236}">
                      <a16:creationId xmlns:a16="http://schemas.microsoft.com/office/drawing/2014/main" id="{FB98B580-D4BF-ADD5-2E68-CEA02D2D7736}"/>
                    </a:ext>
                  </a:extLst>
                </p:cNvPr>
                <p:cNvSpPr>
                  <a:spLocks noChangeShapeType="1"/>
                </p:cNvSpPr>
                <p:nvPr/>
              </p:nvSpPr>
              <p:spPr bwMode="auto">
                <a:xfrm>
                  <a:off x="4251" y="1757"/>
                  <a:ext cx="24" cy="1"/>
                </a:xfrm>
                <a:prstGeom prst="line">
                  <a:avLst/>
                </a:prstGeom>
                <a:grpFill/>
                <a:ln w="12700">
                  <a:solidFill>
                    <a:schemeClr val="bg1">
                      <a:lumMod val="65000"/>
                    </a:schemeClr>
                  </a:solidFill>
                  <a:round/>
                  <a:headEnd/>
                  <a:tailEnd/>
                </a:ln>
              </p:spPr>
              <p:txBody>
                <a:bodyPr/>
                <a:lstStyle/>
                <a:p>
                  <a:endParaRPr lang="en-US"/>
                </a:p>
              </p:txBody>
            </p:sp>
            <p:sp>
              <p:nvSpPr>
                <p:cNvPr id="104032" name="Line 778">
                  <a:extLst>
                    <a:ext uri="{FF2B5EF4-FFF2-40B4-BE49-F238E27FC236}">
                      <a16:creationId xmlns:a16="http://schemas.microsoft.com/office/drawing/2014/main" id="{862649C3-85DF-8EE1-8F9D-45DB9E73F868}"/>
                    </a:ext>
                  </a:extLst>
                </p:cNvPr>
                <p:cNvSpPr>
                  <a:spLocks noChangeShapeType="1"/>
                </p:cNvSpPr>
                <p:nvPr/>
              </p:nvSpPr>
              <p:spPr bwMode="auto">
                <a:xfrm>
                  <a:off x="4307" y="1757"/>
                  <a:ext cx="24" cy="1"/>
                </a:xfrm>
                <a:prstGeom prst="line">
                  <a:avLst/>
                </a:prstGeom>
                <a:grpFill/>
                <a:ln w="12700">
                  <a:solidFill>
                    <a:schemeClr val="bg1">
                      <a:lumMod val="65000"/>
                    </a:schemeClr>
                  </a:solidFill>
                  <a:round/>
                  <a:headEnd/>
                  <a:tailEnd/>
                </a:ln>
              </p:spPr>
              <p:txBody>
                <a:bodyPr/>
                <a:lstStyle/>
                <a:p>
                  <a:endParaRPr lang="en-US"/>
                </a:p>
              </p:txBody>
            </p:sp>
            <p:sp>
              <p:nvSpPr>
                <p:cNvPr id="104033" name="Line 779">
                  <a:extLst>
                    <a:ext uri="{FF2B5EF4-FFF2-40B4-BE49-F238E27FC236}">
                      <a16:creationId xmlns:a16="http://schemas.microsoft.com/office/drawing/2014/main" id="{00D788D0-AAF5-06A3-14E1-903FEFF72A48}"/>
                    </a:ext>
                  </a:extLst>
                </p:cNvPr>
                <p:cNvSpPr>
                  <a:spLocks noChangeShapeType="1"/>
                </p:cNvSpPr>
                <p:nvPr/>
              </p:nvSpPr>
              <p:spPr bwMode="auto">
                <a:xfrm>
                  <a:off x="4363" y="1757"/>
                  <a:ext cx="24" cy="1"/>
                </a:xfrm>
                <a:prstGeom prst="line">
                  <a:avLst/>
                </a:prstGeom>
                <a:grpFill/>
                <a:ln w="12700">
                  <a:solidFill>
                    <a:schemeClr val="bg1">
                      <a:lumMod val="65000"/>
                    </a:schemeClr>
                  </a:solidFill>
                  <a:round/>
                  <a:headEnd/>
                  <a:tailEnd/>
                </a:ln>
              </p:spPr>
              <p:txBody>
                <a:bodyPr/>
                <a:lstStyle/>
                <a:p>
                  <a:endParaRPr lang="en-US"/>
                </a:p>
              </p:txBody>
            </p:sp>
            <p:sp>
              <p:nvSpPr>
                <p:cNvPr id="104034" name="Line 780">
                  <a:extLst>
                    <a:ext uri="{FF2B5EF4-FFF2-40B4-BE49-F238E27FC236}">
                      <a16:creationId xmlns:a16="http://schemas.microsoft.com/office/drawing/2014/main" id="{EB082531-745E-C237-7CA8-8E941E0CCB72}"/>
                    </a:ext>
                  </a:extLst>
                </p:cNvPr>
                <p:cNvSpPr>
                  <a:spLocks noChangeShapeType="1"/>
                </p:cNvSpPr>
                <p:nvPr/>
              </p:nvSpPr>
              <p:spPr bwMode="auto">
                <a:xfrm>
                  <a:off x="4419" y="1757"/>
                  <a:ext cx="24" cy="1"/>
                </a:xfrm>
                <a:prstGeom prst="line">
                  <a:avLst/>
                </a:prstGeom>
                <a:grpFill/>
                <a:ln w="12700">
                  <a:solidFill>
                    <a:schemeClr val="bg1">
                      <a:lumMod val="65000"/>
                    </a:schemeClr>
                  </a:solidFill>
                  <a:round/>
                  <a:headEnd/>
                  <a:tailEnd/>
                </a:ln>
              </p:spPr>
              <p:txBody>
                <a:bodyPr/>
                <a:lstStyle/>
                <a:p>
                  <a:endParaRPr lang="en-US"/>
                </a:p>
              </p:txBody>
            </p:sp>
            <p:sp>
              <p:nvSpPr>
                <p:cNvPr id="104035" name="Line 781">
                  <a:extLst>
                    <a:ext uri="{FF2B5EF4-FFF2-40B4-BE49-F238E27FC236}">
                      <a16:creationId xmlns:a16="http://schemas.microsoft.com/office/drawing/2014/main" id="{D49CEB74-265D-37DE-AF5F-B21151720D18}"/>
                    </a:ext>
                  </a:extLst>
                </p:cNvPr>
                <p:cNvSpPr>
                  <a:spLocks noChangeShapeType="1"/>
                </p:cNvSpPr>
                <p:nvPr/>
              </p:nvSpPr>
              <p:spPr bwMode="auto">
                <a:xfrm>
                  <a:off x="4475" y="1757"/>
                  <a:ext cx="24" cy="1"/>
                </a:xfrm>
                <a:prstGeom prst="line">
                  <a:avLst/>
                </a:prstGeom>
                <a:grpFill/>
                <a:ln w="12700">
                  <a:solidFill>
                    <a:schemeClr val="bg1">
                      <a:lumMod val="65000"/>
                    </a:schemeClr>
                  </a:solidFill>
                  <a:round/>
                  <a:headEnd/>
                  <a:tailEnd/>
                </a:ln>
              </p:spPr>
              <p:txBody>
                <a:bodyPr/>
                <a:lstStyle/>
                <a:p>
                  <a:endParaRPr lang="en-US"/>
                </a:p>
              </p:txBody>
            </p:sp>
            <p:sp>
              <p:nvSpPr>
                <p:cNvPr id="104036" name="Line 782">
                  <a:extLst>
                    <a:ext uri="{FF2B5EF4-FFF2-40B4-BE49-F238E27FC236}">
                      <a16:creationId xmlns:a16="http://schemas.microsoft.com/office/drawing/2014/main" id="{2226720B-213E-7D4B-AFBC-8545B8CDA219}"/>
                    </a:ext>
                  </a:extLst>
                </p:cNvPr>
                <p:cNvSpPr>
                  <a:spLocks noChangeShapeType="1"/>
                </p:cNvSpPr>
                <p:nvPr/>
              </p:nvSpPr>
              <p:spPr bwMode="auto">
                <a:xfrm>
                  <a:off x="4530" y="1757"/>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87" name="Group 783">
              <a:extLst>
                <a:ext uri="{FF2B5EF4-FFF2-40B4-BE49-F238E27FC236}">
                  <a16:creationId xmlns:a16="http://schemas.microsoft.com/office/drawing/2014/main" id="{7BCE62F6-70A6-1B0C-81BC-DBAF60B8B66F}"/>
                </a:ext>
              </a:extLst>
            </p:cNvPr>
            <p:cNvGrpSpPr>
              <a:grpSpLocks/>
            </p:cNvGrpSpPr>
            <p:nvPr/>
          </p:nvGrpSpPr>
          <p:grpSpPr bwMode="auto">
            <a:xfrm>
              <a:off x="3325" y="3264"/>
              <a:ext cx="415" cy="56"/>
              <a:chOff x="3325" y="3264"/>
              <a:chExt cx="415" cy="56"/>
            </a:xfrm>
            <a:grpFill/>
          </p:grpSpPr>
          <p:sp>
            <p:nvSpPr>
              <p:cNvPr id="104021" name="Freeform 784">
                <a:extLst>
                  <a:ext uri="{FF2B5EF4-FFF2-40B4-BE49-F238E27FC236}">
                    <a16:creationId xmlns:a16="http://schemas.microsoft.com/office/drawing/2014/main" id="{9DE80D0F-26C4-C022-7203-892EEA8F4312}"/>
                  </a:ext>
                </a:extLst>
              </p:cNvPr>
              <p:cNvSpPr>
                <a:spLocks/>
              </p:cNvSpPr>
              <p:nvPr/>
            </p:nvSpPr>
            <p:spPr bwMode="auto">
              <a:xfrm>
                <a:off x="3628" y="3264"/>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lumMod val="65000"/>
                  </a:schemeClr>
                </a:solidFill>
                <a:round/>
                <a:headEnd/>
                <a:tailEnd/>
              </a:ln>
            </p:spPr>
            <p:txBody>
              <a:bodyPr/>
              <a:lstStyle/>
              <a:p>
                <a:endParaRPr lang="en-US"/>
              </a:p>
            </p:txBody>
          </p:sp>
          <p:grpSp>
            <p:nvGrpSpPr>
              <p:cNvPr id="104022" name="Group 785">
                <a:extLst>
                  <a:ext uri="{FF2B5EF4-FFF2-40B4-BE49-F238E27FC236}">
                    <a16:creationId xmlns:a16="http://schemas.microsoft.com/office/drawing/2014/main" id="{A6E4A0B1-1D30-56E9-60EC-2874150ED093}"/>
                  </a:ext>
                </a:extLst>
              </p:cNvPr>
              <p:cNvGrpSpPr>
                <a:grpSpLocks/>
              </p:cNvGrpSpPr>
              <p:nvPr/>
            </p:nvGrpSpPr>
            <p:grpSpPr bwMode="auto">
              <a:xfrm>
                <a:off x="3325" y="3288"/>
                <a:ext cx="295" cy="1"/>
                <a:chOff x="3325" y="3288"/>
                <a:chExt cx="295" cy="1"/>
              </a:xfrm>
              <a:grpFill/>
            </p:grpSpPr>
            <p:sp>
              <p:nvSpPr>
                <p:cNvPr id="104023" name="Line 786">
                  <a:extLst>
                    <a:ext uri="{FF2B5EF4-FFF2-40B4-BE49-F238E27FC236}">
                      <a16:creationId xmlns:a16="http://schemas.microsoft.com/office/drawing/2014/main" id="{16FBAB54-B1B3-FA0C-3446-12DAE0A80D18}"/>
                    </a:ext>
                  </a:extLst>
                </p:cNvPr>
                <p:cNvSpPr>
                  <a:spLocks noChangeShapeType="1"/>
                </p:cNvSpPr>
                <p:nvPr/>
              </p:nvSpPr>
              <p:spPr bwMode="auto">
                <a:xfrm>
                  <a:off x="3325" y="3288"/>
                  <a:ext cx="24" cy="1"/>
                </a:xfrm>
                <a:prstGeom prst="line">
                  <a:avLst/>
                </a:prstGeom>
                <a:grpFill/>
                <a:ln w="12700">
                  <a:solidFill>
                    <a:schemeClr val="bg1">
                      <a:lumMod val="65000"/>
                    </a:schemeClr>
                  </a:solidFill>
                  <a:round/>
                  <a:headEnd/>
                  <a:tailEnd/>
                </a:ln>
              </p:spPr>
              <p:txBody>
                <a:bodyPr/>
                <a:lstStyle/>
                <a:p>
                  <a:endParaRPr lang="en-US"/>
                </a:p>
              </p:txBody>
            </p:sp>
            <p:sp>
              <p:nvSpPr>
                <p:cNvPr id="104024" name="Line 787">
                  <a:extLst>
                    <a:ext uri="{FF2B5EF4-FFF2-40B4-BE49-F238E27FC236}">
                      <a16:creationId xmlns:a16="http://schemas.microsoft.com/office/drawing/2014/main" id="{E2BA9D7A-FB00-D754-B073-654431A9D3BD}"/>
                    </a:ext>
                  </a:extLst>
                </p:cNvPr>
                <p:cNvSpPr>
                  <a:spLocks noChangeShapeType="1"/>
                </p:cNvSpPr>
                <p:nvPr/>
              </p:nvSpPr>
              <p:spPr bwMode="auto">
                <a:xfrm>
                  <a:off x="3381" y="3288"/>
                  <a:ext cx="24" cy="1"/>
                </a:xfrm>
                <a:prstGeom prst="line">
                  <a:avLst/>
                </a:prstGeom>
                <a:grpFill/>
                <a:ln w="12700">
                  <a:solidFill>
                    <a:schemeClr val="bg1">
                      <a:lumMod val="65000"/>
                    </a:schemeClr>
                  </a:solidFill>
                  <a:round/>
                  <a:headEnd/>
                  <a:tailEnd/>
                </a:ln>
              </p:spPr>
              <p:txBody>
                <a:bodyPr/>
                <a:lstStyle/>
                <a:p>
                  <a:endParaRPr lang="en-US"/>
                </a:p>
              </p:txBody>
            </p:sp>
            <p:sp>
              <p:nvSpPr>
                <p:cNvPr id="104025" name="Line 788">
                  <a:extLst>
                    <a:ext uri="{FF2B5EF4-FFF2-40B4-BE49-F238E27FC236}">
                      <a16:creationId xmlns:a16="http://schemas.microsoft.com/office/drawing/2014/main" id="{27CD54EB-9AD4-22AD-01A3-9FF2BE787D50}"/>
                    </a:ext>
                  </a:extLst>
                </p:cNvPr>
                <p:cNvSpPr>
                  <a:spLocks noChangeShapeType="1"/>
                </p:cNvSpPr>
                <p:nvPr/>
              </p:nvSpPr>
              <p:spPr bwMode="auto">
                <a:xfrm>
                  <a:off x="3437" y="3288"/>
                  <a:ext cx="24" cy="1"/>
                </a:xfrm>
                <a:prstGeom prst="line">
                  <a:avLst/>
                </a:prstGeom>
                <a:grpFill/>
                <a:ln w="12700">
                  <a:solidFill>
                    <a:schemeClr val="bg1">
                      <a:lumMod val="65000"/>
                    </a:schemeClr>
                  </a:solidFill>
                  <a:round/>
                  <a:headEnd/>
                  <a:tailEnd/>
                </a:ln>
              </p:spPr>
              <p:txBody>
                <a:bodyPr/>
                <a:lstStyle/>
                <a:p>
                  <a:endParaRPr lang="en-US"/>
                </a:p>
              </p:txBody>
            </p:sp>
            <p:sp>
              <p:nvSpPr>
                <p:cNvPr id="104026" name="Line 789">
                  <a:extLst>
                    <a:ext uri="{FF2B5EF4-FFF2-40B4-BE49-F238E27FC236}">
                      <a16:creationId xmlns:a16="http://schemas.microsoft.com/office/drawing/2014/main" id="{6EE8D4B4-DE54-E319-EAC2-BFA4AA8276A6}"/>
                    </a:ext>
                  </a:extLst>
                </p:cNvPr>
                <p:cNvSpPr>
                  <a:spLocks noChangeShapeType="1"/>
                </p:cNvSpPr>
                <p:nvPr/>
              </p:nvSpPr>
              <p:spPr bwMode="auto">
                <a:xfrm>
                  <a:off x="3493" y="3288"/>
                  <a:ext cx="23" cy="1"/>
                </a:xfrm>
                <a:prstGeom prst="line">
                  <a:avLst/>
                </a:prstGeom>
                <a:grpFill/>
                <a:ln w="12700">
                  <a:solidFill>
                    <a:schemeClr val="bg1">
                      <a:lumMod val="65000"/>
                    </a:schemeClr>
                  </a:solidFill>
                  <a:round/>
                  <a:headEnd/>
                  <a:tailEnd/>
                </a:ln>
              </p:spPr>
              <p:txBody>
                <a:bodyPr/>
                <a:lstStyle/>
                <a:p>
                  <a:endParaRPr lang="en-US"/>
                </a:p>
              </p:txBody>
            </p:sp>
            <p:sp>
              <p:nvSpPr>
                <p:cNvPr id="104027" name="Line 790">
                  <a:extLst>
                    <a:ext uri="{FF2B5EF4-FFF2-40B4-BE49-F238E27FC236}">
                      <a16:creationId xmlns:a16="http://schemas.microsoft.com/office/drawing/2014/main" id="{804F2037-2776-C57A-1E16-711CBBABA702}"/>
                    </a:ext>
                  </a:extLst>
                </p:cNvPr>
                <p:cNvSpPr>
                  <a:spLocks noChangeShapeType="1"/>
                </p:cNvSpPr>
                <p:nvPr/>
              </p:nvSpPr>
              <p:spPr bwMode="auto">
                <a:xfrm>
                  <a:off x="3548" y="3288"/>
                  <a:ext cx="24" cy="1"/>
                </a:xfrm>
                <a:prstGeom prst="line">
                  <a:avLst/>
                </a:prstGeom>
                <a:grpFill/>
                <a:ln w="12700">
                  <a:solidFill>
                    <a:schemeClr val="bg1">
                      <a:lumMod val="65000"/>
                    </a:schemeClr>
                  </a:solidFill>
                  <a:round/>
                  <a:headEnd/>
                  <a:tailEnd/>
                </a:ln>
              </p:spPr>
              <p:txBody>
                <a:bodyPr/>
                <a:lstStyle/>
                <a:p>
                  <a:endParaRPr lang="en-US"/>
                </a:p>
              </p:txBody>
            </p:sp>
            <p:sp>
              <p:nvSpPr>
                <p:cNvPr id="104028" name="Line 791">
                  <a:extLst>
                    <a:ext uri="{FF2B5EF4-FFF2-40B4-BE49-F238E27FC236}">
                      <a16:creationId xmlns:a16="http://schemas.microsoft.com/office/drawing/2014/main" id="{E36821CA-57B1-3558-AFA8-DD041BBD67CD}"/>
                    </a:ext>
                  </a:extLst>
                </p:cNvPr>
                <p:cNvSpPr>
                  <a:spLocks noChangeShapeType="1"/>
                </p:cNvSpPr>
                <p:nvPr/>
              </p:nvSpPr>
              <p:spPr bwMode="auto">
                <a:xfrm>
                  <a:off x="3604" y="3288"/>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88" name="Group 792">
              <a:extLst>
                <a:ext uri="{FF2B5EF4-FFF2-40B4-BE49-F238E27FC236}">
                  <a16:creationId xmlns:a16="http://schemas.microsoft.com/office/drawing/2014/main" id="{1BF771C2-FA5C-CAD1-75F6-D6663042D7E4}"/>
                </a:ext>
              </a:extLst>
            </p:cNvPr>
            <p:cNvGrpSpPr>
              <a:grpSpLocks/>
            </p:cNvGrpSpPr>
            <p:nvPr/>
          </p:nvGrpSpPr>
          <p:grpSpPr bwMode="auto">
            <a:xfrm>
              <a:off x="3780" y="3256"/>
              <a:ext cx="415" cy="56"/>
              <a:chOff x="3780" y="3256"/>
              <a:chExt cx="415" cy="56"/>
            </a:xfrm>
            <a:grpFill/>
          </p:grpSpPr>
          <p:sp>
            <p:nvSpPr>
              <p:cNvPr id="104013" name="Freeform 793">
                <a:extLst>
                  <a:ext uri="{FF2B5EF4-FFF2-40B4-BE49-F238E27FC236}">
                    <a16:creationId xmlns:a16="http://schemas.microsoft.com/office/drawing/2014/main" id="{24AC8A8B-878D-2B9B-63F6-88E41D45FF52}"/>
                  </a:ext>
                </a:extLst>
              </p:cNvPr>
              <p:cNvSpPr>
                <a:spLocks/>
              </p:cNvSpPr>
              <p:nvPr/>
            </p:nvSpPr>
            <p:spPr bwMode="auto">
              <a:xfrm>
                <a:off x="4083" y="325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4014" name="Group 794">
                <a:extLst>
                  <a:ext uri="{FF2B5EF4-FFF2-40B4-BE49-F238E27FC236}">
                    <a16:creationId xmlns:a16="http://schemas.microsoft.com/office/drawing/2014/main" id="{54B37E8F-696A-1A46-6F07-6F62591D5AFF}"/>
                  </a:ext>
                </a:extLst>
              </p:cNvPr>
              <p:cNvGrpSpPr>
                <a:grpSpLocks/>
              </p:cNvGrpSpPr>
              <p:nvPr/>
            </p:nvGrpSpPr>
            <p:grpSpPr bwMode="auto">
              <a:xfrm>
                <a:off x="3780" y="3288"/>
                <a:ext cx="295" cy="1"/>
                <a:chOff x="3780" y="3288"/>
                <a:chExt cx="295" cy="1"/>
              </a:xfrm>
              <a:grpFill/>
            </p:grpSpPr>
            <p:sp>
              <p:nvSpPr>
                <p:cNvPr id="104015" name="Line 795">
                  <a:extLst>
                    <a:ext uri="{FF2B5EF4-FFF2-40B4-BE49-F238E27FC236}">
                      <a16:creationId xmlns:a16="http://schemas.microsoft.com/office/drawing/2014/main" id="{56353FFF-D463-8363-08DC-90CA8E439E78}"/>
                    </a:ext>
                  </a:extLst>
                </p:cNvPr>
                <p:cNvSpPr>
                  <a:spLocks noChangeShapeType="1"/>
                </p:cNvSpPr>
                <p:nvPr/>
              </p:nvSpPr>
              <p:spPr bwMode="auto">
                <a:xfrm>
                  <a:off x="3780" y="3288"/>
                  <a:ext cx="24" cy="1"/>
                </a:xfrm>
                <a:prstGeom prst="line">
                  <a:avLst/>
                </a:prstGeom>
                <a:grpFill/>
                <a:ln w="12700">
                  <a:solidFill>
                    <a:schemeClr val="bg1">
                      <a:lumMod val="65000"/>
                    </a:schemeClr>
                  </a:solidFill>
                  <a:round/>
                  <a:headEnd/>
                  <a:tailEnd/>
                </a:ln>
              </p:spPr>
              <p:txBody>
                <a:bodyPr/>
                <a:lstStyle/>
                <a:p>
                  <a:endParaRPr lang="en-US"/>
                </a:p>
              </p:txBody>
            </p:sp>
            <p:sp>
              <p:nvSpPr>
                <p:cNvPr id="104016" name="Line 796">
                  <a:extLst>
                    <a:ext uri="{FF2B5EF4-FFF2-40B4-BE49-F238E27FC236}">
                      <a16:creationId xmlns:a16="http://schemas.microsoft.com/office/drawing/2014/main" id="{B8594878-5DF1-D806-D5D8-E863A13ED67D}"/>
                    </a:ext>
                  </a:extLst>
                </p:cNvPr>
                <p:cNvSpPr>
                  <a:spLocks noChangeShapeType="1"/>
                </p:cNvSpPr>
                <p:nvPr/>
              </p:nvSpPr>
              <p:spPr bwMode="auto">
                <a:xfrm>
                  <a:off x="3836" y="3288"/>
                  <a:ext cx="24" cy="1"/>
                </a:xfrm>
                <a:prstGeom prst="line">
                  <a:avLst/>
                </a:prstGeom>
                <a:grpFill/>
                <a:ln w="12700">
                  <a:solidFill>
                    <a:schemeClr val="bg1">
                      <a:lumMod val="65000"/>
                    </a:schemeClr>
                  </a:solidFill>
                  <a:round/>
                  <a:headEnd/>
                  <a:tailEnd/>
                </a:ln>
              </p:spPr>
              <p:txBody>
                <a:bodyPr/>
                <a:lstStyle/>
                <a:p>
                  <a:endParaRPr lang="en-US"/>
                </a:p>
              </p:txBody>
            </p:sp>
            <p:sp>
              <p:nvSpPr>
                <p:cNvPr id="104017" name="Line 797">
                  <a:extLst>
                    <a:ext uri="{FF2B5EF4-FFF2-40B4-BE49-F238E27FC236}">
                      <a16:creationId xmlns:a16="http://schemas.microsoft.com/office/drawing/2014/main" id="{F2DD3F1A-103E-4CBD-89B3-449141612111}"/>
                    </a:ext>
                  </a:extLst>
                </p:cNvPr>
                <p:cNvSpPr>
                  <a:spLocks noChangeShapeType="1"/>
                </p:cNvSpPr>
                <p:nvPr/>
              </p:nvSpPr>
              <p:spPr bwMode="auto">
                <a:xfrm>
                  <a:off x="3892" y="3288"/>
                  <a:ext cx="24" cy="1"/>
                </a:xfrm>
                <a:prstGeom prst="line">
                  <a:avLst/>
                </a:prstGeom>
                <a:grpFill/>
                <a:ln w="12700">
                  <a:solidFill>
                    <a:schemeClr val="bg1">
                      <a:lumMod val="65000"/>
                    </a:schemeClr>
                  </a:solidFill>
                  <a:round/>
                  <a:headEnd/>
                  <a:tailEnd/>
                </a:ln>
              </p:spPr>
              <p:txBody>
                <a:bodyPr/>
                <a:lstStyle/>
                <a:p>
                  <a:endParaRPr lang="en-US"/>
                </a:p>
              </p:txBody>
            </p:sp>
            <p:sp>
              <p:nvSpPr>
                <p:cNvPr id="104018" name="Line 798">
                  <a:extLst>
                    <a:ext uri="{FF2B5EF4-FFF2-40B4-BE49-F238E27FC236}">
                      <a16:creationId xmlns:a16="http://schemas.microsoft.com/office/drawing/2014/main" id="{DD477150-4808-F486-4152-DA92B0A49FD2}"/>
                    </a:ext>
                  </a:extLst>
                </p:cNvPr>
                <p:cNvSpPr>
                  <a:spLocks noChangeShapeType="1"/>
                </p:cNvSpPr>
                <p:nvPr/>
              </p:nvSpPr>
              <p:spPr bwMode="auto">
                <a:xfrm>
                  <a:off x="3948" y="3288"/>
                  <a:ext cx="24" cy="1"/>
                </a:xfrm>
                <a:prstGeom prst="line">
                  <a:avLst/>
                </a:prstGeom>
                <a:grpFill/>
                <a:ln w="12700">
                  <a:solidFill>
                    <a:schemeClr val="bg1">
                      <a:lumMod val="65000"/>
                    </a:schemeClr>
                  </a:solidFill>
                  <a:round/>
                  <a:headEnd/>
                  <a:tailEnd/>
                </a:ln>
              </p:spPr>
              <p:txBody>
                <a:bodyPr/>
                <a:lstStyle/>
                <a:p>
                  <a:endParaRPr lang="en-US"/>
                </a:p>
              </p:txBody>
            </p:sp>
            <p:sp>
              <p:nvSpPr>
                <p:cNvPr id="104019" name="Line 799">
                  <a:extLst>
                    <a:ext uri="{FF2B5EF4-FFF2-40B4-BE49-F238E27FC236}">
                      <a16:creationId xmlns:a16="http://schemas.microsoft.com/office/drawing/2014/main" id="{D395764D-A5BB-B55F-D2FA-957A3922E5F8}"/>
                    </a:ext>
                  </a:extLst>
                </p:cNvPr>
                <p:cNvSpPr>
                  <a:spLocks noChangeShapeType="1"/>
                </p:cNvSpPr>
                <p:nvPr/>
              </p:nvSpPr>
              <p:spPr bwMode="auto">
                <a:xfrm>
                  <a:off x="4004" y="3288"/>
                  <a:ext cx="23" cy="1"/>
                </a:xfrm>
                <a:prstGeom prst="line">
                  <a:avLst/>
                </a:prstGeom>
                <a:grpFill/>
                <a:ln w="12700">
                  <a:solidFill>
                    <a:schemeClr val="bg1">
                      <a:lumMod val="65000"/>
                    </a:schemeClr>
                  </a:solidFill>
                  <a:round/>
                  <a:headEnd/>
                  <a:tailEnd/>
                </a:ln>
              </p:spPr>
              <p:txBody>
                <a:bodyPr/>
                <a:lstStyle/>
                <a:p>
                  <a:endParaRPr lang="en-US"/>
                </a:p>
              </p:txBody>
            </p:sp>
            <p:sp>
              <p:nvSpPr>
                <p:cNvPr id="104020" name="Line 800">
                  <a:extLst>
                    <a:ext uri="{FF2B5EF4-FFF2-40B4-BE49-F238E27FC236}">
                      <a16:creationId xmlns:a16="http://schemas.microsoft.com/office/drawing/2014/main" id="{BF623D47-33C3-311A-DC27-A8C5E282C8C2}"/>
                    </a:ext>
                  </a:extLst>
                </p:cNvPr>
                <p:cNvSpPr>
                  <a:spLocks noChangeShapeType="1"/>
                </p:cNvSpPr>
                <p:nvPr/>
              </p:nvSpPr>
              <p:spPr bwMode="auto">
                <a:xfrm>
                  <a:off x="4059" y="3288"/>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89" name="Group 801">
              <a:extLst>
                <a:ext uri="{FF2B5EF4-FFF2-40B4-BE49-F238E27FC236}">
                  <a16:creationId xmlns:a16="http://schemas.microsoft.com/office/drawing/2014/main" id="{53F5D733-8C93-BD2F-51B5-89BE20B2A552}"/>
                </a:ext>
              </a:extLst>
            </p:cNvPr>
            <p:cNvGrpSpPr>
              <a:grpSpLocks/>
            </p:cNvGrpSpPr>
            <p:nvPr/>
          </p:nvGrpSpPr>
          <p:grpSpPr bwMode="auto">
            <a:xfrm>
              <a:off x="4251" y="3256"/>
              <a:ext cx="415" cy="56"/>
              <a:chOff x="4251" y="3256"/>
              <a:chExt cx="415" cy="56"/>
            </a:xfrm>
            <a:grpFill/>
          </p:grpSpPr>
          <p:sp>
            <p:nvSpPr>
              <p:cNvPr id="104005" name="Freeform 802">
                <a:extLst>
                  <a:ext uri="{FF2B5EF4-FFF2-40B4-BE49-F238E27FC236}">
                    <a16:creationId xmlns:a16="http://schemas.microsoft.com/office/drawing/2014/main" id="{A7859540-7238-FB14-F768-79F82978ECA9}"/>
                  </a:ext>
                </a:extLst>
              </p:cNvPr>
              <p:cNvSpPr>
                <a:spLocks/>
              </p:cNvSpPr>
              <p:nvPr/>
            </p:nvSpPr>
            <p:spPr bwMode="auto">
              <a:xfrm>
                <a:off x="4554" y="325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4006" name="Group 803">
                <a:extLst>
                  <a:ext uri="{FF2B5EF4-FFF2-40B4-BE49-F238E27FC236}">
                    <a16:creationId xmlns:a16="http://schemas.microsoft.com/office/drawing/2014/main" id="{0B8BF7C4-B01B-A70A-A6AC-FCF921425682}"/>
                  </a:ext>
                </a:extLst>
              </p:cNvPr>
              <p:cNvGrpSpPr>
                <a:grpSpLocks/>
              </p:cNvGrpSpPr>
              <p:nvPr/>
            </p:nvGrpSpPr>
            <p:grpSpPr bwMode="auto">
              <a:xfrm>
                <a:off x="4251" y="3288"/>
                <a:ext cx="295" cy="1"/>
                <a:chOff x="4251" y="3288"/>
                <a:chExt cx="295" cy="1"/>
              </a:xfrm>
              <a:grpFill/>
            </p:grpSpPr>
            <p:sp>
              <p:nvSpPr>
                <p:cNvPr id="104007" name="Line 804">
                  <a:extLst>
                    <a:ext uri="{FF2B5EF4-FFF2-40B4-BE49-F238E27FC236}">
                      <a16:creationId xmlns:a16="http://schemas.microsoft.com/office/drawing/2014/main" id="{77C60583-A065-8235-BD6E-5D44B9BE339F}"/>
                    </a:ext>
                  </a:extLst>
                </p:cNvPr>
                <p:cNvSpPr>
                  <a:spLocks noChangeShapeType="1"/>
                </p:cNvSpPr>
                <p:nvPr/>
              </p:nvSpPr>
              <p:spPr bwMode="auto">
                <a:xfrm>
                  <a:off x="4251" y="3288"/>
                  <a:ext cx="24" cy="1"/>
                </a:xfrm>
                <a:prstGeom prst="line">
                  <a:avLst/>
                </a:prstGeom>
                <a:grpFill/>
                <a:ln w="12700">
                  <a:solidFill>
                    <a:schemeClr val="bg1">
                      <a:lumMod val="65000"/>
                    </a:schemeClr>
                  </a:solidFill>
                  <a:round/>
                  <a:headEnd/>
                  <a:tailEnd/>
                </a:ln>
              </p:spPr>
              <p:txBody>
                <a:bodyPr/>
                <a:lstStyle/>
                <a:p>
                  <a:endParaRPr lang="en-US"/>
                </a:p>
              </p:txBody>
            </p:sp>
            <p:sp>
              <p:nvSpPr>
                <p:cNvPr id="104008" name="Line 805">
                  <a:extLst>
                    <a:ext uri="{FF2B5EF4-FFF2-40B4-BE49-F238E27FC236}">
                      <a16:creationId xmlns:a16="http://schemas.microsoft.com/office/drawing/2014/main" id="{5CE01AC6-8AA8-AB03-7A07-04F886748DE0}"/>
                    </a:ext>
                  </a:extLst>
                </p:cNvPr>
                <p:cNvSpPr>
                  <a:spLocks noChangeShapeType="1"/>
                </p:cNvSpPr>
                <p:nvPr/>
              </p:nvSpPr>
              <p:spPr bwMode="auto">
                <a:xfrm>
                  <a:off x="4307" y="3288"/>
                  <a:ext cx="24" cy="1"/>
                </a:xfrm>
                <a:prstGeom prst="line">
                  <a:avLst/>
                </a:prstGeom>
                <a:grpFill/>
                <a:ln w="12700">
                  <a:solidFill>
                    <a:schemeClr val="bg1">
                      <a:lumMod val="65000"/>
                    </a:schemeClr>
                  </a:solidFill>
                  <a:round/>
                  <a:headEnd/>
                  <a:tailEnd/>
                </a:ln>
              </p:spPr>
              <p:txBody>
                <a:bodyPr/>
                <a:lstStyle/>
                <a:p>
                  <a:endParaRPr lang="en-US"/>
                </a:p>
              </p:txBody>
            </p:sp>
            <p:sp>
              <p:nvSpPr>
                <p:cNvPr id="104009" name="Line 806">
                  <a:extLst>
                    <a:ext uri="{FF2B5EF4-FFF2-40B4-BE49-F238E27FC236}">
                      <a16:creationId xmlns:a16="http://schemas.microsoft.com/office/drawing/2014/main" id="{25AA181A-390F-B361-DA58-2C9AC5F46AC4}"/>
                    </a:ext>
                  </a:extLst>
                </p:cNvPr>
                <p:cNvSpPr>
                  <a:spLocks noChangeShapeType="1"/>
                </p:cNvSpPr>
                <p:nvPr/>
              </p:nvSpPr>
              <p:spPr bwMode="auto">
                <a:xfrm>
                  <a:off x="4363" y="3288"/>
                  <a:ext cx="24" cy="1"/>
                </a:xfrm>
                <a:prstGeom prst="line">
                  <a:avLst/>
                </a:prstGeom>
                <a:grpFill/>
                <a:ln w="12700">
                  <a:solidFill>
                    <a:schemeClr val="bg1">
                      <a:lumMod val="65000"/>
                    </a:schemeClr>
                  </a:solidFill>
                  <a:round/>
                  <a:headEnd/>
                  <a:tailEnd/>
                </a:ln>
              </p:spPr>
              <p:txBody>
                <a:bodyPr/>
                <a:lstStyle/>
                <a:p>
                  <a:endParaRPr lang="en-US"/>
                </a:p>
              </p:txBody>
            </p:sp>
            <p:sp>
              <p:nvSpPr>
                <p:cNvPr id="104010" name="Line 807">
                  <a:extLst>
                    <a:ext uri="{FF2B5EF4-FFF2-40B4-BE49-F238E27FC236}">
                      <a16:creationId xmlns:a16="http://schemas.microsoft.com/office/drawing/2014/main" id="{11BC0C66-F028-5911-D2D4-CC72519E8B3C}"/>
                    </a:ext>
                  </a:extLst>
                </p:cNvPr>
                <p:cNvSpPr>
                  <a:spLocks noChangeShapeType="1"/>
                </p:cNvSpPr>
                <p:nvPr/>
              </p:nvSpPr>
              <p:spPr bwMode="auto">
                <a:xfrm>
                  <a:off x="4419" y="3288"/>
                  <a:ext cx="24" cy="1"/>
                </a:xfrm>
                <a:prstGeom prst="line">
                  <a:avLst/>
                </a:prstGeom>
                <a:grpFill/>
                <a:ln w="12700">
                  <a:solidFill>
                    <a:schemeClr val="bg1">
                      <a:lumMod val="65000"/>
                    </a:schemeClr>
                  </a:solidFill>
                  <a:round/>
                  <a:headEnd/>
                  <a:tailEnd/>
                </a:ln>
              </p:spPr>
              <p:txBody>
                <a:bodyPr/>
                <a:lstStyle/>
                <a:p>
                  <a:endParaRPr lang="en-US"/>
                </a:p>
              </p:txBody>
            </p:sp>
            <p:sp>
              <p:nvSpPr>
                <p:cNvPr id="104011" name="Line 808">
                  <a:extLst>
                    <a:ext uri="{FF2B5EF4-FFF2-40B4-BE49-F238E27FC236}">
                      <a16:creationId xmlns:a16="http://schemas.microsoft.com/office/drawing/2014/main" id="{F5BBE105-32F1-A9B6-3C79-EE13ABE814CA}"/>
                    </a:ext>
                  </a:extLst>
                </p:cNvPr>
                <p:cNvSpPr>
                  <a:spLocks noChangeShapeType="1"/>
                </p:cNvSpPr>
                <p:nvPr/>
              </p:nvSpPr>
              <p:spPr bwMode="auto">
                <a:xfrm>
                  <a:off x="4475" y="3288"/>
                  <a:ext cx="24" cy="1"/>
                </a:xfrm>
                <a:prstGeom prst="line">
                  <a:avLst/>
                </a:prstGeom>
                <a:grpFill/>
                <a:ln w="12700">
                  <a:solidFill>
                    <a:schemeClr val="bg1">
                      <a:lumMod val="65000"/>
                    </a:schemeClr>
                  </a:solidFill>
                  <a:round/>
                  <a:headEnd/>
                  <a:tailEnd/>
                </a:ln>
              </p:spPr>
              <p:txBody>
                <a:bodyPr/>
                <a:lstStyle/>
                <a:p>
                  <a:endParaRPr lang="en-US"/>
                </a:p>
              </p:txBody>
            </p:sp>
            <p:sp>
              <p:nvSpPr>
                <p:cNvPr id="104012" name="Line 809">
                  <a:extLst>
                    <a:ext uri="{FF2B5EF4-FFF2-40B4-BE49-F238E27FC236}">
                      <a16:creationId xmlns:a16="http://schemas.microsoft.com/office/drawing/2014/main" id="{4514CE92-DF94-5379-BE55-2ECF667C5843}"/>
                    </a:ext>
                  </a:extLst>
                </p:cNvPr>
                <p:cNvSpPr>
                  <a:spLocks noChangeShapeType="1"/>
                </p:cNvSpPr>
                <p:nvPr/>
              </p:nvSpPr>
              <p:spPr bwMode="auto">
                <a:xfrm>
                  <a:off x="4530" y="3288"/>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90" name="Group 810">
              <a:extLst>
                <a:ext uri="{FF2B5EF4-FFF2-40B4-BE49-F238E27FC236}">
                  <a16:creationId xmlns:a16="http://schemas.microsoft.com/office/drawing/2014/main" id="{B4A882D2-1AE5-6FEE-A19A-1FF2CE2482C2}"/>
                </a:ext>
              </a:extLst>
            </p:cNvPr>
            <p:cNvGrpSpPr>
              <a:grpSpLocks/>
            </p:cNvGrpSpPr>
            <p:nvPr/>
          </p:nvGrpSpPr>
          <p:grpSpPr bwMode="auto">
            <a:xfrm>
              <a:off x="3325" y="3567"/>
              <a:ext cx="415" cy="56"/>
              <a:chOff x="3325" y="3567"/>
              <a:chExt cx="415" cy="56"/>
            </a:xfrm>
            <a:grpFill/>
          </p:grpSpPr>
          <p:sp>
            <p:nvSpPr>
              <p:cNvPr id="103997" name="Freeform 811">
                <a:extLst>
                  <a:ext uri="{FF2B5EF4-FFF2-40B4-BE49-F238E27FC236}">
                    <a16:creationId xmlns:a16="http://schemas.microsoft.com/office/drawing/2014/main" id="{7C511C1A-4E23-00CE-3F77-780261B20124}"/>
                  </a:ext>
                </a:extLst>
              </p:cNvPr>
              <p:cNvSpPr>
                <a:spLocks/>
              </p:cNvSpPr>
              <p:nvPr/>
            </p:nvSpPr>
            <p:spPr bwMode="auto">
              <a:xfrm>
                <a:off x="3628" y="3567"/>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3998" name="Group 812">
                <a:extLst>
                  <a:ext uri="{FF2B5EF4-FFF2-40B4-BE49-F238E27FC236}">
                    <a16:creationId xmlns:a16="http://schemas.microsoft.com/office/drawing/2014/main" id="{86F48F01-4A05-8AF1-6F06-840FB189F6D4}"/>
                  </a:ext>
                </a:extLst>
              </p:cNvPr>
              <p:cNvGrpSpPr>
                <a:grpSpLocks/>
              </p:cNvGrpSpPr>
              <p:nvPr/>
            </p:nvGrpSpPr>
            <p:grpSpPr bwMode="auto">
              <a:xfrm>
                <a:off x="3325" y="3599"/>
                <a:ext cx="295" cy="1"/>
                <a:chOff x="3325" y="3599"/>
                <a:chExt cx="295" cy="1"/>
              </a:xfrm>
              <a:grpFill/>
            </p:grpSpPr>
            <p:sp>
              <p:nvSpPr>
                <p:cNvPr id="103999" name="Line 813">
                  <a:extLst>
                    <a:ext uri="{FF2B5EF4-FFF2-40B4-BE49-F238E27FC236}">
                      <a16:creationId xmlns:a16="http://schemas.microsoft.com/office/drawing/2014/main" id="{11522DD0-04E3-56E5-1A58-AECB0D023691}"/>
                    </a:ext>
                  </a:extLst>
                </p:cNvPr>
                <p:cNvSpPr>
                  <a:spLocks noChangeShapeType="1"/>
                </p:cNvSpPr>
                <p:nvPr/>
              </p:nvSpPr>
              <p:spPr bwMode="auto">
                <a:xfrm>
                  <a:off x="3325" y="3599"/>
                  <a:ext cx="24" cy="1"/>
                </a:xfrm>
                <a:prstGeom prst="line">
                  <a:avLst/>
                </a:prstGeom>
                <a:grpFill/>
                <a:ln w="12700">
                  <a:solidFill>
                    <a:schemeClr val="bg1">
                      <a:lumMod val="65000"/>
                    </a:schemeClr>
                  </a:solidFill>
                  <a:round/>
                  <a:headEnd/>
                  <a:tailEnd/>
                </a:ln>
              </p:spPr>
              <p:txBody>
                <a:bodyPr/>
                <a:lstStyle/>
                <a:p>
                  <a:endParaRPr lang="en-US"/>
                </a:p>
              </p:txBody>
            </p:sp>
            <p:sp>
              <p:nvSpPr>
                <p:cNvPr id="104000" name="Line 814">
                  <a:extLst>
                    <a:ext uri="{FF2B5EF4-FFF2-40B4-BE49-F238E27FC236}">
                      <a16:creationId xmlns:a16="http://schemas.microsoft.com/office/drawing/2014/main" id="{D6371B33-8BE4-E6F1-BF18-82347ED28783}"/>
                    </a:ext>
                  </a:extLst>
                </p:cNvPr>
                <p:cNvSpPr>
                  <a:spLocks noChangeShapeType="1"/>
                </p:cNvSpPr>
                <p:nvPr/>
              </p:nvSpPr>
              <p:spPr bwMode="auto">
                <a:xfrm>
                  <a:off x="3381" y="3599"/>
                  <a:ext cx="24" cy="1"/>
                </a:xfrm>
                <a:prstGeom prst="line">
                  <a:avLst/>
                </a:prstGeom>
                <a:grpFill/>
                <a:ln w="12700">
                  <a:solidFill>
                    <a:schemeClr val="bg1">
                      <a:lumMod val="65000"/>
                    </a:schemeClr>
                  </a:solidFill>
                  <a:round/>
                  <a:headEnd/>
                  <a:tailEnd/>
                </a:ln>
              </p:spPr>
              <p:txBody>
                <a:bodyPr/>
                <a:lstStyle/>
                <a:p>
                  <a:endParaRPr lang="en-US"/>
                </a:p>
              </p:txBody>
            </p:sp>
            <p:sp>
              <p:nvSpPr>
                <p:cNvPr id="104001" name="Line 815">
                  <a:extLst>
                    <a:ext uri="{FF2B5EF4-FFF2-40B4-BE49-F238E27FC236}">
                      <a16:creationId xmlns:a16="http://schemas.microsoft.com/office/drawing/2014/main" id="{A01E9648-1C00-D82E-C746-2A7346831BB3}"/>
                    </a:ext>
                  </a:extLst>
                </p:cNvPr>
                <p:cNvSpPr>
                  <a:spLocks noChangeShapeType="1"/>
                </p:cNvSpPr>
                <p:nvPr/>
              </p:nvSpPr>
              <p:spPr bwMode="auto">
                <a:xfrm>
                  <a:off x="3437" y="3599"/>
                  <a:ext cx="24" cy="1"/>
                </a:xfrm>
                <a:prstGeom prst="line">
                  <a:avLst/>
                </a:prstGeom>
                <a:grpFill/>
                <a:ln w="12700">
                  <a:solidFill>
                    <a:schemeClr val="bg1">
                      <a:lumMod val="65000"/>
                    </a:schemeClr>
                  </a:solidFill>
                  <a:round/>
                  <a:headEnd/>
                  <a:tailEnd/>
                </a:ln>
              </p:spPr>
              <p:txBody>
                <a:bodyPr/>
                <a:lstStyle/>
                <a:p>
                  <a:endParaRPr lang="en-US"/>
                </a:p>
              </p:txBody>
            </p:sp>
            <p:sp>
              <p:nvSpPr>
                <p:cNvPr id="104002" name="Line 816">
                  <a:extLst>
                    <a:ext uri="{FF2B5EF4-FFF2-40B4-BE49-F238E27FC236}">
                      <a16:creationId xmlns:a16="http://schemas.microsoft.com/office/drawing/2014/main" id="{7A2BBBBE-CF0C-CB0B-05C1-8D51FB03AA5E}"/>
                    </a:ext>
                  </a:extLst>
                </p:cNvPr>
                <p:cNvSpPr>
                  <a:spLocks noChangeShapeType="1"/>
                </p:cNvSpPr>
                <p:nvPr/>
              </p:nvSpPr>
              <p:spPr bwMode="auto">
                <a:xfrm>
                  <a:off x="3493" y="3599"/>
                  <a:ext cx="23" cy="1"/>
                </a:xfrm>
                <a:prstGeom prst="line">
                  <a:avLst/>
                </a:prstGeom>
                <a:grpFill/>
                <a:ln w="12700">
                  <a:solidFill>
                    <a:schemeClr val="bg1">
                      <a:lumMod val="65000"/>
                    </a:schemeClr>
                  </a:solidFill>
                  <a:round/>
                  <a:headEnd/>
                  <a:tailEnd/>
                </a:ln>
              </p:spPr>
              <p:txBody>
                <a:bodyPr/>
                <a:lstStyle/>
                <a:p>
                  <a:endParaRPr lang="en-US"/>
                </a:p>
              </p:txBody>
            </p:sp>
            <p:sp>
              <p:nvSpPr>
                <p:cNvPr id="104003" name="Line 817">
                  <a:extLst>
                    <a:ext uri="{FF2B5EF4-FFF2-40B4-BE49-F238E27FC236}">
                      <a16:creationId xmlns:a16="http://schemas.microsoft.com/office/drawing/2014/main" id="{B9438042-EC5E-FE34-7A50-A0B1A7F9C75A}"/>
                    </a:ext>
                  </a:extLst>
                </p:cNvPr>
                <p:cNvSpPr>
                  <a:spLocks noChangeShapeType="1"/>
                </p:cNvSpPr>
                <p:nvPr/>
              </p:nvSpPr>
              <p:spPr bwMode="auto">
                <a:xfrm>
                  <a:off x="3548" y="3599"/>
                  <a:ext cx="24" cy="1"/>
                </a:xfrm>
                <a:prstGeom prst="line">
                  <a:avLst/>
                </a:prstGeom>
                <a:grpFill/>
                <a:ln w="12700">
                  <a:solidFill>
                    <a:schemeClr val="bg1">
                      <a:lumMod val="65000"/>
                    </a:schemeClr>
                  </a:solidFill>
                  <a:round/>
                  <a:headEnd/>
                  <a:tailEnd/>
                </a:ln>
              </p:spPr>
              <p:txBody>
                <a:bodyPr/>
                <a:lstStyle/>
                <a:p>
                  <a:endParaRPr lang="en-US"/>
                </a:p>
              </p:txBody>
            </p:sp>
            <p:sp>
              <p:nvSpPr>
                <p:cNvPr id="104004" name="Line 818">
                  <a:extLst>
                    <a:ext uri="{FF2B5EF4-FFF2-40B4-BE49-F238E27FC236}">
                      <a16:creationId xmlns:a16="http://schemas.microsoft.com/office/drawing/2014/main" id="{2B559548-43FB-74D1-6612-3DA6705E13A0}"/>
                    </a:ext>
                  </a:extLst>
                </p:cNvPr>
                <p:cNvSpPr>
                  <a:spLocks noChangeShapeType="1"/>
                </p:cNvSpPr>
                <p:nvPr/>
              </p:nvSpPr>
              <p:spPr bwMode="auto">
                <a:xfrm>
                  <a:off x="3604" y="3599"/>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91" name="Group 819">
              <a:extLst>
                <a:ext uri="{FF2B5EF4-FFF2-40B4-BE49-F238E27FC236}">
                  <a16:creationId xmlns:a16="http://schemas.microsoft.com/office/drawing/2014/main" id="{72A75913-374B-FC53-EDC6-4787455522D8}"/>
                </a:ext>
              </a:extLst>
            </p:cNvPr>
            <p:cNvGrpSpPr>
              <a:grpSpLocks/>
            </p:cNvGrpSpPr>
            <p:nvPr/>
          </p:nvGrpSpPr>
          <p:grpSpPr bwMode="auto">
            <a:xfrm>
              <a:off x="3788" y="3567"/>
              <a:ext cx="415" cy="56"/>
              <a:chOff x="3788" y="3567"/>
              <a:chExt cx="415" cy="56"/>
            </a:xfrm>
            <a:grpFill/>
          </p:grpSpPr>
          <p:sp>
            <p:nvSpPr>
              <p:cNvPr id="103989" name="Freeform 820">
                <a:extLst>
                  <a:ext uri="{FF2B5EF4-FFF2-40B4-BE49-F238E27FC236}">
                    <a16:creationId xmlns:a16="http://schemas.microsoft.com/office/drawing/2014/main" id="{34337963-9E66-5096-B1EA-C08E17C51EE7}"/>
                  </a:ext>
                </a:extLst>
              </p:cNvPr>
              <p:cNvSpPr>
                <a:spLocks/>
              </p:cNvSpPr>
              <p:nvPr/>
            </p:nvSpPr>
            <p:spPr bwMode="auto">
              <a:xfrm>
                <a:off x="4091"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lumMod val="65000"/>
                  </a:schemeClr>
                </a:solidFill>
                <a:round/>
                <a:headEnd/>
                <a:tailEnd/>
              </a:ln>
            </p:spPr>
            <p:txBody>
              <a:bodyPr/>
              <a:lstStyle/>
              <a:p>
                <a:endParaRPr lang="en-US"/>
              </a:p>
            </p:txBody>
          </p:sp>
          <p:grpSp>
            <p:nvGrpSpPr>
              <p:cNvPr id="103990" name="Group 821">
                <a:extLst>
                  <a:ext uri="{FF2B5EF4-FFF2-40B4-BE49-F238E27FC236}">
                    <a16:creationId xmlns:a16="http://schemas.microsoft.com/office/drawing/2014/main" id="{4349650C-05B8-F3B7-2F51-8F39593D23BF}"/>
                  </a:ext>
                </a:extLst>
              </p:cNvPr>
              <p:cNvGrpSpPr>
                <a:grpSpLocks/>
              </p:cNvGrpSpPr>
              <p:nvPr/>
            </p:nvGrpSpPr>
            <p:grpSpPr bwMode="auto">
              <a:xfrm>
                <a:off x="3788" y="3591"/>
                <a:ext cx="295" cy="1"/>
                <a:chOff x="3788" y="3591"/>
                <a:chExt cx="295" cy="1"/>
              </a:xfrm>
              <a:grpFill/>
            </p:grpSpPr>
            <p:sp>
              <p:nvSpPr>
                <p:cNvPr id="103991" name="Line 822">
                  <a:extLst>
                    <a:ext uri="{FF2B5EF4-FFF2-40B4-BE49-F238E27FC236}">
                      <a16:creationId xmlns:a16="http://schemas.microsoft.com/office/drawing/2014/main" id="{FD114A5A-ED57-4070-21DE-0B8050607C4B}"/>
                    </a:ext>
                  </a:extLst>
                </p:cNvPr>
                <p:cNvSpPr>
                  <a:spLocks noChangeShapeType="1"/>
                </p:cNvSpPr>
                <p:nvPr/>
              </p:nvSpPr>
              <p:spPr bwMode="auto">
                <a:xfrm>
                  <a:off x="3788" y="3591"/>
                  <a:ext cx="24" cy="1"/>
                </a:xfrm>
                <a:prstGeom prst="line">
                  <a:avLst/>
                </a:prstGeom>
                <a:grpFill/>
                <a:ln w="12700">
                  <a:solidFill>
                    <a:schemeClr val="bg1">
                      <a:lumMod val="65000"/>
                    </a:schemeClr>
                  </a:solidFill>
                  <a:round/>
                  <a:headEnd/>
                  <a:tailEnd/>
                </a:ln>
              </p:spPr>
              <p:txBody>
                <a:bodyPr/>
                <a:lstStyle/>
                <a:p>
                  <a:endParaRPr lang="en-US"/>
                </a:p>
              </p:txBody>
            </p:sp>
            <p:sp>
              <p:nvSpPr>
                <p:cNvPr id="103992" name="Line 823">
                  <a:extLst>
                    <a:ext uri="{FF2B5EF4-FFF2-40B4-BE49-F238E27FC236}">
                      <a16:creationId xmlns:a16="http://schemas.microsoft.com/office/drawing/2014/main" id="{EC5DCD50-EF6C-91C4-EA71-60B8DDF7DB33}"/>
                    </a:ext>
                  </a:extLst>
                </p:cNvPr>
                <p:cNvSpPr>
                  <a:spLocks noChangeShapeType="1"/>
                </p:cNvSpPr>
                <p:nvPr/>
              </p:nvSpPr>
              <p:spPr bwMode="auto">
                <a:xfrm>
                  <a:off x="3844" y="3591"/>
                  <a:ext cx="24" cy="1"/>
                </a:xfrm>
                <a:prstGeom prst="line">
                  <a:avLst/>
                </a:prstGeom>
                <a:grpFill/>
                <a:ln w="12700">
                  <a:solidFill>
                    <a:schemeClr val="bg1">
                      <a:lumMod val="65000"/>
                    </a:schemeClr>
                  </a:solidFill>
                  <a:round/>
                  <a:headEnd/>
                  <a:tailEnd/>
                </a:ln>
              </p:spPr>
              <p:txBody>
                <a:bodyPr/>
                <a:lstStyle/>
                <a:p>
                  <a:endParaRPr lang="en-US"/>
                </a:p>
              </p:txBody>
            </p:sp>
            <p:sp>
              <p:nvSpPr>
                <p:cNvPr id="103993" name="Line 824">
                  <a:extLst>
                    <a:ext uri="{FF2B5EF4-FFF2-40B4-BE49-F238E27FC236}">
                      <a16:creationId xmlns:a16="http://schemas.microsoft.com/office/drawing/2014/main" id="{FAAEC1D5-9901-4494-CC38-BA374303ED96}"/>
                    </a:ext>
                  </a:extLst>
                </p:cNvPr>
                <p:cNvSpPr>
                  <a:spLocks noChangeShapeType="1"/>
                </p:cNvSpPr>
                <p:nvPr/>
              </p:nvSpPr>
              <p:spPr bwMode="auto">
                <a:xfrm>
                  <a:off x="3900" y="3591"/>
                  <a:ext cx="24" cy="1"/>
                </a:xfrm>
                <a:prstGeom prst="line">
                  <a:avLst/>
                </a:prstGeom>
                <a:grpFill/>
                <a:ln w="12700">
                  <a:solidFill>
                    <a:schemeClr val="bg1">
                      <a:lumMod val="65000"/>
                    </a:schemeClr>
                  </a:solidFill>
                  <a:round/>
                  <a:headEnd/>
                  <a:tailEnd/>
                </a:ln>
              </p:spPr>
              <p:txBody>
                <a:bodyPr/>
                <a:lstStyle/>
                <a:p>
                  <a:endParaRPr lang="en-US"/>
                </a:p>
              </p:txBody>
            </p:sp>
            <p:sp>
              <p:nvSpPr>
                <p:cNvPr id="103994" name="Line 825">
                  <a:extLst>
                    <a:ext uri="{FF2B5EF4-FFF2-40B4-BE49-F238E27FC236}">
                      <a16:creationId xmlns:a16="http://schemas.microsoft.com/office/drawing/2014/main" id="{295021CD-5694-4FD9-8A49-D6F45C106CEE}"/>
                    </a:ext>
                  </a:extLst>
                </p:cNvPr>
                <p:cNvSpPr>
                  <a:spLocks noChangeShapeType="1"/>
                </p:cNvSpPr>
                <p:nvPr/>
              </p:nvSpPr>
              <p:spPr bwMode="auto">
                <a:xfrm>
                  <a:off x="3956" y="3591"/>
                  <a:ext cx="24" cy="1"/>
                </a:xfrm>
                <a:prstGeom prst="line">
                  <a:avLst/>
                </a:prstGeom>
                <a:grpFill/>
                <a:ln w="12700">
                  <a:solidFill>
                    <a:schemeClr val="bg1">
                      <a:lumMod val="65000"/>
                    </a:schemeClr>
                  </a:solidFill>
                  <a:round/>
                  <a:headEnd/>
                  <a:tailEnd/>
                </a:ln>
              </p:spPr>
              <p:txBody>
                <a:bodyPr/>
                <a:lstStyle/>
                <a:p>
                  <a:endParaRPr lang="en-US"/>
                </a:p>
              </p:txBody>
            </p:sp>
            <p:sp>
              <p:nvSpPr>
                <p:cNvPr id="103995" name="Line 826">
                  <a:extLst>
                    <a:ext uri="{FF2B5EF4-FFF2-40B4-BE49-F238E27FC236}">
                      <a16:creationId xmlns:a16="http://schemas.microsoft.com/office/drawing/2014/main" id="{F2972CC4-44E8-B16D-0C53-4D14A174673B}"/>
                    </a:ext>
                  </a:extLst>
                </p:cNvPr>
                <p:cNvSpPr>
                  <a:spLocks noChangeShapeType="1"/>
                </p:cNvSpPr>
                <p:nvPr/>
              </p:nvSpPr>
              <p:spPr bwMode="auto">
                <a:xfrm>
                  <a:off x="4011" y="3591"/>
                  <a:ext cx="24" cy="1"/>
                </a:xfrm>
                <a:prstGeom prst="line">
                  <a:avLst/>
                </a:prstGeom>
                <a:grpFill/>
                <a:ln w="12700">
                  <a:solidFill>
                    <a:schemeClr val="bg1">
                      <a:lumMod val="65000"/>
                    </a:schemeClr>
                  </a:solidFill>
                  <a:round/>
                  <a:headEnd/>
                  <a:tailEnd/>
                </a:ln>
              </p:spPr>
              <p:txBody>
                <a:bodyPr/>
                <a:lstStyle/>
                <a:p>
                  <a:endParaRPr lang="en-US"/>
                </a:p>
              </p:txBody>
            </p:sp>
            <p:sp>
              <p:nvSpPr>
                <p:cNvPr id="103996" name="Line 827">
                  <a:extLst>
                    <a:ext uri="{FF2B5EF4-FFF2-40B4-BE49-F238E27FC236}">
                      <a16:creationId xmlns:a16="http://schemas.microsoft.com/office/drawing/2014/main" id="{D3A4DC1C-46A4-C5F1-3988-5BB6B94EBE31}"/>
                    </a:ext>
                  </a:extLst>
                </p:cNvPr>
                <p:cNvSpPr>
                  <a:spLocks noChangeShapeType="1"/>
                </p:cNvSpPr>
                <p:nvPr/>
              </p:nvSpPr>
              <p:spPr bwMode="auto">
                <a:xfrm>
                  <a:off x="4067" y="3591"/>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92" name="Group 828">
              <a:extLst>
                <a:ext uri="{FF2B5EF4-FFF2-40B4-BE49-F238E27FC236}">
                  <a16:creationId xmlns:a16="http://schemas.microsoft.com/office/drawing/2014/main" id="{076B73C1-4549-8E7E-DEFA-E06E24851614}"/>
                </a:ext>
              </a:extLst>
            </p:cNvPr>
            <p:cNvGrpSpPr>
              <a:grpSpLocks/>
            </p:cNvGrpSpPr>
            <p:nvPr/>
          </p:nvGrpSpPr>
          <p:grpSpPr bwMode="auto">
            <a:xfrm>
              <a:off x="4243" y="3567"/>
              <a:ext cx="415" cy="56"/>
              <a:chOff x="4243" y="3567"/>
              <a:chExt cx="415" cy="56"/>
            </a:xfrm>
            <a:grpFill/>
          </p:grpSpPr>
          <p:sp>
            <p:nvSpPr>
              <p:cNvPr id="103981" name="Freeform 829">
                <a:extLst>
                  <a:ext uri="{FF2B5EF4-FFF2-40B4-BE49-F238E27FC236}">
                    <a16:creationId xmlns:a16="http://schemas.microsoft.com/office/drawing/2014/main" id="{14B5602A-CBF1-B031-83B3-06D10A7BE98A}"/>
                  </a:ext>
                </a:extLst>
              </p:cNvPr>
              <p:cNvSpPr>
                <a:spLocks/>
              </p:cNvSpPr>
              <p:nvPr/>
            </p:nvSpPr>
            <p:spPr bwMode="auto">
              <a:xfrm>
                <a:off x="4546" y="3567"/>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3982" name="Group 830">
                <a:extLst>
                  <a:ext uri="{FF2B5EF4-FFF2-40B4-BE49-F238E27FC236}">
                    <a16:creationId xmlns:a16="http://schemas.microsoft.com/office/drawing/2014/main" id="{437FE8FC-C379-4D25-E07B-B514D5B220AB}"/>
                  </a:ext>
                </a:extLst>
              </p:cNvPr>
              <p:cNvGrpSpPr>
                <a:grpSpLocks/>
              </p:cNvGrpSpPr>
              <p:nvPr/>
            </p:nvGrpSpPr>
            <p:grpSpPr bwMode="auto">
              <a:xfrm>
                <a:off x="4243" y="3599"/>
                <a:ext cx="295" cy="1"/>
                <a:chOff x="4243" y="3599"/>
                <a:chExt cx="295" cy="1"/>
              </a:xfrm>
              <a:grpFill/>
            </p:grpSpPr>
            <p:sp>
              <p:nvSpPr>
                <p:cNvPr id="103983" name="Line 831">
                  <a:extLst>
                    <a:ext uri="{FF2B5EF4-FFF2-40B4-BE49-F238E27FC236}">
                      <a16:creationId xmlns:a16="http://schemas.microsoft.com/office/drawing/2014/main" id="{0076D143-B59A-27C6-0890-A5E9FEC27F7D}"/>
                    </a:ext>
                  </a:extLst>
                </p:cNvPr>
                <p:cNvSpPr>
                  <a:spLocks noChangeShapeType="1"/>
                </p:cNvSpPr>
                <p:nvPr/>
              </p:nvSpPr>
              <p:spPr bwMode="auto">
                <a:xfrm>
                  <a:off x="4243" y="3599"/>
                  <a:ext cx="24" cy="1"/>
                </a:xfrm>
                <a:prstGeom prst="line">
                  <a:avLst/>
                </a:prstGeom>
                <a:grpFill/>
                <a:ln w="12700">
                  <a:solidFill>
                    <a:schemeClr val="bg1">
                      <a:lumMod val="65000"/>
                    </a:schemeClr>
                  </a:solidFill>
                  <a:round/>
                  <a:headEnd/>
                  <a:tailEnd/>
                </a:ln>
              </p:spPr>
              <p:txBody>
                <a:bodyPr/>
                <a:lstStyle/>
                <a:p>
                  <a:endParaRPr lang="en-US"/>
                </a:p>
              </p:txBody>
            </p:sp>
            <p:sp>
              <p:nvSpPr>
                <p:cNvPr id="103984" name="Line 832">
                  <a:extLst>
                    <a:ext uri="{FF2B5EF4-FFF2-40B4-BE49-F238E27FC236}">
                      <a16:creationId xmlns:a16="http://schemas.microsoft.com/office/drawing/2014/main" id="{B69F584E-AFC1-7576-E715-099F641DEFF1}"/>
                    </a:ext>
                  </a:extLst>
                </p:cNvPr>
                <p:cNvSpPr>
                  <a:spLocks noChangeShapeType="1"/>
                </p:cNvSpPr>
                <p:nvPr/>
              </p:nvSpPr>
              <p:spPr bwMode="auto">
                <a:xfrm>
                  <a:off x="4299" y="3599"/>
                  <a:ext cx="24" cy="1"/>
                </a:xfrm>
                <a:prstGeom prst="line">
                  <a:avLst/>
                </a:prstGeom>
                <a:grpFill/>
                <a:ln w="12700">
                  <a:solidFill>
                    <a:schemeClr val="bg1">
                      <a:lumMod val="65000"/>
                    </a:schemeClr>
                  </a:solidFill>
                  <a:round/>
                  <a:headEnd/>
                  <a:tailEnd/>
                </a:ln>
              </p:spPr>
              <p:txBody>
                <a:bodyPr/>
                <a:lstStyle/>
                <a:p>
                  <a:endParaRPr lang="en-US"/>
                </a:p>
              </p:txBody>
            </p:sp>
            <p:sp>
              <p:nvSpPr>
                <p:cNvPr id="103985" name="Line 833">
                  <a:extLst>
                    <a:ext uri="{FF2B5EF4-FFF2-40B4-BE49-F238E27FC236}">
                      <a16:creationId xmlns:a16="http://schemas.microsoft.com/office/drawing/2014/main" id="{06862B73-7FF4-0760-6692-C3CCA82881FC}"/>
                    </a:ext>
                  </a:extLst>
                </p:cNvPr>
                <p:cNvSpPr>
                  <a:spLocks noChangeShapeType="1"/>
                </p:cNvSpPr>
                <p:nvPr/>
              </p:nvSpPr>
              <p:spPr bwMode="auto">
                <a:xfrm>
                  <a:off x="4355" y="3599"/>
                  <a:ext cx="24" cy="1"/>
                </a:xfrm>
                <a:prstGeom prst="line">
                  <a:avLst/>
                </a:prstGeom>
                <a:grpFill/>
                <a:ln w="12700">
                  <a:solidFill>
                    <a:schemeClr val="bg1">
                      <a:lumMod val="65000"/>
                    </a:schemeClr>
                  </a:solidFill>
                  <a:round/>
                  <a:headEnd/>
                  <a:tailEnd/>
                </a:ln>
              </p:spPr>
              <p:txBody>
                <a:bodyPr/>
                <a:lstStyle/>
                <a:p>
                  <a:endParaRPr lang="en-US"/>
                </a:p>
              </p:txBody>
            </p:sp>
            <p:sp>
              <p:nvSpPr>
                <p:cNvPr id="103986" name="Line 834">
                  <a:extLst>
                    <a:ext uri="{FF2B5EF4-FFF2-40B4-BE49-F238E27FC236}">
                      <a16:creationId xmlns:a16="http://schemas.microsoft.com/office/drawing/2014/main" id="{905069D1-C1A2-8875-2144-1C5A90B54EAB}"/>
                    </a:ext>
                  </a:extLst>
                </p:cNvPr>
                <p:cNvSpPr>
                  <a:spLocks noChangeShapeType="1"/>
                </p:cNvSpPr>
                <p:nvPr/>
              </p:nvSpPr>
              <p:spPr bwMode="auto">
                <a:xfrm>
                  <a:off x="4411" y="3599"/>
                  <a:ext cx="24" cy="1"/>
                </a:xfrm>
                <a:prstGeom prst="line">
                  <a:avLst/>
                </a:prstGeom>
                <a:grpFill/>
                <a:ln w="12700">
                  <a:solidFill>
                    <a:schemeClr val="bg1">
                      <a:lumMod val="65000"/>
                    </a:schemeClr>
                  </a:solidFill>
                  <a:round/>
                  <a:headEnd/>
                  <a:tailEnd/>
                </a:ln>
              </p:spPr>
              <p:txBody>
                <a:bodyPr/>
                <a:lstStyle/>
                <a:p>
                  <a:endParaRPr lang="en-US"/>
                </a:p>
              </p:txBody>
            </p:sp>
            <p:sp>
              <p:nvSpPr>
                <p:cNvPr id="103987" name="Line 835">
                  <a:extLst>
                    <a:ext uri="{FF2B5EF4-FFF2-40B4-BE49-F238E27FC236}">
                      <a16:creationId xmlns:a16="http://schemas.microsoft.com/office/drawing/2014/main" id="{5E692C4C-99C0-59FA-2CAD-AEC713FC8F06}"/>
                    </a:ext>
                  </a:extLst>
                </p:cNvPr>
                <p:cNvSpPr>
                  <a:spLocks noChangeShapeType="1"/>
                </p:cNvSpPr>
                <p:nvPr/>
              </p:nvSpPr>
              <p:spPr bwMode="auto">
                <a:xfrm>
                  <a:off x="4467" y="3599"/>
                  <a:ext cx="24" cy="1"/>
                </a:xfrm>
                <a:prstGeom prst="line">
                  <a:avLst/>
                </a:prstGeom>
                <a:grpFill/>
                <a:ln w="12700">
                  <a:solidFill>
                    <a:schemeClr val="bg1">
                      <a:lumMod val="65000"/>
                    </a:schemeClr>
                  </a:solidFill>
                  <a:round/>
                  <a:headEnd/>
                  <a:tailEnd/>
                </a:ln>
              </p:spPr>
              <p:txBody>
                <a:bodyPr/>
                <a:lstStyle/>
                <a:p>
                  <a:endParaRPr lang="en-US"/>
                </a:p>
              </p:txBody>
            </p:sp>
            <p:sp>
              <p:nvSpPr>
                <p:cNvPr id="103988" name="Line 836">
                  <a:extLst>
                    <a:ext uri="{FF2B5EF4-FFF2-40B4-BE49-F238E27FC236}">
                      <a16:creationId xmlns:a16="http://schemas.microsoft.com/office/drawing/2014/main" id="{9715F236-6083-785E-16E5-C7586541FB85}"/>
                    </a:ext>
                  </a:extLst>
                </p:cNvPr>
                <p:cNvSpPr>
                  <a:spLocks noChangeShapeType="1"/>
                </p:cNvSpPr>
                <p:nvPr/>
              </p:nvSpPr>
              <p:spPr bwMode="auto">
                <a:xfrm>
                  <a:off x="4522" y="3599"/>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93" name="Group 837">
              <a:extLst>
                <a:ext uri="{FF2B5EF4-FFF2-40B4-BE49-F238E27FC236}">
                  <a16:creationId xmlns:a16="http://schemas.microsoft.com/office/drawing/2014/main" id="{6199FE41-092E-6B2B-964C-07F28EF8DC62}"/>
                </a:ext>
              </a:extLst>
            </p:cNvPr>
            <p:cNvGrpSpPr>
              <a:grpSpLocks/>
            </p:cNvGrpSpPr>
            <p:nvPr/>
          </p:nvGrpSpPr>
          <p:grpSpPr bwMode="auto">
            <a:xfrm>
              <a:off x="3788" y="2376"/>
              <a:ext cx="886" cy="290"/>
              <a:chOff x="3788" y="2376"/>
              <a:chExt cx="886" cy="290"/>
            </a:xfrm>
            <a:grpFill/>
          </p:grpSpPr>
          <p:sp>
            <p:nvSpPr>
              <p:cNvPr id="103979" name="Freeform 838">
                <a:extLst>
                  <a:ext uri="{FF2B5EF4-FFF2-40B4-BE49-F238E27FC236}">
                    <a16:creationId xmlns:a16="http://schemas.microsoft.com/office/drawing/2014/main" id="{EFD4C0D7-BF57-F539-C857-01288222ECE7}"/>
                  </a:ext>
                </a:extLst>
              </p:cNvPr>
              <p:cNvSpPr>
                <a:spLocks/>
              </p:cNvSpPr>
              <p:nvPr/>
            </p:nvSpPr>
            <p:spPr bwMode="auto">
              <a:xfrm>
                <a:off x="4530" y="2594"/>
                <a:ext cx="144" cy="72"/>
              </a:xfrm>
              <a:custGeom>
                <a:avLst/>
                <a:gdLst>
                  <a:gd name="T0" fmla="*/ 144 w 144"/>
                  <a:gd name="T1" fmla="*/ 72 h 72"/>
                  <a:gd name="T2" fmla="*/ 0 w 144"/>
                  <a:gd name="T3" fmla="*/ 64 h 72"/>
                  <a:gd name="T4" fmla="*/ 16 w 144"/>
                  <a:gd name="T5" fmla="*/ 32 h 72"/>
                  <a:gd name="T6" fmla="*/ 24 w 144"/>
                  <a:gd name="T7" fmla="*/ 0 h 72"/>
                  <a:gd name="T8" fmla="*/ 144 w 144"/>
                  <a:gd name="T9" fmla="*/ 72 h 72"/>
                  <a:gd name="T10" fmla="*/ 0 60000 65536"/>
                  <a:gd name="T11" fmla="*/ 0 60000 65536"/>
                  <a:gd name="T12" fmla="*/ 0 60000 65536"/>
                  <a:gd name="T13" fmla="*/ 0 60000 65536"/>
                  <a:gd name="T14" fmla="*/ 0 60000 65536"/>
                  <a:gd name="T15" fmla="*/ 0 w 144"/>
                  <a:gd name="T16" fmla="*/ 0 h 72"/>
                  <a:gd name="T17" fmla="*/ 144 w 144"/>
                  <a:gd name="T18" fmla="*/ 72 h 72"/>
                </a:gdLst>
                <a:ahLst/>
                <a:cxnLst>
                  <a:cxn ang="T10">
                    <a:pos x="T0" y="T1"/>
                  </a:cxn>
                  <a:cxn ang="T11">
                    <a:pos x="T2" y="T3"/>
                  </a:cxn>
                  <a:cxn ang="T12">
                    <a:pos x="T4" y="T5"/>
                  </a:cxn>
                  <a:cxn ang="T13">
                    <a:pos x="T6" y="T7"/>
                  </a:cxn>
                  <a:cxn ang="T14">
                    <a:pos x="T8" y="T9"/>
                  </a:cxn>
                </a:cxnLst>
                <a:rect l="T15" t="T16" r="T17" b="T18"/>
                <a:pathLst>
                  <a:path w="144" h="72">
                    <a:moveTo>
                      <a:pt x="144" y="72"/>
                    </a:moveTo>
                    <a:lnTo>
                      <a:pt x="0" y="64"/>
                    </a:lnTo>
                    <a:lnTo>
                      <a:pt x="16" y="32"/>
                    </a:lnTo>
                    <a:lnTo>
                      <a:pt x="24" y="0"/>
                    </a:lnTo>
                    <a:lnTo>
                      <a:pt x="144" y="72"/>
                    </a:lnTo>
                    <a:close/>
                  </a:path>
                </a:pathLst>
              </a:custGeom>
              <a:grpFill/>
              <a:ln w="9525">
                <a:solidFill>
                  <a:schemeClr val="bg1">
                    <a:lumMod val="65000"/>
                  </a:schemeClr>
                </a:solidFill>
                <a:round/>
                <a:headEnd/>
                <a:tailEnd/>
              </a:ln>
            </p:spPr>
            <p:txBody>
              <a:bodyPr/>
              <a:lstStyle/>
              <a:p>
                <a:endParaRPr lang="en-US"/>
              </a:p>
            </p:txBody>
          </p:sp>
          <p:sp>
            <p:nvSpPr>
              <p:cNvPr id="103980" name="Line 839">
                <a:extLst>
                  <a:ext uri="{FF2B5EF4-FFF2-40B4-BE49-F238E27FC236}">
                    <a16:creationId xmlns:a16="http://schemas.microsoft.com/office/drawing/2014/main" id="{29B6208D-4ADA-495B-27AA-84FEB30880FD}"/>
                  </a:ext>
                </a:extLst>
              </p:cNvPr>
              <p:cNvSpPr>
                <a:spLocks noChangeShapeType="1"/>
              </p:cNvSpPr>
              <p:nvPr/>
            </p:nvSpPr>
            <p:spPr bwMode="auto">
              <a:xfrm>
                <a:off x="3788" y="2376"/>
                <a:ext cx="766" cy="252"/>
              </a:xfrm>
              <a:prstGeom prst="line">
                <a:avLst/>
              </a:prstGeom>
              <a:grpFill/>
              <a:ln w="25400">
                <a:solidFill>
                  <a:schemeClr val="bg1">
                    <a:lumMod val="65000"/>
                  </a:schemeClr>
                </a:solidFill>
                <a:round/>
                <a:headEnd/>
                <a:tailEnd/>
              </a:ln>
            </p:spPr>
            <p:txBody>
              <a:bodyPr/>
              <a:lstStyle/>
              <a:p>
                <a:endParaRPr lang="en-US"/>
              </a:p>
            </p:txBody>
          </p:sp>
        </p:grpSp>
        <p:grpSp>
          <p:nvGrpSpPr>
            <p:cNvPr id="103594" name="Group 840">
              <a:extLst>
                <a:ext uri="{FF2B5EF4-FFF2-40B4-BE49-F238E27FC236}">
                  <a16:creationId xmlns:a16="http://schemas.microsoft.com/office/drawing/2014/main" id="{D64749EF-912F-D96B-8EFC-B620462FF71B}"/>
                </a:ext>
              </a:extLst>
            </p:cNvPr>
            <p:cNvGrpSpPr>
              <a:grpSpLocks/>
            </p:cNvGrpSpPr>
            <p:nvPr/>
          </p:nvGrpSpPr>
          <p:grpSpPr bwMode="auto">
            <a:xfrm>
              <a:off x="3309" y="2084"/>
              <a:ext cx="1381" cy="1507"/>
              <a:chOff x="3309" y="2084"/>
              <a:chExt cx="1381" cy="1507"/>
            </a:xfrm>
            <a:grpFill/>
          </p:grpSpPr>
          <p:sp>
            <p:nvSpPr>
              <p:cNvPr id="103977" name="Freeform 841">
                <a:extLst>
                  <a:ext uri="{FF2B5EF4-FFF2-40B4-BE49-F238E27FC236}">
                    <a16:creationId xmlns:a16="http://schemas.microsoft.com/office/drawing/2014/main" id="{37EC4EC3-36A0-FF88-EBDF-4E305946AD44}"/>
                  </a:ext>
                </a:extLst>
              </p:cNvPr>
              <p:cNvSpPr>
                <a:spLocks/>
              </p:cNvSpPr>
              <p:nvPr/>
            </p:nvSpPr>
            <p:spPr bwMode="auto">
              <a:xfrm>
                <a:off x="4570" y="2084"/>
                <a:ext cx="120" cy="119"/>
              </a:xfrm>
              <a:custGeom>
                <a:avLst/>
                <a:gdLst>
                  <a:gd name="T0" fmla="*/ 120 w 120"/>
                  <a:gd name="T1" fmla="*/ 0 h 119"/>
                  <a:gd name="T2" fmla="*/ 56 w 120"/>
                  <a:gd name="T3" fmla="*/ 119 h 119"/>
                  <a:gd name="T4" fmla="*/ 24 w 120"/>
                  <a:gd name="T5" fmla="*/ 96 h 119"/>
                  <a:gd name="T6" fmla="*/ 0 w 120"/>
                  <a:gd name="T7" fmla="*/ 72 h 119"/>
                  <a:gd name="T8" fmla="*/ 120 w 120"/>
                  <a:gd name="T9" fmla="*/ 0 h 119"/>
                  <a:gd name="T10" fmla="*/ 0 60000 65536"/>
                  <a:gd name="T11" fmla="*/ 0 60000 65536"/>
                  <a:gd name="T12" fmla="*/ 0 60000 65536"/>
                  <a:gd name="T13" fmla="*/ 0 60000 65536"/>
                  <a:gd name="T14" fmla="*/ 0 60000 65536"/>
                  <a:gd name="T15" fmla="*/ 0 w 120"/>
                  <a:gd name="T16" fmla="*/ 0 h 119"/>
                  <a:gd name="T17" fmla="*/ 120 w 120"/>
                  <a:gd name="T18" fmla="*/ 119 h 119"/>
                </a:gdLst>
                <a:ahLst/>
                <a:cxnLst>
                  <a:cxn ang="T10">
                    <a:pos x="T0" y="T1"/>
                  </a:cxn>
                  <a:cxn ang="T11">
                    <a:pos x="T2" y="T3"/>
                  </a:cxn>
                  <a:cxn ang="T12">
                    <a:pos x="T4" y="T5"/>
                  </a:cxn>
                  <a:cxn ang="T13">
                    <a:pos x="T6" y="T7"/>
                  </a:cxn>
                  <a:cxn ang="T14">
                    <a:pos x="T8" y="T9"/>
                  </a:cxn>
                </a:cxnLst>
                <a:rect l="T15" t="T16" r="T17" b="T18"/>
                <a:pathLst>
                  <a:path w="120" h="119">
                    <a:moveTo>
                      <a:pt x="120" y="0"/>
                    </a:moveTo>
                    <a:lnTo>
                      <a:pt x="56" y="119"/>
                    </a:lnTo>
                    <a:lnTo>
                      <a:pt x="24" y="96"/>
                    </a:lnTo>
                    <a:lnTo>
                      <a:pt x="0" y="72"/>
                    </a:lnTo>
                    <a:lnTo>
                      <a:pt x="120" y="0"/>
                    </a:lnTo>
                    <a:close/>
                  </a:path>
                </a:pathLst>
              </a:custGeom>
              <a:grpFill/>
              <a:ln w="9525">
                <a:solidFill>
                  <a:schemeClr val="bg1">
                    <a:lumMod val="65000"/>
                  </a:schemeClr>
                </a:solidFill>
                <a:round/>
                <a:headEnd/>
                <a:tailEnd/>
              </a:ln>
            </p:spPr>
            <p:txBody>
              <a:bodyPr/>
              <a:lstStyle/>
              <a:p>
                <a:endParaRPr lang="en-US"/>
              </a:p>
            </p:txBody>
          </p:sp>
          <p:sp>
            <p:nvSpPr>
              <p:cNvPr id="103978" name="Line 842">
                <a:extLst>
                  <a:ext uri="{FF2B5EF4-FFF2-40B4-BE49-F238E27FC236}">
                    <a16:creationId xmlns:a16="http://schemas.microsoft.com/office/drawing/2014/main" id="{5EE736BD-BA0C-8560-048C-97A3C81E389E}"/>
                  </a:ext>
                </a:extLst>
              </p:cNvPr>
              <p:cNvSpPr>
                <a:spLocks noChangeShapeType="1"/>
              </p:cNvSpPr>
              <p:nvPr/>
            </p:nvSpPr>
            <p:spPr bwMode="auto">
              <a:xfrm flipV="1">
                <a:off x="3309" y="2172"/>
                <a:ext cx="1291" cy="1419"/>
              </a:xfrm>
              <a:prstGeom prst="line">
                <a:avLst/>
              </a:prstGeom>
              <a:grpFill/>
              <a:ln w="25400">
                <a:solidFill>
                  <a:schemeClr val="bg1">
                    <a:lumMod val="65000"/>
                  </a:schemeClr>
                </a:solidFill>
                <a:round/>
                <a:headEnd/>
                <a:tailEnd/>
              </a:ln>
            </p:spPr>
            <p:txBody>
              <a:bodyPr/>
              <a:lstStyle/>
              <a:p>
                <a:endParaRPr lang="en-US"/>
              </a:p>
            </p:txBody>
          </p:sp>
        </p:grpSp>
        <p:grpSp>
          <p:nvGrpSpPr>
            <p:cNvPr id="103595" name="Group 843">
              <a:extLst>
                <a:ext uri="{FF2B5EF4-FFF2-40B4-BE49-F238E27FC236}">
                  <a16:creationId xmlns:a16="http://schemas.microsoft.com/office/drawing/2014/main" id="{D8A8F81E-7873-5DD8-31E3-5D47AF635681}"/>
                </a:ext>
              </a:extLst>
            </p:cNvPr>
            <p:cNvGrpSpPr>
              <a:grpSpLocks/>
            </p:cNvGrpSpPr>
            <p:nvPr/>
          </p:nvGrpSpPr>
          <p:grpSpPr bwMode="auto">
            <a:xfrm>
              <a:off x="3773" y="2076"/>
              <a:ext cx="909" cy="893"/>
              <a:chOff x="3773" y="2076"/>
              <a:chExt cx="909" cy="893"/>
            </a:xfrm>
            <a:grpFill/>
          </p:grpSpPr>
          <p:sp>
            <p:nvSpPr>
              <p:cNvPr id="103975" name="Freeform 844">
                <a:extLst>
                  <a:ext uri="{FF2B5EF4-FFF2-40B4-BE49-F238E27FC236}">
                    <a16:creationId xmlns:a16="http://schemas.microsoft.com/office/drawing/2014/main" id="{76C324AB-9CA2-8196-D4C5-D2CBA88C5B0B}"/>
                  </a:ext>
                </a:extLst>
              </p:cNvPr>
              <p:cNvSpPr>
                <a:spLocks/>
              </p:cNvSpPr>
              <p:nvPr/>
            </p:nvSpPr>
            <p:spPr bwMode="auto">
              <a:xfrm>
                <a:off x="4562" y="2850"/>
                <a:ext cx="120" cy="119"/>
              </a:xfrm>
              <a:custGeom>
                <a:avLst/>
                <a:gdLst>
                  <a:gd name="T0" fmla="*/ 120 w 120"/>
                  <a:gd name="T1" fmla="*/ 119 h 119"/>
                  <a:gd name="T2" fmla="*/ 0 w 120"/>
                  <a:gd name="T3" fmla="*/ 47 h 119"/>
                  <a:gd name="T4" fmla="*/ 24 w 120"/>
                  <a:gd name="T5" fmla="*/ 23 h 119"/>
                  <a:gd name="T6" fmla="*/ 48 w 120"/>
                  <a:gd name="T7" fmla="*/ 0 h 119"/>
                  <a:gd name="T8" fmla="*/ 120 w 120"/>
                  <a:gd name="T9" fmla="*/ 119 h 119"/>
                  <a:gd name="T10" fmla="*/ 0 60000 65536"/>
                  <a:gd name="T11" fmla="*/ 0 60000 65536"/>
                  <a:gd name="T12" fmla="*/ 0 60000 65536"/>
                  <a:gd name="T13" fmla="*/ 0 60000 65536"/>
                  <a:gd name="T14" fmla="*/ 0 60000 65536"/>
                  <a:gd name="T15" fmla="*/ 0 w 120"/>
                  <a:gd name="T16" fmla="*/ 0 h 119"/>
                  <a:gd name="T17" fmla="*/ 120 w 120"/>
                  <a:gd name="T18" fmla="*/ 119 h 119"/>
                </a:gdLst>
                <a:ahLst/>
                <a:cxnLst>
                  <a:cxn ang="T10">
                    <a:pos x="T0" y="T1"/>
                  </a:cxn>
                  <a:cxn ang="T11">
                    <a:pos x="T2" y="T3"/>
                  </a:cxn>
                  <a:cxn ang="T12">
                    <a:pos x="T4" y="T5"/>
                  </a:cxn>
                  <a:cxn ang="T13">
                    <a:pos x="T6" y="T7"/>
                  </a:cxn>
                  <a:cxn ang="T14">
                    <a:pos x="T8" y="T9"/>
                  </a:cxn>
                </a:cxnLst>
                <a:rect l="T15" t="T16" r="T17" b="T18"/>
                <a:pathLst>
                  <a:path w="120" h="119">
                    <a:moveTo>
                      <a:pt x="120" y="119"/>
                    </a:moveTo>
                    <a:lnTo>
                      <a:pt x="0" y="47"/>
                    </a:lnTo>
                    <a:lnTo>
                      <a:pt x="24" y="23"/>
                    </a:lnTo>
                    <a:lnTo>
                      <a:pt x="48" y="0"/>
                    </a:lnTo>
                    <a:lnTo>
                      <a:pt x="120" y="119"/>
                    </a:lnTo>
                    <a:close/>
                  </a:path>
                </a:pathLst>
              </a:custGeom>
              <a:grpFill/>
              <a:ln w="9525">
                <a:solidFill>
                  <a:schemeClr val="bg1">
                    <a:lumMod val="65000"/>
                  </a:schemeClr>
                </a:solidFill>
                <a:round/>
                <a:headEnd/>
                <a:tailEnd/>
              </a:ln>
            </p:spPr>
            <p:txBody>
              <a:bodyPr/>
              <a:lstStyle/>
              <a:p>
                <a:endParaRPr lang="en-US"/>
              </a:p>
            </p:txBody>
          </p:sp>
          <p:sp>
            <p:nvSpPr>
              <p:cNvPr id="103976" name="Line 845">
                <a:extLst>
                  <a:ext uri="{FF2B5EF4-FFF2-40B4-BE49-F238E27FC236}">
                    <a16:creationId xmlns:a16="http://schemas.microsoft.com/office/drawing/2014/main" id="{63190E09-95D0-F373-AD6A-EB56C7FE9529}"/>
                  </a:ext>
                </a:extLst>
              </p:cNvPr>
              <p:cNvSpPr>
                <a:spLocks noChangeShapeType="1"/>
              </p:cNvSpPr>
              <p:nvPr/>
            </p:nvSpPr>
            <p:spPr bwMode="auto">
              <a:xfrm>
                <a:off x="3773" y="2076"/>
                <a:ext cx="821" cy="804"/>
              </a:xfrm>
              <a:prstGeom prst="line">
                <a:avLst/>
              </a:prstGeom>
              <a:grpFill/>
              <a:ln w="25400">
                <a:solidFill>
                  <a:schemeClr val="bg1">
                    <a:lumMod val="65000"/>
                  </a:schemeClr>
                </a:solidFill>
                <a:round/>
                <a:headEnd/>
                <a:tailEnd/>
              </a:ln>
            </p:spPr>
            <p:txBody>
              <a:bodyPr/>
              <a:lstStyle/>
              <a:p>
                <a:endParaRPr lang="en-US"/>
              </a:p>
            </p:txBody>
          </p:sp>
        </p:grpSp>
        <p:grpSp>
          <p:nvGrpSpPr>
            <p:cNvPr id="103596" name="Group 846">
              <a:extLst>
                <a:ext uri="{FF2B5EF4-FFF2-40B4-BE49-F238E27FC236}">
                  <a16:creationId xmlns:a16="http://schemas.microsoft.com/office/drawing/2014/main" id="{E7AA9B31-2E9F-6335-E2DB-4B68C9D6BC0F}"/>
                </a:ext>
              </a:extLst>
            </p:cNvPr>
            <p:cNvGrpSpPr>
              <a:grpSpLocks/>
            </p:cNvGrpSpPr>
            <p:nvPr/>
          </p:nvGrpSpPr>
          <p:grpSpPr bwMode="auto">
            <a:xfrm>
              <a:off x="3317" y="2379"/>
              <a:ext cx="910" cy="893"/>
              <a:chOff x="3317" y="2379"/>
              <a:chExt cx="910" cy="893"/>
            </a:xfrm>
            <a:grpFill/>
          </p:grpSpPr>
          <p:sp>
            <p:nvSpPr>
              <p:cNvPr id="103973" name="Freeform 847">
                <a:extLst>
                  <a:ext uri="{FF2B5EF4-FFF2-40B4-BE49-F238E27FC236}">
                    <a16:creationId xmlns:a16="http://schemas.microsoft.com/office/drawing/2014/main" id="{B2009453-B266-3BED-0C32-1DE3DAC50270}"/>
                  </a:ext>
                </a:extLst>
              </p:cNvPr>
              <p:cNvSpPr>
                <a:spLocks/>
              </p:cNvSpPr>
              <p:nvPr/>
            </p:nvSpPr>
            <p:spPr bwMode="auto">
              <a:xfrm>
                <a:off x="4107" y="3153"/>
                <a:ext cx="120" cy="119"/>
              </a:xfrm>
              <a:custGeom>
                <a:avLst/>
                <a:gdLst>
                  <a:gd name="T0" fmla="*/ 120 w 120"/>
                  <a:gd name="T1" fmla="*/ 119 h 119"/>
                  <a:gd name="T2" fmla="*/ 0 w 120"/>
                  <a:gd name="T3" fmla="*/ 48 h 119"/>
                  <a:gd name="T4" fmla="*/ 24 w 120"/>
                  <a:gd name="T5" fmla="*/ 24 h 119"/>
                  <a:gd name="T6" fmla="*/ 48 w 120"/>
                  <a:gd name="T7" fmla="*/ 0 h 119"/>
                  <a:gd name="T8" fmla="*/ 120 w 120"/>
                  <a:gd name="T9" fmla="*/ 119 h 119"/>
                  <a:gd name="T10" fmla="*/ 0 60000 65536"/>
                  <a:gd name="T11" fmla="*/ 0 60000 65536"/>
                  <a:gd name="T12" fmla="*/ 0 60000 65536"/>
                  <a:gd name="T13" fmla="*/ 0 60000 65536"/>
                  <a:gd name="T14" fmla="*/ 0 60000 65536"/>
                  <a:gd name="T15" fmla="*/ 0 w 120"/>
                  <a:gd name="T16" fmla="*/ 0 h 119"/>
                  <a:gd name="T17" fmla="*/ 120 w 120"/>
                  <a:gd name="T18" fmla="*/ 119 h 119"/>
                </a:gdLst>
                <a:ahLst/>
                <a:cxnLst>
                  <a:cxn ang="T10">
                    <a:pos x="T0" y="T1"/>
                  </a:cxn>
                  <a:cxn ang="T11">
                    <a:pos x="T2" y="T3"/>
                  </a:cxn>
                  <a:cxn ang="T12">
                    <a:pos x="T4" y="T5"/>
                  </a:cxn>
                  <a:cxn ang="T13">
                    <a:pos x="T6" y="T7"/>
                  </a:cxn>
                  <a:cxn ang="T14">
                    <a:pos x="T8" y="T9"/>
                  </a:cxn>
                </a:cxnLst>
                <a:rect l="T15" t="T16" r="T17" b="T18"/>
                <a:pathLst>
                  <a:path w="120" h="119">
                    <a:moveTo>
                      <a:pt x="120" y="119"/>
                    </a:moveTo>
                    <a:lnTo>
                      <a:pt x="0" y="48"/>
                    </a:lnTo>
                    <a:lnTo>
                      <a:pt x="24" y="24"/>
                    </a:lnTo>
                    <a:lnTo>
                      <a:pt x="48" y="0"/>
                    </a:lnTo>
                    <a:lnTo>
                      <a:pt x="120" y="119"/>
                    </a:lnTo>
                    <a:close/>
                  </a:path>
                </a:pathLst>
              </a:custGeom>
              <a:grpFill/>
              <a:ln w="9525">
                <a:solidFill>
                  <a:schemeClr val="bg1">
                    <a:lumMod val="65000"/>
                  </a:schemeClr>
                </a:solidFill>
                <a:round/>
                <a:headEnd/>
                <a:tailEnd/>
              </a:ln>
            </p:spPr>
            <p:txBody>
              <a:bodyPr/>
              <a:lstStyle/>
              <a:p>
                <a:endParaRPr lang="en-US"/>
              </a:p>
            </p:txBody>
          </p:sp>
          <p:sp>
            <p:nvSpPr>
              <p:cNvPr id="103974" name="Line 848">
                <a:extLst>
                  <a:ext uri="{FF2B5EF4-FFF2-40B4-BE49-F238E27FC236}">
                    <a16:creationId xmlns:a16="http://schemas.microsoft.com/office/drawing/2014/main" id="{2F7EAB54-BD6C-5CAE-77B1-36603D0B06EC}"/>
                  </a:ext>
                </a:extLst>
              </p:cNvPr>
              <p:cNvSpPr>
                <a:spLocks noChangeShapeType="1"/>
              </p:cNvSpPr>
              <p:nvPr/>
            </p:nvSpPr>
            <p:spPr bwMode="auto">
              <a:xfrm>
                <a:off x="3317" y="2379"/>
                <a:ext cx="822" cy="804"/>
              </a:xfrm>
              <a:prstGeom prst="line">
                <a:avLst/>
              </a:prstGeom>
              <a:grpFill/>
              <a:ln w="25400">
                <a:solidFill>
                  <a:schemeClr val="bg1">
                    <a:lumMod val="65000"/>
                  </a:schemeClr>
                </a:solidFill>
                <a:round/>
                <a:headEnd/>
                <a:tailEnd/>
              </a:ln>
            </p:spPr>
            <p:txBody>
              <a:bodyPr/>
              <a:lstStyle/>
              <a:p>
                <a:endParaRPr lang="en-US"/>
              </a:p>
            </p:txBody>
          </p:sp>
        </p:grpSp>
        <p:grpSp>
          <p:nvGrpSpPr>
            <p:cNvPr id="103597" name="Group 849">
              <a:extLst>
                <a:ext uri="{FF2B5EF4-FFF2-40B4-BE49-F238E27FC236}">
                  <a16:creationId xmlns:a16="http://schemas.microsoft.com/office/drawing/2014/main" id="{5BF18CBF-CD65-1582-8937-6D25FD43D519}"/>
                </a:ext>
              </a:extLst>
            </p:cNvPr>
            <p:cNvGrpSpPr>
              <a:grpSpLocks/>
            </p:cNvGrpSpPr>
            <p:nvPr/>
          </p:nvGrpSpPr>
          <p:grpSpPr bwMode="auto">
            <a:xfrm>
              <a:off x="2878" y="1725"/>
              <a:ext cx="415" cy="56"/>
              <a:chOff x="2878" y="1725"/>
              <a:chExt cx="415" cy="56"/>
            </a:xfrm>
            <a:grpFill/>
          </p:grpSpPr>
          <p:sp>
            <p:nvSpPr>
              <p:cNvPr id="103965" name="Freeform 850">
                <a:extLst>
                  <a:ext uri="{FF2B5EF4-FFF2-40B4-BE49-F238E27FC236}">
                    <a16:creationId xmlns:a16="http://schemas.microsoft.com/office/drawing/2014/main" id="{36EC7B1C-69EC-1294-5346-DC3272C5CBEE}"/>
                  </a:ext>
                </a:extLst>
              </p:cNvPr>
              <p:cNvSpPr>
                <a:spLocks/>
              </p:cNvSpPr>
              <p:nvPr/>
            </p:nvSpPr>
            <p:spPr bwMode="auto">
              <a:xfrm>
                <a:off x="3181" y="1725"/>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3966" name="Group 851">
                <a:extLst>
                  <a:ext uri="{FF2B5EF4-FFF2-40B4-BE49-F238E27FC236}">
                    <a16:creationId xmlns:a16="http://schemas.microsoft.com/office/drawing/2014/main" id="{CDB970AD-1497-9309-A814-454200F351E7}"/>
                  </a:ext>
                </a:extLst>
              </p:cNvPr>
              <p:cNvGrpSpPr>
                <a:grpSpLocks/>
              </p:cNvGrpSpPr>
              <p:nvPr/>
            </p:nvGrpSpPr>
            <p:grpSpPr bwMode="auto">
              <a:xfrm>
                <a:off x="2878" y="1757"/>
                <a:ext cx="295" cy="1"/>
                <a:chOff x="2878" y="1757"/>
                <a:chExt cx="295" cy="1"/>
              </a:xfrm>
              <a:grpFill/>
            </p:grpSpPr>
            <p:sp>
              <p:nvSpPr>
                <p:cNvPr id="103967" name="Line 852">
                  <a:extLst>
                    <a:ext uri="{FF2B5EF4-FFF2-40B4-BE49-F238E27FC236}">
                      <a16:creationId xmlns:a16="http://schemas.microsoft.com/office/drawing/2014/main" id="{13350984-E551-4EEE-BB24-67D214692235}"/>
                    </a:ext>
                  </a:extLst>
                </p:cNvPr>
                <p:cNvSpPr>
                  <a:spLocks noChangeShapeType="1"/>
                </p:cNvSpPr>
                <p:nvPr/>
              </p:nvSpPr>
              <p:spPr bwMode="auto">
                <a:xfrm>
                  <a:off x="2878" y="1757"/>
                  <a:ext cx="24" cy="1"/>
                </a:xfrm>
                <a:prstGeom prst="line">
                  <a:avLst/>
                </a:prstGeom>
                <a:grpFill/>
                <a:ln w="12700">
                  <a:solidFill>
                    <a:schemeClr val="bg1">
                      <a:lumMod val="65000"/>
                    </a:schemeClr>
                  </a:solidFill>
                  <a:round/>
                  <a:headEnd/>
                  <a:tailEnd/>
                </a:ln>
              </p:spPr>
              <p:txBody>
                <a:bodyPr/>
                <a:lstStyle/>
                <a:p>
                  <a:endParaRPr lang="en-US"/>
                </a:p>
              </p:txBody>
            </p:sp>
            <p:sp>
              <p:nvSpPr>
                <p:cNvPr id="103968" name="Line 853">
                  <a:extLst>
                    <a:ext uri="{FF2B5EF4-FFF2-40B4-BE49-F238E27FC236}">
                      <a16:creationId xmlns:a16="http://schemas.microsoft.com/office/drawing/2014/main" id="{BBC0DB41-0C97-83AF-9652-204AEE95625B}"/>
                    </a:ext>
                  </a:extLst>
                </p:cNvPr>
                <p:cNvSpPr>
                  <a:spLocks noChangeShapeType="1"/>
                </p:cNvSpPr>
                <p:nvPr/>
              </p:nvSpPr>
              <p:spPr bwMode="auto">
                <a:xfrm>
                  <a:off x="2934" y="1757"/>
                  <a:ext cx="24" cy="1"/>
                </a:xfrm>
                <a:prstGeom prst="line">
                  <a:avLst/>
                </a:prstGeom>
                <a:grpFill/>
                <a:ln w="12700">
                  <a:solidFill>
                    <a:schemeClr val="bg1">
                      <a:lumMod val="65000"/>
                    </a:schemeClr>
                  </a:solidFill>
                  <a:round/>
                  <a:headEnd/>
                  <a:tailEnd/>
                </a:ln>
              </p:spPr>
              <p:txBody>
                <a:bodyPr/>
                <a:lstStyle/>
                <a:p>
                  <a:endParaRPr lang="en-US"/>
                </a:p>
              </p:txBody>
            </p:sp>
            <p:sp>
              <p:nvSpPr>
                <p:cNvPr id="103969" name="Line 854">
                  <a:extLst>
                    <a:ext uri="{FF2B5EF4-FFF2-40B4-BE49-F238E27FC236}">
                      <a16:creationId xmlns:a16="http://schemas.microsoft.com/office/drawing/2014/main" id="{0D60E50F-2235-314B-0736-5310D4A36D58}"/>
                    </a:ext>
                  </a:extLst>
                </p:cNvPr>
                <p:cNvSpPr>
                  <a:spLocks noChangeShapeType="1"/>
                </p:cNvSpPr>
                <p:nvPr/>
              </p:nvSpPr>
              <p:spPr bwMode="auto">
                <a:xfrm>
                  <a:off x="2990" y="1757"/>
                  <a:ext cx="23" cy="1"/>
                </a:xfrm>
                <a:prstGeom prst="line">
                  <a:avLst/>
                </a:prstGeom>
                <a:grpFill/>
                <a:ln w="12700">
                  <a:solidFill>
                    <a:schemeClr val="bg1">
                      <a:lumMod val="65000"/>
                    </a:schemeClr>
                  </a:solidFill>
                  <a:round/>
                  <a:headEnd/>
                  <a:tailEnd/>
                </a:ln>
              </p:spPr>
              <p:txBody>
                <a:bodyPr/>
                <a:lstStyle/>
                <a:p>
                  <a:endParaRPr lang="en-US"/>
                </a:p>
              </p:txBody>
            </p:sp>
            <p:sp>
              <p:nvSpPr>
                <p:cNvPr id="103970" name="Line 855">
                  <a:extLst>
                    <a:ext uri="{FF2B5EF4-FFF2-40B4-BE49-F238E27FC236}">
                      <a16:creationId xmlns:a16="http://schemas.microsoft.com/office/drawing/2014/main" id="{718CB23E-6A63-8350-72FB-E6208204C1E2}"/>
                    </a:ext>
                  </a:extLst>
                </p:cNvPr>
                <p:cNvSpPr>
                  <a:spLocks noChangeShapeType="1"/>
                </p:cNvSpPr>
                <p:nvPr/>
              </p:nvSpPr>
              <p:spPr bwMode="auto">
                <a:xfrm>
                  <a:off x="3045" y="1757"/>
                  <a:ext cx="24" cy="1"/>
                </a:xfrm>
                <a:prstGeom prst="line">
                  <a:avLst/>
                </a:prstGeom>
                <a:grpFill/>
                <a:ln w="12700">
                  <a:solidFill>
                    <a:schemeClr val="bg1">
                      <a:lumMod val="65000"/>
                    </a:schemeClr>
                  </a:solidFill>
                  <a:round/>
                  <a:headEnd/>
                  <a:tailEnd/>
                </a:ln>
              </p:spPr>
              <p:txBody>
                <a:bodyPr/>
                <a:lstStyle/>
                <a:p>
                  <a:endParaRPr lang="en-US"/>
                </a:p>
              </p:txBody>
            </p:sp>
            <p:sp>
              <p:nvSpPr>
                <p:cNvPr id="103971" name="Line 856">
                  <a:extLst>
                    <a:ext uri="{FF2B5EF4-FFF2-40B4-BE49-F238E27FC236}">
                      <a16:creationId xmlns:a16="http://schemas.microsoft.com/office/drawing/2014/main" id="{1972F0FB-90D3-C202-755F-856DE5EA1074}"/>
                    </a:ext>
                  </a:extLst>
                </p:cNvPr>
                <p:cNvSpPr>
                  <a:spLocks noChangeShapeType="1"/>
                </p:cNvSpPr>
                <p:nvPr/>
              </p:nvSpPr>
              <p:spPr bwMode="auto">
                <a:xfrm>
                  <a:off x="3101" y="1757"/>
                  <a:ext cx="24" cy="1"/>
                </a:xfrm>
                <a:prstGeom prst="line">
                  <a:avLst/>
                </a:prstGeom>
                <a:grpFill/>
                <a:ln w="12700">
                  <a:solidFill>
                    <a:schemeClr val="bg1">
                      <a:lumMod val="65000"/>
                    </a:schemeClr>
                  </a:solidFill>
                  <a:round/>
                  <a:headEnd/>
                  <a:tailEnd/>
                </a:ln>
              </p:spPr>
              <p:txBody>
                <a:bodyPr/>
                <a:lstStyle/>
                <a:p>
                  <a:endParaRPr lang="en-US"/>
                </a:p>
              </p:txBody>
            </p:sp>
            <p:sp>
              <p:nvSpPr>
                <p:cNvPr id="103972" name="Line 857">
                  <a:extLst>
                    <a:ext uri="{FF2B5EF4-FFF2-40B4-BE49-F238E27FC236}">
                      <a16:creationId xmlns:a16="http://schemas.microsoft.com/office/drawing/2014/main" id="{3C6BFD3B-7165-9024-F8F3-74FD1914F2C9}"/>
                    </a:ext>
                  </a:extLst>
                </p:cNvPr>
                <p:cNvSpPr>
                  <a:spLocks noChangeShapeType="1"/>
                </p:cNvSpPr>
                <p:nvPr/>
              </p:nvSpPr>
              <p:spPr bwMode="auto">
                <a:xfrm>
                  <a:off x="3157" y="1757"/>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98" name="Group 858">
              <a:extLst>
                <a:ext uri="{FF2B5EF4-FFF2-40B4-BE49-F238E27FC236}">
                  <a16:creationId xmlns:a16="http://schemas.microsoft.com/office/drawing/2014/main" id="{0CAD09CE-D8A9-71EB-72E9-5E79381737A9}"/>
                </a:ext>
              </a:extLst>
            </p:cNvPr>
            <p:cNvGrpSpPr>
              <a:grpSpLocks/>
            </p:cNvGrpSpPr>
            <p:nvPr/>
          </p:nvGrpSpPr>
          <p:grpSpPr bwMode="auto">
            <a:xfrm>
              <a:off x="2878" y="2036"/>
              <a:ext cx="415" cy="56"/>
              <a:chOff x="2878" y="2036"/>
              <a:chExt cx="415" cy="56"/>
            </a:xfrm>
            <a:grpFill/>
          </p:grpSpPr>
          <p:sp>
            <p:nvSpPr>
              <p:cNvPr id="103957" name="Freeform 859">
                <a:extLst>
                  <a:ext uri="{FF2B5EF4-FFF2-40B4-BE49-F238E27FC236}">
                    <a16:creationId xmlns:a16="http://schemas.microsoft.com/office/drawing/2014/main" id="{F4B2E638-038B-BD6F-5AF6-6130F08BBDD7}"/>
                  </a:ext>
                </a:extLst>
              </p:cNvPr>
              <p:cNvSpPr>
                <a:spLocks/>
              </p:cNvSpPr>
              <p:nvPr/>
            </p:nvSpPr>
            <p:spPr bwMode="auto">
              <a:xfrm>
                <a:off x="3181" y="2036"/>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lumMod val="65000"/>
                  </a:schemeClr>
                </a:solidFill>
                <a:round/>
                <a:headEnd/>
                <a:tailEnd/>
              </a:ln>
            </p:spPr>
            <p:txBody>
              <a:bodyPr/>
              <a:lstStyle/>
              <a:p>
                <a:endParaRPr lang="en-US"/>
              </a:p>
            </p:txBody>
          </p:sp>
          <p:grpSp>
            <p:nvGrpSpPr>
              <p:cNvPr id="103958" name="Group 860">
                <a:extLst>
                  <a:ext uri="{FF2B5EF4-FFF2-40B4-BE49-F238E27FC236}">
                    <a16:creationId xmlns:a16="http://schemas.microsoft.com/office/drawing/2014/main" id="{05055486-3EF7-50CD-01FA-6A2FCE2C15E1}"/>
                  </a:ext>
                </a:extLst>
              </p:cNvPr>
              <p:cNvGrpSpPr>
                <a:grpSpLocks/>
              </p:cNvGrpSpPr>
              <p:nvPr/>
            </p:nvGrpSpPr>
            <p:grpSpPr bwMode="auto">
              <a:xfrm>
                <a:off x="2878" y="2060"/>
                <a:ext cx="295" cy="1"/>
                <a:chOff x="2878" y="2060"/>
                <a:chExt cx="295" cy="1"/>
              </a:xfrm>
              <a:grpFill/>
            </p:grpSpPr>
            <p:sp>
              <p:nvSpPr>
                <p:cNvPr id="103959" name="Line 861">
                  <a:extLst>
                    <a:ext uri="{FF2B5EF4-FFF2-40B4-BE49-F238E27FC236}">
                      <a16:creationId xmlns:a16="http://schemas.microsoft.com/office/drawing/2014/main" id="{B07E9861-C959-C55D-182B-6CC195F0DD18}"/>
                    </a:ext>
                  </a:extLst>
                </p:cNvPr>
                <p:cNvSpPr>
                  <a:spLocks noChangeShapeType="1"/>
                </p:cNvSpPr>
                <p:nvPr/>
              </p:nvSpPr>
              <p:spPr bwMode="auto">
                <a:xfrm>
                  <a:off x="2878" y="2060"/>
                  <a:ext cx="24" cy="1"/>
                </a:xfrm>
                <a:prstGeom prst="line">
                  <a:avLst/>
                </a:prstGeom>
                <a:grpFill/>
                <a:ln w="12700">
                  <a:solidFill>
                    <a:schemeClr val="bg1">
                      <a:lumMod val="65000"/>
                    </a:schemeClr>
                  </a:solidFill>
                  <a:round/>
                  <a:headEnd/>
                  <a:tailEnd/>
                </a:ln>
              </p:spPr>
              <p:txBody>
                <a:bodyPr/>
                <a:lstStyle/>
                <a:p>
                  <a:endParaRPr lang="en-US"/>
                </a:p>
              </p:txBody>
            </p:sp>
            <p:sp>
              <p:nvSpPr>
                <p:cNvPr id="103960" name="Line 862">
                  <a:extLst>
                    <a:ext uri="{FF2B5EF4-FFF2-40B4-BE49-F238E27FC236}">
                      <a16:creationId xmlns:a16="http://schemas.microsoft.com/office/drawing/2014/main" id="{06513936-1DE8-8E5B-06F4-D94942A1EBE3}"/>
                    </a:ext>
                  </a:extLst>
                </p:cNvPr>
                <p:cNvSpPr>
                  <a:spLocks noChangeShapeType="1"/>
                </p:cNvSpPr>
                <p:nvPr/>
              </p:nvSpPr>
              <p:spPr bwMode="auto">
                <a:xfrm>
                  <a:off x="2934" y="2060"/>
                  <a:ext cx="24" cy="1"/>
                </a:xfrm>
                <a:prstGeom prst="line">
                  <a:avLst/>
                </a:prstGeom>
                <a:grpFill/>
                <a:ln w="12700">
                  <a:solidFill>
                    <a:schemeClr val="bg1">
                      <a:lumMod val="65000"/>
                    </a:schemeClr>
                  </a:solidFill>
                  <a:round/>
                  <a:headEnd/>
                  <a:tailEnd/>
                </a:ln>
              </p:spPr>
              <p:txBody>
                <a:bodyPr/>
                <a:lstStyle/>
                <a:p>
                  <a:endParaRPr lang="en-US"/>
                </a:p>
              </p:txBody>
            </p:sp>
            <p:sp>
              <p:nvSpPr>
                <p:cNvPr id="103961" name="Line 863">
                  <a:extLst>
                    <a:ext uri="{FF2B5EF4-FFF2-40B4-BE49-F238E27FC236}">
                      <a16:creationId xmlns:a16="http://schemas.microsoft.com/office/drawing/2014/main" id="{92FD9DC3-0A2D-51FD-19D3-9D6848BFF1B5}"/>
                    </a:ext>
                  </a:extLst>
                </p:cNvPr>
                <p:cNvSpPr>
                  <a:spLocks noChangeShapeType="1"/>
                </p:cNvSpPr>
                <p:nvPr/>
              </p:nvSpPr>
              <p:spPr bwMode="auto">
                <a:xfrm>
                  <a:off x="2990" y="2060"/>
                  <a:ext cx="23" cy="1"/>
                </a:xfrm>
                <a:prstGeom prst="line">
                  <a:avLst/>
                </a:prstGeom>
                <a:grpFill/>
                <a:ln w="12700">
                  <a:solidFill>
                    <a:schemeClr val="bg1">
                      <a:lumMod val="65000"/>
                    </a:schemeClr>
                  </a:solidFill>
                  <a:round/>
                  <a:headEnd/>
                  <a:tailEnd/>
                </a:ln>
              </p:spPr>
              <p:txBody>
                <a:bodyPr/>
                <a:lstStyle/>
                <a:p>
                  <a:endParaRPr lang="en-US"/>
                </a:p>
              </p:txBody>
            </p:sp>
            <p:sp>
              <p:nvSpPr>
                <p:cNvPr id="103962" name="Line 864">
                  <a:extLst>
                    <a:ext uri="{FF2B5EF4-FFF2-40B4-BE49-F238E27FC236}">
                      <a16:creationId xmlns:a16="http://schemas.microsoft.com/office/drawing/2014/main" id="{5DF18726-B2A5-1659-1C9F-E24B574BB0B1}"/>
                    </a:ext>
                  </a:extLst>
                </p:cNvPr>
                <p:cNvSpPr>
                  <a:spLocks noChangeShapeType="1"/>
                </p:cNvSpPr>
                <p:nvPr/>
              </p:nvSpPr>
              <p:spPr bwMode="auto">
                <a:xfrm>
                  <a:off x="3045" y="2060"/>
                  <a:ext cx="24" cy="1"/>
                </a:xfrm>
                <a:prstGeom prst="line">
                  <a:avLst/>
                </a:prstGeom>
                <a:grpFill/>
                <a:ln w="12700">
                  <a:solidFill>
                    <a:schemeClr val="bg1">
                      <a:lumMod val="65000"/>
                    </a:schemeClr>
                  </a:solidFill>
                  <a:round/>
                  <a:headEnd/>
                  <a:tailEnd/>
                </a:ln>
              </p:spPr>
              <p:txBody>
                <a:bodyPr/>
                <a:lstStyle/>
                <a:p>
                  <a:endParaRPr lang="en-US"/>
                </a:p>
              </p:txBody>
            </p:sp>
            <p:sp>
              <p:nvSpPr>
                <p:cNvPr id="103963" name="Line 865">
                  <a:extLst>
                    <a:ext uri="{FF2B5EF4-FFF2-40B4-BE49-F238E27FC236}">
                      <a16:creationId xmlns:a16="http://schemas.microsoft.com/office/drawing/2014/main" id="{00815F39-9A41-B16A-8A18-2A05F3C6EB23}"/>
                    </a:ext>
                  </a:extLst>
                </p:cNvPr>
                <p:cNvSpPr>
                  <a:spLocks noChangeShapeType="1"/>
                </p:cNvSpPr>
                <p:nvPr/>
              </p:nvSpPr>
              <p:spPr bwMode="auto">
                <a:xfrm>
                  <a:off x="3101" y="2060"/>
                  <a:ext cx="24" cy="1"/>
                </a:xfrm>
                <a:prstGeom prst="line">
                  <a:avLst/>
                </a:prstGeom>
                <a:grpFill/>
                <a:ln w="12700">
                  <a:solidFill>
                    <a:schemeClr val="bg1">
                      <a:lumMod val="65000"/>
                    </a:schemeClr>
                  </a:solidFill>
                  <a:round/>
                  <a:headEnd/>
                  <a:tailEnd/>
                </a:ln>
              </p:spPr>
              <p:txBody>
                <a:bodyPr/>
                <a:lstStyle/>
                <a:p>
                  <a:endParaRPr lang="en-US"/>
                </a:p>
              </p:txBody>
            </p:sp>
            <p:sp>
              <p:nvSpPr>
                <p:cNvPr id="103964" name="Line 866">
                  <a:extLst>
                    <a:ext uri="{FF2B5EF4-FFF2-40B4-BE49-F238E27FC236}">
                      <a16:creationId xmlns:a16="http://schemas.microsoft.com/office/drawing/2014/main" id="{9C9959E1-1399-1E74-AC9A-1B921114AB53}"/>
                    </a:ext>
                  </a:extLst>
                </p:cNvPr>
                <p:cNvSpPr>
                  <a:spLocks noChangeShapeType="1"/>
                </p:cNvSpPr>
                <p:nvPr/>
              </p:nvSpPr>
              <p:spPr bwMode="auto">
                <a:xfrm>
                  <a:off x="3157" y="2060"/>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99" name="Group 867">
              <a:extLst>
                <a:ext uri="{FF2B5EF4-FFF2-40B4-BE49-F238E27FC236}">
                  <a16:creationId xmlns:a16="http://schemas.microsoft.com/office/drawing/2014/main" id="{3201A8AE-8294-303F-3D4D-90BB892B0AFE}"/>
                </a:ext>
              </a:extLst>
            </p:cNvPr>
            <p:cNvGrpSpPr>
              <a:grpSpLocks/>
            </p:cNvGrpSpPr>
            <p:nvPr/>
          </p:nvGrpSpPr>
          <p:grpSpPr bwMode="auto">
            <a:xfrm>
              <a:off x="2886" y="2339"/>
              <a:ext cx="415" cy="56"/>
              <a:chOff x="2886" y="2339"/>
              <a:chExt cx="415" cy="56"/>
            </a:xfrm>
            <a:grpFill/>
          </p:grpSpPr>
          <p:sp>
            <p:nvSpPr>
              <p:cNvPr id="103949" name="Freeform 868">
                <a:extLst>
                  <a:ext uri="{FF2B5EF4-FFF2-40B4-BE49-F238E27FC236}">
                    <a16:creationId xmlns:a16="http://schemas.microsoft.com/office/drawing/2014/main" id="{4A28F704-D32C-AFF7-55CB-E92C5D277A65}"/>
                  </a:ext>
                </a:extLst>
              </p:cNvPr>
              <p:cNvSpPr>
                <a:spLocks/>
              </p:cNvSpPr>
              <p:nvPr/>
            </p:nvSpPr>
            <p:spPr bwMode="auto">
              <a:xfrm>
                <a:off x="3189" y="2339"/>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3950" name="Group 869">
                <a:extLst>
                  <a:ext uri="{FF2B5EF4-FFF2-40B4-BE49-F238E27FC236}">
                    <a16:creationId xmlns:a16="http://schemas.microsoft.com/office/drawing/2014/main" id="{B7C89DDF-47A5-CD89-F2AA-C7AE85878D27}"/>
                  </a:ext>
                </a:extLst>
              </p:cNvPr>
              <p:cNvGrpSpPr>
                <a:grpSpLocks/>
              </p:cNvGrpSpPr>
              <p:nvPr/>
            </p:nvGrpSpPr>
            <p:grpSpPr bwMode="auto">
              <a:xfrm>
                <a:off x="2886" y="2371"/>
                <a:ext cx="295" cy="1"/>
                <a:chOff x="2886" y="2371"/>
                <a:chExt cx="295" cy="1"/>
              </a:xfrm>
              <a:grpFill/>
            </p:grpSpPr>
            <p:sp>
              <p:nvSpPr>
                <p:cNvPr id="103951" name="Line 870">
                  <a:extLst>
                    <a:ext uri="{FF2B5EF4-FFF2-40B4-BE49-F238E27FC236}">
                      <a16:creationId xmlns:a16="http://schemas.microsoft.com/office/drawing/2014/main" id="{5805FE17-40EB-0DE3-883F-C12359BEE02A}"/>
                    </a:ext>
                  </a:extLst>
                </p:cNvPr>
                <p:cNvSpPr>
                  <a:spLocks noChangeShapeType="1"/>
                </p:cNvSpPr>
                <p:nvPr/>
              </p:nvSpPr>
              <p:spPr bwMode="auto">
                <a:xfrm>
                  <a:off x="2886" y="2371"/>
                  <a:ext cx="24" cy="1"/>
                </a:xfrm>
                <a:prstGeom prst="line">
                  <a:avLst/>
                </a:prstGeom>
                <a:grpFill/>
                <a:ln w="12700">
                  <a:solidFill>
                    <a:schemeClr val="bg1">
                      <a:lumMod val="65000"/>
                    </a:schemeClr>
                  </a:solidFill>
                  <a:round/>
                  <a:headEnd/>
                  <a:tailEnd/>
                </a:ln>
              </p:spPr>
              <p:txBody>
                <a:bodyPr/>
                <a:lstStyle/>
                <a:p>
                  <a:endParaRPr lang="en-US"/>
                </a:p>
              </p:txBody>
            </p:sp>
            <p:sp>
              <p:nvSpPr>
                <p:cNvPr id="103952" name="Line 871">
                  <a:extLst>
                    <a:ext uri="{FF2B5EF4-FFF2-40B4-BE49-F238E27FC236}">
                      <a16:creationId xmlns:a16="http://schemas.microsoft.com/office/drawing/2014/main" id="{AFDF7AF4-2A36-6F99-29A4-FECEF82DD763}"/>
                    </a:ext>
                  </a:extLst>
                </p:cNvPr>
                <p:cNvSpPr>
                  <a:spLocks noChangeShapeType="1"/>
                </p:cNvSpPr>
                <p:nvPr/>
              </p:nvSpPr>
              <p:spPr bwMode="auto">
                <a:xfrm>
                  <a:off x="2942" y="2371"/>
                  <a:ext cx="24" cy="1"/>
                </a:xfrm>
                <a:prstGeom prst="line">
                  <a:avLst/>
                </a:prstGeom>
                <a:grpFill/>
                <a:ln w="12700">
                  <a:solidFill>
                    <a:schemeClr val="bg1">
                      <a:lumMod val="65000"/>
                    </a:schemeClr>
                  </a:solidFill>
                  <a:round/>
                  <a:headEnd/>
                  <a:tailEnd/>
                </a:ln>
              </p:spPr>
              <p:txBody>
                <a:bodyPr/>
                <a:lstStyle/>
                <a:p>
                  <a:endParaRPr lang="en-US"/>
                </a:p>
              </p:txBody>
            </p:sp>
            <p:sp>
              <p:nvSpPr>
                <p:cNvPr id="103953" name="Line 872">
                  <a:extLst>
                    <a:ext uri="{FF2B5EF4-FFF2-40B4-BE49-F238E27FC236}">
                      <a16:creationId xmlns:a16="http://schemas.microsoft.com/office/drawing/2014/main" id="{D70E9674-808C-0A9D-3E6D-5C759031221D}"/>
                    </a:ext>
                  </a:extLst>
                </p:cNvPr>
                <p:cNvSpPr>
                  <a:spLocks noChangeShapeType="1"/>
                </p:cNvSpPr>
                <p:nvPr/>
              </p:nvSpPr>
              <p:spPr bwMode="auto">
                <a:xfrm>
                  <a:off x="2998" y="2371"/>
                  <a:ext cx="23" cy="1"/>
                </a:xfrm>
                <a:prstGeom prst="line">
                  <a:avLst/>
                </a:prstGeom>
                <a:grpFill/>
                <a:ln w="12700">
                  <a:solidFill>
                    <a:schemeClr val="bg1">
                      <a:lumMod val="65000"/>
                    </a:schemeClr>
                  </a:solidFill>
                  <a:round/>
                  <a:headEnd/>
                  <a:tailEnd/>
                </a:ln>
              </p:spPr>
              <p:txBody>
                <a:bodyPr/>
                <a:lstStyle/>
                <a:p>
                  <a:endParaRPr lang="en-US"/>
                </a:p>
              </p:txBody>
            </p:sp>
            <p:sp>
              <p:nvSpPr>
                <p:cNvPr id="103954" name="Line 873">
                  <a:extLst>
                    <a:ext uri="{FF2B5EF4-FFF2-40B4-BE49-F238E27FC236}">
                      <a16:creationId xmlns:a16="http://schemas.microsoft.com/office/drawing/2014/main" id="{B7747D08-CC74-4A9C-B397-6EA33EE5B058}"/>
                    </a:ext>
                  </a:extLst>
                </p:cNvPr>
                <p:cNvSpPr>
                  <a:spLocks noChangeShapeType="1"/>
                </p:cNvSpPr>
                <p:nvPr/>
              </p:nvSpPr>
              <p:spPr bwMode="auto">
                <a:xfrm>
                  <a:off x="3053" y="2371"/>
                  <a:ext cx="24" cy="1"/>
                </a:xfrm>
                <a:prstGeom prst="line">
                  <a:avLst/>
                </a:prstGeom>
                <a:grpFill/>
                <a:ln w="12700">
                  <a:solidFill>
                    <a:schemeClr val="bg1">
                      <a:lumMod val="65000"/>
                    </a:schemeClr>
                  </a:solidFill>
                  <a:round/>
                  <a:headEnd/>
                  <a:tailEnd/>
                </a:ln>
              </p:spPr>
              <p:txBody>
                <a:bodyPr/>
                <a:lstStyle/>
                <a:p>
                  <a:endParaRPr lang="en-US"/>
                </a:p>
              </p:txBody>
            </p:sp>
            <p:sp>
              <p:nvSpPr>
                <p:cNvPr id="103955" name="Line 874">
                  <a:extLst>
                    <a:ext uri="{FF2B5EF4-FFF2-40B4-BE49-F238E27FC236}">
                      <a16:creationId xmlns:a16="http://schemas.microsoft.com/office/drawing/2014/main" id="{8BB3C6EE-AD5A-EEB5-9C8F-E0AF4DC77ECE}"/>
                    </a:ext>
                  </a:extLst>
                </p:cNvPr>
                <p:cNvSpPr>
                  <a:spLocks noChangeShapeType="1"/>
                </p:cNvSpPr>
                <p:nvPr/>
              </p:nvSpPr>
              <p:spPr bwMode="auto">
                <a:xfrm>
                  <a:off x="3109" y="2371"/>
                  <a:ext cx="24" cy="1"/>
                </a:xfrm>
                <a:prstGeom prst="line">
                  <a:avLst/>
                </a:prstGeom>
                <a:grpFill/>
                <a:ln w="12700">
                  <a:solidFill>
                    <a:schemeClr val="bg1">
                      <a:lumMod val="65000"/>
                    </a:schemeClr>
                  </a:solidFill>
                  <a:round/>
                  <a:headEnd/>
                  <a:tailEnd/>
                </a:ln>
              </p:spPr>
              <p:txBody>
                <a:bodyPr/>
                <a:lstStyle/>
                <a:p>
                  <a:endParaRPr lang="en-US"/>
                </a:p>
              </p:txBody>
            </p:sp>
            <p:sp>
              <p:nvSpPr>
                <p:cNvPr id="103956" name="Line 875">
                  <a:extLst>
                    <a:ext uri="{FF2B5EF4-FFF2-40B4-BE49-F238E27FC236}">
                      <a16:creationId xmlns:a16="http://schemas.microsoft.com/office/drawing/2014/main" id="{40B8D3F2-9F80-62AA-D1C0-8C71917FA808}"/>
                    </a:ext>
                  </a:extLst>
                </p:cNvPr>
                <p:cNvSpPr>
                  <a:spLocks noChangeShapeType="1"/>
                </p:cNvSpPr>
                <p:nvPr/>
              </p:nvSpPr>
              <p:spPr bwMode="auto">
                <a:xfrm>
                  <a:off x="3165" y="2371"/>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600" name="Group 876">
              <a:extLst>
                <a:ext uri="{FF2B5EF4-FFF2-40B4-BE49-F238E27FC236}">
                  <a16:creationId xmlns:a16="http://schemas.microsoft.com/office/drawing/2014/main" id="{59433D15-CAF7-F454-8573-A18CD5FF5EEA}"/>
                </a:ext>
              </a:extLst>
            </p:cNvPr>
            <p:cNvGrpSpPr>
              <a:grpSpLocks/>
            </p:cNvGrpSpPr>
            <p:nvPr/>
          </p:nvGrpSpPr>
          <p:grpSpPr bwMode="auto">
            <a:xfrm>
              <a:off x="2878" y="2642"/>
              <a:ext cx="415" cy="56"/>
              <a:chOff x="2878" y="2642"/>
              <a:chExt cx="415" cy="56"/>
            </a:xfrm>
            <a:grpFill/>
          </p:grpSpPr>
          <p:sp>
            <p:nvSpPr>
              <p:cNvPr id="103941" name="Freeform 877">
                <a:extLst>
                  <a:ext uri="{FF2B5EF4-FFF2-40B4-BE49-F238E27FC236}">
                    <a16:creationId xmlns:a16="http://schemas.microsoft.com/office/drawing/2014/main" id="{ADF3AC8B-25D0-97E8-B463-887660447906}"/>
                  </a:ext>
                </a:extLst>
              </p:cNvPr>
              <p:cNvSpPr>
                <a:spLocks/>
              </p:cNvSpPr>
              <p:nvPr/>
            </p:nvSpPr>
            <p:spPr bwMode="auto">
              <a:xfrm>
                <a:off x="3181" y="2642"/>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3942" name="Group 878">
                <a:extLst>
                  <a:ext uri="{FF2B5EF4-FFF2-40B4-BE49-F238E27FC236}">
                    <a16:creationId xmlns:a16="http://schemas.microsoft.com/office/drawing/2014/main" id="{A6B60313-6E9B-B78B-77F9-EE7B8D53D51E}"/>
                  </a:ext>
                </a:extLst>
              </p:cNvPr>
              <p:cNvGrpSpPr>
                <a:grpSpLocks/>
              </p:cNvGrpSpPr>
              <p:nvPr/>
            </p:nvGrpSpPr>
            <p:grpSpPr bwMode="auto">
              <a:xfrm>
                <a:off x="2878" y="2674"/>
                <a:ext cx="295" cy="1"/>
                <a:chOff x="2878" y="2674"/>
                <a:chExt cx="295" cy="1"/>
              </a:xfrm>
              <a:grpFill/>
            </p:grpSpPr>
            <p:sp>
              <p:nvSpPr>
                <p:cNvPr id="103943" name="Line 879">
                  <a:extLst>
                    <a:ext uri="{FF2B5EF4-FFF2-40B4-BE49-F238E27FC236}">
                      <a16:creationId xmlns:a16="http://schemas.microsoft.com/office/drawing/2014/main" id="{403FDAA0-E7A2-D391-CA43-9AF4A58DA4CD}"/>
                    </a:ext>
                  </a:extLst>
                </p:cNvPr>
                <p:cNvSpPr>
                  <a:spLocks noChangeShapeType="1"/>
                </p:cNvSpPr>
                <p:nvPr/>
              </p:nvSpPr>
              <p:spPr bwMode="auto">
                <a:xfrm>
                  <a:off x="2878" y="2674"/>
                  <a:ext cx="24" cy="1"/>
                </a:xfrm>
                <a:prstGeom prst="line">
                  <a:avLst/>
                </a:prstGeom>
                <a:grpFill/>
                <a:ln w="12700">
                  <a:solidFill>
                    <a:schemeClr val="bg1">
                      <a:lumMod val="65000"/>
                    </a:schemeClr>
                  </a:solidFill>
                  <a:round/>
                  <a:headEnd/>
                  <a:tailEnd/>
                </a:ln>
              </p:spPr>
              <p:txBody>
                <a:bodyPr/>
                <a:lstStyle/>
                <a:p>
                  <a:endParaRPr lang="en-US"/>
                </a:p>
              </p:txBody>
            </p:sp>
            <p:sp>
              <p:nvSpPr>
                <p:cNvPr id="103944" name="Line 880">
                  <a:extLst>
                    <a:ext uri="{FF2B5EF4-FFF2-40B4-BE49-F238E27FC236}">
                      <a16:creationId xmlns:a16="http://schemas.microsoft.com/office/drawing/2014/main" id="{F0DC1BEA-6E1D-37BA-A265-B71730BE2DEC}"/>
                    </a:ext>
                  </a:extLst>
                </p:cNvPr>
                <p:cNvSpPr>
                  <a:spLocks noChangeShapeType="1"/>
                </p:cNvSpPr>
                <p:nvPr/>
              </p:nvSpPr>
              <p:spPr bwMode="auto">
                <a:xfrm>
                  <a:off x="2934" y="2674"/>
                  <a:ext cx="24" cy="1"/>
                </a:xfrm>
                <a:prstGeom prst="line">
                  <a:avLst/>
                </a:prstGeom>
                <a:grpFill/>
                <a:ln w="12700">
                  <a:solidFill>
                    <a:schemeClr val="bg1">
                      <a:lumMod val="65000"/>
                    </a:schemeClr>
                  </a:solidFill>
                  <a:round/>
                  <a:headEnd/>
                  <a:tailEnd/>
                </a:ln>
              </p:spPr>
              <p:txBody>
                <a:bodyPr/>
                <a:lstStyle/>
                <a:p>
                  <a:endParaRPr lang="en-US"/>
                </a:p>
              </p:txBody>
            </p:sp>
            <p:sp>
              <p:nvSpPr>
                <p:cNvPr id="103945" name="Line 881">
                  <a:extLst>
                    <a:ext uri="{FF2B5EF4-FFF2-40B4-BE49-F238E27FC236}">
                      <a16:creationId xmlns:a16="http://schemas.microsoft.com/office/drawing/2014/main" id="{3ED0D132-51D6-B673-9AA8-FD5E3C7CF63A}"/>
                    </a:ext>
                  </a:extLst>
                </p:cNvPr>
                <p:cNvSpPr>
                  <a:spLocks noChangeShapeType="1"/>
                </p:cNvSpPr>
                <p:nvPr/>
              </p:nvSpPr>
              <p:spPr bwMode="auto">
                <a:xfrm>
                  <a:off x="2990" y="2674"/>
                  <a:ext cx="23" cy="1"/>
                </a:xfrm>
                <a:prstGeom prst="line">
                  <a:avLst/>
                </a:prstGeom>
                <a:grpFill/>
                <a:ln w="12700">
                  <a:solidFill>
                    <a:schemeClr val="bg1">
                      <a:lumMod val="65000"/>
                    </a:schemeClr>
                  </a:solidFill>
                  <a:round/>
                  <a:headEnd/>
                  <a:tailEnd/>
                </a:ln>
              </p:spPr>
              <p:txBody>
                <a:bodyPr/>
                <a:lstStyle/>
                <a:p>
                  <a:endParaRPr lang="en-US"/>
                </a:p>
              </p:txBody>
            </p:sp>
            <p:sp>
              <p:nvSpPr>
                <p:cNvPr id="103946" name="Line 882">
                  <a:extLst>
                    <a:ext uri="{FF2B5EF4-FFF2-40B4-BE49-F238E27FC236}">
                      <a16:creationId xmlns:a16="http://schemas.microsoft.com/office/drawing/2014/main" id="{BB77D14E-9207-FDF6-BF54-8E715011E566}"/>
                    </a:ext>
                  </a:extLst>
                </p:cNvPr>
                <p:cNvSpPr>
                  <a:spLocks noChangeShapeType="1"/>
                </p:cNvSpPr>
                <p:nvPr/>
              </p:nvSpPr>
              <p:spPr bwMode="auto">
                <a:xfrm>
                  <a:off x="3045" y="2674"/>
                  <a:ext cx="24" cy="1"/>
                </a:xfrm>
                <a:prstGeom prst="line">
                  <a:avLst/>
                </a:prstGeom>
                <a:grpFill/>
                <a:ln w="12700">
                  <a:solidFill>
                    <a:schemeClr val="bg1">
                      <a:lumMod val="65000"/>
                    </a:schemeClr>
                  </a:solidFill>
                  <a:round/>
                  <a:headEnd/>
                  <a:tailEnd/>
                </a:ln>
              </p:spPr>
              <p:txBody>
                <a:bodyPr/>
                <a:lstStyle/>
                <a:p>
                  <a:endParaRPr lang="en-US"/>
                </a:p>
              </p:txBody>
            </p:sp>
            <p:sp>
              <p:nvSpPr>
                <p:cNvPr id="103947" name="Line 883">
                  <a:extLst>
                    <a:ext uri="{FF2B5EF4-FFF2-40B4-BE49-F238E27FC236}">
                      <a16:creationId xmlns:a16="http://schemas.microsoft.com/office/drawing/2014/main" id="{691D837E-A3EA-11F0-4534-38380D7268E1}"/>
                    </a:ext>
                  </a:extLst>
                </p:cNvPr>
                <p:cNvSpPr>
                  <a:spLocks noChangeShapeType="1"/>
                </p:cNvSpPr>
                <p:nvPr/>
              </p:nvSpPr>
              <p:spPr bwMode="auto">
                <a:xfrm>
                  <a:off x="3101" y="2674"/>
                  <a:ext cx="24" cy="1"/>
                </a:xfrm>
                <a:prstGeom prst="line">
                  <a:avLst/>
                </a:prstGeom>
                <a:grpFill/>
                <a:ln w="12700">
                  <a:solidFill>
                    <a:schemeClr val="bg1">
                      <a:lumMod val="65000"/>
                    </a:schemeClr>
                  </a:solidFill>
                  <a:round/>
                  <a:headEnd/>
                  <a:tailEnd/>
                </a:ln>
              </p:spPr>
              <p:txBody>
                <a:bodyPr/>
                <a:lstStyle/>
                <a:p>
                  <a:endParaRPr lang="en-US"/>
                </a:p>
              </p:txBody>
            </p:sp>
            <p:sp>
              <p:nvSpPr>
                <p:cNvPr id="103948" name="Line 884">
                  <a:extLst>
                    <a:ext uri="{FF2B5EF4-FFF2-40B4-BE49-F238E27FC236}">
                      <a16:creationId xmlns:a16="http://schemas.microsoft.com/office/drawing/2014/main" id="{6FF44AE0-4A9B-F6B5-F8E1-0B2012C35B38}"/>
                    </a:ext>
                  </a:extLst>
                </p:cNvPr>
                <p:cNvSpPr>
                  <a:spLocks noChangeShapeType="1"/>
                </p:cNvSpPr>
                <p:nvPr/>
              </p:nvSpPr>
              <p:spPr bwMode="auto">
                <a:xfrm>
                  <a:off x="3157" y="2674"/>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601" name="Group 885">
              <a:extLst>
                <a:ext uri="{FF2B5EF4-FFF2-40B4-BE49-F238E27FC236}">
                  <a16:creationId xmlns:a16="http://schemas.microsoft.com/office/drawing/2014/main" id="{D055DBFF-1DF2-E948-A8E1-718C38B753D8}"/>
                </a:ext>
              </a:extLst>
            </p:cNvPr>
            <p:cNvGrpSpPr>
              <a:grpSpLocks/>
            </p:cNvGrpSpPr>
            <p:nvPr/>
          </p:nvGrpSpPr>
          <p:grpSpPr bwMode="auto">
            <a:xfrm>
              <a:off x="2878" y="2953"/>
              <a:ext cx="415" cy="56"/>
              <a:chOff x="2878" y="2953"/>
              <a:chExt cx="415" cy="56"/>
            </a:xfrm>
            <a:grpFill/>
          </p:grpSpPr>
          <p:sp>
            <p:nvSpPr>
              <p:cNvPr id="103933" name="Freeform 886">
                <a:extLst>
                  <a:ext uri="{FF2B5EF4-FFF2-40B4-BE49-F238E27FC236}">
                    <a16:creationId xmlns:a16="http://schemas.microsoft.com/office/drawing/2014/main" id="{4496B31F-02B9-10D0-FB5B-1F1CA374A0CC}"/>
                  </a:ext>
                </a:extLst>
              </p:cNvPr>
              <p:cNvSpPr>
                <a:spLocks/>
              </p:cNvSpPr>
              <p:nvPr/>
            </p:nvSpPr>
            <p:spPr bwMode="auto">
              <a:xfrm>
                <a:off x="3181"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3934" name="Group 887">
                <a:extLst>
                  <a:ext uri="{FF2B5EF4-FFF2-40B4-BE49-F238E27FC236}">
                    <a16:creationId xmlns:a16="http://schemas.microsoft.com/office/drawing/2014/main" id="{F0BCDB64-BF2A-77F4-8504-1955DC7C08BF}"/>
                  </a:ext>
                </a:extLst>
              </p:cNvPr>
              <p:cNvGrpSpPr>
                <a:grpSpLocks/>
              </p:cNvGrpSpPr>
              <p:nvPr/>
            </p:nvGrpSpPr>
            <p:grpSpPr bwMode="auto">
              <a:xfrm>
                <a:off x="2878" y="2985"/>
                <a:ext cx="295" cy="1"/>
                <a:chOff x="2878" y="2985"/>
                <a:chExt cx="295" cy="1"/>
              </a:xfrm>
              <a:grpFill/>
            </p:grpSpPr>
            <p:sp>
              <p:nvSpPr>
                <p:cNvPr id="103935" name="Line 888">
                  <a:extLst>
                    <a:ext uri="{FF2B5EF4-FFF2-40B4-BE49-F238E27FC236}">
                      <a16:creationId xmlns:a16="http://schemas.microsoft.com/office/drawing/2014/main" id="{8D4BBB2D-1B83-3499-DFCA-9B6F71E566AB}"/>
                    </a:ext>
                  </a:extLst>
                </p:cNvPr>
                <p:cNvSpPr>
                  <a:spLocks noChangeShapeType="1"/>
                </p:cNvSpPr>
                <p:nvPr/>
              </p:nvSpPr>
              <p:spPr bwMode="auto">
                <a:xfrm>
                  <a:off x="2878" y="2985"/>
                  <a:ext cx="24" cy="1"/>
                </a:xfrm>
                <a:prstGeom prst="line">
                  <a:avLst/>
                </a:prstGeom>
                <a:grpFill/>
                <a:ln w="12700">
                  <a:solidFill>
                    <a:schemeClr val="bg1">
                      <a:lumMod val="65000"/>
                    </a:schemeClr>
                  </a:solidFill>
                  <a:round/>
                  <a:headEnd/>
                  <a:tailEnd/>
                </a:ln>
              </p:spPr>
              <p:txBody>
                <a:bodyPr/>
                <a:lstStyle/>
                <a:p>
                  <a:endParaRPr lang="en-US"/>
                </a:p>
              </p:txBody>
            </p:sp>
            <p:sp>
              <p:nvSpPr>
                <p:cNvPr id="103936" name="Line 889">
                  <a:extLst>
                    <a:ext uri="{FF2B5EF4-FFF2-40B4-BE49-F238E27FC236}">
                      <a16:creationId xmlns:a16="http://schemas.microsoft.com/office/drawing/2014/main" id="{3280DD15-AADE-5033-FD1C-C6970DD53005}"/>
                    </a:ext>
                  </a:extLst>
                </p:cNvPr>
                <p:cNvSpPr>
                  <a:spLocks noChangeShapeType="1"/>
                </p:cNvSpPr>
                <p:nvPr/>
              </p:nvSpPr>
              <p:spPr bwMode="auto">
                <a:xfrm>
                  <a:off x="2934" y="2985"/>
                  <a:ext cx="24" cy="1"/>
                </a:xfrm>
                <a:prstGeom prst="line">
                  <a:avLst/>
                </a:prstGeom>
                <a:grpFill/>
                <a:ln w="12700">
                  <a:solidFill>
                    <a:schemeClr val="bg1">
                      <a:lumMod val="65000"/>
                    </a:schemeClr>
                  </a:solidFill>
                  <a:round/>
                  <a:headEnd/>
                  <a:tailEnd/>
                </a:ln>
              </p:spPr>
              <p:txBody>
                <a:bodyPr/>
                <a:lstStyle/>
                <a:p>
                  <a:endParaRPr lang="en-US"/>
                </a:p>
              </p:txBody>
            </p:sp>
            <p:sp>
              <p:nvSpPr>
                <p:cNvPr id="103937" name="Line 890">
                  <a:extLst>
                    <a:ext uri="{FF2B5EF4-FFF2-40B4-BE49-F238E27FC236}">
                      <a16:creationId xmlns:a16="http://schemas.microsoft.com/office/drawing/2014/main" id="{0D14F080-E5FE-7993-CC5A-CC0016E0ECEC}"/>
                    </a:ext>
                  </a:extLst>
                </p:cNvPr>
                <p:cNvSpPr>
                  <a:spLocks noChangeShapeType="1"/>
                </p:cNvSpPr>
                <p:nvPr/>
              </p:nvSpPr>
              <p:spPr bwMode="auto">
                <a:xfrm>
                  <a:off x="2990" y="2985"/>
                  <a:ext cx="23" cy="1"/>
                </a:xfrm>
                <a:prstGeom prst="line">
                  <a:avLst/>
                </a:prstGeom>
                <a:grpFill/>
                <a:ln w="12700">
                  <a:solidFill>
                    <a:schemeClr val="bg1">
                      <a:lumMod val="65000"/>
                    </a:schemeClr>
                  </a:solidFill>
                  <a:round/>
                  <a:headEnd/>
                  <a:tailEnd/>
                </a:ln>
              </p:spPr>
              <p:txBody>
                <a:bodyPr/>
                <a:lstStyle/>
                <a:p>
                  <a:endParaRPr lang="en-US"/>
                </a:p>
              </p:txBody>
            </p:sp>
            <p:sp>
              <p:nvSpPr>
                <p:cNvPr id="103938" name="Line 891">
                  <a:extLst>
                    <a:ext uri="{FF2B5EF4-FFF2-40B4-BE49-F238E27FC236}">
                      <a16:creationId xmlns:a16="http://schemas.microsoft.com/office/drawing/2014/main" id="{AFF9DAF0-FD30-82DC-B291-65A2EF2F5918}"/>
                    </a:ext>
                  </a:extLst>
                </p:cNvPr>
                <p:cNvSpPr>
                  <a:spLocks noChangeShapeType="1"/>
                </p:cNvSpPr>
                <p:nvPr/>
              </p:nvSpPr>
              <p:spPr bwMode="auto">
                <a:xfrm>
                  <a:off x="3045" y="2985"/>
                  <a:ext cx="24" cy="1"/>
                </a:xfrm>
                <a:prstGeom prst="line">
                  <a:avLst/>
                </a:prstGeom>
                <a:grpFill/>
                <a:ln w="12700">
                  <a:solidFill>
                    <a:schemeClr val="bg1">
                      <a:lumMod val="65000"/>
                    </a:schemeClr>
                  </a:solidFill>
                  <a:round/>
                  <a:headEnd/>
                  <a:tailEnd/>
                </a:ln>
              </p:spPr>
              <p:txBody>
                <a:bodyPr/>
                <a:lstStyle/>
                <a:p>
                  <a:endParaRPr lang="en-US"/>
                </a:p>
              </p:txBody>
            </p:sp>
            <p:sp>
              <p:nvSpPr>
                <p:cNvPr id="103939" name="Line 892">
                  <a:extLst>
                    <a:ext uri="{FF2B5EF4-FFF2-40B4-BE49-F238E27FC236}">
                      <a16:creationId xmlns:a16="http://schemas.microsoft.com/office/drawing/2014/main" id="{798F23E5-B939-1C56-4EC6-D6FB67C29156}"/>
                    </a:ext>
                  </a:extLst>
                </p:cNvPr>
                <p:cNvSpPr>
                  <a:spLocks noChangeShapeType="1"/>
                </p:cNvSpPr>
                <p:nvPr/>
              </p:nvSpPr>
              <p:spPr bwMode="auto">
                <a:xfrm>
                  <a:off x="3101" y="2985"/>
                  <a:ext cx="24" cy="1"/>
                </a:xfrm>
                <a:prstGeom prst="line">
                  <a:avLst/>
                </a:prstGeom>
                <a:grpFill/>
                <a:ln w="12700">
                  <a:solidFill>
                    <a:schemeClr val="bg1">
                      <a:lumMod val="65000"/>
                    </a:schemeClr>
                  </a:solidFill>
                  <a:round/>
                  <a:headEnd/>
                  <a:tailEnd/>
                </a:ln>
              </p:spPr>
              <p:txBody>
                <a:bodyPr/>
                <a:lstStyle/>
                <a:p>
                  <a:endParaRPr lang="en-US"/>
                </a:p>
              </p:txBody>
            </p:sp>
            <p:sp>
              <p:nvSpPr>
                <p:cNvPr id="103940" name="Line 893">
                  <a:extLst>
                    <a:ext uri="{FF2B5EF4-FFF2-40B4-BE49-F238E27FC236}">
                      <a16:creationId xmlns:a16="http://schemas.microsoft.com/office/drawing/2014/main" id="{F48D642B-D19B-B9CC-3B3E-A2DF28B75D8B}"/>
                    </a:ext>
                  </a:extLst>
                </p:cNvPr>
                <p:cNvSpPr>
                  <a:spLocks noChangeShapeType="1"/>
                </p:cNvSpPr>
                <p:nvPr/>
              </p:nvSpPr>
              <p:spPr bwMode="auto">
                <a:xfrm>
                  <a:off x="3157" y="2985"/>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602" name="Group 894">
              <a:extLst>
                <a:ext uri="{FF2B5EF4-FFF2-40B4-BE49-F238E27FC236}">
                  <a16:creationId xmlns:a16="http://schemas.microsoft.com/office/drawing/2014/main" id="{112C5220-2ED2-EE80-1494-6E63438F3366}"/>
                </a:ext>
              </a:extLst>
            </p:cNvPr>
            <p:cNvGrpSpPr>
              <a:grpSpLocks/>
            </p:cNvGrpSpPr>
            <p:nvPr/>
          </p:nvGrpSpPr>
          <p:grpSpPr bwMode="auto">
            <a:xfrm>
              <a:off x="2870" y="3256"/>
              <a:ext cx="415" cy="56"/>
              <a:chOff x="2870" y="3256"/>
              <a:chExt cx="415" cy="56"/>
            </a:xfrm>
            <a:grpFill/>
          </p:grpSpPr>
          <p:sp>
            <p:nvSpPr>
              <p:cNvPr id="103925" name="Freeform 895">
                <a:extLst>
                  <a:ext uri="{FF2B5EF4-FFF2-40B4-BE49-F238E27FC236}">
                    <a16:creationId xmlns:a16="http://schemas.microsoft.com/office/drawing/2014/main" id="{F4ABDAE8-3F69-913C-DE7E-6181380B4B55}"/>
                  </a:ext>
                </a:extLst>
              </p:cNvPr>
              <p:cNvSpPr>
                <a:spLocks/>
              </p:cNvSpPr>
              <p:nvPr/>
            </p:nvSpPr>
            <p:spPr bwMode="auto">
              <a:xfrm>
                <a:off x="3173" y="3256"/>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lumMod val="65000"/>
                  </a:schemeClr>
                </a:solidFill>
                <a:round/>
                <a:headEnd/>
                <a:tailEnd/>
              </a:ln>
            </p:spPr>
            <p:txBody>
              <a:bodyPr/>
              <a:lstStyle/>
              <a:p>
                <a:endParaRPr lang="en-US"/>
              </a:p>
            </p:txBody>
          </p:sp>
          <p:grpSp>
            <p:nvGrpSpPr>
              <p:cNvPr id="103926" name="Group 896">
                <a:extLst>
                  <a:ext uri="{FF2B5EF4-FFF2-40B4-BE49-F238E27FC236}">
                    <a16:creationId xmlns:a16="http://schemas.microsoft.com/office/drawing/2014/main" id="{425BF7F9-6C85-12AE-2573-A45198CD32DD}"/>
                  </a:ext>
                </a:extLst>
              </p:cNvPr>
              <p:cNvGrpSpPr>
                <a:grpSpLocks/>
              </p:cNvGrpSpPr>
              <p:nvPr/>
            </p:nvGrpSpPr>
            <p:grpSpPr bwMode="auto">
              <a:xfrm>
                <a:off x="2870" y="3280"/>
                <a:ext cx="295" cy="1"/>
                <a:chOff x="2870" y="3280"/>
                <a:chExt cx="295" cy="1"/>
              </a:xfrm>
              <a:grpFill/>
            </p:grpSpPr>
            <p:sp>
              <p:nvSpPr>
                <p:cNvPr id="103927" name="Line 897">
                  <a:extLst>
                    <a:ext uri="{FF2B5EF4-FFF2-40B4-BE49-F238E27FC236}">
                      <a16:creationId xmlns:a16="http://schemas.microsoft.com/office/drawing/2014/main" id="{3728889C-2D56-E1AD-02CB-4EA3E7CDACDD}"/>
                    </a:ext>
                  </a:extLst>
                </p:cNvPr>
                <p:cNvSpPr>
                  <a:spLocks noChangeShapeType="1"/>
                </p:cNvSpPr>
                <p:nvPr/>
              </p:nvSpPr>
              <p:spPr bwMode="auto">
                <a:xfrm>
                  <a:off x="2870" y="3280"/>
                  <a:ext cx="24" cy="1"/>
                </a:xfrm>
                <a:prstGeom prst="line">
                  <a:avLst/>
                </a:prstGeom>
                <a:grpFill/>
                <a:ln w="12700">
                  <a:solidFill>
                    <a:schemeClr val="bg1">
                      <a:lumMod val="65000"/>
                    </a:schemeClr>
                  </a:solidFill>
                  <a:round/>
                  <a:headEnd/>
                  <a:tailEnd/>
                </a:ln>
              </p:spPr>
              <p:txBody>
                <a:bodyPr/>
                <a:lstStyle/>
                <a:p>
                  <a:endParaRPr lang="en-US"/>
                </a:p>
              </p:txBody>
            </p:sp>
            <p:sp>
              <p:nvSpPr>
                <p:cNvPr id="103928" name="Line 898">
                  <a:extLst>
                    <a:ext uri="{FF2B5EF4-FFF2-40B4-BE49-F238E27FC236}">
                      <a16:creationId xmlns:a16="http://schemas.microsoft.com/office/drawing/2014/main" id="{2C6CBD1F-11D6-DAB0-4FBF-72A67E26A99B}"/>
                    </a:ext>
                  </a:extLst>
                </p:cNvPr>
                <p:cNvSpPr>
                  <a:spLocks noChangeShapeType="1"/>
                </p:cNvSpPr>
                <p:nvPr/>
              </p:nvSpPr>
              <p:spPr bwMode="auto">
                <a:xfrm>
                  <a:off x="2926" y="3280"/>
                  <a:ext cx="24" cy="1"/>
                </a:xfrm>
                <a:prstGeom prst="line">
                  <a:avLst/>
                </a:prstGeom>
                <a:grpFill/>
                <a:ln w="12700">
                  <a:solidFill>
                    <a:schemeClr val="bg1">
                      <a:lumMod val="65000"/>
                    </a:schemeClr>
                  </a:solidFill>
                  <a:round/>
                  <a:headEnd/>
                  <a:tailEnd/>
                </a:ln>
              </p:spPr>
              <p:txBody>
                <a:bodyPr/>
                <a:lstStyle/>
                <a:p>
                  <a:endParaRPr lang="en-US"/>
                </a:p>
              </p:txBody>
            </p:sp>
            <p:sp>
              <p:nvSpPr>
                <p:cNvPr id="103929" name="Line 899">
                  <a:extLst>
                    <a:ext uri="{FF2B5EF4-FFF2-40B4-BE49-F238E27FC236}">
                      <a16:creationId xmlns:a16="http://schemas.microsoft.com/office/drawing/2014/main" id="{079C6314-96FE-AF2E-8800-C4F65981A466}"/>
                    </a:ext>
                  </a:extLst>
                </p:cNvPr>
                <p:cNvSpPr>
                  <a:spLocks noChangeShapeType="1"/>
                </p:cNvSpPr>
                <p:nvPr/>
              </p:nvSpPr>
              <p:spPr bwMode="auto">
                <a:xfrm>
                  <a:off x="2982" y="3280"/>
                  <a:ext cx="24" cy="1"/>
                </a:xfrm>
                <a:prstGeom prst="line">
                  <a:avLst/>
                </a:prstGeom>
                <a:grpFill/>
                <a:ln w="12700">
                  <a:solidFill>
                    <a:schemeClr val="bg1">
                      <a:lumMod val="65000"/>
                    </a:schemeClr>
                  </a:solidFill>
                  <a:round/>
                  <a:headEnd/>
                  <a:tailEnd/>
                </a:ln>
              </p:spPr>
              <p:txBody>
                <a:bodyPr/>
                <a:lstStyle/>
                <a:p>
                  <a:endParaRPr lang="en-US"/>
                </a:p>
              </p:txBody>
            </p:sp>
            <p:sp>
              <p:nvSpPr>
                <p:cNvPr id="103930" name="Line 900">
                  <a:extLst>
                    <a:ext uri="{FF2B5EF4-FFF2-40B4-BE49-F238E27FC236}">
                      <a16:creationId xmlns:a16="http://schemas.microsoft.com/office/drawing/2014/main" id="{6A0C8671-D692-B4A7-5DD0-DD336F83729E}"/>
                    </a:ext>
                  </a:extLst>
                </p:cNvPr>
                <p:cNvSpPr>
                  <a:spLocks noChangeShapeType="1"/>
                </p:cNvSpPr>
                <p:nvPr/>
              </p:nvSpPr>
              <p:spPr bwMode="auto">
                <a:xfrm>
                  <a:off x="3037" y="3280"/>
                  <a:ext cx="24" cy="1"/>
                </a:xfrm>
                <a:prstGeom prst="line">
                  <a:avLst/>
                </a:prstGeom>
                <a:grpFill/>
                <a:ln w="12700">
                  <a:solidFill>
                    <a:schemeClr val="bg1">
                      <a:lumMod val="65000"/>
                    </a:schemeClr>
                  </a:solidFill>
                  <a:round/>
                  <a:headEnd/>
                  <a:tailEnd/>
                </a:ln>
              </p:spPr>
              <p:txBody>
                <a:bodyPr/>
                <a:lstStyle/>
                <a:p>
                  <a:endParaRPr lang="en-US"/>
                </a:p>
              </p:txBody>
            </p:sp>
            <p:sp>
              <p:nvSpPr>
                <p:cNvPr id="103931" name="Line 901">
                  <a:extLst>
                    <a:ext uri="{FF2B5EF4-FFF2-40B4-BE49-F238E27FC236}">
                      <a16:creationId xmlns:a16="http://schemas.microsoft.com/office/drawing/2014/main" id="{F29DD3A0-B271-1D20-FE85-123B6404AEF3}"/>
                    </a:ext>
                  </a:extLst>
                </p:cNvPr>
                <p:cNvSpPr>
                  <a:spLocks noChangeShapeType="1"/>
                </p:cNvSpPr>
                <p:nvPr/>
              </p:nvSpPr>
              <p:spPr bwMode="auto">
                <a:xfrm>
                  <a:off x="3093" y="3280"/>
                  <a:ext cx="24" cy="1"/>
                </a:xfrm>
                <a:prstGeom prst="line">
                  <a:avLst/>
                </a:prstGeom>
                <a:grpFill/>
                <a:ln w="12700">
                  <a:solidFill>
                    <a:schemeClr val="bg1">
                      <a:lumMod val="65000"/>
                    </a:schemeClr>
                  </a:solidFill>
                  <a:round/>
                  <a:headEnd/>
                  <a:tailEnd/>
                </a:ln>
              </p:spPr>
              <p:txBody>
                <a:bodyPr/>
                <a:lstStyle/>
                <a:p>
                  <a:endParaRPr lang="en-US"/>
                </a:p>
              </p:txBody>
            </p:sp>
            <p:sp>
              <p:nvSpPr>
                <p:cNvPr id="103932" name="Line 902">
                  <a:extLst>
                    <a:ext uri="{FF2B5EF4-FFF2-40B4-BE49-F238E27FC236}">
                      <a16:creationId xmlns:a16="http://schemas.microsoft.com/office/drawing/2014/main" id="{6D7A407B-C3EA-09D7-2F5E-45998B2406B4}"/>
                    </a:ext>
                  </a:extLst>
                </p:cNvPr>
                <p:cNvSpPr>
                  <a:spLocks noChangeShapeType="1"/>
                </p:cNvSpPr>
                <p:nvPr/>
              </p:nvSpPr>
              <p:spPr bwMode="auto">
                <a:xfrm>
                  <a:off x="3149" y="3280"/>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603" name="Group 903">
              <a:extLst>
                <a:ext uri="{FF2B5EF4-FFF2-40B4-BE49-F238E27FC236}">
                  <a16:creationId xmlns:a16="http://schemas.microsoft.com/office/drawing/2014/main" id="{ECB96E19-CDF8-19EF-740F-5E8C6D099531}"/>
                </a:ext>
              </a:extLst>
            </p:cNvPr>
            <p:cNvGrpSpPr>
              <a:grpSpLocks/>
            </p:cNvGrpSpPr>
            <p:nvPr/>
          </p:nvGrpSpPr>
          <p:grpSpPr bwMode="auto">
            <a:xfrm>
              <a:off x="2870" y="3567"/>
              <a:ext cx="415" cy="56"/>
              <a:chOff x="2870" y="3567"/>
              <a:chExt cx="415" cy="56"/>
            </a:xfrm>
            <a:grpFill/>
          </p:grpSpPr>
          <p:sp>
            <p:nvSpPr>
              <p:cNvPr id="103917" name="Freeform 904">
                <a:extLst>
                  <a:ext uri="{FF2B5EF4-FFF2-40B4-BE49-F238E27FC236}">
                    <a16:creationId xmlns:a16="http://schemas.microsoft.com/office/drawing/2014/main" id="{FA20A67D-60C7-6647-DF76-0C90790F912F}"/>
                  </a:ext>
                </a:extLst>
              </p:cNvPr>
              <p:cNvSpPr>
                <a:spLocks/>
              </p:cNvSpPr>
              <p:nvPr/>
            </p:nvSpPr>
            <p:spPr bwMode="auto">
              <a:xfrm>
                <a:off x="3173"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lumMod val="65000"/>
                  </a:schemeClr>
                </a:solidFill>
                <a:round/>
                <a:headEnd/>
                <a:tailEnd/>
              </a:ln>
            </p:spPr>
            <p:txBody>
              <a:bodyPr/>
              <a:lstStyle/>
              <a:p>
                <a:endParaRPr lang="en-US"/>
              </a:p>
            </p:txBody>
          </p:sp>
          <p:grpSp>
            <p:nvGrpSpPr>
              <p:cNvPr id="103918" name="Group 905">
                <a:extLst>
                  <a:ext uri="{FF2B5EF4-FFF2-40B4-BE49-F238E27FC236}">
                    <a16:creationId xmlns:a16="http://schemas.microsoft.com/office/drawing/2014/main" id="{5255C7D6-6CE2-F30D-6538-48F97CB2A2AF}"/>
                  </a:ext>
                </a:extLst>
              </p:cNvPr>
              <p:cNvGrpSpPr>
                <a:grpSpLocks/>
              </p:cNvGrpSpPr>
              <p:nvPr/>
            </p:nvGrpSpPr>
            <p:grpSpPr bwMode="auto">
              <a:xfrm>
                <a:off x="2870" y="3591"/>
                <a:ext cx="295" cy="1"/>
                <a:chOff x="2870" y="3591"/>
                <a:chExt cx="295" cy="1"/>
              </a:xfrm>
              <a:grpFill/>
            </p:grpSpPr>
            <p:sp>
              <p:nvSpPr>
                <p:cNvPr id="103919" name="Line 906">
                  <a:extLst>
                    <a:ext uri="{FF2B5EF4-FFF2-40B4-BE49-F238E27FC236}">
                      <a16:creationId xmlns:a16="http://schemas.microsoft.com/office/drawing/2014/main" id="{6AFAAED7-08BB-1C7D-AF92-2F361F8330E7}"/>
                    </a:ext>
                  </a:extLst>
                </p:cNvPr>
                <p:cNvSpPr>
                  <a:spLocks noChangeShapeType="1"/>
                </p:cNvSpPr>
                <p:nvPr/>
              </p:nvSpPr>
              <p:spPr bwMode="auto">
                <a:xfrm>
                  <a:off x="2870" y="3591"/>
                  <a:ext cx="24" cy="1"/>
                </a:xfrm>
                <a:prstGeom prst="line">
                  <a:avLst/>
                </a:prstGeom>
                <a:grpFill/>
                <a:ln w="12700">
                  <a:solidFill>
                    <a:schemeClr val="bg1">
                      <a:lumMod val="65000"/>
                    </a:schemeClr>
                  </a:solidFill>
                  <a:round/>
                  <a:headEnd/>
                  <a:tailEnd/>
                </a:ln>
              </p:spPr>
              <p:txBody>
                <a:bodyPr/>
                <a:lstStyle/>
                <a:p>
                  <a:endParaRPr lang="en-US"/>
                </a:p>
              </p:txBody>
            </p:sp>
            <p:sp>
              <p:nvSpPr>
                <p:cNvPr id="103920" name="Line 907">
                  <a:extLst>
                    <a:ext uri="{FF2B5EF4-FFF2-40B4-BE49-F238E27FC236}">
                      <a16:creationId xmlns:a16="http://schemas.microsoft.com/office/drawing/2014/main" id="{16C970A3-9981-B451-88FD-5776EF81E062}"/>
                    </a:ext>
                  </a:extLst>
                </p:cNvPr>
                <p:cNvSpPr>
                  <a:spLocks noChangeShapeType="1"/>
                </p:cNvSpPr>
                <p:nvPr/>
              </p:nvSpPr>
              <p:spPr bwMode="auto">
                <a:xfrm>
                  <a:off x="2926" y="3591"/>
                  <a:ext cx="24" cy="1"/>
                </a:xfrm>
                <a:prstGeom prst="line">
                  <a:avLst/>
                </a:prstGeom>
                <a:grpFill/>
                <a:ln w="12700">
                  <a:solidFill>
                    <a:schemeClr val="bg1">
                      <a:lumMod val="65000"/>
                    </a:schemeClr>
                  </a:solidFill>
                  <a:round/>
                  <a:headEnd/>
                  <a:tailEnd/>
                </a:ln>
              </p:spPr>
              <p:txBody>
                <a:bodyPr/>
                <a:lstStyle/>
                <a:p>
                  <a:endParaRPr lang="en-US"/>
                </a:p>
              </p:txBody>
            </p:sp>
            <p:sp>
              <p:nvSpPr>
                <p:cNvPr id="103921" name="Line 908">
                  <a:extLst>
                    <a:ext uri="{FF2B5EF4-FFF2-40B4-BE49-F238E27FC236}">
                      <a16:creationId xmlns:a16="http://schemas.microsoft.com/office/drawing/2014/main" id="{1A47EED5-1261-B02F-510A-3D3E6E4F3847}"/>
                    </a:ext>
                  </a:extLst>
                </p:cNvPr>
                <p:cNvSpPr>
                  <a:spLocks noChangeShapeType="1"/>
                </p:cNvSpPr>
                <p:nvPr/>
              </p:nvSpPr>
              <p:spPr bwMode="auto">
                <a:xfrm>
                  <a:off x="2982" y="3591"/>
                  <a:ext cx="24" cy="1"/>
                </a:xfrm>
                <a:prstGeom prst="line">
                  <a:avLst/>
                </a:prstGeom>
                <a:grpFill/>
                <a:ln w="12700">
                  <a:solidFill>
                    <a:schemeClr val="bg1">
                      <a:lumMod val="65000"/>
                    </a:schemeClr>
                  </a:solidFill>
                  <a:round/>
                  <a:headEnd/>
                  <a:tailEnd/>
                </a:ln>
              </p:spPr>
              <p:txBody>
                <a:bodyPr/>
                <a:lstStyle/>
                <a:p>
                  <a:endParaRPr lang="en-US"/>
                </a:p>
              </p:txBody>
            </p:sp>
            <p:sp>
              <p:nvSpPr>
                <p:cNvPr id="103922" name="Line 909">
                  <a:extLst>
                    <a:ext uri="{FF2B5EF4-FFF2-40B4-BE49-F238E27FC236}">
                      <a16:creationId xmlns:a16="http://schemas.microsoft.com/office/drawing/2014/main" id="{B2D3E74E-5E4E-3CF6-9154-F19765E257E3}"/>
                    </a:ext>
                  </a:extLst>
                </p:cNvPr>
                <p:cNvSpPr>
                  <a:spLocks noChangeShapeType="1"/>
                </p:cNvSpPr>
                <p:nvPr/>
              </p:nvSpPr>
              <p:spPr bwMode="auto">
                <a:xfrm>
                  <a:off x="3037" y="3591"/>
                  <a:ext cx="24" cy="1"/>
                </a:xfrm>
                <a:prstGeom prst="line">
                  <a:avLst/>
                </a:prstGeom>
                <a:grpFill/>
                <a:ln w="12700">
                  <a:solidFill>
                    <a:schemeClr val="bg1">
                      <a:lumMod val="65000"/>
                    </a:schemeClr>
                  </a:solidFill>
                  <a:round/>
                  <a:headEnd/>
                  <a:tailEnd/>
                </a:ln>
              </p:spPr>
              <p:txBody>
                <a:bodyPr/>
                <a:lstStyle/>
                <a:p>
                  <a:endParaRPr lang="en-US"/>
                </a:p>
              </p:txBody>
            </p:sp>
            <p:sp>
              <p:nvSpPr>
                <p:cNvPr id="103923" name="Line 910">
                  <a:extLst>
                    <a:ext uri="{FF2B5EF4-FFF2-40B4-BE49-F238E27FC236}">
                      <a16:creationId xmlns:a16="http://schemas.microsoft.com/office/drawing/2014/main" id="{01A46FAC-0D06-1495-95D4-5C3EF202035D}"/>
                    </a:ext>
                  </a:extLst>
                </p:cNvPr>
                <p:cNvSpPr>
                  <a:spLocks noChangeShapeType="1"/>
                </p:cNvSpPr>
                <p:nvPr/>
              </p:nvSpPr>
              <p:spPr bwMode="auto">
                <a:xfrm>
                  <a:off x="3093" y="3591"/>
                  <a:ext cx="24" cy="1"/>
                </a:xfrm>
                <a:prstGeom prst="line">
                  <a:avLst/>
                </a:prstGeom>
                <a:grpFill/>
                <a:ln w="12700">
                  <a:solidFill>
                    <a:schemeClr val="bg1">
                      <a:lumMod val="65000"/>
                    </a:schemeClr>
                  </a:solidFill>
                  <a:round/>
                  <a:headEnd/>
                  <a:tailEnd/>
                </a:ln>
              </p:spPr>
              <p:txBody>
                <a:bodyPr/>
                <a:lstStyle/>
                <a:p>
                  <a:endParaRPr lang="en-US"/>
                </a:p>
              </p:txBody>
            </p:sp>
            <p:sp>
              <p:nvSpPr>
                <p:cNvPr id="103924" name="Line 911">
                  <a:extLst>
                    <a:ext uri="{FF2B5EF4-FFF2-40B4-BE49-F238E27FC236}">
                      <a16:creationId xmlns:a16="http://schemas.microsoft.com/office/drawing/2014/main" id="{DC67DFCE-78D1-A2A6-C284-9BF4DA0B4B47}"/>
                    </a:ext>
                  </a:extLst>
                </p:cNvPr>
                <p:cNvSpPr>
                  <a:spLocks noChangeShapeType="1"/>
                </p:cNvSpPr>
                <p:nvPr/>
              </p:nvSpPr>
              <p:spPr bwMode="auto">
                <a:xfrm>
                  <a:off x="3149" y="3591"/>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604" name="Group 912">
              <a:extLst>
                <a:ext uri="{FF2B5EF4-FFF2-40B4-BE49-F238E27FC236}">
                  <a16:creationId xmlns:a16="http://schemas.microsoft.com/office/drawing/2014/main" id="{3897A818-2A16-EE09-B0E3-EA2408A834B4}"/>
                </a:ext>
              </a:extLst>
            </p:cNvPr>
            <p:cNvGrpSpPr>
              <a:grpSpLocks/>
            </p:cNvGrpSpPr>
            <p:nvPr/>
          </p:nvGrpSpPr>
          <p:grpSpPr bwMode="auto">
            <a:xfrm>
              <a:off x="2399" y="1765"/>
              <a:ext cx="1357" cy="1196"/>
              <a:chOff x="2399" y="1765"/>
              <a:chExt cx="1357" cy="1196"/>
            </a:xfrm>
            <a:grpFill/>
          </p:grpSpPr>
          <p:sp>
            <p:nvSpPr>
              <p:cNvPr id="103915" name="Freeform 913">
                <a:extLst>
                  <a:ext uri="{FF2B5EF4-FFF2-40B4-BE49-F238E27FC236}">
                    <a16:creationId xmlns:a16="http://schemas.microsoft.com/office/drawing/2014/main" id="{F31B9CE7-2EAD-B750-B9A6-86A8E8A299BE}"/>
                  </a:ext>
                </a:extLst>
              </p:cNvPr>
              <p:cNvSpPr>
                <a:spLocks/>
              </p:cNvSpPr>
              <p:nvPr/>
            </p:nvSpPr>
            <p:spPr bwMode="auto">
              <a:xfrm>
                <a:off x="3636" y="2850"/>
                <a:ext cx="120" cy="111"/>
              </a:xfrm>
              <a:custGeom>
                <a:avLst/>
                <a:gdLst>
                  <a:gd name="T0" fmla="*/ 120 w 120"/>
                  <a:gd name="T1" fmla="*/ 111 h 111"/>
                  <a:gd name="T2" fmla="*/ 0 w 120"/>
                  <a:gd name="T3" fmla="*/ 47 h 111"/>
                  <a:gd name="T4" fmla="*/ 16 w 120"/>
                  <a:gd name="T5" fmla="*/ 23 h 111"/>
                  <a:gd name="T6" fmla="*/ 40 w 120"/>
                  <a:gd name="T7" fmla="*/ 0 h 111"/>
                  <a:gd name="T8" fmla="*/ 120 w 120"/>
                  <a:gd name="T9" fmla="*/ 111 h 111"/>
                  <a:gd name="T10" fmla="*/ 0 60000 65536"/>
                  <a:gd name="T11" fmla="*/ 0 60000 65536"/>
                  <a:gd name="T12" fmla="*/ 0 60000 65536"/>
                  <a:gd name="T13" fmla="*/ 0 60000 65536"/>
                  <a:gd name="T14" fmla="*/ 0 60000 65536"/>
                  <a:gd name="T15" fmla="*/ 0 w 120"/>
                  <a:gd name="T16" fmla="*/ 0 h 111"/>
                  <a:gd name="T17" fmla="*/ 120 w 120"/>
                  <a:gd name="T18" fmla="*/ 111 h 111"/>
                </a:gdLst>
                <a:ahLst/>
                <a:cxnLst>
                  <a:cxn ang="T10">
                    <a:pos x="T0" y="T1"/>
                  </a:cxn>
                  <a:cxn ang="T11">
                    <a:pos x="T2" y="T3"/>
                  </a:cxn>
                  <a:cxn ang="T12">
                    <a:pos x="T4" y="T5"/>
                  </a:cxn>
                  <a:cxn ang="T13">
                    <a:pos x="T6" y="T7"/>
                  </a:cxn>
                  <a:cxn ang="T14">
                    <a:pos x="T8" y="T9"/>
                  </a:cxn>
                </a:cxnLst>
                <a:rect l="T15" t="T16" r="T17" b="T18"/>
                <a:pathLst>
                  <a:path w="120" h="111">
                    <a:moveTo>
                      <a:pt x="120" y="111"/>
                    </a:moveTo>
                    <a:lnTo>
                      <a:pt x="0" y="47"/>
                    </a:lnTo>
                    <a:lnTo>
                      <a:pt x="16" y="23"/>
                    </a:lnTo>
                    <a:lnTo>
                      <a:pt x="40" y="0"/>
                    </a:lnTo>
                    <a:lnTo>
                      <a:pt x="120" y="111"/>
                    </a:lnTo>
                    <a:close/>
                  </a:path>
                </a:pathLst>
              </a:custGeom>
              <a:grpFill/>
              <a:ln w="9525">
                <a:solidFill>
                  <a:schemeClr val="bg1">
                    <a:lumMod val="65000"/>
                  </a:schemeClr>
                </a:solidFill>
                <a:round/>
                <a:headEnd/>
                <a:tailEnd/>
              </a:ln>
            </p:spPr>
            <p:txBody>
              <a:bodyPr/>
              <a:lstStyle/>
              <a:p>
                <a:endParaRPr lang="en-US"/>
              </a:p>
            </p:txBody>
          </p:sp>
          <p:sp>
            <p:nvSpPr>
              <p:cNvPr id="103916" name="Line 914">
                <a:extLst>
                  <a:ext uri="{FF2B5EF4-FFF2-40B4-BE49-F238E27FC236}">
                    <a16:creationId xmlns:a16="http://schemas.microsoft.com/office/drawing/2014/main" id="{92D70962-3378-20E2-28E8-F736EFA3615B}"/>
                  </a:ext>
                </a:extLst>
              </p:cNvPr>
              <p:cNvSpPr>
                <a:spLocks noChangeShapeType="1"/>
              </p:cNvSpPr>
              <p:nvPr/>
            </p:nvSpPr>
            <p:spPr bwMode="auto">
              <a:xfrm>
                <a:off x="2399" y="1765"/>
                <a:ext cx="1261" cy="1114"/>
              </a:xfrm>
              <a:prstGeom prst="line">
                <a:avLst/>
              </a:prstGeom>
              <a:grpFill/>
              <a:ln w="25400">
                <a:solidFill>
                  <a:schemeClr val="bg1">
                    <a:lumMod val="65000"/>
                  </a:schemeClr>
                </a:solidFill>
                <a:round/>
                <a:headEnd/>
                <a:tailEnd/>
              </a:ln>
            </p:spPr>
            <p:txBody>
              <a:bodyPr/>
              <a:lstStyle/>
              <a:p>
                <a:endParaRPr lang="en-US"/>
              </a:p>
            </p:txBody>
          </p:sp>
        </p:grpSp>
        <p:grpSp>
          <p:nvGrpSpPr>
            <p:cNvPr id="103605" name="Group 915">
              <a:extLst>
                <a:ext uri="{FF2B5EF4-FFF2-40B4-BE49-F238E27FC236}">
                  <a16:creationId xmlns:a16="http://schemas.microsoft.com/office/drawing/2014/main" id="{0BED54F1-F933-D27B-74A9-4C2F871AE3ED}"/>
                </a:ext>
              </a:extLst>
            </p:cNvPr>
            <p:cNvGrpSpPr>
              <a:grpSpLocks/>
            </p:cNvGrpSpPr>
            <p:nvPr/>
          </p:nvGrpSpPr>
          <p:grpSpPr bwMode="auto">
            <a:xfrm>
              <a:off x="2862" y="1765"/>
              <a:ext cx="1349" cy="1204"/>
              <a:chOff x="2862" y="1765"/>
              <a:chExt cx="1349" cy="1204"/>
            </a:xfrm>
            <a:grpFill/>
          </p:grpSpPr>
          <p:sp>
            <p:nvSpPr>
              <p:cNvPr id="103913" name="Freeform 916">
                <a:extLst>
                  <a:ext uri="{FF2B5EF4-FFF2-40B4-BE49-F238E27FC236}">
                    <a16:creationId xmlns:a16="http://schemas.microsoft.com/office/drawing/2014/main" id="{81A3E898-CC8D-22A6-D6DD-5F483679F73E}"/>
                  </a:ext>
                </a:extLst>
              </p:cNvPr>
              <p:cNvSpPr>
                <a:spLocks/>
              </p:cNvSpPr>
              <p:nvPr/>
            </p:nvSpPr>
            <p:spPr bwMode="auto">
              <a:xfrm>
                <a:off x="4091" y="2850"/>
                <a:ext cx="120" cy="119"/>
              </a:xfrm>
              <a:custGeom>
                <a:avLst/>
                <a:gdLst>
                  <a:gd name="T0" fmla="*/ 120 w 120"/>
                  <a:gd name="T1" fmla="*/ 119 h 119"/>
                  <a:gd name="T2" fmla="*/ 0 w 120"/>
                  <a:gd name="T3" fmla="*/ 55 h 119"/>
                  <a:gd name="T4" fmla="*/ 24 w 120"/>
                  <a:gd name="T5" fmla="*/ 23 h 119"/>
                  <a:gd name="T6" fmla="*/ 48 w 120"/>
                  <a:gd name="T7" fmla="*/ 0 h 119"/>
                  <a:gd name="T8" fmla="*/ 120 w 120"/>
                  <a:gd name="T9" fmla="*/ 119 h 119"/>
                  <a:gd name="T10" fmla="*/ 0 60000 65536"/>
                  <a:gd name="T11" fmla="*/ 0 60000 65536"/>
                  <a:gd name="T12" fmla="*/ 0 60000 65536"/>
                  <a:gd name="T13" fmla="*/ 0 60000 65536"/>
                  <a:gd name="T14" fmla="*/ 0 60000 65536"/>
                  <a:gd name="T15" fmla="*/ 0 w 120"/>
                  <a:gd name="T16" fmla="*/ 0 h 119"/>
                  <a:gd name="T17" fmla="*/ 120 w 120"/>
                  <a:gd name="T18" fmla="*/ 119 h 119"/>
                </a:gdLst>
                <a:ahLst/>
                <a:cxnLst>
                  <a:cxn ang="T10">
                    <a:pos x="T0" y="T1"/>
                  </a:cxn>
                  <a:cxn ang="T11">
                    <a:pos x="T2" y="T3"/>
                  </a:cxn>
                  <a:cxn ang="T12">
                    <a:pos x="T4" y="T5"/>
                  </a:cxn>
                  <a:cxn ang="T13">
                    <a:pos x="T6" y="T7"/>
                  </a:cxn>
                  <a:cxn ang="T14">
                    <a:pos x="T8" y="T9"/>
                  </a:cxn>
                </a:cxnLst>
                <a:rect l="T15" t="T16" r="T17" b="T18"/>
                <a:pathLst>
                  <a:path w="120" h="119">
                    <a:moveTo>
                      <a:pt x="120" y="119"/>
                    </a:moveTo>
                    <a:lnTo>
                      <a:pt x="0" y="55"/>
                    </a:lnTo>
                    <a:lnTo>
                      <a:pt x="24" y="23"/>
                    </a:lnTo>
                    <a:lnTo>
                      <a:pt x="48" y="0"/>
                    </a:lnTo>
                    <a:lnTo>
                      <a:pt x="120" y="119"/>
                    </a:lnTo>
                    <a:close/>
                  </a:path>
                </a:pathLst>
              </a:custGeom>
              <a:grpFill/>
              <a:ln w="9525">
                <a:solidFill>
                  <a:schemeClr val="bg1">
                    <a:lumMod val="65000"/>
                  </a:schemeClr>
                </a:solidFill>
                <a:round/>
                <a:headEnd/>
                <a:tailEnd/>
              </a:ln>
            </p:spPr>
            <p:txBody>
              <a:bodyPr/>
              <a:lstStyle/>
              <a:p>
                <a:endParaRPr lang="en-US"/>
              </a:p>
            </p:txBody>
          </p:sp>
          <p:sp>
            <p:nvSpPr>
              <p:cNvPr id="103914" name="Line 917">
                <a:extLst>
                  <a:ext uri="{FF2B5EF4-FFF2-40B4-BE49-F238E27FC236}">
                    <a16:creationId xmlns:a16="http://schemas.microsoft.com/office/drawing/2014/main" id="{B1603835-1846-A1E4-FD25-350EF245BE02}"/>
                  </a:ext>
                </a:extLst>
              </p:cNvPr>
              <p:cNvSpPr>
                <a:spLocks noChangeShapeType="1"/>
              </p:cNvSpPr>
              <p:nvPr/>
            </p:nvSpPr>
            <p:spPr bwMode="auto">
              <a:xfrm>
                <a:off x="2862" y="1765"/>
                <a:ext cx="1261" cy="1114"/>
              </a:xfrm>
              <a:prstGeom prst="line">
                <a:avLst/>
              </a:prstGeom>
              <a:grpFill/>
              <a:ln w="25400">
                <a:solidFill>
                  <a:schemeClr val="bg1">
                    <a:lumMod val="65000"/>
                  </a:schemeClr>
                </a:solidFill>
                <a:round/>
                <a:headEnd/>
                <a:tailEnd/>
              </a:ln>
            </p:spPr>
            <p:txBody>
              <a:bodyPr/>
              <a:lstStyle/>
              <a:p>
                <a:endParaRPr lang="en-US"/>
              </a:p>
            </p:txBody>
          </p:sp>
        </p:grpSp>
        <p:grpSp>
          <p:nvGrpSpPr>
            <p:cNvPr id="103606" name="Group 918">
              <a:extLst>
                <a:ext uri="{FF2B5EF4-FFF2-40B4-BE49-F238E27FC236}">
                  <a16:creationId xmlns:a16="http://schemas.microsoft.com/office/drawing/2014/main" id="{01EE14DD-FC60-3F38-1D2A-F168B1EB46A7}"/>
                </a:ext>
              </a:extLst>
            </p:cNvPr>
            <p:cNvGrpSpPr>
              <a:grpSpLocks/>
            </p:cNvGrpSpPr>
            <p:nvPr/>
          </p:nvGrpSpPr>
          <p:grpSpPr bwMode="auto">
            <a:xfrm>
              <a:off x="2870" y="2990"/>
              <a:ext cx="886" cy="290"/>
              <a:chOff x="2870" y="2990"/>
              <a:chExt cx="886" cy="290"/>
            </a:xfrm>
            <a:grpFill/>
          </p:grpSpPr>
          <p:sp>
            <p:nvSpPr>
              <p:cNvPr id="103911" name="Freeform 919">
                <a:extLst>
                  <a:ext uri="{FF2B5EF4-FFF2-40B4-BE49-F238E27FC236}">
                    <a16:creationId xmlns:a16="http://schemas.microsoft.com/office/drawing/2014/main" id="{5FB92E56-B526-79BE-8368-361877DCB99F}"/>
                  </a:ext>
                </a:extLst>
              </p:cNvPr>
              <p:cNvSpPr>
                <a:spLocks/>
              </p:cNvSpPr>
              <p:nvPr/>
            </p:nvSpPr>
            <p:spPr bwMode="auto">
              <a:xfrm>
                <a:off x="3612" y="3208"/>
                <a:ext cx="144" cy="72"/>
              </a:xfrm>
              <a:custGeom>
                <a:avLst/>
                <a:gdLst>
                  <a:gd name="T0" fmla="*/ 144 w 144"/>
                  <a:gd name="T1" fmla="*/ 72 h 72"/>
                  <a:gd name="T2" fmla="*/ 0 w 144"/>
                  <a:gd name="T3" fmla="*/ 64 h 72"/>
                  <a:gd name="T4" fmla="*/ 16 w 144"/>
                  <a:gd name="T5" fmla="*/ 32 h 72"/>
                  <a:gd name="T6" fmla="*/ 24 w 144"/>
                  <a:gd name="T7" fmla="*/ 0 h 72"/>
                  <a:gd name="T8" fmla="*/ 144 w 144"/>
                  <a:gd name="T9" fmla="*/ 72 h 72"/>
                  <a:gd name="T10" fmla="*/ 0 60000 65536"/>
                  <a:gd name="T11" fmla="*/ 0 60000 65536"/>
                  <a:gd name="T12" fmla="*/ 0 60000 65536"/>
                  <a:gd name="T13" fmla="*/ 0 60000 65536"/>
                  <a:gd name="T14" fmla="*/ 0 60000 65536"/>
                  <a:gd name="T15" fmla="*/ 0 w 144"/>
                  <a:gd name="T16" fmla="*/ 0 h 72"/>
                  <a:gd name="T17" fmla="*/ 144 w 144"/>
                  <a:gd name="T18" fmla="*/ 72 h 72"/>
                </a:gdLst>
                <a:ahLst/>
                <a:cxnLst>
                  <a:cxn ang="T10">
                    <a:pos x="T0" y="T1"/>
                  </a:cxn>
                  <a:cxn ang="T11">
                    <a:pos x="T2" y="T3"/>
                  </a:cxn>
                  <a:cxn ang="T12">
                    <a:pos x="T4" y="T5"/>
                  </a:cxn>
                  <a:cxn ang="T13">
                    <a:pos x="T6" y="T7"/>
                  </a:cxn>
                  <a:cxn ang="T14">
                    <a:pos x="T8" y="T9"/>
                  </a:cxn>
                </a:cxnLst>
                <a:rect l="T15" t="T16" r="T17" b="T18"/>
                <a:pathLst>
                  <a:path w="144" h="72">
                    <a:moveTo>
                      <a:pt x="144" y="72"/>
                    </a:moveTo>
                    <a:lnTo>
                      <a:pt x="0" y="64"/>
                    </a:lnTo>
                    <a:lnTo>
                      <a:pt x="16" y="32"/>
                    </a:lnTo>
                    <a:lnTo>
                      <a:pt x="24" y="0"/>
                    </a:lnTo>
                    <a:lnTo>
                      <a:pt x="144" y="72"/>
                    </a:lnTo>
                    <a:close/>
                  </a:path>
                </a:pathLst>
              </a:custGeom>
              <a:grpFill/>
              <a:ln w="9525">
                <a:solidFill>
                  <a:schemeClr val="bg1">
                    <a:lumMod val="65000"/>
                  </a:schemeClr>
                </a:solidFill>
                <a:round/>
                <a:headEnd/>
                <a:tailEnd/>
              </a:ln>
            </p:spPr>
            <p:txBody>
              <a:bodyPr/>
              <a:lstStyle/>
              <a:p>
                <a:endParaRPr lang="en-US"/>
              </a:p>
            </p:txBody>
          </p:sp>
          <p:sp>
            <p:nvSpPr>
              <p:cNvPr id="103912" name="Line 920">
                <a:extLst>
                  <a:ext uri="{FF2B5EF4-FFF2-40B4-BE49-F238E27FC236}">
                    <a16:creationId xmlns:a16="http://schemas.microsoft.com/office/drawing/2014/main" id="{F84BDBA1-11CE-3C35-D024-4A4B6C5B605D}"/>
                  </a:ext>
                </a:extLst>
              </p:cNvPr>
              <p:cNvSpPr>
                <a:spLocks noChangeShapeType="1"/>
              </p:cNvSpPr>
              <p:nvPr/>
            </p:nvSpPr>
            <p:spPr bwMode="auto">
              <a:xfrm>
                <a:off x="2870" y="2990"/>
                <a:ext cx="766" cy="252"/>
              </a:xfrm>
              <a:prstGeom prst="line">
                <a:avLst/>
              </a:prstGeom>
              <a:grpFill/>
              <a:ln w="25400">
                <a:solidFill>
                  <a:schemeClr val="bg1">
                    <a:lumMod val="65000"/>
                  </a:schemeClr>
                </a:solidFill>
                <a:round/>
                <a:headEnd/>
                <a:tailEnd/>
              </a:ln>
            </p:spPr>
            <p:txBody>
              <a:bodyPr/>
              <a:lstStyle/>
              <a:p>
                <a:endParaRPr lang="en-US"/>
              </a:p>
            </p:txBody>
          </p:sp>
        </p:grpSp>
        <p:grpSp>
          <p:nvGrpSpPr>
            <p:cNvPr id="103607" name="Group 921">
              <a:extLst>
                <a:ext uri="{FF2B5EF4-FFF2-40B4-BE49-F238E27FC236}">
                  <a16:creationId xmlns:a16="http://schemas.microsoft.com/office/drawing/2014/main" id="{0010846D-8D44-E245-847A-8B6D7D91CA20}"/>
                </a:ext>
              </a:extLst>
            </p:cNvPr>
            <p:cNvGrpSpPr>
              <a:grpSpLocks/>
            </p:cNvGrpSpPr>
            <p:nvPr/>
          </p:nvGrpSpPr>
          <p:grpSpPr bwMode="auto">
            <a:xfrm>
              <a:off x="2393" y="2993"/>
              <a:ext cx="437" cy="598"/>
              <a:chOff x="2393" y="2993"/>
              <a:chExt cx="437" cy="598"/>
            </a:xfrm>
            <a:grpFill/>
          </p:grpSpPr>
          <p:sp>
            <p:nvSpPr>
              <p:cNvPr id="103909" name="Freeform 922">
                <a:extLst>
                  <a:ext uri="{FF2B5EF4-FFF2-40B4-BE49-F238E27FC236}">
                    <a16:creationId xmlns:a16="http://schemas.microsoft.com/office/drawing/2014/main" id="{3A692C62-C73C-3E77-2943-8F3BD4B80B2C}"/>
                  </a:ext>
                </a:extLst>
              </p:cNvPr>
              <p:cNvSpPr>
                <a:spLocks/>
              </p:cNvSpPr>
              <p:nvPr/>
            </p:nvSpPr>
            <p:spPr bwMode="auto">
              <a:xfrm>
                <a:off x="2726" y="2993"/>
                <a:ext cx="104" cy="128"/>
              </a:xfrm>
              <a:custGeom>
                <a:avLst/>
                <a:gdLst>
                  <a:gd name="T0" fmla="*/ 104 w 104"/>
                  <a:gd name="T1" fmla="*/ 0 h 128"/>
                  <a:gd name="T2" fmla="*/ 56 w 104"/>
                  <a:gd name="T3" fmla="*/ 128 h 128"/>
                  <a:gd name="T4" fmla="*/ 24 w 104"/>
                  <a:gd name="T5" fmla="*/ 112 h 128"/>
                  <a:gd name="T6" fmla="*/ 0 w 104"/>
                  <a:gd name="T7" fmla="*/ 88 h 128"/>
                  <a:gd name="T8" fmla="*/ 104 w 104"/>
                  <a:gd name="T9" fmla="*/ 0 h 128"/>
                  <a:gd name="T10" fmla="*/ 0 60000 65536"/>
                  <a:gd name="T11" fmla="*/ 0 60000 65536"/>
                  <a:gd name="T12" fmla="*/ 0 60000 65536"/>
                  <a:gd name="T13" fmla="*/ 0 60000 65536"/>
                  <a:gd name="T14" fmla="*/ 0 60000 65536"/>
                  <a:gd name="T15" fmla="*/ 0 w 104"/>
                  <a:gd name="T16" fmla="*/ 0 h 128"/>
                  <a:gd name="T17" fmla="*/ 104 w 104"/>
                  <a:gd name="T18" fmla="*/ 128 h 128"/>
                </a:gdLst>
                <a:ahLst/>
                <a:cxnLst>
                  <a:cxn ang="T10">
                    <a:pos x="T0" y="T1"/>
                  </a:cxn>
                  <a:cxn ang="T11">
                    <a:pos x="T2" y="T3"/>
                  </a:cxn>
                  <a:cxn ang="T12">
                    <a:pos x="T4" y="T5"/>
                  </a:cxn>
                  <a:cxn ang="T13">
                    <a:pos x="T6" y="T7"/>
                  </a:cxn>
                  <a:cxn ang="T14">
                    <a:pos x="T8" y="T9"/>
                  </a:cxn>
                </a:cxnLst>
                <a:rect l="T15" t="T16" r="T17" b="T18"/>
                <a:pathLst>
                  <a:path w="104" h="128">
                    <a:moveTo>
                      <a:pt x="104" y="0"/>
                    </a:moveTo>
                    <a:lnTo>
                      <a:pt x="56" y="128"/>
                    </a:lnTo>
                    <a:lnTo>
                      <a:pt x="24" y="112"/>
                    </a:lnTo>
                    <a:lnTo>
                      <a:pt x="0" y="88"/>
                    </a:lnTo>
                    <a:lnTo>
                      <a:pt x="104" y="0"/>
                    </a:lnTo>
                    <a:close/>
                  </a:path>
                </a:pathLst>
              </a:custGeom>
              <a:grpFill/>
              <a:ln w="9525">
                <a:solidFill>
                  <a:schemeClr val="bg1">
                    <a:lumMod val="65000"/>
                  </a:schemeClr>
                </a:solidFill>
                <a:round/>
                <a:headEnd/>
                <a:tailEnd/>
              </a:ln>
            </p:spPr>
            <p:txBody>
              <a:bodyPr/>
              <a:lstStyle/>
              <a:p>
                <a:endParaRPr lang="en-US"/>
              </a:p>
            </p:txBody>
          </p:sp>
          <p:sp>
            <p:nvSpPr>
              <p:cNvPr id="103910" name="Line 923">
                <a:extLst>
                  <a:ext uri="{FF2B5EF4-FFF2-40B4-BE49-F238E27FC236}">
                    <a16:creationId xmlns:a16="http://schemas.microsoft.com/office/drawing/2014/main" id="{72780ECC-83BC-351E-11FC-FDD59BA18A7C}"/>
                  </a:ext>
                </a:extLst>
              </p:cNvPr>
              <p:cNvSpPr>
                <a:spLocks noChangeShapeType="1"/>
              </p:cNvSpPr>
              <p:nvPr/>
            </p:nvSpPr>
            <p:spPr bwMode="auto">
              <a:xfrm flipV="1">
                <a:off x="2393" y="3097"/>
                <a:ext cx="362" cy="494"/>
              </a:xfrm>
              <a:prstGeom prst="line">
                <a:avLst/>
              </a:prstGeom>
              <a:grpFill/>
              <a:ln w="25400">
                <a:solidFill>
                  <a:schemeClr val="bg1">
                    <a:lumMod val="65000"/>
                  </a:schemeClr>
                </a:solidFill>
                <a:round/>
                <a:headEnd/>
                <a:tailEnd/>
              </a:ln>
            </p:spPr>
            <p:txBody>
              <a:bodyPr/>
              <a:lstStyle/>
              <a:p>
                <a:endParaRPr lang="en-US"/>
              </a:p>
            </p:txBody>
          </p:sp>
        </p:grpSp>
        <p:grpSp>
          <p:nvGrpSpPr>
            <p:cNvPr id="103608" name="Group 924">
              <a:extLst>
                <a:ext uri="{FF2B5EF4-FFF2-40B4-BE49-F238E27FC236}">
                  <a16:creationId xmlns:a16="http://schemas.microsoft.com/office/drawing/2014/main" id="{67B67E26-CF02-6684-A4FF-55441B655590}"/>
                </a:ext>
              </a:extLst>
            </p:cNvPr>
            <p:cNvGrpSpPr>
              <a:grpSpLocks/>
            </p:cNvGrpSpPr>
            <p:nvPr/>
          </p:nvGrpSpPr>
          <p:grpSpPr bwMode="auto">
            <a:xfrm>
              <a:off x="2854" y="2690"/>
              <a:ext cx="902" cy="596"/>
              <a:chOff x="2854" y="2690"/>
              <a:chExt cx="902" cy="596"/>
            </a:xfrm>
            <a:grpFill/>
          </p:grpSpPr>
          <p:sp>
            <p:nvSpPr>
              <p:cNvPr id="103907" name="Freeform 925">
                <a:extLst>
                  <a:ext uri="{FF2B5EF4-FFF2-40B4-BE49-F238E27FC236}">
                    <a16:creationId xmlns:a16="http://schemas.microsoft.com/office/drawing/2014/main" id="{862BCFBD-7416-E809-BD60-7EF0B8B2EE93}"/>
                  </a:ext>
                </a:extLst>
              </p:cNvPr>
              <p:cNvSpPr>
                <a:spLocks/>
              </p:cNvSpPr>
              <p:nvPr/>
            </p:nvSpPr>
            <p:spPr bwMode="auto">
              <a:xfrm>
                <a:off x="3620" y="2690"/>
                <a:ext cx="136" cy="104"/>
              </a:xfrm>
              <a:custGeom>
                <a:avLst/>
                <a:gdLst>
                  <a:gd name="T0" fmla="*/ 136 w 136"/>
                  <a:gd name="T1" fmla="*/ 0 h 104"/>
                  <a:gd name="T2" fmla="*/ 40 w 136"/>
                  <a:gd name="T3" fmla="*/ 104 h 104"/>
                  <a:gd name="T4" fmla="*/ 24 w 136"/>
                  <a:gd name="T5" fmla="*/ 80 h 104"/>
                  <a:gd name="T6" fmla="*/ 0 w 136"/>
                  <a:gd name="T7" fmla="*/ 48 h 104"/>
                  <a:gd name="T8" fmla="*/ 136 w 136"/>
                  <a:gd name="T9" fmla="*/ 0 h 104"/>
                  <a:gd name="T10" fmla="*/ 0 60000 65536"/>
                  <a:gd name="T11" fmla="*/ 0 60000 65536"/>
                  <a:gd name="T12" fmla="*/ 0 60000 65536"/>
                  <a:gd name="T13" fmla="*/ 0 60000 65536"/>
                  <a:gd name="T14" fmla="*/ 0 60000 65536"/>
                  <a:gd name="T15" fmla="*/ 0 w 136"/>
                  <a:gd name="T16" fmla="*/ 0 h 104"/>
                  <a:gd name="T17" fmla="*/ 136 w 136"/>
                  <a:gd name="T18" fmla="*/ 104 h 104"/>
                </a:gdLst>
                <a:ahLst/>
                <a:cxnLst>
                  <a:cxn ang="T10">
                    <a:pos x="T0" y="T1"/>
                  </a:cxn>
                  <a:cxn ang="T11">
                    <a:pos x="T2" y="T3"/>
                  </a:cxn>
                  <a:cxn ang="T12">
                    <a:pos x="T4" y="T5"/>
                  </a:cxn>
                  <a:cxn ang="T13">
                    <a:pos x="T6" y="T7"/>
                  </a:cxn>
                  <a:cxn ang="T14">
                    <a:pos x="T8" y="T9"/>
                  </a:cxn>
                </a:cxnLst>
                <a:rect l="T15" t="T16" r="T17" b="T18"/>
                <a:pathLst>
                  <a:path w="136" h="104">
                    <a:moveTo>
                      <a:pt x="136" y="0"/>
                    </a:moveTo>
                    <a:lnTo>
                      <a:pt x="40" y="104"/>
                    </a:lnTo>
                    <a:lnTo>
                      <a:pt x="24" y="80"/>
                    </a:lnTo>
                    <a:lnTo>
                      <a:pt x="0" y="48"/>
                    </a:lnTo>
                    <a:lnTo>
                      <a:pt x="136" y="0"/>
                    </a:lnTo>
                    <a:close/>
                  </a:path>
                </a:pathLst>
              </a:custGeom>
              <a:grpFill/>
              <a:ln w="9525">
                <a:solidFill>
                  <a:schemeClr val="bg1">
                    <a:lumMod val="65000"/>
                  </a:schemeClr>
                </a:solidFill>
                <a:round/>
                <a:headEnd/>
                <a:tailEnd/>
              </a:ln>
            </p:spPr>
            <p:txBody>
              <a:bodyPr/>
              <a:lstStyle/>
              <a:p>
                <a:endParaRPr lang="en-US"/>
              </a:p>
            </p:txBody>
          </p:sp>
          <p:sp>
            <p:nvSpPr>
              <p:cNvPr id="103908" name="Line 926">
                <a:extLst>
                  <a:ext uri="{FF2B5EF4-FFF2-40B4-BE49-F238E27FC236}">
                    <a16:creationId xmlns:a16="http://schemas.microsoft.com/office/drawing/2014/main" id="{32765716-077B-4A48-49F4-28AC058A6B30}"/>
                  </a:ext>
                </a:extLst>
              </p:cNvPr>
              <p:cNvSpPr>
                <a:spLocks noChangeShapeType="1"/>
              </p:cNvSpPr>
              <p:nvPr/>
            </p:nvSpPr>
            <p:spPr bwMode="auto">
              <a:xfrm flipV="1">
                <a:off x="2854" y="2766"/>
                <a:ext cx="798" cy="520"/>
              </a:xfrm>
              <a:prstGeom prst="line">
                <a:avLst/>
              </a:prstGeom>
              <a:grpFill/>
              <a:ln w="25400">
                <a:solidFill>
                  <a:schemeClr val="bg1">
                    <a:lumMod val="65000"/>
                  </a:schemeClr>
                </a:solidFill>
                <a:round/>
                <a:headEnd/>
                <a:tailEnd/>
              </a:ln>
            </p:spPr>
            <p:txBody>
              <a:bodyPr/>
              <a:lstStyle/>
              <a:p>
                <a:endParaRPr lang="en-US"/>
              </a:p>
            </p:txBody>
          </p:sp>
        </p:grpSp>
        <p:grpSp>
          <p:nvGrpSpPr>
            <p:cNvPr id="103609" name="Group 927">
              <a:extLst>
                <a:ext uri="{FF2B5EF4-FFF2-40B4-BE49-F238E27FC236}">
                  <a16:creationId xmlns:a16="http://schemas.microsoft.com/office/drawing/2014/main" id="{C572E188-81C6-4B4D-1FBE-31D64DC37336}"/>
                </a:ext>
              </a:extLst>
            </p:cNvPr>
            <p:cNvGrpSpPr>
              <a:grpSpLocks/>
            </p:cNvGrpSpPr>
            <p:nvPr/>
          </p:nvGrpSpPr>
          <p:grpSpPr bwMode="auto">
            <a:xfrm>
              <a:off x="2862" y="1781"/>
              <a:ext cx="1349" cy="1188"/>
              <a:chOff x="2862" y="1781"/>
              <a:chExt cx="1349" cy="1188"/>
            </a:xfrm>
            <a:grpFill/>
          </p:grpSpPr>
          <p:sp>
            <p:nvSpPr>
              <p:cNvPr id="103905" name="Freeform 928">
                <a:extLst>
                  <a:ext uri="{FF2B5EF4-FFF2-40B4-BE49-F238E27FC236}">
                    <a16:creationId xmlns:a16="http://schemas.microsoft.com/office/drawing/2014/main" id="{7C506E24-2FFB-E982-2103-57EE6F906F3B}"/>
                  </a:ext>
                </a:extLst>
              </p:cNvPr>
              <p:cNvSpPr>
                <a:spLocks/>
              </p:cNvSpPr>
              <p:nvPr/>
            </p:nvSpPr>
            <p:spPr bwMode="auto">
              <a:xfrm>
                <a:off x="4091" y="1781"/>
                <a:ext cx="120" cy="111"/>
              </a:xfrm>
              <a:custGeom>
                <a:avLst/>
                <a:gdLst>
                  <a:gd name="T0" fmla="*/ 120 w 120"/>
                  <a:gd name="T1" fmla="*/ 0 h 111"/>
                  <a:gd name="T2" fmla="*/ 40 w 120"/>
                  <a:gd name="T3" fmla="*/ 111 h 111"/>
                  <a:gd name="T4" fmla="*/ 16 w 120"/>
                  <a:gd name="T5" fmla="*/ 87 h 111"/>
                  <a:gd name="T6" fmla="*/ 0 w 120"/>
                  <a:gd name="T7" fmla="*/ 64 h 111"/>
                  <a:gd name="T8" fmla="*/ 120 w 120"/>
                  <a:gd name="T9" fmla="*/ 0 h 111"/>
                  <a:gd name="T10" fmla="*/ 0 60000 65536"/>
                  <a:gd name="T11" fmla="*/ 0 60000 65536"/>
                  <a:gd name="T12" fmla="*/ 0 60000 65536"/>
                  <a:gd name="T13" fmla="*/ 0 60000 65536"/>
                  <a:gd name="T14" fmla="*/ 0 60000 65536"/>
                  <a:gd name="T15" fmla="*/ 0 w 120"/>
                  <a:gd name="T16" fmla="*/ 0 h 111"/>
                  <a:gd name="T17" fmla="*/ 120 w 120"/>
                  <a:gd name="T18" fmla="*/ 111 h 111"/>
                </a:gdLst>
                <a:ahLst/>
                <a:cxnLst>
                  <a:cxn ang="T10">
                    <a:pos x="T0" y="T1"/>
                  </a:cxn>
                  <a:cxn ang="T11">
                    <a:pos x="T2" y="T3"/>
                  </a:cxn>
                  <a:cxn ang="T12">
                    <a:pos x="T4" y="T5"/>
                  </a:cxn>
                  <a:cxn ang="T13">
                    <a:pos x="T6" y="T7"/>
                  </a:cxn>
                  <a:cxn ang="T14">
                    <a:pos x="T8" y="T9"/>
                  </a:cxn>
                </a:cxnLst>
                <a:rect l="T15" t="T16" r="T17" b="T18"/>
                <a:pathLst>
                  <a:path w="120" h="111">
                    <a:moveTo>
                      <a:pt x="120" y="0"/>
                    </a:moveTo>
                    <a:lnTo>
                      <a:pt x="40" y="111"/>
                    </a:lnTo>
                    <a:lnTo>
                      <a:pt x="16" y="87"/>
                    </a:lnTo>
                    <a:lnTo>
                      <a:pt x="0" y="64"/>
                    </a:lnTo>
                    <a:lnTo>
                      <a:pt x="120" y="0"/>
                    </a:lnTo>
                    <a:close/>
                  </a:path>
                </a:pathLst>
              </a:custGeom>
              <a:grpFill/>
              <a:ln w="9525">
                <a:solidFill>
                  <a:schemeClr val="bg1">
                    <a:lumMod val="65000"/>
                  </a:schemeClr>
                </a:solidFill>
                <a:round/>
                <a:headEnd/>
                <a:tailEnd/>
              </a:ln>
            </p:spPr>
            <p:txBody>
              <a:bodyPr/>
              <a:lstStyle/>
              <a:p>
                <a:endParaRPr lang="en-US"/>
              </a:p>
            </p:txBody>
          </p:sp>
          <p:sp>
            <p:nvSpPr>
              <p:cNvPr id="103906" name="Line 929">
                <a:extLst>
                  <a:ext uri="{FF2B5EF4-FFF2-40B4-BE49-F238E27FC236}">
                    <a16:creationId xmlns:a16="http://schemas.microsoft.com/office/drawing/2014/main" id="{6D57D56C-644F-9903-8573-36F0E7DF489C}"/>
                  </a:ext>
                </a:extLst>
              </p:cNvPr>
              <p:cNvSpPr>
                <a:spLocks noChangeShapeType="1"/>
              </p:cNvSpPr>
              <p:nvPr/>
            </p:nvSpPr>
            <p:spPr bwMode="auto">
              <a:xfrm flipV="1">
                <a:off x="2862" y="1863"/>
                <a:ext cx="1253" cy="1106"/>
              </a:xfrm>
              <a:prstGeom prst="line">
                <a:avLst/>
              </a:prstGeom>
              <a:grpFill/>
              <a:ln w="25400">
                <a:solidFill>
                  <a:schemeClr val="bg1">
                    <a:lumMod val="65000"/>
                  </a:schemeClr>
                </a:solidFill>
                <a:round/>
                <a:headEnd/>
                <a:tailEnd/>
              </a:ln>
            </p:spPr>
            <p:txBody>
              <a:bodyPr/>
              <a:lstStyle/>
              <a:p>
                <a:endParaRPr lang="en-US"/>
              </a:p>
            </p:txBody>
          </p:sp>
        </p:grpSp>
        <p:grpSp>
          <p:nvGrpSpPr>
            <p:cNvPr id="103610" name="Group 930">
              <a:extLst>
                <a:ext uri="{FF2B5EF4-FFF2-40B4-BE49-F238E27FC236}">
                  <a16:creationId xmlns:a16="http://schemas.microsoft.com/office/drawing/2014/main" id="{8BAAFB94-D2D3-17FA-2B69-6F88B999040E}"/>
                </a:ext>
              </a:extLst>
            </p:cNvPr>
            <p:cNvGrpSpPr>
              <a:grpSpLocks/>
            </p:cNvGrpSpPr>
            <p:nvPr/>
          </p:nvGrpSpPr>
          <p:grpSpPr bwMode="auto">
            <a:xfrm>
              <a:off x="1944" y="2687"/>
              <a:ext cx="886" cy="282"/>
              <a:chOff x="1944" y="2687"/>
              <a:chExt cx="886" cy="282"/>
            </a:xfrm>
            <a:grpFill/>
          </p:grpSpPr>
          <p:sp>
            <p:nvSpPr>
              <p:cNvPr id="103903" name="Freeform 931">
                <a:extLst>
                  <a:ext uri="{FF2B5EF4-FFF2-40B4-BE49-F238E27FC236}">
                    <a16:creationId xmlns:a16="http://schemas.microsoft.com/office/drawing/2014/main" id="{9263BAC0-561D-DAE5-411B-C2347EAE7687}"/>
                  </a:ext>
                </a:extLst>
              </p:cNvPr>
              <p:cNvSpPr>
                <a:spLocks/>
              </p:cNvSpPr>
              <p:nvPr/>
            </p:nvSpPr>
            <p:spPr bwMode="auto">
              <a:xfrm>
                <a:off x="2694" y="2897"/>
                <a:ext cx="136" cy="72"/>
              </a:xfrm>
              <a:custGeom>
                <a:avLst/>
                <a:gdLst>
                  <a:gd name="T0" fmla="*/ 136 w 136"/>
                  <a:gd name="T1" fmla="*/ 72 h 72"/>
                  <a:gd name="T2" fmla="*/ 0 w 136"/>
                  <a:gd name="T3" fmla="*/ 64 h 72"/>
                  <a:gd name="T4" fmla="*/ 8 w 136"/>
                  <a:gd name="T5" fmla="*/ 32 h 72"/>
                  <a:gd name="T6" fmla="*/ 24 w 136"/>
                  <a:gd name="T7" fmla="*/ 0 h 72"/>
                  <a:gd name="T8" fmla="*/ 136 w 136"/>
                  <a:gd name="T9" fmla="*/ 72 h 72"/>
                  <a:gd name="T10" fmla="*/ 0 60000 65536"/>
                  <a:gd name="T11" fmla="*/ 0 60000 65536"/>
                  <a:gd name="T12" fmla="*/ 0 60000 65536"/>
                  <a:gd name="T13" fmla="*/ 0 60000 65536"/>
                  <a:gd name="T14" fmla="*/ 0 60000 65536"/>
                  <a:gd name="T15" fmla="*/ 0 w 136"/>
                  <a:gd name="T16" fmla="*/ 0 h 72"/>
                  <a:gd name="T17" fmla="*/ 136 w 136"/>
                  <a:gd name="T18" fmla="*/ 72 h 72"/>
                </a:gdLst>
                <a:ahLst/>
                <a:cxnLst>
                  <a:cxn ang="T10">
                    <a:pos x="T0" y="T1"/>
                  </a:cxn>
                  <a:cxn ang="T11">
                    <a:pos x="T2" y="T3"/>
                  </a:cxn>
                  <a:cxn ang="T12">
                    <a:pos x="T4" y="T5"/>
                  </a:cxn>
                  <a:cxn ang="T13">
                    <a:pos x="T6" y="T7"/>
                  </a:cxn>
                  <a:cxn ang="T14">
                    <a:pos x="T8" y="T9"/>
                  </a:cxn>
                </a:cxnLst>
                <a:rect l="T15" t="T16" r="T17" b="T18"/>
                <a:pathLst>
                  <a:path w="136" h="72">
                    <a:moveTo>
                      <a:pt x="136" y="72"/>
                    </a:moveTo>
                    <a:lnTo>
                      <a:pt x="0" y="64"/>
                    </a:lnTo>
                    <a:lnTo>
                      <a:pt x="8" y="32"/>
                    </a:lnTo>
                    <a:lnTo>
                      <a:pt x="24" y="0"/>
                    </a:lnTo>
                    <a:lnTo>
                      <a:pt x="136" y="72"/>
                    </a:lnTo>
                    <a:close/>
                  </a:path>
                </a:pathLst>
              </a:custGeom>
              <a:grpFill/>
              <a:ln w="9525">
                <a:solidFill>
                  <a:schemeClr val="bg1">
                    <a:lumMod val="65000"/>
                  </a:schemeClr>
                </a:solidFill>
                <a:round/>
                <a:headEnd/>
                <a:tailEnd/>
              </a:ln>
            </p:spPr>
            <p:txBody>
              <a:bodyPr/>
              <a:lstStyle/>
              <a:p>
                <a:endParaRPr lang="en-US"/>
              </a:p>
            </p:txBody>
          </p:sp>
          <p:sp>
            <p:nvSpPr>
              <p:cNvPr id="103904" name="Line 932">
                <a:extLst>
                  <a:ext uri="{FF2B5EF4-FFF2-40B4-BE49-F238E27FC236}">
                    <a16:creationId xmlns:a16="http://schemas.microsoft.com/office/drawing/2014/main" id="{56978E57-8FC0-6749-1FC6-6C257A51C0B3}"/>
                  </a:ext>
                </a:extLst>
              </p:cNvPr>
              <p:cNvSpPr>
                <a:spLocks noChangeShapeType="1"/>
              </p:cNvSpPr>
              <p:nvPr/>
            </p:nvSpPr>
            <p:spPr bwMode="auto">
              <a:xfrm>
                <a:off x="1944" y="2687"/>
                <a:ext cx="766" cy="244"/>
              </a:xfrm>
              <a:prstGeom prst="line">
                <a:avLst/>
              </a:prstGeom>
              <a:grpFill/>
              <a:ln w="25400">
                <a:solidFill>
                  <a:schemeClr val="bg1">
                    <a:lumMod val="65000"/>
                  </a:schemeClr>
                </a:solidFill>
                <a:round/>
                <a:headEnd/>
                <a:tailEnd/>
              </a:ln>
            </p:spPr>
            <p:txBody>
              <a:bodyPr/>
              <a:lstStyle/>
              <a:p>
                <a:endParaRPr lang="en-US"/>
              </a:p>
            </p:txBody>
          </p:sp>
        </p:grpSp>
        <p:grpSp>
          <p:nvGrpSpPr>
            <p:cNvPr id="103611" name="Group 933">
              <a:extLst>
                <a:ext uri="{FF2B5EF4-FFF2-40B4-BE49-F238E27FC236}">
                  <a16:creationId xmlns:a16="http://schemas.microsoft.com/office/drawing/2014/main" id="{86D545C4-2398-34D1-43E7-CD22F92F2AEB}"/>
                </a:ext>
              </a:extLst>
            </p:cNvPr>
            <p:cNvGrpSpPr>
              <a:grpSpLocks/>
            </p:cNvGrpSpPr>
            <p:nvPr/>
          </p:nvGrpSpPr>
          <p:grpSpPr bwMode="auto">
            <a:xfrm>
              <a:off x="1944" y="2395"/>
              <a:ext cx="1357" cy="1196"/>
              <a:chOff x="1944" y="2395"/>
              <a:chExt cx="1357" cy="1196"/>
            </a:xfrm>
            <a:grpFill/>
          </p:grpSpPr>
          <p:sp>
            <p:nvSpPr>
              <p:cNvPr id="103901" name="Freeform 934">
                <a:extLst>
                  <a:ext uri="{FF2B5EF4-FFF2-40B4-BE49-F238E27FC236}">
                    <a16:creationId xmlns:a16="http://schemas.microsoft.com/office/drawing/2014/main" id="{C9F7F9ED-5152-FF01-3EF8-12E9F5AD473A}"/>
                  </a:ext>
                </a:extLst>
              </p:cNvPr>
              <p:cNvSpPr>
                <a:spLocks/>
              </p:cNvSpPr>
              <p:nvPr/>
            </p:nvSpPr>
            <p:spPr bwMode="auto">
              <a:xfrm>
                <a:off x="3173" y="2395"/>
                <a:ext cx="128" cy="112"/>
              </a:xfrm>
              <a:custGeom>
                <a:avLst/>
                <a:gdLst>
                  <a:gd name="T0" fmla="*/ 128 w 128"/>
                  <a:gd name="T1" fmla="*/ 0 h 112"/>
                  <a:gd name="T2" fmla="*/ 48 w 128"/>
                  <a:gd name="T3" fmla="*/ 112 h 112"/>
                  <a:gd name="T4" fmla="*/ 24 w 128"/>
                  <a:gd name="T5" fmla="*/ 88 h 112"/>
                  <a:gd name="T6" fmla="*/ 0 w 128"/>
                  <a:gd name="T7" fmla="*/ 64 h 112"/>
                  <a:gd name="T8" fmla="*/ 128 w 128"/>
                  <a:gd name="T9" fmla="*/ 0 h 112"/>
                  <a:gd name="T10" fmla="*/ 0 60000 65536"/>
                  <a:gd name="T11" fmla="*/ 0 60000 65536"/>
                  <a:gd name="T12" fmla="*/ 0 60000 65536"/>
                  <a:gd name="T13" fmla="*/ 0 60000 65536"/>
                  <a:gd name="T14" fmla="*/ 0 60000 65536"/>
                  <a:gd name="T15" fmla="*/ 0 w 128"/>
                  <a:gd name="T16" fmla="*/ 0 h 112"/>
                  <a:gd name="T17" fmla="*/ 128 w 128"/>
                  <a:gd name="T18" fmla="*/ 112 h 112"/>
                </a:gdLst>
                <a:ahLst/>
                <a:cxnLst>
                  <a:cxn ang="T10">
                    <a:pos x="T0" y="T1"/>
                  </a:cxn>
                  <a:cxn ang="T11">
                    <a:pos x="T2" y="T3"/>
                  </a:cxn>
                  <a:cxn ang="T12">
                    <a:pos x="T4" y="T5"/>
                  </a:cxn>
                  <a:cxn ang="T13">
                    <a:pos x="T6" y="T7"/>
                  </a:cxn>
                  <a:cxn ang="T14">
                    <a:pos x="T8" y="T9"/>
                  </a:cxn>
                </a:cxnLst>
                <a:rect l="T15" t="T16" r="T17" b="T18"/>
                <a:pathLst>
                  <a:path w="128" h="112">
                    <a:moveTo>
                      <a:pt x="128" y="0"/>
                    </a:moveTo>
                    <a:lnTo>
                      <a:pt x="48" y="112"/>
                    </a:lnTo>
                    <a:lnTo>
                      <a:pt x="24" y="88"/>
                    </a:lnTo>
                    <a:lnTo>
                      <a:pt x="0" y="64"/>
                    </a:lnTo>
                    <a:lnTo>
                      <a:pt x="128" y="0"/>
                    </a:lnTo>
                    <a:close/>
                  </a:path>
                </a:pathLst>
              </a:custGeom>
              <a:grpFill/>
              <a:ln w="9525">
                <a:solidFill>
                  <a:schemeClr val="bg1">
                    <a:lumMod val="65000"/>
                  </a:schemeClr>
                </a:solidFill>
                <a:round/>
                <a:headEnd/>
                <a:tailEnd/>
              </a:ln>
            </p:spPr>
            <p:txBody>
              <a:bodyPr/>
              <a:lstStyle/>
              <a:p>
                <a:endParaRPr lang="en-US"/>
              </a:p>
            </p:txBody>
          </p:sp>
          <p:sp>
            <p:nvSpPr>
              <p:cNvPr id="103902" name="Line 935">
                <a:extLst>
                  <a:ext uri="{FF2B5EF4-FFF2-40B4-BE49-F238E27FC236}">
                    <a16:creationId xmlns:a16="http://schemas.microsoft.com/office/drawing/2014/main" id="{F48B0A2C-CB7B-21C4-92E9-87BCD10607BF}"/>
                  </a:ext>
                </a:extLst>
              </p:cNvPr>
              <p:cNvSpPr>
                <a:spLocks noChangeShapeType="1"/>
              </p:cNvSpPr>
              <p:nvPr/>
            </p:nvSpPr>
            <p:spPr bwMode="auto">
              <a:xfrm flipV="1">
                <a:off x="1944" y="2477"/>
                <a:ext cx="1261" cy="1114"/>
              </a:xfrm>
              <a:prstGeom prst="line">
                <a:avLst/>
              </a:prstGeom>
              <a:grpFill/>
              <a:ln w="25400">
                <a:solidFill>
                  <a:schemeClr val="bg1">
                    <a:lumMod val="65000"/>
                  </a:schemeClr>
                </a:solidFill>
                <a:round/>
                <a:headEnd/>
                <a:tailEnd/>
              </a:ln>
            </p:spPr>
            <p:txBody>
              <a:bodyPr/>
              <a:lstStyle/>
              <a:p>
                <a:endParaRPr lang="en-US"/>
              </a:p>
            </p:txBody>
          </p:sp>
        </p:grpSp>
        <p:grpSp>
          <p:nvGrpSpPr>
            <p:cNvPr id="103612" name="Group 936">
              <a:extLst>
                <a:ext uri="{FF2B5EF4-FFF2-40B4-BE49-F238E27FC236}">
                  <a16:creationId xmlns:a16="http://schemas.microsoft.com/office/drawing/2014/main" id="{33337286-DB00-0E03-3ADF-319AACAECC9D}"/>
                </a:ext>
              </a:extLst>
            </p:cNvPr>
            <p:cNvGrpSpPr>
              <a:grpSpLocks/>
            </p:cNvGrpSpPr>
            <p:nvPr/>
          </p:nvGrpSpPr>
          <p:grpSpPr bwMode="auto">
            <a:xfrm>
              <a:off x="3317" y="3293"/>
              <a:ext cx="886" cy="282"/>
              <a:chOff x="3317" y="3293"/>
              <a:chExt cx="886" cy="282"/>
            </a:xfrm>
            <a:grpFill/>
          </p:grpSpPr>
          <p:sp>
            <p:nvSpPr>
              <p:cNvPr id="103899" name="Freeform 937">
                <a:extLst>
                  <a:ext uri="{FF2B5EF4-FFF2-40B4-BE49-F238E27FC236}">
                    <a16:creationId xmlns:a16="http://schemas.microsoft.com/office/drawing/2014/main" id="{2F94206A-17AA-9069-ECF2-DECD1CC88A21}"/>
                  </a:ext>
                </a:extLst>
              </p:cNvPr>
              <p:cNvSpPr>
                <a:spLocks/>
              </p:cNvSpPr>
              <p:nvPr/>
            </p:nvSpPr>
            <p:spPr bwMode="auto">
              <a:xfrm>
                <a:off x="4067" y="3504"/>
                <a:ext cx="136" cy="71"/>
              </a:xfrm>
              <a:custGeom>
                <a:avLst/>
                <a:gdLst>
                  <a:gd name="T0" fmla="*/ 136 w 136"/>
                  <a:gd name="T1" fmla="*/ 71 h 71"/>
                  <a:gd name="T2" fmla="*/ 0 w 136"/>
                  <a:gd name="T3" fmla="*/ 63 h 71"/>
                  <a:gd name="T4" fmla="*/ 8 w 136"/>
                  <a:gd name="T5" fmla="*/ 32 h 71"/>
                  <a:gd name="T6" fmla="*/ 16 w 136"/>
                  <a:gd name="T7" fmla="*/ 0 h 71"/>
                  <a:gd name="T8" fmla="*/ 136 w 136"/>
                  <a:gd name="T9" fmla="*/ 71 h 71"/>
                  <a:gd name="T10" fmla="*/ 0 60000 65536"/>
                  <a:gd name="T11" fmla="*/ 0 60000 65536"/>
                  <a:gd name="T12" fmla="*/ 0 60000 65536"/>
                  <a:gd name="T13" fmla="*/ 0 60000 65536"/>
                  <a:gd name="T14" fmla="*/ 0 60000 65536"/>
                  <a:gd name="T15" fmla="*/ 0 w 136"/>
                  <a:gd name="T16" fmla="*/ 0 h 71"/>
                  <a:gd name="T17" fmla="*/ 136 w 136"/>
                  <a:gd name="T18" fmla="*/ 71 h 71"/>
                </a:gdLst>
                <a:ahLst/>
                <a:cxnLst>
                  <a:cxn ang="T10">
                    <a:pos x="T0" y="T1"/>
                  </a:cxn>
                  <a:cxn ang="T11">
                    <a:pos x="T2" y="T3"/>
                  </a:cxn>
                  <a:cxn ang="T12">
                    <a:pos x="T4" y="T5"/>
                  </a:cxn>
                  <a:cxn ang="T13">
                    <a:pos x="T6" y="T7"/>
                  </a:cxn>
                  <a:cxn ang="T14">
                    <a:pos x="T8" y="T9"/>
                  </a:cxn>
                </a:cxnLst>
                <a:rect l="T15" t="T16" r="T17" b="T18"/>
                <a:pathLst>
                  <a:path w="136" h="71">
                    <a:moveTo>
                      <a:pt x="136" y="71"/>
                    </a:moveTo>
                    <a:lnTo>
                      <a:pt x="0" y="63"/>
                    </a:lnTo>
                    <a:lnTo>
                      <a:pt x="8" y="32"/>
                    </a:lnTo>
                    <a:lnTo>
                      <a:pt x="16" y="0"/>
                    </a:lnTo>
                    <a:lnTo>
                      <a:pt x="136" y="71"/>
                    </a:lnTo>
                    <a:close/>
                  </a:path>
                </a:pathLst>
              </a:custGeom>
              <a:grpFill/>
              <a:ln w="9525">
                <a:solidFill>
                  <a:schemeClr val="bg1">
                    <a:lumMod val="65000"/>
                  </a:schemeClr>
                </a:solidFill>
                <a:round/>
                <a:headEnd/>
                <a:tailEnd/>
              </a:ln>
            </p:spPr>
            <p:txBody>
              <a:bodyPr/>
              <a:lstStyle/>
              <a:p>
                <a:endParaRPr lang="en-US"/>
              </a:p>
            </p:txBody>
          </p:sp>
          <p:sp>
            <p:nvSpPr>
              <p:cNvPr id="103900" name="Line 938">
                <a:extLst>
                  <a:ext uri="{FF2B5EF4-FFF2-40B4-BE49-F238E27FC236}">
                    <a16:creationId xmlns:a16="http://schemas.microsoft.com/office/drawing/2014/main" id="{4B6B5417-CF05-29BF-CD65-B9DEAD9FAA05}"/>
                  </a:ext>
                </a:extLst>
              </p:cNvPr>
              <p:cNvSpPr>
                <a:spLocks noChangeShapeType="1"/>
              </p:cNvSpPr>
              <p:nvPr/>
            </p:nvSpPr>
            <p:spPr bwMode="auto">
              <a:xfrm>
                <a:off x="3317" y="3293"/>
                <a:ext cx="766" cy="244"/>
              </a:xfrm>
              <a:prstGeom prst="line">
                <a:avLst/>
              </a:prstGeom>
              <a:grpFill/>
              <a:ln w="25400">
                <a:solidFill>
                  <a:schemeClr val="bg1">
                    <a:lumMod val="65000"/>
                  </a:schemeClr>
                </a:solidFill>
                <a:round/>
                <a:headEnd/>
                <a:tailEnd/>
              </a:ln>
            </p:spPr>
            <p:txBody>
              <a:bodyPr/>
              <a:lstStyle/>
              <a:p>
                <a:endParaRPr lang="en-US"/>
              </a:p>
            </p:txBody>
          </p:sp>
        </p:grpSp>
        <p:grpSp>
          <p:nvGrpSpPr>
            <p:cNvPr id="103613" name="Group 939">
              <a:extLst>
                <a:ext uri="{FF2B5EF4-FFF2-40B4-BE49-F238E27FC236}">
                  <a16:creationId xmlns:a16="http://schemas.microsoft.com/office/drawing/2014/main" id="{7DB1D389-2019-623A-AEBF-2DB13C15772C}"/>
                </a:ext>
              </a:extLst>
            </p:cNvPr>
            <p:cNvGrpSpPr>
              <a:grpSpLocks/>
            </p:cNvGrpSpPr>
            <p:nvPr/>
          </p:nvGrpSpPr>
          <p:grpSpPr bwMode="auto">
            <a:xfrm>
              <a:off x="3317" y="2682"/>
              <a:ext cx="1349" cy="619"/>
              <a:chOff x="3317" y="2682"/>
              <a:chExt cx="1349" cy="619"/>
            </a:xfrm>
            <a:grpFill/>
          </p:grpSpPr>
          <p:sp>
            <p:nvSpPr>
              <p:cNvPr id="103897" name="Freeform 940">
                <a:extLst>
                  <a:ext uri="{FF2B5EF4-FFF2-40B4-BE49-F238E27FC236}">
                    <a16:creationId xmlns:a16="http://schemas.microsoft.com/office/drawing/2014/main" id="{DEC1549B-A3E4-8A4D-1CC4-4091E2CF94BB}"/>
                  </a:ext>
                </a:extLst>
              </p:cNvPr>
              <p:cNvSpPr>
                <a:spLocks/>
              </p:cNvSpPr>
              <p:nvPr/>
            </p:nvSpPr>
            <p:spPr bwMode="auto">
              <a:xfrm>
                <a:off x="4530" y="2682"/>
                <a:ext cx="136" cy="88"/>
              </a:xfrm>
              <a:custGeom>
                <a:avLst/>
                <a:gdLst>
                  <a:gd name="T0" fmla="*/ 136 w 136"/>
                  <a:gd name="T1" fmla="*/ 0 h 88"/>
                  <a:gd name="T2" fmla="*/ 32 w 136"/>
                  <a:gd name="T3" fmla="*/ 88 h 88"/>
                  <a:gd name="T4" fmla="*/ 16 w 136"/>
                  <a:gd name="T5" fmla="*/ 56 h 88"/>
                  <a:gd name="T6" fmla="*/ 0 w 136"/>
                  <a:gd name="T7" fmla="*/ 32 h 88"/>
                  <a:gd name="T8" fmla="*/ 136 w 136"/>
                  <a:gd name="T9" fmla="*/ 0 h 88"/>
                  <a:gd name="T10" fmla="*/ 0 60000 65536"/>
                  <a:gd name="T11" fmla="*/ 0 60000 65536"/>
                  <a:gd name="T12" fmla="*/ 0 60000 65536"/>
                  <a:gd name="T13" fmla="*/ 0 60000 65536"/>
                  <a:gd name="T14" fmla="*/ 0 60000 65536"/>
                  <a:gd name="T15" fmla="*/ 0 w 136"/>
                  <a:gd name="T16" fmla="*/ 0 h 88"/>
                  <a:gd name="T17" fmla="*/ 136 w 136"/>
                  <a:gd name="T18" fmla="*/ 88 h 88"/>
                </a:gdLst>
                <a:ahLst/>
                <a:cxnLst>
                  <a:cxn ang="T10">
                    <a:pos x="T0" y="T1"/>
                  </a:cxn>
                  <a:cxn ang="T11">
                    <a:pos x="T2" y="T3"/>
                  </a:cxn>
                  <a:cxn ang="T12">
                    <a:pos x="T4" y="T5"/>
                  </a:cxn>
                  <a:cxn ang="T13">
                    <a:pos x="T6" y="T7"/>
                  </a:cxn>
                  <a:cxn ang="T14">
                    <a:pos x="T8" y="T9"/>
                  </a:cxn>
                </a:cxnLst>
                <a:rect l="T15" t="T16" r="T17" b="T18"/>
                <a:pathLst>
                  <a:path w="136" h="88">
                    <a:moveTo>
                      <a:pt x="136" y="0"/>
                    </a:moveTo>
                    <a:lnTo>
                      <a:pt x="32" y="88"/>
                    </a:lnTo>
                    <a:lnTo>
                      <a:pt x="16" y="56"/>
                    </a:lnTo>
                    <a:lnTo>
                      <a:pt x="0" y="32"/>
                    </a:lnTo>
                    <a:lnTo>
                      <a:pt x="136" y="0"/>
                    </a:lnTo>
                    <a:close/>
                  </a:path>
                </a:pathLst>
              </a:custGeom>
              <a:grpFill/>
              <a:ln w="9525">
                <a:solidFill>
                  <a:schemeClr val="bg1">
                    <a:lumMod val="65000"/>
                  </a:schemeClr>
                </a:solidFill>
                <a:round/>
                <a:headEnd/>
                <a:tailEnd/>
              </a:ln>
            </p:spPr>
            <p:txBody>
              <a:bodyPr/>
              <a:lstStyle/>
              <a:p>
                <a:endParaRPr lang="en-US"/>
              </a:p>
            </p:txBody>
          </p:sp>
          <p:sp>
            <p:nvSpPr>
              <p:cNvPr id="103898" name="Line 941">
                <a:extLst>
                  <a:ext uri="{FF2B5EF4-FFF2-40B4-BE49-F238E27FC236}">
                    <a16:creationId xmlns:a16="http://schemas.microsoft.com/office/drawing/2014/main" id="{8DD87629-9A1D-4A4C-10E7-7B4D7B2C6A84}"/>
                  </a:ext>
                </a:extLst>
              </p:cNvPr>
              <p:cNvSpPr>
                <a:spLocks noChangeShapeType="1"/>
              </p:cNvSpPr>
              <p:nvPr/>
            </p:nvSpPr>
            <p:spPr bwMode="auto">
              <a:xfrm flipV="1">
                <a:off x="3317" y="2736"/>
                <a:ext cx="1237" cy="565"/>
              </a:xfrm>
              <a:prstGeom prst="line">
                <a:avLst/>
              </a:prstGeom>
              <a:grpFill/>
              <a:ln w="25400">
                <a:solidFill>
                  <a:schemeClr val="bg1">
                    <a:lumMod val="65000"/>
                  </a:schemeClr>
                </a:solidFill>
                <a:round/>
                <a:headEnd/>
                <a:tailEnd/>
              </a:ln>
            </p:spPr>
            <p:txBody>
              <a:bodyPr/>
              <a:lstStyle/>
              <a:p>
                <a:endParaRPr lang="en-US"/>
              </a:p>
            </p:txBody>
          </p:sp>
        </p:grpSp>
        <p:grpSp>
          <p:nvGrpSpPr>
            <p:cNvPr id="103614" name="Group 942">
              <a:extLst>
                <a:ext uri="{FF2B5EF4-FFF2-40B4-BE49-F238E27FC236}">
                  <a16:creationId xmlns:a16="http://schemas.microsoft.com/office/drawing/2014/main" id="{761C15B8-C89B-E8AF-C2A4-F4942163D18E}"/>
                </a:ext>
              </a:extLst>
            </p:cNvPr>
            <p:cNvGrpSpPr>
              <a:grpSpLocks/>
            </p:cNvGrpSpPr>
            <p:nvPr/>
          </p:nvGrpSpPr>
          <p:grpSpPr bwMode="auto">
            <a:xfrm>
              <a:off x="3317" y="2387"/>
              <a:ext cx="886" cy="282"/>
              <a:chOff x="3317" y="2387"/>
              <a:chExt cx="886" cy="282"/>
            </a:xfrm>
            <a:grpFill/>
          </p:grpSpPr>
          <p:sp>
            <p:nvSpPr>
              <p:cNvPr id="103895" name="Freeform 943">
                <a:extLst>
                  <a:ext uri="{FF2B5EF4-FFF2-40B4-BE49-F238E27FC236}">
                    <a16:creationId xmlns:a16="http://schemas.microsoft.com/office/drawing/2014/main" id="{04E91CFD-F162-EF52-3DD0-6F9E066CF91A}"/>
                  </a:ext>
                </a:extLst>
              </p:cNvPr>
              <p:cNvSpPr>
                <a:spLocks/>
              </p:cNvSpPr>
              <p:nvPr/>
            </p:nvSpPr>
            <p:spPr bwMode="auto">
              <a:xfrm>
                <a:off x="4067" y="2387"/>
                <a:ext cx="136" cy="72"/>
              </a:xfrm>
              <a:custGeom>
                <a:avLst/>
                <a:gdLst>
                  <a:gd name="T0" fmla="*/ 136 w 136"/>
                  <a:gd name="T1" fmla="*/ 0 h 72"/>
                  <a:gd name="T2" fmla="*/ 16 w 136"/>
                  <a:gd name="T3" fmla="*/ 72 h 72"/>
                  <a:gd name="T4" fmla="*/ 8 w 136"/>
                  <a:gd name="T5" fmla="*/ 40 h 72"/>
                  <a:gd name="T6" fmla="*/ 0 w 136"/>
                  <a:gd name="T7" fmla="*/ 8 h 72"/>
                  <a:gd name="T8" fmla="*/ 136 w 136"/>
                  <a:gd name="T9" fmla="*/ 0 h 72"/>
                  <a:gd name="T10" fmla="*/ 0 60000 65536"/>
                  <a:gd name="T11" fmla="*/ 0 60000 65536"/>
                  <a:gd name="T12" fmla="*/ 0 60000 65536"/>
                  <a:gd name="T13" fmla="*/ 0 60000 65536"/>
                  <a:gd name="T14" fmla="*/ 0 60000 65536"/>
                  <a:gd name="T15" fmla="*/ 0 w 136"/>
                  <a:gd name="T16" fmla="*/ 0 h 72"/>
                  <a:gd name="T17" fmla="*/ 136 w 136"/>
                  <a:gd name="T18" fmla="*/ 72 h 72"/>
                </a:gdLst>
                <a:ahLst/>
                <a:cxnLst>
                  <a:cxn ang="T10">
                    <a:pos x="T0" y="T1"/>
                  </a:cxn>
                  <a:cxn ang="T11">
                    <a:pos x="T2" y="T3"/>
                  </a:cxn>
                  <a:cxn ang="T12">
                    <a:pos x="T4" y="T5"/>
                  </a:cxn>
                  <a:cxn ang="T13">
                    <a:pos x="T6" y="T7"/>
                  </a:cxn>
                  <a:cxn ang="T14">
                    <a:pos x="T8" y="T9"/>
                  </a:cxn>
                </a:cxnLst>
                <a:rect l="T15" t="T16" r="T17" b="T18"/>
                <a:pathLst>
                  <a:path w="136" h="72">
                    <a:moveTo>
                      <a:pt x="136" y="0"/>
                    </a:moveTo>
                    <a:lnTo>
                      <a:pt x="16" y="72"/>
                    </a:lnTo>
                    <a:lnTo>
                      <a:pt x="8" y="40"/>
                    </a:lnTo>
                    <a:lnTo>
                      <a:pt x="0" y="8"/>
                    </a:lnTo>
                    <a:lnTo>
                      <a:pt x="136" y="0"/>
                    </a:lnTo>
                    <a:close/>
                  </a:path>
                </a:pathLst>
              </a:custGeom>
              <a:grpFill/>
              <a:ln w="9525">
                <a:solidFill>
                  <a:schemeClr val="bg1">
                    <a:lumMod val="65000"/>
                  </a:schemeClr>
                </a:solidFill>
                <a:round/>
                <a:headEnd/>
                <a:tailEnd/>
              </a:ln>
            </p:spPr>
            <p:txBody>
              <a:bodyPr/>
              <a:lstStyle/>
              <a:p>
                <a:endParaRPr lang="en-US"/>
              </a:p>
            </p:txBody>
          </p:sp>
          <p:sp>
            <p:nvSpPr>
              <p:cNvPr id="103896" name="Line 944">
                <a:extLst>
                  <a:ext uri="{FF2B5EF4-FFF2-40B4-BE49-F238E27FC236}">
                    <a16:creationId xmlns:a16="http://schemas.microsoft.com/office/drawing/2014/main" id="{DF5E46BC-69E6-FA55-3D0B-0BCB5ADABCFD}"/>
                  </a:ext>
                </a:extLst>
              </p:cNvPr>
              <p:cNvSpPr>
                <a:spLocks noChangeShapeType="1"/>
              </p:cNvSpPr>
              <p:nvPr/>
            </p:nvSpPr>
            <p:spPr bwMode="auto">
              <a:xfrm flipV="1">
                <a:off x="3317" y="2426"/>
                <a:ext cx="766" cy="243"/>
              </a:xfrm>
              <a:prstGeom prst="line">
                <a:avLst/>
              </a:prstGeom>
              <a:grpFill/>
              <a:ln w="25400">
                <a:solidFill>
                  <a:schemeClr val="bg1">
                    <a:lumMod val="65000"/>
                  </a:schemeClr>
                </a:solidFill>
                <a:round/>
                <a:headEnd/>
                <a:tailEnd/>
              </a:ln>
            </p:spPr>
            <p:txBody>
              <a:bodyPr/>
              <a:lstStyle/>
              <a:p>
                <a:endParaRPr lang="en-US"/>
              </a:p>
            </p:txBody>
          </p:sp>
        </p:grpSp>
        <p:grpSp>
          <p:nvGrpSpPr>
            <p:cNvPr id="103615" name="Group 945">
              <a:extLst>
                <a:ext uri="{FF2B5EF4-FFF2-40B4-BE49-F238E27FC236}">
                  <a16:creationId xmlns:a16="http://schemas.microsoft.com/office/drawing/2014/main" id="{42DCC1C9-5FB8-B78D-A6E4-79E2AE3DC6B1}"/>
                </a:ext>
              </a:extLst>
            </p:cNvPr>
            <p:cNvGrpSpPr>
              <a:grpSpLocks/>
            </p:cNvGrpSpPr>
            <p:nvPr/>
          </p:nvGrpSpPr>
          <p:grpSpPr bwMode="auto">
            <a:xfrm>
              <a:off x="3780" y="2387"/>
              <a:ext cx="886" cy="282"/>
              <a:chOff x="3780" y="2387"/>
              <a:chExt cx="886" cy="282"/>
            </a:xfrm>
            <a:grpFill/>
          </p:grpSpPr>
          <p:sp>
            <p:nvSpPr>
              <p:cNvPr id="103893" name="Freeform 946">
                <a:extLst>
                  <a:ext uri="{FF2B5EF4-FFF2-40B4-BE49-F238E27FC236}">
                    <a16:creationId xmlns:a16="http://schemas.microsoft.com/office/drawing/2014/main" id="{AF913D7E-4FC4-06C0-50BD-308EEF1EF5C4}"/>
                  </a:ext>
                </a:extLst>
              </p:cNvPr>
              <p:cNvSpPr>
                <a:spLocks/>
              </p:cNvSpPr>
              <p:nvPr/>
            </p:nvSpPr>
            <p:spPr bwMode="auto">
              <a:xfrm>
                <a:off x="4522" y="2387"/>
                <a:ext cx="144" cy="72"/>
              </a:xfrm>
              <a:custGeom>
                <a:avLst/>
                <a:gdLst>
                  <a:gd name="T0" fmla="*/ 144 w 144"/>
                  <a:gd name="T1" fmla="*/ 0 h 72"/>
                  <a:gd name="T2" fmla="*/ 24 w 144"/>
                  <a:gd name="T3" fmla="*/ 72 h 72"/>
                  <a:gd name="T4" fmla="*/ 16 w 144"/>
                  <a:gd name="T5" fmla="*/ 40 h 72"/>
                  <a:gd name="T6" fmla="*/ 0 w 144"/>
                  <a:gd name="T7" fmla="*/ 8 h 72"/>
                  <a:gd name="T8" fmla="*/ 144 w 144"/>
                  <a:gd name="T9" fmla="*/ 0 h 72"/>
                  <a:gd name="T10" fmla="*/ 0 60000 65536"/>
                  <a:gd name="T11" fmla="*/ 0 60000 65536"/>
                  <a:gd name="T12" fmla="*/ 0 60000 65536"/>
                  <a:gd name="T13" fmla="*/ 0 60000 65536"/>
                  <a:gd name="T14" fmla="*/ 0 60000 65536"/>
                  <a:gd name="T15" fmla="*/ 0 w 144"/>
                  <a:gd name="T16" fmla="*/ 0 h 72"/>
                  <a:gd name="T17" fmla="*/ 144 w 144"/>
                  <a:gd name="T18" fmla="*/ 72 h 72"/>
                </a:gdLst>
                <a:ahLst/>
                <a:cxnLst>
                  <a:cxn ang="T10">
                    <a:pos x="T0" y="T1"/>
                  </a:cxn>
                  <a:cxn ang="T11">
                    <a:pos x="T2" y="T3"/>
                  </a:cxn>
                  <a:cxn ang="T12">
                    <a:pos x="T4" y="T5"/>
                  </a:cxn>
                  <a:cxn ang="T13">
                    <a:pos x="T6" y="T7"/>
                  </a:cxn>
                  <a:cxn ang="T14">
                    <a:pos x="T8" y="T9"/>
                  </a:cxn>
                </a:cxnLst>
                <a:rect l="T15" t="T16" r="T17" b="T18"/>
                <a:pathLst>
                  <a:path w="144" h="72">
                    <a:moveTo>
                      <a:pt x="144" y="0"/>
                    </a:moveTo>
                    <a:lnTo>
                      <a:pt x="24" y="72"/>
                    </a:lnTo>
                    <a:lnTo>
                      <a:pt x="16" y="40"/>
                    </a:lnTo>
                    <a:lnTo>
                      <a:pt x="0" y="8"/>
                    </a:lnTo>
                    <a:lnTo>
                      <a:pt x="144" y="0"/>
                    </a:lnTo>
                    <a:close/>
                  </a:path>
                </a:pathLst>
              </a:custGeom>
              <a:grpFill/>
              <a:ln w="9525">
                <a:solidFill>
                  <a:schemeClr val="bg1">
                    <a:lumMod val="65000"/>
                  </a:schemeClr>
                </a:solidFill>
                <a:round/>
                <a:headEnd/>
                <a:tailEnd/>
              </a:ln>
            </p:spPr>
            <p:txBody>
              <a:bodyPr/>
              <a:lstStyle/>
              <a:p>
                <a:endParaRPr lang="en-US"/>
              </a:p>
            </p:txBody>
          </p:sp>
          <p:sp>
            <p:nvSpPr>
              <p:cNvPr id="103894" name="Line 947">
                <a:extLst>
                  <a:ext uri="{FF2B5EF4-FFF2-40B4-BE49-F238E27FC236}">
                    <a16:creationId xmlns:a16="http://schemas.microsoft.com/office/drawing/2014/main" id="{67C9586B-BB1B-BB52-9A82-6C665B704CE9}"/>
                  </a:ext>
                </a:extLst>
              </p:cNvPr>
              <p:cNvSpPr>
                <a:spLocks noChangeShapeType="1"/>
              </p:cNvSpPr>
              <p:nvPr/>
            </p:nvSpPr>
            <p:spPr bwMode="auto">
              <a:xfrm flipV="1">
                <a:off x="3780" y="2426"/>
                <a:ext cx="766" cy="243"/>
              </a:xfrm>
              <a:prstGeom prst="line">
                <a:avLst/>
              </a:prstGeom>
              <a:grpFill/>
              <a:ln w="25400">
                <a:solidFill>
                  <a:schemeClr val="bg1">
                    <a:lumMod val="65000"/>
                  </a:schemeClr>
                </a:solidFill>
                <a:round/>
                <a:headEnd/>
                <a:tailEnd/>
              </a:ln>
            </p:spPr>
            <p:txBody>
              <a:bodyPr/>
              <a:lstStyle/>
              <a:p>
                <a:endParaRPr lang="en-US"/>
              </a:p>
            </p:txBody>
          </p:sp>
        </p:grpSp>
        <p:grpSp>
          <p:nvGrpSpPr>
            <p:cNvPr id="103616" name="Group 948">
              <a:extLst>
                <a:ext uri="{FF2B5EF4-FFF2-40B4-BE49-F238E27FC236}">
                  <a16:creationId xmlns:a16="http://schemas.microsoft.com/office/drawing/2014/main" id="{7B82BF55-BA36-AE96-3B9B-AA5E10863711}"/>
                </a:ext>
              </a:extLst>
            </p:cNvPr>
            <p:cNvGrpSpPr>
              <a:grpSpLocks/>
            </p:cNvGrpSpPr>
            <p:nvPr/>
          </p:nvGrpSpPr>
          <p:grpSpPr bwMode="auto">
            <a:xfrm>
              <a:off x="1473" y="2993"/>
              <a:ext cx="886" cy="291"/>
              <a:chOff x="1473" y="2993"/>
              <a:chExt cx="886" cy="291"/>
            </a:xfrm>
            <a:grpFill/>
          </p:grpSpPr>
          <p:sp>
            <p:nvSpPr>
              <p:cNvPr id="103891" name="Freeform 949">
                <a:extLst>
                  <a:ext uri="{FF2B5EF4-FFF2-40B4-BE49-F238E27FC236}">
                    <a16:creationId xmlns:a16="http://schemas.microsoft.com/office/drawing/2014/main" id="{A82E24B5-D8CE-ADD2-E7C1-9521773822EF}"/>
                  </a:ext>
                </a:extLst>
              </p:cNvPr>
              <p:cNvSpPr>
                <a:spLocks/>
              </p:cNvSpPr>
              <p:nvPr/>
            </p:nvSpPr>
            <p:spPr bwMode="auto">
              <a:xfrm>
                <a:off x="2223" y="2993"/>
                <a:ext cx="136" cy="72"/>
              </a:xfrm>
              <a:custGeom>
                <a:avLst/>
                <a:gdLst>
                  <a:gd name="T0" fmla="*/ 136 w 136"/>
                  <a:gd name="T1" fmla="*/ 0 h 72"/>
                  <a:gd name="T2" fmla="*/ 24 w 136"/>
                  <a:gd name="T3" fmla="*/ 72 h 72"/>
                  <a:gd name="T4" fmla="*/ 8 w 136"/>
                  <a:gd name="T5" fmla="*/ 40 h 72"/>
                  <a:gd name="T6" fmla="*/ 0 w 136"/>
                  <a:gd name="T7" fmla="*/ 8 h 72"/>
                  <a:gd name="T8" fmla="*/ 136 w 136"/>
                  <a:gd name="T9" fmla="*/ 0 h 72"/>
                  <a:gd name="T10" fmla="*/ 0 60000 65536"/>
                  <a:gd name="T11" fmla="*/ 0 60000 65536"/>
                  <a:gd name="T12" fmla="*/ 0 60000 65536"/>
                  <a:gd name="T13" fmla="*/ 0 60000 65536"/>
                  <a:gd name="T14" fmla="*/ 0 60000 65536"/>
                  <a:gd name="T15" fmla="*/ 0 w 136"/>
                  <a:gd name="T16" fmla="*/ 0 h 72"/>
                  <a:gd name="T17" fmla="*/ 136 w 136"/>
                  <a:gd name="T18" fmla="*/ 72 h 72"/>
                </a:gdLst>
                <a:ahLst/>
                <a:cxnLst>
                  <a:cxn ang="T10">
                    <a:pos x="T0" y="T1"/>
                  </a:cxn>
                  <a:cxn ang="T11">
                    <a:pos x="T2" y="T3"/>
                  </a:cxn>
                  <a:cxn ang="T12">
                    <a:pos x="T4" y="T5"/>
                  </a:cxn>
                  <a:cxn ang="T13">
                    <a:pos x="T6" y="T7"/>
                  </a:cxn>
                  <a:cxn ang="T14">
                    <a:pos x="T8" y="T9"/>
                  </a:cxn>
                </a:cxnLst>
                <a:rect l="T15" t="T16" r="T17" b="T18"/>
                <a:pathLst>
                  <a:path w="136" h="72">
                    <a:moveTo>
                      <a:pt x="136" y="0"/>
                    </a:moveTo>
                    <a:lnTo>
                      <a:pt x="24" y="72"/>
                    </a:lnTo>
                    <a:lnTo>
                      <a:pt x="8" y="40"/>
                    </a:lnTo>
                    <a:lnTo>
                      <a:pt x="0" y="8"/>
                    </a:lnTo>
                    <a:lnTo>
                      <a:pt x="136" y="0"/>
                    </a:lnTo>
                    <a:close/>
                  </a:path>
                </a:pathLst>
              </a:custGeom>
              <a:grpFill/>
              <a:ln w="9525">
                <a:solidFill>
                  <a:schemeClr val="bg1">
                    <a:lumMod val="65000"/>
                  </a:schemeClr>
                </a:solidFill>
                <a:round/>
                <a:headEnd/>
                <a:tailEnd/>
              </a:ln>
            </p:spPr>
            <p:txBody>
              <a:bodyPr/>
              <a:lstStyle/>
              <a:p>
                <a:endParaRPr lang="en-US"/>
              </a:p>
            </p:txBody>
          </p:sp>
          <p:sp>
            <p:nvSpPr>
              <p:cNvPr id="103892" name="Line 950">
                <a:extLst>
                  <a:ext uri="{FF2B5EF4-FFF2-40B4-BE49-F238E27FC236}">
                    <a16:creationId xmlns:a16="http://schemas.microsoft.com/office/drawing/2014/main" id="{8C3D4FA3-5B61-1DE5-087C-948642C93DDF}"/>
                  </a:ext>
                </a:extLst>
              </p:cNvPr>
              <p:cNvSpPr>
                <a:spLocks noChangeShapeType="1"/>
              </p:cNvSpPr>
              <p:nvPr/>
            </p:nvSpPr>
            <p:spPr bwMode="auto">
              <a:xfrm flipV="1">
                <a:off x="1473" y="3032"/>
                <a:ext cx="766" cy="252"/>
              </a:xfrm>
              <a:prstGeom prst="line">
                <a:avLst/>
              </a:prstGeom>
              <a:grpFill/>
              <a:ln w="25400">
                <a:solidFill>
                  <a:schemeClr val="bg1">
                    <a:lumMod val="65000"/>
                  </a:schemeClr>
                </a:solidFill>
                <a:round/>
                <a:headEnd/>
                <a:tailEnd/>
              </a:ln>
            </p:spPr>
            <p:txBody>
              <a:bodyPr/>
              <a:lstStyle/>
              <a:p>
                <a:endParaRPr lang="en-US"/>
              </a:p>
            </p:txBody>
          </p:sp>
        </p:grpSp>
        <p:grpSp>
          <p:nvGrpSpPr>
            <p:cNvPr id="103617" name="Group 951">
              <a:extLst>
                <a:ext uri="{FF2B5EF4-FFF2-40B4-BE49-F238E27FC236}">
                  <a16:creationId xmlns:a16="http://schemas.microsoft.com/office/drawing/2014/main" id="{CE39E58B-9597-434A-A515-B56E7124841C}"/>
                </a:ext>
              </a:extLst>
            </p:cNvPr>
            <p:cNvGrpSpPr>
              <a:grpSpLocks/>
            </p:cNvGrpSpPr>
            <p:nvPr/>
          </p:nvGrpSpPr>
          <p:grpSpPr bwMode="auto">
            <a:xfrm>
              <a:off x="1497" y="1765"/>
              <a:ext cx="878" cy="290"/>
              <a:chOff x="1497" y="1765"/>
              <a:chExt cx="878" cy="290"/>
            </a:xfrm>
            <a:grpFill/>
          </p:grpSpPr>
          <p:sp>
            <p:nvSpPr>
              <p:cNvPr id="103889" name="Freeform 952">
                <a:extLst>
                  <a:ext uri="{FF2B5EF4-FFF2-40B4-BE49-F238E27FC236}">
                    <a16:creationId xmlns:a16="http://schemas.microsoft.com/office/drawing/2014/main" id="{A5ACE7D5-2CF2-71B0-8DA2-B0E189EB89BC}"/>
                  </a:ext>
                </a:extLst>
              </p:cNvPr>
              <p:cNvSpPr>
                <a:spLocks/>
              </p:cNvSpPr>
              <p:nvPr/>
            </p:nvSpPr>
            <p:spPr bwMode="auto">
              <a:xfrm>
                <a:off x="2239" y="1765"/>
                <a:ext cx="136" cy="72"/>
              </a:xfrm>
              <a:custGeom>
                <a:avLst/>
                <a:gdLst>
                  <a:gd name="T0" fmla="*/ 136 w 136"/>
                  <a:gd name="T1" fmla="*/ 0 h 72"/>
                  <a:gd name="T2" fmla="*/ 24 w 136"/>
                  <a:gd name="T3" fmla="*/ 72 h 72"/>
                  <a:gd name="T4" fmla="*/ 8 w 136"/>
                  <a:gd name="T5" fmla="*/ 40 h 72"/>
                  <a:gd name="T6" fmla="*/ 0 w 136"/>
                  <a:gd name="T7" fmla="*/ 8 h 72"/>
                  <a:gd name="T8" fmla="*/ 136 w 136"/>
                  <a:gd name="T9" fmla="*/ 0 h 72"/>
                  <a:gd name="T10" fmla="*/ 0 60000 65536"/>
                  <a:gd name="T11" fmla="*/ 0 60000 65536"/>
                  <a:gd name="T12" fmla="*/ 0 60000 65536"/>
                  <a:gd name="T13" fmla="*/ 0 60000 65536"/>
                  <a:gd name="T14" fmla="*/ 0 60000 65536"/>
                  <a:gd name="T15" fmla="*/ 0 w 136"/>
                  <a:gd name="T16" fmla="*/ 0 h 72"/>
                  <a:gd name="T17" fmla="*/ 136 w 136"/>
                  <a:gd name="T18" fmla="*/ 72 h 72"/>
                </a:gdLst>
                <a:ahLst/>
                <a:cxnLst>
                  <a:cxn ang="T10">
                    <a:pos x="T0" y="T1"/>
                  </a:cxn>
                  <a:cxn ang="T11">
                    <a:pos x="T2" y="T3"/>
                  </a:cxn>
                  <a:cxn ang="T12">
                    <a:pos x="T4" y="T5"/>
                  </a:cxn>
                  <a:cxn ang="T13">
                    <a:pos x="T6" y="T7"/>
                  </a:cxn>
                  <a:cxn ang="T14">
                    <a:pos x="T8" y="T9"/>
                  </a:cxn>
                </a:cxnLst>
                <a:rect l="T15" t="T16" r="T17" b="T18"/>
                <a:pathLst>
                  <a:path w="136" h="72">
                    <a:moveTo>
                      <a:pt x="136" y="0"/>
                    </a:moveTo>
                    <a:lnTo>
                      <a:pt x="24" y="72"/>
                    </a:lnTo>
                    <a:lnTo>
                      <a:pt x="8" y="40"/>
                    </a:lnTo>
                    <a:lnTo>
                      <a:pt x="0" y="8"/>
                    </a:lnTo>
                    <a:lnTo>
                      <a:pt x="136" y="0"/>
                    </a:lnTo>
                    <a:close/>
                  </a:path>
                </a:pathLst>
              </a:custGeom>
              <a:grpFill/>
              <a:ln w="9525">
                <a:solidFill>
                  <a:schemeClr val="bg1">
                    <a:lumMod val="65000"/>
                  </a:schemeClr>
                </a:solidFill>
                <a:round/>
                <a:headEnd/>
                <a:tailEnd/>
              </a:ln>
            </p:spPr>
            <p:txBody>
              <a:bodyPr/>
              <a:lstStyle/>
              <a:p>
                <a:endParaRPr lang="en-US"/>
              </a:p>
            </p:txBody>
          </p:sp>
          <p:sp>
            <p:nvSpPr>
              <p:cNvPr id="103890" name="Line 953">
                <a:extLst>
                  <a:ext uri="{FF2B5EF4-FFF2-40B4-BE49-F238E27FC236}">
                    <a16:creationId xmlns:a16="http://schemas.microsoft.com/office/drawing/2014/main" id="{78F62108-1AAD-BB6F-7068-5A81EC12014B}"/>
                  </a:ext>
                </a:extLst>
              </p:cNvPr>
              <p:cNvSpPr>
                <a:spLocks noChangeShapeType="1"/>
              </p:cNvSpPr>
              <p:nvPr/>
            </p:nvSpPr>
            <p:spPr bwMode="auto">
              <a:xfrm flipV="1">
                <a:off x="1497" y="1803"/>
                <a:ext cx="758" cy="252"/>
              </a:xfrm>
              <a:prstGeom prst="line">
                <a:avLst/>
              </a:prstGeom>
              <a:grpFill/>
              <a:ln w="25400">
                <a:solidFill>
                  <a:schemeClr val="bg1">
                    <a:lumMod val="65000"/>
                  </a:schemeClr>
                </a:solidFill>
                <a:round/>
                <a:headEnd/>
                <a:tailEnd/>
              </a:ln>
            </p:spPr>
            <p:txBody>
              <a:bodyPr/>
              <a:lstStyle/>
              <a:p>
                <a:endParaRPr lang="en-US"/>
              </a:p>
            </p:txBody>
          </p:sp>
        </p:grpSp>
        <p:grpSp>
          <p:nvGrpSpPr>
            <p:cNvPr id="103618" name="Group 954">
              <a:extLst>
                <a:ext uri="{FF2B5EF4-FFF2-40B4-BE49-F238E27FC236}">
                  <a16:creationId xmlns:a16="http://schemas.microsoft.com/office/drawing/2014/main" id="{6CC3A8BA-79C4-D73B-2118-BE61EEC48AD6}"/>
                </a:ext>
              </a:extLst>
            </p:cNvPr>
            <p:cNvGrpSpPr>
              <a:grpSpLocks/>
            </p:cNvGrpSpPr>
            <p:nvPr/>
          </p:nvGrpSpPr>
          <p:grpSpPr bwMode="auto">
            <a:xfrm>
              <a:off x="1938" y="1765"/>
              <a:ext cx="892" cy="1507"/>
              <a:chOff x="1938" y="1765"/>
              <a:chExt cx="892" cy="1507"/>
            </a:xfrm>
            <a:grpFill/>
          </p:grpSpPr>
          <p:sp>
            <p:nvSpPr>
              <p:cNvPr id="103887" name="Freeform 955">
                <a:extLst>
                  <a:ext uri="{FF2B5EF4-FFF2-40B4-BE49-F238E27FC236}">
                    <a16:creationId xmlns:a16="http://schemas.microsoft.com/office/drawing/2014/main" id="{33CD88FD-533F-8D47-2F48-6CD68D63E748}"/>
                  </a:ext>
                </a:extLst>
              </p:cNvPr>
              <p:cNvSpPr>
                <a:spLocks/>
              </p:cNvSpPr>
              <p:nvPr/>
            </p:nvSpPr>
            <p:spPr bwMode="auto">
              <a:xfrm>
                <a:off x="2726" y="3145"/>
                <a:ext cx="104" cy="127"/>
              </a:xfrm>
              <a:custGeom>
                <a:avLst/>
                <a:gdLst>
                  <a:gd name="T0" fmla="*/ 104 w 104"/>
                  <a:gd name="T1" fmla="*/ 127 h 127"/>
                  <a:gd name="T2" fmla="*/ 0 w 104"/>
                  <a:gd name="T3" fmla="*/ 32 h 127"/>
                  <a:gd name="T4" fmla="*/ 32 w 104"/>
                  <a:gd name="T5" fmla="*/ 16 h 127"/>
                  <a:gd name="T6" fmla="*/ 64 w 104"/>
                  <a:gd name="T7" fmla="*/ 0 h 127"/>
                  <a:gd name="T8" fmla="*/ 104 w 104"/>
                  <a:gd name="T9" fmla="*/ 127 h 127"/>
                  <a:gd name="T10" fmla="*/ 0 60000 65536"/>
                  <a:gd name="T11" fmla="*/ 0 60000 65536"/>
                  <a:gd name="T12" fmla="*/ 0 60000 65536"/>
                  <a:gd name="T13" fmla="*/ 0 60000 65536"/>
                  <a:gd name="T14" fmla="*/ 0 60000 65536"/>
                  <a:gd name="T15" fmla="*/ 0 w 104"/>
                  <a:gd name="T16" fmla="*/ 0 h 127"/>
                  <a:gd name="T17" fmla="*/ 104 w 104"/>
                  <a:gd name="T18" fmla="*/ 127 h 127"/>
                </a:gdLst>
                <a:ahLst/>
                <a:cxnLst>
                  <a:cxn ang="T10">
                    <a:pos x="T0" y="T1"/>
                  </a:cxn>
                  <a:cxn ang="T11">
                    <a:pos x="T2" y="T3"/>
                  </a:cxn>
                  <a:cxn ang="T12">
                    <a:pos x="T4" y="T5"/>
                  </a:cxn>
                  <a:cxn ang="T13">
                    <a:pos x="T6" y="T7"/>
                  </a:cxn>
                  <a:cxn ang="T14">
                    <a:pos x="T8" y="T9"/>
                  </a:cxn>
                </a:cxnLst>
                <a:rect l="T15" t="T16" r="T17" b="T18"/>
                <a:pathLst>
                  <a:path w="104" h="127">
                    <a:moveTo>
                      <a:pt x="104" y="127"/>
                    </a:moveTo>
                    <a:lnTo>
                      <a:pt x="0" y="32"/>
                    </a:lnTo>
                    <a:lnTo>
                      <a:pt x="32" y="16"/>
                    </a:lnTo>
                    <a:lnTo>
                      <a:pt x="64" y="0"/>
                    </a:lnTo>
                    <a:lnTo>
                      <a:pt x="104" y="127"/>
                    </a:lnTo>
                    <a:close/>
                  </a:path>
                </a:pathLst>
              </a:custGeom>
              <a:grpFill/>
              <a:ln w="9525">
                <a:solidFill>
                  <a:schemeClr val="bg1">
                    <a:lumMod val="65000"/>
                  </a:schemeClr>
                </a:solidFill>
                <a:round/>
                <a:headEnd/>
                <a:tailEnd/>
              </a:ln>
            </p:spPr>
            <p:txBody>
              <a:bodyPr/>
              <a:lstStyle/>
              <a:p>
                <a:endParaRPr lang="en-US"/>
              </a:p>
            </p:txBody>
          </p:sp>
          <p:sp>
            <p:nvSpPr>
              <p:cNvPr id="103888" name="Line 956">
                <a:extLst>
                  <a:ext uri="{FF2B5EF4-FFF2-40B4-BE49-F238E27FC236}">
                    <a16:creationId xmlns:a16="http://schemas.microsoft.com/office/drawing/2014/main" id="{C458490A-DD7A-BE09-E706-4CD691728094}"/>
                  </a:ext>
                </a:extLst>
              </p:cNvPr>
              <p:cNvSpPr>
                <a:spLocks noChangeShapeType="1"/>
              </p:cNvSpPr>
              <p:nvPr/>
            </p:nvSpPr>
            <p:spPr bwMode="auto">
              <a:xfrm>
                <a:off x="1938" y="1765"/>
                <a:ext cx="823" cy="1404"/>
              </a:xfrm>
              <a:prstGeom prst="line">
                <a:avLst/>
              </a:prstGeom>
              <a:grpFill/>
              <a:ln w="25400">
                <a:solidFill>
                  <a:schemeClr val="bg1">
                    <a:lumMod val="65000"/>
                  </a:schemeClr>
                </a:solidFill>
                <a:round/>
                <a:headEnd/>
                <a:tailEnd/>
              </a:ln>
            </p:spPr>
            <p:txBody>
              <a:bodyPr/>
              <a:lstStyle/>
              <a:p>
                <a:endParaRPr lang="en-US"/>
              </a:p>
            </p:txBody>
          </p:sp>
        </p:grpSp>
        <p:grpSp>
          <p:nvGrpSpPr>
            <p:cNvPr id="103619" name="Group 957">
              <a:extLst>
                <a:ext uri="{FF2B5EF4-FFF2-40B4-BE49-F238E27FC236}">
                  <a16:creationId xmlns:a16="http://schemas.microsoft.com/office/drawing/2014/main" id="{13B155DC-FDA8-DA0E-820E-E3F8F7030F97}"/>
                </a:ext>
              </a:extLst>
            </p:cNvPr>
            <p:cNvGrpSpPr>
              <a:grpSpLocks/>
            </p:cNvGrpSpPr>
            <p:nvPr/>
          </p:nvGrpSpPr>
          <p:grpSpPr bwMode="auto">
            <a:xfrm>
              <a:off x="1482" y="1781"/>
              <a:ext cx="438" cy="263"/>
              <a:chOff x="1482" y="1781"/>
              <a:chExt cx="438" cy="263"/>
            </a:xfrm>
            <a:grpFill/>
          </p:grpSpPr>
          <p:sp>
            <p:nvSpPr>
              <p:cNvPr id="103882" name="Freeform 958">
                <a:extLst>
                  <a:ext uri="{FF2B5EF4-FFF2-40B4-BE49-F238E27FC236}">
                    <a16:creationId xmlns:a16="http://schemas.microsoft.com/office/drawing/2014/main" id="{4E63D597-4092-7602-36DA-F63E81ADE133}"/>
                  </a:ext>
                </a:extLst>
              </p:cNvPr>
              <p:cNvSpPr>
                <a:spLocks/>
              </p:cNvSpPr>
              <p:nvPr/>
            </p:nvSpPr>
            <p:spPr bwMode="auto">
              <a:xfrm>
                <a:off x="1808" y="1964"/>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 name="T15" fmla="*/ 0 w 112"/>
                  <a:gd name="T16" fmla="*/ 0 h 80"/>
                  <a:gd name="T17" fmla="*/ 112 w 112"/>
                  <a:gd name="T18" fmla="*/ 80 h 80"/>
                </a:gdLst>
                <a:ahLst/>
                <a:cxnLst>
                  <a:cxn ang="T10">
                    <a:pos x="T0" y="T1"/>
                  </a:cxn>
                  <a:cxn ang="T11">
                    <a:pos x="T2" y="T3"/>
                  </a:cxn>
                  <a:cxn ang="T12">
                    <a:pos x="T4" y="T5"/>
                  </a:cxn>
                  <a:cxn ang="T13">
                    <a:pos x="T6" y="T7"/>
                  </a:cxn>
                  <a:cxn ang="T14">
                    <a:pos x="T8" y="T9"/>
                  </a:cxn>
                </a:cxnLst>
                <a:rect l="T15" t="T16" r="T17" b="T18"/>
                <a:pathLst>
                  <a:path w="112" h="80">
                    <a:moveTo>
                      <a:pt x="112" y="80"/>
                    </a:moveTo>
                    <a:lnTo>
                      <a:pt x="0" y="48"/>
                    </a:lnTo>
                    <a:lnTo>
                      <a:pt x="16" y="24"/>
                    </a:lnTo>
                    <a:lnTo>
                      <a:pt x="32" y="0"/>
                    </a:lnTo>
                    <a:lnTo>
                      <a:pt x="112" y="80"/>
                    </a:lnTo>
                    <a:close/>
                  </a:path>
                </a:pathLst>
              </a:custGeom>
              <a:grpFill/>
              <a:ln w="9525">
                <a:solidFill>
                  <a:schemeClr val="bg1">
                    <a:lumMod val="65000"/>
                  </a:schemeClr>
                </a:solidFill>
                <a:round/>
                <a:headEnd/>
                <a:tailEnd/>
              </a:ln>
            </p:spPr>
            <p:txBody>
              <a:bodyPr/>
              <a:lstStyle/>
              <a:p>
                <a:endParaRPr lang="en-US"/>
              </a:p>
            </p:txBody>
          </p:sp>
          <p:sp>
            <p:nvSpPr>
              <p:cNvPr id="103883" name="Line 959">
                <a:extLst>
                  <a:ext uri="{FF2B5EF4-FFF2-40B4-BE49-F238E27FC236}">
                    <a16:creationId xmlns:a16="http://schemas.microsoft.com/office/drawing/2014/main" id="{C7C28DFC-40ED-2D6C-D92D-A1F1C549EF05}"/>
                  </a:ext>
                </a:extLst>
              </p:cNvPr>
              <p:cNvSpPr>
                <a:spLocks noChangeShapeType="1"/>
              </p:cNvSpPr>
              <p:nvPr/>
            </p:nvSpPr>
            <p:spPr bwMode="auto">
              <a:xfrm>
                <a:off x="1482" y="1781"/>
                <a:ext cx="70" cy="46"/>
              </a:xfrm>
              <a:prstGeom prst="line">
                <a:avLst/>
              </a:prstGeom>
              <a:grpFill/>
              <a:ln w="12700">
                <a:solidFill>
                  <a:schemeClr val="bg1">
                    <a:lumMod val="65000"/>
                  </a:schemeClr>
                </a:solidFill>
                <a:round/>
                <a:headEnd/>
                <a:tailEnd/>
              </a:ln>
            </p:spPr>
            <p:txBody>
              <a:bodyPr/>
              <a:lstStyle/>
              <a:p>
                <a:endParaRPr lang="en-US"/>
              </a:p>
            </p:txBody>
          </p:sp>
          <p:sp>
            <p:nvSpPr>
              <p:cNvPr id="103884" name="Line 960">
                <a:extLst>
                  <a:ext uri="{FF2B5EF4-FFF2-40B4-BE49-F238E27FC236}">
                    <a16:creationId xmlns:a16="http://schemas.microsoft.com/office/drawing/2014/main" id="{9A3773FC-2F57-4CE4-809C-7A876DF25F1F}"/>
                  </a:ext>
                </a:extLst>
              </p:cNvPr>
              <p:cNvSpPr>
                <a:spLocks noChangeShapeType="1"/>
              </p:cNvSpPr>
              <p:nvPr/>
            </p:nvSpPr>
            <p:spPr bwMode="auto">
              <a:xfrm>
                <a:off x="1577" y="1837"/>
                <a:ext cx="71" cy="47"/>
              </a:xfrm>
              <a:prstGeom prst="line">
                <a:avLst/>
              </a:prstGeom>
              <a:grpFill/>
              <a:ln w="12700">
                <a:solidFill>
                  <a:schemeClr val="bg1">
                    <a:lumMod val="65000"/>
                  </a:schemeClr>
                </a:solidFill>
                <a:round/>
                <a:headEnd/>
                <a:tailEnd/>
              </a:ln>
            </p:spPr>
            <p:txBody>
              <a:bodyPr/>
              <a:lstStyle/>
              <a:p>
                <a:endParaRPr lang="en-US"/>
              </a:p>
            </p:txBody>
          </p:sp>
          <p:sp>
            <p:nvSpPr>
              <p:cNvPr id="103885" name="Line 961">
                <a:extLst>
                  <a:ext uri="{FF2B5EF4-FFF2-40B4-BE49-F238E27FC236}">
                    <a16:creationId xmlns:a16="http://schemas.microsoft.com/office/drawing/2014/main" id="{9158FF17-375A-C061-B920-4E41A8ACEC86}"/>
                  </a:ext>
                </a:extLst>
              </p:cNvPr>
              <p:cNvSpPr>
                <a:spLocks noChangeShapeType="1"/>
              </p:cNvSpPr>
              <p:nvPr/>
            </p:nvSpPr>
            <p:spPr bwMode="auto">
              <a:xfrm>
                <a:off x="1672" y="1892"/>
                <a:ext cx="72" cy="47"/>
              </a:xfrm>
              <a:prstGeom prst="line">
                <a:avLst/>
              </a:prstGeom>
              <a:grpFill/>
              <a:ln w="12700">
                <a:solidFill>
                  <a:schemeClr val="bg1">
                    <a:lumMod val="65000"/>
                  </a:schemeClr>
                </a:solidFill>
                <a:round/>
                <a:headEnd/>
                <a:tailEnd/>
              </a:ln>
            </p:spPr>
            <p:txBody>
              <a:bodyPr/>
              <a:lstStyle/>
              <a:p>
                <a:endParaRPr lang="en-US"/>
              </a:p>
            </p:txBody>
          </p:sp>
          <p:sp>
            <p:nvSpPr>
              <p:cNvPr id="103886" name="Line 962">
                <a:extLst>
                  <a:ext uri="{FF2B5EF4-FFF2-40B4-BE49-F238E27FC236}">
                    <a16:creationId xmlns:a16="http://schemas.microsoft.com/office/drawing/2014/main" id="{2B8BBC6B-F150-B0D5-8D09-F23171ADC90F}"/>
                  </a:ext>
                </a:extLst>
              </p:cNvPr>
              <p:cNvSpPr>
                <a:spLocks noChangeShapeType="1"/>
              </p:cNvSpPr>
              <p:nvPr/>
            </p:nvSpPr>
            <p:spPr bwMode="auto">
              <a:xfrm>
                <a:off x="1768" y="1956"/>
                <a:ext cx="56" cy="32"/>
              </a:xfrm>
              <a:prstGeom prst="line">
                <a:avLst/>
              </a:prstGeom>
              <a:grpFill/>
              <a:ln w="12700">
                <a:solidFill>
                  <a:schemeClr val="bg1">
                    <a:lumMod val="65000"/>
                  </a:schemeClr>
                </a:solidFill>
                <a:round/>
                <a:headEnd/>
                <a:tailEnd/>
              </a:ln>
            </p:spPr>
            <p:txBody>
              <a:bodyPr/>
              <a:lstStyle/>
              <a:p>
                <a:endParaRPr lang="en-US"/>
              </a:p>
            </p:txBody>
          </p:sp>
        </p:grpSp>
        <p:grpSp>
          <p:nvGrpSpPr>
            <p:cNvPr id="103620" name="Group 963">
              <a:extLst>
                <a:ext uri="{FF2B5EF4-FFF2-40B4-BE49-F238E27FC236}">
                  <a16:creationId xmlns:a16="http://schemas.microsoft.com/office/drawing/2014/main" id="{7EA0978F-A78D-107A-FC3D-FDEA6421CDB0}"/>
                </a:ext>
              </a:extLst>
            </p:cNvPr>
            <p:cNvGrpSpPr>
              <a:grpSpLocks/>
            </p:cNvGrpSpPr>
            <p:nvPr/>
          </p:nvGrpSpPr>
          <p:grpSpPr bwMode="auto">
            <a:xfrm>
              <a:off x="1481" y="1789"/>
              <a:ext cx="455" cy="550"/>
              <a:chOff x="1481" y="1789"/>
              <a:chExt cx="455" cy="550"/>
            </a:xfrm>
            <a:grpFill/>
          </p:grpSpPr>
          <p:sp>
            <p:nvSpPr>
              <p:cNvPr id="103875" name="Freeform 964">
                <a:extLst>
                  <a:ext uri="{FF2B5EF4-FFF2-40B4-BE49-F238E27FC236}">
                    <a16:creationId xmlns:a16="http://schemas.microsoft.com/office/drawing/2014/main" id="{82739FFA-8F88-42C7-ABDC-3A690CC3F514}"/>
                  </a:ext>
                </a:extLst>
              </p:cNvPr>
              <p:cNvSpPr>
                <a:spLocks/>
              </p:cNvSpPr>
              <p:nvPr/>
            </p:nvSpPr>
            <p:spPr bwMode="auto">
              <a:xfrm>
                <a:off x="1840" y="2235"/>
                <a:ext cx="96" cy="104"/>
              </a:xfrm>
              <a:custGeom>
                <a:avLst/>
                <a:gdLst>
                  <a:gd name="T0" fmla="*/ 96 w 96"/>
                  <a:gd name="T1" fmla="*/ 104 h 104"/>
                  <a:gd name="T2" fmla="*/ 0 w 96"/>
                  <a:gd name="T3" fmla="*/ 32 h 104"/>
                  <a:gd name="T4" fmla="*/ 24 w 96"/>
                  <a:gd name="T5" fmla="*/ 16 h 104"/>
                  <a:gd name="T6" fmla="*/ 48 w 96"/>
                  <a:gd name="T7" fmla="*/ 0 h 104"/>
                  <a:gd name="T8" fmla="*/ 96 w 96"/>
                  <a:gd name="T9" fmla="*/ 104 h 104"/>
                  <a:gd name="T10" fmla="*/ 0 60000 65536"/>
                  <a:gd name="T11" fmla="*/ 0 60000 65536"/>
                  <a:gd name="T12" fmla="*/ 0 60000 65536"/>
                  <a:gd name="T13" fmla="*/ 0 60000 65536"/>
                  <a:gd name="T14" fmla="*/ 0 60000 65536"/>
                  <a:gd name="T15" fmla="*/ 0 w 96"/>
                  <a:gd name="T16" fmla="*/ 0 h 104"/>
                  <a:gd name="T17" fmla="*/ 96 w 96"/>
                  <a:gd name="T18" fmla="*/ 104 h 104"/>
                </a:gdLst>
                <a:ahLst/>
                <a:cxnLst>
                  <a:cxn ang="T10">
                    <a:pos x="T0" y="T1"/>
                  </a:cxn>
                  <a:cxn ang="T11">
                    <a:pos x="T2" y="T3"/>
                  </a:cxn>
                  <a:cxn ang="T12">
                    <a:pos x="T4" y="T5"/>
                  </a:cxn>
                  <a:cxn ang="T13">
                    <a:pos x="T6" y="T7"/>
                  </a:cxn>
                  <a:cxn ang="T14">
                    <a:pos x="T8" y="T9"/>
                  </a:cxn>
                </a:cxnLst>
                <a:rect l="T15" t="T16" r="T17" b="T18"/>
                <a:pathLst>
                  <a:path w="96" h="104">
                    <a:moveTo>
                      <a:pt x="96" y="104"/>
                    </a:moveTo>
                    <a:lnTo>
                      <a:pt x="0" y="32"/>
                    </a:lnTo>
                    <a:lnTo>
                      <a:pt x="24" y="16"/>
                    </a:lnTo>
                    <a:lnTo>
                      <a:pt x="48" y="0"/>
                    </a:lnTo>
                    <a:lnTo>
                      <a:pt x="96" y="104"/>
                    </a:lnTo>
                    <a:close/>
                  </a:path>
                </a:pathLst>
              </a:custGeom>
              <a:grpFill/>
              <a:ln w="9525">
                <a:solidFill>
                  <a:schemeClr val="bg1">
                    <a:lumMod val="65000"/>
                  </a:schemeClr>
                </a:solidFill>
                <a:round/>
                <a:headEnd/>
                <a:tailEnd/>
              </a:ln>
            </p:spPr>
            <p:txBody>
              <a:bodyPr/>
              <a:lstStyle/>
              <a:p>
                <a:endParaRPr lang="en-US"/>
              </a:p>
            </p:txBody>
          </p:sp>
          <p:sp>
            <p:nvSpPr>
              <p:cNvPr id="103876" name="Line 965">
                <a:extLst>
                  <a:ext uri="{FF2B5EF4-FFF2-40B4-BE49-F238E27FC236}">
                    <a16:creationId xmlns:a16="http://schemas.microsoft.com/office/drawing/2014/main" id="{CCD5F258-2D68-C782-91CE-B049D01E1952}"/>
                  </a:ext>
                </a:extLst>
              </p:cNvPr>
              <p:cNvSpPr>
                <a:spLocks noChangeShapeType="1"/>
              </p:cNvSpPr>
              <p:nvPr/>
            </p:nvSpPr>
            <p:spPr bwMode="auto">
              <a:xfrm>
                <a:off x="1481" y="1789"/>
                <a:ext cx="55" cy="62"/>
              </a:xfrm>
              <a:prstGeom prst="line">
                <a:avLst/>
              </a:prstGeom>
              <a:grpFill/>
              <a:ln w="12700">
                <a:solidFill>
                  <a:schemeClr val="bg1">
                    <a:lumMod val="65000"/>
                  </a:schemeClr>
                </a:solidFill>
                <a:round/>
                <a:headEnd/>
                <a:tailEnd/>
              </a:ln>
            </p:spPr>
            <p:txBody>
              <a:bodyPr/>
              <a:lstStyle/>
              <a:p>
                <a:endParaRPr lang="en-US"/>
              </a:p>
            </p:txBody>
          </p:sp>
          <p:sp>
            <p:nvSpPr>
              <p:cNvPr id="103877" name="Line 966">
                <a:extLst>
                  <a:ext uri="{FF2B5EF4-FFF2-40B4-BE49-F238E27FC236}">
                    <a16:creationId xmlns:a16="http://schemas.microsoft.com/office/drawing/2014/main" id="{D9F88E1E-8E35-DAD5-824F-D4262D2761CA}"/>
                  </a:ext>
                </a:extLst>
              </p:cNvPr>
              <p:cNvSpPr>
                <a:spLocks noChangeShapeType="1"/>
              </p:cNvSpPr>
              <p:nvPr/>
            </p:nvSpPr>
            <p:spPr bwMode="auto">
              <a:xfrm>
                <a:off x="1552" y="1876"/>
                <a:ext cx="56" cy="64"/>
              </a:xfrm>
              <a:prstGeom prst="line">
                <a:avLst/>
              </a:prstGeom>
              <a:grpFill/>
              <a:ln w="12700">
                <a:solidFill>
                  <a:schemeClr val="bg1">
                    <a:lumMod val="65000"/>
                  </a:schemeClr>
                </a:solidFill>
                <a:round/>
                <a:headEnd/>
                <a:tailEnd/>
              </a:ln>
            </p:spPr>
            <p:txBody>
              <a:bodyPr/>
              <a:lstStyle/>
              <a:p>
                <a:endParaRPr lang="en-US"/>
              </a:p>
            </p:txBody>
          </p:sp>
          <p:sp>
            <p:nvSpPr>
              <p:cNvPr id="103878" name="Line 967">
                <a:extLst>
                  <a:ext uri="{FF2B5EF4-FFF2-40B4-BE49-F238E27FC236}">
                    <a16:creationId xmlns:a16="http://schemas.microsoft.com/office/drawing/2014/main" id="{CAF09067-63F0-4079-A0A0-0EFA1DC2DA80}"/>
                  </a:ext>
                </a:extLst>
              </p:cNvPr>
              <p:cNvSpPr>
                <a:spLocks noChangeShapeType="1"/>
              </p:cNvSpPr>
              <p:nvPr/>
            </p:nvSpPr>
            <p:spPr bwMode="auto">
              <a:xfrm>
                <a:off x="1624" y="1964"/>
                <a:ext cx="56" cy="64"/>
              </a:xfrm>
              <a:prstGeom prst="line">
                <a:avLst/>
              </a:prstGeom>
              <a:grpFill/>
              <a:ln w="12700">
                <a:solidFill>
                  <a:schemeClr val="bg1">
                    <a:lumMod val="65000"/>
                  </a:schemeClr>
                </a:solidFill>
                <a:round/>
                <a:headEnd/>
                <a:tailEnd/>
              </a:ln>
            </p:spPr>
            <p:txBody>
              <a:bodyPr/>
              <a:lstStyle/>
              <a:p>
                <a:endParaRPr lang="en-US"/>
              </a:p>
            </p:txBody>
          </p:sp>
          <p:sp>
            <p:nvSpPr>
              <p:cNvPr id="103879" name="Line 968">
                <a:extLst>
                  <a:ext uri="{FF2B5EF4-FFF2-40B4-BE49-F238E27FC236}">
                    <a16:creationId xmlns:a16="http://schemas.microsoft.com/office/drawing/2014/main" id="{85308A67-CBF1-41CF-A895-EB3D1D5BD9F8}"/>
                  </a:ext>
                </a:extLst>
              </p:cNvPr>
              <p:cNvSpPr>
                <a:spLocks noChangeShapeType="1"/>
              </p:cNvSpPr>
              <p:nvPr/>
            </p:nvSpPr>
            <p:spPr bwMode="auto">
              <a:xfrm>
                <a:off x="1696" y="2044"/>
                <a:ext cx="56" cy="72"/>
              </a:xfrm>
              <a:prstGeom prst="line">
                <a:avLst/>
              </a:prstGeom>
              <a:grpFill/>
              <a:ln w="12700">
                <a:solidFill>
                  <a:schemeClr val="bg1">
                    <a:lumMod val="65000"/>
                  </a:schemeClr>
                </a:solidFill>
                <a:round/>
                <a:headEnd/>
                <a:tailEnd/>
              </a:ln>
            </p:spPr>
            <p:txBody>
              <a:bodyPr/>
              <a:lstStyle/>
              <a:p>
                <a:endParaRPr lang="en-US"/>
              </a:p>
            </p:txBody>
          </p:sp>
          <p:sp>
            <p:nvSpPr>
              <p:cNvPr id="103880" name="Line 969">
                <a:extLst>
                  <a:ext uri="{FF2B5EF4-FFF2-40B4-BE49-F238E27FC236}">
                    <a16:creationId xmlns:a16="http://schemas.microsoft.com/office/drawing/2014/main" id="{688ED5F2-6F64-2F6C-627D-08E568D2E79E}"/>
                  </a:ext>
                </a:extLst>
              </p:cNvPr>
              <p:cNvSpPr>
                <a:spLocks noChangeShapeType="1"/>
              </p:cNvSpPr>
              <p:nvPr/>
            </p:nvSpPr>
            <p:spPr bwMode="auto">
              <a:xfrm>
                <a:off x="1768" y="2132"/>
                <a:ext cx="56" cy="71"/>
              </a:xfrm>
              <a:prstGeom prst="line">
                <a:avLst/>
              </a:prstGeom>
              <a:grpFill/>
              <a:ln w="12700">
                <a:solidFill>
                  <a:schemeClr val="bg1">
                    <a:lumMod val="65000"/>
                  </a:schemeClr>
                </a:solidFill>
                <a:round/>
                <a:headEnd/>
                <a:tailEnd/>
              </a:ln>
            </p:spPr>
            <p:txBody>
              <a:bodyPr/>
              <a:lstStyle/>
              <a:p>
                <a:endParaRPr lang="en-US"/>
              </a:p>
            </p:txBody>
          </p:sp>
          <p:sp>
            <p:nvSpPr>
              <p:cNvPr id="103881" name="Line 970">
                <a:extLst>
                  <a:ext uri="{FF2B5EF4-FFF2-40B4-BE49-F238E27FC236}">
                    <a16:creationId xmlns:a16="http://schemas.microsoft.com/office/drawing/2014/main" id="{0069CA8A-0E2B-230C-D3E2-27E2C661478F}"/>
                  </a:ext>
                </a:extLst>
              </p:cNvPr>
              <p:cNvSpPr>
                <a:spLocks noChangeShapeType="1"/>
              </p:cNvSpPr>
              <p:nvPr/>
            </p:nvSpPr>
            <p:spPr bwMode="auto">
              <a:xfrm>
                <a:off x="1840" y="2219"/>
                <a:ext cx="24" cy="31"/>
              </a:xfrm>
              <a:prstGeom prst="line">
                <a:avLst/>
              </a:prstGeom>
              <a:grpFill/>
              <a:ln w="12700">
                <a:solidFill>
                  <a:schemeClr val="bg1">
                    <a:lumMod val="65000"/>
                  </a:schemeClr>
                </a:solidFill>
                <a:round/>
                <a:headEnd/>
                <a:tailEnd/>
              </a:ln>
            </p:spPr>
            <p:txBody>
              <a:bodyPr/>
              <a:lstStyle/>
              <a:p>
                <a:endParaRPr lang="en-US"/>
              </a:p>
            </p:txBody>
          </p:sp>
        </p:grpSp>
        <p:grpSp>
          <p:nvGrpSpPr>
            <p:cNvPr id="103621" name="Group 971">
              <a:extLst>
                <a:ext uri="{FF2B5EF4-FFF2-40B4-BE49-F238E27FC236}">
                  <a16:creationId xmlns:a16="http://schemas.microsoft.com/office/drawing/2014/main" id="{A257E651-E782-62C9-5D03-E44038AD11D8}"/>
                </a:ext>
              </a:extLst>
            </p:cNvPr>
            <p:cNvGrpSpPr>
              <a:grpSpLocks/>
            </p:cNvGrpSpPr>
            <p:nvPr/>
          </p:nvGrpSpPr>
          <p:grpSpPr bwMode="auto">
            <a:xfrm>
              <a:off x="1489" y="2084"/>
              <a:ext cx="439" cy="574"/>
              <a:chOff x="1489" y="2084"/>
              <a:chExt cx="439" cy="574"/>
            </a:xfrm>
            <a:grpFill/>
          </p:grpSpPr>
          <p:sp>
            <p:nvSpPr>
              <p:cNvPr id="103868" name="Freeform 972">
                <a:extLst>
                  <a:ext uri="{FF2B5EF4-FFF2-40B4-BE49-F238E27FC236}">
                    <a16:creationId xmlns:a16="http://schemas.microsoft.com/office/drawing/2014/main" id="{A3B9AC53-D8C7-C0FD-12EB-2F6FC8957E96}"/>
                  </a:ext>
                </a:extLst>
              </p:cNvPr>
              <p:cNvSpPr>
                <a:spLocks/>
              </p:cNvSpPr>
              <p:nvPr/>
            </p:nvSpPr>
            <p:spPr bwMode="auto">
              <a:xfrm>
                <a:off x="1840" y="2554"/>
                <a:ext cx="88" cy="104"/>
              </a:xfrm>
              <a:custGeom>
                <a:avLst/>
                <a:gdLst>
                  <a:gd name="T0" fmla="*/ 88 w 88"/>
                  <a:gd name="T1" fmla="*/ 104 h 104"/>
                  <a:gd name="T2" fmla="*/ 0 w 88"/>
                  <a:gd name="T3" fmla="*/ 32 h 104"/>
                  <a:gd name="T4" fmla="*/ 16 w 88"/>
                  <a:gd name="T5" fmla="*/ 16 h 104"/>
                  <a:gd name="T6" fmla="*/ 40 w 88"/>
                  <a:gd name="T7" fmla="*/ 0 h 104"/>
                  <a:gd name="T8" fmla="*/ 88 w 88"/>
                  <a:gd name="T9" fmla="*/ 104 h 104"/>
                  <a:gd name="T10" fmla="*/ 0 60000 65536"/>
                  <a:gd name="T11" fmla="*/ 0 60000 65536"/>
                  <a:gd name="T12" fmla="*/ 0 60000 65536"/>
                  <a:gd name="T13" fmla="*/ 0 60000 65536"/>
                  <a:gd name="T14" fmla="*/ 0 60000 65536"/>
                  <a:gd name="T15" fmla="*/ 0 w 88"/>
                  <a:gd name="T16" fmla="*/ 0 h 104"/>
                  <a:gd name="T17" fmla="*/ 88 w 88"/>
                  <a:gd name="T18" fmla="*/ 104 h 104"/>
                </a:gdLst>
                <a:ahLst/>
                <a:cxnLst>
                  <a:cxn ang="T10">
                    <a:pos x="T0" y="T1"/>
                  </a:cxn>
                  <a:cxn ang="T11">
                    <a:pos x="T2" y="T3"/>
                  </a:cxn>
                  <a:cxn ang="T12">
                    <a:pos x="T4" y="T5"/>
                  </a:cxn>
                  <a:cxn ang="T13">
                    <a:pos x="T6" y="T7"/>
                  </a:cxn>
                  <a:cxn ang="T14">
                    <a:pos x="T8" y="T9"/>
                  </a:cxn>
                </a:cxnLst>
                <a:rect l="T15" t="T16" r="T17" b="T18"/>
                <a:pathLst>
                  <a:path w="88" h="104">
                    <a:moveTo>
                      <a:pt x="88" y="104"/>
                    </a:moveTo>
                    <a:lnTo>
                      <a:pt x="0" y="32"/>
                    </a:lnTo>
                    <a:lnTo>
                      <a:pt x="16" y="16"/>
                    </a:lnTo>
                    <a:lnTo>
                      <a:pt x="40" y="0"/>
                    </a:lnTo>
                    <a:lnTo>
                      <a:pt x="88" y="104"/>
                    </a:lnTo>
                    <a:close/>
                  </a:path>
                </a:pathLst>
              </a:custGeom>
              <a:grpFill/>
              <a:ln w="9525">
                <a:solidFill>
                  <a:schemeClr val="bg1">
                    <a:lumMod val="65000"/>
                  </a:schemeClr>
                </a:solidFill>
                <a:round/>
                <a:headEnd/>
                <a:tailEnd/>
              </a:ln>
            </p:spPr>
            <p:txBody>
              <a:bodyPr/>
              <a:lstStyle/>
              <a:p>
                <a:endParaRPr lang="en-US"/>
              </a:p>
            </p:txBody>
          </p:sp>
          <p:sp>
            <p:nvSpPr>
              <p:cNvPr id="103869" name="Line 973">
                <a:extLst>
                  <a:ext uri="{FF2B5EF4-FFF2-40B4-BE49-F238E27FC236}">
                    <a16:creationId xmlns:a16="http://schemas.microsoft.com/office/drawing/2014/main" id="{C1930F81-347F-C483-1121-6F047E1FDF00}"/>
                  </a:ext>
                </a:extLst>
              </p:cNvPr>
              <p:cNvSpPr>
                <a:spLocks noChangeShapeType="1"/>
              </p:cNvSpPr>
              <p:nvPr/>
            </p:nvSpPr>
            <p:spPr bwMode="auto">
              <a:xfrm>
                <a:off x="1489" y="2084"/>
                <a:ext cx="55" cy="70"/>
              </a:xfrm>
              <a:prstGeom prst="line">
                <a:avLst/>
              </a:prstGeom>
              <a:grpFill/>
              <a:ln w="12700">
                <a:solidFill>
                  <a:schemeClr val="bg1">
                    <a:lumMod val="65000"/>
                  </a:schemeClr>
                </a:solidFill>
                <a:round/>
                <a:headEnd/>
                <a:tailEnd/>
              </a:ln>
            </p:spPr>
            <p:txBody>
              <a:bodyPr/>
              <a:lstStyle/>
              <a:p>
                <a:endParaRPr lang="en-US"/>
              </a:p>
            </p:txBody>
          </p:sp>
          <p:sp>
            <p:nvSpPr>
              <p:cNvPr id="103870" name="Line 974">
                <a:extLst>
                  <a:ext uri="{FF2B5EF4-FFF2-40B4-BE49-F238E27FC236}">
                    <a16:creationId xmlns:a16="http://schemas.microsoft.com/office/drawing/2014/main" id="{183F789D-315F-B117-DFA1-111D07FE27D8}"/>
                  </a:ext>
                </a:extLst>
              </p:cNvPr>
              <p:cNvSpPr>
                <a:spLocks noChangeShapeType="1"/>
              </p:cNvSpPr>
              <p:nvPr/>
            </p:nvSpPr>
            <p:spPr bwMode="auto">
              <a:xfrm>
                <a:off x="1553" y="2172"/>
                <a:ext cx="55" cy="70"/>
              </a:xfrm>
              <a:prstGeom prst="line">
                <a:avLst/>
              </a:prstGeom>
              <a:grpFill/>
              <a:ln w="12700">
                <a:solidFill>
                  <a:schemeClr val="bg1">
                    <a:lumMod val="65000"/>
                  </a:schemeClr>
                </a:solidFill>
                <a:round/>
                <a:headEnd/>
                <a:tailEnd/>
              </a:ln>
            </p:spPr>
            <p:txBody>
              <a:bodyPr/>
              <a:lstStyle/>
              <a:p>
                <a:endParaRPr lang="en-US"/>
              </a:p>
            </p:txBody>
          </p:sp>
          <p:sp>
            <p:nvSpPr>
              <p:cNvPr id="103871" name="Line 975">
                <a:extLst>
                  <a:ext uri="{FF2B5EF4-FFF2-40B4-BE49-F238E27FC236}">
                    <a16:creationId xmlns:a16="http://schemas.microsoft.com/office/drawing/2014/main" id="{075C2440-3229-D4BB-B5DF-CF83BED467A2}"/>
                  </a:ext>
                </a:extLst>
              </p:cNvPr>
              <p:cNvSpPr>
                <a:spLocks noChangeShapeType="1"/>
              </p:cNvSpPr>
              <p:nvPr/>
            </p:nvSpPr>
            <p:spPr bwMode="auto">
              <a:xfrm>
                <a:off x="1624" y="2259"/>
                <a:ext cx="56" cy="71"/>
              </a:xfrm>
              <a:prstGeom prst="line">
                <a:avLst/>
              </a:prstGeom>
              <a:grpFill/>
              <a:ln w="12700">
                <a:solidFill>
                  <a:schemeClr val="bg1">
                    <a:lumMod val="65000"/>
                  </a:schemeClr>
                </a:solidFill>
                <a:round/>
                <a:headEnd/>
                <a:tailEnd/>
              </a:ln>
            </p:spPr>
            <p:txBody>
              <a:bodyPr/>
              <a:lstStyle/>
              <a:p>
                <a:endParaRPr lang="en-US"/>
              </a:p>
            </p:txBody>
          </p:sp>
          <p:sp>
            <p:nvSpPr>
              <p:cNvPr id="103872" name="Line 976">
                <a:extLst>
                  <a:ext uri="{FF2B5EF4-FFF2-40B4-BE49-F238E27FC236}">
                    <a16:creationId xmlns:a16="http://schemas.microsoft.com/office/drawing/2014/main" id="{EE517A49-1572-3660-970E-D320F0695FB1}"/>
                  </a:ext>
                </a:extLst>
              </p:cNvPr>
              <p:cNvSpPr>
                <a:spLocks noChangeShapeType="1"/>
              </p:cNvSpPr>
              <p:nvPr/>
            </p:nvSpPr>
            <p:spPr bwMode="auto">
              <a:xfrm>
                <a:off x="1688" y="2347"/>
                <a:ext cx="56" cy="72"/>
              </a:xfrm>
              <a:prstGeom prst="line">
                <a:avLst/>
              </a:prstGeom>
              <a:grpFill/>
              <a:ln w="12700">
                <a:solidFill>
                  <a:schemeClr val="bg1">
                    <a:lumMod val="65000"/>
                  </a:schemeClr>
                </a:solidFill>
                <a:round/>
                <a:headEnd/>
                <a:tailEnd/>
              </a:ln>
            </p:spPr>
            <p:txBody>
              <a:bodyPr/>
              <a:lstStyle/>
              <a:p>
                <a:endParaRPr lang="en-US"/>
              </a:p>
            </p:txBody>
          </p:sp>
          <p:sp>
            <p:nvSpPr>
              <p:cNvPr id="103873" name="Line 977">
                <a:extLst>
                  <a:ext uri="{FF2B5EF4-FFF2-40B4-BE49-F238E27FC236}">
                    <a16:creationId xmlns:a16="http://schemas.microsoft.com/office/drawing/2014/main" id="{F841493D-12DC-6925-E765-AA152F81E8C7}"/>
                  </a:ext>
                </a:extLst>
              </p:cNvPr>
              <p:cNvSpPr>
                <a:spLocks noChangeShapeType="1"/>
              </p:cNvSpPr>
              <p:nvPr/>
            </p:nvSpPr>
            <p:spPr bwMode="auto">
              <a:xfrm>
                <a:off x="1760" y="2443"/>
                <a:ext cx="56" cy="63"/>
              </a:xfrm>
              <a:prstGeom prst="line">
                <a:avLst/>
              </a:prstGeom>
              <a:grpFill/>
              <a:ln w="12700">
                <a:solidFill>
                  <a:schemeClr val="bg1">
                    <a:lumMod val="65000"/>
                  </a:schemeClr>
                </a:solidFill>
                <a:round/>
                <a:headEnd/>
                <a:tailEnd/>
              </a:ln>
            </p:spPr>
            <p:txBody>
              <a:bodyPr/>
              <a:lstStyle/>
              <a:p>
                <a:endParaRPr lang="en-US"/>
              </a:p>
            </p:txBody>
          </p:sp>
          <p:sp>
            <p:nvSpPr>
              <p:cNvPr id="103874" name="Line 978">
                <a:extLst>
                  <a:ext uri="{FF2B5EF4-FFF2-40B4-BE49-F238E27FC236}">
                    <a16:creationId xmlns:a16="http://schemas.microsoft.com/office/drawing/2014/main" id="{7FFA7E4F-0122-5AE9-1DFC-22B29E652168}"/>
                  </a:ext>
                </a:extLst>
              </p:cNvPr>
              <p:cNvSpPr>
                <a:spLocks noChangeShapeType="1"/>
              </p:cNvSpPr>
              <p:nvPr/>
            </p:nvSpPr>
            <p:spPr bwMode="auto">
              <a:xfrm>
                <a:off x="1824" y="2531"/>
                <a:ext cx="32" cy="39"/>
              </a:xfrm>
              <a:prstGeom prst="line">
                <a:avLst/>
              </a:prstGeom>
              <a:grpFill/>
              <a:ln w="12700">
                <a:solidFill>
                  <a:schemeClr val="bg1">
                    <a:lumMod val="65000"/>
                  </a:schemeClr>
                </a:solidFill>
                <a:round/>
                <a:headEnd/>
                <a:tailEnd/>
              </a:ln>
            </p:spPr>
            <p:txBody>
              <a:bodyPr/>
              <a:lstStyle/>
              <a:p>
                <a:endParaRPr lang="en-US"/>
              </a:p>
            </p:txBody>
          </p:sp>
        </p:grpSp>
        <p:grpSp>
          <p:nvGrpSpPr>
            <p:cNvPr id="103622" name="Group 979">
              <a:extLst>
                <a:ext uri="{FF2B5EF4-FFF2-40B4-BE49-F238E27FC236}">
                  <a16:creationId xmlns:a16="http://schemas.microsoft.com/office/drawing/2014/main" id="{9A8EB1BC-FC30-370C-F79C-169C2ECB8E04}"/>
                </a:ext>
              </a:extLst>
            </p:cNvPr>
            <p:cNvGrpSpPr>
              <a:grpSpLocks/>
            </p:cNvGrpSpPr>
            <p:nvPr/>
          </p:nvGrpSpPr>
          <p:grpSpPr bwMode="auto">
            <a:xfrm>
              <a:off x="1481" y="2084"/>
              <a:ext cx="447" cy="574"/>
              <a:chOff x="1481" y="2084"/>
              <a:chExt cx="447" cy="574"/>
            </a:xfrm>
            <a:grpFill/>
          </p:grpSpPr>
          <p:sp>
            <p:nvSpPr>
              <p:cNvPr id="103861" name="Freeform 980">
                <a:extLst>
                  <a:ext uri="{FF2B5EF4-FFF2-40B4-BE49-F238E27FC236}">
                    <a16:creationId xmlns:a16="http://schemas.microsoft.com/office/drawing/2014/main" id="{1823FDFF-776D-6C06-6409-CB6FBE8F13E0}"/>
                  </a:ext>
                </a:extLst>
              </p:cNvPr>
              <p:cNvSpPr>
                <a:spLocks/>
              </p:cNvSpPr>
              <p:nvPr/>
            </p:nvSpPr>
            <p:spPr bwMode="auto">
              <a:xfrm>
                <a:off x="1840" y="2084"/>
                <a:ext cx="88" cy="104"/>
              </a:xfrm>
              <a:custGeom>
                <a:avLst/>
                <a:gdLst>
                  <a:gd name="T0" fmla="*/ 88 w 88"/>
                  <a:gd name="T1" fmla="*/ 0 h 104"/>
                  <a:gd name="T2" fmla="*/ 40 w 88"/>
                  <a:gd name="T3" fmla="*/ 104 h 104"/>
                  <a:gd name="T4" fmla="*/ 16 w 88"/>
                  <a:gd name="T5" fmla="*/ 88 h 104"/>
                  <a:gd name="T6" fmla="*/ 0 w 88"/>
                  <a:gd name="T7" fmla="*/ 72 h 104"/>
                  <a:gd name="T8" fmla="*/ 88 w 88"/>
                  <a:gd name="T9" fmla="*/ 0 h 104"/>
                  <a:gd name="T10" fmla="*/ 0 60000 65536"/>
                  <a:gd name="T11" fmla="*/ 0 60000 65536"/>
                  <a:gd name="T12" fmla="*/ 0 60000 65536"/>
                  <a:gd name="T13" fmla="*/ 0 60000 65536"/>
                  <a:gd name="T14" fmla="*/ 0 60000 65536"/>
                  <a:gd name="T15" fmla="*/ 0 w 88"/>
                  <a:gd name="T16" fmla="*/ 0 h 104"/>
                  <a:gd name="T17" fmla="*/ 88 w 88"/>
                  <a:gd name="T18" fmla="*/ 104 h 104"/>
                </a:gdLst>
                <a:ahLst/>
                <a:cxnLst>
                  <a:cxn ang="T10">
                    <a:pos x="T0" y="T1"/>
                  </a:cxn>
                  <a:cxn ang="T11">
                    <a:pos x="T2" y="T3"/>
                  </a:cxn>
                  <a:cxn ang="T12">
                    <a:pos x="T4" y="T5"/>
                  </a:cxn>
                  <a:cxn ang="T13">
                    <a:pos x="T6" y="T7"/>
                  </a:cxn>
                  <a:cxn ang="T14">
                    <a:pos x="T8" y="T9"/>
                  </a:cxn>
                </a:cxnLst>
                <a:rect l="T15" t="T16" r="T17" b="T18"/>
                <a:pathLst>
                  <a:path w="88" h="104">
                    <a:moveTo>
                      <a:pt x="88" y="0"/>
                    </a:moveTo>
                    <a:lnTo>
                      <a:pt x="40" y="104"/>
                    </a:lnTo>
                    <a:lnTo>
                      <a:pt x="16" y="88"/>
                    </a:lnTo>
                    <a:lnTo>
                      <a:pt x="0" y="72"/>
                    </a:lnTo>
                    <a:lnTo>
                      <a:pt x="88" y="0"/>
                    </a:lnTo>
                    <a:close/>
                  </a:path>
                </a:pathLst>
              </a:custGeom>
              <a:grpFill/>
              <a:ln w="9525">
                <a:solidFill>
                  <a:schemeClr val="bg1">
                    <a:lumMod val="65000"/>
                  </a:schemeClr>
                </a:solidFill>
                <a:round/>
                <a:headEnd/>
                <a:tailEnd/>
              </a:ln>
            </p:spPr>
            <p:txBody>
              <a:bodyPr/>
              <a:lstStyle/>
              <a:p>
                <a:endParaRPr lang="en-US"/>
              </a:p>
            </p:txBody>
          </p:sp>
          <p:sp>
            <p:nvSpPr>
              <p:cNvPr id="103862" name="Line 981">
                <a:extLst>
                  <a:ext uri="{FF2B5EF4-FFF2-40B4-BE49-F238E27FC236}">
                    <a16:creationId xmlns:a16="http://schemas.microsoft.com/office/drawing/2014/main" id="{459FD79A-B863-9F7B-668F-689F5DE84893}"/>
                  </a:ext>
                </a:extLst>
              </p:cNvPr>
              <p:cNvSpPr>
                <a:spLocks noChangeShapeType="1"/>
              </p:cNvSpPr>
              <p:nvPr/>
            </p:nvSpPr>
            <p:spPr bwMode="auto">
              <a:xfrm flipV="1">
                <a:off x="1481" y="2588"/>
                <a:ext cx="55" cy="70"/>
              </a:xfrm>
              <a:prstGeom prst="line">
                <a:avLst/>
              </a:prstGeom>
              <a:grpFill/>
              <a:ln w="12700">
                <a:solidFill>
                  <a:schemeClr val="bg1">
                    <a:lumMod val="65000"/>
                  </a:schemeClr>
                </a:solidFill>
                <a:round/>
                <a:headEnd/>
                <a:tailEnd/>
              </a:ln>
            </p:spPr>
            <p:txBody>
              <a:bodyPr/>
              <a:lstStyle/>
              <a:p>
                <a:endParaRPr lang="en-US"/>
              </a:p>
            </p:txBody>
          </p:sp>
          <p:sp>
            <p:nvSpPr>
              <p:cNvPr id="103863" name="Line 982">
                <a:extLst>
                  <a:ext uri="{FF2B5EF4-FFF2-40B4-BE49-F238E27FC236}">
                    <a16:creationId xmlns:a16="http://schemas.microsoft.com/office/drawing/2014/main" id="{7C08B34C-1414-4513-0E55-2DB59B80F6C8}"/>
                  </a:ext>
                </a:extLst>
              </p:cNvPr>
              <p:cNvSpPr>
                <a:spLocks noChangeShapeType="1"/>
              </p:cNvSpPr>
              <p:nvPr/>
            </p:nvSpPr>
            <p:spPr bwMode="auto">
              <a:xfrm flipV="1">
                <a:off x="1553" y="2500"/>
                <a:ext cx="47" cy="70"/>
              </a:xfrm>
              <a:prstGeom prst="line">
                <a:avLst/>
              </a:prstGeom>
              <a:grpFill/>
              <a:ln w="12700">
                <a:solidFill>
                  <a:schemeClr val="bg1">
                    <a:lumMod val="65000"/>
                  </a:schemeClr>
                </a:solidFill>
                <a:round/>
                <a:headEnd/>
                <a:tailEnd/>
              </a:ln>
            </p:spPr>
            <p:txBody>
              <a:bodyPr/>
              <a:lstStyle/>
              <a:p>
                <a:endParaRPr lang="en-US"/>
              </a:p>
            </p:txBody>
          </p:sp>
          <p:sp>
            <p:nvSpPr>
              <p:cNvPr id="103864" name="Line 983">
                <a:extLst>
                  <a:ext uri="{FF2B5EF4-FFF2-40B4-BE49-F238E27FC236}">
                    <a16:creationId xmlns:a16="http://schemas.microsoft.com/office/drawing/2014/main" id="{CDC5701E-9B38-EC13-D0D6-50A6EECA23D5}"/>
                  </a:ext>
                </a:extLst>
              </p:cNvPr>
              <p:cNvSpPr>
                <a:spLocks noChangeShapeType="1"/>
              </p:cNvSpPr>
              <p:nvPr/>
            </p:nvSpPr>
            <p:spPr bwMode="auto">
              <a:xfrm flipV="1">
                <a:off x="1616" y="2412"/>
                <a:ext cx="56" cy="71"/>
              </a:xfrm>
              <a:prstGeom prst="line">
                <a:avLst/>
              </a:prstGeom>
              <a:grpFill/>
              <a:ln w="12700">
                <a:solidFill>
                  <a:schemeClr val="bg1">
                    <a:lumMod val="65000"/>
                  </a:schemeClr>
                </a:solidFill>
                <a:round/>
                <a:headEnd/>
                <a:tailEnd/>
              </a:ln>
            </p:spPr>
            <p:txBody>
              <a:bodyPr/>
              <a:lstStyle/>
              <a:p>
                <a:endParaRPr lang="en-US"/>
              </a:p>
            </p:txBody>
          </p:sp>
          <p:sp>
            <p:nvSpPr>
              <p:cNvPr id="103865" name="Line 984">
                <a:extLst>
                  <a:ext uri="{FF2B5EF4-FFF2-40B4-BE49-F238E27FC236}">
                    <a16:creationId xmlns:a16="http://schemas.microsoft.com/office/drawing/2014/main" id="{A3FFBBE9-5D66-A456-FD57-2B854ABDD6A6}"/>
                  </a:ext>
                </a:extLst>
              </p:cNvPr>
              <p:cNvSpPr>
                <a:spLocks noChangeShapeType="1"/>
              </p:cNvSpPr>
              <p:nvPr/>
            </p:nvSpPr>
            <p:spPr bwMode="auto">
              <a:xfrm flipV="1">
                <a:off x="1688" y="2323"/>
                <a:ext cx="56" cy="72"/>
              </a:xfrm>
              <a:prstGeom prst="line">
                <a:avLst/>
              </a:prstGeom>
              <a:grpFill/>
              <a:ln w="12700">
                <a:solidFill>
                  <a:schemeClr val="bg1">
                    <a:lumMod val="65000"/>
                  </a:schemeClr>
                </a:solidFill>
                <a:round/>
                <a:headEnd/>
                <a:tailEnd/>
              </a:ln>
            </p:spPr>
            <p:txBody>
              <a:bodyPr/>
              <a:lstStyle/>
              <a:p>
                <a:endParaRPr lang="en-US"/>
              </a:p>
            </p:txBody>
          </p:sp>
          <p:sp>
            <p:nvSpPr>
              <p:cNvPr id="103866" name="Line 985">
                <a:extLst>
                  <a:ext uri="{FF2B5EF4-FFF2-40B4-BE49-F238E27FC236}">
                    <a16:creationId xmlns:a16="http://schemas.microsoft.com/office/drawing/2014/main" id="{903BC258-D7C4-6268-E58A-4541C292D361}"/>
                  </a:ext>
                </a:extLst>
              </p:cNvPr>
              <p:cNvSpPr>
                <a:spLocks noChangeShapeType="1"/>
              </p:cNvSpPr>
              <p:nvPr/>
            </p:nvSpPr>
            <p:spPr bwMode="auto">
              <a:xfrm flipV="1">
                <a:off x="1752" y="2236"/>
                <a:ext cx="56" cy="71"/>
              </a:xfrm>
              <a:prstGeom prst="line">
                <a:avLst/>
              </a:prstGeom>
              <a:grpFill/>
              <a:ln w="12700">
                <a:solidFill>
                  <a:schemeClr val="bg1">
                    <a:lumMod val="65000"/>
                  </a:schemeClr>
                </a:solidFill>
                <a:round/>
                <a:headEnd/>
                <a:tailEnd/>
              </a:ln>
            </p:spPr>
            <p:txBody>
              <a:bodyPr/>
              <a:lstStyle/>
              <a:p>
                <a:endParaRPr lang="en-US"/>
              </a:p>
            </p:txBody>
          </p:sp>
          <p:sp>
            <p:nvSpPr>
              <p:cNvPr id="103867" name="Line 986">
                <a:extLst>
                  <a:ext uri="{FF2B5EF4-FFF2-40B4-BE49-F238E27FC236}">
                    <a16:creationId xmlns:a16="http://schemas.microsoft.com/office/drawing/2014/main" id="{892A76B0-B266-3757-063D-C2CBEEAE46B4}"/>
                  </a:ext>
                </a:extLst>
              </p:cNvPr>
              <p:cNvSpPr>
                <a:spLocks noChangeShapeType="1"/>
              </p:cNvSpPr>
              <p:nvPr/>
            </p:nvSpPr>
            <p:spPr bwMode="auto">
              <a:xfrm flipV="1">
                <a:off x="1824" y="2172"/>
                <a:ext cx="32" cy="47"/>
              </a:xfrm>
              <a:prstGeom prst="line">
                <a:avLst/>
              </a:prstGeom>
              <a:grpFill/>
              <a:ln w="12700">
                <a:solidFill>
                  <a:schemeClr val="bg1">
                    <a:lumMod val="65000"/>
                  </a:schemeClr>
                </a:solidFill>
                <a:round/>
                <a:headEnd/>
                <a:tailEnd/>
              </a:ln>
            </p:spPr>
            <p:txBody>
              <a:bodyPr/>
              <a:lstStyle/>
              <a:p>
                <a:endParaRPr lang="en-US"/>
              </a:p>
            </p:txBody>
          </p:sp>
        </p:grpSp>
        <p:grpSp>
          <p:nvGrpSpPr>
            <p:cNvPr id="103623" name="Group 987">
              <a:extLst>
                <a:ext uri="{FF2B5EF4-FFF2-40B4-BE49-F238E27FC236}">
                  <a16:creationId xmlns:a16="http://schemas.microsoft.com/office/drawing/2014/main" id="{37460335-0567-AA87-FB3E-F15EDC7AD41D}"/>
                </a:ext>
              </a:extLst>
            </p:cNvPr>
            <p:cNvGrpSpPr>
              <a:grpSpLocks/>
            </p:cNvGrpSpPr>
            <p:nvPr/>
          </p:nvGrpSpPr>
          <p:grpSpPr bwMode="auto">
            <a:xfrm>
              <a:off x="1944" y="2076"/>
              <a:ext cx="447" cy="263"/>
              <a:chOff x="1944" y="2076"/>
              <a:chExt cx="447" cy="263"/>
            </a:xfrm>
            <a:grpFill/>
          </p:grpSpPr>
          <p:sp>
            <p:nvSpPr>
              <p:cNvPr id="103856" name="Freeform 988">
                <a:extLst>
                  <a:ext uri="{FF2B5EF4-FFF2-40B4-BE49-F238E27FC236}">
                    <a16:creationId xmlns:a16="http://schemas.microsoft.com/office/drawing/2014/main" id="{D97F4D61-72B4-BF51-86F9-7B3EA5E6C00F}"/>
                  </a:ext>
                </a:extLst>
              </p:cNvPr>
              <p:cNvSpPr>
                <a:spLocks/>
              </p:cNvSpPr>
              <p:nvPr/>
            </p:nvSpPr>
            <p:spPr bwMode="auto">
              <a:xfrm>
                <a:off x="2279" y="2076"/>
                <a:ext cx="112" cy="80"/>
              </a:xfrm>
              <a:custGeom>
                <a:avLst/>
                <a:gdLst>
                  <a:gd name="T0" fmla="*/ 112 w 112"/>
                  <a:gd name="T1" fmla="*/ 0 h 80"/>
                  <a:gd name="T2" fmla="*/ 32 w 112"/>
                  <a:gd name="T3" fmla="*/ 80 h 80"/>
                  <a:gd name="T4" fmla="*/ 16 w 112"/>
                  <a:gd name="T5" fmla="*/ 56 h 80"/>
                  <a:gd name="T6" fmla="*/ 0 w 112"/>
                  <a:gd name="T7" fmla="*/ 32 h 80"/>
                  <a:gd name="T8" fmla="*/ 112 w 112"/>
                  <a:gd name="T9" fmla="*/ 0 h 80"/>
                  <a:gd name="T10" fmla="*/ 0 60000 65536"/>
                  <a:gd name="T11" fmla="*/ 0 60000 65536"/>
                  <a:gd name="T12" fmla="*/ 0 60000 65536"/>
                  <a:gd name="T13" fmla="*/ 0 60000 65536"/>
                  <a:gd name="T14" fmla="*/ 0 60000 65536"/>
                  <a:gd name="T15" fmla="*/ 0 w 112"/>
                  <a:gd name="T16" fmla="*/ 0 h 80"/>
                  <a:gd name="T17" fmla="*/ 112 w 112"/>
                  <a:gd name="T18" fmla="*/ 80 h 80"/>
                </a:gdLst>
                <a:ahLst/>
                <a:cxnLst>
                  <a:cxn ang="T10">
                    <a:pos x="T0" y="T1"/>
                  </a:cxn>
                  <a:cxn ang="T11">
                    <a:pos x="T2" y="T3"/>
                  </a:cxn>
                  <a:cxn ang="T12">
                    <a:pos x="T4" y="T5"/>
                  </a:cxn>
                  <a:cxn ang="T13">
                    <a:pos x="T6" y="T7"/>
                  </a:cxn>
                  <a:cxn ang="T14">
                    <a:pos x="T8" y="T9"/>
                  </a:cxn>
                </a:cxnLst>
                <a:rect l="T15" t="T16" r="T17" b="T18"/>
                <a:pathLst>
                  <a:path w="112" h="80">
                    <a:moveTo>
                      <a:pt x="112" y="0"/>
                    </a:moveTo>
                    <a:lnTo>
                      <a:pt x="32" y="80"/>
                    </a:lnTo>
                    <a:lnTo>
                      <a:pt x="16" y="56"/>
                    </a:lnTo>
                    <a:lnTo>
                      <a:pt x="0" y="32"/>
                    </a:lnTo>
                    <a:lnTo>
                      <a:pt x="112" y="0"/>
                    </a:lnTo>
                    <a:close/>
                  </a:path>
                </a:pathLst>
              </a:custGeom>
              <a:grpFill/>
              <a:ln w="9525">
                <a:solidFill>
                  <a:schemeClr val="bg1">
                    <a:lumMod val="65000"/>
                  </a:schemeClr>
                </a:solidFill>
                <a:round/>
                <a:headEnd/>
                <a:tailEnd/>
              </a:ln>
            </p:spPr>
            <p:txBody>
              <a:bodyPr/>
              <a:lstStyle/>
              <a:p>
                <a:endParaRPr lang="en-US"/>
              </a:p>
            </p:txBody>
          </p:sp>
          <p:sp>
            <p:nvSpPr>
              <p:cNvPr id="103857" name="Line 989">
                <a:extLst>
                  <a:ext uri="{FF2B5EF4-FFF2-40B4-BE49-F238E27FC236}">
                    <a16:creationId xmlns:a16="http://schemas.microsoft.com/office/drawing/2014/main" id="{A8423C43-D0E1-394A-603D-79C2F914FA94}"/>
                  </a:ext>
                </a:extLst>
              </p:cNvPr>
              <p:cNvSpPr>
                <a:spLocks noChangeShapeType="1"/>
              </p:cNvSpPr>
              <p:nvPr/>
            </p:nvSpPr>
            <p:spPr bwMode="auto">
              <a:xfrm flipV="1">
                <a:off x="1944" y="2292"/>
                <a:ext cx="71" cy="47"/>
              </a:xfrm>
              <a:prstGeom prst="line">
                <a:avLst/>
              </a:prstGeom>
              <a:grpFill/>
              <a:ln w="12700">
                <a:solidFill>
                  <a:schemeClr val="bg1">
                    <a:lumMod val="65000"/>
                  </a:schemeClr>
                </a:solidFill>
                <a:round/>
                <a:headEnd/>
                <a:tailEnd/>
              </a:ln>
            </p:spPr>
            <p:txBody>
              <a:bodyPr/>
              <a:lstStyle/>
              <a:p>
                <a:endParaRPr lang="en-US"/>
              </a:p>
            </p:txBody>
          </p:sp>
          <p:sp>
            <p:nvSpPr>
              <p:cNvPr id="103858" name="Line 990">
                <a:extLst>
                  <a:ext uri="{FF2B5EF4-FFF2-40B4-BE49-F238E27FC236}">
                    <a16:creationId xmlns:a16="http://schemas.microsoft.com/office/drawing/2014/main" id="{F6C39EF5-7C8F-4FF9-1E72-E6DD326B3110}"/>
                  </a:ext>
                </a:extLst>
              </p:cNvPr>
              <p:cNvSpPr>
                <a:spLocks noChangeShapeType="1"/>
              </p:cNvSpPr>
              <p:nvPr/>
            </p:nvSpPr>
            <p:spPr bwMode="auto">
              <a:xfrm flipV="1">
                <a:off x="2040" y="2236"/>
                <a:ext cx="79" cy="47"/>
              </a:xfrm>
              <a:prstGeom prst="line">
                <a:avLst/>
              </a:prstGeom>
              <a:grpFill/>
              <a:ln w="12700">
                <a:solidFill>
                  <a:schemeClr val="bg1">
                    <a:lumMod val="65000"/>
                  </a:schemeClr>
                </a:solidFill>
                <a:round/>
                <a:headEnd/>
                <a:tailEnd/>
              </a:ln>
            </p:spPr>
            <p:txBody>
              <a:bodyPr/>
              <a:lstStyle/>
              <a:p>
                <a:endParaRPr lang="en-US"/>
              </a:p>
            </p:txBody>
          </p:sp>
          <p:sp>
            <p:nvSpPr>
              <p:cNvPr id="103859" name="Line 991">
                <a:extLst>
                  <a:ext uri="{FF2B5EF4-FFF2-40B4-BE49-F238E27FC236}">
                    <a16:creationId xmlns:a16="http://schemas.microsoft.com/office/drawing/2014/main" id="{0A27F08D-E534-6C69-D918-7CF538E16826}"/>
                  </a:ext>
                </a:extLst>
              </p:cNvPr>
              <p:cNvSpPr>
                <a:spLocks noChangeShapeType="1"/>
              </p:cNvSpPr>
              <p:nvPr/>
            </p:nvSpPr>
            <p:spPr bwMode="auto">
              <a:xfrm flipV="1">
                <a:off x="2136" y="2180"/>
                <a:ext cx="79" cy="47"/>
              </a:xfrm>
              <a:prstGeom prst="line">
                <a:avLst/>
              </a:prstGeom>
              <a:grpFill/>
              <a:ln w="12700">
                <a:solidFill>
                  <a:schemeClr val="bg1">
                    <a:lumMod val="65000"/>
                  </a:schemeClr>
                </a:solidFill>
                <a:round/>
                <a:headEnd/>
                <a:tailEnd/>
              </a:ln>
            </p:spPr>
            <p:txBody>
              <a:bodyPr/>
              <a:lstStyle/>
              <a:p>
                <a:endParaRPr lang="en-US"/>
              </a:p>
            </p:txBody>
          </p:sp>
          <p:sp>
            <p:nvSpPr>
              <p:cNvPr id="103860" name="Line 992">
                <a:extLst>
                  <a:ext uri="{FF2B5EF4-FFF2-40B4-BE49-F238E27FC236}">
                    <a16:creationId xmlns:a16="http://schemas.microsoft.com/office/drawing/2014/main" id="{9627FACB-C7EA-CE20-CC11-0CB6BFFE2630}"/>
                  </a:ext>
                </a:extLst>
              </p:cNvPr>
              <p:cNvSpPr>
                <a:spLocks noChangeShapeType="1"/>
              </p:cNvSpPr>
              <p:nvPr/>
            </p:nvSpPr>
            <p:spPr bwMode="auto">
              <a:xfrm flipV="1">
                <a:off x="2231" y="2133"/>
                <a:ext cx="64" cy="39"/>
              </a:xfrm>
              <a:prstGeom prst="line">
                <a:avLst/>
              </a:prstGeom>
              <a:grpFill/>
              <a:ln w="12700">
                <a:solidFill>
                  <a:schemeClr val="bg1">
                    <a:lumMod val="65000"/>
                  </a:schemeClr>
                </a:solidFill>
                <a:round/>
                <a:headEnd/>
                <a:tailEnd/>
              </a:ln>
            </p:spPr>
            <p:txBody>
              <a:bodyPr/>
              <a:lstStyle/>
              <a:p>
                <a:endParaRPr lang="en-US"/>
              </a:p>
            </p:txBody>
          </p:sp>
        </p:grpSp>
        <p:grpSp>
          <p:nvGrpSpPr>
            <p:cNvPr id="103624" name="Group 993">
              <a:extLst>
                <a:ext uri="{FF2B5EF4-FFF2-40B4-BE49-F238E27FC236}">
                  <a16:creationId xmlns:a16="http://schemas.microsoft.com/office/drawing/2014/main" id="{A8789C97-F36A-77A9-33F6-66AB681B0FF9}"/>
                </a:ext>
              </a:extLst>
            </p:cNvPr>
            <p:cNvGrpSpPr>
              <a:grpSpLocks/>
            </p:cNvGrpSpPr>
            <p:nvPr/>
          </p:nvGrpSpPr>
          <p:grpSpPr bwMode="auto">
            <a:xfrm>
              <a:off x="1944" y="1781"/>
              <a:ext cx="431" cy="263"/>
              <a:chOff x="1944" y="1781"/>
              <a:chExt cx="431" cy="263"/>
            </a:xfrm>
            <a:grpFill/>
          </p:grpSpPr>
          <p:sp>
            <p:nvSpPr>
              <p:cNvPr id="103851" name="Freeform 994">
                <a:extLst>
                  <a:ext uri="{FF2B5EF4-FFF2-40B4-BE49-F238E27FC236}">
                    <a16:creationId xmlns:a16="http://schemas.microsoft.com/office/drawing/2014/main" id="{B2C38772-A6A7-699C-9C4A-00909E8DEC48}"/>
                  </a:ext>
                </a:extLst>
              </p:cNvPr>
              <p:cNvSpPr>
                <a:spLocks/>
              </p:cNvSpPr>
              <p:nvPr/>
            </p:nvSpPr>
            <p:spPr bwMode="auto">
              <a:xfrm>
                <a:off x="2263" y="1781"/>
                <a:ext cx="112" cy="80"/>
              </a:xfrm>
              <a:custGeom>
                <a:avLst/>
                <a:gdLst>
                  <a:gd name="T0" fmla="*/ 112 w 112"/>
                  <a:gd name="T1" fmla="*/ 0 h 80"/>
                  <a:gd name="T2" fmla="*/ 32 w 112"/>
                  <a:gd name="T3" fmla="*/ 80 h 80"/>
                  <a:gd name="T4" fmla="*/ 16 w 112"/>
                  <a:gd name="T5" fmla="*/ 56 h 80"/>
                  <a:gd name="T6" fmla="*/ 0 w 112"/>
                  <a:gd name="T7" fmla="*/ 32 h 80"/>
                  <a:gd name="T8" fmla="*/ 112 w 112"/>
                  <a:gd name="T9" fmla="*/ 0 h 80"/>
                  <a:gd name="T10" fmla="*/ 0 60000 65536"/>
                  <a:gd name="T11" fmla="*/ 0 60000 65536"/>
                  <a:gd name="T12" fmla="*/ 0 60000 65536"/>
                  <a:gd name="T13" fmla="*/ 0 60000 65536"/>
                  <a:gd name="T14" fmla="*/ 0 60000 65536"/>
                  <a:gd name="T15" fmla="*/ 0 w 112"/>
                  <a:gd name="T16" fmla="*/ 0 h 80"/>
                  <a:gd name="T17" fmla="*/ 112 w 112"/>
                  <a:gd name="T18" fmla="*/ 80 h 80"/>
                </a:gdLst>
                <a:ahLst/>
                <a:cxnLst>
                  <a:cxn ang="T10">
                    <a:pos x="T0" y="T1"/>
                  </a:cxn>
                  <a:cxn ang="T11">
                    <a:pos x="T2" y="T3"/>
                  </a:cxn>
                  <a:cxn ang="T12">
                    <a:pos x="T4" y="T5"/>
                  </a:cxn>
                  <a:cxn ang="T13">
                    <a:pos x="T6" y="T7"/>
                  </a:cxn>
                  <a:cxn ang="T14">
                    <a:pos x="T8" y="T9"/>
                  </a:cxn>
                </a:cxnLst>
                <a:rect l="T15" t="T16" r="T17" b="T18"/>
                <a:pathLst>
                  <a:path w="112" h="80">
                    <a:moveTo>
                      <a:pt x="112" y="0"/>
                    </a:moveTo>
                    <a:lnTo>
                      <a:pt x="32" y="80"/>
                    </a:lnTo>
                    <a:lnTo>
                      <a:pt x="16" y="56"/>
                    </a:lnTo>
                    <a:lnTo>
                      <a:pt x="0" y="32"/>
                    </a:lnTo>
                    <a:lnTo>
                      <a:pt x="112" y="0"/>
                    </a:lnTo>
                    <a:close/>
                  </a:path>
                </a:pathLst>
              </a:custGeom>
              <a:grpFill/>
              <a:ln w="9525">
                <a:solidFill>
                  <a:schemeClr val="bg1">
                    <a:lumMod val="65000"/>
                  </a:schemeClr>
                </a:solidFill>
                <a:round/>
                <a:headEnd/>
                <a:tailEnd/>
              </a:ln>
            </p:spPr>
            <p:txBody>
              <a:bodyPr/>
              <a:lstStyle/>
              <a:p>
                <a:endParaRPr lang="en-US"/>
              </a:p>
            </p:txBody>
          </p:sp>
          <p:sp>
            <p:nvSpPr>
              <p:cNvPr id="103852" name="Line 995">
                <a:extLst>
                  <a:ext uri="{FF2B5EF4-FFF2-40B4-BE49-F238E27FC236}">
                    <a16:creationId xmlns:a16="http://schemas.microsoft.com/office/drawing/2014/main" id="{34EC1766-CF55-61B4-AD43-07580F2A12CE}"/>
                  </a:ext>
                </a:extLst>
              </p:cNvPr>
              <p:cNvSpPr>
                <a:spLocks noChangeShapeType="1"/>
              </p:cNvSpPr>
              <p:nvPr/>
            </p:nvSpPr>
            <p:spPr bwMode="auto">
              <a:xfrm flipV="1">
                <a:off x="1944" y="1997"/>
                <a:ext cx="71" cy="47"/>
              </a:xfrm>
              <a:prstGeom prst="line">
                <a:avLst/>
              </a:prstGeom>
              <a:grpFill/>
              <a:ln w="12700">
                <a:solidFill>
                  <a:schemeClr val="bg1">
                    <a:lumMod val="65000"/>
                  </a:schemeClr>
                </a:solidFill>
                <a:round/>
                <a:headEnd/>
                <a:tailEnd/>
              </a:ln>
            </p:spPr>
            <p:txBody>
              <a:bodyPr/>
              <a:lstStyle/>
              <a:p>
                <a:endParaRPr lang="en-US"/>
              </a:p>
            </p:txBody>
          </p:sp>
          <p:sp>
            <p:nvSpPr>
              <p:cNvPr id="103853" name="Line 996">
                <a:extLst>
                  <a:ext uri="{FF2B5EF4-FFF2-40B4-BE49-F238E27FC236}">
                    <a16:creationId xmlns:a16="http://schemas.microsoft.com/office/drawing/2014/main" id="{1AED8E51-6087-360C-C45D-E0907F0586A5}"/>
                  </a:ext>
                </a:extLst>
              </p:cNvPr>
              <p:cNvSpPr>
                <a:spLocks noChangeShapeType="1"/>
              </p:cNvSpPr>
              <p:nvPr/>
            </p:nvSpPr>
            <p:spPr bwMode="auto">
              <a:xfrm flipV="1">
                <a:off x="2040" y="1941"/>
                <a:ext cx="71" cy="47"/>
              </a:xfrm>
              <a:prstGeom prst="line">
                <a:avLst/>
              </a:prstGeom>
              <a:grpFill/>
              <a:ln w="12700">
                <a:solidFill>
                  <a:schemeClr val="bg1">
                    <a:lumMod val="65000"/>
                  </a:schemeClr>
                </a:solidFill>
                <a:round/>
                <a:headEnd/>
                <a:tailEnd/>
              </a:ln>
            </p:spPr>
            <p:txBody>
              <a:bodyPr/>
              <a:lstStyle/>
              <a:p>
                <a:endParaRPr lang="en-US"/>
              </a:p>
            </p:txBody>
          </p:sp>
          <p:sp>
            <p:nvSpPr>
              <p:cNvPr id="103854" name="Line 997">
                <a:extLst>
                  <a:ext uri="{FF2B5EF4-FFF2-40B4-BE49-F238E27FC236}">
                    <a16:creationId xmlns:a16="http://schemas.microsoft.com/office/drawing/2014/main" id="{EC3BA70F-DAAB-FF05-FFF0-B57769405F3B}"/>
                  </a:ext>
                </a:extLst>
              </p:cNvPr>
              <p:cNvSpPr>
                <a:spLocks noChangeShapeType="1"/>
              </p:cNvSpPr>
              <p:nvPr/>
            </p:nvSpPr>
            <p:spPr bwMode="auto">
              <a:xfrm flipV="1">
                <a:off x="2136" y="1885"/>
                <a:ext cx="71" cy="39"/>
              </a:xfrm>
              <a:prstGeom prst="line">
                <a:avLst/>
              </a:prstGeom>
              <a:grpFill/>
              <a:ln w="12700">
                <a:solidFill>
                  <a:schemeClr val="bg1">
                    <a:lumMod val="65000"/>
                  </a:schemeClr>
                </a:solidFill>
                <a:round/>
                <a:headEnd/>
                <a:tailEnd/>
              </a:ln>
            </p:spPr>
            <p:txBody>
              <a:bodyPr/>
              <a:lstStyle/>
              <a:p>
                <a:endParaRPr lang="en-US"/>
              </a:p>
            </p:txBody>
          </p:sp>
          <p:sp>
            <p:nvSpPr>
              <p:cNvPr id="103855" name="Line 998">
                <a:extLst>
                  <a:ext uri="{FF2B5EF4-FFF2-40B4-BE49-F238E27FC236}">
                    <a16:creationId xmlns:a16="http://schemas.microsoft.com/office/drawing/2014/main" id="{2662B28A-A0B6-20EC-BD9F-D8FAC977DBE3}"/>
                  </a:ext>
                </a:extLst>
              </p:cNvPr>
              <p:cNvSpPr>
                <a:spLocks noChangeShapeType="1"/>
              </p:cNvSpPr>
              <p:nvPr/>
            </p:nvSpPr>
            <p:spPr bwMode="auto">
              <a:xfrm flipV="1">
                <a:off x="2232" y="1837"/>
                <a:ext cx="47" cy="31"/>
              </a:xfrm>
              <a:prstGeom prst="line">
                <a:avLst/>
              </a:prstGeom>
              <a:grpFill/>
              <a:ln w="12700">
                <a:solidFill>
                  <a:schemeClr val="bg1">
                    <a:lumMod val="65000"/>
                  </a:schemeClr>
                </a:solidFill>
                <a:round/>
                <a:headEnd/>
                <a:tailEnd/>
              </a:ln>
            </p:spPr>
            <p:txBody>
              <a:bodyPr/>
              <a:lstStyle/>
              <a:p>
                <a:endParaRPr lang="en-US"/>
              </a:p>
            </p:txBody>
          </p:sp>
        </p:grpSp>
        <p:grpSp>
          <p:nvGrpSpPr>
            <p:cNvPr id="103625" name="Group 999">
              <a:extLst>
                <a:ext uri="{FF2B5EF4-FFF2-40B4-BE49-F238E27FC236}">
                  <a16:creationId xmlns:a16="http://schemas.microsoft.com/office/drawing/2014/main" id="{D52D5A08-3FBC-22AF-881F-8DEB91D86CBF}"/>
                </a:ext>
              </a:extLst>
            </p:cNvPr>
            <p:cNvGrpSpPr>
              <a:grpSpLocks/>
            </p:cNvGrpSpPr>
            <p:nvPr/>
          </p:nvGrpSpPr>
          <p:grpSpPr bwMode="auto">
            <a:xfrm>
              <a:off x="2415" y="1781"/>
              <a:ext cx="423" cy="271"/>
              <a:chOff x="2415" y="1781"/>
              <a:chExt cx="423" cy="271"/>
            </a:xfrm>
            <a:grpFill/>
          </p:grpSpPr>
          <p:sp>
            <p:nvSpPr>
              <p:cNvPr id="103846" name="Freeform 1000">
                <a:extLst>
                  <a:ext uri="{FF2B5EF4-FFF2-40B4-BE49-F238E27FC236}">
                    <a16:creationId xmlns:a16="http://schemas.microsoft.com/office/drawing/2014/main" id="{830A0066-DB9D-E0CA-86F7-8566C2B432BA}"/>
                  </a:ext>
                </a:extLst>
              </p:cNvPr>
              <p:cNvSpPr>
                <a:spLocks/>
              </p:cNvSpPr>
              <p:nvPr/>
            </p:nvSpPr>
            <p:spPr bwMode="auto">
              <a:xfrm>
                <a:off x="2726" y="1781"/>
                <a:ext cx="112" cy="87"/>
              </a:xfrm>
              <a:custGeom>
                <a:avLst/>
                <a:gdLst>
                  <a:gd name="T0" fmla="*/ 112 w 112"/>
                  <a:gd name="T1" fmla="*/ 0 h 87"/>
                  <a:gd name="T2" fmla="*/ 32 w 112"/>
                  <a:gd name="T3" fmla="*/ 87 h 87"/>
                  <a:gd name="T4" fmla="*/ 16 w 112"/>
                  <a:gd name="T5" fmla="*/ 64 h 87"/>
                  <a:gd name="T6" fmla="*/ 0 w 112"/>
                  <a:gd name="T7" fmla="*/ 40 h 87"/>
                  <a:gd name="T8" fmla="*/ 112 w 112"/>
                  <a:gd name="T9" fmla="*/ 0 h 87"/>
                  <a:gd name="T10" fmla="*/ 0 60000 65536"/>
                  <a:gd name="T11" fmla="*/ 0 60000 65536"/>
                  <a:gd name="T12" fmla="*/ 0 60000 65536"/>
                  <a:gd name="T13" fmla="*/ 0 60000 65536"/>
                  <a:gd name="T14" fmla="*/ 0 60000 65536"/>
                  <a:gd name="T15" fmla="*/ 0 w 112"/>
                  <a:gd name="T16" fmla="*/ 0 h 87"/>
                  <a:gd name="T17" fmla="*/ 112 w 112"/>
                  <a:gd name="T18" fmla="*/ 87 h 87"/>
                </a:gdLst>
                <a:ahLst/>
                <a:cxnLst>
                  <a:cxn ang="T10">
                    <a:pos x="T0" y="T1"/>
                  </a:cxn>
                  <a:cxn ang="T11">
                    <a:pos x="T2" y="T3"/>
                  </a:cxn>
                  <a:cxn ang="T12">
                    <a:pos x="T4" y="T5"/>
                  </a:cxn>
                  <a:cxn ang="T13">
                    <a:pos x="T6" y="T7"/>
                  </a:cxn>
                  <a:cxn ang="T14">
                    <a:pos x="T8" y="T9"/>
                  </a:cxn>
                </a:cxnLst>
                <a:rect l="T15" t="T16" r="T17" b="T18"/>
                <a:pathLst>
                  <a:path w="112" h="87">
                    <a:moveTo>
                      <a:pt x="112" y="0"/>
                    </a:moveTo>
                    <a:lnTo>
                      <a:pt x="32" y="87"/>
                    </a:lnTo>
                    <a:lnTo>
                      <a:pt x="16" y="64"/>
                    </a:lnTo>
                    <a:lnTo>
                      <a:pt x="0" y="40"/>
                    </a:lnTo>
                    <a:lnTo>
                      <a:pt x="112" y="0"/>
                    </a:lnTo>
                    <a:close/>
                  </a:path>
                </a:pathLst>
              </a:custGeom>
              <a:grpFill/>
              <a:ln w="9525">
                <a:solidFill>
                  <a:schemeClr val="bg1">
                    <a:lumMod val="65000"/>
                  </a:schemeClr>
                </a:solidFill>
                <a:round/>
                <a:headEnd/>
                <a:tailEnd/>
              </a:ln>
            </p:spPr>
            <p:txBody>
              <a:bodyPr/>
              <a:lstStyle/>
              <a:p>
                <a:endParaRPr lang="en-US"/>
              </a:p>
            </p:txBody>
          </p:sp>
          <p:sp>
            <p:nvSpPr>
              <p:cNvPr id="103847" name="Line 1001">
                <a:extLst>
                  <a:ext uri="{FF2B5EF4-FFF2-40B4-BE49-F238E27FC236}">
                    <a16:creationId xmlns:a16="http://schemas.microsoft.com/office/drawing/2014/main" id="{F767C7DF-6CF5-67CD-847F-107B059705B9}"/>
                  </a:ext>
                </a:extLst>
              </p:cNvPr>
              <p:cNvSpPr>
                <a:spLocks noChangeShapeType="1"/>
              </p:cNvSpPr>
              <p:nvPr/>
            </p:nvSpPr>
            <p:spPr bwMode="auto">
              <a:xfrm flipV="1">
                <a:off x="2415" y="2004"/>
                <a:ext cx="72" cy="48"/>
              </a:xfrm>
              <a:prstGeom prst="line">
                <a:avLst/>
              </a:prstGeom>
              <a:grpFill/>
              <a:ln w="12700">
                <a:solidFill>
                  <a:schemeClr val="bg1">
                    <a:lumMod val="65000"/>
                  </a:schemeClr>
                </a:solidFill>
                <a:round/>
                <a:headEnd/>
                <a:tailEnd/>
              </a:ln>
            </p:spPr>
            <p:txBody>
              <a:bodyPr/>
              <a:lstStyle/>
              <a:p>
                <a:endParaRPr lang="en-US"/>
              </a:p>
            </p:txBody>
          </p:sp>
          <p:sp>
            <p:nvSpPr>
              <p:cNvPr id="103848" name="Line 1002">
                <a:extLst>
                  <a:ext uri="{FF2B5EF4-FFF2-40B4-BE49-F238E27FC236}">
                    <a16:creationId xmlns:a16="http://schemas.microsoft.com/office/drawing/2014/main" id="{4A8A9460-209E-1ABC-EBF5-207D32BA0B26}"/>
                  </a:ext>
                </a:extLst>
              </p:cNvPr>
              <p:cNvSpPr>
                <a:spLocks noChangeShapeType="1"/>
              </p:cNvSpPr>
              <p:nvPr/>
            </p:nvSpPr>
            <p:spPr bwMode="auto">
              <a:xfrm flipV="1">
                <a:off x="2511" y="1949"/>
                <a:ext cx="71" cy="39"/>
              </a:xfrm>
              <a:prstGeom prst="line">
                <a:avLst/>
              </a:prstGeom>
              <a:grpFill/>
              <a:ln w="12700">
                <a:solidFill>
                  <a:schemeClr val="bg1">
                    <a:lumMod val="65000"/>
                  </a:schemeClr>
                </a:solidFill>
                <a:round/>
                <a:headEnd/>
                <a:tailEnd/>
              </a:ln>
            </p:spPr>
            <p:txBody>
              <a:bodyPr/>
              <a:lstStyle/>
              <a:p>
                <a:endParaRPr lang="en-US"/>
              </a:p>
            </p:txBody>
          </p:sp>
          <p:sp>
            <p:nvSpPr>
              <p:cNvPr id="103849" name="Line 1003">
                <a:extLst>
                  <a:ext uri="{FF2B5EF4-FFF2-40B4-BE49-F238E27FC236}">
                    <a16:creationId xmlns:a16="http://schemas.microsoft.com/office/drawing/2014/main" id="{F7F390D1-0F1C-C76A-D786-1A3D251E453F}"/>
                  </a:ext>
                </a:extLst>
              </p:cNvPr>
              <p:cNvSpPr>
                <a:spLocks noChangeShapeType="1"/>
              </p:cNvSpPr>
              <p:nvPr/>
            </p:nvSpPr>
            <p:spPr bwMode="auto">
              <a:xfrm flipV="1">
                <a:off x="2607" y="1885"/>
                <a:ext cx="71" cy="47"/>
              </a:xfrm>
              <a:prstGeom prst="line">
                <a:avLst/>
              </a:prstGeom>
              <a:grpFill/>
              <a:ln w="12700">
                <a:solidFill>
                  <a:schemeClr val="bg1">
                    <a:lumMod val="65000"/>
                  </a:schemeClr>
                </a:solidFill>
                <a:round/>
                <a:headEnd/>
                <a:tailEnd/>
              </a:ln>
            </p:spPr>
            <p:txBody>
              <a:bodyPr/>
              <a:lstStyle/>
              <a:p>
                <a:endParaRPr lang="en-US"/>
              </a:p>
            </p:txBody>
          </p:sp>
          <p:sp>
            <p:nvSpPr>
              <p:cNvPr id="103850" name="Line 1004">
                <a:extLst>
                  <a:ext uri="{FF2B5EF4-FFF2-40B4-BE49-F238E27FC236}">
                    <a16:creationId xmlns:a16="http://schemas.microsoft.com/office/drawing/2014/main" id="{38543E3A-0701-B27C-E55E-D4F36607BD95}"/>
                  </a:ext>
                </a:extLst>
              </p:cNvPr>
              <p:cNvSpPr>
                <a:spLocks noChangeShapeType="1"/>
              </p:cNvSpPr>
              <p:nvPr/>
            </p:nvSpPr>
            <p:spPr bwMode="auto">
              <a:xfrm flipV="1">
                <a:off x="2696" y="1846"/>
                <a:ext cx="46" cy="22"/>
              </a:xfrm>
              <a:prstGeom prst="line">
                <a:avLst/>
              </a:prstGeom>
              <a:grpFill/>
              <a:ln w="12700">
                <a:solidFill>
                  <a:schemeClr val="bg1">
                    <a:lumMod val="65000"/>
                  </a:schemeClr>
                </a:solidFill>
                <a:round/>
                <a:headEnd/>
                <a:tailEnd/>
              </a:ln>
            </p:spPr>
            <p:txBody>
              <a:bodyPr/>
              <a:lstStyle/>
              <a:p>
                <a:endParaRPr lang="en-US"/>
              </a:p>
            </p:txBody>
          </p:sp>
        </p:grpSp>
        <p:grpSp>
          <p:nvGrpSpPr>
            <p:cNvPr id="103626" name="Group 1005">
              <a:extLst>
                <a:ext uri="{FF2B5EF4-FFF2-40B4-BE49-F238E27FC236}">
                  <a16:creationId xmlns:a16="http://schemas.microsoft.com/office/drawing/2014/main" id="{AF59FF53-56F4-224E-3847-95FEBCDEF901}"/>
                </a:ext>
              </a:extLst>
            </p:cNvPr>
            <p:cNvGrpSpPr>
              <a:grpSpLocks/>
            </p:cNvGrpSpPr>
            <p:nvPr/>
          </p:nvGrpSpPr>
          <p:grpSpPr bwMode="auto">
            <a:xfrm>
              <a:off x="2886" y="1773"/>
              <a:ext cx="415" cy="271"/>
              <a:chOff x="2886" y="1773"/>
              <a:chExt cx="415" cy="271"/>
            </a:xfrm>
            <a:grpFill/>
          </p:grpSpPr>
          <p:sp>
            <p:nvSpPr>
              <p:cNvPr id="103841" name="Freeform 1006">
                <a:extLst>
                  <a:ext uri="{FF2B5EF4-FFF2-40B4-BE49-F238E27FC236}">
                    <a16:creationId xmlns:a16="http://schemas.microsoft.com/office/drawing/2014/main" id="{2DA661C4-DA57-E9B0-3619-39E99D305BA5}"/>
                  </a:ext>
                </a:extLst>
              </p:cNvPr>
              <p:cNvSpPr>
                <a:spLocks/>
              </p:cNvSpPr>
              <p:nvPr/>
            </p:nvSpPr>
            <p:spPr bwMode="auto">
              <a:xfrm>
                <a:off x="3189" y="1773"/>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32" y="88"/>
                    </a:lnTo>
                    <a:lnTo>
                      <a:pt x="16" y="64"/>
                    </a:lnTo>
                    <a:lnTo>
                      <a:pt x="0" y="40"/>
                    </a:lnTo>
                    <a:lnTo>
                      <a:pt x="112" y="0"/>
                    </a:lnTo>
                    <a:close/>
                  </a:path>
                </a:pathLst>
              </a:custGeom>
              <a:grpFill/>
              <a:ln w="9525">
                <a:solidFill>
                  <a:schemeClr val="bg1">
                    <a:lumMod val="65000"/>
                  </a:schemeClr>
                </a:solidFill>
                <a:round/>
                <a:headEnd/>
                <a:tailEnd/>
              </a:ln>
            </p:spPr>
            <p:txBody>
              <a:bodyPr/>
              <a:lstStyle/>
              <a:p>
                <a:endParaRPr lang="en-US"/>
              </a:p>
            </p:txBody>
          </p:sp>
          <p:sp>
            <p:nvSpPr>
              <p:cNvPr id="103842" name="Line 1007">
                <a:extLst>
                  <a:ext uri="{FF2B5EF4-FFF2-40B4-BE49-F238E27FC236}">
                    <a16:creationId xmlns:a16="http://schemas.microsoft.com/office/drawing/2014/main" id="{CB393E6D-4268-8DAD-71CD-AE3625BA4D6A}"/>
                  </a:ext>
                </a:extLst>
              </p:cNvPr>
              <p:cNvSpPr>
                <a:spLocks noChangeShapeType="1"/>
              </p:cNvSpPr>
              <p:nvPr/>
            </p:nvSpPr>
            <p:spPr bwMode="auto">
              <a:xfrm flipV="1">
                <a:off x="2886" y="1996"/>
                <a:ext cx="72" cy="48"/>
              </a:xfrm>
              <a:prstGeom prst="line">
                <a:avLst/>
              </a:prstGeom>
              <a:grpFill/>
              <a:ln w="12700">
                <a:solidFill>
                  <a:schemeClr val="bg1">
                    <a:lumMod val="65000"/>
                  </a:schemeClr>
                </a:solidFill>
                <a:round/>
                <a:headEnd/>
                <a:tailEnd/>
              </a:ln>
            </p:spPr>
            <p:txBody>
              <a:bodyPr/>
              <a:lstStyle/>
              <a:p>
                <a:endParaRPr lang="en-US"/>
              </a:p>
            </p:txBody>
          </p:sp>
          <p:sp>
            <p:nvSpPr>
              <p:cNvPr id="103843" name="Line 1008">
                <a:extLst>
                  <a:ext uri="{FF2B5EF4-FFF2-40B4-BE49-F238E27FC236}">
                    <a16:creationId xmlns:a16="http://schemas.microsoft.com/office/drawing/2014/main" id="{355FA4EF-3FCD-A37C-1D6F-A0B6FC4C8987}"/>
                  </a:ext>
                </a:extLst>
              </p:cNvPr>
              <p:cNvSpPr>
                <a:spLocks noChangeShapeType="1"/>
              </p:cNvSpPr>
              <p:nvPr/>
            </p:nvSpPr>
            <p:spPr bwMode="auto">
              <a:xfrm flipV="1">
                <a:off x="2982" y="1933"/>
                <a:ext cx="71" cy="47"/>
              </a:xfrm>
              <a:prstGeom prst="line">
                <a:avLst/>
              </a:prstGeom>
              <a:grpFill/>
              <a:ln w="12700">
                <a:solidFill>
                  <a:schemeClr val="bg1">
                    <a:lumMod val="65000"/>
                  </a:schemeClr>
                </a:solidFill>
                <a:round/>
                <a:headEnd/>
                <a:tailEnd/>
              </a:ln>
            </p:spPr>
            <p:txBody>
              <a:bodyPr/>
              <a:lstStyle/>
              <a:p>
                <a:endParaRPr lang="en-US"/>
              </a:p>
            </p:txBody>
          </p:sp>
          <p:sp>
            <p:nvSpPr>
              <p:cNvPr id="103844" name="Line 1009">
                <a:extLst>
                  <a:ext uri="{FF2B5EF4-FFF2-40B4-BE49-F238E27FC236}">
                    <a16:creationId xmlns:a16="http://schemas.microsoft.com/office/drawing/2014/main" id="{FC6E217E-4FAE-F653-7587-38C59E788CB3}"/>
                  </a:ext>
                </a:extLst>
              </p:cNvPr>
              <p:cNvSpPr>
                <a:spLocks noChangeShapeType="1"/>
              </p:cNvSpPr>
              <p:nvPr/>
            </p:nvSpPr>
            <p:spPr bwMode="auto">
              <a:xfrm flipV="1">
                <a:off x="3070" y="1877"/>
                <a:ext cx="79" cy="47"/>
              </a:xfrm>
              <a:prstGeom prst="line">
                <a:avLst/>
              </a:prstGeom>
              <a:grpFill/>
              <a:ln w="12700">
                <a:solidFill>
                  <a:schemeClr val="bg1">
                    <a:lumMod val="65000"/>
                  </a:schemeClr>
                </a:solidFill>
                <a:round/>
                <a:headEnd/>
                <a:tailEnd/>
              </a:ln>
            </p:spPr>
            <p:txBody>
              <a:bodyPr/>
              <a:lstStyle/>
              <a:p>
                <a:endParaRPr lang="en-US"/>
              </a:p>
            </p:txBody>
          </p:sp>
          <p:sp>
            <p:nvSpPr>
              <p:cNvPr id="103845" name="Line 1010">
                <a:extLst>
                  <a:ext uri="{FF2B5EF4-FFF2-40B4-BE49-F238E27FC236}">
                    <a16:creationId xmlns:a16="http://schemas.microsoft.com/office/drawing/2014/main" id="{43B0DFCA-23D5-85A6-42E9-1B2D95E1C460}"/>
                  </a:ext>
                </a:extLst>
              </p:cNvPr>
              <p:cNvSpPr>
                <a:spLocks noChangeShapeType="1"/>
              </p:cNvSpPr>
              <p:nvPr/>
            </p:nvSpPr>
            <p:spPr bwMode="auto">
              <a:xfrm flipV="1">
                <a:off x="3165" y="1838"/>
                <a:ext cx="40" cy="23"/>
              </a:xfrm>
              <a:prstGeom prst="line">
                <a:avLst/>
              </a:prstGeom>
              <a:grpFill/>
              <a:ln w="12700">
                <a:solidFill>
                  <a:schemeClr val="bg1">
                    <a:lumMod val="65000"/>
                  </a:schemeClr>
                </a:solidFill>
                <a:round/>
                <a:headEnd/>
                <a:tailEnd/>
              </a:ln>
            </p:spPr>
            <p:txBody>
              <a:bodyPr/>
              <a:lstStyle/>
              <a:p>
                <a:endParaRPr lang="en-US"/>
              </a:p>
            </p:txBody>
          </p:sp>
        </p:grpSp>
        <p:grpSp>
          <p:nvGrpSpPr>
            <p:cNvPr id="103627" name="Group 1011">
              <a:extLst>
                <a:ext uri="{FF2B5EF4-FFF2-40B4-BE49-F238E27FC236}">
                  <a16:creationId xmlns:a16="http://schemas.microsoft.com/office/drawing/2014/main" id="{AF51CC26-0E9C-D5AF-1507-C0EC70CCC3EB}"/>
                </a:ext>
              </a:extLst>
            </p:cNvPr>
            <p:cNvGrpSpPr>
              <a:grpSpLocks/>
            </p:cNvGrpSpPr>
            <p:nvPr/>
          </p:nvGrpSpPr>
          <p:grpSpPr bwMode="auto">
            <a:xfrm>
              <a:off x="3325" y="1773"/>
              <a:ext cx="423" cy="271"/>
              <a:chOff x="3325" y="1773"/>
              <a:chExt cx="423" cy="271"/>
            </a:xfrm>
            <a:grpFill/>
          </p:grpSpPr>
          <p:sp>
            <p:nvSpPr>
              <p:cNvPr id="103836" name="Freeform 1012">
                <a:extLst>
                  <a:ext uri="{FF2B5EF4-FFF2-40B4-BE49-F238E27FC236}">
                    <a16:creationId xmlns:a16="http://schemas.microsoft.com/office/drawing/2014/main" id="{EF0CB598-E6A0-0D59-20AB-72AF4291090E}"/>
                  </a:ext>
                </a:extLst>
              </p:cNvPr>
              <p:cNvSpPr>
                <a:spLocks/>
              </p:cNvSpPr>
              <p:nvPr/>
            </p:nvSpPr>
            <p:spPr bwMode="auto">
              <a:xfrm>
                <a:off x="3636" y="1773"/>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32" y="88"/>
                    </a:lnTo>
                    <a:lnTo>
                      <a:pt x="16" y="64"/>
                    </a:lnTo>
                    <a:lnTo>
                      <a:pt x="0" y="40"/>
                    </a:lnTo>
                    <a:lnTo>
                      <a:pt x="112" y="0"/>
                    </a:lnTo>
                    <a:close/>
                  </a:path>
                </a:pathLst>
              </a:custGeom>
              <a:grpFill/>
              <a:ln w="9525">
                <a:solidFill>
                  <a:schemeClr val="bg1">
                    <a:lumMod val="65000"/>
                  </a:schemeClr>
                </a:solidFill>
                <a:round/>
                <a:headEnd/>
                <a:tailEnd/>
              </a:ln>
            </p:spPr>
            <p:txBody>
              <a:bodyPr/>
              <a:lstStyle/>
              <a:p>
                <a:endParaRPr lang="en-US"/>
              </a:p>
            </p:txBody>
          </p:sp>
          <p:sp>
            <p:nvSpPr>
              <p:cNvPr id="103837" name="Line 1013">
                <a:extLst>
                  <a:ext uri="{FF2B5EF4-FFF2-40B4-BE49-F238E27FC236}">
                    <a16:creationId xmlns:a16="http://schemas.microsoft.com/office/drawing/2014/main" id="{D734D815-FF49-0F47-2803-398EB67397E1}"/>
                  </a:ext>
                </a:extLst>
              </p:cNvPr>
              <p:cNvSpPr>
                <a:spLocks noChangeShapeType="1"/>
              </p:cNvSpPr>
              <p:nvPr/>
            </p:nvSpPr>
            <p:spPr bwMode="auto">
              <a:xfrm flipV="1">
                <a:off x="3325" y="1996"/>
                <a:ext cx="72" cy="48"/>
              </a:xfrm>
              <a:prstGeom prst="line">
                <a:avLst/>
              </a:prstGeom>
              <a:grpFill/>
              <a:ln w="12700">
                <a:solidFill>
                  <a:schemeClr val="bg1">
                    <a:lumMod val="65000"/>
                  </a:schemeClr>
                </a:solidFill>
                <a:round/>
                <a:headEnd/>
                <a:tailEnd/>
              </a:ln>
            </p:spPr>
            <p:txBody>
              <a:bodyPr/>
              <a:lstStyle/>
              <a:p>
                <a:endParaRPr lang="en-US"/>
              </a:p>
            </p:txBody>
          </p:sp>
          <p:sp>
            <p:nvSpPr>
              <p:cNvPr id="103838" name="Line 1014">
                <a:extLst>
                  <a:ext uri="{FF2B5EF4-FFF2-40B4-BE49-F238E27FC236}">
                    <a16:creationId xmlns:a16="http://schemas.microsoft.com/office/drawing/2014/main" id="{B5C23EA4-4EC0-AF97-10B2-B021C2E2DE05}"/>
                  </a:ext>
                </a:extLst>
              </p:cNvPr>
              <p:cNvSpPr>
                <a:spLocks noChangeShapeType="1"/>
              </p:cNvSpPr>
              <p:nvPr/>
            </p:nvSpPr>
            <p:spPr bwMode="auto">
              <a:xfrm flipV="1">
                <a:off x="3421" y="1940"/>
                <a:ext cx="72" cy="40"/>
              </a:xfrm>
              <a:prstGeom prst="line">
                <a:avLst/>
              </a:prstGeom>
              <a:grpFill/>
              <a:ln w="12700">
                <a:solidFill>
                  <a:schemeClr val="bg1">
                    <a:lumMod val="65000"/>
                  </a:schemeClr>
                </a:solidFill>
                <a:round/>
                <a:headEnd/>
                <a:tailEnd/>
              </a:ln>
            </p:spPr>
            <p:txBody>
              <a:bodyPr/>
              <a:lstStyle/>
              <a:p>
                <a:endParaRPr lang="en-US"/>
              </a:p>
            </p:txBody>
          </p:sp>
          <p:sp>
            <p:nvSpPr>
              <p:cNvPr id="103839" name="Line 1015">
                <a:extLst>
                  <a:ext uri="{FF2B5EF4-FFF2-40B4-BE49-F238E27FC236}">
                    <a16:creationId xmlns:a16="http://schemas.microsoft.com/office/drawing/2014/main" id="{AEF33BB6-A1C8-EAE3-282A-CD9C77F88D62}"/>
                  </a:ext>
                </a:extLst>
              </p:cNvPr>
              <p:cNvSpPr>
                <a:spLocks noChangeShapeType="1"/>
              </p:cNvSpPr>
              <p:nvPr/>
            </p:nvSpPr>
            <p:spPr bwMode="auto">
              <a:xfrm flipV="1">
                <a:off x="3517" y="1877"/>
                <a:ext cx="71" cy="47"/>
              </a:xfrm>
              <a:prstGeom prst="line">
                <a:avLst/>
              </a:prstGeom>
              <a:grpFill/>
              <a:ln w="12700">
                <a:solidFill>
                  <a:schemeClr val="bg1">
                    <a:lumMod val="65000"/>
                  </a:schemeClr>
                </a:solidFill>
                <a:round/>
                <a:headEnd/>
                <a:tailEnd/>
              </a:ln>
            </p:spPr>
            <p:txBody>
              <a:bodyPr/>
              <a:lstStyle/>
              <a:p>
                <a:endParaRPr lang="en-US"/>
              </a:p>
            </p:txBody>
          </p:sp>
          <p:sp>
            <p:nvSpPr>
              <p:cNvPr id="103840" name="Line 1016">
                <a:extLst>
                  <a:ext uri="{FF2B5EF4-FFF2-40B4-BE49-F238E27FC236}">
                    <a16:creationId xmlns:a16="http://schemas.microsoft.com/office/drawing/2014/main" id="{A6FF8D11-130C-CCE3-7D63-D841D5F6736A}"/>
                  </a:ext>
                </a:extLst>
              </p:cNvPr>
              <p:cNvSpPr>
                <a:spLocks noChangeShapeType="1"/>
              </p:cNvSpPr>
              <p:nvPr/>
            </p:nvSpPr>
            <p:spPr bwMode="auto">
              <a:xfrm flipV="1">
                <a:off x="3604" y="1838"/>
                <a:ext cx="48" cy="23"/>
              </a:xfrm>
              <a:prstGeom prst="line">
                <a:avLst/>
              </a:prstGeom>
              <a:grpFill/>
              <a:ln w="12700">
                <a:solidFill>
                  <a:schemeClr val="bg1">
                    <a:lumMod val="65000"/>
                  </a:schemeClr>
                </a:solidFill>
                <a:round/>
                <a:headEnd/>
                <a:tailEnd/>
              </a:ln>
            </p:spPr>
            <p:txBody>
              <a:bodyPr/>
              <a:lstStyle/>
              <a:p>
                <a:endParaRPr lang="en-US"/>
              </a:p>
            </p:txBody>
          </p:sp>
        </p:grpSp>
        <p:grpSp>
          <p:nvGrpSpPr>
            <p:cNvPr id="103628" name="Group 1017">
              <a:extLst>
                <a:ext uri="{FF2B5EF4-FFF2-40B4-BE49-F238E27FC236}">
                  <a16:creationId xmlns:a16="http://schemas.microsoft.com/office/drawing/2014/main" id="{E3204292-E01E-D319-26AB-B1FD5A44D46D}"/>
                </a:ext>
              </a:extLst>
            </p:cNvPr>
            <p:cNvGrpSpPr>
              <a:grpSpLocks/>
            </p:cNvGrpSpPr>
            <p:nvPr/>
          </p:nvGrpSpPr>
          <p:grpSpPr bwMode="auto">
            <a:xfrm>
              <a:off x="2878" y="2379"/>
              <a:ext cx="407" cy="287"/>
              <a:chOff x="2878" y="2379"/>
              <a:chExt cx="407" cy="287"/>
            </a:xfrm>
            <a:grpFill/>
          </p:grpSpPr>
          <p:sp>
            <p:nvSpPr>
              <p:cNvPr id="103831" name="Freeform 1018">
                <a:extLst>
                  <a:ext uri="{FF2B5EF4-FFF2-40B4-BE49-F238E27FC236}">
                    <a16:creationId xmlns:a16="http://schemas.microsoft.com/office/drawing/2014/main" id="{38E536EC-569E-09C1-9BA7-F38E1FD87292}"/>
                  </a:ext>
                </a:extLst>
              </p:cNvPr>
              <p:cNvSpPr>
                <a:spLocks/>
              </p:cNvSpPr>
              <p:nvPr/>
            </p:nvSpPr>
            <p:spPr bwMode="auto">
              <a:xfrm>
                <a:off x="3173" y="2379"/>
                <a:ext cx="112" cy="88"/>
              </a:xfrm>
              <a:custGeom>
                <a:avLst/>
                <a:gdLst>
                  <a:gd name="T0" fmla="*/ 112 w 112"/>
                  <a:gd name="T1" fmla="*/ 0 h 88"/>
                  <a:gd name="T2" fmla="*/ 40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40" y="88"/>
                    </a:lnTo>
                    <a:lnTo>
                      <a:pt x="16" y="64"/>
                    </a:lnTo>
                    <a:lnTo>
                      <a:pt x="0" y="40"/>
                    </a:lnTo>
                    <a:lnTo>
                      <a:pt x="112" y="0"/>
                    </a:lnTo>
                    <a:close/>
                  </a:path>
                </a:pathLst>
              </a:custGeom>
              <a:grpFill/>
              <a:ln w="9525">
                <a:solidFill>
                  <a:schemeClr val="bg1">
                    <a:lumMod val="65000"/>
                  </a:schemeClr>
                </a:solidFill>
                <a:round/>
                <a:headEnd/>
                <a:tailEnd/>
              </a:ln>
            </p:spPr>
            <p:txBody>
              <a:bodyPr/>
              <a:lstStyle/>
              <a:p>
                <a:endParaRPr lang="en-US"/>
              </a:p>
            </p:txBody>
          </p:sp>
          <p:sp>
            <p:nvSpPr>
              <p:cNvPr id="103832" name="Line 1019">
                <a:extLst>
                  <a:ext uri="{FF2B5EF4-FFF2-40B4-BE49-F238E27FC236}">
                    <a16:creationId xmlns:a16="http://schemas.microsoft.com/office/drawing/2014/main" id="{5A037068-431F-31DE-E690-B0BC81564471}"/>
                  </a:ext>
                </a:extLst>
              </p:cNvPr>
              <p:cNvSpPr>
                <a:spLocks noChangeShapeType="1"/>
              </p:cNvSpPr>
              <p:nvPr/>
            </p:nvSpPr>
            <p:spPr bwMode="auto">
              <a:xfrm flipV="1">
                <a:off x="2878" y="2618"/>
                <a:ext cx="72" cy="48"/>
              </a:xfrm>
              <a:prstGeom prst="line">
                <a:avLst/>
              </a:prstGeom>
              <a:grpFill/>
              <a:ln w="12700">
                <a:solidFill>
                  <a:schemeClr val="bg1">
                    <a:lumMod val="65000"/>
                  </a:schemeClr>
                </a:solidFill>
                <a:round/>
                <a:headEnd/>
                <a:tailEnd/>
              </a:ln>
            </p:spPr>
            <p:txBody>
              <a:bodyPr/>
              <a:lstStyle/>
              <a:p>
                <a:endParaRPr lang="en-US"/>
              </a:p>
            </p:txBody>
          </p:sp>
          <p:sp>
            <p:nvSpPr>
              <p:cNvPr id="103833" name="Line 1020">
                <a:extLst>
                  <a:ext uri="{FF2B5EF4-FFF2-40B4-BE49-F238E27FC236}">
                    <a16:creationId xmlns:a16="http://schemas.microsoft.com/office/drawing/2014/main" id="{FCE1589A-6FE2-EA37-839F-98D2FAF9EE91}"/>
                  </a:ext>
                </a:extLst>
              </p:cNvPr>
              <p:cNvSpPr>
                <a:spLocks noChangeShapeType="1"/>
              </p:cNvSpPr>
              <p:nvPr/>
            </p:nvSpPr>
            <p:spPr bwMode="auto">
              <a:xfrm flipV="1">
                <a:off x="2967" y="2556"/>
                <a:ext cx="70" cy="46"/>
              </a:xfrm>
              <a:prstGeom prst="line">
                <a:avLst/>
              </a:prstGeom>
              <a:grpFill/>
              <a:ln w="12700">
                <a:solidFill>
                  <a:schemeClr val="bg1">
                    <a:lumMod val="65000"/>
                  </a:schemeClr>
                </a:solidFill>
                <a:round/>
                <a:headEnd/>
                <a:tailEnd/>
              </a:ln>
            </p:spPr>
            <p:txBody>
              <a:bodyPr/>
              <a:lstStyle/>
              <a:p>
                <a:endParaRPr lang="en-US"/>
              </a:p>
            </p:txBody>
          </p:sp>
          <p:sp>
            <p:nvSpPr>
              <p:cNvPr id="103834" name="Line 1021">
                <a:extLst>
                  <a:ext uri="{FF2B5EF4-FFF2-40B4-BE49-F238E27FC236}">
                    <a16:creationId xmlns:a16="http://schemas.microsoft.com/office/drawing/2014/main" id="{28D35A50-59FD-85B6-6A1F-181CF09E5652}"/>
                  </a:ext>
                </a:extLst>
              </p:cNvPr>
              <p:cNvSpPr>
                <a:spLocks noChangeShapeType="1"/>
              </p:cNvSpPr>
              <p:nvPr/>
            </p:nvSpPr>
            <p:spPr bwMode="auto">
              <a:xfrm flipV="1">
                <a:off x="3062" y="2491"/>
                <a:ext cx="71" cy="47"/>
              </a:xfrm>
              <a:prstGeom prst="line">
                <a:avLst/>
              </a:prstGeom>
              <a:grpFill/>
              <a:ln w="12700">
                <a:solidFill>
                  <a:schemeClr val="bg1">
                    <a:lumMod val="65000"/>
                  </a:schemeClr>
                </a:solidFill>
                <a:round/>
                <a:headEnd/>
                <a:tailEnd/>
              </a:ln>
            </p:spPr>
            <p:txBody>
              <a:bodyPr/>
              <a:lstStyle/>
              <a:p>
                <a:endParaRPr lang="en-US"/>
              </a:p>
            </p:txBody>
          </p:sp>
          <p:sp>
            <p:nvSpPr>
              <p:cNvPr id="103835" name="Line 1022">
                <a:extLst>
                  <a:ext uri="{FF2B5EF4-FFF2-40B4-BE49-F238E27FC236}">
                    <a16:creationId xmlns:a16="http://schemas.microsoft.com/office/drawing/2014/main" id="{AE8720A5-9879-A4F2-F4B6-2B9F8210B59D}"/>
                  </a:ext>
                </a:extLst>
              </p:cNvPr>
              <p:cNvSpPr>
                <a:spLocks noChangeShapeType="1"/>
              </p:cNvSpPr>
              <p:nvPr/>
            </p:nvSpPr>
            <p:spPr bwMode="auto">
              <a:xfrm flipV="1">
                <a:off x="3149" y="2443"/>
                <a:ext cx="40" cy="32"/>
              </a:xfrm>
              <a:prstGeom prst="line">
                <a:avLst/>
              </a:prstGeom>
              <a:grpFill/>
              <a:ln w="12700">
                <a:solidFill>
                  <a:schemeClr val="bg1">
                    <a:lumMod val="65000"/>
                  </a:schemeClr>
                </a:solidFill>
                <a:round/>
                <a:headEnd/>
                <a:tailEnd/>
              </a:ln>
            </p:spPr>
            <p:txBody>
              <a:bodyPr/>
              <a:lstStyle/>
              <a:p>
                <a:endParaRPr lang="en-US"/>
              </a:p>
            </p:txBody>
          </p:sp>
        </p:grpSp>
        <p:grpSp>
          <p:nvGrpSpPr>
            <p:cNvPr id="103629" name="Group 1023">
              <a:extLst>
                <a:ext uri="{FF2B5EF4-FFF2-40B4-BE49-F238E27FC236}">
                  <a16:creationId xmlns:a16="http://schemas.microsoft.com/office/drawing/2014/main" id="{0A030DBC-331D-76EE-7C31-CE68837F408B}"/>
                </a:ext>
              </a:extLst>
            </p:cNvPr>
            <p:cNvGrpSpPr>
              <a:grpSpLocks/>
            </p:cNvGrpSpPr>
            <p:nvPr/>
          </p:nvGrpSpPr>
          <p:grpSpPr bwMode="auto">
            <a:xfrm>
              <a:off x="2878" y="2076"/>
              <a:ext cx="415" cy="279"/>
              <a:chOff x="2878" y="2076"/>
              <a:chExt cx="415" cy="279"/>
            </a:xfrm>
            <a:grpFill/>
          </p:grpSpPr>
          <p:sp>
            <p:nvSpPr>
              <p:cNvPr id="103826" name="Freeform 1024">
                <a:extLst>
                  <a:ext uri="{FF2B5EF4-FFF2-40B4-BE49-F238E27FC236}">
                    <a16:creationId xmlns:a16="http://schemas.microsoft.com/office/drawing/2014/main" id="{6048730B-FDBB-B325-C302-B45FD45F915D}"/>
                  </a:ext>
                </a:extLst>
              </p:cNvPr>
              <p:cNvSpPr>
                <a:spLocks/>
              </p:cNvSpPr>
              <p:nvPr/>
            </p:nvSpPr>
            <p:spPr bwMode="auto">
              <a:xfrm>
                <a:off x="3181" y="2076"/>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32" y="88"/>
                    </a:lnTo>
                    <a:lnTo>
                      <a:pt x="16" y="64"/>
                    </a:lnTo>
                    <a:lnTo>
                      <a:pt x="0" y="40"/>
                    </a:lnTo>
                    <a:lnTo>
                      <a:pt x="112" y="0"/>
                    </a:lnTo>
                    <a:close/>
                  </a:path>
                </a:pathLst>
              </a:custGeom>
              <a:grpFill/>
              <a:ln w="9525">
                <a:solidFill>
                  <a:schemeClr val="bg1">
                    <a:lumMod val="65000"/>
                  </a:schemeClr>
                </a:solidFill>
                <a:round/>
                <a:headEnd/>
                <a:tailEnd/>
              </a:ln>
            </p:spPr>
            <p:txBody>
              <a:bodyPr/>
              <a:lstStyle/>
              <a:p>
                <a:endParaRPr lang="en-US"/>
              </a:p>
            </p:txBody>
          </p:sp>
          <p:sp>
            <p:nvSpPr>
              <p:cNvPr id="103827" name="Line 1025">
                <a:extLst>
                  <a:ext uri="{FF2B5EF4-FFF2-40B4-BE49-F238E27FC236}">
                    <a16:creationId xmlns:a16="http://schemas.microsoft.com/office/drawing/2014/main" id="{84BA392E-9B03-B0F7-A3A3-E9FF7D236BD4}"/>
                  </a:ext>
                </a:extLst>
              </p:cNvPr>
              <p:cNvSpPr>
                <a:spLocks noChangeShapeType="1"/>
              </p:cNvSpPr>
              <p:nvPr/>
            </p:nvSpPr>
            <p:spPr bwMode="auto">
              <a:xfrm flipV="1">
                <a:off x="2878" y="2307"/>
                <a:ext cx="72" cy="48"/>
              </a:xfrm>
              <a:prstGeom prst="line">
                <a:avLst/>
              </a:prstGeom>
              <a:grpFill/>
              <a:ln w="12700">
                <a:solidFill>
                  <a:schemeClr val="bg1">
                    <a:lumMod val="65000"/>
                  </a:schemeClr>
                </a:solidFill>
                <a:round/>
                <a:headEnd/>
                <a:tailEnd/>
              </a:ln>
            </p:spPr>
            <p:txBody>
              <a:bodyPr/>
              <a:lstStyle/>
              <a:p>
                <a:endParaRPr lang="en-US"/>
              </a:p>
            </p:txBody>
          </p:sp>
          <p:sp>
            <p:nvSpPr>
              <p:cNvPr id="103828" name="Line 1026">
                <a:extLst>
                  <a:ext uri="{FF2B5EF4-FFF2-40B4-BE49-F238E27FC236}">
                    <a16:creationId xmlns:a16="http://schemas.microsoft.com/office/drawing/2014/main" id="{DD99CA66-D6D0-DE8B-62AA-848618431B93}"/>
                  </a:ext>
                </a:extLst>
              </p:cNvPr>
              <p:cNvSpPr>
                <a:spLocks noChangeShapeType="1"/>
              </p:cNvSpPr>
              <p:nvPr/>
            </p:nvSpPr>
            <p:spPr bwMode="auto">
              <a:xfrm flipV="1">
                <a:off x="2975" y="2245"/>
                <a:ext cx="70" cy="46"/>
              </a:xfrm>
              <a:prstGeom prst="line">
                <a:avLst/>
              </a:prstGeom>
              <a:grpFill/>
              <a:ln w="12700">
                <a:solidFill>
                  <a:schemeClr val="bg1">
                    <a:lumMod val="65000"/>
                  </a:schemeClr>
                </a:solidFill>
                <a:round/>
                <a:headEnd/>
                <a:tailEnd/>
              </a:ln>
            </p:spPr>
            <p:txBody>
              <a:bodyPr/>
              <a:lstStyle/>
              <a:p>
                <a:endParaRPr lang="en-US"/>
              </a:p>
            </p:txBody>
          </p:sp>
          <p:sp>
            <p:nvSpPr>
              <p:cNvPr id="103829" name="Line 1027">
                <a:extLst>
                  <a:ext uri="{FF2B5EF4-FFF2-40B4-BE49-F238E27FC236}">
                    <a16:creationId xmlns:a16="http://schemas.microsoft.com/office/drawing/2014/main" id="{29D70DB1-B976-7C90-ECF4-8FB239B23830}"/>
                  </a:ext>
                </a:extLst>
              </p:cNvPr>
              <p:cNvSpPr>
                <a:spLocks noChangeShapeType="1"/>
              </p:cNvSpPr>
              <p:nvPr/>
            </p:nvSpPr>
            <p:spPr bwMode="auto">
              <a:xfrm flipV="1">
                <a:off x="3062" y="2180"/>
                <a:ext cx="71" cy="47"/>
              </a:xfrm>
              <a:prstGeom prst="line">
                <a:avLst/>
              </a:prstGeom>
              <a:grpFill/>
              <a:ln w="12700">
                <a:solidFill>
                  <a:schemeClr val="bg1">
                    <a:lumMod val="65000"/>
                  </a:schemeClr>
                </a:solidFill>
                <a:round/>
                <a:headEnd/>
                <a:tailEnd/>
              </a:ln>
            </p:spPr>
            <p:txBody>
              <a:bodyPr/>
              <a:lstStyle/>
              <a:p>
                <a:endParaRPr lang="en-US"/>
              </a:p>
            </p:txBody>
          </p:sp>
          <p:sp>
            <p:nvSpPr>
              <p:cNvPr id="103830" name="Line 1028">
                <a:extLst>
                  <a:ext uri="{FF2B5EF4-FFF2-40B4-BE49-F238E27FC236}">
                    <a16:creationId xmlns:a16="http://schemas.microsoft.com/office/drawing/2014/main" id="{72314EA7-80DF-383B-4235-8A29B9257C9C}"/>
                  </a:ext>
                </a:extLst>
              </p:cNvPr>
              <p:cNvSpPr>
                <a:spLocks noChangeShapeType="1"/>
              </p:cNvSpPr>
              <p:nvPr/>
            </p:nvSpPr>
            <p:spPr bwMode="auto">
              <a:xfrm flipV="1">
                <a:off x="3157" y="2141"/>
                <a:ext cx="40" cy="31"/>
              </a:xfrm>
              <a:prstGeom prst="line">
                <a:avLst/>
              </a:prstGeom>
              <a:grpFill/>
              <a:ln w="12700">
                <a:solidFill>
                  <a:schemeClr val="bg1">
                    <a:lumMod val="65000"/>
                  </a:schemeClr>
                </a:solidFill>
                <a:round/>
                <a:headEnd/>
                <a:tailEnd/>
              </a:ln>
            </p:spPr>
            <p:txBody>
              <a:bodyPr/>
              <a:lstStyle/>
              <a:p>
                <a:endParaRPr lang="en-US"/>
              </a:p>
            </p:txBody>
          </p:sp>
        </p:grpSp>
        <p:grpSp>
          <p:nvGrpSpPr>
            <p:cNvPr id="103630" name="Group 1029">
              <a:extLst>
                <a:ext uri="{FF2B5EF4-FFF2-40B4-BE49-F238E27FC236}">
                  <a16:creationId xmlns:a16="http://schemas.microsoft.com/office/drawing/2014/main" id="{BC888DA6-5879-71ED-64E0-396FD102DB38}"/>
                </a:ext>
              </a:extLst>
            </p:cNvPr>
            <p:cNvGrpSpPr>
              <a:grpSpLocks/>
            </p:cNvGrpSpPr>
            <p:nvPr/>
          </p:nvGrpSpPr>
          <p:grpSpPr bwMode="auto">
            <a:xfrm>
              <a:off x="2415" y="2068"/>
              <a:ext cx="431" cy="279"/>
              <a:chOff x="2415" y="2068"/>
              <a:chExt cx="431" cy="279"/>
            </a:xfrm>
            <a:grpFill/>
          </p:grpSpPr>
          <p:sp>
            <p:nvSpPr>
              <p:cNvPr id="103821" name="Freeform 1030">
                <a:extLst>
                  <a:ext uri="{FF2B5EF4-FFF2-40B4-BE49-F238E27FC236}">
                    <a16:creationId xmlns:a16="http://schemas.microsoft.com/office/drawing/2014/main" id="{7E0627CD-16E0-0C2F-BEF0-37BA1130261E}"/>
                  </a:ext>
                </a:extLst>
              </p:cNvPr>
              <p:cNvSpPr>
                <a:spLocks/>
              </p:cNvSpPr>
              <p:nvPr/>
            </p:nvSpPr>
            <p:spPr bwMode="auto">
              <a:xfrm>
                <a:off x="2734" y="2068"/>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32" y="88"/>
                    </a:lnTo>
                    <a:lnTo>
                      <a:pt x="16" y="64"/>
                    </a:lnTo>
                    <a:lnTo>
                      <a:pt x="0" y="40"/>
                    </a:lnTo>
                    <a:lnTo>
                      <a:pt x="112" y="0"/>
                    </a:lnTo>
                    <a:close/>
                  </a:path>
                </a:pathLst>
              </a:custGeom>
              <a:grpFill/>
              <a:ln w="9525">
                <a:solidFill>
                  <a:schemeClr val="bg1">
                    <a:lumMod val="65000"/>
                  </a:schemeClr>
                </a:solidFill>
                <a:round/>
                <a:headEnd/>
                <a:tailEnd/>
              </a:ln>
            </p:spPr>
            <p:txBody>
              <a:bodyPr/>
              <a:lstStyle/>
              <a:p>
                <a:endParaRPr lang="en-US"/>
              </a:p>
            </p:txBody>
          </p:sp>
          <p:sp>
            <p:nvSpPr>
              <p:cNvPr id="103822" name="Line 1031">
                <a:extLst>
                  <a:ext uri="{FF2B5EF4-FFF2-40B4-BE49-F238E27FC236}">
                    <a16:creationId xmlns:a16="http://schemas.microsoft.com/office/drawing/2014/main" id="{B1BD97FC-2542-CBEC-D697-7B988F5DA797}"/>
                  </a:ext>
                </a:extLst>
              </p:cNvPr>
              <p:cNvSpPr>
                <a:spLocks noChangeShapeType="1"/>
              </p:cNvSpPr>
              <p:nvPr/>
            </p:nvSpPr>
            <p:spPr bwMode="auto">
              <a:xfrm flipV="1">
                <a:off x="2415" y="2299"/>
                <a:ext cx="72" cy="48"/>
              </a:xfrm>
              <a:prstGeom prst="line">
                <a:avLst/>
              </a:prstGeom>
              <a:grpFill/>
              <a:ln w="12700">
                <a:solidFill>
                  <a:schemeClr val="bg1">
                    <a:lumMod val="65000"/>
                  </a:schemeClr>
                </a:solidFill>
                <a:round/>
                <a:headEnd/>
                <a:tailEnd/>
              </a:ln>
            </p:spPr>
            <p:txBody>
              <a:bodyPr/>
              <a:lstStyle/>
              <a:p>
                <a:endParaRPr lang="en-US"/>
              </a:p>
            </p:txBody>
          </p:sp>
          <p:sp>
            <p:nvSpPr>
              <p:cNvPr id="103823" name="Line 1032">
                <a:extLst>
                  <a:ext uri="{FF2B5EF4-FFF2-40B4-BE49-F238E27FC236}">
                    <a16:creationId xmlns:a16="http://schemas.microsoft.com/office/drawing/2014/main" id="{6F2DE3BC-3756-2D9E-282E-8202AB7F3C1E}"/>
                  </a:ext>
                </a:extLst>
              </p:cNvPr>
              <p:cNvSpPr>
                <a:spLocks noChangeShapeType="1"/>
              </p:cNvSpPr>
              <p:nvPr/>
            </p:nvSpPr>
            <p:spPr bwMode="auto">
              <a:xfrm flipV="1">
                <a:off x="2512" y="2237"/>
                <a:ext cx="70" cy="46"/>
              </a:xfrm>
              <a:prstGeom prst="line">
                <a:avLst/>
              </a:prstGeom>
              <a:grpFill/>
              <a:ln w="12700">
                <a:solidFill>
                  <a:schemeClr val="bg1">
                    <a:lumMod val="65000"/>
                  </a:schemeClr>
                </a:solidFill>
                <a:round/>
                <a:headEnd/>
                <a:tailEnd/>
              </a:ln>
            </p:spPr>
            <p:txBody>
              <a:bodyPr/>
              <a:lstStyle/>
              <a:p>
                <a:endParaRPr lang="en-US"/>
              </a:p>
            </p:txBody>
          </p:sp>
          <p:sp>
            <p:nvSpPr>
              <p:cNvPr id="103824" name="Line 1033">
                <a:extLst>
                  <a:ext uri="{FF2B5EF4-FFF2-40B4-BE49-F238E27FC236}">
                    <a16:creationId xmlns:a16="http://schemas.microsoft.com/office/drawing/2014/main" id="{D6284BFA-F530-8720-7BEA-C4119CC8FA90}"/>
                  </a:ext>
                </a:extLst>
              </p:cNvPr>
              <p:cNvSpPr>
                <a:spLocks noChangeShapeType="1"/>
              </p:cNvSpPr>
              <p:nvPr/>
            </p:nvSpPr>
            <p:spPr bwMode="auto">
              <a:xfrm flipV="1">
                <a:off x="2599" y="2180"/>
                <a:ext cx="79" cy="47"/>
              </a:xfrm>
              <a:prstGeom prst="line">
                <a:avLst/>
              </a:prstGeom>
              <a:grpFill/>
              <a:ln w="12700">
                <a:solidFill>
                  <a:schemeClr val="bg1">
                    <a:lumMod val="65000"/>
                  </a:schemeClr>
                </a:solidFill>
                <a:round/>
                <a:headEnd/>
                <a:tailEnd/>
              </a:ln>
            </p:spPr>
            <p:txBody>
              <a:bodyPr/>
              <a:lstStyle/>
              <a:p>
                <a:endParaRPr lang="en-US"/>
              </a:p>
            </p:txBody>
          </p:sp>
          <p:sp>
            <p:nvSpPr>
              <p:cNvPr id="103825" name="Line 1034">
                <a:extLst>
                  <a:ext uri="{FF2B5EF4-FFF2-40B4-BE49-F238E27FC236}">
                    <a16:creationId xmlns:a16="http://schemas.microsoft.com/office/drawing/2014/main" id="{C03F9ED2-EB50-BDC4-AA9F-86253597A183}"/>
                  </a:ext>
                </a:extLst>
              </p:cNvPr>
              <p:cNvSpPr>
                <a:spLocks noChangeShapeType="1"/>
              </p:cNvSpPr>
              <p:nvPr/>
            </p:nvSpPr>
            <p:spPr bwMode="auto">
              <a:xfrm flipV="1">
                <a:off x="2694" y="2132"/>
                <a:ext cx="56" cy="32"/>
              </a:xfrm>
              <a:prstGeom prst="line">
                <a:avLst/>
              </a:prstGeom>
              <a:grpFill/>
              <a:ln w="12700">
                <a:solidFill>
                  <a:schemeClr val="bg1">
                    <a:lumMod val="65000"/>
                  </a:schemeClr>
                </a:solidFill>
                <a:round/>
                <a:headEnd/>
                <a:tailEnd/>
              </a:ln>
            </p:spPr>
            <p:txBody>
              <a:bodyPr/>
              <a:lstStyle/>
              <a:p>
                <a:endParaRPr lang="en-US"/>
              </a:p>
            </p:txBody>
          </p:sp>
        </p:grpSp>
        <p:grpSp>
          <p:nvGrpSpPr>
            <p:cNvPr id="103631" name="Group 1035">
              <a:extLst>
                <a:ext uri="{FF2B5EF4-FFF2-40B4-BE49-F238E27FC236}">
                  <a16:creationId xmlns:a16="http://schemas.microsoft.com/office/drawing/2014/main" id="{D3A327D2-02DE-E53C-F1F5-20302704F55A}"/>
                </a:ext>
              </a:extLst>
            </p:cNvPr>
            <p:cNvGrpSpPr>
              <a:grpSpLocks/>
            </p:cNvGrpSpPr>
            <p:nvPr/>
          </p:nvGrpSpPr>
          <p:grpSpPr bwMode="auto">
            <a:xfrm>
              <a:off x="2399" y="2387"/>
              <a:ext cx="439" cy="582"/>
              <a:chOff x="2399" y="2387"/>
              <a:chExt cx="439" cy="582"/>
            </a:xfrm>
            <a:grpFill/>
          </p:grpSpPr>
          <p:sp>
            <p:nvSpPr>
              <p:cNvPr id="103814" name="Freeform 1036">
                <a:extLst>
                  <a:ext uri="{FF2B5EF4-FFF2-40B4-BE49-F238E27FC236}">
                    <a16:creationId xmlns:a16="http://schemas.microsoft.com/office/drawing/2014/main" id="{D15109C1-D554-8E32-D7ED-2283FF8B2286}"/>
                  </a:ext>
                </a:extLst>
              </p:cNvPr>
              <p:cNvSpPr>
                <a:spLocks/>
              </p:cNvSpPr>
              <p:nvPr/>
            </p:nvSpPr>
            <p:spPr bwMode="auto">
              <a:xfrm>
                <a:off x="2750" y="2387"/>
                <a:ext cx="88" cy="104"/>
              </a:xfrm>
              <a:custGeom>
                <a:avLst/>
                <a:gdLst>
                  <a:gd name="T0" fmla="*/ 88 w 88"/>
                  <a:gd name="T1" fmla="*/ 0 h 104"/>
                  <a:gd name="T2" fmla="*/ 40 w 88"/>
                  <a:gd name="T3" fmla="*/ 104 h 104"/>
                  <a:gd name="T4" fmla="*/ 24 w 88"/>
                  <a:gd name="T5" fmla="*/ 88 h 104"/>
                  <a:gd name="T6" fmla="*/ 0 w 88"/>
                  <a:gd name="T7" fmla="*/ 72 h 104"/>
                  <a:gd name="T8" fmla="*/ 88 w 88"/>
                  <a:gd name="T9" fmla="*/ 0 h 104"/>
                  <a:gd name="T10" fmla="*/ 0 60000 65536"/>
                  <a:gd name="T11" fmla="*/ 0 60000 65536"/>
                  <a:gd name="T12" fmla="*/ 0 60000 65536"/>
                  <a:gd name="T13" fmla="*/ 0 60000 65536"/>
                  <a:gd name="T14" fmla="*/ 0 60000 65536"/>
                  <a:gd name="T15" fmla="*/ 0 w 88"/>
                  <a:gd name="T16" fmla="*/ 0 h 104"/>
                  <a:gd name="T17" fmla="*/ 88 w 88"/>
                  <a:gd name="T18" fmla="*/ 104 h 104"/>
                </a:gdLst>
                <a:ahLst/>
                <a:cxnLst>
                  <a:cxn ang="T10">
                    <a:pos x="T0" y="T1"/>
                  </a:cxn>
                  <a:cxn ang="T11">
                    <a:pos x="T2" y="T3"/>
                  </a:cxn>
                  <a:cxn ang="T12">
                    <a:pos x="T4" y="T5"/>
                  </a:cxn>
                  <a:cxn ang="T13">
                    <a:pos x="T6" y="T7"/>
                  </a:cxn>
                  <a:cxn ang="T14">
                    <a:pos x="T8" y="T9"/>
                  </a:cxn>
                </a:cxnLst>
                <a:rect l="T15" t="T16" r="T17" b="T18"/>
                <a:pathLst>
                  <a:path w="88" h="104">
                    <a:moveTo>
                      <a:pt x="88" y="0"/>
                    </a:moveTo>
                    <a:lnTo>
                      <a:pt x="40" y="104"/>
                    </a:lnTo>
                    <a:lnTo>
                      <a:pt x="24" y="88"/>
                    </a:lnTo>
                    <a:lnTo>
                      <a:pt x="0" y="72"/>
                    </a:lnTo>
                    <a:lnTo>
                      <a:pt x="88" y="0"/>
                    </a:lnTo>
                    <a:close/>
                  </a:path>
                </a:pathLst>
              </a:custGeom>
              <a:grpFill/>
              <a:ln w="9525">
                <a:solidFill>
                  <a:schemeClr val="bg1">
                    <a:lumMod val="65000"/>
                  </a:schemeClr>
                </a:solidFill>
                <a:round/>
                <a:headEnd/>
                <a:tailEnd/>
              </a:ln>
            </p:spPr>
            <p:txBody>
              <a:bodyPr/>
              <a:lstStyle/>
              <a:p>
                <a:endParaRPr lang="en-US"/>
              </a:p>
            </p:txBody>
          </p:sp>
          <p:sp>
            <p:nvSpPr>
              <p:cNvPr id="103815" name="Line 1037">
                <a:extLst>
                  <a:ext uri="{FF2B5EF4-FFF2-40B4-BE49-F238E27FC236}">
                    <a16:creationId xmlns:a16="http://schemas.microsoft.com/office/drawing/2014/main" id="{55228846-699C-7AD7-FDB6-0F4BE68D074F}"/>
                  </a:ext>
                </a:extLst>
              </p:cNvPr>
              <p:cNvSpPr>
                <a:spLocks noChangeShapeType="1"/>
              </p:cNvSpPr>
              <p:nvPr/>
            </p:nvSpPr>
            <p:spPr bwMode="auto">
              <a:xfrm flipV="1">
                <a:off x="2399" y="2898"/>
                <a:ext cx="56" cy="71"/>
              </a:xfrm>
              <a:prstGeom prst="line">
                <a:avLst/>
              </a:prstGeom>
              <a:grpFill/>
              <a:ln w="12700">
                <a:solidFill>
                  <a:schemeClr val="bg1">
                    <a:lumMod val="65000"/>
                  </a:schemeClr>
                </a:solidFill>
                <a:round/>
                <a:headEnd/>
                <a:tailEnd/>
              </a:ln>
            </p:spPr>
            <p:txBody>
              <a:bodyPr/>
              <a:lstStyle/>
              <a:p>
                <a:endParaRPr lang="en-US"/>
              </a:p>
            </p:txBody>
          </p:sp>
          <p:sp>
            <p:nvSpPr>
              <p:cNvPr id="103816" name="Line 1038">
                <a:extLst>
                  <a:ext uri="{FF2B5EF4-FFF2-40B4-BE49-F238E27FC236}">
                    <a16:creationId xmlns:a16="http://schemas.microsoft.com/office/drawing/2014/main" id="{AC8D86E9-6E42-3C30-BB89-2724EE1B8586}"/>
                  </a:ext>
                </a:extLst>
              </p:cNvPr>
              <p:cNvSpPr>
                <a:spLocks noChangeShapeType="1"/>
              </p:cNvSpPr>
              <p:nvPr/>
            </p:nvSpPr>
            <p:spPr bwMode="auto">
              <a:xfrm flipV="1">
                <a:off x="2463" y="2811"/>
                <a:ext cx="55" cy="70"/>
              </a:xfrm>
              <a:prstGeom prst="line">
                <a:avLst/>
              </a:prstGeom>
              <a:grpFill/>
              <a:ln w="12700">
                <a:solidFill>
                  <a:schemeClr val="bg1">
                    <a:lumMod val="65000"/>
                  </a:schemeClr>
                </a:solidFill>
                <a:round/>
                <a:headEnd/>
                <a:tailEnd/>
              </a:ln>
            </p:spPr>
            <p:txBody>
              <a:bodyPr/>
              <a:lstStyle/>
              <a:p>
                <a:endParaRPr lang="en-US"/>
              </a:p>
            </p:txBody>
          </p:sp>
          <p:sp>
            <p:nvSpPr>
              <p:cNvPr id="103817" name="Line 1039">
                <a:extLst>
                  <a:ext uri="{FF2B5EF4-FFF2-40B4-BE49-F238E27FC236}">
                    <a16:creationId xmlns:a16="http://schemas.microsoft.com/office/drawing/2014/main" id="{98404641-B294-36E4-E69D-504D29835827}"/>
                  </a:ext>
                </a:extLst>
              </p:cNvPr>
              <p:cNvSpPr>
                <a:spLocks noChangeShapeType="1"/>
              </p:cNvSpPr>
              <p:nvPr/>
            </p:nvSpPr>
            <p:spPr bwMode="auto">
              <a:xfrm flipV="1">
                <a:off x="2535" y="2724"/>
                <a:ext cx="47" cy="70"/>
              </a:xfrm>
              <a:prstGeom prst="line">
                <a:avLst/>
              </a:prstGeom>
              <a:grpFill/>
              <a:ln w="12700">
                <a:solidFill>
                  <a:schemeClr val="bg1">
                    <a:lumMod val="65000"/>
                  </a:schemeClr>
                </a:solidFill>
                <a:round/>
                <a:headEnd/>
                <a:tailEnd/>
              </a:ln>
            </p:spPr>
            <p:txBody>
              <a:bodyPr/>
              <a:lstStyle/>
              <a:p>
                <a:endParaRPr lang="en-US"/>
              </a:p>
            </p:txBody>
          </p:sp>
          <p:sp>
            <p:nvSpPr>
              <p:cNvPr id="103818" name="Line 1040">
                <a:extLst>
                  <a:ext uri="{FF2B5EF4-FFF2-40B4-BE49-F238E27FC236}">
                    <a16:creationId xmlns:a16="http://schemas.microsoft.com/office/drawing/2014/main" id="{5C013777-2C3B-BEA5-F78C-B5CD2DC55C26}"/>
                  </a:ext>
                </a:extLst>
              </p:cNvPr>
              <p:cNvSpPr>
                <a:spLocks noChangeShapeType="1"/>
              </p:cNvSpPr>
              <p:nvPr/>
            </p:nvSpPr>
            <p:spPr bwMode="auto">
              <a:xfrm flipV="1">
                <a:off x="2598" y="2634"/>
                <a:ext cx="56" cy="64"/>
              </a:xfrm>
              <a:prstGeom prst="line">
                <a:avLst/>
              </a:prstGeom>
              <a:grpFill/>
              <a:ln w="12700">
                <a:solidFill>
                  <a:schemeClr val="bg1">
                    <a:lumMod val="65000"/>
                  </a:schemeClr>
                </a:solidFill>
                <a:round/>
                <a:headEnd/>
                <a:tailEnd/>
              </a:ln>
            </p:spPr>
            <p:txBody>
              <a:bodyPr/>
              <a:lstStyle/>
              <a:p>
                <a:endParaRPr lang="en-US"/>
              </a:p>
            </p:txBody>
          </p:sp>
          <p:sp>
            <p:nvSpPr>
              <p:cNvPr id="103819" name="Line 1041">
                <a:extLst>
                  <a:ext uri="{FF2B5EF4-FFF2-40B4-BE49-F238E27FC236}">
                    <a16:creationId xmlns:a16="http://schemas.microsoft.com/office/drawing/2014/main" id="{583B6CB1-CDD8-0814-2831-B93C1E9A9C28}"/>
                  </a:ext>
                </a:extLst>
              </p:cNvPr>
              <p:cNvSpPr>
                <a:spLocks noChangeShapeType="1"/>
              </p:cNvSpPr>
              <p:nvPr/>
            </p:nvSpPr>
            <p:spPr bwMode="auto">
              <a:xfrm flipV="1">
                <a:off x="2670" y="2539"/>
                <a:ext cx="48" cy="71"/>
              </a:xfrm>
              <a:prstGeom prst="line">
                <a:avLst/>
              </a:prstGeom>
              <a:grpFill/>
              <a:ln w="12700">
                <a:solidFill>
                  <a:schemeClr val="bg1">
                    <a:lumMod val="65000"/>
                  </a:schemeClr>
                </a:solidFill>
                <a:round/>
                <a:headEnd/>
                <a:tailEnd/>
              </a:ln>
            </p:spPr>
            <p:txBody>
              <a:bodyPr/>
              <a:lstStyle/>
              <a:p>
                <a:endParaRPr lang="en-US"/>
              </a:p>
            </p:txBody>
          </p:sp>
          <p:sp>
            <p:nvSpPr>
              <p:cNvPr id="103820" name="Line 1042">
                <a:extLst>
                  <a:ext uri="{FF2B5EF4-FFF2-40B4-BE49-F238E27FC236}">
                    <a16:creationId xmlns:a16="http://schemas.microsoft.com/office/drawing/2014/main" id="{F9EBBC64-185D-2642-B84B-CDAE09CE9547}"/>
                  </a:ext>
                </a:extLst>
              </p:cNvPr>
              <p:cNvSpPr>
                <a:spLocks noChangeShapeType="1"/>
              </p:cNvSpPr>
              <p:nvPr/>
            </p:nvSpPr>
            <p:spPr bwMode="auto">
              <a:xfrm flipV="1">
                <a:off x="2734" y="2476"/>
                <a:ext cx="40" cy="47"/>
              </a:xfrm>
              <a:prstGeom prst="line">
                <a:avLst/>
              </a:prstGeom>
              <a:grpFill/>
              <a:ln w="12700">
                <a:solidFill>
                  <a:schemeClr val="bg1">
                    <a:lumMod val="65000"/>
                  </a:schemeClr>
                </a:solidFill>
                <a:round/>
                <a:headEnd/>
                <a:tailEnd/>
              </a:ln>
            </p:spPr>
            <p:txBody>
              <a:bodyPr/>
              <a:lstStyle/>
              <a:p>
                <a:endParaRPr lang="en-US"/>
              </a:p>
            </p:txBody>
          </p:sp>
        </p:grpSp>
        <p:grpSp>
          <p:nvGrpSpPr>
            <p:cNvPr id="103632" name="Group 1043">
              <a:extLst>
                <a:ext uri="{FF2B5EF4-FFF2-40B4-BE49-F238E27FC236}">
                  <a16:creationId xmlns:a16="http://schemas.microsoft.com/office/drawing/2014/main" id="{24260968-45D0-01CB-BBFF-77E06A19EC3A}"/>
                </a:ext>
              </a:extLst>
            </p:cNvPr>
            <p:cNvGrpSpPr>
              <a:grpSpLocks/>
            </p:cNvGrpSpPr>
            <p:nvPr/>
          </p:nvGrpSpPr>
          <p:grpSpPr bwMode="auto">
            <a:xfrm>
              <a:off x="1498" y="3296"/>
              <a:ext cx="406" cy="287"/>
              <a:chOff x="1498" y="3296"/>
              <a:chExt cx="406" cy="287"/>
            </a:xfrm>
            <a:grpFill/>
          </p:grpSpPr>
          <p:sp>
            <p:nvSpPr>
              <p:cNvPr id="103809" name="Freeform 1044">
                <a:extLst>
                  <a:ext uri="{FF2B5EF4-FFF2-40B4-BE49-F238E27FC236}">
                    <a16:creationId xmlns:a16="http://schemas.microsoft.com/office/drawing/2014/main" id="{FA8DCB4A-A658-7F2E-2089-1DC48EDB9E3F}"/>
                  </a:ext>
                </a:extLst>
              </p:cNvPr>
              <p:cNvSpPr>
                <a:spLocks/>
              </p:cNvSpPr>
              <p:nvPr/>
            </p:nvSpPr>
            <p:spPr bwMode="auto">
              <a:xfrm>
                <a:off x="1792" y="3296"/>
                <a:ext cx="112" cy="88"/>
              </a:xfrm>
              <a:custGeom>
                <a:avLst/>
                <a:gdLst>
                  <a:gd name="T0" fmla="*/ 112 w 112"/>
                  <a:gd name="T1" fmla="*/ 0 h 88"/>
                  <a:gd name="T2" fmla="*/ 40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40" y="88"/>
                    </a:lnTo>
                    <a:lnTo>
                      <a:pt x="16" y="64"/>
                    </a:lnTo>
                    <a:lnTo>
                      <a:pt x="0" y="40"/>
                    </a:lnTo>
                    <a:lnTo>
                      <a:pt x="112" y="0"/>
                    </a:lnTo>
                    <a:close/>
                  </a:path>
                </a:pathLst>
              </a:custGeom>
              <a:grpFill/>
              <a:ln w="9525">
                <a:solidFill>
                  <a:schemeClr val="bg1">
                    <a:lumMod val="65000"/>
                  </a:schemeClr>
                </a:solidFill>
                <a:round/>
                <a:headEnd/>
                <a:tailEnd/>
              </a:ln>
            </p:spPr>
            <p:txBody>
              <a:bodyPr/>
              <a:lstStyle/>
              <a:p>
                <a:endParaRPr lang="en-US"/>
              </a:p>
            </p:txBody>
          </p:sp>
          <p:sp>
            <p:nvSpPr>
              <p:cNvPr id="103810" name="Line 1045">
                <a:extLst>
                  <a:ext uri="{FF2B5EF4-FFF2-40B4-BE49-F238E27FC236}">
                    <a16:creationId xmlns:a16="http://schemas.microsoft.com/office/drawing/2014/main" id="{16E757FA-30CB-7A89-5F0C-70691AAF323B}"/>
                  </a:ext>
                </a:extLst>
              </p:cNvPr>
              <p:cNvSpPr>
                <a:spLocks noChangeShapeType="1"/>
              </p:cNvSpPr>
              <p:nvPr/>
            </p:nvSpPr>
            <p:spPr bwMode="auto">
              <a:xfrm flipV="1">
                <a:off x="1498" y="3537"/>
                <a:ext cx="70" cy="46"/>
              </a:xfrm>
              <a:prstGeom prst="line">
                <a:avLst/>
              </a:prstGeom>
              <a:grpFill/>
              <a:ln w="12700">
                <a:solidFill>
                  <a:schemeClr val="bg1">
                    <a:lumMod val="65000"/>
                  </a:schemeClr>
                </a:solidFill>
                <a:round/>
                <a:headEnd/>
                <a:tailEnd/>
              </a:ln>
            </p:spPr>
            <p:txBody>
              <a:bodyPr/>
              <a:lstStyle/>
              <a:p>
                <a:endParaRPr lang="en-US"/>
              </a:p>
            </p:txBody>
          </p:sp>
          <p:sp>
            <p:nvSpPr>
              <p:cNvPr id="103811" name="Line 1046">
                <a:extLst>
                  <a:ext uri="{FF2B5EF4-FFF2-40B4-BE49-F238E27FC236}">
                    <a16:creationId xmlns:a16="http://schemas.microsoft.com/office/drawing/2014/main" id="{93192349-5B9B-A7E9-B9C2-94DF22C41069}"/>
                  </a:ext>
                </a:extLst>
              </p:cNvPr>
              <p:cNvSpPr>
                <a:spLocks noChangeShapeType="1"/>
              </p:cNvSpPr>
              <p:nvPr/>
            </p:nvSpPr>
            <p:spPr bwMode="auto">
              <a:xfrm flipV="1">
                <a:off x="1584" y="3473"/>
                <a:ext cx="72" cy="47"/>
              </a:xfrm>
              <a:prstGeom prst="line">
                <a:avLst/>
              </a:prstGeom>
              <a:grpFill/>
              <a:ln w="12700">
                <a:solidFill>
                  <a:schemeClr val="bg1">
                    <a:lumMod val="65000"/>
                  </a:schemeClr>
                </a:solidFill>
                <a:round/>
                <a:headEnd/>
                <a:tailEnd/>
              </a:ln>
            </p:spPr>
            <p:txBody>
              <a:bodyPr/>
              <a:lstStyle/>
              <a:p>
                <a:endParaRPr lang="en-US"/>
              </a:p>
            </p:txBody>
          </p:sp>
          <p:sp>
            <p:nvSpPr>
              <p:cNvPr id="103812" name="Line 1047">
                <a:extLst>
                  <a:ext uri="{FF2B5EF4-FFF2-40B4-BE49-F238E27FC236}">
                    <a16:creationId xmlns:a16="http://schemas.microsoft.com/office/drawing/2014/main" id="{D292DA52-4B9B-7A50-3B99-6902069BDE22}"/>
                  </a:ext>
                </a:extLst>
              </p:cNvPr>
              <p:cNvSpPr>
                <a:spLocks noChangeShapeType="1"/>
              </p:cNvSpPr>
              <p:nvPr/>
            </p:nvSpPr>
            <p:spPr bwMode="auto">
              <a:xfrm flipV="1">
                <a:off x="1680" y="3408"/>
                <a:ext cx="72" cy="48"/>
              </a:xfrm>
              <a:prstGeom prst="line">
                <a:avLst/>
              </a:prstGeom>
              <a:grpFill/>
              <a:ln w="12700">
                <a:solidFill>
                  <a:schemeClr val="bg1">
                    <a:lumMod val="65000"/>
                  </a:schemeClr>
                </a:solidFill>
                <a:round/>
                <a:headEnd/>
                <a:tailEnd/>
              </a:ln>
            </p:spPr>
            <p:txBody>
              <a:bodyPr/>
              <a:lstStyle/>
              <a:p>
                <a:endParaRPr lang="en-US"/>
              </a:p>
            </p:txBody>
          </p:sp>
          <p:sp>
            <p:nvSpPr>
              <p:cNvPr id="103813" name="Line 1048">
                <a:extLst>
                  <a:ext uri="{FF2B5EF4-FFF2-40B4-BE49-F238E27FC236}">
                    <a16:creationId xmlns:a16="http://schemas.microsoft.com/office/drawing/2014/main" id="{2B1733DA-500B-AAEE-5EA6-32D25220F0AC}"/>
                  </a:ext>
                </a:extLst>
              </p:cNvPr>
              <p:cNvSpPr>
                <a:spLocks noChangeShapeType="1"/>
              </p:cNvSpPr>
              <p:nvPr/>
            </p:nvSpPr>
            <p:spPr bwMode="auto">
              <a:xfrm flipV="1">
                <a:off x="1768" y="3360"/>
                <a:ext cx="40" cy="32"/>
              </a:xfrm>
              <a:prstGeom prst="line">
                <a:avLst/>
              </a:prstGeom>
              <a:grpFill/>
              <a:ln w="12700">
                <a:solidFill>
                  <a:schemeClr val="bg1">
                    <a:lumMod val="65000"/>
                  </a:schemeClr>
                </a:solidFill>
                <a:round/>
                <a:headEnd/>
                <a:tailEnd/>
              </a:ln>
            </p:spPr>
            <p:txBody>
              <a:bodyPr/>
              <a:lstStyle/>
              <a:p>
                <a:endParaRPr lang="en-US"/>
              </a:p>
            </p:txBody>
          </p:sp>
        </p:grpSp>
        <p:grpSp>
          <p:nvGrpSpPr>
            <p:cNvPr id="103633" name="Group 1049">
              <a:extLst>
                <a:ext uri="{FF2B5EF4-FFF2-40B4-BE49-F238E27FC236}">
                  <a16:creationId xmlns:a16="http://schemas.microsoft.com/office/drawing/2014/main" id="{DA687BBA-D846-2C22-A67E-EADBFFB3C32F}"/>
                </a:ext>
              </a:extLst>
            </p:cNvPr>
            <p:cNvGrpSpPr>
              <a:grpSpLocks/>
            </p:cNvGrpSpPr>
            <p:nvPr/>
          </p:nvGrpSpPr>
          <p:grpSpPr bwMode="auto">
            <a:xfrm>
              <a:off x="1489" y="2690"/>
              <a:ext cx="423" cy="279"/>
              <a:chOff x="1489" y="2690"/>
              <a:chExt cx="423" cy="279"/>
            </a:xfrm>
            <a:grpFill/>
          </p:grpSpPr>
          <p:sp>
            <p:nvSpPr>
              <p:cNvPr id="103804" name="Freeform 1050">
                <a:extLst>
                  <a:ext uri="{FF2B5EF4-FFF2-40B4-BE49-F238E27FC236}">
                    <a16:creationId xmlns:a16="http://schemas.microsoft.com/office/drawing/2014/main" id="{B53D522A-A763-44B7-DF55-5098398ACFA0}"/>
                  </a:ext>
                </a:extLst>
              </p:cNvPr>
              <p:cNvSpPr>
                <a:spLocks/>
              </p:cNvSpPr>
              <p:nvPr/>
            </p:nvSpPr>
            <p:spPr bwMode="auto">
              <a:xfrm>
                <a:off x="1800" y="2690"/>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32" y="88"/>
                    </a:lnTo>
                    <a:lnTo>
                      <a:pt x="16" y="64"/>
                    </a:lnTo>
                    <a:lnTo>
                      <a:pt x="0" y="40"/>
                    </a:lnTo>
                    <a:lnTo>
                      <a:pt x="112" y="0"/>
                    </a:lnTo>
                    <a:close/>
                  </a:path>
                </a:pathLst>
              </a:custGeom>
              <a:grpFill/>
              <a:ln w="9525">
                <a:solidFill>
                  <a:schemeClr val="bg1">
                    <a:lumMod val="65000"/>
                  </a:schemeClr>
                </a:solidFill>
                <a:round/>
                <a:headEnd/>
                <a:tailEnd/>
              </a:ln>
            </p:spPr>
            <p:txBody>
              <a:bodyPr/>
              <a:lstStyle/>
              <a:p>
                <a:endParaRPr lang="en-US"/>
              </a:p>
            </p:txBody>
          </p:sp>
          <p:sp>
            <p:nvSpPr>
              <p:cNvPr id="103805" name="Line 1051">
                <a:extLst>
                  <a:ext uri="{FF2B5EF4-FFF2-40B4-BE49-F238E27FC236}">
                    <a16:creationId xmlns:a16="http://schemas.microsoft.com/office/drawing/2014/main" id="{2A7383B0-9EE0-B9F1-795F-73BDE1AB6B68}"/>
                  </a:ext>
                </a:extLst>
              </p:cNvPr>
              <p:cNvSpPr>
                <a:spLocks noChangeShapeType="1"/>
              </p:cNvSpPr>
              <p:nvPr/>
            </p:nvSpPr>
            <p:spPr bwMode="auto">
              <a:xfrm flipV="1">
                <a:off x="1489" y="2922"/>
                <a:ext cx="71" cy="47"/>
              </a:xfrm>
              <a:prstGeom prst="line">
                <a:avLst/>
              </a:prstGeom>
              <a:grpFill/>
              <a:ln w="12700">
                <a:solidFill>
                  <a:schemeClr val="bg1">
                    <a:lumMod val="65000"/>
                  </a:schemeClr>
                </a:solidFill>
                <a:round/>
                <a:headEnd/>
                <a:tailEnd/>
              </a:ln>
            </p:spPr>
            <p:txBody>
              <a:bodyPr/>
              <a:lstStyle/>
              <a:p>
                <a:endParaRPr lang="en-US"/>
              </a:p>
            </p:txBody>
          </p:sp>
          <p:sp>
            <p:nvSpPr>
              <p:cNvPr id="103806" name="Line 1052">
                <a:extLst>
                  <a:ext uri="{FF2B5EF4-FFF2-40B4-BE49-F238E27FC236}">
                    <a16:creationId xmlns:a16="http://schemas.microsoft.com/office/drawing/2014/main" id="{1AA4B14B-DB53-B51D-8B51-C164C0EF8B97}"/>
                  </a:ext>
                </a:extLst>
              </p:cNvPr>
              <p:cNvSpPr>
                <a:spLocks noChangeShapeType="1"/>
              </p:cNvSpPr>
              <p:nvPr/>
            </p:nvSpPr>
            <p:spPr bwMode="auto">
              <a:xfrm flipV="1">
                <a:off x="1585" y="2858"/>
                <a:ext cx="71" cy="47"/>
              </a:xfrm>
              <a:prstGeom prst="line">
                <a:avLst/>
              </a:prstGeom>
              <a:grpFill/>
              <a:ln w="12700">
                <a:solidFill>
                  <a:schemeClr val="bg1">
                    <a:lumMod val="65000"/>
                  </a:schemeClr>
                </a:solidFill>
                <a:round/>
                <a:headEnd/>
                <a:tailEnd/>
              </a:ln>
            </p:spPr>
            <p:txBody>
              <a:bodyPr/>
              <a:lstStyle/>
              <a:p>
                <a:endParaRPr lang="en-US"/>
              </a:p>
            </p:txBody>
          </p:sp>
          <p:sp>
            <p:nvSpPr>
              <p:cNvPr id="103807" name="Line 1053">
                <a:extLst>
                  <a:ext uri="{FF2B5EF4-FFF2-40B4-BE49-F238E27FC236}">
                    <a16:creationId xmlns:a16="http://schemas.microsoft.com/office/drawing/2014/main" id="{DC885461-EFB8-83D0-8C81-F3DB1005C7C5}"/>
                  </a:ext>
                </a:extLst>
              </p:cNvPr>
              <p:cNvSpPr>
                <a:spLocks noChangeShapeType="1"/>
              </p:cNvSpPr>
              <p:nvPr/>
            </p:nvSpPr>
            <p:spPr bwMode="auto">
              <a:xfrm flipV="1">
                <a:off x="1672" y="2803"/>
                <a:ext cx="80" cy="47"/>
              </a:xfrm>
              <a:prstGeom prst="line">
                <a:avLst/>
              </a:prstGeom>
              <a:grpFill/>
              <a:ln w="12700">
                <a:solidFill>
                  <a:schemeClr val="bg1">
                    <a:lumMod val="65000"/>
                  </a:schemeClr>
                </a:solidFill>
                <a:round/>
                <a:headEnd/>
                <a:tailEnd/>
              </a:ln>
            </p:spPr>
            <p:txBody>
              <a:bodyPr/>
              <a:lstStyle/>
              <a:p>
                <a:endParaRPr lang="en-US"/>
              </a:p>
            </p:txBody>
          </p:sp>
          <p:sp>
            <p:nvSpPr>
              <p:cNvPr id="103808" name="Line 1054">
                <a:extLst>
                  <a:ext uri="{FF2B5EF4-FFF2-40B4-BE49-F238E27FC236}">
                    <a16:creationId xmlns:a16="http://schemas.microsoft.com/office/drawing/2014/main" id="{F1F2CA01-9CFC-20FA-D7BA-6C1C6B23B1E7}"/>
                  </a:ext>
                </a:extLst>
              </p:cNvPr>
              <p:cNvSpPr>
                <a:spLocks noChangeShapeType="1"/>
              </p:cNvSpPr>
              <p:nvPr/>
            </p:nvSpPr>
            <p:spPr bwMode="auto">
              <a:xfrm flipV="1">
                <a:off x="1768" y="2754"/>
                <a:ext cx="48" cy="32"/>
              </a:xfrm>
              <a:prstGeom prst="line">
                <a:avLst/>
              </a:prstGeom>
              <a:grpFill/>
              <a:ln w="12700">
                <a:solidFill>
                  <a:schemeClr val="bg1">
                    <a:lumMod val="65000"/>
                  </a:schemeClr>
                </a:solidFill>
                <a:round/>
                <a:headEnd/>
                <a:tailEnd/>
              </a:ln>
            </p:spPr>
            <p:txBody>
              <a:bodyPr/>
              <a:lstStyle/>
              <a:p>
                <a:endParaRPr lang="en-US"/>
              </a:p>
            </p:txBody>
          </p:sp>
        </p:grpSp>
        <p:grpSp>
          <p:nvGrpSpPr>
            <p:cNvPr id="103634" name="Group 1055">
              <a:extLst>
                <a:ext uri="{FF2B5EF4-FFF2-40B4-BE49-F238E27FC236}">
                  <a16:creationId xmlns:a16="http://schemas.microsoft.com/office/drawing/2014/main" id="{00C648A0-0C77-F742-72BE-39C1127DBF7C}"/>
                </a:ext>
              </a:extLst>
            </p:cNvPr>
            <p:cNvGrpSpPr>
              <a:grpSpLocks/>
            </p:cNvGrpSpPr>
            <p:nvPr/>
          </p:nvGrpSpPr>
          <p:grpSpPr bwMode="auto">
            <a:xfrm>
              <a:off x="1490" y="2993"/>
              <a:ext cx="414" cy="271"/>
              <a:chOff x="1490" y="2993"/>
              <a:chExt cx="414" cy="271"/>
            </a:xfrm>
            <a:grpFill/>
          </p:grpSpPr>
          <p:sp>
            <p:nvSpPr>
              <p:cNvPr id="103799" name="Freeform 1056">
                <a:extLst>
                  <a:ext uri="{FF2B5EF4-FFF2-40B4-BE49-F238E27FC236}">
                    <a16:creationId xmlns:a16="http://schemas.microsoft.com/office/drawing/2014/main" id="{4EAD22E4-5B6F-71B6-81B2-91585CA037D3}"/>
                  </a:ext>
                </a:extLst>
              </p:cNvPr>
              <p:cNvSpPr>
                <a:spLocks/>
              </p:cNvSpPr>
              <p:nvPr/>
            </p:nvSpPr>
            <p:spPr bwMode="auto">
              <a:xfrm>
                <a:off x="1792" y="2993"/>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32" y="88"/>
                    </a:lnTo>
                    <a:lnTo>
                      <a:pt x="16" y="64"/>
                    </a:lnTo>
                    <a:lnTo>
                      <a:pt x="0" y="40"/>
                    </a:lnTo>
                    <a:lnTo>
                      <a:pt x="112" y="0"/>
                    </a:lnTo>
                    <a:close/>
                  </a:path>
                </a:pathLst>
              </a:custGeom>
              <a:grpFill/>
              <a:ln w="9525">
                <a:solidFill>
                  <a:schemeClr val="bg1">
                    <a:lumMod val="65000"/>
                  </a:schemeClr>
                </a:solidFill>
                <a:round/>
                <a:headEnd/>
                <a:tailEnd/>
              </a:ln>
            </p:spPr>
            <p:txBody>
              <a:bodyPr/>
              <a:lstStyle/>
              <a:p>
                <a:endParaRPr lang="en-US"/>
              </a:p>
            </p:txBody>
          </p:sp>
          <p:sp>
            <p:nvSpPr>
              <p:cNvPr id="103800" name="Line 1057">
                <a:extLst>
                  <a:ext uri="{FF2B5EF4-FFF2-40B4-BE49-F238E27FC236}">
                    <a16:creationId xmlns:a16="http://schemas.microsoft.com/office/drawing/2014/main" id="{A79F7225-A0C8-221A-5F4B-06704315373B}"/>
                  </a:ext>
                </a:extLst>
              </p:cNvPr>
              <p:cNvSpPr>
                <a:spLocks noChangeShapeType="1"/>
              </p:cNvSpPr>
              <p:nvPr/>
            </p:nvSpPr>
            <p:spPr bwMode="auto">
              <a:xfrm flipV="1">
                <a:off x="1490" y="3218"/>
                <a:ext cx="70" cy="46"/>
              </a:xfrm>
              <a:prstGeom prst="line">
                <a:avLst/>
              </a:prstGeom>
              <a:grpFill/>
              <a:ln w="12700">
                <a:solidFill>
                  <a:schemeClr val="bg1">
                    <a:lumMod val="65000"/>
                  </a:schemeClr>
                </a:solidFill>
                <a:round/>
                <a:headEnd/>
                <a:tailEnd/>
              </a:ln>
            </p:spPr>
            <p:txBody>
              <a:bodyPr/>
              <a:lstStyle/>
              <a:p>
                <a:endParaRPr lang="en-US"/>
              </a:p>
            </p:txBody>
          </p:sp>
          <p:sp>
            <p:nvSpPr>
              <p:cNvPr id="103801" name="Line 1058">
                <a:extLst>
                  <a:ext uri="{FF2B5EF4-FFF2-40B4-BE49-F238E27FC236}">
                    <a16:creationId xmlns:a16="http://schemas.microsoft.com/office/drawing/2014/main" id="{39E80E8C-7AF0-80CA-0BD2-8D05505B7698}"/>
                  </a:ext>
                </a:extLst>
              </p:cNvPr>
              <p:cNvSpPr>
                <a:spLocks noChangeShapeType="1"/>
              </p:cNvSpPr>
              <p:nvPr/>
            </p:nvSpPr>
            <p:spPr bwMode="auto">
              <a:xfrm flipV="1">
                <a:off x="1584" y="3154"/>
                <a:ext cx="72" cy="47"/>
              </a:xfrm>
              <a:prstGeom prst="line">
                <a:avLst/>
              </a:prstGeom>
              <a:grpFill/>
              <a:ln w="12700">
                <a:solidFill>
                  <a:schemeClr val="bg1">
                    <a:lumMod val="65000"/>
                  </a:schemeClr>
                </a:solidFill>
                <a:round/>
                <a:headEnd/>
                <a:tailEnd/>
              </a:ln>
            </p:spPr>
            <p:txBody>
              <a:bodyPr/>
              <a:lstStyle/>
              <a:p>
                <a:endParaRPr lang="en-US"/>
              </a:p>
            </p:txBody>
          </p:sp>
          <p:sp>
            <p:nvSpPr>
              <p:cNvPr id="103802" name="Line 1059">
                <a:extLst>
                  <a:ext uri="{FF2B5EF4-FFF2-40B4-BE49-F238E27FC236}">
                    <a16:creationId xmlns:a16="http://schemas.microsoft.com/office/drawing/2014/main" id="{7E54AF23-D186-02EB-9015-FC21F2563530}"/>
                  </a:ext>
                </a:extLst>
              </p:cNvPr>
              <p:cNvSpPr>
                <a:spLocks noChangeShapeType="1"/>
              </p:cNvSpPr>
              <p:nvPr/>
            </p:nvSpPr>
            <p:spPr bwMode="auto">
              <a:xfrm flipV="1">
                <a:off x="1672" y="3097"/>
                <a:ext cx="80" cy="48"/>
              </a:xfrm>
              <a:prstGeom prst="line">
                <a:avLst/>
              </a:prstGeom>
              <a:grpFill/>
              <a:ln w="12700">
                <a:solidFill>
                  <a:schemeClr val="bg1">
                    <a:lumMod val="65000"/>
                  </a:schemeClr>
                </a:solidFill>
                <a:round/>
                <a:headEnd/>
                <a:tailEnd/>
              </a:ln>
            </p:spPr>
            <p:txBody>
              <a:bodyPr/>
              <a:lstStyle/>
              <a:p>
                <a:endParaRPr lang="en-US"/>
              </a:p>
            </p:txBody>
          </p:sp>
          <p:sp>
            <p:nvSpPr>
              <p:cNvPr id="103803" name="Line 1060">
                <a:extLst>
                  <a:ext uri="{FF2B5EF4-FFF2-40B4-BE49-F238E27FC236}">
                    <a16:creationId xmlns:a16="http://schemas.microsoft.com/office/drawing/2014/main" id="{C7A12564-A2CE-71A9-9543-6C0BA42C989F}"/>
                  </a:ext>
                </a:extLst>
              </p:cNvPr>
              <p:cNvSpPr>
                <a:spLocks noChangeShapeType="1"/>
              </p:cNvSpPr>
              <p:nvPr/>
            </p:nvSpPr>
            <p:spPr bwMode="auto">
              <a:xfrm flipV="1">
                <a:off x="1768" y="3057"/>
                <a:ext cx="40" cy="24"/>
              </a:xfrm>
              <a:prstGeom prst="line">
                <a:avLst/>
              </a:prstGeom>
              <a:grpFill/>
              <a:ln w="12700">
                <a:solidFill>
                  <a:schemeClr val="bg1">
                    <a:lumMod val="65000"/>
                  </a:schemeClr>
                </a:solidFill>
                <a:round/>
                <a:headEnd/>
                <a:tailEnd/>
              </a:ln>
            </p:spPr>
            <p:txBody>
              <a:bodyPr/>
              <a:lstStyle/>
              <a:p>
                <a:endParaRPr lang="en-US"/>
              </a:p>
            </p:txBody>
          </p:sp>
        </p:grpSp>
        <p:grpSp>
          <p:nvGrpSpPr>
            <p:cNvPr id="103635" name="Group 1061">
              <a:extLst>
                <a:ext uri="{FF2B5EF4-FFF2-40B4-BE49-F238E27FC236}">
                  <a16:creationId xmlns:a16="http://schemas.microsoft.com/office/drawing/2014/main" id="{3A0D34F8-2003-F62B-E7C0-1E24E11C5AA5}"/>
                </a:ext>
              </a:extLst>
            </p:cNvPr>
            <p:cNvGrpSpPr>
              <a:grpSpLocks/>
            </p:cNvGrpSpPr>
            <p:nvPr/>
          </p:nvGrpSpPr>
          <p:grpSpPr bwMode="auto">
            <a:xfrm>
              <a:off x="1936" y="2993"/>
              <a:ext cx="439" cy="582"/>
              <a:chOff x="1936" y="2993"/>
              <a:chExt cx="439" cy="582"/>
            </a:xfrm>
            <a:grpFill/>
          </p:grpSpPr>
          <p:sp>
            <p:nvSpPr>
              <p:cNvPr id="103792" name="Freeform 1062">
                <a:extLst>
                  <a:ext uri="{FF2B5EF4-FFF2-40B4-BE49-F238E27FC236}">
                    <a16:creationId xmlns:a16="http://schemas.microsoft.com/office/drawing/2014/main" id="{AE6F1234-0EEE-7936-2077-9FCAF0244F71}"/>
                  </a:ext>
                </a:extLst>
              </p:cNvPr>
              <p:cNvSpPr>
                <a:spLocks/>
              </p:cNvSpPr>
              <p:nvPr/>
            </p:nvSpPr>
            <p:spPr bwMode="auto">
              <a:xfrm>
                <a:off x="2287" y="3472"/>
                <a:ext cx="88" cy="103"/>
              </a:xfrm>
              <a:custGeom>
                <a:avLst/>
                <a:gdLst>
                  <a:gd name="T0" fmla="*/ 88 w 88"/>
                  <a:gd name="T1" fmla="*/ 103 h 103"/>
                  <a:gd name="T2" fmla="*/ 0 w 88"/>
                  <a:gd name="T3" fmla="*/ 32 h 103"/>
                  <a:gd name="T4" fmla="*/ 24 w 88"/>
                  <a:gd name="T5" fmla="*/ 16 h 103"/>
                  <a:gd name="T6" fmla="*/ 40 w 88"/>
                  <a:gd name="T7" fmla="*/ 0 h 103"/>
                  <a:gd name="T8" fmla="*/ 88 w 88"/>
                  <a:gd name="T9" fmla="*/ 103 h 103"/>
                  <a:gd name="T10" fmla="*/ 0 60000 65536"/>
                  <a:gd name="T11" fmla="*/ 0 60000 65536"/>
                  <a:gd name="T12" fmla="*/ 0 60000 65536"/>
                  <a:gd name="T13" fmla="*/ 0 60000 65536"/>
                  <a:gd name="T14" fmla="*/ 0 60000 65536"/>
                  <a:gd name="T15" fmla="*/ 0 w 88"/>
                  <a:gd name="T16" fmla="*/ 0 h 103"/>
                  <a:gd name="T17" fmla="*/ 88 w 88"/>
                  <a:gd name="T18" fmla="*/ 103 h 103"/>
                </a:gdLst>
                <a:ahLst/>
                <a:cxnLst>
                  <a:cxn ang="T10">
                    <a:pos x="T0" y="T1"/>
                  </a:cxn>
                  <a:cxn ang="T11">
                    <a:pos x="T2" y="T3"/>
                  </a:cxn>
                  <a:cxn ang="T12">
                    <a:pos x="T4" y="T5"/>
                  </a:cxn>
                  <a:cxn ang="T13">
                    <a:pos x="T6" y="T7"/>
                  </a:cxn>
                  <a:cxn ang="T14">
                    <a:pos x="T8" y="T9"/>
                  </a:cxn>
                </a:cxnLst>
                <a:rect l="T15" t="T16" r="T17" b="T18"/>
                <a:pathLst>
                  <a:path w="88" h="103">
                    <a:moveTo>
                      <a:pt x="88" y="103"/>
                    </a:moveTo>
                    <a:lnTo>
                      <a:pt x="0" y="32"/>
                    </a:lnTo>
                    <a:lnTo>
                      <a:pt x="24" y="16"/>
                    </a:lnTo>
                    <a:lnTo>
                      <a:pt x="40" y="0"/>
                    </a:lnTo>
                    <a:lnTo>
                      <a:pt x="88" y="103"/>
                    </a:lnTo>
                    <a:close/>
                  </a:path>
                </a:pathLst>
              </a:custGeom>
              <a:grpFill/>
              <a:ln w="9525">
                <a:solidFill>
                  <a:schemeClr val="bg1">
                    <a:lumMod val="65000"/>
                  </a:schemeClr>
                </a:solidFill>
                <a:round/>
                <a:headEnd/>
                <a:tailEnd/>
              </a:ln>
            </p:spPr>
            <p:txBody>
              <a:bodyPr/>
              <a:lstStyle/>
              <a:p>
                <a:endParaRPr lang="en-US"/>
              </a:p>
            </p:txBody>
          </p:sp>
          <p:sp>
            <p:nvSpPr>
              <p:cNvPr id="103793" name="Line 1063">
                <a:extLst>
                  <a:ext uri="{FF2B5EF4-FFF2-40B4-BE49-F238E27FC236}">
                    <a16:creationId xmlns:a16="http://schemas.microsoft.com/office/drawing/2014/main" id="{E69EA0B7-A148-4C36-7B13-BF0DAC61DA3D}"/>
                  </a:ext>
                </a:extLst>
              </p:cNvPr>
              <p:cNvSpPr>
                <a:spLocks noChangeShapeType="1"/>
              </p:cNvSpPr>
              <p:nvPr/>
            </p:nvSpPr>
            <p:spPr bwMode="auto">
              <a:xfrm>
                <a:off x="1936" y="2993"/>
                <a:ext cx="56" cy="72"/>
              </a:xfrm>
              <a:prstGeom prst="line">
                <a:avLst/>
              </a:prstGeom>
              <a:grpFill/>
              <a:ln w="12700">
                <a:solidFill>
                  <a:schemeClr val="bg1">
                    <a:lumMod val="65000"/>
                  </a:schemeClr>
                </a:solidFill>
                <a:round/>
                <a:headEnd/>
                <a:tailEnd/>
              </a:ln>
            </p:spPr>
            <p:txBody>
              <a:bodyPr/>
              <a:lstStyle/>
              <a:p>
                <a:endParaRPr lang="en-US"/>
              </a:p>
            </p:txBody>
          </p:sp>
          <p:sp>
            <p:nvSpPr>
              <p:cNvPr id="103794" name="Line 1064">
                <a:extLst>
                  <a:ext uri="{FF2B5EF4-FFF2-40B4-BE49-F238E27FC236}">
                    <a16:creationId xmlns:a16="http://schemas.microsoft.com/office/drawing/2014/main" id="{10E1ED26-FACC-CACB-AC62-C4F5EF83D71D}"/>
                  </a:ext>
                </a:extLst>
              </p:cNvPr>
              <p:cNvSpPr>
                <a:spLocks noChangeShapeType="1"/>
              </p:cNvSpPr>
              <p:nvPr/>
            </p:nvSpPr>
            <p:spPr bwMode="auto">
              <a:xfrm>
                <a:off x="2000" y="3081"/>
                <a:ext cx="55" cy="70"/>
              </a:xfrm>
              <a:prstGeom prst="line">
                <a:avLst/>
              </a:prstGeom>
              <a:grpFill/>
              <a:ln w="12700">
                <a:solidFill>
                  <a:schemeClr val="bg1">
                    <a:lumMod val="65000"/>
                  </a:schemeClr>
                </a:solidFill>
                <a:round/>
                <a:headEnd/>
                <a:tailEnd/>
              </a:ln>
            </p:spPr>
            <p:txBody>
              <a:bodyPr/>
              <a:lstStyle/>
              <a:p>
                <a:endParaRPr lang="en-US"/>
              </a:p>
            </p:txBody>
          </p:sp>
          <p:sp>
            <p:nvSpPr>
              <p:cNvPr id="103795" name="Line 1065">
                <a:extLst>
                  <a:ext uri="{FF2B5EF4-FFF2-40B4-BE49-F238E27FC236}">
                    <a16:creationId xmlns:a16="http://schemas.microsoft.com/office/drawing/2014/main" id="{CC098373-EB61-6F96-318E-6767797903A8}"/>
                  </a:ext>
                </a:extLst>
              </p:cNvPr>
              <p:cNvSpPr>
                <a:spLocks noChangeShapeType="1"/>
              </p:cNvSpPr>
              <p:nvPr/>
            </p:nvSpPr>
            <p:spPr bwMode="auto">
              <a:xfrm>
                <a:off x="2071" y="3169"/>
                <a:ext cx="48" cy="71"/>
              </a:xfrm>
              <a:prstGeom prst="line">
                <a:avLst/>
              </a:prstGeom>
              <a:grpFill/>
              <a:ln w="12700">
                <a:solidFill>
                  <a:schemeClr val="bg1">
                    <a:lumMod val="65000"/>
                  </a:schemeClr>
                </a:solidFill>
                <a:round/>
                <a:headEnd/>
                <a:tailEnd/>
              </a:ln>
            </p:spPr>
            <p:txBody>
              <a:bodyPr/>
              <a:lstStyle/>
              <a:p>
                <a:endParaRPr lang="en-US"/>
              </a:p>
            </p:txBody>
          </p:sp>
          <p:sp>
            <p:nvSpPr>
              <p:cNvPr id="103796" name="Line 1066">
                <a:extLst>
                  <a:ext uri="{FF2B5EF4-FFF2-40B4-BE49-F238E27FC236}">
                    <a16:creationId xmlns:a16="http://schemas.microsoft.com/office/drawing/2014/main" id="{EF06BBFC-C0CB-A853-45E7-5040BA16A763}"/>
                  </a:ext>
                </a:extLst>
              </p:cNvPr>
              <p:cNvSpPr>
                <a:spLocks noChangeShapeType="1"/>
              </p:cNvSpPr>
              <p:nvPr/>
            </p:nvSpPr>
            <p:spPr bwMode="auto">
              <a:xfrm>
                <a:off x="2135" y="3264"/>
                <a:ext cx="56" cy="63"/>
              </a:xfrm>
              <a:prstGeom prst="line">
                <a:avLst/>
              </a:prstGeom>
              <a:grpFill/>
              <a:ln w="12700">
                <a:solidFill>
                  <a:schemeClr val="bg1">
                    <a:lumMod val="65000"/>
                  </a:schemeClr>
                </a:solidFill>
                <a:round/>
                <a:headEnd/>
                <a:tailEnd/>
              </a:ln>
            </p:spPr>
            <p:txBody>
              <a:bodyPr/>
              <a:lstStyle/>
              <a:p>
                <a:endParaRPr lang="en-US"/>
              </a:p>
            </p:txBody>
          </p:sp>
          <p:sp>
            <p:nvSpPr>
              <p:cNvPr id="103797" name="Line 1067">
                <a:extLst>
                  <a:ext uri="{FF2B5EF4-FFF2-40B4-BE49-F238E27FC236}">
                    <a16:creationId xmlns:a16="http://schemas.microsoft.com/office/drawing/2014/main" id="{7A7C015C-B9B7-A393-796C-CDE351FC90D7}"/>
                  </a:ext>
                </a:extLst>
              </p:cNvPr>
              <p:cNvSpPr>
                <a:spLocks noChangeShapeType="1"/>
              </p:cNvSpPr>
              <p:nvPr/>
            </p:nvSpPr>
            <p:spPr bwMode="auto">
              <a:xfrm>
                <a:off x="2207" y="3352"/>
                <a:ext cx="48" cy="72"/>
              </a:xfrm>
              <a:prstGeom prst="line">
                <a:avLst/>
              </a:prstGeom>
              <a:grpFill/>
              <a:ln w="12700">
                <a:solidFill>
                  <a:schemeClr val="bg1">
                    <a:lumMod val="65000"/>
                  </a:schemeClr>
                </a:solidFill>
                <a:round/>
                <a:headEnd/>
                <a:tailEnd/>
              </a:ln>
            </p:spPr>
            <p:txBody>
              <a:bodyPr/>
              <a:lstStyle/>
              <a:p>
                <a:endParaRPr lang="en-US"/>
              </a:p>
            </p:txBody>
          </p:sp>
          <p:sp>
            <p:nvSpPr>
              <p:cNvPr id="103798" name="Line 1068">
                <a:extLst>
                  <a:ext uri="{FF2B5EF4-FFF2-40B4-BE49-F238E27FC236}">
                    <a16:creationId xmlns:a16="http://schemas.microsoft.com/office/drawing/2014/main" id="{C8E24AAB-D95C-F5F5-2F6C-2834FD55D639}"/>
                  </a:ext>
                </a:extLst>
              </p:cNvPr>
              <p:cNvSpPr>
                <a:spLocks noChangeShapeType="1"/>
              </p:cNvSpPr>
              <p:nvPr/>
            </p:nvSpPr>
            <p:spPr bwMode="auto">
              <a:xfrm>
                <a:off x="2271" y="3440"/>
                <a:ext cx="40" cy="48"/>
              </a:xfrm>
              <a:prstGeom prst="line">
                <a:avLst/>
              </a:prstGeom>
              <a:grpFill/>
              <a:ln w="12700">
                <a:solidFill>
                  <a:schemeClr val="bg1">
                    <a:lumMod val="65000"/>
                  </a:schemeClr>
                </a:solidFill>
                <a:round/>
                <a:headEnd/>
                <a:tailEnd/>
              </a:ln>
            </p:spPr>
            <p:txBody>
              <a:bodyPr/>
              <a:lstStyle/>
              <a:p>
                <a:endParaRPr lang="en-US"/>
              </a:p>
            </p:txBody>
          </p:sp>
        </p:grpSp>
        <p:grpSp>
          <p:nvGrpSpPr>
            <p:cNvPr id="103636" name="Group 1069">
              <a:extLst>
                <a:ext uri="{FF2B5EF4-FFF2-40B4-BE49-F238E27FC236}">
                  <a16:creationId xmlns:a16="http://schemas.microsoft.com/office/drawing/2014/main" id="{86E3FABB-6157-563D-E677-E08F898D866C}"/>
                </a:ext>
              </a:extLst>
            </p:cNvPr>
            <p:cNvGrpSpPr>
              <a:grpSpLocks/>
            </p:cNvGrpSpPr>
            <p:nvPr/>
          </p:nvGrpSpPr>
          <p:grpSpPr bwMode="auto">
            <a:xfrm>
              <a:off x="1944" y="2690"/>
              <a:ext cx="447" cy="279"/>
              <a:chOff x="1944" y="2690"/>
              <a:chExt cx="447" cy="279"/>
            </a:xfrm>
            <a:grpFill/>
          </p:grpSpPr>
          <p:sp>
            <p:nvSpPr>
              <p:cNvPr id="103787" name="Freeform 1070">
                <a:extLst>
                  <a:ext uri="{FF2B5EF4-FFF2-40B4-BE49-F238E27FC236}">
                    <a16:creationId xmlns:a16="http://schemas.microsoft.com/office/drawing/2014/main" id="{9D626AF1-0713-9542-8B7D-6183CE52356E}"/>
                  </a:ext>
                </a:extLst>
              </p:cNvPr>
              <p:cNvSpPr>
                <a:spLocks/>
              </p:cNvSpPr>
              <p:nvPr/>
            </p:nvSpPr>
            <p:spPr bwMode="auto">
              <a:xfrm>
                <a:off x="2279" y="2889"/>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 name="T15" fmla="*/ 0 w 112"/>
                  <a:gd name="T16" fmla="*/ 0 h 80"/>
                  <a:gd name="T17" fmla="*/ 112 w 112"/>
                  <a:gd name="T18" fmla="*/ 80 h 80"/>
                </a:gdLst>
                <a:ahLst/>
                <a:cxnLst>
                  <a:cxn ang="T10">
                    <a:pos x="T0" y="T1"/>
                  </a:cxn>
                  <a:cxn ang="T11">
                    <a:pos x="T2" y="T3"/>
                  </a:cxn>
                  <a:cxn ang="T12">
                    <a:pos x="T4" y="T5"/>
                  </a:cxn>
                  <a:cxn ang="T13">
                    <a:pos x="T6" y="T7"/>
                  </a:cxn>
                  <a:cxn ang="T14">
                    <a:pos x="T8" y="T9"/>
                  </a:cxn>
                </a:cxnLst>
                <a:rect l="T15" t="T16" r="T17" b="T18"/>
                <a:pathLst>
                  <a:path w="112" h="80">
                    <a:moveTo>
                      <a:pt x="112" y="80"/>
                    </a:moveTo>
                    <a:lnTo>
                      <a:pt x="0" y="48"/>
                    </a:lnTo>
                    <a:lnTo>
                      <a:pt x="16" y="24"/>
                    </a:lnTo>
                    <a:lnTo>
                      <a:pt x="32" y="0"/>
                    </a:lnTo>
                    <a:lnTo>
                      <a:pt x="112" y="80"/>
                    </a:lnTo>
                    <a:close/>
                  </a:path>
                </a:pathLst>
              </a:custGeom>
              <a:grpFill/>
              <a:ln w="9525">
                <a:solidFill>
                  <a:schemeClr val="bg1">
                    <a:lumMod val="65000"/>
                  </a:schemeClr>
                </a:solidFill>
                <a:round/>
                <a:headEnd/>
                <a:tailEnd/>
              </a:ln>
            </p:spPr>
            <p:txBody>
              <a:bodyPr/>
              <a:lstStyle/>
              <a:p>
                <a:endParaRPr lang="en-US"/>
              </a:p>
            </p:txBody>
          </p:sp>
          <p:sp>
            <p:nvSpPr>
              <p:cNvPr id="103788" name="Line 1071">
                <a:extLst>
                  <a:ext uri="{FF2B5EF4-FFF2-40B4-BE49-F238E27FC236}">
                    <a16:creationId xmlns:a16="http://schemas.microsoft.com/office/drawing/2014/main" id="{BD7AB4D7-FF9C-3A05-8BFD-72FDD2122A4F}"/>
                  </a:ext>
                </a:extLst>
              </p:cNvPr>
              <p:cNvSpPr>
                <a:spLocks noChangeShapeType="1"/>
              </p:cNvSpPr>
              <p:nvPr/>
            </p:nvSpPr>
            <p:spPr bwMode="auto">
              <a:xfrm>
                <a:off x="1944" y="2690"/>
                <a:ext cx="71" cy="47"/>
              </a:xfrm>
              <a:prstGeom prst="line">
                <a:avLst/>
              </a:prstGeom>
              <a:grpFill/>
              <a:ln w="12700">
                <a:solidFill>
                  <a:schemeClr val="bg1">
                    <a:lumMod val="65000"/>
                  </a:schemeClr>
                </a:solidFill>
                <a:round/>
                <a:headEnd/>
                <a:tailEnd/>
              </a:ln>
            </p:spPr>
            <p:txBody>
              <a:bodyPr/>
              <a:lstStyle/>
              <a:p>
                <a:endParaRPr lang="en-US"/>
              </a:p>
            </p:txBody>
          </p:sp>
          <p:sp>
            <p:nvSpPr>
              <p:cNvPr id="103789" name="Line 1072">
                <a:extLst>
                  <a:ext uri="{FF2B5EF4-FFF2-40B4-BE49-F238E27FC236}">
                    <a16:creationId xmlns:a16="http://schemas.microsoft.com/office/drawing/2014/main" id="{69800A4A-7FA9-F06F-86CF-126E4FC61EF5}"/>
                  </a:ext>
                </a:extLst>
              </p:cNvPr>
              <p:cNvSpPr>
                <a:spLocks noChangeShapeType="1"/>
              </p:cNvSpPr>
              <p:nvPr/>
            </p:nvSpPr>
            <p:spPr bwMode="auto">
              <a:xfrm>
                <a:off x="2040" y="2746"/>
                <a:ext cx="71" cy="47"/>
              </a:xfrm>
              <a:prstGeom prst="line">
                <a:avLst/>
              </a:prstGeom>
              <a:grpFill/>
              <a:ln w="12700">
                <a:solidFill>
                  <a:schemeClr val="bg1">
                    <a:lumMod val="65000"/>
                  </a:schemeClr>
                </a:solidFill>
                <a:round/>
                <a:headEnd/>
                <a:tailEnd/>
              </a:ln>
            </p:spPr>
            <p:txBody>
              <a:bodyPr/>
              <a:lstStyle/>
              <a:p>
                <a:endParaRPr lang="en-US"/>
              </a:p>
            </p:txBody>
          </p:sp>
          <p:sp>
            <p:nvSpPr>
              <p:cNvPr id="103790" name="Line 1073">
                <a:extLst>
                  <a:ext uri="{FF2B5EF4-FFF2-40B4-BE49-F238E27FC236}">
                    <a16:creationId xmlns:a16="http://schemas.microsoft.com/office/drawing/2014/main" id="{B5ABA7F9-4557-3159-A58B-4DEB1DC809BE}"/>
                  </a:ext>
                </a:extLst>
              </p:cNvPr>
              <p:cNvSpPr>
                <a:spLocks noChangeShapeType="1"/>
              </p:cNvSpPr>
              <p:nvPr/>
            </p:nvSpPr>
            <p:spPr bwMode="auto">
              <a:xfrm>
                <a:off x="2136" y="2810"/>
                <a:ext cx="71" cy="47"/>
              </a:xfrm>
              <a:prstGeom prst="line">
                <a:avLst/>
              </a:prstGeom>
              <a:grpFill/>
              <a:ln w="12700">
                <a:solidFill>
                  <a:schemeClr val="bg1">
                    <a:lumMod val="65000"/>
                  </a:schemeClr>
                </a:solidFill>
                <a:round/>
                <a:headEnd/>
                <a:tailEnd/>
              </a:ln>
            </p:spPr>
            <p:txBody>
              <a:bodyPr/>
              <a:lstStyle/>
              <a:p>
                <a:endParaRPr lang="en-US"/>
              </a:p>
            </p:txBody>
          </p:sp>
          <p:sp>
            <p:nvSpPr>
              <p:cNvPr id="103791" name="Line 1074">
                <a:extLst>
                  <a:ext uri="{FF2B5EF4-FFF2-40B4-BE49-F238E27FC236}">
                    <a16:creationId xmlns:a16="http://schemas.microsoft.com/office/drawing/2014/main" id="{AF5ED1AC-6992-AA29-1763-13B0483A1377}"/>
                  </a:ext>
                </a:extLst>
              </p:cNvPr>
              <p:cNvSpPr>
                <a:spLocks noChangeShapeType="1"/>
              </p:cNvSpPr>
              <p:nvPr/>
            </p:nvSpPr>
            <p:spPr bwMode="auto">
              <a:xfrm>
                <a:off x="2232" y="2866"/>
                <a:ext cx="63" cy="46"/>
              </a:xfrm>
              <a:prstGeom prst="line">
                <a:avLst/>
              </a:prstGeom>
              <a:grpFill/>
              <a:ln w="12700">
                <a:solidFill>
                  <a:schemeClr val="bg1">
                    <a:lumMod val="65000"/>
                  </a:schemeClr>
                </a:solidFill>
                <a:round/>
                <a:headEnd/>
                <a:tailEnd/>
              </a:ln>
            </p:spPr>
            <p:txBody>
              <a:bodyPr/>
              <a:lstStyle/>
              <a:p>
                <a:endParaRPr lang="en-US"/>
              </a:p>
            </p:txBody>
          </p:sp>
        </p:grpSp>
        <p:grpSp>
          <p:nvGrpSpPr>
            <p:cNvPr id="103637" name="Group 1075">
              <a:extLst>
                <a:ext uri="{FF2B5EF4-FFF2-40B4-BE49-F238E27FC236}">
                  <a16:creationId xmlns:a16="http://schemas.microsoft.com/office/drawing/2014/main" id="{0BE92878-A222-B3FA-029A-199C1EDA4335}"/>
                </a:ext>
              </a:extLst>
            </p:cNvPr>
            <p:cNvGrpSpPr>
              <a:grpSpLocks/>
            </p:cNvGrpSpPr>
            <p:nvPr/>
          </p:nvGrpSpPr>
          <p:grpSpPr bwMode="auto">
            <a:xfrm>
              <a:off x="2407" y="3001"/>
              <a:ext cx="423" cy="271"/>
              <a:chOff x="2407" y="3001"/>
              <a:chExt cx="423" cy="271"/>
            </a:xfrm>
            <a:grpFill/>
          </p:grpSpPr>
          <p:sp>
            <p:nvSpPr>
              <p:cNvPr id="103782" name="Freeform 1076">
                <a:extLst>
                  <a:ext uri="{FF2B5EF4-FFF2-40B4-BE49-F238E27FC236}">
                    <a16:creationId xmlns:a16="http://schemas.microsoft.com/office/drawing/2014/main" id="{2CAA71C6-4CD0-8CEF-82B1-AA382AFA107D}"/>
                  </a:ext>
                </a:extLst>
              </p:cNvPr>
              <p:cNvSpPr>
                <a:spLocks/>
              </p:cNvSpPr>
              <p:nvPr/>
            </p:nvSpPr>
            <p:spPr bwMode="auto">
              <a:xfrm>
                <a:off x="2718" y="3185"/>
                <a:ext cx="112" cy="87"/>
              </a:xfrm>
              <a:custGeom>
                <a:avLst/>
                <a:gdLst>
                  <a:gd name="T0" fmla="*/ 112 w 112"/>
                  <a:gd name="T1" fmla="*/ 87 h 87"/>
                  <a:gd name="T2" fmla="*/ 0 w 112"/>
                  <a:gd name="T3" fmla="*/ 47 h 87"/>
                  <a:gd name="T4" fmla="*/ 16 w 112"/>
                  <a:gd name="T5" fmla="*/ 23 h 87"/>
                  <a:gd name="T6" fmla="*/ 32 w 112"/>
                  <a:gd name="T7" fmla="*/ 0 h 87"/>
                  <a:gd name="T8" fmla="*/ 112 w 112"/>
                  <a:gd name="T9" fmla="*/ 87 h 87"/>
                  <a:gd name="T10" fmla="*/ 0 60000 65536"/>
                  <a:gd name="T11" fmla="*/ 0 60000 65536"/>
                  <a:gd name="T12" fmla="*/ 0 60000 65536"/>
                  <a:gd name="T13" fmla="*/ 0 60000 65536"/>
                  <a:gd name="T14" fmla="*/ 0 60000 65536"/>
                  <a:gd name="T15" fmla="*/ 0 w 112"/>
                  <a:gd name="T16" fmla="*/ 0 h 87"/>
                  <a:gd name="T17" fmla="*/ 112 w 112"/>
                  <a:gd name="T18" fmla="*/ 87 h 87"/>
                </a:gdLst>
                <a:ahLst/>
                <a:cxnLst>
                  <a:cxn ang="T10">
                    <a:pos x="T0" y="T1"/>
                  </a:cxn>
                  <a:cxn ang="T11">
                    <a:pos x="T2" y="T3"/>
                  </a:cxn>
                  <a:cxn ang="T12">
                    <a:pos x="T4" y="T5"/>
                  </a:cxn>
                  <a:cxn ang="T13">
                    <a:pos x="T6" y="T7"/>
                  </a:cxn>
                  <a:cxn ang="T14">
                    <a:pos x="T8" y="T9"/>
                  </a:cxn>
                </a:cxnLst>
                <a:rect l="T15" t="T16" r="T17" b="T18"/>
                <a:pathLst>
                  <a:path w="112" h="87">
                    <a:moveTo>
                      <a:pt x="112" y="87"/>
                    </a:moveTo>
                    <a:lnTo>
                      <a:pt x="0" y="47"/>
                    </a:lnTo>
                    <a:lnTo>
                      <a:pt x="16" y="23"/>
                    </a:lnTo>
                    <a:lnTo>
                      <a:pt x="32" y="0"/>
                    </a:lnTo>
                    <a:lnTo>
                      <a:pt x="112" y="87"/>
                    </a:lnTo>
                    <a:close/>
                  </a:path>
                </a:pathLst>
              </a:custGeom>
              <a:grpFill/>
              <a:ln w="9525">
                <a:solidFill>
                  <a:schemeClr val="bg1">
                    <a:lumMod val="65000"/>
                  </a:schemeClr>
                </a:solidFill>
                <a:round/>
                <a:headEnd/>
                <a:tailEnd/>
              </a:ln>
            </p:spPr>
            <p:txBody>
              <a:bodyPr/>
              <a:lstStyle/>
              <a:p>
                <a:endParaRPr lang="en-US"/>
              </a:p>
            </p:txBody>
          </p:sp>
          <p:sp>
            <p:nvSpPr>
              <p:cNvPr id="103783" name="Line 1077">
                <a:extLst>
                  <a:ext uri="{FF2B5EF4-FFF2-40B4-BE49-F238E27FC236}">
                    <a16:creationId xmlns:a16="http://schemas.microsoft.com/office/drawing/2014/main" id="{1C431392-EDB3-C621-4EA4-B15B866EF689}"/>
                  </a:ext>
                </a:extLst>
              </p:cNvPr>
              <p:cNvSpPr>
                <a:spLocks noChangeShapeType="1"/>
              </p:cNvSpPr>
              <p:nvPr/>
            </p:nvSpPr>
            <p:spPr bwMode="auto">
              <a:xfrm>
                <a:off x="2407" y="3001"/>
                <a:ext cx="72" cy="48"/>
              </a:xfrm>
              <a:prstGeom prst="line">
                <a:avLst/>
              </a:prstGeom>
              <a:grpFill/>
              <a:ln w="12700">
                <a:solidFill>
                  <a:schemeClr val="bg1">
                    <a:lumMod val="65000"/>
                  </a:schemeClr>
                </a:solidFill>
                <a:round/>
                <a:headEnd/>
                <a:tailEnd/>
              </a:ln>
            </p:spPr>
            <p:txBody>
              <a:bodyPr/>
              <a:lstStyle/>
              <a:p>
                <a:endParaRPr lang="en-US"/>
              </a:p>
            </p:txBody>
          </p:sp>
          <p:sp>
            <p:nvSpPr>
              <p:cNvPr id="103784" name="Line 1078">
                <a:extLst>
                  <a:ext uri="{FF2B5EF4-FFF2-40B4-BE49-F238E27FC236}">
                    <a16:creationId xmlns:a16="http://schemas.microsoft.com/office/drawing/2014/main" id="{42FC6C5A-42AD-2CE2-75FD-780FF0D3ACA7}"/>
                  </a:ext>
                </a:extLst>
              </p:cNvPr>
              <p:cNvSpPr>
                <a:spLocks noChangeShapeType="1"/>
              </p:cNvSpPr>
              <p:nvPr/>
            </p:nvSpPr>
            <p:spPr bwMode="auto">
              <a:xfrm>
                <a:off x="2503" y="3065"/>
                <a:ext cx="71" cy="39"/>
              </a:xfrm>
              <a:prstGeom prst="line">
                <a:avLst/>
              </a:prstGeom>
              <a:grpFill/>
              <a:ln w="12700">
                <a:solidFill>
                  <a:schemeClr val="bg1">
                    <a:lumMod val="65000"/>
                  </a:schemeClr>
                </a:solidFill>
                <a:round/>
                <a:headEnd/>
                <a:tailEnd/>
              </a:ln>
            </p:spPr>
            <p:txBody>
              <a:bodyPr/>
              <a:lstStyle/>
              <a:p>
                <a:endParaRPr lang="en-US"/>
              </a:p>
            </p:txBody>
          </p:sp>
          <p:sp>
            <p:nvSpPr>
              <p:cNvPr id="103785" name="Line 1079">
                <a:extLst>
                  <a:ext uri="{FF2B5EF4-FFF2-40B4-BE49-F238E27FC236}">
                    <a16:creationId xmlns:a16="http://schemas.microsoft.com/office/drawing/2014/main" id="{14785C7B-780D-49DC-ACCF-07D90DABE301}"/>
                  </a:ext>
                </a:extLst>
              </p:cNvPr>
              <p:cNvSpPr>
                <a:spLocks noChangeShapeType="1"/>
              </p:cNvSpPr>
              <p:nvPr/>
            </p:nvSpPr>
            <p:spPr bwMode="auto">
              <a:xfrm>
                <a:off x="2599" y="3121"/>
                <a:ext cx="71" cy="47"/>
              </a:xfrm>
              <a:prstGeom prst="line">
                <a:avLst/>
              </a:prstGeom>
              <a:grpFill/>
              <a:ln w="12700">
                <a:solidFill>
                  <a:schemeClr val="bg1">
                    <a:lumMod val="65000"/>
                  </a:schemeClr>
                </a:solidFill>
                <a:round/>
                <a:headEnd/>
                <a:tailEnd/>
              </a:ln>
            </p:spPr>
            <p:txBody>
              <a:bodyPr/>
              <a:lstStyle/>
              <a:p>
                <a:endParaRPr lang="en-US"/>
              </a:p>
            </p:txBody>
          </p:sp>
          <p:sp>
            <p:nvSpPr>
              <p:cNvPr id="103786" name="Line 1080">
                <a:extLst>
                  <a:ext uri="{FF2B5EF4-FFF2-40B4-BE49-F238E27FC236}">
                    <a16:creationId xmlns:a16="http://schemas.microsoft.com/office/drawing/2014/main" id="{03C41FB9-286E-754A-68DC-0D8D148ED2B4}"/>
                  </a:ext>
                </a:extLst>
              </p:cNvPr>
              <p:cNvSpPr>
                <a:spLocks noChangeShapeType="1"/>
              </p:cNvSpPr>
              <p:nvPr/>
            </p:nvSpPr>
            <p:spPr bwMode="auto">
              <a:xfrm>
                <a:off x="2688" y="3185"/>
                <a:ext cx="46" cy="22"/>
              </a:xfrm>
              <a:prstGeom prst="line">
                <a:avLst/>
              </a:prstGeom>
              <a:grpFill/>
              <a:ln w="12700">
                <a:solidFill>
                  <a:schemeClr val="bg1">
                    <a:lumMod val="65000"/>
                  </a:schemeClr>
                </a:solidFill>
                <a:round/>
                <a:headEnd/>
                <a:tailEnd/>
              </a:ln>
            </p:spPr>
            <p:txBody>
              <a:bodyPr/>
              <a:lstStyle/>
              <a:p>
                <a:endParaRPr lang="en-US"/>
              </a:p>
            </p:txBody>
          </p:sp>
        </p:grpSp>
        <p:grpSp>
          <p:nvGrpSpPr>
            <p:cNvPr id="103638" name="Group 1081">
              <a:extLst>
                <a:ext uri="{FF2B5EF4-FFF2-40B4-BE49-F238E27FC236}">
                  <a16:creationId xmlns:a16="http://schemas.microsoft.com/office/drawing/2014/main" id="{46F51E0C-C9CA-2622-5428-12B18C1BFFF5}"/>
                </a:ext>
              </a:extLst>
            </p:cNvPr>
            <p:cNvGrpSpPr>
              <a:grpSpLocks/>
            </p:cNvGrpSpPr>
            <p:nvPr/>
          </p:nvGrpSpPr>
          <p:grpSpPr bwMode="auto">
            <a:xfrm>
              <a:off x="2854" y="3296"/>
              <a:ext cx="439" cy="279"/>
              <a:chOff x="2854" y="3296"/>
              <a:chExt cx="439" cy="279"/>
            </a:xfrm>
            <a:grpFill/>
          </p:grpSpPr>
          <p:sp>
            <p:nvSpPr>
              <p:cNvPr id="103777" name="Freeform 1082">
                <a:extLst>
                  <a:ext uri="{FF2B5EF4-FFF2-40B4-BE49-F238E27FC236}">
                    <a16:creationId xmlns:a16="http://schemas.microsoft.com/office/drawing/2014/main" id="{BA10C8A5-7B8E-6537-460B-F64D54ACCD3E}"/>
                  </a:ext>
                </a:extLst>
              </p:cNvPr>
              <p:cNvSpPr>
                <a:spLocks/>
              </p:cNvSpPr>
              <p:nvPr/>
            </p:nvSpPr>
            <p:spPr bwMode="auto">
              <a:xfrm>
                <a:off x="3181" y="3488"/>
                <a:ext cx="112" cy="87"/>
              </a:xfrm>
              <a:custGeom>
                <a:avLst/>
                <a:gdLst>
                  <a:gd name="T0" fmla="*/ 112 w 112"/>
                  <a:gd name="T1" fmla="*/ 87 h 87"/>
                  <a:gd name="T2" fmla="*/ 0 w 112"/>
                  <a:gd name="T3" fmla="*/ 48 h 87"/>
                  <a:gd name="T4" fmla="*/ 16 w 112"/>
                  <a:gd name="T5" fmla="*/ 24 h 87"/>
                  <a:gd name="T6" fmla="*/ 32 w 112"/>
                  <a:gd name="T7" fmla="*/ 0 h 87"/>
                  <a:gd name="T8" fmla="*/ 112 w 112"/>
                  <a:gd name="T9" fmla="*/ 87 h 87"/>
                  <a:gd name="T10" fmla="*/ 0 60000 65536"/>
                  <a:gd name="T11" fmla="*/ 0 60000 65536"/>
                  <a:gd name="T12" fmla="*/ 0 60000 65536"/>
                  <a:gd name="T13" fmla="*/ 0 60000 65536"/>
                  <a:gd name="T14" fmla="*/ 0 60000 65536"/>
                  <a:gd name="T15" fmla="*/ 0 w 112"/>
                  <a:gd name="T16" fmla="*/ 0 h 87"/>
                  <a:gd name="T17" fmla="*/ 112 w 112"/>
                  <a:gd name="T18" fmla="*/ 87 h 87"/>
                </a:gdLst>
                <a:ahLst/>
                <a:cxnLst>
                  <a:cxn ang="T10">
                    <a:pos x="T0" y="T1"/>
                  </a:cxn>
                  <a:cxn ang="T11">
                    <a:pos x="T2" y="T3"/>
                  </a:cxn>
                  <a:cxn ang="T12">
                    <a:pos x="T4" y="T5"/>
                  </a:cxn>
                  <a:cxn ang="T13">
                    <a:pos x="T6" y="T7"/>
                  </a:cxn>
                  <a:cxn ang="T14">
                    <a:pos x="T8" y="T9"/>
                  </a:cxn>
                </a:cxnLst>
                <a:rect l="T15" t="T16" r="T17" b="T18"/>
                <a:pathLst>
                  <a:path w="112" h="87">
                    <a:moveTo>
                      <a:pt x="112" y="87"/>
                    </a:moveTo>
                    <a:lnTo>
                      <a:pt x="0" y="48"/>
                    </a:lnTo>
                    <a:lnTo>
                      <a:pt x="16" y="24"/>
                    </a:lnTo>
                    <a:lnTo>
                      <a:pt x="32" y="0"/>
                    </a:lnTo>
                    <a:lnTo>
                      <a:pt x="112" y="87"/>
                    </a:lnTo>
                    <a:close/>
                  </a:path>
                </a:pathLst>
              </a:custGeom>
              <a:grpFill/>
              <a:ln w="9525">
                <a:solidFill>
                  <a:schemeClr val="bg1">
                    <a:lumMod val="65000"/>
                  </a:schemeClr>
                </a:solidFill>
                <a:round/>
                <a:headEnd/>
                <a:tailEnd/>
              </a:ln>
            </p:spPr>
            <p:txBody>
              <a:bodyPr/>
              <a:lstStyle/>
              <a:p>
                <a:endParaRPr lang="en-US"/>
              </a:p>
            </p:txBody>
          </p:sp>
          <p:sp>
            <p:nvSpPr>
              <p:cNvPr id="103778" name="Line 1083">
                <a:extLst>
                  <a:ext uri="{FF2B5EF4-FFF2-40B4-BE49-F238E27FC236}">
                    <a16:creationId xmlns:a16="http://schemas.microsoft.com/office/drawing/2014/main" id="{AF4CCF8F-99BE-BEE8-29AF-ACCF3C4740A2}"/>
                  </a:ext>
                </a:extLst>
              </p:cNvPr>
              <p:cNvSpPr>
                <a:spLocks noChangeShapeType="1"/>
              </p:cNvSpPr>
              <p:nvPr/>
            </p:nvSpPr>
            <p:spPr bwMode="auto">
              <a:xfrm>
                <a:off x="2854" y="3296"/>
                <a:ext cx="72" cy="48"/>
              </a:xfrm>
              <a:prstGeom prst="line">
                <a:avLst/>
              </a:prstGeom>
              <a:grpFill/>
              <a:ln w="12700">
                <a:solidFill>
                  <a:schemeClr val="bg1">
                    <a:lumMod val="65000"/>
                  </a:schemeClr>
                </a:solidFill>
                <a:round/>
                <a:headEnd/>
                <a:tailEnd/>
              </a:ln>
            </p:spPr>
            <p:txBody>
              <a:bodyPr/>
              <a:lstStyle/>
              <a:p>
                <a:endParaRPr lang="en-US"/>
              </a:p>
            </p:txBody>
          </p:sp>
          <p:sp>
            <p:nvSpPr>
              <p:cNvPr id="103779" name="Line 1084">
                <a:extLst>
                  <a:ext uri="{FF2B5EF4-FFF2-40B4-BE49-F238E27FC236}">
                    <a16:creationId xmlns:a16="http://schemas.microsoft.com/office/drawing/2014/main" id="{82870A25-7959-D456-89F6-20C185111B3E}"/>
                  </a:ext>
                </a:extLst>
              </p:cNvPr>
              <p:cNvSpPr>
                <a:spLocks noChangeShapeType="1"/>
              </p:cNvSpPr>
              <p:nvPr/>
            </p:nvSpPr>
            <p:spPr bwMode="auto">
              <a:xfrm>
                <a:off x="2950" y="3360"/>
                <a:ext cx="71" cy="39"/>
              </a:xfrm>
              <a:prstGeom prst="line">
                <a:avLst/>
              </a:prstGeom>
              <a:grpFill/>
              <a:ln w="12700">
                <a:solidFill>
                  <a:schemeClr val="bg1">
                    <a:lumMod val="65000"/>
                  </a:schemeClr>
                </a:solidFill>
                <a:round/>
                <a:headEnd/>
                <a:tailEnd/>
              </a:ln>
            </p:spPr>
            <p:txBody>
              <a:bodyPr/>
              <a:lstStyle/>
              <a:p>
                <a:endParaRPr lang="en-US"/>
              </a:p>
            </p:txBody>
          </p:sp>
          <p:sp>
            <p:nvSpPr>
              <p:cNvPr id="103780" name="Line 1085">
                <a:extLst>
                  <a:ext uri="{FF2B5EF4-FFF2-40B4-BE49-F238E27FC236}">
                    <a16:creationId xmlns:a16="http://schemas.microsoft.com/office/drawing/2014/main" id="{50DC3694-7A6B-F9E4-49BA-9A0FAD8C2CD5}"/>
                  </a:ext>
                </a:extLst>
              </p:cNvPr>
              <p:cNvSpPr>
                <a:spLocks noChangeShapeType="1"/>
              </p:cNvSpPr>
              <p:nvPr/>
            </p:nvSpPr>
            <p:spPr bwMode="auto">
              <a:xfrm>
                <a:off x="3046" y="3416"/>
                <a:ext cx="71" cy="47"/>
              </a:xfrm>
              <a:prstGeom prst="line">
                <a:avLst/>
              </a:prstGeom>
              <a:grpFill/>
              <a:ln w="12700">
                <a:solidFill>
                  <a:schemeClr val="bg1">
                    <a:lumMod val="65000"/>
                  </a:schemeClr>
                </a:solidFill>
                <a:round/>
                <a:headEnd/>
                <a:tailEnd/>
              </a:ln>
            </p:spPr>
            <p:txBody>
              <a:bodyPr/>
              <a:lstStyle/>
              <a:p>
                <a:endParaRPr lang="en-US"/>
              </a:p>
            </p:txBody>
          </p:sp>
          <p:sp>
            <p:nvSpPr>
              <p:cNvPr id="103781" name="Line 1086">
                <a:extLst>
                  <a:ext uri="{FF2B5EF4-FFF2-40B4-BE49-F238E27FC236}">
                    <a16:creationId xmlns:a16="http://schemas.microsoft.com/office/drawing/2014/main" id="{F82205B4-EBAB-9736-FA98-45428CE505EB}"/>
                  </a:ext>
                </a:extLst>
              </p:cNvPr>
              <p:cNvSpPr>
                <a:spLocks noChangeShapeType="1"/>
              </p:cNvSpPr>
              <p:nvPr/>
            </p:nvSpPr>
            <p:spPr bwMode="auto">
              <a:xfrm>
                <a:off x="3135" y="3480"/>
                <a:ext cx="62" cy="30"/>
              </a:xfrm>
              <a:prstGeom prst="line">
                <a:avLst/>
              </a:prstGeom>
              <a:grpFill/>
              <a:ln w="12700">
                <a:solidFill>
                  <a:schemeClr val="bg1">
                    <a:lumMod val="65000"/>
                  </a:schemeClr>
                </a:solidFill>
                <a:round/>
                <a:headEnd/>
                <a:tailEnd/>
              </a:ln>
            </p:spPr>
            <p:txBody>
              <a:bodyPr/>
              <a:lstStyle/>
              <a:p>
                <a:endParaRPr lang="en-US"/>
              </a:p>
            </p:txBody>
          </p:sp>
        </p:grpSp>
        <p:grpSp>
          <p:nvGrpSpPr>
            <p:cNvPr id="103639" name="Group 1087">
              <a:extLst>
                <a:ext uri="{FF2B5EF4-FFF2-40B4-BE49-F238E27FC236}">
                  <a16:creationId xmlns:a16="http://schemas.microsoft.com/office/drawing/2014/main" id="{990BC68D-568F-325F-7EE6-5FDA4943BE97}"/>
                </a:ext>
              </a:extLst>
            </p:cNvPr>
            <p:cNvGrpSpPr>
              <a:grpSpLocks/>
            </p:cNvGrpSpPr>
            <p:nvPr/>
          </p:nvGrpSpPr>
          <p:grpSpPr bwMode="auto">
            <a:xfrm>
              <a:off x="2863" y="3304"/>
              <a:ext cx="422" cy="279"/>
              <a:chOff x="2863" y="3304"/>
              <a:chExt cx="422" cy="279"/>
            </a:xfrm>
            <a:grpFill/>
          </p:grpSpPr>
          <p:sp>
            <p:nvSpPr>
              <p:cNvPr id="103772" name="Freeform 1088">
                <a:extLst>
                  <a:ext uri="{FF2B5EF4-FFF2-40B4-BE49-F238E27FC236}">
                    <a16:creationId xmlns:a16="http://schemas.microsoft.com/office/drawing/2014/main" id="{77610CF0-55BB-B230-FBD0-BAD2BB90791C}"/>
                  </a:ext>
                </a:extLst>
              </p:cNvPr>
              <p:cNvSpPr>
                <a:spLocks/>
              </p:cNvSpPr>
              <p:nvPr/>
            </p:nvSpPr>
            <p:spPr bwMode="auto">
              <a:xfrm>
                <a:off x="3173" y="3304"/>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32" y="88"/>
                    </a:lnTo>
                    <a:lnTo>
                      <a:pt x="16" y="64"/>
                    </a:lnTo>
                    <a:lnTo>
                      <a:pt x="0" y="40"/>
                    </a:lnTo>
                    <a:lnTo>
                      <a:pt x="112" y="0"/>
                    </a:lnTo>
                    <a:close/>
                  </a:path>
                </a:pathLst>
              </a:custGeom>
              <a:grpFill/>
              <a:ln w="9525">
                <a:solidFill>
                  <a:schemeClr val="bg1">
                    <a:lumMod val="65000"/>
                  </a:schemeClr>
                </a:solidFill>
                <a:round/>
                <a:headEnd/>
                <a:tailEnd/>
              </a:ln>
            </p:spPr>
            <p:txBody>
              <a:bodyPr/>
              <a:lstStyle/>
              <a:p>
                <a:endParaRPr lang="en-US"/>
              </a:p>
            </p:txBody>
          </p:sp>
          <p:sp>
            <p:nvSpPr>
              <p:cNvPr id="103773" name="Line 1089">
                <a:extLst>
                  <a:ext uri="{FF2B5EF4-FFF2-40B4-BE49-F238E27FC236}">
                    <a16:creationId xmlns:a16="http://schemas.microsoft.com/office/drawing/2014/main" id="{F00C940C-405D-D60E-4485-35738AD4F3F8}"/>
                  </a:ext>
                </a:extLst>
              </p:cNvPr>
              <p:cNvSpPr>
                <a:spLocks noChangeShapeType="1"/>
              </p:cNvSpPr>
              <p:nvPr/>
            </p:nvSpPr>
            <p:spPr bwMode="auto">
              <a:xfrm flipV="1">
                <a:off x="2863" y="3536"/>
                <a:ext cx="71" cy="47"/>
              </a:xfrm>
              <a:prstGeom prst="line">
                <a:avLst/>
              </a:prstGeom>
              <a:grpFill/>
              <a:ln w="12700">
                <a:solidFill>
                  <a:schemeClr val="bg1">
                    <a:lumMod val="65000"/>
                  </a:schemeClr>
                </a:solidFill>
                <a:round/>
                <a:headEnd/>
                <a:tailEnd/>
              </a:ln>
            </p:spPr>
            <p:txBody>
              <a:bodyPr/>
              <a:lstStyle/>
              <a:p>
                <a:endParaRPr lang="en-US"/>
              </a:p>
            </p:txBody>
          </p:sp>
          <p:sp>
            <p:nvSpPr>
              <p:cNvPr id="103774" name="Line 1090">
                <a:extLst>
                  <a:ext uri="{FF2B5EF4-FFF2-40B4-BE49-F238E27FC236}">
                    <a16:creationId xmlns:a16="http://schemas.microsoft.com/office/drawing/2014/main" id="{772BEC23-3DEC-9C9A-F220-C41148295567}"/>
                  </a:ext>
                </a:extLst>
              </p:cNvPr>
              <p:cNvSpPr>
                <a:spLocks noChangeShapeType="1"/>
              </p:cNvSpPr>
              <p:nvPr/>
            </p:nvSpPr>
            <p:spPr bwMode="auto">
              <a:xfrm flipV="1">
                <a:off x="2958" y="3473"/>
                <a:ext cx="71" cy="47"/>
              </a:xfrm>
              <a:prstGeom prst="line">
                <a:avLst/>
              </a:prstGeom>
              <a:grpFill/>
              <a:ln w="12700">
                <a:solidFill>
                  <a:schemeClr val="bg1">
                    <a:lumMod val="65000"/>
                  </a:schemeClr>
                </a:solidFill>
                <a:round/>
                <a:headEnd/>
                <a:tailEnd/>
              </a:ln>
            </p:spPr>
            <p:txBody>
              <a:bodyPr/>
              <a:lstStyle/>
              <a:p>
                <a:endParaRPr lang="en-US"/>
              </a:p>
            </p:txBody>
          </p:sp>
          <p:sp>
            <p:nvSpPr>
              <p:cNvPr id="103775" name="Line 1091">
                <a:extLst>
                  <a:ext uri="{FF2B5EF4-FFF2-40B4-BE49-F238E27FC236}">
                    <a16:creationId xmlns:a16="http://schemas.microsoft.com/office/drawing/2014/main" id="{16B979A6-234F-0567-49C9-AC942EAF12CF}"/>
                  </a:ext>
                </a:extLst>
              </p:cNvPr>
              <p:cNvSpPr>
                <a:spLocks noChangeShapeType="1"/>
              </p:cNvSpPr>
              <p:nvPr/>
            </p:nvSpPr>
            <p:spPr bwMode="auto">
              <a:xfrm flipV="1">
                <a:off x="3046" y="3417"/>
                <a:ext cx="79" cy="47"/>
              </a:xfrm>
              <a:prstGeom prst="line">
                <a:avLst/>
              </a:prstGeom>
              <a:grpFill/>
              <a:ln w="12700">
                <a:solidFill>
                  <a:schemeClr val="bg1">
                    <a:lumMod val="65000"/>
                  </a:schemeClr>
                </a:solidFill>
                <a:round/>
                <a:headEnd/>
                <a:tailEnd/>
              </a:ln>
            </p:spPr>
            <p:txBody>
              <a:bodyPr/>
              <a:lstStyle/>
              <a:p>
                <a:endParaRPr lang="en-US"/>
              </a:p>
            </p:txBody>
          </p:sp>
          <p:sp>
            <p:nvSpPr>
              <p:cNvPr id="103776" name="Line 1092">
                <a:extLst>
                  <a:ext uri="{FF2B5EF4-FFF2-40B4-BE49-F238E27FC236}">
                    <a16:creationId xmlns:a16="http://schemas.microsoft.com/office/drawing/2014/main" id="{BD3C10E4-AE52-0E61-5A04-86282D2C879F}"/>
                  </a:ext>
                </a:extLst>
              </p:cNvPr>
              <p:cNvSpPr>
                <a:spLocks noChangeShapeType="1"/>
              </p:cNvSpPr>
              <p:nvPr/>
            </p:nvSpPr>
            <p:spPr bwMode="auto">
              <a:xfrm flipV="1">
                <a:off x="3141" y="3368"/>
                <a:ext cx="48" cy="32"/>
              </a:xfrm>
              <a:prstGeom prst="line">
                <a:avLst/>
              </a:prstGeom>
              <a:grpFill/>
              <a:ln w="12700">
                <a:solidFill>
                  <a:schemeClr val="bg1">
                    <a:lumMod val="65000"/>
                  </a:schemeClr>
                </a:solidFill>
                <a:round/>
                <a:headEnd/>
                <a:tailEnd/>
              </a:ln>
            </p:spPr>
            <p:txBody>
              <a:bodyPr/>
              <a:lstStyle/>
              <a:p>
                <a:endParaRPr lang="en-US"/>
              </a:p>
            </p:txBody>
          </p:sp>
        </p:grpSp>
        <p:grpSp>
          <p:nvGrpSpPr>
            <p:cNvPr id="103640" name="Group 1093">
              <a:extLst>
                <a:ext uri="{FF2B5EF4-FFF2-40B4-BE49-F238E27FC236}">
                  <a16:creationId xmlns:a16="http://schemas.microsoft.com/office/drawing/2014/main" id="{AF2628EC-AADD-62BA-46B9-FF3AE6E94FD0}"/>
                </a:ext>
              </a:extLst>
            </p:cNvPr>
            <p:cNvGrpSpPr>
              <a:grpSpLocks/>
            </p:cNvGrpSpPr>
            <p:nvPr/>
          </p:nvGrpSpPr>
          <p:grpSpPr bwMode="auto">
            <a:xfrm>
              <a:off x="2870" y="2690"/>
              <a:ext cx="415" cy="287"/>
              <a:chOff x="2870" y="2690"/>
              <a:chExt cx="415" cy="287"/>
            </a:xfrm>
            <a:grpFill/>
          </p:grpSpPr>
          <p:sp>
            <p:nvSpPr>
              <p:cNvPr id="103767" name="Freeform 1094">
                <a:extLst>
                  <a:ext uri="{FF2B5EF4-FFF2-40B4-BE49-F238E27FC236}">
                    <a16:creationId xmlns:a16="http://schemas.microsoft.com/office/drawing/2014/main" id="{C1B2B01F-EFA6-F175-5FC9-2D59EF8A5267}"/>
                  </a:ext>
                </a:extLst>
              </p:cNvPr>
              <p:cNvSpPr>
                <a:spLocks/>
              </p:cNvSpPr>
              <p:nvPr/>
            </p:nvSpPr>
            <p:spPr bwMode="auto">
              <a:xfrm>
                <a:off x="3173" y="2690"/>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32" y="88"/>
                    </a:lnTo>
                    <a:lnTo>
                      <a:pt x="16" y="64"/>
                    </a:lnTo>
                    <a:lnTo>
                      <a:pt x="0" y="40"/>
                    </a:lnTo>
                    <a:lnTo>
                      <a:pt x="112" y="0"/>
                    </a:lnTo>
                    <a:close/>
                  </a:path>
                </a:pathLst>
              </a:custGeom>
              <a:grpFill/>
              <a:ln w="9525">
                <a:solidFill>
                  <a:schemeClr val="bg1">
                    <a:lumMod val="65000"/>
                  </a:schemeClr>
                </a:solidFill>
                <a:round/>
                <a:headEnd/>
                <a:tailEnd/>
              </a:ln>
            </p:spPr>
            <p:txBody>
              <a:bodyPr/>
              <a:lstStyle/>
              <a:p>
                <a:endParaRPr lang="en-US"/>
              </a:p>
            </p:txBody>
          </p:sp>
          <p:sp>
            <p:nvSpPr>
              <p:cNvPr id="103768" name="Line 1095">
                <a:extLst>
                  <a:ext uri="{FF2B5EF4-FFF2-40B4-BE49-F238E27FC236}">
                    <a16:creationId xmlns:a16="http://schemas.microsoft.com/office/drawing/2014/main" id="{7CBCB2C6-A819-32A4-35AD-B15F92DE53C0}"/>
                  </a:ext>
                </a:extLst>
              </p:cNvPr>
              <p:cNvSpPr>
                <a:spLocks noChangeShapeType="1"/>
              </p:cNvSpPr>
              <p:nvPr/>
            </p:nvSpPr>
            <p:spPr bwMode="auto">
              <a:xfrm flipV="1">
                <a:off x="2870" y="2929"/>
                <a:ext cx="72" cy="48"/>
              </a:xfrm>
              <a:prstGeom prst="line">
                <a:avLst/>
              </a:prstGeom>
              <a:grpFill/>
              <a:ln w="12700">
                <a:solidFill>
                  <a:schemeClr val="bg1">
                    <a:lumMod val="65000"/>
                  </a:schemeClr>
                </a:solidFill>
                <a:round/>
                <a:headEnd/>
                <a:tailEnd/>
              </a:ln>
            </p:spPr>
            <p:txBody>
              <a:bodyPr/>
              <a:lstStyle/>
              <a:p>
                <a:endParaRPr lang="en-US"/>
              </a:p>
            </p:txBody>
          </p:sp>
          <p:sp>
            <p:nvSpPr>
              <p:cNvPr id="103769" name="Line 1096">
                <a:extLst>
                  <a:ext uri="{FF2B5EF4-FFF2-40B4-BE49-F238E27FC236}">
                    <a16:creationId xmlns:a16="http://schemas.microsoft.com/office/drawing/2014/main" id="{8F9D7A2B-FFB6-ADDA-3CFC-186E8518DC1D}"/>
                  </a:ext>
                </a:extLst>
              </p:cNvPr>
              <p:cNvSpPr>
                <a:spLocks noChangeShapeType="1"/>
              </p:cNvSpPr>
              <p:nvPr/>
            </p:nvSpPr>
            <p:spPr bwMode="auto">
              <a:xfrm flipV="1">
                <a:off x="2967" y="2867"/>
                <a:ext cx="70" cy="46"/>
              </a:xfrm>
              <a:prstGeom prst="line">
                <a:avLst/>
              </a:prstGeom>
              <a:grpFill/>
              <a:ln w="12700">
                <a:solidFill>
                  <a:schemeClr val="bg1">
                    <a:lumMod val="65000"/>
                  </a:schemeClr>
                </a:solidFill>
                <a:round/>
                <a:headEnd/>
                <a:tailEnd/>
              </a:ln>
            </p:spPr>
            <p:txBody>
              <a:bodyPr/>
              <a:lstStyle/>
              <a:p>
                <a:endParaRPr lang="en-US"/>
              </a:p>
            </p:txBody>
          </p:sp>
          <p:sp>
            <p:nvSpPr>
              <p:cNvPr id="103770" name="Line 1097">
                <a:extLst>
                  <a:ext uri="{FF2B5EF4-FFF2-40B4-BE49-F238E27FC236}">
                    <a16:creationId xmlns:a16="http://schemas.microsoft.com/office/drawing/2014/main" id="{9FDF4A34-2B5A-E87B-C187-36C9B5CB2B88}"/>
                  </a:ext>
                </a:extLst>
              </p:cNvPr>
              <p:cNvSpPr>
                <a:spLocks noChangeShapeType="1"/>
              </p:cNvSpPr>
              <p:nvPr/>
            </p:nvSpPr>
            <p:spPr bwMode="auto">
              <a:xfrm flipV="1">
                <a:off x="3053" y="2803"/>
                <a:ext cx="72" cy="47"/>
              </a:xfrm>
              <a:prstGeom prst="line">
                <a:avLst/>
              </a:prstGeom>
              <a:grpFill/>
              <a:ln w="12700">
                <a:solidFill>
                  <a:schemeClr val="bg1">
                    <a:lumMod val="65000"/>
                  </a:schemeClr>
                </a:solidFill>
                <a:round/>
                <a:headEnd/>
                <a:tailEnd/>
              </a:ln>
            </p:spPr>
            <p:txBody>
              <a:bodyPr/>
              <a:lstStyle/>
              <a:p>
                <a:endParaRPr lang="en-US"/>
              </a:p>
            </p:txBody>
          </p:sp>
          <p:sp>
            <p:nvSpPr>
              <p:cNvPr id="103771" name="Line 1098">
                <a:extLst>
                  <a:ext uri="{FF2B5EF4-FFF2-40B4-BE49-F238E27FC236}">
                    <a16:creationId xmlns:a16="http://schemas.microsoft.com/office/drawing/2014/main" id="{3E3037F1-B7E1-1171-D4B6-60545BB515B2}"/>
                  </a:ext>
                </a:extLst>
              </p:cNvPr>
              <p:cNvSpPr>
                <a:spLocks noChangeShapeType="1"/>
              </p:cNvSpPr>
              <p:nvPr/>
            </p:nvSpPr>
            <p:spPr bwMode="auto">
              <a:xfrm flipV="1">
                <a:off x="3149" y="2754"/>
                <a:ext cx="40" cy="32"/>
              </a:xfrm>
              <a:prstGeom prst="line">
                <a:avLst/>
              </a:prstGeom>
              <a:grpFill/>
              <a:ln w="12700">
                <a:solidFill>
                  <a:schemeClr val="bg1">
                    <a:lumMod val="65000"/>
                  </a:schemeClr>
                </a:solidFill>
                <a:round/>
                <a:headEnd/>
                <a:tailEnd/>
              </a:ln>
            </p:spPr>
            <p:txBody>
              <a:bodyPr/>
              <a:lstStyle/>
              <a:p>
                <a:endParaRPr lang="en-US"/>
              </a:p>
            </p:txBody>
          </p:sp>
        </p:grpSp>
        <p:grpSp>
          <p:nvGrpSpPr>
            <p:cNvPr id="103641" name="Group 1099">
              <a:extLst>
                <a:ext uri="{FF2B5EF4-FFF2-40B4-BE49-F238E27FC236}">
                  <a16:creationId xmlns:a16="http://schemas.microsoft.com/office/drawing/2014/main" id="{D1435FDF-19E3-CC9B-646D-D16677511EC9}"/>
                </a:ext>
              </a:extLst>
            </p:cNvPr>
            <p:cNvGrpSpPr>
              <a:grpSpLocks/>
            </p:cNvGrpSpPr>
            <p:nvPr/>
          </p:nvGrpSpPr>
          <p:grpSpPr bwMode="auto">
            <a:xfrm>
              <a:off x="2878" y="2068"/>
              <a:ext cx="431" cy="287"/>
              <a:chOff x="2878" y="2068"/>
              <a:chExt cx="431" cy="287"/>
            </a:xfrm>
            <a:grpFill/>
          </p:grpSpPr>
          <p:sp>
            <p:nvSpPr>
              <p:cNvPr id="103762" name="Freeform 1100">
                <a:extLst>
                  <a:ext uri="{FF2B5EF4-FFF2-40B4-BE49-F238E27FC236}">
                    <a16:creationId xmlns:a16="http://schemas.microsoft.com/office/drawing/2014/main" id="{E59C937D-6765-CC36-624D-2E902C7FEC5C}"/>
                  </a:ext>
                </a:extLst>
              </p:cNvPr>
              <p:cNvSpPr>
                <a:spLocks/>
              </p:cNvSpPr>
              <p:nvPr/>
            </p:nvSpPr>
            <p:spPr bwMode="auto">
              <a:xfrm>
                <a:off x="3197" y="2267"/>
                <a:ext cx="112" cy="88"/>
              </a:xfrm>
              <a:custGeom>
                <a:avLst/>
                <a:gdLst>
                  <a:gd name="T0" fmla="*/ 112 w 112"/>
                  <a:gd name="T1" fmla="*/ 88 h 88"/>
                  <a:gd name="T2" fmla="*/ 0 w 112"/>
                  <a:gd name="T3" fmla="*/ 48 h 88"/>
                  <a:gd name="T4" fmla="*/ 16 w 112"/>
                  <a:gd name="T5" fmla="*/ 24 h 88"/>
                  <a:gd name="T6" fmla="*/ 32 w 112"/>
                  <a:gd name="T7" fmla="*/ 0 h 88"/>
                  <a:gd name="T8" fmla="*/ 112 w 112"/>
                  <a:gd name="T9" fmla="*/ 88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88"/>
                    </a:moveTo>
                    <a:lnTo>
                      <a:pt x="0" y="48"/>
                    </a:lnTo>
                    <a:lnTo>
                      <a:pt x="16" y="24"/>
                    </a:lnTo>
                    <a:lnTo>
                      <a:pt x="32" y="0"/>
                    </a:lnTo>
                    <a:lnTo>
                      <a:pt x="112" y="88"/>
                    </a:lnTo>
                    <a:close/>
                  </a:path>
                </a:pathLst>
              </a:custGeom>
              <a:grpFill/>
              <a:ln w="9525">
                <a:solidFill>
                  <a:schemeClr val="bg1">
                    <a:lumMod val="65000"/>
                  </a:schemeClr>
                </a:solidFill>
                <a:round/>
                <a:headEnd/>
                <a:tailEnd/>
              </a:ln>
            </p:spPr>
            <p:txBody>
              <a:bodyPr/>
              <a:lstStyle/>
              <a:p>
                <a:endParaRPr lang="en-US"/>
              </a:p>
            </p:txBody>
          </p:sp>
          <p:sp>
            <p:nvSpPr>
              <p:cNvPr id="103763" name="Line 1101">
                <a:extLst>
                  <a:ext uri="{FF2B5EF4-FFF2-40B4-BE49-F238E27FC236}">
                    <a16:creationId xmlns:a16="http://schemas.microsoft.com/office/drawing/2014/main" id="{31EC1FAF-9229-6912-EDD4-2AB7196980B9}"/>
                  </a:ext>
                </a:extLst>
              </p:cNvPr>
              <p:cNvSpPr>
                <a:spLocks noChangeShapeType="1"/>
              </p:cNvSpPr>
              <p:nvPr/>
            </p:nvSpPr>
            <p:spPr bwMode="auto">
              <a:xfrm>
                <a:off x="2878" y="2068"/>
                <a:ext cx="72" cy="48"/>
              </a:xfrm>
              <a:prstGeom prst="line">
                <a:avLst/>
              </a:prstGeom>
              <a:grpFill/>
              <a:ln w="12700">
                <a:solidFill>
                  <a:schemeClr val="bg1">
                    <a:lumMod val="65000"/>
                  </a:schemeClr>
                </a:solidFill>
                <a:round/>
                <a:headEnd/>
                <a:tailEnd/>
              </a:ln>
            </p:spPr>
            <p:txBody>
              <a:bodyPr/>
              <a:lstStyle/>
              <a:p>
                <a:endParaRPr lang="en-US"/>
              </a:p>
            </p:txBody>
          </p:sp>
          <p:sp>
            <p:nvSpPr>
              <p:cNvPr id="103764" name="Line 1102">
                <a:extLst>
                  <a:ext uri="{FF2B5EF4-FFF2-40B4-BE49-F238E27FC236}">
                    <a16:creationId xmlns:a16="http://schemas.microsoft.com/office/drawing/2014/main" id="{98E94720-3AF5-6CBF-7B36-95B96402989F}"/>
                  </a:ext>
                </a:extLst>
              </p:cNvPr>
              <p:cNvSpPr>
                <a:spLocks noChangeShapeType="1"/>
              </p:cNvSpPr>
              <p:nvPr/>
            </p:nvSpPr>
            <p:spPr bwMode="auto">
              <a:xfrm>
                <a:off x="2975" y="2132"/>
                <a:ext cx="70" cy="46"/>
              </a:xfrm>
              <a:prstGeom prst="line">
                <a:avLst/>
              </a:prstGeom>
              <a:grpFill/>
              <a:ln w="12700">
                <a:solidFill>
                  <a:schemeClr val="bg1">
                    <a:lumMod val="65000"/>
                  </a:schemeClr>
                </a:solidFill>
                <a:round/>
                <a:headEnd/>
                <a:tailEnd/>
              </a:ln>
            </p:spPr>
            <p:txBody>
              <a:bodyPr/>
              <a:lstStyle/>
              <a:p>
                <a:endParaRPr lang="en-US"/>
              </a:p>
            </p:txBody>
          </p:sp>
          <p:sp>
            <p:nvSpPr>
              <p:cNvPr id="103765" name="Line 1103">
                <a:extLst>
                  <a:ext uri="{FF2B5EF4-FFF2-40B4-BE49-F238E27FC236}">
                    <a16:creationId xmlns:a16="http://schemas.microsoft.com/office/drawing/2014/main" id="{EE7D6A0E-BDCE-AB70-DA46-F8A42C637B12}"/>
                  </a:ext>
                </a:extLst>
              </p:cNvPr>
              <p:cNvSpPr>
                <a:spLocks noChangeShapeType="1"/>
              </p:cNvSpPr>
              <p:nvPr/>
            </p:nvSpPr>
            <p:spPr bwMode="auto">
              <a:xfrm>
                <a:off x="3062" y="2196"/>
                <a:ext cx="71" cy="47"/>
              </a:xfrm>
              <a:prstGeom prst="line">
                <a:avLst/>
              </a:prstGeom>
              <a:grpFill/>
              <a:ln w="12700">
                <a:solidFill>
                  <a:schemeClr val="bg1">
                    <a:lumMod val="65000"/>
                  </a:schemeClr>
                </a:solidFill>
                <a:round/>
                <a:headEnd/>
                <a:tailEnd/>
              </a:ln>
            </p:spPr>
            <p:txBody>
              <a:bodyPr/>
              <a:lstStyle/>
              <a:p>
                <a:endParaRPr lang="en-US"/>
              </a:p>
            </p:txBody>
          </p:sp>
          <p:sp>
            <p:nvSpPr>
              <p:cNvPr id="103766" name="Line 1104">
                <a:extLst>
                  <a:ext uri="{FF2B5EF4-FFF2-40B4-BE49-F238E27FC236}">
                    <a16:creationId xmlns:a16="http://schemas.microsoft.com/office/drawing/2014/main" id="{BCBD08AC-1CA6-2268-E0EB-04024AF438A9}"/>
                  </a:ext>
                </a:extLst>
              </p:cNvPr>
              <p:cNvSpPr>
                <a:spLocks noChangeShapeType="1"/>
              </p:cNvSpPr>
              <p:nvPr/>
            </p:nvSpPr>
            <p:spPr bwMode="auto">
              <a:xfrm>
                <a:off x="3157" y="2251"/>
                <a:ext cx="56" cy="40"/>
              </a:xfrm>
              <a:prstGeom prst="line">
                <a:avLst/>
              </a:prstGeom>
              <a:grpFill/>
              <a:ln w="12700">
                <a:solidFill>
                  <a:schemeClr val="bg1">
                    <a:lumMod val="65000"/>
                  </a:schemeClr>
                </a:solidFill>
                <a:round/>
                <a:headEnd/>
                <a:tailEnd/>
              </a:ln>
            </p:spPr>
            <p:txBody>
              <a:bodyPr/>
              <a:lstStyle/>
              <a:p>
                <a:endParaRPr lang="en-US"/>
              </a:p>
            </p:txBody>
          </p:sp>
        </p:grpSp>
        <p:grpSp>
          <p:nvGrpSpPr>
            <p:cNvPr id="103642" name="Group 1105">
              <a:extLst>
                <a:ext uri="{FF2B5EF4-FFF2-40B4-BE49-F238E27FC236}">
                  <a16:creationId xmlns:a16="http://schemas.microsoft.com/office/drawing/2014/main" id="{A0170B75-FE42-6D4D-9D7D-8D3102EC0BEC}"/>
                </a:ext>
              </a:extLst>
            </p:cNvPr>
            <p:cNvGrpSpPr>
              <a:grpSpLocks/>
            </p:cNvGrpSpPr>
            <p:nvPr/>
          </p:nvGrpSpPr>
          <p:grpSpPr bwMode="auto">
            <a:xfrm>
              <a:off x="2415" y="2387"/>
              <a:ext cx="439" cy="271"/>
              <a:chOff x="2415" y="2387"/>
              <a:chExt cx="439" cy="271"/>
            </a:xfrm>
            <a:grpFill/>
          </p:grpSpPr>
          <p:sp>
            <p:nvSpPr>
              <p:cNvPr id="103757" name="Freeform 1106">
                <a:extLst>
                  <a:ext uri="{FF2B5EF4-FFF2-40B4-BE49-F238E27FC236}">
                    <a16:creationId xmlns:a16="http://schemas.microsoft.com/office/drawing/2014/main" id="{18864933-38E3-CA31-8890-4C28EF3FE9E0}"/>
                  </a:ext>
                </a:extLst>
              </p:cNvPr>
              <p:cNvSpPr>
                <a:spLocks/>
              </p:cNvSpPr>
              <p:nvPr/>
            </p:nvSpPr>
            <p:spPr bwMode="auto">
              <a:xfrm>
                <a:off x="2742" y="2578"/>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 name="T15" fmla="*/ 0 w 112"/>
                  <a:gd name="T16" fmla="*/ 0 h 80"/>
                  <a:gd name="T17" fmla="*/ 112 w 112"/>
                  <a:gd name="T18" fmla="*/ 80 h 80"/>
                </a:gdLst>
                <a:ahLst/>
                <a:cxnLst>
                  <a:cxn ang="T10">
                    <a:pos x="T0" y="T1"/>
                  </a:cxn>
                  <a:cxn ang="T11">
                    <a:pos x="T2" y="T3"/>
                  </a:cxn>
                  <a:cxn ang="T12">
                    <a:pos x="T4" y="T5"/>
                  </a:cxn>
                  <a:cxn ang="T13">
                    <a:pos x="T6" y="T7"/>
                  </a:cxn>
                  <a:cxn ang="T14">
                    <a:pos x="T8" y="T9"/>
                  </a:cxn>
                </a:cxnLst>
                <a:rect l="T15" t="T16" r="T17" b="T18"/>
                <a:pathLst>
                  <a:path w="112" h="80">
                    <a:moveTo>
                      <a:pt x="112" y="80"/>
                    </a:moveTo>
                    <a:lnTo>
                      <a:pt x="0" y="48"/>
                    </a:lnTo>
                    <a:lnTo>
                      <a:pt x="16" y="24"/>
                    </a:lnTo>
                    <a:lnTo>
                      <a:pt x="32" y="0"/>
                    </a:lnTo>
                    <a:lnTo>
                      <a:pt x="112" y="80"/>
                    </a:lnTo>
                    <a:close/>
                  </a:path>
                </a:pathLst>
              </a:custGeom>
              <a:grpFill/>
              <a:ln w="9525">
                <a:solidFill>
                  <a:schemeClr val="bg1">
                    <a:lumMod val="65000"/>
                  </a:schemeClr>
                </a:solidFill>
                <a:round/>
                <a:headEnd/>
                <a:tailEnd/>
              </a:ln>
            </p:spPr>
            <p:txBody>
              <a:bodyPr/>
              <a:lstStyle/>
              <a:p>
                <a:endParaRPr lang="en-US"/>
              </a:p>
            </p:txBody>
          </p:sp>
          <p:sp>
            <p:nvSpPr>
              <p:cNvPr id="103758" name="Line 1107">
                <a:extLst>
                  <a:ext uri="{FF2B5EF4-FFF2-40B4-BE49-F238E27FC236}">
                    <a16:creationId xmlns:a16="http://schemas.microsoft.com/office/drawing/2014/main" id="{1B5CB285-5054-9936-1C50-1FAB7BED990D}"/>
                  </a:ext>
                </a:extLst>
              </p:cNvPr>
              <p:cNvSpPr>
                <a:spLocks noChangeShapeType="1"/>
              </p:cNvSpPr>
              <p:nvPr/>
            </p:nvSpPr>
            <p:spPr bwMode="auto">
              <a:xfrm>
                <a:off x="2415" y="2387"/>
                <a:ext cx="72" cy="48"/>
              </a:xfrm>
              <a:prstGeom prst="line">
                <a:avLst/>
              </a:prstGeom>
              <a:grpFill/>
              <a:ln w="12700">
                <a:solidFill>
                  <a:schemeClr val="bg1">
                    <a:lumMod val="65000"/>
                  </a:schemeClr>
                </a:solidFill>
                <a:round/>
                <a:headEnd/>
                <a:tailEnd/>
              </a:ln>
            </p:spPr>
            <p:txBody>
              <a:bodyPr/>
              <a:lstStyle/>
              <a:p>
                <a:endParaRPr lang="en-US"/>
              </a:p>
            </p:txBody>
          </p:sp>
          <p:sp>
            <p:nvSpPr>
              <p:cNvPr id="103759" name="Line 1108">
                <a:extLst>
                  <a:ext uri="{FF2B5EF4-FFF2-40B4-BE49-F238E27FC236}">
                    <a16:creationId xmlns:a16="http://schemas.microsoft.com/office/drawing/2014/main" id="{A24DCA7E-5B34-FD74-8B45-44485910C20E}"/>
                  </a:ext>
                </a:extLst>
              </p:cNvPr>
              <p:cNvSpPr>
                <a:spLocks noChangeShapeType="1"/>
              </p:cNvSpPr>
              <p:nvPr/>
            </p:nvSpPr>
            <p:spPr bwMode="auto">
              <a:xfrm>
                <a:off x="2512" y="2443"/>
                <a:ext cx="70" cy="46"/>
              </a:xfrm>
              <a:prstGeom prst="line">
                <a:avLst/>
              </a:prstGeom>
              <a:grpFill/>
              <a:ln w="12700">
                <a:solidFill>
                  <a:schemeClr val="bg1">
                    <a:lumMod val="65000"/>
                  </a:schemeClr>
                </a:solidFill>
                <a:round/>
                <a:headEnd/>
                <a:tailEnd/>
              </a:ln>
            </p:spPr>
            <p:txBody>
              <a:bodyPr/>
              <a:lstStyle/>
              <a:p>
                <a:endParaRPr lang="en-US"/>
              </a:p>
            </p:txBody>
          </p:sp>
          <p:sp>
            <p:nvSpPr>
              <p:cNvPr id="103760" name="Line 1109">
                <a:extLst>
                  <a:ext uri="{FF2B5EF4-FFF2-40B4-BE49-F238E27FC236}">
                    <a16:creationId xmlns:a16="http://schemas.microsoft.com/office/drawing/2014/main" id="{F090A5B1-62CB-65A7-A210-5E241D47A864}"/>
                  </a:ext>
                </a:extLst>
              </p:cNvPr>
              <p:cNvSpPr>
                <a:spLocks noChangeShapeType="1"/>
              </p:cNvSpPr>
              <p:nvPr/>
            </p:nvSpPr>
            <p:spPr bwMode="auto">
              <a:xfrm>
                <a:off x="2607" y="2507"/>
                <a:ext cx="71" cy="47"/>
              </a:xfrm>
              <a:prstGeom prst="line">
                <a:avLst/>
              </a:prstGeom>
              <a:grpFill/>
              <a:ln w="12700">
                <a:solidFill>
                  <a:schemeClr val="bg1">
                    <a:lumMod val="65000"/>
                  </a:schemeClr>
                </a:solidFill>
                <a:round/>
                <a:headEnd/>
                <a:tailEnd/>
              </a:ln>
            </p:spPr>
            <p:txBody>
              <a:bodyPr/>
              <a:lstStyle/>
              <a:p>
                <a:endParaRPr lang="en-US"/>
              </a:p>
            </p:txBody>
          </p:sp>
          <p:sp>
            <p:nvSpPr>
              <p:cNvPr id="103761" name="Line 1110">
                <a:extLst>
                  <a:ext uri="{FF2B5EF4-FFF2-40B4-BE49-F238E27FC236}">
                    <a16:creationId xmlns:a16="http://schemas.microsoft.com/office/drawing/2014/main" id="{9B112CCB-0501-9F45-1DCC-19FA333176A4}"/>
                  </a:ext>
                </a:extLst>
              </p:cNvPr>
              <p:cNvSpPr>
                <a:spLocks noChangeShapeType="1"/>
              </p:cNvSpPr>
              <p:nvPr/>
            </p:nvSpPr>
            <p:spPr bwMode="auto">
              <a:xfrm>
                <a:off x="2702" y="2562"/>
                <a:ext cx="56" cy="39"/>
              </a:xfrm>
              <a:prstGeom prst="line">
                <a:avLst/>
              </a:prstGeom>
              <a:grpFill/>
              <a:ln w="12700">
                <a:solidFill>
                  <a:schemeClr val="bg1">
                    <a:lumMod val="65000"/>
                  </a:schemeClr>
                </a:solidFill>
                <a:round/>
                <a:headEnd/>
                <a:tailEnd/>
              </a:ln>
            </p:spPr>
            <p:txBody>
              <a:bodyPr/>
              <a:lstStyle/>
              <a:p>
                <a:endParaRPr lang="en-US"/>
              </a:p>
            </p:txBody>
          </p:sp>
        </p:grpSp>
        <p:grpSp>
          <p:nvGrpSpPr>
            <p:cNvPr id="103643" name="Group 1111">
              <a:extLst>
                <a:ext uri="{FF2B5EF4-FFF2-40B4-BE49-F238E27FC236}">
                  <a16:creationId xmlns:a16="http://schemas.microsoft.com/office/drawing/2014/main" id="{D16D5FD9-F6B3-B966-469C-468281DE7DA2}"/>
                </a:ext>
              </a:extLst>
            </p:cNvPr>
            <p:cNvGrpSpPr>
              <a:grpSpLocks/>
            </p:cNvGrpSpPr>
            <p:nvPr/>
          </p:nvGrpSpPr>
          <p:grpSpPr bwMode="auto">
            <a:xfrm>
              <a:off x="1944" y="2387"/>
              <a:ext cx="439" cy="271"/>
              <a:chOff x="1944" y="2387"/>
              <a:chExt cx="439" cy="271"/>
            </a:xfrm>
            <a:grpFill/>
          </p:grpSpPr>
          <p:sp>
            <p:nvSpPr>
              <p:cNvPr id="103752" name="Freeform 1112">
                <a:extLst>
                  <a:ext uri="{FF2B5EF4-FFF2-40B4-BE49-F238E27FC236}">
                    <a16:creationId xmlns:a16="http://schemas.microsoft.com/office/drawing/2014/main" id="{2D39B2BB-DF31-EE2E-56CF-D2DDA0A1190C}"/>
                  </a:ext>
                </a:extLst>
              </p:cNvPr>
              <p:cNvSpPr>
                <a:spLocks/>
              </p:cNvSpPr>
              <p:nvPr/>
            </p:nvSpPr>
            <p:spPr bwMode="auto">
              <a:xfrm>
                <a:off x="2271" y="2578"/>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 name="T15" fmla="*/ 0 w 112"/>
                  <a:gd name="T16" fmla="*/ 0 h 80"/>
                  <a:gd name="T17" fmla="*/ 112 w 112"/>
                  <a:gd name="T18" fmla="*/ 80 h 80"/>
                </a:gdLst>
                <a:ahLst/>
                <a:cxnLst>
                  <a:cxn ang="T10">
                    <a:pos x="T0" y="T1"/>
                  </a:cxn>
                  <a:cxn ang="T11">
                    <a:pos x="T2" y="T3"/>
                  </a:cxn>
                  <a:cxn ang="T12">
                    <a:pos x="T4" y="T5"/>
                  </a:cxn>
                  <a:cxn ang="T13">
                    <a:pos x="T6" y="T7"/>
                  </a:cxn>
                  <a:cxn ang="T14">
                    <a:pos x="T8" y="T9"/>
                  </a:cxn>
                </a:cxnLst>
                <a:rect l="T15" t="T16" r="T17" b="T18"/>
                <a:pathLst>
                  <a:path w="112" h="80">
                    <a:moveTo>
                      <a:pt x="112" y="80"/>
                    </a:moveTo>
                    <a:lnTo>
                      <a:pt x="0" y="48"/>
                    </a:lnTo>
                    <a:lnTo>
                      <a:pt x="16" y="24"/>
                    </a:lnTo>
                    <a:lnTo>
                      <a:pt x="32" y="0"/>
                    </a:lnTo>
                    <a:lnTo>
                      <a:pt x="112" y="80"/>
                    </a:lnTo>
                    <a:close/>
                  </a:path>
                </a:pathLst>
              </a:custGeom>
              <a:grpFill/>
              <a:ln w="9525">
                <a:solidFill>
                  <a:schemeClr val="bg1">
                    <a:lumMod val="65000"/>
                  </a:schemeClr>
                </a:solidFill>
                <a:round/>
                <a:headEnd/>
                <a:tailEnd/>
              </a:ln>
            </p:spPr>
            <p:txBody>
              <a:bodyPr/>
              <a:lstStyle/>
              <a:p>
                <a:endParaRPr lang="en-US"/>
              </a:p>
            </p:txBody>
          </p:sp>
          <p:sp>
            <p:nvSpPr>
              <p:cNvPr id="103753" name="Line 1113">
                <a:extLst>
                  <a:ext uri="{FF2B5EF4-FFF2-40B4-BE49-F238E27FC236}">
                    <a16:creationId xmlns:a16="http://schemas.microsoft.com/office/drawing/2014/main" id="{854ABD51-15BD-C1DF-1AA7-B3109A5CAC23}"/>
                  </a:ext>
                </a:extLst>
              </p:cNvPr>
              <p:cNvSpPr>
                <a:spLocks noChangeShapeType="1"/>
              </p:cNvSpPr>
              <p:nvPr/>
            </p:nvSpPr>
            <p:spPr bwMode="auto">
              <a:xfrm>
                <a:off x="1944" y="2387"/>
                <a:ext cx="71" cy="47"/>
              </a:xfrm>
              <a:prstGeom prst="line">
                <a:avLst/>
              </a:prstGeom>
              <a:grpFill/>
              <a:ln w="12700">
                <a:solidFill>
                  <a:schemeClr val="bg1">
                    <a:lumMod val="65000"/>
                  </a:schemeClr>
                </a:solidFill>
                <a:round/>
                <a:headEnd/>
                <a:tailEnd/>
              </a:ln>
            </p:spPr>
            <p:txBody>
              <a:bodyPr/>
              <a:lstStyle/>
              <a:p>
                <a:endParaRPr lang="en-US"/>
              </a:p>
            </p:txBody>
          </p:sp>
          <p:sp>
            <p:nvSpPr>
              <p:cNvPr id="103754" name="Line 1114">
                <a:extLst>
                  <a:ext uri="{FF2B5EF4-FFF2-40B4-BE49-F238E27FC236}">
                    <a16:creationId xmlns:a16="http://schemas.microsoft.com/office/drawing/2014/main" id="{F76660B7-EBBC-3429-8966-1D07B856D7F1}"/>
                  </a:ext>
                </a:extLst>
              </p:cNvPr>
              <p:cNvSpPr>
                <a:spLocks noChangeShapeType="1"/>
              </p:cNvSpPr>
              <p:nvPr/>
            </p:nvSpPr>
            <p:spPr bwMode="auto">
              <a:xfrm>
                <a:off x="2040" y="2443"/>
                <a:ext cx="71" cy="47"/>
              </a:xfrm>
              <a:prstGeom prst="line">
                <a:avLst/>
              </a:prstGeom>
              <a:grpFill/>
              <a:ln w="12700">
                <a:solidFill>
                  <a:schemeClr val="bg1">
                    <a:lumMod val="65000"/>
                  </a:schemeClr>
                </a:solidFill>
                <a:round/>
                <a:headEnd/>
                <a:tailEnd/>
              </a:ln>
            </p:spPr>
            <p:txBody>
              <a:bodyPr/>
              <a:lstStyle/>
              <a:p>
                <a:endParaRPr lang="en-US"/>
              </a:p>
            </p:txBody>
          </p:sp>
          <p:sp>
            <p:nvSpPr>
              <p:cNvPr id="103755" name="Line 1115">
                <a:extLst>
                  <a:ext uri="{FF2B5EF4-FFF2-40B4-BE49-F238E27FC236}">
                    <a16:creationId xmlns:a16="http://schemas.microsoft.com/office/drawing/2014/main" id="{6086DB17-CE9E-01CC-0BA1-BCDA1DCC51B6}"/>
                  </a:ext>
                </a:extLst>
              </p:cNvPr>
              <p:cNvSpPr>
                <a:spLocks noChangeShapeType="1"/>
              </p:cNvSpPr>
              <p:nvPr/>
            </p:nvSpPr>
            <p:spPr bwMode="auto">
              <a:xfrm>
                <a:off x="2136" y="2507"/>
                <a:ext cx="71" cy="47"/>
              </a:xfrm>
              <a:prstGeom prst="line">
                <a:avLst/>
              </a:prstGeom>
              <a:grpFill/>
              <a:ln w="12700">
                <a:solidFill>
                  <a:schemeClr val="bg1">
                    <a:lumMod val="65000"/>
                  </a:schemeClr>
                </a:solidFill>
                <a:round/>
                <a:headEnd/>
                <a:tailEnd/>
              </a:ln>
            </p:spPr>
            <p:txBody>
              <a:bodyPr/>
              <a:lstStyle/>
              <a:p>
                <a:endParaRPr lang="en-US"/>
              </a:p>
            </p:txBody>
          </p:sp>
          <p:sp>
            <p:nvSpPr>
              <p:cNvPr id="103756" name="Line 1116">
                <a:extLst>
                  <a:ext uri="{FF2B5EF4-FFF2-40B4-BE49-F238E27FC236}">
                    <a16:creationId xmlns:a16="http://schemas.microsoft.com/office/drawing/2014/main" id="{A4EB35D0-7463-2D8E-E12E-8D47831F010F}"/>
                  </a:ext>
                </a:extLst>
              </p:cNvPr>
              <p:cNvSpPr>
                <a:spLocks noChangeShapeType="1"/>
              </p:cNvSpPr>
              <p:nvPr/>
            </p:nvSpPr>
            <p:spPr bwMode="auto">
              <a:xfrm>
                <a:off x="2231" y="2562"/>
                <a:ext cx="56" cy="39"/>
              </a:xfrm>
              <a:prstGeom prst="line">
                <a:avLst/>
              </a:prstGeom>
              <a:grpFill/>
              <a:ln w="12700">
                <a:solidFill>
                  <a:schemeClr val="bg1">
                    <a:lumMod val="65000"/>
                  </a:schemeClr>
                </a:solidFill>
                <a:round/>
                <a:headEnd/>
                <a:tailEnd/>
              </a:ln>
            </p:spPr>
            <p:txBody>
              <a:bodyPr/>
              <a:lstStyle/>
              <a:p>
                <a:endParaRPr lang="en-US"/>
              </a:p>
            </p:txBody>
          </p:sp>
        </p:grpSp>
        <p:grpSp>
          <p:nvGrpSpPr>
            <p:cNvPr id="103644" name="Group 1117">
              <a:extLst>
                <a:ext uri="{FF2B5EF4-FFF2-40B4-BE49-F238E27FC236}">
                  <a16:creationId xmlns:a16="http://schemas.microsoft.com/office/drawing/2014/main" id="{91D28616-340A-F856-5647-600BDA6CAC69}"/>
                </a:ext>
              </a:extLst>
            </p:cNvPr>
            <p:cNvGrpSpPr>
              <a:grpSpLocks/>
            </p:cNvGrpSpPr>
            <p:nvPr/>
          </p:nvGrpSpPr>
          <p:grpSpPr bwMode="auto">
            <a:xfrm>
              <a:off x="2399" y="3304"/>
              <a:ext cx="447" cy="279"/>
              <a:chOff x="2399" y="3304"/>
              <a:chExt cx="447" cy="279"/>
            </a:xfrm>
            <a:grpFill/>
          </p:grpSpPr>
          <p:sp>
            <p:nvSpPr>
              <p:cNvPr id="103747" name="Freeform 1118">
                <a:extLst>
                  <a:ext uri="{FF2B5EF4-FFF2-40B4-BE49-F238E27FC236}">
                    <a16:creationId xmlns:a16="http://schemas.microsoft.com/office/drawing/2014/main" id="{F1ED93BA-73CC-D0EB-1539-D7B8BA6732AF}"/>
                  </a:ext>
                </a:extLst>
              </p:cNvPr>
              <p:cNvSpPr>
                <a:spLocks/>
              </p:cNvSpPr>
              <p:nvPr/>
            </p:nvSpPr>
            <p:spPr bwMode="auto">
              <a:xfrm>
                <a:off x="2734" y="3504"/>
                <a:ext cx="112" cy="79"/>
              </a:xfrm>
              <a:custGeom>
                <a:avLst/>
                <a:gdLst>
                  <a:gd name="T0" fmla="*/ 112 w 112"/>
                  <a:gd name="T1" fmla="*/ 79 h 79"/>
                  <a:gd name="T2" fmla="*/ 0 w 112"/>
                  <a:gd name="T3" fmla="*/ 47 h 79"/>
                  <a:gd name="T4" fmla="*/ 16 w 112"/>
                  <a:gd name="T5" fmla="*/ 24 h 79"/>
                  <a:gd name="T6" fmla="*/ 32 w 112"/>
                  <a:gd name="T7" fmla="*/ 0 h 79"/>
                  <a:gd name="T8" fmla="*/ 112 w 112"/>
                  <a:gd name="T9" fmla="*/ 79 h 79"/>
                  <a:gd name="T10" fmla="*/ 0 60000 65536"/>
                  <a:gd name="T11" fmla="*/ 0 60000 65536"/>
                  <a:gd name="T12" fmla="*/ 0 60000 65536"/>
                  <a:gd name="T13" fmla="*/ 0 60000 65536"/>
                  <a:gd name="T14" fmla="*/ 0 60000 65536"/>
                  <a:gd name="T15" fmla="*/ 0 w 112"/>
                  <a:gd name="T16" fmla="*/ 0 h 79"/>
                  <a:gd name="T17" fmla="*/ 112 w 112"/>
                  <a:gd name="T18" fmla="*/ 79 h 79"/>
                </a:gdLst>
                <a:ahLst/>
                <a:cxnLst>
                  <a:cxn ang="T10">
                    <a:pos x="T0" y="T1"/>
                  </a:cxn>
                  <a:cxn ang="T11">
                    <a:pos x="T2" y="T3"/>
                  </a:cxn>
                  <a:cxn ang="T12">
                    <a:pos x="T4" y="T5"/>
                  </a:cxn>
                  <a:cxn ang="T13">
                    <a:pos x="T6" y="T7"/>
                  </a:cxn>
                  <a:cxn ang="T14">
                    <a:pos x="T8" y="T9"/>
                  </a:cxn>
                </a:cxnLst>
                <a:rect l="T15" t="T16" r="T17" b="T18"/>
                <a:pathLst>
                  <a:path w="112" h="79">
                    <a:moveTo>
                      <a:pt x="112" y="79"/>
                    </a:moveTo>
                    <a:lnTo>
                      <a:pt x="0" y="47"/>
                    </a:lnTo>
                    <a:lnTo>
                      <a:pt x="16" y="24"/>
                    </a:lnTo>
                    <a:lnTo>
                      <a:pt x="32" y="0"/>
                    </a:lnTo>
                    <a:lnTo>
                      <a:pt x="112" y="79"/>
                    </a:lnTo>
                    <a:close/>
                  </a:path>
                </a:pathLst>
              </a:custGeom>
              <a:grpFill/>
              <a:ln w="9525">
                <a:solidFill>
                  <a:schemeClr val="bg1">
                    <a:lumMod val="65000"/>
                  </a:schemeClr>
                </a:solidFill>
                <a:round/>
                <a:headEnd/>
                <a:tailEnd/>
              </a:ln>
            </p:spPr>
            <p:txBody>
              <a:bodyPr/>
              <a:lstStyle/>
              <a:p>
                <a:endParaRPr lang="en-US"/>
              </a:p>
            </p:txBody>
          </p:sp>
          <p:sp>
            <p:nvSpPr>
              <p:cNvPr id="103748" name="Line 1119">
                <a:extLst>
                  <a:ext uri="{FF2B5EF4-FFF2-40B4-BE49-F238E27FC236}">
                    <a16:creationId xmlns:a16="http://schemas.microsoft.com/office/drawing/2014/main" id="{3AD9F30D-26EB-DB03-A8F2-B82D56AD2761}"/>
                  </a:ext>
                </a:extLst>
              </p:cNvPr>
              <p:cNvSpPr>
                <a:spLocks noChangeShapeType="1"/>
              </p:cNvSpPr>
              <p:nvPr/>
            </p:nvSpPr>
            <p:spPr bwMode="auto">
              <a:xfrm>
                <a:off x="2399" y="3304"/>
                <a:ext cx="72" cy="48"/>
              </a:xfrm>
              <a:prstGeom prst="line">
                <a:avLst/>
              </a:prstGeom>
              <a:grpFill/>
              <a:ln w="12700">
                <a:solidFill>
                  <a:schemeClr val="bg1">
                    <a:lumMod val="65000"/>
                  </a:schemeClr>
                </a:solidFill>
                <a:round/>
                <a:headEnd/>
                <a:tailEnd/>
              </a:ln>
            </p:spPr>
            <p:txBody>
              <a:bodyPr/>
              <a:lstStyle/>
              <a:p>
                <a:endParaRPr lang="en-US"/>
              </a:p>
            </p:txBody>
          </p:sp>
          <p:sp>
            <p:nvSpPr>
              <p:cNvPr id="103749" name="Line 1120">
                <a:extLst>
                  <a:ext uri="{FF2B5EF4-FFF2-40B4-BE49-F238E27FC236}">
                    <a16:creationId xmlns:a16="http://schemas.microsoft.com/office/drawing/2014/main" id="{0E6C3078-8D87-41F0-C884-FC752C116FDC}"/>
                  </a:ext>
                </a:extLst>
              </p:cNvPr>
              <p:cNvSpPr>
                <a:spLocks noChangeShapeType="1"/>
              </p:cNvSpPr>
              <p:nvPr/>
            </p:nvSpPr>
            <p:spPr bwMode="auto">
              <a:xfrm>
                <a:off x="2495" y="3360"/>
                <a:ext cx="71" cy="47"/>
              </a:xfrm>
              <a:prstGeom prst="line">
                <a:avLst/>
              </a:prstGeom>
              <a:grpFill/>
              <a:ln w="12700">
                <a:solidFill>
                  <a:schemeClr val="bg1">
                    <a:lumMod val="65000"/>
                  </a:schemeClr>
                </a:solidFill>
                <a:round/>
                <a:headEnd/>
                <a:tailEnd/>
              </a:ln>
            </p:spPr>
            <p:txBody>
              <a:bodyPr/>
              <a:lstStyle/>
              <a:p>
                <a:endParaRPr lang="en-US"/>
              </a:p>
            </p:txBody>
          </p:sp>
          <p:sp>
            <p:nvSpPr>
              <p:cNvPr id="103750" name="Line 1121">
                <a:extLst>
                  <a:ext uri="{FF2B5EF4-FFF2-40B4-BE49-F238E27FC236}">
                    <a16:creationId xmlns:a16="http://schemas.microsoft.com/office/drawing/2014/main" id="{BC1DDB8F-64D9-A59A-97DE-C831163DCB7D}"/>
                  </a:ext>
                </a:extLst>
              </p:cNvPr>
              <p:cNvSpPr>
                <a:spLocks noChangeShapeType="1"/>
              </p:cNvSpPr>
              <p:nvPr/>
            </p:nvSpPr>
            <p:spPr bwMode="auto">
              <a:xfrm>
                <a:off x="2590" y="3424"/>
                <a:ext cx="72" cy="48"/>
              </a:xfrm>
              <a:prstGeom prst="line">
                <a:avLst/>
              </a:prstGeom>
              <a:grpFill/>
              <a:ln w="12700">
                <a:solidFill>
                  <a:schemeClr val="bg1">
                    <a:lumMod val="65000"/>
                  </a:schemeClr>
                </a:solidFill>
                <a:round/>
                <a:headEnd/>
                <a:tailEnd/>
              </a:ln>
            </p:spPr>
            <p:txBody>
              <a:bodyPr/>
              <a:lstStyle/>
              <a:p>
                <a:endParaRPr lang="en-US"/>
              </a:p>
            </p:txBody>
          </p:sp>
          <p:sp>
            <p:nvSpPr>
              <p:cNvPr id="103751" name="Line 1122">
                <a:extLst>
                  <a:ext uri="{FF2B5EF4-FFF2-40B4-BE49-F238E27FC236}">
                    <a16:creationId xmlns:a16="http://schemas.microsoft.com/office/drawing/2014/main" id="{0177644E-C40E-803B-E96D-577A248095F6}"/>
                  </a:ext>
                </a:extLst>
              </p:cNvPr>
              <p:cNvSpPr>
                <a:spLocks noChangeShapeType="1"/>
              </p:cNvSpPr>
              <p:nvPr/>
            </p:nvSpPr>
            <p:spPr bwMode="auto">
              <a:xfrm>
                <a:off x="2687" y="3480"/>
                <a:ext cx="63" cy="46"/>
              </a:xfrm>
              <a:prstGeom prst="line">
                <a:avLst/>
              </a:prstGeom>
              <a:grpFill/>
              <a:ln w="12700">
                <a:solidFill>
                  <a:schemeClr val="bg1">
                    <a:lumMod val="65000"/>
                  </a:schemeClr>
                </a:solidFill>
                <a:round/>
                <a:headEnd/>
                <a:tailEnd/>
              </a:ln>
            </p:spPr>
            <p:txBody>
              <a:bodyPr/>
              <a:lstStyle/>
              <a:p>
                <a:endParaRPr lang="en-US"/>
              </a:p>
            </p:txBody>
          </p:sp>
        </p:grpSp>
        <p:grpSp>
          <p:nvGrpSpPr>
            <p:cNvPr id="103645" name="Group 1123">
              <a:extLst>
                <a:ext uri="{FF2B5EF4-FFF2-40B4-BE49-F238E27FC236}">
                  <a16:creationId xmlns:a16="http://schemas.microsoft.com/office/drawing/2014/main" id="{72FEE36E-747F-EBE1-D7C4-A2C5119DC0CE}"/>
                </a:ext>
              </a:extLst>
            </p:cNvPr>
            <p:cNvGrpSpPr>
              <a:grpSpLocks/>
            </p:cNvGrpSpPr>
            <p:nvPr/>
          </p:nvGrpSpPr>
          <p:grpSpPr bwMode="auto">
            <a:xfrm>
              <a:off x="1936" y="3304"/>
              <a:ext cx="431" cy="271"/>
              <a:chOff x="1936" y="3304"/>
              <a:chExt cx="431" cy="271"/>
            </a:xfrm>
            <a:grpFill/>
          </p:grpSpPr>
          <p:sp>
            <p:nvSpPr>
              <p:cNvPr id="103742" name="Freeform 1124">
                <a:extLst>
                  <a:ext uri="{FF2B5EF4-FFF2-40B4-BE49-F238E27FC236}">
                    <a16:creationId xmlns:a16="http://schemas.microsoft.com/office/drawing/2014/main" id="{4D97B6F7-63EF-DFF4-D710-48F182824DC1}"/>
                  </a:ext>
                </a:extLst>
              </p:cNvPr>
              <p:cNvSpPr>
                <a:spLocks/>
              </p:cNvSpPr>
              <p:nvPr/>
            </p:nvSpPr>
            <p:spPr bwMode="auto">
              <a:xfrm>
                <a:off x="2255" y="3496"/>
                <a:ext cx="112" cy="79"/>
              </a:xfrm>
              <a:custGeom>
                <a:avLst/>
                <a:gdLst>
                  <a:gd name="T0" fmla="*/ 112 w 112"/>
                  <a:gd name="T1" fmla="*/ 79 h 79"/>
                  <a:gd name="T2" fmla="*/ 0 w 112"/>
                  <a:gd name="T3" fmla="*/ 40 h 79"/>
                  <a:gd name="T4" fmla="*/ 16 w 112"/>
                  <a:gd name="T5" fmla="*/ 16 h 79"/>
                  <a:gd name="T6" fmla="*/ 32 w 112"/>
                  <a:gd name="T7" fmla="*/ 0 h 79"/>
                  <a:gd name="T8" fmla="*/ 112 w 112"/>
                  <a:gd name="T9" fmla="*/ 79 h 79"/>
                  <a:gd name="T10" fmla="*/ 0 60000 65536"/>
                  <a:gd name="T11" fmla="*/ 0 60000 65536"/>
                  <a:gd name="T12" fmla="*/ 0 60000 65536"/>
                  <a:gd name="T13" fmla="*/ 0 60000 65536"/>
                  <a:gd name="T14" fmla="*/ 0 60000 65536"/>
                  <a:gd name="T15" fmla="*/ 0 w 112"/>
                  <a:gd name="T16" fmla="*/ 0 h 79"/>
                  <a:gd name="T17" fmla="*/ 112 w 112"/>
                  <a:gd name="T18" fmla="*/ 79 h 79"/>
                </a:gdLst>
                <a:ahLst/>
                <a:cxnLst>
                  <a:cxn ang="T10">
                    <a:pos x="T0" y="T1"/>
                  </a:cxn>
                  <a:cxn ang="T11">
                    <a:pos x="T2" y="T3"/>
                  </a:cxn>
                  <a:cxn ang="T12">
                    <a:pos x="T4" y="T5"/>
                  </a:cxn>
                  <a:cxn ang="T13">
                    <a:pos x="T6" y="T7"/>
                  </a:cxn>
                  <a:cxn ang="T14">
                    <a:pos x="T8" y="T9"/>
                  </a:cxn>
                </a:cxnLst>
                <a:rect l="T15" t="T16" r="T17" b="T18"/>
                <a:pathLst>
                  <a:path w="112" h="79">
                    <a:moveTo>
                      <a:pt x="112" y="79"/>
                    </a:moveTo>
                    <a:lnTo>
                      <a:pt x="0" y="40"/>
                    </a:lnTo>
                    <a:lnTo>
                      <a:pt x="16" y="16"/>
                    </a:lnTo>
                    <a:lnTo>
                      <a:pt x="32" y="0"/>
                    </a:lnTo>
                    <a:lnTo>
                      <a:pt x="112" y="79"/>
                    </a:lnTo>
                    <a:close/>
                  </a:path>
                </a:pathLst>
              </a:custGeom>
              <a:grpFill/>
              <a:ln w="9525">
                <a:solidFill>
                  <a:schemeClr val="bg1">
                    <a:lumMod val="65000"/>
                  </a:schemeClr>
                </a:solidFill>
                <a:round/>
                <a:headEnd/>
                <a:tailEnd/>
              </a:ln>
            </p:spPr>
            <p:txBody>
              <a:bodyPr/>
              <a:lstStyle/>
              <a:p>
                <a:endParaRPr lang="en-US"/>
              </a:p>
            </p:txBody>
          </p:sp>
          <p:sp>
            <p:nvSpPr>
              <p:cNvPr id="103743" name="Line 1125">
                <a:extLst>
                  <a:ext uri="{FF2B5EF4-FFF2-40B4-BE49-F238E27FC236}">
                    <a16:creationId xmlns:a16="http://schemas.microsoft.com/office/drawing/2014/main" id="{065B7529-8CF5-5924-7489-72E4612D505B}"/>
                  </a:ext>
                </a:extLst>
              </p:cNvPr>
              <p:cNvSpPr>
                <a:spLocks noChangeShapeType="1"/>
              </p:cNvSpPr>
              <p:nvPr/>
            </p:nvSpPr>
            <p:spPr bwMode="auto">
              <a:xfrm>
                <a:off x="1936" y="3304"/>
                <a:ext cx="72" cy="48"/>
              </a:xfrm>
              <a:prstGeom prst="line">
                <a:avLst/>
              </a:prstGeom>
              <a:grpFill/>
              <a:ln w="12700">
                <a:solidFill>
                  <a:schemeClr val="bg1">
                    <a:lumMod val="65000"/>
                  </a:schemeClr>
                </a:solidFill>
                <a:round/>
                <a:headEnd/>
                <a:tailEnd/>
              </a:ln>
            </p:spPr>
            <p:txBody>
              <a:bodyPr/>
              <a:lstStyle/>
              <a:p>
                <a:endParaRPr lang="en-US"/>
              </a:p>
            </p:txBody>
          </p:sp>
          <p:sp>
            <p:nvSpPr>
              <p:cNvPr id="103744" name="Line 1126">
                <a:extLst>
                  <a:ext uri="{FF2B5EF4-FFF2-40B4-BE49-F238E27FC236}">
                    <a16:creationId xmlns:a16="http://schemas.microsoft.com/office/drawing/2014/main" id="{9B690354-996D-250E-EF80-DBFACEDB1BCC}"/>
                  </a:ext>
                </a:extLst>
              </p:cNvPr>
              <p:cNvSpPr>
                <a:spLocks noChangeShapeType="1"/>
              </p:cNvSpPr>
              <p:nvPr/>
            </p:nvSpPr>
            <p:spPr bwMode="auto">
              <a:xfrm>
                <a:off x="2032" y="3360"/>
                <a:ext cx="71" cy="47"/>
              </a:xfrm>
              <a:prstGeom prst="line">
                <a:avLst/>
              </a:prstGeom>
              <a:grpFill/>
              <a:ln w="12700">
                <a:solidFill>
                  <a:schemeClr val="bg1">
                    <a:lumMod val="65000"/>
                  </a:schemeClr>
                </a:solidFill>
                <a:round/>
                <a:headEnd/>
                <a:tailEnd/>
              </a:ln>
            </p:spPr>
            <p:txBody>
              <a:bodyPr/>
              <a:lstStyle/>
              <a:p>
                <a:endParaRPr lang="en-US"/>
              </a:p>
            </p:txBody>
          </p:sp>
          <p:sp>
            <p:nvSpPr>
              <p:cNvPr id="103745" name="Line 1127">
                <a:extLst>
                  <a:ext uri="{FF2B5EF4-FFF2-40B4-BE49-F238E27FC236}">
                    <a16:creationId xmlns:a16="http://schemas.microsoft.com/office/drawing/2014/main" id="{A210F5AF-6C2C-08BB-35D4-812DFCEA1BB4}"/>
                  </a:ext>
                </a:extLst>
              </p:cNvPr>
              <p:cNvSpPr>
                <a:spLocks noChangeShapeType="1"/>
              </p:cNvSpPr>
              <p:nvPr/>
            </p:nvSpPr>
            <p:spPr bwMode="auto">
              <a:xfrm>
                <a:off x="2127" y="3424"/>
                <a:ext cx="72" cy="48"/>
              </a:xfrm>
              <a:prstGeom prst="line">
                <a:avLst/>
              </a:prstGeom>
              <a:grpFill/>
              <a:ln w="12700">
                <a:solidFill>
                  <a:schemeClr val="bg1">
                    <a:lumMod val="65000"/>
                  </a:schemeClr>
                </a:solidFill>
                <a:round/>
                <a:headEnd/>
                <a:tailEnd/>
              </a:ln>
            </p:spPr>
            <p:txBody>
              <a:bodyPr/>
              <a:lstStyle/>
              <a:p>
                <a:endParaRPr lang="en-US"/>
              </a:p>
            </p:txBody>
          </p:sp>
          <p:sp>
            <p:nvSpPr>
              <p:cNvPr id="103746" name="Line 1128">
                <a:extLst>
                  <a:ext uri="{FF2B5EF4-FFF2-40B4-BE49-F238E27FC236}">
                    <a16:creationId xmlns:a16="http://schemas.microsoft.com/office/drawing/2014/main" id="{C1DF8E56-6172-45BF-1E35-6EE186AE005E}"/>
                  </a:ext>
                </a:extLst>
              </p:cNvPr>
              <p:cNvSpPr>
                <a:spLocks noChangeShapeType="1"/>
              </p:cNvSpPr>
              <p:nvPr/>
            </p:nvSpPr>
            <p:spPr bwMode="auto">
              <a:xfrm>
                <a:off x="2224" y="3480"/>
                <a:ext cx="47" cy="31"/>
              </a:xfrm>
              <a:prstGeom prst="line">
                <a:avLst/>
              </a:prstGeom>
              <a:grpFill/>
              <a:ln w="12700">
                <a:solidFill>
                  <a:schemeClr val="bg1">
                    <a:lumMod val="65000"/>
                  </a:schemeClr>
                </a:solidFill>
                <a:round/>
                <a:headEnd/>
                <a:tailEnd/>
              </a:ln>
            </p:spPr>
            <p:txBody>
              <a:bodyPr/>
              <a:lstStyle/>
              <a:p>
                <a:endParaRPr lang="en-US"/>
              </a:p>
            </p:txBody>
          </p:sp>
        </p:grpSp>
        <p:grpSp>
          <p:nvGrpSpPr>
            <p:cNvPr id="103646" name="Group 1129">
              <a:extLst>
                <a:ext uri="{FF2B5EF4-FFF2-40B4-BE49-F238E27FC236}">
                  <a16:creationId xmlns:a16="http://schemas.microsoft.com/office/drawing/2014/main" id="{04A9FA91-0D2D-964F-EC00-1C1F0BF3A7F1}"/>
                </a:ext>
              </a:extLst>
            </p:cNvPr>
            <p:cNvGrpSpPr>
              <a:grpSpLocks/>
            </p:cNvGrpSpPr>
            <p:nvPr/>
          </p:nvGrpSpPr>
          <p:grpSpPr bwMode="auto">
            <a:xfrm>
              <a:off x="2400" y="3304"/>
              <a:ext cx="414" cy="279"/>
              <a:chOff x="2400" y="3304"/>
              <a:chExt cx="414" cy="279"/>
            </a:xfrm>
            <a:grpFill/>
          </p:grpSpPr>
          <p:sp>
            <p:nvSpPr>
              <p:cNvPr id="103737" name="Freeform 1130">
                <a:extLst>
                  <a:ext uri="{FF2B5EF4-FFF2-40B4-BE49-F238E27FC236}">
                    <a16:creationId xmlns:a16="http://schemas.microsoft.com/office/drawing/2014/main" id="{5C041175-FE2F-7B4A-4C44-6094B5E03056}"/>
                  </a:ext>
                </a:extLst>
              </p:cNvPr>
              <p:cNvSpPr>
                <a:spLocks/>
              </p:cNvSpPr>
              <p:nvPr/>
            </p:nvSpPr>
            <p:spPr bwMode="auto">
              <a:xfrm>
                <a:off x="2702" y="3304"/>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32" y="88"/>
                    </a:lnTo>
                    <a:lnTo>
                      <a:pt x="16" y="64"/>
                    </a:lnTo>
                    <a:lnTo>
                      <a:pt x="0" y="40"/>
                    </a:lnTo>
                    <a:lnTo>
                      <a:pt x="112" y="0"/>
                    </a:lnTo>
                    <a:close/>
                  </a:path>
                </a:pathLst>
              </a:custGeom>
              <a:grpFill/>
              <a:ln w="9525">
                <a:solidFill>
                  <a:schemeClr val="bg1">
                    <a:lumMod val="65000"/>
                  </a:schemeClr>
                </a:solidFill>
                <a:round/>
                <a:headEnd/>
                <a:tailEnd/>
              </a:ln>
            </p:spPr>
            <p:txBody>
              <a:bodyPr/>
              <a:lstStyle/>
              <a:p>
                <a:endParaRPr lang="en-US"/>
              </a:p>
            </p:txBody>
          </p:sp>
          <p:sp>
            <p:nvSpPr>
              <p:cNvPr id="103738" name="Line 1131">
                <a:extLst>
                  <a:ext uri="{FF2B5EF4-FFF2-40B4-BE49-F238E27FC236}">
                    <a16:creationId xmlns:a16="http://schemas.microsoft.com/office/drawing/2014/main" id="{9B8295E6-2A31-50F8-2465-251D12E9C8AF}"/>
                  </a:ext>
                </a:extLst>
              </p:cNvPr>
              <p:cNvSpPr>
                <a:spLocks noChangeShapeType="1"/>
              </p:cNvSpPr>
              <p:nvPr/>
            </p:nvSpPr>
            <p:spPr bwMode="auto">
              <a:xfrm flipV="1">
                <a:off x="2400" y="3536"/>
                <a:ext cx="71" cy="47"/>
              </a:xfrm>
              <a:prstGeom prst="line">
                <a:avLst/>
              </a:prstGeom>
              <a:grpFill/>
              <a:ln w="12700">
                <a:solidFill>
                  <a:schemeClr val="bg1">
                    <a:lumMod val="65000"/>
                  </a:schemeClr>
                </a:solidFill>
                <a:round/>
                <a:headEnd/>
                <a:tailEnd/>
              </a:ln>
            </p:spPr>
            <p:txBody>
              <a:bodyPr/>
              <a:lstStyle/>
              <a:p>
                <a:endParaRPr lang="en-US"/>
              </a:p>
            </p:txBody>
          </p:sp>
          <p:sp>
            <p:nvSpPr>
              <p:cNvPr id="103739" name="Line 1132">
                <a:extLst>
                  <a:ext uri="{FF2B5EF4-FFF2-40B4-BE49-F238E27FC236}">
                    <a16:creationId xmlns:a16="http://schemas.microsoft.com/office/drawing/2014/main" id="{B1406323-C84C-7185-7343-59EE43128275}"/>
                  </a:ext>
                </a:extLst>
              </p:cNvPr>
              <p:cNvSpPr>
                <a:spLocks noChangeShapeType="1"/>
              </p:cNvSpPr>
              <p:nvPr/>
            </p:nvSpPr>
            <p:spPr bwMode="auto">
              <a:xfrm flipV="1">
                <a:off x="2495" y="3473"/>
                <a:ext cx="71" cy="47"/>
              </a:xfrm>
              <a:prstGeom prst="line">
                <a:avLst/>
              </a:prstGeom>
              <a:grpFill/>
              <a:ln w="12700">
                <a:solidFill>
                  <a:schemeClr val="bg1">
                    <a:lumMod val="65000"/>
                  </a:schemeClr>
                </a:solidFill>
                <a:round/>
                <a:headEnd/>
                <a:tailEnd/>
              </a:ln>
            </p:spPr>
            <p:txBody>
              <a:bodyPr/>
              <a:lstStyle/>
              <a:p>
                <a:endParaRPr lang="en-US"/>
              </a:p>
            </p:txBody>
          </p:sp>
          <p:sp>
            <p:nvSpPr>
              <p:cNvPr id="103740" name="Line 1133">
                <a:extLst>
                  <a:ext uri="{FF2B5EF4-FFF2-40B4-BE49-F238E27FC236}">
                    <a16:creationId xmlns:a16="http://schemas.microsoft.com/office/drawing/2014/main" id="{87A6E7C7-0BE5-E6F3-1E8D-6A92083BE63C}"/>
                  </a:ext>
                </a:extLst>
              </p:cNvPr>
              <p:cNvSpPr>
                <a:spLocks noChangeShapeType="1"/>
              </p:cNvSpPr>
              <p:nvPr/>
            </p:nvSpPr>
            <p:spPr bwMode="auto">
              <a:xfrm flipV="1">
                <a:off x="2583" y="3409"/>
                <a:ext cx="71" cy="47"/>
              </a:xfrm>
              <a:prstGeom prst="line">
                <a:avLst/>
              </a:prstGeom>
              <a:grpFill/>
              <a:ln w="12700">
                <a:solidFill>
                  <a:schemeClr val="bg1">
                    <a:lumMod val="65000"/>
                  </a:schemeClr>
                </a:solidFill>
                <a:round/>
                <a:headEnd/>
                <a:tailEnd/>
              </a:ln>
            </p:spPr>
            <p:txBody>
              <a:bodyPr/>
              <a:lstStyle/>
              <a:p>
                <a:endParaRPr lang="en-US"/>
              </a:p>
            </p:txBody>
          </p:sp>
          <p:sp>
            <p:nvSpPr>
              <p:cNvPr id="103741" name="Line 1134">
                <a:extLst>
                  <a:ext uri="{FF2B5EF4-FFF2-40B4-BE49-F238E27FC236}">
                    <a16:creationId xmlns:a16="http://schemas.microsoft.com/office/drawing/2014/main" id="{659ADC60-3056-D6DB-746A-7D7836D816B7}"/>
                  </a:ext>
                </a:extLst>
              </p:cNvPr>
              <p:cNvSpPr>
                <a:spLocks noChangeShapeType="1"/>
              </p:cNvSpPr>
              <p:nvPr/>
            </p:nvSpPr>
            <p:spPr bwMode="auto">
              <a:xfrm flipV="1">
                <a:off x="2678" y="3368"/>
                <a:ext cx="40" cy="32"/>
              </a:xfrm>
              <a:prstGeom prst="line">
                <a:avLst/>
              </a:prstGeom>
              <a:grpFill/>
              <a:ln w="12700">
                <a:solidFill>
                  <a:schemeClr val="bg1">
                    <a:lumMod val="65000"/>
                  </a:schemeClr>
                </a:solidFill>
                <a:round/>
                <a:headEnd/>
                <a:tailEnd/>
              </a:ln>
            </p:spPr>
            <p:txBody>
              <a:bodyPr/>
              <a:lstStyle/>
              <a:p>
                <a:endParaRPr lang="en-US"/>
              </a:p>
            </p:txBody>
          </p:sp>
        </p:grpSp>
        <p:grpSp>
          <p:nvGrpSpPr>
            <p:cNvPr id="103647" name="Group 1135">
              <a:extLst>
                <a:ext uri="{FF2B5EF4-FFF2-40B4-BE49-F238E27FC236}">
                  <a16:creationId xmlns:a16="http://schemas.microsoft.com/office/drawing/2014/main" id="{095E371F-0E03-B130-C457-A80928A66084}"/>
                </a:ext>
              </a:extLst>
            </p:cNvPr>
            <p:cNvGrpSpPr>
              <a:grpSpLocks/>
            </p:cNvGrpSpPr>
            <p:nvPr/>
          </p:nvGrpSpPr>
          <p:grpSpPr bwMode="auto">
            <a:xfrm>
              <a:off x="2400" y="3001"/>
              <a:ext cx="422" cy="271"/>
              <a:chOff x="2400" y="3001"/>
              <a:chExt cx="422" cy="271"/>
            </a:xfrm>
            <a:grpFill/>
          </p:grpSpPr>
          <p:sp>
            <p:nvSpPr>
              <p:cNvPr id="103732" name="Freeform 1136">
                <a:extLst>
                  <a:ext uri="{FF2B5EF4-FFF2-40B4-BE49-F238E27FC236}">
                    <a16:creationId xmlns:a16="http://schemas.microsoft.com/office/drawing/2014/main" id="{C7960B16-BD34-EC3F-A60A-5C74348073C6}"/>
                  </a:ext>
                </a:extLst>
              </p:cNvPr>
              <p:cNvSpPr>
                <a:spLocks/>
              </p:cNvSpPr>
              <p:nvPr/>
            </p:nvSpPr>
            <p:spPr bwMode="auto">
              <a:xfrm>
                <a:off x="2710" y="3001"/>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32" y="88"/>
                    </a:lnTo>
                    <a:lnTo>
                      <a:pt x="16" y="64"/>
                    </a:lnTo>
                    <a:lnTo>
                      <a:pt x="0" y="40"/>
                    </a:lnTo>
                    <a:lnTo>
                      <a:pt x="112" y="0"/>
                    </a:lnTo>
                    <a:close/>
                  </a:path>
                </a:pathLst>
              </a:custGeom>
              <a:grpFill/>
              <a:ln w="9525">
                <a:solidFill>
                  <a:schemeClr val="bg1">
                    <a:lumMod val="65000"/>
                  </a:schemeClr>
                </a:solidFill>
                <a:round/>
                <a:headEnd/>
                <a:tailEnd/>
              </a:ln>
            </p:spPr>
            <p:txBody>
              <a:bodyPr/>
              <a:lstStyle/>
              <a:p>
                <a:endParaRPr lang="en-US"/>
              </a:p>
            </p:txBody>
          </p:sp>
          <p:sp>
            <p:nvSpPr>
              <p:cNvPr id="103733" name="Line 1137">
                <a:extLst>
                  <a:ext uri="{FF2B5EF4-FFF2-40B4-BE49-F238E27FC236}">
                    <a16:creationId xmlns:a16="http://schemas.microsoft.com/office/drawing/2014/main" id="{8E7C91A5-536C-0290-9763-D7942C533CAC}"/>
                  </a:ext>
                </a:extLst>
              </p:cNvPr>
              <p:cNvSpPr>
                <a:spLocks noChangeShapeType="1"/>
              </p:cNvSpPr>
              <p:nvPr/>
            </p:nvSpPr>
            <p:spPr bwMode="auto">
              <a:xfrm flipV="1">
                <a:off x="2400" y="3225"/>
                <a:ext cx="71" cy="47"/>
              </a:xfrm>
              <a:prstGeom prst="line">
                <a:avLst/>
              </a:prstGeom>
              <a:grpFill/>
              <a:ln w="12700">
                <a:solidFill>
                  <a:schemeClr val="bg1">
                    <a:lumMod val="65000"/>
                  </a:schemeClr>
                </a:solidFill>
                <a:round/>
                <a:headEnd/>
                <a:tailEnd/>
              </a:ln>
            </p:spPr>
            <p:txBody>
              <a:bodyPr/>
              <a:lstStyle/>
              <a:p>
                <a:endParaRPr lang="en-US"/>
              </a:p>
            </p:txBody>
          </p:sp>
          <p:sp>
            <p:nvSpPr>
              <p:cNvPr id="103734" name="Line 1138">
                <a:extLst>
                  <a:ext uri="{FF2B5EF4-FFF2-40B4-BE49-F238E27FC236}">
                    <a16:creationId xmlns:a16="http://schemas.microsoft.com/office/drawing/2014/main" id="{85524011-3574-5431-F326-1942775076F4}"/>
                  </a:ext>
                </a:extLst>
              </p:cNvPr>
              <p:cNvSpPr>
                <a:spLocks noChangeShapeType="1"/>
              </p:cNvSpPr>
              <p:nvPr/>
            </p:nvSpPr>
            <p:spPr bwMode="auto">
              <a:xfrm flipV="1">
                <a:off x="2496" y="3170"/>
                <a:ext cx="70" cy="38"/>
              </a:xfrm>
              <a:prstGeom prst="line">
                <a:avLst/>
              </a:prstGeom>
              <a:grpFill/>
              <a:ln w="12700">
                <a:solidFill>
                  <a:schemeClr val="bg1">
                    <a:lumMod val="65000"/>
                  </a:schemeClr>
                </a:solidFill>
                <a:round/>
                <a:headEnd/>
                <a:tailEnd/>
              </a:ln>
            </p:spPr>
            <p:txBody>
              <a:bodyPr/>
              <a:lstStyle/>
              <a:p>
                <a:endParaRPr lang="en-US"/>
              </a:p>
            </p:txBody>
          </p:sp>
          <p:sp>
            <p:nvSpPr>
              <p:cNvPr id="103735" name="Line 1139">
                <a:extLst>
                  <a:ext uri="{FF2B5EF4-FFF2-40B4-BE49-F238E27FC236}">
                    <a16:creationId xmlns:a16="http://schemas.microsoft.com/office/drawing/2014/main" id="{CB066076-489B-748B-F8C1-BC4164CC7919}"/>
                  </a:ext>
                </a:extLst>
              </p:cNvPr>
              <p:cNvSpPr>
                <a:spLocks noChangeShapeType="1"/>
              </p:cNvSpPr>
              <p:nvPr/>
            </p:nvSpPr>
            <p:spPr bwMode="auto">
              <a:xfrm flipV="1">
                <a:off x="2590" y="3105"/>
                <a:ext cx="72" cy="48"/>
              </a:xfrm>
              <a:prstGeom prst="line">
                <a:avLst/>
              </a:prstGeom>
              <a:grpFill/>
              <a:ln w="12700">
                <a:solidFill>
                  <a:schemeClr val="bg1">
                    <a:lumMod val="65000"/>
                  </a:schemeClr>
                </a:solidFill>
                <a:round/>
                <a:headEnd/>
                <a:tailEnd/>
              </a:ln>
            </p:spPr>
            <p:txBody>
              <a:bodyPr/>
              <a:lstStyle/>
              <a:p>
                <a:endParaRPr lang="en-US"/>
              </a:p>
            </p:txBody>
          </p:sp>
          <p:sp>
            <p:nvSpPr>
              <p:cNvPr id="103736" name="Line 1140">
                <a:extLst>
                  <a:ext uri="{FF2B5EF4-FFF2-40B4-BE49-F238E27FC236}">
                    <a16:creationId xmlns:a16="http://schemas.microsoft.com/office/drawing/2014/main" id="{F6C41DDE-A7EE-2692-7FBD-651BE14B69D4}"/>
                  </a:ext>
                </a:extLst>
              </p:cNvPr>
              <p:cNvSpPr>
                <a:spLocks noChangeShapeType="1"/>
              </p:cNvSpPr>
              <p:nvPr/>
            </p:nvSpPr>
            <p:spPr bwMode="auto">
              <a:xfrm flipV="1">
                <a:off x="2678" y="3065"/>
                <a:ext cx="48" cy="24"/>
              </a:xfrm>
              <a:prstGeom prst="line">
                <a:avLst/>
              </a:prstGeom>
              <a:grpFill/>
              <a:ln w="12700">
                <a:solidFill>
                  <a:schemeClr val="bg1">
                    <a:lumMod val="65000"/>
                  </a:schemeClr>
                </a:solidFill>
                <a:round/>
                <a:headEnd/>
                <a:tailEnd/>
              </a:ln>
            </p:spPr>
            <p:txBody>
              <a:bodyPr/>
              <a:lstStyle/>
              <a:p>
                <a:endParaRPr lang="en-US"/>
              </a:p>
            </p:txBody>
          </p:sp>
        </p:grpSp>
        <p:grpSp>
          <p:nvGrpSpPr>
            <p:cNvPr id="103648" name="Group 1141">
              <a:extLst>
                <a:ext uri="{FF2B5EF4-FFF2-40B4-BE49-F238E27FC236}">
                  <a16:creationId xmlns:a16="http://schemas.microsoft.com/office/drawing/2014/main" id="{03BF55F6-78A3-73A3-7892-BBC914EB7073}"/>
                </a:ext>
              </a:extLst>
            </p:cNvPr>
            <p:cNvGrpSpPr>
              <a:grpSpLocks/>
            </p:cNvGrpSpPr>
            <p:nvPr/>
          </p:nvGrpSpPr>
          <p:grpSpPr bwMode="auto">
            <a:xfrm>
              <a:off x="3318" y="3001"/>
              <a:ext cx="422" cy="271"/>
              <a:chOff x="3318" y="3001"/>
              <a:chExt cx="422" cy="271"/>
            </a:xfrm>
            <a:grpFill/>
          </p:grpSpPr>
          <p:sp>
            <p:nvSpPr>
              <p:cNvPr id="103727" name="Freeform 1142">
                <a:extLst>
                  <a:ext uri="{FF2B5EF4-FFF2-40B4-BE49-F238E27FC236}">
                    <a16:creationId xmlns:a16="http://schemas.microsoft.com/office/drawing/2014/main" id="{ABF9B5DA-A3F8-C863-E9AD-4345EF137580}"/>
                  </a:ext>
                </a:extLst>
              </p:cNvPr>
              <p:cNvSpPr>
                <a:spLocks/>
              </p:cNvSpPr>
              <p:nvPr/>
            </p:nvSpPr>
            <p:spPr bwMode="auto">
              <a:xfrm>
                <a:off x="3628" y="3001"/>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32" y="88"/>
                    </a:lnTo>
                    <a:lnTo>
                      <a:pt x="16" y="64"/>
                    </a:lnTo>
                    <a:lnTo>
                      <a:pt x="0" y="40"/>
                    </a:lnTo>
                    <a:lnTo>
                      <a:pt x="112" y="0"/>
                    </a:lnTo>
                    <a:close/>
                  </a:path>
                </a:pathLst>
              </a:custGeom>
              <a:grpFill/>
              <a:ln w="9525">
                <a:solidFill>
                  <a:schemeClr val="bg1">
                    <a:lumMod val="65000"/>
                  </a:schemeClr>
                </a:solidFill>
                <a:round/>
                <a:headEnd/>
                <a:tailEnd/>
              </a:ln>
            </p:spPr>
            <p:txBody>
              <a:bodyPr/>
              <a:lstStyle/>
              <a:p>
                <a:endParaRPr lang="en-US"/>
              </a:p>
            </p:txBody>
          </p:sp>
          <p:sp>
            <p:nvSpPr>
              <p:cNvPr id="103728" name="Line 1143">
                <a:extLst>
                  <a:ext uri="{FF2B5EF4-FFF2-40B4-BE49-F238E27FC236}">
                    <a16:creationId xmlns:a16="http://schemas.microsoft.com/office/drawing/2014/main" id="{851D4B29-3E44-2A3D-24C3-C4563EA4C026}"/>
                  </a:ext>
                </a:extLst>
              </p:cNvPr>
              <p:cNvSpPr>
                <a:spLocks noChangeShapeType="1"/>
              </p:cNvSpPr>
              <p:nvPr/>
            </p:nvSpPr>
            <p:spPr bwMode="auto">
              <a:xfrm flipV="1">
                <a:off x="3318" y="3225"/>
                <a:ext cx="71" cy="47"/>
              </a:xfrm>
              <a:prstGeom prst="line">
                <a:avLst/>
              </a:prstGeom>
              <a:grpFill/>
              <a:ln w="12700">
                <a:solidFill>
                  <a:schemeClr val="bg1">
                    <a:lumMod val="65000"/>
                  </a:schemeClr>
                </a:solidFill>
                <a:round/>
                <a:headEnd/>
                <a:tailEnd/>
              </a:ln>
            </p:spPr>
            <p:txBody>
              <a:bodyPr/>
              <a:lstStyle/>
              <a:p>
                <a:endParaRPr lang="en-US"/>
              </a:p>
            </p:txBody>
          </p:sp>
          <p:sp>
            <p:nvSpPr>
              <p:cNvPr id="103729" name="Line 1144">
                <a:extLst>
                  <a:ext uri="{FF2B5EF4-FFF2-40B4-BE49-F238E27FC236}">
                    <a16:creationId xmlns:a16="http://schemas.microsoft.com/office/drawing/2014/main" id="{FCA909A1-CAC7-1B2A-AFC3-AECDA058265D}"/>
                  </a:ext>
                </a:extLst>
              </p:cNvPr>
              <p:cNvSpPr>
                <a:spLocks noChangeShapeType="1"/>
              </p:cNvSpPr>
              <p:nvPr/>
            </p:nvSpPr>
            <p:spPr bwMode="auto">
              <a:xfrm flipV="1">
                <a:off x="3414" y="3169"/>
                <a:ext cx="71" cy="39"/>
              </a:xfrm>
              <a:prstGeom prst="line">
                <a:avLst/>
              </a:prstGeom>
              <a:grpFill/>
              <a:ln w="12700">
                <a:solidFill>
                  <a:schemeClr val="bg1">
                    <a:lumMod val="65000"/>
                  </a:schemeClr>
                </a:solidFill>
                <a:round/>
                <a:headEnd/>
                <a:tailEnd/>
              </a:ln>
            </p:spPr>
            <p:txBody>
              <a:bodyPr/>
              <a:lstStyle/>
              <a:p>
                <a:endParaRPr lang="en-US"/>
              </a:p>
            </p:txBody>
          </p:sp>
          <p:sp>
            <p:nvSpPr>
              <p:cNvPr id="103730" name="Line 1145">
                <a:extLst>
                  <a:ext uri="{FF2B5EF4-FFF2-40B4-BE49-F238E27FC236}">
                    <a16:creationId xmlns:a16="http://schemas.microsoft.com/office/drawing/2014/main" id="{8F3279B1-C5B7-3DE1-9FF6-DCD415D397A6}"/>
                  </a:ext>
                </a:extLst>
              </p:cNvPr>
              <p:cNvSpPr>
                <a:spLocks noChangeShapeType="1"/>
              </p:cNvSpPr>
              <p:nvPr/>
            </p:nvSpPr>
            <p:spPr bwMode="auto">
              <a:xfrm flipV="1">
                <a:off x="3509" y="3106"/>
                <a:ext cx="71" cy="47"/>
              </a:xfrm>
              <a:prstGeom prst="line">
                <a:avLst/>
              </a:prstGeom>
              <a:grpFill/>
              <a:ln w="12700">
                <a:solidFill>
                  <a:schemeClr val="bg1">
                    <a:lumMod val="65000"/>
                  </a:schemeClr>
                </a:solidFill>
                <a:round/>
                <a:headEnd/>
                <a:tailEnd/>
              </a:ln>
            </p:spPr>
            <p:txBody>
              <a:bodyPr/>
              <a:lstStyle/>
              <a:p>
                <a:endParaRPr lang="en-US"/>
              </a:p>
            </p:txBody>
          </p:sp>
          <p:sp>
            <p:nvSpPr>
              <p:cNvPr id="103731" name="Line 1146">
                <a:extLst>
                  <a:ext uri="{FF2B5EF4-FFF2-40B4-BE49-F238E27FC236}">
                    <a16:creationId xmlns:a16="http://schemas.microsoft.com/office/drawing/2014/main" id="{2715D488-8093-9E76-CAEC-B5D38EE93137}"/>
                  </a:ext>
                </a:extLst>
              </p:cNvPr>
              <p:cNvSpPr>
                <a:spLocks noChangeShapeType="1"/>
              </p:cNvSpPr>
              <p:nvPr/>
            </p:nvSpPr>
            <p:spPr bwMode="auto">
              <a:xfrm flipV="1">
                <a:off x="3596" y="3065"/>
                <a:ext cx="48" cy="24"/>
              </a:xfrm>
              <a:prstGeom prst="line">
                <a:avLst/>
              </a:prstGeom>
              <a:grpFill/>
              <a:ln w="12700">
                <a:solidFill>
                  <a:schemeClr val="bg1">
                    <a:lumMod val="65000"/>
                  </a:schemeClr>
                </a:solidFill>
                <a:round/>
                <a:headEnd/>
                <a:tailEnd/>
              </a:ln>
            </p:spPr>
            <p:txBody>
              <a:bodyPr/>
              <a:lstStyle/>
              <a:p>
                <a:endParaRPr lang="en-US"/>
              </a:p>
            </p:txBody>
          </p:sp>
        </p:grpSp>
        <p:grpSp>
          <p:nvGrpSpPr>
            <p:cNvPr id="103649" name="Group 1147">
              <a:extLst>
                <a:ext uri="{FF2B5EF4-FFF2-40B4-BE49-F238E27FC236}">
                  <a16:creationId xmlns:a16="http://schemas.microsoft.com/office/drawing/2014/main" id="{B9D3DFA1-4B73-74A9-B6C0-B3B670C88759}"/>
                </a:ext>
              </a:extLst>
            </p:cNvPr>
            <p:cNvGrpSpPr>
              <a:grpSpLocks/>
            </p:cNvGrpSpPr>
            <p:nvPr/>
          </p:nvGrpSpPr>
          <p:grpSpPr bwMode="auto">
            <a:xfrm>
              <a:off x="3325" y="2076"/>
              <a:ext cx="439" cy="271"/>
              <a:chOff x="3325" y="2076"/>
              <a:chExt cx="439" cy="271"/>
            </a:xfrm>
            <a:grpFill/>
          </p:grpSpPr>
          <p:sp>
            <p:nvSpPr>
              <p:cNvPr id="103722" name="Freeform 1148">
                <a:extLst>
                  <a:ext uri="{FF2B5EF4-FFF2-40B4-BE49-F238E27FC236}">
                    <a16:creationId xmlns:a16="http://schemas.microsoft.com/office/drawing/2014/main" id="{06CFD959-C8A8-5DA6-3D4A-3AC59562F2BF}"/>
                  </a:ext>
                </a:extLst>
              </p:cNvPr>
              <p:cNvSpPr>
                <a:spLocks/>
              </p:cNvSpPr>
              <p:nvPr/>
            </p:nvSpPr>
            <p:spPr bwMode="auto">
              <a:xfrm>
                <a:off x="3652" y="2267"/>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 name="T15" fmla="*/ 0 w 112"/>
                  <a:gd name="T16" fmla="*/ 0 h 80"/>
                  <a:gd name="T17" fmla="*/ 112 w 112"/>
                  <a:gd name="T18" fmla="*/ 80 h 80"/>
                </a:gdLst>
                <a:ahLst/>
                <a:cxnLst>
                  <a:cxn ang="T10">
                    <a:pos x="T0" y="T1"/>
                  </a:cxn>
                  <a:cxn ang="T11">
                    <a:pos x="T2" y="T3"/>
                  </a:cxn>
                  <a:cxn ang="T12">
                    <a:pos x="T4" y="T5"/>
                  </a:cxn>
                  <a:cxn ang="T13">
                    <a:pos x="T6" y="T7"/>
                  </a:cxn>
                  <a:cxn ang="T14">
                    <a:pos x="T8" y="T9"/>
                  </a:cxn>
                </a:cxnLst>
                <a:rect l="T15" t="T16" r="T17" b="T18"/>
                <a:pathLst>
                  <a:path w="112" h="80">
                    <a:moveTo>
                      <a:pt x="112" y="80"/>
                    </a:moveTo>
                    <a:lnTo>
                      <a:pt x="0" y="48"/>
                    </a:lnTo>
                    <a:lnTo>
                      <a:pt x="16" y="24"/>
                    </a:lnTo>
                    <a:lnTo>
                      <a:pt x="32" y="0"/>
                    </a:lnTo>
                    <a:lnTo>
                      <a:pt x="112" y="80"/>
                    </a:lnTo>
                    <a:close/>
                  </a:path>
                </a:pathLst>
              </a:custGeom>
              <a:grpFill/>
              <a:ln w="9525">
                <a:solidFill>
                  <a:schemeClr val="bg1">
                    <a:lumMod val="65000"/>
                  </a:schemeClr>
                </a:solidFill>
                <a:round/>
                <a:headEnd/>
                <a:tailEnd/>
              </a:ln>
            </p:spPr>
            <p:txBody>
              <a:bodyPr/>
              <a:lstStyle/>
              <a:p>
                <a:endParaRPr lang="en-US"/>
              </a:p>
            </p:txBody>
          </p:sp>
          <p:sp>
            <p:nvSpPr>
              <p:cNvPr id="103723" name="Line 1149">
                <a:extLst>
                  <a:ext uri="{FF2B5EF4-FFF2-40B4-BE49-F238E27FC236}">
                    <a16:creationId xmlns:a16="http://schemas.microsoft.com/office/drawing/2014/main" id="{2439706E-540F-6E77-ABFB-44D857573551}"/>
                  </a:ext>
                </a:extLst>
              </p:cNvPr>
              <p:cNvSpPr>
                <a:spLocks noChangeShapeType="1"/>
              </p:cNvSpPr>
              <p:nvPr/>
            </p:nvSpPr>
            <p:spPr bwMode="auto">
              <a:xfrm>
                <a:off x="3325" y="2076"/>
                <a:ext cx="72" cy="48"/>
              </a:xfrm>
              <a:prstGeom prst="line">
                <a:avLst/>
              </a:prstGeom>
              <a:grpFill/>
              <a:ln w="12700">
                <a:solidFill>
                  <a:schemeClr val="bg1">
                    <a:lumMod val="65000"/>
                  </a:schemeClr>
                </a:solidFill>
                <a:round/>
                <a:headEnd/>
                <a:tailEnd/>
              </a:ln>
            </p:spPr>
            <p:txBody>
              <a:bodyPr/>
              <a:lstStyle/>
              <a:p>
                <a:endParaRPr lang="en-US"/>
              </a:p>
            </p:txBody>
          </p:sp>
          <p:sp>
            <p:nvSpPr>
              <p:cNvPr id="103724" name="Line 1150">
                <a:extLst>
                  <a:ext uri="{FF2B5EF4-FFF2-40B4-BE49-F238E27FC236}">
                    <a16:creationId xmlns:a16="http://schemas.microsoft.com/office/drawing/2014/main" id="{3B53571D-C74D-C9DF-A93F-456CF0B0E1AE}"/>
                  </a:ext>
                </a:extLst>
              </p:cNvPr>
              <p:cNvSpPr>
                <a:spLocks noChangeShapeType="1"/>
              </p:cNvSpPr>
              <p:nvPr/>
            </p:nvSpPr>
            <p:spPr bwMode="auto">
              <a:xfrm>
                <a:off x="3422" y="2132"/>
                <a:ext cx="71" cy="47"/>
              </a:xfrm>
              <a:prstGeom prst="line">
                <a:avLst/>
              </a:prstGeom>
              <a:grpFill/>
              <a:ln w="12700">
                <a:solidFill>
                  <a:schemeClr val="bg1">
                    <a:lumMod val="65000"/>
                  </a:schemeClr>
                </a:solidFill>
                <a:round/>
                <a:headEnd/>
                <a:tailEnd/>
              </a:ln>
            </p:spPr>
            <p:txBody>
              <a:bodyPr/>
              <a:lstStyle/>
              <a:p>
                <a:endParaRPr lang="en-US"/>
              </a:p>
            </p:txBody>
          </p:sp>
          <p:sp>
            <p:nvSpPr>
              <p:cNvPr id="103725" name="Line 1151">
                <a:extLst>
                  <a:ext uri="{FF2B5EF4-FFF2-40B4-BE49-F238E27FC236}">
                    <a16:creationId xmlns:a16="http://schemas.microsoft.com/office/drawing/2014/main" id="{99A49332-97DC-2E9D-89B8-59EBF56898D4}"/>
                  </a:ext>
                </a:extLst>
              </p:cNvPr>
              <p:cNvSpPr>
                <a:spLocks noChangeShapeType="1"/>
              </p:cNvSpPr>
              <p:nvPr/>
            </p:nvSpPr>
            <p:spPr bwMode="auto">
              <a:xfrm>
                <a:off x="3517" y="2196"/>
                <a:ext cx="71" cy="47"/>
              </a:xfrm>
              <a:prstGeom prst="line">
                <a:avLst/>
              </a:prstGeom>
              <a:grpFill/>
              <a:ln w="12700">
                <a:solidFill>
                  <a:schemeClr val="bg1">
                    <a:lumMod val="65000"/>
                  </a:schemeClr>
                </a:solidFill>
                <a:round/>
                <a:headEnd/>
                <a:tailEnd/>
              </a:ln>
            </p:spPr>
            <p:txBody>
              <a:bodyPr/>
              <a:lstStyle/>
              <a:p>
                <a:endParaRPr lang="en-US"/>
              </a:p>
            </p:txBody>
          </p:sp>
          <p:sp>
            <p:nvSpPr>
              <p:cNvPr id="103726" name="Line 1152">
                <a:extLst>
                  <a:ext uri="{FF2B5EF4-FFF2-40B4-BE49-F238E27FC236}">
                    <a16:creationId xmlns:a16="http://schemas.microsoft.com/office/drawing/2014/main" id="{6DDA7B79-E3C1-359B-B783-F3A1AF862F4D}"/>
                  </a:ext>
                </a:extLst>
              </p:cNvPr>
              <p:cNvSpPr>
                <a:spLocks noChangeShapeType="1"/>
              </p:cNvSpPr>
              <p:nvPr/>
            </p:nvSpPr>
            <p:spPr bwMode="auto">
              <a:xfrm>
                <a:off x="3612" y="2251"/>
                <a:ext cx="56" cy="40"/>
              </a:xfrm>
              <a:prstGeom prst="line">
                <a:avLst/>
              </a:prstGeom>
              <a:grpFill/>
              <a:ln w="12700">
                <a:solidFill>
                  <a:schemeClr val="bg1">
                    <a:lumMod val="65000"/>
                  </a:schemeClr>
                </a:solidFill>
                <a:round/>
                <a:headEnd/>
                <a:tailEnd/>
              </a:ln>
            </p:spPr>
            <p:txBody>
              <a:bodyPr/>
              <a:lstStyle/>
              <a:p>
                <a:endParaRPr lang="en-US"/>
              </a:p>
            </p:txBody>
          </p:sp>
        </p:grpSp>
        <p:grpSp>
          <p:nvGrpSpPr>
            <p:cNvPr id="103650" name="Group 1153">
              <a:extLst>
                <a:ext uri="{FF2B5EF4-FFF2-40B4-BE49-F238E27FC236}">
                  <a16:creationId xmlns:a16="http://schemas.microsoft.com/office/drawing/2014/main" id="{4BDC1B09-3E12-4DC7-4A5D-1A18EA7BF55F}"/>
                </a:ext>
              </a:extLst>
            </p:cNvPr>
            <p:cNvGrpSpPr>
              <a:grpSpLocks/>
            </p:cNvGrpSpPr>
            <p:nvPr/>
          </p:nvGrpSpPr>
          <p:grpSpPr bwMode="auto">
            <a:xfrm>
              <a:off x="3788" y="2068"/>
              <a:ext cx="431" cy="287"/>
              <a:chOff x="3788" y="2068"/>
              <a:chExt cx="431" cy="287"/>
            </a:xfrm>
            <a:grpFill/>
          </p:grpSpPr>
          <p:sp>
            <p:nvSpPr>
              <p:cNvPr id="103717" name="Freeform 1154">
                <a:extLst>
                  <a:ext uri="{FF2B5EF4-FFF2-40B4-BE49-F238E27FC236}">
                    <a16:creationId xmlns:a16="http://schemas.microsoft.com/office/drawing/2014/main" id="{480E1609-92F8-4C80-36F7-DCF6EEA9DB42}"/>
                  </a:ext>
                </a:extLst>
              </p:cNvPr>
              <p:cNvSpPr>
                <a:spLocks/>
              </p:cNvSpPr>
              <p:nvPr/>
            </p:nvSpPr>
            <p:spPr bwMode="auto">
              <a:xfrm>
                <a:off x="4107" y="2267"/>
                <a:ext cx="112" cy="88"/>
              </a:xfrm>
              <a:custGeom>
                <a:avLst/>
                <a:gdLst>
                  <a:gd name="T0" fmla="*/ 112 w 112"/>
                  <a:gd name="T1" fmla="*/ 88 h 88"/>
                  <a:gd name="T2" fmla="*/ 0 w 112"/>
                  <a:gd name="T3" fmla="*/ 48 h 88"/>
                  <a:gd name="T4" fmla="*/ 16 w 112"/>
                  <a:gd name="T5" fmla="*/ 24 h 88"/>
                  <a:gd name="T6" fmla="*/ 32 w 112"/>
                  <a:gd name="T7" fmla="*/ 0 h 88"/>
                  <a:gd name="T8" fmla="*/ 112 w 112"/>
                  <a:gd name="T9" fmla="*/ 88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88"/>
                    </a:moveTo>
                    <a:lnTo>
                      <a:pt x="0" y="48"/>
                    </a:lnTo>
                    <a:lnTo>
                      <a:pt x="16" y="24"/>
                    </a:lnTo>
                    <a:lnTo>
                      <a:pt x="32" y="0"/>
                    </a:lnTo>
                    <a:lnTo>
                      <a:pt x="112" y="88"/>
                    </a:lnTo>
                    <a:close/>
                  </a:path>
                </a:pathLst>
              </a:custGeom>
              <a:grpFill/>
              <a:ln w="9525">
                <a:solidFill>
                  <a:schemeClr val="bg1">
                    <a:lumMod val="65000"/>
                  </a:schemeClr>
                </a:solidFill>
                <a:round/>
                <a:headEnd/>
                <a:tailEnd/>
              </a:ln>
            </p:spPr>
            <p:txBody>
              <a:bodyPr/>
              <a:lstStyle/>
              <a:p>
                <a:endParaRPr lang="en-US"/>
              </a:p>
            </p:txBody>
          </p:sp>
          <p:sp>
            <p:nvSpPr>
              <p:cNvPr id="103718" name="Line 1155">
                <a:extLst>
                  <a:ext uri="{FF2B5EF4-FFF2-40B4-BE49-F238E27FC236}">
                    <a16:creationId xmlns:a16="http://schemas.microsoft.com/office/drawing/2014/main" id="{2DE64DD5-F306-6F13-F24D-129BF0F83F54}"/>
                  </a:ext>
                </a:extLst>
              </p:cNvPr>
              <p:cNvSpPr>
                <a:spLocks noChangeShapeType="1"/>
              </p:cNvSpPr>
              <p:nvPr/>
            </p:nvSpPr>
            <p:spPr bwMode="auto">
              <a:xfrm>
                <a:off x="3788" y="2068"/>
                <a:ext cx="72" cy="48"/>
              </a:xfrm>
              <a:prstGeom prst="line">
                <a:avLst/>
              </a:prstGeom>
              <a:grpFill/>
              <a:ln w="12700">
                <a:solidFill>
                  <a:schemeClr val="bg1">
                    <a:lumMod val="65000"/>
                  </a:schemeClr>
                </a:solidFill>
                <a:round/>
                <a:headEnd/>
                <a:tailEnd/>
              </a:ln>
            </p:spPr>
            <p:txBody>
              <a:bodyPr/>
              <a:lstStyle/>
              <a:p>
                <a:endParaRPr lang="en-US"/>
              </a:p>
            </p:txBody>
          </p:sp>
          <p:sp>
            <p:nvSpPr>
              <p:cNvPr id="103719" name="Line 1156">
                <a:extLst>
                  <a:ext uri="{FF2B5EF4-FFF2-40B4-BE49-F238E27FC236}">
                    <a16:creationId xmlns:a16="http://schemas.microsoft.com/office/drawing/2014/main" id="{5958DF86-E4CE-0052-EB19-34909D829282}"/>
                  </a:ext>
                </a:extLst>
              </p:cNvPr>
              <p:cNvSpPr>
                <a:spLocks noChangeShapeType="1"/>
              </p:cNvSpPr>
              <p:nvPr/>
            </p:nvSpPr>
            <p:spPr bwMode="auto">
              <a:xfrm>
                <a:off x="3885" y="2132"/>
                <a:ext cx="71" cy="47"/>
              </a:xfrm>
              <a:prstGeom prst="line">
                <a:avLst/>
              </a:prstGeom>
              <a:grpFill/>
              <a:ln w="12700">
                <a:solidFill>
                  <a:schemeClr val="bg1">
                    <a:lumMod val="65000"/>
                  </a:schemeClr>
                </a:solidFill>
                <a:round/>
                <a:headEnd/>
                <a:tailEnd/>
              </a:ln>
            </p:spPr>
            <p:txBody>
              <a:bodyPr/>
              <a:lstStyle/>
              <a:p>
                <a:endParaRPr lang="en-US"/>
              </a:p>
            </p:txBody>
          </p:sp>
          <p:sp>
            <p:nvSpPr>
              <p:cNvPr id="103720" name="Line 1157">
                <a:extLst>
                  <a:ext uri="{FF2B5EF4-FFF2-40B4-BE49-F238E27FC236}">
                    <a16:creationId xmlns:a16="http://schemas.microsoft.com/office/drawing/2014/main" id="{D55B458E-1462-6888-CA17-5F22AF684934}"/>
                  </a:ext>
                </a:extLst>
              </p:cNvPr>
              <p:cNvSpPr>
                <a:spLocks noChangeShapeType="1"/>
              </p:cNvSpPr>
              <p:nvPr/>
            </p:nvSpPr>
            <p:spPr bwMode="auto">
              <a:xfrm>
                <a:off x="3973" y="2196"/>
                <a:ext cx="70" cy="46"/>
              </a:xfrm>
              <a:prstGeom prst="line">
                <a:avLst/>
              </a:prstGeom>
              <a:grpFill/>
              <a:ln w="12700">
                <a:solidFill>
                  <a:schemeClr val="bg1">
                    <a:lumMod val="65000"/>
                  </a:schemeClr>
                </a:solidFill>
                <a:round/>
                <a:headEnd/>
                <a:tailEnd/>
              </a:ln>
            </p:spPr>
            <p:txBody>
              <a:bodyPr/>
              <a:lstStyle/>
              <a:p>
                <a:endParaRPr lang="en-US"/>
              </a:p>
            </p:txBody>
          </p:sp>
          <p:sp>
            <p:nvSpPr>
              <p:cNvPr id="103721" name="Line 1158">
                <a:extLst>
                  <a:ext uri="{FF2B5EF4-FFF2-40B4-BE49-F238E27FC236}">
                    <a16:creationId xmlns:a16="http://schemas.microsoft.com/office/drawing/2014/main" id="{E55A0C96-F648-A925-5C90-8F4EECDF31B1}"/>
                  </a:ext>
                </a:extLst>
              </p:cNvPr>
              <p:cNvSpPr>
                <a:spLocks noChangeShapeType="1"/>
              </p:cNvSpPr>
              <p:nvPr/>
            </p:nvSpPr>
            <p:spPr bwMode="auto">
              <a:xfrm>
                <a:off x="4067" y="2251"/>
                <a:ext cx="56" cy="40"/>
              </a:xfrm>
              <a:prstGeom prst="line">
                <a:avLst/>
              </a:prstGeom>
              <a:grpFill/>
              <a:ln w="12700">
                <a:solidFill>
                  <a:schemeClr val="bg1">
                    <a:lumMod val="65000"/>
                  </a:schemeClr>
                </a:solidFill>
                <a:round/>
                <a:headEnd/>
                <a:tailEnd/>
              </a:ln>
            </p:spPr>
            <p:txBody>
              <a:bodyPr/>
              <a:lstStyle/>
              <a:p>
                <a:endParaRPr lang="en-US"/>
              </a:p>
            </p:txBody>
          </p:sp>
        </p:grpSp>
        <p:grpSp>
          <p:nvGrpSpPr>
            <p:cNvPr id="103651" name="Group 1159">
              <a:extLst>
                <a:ext uri="{FF2B5EF4-FFF2-40B4-BE49-F238E27FC236}">
                  <a16:creationId xmlns:a16="http://schemas.microsoft.com/office/drawing/2014/main" id="{5C47F57C-10C5-C44B-2B48-B4EEEF8EB6B7}"/>
                </a:ext>
              </a:extLst>
            </p:cNvPr>
            <p:cNvGrpSpPr>
              <a:grpSpLocks/>
            </p:cNvGrpSpPr>
            <p:nvPr/>
          </p:nvGrpSpPr>
          <p:grpSpPr bwMode="auto">
            <a:xfrm>
              <a:off x="4251" y="2084"/>
              <a:ext cx="431" cy="263"/>
              <a:chOff x="4251" y="2084"/>
              <a:chExt cx="431" cy="263"/>
            </a:xfrm>
            <a:grpFill/>
          </p:grpSpPr>
          <p:sp>
            <p:nvSpPr>
              <p:cNvPr id="103712" name="Freeform 1160">
                <a:extLst>
                  <a:ext uri="{FF2B5EF4-FFF2-40B4-BE49-F238E27FC236}">
                    <a16:creationId xmlns:a16="http://schemas.microsoft.com/office/drawing/2014/main" id="{EF35806C-0C33-2550-962B-AB2FBBFA7177}"/>
                  </a:ext>
                </a:extLst>
              </p:cNvPr>
              <p:cNvSpPr>
                <a:spLocks/>
              </p:cNvSpPr>
              <p:nvPr/>
            </p:nvSpPr>
            <p:spPr bwMode="auto">
              <a:xfrm>
                <a:off x="4570" y="2267"/>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 name="T15" fmla="*/ 0 w 112"/>
                  <a:gd name="T16" fmla="*/ 0 h 80"/>
                  <a:gd name="T17" fmla="*/ 112 w 112"/>
                  <a:gd name="T18" fmla="*/ 80 h 80"/>
                </a:gdLst>
                <a:ahLst/>
                <a:cxnLst>
                  <a:cxn ang="T10">
                    <a:pos x="T0" y="T1"/>
                  </a:cxn>
                  <a:cxn ang="T11">
                    <a:pos x="T2" y="T3"/>
                  </a:cxn>
                  <a:cxn ang="T12">
                    <a:pos x="T4" y="T5"/>
                  </a:cxn>
                  <a:cxn ang="T13">
                    <a:pos x="T6" y="T7"/>
                  </a:cxn>
                  <a:cxn ang="T14">
                    <a:pos x="T8" y="T9"/>
                  </a:cxn>
                </a:cxnLst>
                <a:rect l="T15" t="T16" r="T17" b="T18"/>
                <a:pathLst>
                  <a:path w="112" h="80">
                    <a:moveTo>
                      <a:pt x="112" y="80"/>
                    </a:moveTo>
                    <a:lnTo>
                      <a:pt x="0" y="48"/>
                    </a:lnTo>
                    <a:lnTo>
                      <a:pt x="16" y="24"/>
                    </a:lnTo>
                    <a:lnTo>
                      <a:pt x="32" y="0"/>
                    </a:lnTo>
                    <a:lnTo>
                      <a:pt x="112" y="80"/>
                    </a:lnTo>
                    <a:close/>
                  </a:path>
                </a:pathLst>
              </a:custGeom>
              <a:grpFill/>
              <a:ln w="9525">
                <a:solidFill>
                  <a:schemeClr val="bg1">
                    <a:lumMod val="65000"/>
                  </a:schemeClr>
                </a:solidFill>
                <a:round/>
                <a:headEnd/>
                <a:tailEnd/>
              </a:ln>
            </p:spPr>
            <p:txBody>
              <a:bodyPr/>
              <a:lstStyle/>
              <a:p>
                <a:endParaRPr lang="en-US"/>
              </a:p>
            </p:txBody>
          </p:sp>
          <p:sp>
            <p:nvSpPr>
              <p:cNvPr id="103713" name="Line 1161">
                <a:extLst>
                  <a:ext uri="{FF2B5EF4-FFF2-40B4-BE49-F238E27FC236}">
                    <a16:creationId xmlns:a16="http://schemas.microsoft.com/office/drawing/2014/main" id="{C3B332D9-9982-9A51-96C7-E1746737BD2D}"/>
                  </a:ext>
                </a:extLst>
              </p:cNvPr>
              <p:cNvSpPr>
                <a:spLocks noChangeShapeType="1"/>
              </p:cNvSpPr>
              <p:nvPr/>
            </p:nvSpPr>
            <p:spPr bwMode="auto">
              <a:xfrm>
                <a:off x="4251" y="2084"/>
                <a:ext cx="72" cy="48"/>
              </a:xfrm>
              <a:prstGeom prst="line">
                <a:avLst/>
              </a:prstGeom>
              <a:grpFill/>
              <a:ln w="12700">
                <a:solidFill>
                  <a:schemeClr val="bg1">
                    <a:lumMod val="65000"/>
                  </a:schemeClr>
                </a:solidFill>
                <a:round/>
                <a:headEnd/>
                <a:tailEnd/>
              </a:ln>
            </p:spPr>
            <p:txBody>
              <a:bodyPr/>
              <a:lstStyle/>
              <a:p>
                <a:endParaRPr lang="en-US"/>
              </a:p>
            </p:txBody>
          </p:sp>
          <p:sp>
            <p:nvSpPr>
              <p:cNvPr id="103714" name="Line 1162">
                <a:extLst>
                  <a:ext uri="{FF2B5EF4-FFF2-40B4-BE49-F238E27FC236}">
                    <a16:creationId xmlns:a16="http://schemas.microsoft.com/office/drawing/2014/main" id="{4796B0BA-A8D8-D5E9-653F-A4FE9028476F}"/>
                  </a:ext>
                </a:extLst>
              </p:cNvPr>
              <p:cNvSpPr>
                <a:spLocks noChangeShapeType="1"/>
              </p:cNvSpPr>
              <p:nvPr/>
            </p:nvSpPr>
            <p:spPr bwMode="auto">
              <a:xfrm>
                <a:off x="4348" y="2140"/>
                <a:ext cx="71" cy="47"/>
              </a:xfrm>
              <a:prstGeom prst="line">
                <a:avLst/>
              </a:prstGeom>
              <a:grpFill/>
              <a:ln w="12700">
                <a:solidFill>
                  <a:schemeClr val="bg1">
                    <a:lumMod val="65000"/>
                  </a:schemeClr>
                </a:solidFill>
                <a:round/>
                <a:headEnd/>
                <a:tailEnd/>
              </a:ln>
            </p:spPr>
            <p:txBody>
              <a:bodyPr/>
              <a:lstStyle/>
              <a:p>
                <a:endParaRPr lang="en-US"/>
              </a:p>
            </p:txBody>
          </p:sp>
          <p:sp>
            <p:nvSpPr>
              <p:cNvPr id="103715" name="Line 1163">
                <a:extLst>
                  <a:ext uri="{FF2B5EF4-FFF2-40B4-BE49-F238E27FC236}">
                    <a16:creationId xmlns:a16="http://schemas.microsoft.com/office/drawing/2014/main" id="{774B2B3A-A9B4-BCA2-D5DC-74C090321529}"/>
                  </a:ext>
                </a:extLst>
              </p:cNvPr>
              <p:cNvSpPr>
                <a:spLocks noChangeShapeType="1"/>
              </p:cNvSpPr>
              <p:nvPr/>
            </p:nvSpPr>
            <p:spPr bwMode="auto">
              <a:xfrm>
                <a:off x="4443" y="2203"/>
                <a:ext cx="71" cy="39"/>
              </a:xfrm>
              <a:prstGeom prst="line">
                <a:avLst/>
              </a:prstGeom>
              <a:grpFill/>
              <a:ln w="12700">
                <a:solidFill>
                  <a:schemeClr val="bg1">
                    <a:lumMod val="65000"/>
                  </a:schemeClr>
                </a:solidFill>
                <a:round/>
                <a:headEnd/>
                <a:tailEnd/>
              </a:ln>
            </p:spPr>
            <p:txBody>
              <a:bodyPr/>
              <a:lstStyle/>
              <a:p>
                <a:endParaRPr lang="en-US"/>
              </a:p>
            </p:txBody>
          </p:sp>
          <p:sp>
            <p:nvSpPr>
              <p:cNvPr id="103716" name="Line 1164">
                <a:extLst>
                  <a:ext uri="{FF2B5EF4-FFF2-40B4-BE49-F238E27FC236}">
                    <a16:creationId xmlns:a16="http://schemas.microsoft.com/office/drawing/2014/main" id="{E4CD4C04-A99F-9D6D-CA15-A27E5EF48D8D}"/>
                  </a:ext>
                </a:extLst>
              </p:cNvPr>
              <p:cNvSpPr>
                <a:spLocks noChangeShapeType="1"/>
              </p:cNvSpPr>
              <p:nvPr/>
            </p:nvSpPr>
            <p:spPr bwMode="auto">
              <a:xfrm>
                <a:off x="4539" y="2259"/>
                <a:ext cx="47" cy="31"/>
              </a:xfrm>
              <a:prstGeom prst="line">
                <a:avLst/>
              </a:prstGeom>
              <a:grpFill/>
              <a:ln w="12700">
                <a:solidFill>
                  <a:schemeClr val="bg1">
                    <a:lumMod val="65000"/>
                  </a:schemeClr>
                </a:solidFill>
                <a:round/>
                <a:headEnd/>
                <a:tailEnd/>
              </a:ln>
            </p:spPr>
            <p:txBody>
              <a:bodyPr/>
              <a:lstStyle/>
              <a:p>
                <a:endParaRPr lang="en-US"/>
              </a:p>
            </p:txBody>
          </p:sp>
        </p:grpSp>
        <p:grpSp>
          <p:nvGrpSpPr>
            <p:cNvPr id="103652" name="Group 1165">
              <a:extLst>
                <a:ext uri="{FF2B5EF4-FFF2-40B4-BE49-F238E27FC236}">
                  <a16:creationId xmlns:a16="http://schemas.microsoft.com/office/drawing/2014/main" id="{BAC9521E-3DFF-8C0D-4031-FA7CA3F75290}"/>
                </a:ext>
              </a:extLst>
            </p:cNvPr>
            <p:cNvGrpSpPr>
              <a:grpSpLocks/>
            </p:cNvGrpSpPr>
            <p:nvPr/>
          </p:nvGrpSpPr>
          <p:grpSpPr bwMode="auto">
            <a:xfrm>
              <a:off x="4236" y="3001"/>
              <a:ext cx="430" cy="279"/>
              <a:chOff x="4236" y="3001"/>
              <a:chExt cx="430" cy="279"/>
            </a:xfrm>
            <a:grpFill/>
          </p:grpSpPr>
          <p:sp>
            <p:nvSpPr>
              <p:cNvPr id="103707" name="Freeform 1166">
                <a:extLst>
                  <a:ext uri="{FF2B5EF4-FFF2-40B4-BE49-F238E27FC236}">
                    <a16:creationId xmlns:a16="http://schemas.microsoft.com/office/drawing/2014/main" id="{48950CFA-35C3-4694-CEE1-0E65A263F70E}"/>
                  </a:ext>
                </a:extLst>
              </p:cNvPr>
              <p:cNvSpPr>
                <a:spLocks/>
              </p:cNvSpPr>
              <p:nvPr/>
            </p:nvSpPr>
            <p:spPr bwMode="auto">
              <a:xfrm>
                <a:off x="4554" y="3001"/>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32" y="88"/>
                    </a:lnTo>
                    <a:lnTo>
                      <a:pt x="16" y="64"/>
                    </a:lnTo>
                    <a:lnTo>
                      <a:pt x="0" y="40"/>
                    </a:lnTo>
                    <a:lnTo>
                      <a:pt x="112" y="0"/>
                    </a:lnTo>
                    <a:close/>
                  </a:path>
                </a:pathLst>
              </a:custGeom>
              <a:grpFill/>
              <a:ln w="9525">
                <a:solidFill>
                  <a:schemeClr val="bg1">
                    <a:lumMod val="65000"/>
                  </a:schemeClr>
                </a:solidFill>
                <a:round/>
                <a:headEnd/>
                <a:tailEnd/>
              </a:ln>
            </p:spPr>
            <p:txBody>
              <a:bodyPr/>
              <a:lstStyle/>
              <a:p>
                <a:endParaRPr lang="en-US"/>
              </a:p>
            </p:txBody>
          </p:sp>
          <p:sp>
            <p:nvSpPr>
              <p:cNvPr id="103708" name="Line 1167">
                <a:extLst>
                  <a:ext uri="{FF2B5EF4-FFF2-40B4-BE49-F238E27FC236}">
                    <a16:creationId xmlns:a16="http://schemas.microsoft.com/office/drawing/2014/main" id="{9E604BBB-6F99-9EFA-0F27-047B66FC54E7}"/>
                  </a:ext>
                </a:extLst>
              </p:cNvPr>
              <p:cNvSpPr>
                <a:spLocks noChangeShapeType="1"/>
              </p:cNvSpPr>
              <p:nvPr/>
            </p:nvSpPr>
            <p:spPr bwMode="auto">
              <a:xfrm flipV="1">
                <a:off x="4236" y="3233"/>
                <a:ext cx="71" cy="47"/>
              </a:xfrm>
              <a:prstGeom prst="line">
                <a:avLst/>
              </a:prstGeom>
              <a:grpFill/>
              <a:ln w="12700">
                <a:solidFill>
                  <a:schemeClr val="bg1">
                    <a:lumMod val="65000"/>
                  </a:schemeClr>
                </a:solidFill>
                <a:round/>
                <a:headEnd/>
                <a:tailEnd/>
              </a:ln>
            </p:spPr>
            <p:txBody>
              <a:bodyPr/>
              <a:lstStyle/>
              <a:p>
                <a:endParaRPr lang="en-US"/>
              </a:p>
            </p:txBody>
          </p:sp>
          <p:sp>
            <p:nvSpPr>
              <p:cNvPr id="103709" name="Line 1168">
                <a:extLst>
                  <a:ext uri="{FF2B5EF4-FFF2-40B4-BE49-F238E27FC236}">
                    <a16:creationId xmlns:a16="http://schemas.microsoft.com/office/drawing/2014/main" id="{93AA4813-E530-5EDB-869D-C05B22F7700C}"/>
                  </a:ext>
                </a:extLst>
              </p:cNvPr>
              <p:cNvSpPr>
                <a:spLocks noChangeShapeType="1"/>
              </p:cNvSpPr>
              <p:nvPr/>
            </p:nvSpPr>
            <p:spPr bwMode="auto">
              <a:xfrm flipV="1">
                <a:off x="4332" y="3169"/>
                <a:ext cx="71" cy="47"/>
              </a:xfrm>
              <a:prstGeom prst="line">
                <a:avLst/>
              </a:prstGeom>
              <a:grpFill/>
              <a:ln w="12700">
                <a:solidFill>
                  <a:schemeClr val="bg1">
                    <a:lumMod val="65000"/>
                  </a:schemeClr>
                </a:solidFill>
                <a:round/>
                <a:headEnd/>
                <a:tailEnd/>
              </a:ln>
            </p:spPr>
            <p:txBody>
              <a:bodyPr/>
              <a:lstStyle/>
              <a:p>
                <a:endParaRPr lang="en-US"/>
              </a:p>
            </p:txBody>
          </p:sp>
          <p:sp>
            <p:nvSpPr>
              <p:cNvPr id="103710" name="Line 1169">
                <a:extLst>
                  <a:ext uri="{FF2B5EF4-FFF2-40B4-BE49-F238E27FC236}">
                    <a16:creationId xmlns:a16="http://schemas.microsoft.com/office/drawing/2014/main" id="{38B8E6B1-98B1-765D-B17C-3A06360006E8}"/>
                  </a:ext>
                </a:extLst>
              </p:cNvPr>
              <p:cNvSpPr>
                <a:spLocks noChangeShapeType="1"/>
              </p:cNvSpPr>
              <p:nvPr/>
            </p:nvSpPr>
            <p:spPr bwMode="auto">
              <a:xfrm flipV="1">
                <a:off x="4419" y="3114"/>
                <a:ext cx="80" cy="47"/>
              </a:xfrm>
              <a:prstGeom prst="line">
                <a:avLst/>
              </a:prstGeom>
              <a:grpFill/>
              <a:ln w="12700">
                <a:solidFill>
                  <a:schemeClr val="bg1">
                    <a:lumMod val="65000"/>
                  </a:schemeClr>
                </a:solidFill>
                <a:round/>
                <a:headEnd/>
                <a:tailEnd/>
              </a:ln>
            </p:spPr>
            <p:txBody>
              <a:bodyPr/>
              <a:lstStyle/>
              <a:p>
                <a:endParaRPr lang="en-US"/>
              </a:p>
            </p:txBody>
          </p:sp>
          <p:sp>
            <p:nvSpPr>
              <p:cNvPr id="103711" name="Line 1170">
                <a:extLst>
                  <a:ext uri="{FF2B5EF4-FFF2-40B4-BE49-F238E27FC236}">
                    <a16:creationId xmlns:a16="http://schemas.microsoft.com/office/drawing/2014/main" id="{D4D78629-FF30-BB16-192D-E837490658B9}"/>
                  </a:ext>
                </a:extLst>
              </p:cNvPr>
              <p:cNvSpPr>
                <a:spLocks noChangeShapeType="1"/>
              </p:cNvSpPr>
              <p:nvPr/>
            </p:nvSpPr>
            <p:spPr bwMode="auto">
              <a:xfrm flipV="1">
                <a:off x="4515" y="3066"/>
                <a:ext cx="55" cy="31"/>
              </a:xfrm>
              <a:prstGeom prst="line">
                <a:avLst/>
              </a:prstGeom>
              <a:grpFill/>
              <a:ln w="12700">
                <a:solidFill>
                  <a:schemeClr val="bg1">
                    <a:lumMod val="65000"/>
                  </a:schemeClr>
                </a:solidFill>
                <a:round/>
                <a:headEnd/>
                <a:tailEnd/>
              </a:ln>
            </p:spPr>
            <p:txBody>
              <a:bodyPr/>
              <a:lstStyle/>
              <a:p>
                <a:endParaRPr lang="en-US"/>
              </a:p>
            </p:txBody>
          </p:sp>
        </p:grpSp>
        <p:grpSp>
          <p:nvGrpSpPr>
            <p:cNvPr id="103653" name="Group 1171">
              <a:extLst>
                <a:ext uri="{FF2B5EF4-FFF2-40B4-BE49-F238E27FC236}">
                  <a16:creationId xmlns:a16="http://schemas.microsoft.com/office/drawing/2014/main" id="{01A4A743-C820-33B5-95FD-F2B07214F67E}"/>
                </a:ext>
              </a:extLst>
            </p:cNvPr>
            <p:cNvGrpSpPr>
              <a:grpSpLocks/>
            </p:cNvGrpSpPr>
            <p:nvPr/>
          </p:nvGrpSpPr>
          <p:grpSpPr bwMode="auto">
            <a:xfrm>
              <a:off x="3772" y="2682"/>
              <a:ext cx="423" cy="287"/>
              <a:chOff x="3772" y="2682"/>
              <a:chExt cx="423" cy="287"/>
            </a:xfrm>
            <a:grpFill/>
          </p:grpSpPr>
          <p:sp>
            <p:nvSpPr>
              <p:cNvPr id="103702" name="Freeform 1172">
                <a:extLst>
                  <a:ext uri="{FF2B5EF4-FFF2-40B4-BE49-F238E27FC236}">
                    <a16:creationId xmlns:a16="http://schemas.microsoft.com/office/drawing/2014/main" id="{D507C046-BC70-7976-F032-2E6F26DAECA1}"/>
                  </a:ext>
                </a:extLst>
              </p:cNvPr>
              <p:cNvSpPr>
                <a:spLocks/>
              </p:cNvSpPr>
              <p:nvPr/>
            </p:nvSpPr>
            <p:spPr bwMode="auto">
              <a:xfrm>
                <a:off x="4083" y="2881"/>
                <a:ext cx="112" cy="88"/>
              </a:xfrm>
              <a:custGeom>
                <a:avLst/>
                <a:gdLst>
                  <a:gd name="T0" fmla="*/ 112 w 112"/>
                  <a:gd name="T1" fmla="*/ 88 h 88"/>
                  <a:gd name="T2" fmla="*/ 0 w 112"/>
                  <a:gd name="T3" fmla="*/ 48 h 88"/>
                  <a:gd name="T4" fmla="*/ 16 w 112"/>
                  <a:gd name="T5" fmla="*/ 24 h 88"/>
                  <a:gd name="T6" fmla="*/ 32 w 112"/>
                  <a:gd name="T7" fmla="*/ 0 h 88"/>
                  <a:gd name="T8" fmla="*/ 112 w 112"/>
                  <a:gd name="T9" fmla="*/ 88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88"/>
                    </a:moveTo>
                    <a:lnTo>
                      <a:pt x="0" y="48"/>
                    </a:lnTo>
                    <a:lnTo>
                      <a:pt x="16" y="24"/>
                    </a:lnTo>
                    <a:lnTo>
                      <a:pt x="32" y="0"/>
                    </a:lnTo>
                    <a:lnTo>
                      <a:pt x="112" y="88"/>
                    </a:lnTo>
                    <a:close/>
                  </a:path>
                </a:pathLst>
              </a:custGeom>
              <a:grpFill/>
              <a:ln w="9525">
                <a:solidFill>
                  <a:schemeClr val="bg1">
                    <a:lumMod val="65000"/>
                  </a:schemeClr>
                </a:solidFill>
                <a:round/>
                <a:headEnd/>
                <a:tailEnd/>
              </a:ln>
            </p:spPr>
            <p:txBody>
              <a:bodyPr/>
              <a:lstStyle/>
              <a:p>
                <a:endParaRPr lang="en-US"/>
              </a:p>
            </p:txBody>
          </p:sp>
          <p:sp>
            <p:nvSpPr>
              <p:cNvPr id="103703" name="Line 1173">
                <a:extLst>
                  <a:ext uri="{FF2B5EF4-FFF2-40B4-BE49-F238E27FC236}">
                    <a16:creationId xmlns:a16="http://schemas.microsoft.com/office/drawing/2014/main" id="{7812CCF0-391F-61B4-8D05-FB0B045F85D1}"/>
                  </a:ext>
                </a:extLst>
              </p:cNvPr>
              <p:cNvSpPr>
                <a:spLocks noChangeShapeType="1"/>
              </p:cNvSpPr>
              <p:nvPr/>
            </p:nvSpPr>
            <p:spPr bwMode="auto">
              <a:xfrm>
                <a:off x="3772" y="2682"/>
                <a:ext cx="72" cy="48"/>
              </a:xfrm>
              <a:prstGeom prst="line">
                <a:avLst/>
              </a:prstGeom>
              <a:grpFill/>
              <a:ln w="12700">
                <a:solidFill>
                  <a:schemeClr val="bg1">
                    <a:lumMod val="65000"/>
                  </a:schemeClr>
                </a:solidFill>
                <a:round/>
                <a:headEnd/>
                <a:tailEnd/>
              </a:ln>
            </p:spPr>
            <p:txBody>
              <a:bodyPr/>
              <a:lstStyle/>
              <a:p>
                <a:endParaRPr lang="en-US"/>
              </a:p>
            </p:txBody>
          </p:sp>
          <p:sp>
            <p:nvSpPr>
              <p:cNvPr id="103704" name="Line 1174">
                <a:extLst>
                  <a:ext uri="{FF2B5EF4-FFF2-40B4-BE49-F238E27FC236}">
                    <a16:creationId xmlns:a16="http://schemas.microsoft.com/office/drawing/2014/main" id="{03635F81-9D1B-7CAB-F19E-EA9665BC50B2}"/>
                  </a:ext>
                </a:extLst>
              </p:cNvPr>
              <p:cNvSpPr>
                <a:spLocks noChangeShapeType="1"/>
              </p:cNvSpPr>
              <p:nvPr/>
            </p:nvSpPr>
            <p:spPr bwMode="auto">
              <a:xfrm>
                <a:off x="3868" y="2746"/>
                <a:ext cx="72" cy="48"/>
              </a:xfrm>
              <a:prstGeom prst="line">
                <a:avLst/>
              </a:prstGeom>
              <a:grpFill/>
              <a:ln w="12700">
                <a:solidFill>
                  <a:schemeClr val="bg1">
                    <a:lumMod val="65000"/>
                  </a:schemeClr>
                </a:solidFill>
                <a:round/>
                <a:headEnd/>
                <a:tailEnd/>
              </a:ln>
            </p:spPr>
            <p:txBody>
              <a:bodyPr/>
              <a:lstStyle/>
              <a:p>
                <a:endParaRPr lang="en-US"/>
              </a:p>
            </p:txBody>
          </p:sp>
          <p:sp>
            <p:nvSpPr>
              <p:cNvPr id="103705" name="Line 1175">
                <a:extLst>
                  <a:ext uri="{FF2B5EF4-FFF2-40B4-BE49-F238E27FC236}">
                    <a16:creationId xmlns:a16="http://schemas.microsoft.com/office/drawing/2014/main" id="{1F4562CF-EF76-7621-E9C0-8E7F9DA8FDA6}"/>
                  </a:ext>
                </a:extLst>
              </p:cNvPr>
              <p:cNvSpPr>
                <a:spLocks noChangeShapeType="1"/>
              </p:cNvSpPr>
              <p:nvPr/>
            </p:nvSpPr>
            <p:spPr bwMode="auto">
              <a:xfrm>
                <a:off x="3957" y="2810"/>
                <a:ext cx="70" cy="46"/>
              </a:xfrm>
              <a:prstGeom prst="line">
                <a:avLst/>
              </a:prstGeom>
              <a:grpFill/>
              <a:ln w="12700">
                <a:solidFill>
                  <a:schemeClr val="bg1">
                    <a:lumMod val="65000"/>
                  </a:schemeClr>
                </a:solidFill>
                <a:round/>
                <a:headEnd/>
                <a:tailEnd/>
              </a:ln>
            </p:spPr>
            <p:txBody>
              <a:bodyPr/>
              <a:lstStyle/>
              <a:p>
                <a:endParaRPr lang="en-US"/>
              </a:p>
            </p:txBody>
          </p:sp>
          <p:sp>
            <p:nvSpPr>
              <p:cNvPr id="103706" name="Line 1176">
                <a:extLst>
                  <a:ext uri="{FF2B5EF4-FFF2-40B4-BE49-F238E27FC236}">
                    <a16:creationId xmlns:a16="http://schemas.microsoft.com/office/drawing/2014/main" id="{3BE4535C-E0DB-D1E0-86DF-D8FED7629C34}"/>
                  </a:ext>
                </a:extLst>
              </p:cNvPr>
              <p:cNvSpPr>
                <a:spLocks noChangeShapeType="1"/>
              </p:cNvSpPr>
              <p:nvPr/>
            </p:nvSpPr>
            <p:spPr bwMode="auto">
              <a:xfrm>
                <a:off x="4051" y="2873"/>
                <a:ext cx="48" cy="31"/>
              </a:xfrm>
              <a:prstGeom prst="line">
                <a:avLst/>
              </a:prstGeom>
              <a:grpFill/>
              <a:ln w="12700">
                <a:solidFill>
                  <a:schemeClr val="bg1">
                    <a:lumMod val="65000"/>
                  </a:schemeClr>
                </a:solidFill>
                <a:round/>
                <a:headEnd/>
                <a:tailEnd/>
              </a:ln>
            </p:spPr>
            <p:txBody>
              <a:bodyPr/>
              <a:lstStyle/>
              <a:p>
                <a:endParaRPr lang="en-US"/>
              </a:p>
            </p:txBody>
          </p:sp>
        </p:grpSp>
        <p:grpSp>
          <p:nvGrpSpPr>
            <p:cNvPr id="103654" name="Group 1177">
              <a:extLst>
                <a:ext uri="{FF2B5EF4-FFF2-40B4-BE49-F238E27FC236}">
                  <a16:creationId xmlns:a16="http://schemas.microsoft.com/office/drawing/2014/main" id="{8B2EA0F9-DD40-CA50-4E00-F8F13038E8AE}"/>
                </a:ext>
              </a:extLst>
            </p:cNvPr>
            <p:cNvGrpSpPr>
              <a:grpSpLocks/>
            </p:cNvGrpSpPr>
            <p:nvPr/>
          </p:nvGrpSpPr>
          <p:grpSpPr bwMode="auto">
            <a:xfrm>
              <a:off x="3780" y="2387"/>
              <a:ext cx="431" cy="279"/>
              <a:chOff x="3780" y="2387"/>
              <a:chExt cx="431" cy="279"/>
            </a:xfrm>
            <a:grpFill/>
          </p:grpSpPr>
          <p:sp>
            <p:nvSpPr>
              <p:cNvPr id="103697" name="Freeform 1178">
                <a:extLst>
                  <a:ext uri="{FF2B5EF4-FFF2-40B4-BE49-F238E27FC236}">
                    <a16:creationId xmlns:a16="http://schemas.microsoft.com/office/drawing/2014/main" id="{190B84DF-459C-64D7-C26E-FD88F57609B6}"/>
                  </a:ext>
                </a:extLst>
              </p:cNvPr>
              <p:cNvSpPr>
                <a:spLocks/>
              </p:cNvSpPr>
              <p:nvPr/>
            </p:nvSpPr>
            <p:spPr bwMode="auto">
              <a:xfrm>
                <a:off x="4099" y="2578"/>
                <a:ext cx="112" cy="88"/>
              </a:xfrm>
              <a:custGeom>
                <a:avLst/>
                <a:gdLst>
                  <a:gd name="T0" fmla="*/ 112 w 112"/>
                  <a:gd name="T1" fmla="*/ 88 h 88"/>
                  <a:gd name="T2" fmla="*/ 0 w 112"/>
                  <a:gd name="T3" fmla="*/ 48 h 88"/>
                  <a:gd name="T4" fmla="*/ 16 w 112"/>
                  <a:gd name="T5" fmla="*/ 24 h 88"/>
                  <a:gd name="T6" fmla="*/ 32 w 112"/>
                  <a:gd name="T7" fmla="*/ 0 h 88"/>
                  <a:gd name="T8" fmla="*/ 112 w 112"/>
                  <a:gd name="T9" fmla="*/ 88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88"/>
                    </a:moveTo>
                    <a:lnTo>
                      <a:pt x="0" y="48"/>
                    </a:lnTo>
                    <a:lnTo>
                      <a:pt x="16" y="24"/>
                    </a:lnTo>
                    <a:lnTo>
                      <a:pt x="32" y="0"/>
                    </a:lnTo>
                    <a:lnTo>
                      <a:pt x="112" y="88"/>
                    </a:lnTo>
                    <a:close/>
                  </a:path>
                </a:pathLst>
              </a:custGeom>
              <a:grpFill/>
              <a:ln w="9525">
                <a:solidFill>
                  <a:schemeClr val="bg1">
                    <a:lumMod val="65000"/>
                  </a:schemeClr>
                </a:solidFill>
                <a:round/>
                <a:headEnd/>
                <a:tailEnd/>
              </a:ln>
            </p:spPr>
            <p:txBody>
              <a:bodyPr/>
              <a:lstStyle/>
              <a:p>
                <a:endParaRPr lang="en-US"/>
              </a:p>
            </p:txBody>
          </p:sp>
          <p:sp>
            <p:nvSpPr>
              <p:cNvPr id="103698" name="Line 1179">
                <a:extLst>
                  <a:ext uri="{FF2B5EF4-FFF2-40B4-BE49-F238E27FC236}">
                    <a16:creationId xmlns:a16="http://schemas.microsoft.com/office/drawing/2014/main" id="{91597448-5B0A-48B4-B840-6E7946A88543}"/>
                  </a:ext>
                </a:extLst>
              </p:cNvPr>
              <p:cNvSpPr>
                <a:spLocks noChangeShapeType="1"/>
              </p:cNvSpPr>
              <p:nvPr/>
            </p:nvSpPr>
            <p:spPr bwMode="auto">
              <a:xfrm>
                <a:off x="3780" y="2387"/>
                <a:ext cx="72" cy="48"/>
              </a:xfrm>
              <a:prstGeom prst="line">
                <a:avLst/>
              </a:prstGeom>
              <a:grpFill/>
              <a:ln w="12700">
                <a:solidFill>
                  <a:schemeClr val="bg1">
                    <a:lumMod val="65000"/>
                  </a:schemeClr>
                </a:solidFill>
                <a:round/>
                <a:headEnd/>
                <a:tailEnd/>
              </a:ln>
            </p:spPr>
            <p:txBody>
              <a:bodyPr/>
              <a:lstStyle/>
              <a:p>
                <a:endParaRPr lang="en-US"/>
              </a:p>
            </p:txBody>
          </p:sp>
          <p:sp>
            <p:nvSpPr>
              <p:cNvPr id="103699" name="Line 1180">
                <a:extLst>
                  <a:ext uri="{FF2B5EF4-FFF2-40B4-BE49-F238E27FC236}">
                    <a16:creationId xmlns:a16="http://schemas.microsoft.com/office/drawing/2014/main" id="{7ED780F2-0F2E-6FF5-B558-7FBD2241339E}"/>
                  </a:ext>
                </a:extLst>
              </p:cNvPr>
              <p:cNvSpPr>
                <a:spLocks noChangeShapeType="1"/>
              </p:cNvSpPr>
              <p:nvPr/>
            </p:nvSpPr>
            <p:spPr bwMode="auto">
              <a:xfrm>
                <a:off x="3877" y="2451"/>
                <a:ext cx="71" cy="47"/>
              </a:xfrm>
              <a:prstGeom prst="line">
                <a:avLst/>
              </a:prstGeom>
              <a:grpFill/>
              <a:ln w="12700">
                <a:solidFill>
                  <a:schemeClr val="bg1">
                    <a:lumMod val="65000"/>
                  </a:schemeClr>
                </a:solidFill>
                <a:round/>
                <a:headEnd/>
                <a:tailEnd/>
              </a:ln>
            </p:spPr>
            <p:txBody>
              <a:bodyPr/>
              <a:lstStyle/>
              <a:p>
                <a:endParaRPr lang="en-US"/>
              </a:p>
            </p:txBody>
          </p:sp>
          <p:sp>
            <p:nvSpPr>
              <p:cNvPr id="103700" name="Line 1181">
                <a:extLst>
                  <a:ext uri="{FF2B5EF4-FFF2-40B4-BE49-F238E27FC236}">
                    <a16:creationId xmlns:a16="http://schemas.microsoft.com/office/drawing/2014/main" id="{C6503024-EF51-95E3-055F-730A0BCB1898}"/>
                  </a:ext>
                </a:extLst>
              </p:cNvPr>
              <p:cNvSpPr>
                <a:spLocks noChangeShapeType="1"/>
              </p:cNvSpPr>
              <p:nvPr/>
            </p:nvSpPr>
            <p:spPr bwMode="auto">
              <a:xfrm>
                <a:off x="3965" y="2507"/>
                <a:ext cx="78" cy="46"/>
              </a:xfrm>
              <a:prstGeom prst="line">
                <a:avLst/>
              </a:prstGeom>
              <a:grpFill/>
              <a:ln w="12700">
                <a:solidFill>
                  <a:schemeClr val="bg1">
                    <a:lumMod val="65000"/>
                  </a:schemeClr>
                </a:solidFill>
                <a:round/>
                <a:headEnd/>
                <a:tailEnd/>
              </a:ln>
            </p:spPr>
            <p:txBody>
              <a:bodyPr/>
              <a:lstStyle/>
              <a:p>
                <a:endParaRPr lang="en-US"/>
              </a:p>
            </p:txBody>
          </p:sp>
          <p:sp>
            <p:nvSpPr>
              <p:cNvPr id="103701" name="Line 1182">
                <a:extLst>
                  <a:ext uri="{FF2B5EF4-FFF2-40B4-BE49-F238E27FC236}">
                    <a16:creationId xmlns:a16="http://schemas.microsoft.com/office/drawing/2014/main" id="{AB9F5B6B-30F3-4DDF-642B-317796AC1DAD}"/>
                  </a:ext>
                </a:extLst>
              </p:cNvPr>
              <p:cNvSpPr>
                <a:spLocks noChangeShapeType="1"/>
              </p:cNvSpPr>
              <p:nvPr/>
            </p:nvSpPr>
            <p:spPr bwMode="auto">
              <a:xfrm>
                <a:off x="4060" y="2570"/>
                <a:ext cx="55" cy="31"/>
              </a:xfrm>
              <a:prstGeom prst="line">
                <a:avLst/>
              </a:prstGeom>
              <a:grpFill/>
              <a:ln w="12700">
                <a:solidFill>
                  <a:schemeClr val="bg1">
                    <a:lumMod val="65000"/>
                  </a:schemeClr>
                </a:solidFill>
                <a:round/>
                <a:headEnd/>
                <a:tailEnd/>
              </a:ln>
            </p:spPr>
            <p:txBody>
              <a:bodyPr/>
              <a:lstStyle/>
              <a:p>
                <a:endParaRPr lang="en-US"/>
              </a:p>
            </p:txBody>
          </p:sp>
        </p:grpSp>
        <p:grpSp>
          <p:nvGrpSpPr>
            <p:cNvPr id="103655" name="Group 1183">
              <a:extLst>
                <a:ext uri="{FF2B5EF4-FFF2-40B4-BE49-F238E27FC236}">
                  <a16:creationId xmlns:a16="http://schemas.microsoft.com/office/drawing/2014/main" id="{310B844B-3191-6567-FC79-EC7054417673}"/>
                </a:ext>
              </a:extLst>
            </p:cNvPr>
            <p:cNvGrpSpPr>
              <a:grpSpLocks/>
            </p:cNvGrpSpPr>
            <p:nvPr/>
          </p:nvGrpSpPr>
          <p:grpSpPr bwMode="auto">
            <a:xfrm>
              <a:off x="3780" y="1781"/>
              <a:ext cx="415" cy="263"/>
              <a:chOff x="3780" y="1781"/>
              <a:chExt cx="415" cy="263"/>
            </a:xfrm>
            <a:grpFill/>
          </p:grpSpPr>
          <p:sp>
            <p:nvSpPr>
              <p:cNvPr id="103692" name="Freeform 1184">
                <a:extLst>
                  <a:ext uri="{FF2B5EF4-FFF2-40B4-BE49-F238E27FC236}">
                    <a16:creationId xmlns:a16="http://schemas.microsoft.com/office/drawing/2014/main" id="{1BD25871-EA0F-C96B-6E81-A8390A61FFFD}"/>
                  </a:ext>
                </a:extLst>
              </p:cNvPr>
              <p:cNvSpPr>
                <a:spLocks/>
              </p:cNvSpPr>
              <p:nvPr/>
            </p:nvSpPr>
            <p:spPr bwMode="auto">
              <a:xfrm>
                <a:off x="4083" y="1781"/>
                <a:ext cx="112" cy="87"/>
              </a:xfrm>
              <a:custGeom>
                <a:avLst/>
                <a:gdLst>
                  <a:gd name="T0" fmla="*/ 112 w 112"/>
                  <a:gd name="T1" fmla="*/ 0 h 87"/>
                  <a:gd name="T2" fmla="*/ 32 w 112"/>
                  <a:gd name="T3" fmla="*/ 87 h 87"/>
                  <a:gd name="T4" fmla="*/ 16 w 112"/>
                  <a:gd name="T5" fmla="*/ 64 h 87"/>
                  <a:gd name="T6" fmla="*/ 0 w 112"/>
                  <a:gd name="T7" fmla="*/ 40 h 87"/>
                  <a:gd name="T8" fmla="*/ 112 w 112"/>
                  <a:gd name="T9" fmla="*/ 0 h 87"/>
                  <a:gd name="T10" fmla="*/ 0 60000 65536"/>
                  <a:gd name="T11" fmla="*/ 0 60000 65536"/>
                  <a:gd name="T12" fmla="*/ 0 60000 65536"/>
                  <a:gd name="T13" fmla="*/ 0 60000 65536"/>
                  <a:gd name="T14" fmla="*/ 0 60000 65536"/>
                  <a:gd name="T15" fmla="*/ 0 w 112"/>
                  <a:gd name="T16" fmla="*/ 0 h 87"/>
                  <a:gd name="T17" fmla="*/ 112 w 112"/>
                  <a:gd name="T18" fmla="*/ 87 h 87"/>
                </a:gdLst>
                <a:ahLst/>
                <a:cxnLst>
                  <a:cxn ang="T10">
                    <a:pos x="T0" y="T1"/>
                  </a:cxn>
                  <a:cxn ang="T11">
                    <a:pos x="T2" y="T3"/>
                  </a:cxn>
                  <a:cxn ang="T12">
                    <a:pos x="T4" y="T5"/>
                  </a:cxn>
                  <a:cxn ang="T13">
                    <a:pos x="T6" y="T7"/>
                  </a:cxn>
                  <a:cxn ang="T14">
                    <a:pos x="T8" y="T9"/>
                  </a:cxn>
                </a:cxnLst>
                <a:rect l="T15" t="T16" r="T17" b="T18"/>
                <a:pathLst>
                  <a:path w="112" h="87">
                    <a:moveTo>
                      <a:pt x="112" y="0"/>
                    </a:moveTo>
                    <a:lnTo>
                      <a:pt x="32" y="87"/>
                    </a:lnTo>
                    <a:lnTo>
                      <a:pt x="16" y="64"/>
                    </a:lnTo>
                    <a:lnTo>
                      <a:pt x="0" y="40"/>
                    </a:lnTo>
                    <a:lnTo>
                      <a:pt x="112" y="0"/>
                    </a:lnTo>
                    <a:close/>
                  </a:path>
                </a:pathLst>
              </a:custGeom>
              <a:grpFill/>
              <a:ln w="9525">
                <a:solidFill>
                  <a:schemeClr val="bg1">
                    <a:lumMod val="65000"/>
                  </a:schemeClr>
                </a:solidFill>
                <a:round/>
                <a:headEnd/>
                <a:tailEnd/>
              </a:ln>
            </p:spPr>
            <p:txBody>
              <a:bodyPr/>
              <a:lstStyle/>
              <a:p>
                <a:endParaRPr lang="en-US"/>
              </a:p>
            </p:txBody>
          </p:sp>
          <p:sp>
            <p:nvSpPr>
              <p:cNvPr id="103693" name="Line 1185">
                <a:extLst>
                  <a:ext uri="{FF2B5EF4-FFF2-40B4-BE49-F238E27FC236}">
                    <a16:creationId xmlns:a16="http://schemas.microsoft.com/office/drawing/2014/main" id="{38323EB4-7B02-38AA-2B6C-D7824AF0A481}"/>
                  </a:ext>
                </a:extLst>
              </p:cNvPr>
              <p:cNvSpPr>
                <a:spLocks noChangeShapeType="1"/>
              </p:cNvSpPr>
              <p:nvPr/>
            </p:nvSpPr>
            <p:spPr bwMode="auto">
              <a:xfrm flipV="1">
                <a:off x="3780" y="1996"/>
                <a:ext cx="72" cy="48"/>
              </a:xfrm>
              <a:prstGeom prst="line">
                <a:avLst/>
              </a:prstGeom>
              <a:grpFill/>
              <a:ln w="12700">
                <a:solidFill>
                  <a:schemeClr val="bg1">
                    <a:lumMod val="65000"/>
                  </a:schemeClr>
                </a:solidFill>
                <a:round/>
                <a:headEnd/>
                <a:tailEnd/>
              </a:ln>
            </p:spPr>
            <p:txBody>
              <a:bodyPr/>
              <a:lstStyle/>
              <a:p>
                <a:endParaRPr lang="en-US"/>
              </a:p>
            </p:txBody>
          </p:sp>
          <p:sp>
            <p:nvSpPr>
              <p:cNvPr id="103694" name="Line 1186">
                <a:extLst>
                  <a:ext uri="{FF2B5EF4-FFF2-40B4-BE49-F238E27FC236}">
                    <a16:creationId xmlns:a16="http://schemas.microsoft.com/office/drawing/2014/main" id="{51AB5BBF-B7A1-0468-D06D-C1BD28813953}"/>
                  </a:ext>
                </a:extLst>
              </p:cNvPr>
              <p:cNvSpPr>
                <a:spLocks noChangeShapeType="1"/>
              </p:cNvSpPr>
              <p:nvPr/>
            </p:nvSpPr>
            <p:spPr bwMode="auto">
              <a:xfrm flipV="1">
                <a:off x="3876" y="1940"/>
                <a:ext cx="72" cy="40"/>
              </a:xfrm>
              <a:prstGeom prst="line">
                <a:avLst/>
              </a:prstGeom>
              <a:grpFill/>
              <a:ln w="12700">
                <a:solidFill>
                  <a:schemeClr val="bg1">
                    <a:lumMod val="65000"/>
                  </a:schemeClr>
                </a:solidFill>
                <a:round/>
                <a:headEnd/>
                <a:tailEnd/>
              </a:ln>
            </p:spPr>
            <p:txBody>
              <a:bodyPr/>
              <a:lstStyle/>
              <a:p>
                <a:endParaRPr lang="en-US"/>
              </a:p>
            </p:txBody>
          </p:sp>
          <p:sp>
            <p:nvSpPr>
              <p:cNvPr id="103695" name="Line 1187">
                <a:extLst>
                  <a:ext uri="{FF2B5EF4-FFF2-40B4-BE49-F238E27FC236}">
                    <a16:creationId xmlns:a16="http://schemas.microsoft.com/office/drawing/2014/main" id="{C3A6CC57-6395-DED2-E102-8B37E3422A74}"/>
                  </a:ext>
                </a:extLst>
              </p:cNvPr>
              <p:cNvSpPr>
                <a:spLocks noChangeShapeType="1"/>
              </p:cNvSpPr>
              <p:nvPr/>
            </p:nvSpPr>
            <p:spPr bwMode="auto">
              <a:xfrm flipV="1">
                <a:off x="3973" y="1878"/>
                <a:ext cx="70" cy="46"/>
              </a:xfrm>
              <a:prstGeom prst="line">
                <a:avLst/>
              </a:prstGeom>
              <a:grpFill/>
              <a:ln w="12700">
                <a:solidFill>
                  <a:schemeClr val="bg1">
                    <a:lumMod val="65000"/>
                  </a:schemeClr>
                </a:solidFill>
                <a:round/>
                <a:headEnd/>
                <a:tailEnd/>
              </a:ln>
            </p:spPr>
            <p:txBody>
              <a:bodyPr/>
              <a:lstStyle/>
              <a:p>
                <a:endParaRPr lang="en-US"/>
              </a:p>
            </p:txBody>
          </p:sp>
          <p:sp>
            <p:nvSpPr>
              <p:cNvPr id="103696" name="Line 1188">
                <a:extLst>
                  <a:ext uri="{FF2B5EF4-FFF2-40B4-BE49-F238E27FC236}">
                    <a16:creationId xmlns:a16="http://schemas.microsoft.com/office/drawing/2014/main" id="{CFFC0130-852C-D5B2-2E55-21928EE1B399}"/>
                  </a:ext>
                </a:extLst>
              </p:cNvPr>
              <p:cNvSpPr>
                <a:spLocks noChangeShapeType="1"/>
              </p:cNvSpPr>
              <p:nvPr/>
            </p:nvSpPr>
            <p:spPr bwMode="auto">
              <a:xfrm flipV="1">
                <a:off x="4059" y="1846"/>
                <a:ext cx="40" cy="15"/>
              </a:xfrm>
              <a:prstGeom prst="line">
                <a:avLst/>
              </a:prstGeom>
              <a:grpFill/>
              <a:ln w="12700">
                <a:solidFill>
                  <a:schemeClr val="bg1">
                    <a:lumMod val="65000"/>
                  </a:schemeClr>
                </a:solidFill>
                <a:round/>
                <a:headEnd/>
                <a:tailEnd/>
              </a:ln>
            </p:spPr>
            <p:txBody>
              <a:bodyPr/>
              <a:lstStyle/>
              <a:p>
                <a:endParaRPr lang="en-US"/>
              </a:p>
            </p:txBody>
          </p:sp>
        </p:grpSp>
        <p:grpSp>
          <p:nvGrpSpPr>
            <p:cNvPr id="103656" name="Group 1189">
              <a:extLst>
                <a:ext uri="{FF2B5EF4-FFF2-40B4-BE49-F238E27FC236}">
                  <a16:creationId xmlns:a16="http://schemas.microsoft.com/office/drawing/2014/main" id="{6DCE96B4-4D73-17ED-E1C8-2ABFE4DABEBD}"/>
                </a:ext>
              </a:extLst>
            </p:cNvPr>
            <p:cNvGrpSpPr>
              <a:grpSpLocks/>
            </p:cNvGrpSpPr>
            <p:nvPr/>
          </p:nvGrpSpPr>
          <p:grpSpPr bwMode="auto">
            <a:xfrm>
              <a:off x="3780" y="1765"/>
              <a:ext cx="447" cy="279"/>
              <a:chOff x="3780" y="1765"/>
              <a:chExt cx="447" cy="279"/>
            </a:xfrm>
            <a:grpFill/>
          </p:grpSpPr>
          <p:sp>
            <p:nvSpPr>
              <p:cNvPr id="103687" name="Freeform 1190">
                <a:extLst>
                  <a:ext uri="{FF2B5EF4-FFF2-40B4-BE49-F238E27FC236}">
                    <a16:creationId xmlns:a16="http://schemas.microsoft.com/office/drawing/2014/main" id="{628BFEB9-2CC0-AEE9-4DB3-F8E7A6990DF9}"/>
                  </a:ext>
                </a:extLst>
              </p:cNvPr>
              <p:cNvSpPr>
                <a:spLocks/>
              </p:cNvSpPr>
              <p:nvPr/>
            </p:nvSpPr>
            <p:spPr bwMode="auto">
              <a:xfrm>
                <a:off x="4115" y="1964"/>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 name="T15" fmla="*/ 0 w 112"/>
                  <a:gd name="T16" fmla="*/ 0 h 80"/>
                  <a:gd name="T17" fmla="*/ 112 w 112"/>
                  <a:gd name="T18" fmla="*/ 80 h 80"/>
                </a:gdLst>
                <a:ahLst/>
                <a:cxnLst>
                  <a:cxn ang="T10">
                    <a:pos x="T0" y="T1"/>
                  </a:cxn>
                  <a:cxn ang="T11">
                    <a:pos x="T2" y="T3"/>
                  </a:cxn>
                  <a:cxn ang="T12">
                    <a:pos x="T4" y="T5"/>
                  </a:cxn>
                  <a:cxn ang="T13">
                    <a:pos x="T6" y="T7"/>
                  </a:cxn>
                  <a:cxn ang="T14">
                    <a:pos x="T8" y="T9"/>
                  </a:cxn>
                </a:cxnLst>
                <a:rect l="T15" t="T16" r="T17" b="T18"/>
                <a:pathLst>
                  <a:path w="112" h="80">
                    <a:moveTo>
                      <a:pt x="112" y="80"/>
                    </a:moveTo>
                    <a:lnTo>
                      <a:pt x="0" y="48"/>
                    </a:lnTo>
                    <a:lnTo>
                      <a:pt x="16" y="24"/>
                    </a:lnTo>
                    <a:lnTo>
                      <a:pt x="32" y="0"/>
                    </a:lnTo>
                    <a:lnTo>
                      <a:pt x="112" y="80"/>
                    </a:lnTo>
                    <a:close/>
                  </a:path>
                </a:pathLst>
              </a:custGeom>
              <a:grpFill/>
              <a:ln w="9525">
                <a:solidFill>
                  <a:schemeClr val="bg1">
                    <a:lumMod val="65000"/>
                  </a:schemeClr>
                </a:solidFill>
                <a:round/>
                <a:headEnd/>
                <a:tailEnd/>
              </a:ln>
            </p:spPr>
            <p:txBody>
              <a:bodyPr/>
              <a:lstStyle/>
              <a:p>
                <a:endParaRPr lang="en-US"/>
              </a:p>
            </p:txBody>
          </p:sp>
          <p:sp>
            <p:nvSpPr>
              <p:cNvPr id="103688" name="Line 1191">
                <a:extLst>
                  <a:ext uri="{FF2B5EF4-FFF2-40B4-BE49-F238E27FC236}">
                    <a16:creationId xmlns:a16="http://schemas.microsoft.com/office/drawing/2014/main" id="{B03FED2D-BE67-560B-C529-7CFEC7D211F6}"/>
                  </a:ext>
                </a:extLst>
              </p:cNvPr>
              <p:cNvSpPr>
                <a:spLocks noChangeShapeType="1"/>
              </p:cNvSpPr>
              <p:nvPr/>
            </p:nvSpPr>
            <p:spPr bwMode="auto">
              <a:xfrm>
                <a:off x="3780" y="1765"/>
                <a:ext cx="72" cy="48"/>
              </a:xfrm>
              <a:prstGeom prst="line">
                <a:avLst/>
              </a:prstGeom>
              <a:grpFill/>
              <a:ln w="12700">
                <a:solidFill>
                  <a:schemeClr val="bg1">
                    <a:lumMod val="65000"/>
                  </a:schemeClr>
                </a:solidFill>
                <a:round/>
                <a:headEnd/>
                <a:tailEnd/>
              </a:ln>
            </p:spPr>
            <p:txBody>
              <a:bodyPr/>
              <a:lstStyle/>
              <a:p>
                <a:endParaRPr lang="en-US"/>
              </a:p>
            </p:txBody>
          </p:sp>
          <p:sp>
            <p:nvSpPr>
              <p:cNvPr id="103689" name="Line 1192">
                <a:extLst>
                  <a:ext uri="{FF2B5EF4-FFF2-40B4-BE49-F238E27FC236}">
                    <a16:creationId xmlns:a16="http://schemas.microsoft.com/office/drawing/2014/main" id="{023B7830-EA0E-2517-92D7-B5F7B22ACD6F}"/>
                  </a:ext>
                </a:extLst>
              </p:cNvPr>
              <p:cNvSpPr>
                <a:spLocks noChangeShapeType="1"/>
              </p:cNvSpPr>
              <p:nvPr/>
            </p:nvSpPr>
            <p:spPr bwMode="auto">
              <a:xfrm>
                <a:off x="3877" y="1821"/>
                <a:ext cx="71" cy="47"/>
              </a:xfrm>
              <a:prstGeom prst="line">
                <a:avLst/>
              </a:prstGeom>
              <a:grpFill/>
              <a:ln w="12700">
                <a:solidFill>
                  <a:schemeClr val="bg1">
                    <a:lumMod val="65000"/>
                  </a:schemeClr>
                </a:solidFill>
                <a:round/>
                <a:headEnd/>
                <a:tailEnd/>
              </a:ln>
            </p:spPr>
            <p:txBody>
              <a:bodyPr/>
              <a:lstStyle/>
              <a:p>
                <a:endParaRPr lang="en-US"/>
              </a:p>
            </p:txBody>
          </p:sp>
          <p:sp>
            <p:nvSpPr>
              <p:cNvPr id="103690" name="Line 1193">
                <a:extLst>
                  <a:ext uri="{FF2B5EF4-FFF2-40B4-BE49-F238E27FC236}">
                    <a16:creationId xmlns:a16="http://schemas.microsoft.com/office/drawing/2014/main" id="{7CEAEA3E-C68A-E8F4-702B-792501EB5DE8}"/>
                  </a:ext>
                </a:extLst>
              </p:cNvPr>
              <p:cNvSpPr>
                <a:spLocks noChangeShapeType="1"/>
              </p:cNvSpPr>
              <p:nvPr/>
            </p:nvSpPr>
            <p:spPr bwMode="auto">
              <a:xfrm>
                <a:off x="3972" y="1884"/>
                <a:ext cx="71" cy="47"/>
              </a:xfrm>
              <a:prstGeom prst="line">
                <a:avLst/>
              </a:prstGeom>
              <a:grpFill/>
              <a:ln w="12700">
                <a:solidFill>
                  <a:schemeClr val="bg1">
                    <a:lumMod val="65000"/>
                  </a:schemeClr>
                </a:solidFill>
                <a:round/>
                <a:headEnd/>
                <a:tailEnd/>
              </a:ln>
            </p:spPr>
            <p:txBody>
              <a:bodyPr/>
              <a:lstStyle/>
              <a:p>
                <a:endParaRPr lang="en-US"/>
              </a:p>
            </p:txBody>
          </p:sp>
          <p:sp>
            <p:nvSpPr>
              <p:cNvPr id="103691" name="Line 1194">
                <a:extLst>
                  <a:ext uri="{FF2B5EF4-FFF2-40B4-BE49-F238E27FC236}">
                    <a16:creationId xmlns:a16="http://schemas.microsoft.com/office/drawing/2014/main" id="{77DB6B39-2D53-B957-C731-9E9FE4A1EBEC}"/>
                  </a:ext>
                </a:extLst>
              </p:cNvPr>
              <p:cNvSpPr>
                <a:spLocks noChangeShapeType="1"/>
              </p:cNvSpPr>
              <p:nvPr/>
            </p:nvSpPr>
            <p:spPr bwMode="auto">
              <a:xfrm>
                <a:off x="4068" y="1940"/>
                <a:ext cx="63" cy="47"/>
              </a:xfrm>
              <a:prstGeom prst="line">
                <a:avLst/>
              </a:prstGeom>
              <a:grpFill/>
              <a:ln w="12700">
                <a:solidFill>
                  <a:schemeClr val="bg1">
                    <a:lumMod val="65000"/>
                  </a:schemeClr>
                </a:solidFill>
                <a:round/>
                <a:headEnd/>
                <a:tailEnd/>
              </a:ln>
            </p:spPr>
            <p:txBody>
              <a:bodyPr/>
              <a:lstStyle/>
              <a:p>
                <a:endParaRPr lang="en-US"/>
              </a:p>
            </p:txBody>
          </p:sp>
        </p:grpSp>
        <p:grpSp>
          <p:nvGrpSpPr>
            <p:cNvPr id="103657" name="Group 1195">
              <a:extLst>
                <a:ext uri="{FF2B5EF4-FFF2-40B4-BE49-F238E27FC236}">
                  <a16:creationId xmlns:a16="http://schemas.microsoft.com/office/drawing/2014/main" id="{7E8F0EA9-5AEF-B860-47F5-05B1202FE100}"/>
                </a:ext>
              </a:extLst>
            </p:cNvPr>
            <p:cNvGrpSpPr>
              <a:grpSpLocks/>
            </p:cNvGrpSpPr>
            <p:nvPr/>
          </p:nvGrpSpPr>
          <p:grpSpPr bwMode="auto">
            <a:xfrm>
              <a:off x="3326" y="1781"/>
              <a:ext cx="430" cy="255"/>
              <a:chOff x="3326" y="1781"/>
              <a:chExt cx="430" cy="255"/>
            </a:xfrm>
            <a:grpFill/>
          </p:grpSpPr>
          <p:sp>
            <p:nvSpPr>
              <p:cNvPr id="103682" name="Freeform 1196">
                <a:extLst>
                  <a:ext uri="{FF2B5EF4-FFF2-40B4-BE49-F238E27FC236}">
                    <a16:creationId xmlns:a16="http://schemas.microsoft.com/office/drawing/2014/main" id="{EFFD56DF-5907-4776-F1D0-EF41C6A6CA0D}"/>
                  </a:ext>
                </a:extLst>
              </p:cNvPr>
              <p:cNvSpPr>
                <a:spLocks/>
              </p:cNvSpPr>
              <p:nvPr/>
            </p:nvSpPr>
            <p:spPr bwMode="auto">
              <a:xfrm>
                <a:off x="3644" y="1956"/>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 name="T15" fmla="*/ 0 w 112"/>
                  <a:gd name="T16" fmla="*/ 0 h 80"/>
                  <a:gd name="T17" fmla="*/ 112 w 112"/>
                  <a:gd name="T18" fmla="*/ 80 h 80"/>
                </a:gdLst>
                <a:ahLst/>
                <a:cxnLst>
                  <a:cxn ang="T10">
                    <a:pos x="T0" y="T1"/>
                  </a:cxn>
                  <a:cxn ang="T11">
                    <a:pos x="T2" y="T3"/>
                  </a:cxn>
                  <a:cxn ang="T12">
                    <a:pos x="T4" y="T5"/>
                  </a:cxn>
                  <a:cxn ang="T13">
                    <a:pos x="T6" y="T7"/>
                  </a:cxn>
                  <a:cxn ang="T14">
                    <a:pos x="T8" y="T9"/>
                  </a:cxn>
                </a:cxnLst>
                <a:rect l="T15" t="T16" r="T17" b="T18"/>
                <a:pathLst>
                  <a:path w="112" h="80">
                    <a:moveTo>
                      <a:pt x="112" y="80"/>
                    </a:moveTo>
                    <a:lnTo>
                      <a:pt x="0" y="48"/>
                    </a:lnTo>
                    <a:lnTo>
                      <a:pt x="16" y="24"/>
                    </a:lnTo>
                    <a:lnTo>
                      <a:pt x="32" y="0"/>
                    </a:lnTo>
                    <a:lnTo>
                      <a:pt x="112" y="80"/>
                    </a:lnTo>
                    <a:close/>
                  </a:path>
                </a:pathLst>
              </a:custGeom>
              <a:grpFill/>
              <a:ln w="9525">
                <a:solidFill>
                  <a:schemeClr val="bg1">
                    <a:lumMod val="65000"/>
                  </a:schemeClr>
                </a:solidFill>
                <a:round/>
                <a:headEnd/>
                <a:tailEnd/>
              </a:ln>
            </p:spPr>
            <p:txBody>
              <a:bodyPr/>
              <a:lstStyle/>
              <a:p>
                <a:endParaRPr lang="en-US"/>
              </a:p>
            </p:txBody>
          </p:sp>
          <p:sp>
            <p:nvSpPr>
              <p:cNvPr id="103683" name="Line 1197">
                <a:extLst>
                  <a:ext uri="{FF2B5EF4-FFF2-40B4-BE49-F238E27FC236}">
                    <a16:creationId xmlns:a16="http://schemas.microsoft.com/office/drawing/2014/main" id="{A0D460EB-5A02-3CB4-1583-D9E7CADF0CB1}"/>
                  </a:ext>
                </a:extLst>
              </p:cNvPr>
              <p:cNvSpPr>
                <a:spLocks noChangeShapeType="1"/>
              </p:cNvSpPr>
              <p:nvPr/>
            </p:nvSpPr>
            <p:spPr bwMode="auto">
              <a:xfrm>
                <a:off x="3326" y="1781"/>
                <a:ext cx="71" cy="47"/>
              </a:xfrm>
              <a:prstGeom prst="line">
                <a:avLst/>
              </a:prstGeom>
              <a:grpFill/>
              <a:ln w="12700">
                <a:solidFill>
                  <a:schemeClr val="bg1">
                    <a:lumMod val="65000"/>
                  </a:schemeClr>
                </a:solidFill>
                <a:round/>
                <a:headEnd/>
                <a:tailEnd/>
              </a:ln>
            </p:spPr>
            <p:txBody>
              <a:bodyPr/>
              <a:lstStyle/>
              <a:p>
                <a:endParaRPr lang="en-US"/>
              </a:p>
            </p:txBody>
          </p:sp>
          <p:sp>
            <p:nvSpPr>
              <p:cNvPr id="103684" name="Line 1198">
                <a:extLst>
                  <a:ext uri="{FF2B5EF4-FFF2-40B4-BE49-F238E27FC236}">
                    <a16:creationId xmlns:a16="http://schemas.microsoft.com/office/drawing/2014/main" id="{1CA3844C-6A52-5717-2B31-C2EF39CEC91A}"/>
                  </a:ext>
                </a:extLst>
              </p:cNvPr>
              <p:cNvSpPr>
                <a:spLocks noChangeShapeType="1"/>
              </p:cNvSpPr>
              <p:nvPr/>
            </p:nvSpPr>
            <p:spPr bwMode="auto">
              <a:xfrm>
                <a:off x="3422" y="1837"/>
                <a:ext cx="79" cy="47"/>
              </a:xfrm>
              <a:prstGeom prst="line">
                <a:avLst/>
              </a:prstGeom>
              <a:grpFill/>
              <a:ln w="12700">
                <a:solidFill>
                  <a:schemeClr val="bg1">
                    <a:lumMod val="65000"/>
                  </a:schemeClr>
                </a:solidFill>
                <a:round/>
                <a:headEnd/>
                <a:tailEnd/>
              </a:ln>
            </p:spPr>
            <p:txBody>
              <a:bodyPr/>
              <a:lstStyle/>
              <a:p>
                <a:endParaRPr lang="en-US"/>
              </a:p>
            </p:txBody>
          </p:sp>
          <p:sp>
            <p:nvSpPr>
              <p:cNvPr id="103685" name="Line 1199">
                <a:extLst>
                  <a:ext uri="{FF2B5EF4-FFF2-40B4-BE49-F238E27FC236}">
                    <a16:creationId xmlns:a16="http://schemas.microsoft.com/office/drawing/2014/main" id="{849B132B-F7BB-C0AB-BE7B-4869C14F7CCB}"/>
                  </a:ext>
                </a:extLst>
              </p:cNvPr>
              <p:cNvSpPr>
                <a:spLocks noChangeShapeType="1"/>
              </p:cNvSpPr>
              <p:nvPr/>
            </p:nvSpPr>
            <p:spPr bwMode="auto">
              <a:xfrm>
                <a:off x="3516" y="1892"/>
                <a:ext cx="80" cy="47"/>
              </a:xfrm>
              <a:prstGeom prst="line">
                <a:avLst/>
              </a:prstGeom>
              <a:grpFill/>
              <a:ln w="12700">
                <a:solidFill>
                  <a:schemeClr val="bg1">
                    <a:lumMod val="65000"/>
                  </a:schemeClr>
                </a:solidFill>
                <a:round/>
                <a:headEnd/>
                <a:tailEnd/>
              </a:ln>
            </p:spPr>
            <p:txBody>
              <a:bodyPr/>
              <a:lstStyle/>
              <a:p>
                <a:endParaRPr lang="en-US"/>
              </a:p>
            </p:txBody>
          </p:sp>
          <p:sp>
            <p:nvSpPr>
              <p:cNvPr id="103686" name="Line 1200">
                <a:extLst>
                  <a:ext uri="{FF2B5EF4-FFF2-40B4-BE49-F238E27FC236}">
                    <a16:creationId xmlns:a16="http://schemas.microsoft.com/office/drawing/2014/main" id="{2ACBEAE4-F8E1-7242-9866-960C15AA35D6}"/>
                  </a:ext>
                </a:extLst>
              </p:cNvPr>
              <p:cNvSpPr>
                <a:spLocks noChangeShapeType="1"/>
              </p:cNvSpPr>
              <p:nvPr/>
            </p:nvSpPr>
            <p:spPr bwMode="auto">
              <a:xfrm>
                <a:off x="3612" y="1948"/>
                <a:ext cx="48" cy="32"/>
              </a:xfrm>
              <a:prstGeom prst="line">
                <a:avLst/>
              </a:prstGeom>
              <a:grpFill/>
              <a:ln w="12700">
                <a:solidFill>
                  <a:schemeClr val="bg1">
                    <a:lumMod val="65000"/>
                  </a:schemeClr>
                </a:solidFill>
                <a:round/>
                <a:headEnd/>
                <a:tailEnd/>
              </a:ln>
            </p:spPr>
            <p:txBody>
              <a:bodyPr/>
              <a:lstStyle/>
              <a:p>
                <a:endParaRPr lang="en-US"/>
              </a:p>
            </p:txBody>
          </p:sp>
        </p:grpSp>
        <p:grpSp>
          <p:nvGrpSpPr>
            <p:cNvPr id="103658" name="Group 1201">
              <a:extLst>
                <a:ext uri="{FF2B5EF4-FFF2-40B4-BE49-F238E27FC236}">
                  <a16:creationId xmlns:a16="http://schemas.microsoft.com/office/drawing/2014/main" id="{44D9AE78-727A-E673-61A4-43E6282FF9C8}"/>
                </a:ext>
              </a:extLst>
            </p:cNvPr>
            <p:cNvGrpSpPr>
              <a:grpSpLocks/>
            </p:cNvGrpSpPr>
            <p:nvPr/>
          </p:nvGrpSpPr>
          <p:grpSpPr bwMode="auto">
            <a:xfrm>
              <a:off x="3325" y="2698"/>
              <a:ext cx="415" cy="279"/>
              <a:chOff x="3325" y="2698"/>
              <a:chExt cx="415" cy="279"/>
            </a:xfrm>
            <a:grpFill/>
          </p:grpSpPr>
          <p:sp>
            <p:nvSpPr>
              <p:cNvPr id="103677" name="Freeform 1202">
                <a:extLst>
                  <a:ext uri="{FF2B5EF4-FFF2-40B4-BE49-F238E27FC236}">
                    <a16:creationId xmlns:a16="http://schemas.microsoft.com/office/drawing/2014/main" id="{45193004-85DD-A260-73A0-5E937DE76B0E}"/>
                  </a:ext>
                </a:extLst>
              </p:cNvPr>
              <p:cNvSpPr>
                <a:spLocks/>
              </p:cNvSpPr>
              <p:nvPr/>
            </p:nvSpPr>
            <p:spPr bwMode="auto">
              <a:xfrm>
                <a:off x="3628" y="2889"/>
                <a:ext cx="112" cy="88"/>
              </a:xfrm>
              <a:custGeom>
                <a:avLst/>
                <a:gdLst>
                  <a:gd name="T0" fmla="*/ 112 w 112"/>
                  <a:gd name="T1" fmla="*/ 88 h 88"/>
                  <a:gd name="T2" fmla="*/ 0 w 112"/>
                  <a:gd name="T3" fmla="*/ 48 h 88"/>
                  <a:gd name="T4" fmla="*/ 16 w 112"/>
                  <a:gd name="T5" fmla="*/ 24 h 88"/>
                  <a:gd name="T6" fmla="*/ 32 w 112"/>
                  <a:gd name="T7" fmla="*/ 0 h 88"/>
                  <a:gd name="T8" fmla="*/ 112 w 112"/>
                  <a:gd name="T9" fmla="*/ 88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88"/>
                    </a:moveTo>
                    <a:lnTo>
                      <a:pt x="0" y="48"/>
                    </a:lnTo>
                    <a:lnTo>
                      <a:pt x="16" y="24"/>
                    </a:lnTo>
                    <a:lnTo>
                      <a:pt x="32" y="0"/>
                    </a:lnTo>
                    <a:lnTo>
                      <a:pt x="112" y="88"/>
                    </a:lnTo>
                    <a:close/>
                  </a:path>
                </a:pathLst>
              </a:custGeom>
              <a:grpFill/>
              <a:ln w="9525">
                <a:solidFill>
                  <a:schemeClr val="bg1">
                    <a:lumMod val="65000"/>
                  </a:schemeClr>
                </a:solidFill>
                <a:round/>
                <a:headEnd/>
                <a:tailEnd/>
              </a:ln>
            </p:spPr>
            <p:txBody>
              <a:bodyPr/>
              <a:lstStyle/>
              <a:p>
                <a:endParaRPr lang="en-US"/>
              </a:p>
            </p:txBody>
          </p:sp>
          <p:sp>
            <p:nvSpPr>
              <p:cNvPr id="103678" name="Line 1203">
                <a:extLst>
                  <a:ext uri="{FF2B5EF4-FFF2-40B4-BE49-F238E27FC236}">
                    <a16:creationId xmlns:a16="http://schemas.microsoft.com/office/drawing/2014/main" id="{B670DEA3-D95D-2703-7DB0-DF3226985E0B}"/>
                  </a:ext>
                </a:extLst>
              </p:cNvPr>
              <p:cNvSpPr>
                <a:spLocks noChangeShapeType="1"/>
              </p:cNvSpPr>
              <p:nvPr/>
            </p:nvSpPr>
            <p:spPr bwMode="auto">
              <a:xfrm>
                <a:off x="3325" y="2698"/>
                <a:ext cx="72" cy="48"/>
              </a:xfrm>
              <a:prstGeom prst="line">
                <a:avLst/>
              </a:prstGeom>
              <a:grpFill/>
              <a:ln w="12700">
                <a:solidFill>
                  <a:schemeClr val="bg1">
                    <a:lumMod val="65000"/>
                  </a:schemeClr>
                </a:solidFill>
                <a:round/>
                <a:headEnd/>
                <a:tailEnd/>
              </a:ln>
            </p:spPr>
            <p:txBody>
              <a:bodyPr/>
              <a:lstStyle/>
              <a:p>
                <a:endParaRPr lang="en-US"/>
              </a:p>
            </p:txBody>
          </p:sp>
          <p:sp>
            <p:nvSpPr>
              <p:cNvPr id="103679" name="Line 1204">
                <a:extLst>
                  <a:ext uri="{FF2B5EF4-FFF2-40B4-BE49-F238E27FC236}">
                    <a16:creationId xmlns:a16="http://schemas.microsoft.com/office/drawing/2014/main" id="{9224E4E4-F9AB-673B-ABED-4E632AE9FD0F}"/>
                  </a:ext>
                </a:extLst>
              </p:cNvPr>
              <p:cNvSpPr>
                <a:spLocks noChangeShapeType="1"/>
              </p:cNvSpPr>
              <p:nvPr/>
            </p:nvSpPr>
            <p:spPr bwMode="auto">
              <a:xfrm>
                <a:off x="3421" y="2762"/>
                <a:ext cx="72" cy="48"/>
              </a:xfrm>
              <a:prstGeom prst="line">
                <a:avLst/>
              </a:prstGeom>
              <a:grpFill/>
              <a:ln w="12700">
                <a:solidFill>
                  <a:schemeClr val="bg1">
                    <a:lumMod val="65000"/>
                  </a:schemeClr>
                </a:solidFill>
                <a:round/>
                <a:headEnd/>
                <a:tailEnd/>
              </a:ln>
            </p:spPr>
            <p:txBody>
              <a:bodyPr/>
              <a:lstStyle/>
              <a:p>
                <a:endParaRPr lang="en-US"/>
              </a:p>
            </p:txBody>
          </p:sp>
          <p:sp>
            <p:nvSpPr>
              <p:cNvPr id="103680" name="Line 1205">
                <a:extLst>
                  <a:ext uri="{FF2B5EF4-FFF2-40B4-BE49-F238E27FC236}">
                    <a16:creationId xmlns:a16="http://schemas.microsoft.com/office/drawing/2014/main" id="{F5840D5C-95E2-75C4-29C7-B48234CB6CA5}"/>
                  </a:ext>
                </a:extLst>
              </p:cNvPr>
              <p:cNvSpPr>
                <a:spLocks noChangeShapeType="1"/>
              </p:cNvSpPr>
              <p:nvPr/>
            </p:nvSpPr>
            <p:spPr bwMode="auto">
              <a:xfrm>
                <a:off x="3510" y="2826"/>
                <a:ext cx="70" cy="46"/>
              </a:xfrm>
              <a:prstGeom prst="line">
                <a:avLst/>
              </a:prstGeom>
              <a:grpFill/>
              <a:ln w="12700">
                <a:solidFill>
                  <a:schemeClr val="bg1">
                    <a:lumMod val="65000"/>
                  </a:schemeClr>
                </a:solidFill>
                <a:round/>
                <a:headEnd/>
                <a:tailEnd/>
              </a:ln>
            </p:spPr>
            <p:txBody>
              <a:bodyPr/>
              <a:lstStyle/>
              <a:p>
                <a:endParaRPr lang="en-US"/>
              </a:p>
            </p:txBody>
          </p:sp>
          <p:sp>
            <p:nvSpPr>
              <p:cNvPr id="103681" name="Line 1206">
                <a:extLst>
                  <a:ext uri="{FF2B5EF4-FFF2-40B4-BE49-F238E27FC236}">
                    <a16:creationId xmlns:a16="http://schemas.microsoft.com/office/drawing/2014/main" id="{2205B993-827B-C22D-BEBC-22DC64AA2745}"/>
                  </a:ext>
                </a:extLst>
              </p:cNvPr>
              <p:cNvSpPr>
                <a:spLocks noChangeShapeType="1"/>
              </p:cNvSpPr>
              <p:nvPr/>
            </p:nvSpPr>
            <p:spPr bwMode="auto">
              <a:xfrm>
                <a:off x="3604" y="2881"/>
                <a:ext cx="40" cy="31"/>
              </a:xfrm>
              <a:prstGeom prst="line">
                <a:avLst/>
              </a:prstGeom>
              <a:grpFill/>
              <a:ln w="12700">
                <a:solidFill>
                  <a:schemeClr val="bg1">
                    <a:lumMod val="65000"/>
                  </a:schemeClr>
                </a:solidFill>
                <a:round/>
                <a:headEnd/>
                <a:tailEnd/>
              </a:ln>
            </p:spPr>
            <p:txBody>
              <a:bodyPr/>
              <a:lstStyle/>
              <a:p>
                <a:endParaRPr lang="en-US"/>
              </a:p>
            </p:txBody>
          </p:sp>
        </p:grpSp>
        <p:grpSp>
          <p:nvGrpSpPr>
            <p:cNvPr id="103659" name="Group 1207">
              <a:extLst>
                <a:ext uri="{FF2B5EF4-FFF2-40B4-BE49-F238E27FC236}">
                  <a16:creationId xmlns:a16="http://schemas.microsoft.com/office/drawing/2014/main" id="{A6EF95A4-D3EA-ADA6-3E20-35FFA55333B5}"/>
                </a:ext>
              </a:extLst>
            </p:cNvPr>
            <p:cNvGrpSpPr>
              <a:grpSpLocks/>
            </p:cNvGrpSpPr>
            <p:nvPr/>
          </p:nvGrpSpPr>
          <p:grpSpPr bwMode="auto">
            <a:xfrm>
              <a:off x="2878" y="2395"/>
              <a:ext cx="423" cy="271"/>
              <a:chOff x="2878" y="2395"/>
              <a:chExt cx="423" cy="271"/>
            </a:xfrm>
            <a:grpFill/>
          </p:grpSpPr>
          <p:sp>
            <p:nvSpPr>
              <p:cNvPr id="103672" name="Freeform 1208">
                <a:extLst>
                  <a:ext uri="{FF2B5EF4-FFF2-40B4-BE49-F238E27FC236}">
                    <a16:creationId xmlns:a16="http://schemas.microsoft.com/office/drawing/2014/main" id="{9112EB50-5A39-2AF0-96F1-856F2201F2AF}"/>
                  </a:ext>
                </a:extLst>
              </p:cNvPr>
              <p:cNvSpPr>
                <a:spLocks/>
              </p:cNvSpPr>
              <p:nvPr/>
            </p:nvSpPr>
            <p:spPr bwMode="auto">
              <a:xfrm>
                <a:off x="3189" y="2578"/>
                <a:ext cx="112" cy="88"/>
              </a:xfrm>
              <a:custGeom>
                <a:avLst/>
                <a:gdLst>
                  <a:gd name="T0" fmla="*/ 112 w 112"/>
                  <a:gd name="T1" fmla="*/ 88 h 88"/>
                  <a:gd name="T2" fmla="*/ 0 w 112"/>
                  <a:gd name="T3" fmla="*/ 48 h 88"/>
                  <a:gd name="T4" fmla="*/ 16 w 112"/>
                  <a:gd name="T5" fmla="*/ 24 h 88"/>
                  <a:gd name="T6" fmla="*/ 32 w 112"/>
                  <a:gd name="T7" fmla="*/ 0 h 88"/>
                  <a:gd name="T8" fmla="*/ 112 w 112"/>
                  <a:gd name="T9" fmla="*/ 88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88"/>
                    </a:moveTo>
                    <a:lnTo>
                      <a:pt x="0" y="48"/>
                    </a:lnTo>
                    <a:lnTo>
                      <a:pt x="16" y="24"/>
                    </a:lnTo>
                    <a:lnTo>
                      <a:pt x="32" y="0"/>
                    </a:lnTo>
                    <a:lnTo>
                      <a:pt x="112" y="88"/>
                    </a:lnTo>
                    <a:close/>
                  </a:path>
                </a:pathLst>
              </a:custGeom>
              <a:grpFill/>
              <a:ln w="9525">
                <a:solidFill>
                  <a:schemeClr val="bg1">
                    <a:lumMod val="65000"/>
                  </a:schemeClr>
                </a:solidFill>
                <a:round/>
                <a:headEnd/>
                <a:tailEnd/>
              </a:ln>
            </p:spPr>
            <p:txBody>
              <a:bodyPr/>
              <a:lstStyle/>
              <a:p>
                <a:endParaRPr lang="en-US"/>
              </a:p>
            </p:txBody>
          </p:sp>
          <p:sp>
            <p:nvSpPr>
              <p:cNvPr id="103673" name="Line 1209">
                <a:extLst>
                  <a:ext uri="{FF2B5EF4-FFF2-40B4-BE49-F238E27FC236}">
                    <a16:creationId xmlns:a16="http://schemas.microsoft.com/office/drawing/2014/main" id="{5B556F55-EE1D-E17E-B1F6-0B25AFA982EC}"/>
                  </a:ext>
                </a:extLst>
              </p:cNvPr>
              <p:cNvSpPr>
                <a:spLocks noChangeShapeType="1"/>
              </p:cNvSpPr>
              <p:nvPr/>
            </p:nvSpPr>
            <p:spPr bwMode="auto">
              <a:xfrm>
                <a:off x="2878" y="2395"/>
                <a:ext cx="72" cy="48"/>
              </a:xfrm>
              <a:prstGeom prst="line">
                <a:avLst/>
              </a:prstGeom>
              <a:grpFill/>
              <a:ln w="12700">
                <a:solidFill>
                  <a:schemeClr val="bg1">
                    <a:lumMod val="65000"/>
                  </a:schemeClr>
                </a:solidFill>
                <a:round/>
                <a:headEnd/>
                <a:tailEnd/>
              </a:ln>
            </p:spPr>
            <p:txBody>
              <a:bodyPr/>
              <a:lstStyle/>
              <a:p>
                <a:endParaRPr lang="en-US"/>
              </a:p>
            </p:txBody>
          </p:sp>
          <p:sp>
            <p:nvSpPr>
              <p:cNvPr id="103674" name="Line 1210">
                <a:extLst>
                  <a:ext uri="{FF2B5EF4-FFF2-40B4-BE49-F238E27FC236}">
                    <a16:creationId xmlns:a16="http://schemas.microsoft.com/office/drawing/2014/main" id="{FD6B4501-4249-3B4E-A46E-BA34FB118507}"/>
                  </a:ext>
                </a:extLst>
              </p:cNvPr>
              <p:cNvSpPr>
                <a:spLocks noChangeShapeType="1"/>
              </p:cNvSpPr>
              <p:nvPr/>
            </p:nvSpPr>
            <p:spPr bwMode="auto">
              <a:xfrm>
                <a:off x="2975" y="2459"/>
                <a:ext cx="70" cy="38"/>
              </a:xfrm>
              <a:prstGeom prst="line">
                <a:avLst/>
              </a:prstGeom>
              <a:grpFill/>
              <a:ln w="12700">
                <a:solidFill>
                  <a:schemeClr val="bg1">
                    <a:lumMod val="65000"/>
                  </a:schemeClr>
                </a:solidFill>
                <a:round/>
                <a:headEnd/>
                <a:tailEnd/>
              </a:ln>
            </p:spPr>
            <p:txBody>
              <a:bodyPr/>
              <a:lstStyle/>
              <a:p>
                <a:endParaRPr lang="en-US"/>
              </a:p>
            </p:txBody>
          </p:sp>
          <p:sp>
            <p:nvSpPr>
              <p:cNvPr id="103675" name="Line 1211">
                <a:extLst>
                  <a:ext uri="{FF2B5EF4-FFF2-40B4-BE49-F238E27FC236}">
                    <a16:creationId xmlns:a16="http://schemas.microsoft.com/office/drawing/2014/main" id="{79248609-D104-1B48-BCE5-7600C8A7148E}"/>
                  </a:ext>
                </a:extLst>
              </p:cNvPr>
              <p:cNvSpPr>
                <a:spLocks noChangeShapeType="1"/>
              </p:cNvSpPr>
              <p:nvPr/>
            </p:nvSpPr>
            <p:spPr bwMode="auto">
              <a:xfrm>
                <a:off x="3070" y="2515"/>
                <a:ext cx="71" cy="47"/>
              </a:xfrm>
              <a:prstGeom prst="line">
                <a:avLst/>
              </a:prstGeom>
              <a:grpFill/>
              <a:ln w="12700">
                <a:solidFill>
                  <a:schemeClr val="bg1">
                    <a:lumMod val="65000"/>
                  </a:schemeClr>
                </a:solidFill>
                <a:round/>
                <a:headEnd/>
                <a:tailEnd/>
              </a:ln>
            </p:spPr>
            <p:txBody>
              <a:bodyPr/>
              <a:lstStyle/>
              <a:p>
                <a:endParaRPr lang="en-US"/>
              </a:p>
            </p:txBody>
          </p:sp>
          <p:sp>
            <p:nvSpPr>
              <p:cNvPr id="103676" name="Line 1212">
                <a:extLst>
                  <a:ext uri="{FF2B5EF4-FFF2-40B4-BE49-F238E27FC236}">
                    <a16:creationId xmlns:a16="http://schemas.microsoft.com/office/drawing/2014/main" id="{6025AB34-FBCE-E46A-30D0-0C3533FCDF3D}"/>
                  </a:ext>
                </a:extLst>
              </p:cNvPr>
              <p:cNvSpPr>
                <a:spLocks noChangeShapeType="1"/>
              </p:cNvSpPr>
              <p:nvPr/>
            </p:nvSpPr>
            <p:spPr bwMode="auto">
              <a:xfrm>
                <a:off x="3157" y="2578"/>
                <a:ext cx="48" cy="24"/>
              </a:xfrm>
              <a:prstGeom prst="line">
                <a:avLst/>
              </a:prstGeom>
              <a:grpFill/>
              <a:ln w="12700">
                <a:solidFill>
                  <a:schemeClr val="bg1">
                    <a:lumMod val="65000"/>
                  </a:schemeClr>
                </a:solidFill>
                <a:round/>
                <a:headEnd/>
                <a:tailEnd/>
              </a:ln>
            </p:spPr>
            <p:txBody>
              <a:bodyPr/>
              <a:lstStyle/>
              <a:p>
                <a:endParaRPr lang="en-US"/>
              </a:p>
            </p:txBody>
          </p:sp>
        </p:grpSp>
        <p:grpSp>
          <p:nvGrpSpPr>
            <p:cNvPr id="103660" name="Group 1213">
              <a:extLst>
                <a:ext uri="{FF2B5EF4-FFF2-40B4-BE49-F238E27FC236}">
                  <a16:creationId xmlns:a16="http://schemas.microsoft.com/office/drawing/2014/main" id="{B52D67EA-55D8-07A2-EA0C-04EE5C68E42B}"/>
                </a:ext>
              </a:extLst>
            </p:cNvPr>
            <p:cNvGrpSpPr>
              <a:grpSpLocks/>
            </p:cNvGrpSpPr>
            <p:nvPr/>
          </p:nvGrpSpPr>
          <p:grpSpPr bwMode="auto">
            <a:xfrm>
              <a:off x="2862" y="3001"/>
              <a:ext cx="423" cy="263"/>
              <a:chOff x="2862" y="3001"/>
              <a:chExt cx="423" cy="263"/>
            </a:xfrm>
            <a:grpFill/>
          </p:grpSpPr>
          <p:sp>
            <p:nvSpPr>
              <p:cNvPr id="103667" name="Freeform 1214">
                <a:extLst>
                  <a:ext uri="{FF2B5EF4-FFF2-40B4-BE49-F238E27FC236}">
                    <a16:creationId xmlns:a16="http://schemas.microsoft.com/office/drawing/2014/main" id="{56BD458B-5D2C-71A4-5346-7593012AE4D1}"/>
                  </a:ext>
                </a:extLst>
              </p:cNvPr>
              <p:cNvSpPr>
                <a:spLocks/>
              </p:cNvSpPr>
              <p:nvPr/>
            </p:nvSpPr>
            <p:spPr bwMode="auto">
              <a:xfrm>
                <a:off x="3173" y="3185"/>
                <a:ext cx="112" cy="79"/>
              </a:xfrm>
              <a:custGeom>
                <a:avLst/>
                <a:gdLst>
                  <a:gd name="T0" fmla="*/ 112 w 112"/>
                  <a:gd name="T1" fmla="*/ 79 h 79"/>
                  <a:gd name="T2" fmla="*/ 0 w 112"/>
                  <a:gd name="T3" fmla="*/ 47 h 79"/>
                  <a:gd name="T4" fmla="*/ 16 w 112"/>
                  <a:gd name="T5" fmla="*/ 23 h 79"/>
                  <a:gd name="T6" fmla="*/ 32 w 112"/>
                  <a:gd name="T7" fmla="*/ 0 h 79"/>
                  <a:gd name="T8" fmla="*/ 112 w 112"/>
                  <a:gd name="T9" fmla="*/ 79 h 79"/>
                  <a:gd name="T10" fmla="*/ 0 60000 65536"/>
                  <a:gd name="T11" fmla="*/ 0 60000 65536"/>
                  <a:gd name="T12" fmla="*/ 0 60000 65536"/>
                  <a:gd name="T13" fmla="*/ 0 60000 65536"/>
                  <a:gd name="T14" fmla="*/ 0 60000 65536"/>
                  <a:gd name="T15" fmla="*/ 0 w 112"/>
                  <a:gd name="T16" fmla="*/ 0 h 79"/>
                  <a:gd name="T17" fmla="*/ 112 w 112"/>
                  <a:gd name="T18" fmla="*/ 79 h 79"/>
                </a:gdLst>
                <a:ahLst/>
                <a:cxnLst>
                  <a:cxn ang="T10">
                    <a:pos x="T0" y="T1"/>
                  </a:cxn>
                  <a:cxn ang="T11">
                    <a:pos x="T2" y="T3"/>
                  </a:cxn>
                  <a:cxn ang="T12">
                    <a:pos x="T4" y="T5"/>
                  </a:cxn>
                  <a:cxn ang="T13">
                    <a:pos x="T6" y="T7"/>
                  </a:cxn>
                  <a:cxn ang="T14">
                    <a:pos x="T8" y="T9"/>
                  </a:cxn>
                </a:cxnLst>
                <a:rect l="T15" t="T16" r="T17" b="T18"/>
                <a:pathLst>
                  <a:path w="112" h="79">
                    <a:moveTo>
                      <a:pt x="112" y="79"/>
                    </a:moveTo>
                    <a:lnTo>
                      <a:pt x="0" y="47"/>
                    </a:lnTo>
                    <a:lnTo>
                      <a:pt x="16" y="23"/>
                    </a:lnTo>
                    <a:lnTo>
                      <a:pt x="32" y="0"/>
                    </a:lnTo>
                    <a:lnTo>
                      <a:pt x="112" y="79"/>
                    </a:lnTo>
                    <a:close/>
                  </a:path>
                </a:pathLst>
              </a:custGeom>
              <a:grpFill/>
              <a:ln w="9525">
                <a:solidFill>
                  <a:schemeClr val="bg1">
                    <a:lumMod val="65000"/>
                  </a:schemeClr>
                </a:solidFill>
                <a:round/>
                <a:headEnd/>
                <a:tailEnd/>
              </a:ln>
            </p:spPr>
            <p:txBody>
              <a:bodyPr/>
              <a:lstStyle/>
              <a:p>
                <a:endParaRPr lang="en-US"/>
              </a:p>
            </p:txBody>
          </p:sp>
          <p:sp>
            <p:nvSpPr>
              <p:cNvPr id="103668" name="Line 1215">
                <a:extLst>
                  <a:ext uri="{FF2B5EF4-FFF2-40B4-BE49-F238E27FC236}">
                    <a16:creationId xmlns:a16="http://schemas.microsoft.com/office/drawing/2014/main" id="{3BC99B2A-13F9-9D60-B37E-0A603E9C0D98}"/>
                  </a:ext>
                </a:extLst>
              </p:cNvPr>
              <p:cNvSpPr>
                <a:spLocks noChangeShapeType="1"/>
              </p:cNvSpPr>
              <p:nvPr/>
            </p:nvSpPr>
            <p:spPr bwMode="auto">
              <a:xfrm>
                <a:off x="2862" y="3001"/>
                <a:ext cx="72" cy="48"/>
              </a:xfrm>
              <a:prstGeom prst="line">
                <a:avLst/>
              </a:prstGeom>
              <a:grpFill/>
              <a:ln w="12700">
                <a:solidFill>
                  <a:schemeClr val="bg1">
                    <a:lumMod val="65000"/>
                  </a:schemeClr>
                </a:solidFill>
                <a:round/>
                <a:headEnd/>
                <a:tailEnd/>
              </a:ln>
            </p:spPr>
            <p:txBody>
              <a:bodyPr/>
              <a:lstStyle/>
              <a:p>
                <a:endParaRPr lang="en-US"/>
              </a:p>
            </p:txBody>
          </p:sp>
          <p:sp>
            <p:nvSpPr>
              <p:cNvPr id="103669" name="Line 1216">
                <a:extLst>
                  <a:ext uri="{FF2B5EF4-FFF2-40B4-BE49-F238E27FC236}">
                    <a16:creationId xmlns:a16="http://schemas.microsoft.com/office/drawing/2014/main" id="{29B1B464-7420-EAA6-C64F-B56B4F21CEAA}"/>
                  </a:ext>
                </a:extLst>
              </p:cNvPr>
              <p:cNvSpPr>
                <a:spLocks noChangeShapeType="1"/>
              </p:cNvSpPr>
              <p:nvPr/>
            </p:nvSpPr>
            <p:spPr bwMode="auto">
              <a:xfrm>
                <a:off x="2958" y="3057"/>
                <a:ext cx="71" cy="47"/>
              </a:xfrm>
              <a:prstGeom prst="line">
                <a:avLst/>
              </a:prstGeom>
              <a:grpFill/>
              <a:ln w="12700">
                <a:solidFill>
                  <a:schemeClr val="bg1">
                    <a:lumMod val="65000"/>
                  </a:schemeClr>
                </a:solidFill>
                <a:round/>
                <a:headEnd/>
                <a:tailEnd/>
              </a:ln>
            </p:spPr>
            <p:txBody>
              <a:bodyPr/>
              <a:lstStyle/>
              <a:p>
                <a:endParaRPr lang="en-US"/>
              </a:p>
            </p:txBody>
          </p:sp>
          <p:sp>
            <p:nvSpPr>
              <p:cNvPr id="103670" name="Line 1217">
                <a:extLst>
                  <a:ext uri="{FF2B5EF4-FFF2-40B4-BE49-F238E27FC236}">
                    <a16:creationId xmlns:a16="http://schemas.microsoft.com/office/drawing/2014/main" id="{BDD7F9D8-C3B9-F296-5E8D-C00BB384E63A}"/>
                  </a:ext>
                </a:extLst>
              </p:cNvPr>
              <p:cNvSpPr>
                <a:spLocks noChangeShapeType="1"/>
              </p:cNvSpPr>
              <p:nvPr/>
            </p:nvSpPr>
            <p:spPr bwMode="auto">
              <a:xfrm>
                <a:off x="3054" y="3121"/>
                <a:ext cx="71" cy="47"/>
              </a:xfrm>
              <a:prstGeom prst="line">
                <a:avLst/>
              </a:prstGeom>
              <a:grpFill/>
              <a:ln w="12700">
                <a:solidFill>
                  <a:schemeClr val="bg1">
                    <a:lumMod val="65000"/>
                  </a:schemeClr>
                </a:solidFill>
                <a:round/>
                <a:headEnd/>
                <a:tailEnd/>
              </a:ln>
            </p:spPr>
            <p:txBody>
              <a:bodyPr/>
              <a:lstStyle/>
              <a:p>
                <a:endParaRPr lang="en-US"/>
              </a:p>
            </p:txBody>
          </p:sp>
          <p:sp>
            <p:nvSpPr>
              <p:cNvPr id="103671" name="Line 1218">
                <a:extLst>
                  <a:ext uri="{FF2B5EF4-FFF2-40B4-BE49-F238E27FC236}">
                    <a16:creationId xmlns:a16="http://schemas.microsoft.com/office/drawing/2014/main" id="{79B1AC57-E41C-87BE-7190-960B389B59DB}"/>
                  </a:ext>
                </a:extLst>
              </p:cNvPr>
              <p:cNvSpPr>
                <a:spLocks noChangeShapeType="1"/>
              </p:cNvSpPr>
              <p:nvPr/>
            </p:nvSpPr>
            <p:spPr bwMode="auto">
              <a:xfrm>
                <a:off x="3150" y="3177"/>
                <a:ext cx="39" cy="30"/>
              </a:xfrm>
              <a:prstGeom prst="line">
                <a:avLst/>
              </a:prstGeom>
              <a:grpFill/>
              <a:ln w="12700">
                <a:solidFill>
                  <a:schemeClr val="bg1">
                    <a:lumMod val="65000"/>
                  </a:schemeClr>
                </a:solidFill>
                <a:round/>
                <a:headEnd/>
                <a:tailEnd/>
              </a:ln>
            </p:spPr>
            <p:txBody>
              <a:bodyPr/>
              <a:lstStyle/>
              <a:p>
                <a:endParaRPr lang="en-US"/>
              </a:p>
            </p:txBody>
          </p:sp>
        </p:grpSp>
        <p:grpSp>
          <p:nvGrpSpPr>
            <p:cNvPr id="103661" name="Group 1219">
              <a:extLst>
                <a:ext uri="{FF2B5EF4-FFF2-40B4-BE49-F238E27FC236}">
                  <a16:creationId xmlns:a16="http://schemas.microsoft.com/office/drawing/2014/main" id="{E53C7202-E8D8-2610-B1B0-E7F715018284}"/>
                </a:ext>
              </a:extLst>
            </p:cNvPr>
            <p:cNvGrpSpPr>
              <a:grpSpLocks/>
            </p:cNvGrpSpPr>
            <p:nvPr/>
          </p:nvGrpSpPr>
          <p:grpSpPr bwMode="auto">
            <a:xfrm>
              <a:off x="3318" y="3304"/>
              <a:ext cx="422" cy="287"/>
              <a:chOff x="3318" y="3304"/>
              <a:chExt cx="422" cy="287"/>
            </a:xfrm>
            <a:grpFill/>
          </p:grpSpPr>
          <p:sp>
            <p:nvSpPr>
              <p:cNvPr id="103662" name="Freeform 1220">
                <a:extLst>
                  <a:ext uri="{FF2B5EF4-FFF2-40B4-BE49-F238E27FC236}">
                    <a16:creationId xmlns:a16="http://schemas.microsoft.com/office/drawing/2014/main" id="{F21C30D9-671B-709F-A1E7-78B8515ACA3D}"/>
                  </a:ext>
                </a:extLst>
              </p:cNvPr>
              <p:cNvSpPr>
                <a:spLocks/>
              </p:cNvSpPr>
              <p:nvPr/>
            </p:nvSpPr>
            <p:spPr bwMode="auto">
              <a:xfrm>
                <a:off x="3628" y="3304"/>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32" y="88"/>
                    </a:lnTo>
                    <a:lnTo>
                      <a:pt x="16" y="64"/>
                    </a:lnTo>
                    <a:lnTo>
                      <a:pt x="0" y="40"/>
                    </a:lnTo>
                    <a:lnTo>
                      <a:pt x="112" y="0"/>
                    </a:lnTo>
                    <a:close/>
                  </a:path>
                </a:pathLst>
              </a:custGeom>
              <a:grpFill/>
              <a:ln w="9525">
                <a:solidFill>
                  <a:schemeClr val="bg1">
                    <a:lumMod val="65000"/>
                  </a:schemeClr>
                </a:solidFill>
                <a:round/>
                <a:headEnd/>
                <a:tailEnd/>
              </a:ln>
            </p:spPr>
            <p:txBody>
              <a:bodyPr/>
              <a:lstStyle/>
              <a:p>
                <a:endParaRPr lang="en-US"/>
              </a:p>
            </p:txBody>
          </p:sp>
          <p:sp>
            <p:nvSpPr>
              <p:cNvPr id="103663" name="Line 1221">
                <a:extLst>
                  <a:ext uri="{FF2B5EF4-FFF2-40B4-BE49-F238E27FC236}">
                    <a16:creationId xmlns:a16="http://schemas.microsoft.com/office/drawing/2014/main" id="{51F7B606-CA97-E4A2-0D13-3A4BCE1BD664}"/>
                  </a:ext>
                </a:extLst>
              </p:cNvPr>
              <p:cNvSpPr>
                <a:spLocks noChangeShapeType="1"/>
              </p:cNvSpPr>
              <p:nvPr/>
            </p:nvSpPr>
            <p:spPr bwMode="auto">
              <a:xfrm flipV="1">
                <a:off x="3318" y="3544"/>
                <a:ext cx="71" cy="47"/>
              </a:xfrm>
              <a:prstGeom prst="line">
                <a:avLst/>
              </a:prstGeom>
              <a:grpFill/>
              <a:ln w="12700">
                <a:solidFill>
                  <a:schemeClr val="bg1">
                    <a:lumMod val="65000"/>
                  </a:schemeClr>
                </a:solidFill>
                <a:round/>
                <a:headEnd/>
                <a:tailEnd/>
              </a:ln>
            </p:spPr>
            <p:txBody>
              <a:bodyPr/>
              <a:lstStyle/>
              <a:p>
                <a:endParaRPr lang="en-US"/>
              </a:p>
            </p:txBody>
          </p:sp>
          <p:sp>
            <p:nvSpPr>
              <p:cNvPr id="103664" name="Line 1222">
                <a:extLst>
                  <a:ext uri="{FF2B5EF4-FFF2-40B4-BE49-F238E27FC236}">
                    <a16:creationId xmlns:a16="http://schemas.microsoft.com/office/drawing/2014/main" id="{6735C0BA-19D7-502C-CD1D-968E15092223}"/>
                  </a:ext>
                </a:extLst>
              </p:cNvPr>
              <p:cNvSpPr>
                <a:spLocks noChangeShapeType="1"/>
              </p:cNvSpPr>
              <p:nvPr/>
            </p:nvSpPr>
            <p:spPr bwMode="auto">
              <a:xfrm flipV="1">
                <a:off x="3413" y="3481"/>
                <a:ext cx="72" cy="47"/>
              </a:xfrm>
              <a:prstGeom prst="line">
                <a:avLst/>
              </a:prstGeom>
              <a:grpFill/>
              <a:ln w="12700">
                <a:solidFill>
                  <a:schemeClr val="bg1">
                    <a:lumMod val="65000"/>
                  </a:schemeClr>
                </a:solidFill>
                <a:round/>
                <a:headEnd/>
                <a:tailEnd/>
              </a:ln>
            </p:spPr>
            <p:txBody>
              <a:bodyPr/>
              <a:lstStyle/>
              <a:p>
                <a:endParaRPr lang="en-US"/>
              </a:p>
            </p:txBody>
          </p:sp>
          <p:sp>
            <p:nvSpPr>
              <p:cNvPr id="103665" name="Line 1223">
                <a:extLst>
                  <a:ext uri="{FF2B5EF4-FFF2-40B4-BE49-F238E27FC236}">
                    <a16:creationId xmlns:a16="http://schemas.microsoft.com/office/drawing/2014/main" id="{F686F9F5-4AF4-1588-E482-954EAAE8E6F8}"/>
                  </a:ext>
                </a:extLst>
              </p:cNvPr>
              <p:cNvSpPr>
                <a:spLocks noChangeShapeType="1"/>
              </p:cNvSpPr>
              <p:nvPr/>
            </p:nvSpPr>
            <p:spPr bwMode="auto">
              <a:xfrm flipV="1">
                <a:off x="3501" y="3417"/>
                <a:ext cx="71" cy="47"/>
              </a:xfrm>
              <a:prstGeom prst="line">
                <a:avLst/>
              </a:prstGeom>
              <a:grpFill/>
              <a:ln w="12700">
                <a:solidFill>
                  <a:schemeClr val="bg1">
                    <a:lumMod val="65000"/>
                  </a:schemeClr>
                </a:solidFill>
                <a:round/>
                <a:headEnd/>
                <a:tailEnd/>
              </a:ln>
            </p:spPr>
            <p:txBody>
              <a:bodyPr/>
              <a:lstStyle/>
              <a:p>
                <a:endParaRPr lang="en-US"/>
              </a:p>
            </p:txBody>
          </p:sp>
          <p:sp>
            <p:nvSpPr>
              <p:cNvPr id="103666" name="Line 1224">
                <a:extLst>
                  <a:ext uri="{FF2B5EF4-FFF2-40B4-BE49-F238E27FC236}">
                    <a16:creationId xmlns:a16="http://schemas.microsoft.com/office/drawing/2014/main" id="{BC34DA65-E66D-510D-F4A4-ECF3623E64A8}"/>
                  </a:ext>
                </a:extLst>
              </p:cNvPr>
              <p:cNvSpPr>
                <a:spLocks noChangeShapeType="1"/>
              </p:cNvSpPr>
              <p:nvPr/>
            </p:nvSpPr>
            <p:spPr bwMode="auto">
              <a:xfrm flipV="1">
                <a:off x="3596" y="3368"/>
                <a:ext cx="48" cy="32"/>
              </a:xfrm>
              <a:prstGeom prst="line">
                <a:avLst/>
              </a:prstGeom>
              <a:grpFill/>
              <a:ln w="12700">
                <a:solidFill>
                  <a:schemeClr val="bg1">
                    <a:lumMod val="65000"/>
                  </a:schemeClr>
                </a:solidFill>
                <a:round/>
                <a:headEnd/>
                <a:tailEnd/>
              </a:ln>
            </p:spPr>
            <p:txBody>
              <a:bodyPr/>
              <a:lstStyle/>
              <a:p>
                <a:endParaRPr lang="en-US"/>
              </a:p>
            </p:txBody>
          </p:sp>
        </p:grpSp>
      </p:grpSp>
      <p:sp>
        <p:nvSpPr>
          <p:cNvPr id="3949770" name="Line 1226">
            <a:extLst>
              <a:ext uri="{FF2B5EF4-FFF2-40B4-BE49-F238E27FC236}">
                <a16:creationId xmlns:a16="http://schemas.microsoft.com/office/drawing/2014/main" id="{AAC1B73F-6D3E-04CF-F5D1-8986F5EA0F6D}"/>
              </a:ext>
            </a:extLst>
          </p:cNvPr>
          <p:cNvSpPr>
            <a:spLocks noChangeShapeType="1"/>
          </p:cNvSpPr>
          <p:nvPr/>
        </p:nvSpPr>
        <p:spPr bwMode="auto">
          <a:xfrm flipV="1">
            <a:off x="3948906" y="1955306"/>
            <a:ext cx="1325893" cy="525958"/>
          </a:xfrm>
          <a:prstGeom prst="line">
            <a:avLst/>
          </a:prstGeom>
          <a:noFill/>
          <a:ln w="76200">
            <a:solidFill>
              <a:schemeClr val="bg1"/>
            </a:solidFill>
            <a:round/>
            <a:headEnd type="none" w="lg" len="lg"/>
            <a:tailEnd type="triangle" w="med" len="lg"/>
          </a:ln>
          <a:extLst>
            <a:ext uri="{909E8E84-426E-40DD-AFC4-6F175D3DCCD1}">
              <a14:hiddenFill xmlns:a14="http://schemas.microsoft.com/office/drawing/2010/main">
                <a:noFill/>
              </a14:hiddenFill>
            </a:ext>
          </a:extLst>
        </p:spPr>
        <p:txBody>
          <a:bodyPr wrap="none" anchor="ctr"/>
          <a:lstStyle/>
          <a:p>
            <a:endParaRPr lang="en-US"/>
          </a:p>
        </p:txBody>
      </p:sp>
      <p:sp>
        <p:nvSpPr>
          <p:cNvPr id="3949771" name="Line 1227">
            <a:extLst>
              <a:ext uri="{FF2B5EF4-FFF2-40B4-BE49-F238E27FC236}">
                <a16:creationId xmlns:a16="http://schemas.microsoft.com/office/drawing/2014/main" id="{331C3178-8452-4232-762A-13867AC02C3B}"/>
              </a:ext>
            </a:extLst>
          </p:cNvPr>
          <p:cNvSpPr>
            <a:spLocks noChangeShapeType="1"/>
          </p:cNvSpPr>
          <p:nvPr/>
        </p:nvSpPr>
        <p:spPr bwMode="auto">
          <a:xfrm flipV="1">
            <a:off x="3948908" y="2565347"/>
            <a:ext cx="2016248" cy="2079678"/>
          </a:xfrm>
          <a:prstGeom prst="line">
            <a:avLst/>
          </a:prstGeom>
          <a:noFill/>
          <a:ln w="76200">
            <a:solidFill>
              <a:schemeClr val="bg1"/>
            </a:solidFill>
            <a:round/>
            <a:headEnd type="none" w="lg" len="lg"/>
            <a:tailEnd type="triangle" w="med" len="lg"/>
          </a:ln>
          <a:extLst>
            <a:ext uri="{909E8E84-426E-40DD-AFC4-6F175D3DCCD1}">
              <a14:hiddenFill xmlns:a14="http://schemas.microsoft.com/office/drawing/2010/main">
                <a:noFill/>
              </a14:hiddenFill>
            </a:ext>
          </a:extLst>
        </p:spPr>
        <p:txBody>
          <a:bodyPr wrap="none" anchor="ctr"/>
          <a:lstStyle/>
          <a:p>
            <a:endParaRPr lang="en-US"/>
          </a:p>
        </p:txBody>
      </p:sp>
      <p:sp>
        <p:nvSpPr>
          <p:cNvPr id="3949772" name="Line 1228">
            <a:extLst>
              <a:ext uri="{FF2B5EF4-FFF2-40B4-BE49-F238E27FC236}">
                <a16:creationId xmlns:a16="http://schemas.microsoft.com/office/drawing/2014/main" id="{B7E65624-74C1-5C36-A852-77691491A424}"/>
              </a:ext>
            </a:extLst>
          </p:cNvPr>
          <p:cNvSpPr>
            <a:spLocks noChangeShapeType="1"/>
          </p:cNvSpPr>
          <p:nvPr/>
        </p:nvSpPr>
        <p:spPr bwMode="auto">
          <a:xfrm>
            <a:off x="3948906" y="1427163"/>
            <a:ext cx="1132172" cy="2688394"/>
          </a:xfrm>
          <a:prstGeom prst="line">
            <a:avLst/>
          </a:prstGeom>
          <a:noFill/>
          <a:ln w="76200">
            <a:solidFill>
              <a:schemeClr val="bg1"/>
            </a:solidFill>
            <a:round/>
            <a:headEnd type="none" w="lg" len="lg"/>
            <a:tailEnd type="triangle" w="med" len="lg"/>
          </a:ln>
          <a:extLst>
            <a:ext uri="{909E8E84-426E-40DD-AFC4-6F175D3DCCD1}">
              <a14:hiddenFill xmlns:a14="http://schemas.microsoft.com/office/drawing/2010/main">
                <a:noFill/>
              </a14:hiddenFill>
            </a:ext>
          </a:extLst>
        </p:spPr>
        <p:txBody>
          <a:bodyPr wrap="none" anchor="ctr"/>
          <a:lstStyle/>
          <a:p>
            <a:endParaRPr lang="en-US"/>
          </a:p>
        </p:txBody>
      </p:sp>
      <p:sp>
        <p:nvSpPr>
          <p:cNvPr id="3949773" name="Rectangle 1229">
            <a:extLst>
              <a:ext uri="{FF2B5EF4-FFF2-40B4-BE49-F238E27FC236}">
                <a16:creationId xmlns:a16="http://schemas.microsoft.com/office/drawing/2014/main" id="{0661E224-1E81-6831-E431-40A3576410EF}"/>
              </a:ext>
            </a:extLst>
          </p:cNvPr>
          <p:cNvSpPr>
            <a:spLocks noChangeArrowheads="1"/>
          </p:cNvSpPr>
          <p:nvPr/>
        </p:nvSpPr>
        <p:spPr bwMode="auto">
          <a:xfrm>
            <a:off x="3510756" y="1004888"/>
            <a:ext cx="736600" cy="4038600"/>
          </a:xfrm>
          <a:prstGeom prst="rect">
            <a:avLst/>
          </a:prstGeom>
          <a:solidFill>
            <a:srgbClr val="477BFD">
              <a:alpha val="50195"/>
            </a:srgbClr>
          </a:solidFill>
          <a:ln>
            <a:noFill/>
          </a:ln>
          <a:extLst>
            <a:ext uri="{91240B29-F687-4F45-9708-019B960494DF}">
              <a14:hiddenLine xmlns:a14="http://schemas.microsoft.com/office/drawing/2010/main" w="38100">
                <a:solidFill>
                  <a:srgbClr val="000000"/>
                </a:solidFill>
                <a:miter lim="800000"/>
                <a:headEnd type="none" w="lg" len="lg"/>
                <a:tailEnd type="none" w="lg" len="lg"/>
              </a14:hiddenLine>
            </a:ext>
          </a:extLst>
        </p:spPr>
        <p:txBody>
          <a:bodyPr wrap="none" anchor="ctr"/>
          <a:lstStyle/>
          <a:p>
            <a:endParaRPr lang="en-US"/>
          </a:p>
        </p:txBody>
      </p:sp>
      <p:grpSp>
        <p:nvGrpSpPr>
          <p:cNvPr id="89194" name="Group 1230">
            <a:extLst>
              <a:ext uri="{FF2B5EF4-FFF2-40B4-BE49-F238E27FC236}">
                <a16:creationId xmlns:a16="http://schemas.microsoft.com/office/drawing/2014/main" id="{BA6E8094-7985-C0D6-D46F-6451D0CFDA56}"/>
              </a:ext>
            </a:extLst>
          </p:cNvPr>
          <p:cNvGrpSpPr>
            <a:grpSpLocks/>
          </p:cNvGrpSpPr>
          <p:nvPr/>
        </p:nvGrpSpPr>
        <p:grpSpPr bwMode="auto">
          <a:xfrm>
            <a:off x="5231606" y="1541464"/>
            <a:ext cx="985838" cy="811213"/>
            <a:chOff x="2700" y="1858"/>
            <a:chExt cx="948" cy="780"/>
          </a:xfrm>
        </p:grpSpPr>
        <p:sp>
          <p:nvSpPr>
            <p:cNvPr id="103448" name="Rectangle 1231">
              <a:extLst>
                <a:ext uri="{FF2B5EF4-FFF2-40B4-BE49-F238E27FC236}">
                  <a16:creationId xmlns:a16="http://schemas.microsoft.com/office/drawing/2014/main" id="{84773AE0-5282-E65C-29C6-386B5632105C}"/>
                </a:ext>
              </a:extLst>
            </p:cNvPr>
            <p:cNvSpPr>
              <a:spLocks noChangeArrowheads="1"/>
            </p:cNvSpPr>
            <p:nvPr/>
          </p:nvSpPr>
          <p:spPr bwMode="auto">
            <a:xfrm>
              <a:off x="2700" y="1858"/>
              <a:ext cx="948" cy="780"/>
            </a:xfrm>
            <a:prstGeom prst="rect">
              <a:avLst/>
            </a:prstGeom>
            <a:solidFill>
              <a:srgbClr val="3770FD">
                <a:alpha val="50195"/>
              </a:srgbClr>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p>
              <a:endParaRPr lang="en-US"/>
            </a:p>
          </p:txBody>
        </p:sp>
        <p:grpSp>
          <p:nvGrpSpPr>
            <p:cNvPr id="103449" name="Group 1232">
              <a:extLst>
                <a:ext uri="{FF2B5EF4-FFF2-40B4-BE49-F238E27FC236}">
                  <a16:creationId xmlns:a16="http://schemas.microsoft.com/office/drawing/2014/main" id="{7EACDEBB-02F2-994B-0674-44C361DA2B46}"/>
                </a:ext>
              </a:extLst>
            </p:cNvPr>
            <p:cNvGrpSpPr>
              <a:grpSpLocks/>
            </p:cNvGrpSpPr>
            <p:nvPr/>
          </p:nvGrpSpPr>
          <p:grpSpPr bwMode="auto">
            <a:xfrm>
              <a:off x="2931" y="2061"/>
              <a:ext cx="506" cy="416"/>
              <a:chOff x="4101" y="2013"/>
              <a:chExt cx="506" cy="416"/>
            </a:xfrm>
          </p:grpSpPr>
          <p:sp>
            <p:nvSpPr>
              <p:cNvPr id="103450" name="Line 1233">
                <a:extLst>
                  <a:ext uri="{FF2B5EF4-FFF2-40B4-BE49-F238E27FC236}">
                    <a16:creationId xmlns:a16="http://schemas.microsoft.com/office/drawing/2014/main" id="{71D18F18-3082-469A-294A-3D20475D7453}"/>
                  </a:ext>
                </a:extLst>
              </p:cNvPr>
              <p:cNvSpPr>
                <a:spLocks noChangeShapeType="1"/>
              </p:cNvSpPr>
              <p:nvPr/>
            </p:nvSpPr>
            <p:spPr bwMode="auto">
              <a:xfrm flipV="1">
                <a:off x="4101" y="2013"/>
                <a:ext cx="0" cy="416"/>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3451" name="Line 1234">
                <a:extLst>
                  <a:ext uri="{FF2B5EF4-FFF2-40B4-BE49-F238E27FC236}">
                    <a16:creationId xmlns:a16="http://schemas.microsoft.com/office/drawing/2014/main" id="{20315B4E-414A-FD71-E720-A2ABF5D890A7}"/>
                  </a:ext>
                </a:extLst>
              </p:cNvPr>
              <p:cNvSpPr>
                <a:spLocks noChangeShapeType="1"/>
              </p:cNvSpPr>
              <p:nvPr/>
            </p:nvSpPr>
            <p:spPr bwMode="auto">
              <a:xfrm>
                <a:off x="4107" y="2423"/>
                <a:ext cx="500"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3452" name="Arc 1235">
                <a:extLst>
                  <a:ext uri="{FF2B5EF4-FFF2-40B4-BE49-F238E27FC236}">
                    <a16:creationId xmlns:a16="http://schemas.microsoft.com/office/drawing/2014/main" id="{1941641F-6F30-EEC6-012A-E6D125C1879A}"/>
                  </a:ext>
                </a:extLst>
              </p:cNvPr>
              <p:cNvSpPr>
                <a:spLocks/>
              </p:cNvSpPr>
              <p:nvPr/>
            </p:nvSpPr>
            <p:spPr bwMode="auto">
              <a:xfrm flipH="1" flipV="1">
                <a:off x="4109" y="2068"/>
                <a:ext cx="379" cy="331"/>
              </a:xfrm>
              <a:custGeom>
                <a:avLst/>
                <a:gdLst>
                  <a:gd name="T0" fmla="*/ 7 w 21600"/>
                  <a:gd name="T1" fmla="*/ 0 h 21600"/>
                  <a:gd name="T2" fmla="*/ 0 w 21600"/>
                  <a:gd name="T3" fmla="*/ 5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21600" y="0"/>
                    </a:moveTo>
                    <a:cubicBezTo>
                      <a:pt x="21600" y="11929"/>
                      <a:pt x="11929" y="21599"/>
                      <a:pt x="0" y="21600"/>
                    </a:cubicBezTo>
                  </a:path>
                  <a:path w="21600" h="21600" stroke="0" extrusionOk="0">
                    <a:moveTo>
                      <a:pt x="21600" y="0"/>
                    </a:moveTo>
                    <a:cubicBezTo>
                      <a:pt x="21600" y="11929"/>
                      <a:pt x="11929" y="21599"/>
                      <a:pt x="0" y="21600"/>
                    </a:cubicBezTo>
                    <a:lnTo>
                      <a:pt x="0" y="0"/>
                    </a:lnTo>
                    <a:close/>
                  </a:path>
                </a:pathLst>
              </a:custGeom>
              <a:noFill/>
              <a:ln w="28575" cap="rnd">
                <a:solidFill>
                  <a:schemeClr val="bg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grpSp>
      <p:grpSp>
        <p:nvGrpSpPr>
          <p:cNvPr id="89210" name="Group 1236">
            <a:extLst>
              <a:ext uri="{FF2B5EF4-FFF2-40B4-BE49-F238E27FC236}">
                <a16:creationId xmlns:a16="http://schemas.microsoft.com/office/drawing/2014/main" id="{C9769CB8-E4FA-8EF6-DF28-6F289FD1A390}"/>
              </a:ext>
            </a:extLst>
          </p:cNvPr>
          <p:cNvGrpSpPr>
            <a:grpSpLocks/>
          </p:cNvGrpSpPr>
          <p:nvPr/>
        </p:nvGrpSpPr>
        <p:grpSpPr bwMode="auto">
          <a:xfrm>
            <a:off x="6006306" y="2162176"/>
            <a:ext cx="985838" cy="811212"/>
            <a:chOff x="2700" y="1858"/>
            <a:chExt cx="948" cy="780"/>
          </a:xfrm>
        </p:grpSpPr>
        <p:sp>
          <p:nvSpPr>
            <p:cNvPr id="103443" name="Rectangle 1237">
              <a:extLst>
                <a:ext uri="{FF2B5EF4-FFF2-40B4-BE49-F238E27FC236}">
                  <a16:creationId xmlns:a16="http://schemas.microsoft.com/office/drawing/2014/main" id="{C8DF1BCB-EC97-7D84-5894-9A2434EB5141}"/>
                </a:ext>
              </a:extLst>
            </p:cNvPr>
            <p:cNvSpPr>
              <a:spLocks noChangeArrowheads="1"/>
            </p:cNvSpPr>
            <p:nvPr/>
          </p:nvSpPr>
          <p:spPr bwMode="auto">
            <a:xfrm>
              <a:off x="2700" y="1858"/>
              <a:ext cx="948" cy="780"/>
            </a:xfrm>
            <a:prstGeom prst="rect">
              <a:avLst/>
            </a:prstGeom>
            <a:solidFill>
              <a:srgbClr val="3770FD">
                <a:alpha val="50195"/>
              </a:srgbClr>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p>
              <a:endParaRPr lang="en-US"/>
            </a:p>
          </p:txBody>
        </p:sp>
        <p:grpSp>
          <p:nvGrpSpPr>
            <p:cNvPr id="103444" name="Group 1238">
              <a:extLst>
                <a:ext uri="{FF2B5EF4-FFF2-40B4-BE49-F238E27FC236}">
                  <a16:creationId xmlns:a16="http://schemas.microsoft.com/office/drawing/2014/main" id="{9E247D35-1519-CF3E-1AF5-C6D890E10638}"/>
                </a:ext>
              </a:extLst>
            </p:cNvPr>
            <p:cNvGrpSpPr>
              <a:grpSpLocks/>
            </p:cNvGrpSpPr>
            <p:nvPr/>
          </p:nvGrpSpPr>
          <p:grpSpPr bwMode="auto">
            <a:xfrm>
              <a:off x="2931" y="2061"/>
              <a:ext cx="506" cy="416"/>
              <a:chOff x="4101" y="2013"/>
              <a:chExt cx="506" cy="416"/>
            </a:xfrm>
          </p:grpSpPr>
          <p:sp>
            <p:nvSpPr>
              <p:cNvPr id="103445" name="Line 1239">
                <a:extLst>
                  <a:ext uri="{FF2B5EF4-FFF2-40B4-BE49-F238E27FC236}">
                    <a16:creationId xmlns:a16="http://schemas.microsoft.com/office/drawing/2014/main" id="{27E75255-04D1-0F8F-BDFB-E04B50A9FF87}"/>
                  </a:ext>
                </a:extLst>
              </p:cNvPr>
              <p:cNvSpPr>
                <a:spLocks noChangeShapeType="1"/>
              </p:cNvSpPr>
              <p:nvPr/>
            </p:nvSpPr>
            <p:spPr bwMode="auto">
              <a:xfrm flipV="1">
                <a:off x="4101" y="2013"/>
                <a:ext cx="0" cy="416"/>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3446" name="Line 1240">
                <a:extLst>
                  <a:ext uri="{FF2B5EF4-FFF2-40B4-BE49-F238E27FC236}">
                    <a16:creationId xmlns:a16="http://schemas.microsoft.com/office/drawing/2014/main" id="{A1DA8150-2E5F-9A5B-797A-A426D8C0787F}"/>
                  </a:ext>
                </a:extLst>
              </p:cNvPr>
              <p:cNvSpPr>
                <a:spLocks noChangeShapeType="1"/>
              </p:cNvSpPr>
              <p:nvPr/>
            </p:nvSpPr>
            <p:spPr bwMode="auto">
              <a:xfrm>
                <a:off x="4107" y="2423"/>
                <a:ext cx="500"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3447" name="Arc 1241">
                <a:extLst>
                  <a:ext uri="{FF2B5EF4-FFF2-40B4-BE49-F238E27FC236}">
                    <a16:creationId xmlns:a16="http://schemas.microsoft.com/office/drawing/2014/main" id="{2C5A7852-2B61-318B-C433-3ADA4A5AEEEB}"/>
                  </a:ext>
                </a:extLst>
              </p:cNvPr>
              <p:cNvSpPr>
                <a:spLocks/>
              </p:cNvSpPr>
              <p:nvPr/>
            </p:nvSpPr>
            <p:spPr bwMode="auto">
              <a:xfrm flipH="1" flipV="1">
                <a:off x="4109" y="2068"/>
                <a:ext cx="379" cy="331"/>
              </a:xfrm>
              <a:custGeom>
                <a:avLst/>
                <a:gdLst>
                  <a:gd name="T0" fmla="*/ 7 w 21600"/>
                  <a:gd name="T1" fmla="*/ 0 h 21600"/>
                  <a:gd name="T2" fmla="*/ 0 w 21600"/>
                  <a:gd name="T3" fmla="*/ 5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21600" y="0"/>
                    </a:moveTo>
                    <a:cubicBezTo>
                      <a:pt x="21600" y="11929"/>
                      <a:pt x="11929" y="21599"/>
                      <a:pt x="0" y="21600"/>
                    </a:cubicBezTo>
                  </a:path>
                  <a:path w="21600" h="21600" stroke="0" extrusionOk="0">
                    <a:moveTo>
                      <a:pt x="21600" y="0"/>
                    </a:moveTo>
                    <a:cubicBezTo>
                      <a:pt x="21600" y="11929"/>
                      <a:pt x="11929" y="21599"/>
                      <a:pt x="0" y="21600"/>
                    </a:cubicBezTo>
                    <a:lnTo>
                      <a:pt x="0" y="0"/>
                    </a:lnTo>
                    <a:close/>
                  </a:path>
                </a:pathLst>
              </a:custGeom>
              <a:noFill/>
              <a:ln w="28575" cap="rnd">
                <a:solidFill>
                  <a:schemeClr val="bg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grpSp>
      <p:grpSp>
        <p:nvGrpSpPr>
          <p:cNvPr id="3949793" name="Group 1242">
            <a:extLst>
              <a:ext uri="{FF2B5EF4-FFF2-40B4-BE49-F238E27FC236}">
                <a16:creationId xmlns:a16="http://schemas.microsoft.com/office/drawing/2014/main" id="{293E1019-882D-D02A-DFA3-391B8B790508}"/>
              </a:ext>
            </a:extLst>
          </p:cNvPr>
          <p:cNvGrpSpPr>
            <a:grpSpLocks/>
          </p:cNvGrpSpPr>
          <p:nvPr/>
        </p:nvGrpSpPr>
        <p:grpSpPr bwMode="auto">
          <a:xfrm>
            <a:off x="5096670" y="3606801"/>
            <a:ext cx="985837" cy="811212"/>
            <a:chOff x="2700" y="1858"/>
            <a:chExt cx="948" cy="780"/>
          </a:xfrm>
        </p:grpSpPr>
        <p:sp>
          <p:nvSpPr>
            <p:cNvPr id="103438" name="Rectangle 1243">
              <a:extLst>
                <a:ext uri="{FF2B5EF4-FFF2-40B4-BE49-F238E27FC236}">
                  <a16:creationId xmlns:a16="http://schemas.microsoft.com/office/drawing/2014/main" id="{5C322CA6-9F5A-F339-99A8-813040EAA621}"/>
                </a:ext>
              </a:extLst>
            </p:cNvPr>
            <p:cNvSpPr>
              <a:spLocks noChangeArrowheads="1"/>
            </p:cNvSpPr>
            <p:nvPr/>
          </p:nvSpPr>
          <p:spPr bwMode="auto">
            <a:xfrm>
              <a:off x="2700" y="1858"/>
              <a:ext cx="948" cy="780"/>
            </a:xfrm>
            <a:prstGeom prst="rect">
              <a:avLst/>
            </a:prstGeom>
            <a:solidFill>
              <a:srgbClr val="3770FD">
                <a:alpha val="50195"/>
              </a:srgbClr>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p>
              <a:endParaRPr lang="en-US"/>
            </a:p>
          </p:txBody>
        </p:sp>
        <p:grpSp>
          <p:nvGrpSpPr>
            <p:cNvPr id="103439" name="Group 1244">
              <a:extLst>
                <a:ext uri="{FF2B5EF4-FFF2-40B4-BE49-F238E27FC236}">
                  <a16:creationId xmlns:a16="http://schemas.microsoft.com/office/drawing/2014/main" id="{282D912A-0F45-48ED-CB1C-93693A00F8C7}"/>
                </a:ext>
              </a:extLst>
            </p:cNvPr>
            <p:cNvGrpSpPr>
              <a:grpSpLocks/>
            </p:cNvGrpSpPr>
            <p:nvPr/>
          </p:nvGrpSpPr>
          <p:grpSpPr bwMode="auto">
            <a:xfrm>
              <a:off x="2931" y="2061"/>
              <a:ext cx="506" cy="416"/>
              <a:chOff x="4101" y="2013"/>
              <a:chExt cx="506" cy="416"/>
            </a:xfrm>
          </p:grpSpPr>
          <p:sp>
            <p:nvSpPr>
              <p:cNvPr id="103440" name="Line 1245">
                <a:extLst>
                  <a:ext uri="{FF2B5EF4-FFF2-40B4-BE49-F238E27FC236}">
                    <a16:creationId xmlns:a16="http://schemas.microsoft.com/office/drawing/2014/main" id="{9DDC08EF-2B31-4B55-46A9-362C7A6EB8CC}"/>
                  </a:ext>
                </a:extLst>
              </p:cNvPr>
              <p:cNvSpPr>
                <a:spLocks noChangeShapeType="1"/>
              </p:cNvSpPr>
              <p:nvPr/>
            </p:nvSpPr>
            <p:spPr bwMode="auto">
              <a:xfrm flipV="1">
                <a:off x="4101" y="2013"/>
                <a:ext cx="0" cy="416"/>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3441" name="Line 1246">
                <a:extLst>
                  <a:ext uri="{FF2B5EF4-FFF2-40B4-BE49-F238E27FC236}">
                    <a16:creationId xmlns:a16="http://schemas.microsoft.com/office/drawing/2014/main" id="{E4E87516-AE60-447A-761D-534D93AF0BF9}"/>
                  </a:ext>
                </a:extLst>
              </p:cNvPr>
              <p:cNvSpPr>
                <a:spLocks noChangeShapeType="1"/>
              </p:cNvSpPr>
              <p:nvPr/>
            </p:nvSpPr>
            <p:spPr bwMode="auto">
              <a:xfrm>
                <a:off x="4107" y="2423"/>
                <a:ext cx="500"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3442" name="Arc 1247">
                <a:extLst>
                  <a:ext uri="{FF2B5EF4-FFF2-40B4-BE49-F238E27FC236}">
                    <a16:creationId xmlns:a16="http://schemas.microsoft.com/office/drawing/2014/main" id="{84E761F1-D771-4567-2269-99E4A46DC6F1}"/>
                  </a:ext>
                </a:extLst>
              </p:cNvPr>
              <p:cNvSpPr>
                <a:spLocks/>
              </p:cNvSpPr>
              <p:nvPr/>
            </p:nvSpPr>
            <p:spPr bwMode="auto">
              <a:xfrm flipH="1" flipV="1">
                <a:off x="4109" y="2068"/>
                <a:ext cx="379" cy="331"/>
              </a:xfrm>
              <a:custGeom>
                <a:avLst/>
                <a:gdLst>
                  <a:gd name="T0" fmla="*/ 7 w 21600"/>
                  <a:gd name="T1" fmla="*/ 0 h 21600"/>
                  <a:gd name="T2" fmla="*/ 0 w 21600"/>
                  <a:gd name="T3" fmla="*/ 5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21600" y="0"/>
                    </a:moveTo>
                    <a:cubicBezTo>
                      <a:pt x="21600" y="11929"/>
                      <a:pt x="11929" y="21599"/>
                      <a:pt x="0" y="21600"/>
                    </a:cubicBezTo>
                  </a:path>
                  <a:path w="21600" h="21600" stroke="0" extrusionOk="0">
                    <a:moveTo>
                      <a:pt x="21600" y="0"/>
                    </a:moveTo>
                    <a:cubicBezTo>
                      <a:pt x="21600" y="11929"/>
                      <a:pt x="11929" y="21599"/>
                      <a:pt x="0" y="21600"/>
                    </a:cubicBezTo>
                    <a:lnTo>
                      <a:pt x="0" y="0"/>
                    </a:lnTo>
                    <a:close/>
                  </a:path>
                </a:pathLst>
              </a:custGeom>
              <a:noFill/>
              <a:ln w="28575" cap="rnd">
                <a:solidFill>
                  <a:schemeClr val="bg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grpSp>
      <p:sp>
        <p:nvSpPr>
          <p:cNvPr id="103437" name="Text Box 1248">
            <a:extLst>
              <a:ext uri="{FF2B5EF4-FFF2-40B4-BE49-F238E27FC236}">
                <a16:creationId xmlns:a16="http://schemas.microsoft.com/office/drawing/2014/main" id="{18BEBA6E-EE34-5389-4B36-A2BD457F6F49}"/>
              </a:ext>
            </a:extLst>
          </p:cNvPr>
          <p:cNvSpPr txBox="1">
            <a:spLocks noChangeArrowheads="1"/>
          </p:cNvSpPr>
          <p:nvPr/>
        </p:nvSpPr>
        <p:spPr bwMode="auto">
          <a:xfrm>
            <a:off x="3400413" y="495306"/>
            <a:ext cx="95782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type="none" w="lg" len="lg"/>
                <a:tailEnd type="none" w="med" len="lg"/>
              </a14:hiddenLine>
            </a:ext>
          </a:extLst>
        </p:spPr>
        <p:txBody>
          <a:bodyPr wrap="none">
            <a:spAutoFit/>
          </a:bodyPr>
          <a:lstStyle>
            <a:lvl1pPr>
              <a:defRPr i="1">
                <a:solidFill>
                  <a:schemeClr val="tx1"/>
                </a:solidFill>
                <a:latin typeface="Times New Roman" pitchFamily="18" charset="0"/>
              </a:defRPr>
            </a:lvl1pPr>
            <a:lvl2pPr marL="742950" indent="-285750">
              <a:defRPr i="1">
                <a:solidFill>
                  <a:schemeClr val="tx1"/>
                </a:solidFill>
                <a:latin typeface="Times New Roman" pitchFamily="18" charset="0"/>
              </a:defRPr>
            </a:lvl2pPr>
            <a:lvl3pPr marL="1143000" indent="-228600">
              <a:defRPr i="1">
                <a:solidFill>
                  <a:schemeClr val="tx1"/>
                </a:solidFill>
                <a:latin typeface="Times New Roman" pitchFamily="18" charset="0"/>
              </a:defRPr>
            </a:lvl3pPr>
            <a:lvl4pPr marL="1600200" indent="-228600">
              <a:defRPr i="1">
                <a:solidFill>
                  <a:schemeClr val="tx1"/>
                </a:solidFill>
                <a:latin typeface="Times New Roman" pitchFamily="18" charset="0"/>
              </a:defRPr>
            </a:lvl4pPr>
            <a:lvl5pPr marL="2057400" indent="-228600">
              <a:defRPr i="1">
                <a:solidFill>
                  <a:schemeClr val="tx1"/>
                </a:solidFill>
                <a:latin typeface="Times New Roman" pitchFamily="18" charset="0"/>
              </a:defRPr>
            </a:lvl5pPr>
            <a:lvl6pPr marL="2514600" indent="-228600" algn="ctr" eaLnBrk="0" fontAlgn="base" hangingPunct="0">
              <a:spcBef>
                <a:spcPct val="0"/>
              </a:spcBef>
              <a:spcAft>
                <a:spcPct val="0"/>
              </a:spcAft>
              <a:defRPr i="1">
                <a:solidFill>
                  <a:schemeClr val="tx1"/>
                </a:solidFill>
                <a:latin typeface="Times New Roman" pitchFamily="18" charset="0"/>
              </a:defRPr>
            </a:lvl6pPr>
            <a:lvl7pPr marL="2971800" indent="-228600" algn="ctr" eaLnBrk="0" fontAlgn="base" hangingPunct="0">
              <a:spcBef>
                <a:spcPct val="0"/>
              </a:spcBef>
              <a:spcAft>
                <a:spcPct val="0"/>
              </a:spcAft>
              <a:defRPr i="1">
                <a:solidFill>
                  <a:schemeClr val="tx1"/>
                </a:solidFill>
                <a:latin typeface="Times New Roman" pitchFamily="18" charset="0"/>
              </a:defRPr>
            </a:lvl7pPr>
            <a:lvl8pPr marL="3429000" indent="-228600" algn="ctr" eaLnBrk="0" fontAlgn="base" hangingPunct="0">
              <a:spcBef>
                <a:spcPct val="0"/>
              </a:spcBef>
              <a:spcAft>
                <a:spcPct val="0"/>
              </a:spcAft>
              <a:defRPr i="1">
                <a:solidFill>
                  <a:schemeClr val="tx1"/>
                </a:solidFill>
                <a:latin typeface="Times New Roman" pitchFamily="18" charset="0"/>
              </a:defRPr>
            </a:lvl8pPr>
            <a:lvl9pPr marL="3886200" indent="-228600" algn="ctr" eaLnBrk="0" fontAlgn="base" hangingPunct="0">
              <a:spcBef>
                <a:spcPct val="0"/>
              </a:spcBef>
              <a:spcAft>
                <a:spcPct val="0"/>
              </a:spcAft>
              <a:defRPr i="1">
                <a:solidFill>
                  <a:schemeClr val="tx1"/>
                </a:solidFill>
                <a:latin typeface="Times New Roman" pitchFamily="18" charset="0"/>
              </a:defRPr>
            </a:lvl9pPr>
          </a:lstStyle>
          <a:p>
            <a:pPr algn="l"/>
            <a:r>
              <a:rPr lang="en-US" i="0" dirty="0">
                <a:solidFill>
                  <a:schemeClr val="bg1"/>
                </a:solidFill>
                <a:latin typeface="+mn-lt"/>
              </a:rPr>
              <a:t>Monday</a:t>
            </a:r>
          </a:p>
        </p:txBody>
      </p:sp>
      <p:grpSp>
        <p:nvGrpSpPr>
          <p:cNvPr id="1253" name="Group 1252">
            <a:extLst>
              <a:ext uri="{FF2B5EF4-FFF2-40B4-BE49-F238E27FC236}">
                <a16:creationId xmlns:a16="http://schemas.microsoft.com/office/drawing/2014/main" id="{BA95E84B-7F89-7DEB-E1EF-76A1FA3D9AA9}"/>
              </a:ext>
            </a:extLst>
          </p:cNvPr>
          <p:cNvGrpSpPr/>
          <p:nvPr/>
        </p:nvGrpSpPr>
        <p:grpSpPr>
          <a:xfrm>
            <a:off x="2640626" y="1043308"/>
            <a:ext cx="882528" cy="3997799"/>
            <a:chOff x="2573918" y="2247900"/>
            <a:chExt cx="882528" cy="3997799"/>
          </a:xfrm>
        </p:grpSpPr>
        <p:cxnSp>
          <p:nvCxnSpPr>
            <p:cNvPr id="1255" name="Google Shape;16253;p172">
              <a:extLst>
                <a:ext uri="{FF2B5EF4-FFF2-40B4-BE49-F238E27FC236}">
                  <a16:creationId xmlns:a16="http://schemas.microsoft.com/office/drawing/2014/main" id="{987781B5-3DF4-5331-A8E7-76018AECD711}"/>
                </a:ext>
              </a:extLst>
            </p:cNvPr>
            <p:cNvCxnSpPr>
              <a:cxnSpLocks/>
            </p:cNvCxnSpPr>
            <p:nvPr/>
          </p:nvCxnSpPr>
          <p:spPr>
            <a:xfrm flipV="1">
              <a:off x="2580028" y="2247900"/>
              <a:ext cx="876418" cy="556449"/>
            </a:xfrm>
            <a:prstGeom prst="straightConnector1">
              <a:avLst/>
            </a:prstGeom>
            <a:noFill/>
            <a:ln w="12700" cap="flat" cmpd="sng">
              <a:solidFill>
                <a:schemeClr val="bg1"/>
              </a:solidFill>
              <a:prstDash val="solid"/>
              <a:round/>
              <a:headEnd type="none" w="sm" len="sm"/>
              <a:tailEnd type="stealth" w="med" len="med"/>
            </a:ln>
          </p:spPr>
        </p:cxnSp>
        <p:cxnSp>
          <p:nvCxnSpPr>
            <p:cNvPr id="1256" name="Google Shape;16254;p172">
              <a:extLst>
                <a:ext uri="{FF2B5EF4-FFF2-40B4-BE49-F238E27FC236}">
                  <a16:creationId xmlns:a16="http://schemas.microsoft.com/office/drawing/2014/main" id="{4E092468-1BEF-29B1-643F-B147053417A1}"/>
                </a:ext>
              </a:extLst>
            </p:cNvPr>
            <p:cNvCxnSpPr>
              <a:cxnSpLocks/>
            </p:cNvCxnSpPr>
            <p:nvPr/>
          </p:nvCxnSpPr>
          <p:spPr>
            <a:xfrm>
              <a:off x="2573918" y="5499221"/>
              <a:ext cx="876418" cy="746478"/>
            </a:xfrm>
            <a:prstGeom prst="straightConnector1">
              <a:avLst/>
            </a:prstGeom>
            <a:noFill/>
            <a:ln w="12700" cap="flat" cmpd="sng">
              <a:solidFill>
                <a:schemeClr val="bg1"/>
              </a:solidFill>
              <a:prstDash val="solid"/>
              <a:round/>
              <a:headEnd type="none" w="sm" len="sm"/>
              <a:tailEnd type="stealth" w="med" len="med"/>
            </a:ln>
          </p:spPr>
        </p:cxnSp>
      </p:grpSp>
      <p:grpSp>
        <p:nvGrpSpPr>
          <p:cNvPr id="89203" name="Group 89202">
            <a:extLst>
              <a:ext uri="{FF2B5EF4-FFF2-40B4-BE49-F238E27FC236}">
                <a16:creationId xmlns:a16="http://schemas.microsoft.com/office/drawing/2014/main" id="{2C7BC2CF-BC49-6A41-9AE8-BA1C5AD63AA9}"/>
              </a:ext>
            </a:extLst>
          </p:cNvPr>
          <p:cNvGrpSpPr/>
          <p:nvPr/>
        </p:nvGrpSpPr>
        <p:grpSpPr>
          <a:xfrm>
            <a:off x="862429" y="1606779"/>
            <a:ext cx="1784307" cy="2687850"/>
            <a:chOff x="862429" y="1606779"/>
            <a:chExt cx="1784307" cy="2687850"/>
          </a:xfrm>
        </p:grpSpPr>
        <p:grpSp>
          <p:nvGrpSpPr>
            <p:cNvPr id="7" name="Group 6">
              <a:extLst>
                <a:ext uri="{FF2B5EF4-FFF2-40B4-BE49-F238E27FC236}">
                  <a16:creationId xmlns:a16="http://schemas.microsoft.com/office/drawing/2014/main" id="{34D0A72D-2BEE-5B54-5EBC-6A6A68745C08}"/>
                </a:ext>
              </a:extLst>
            </p:cNvPr>
            <p:cNvGrpSpPr/>
            <p:nvPr/>
          </p:nvGrpSpPr>
          <p:grpSpPr>
            <a:xfrm>
              <a:off x="935190" y="1671940"/>
              <a:ext cx="1609257" cy="2537692"/>
              <a:chOff x="2714175" y="2494105"/>
              <a:chExt cx="1609257" cy="2537692"/>
            </a:xfrm>
          </p:grpSpPr>
          <p:pic>
            <p:nvPicPr>
              <p:cNvPr id="8" name="Picture 7">
                <a:extLst>
                  <a:ext uri="{FF2B5EF4-FFF2-40B4-BE49-F238E27FC236}">
                    <a16:creationId xmlns:a16="http://schemas.microsoft.com/office/drawing/2014/main" id="{BA966C67-3F2A-4E4D-1019-2EC0C646A7B9}"/>
                  </a:ext>
                </a:extLst>
              </p:cNvPr>
              <p:cNvPicPr>
                <a:picLocks noChangeAspect="1"/>
              </p:cNvPicPr>
              <p:nvPr/>
            </p:nvPicPr>
            <p:blipFill>
              <a:blip r:embed="rId5">
                <a:biLevel thresh="25000"/>
                <a:extLst>
                  <a:ext uri="{BEBA8EAE-BF5A-486C-A8C5-ECC9F3942E4B}">
                    <a14:imgProps xmlns:a14="http://schemas.microsoft.com/office/drawing/2010/main">
                      <a14:imgLayer r:embed="rId6">
                        <a14:imgEffect>
                          <a14:backgroundRemoval t="5238" b="90000" l="6215" r="95198">
                            <a14:foregroundMark x1="66667" y1="6190" x2="66667" y2="6190"/>
                            <a14:foregroundMark x1="12429" y1="56667" x2="12429" y2="56667"/>
                            <a14:foregroundMark x1="16949" y1="59524" x2="16949" y2="59524"/>
                            <a14:foregroundMark x1="17232" y1="55238" x2="17232" y2="55238"/>
                            <a14:foregroundMark x1="14972" y1="65238" x2="14972" y2="65238"/>
                            <a14:foregroundMark x1="95198" y1="73810" x2="95198" y2="73810"/>
                            <a14:foregroundMark x1="18362" y1="82857" x2="18362" y2="82857"/>
                            <a14:foregroundMark x1="6215" y1="77143" x2="6215" y2="77143"/>
                          </a14:backgroundRemoval>
                        </a14:imgEffect>
                      </a14:imgLayer>
                    </a14:imgProps>
                  </a:ext>
                </a:extLst>
              </a:blip>
              <a:stretch>
                <a:fillRect/>
              </a:stretch>
            </p:blipFill>
            <p:spPr>
              <a:xfrm>
                <a:off x="2778478" y="2494105"/>
                <a:ext cx="412202" cy="244527"/>
              </a:xfrm>
              <a:prstGeom prst="rect">
                <a:avLst/>
              </a:prstGeom>
            </p:spPr>
          </p:pic>
          <p:pic>
            <p:nvPicPr>
              <p:cNvPr id="9" name="Picture 8">
                <a:extLst>
                  <a:ext uri="{FF2B5EF4-FFF2-40B4-BE49-F238E27FC236}">
                    <a16:creationId xmlns:a16="http://schemas.microsoft.com/office/drawing/2014/main" id="{940E598D-BB45-FB06-DF08-087F3230C6F8}"/>
                  </a:ext>
                </a:extLst>
              </p:cNvPr>
              <p:cNvPicPr>
                <a:picLocks noChangeAspect="1"/>
              </p:cNvPicPr>
              <p:nvPr/>
            </p:nvPicPr>
            <p:blipFill>
              <a:blip r:embed="rId5">
                <a:biLevel thresh="25000"/>
                <a:extLst>
                  <a:ext uri="{BEBA8EAE-BF5A-486C-A8C5-ECC9F3942E4B}">
                    <a14:imgProps xmlns:a14="http://schemas.microsoft.com/office/drawing/2010/main">
                      <a14:imgLayer r:embed="rId6">
                        <a14:imgEffect>
                          <a14:backgroundRemoval t="5238" b="90000" l="6215" r="95198">
                            <a14:foregroundMark x1="66667" y1="6190" x2="66667" y2="6190"/>
                            <a14:foregroundMark x1="12429" y1="56667" x2="12429" y2="56667"/>
                            <a14:foregroundMark x1="16949" y1="59524" x2="16949" y2="59524"/>
                            <a14:foregroundMark x1="17232" y1="55238" x2="17232" y2="55238"/>
                            <a14:foregroundMark x1="14972" y1="65238" x2="14972" y2="65238"/>
                            <a14:foregroundMark x1="95198" y1="73810" x2="95198" y2="73810"/>
                            <a14:foregroundMark x1="18362" y1="82857" x2="18362" y2="82857"/>
                            <a14:foregroundMark x1="6215" y1="77143" x2="6215" y2="77143"/>
                          </a14:backgroundRemoval>
                        </a14:imgEffect>
                      </a14:imgLayer>
                    </a14:imgProps>
                  </a:ext>
                </a:extLst>
              </a:blip>
              <a:stretch>
                <a:fillRect/>
              </a:stretch>
            </p:blipFill>
            <p:spPr>
              <a:xfrm>
                <a:off x="2759426" y="3253729"/>
                <a:ext cx="412202" cy="244527"/>
              </a:xfrm>
              <a:prstGeom prst="rect">
                <a:avLst/>
              </a:prstGeom>
            </p:spPr>
          </p:pic>
          <p:pic>
            <p:nvPicPr>
              <p:cNvPr id="10" name="Picture 9">
                <a:extLst>
                  <a:ext uri="{FF2B5EF4-FFF2-40B4-BE49-F238E27FC236}">
                    <a16:creationId xmlns:a16="http://schemas.microsoft.com/office/drawing/2014/main" id="{7A31F0CF-7AC3-FA0B-02F6-5AEC6424CF49}"/>
                  </a:ext>
                </a:extLst>
              </p:cNvPr>
              <p:cNvPicPr>
                <a:picLocks noChangeAspect="1"/>
              </p:cNvPicPr>
              <p:nvPr/>
            </p:nvPicPr>
            <p:blipFill>
              <a:blip r:embed="rId5">
                <a:biLevel thresh="25000"/>
                <a:extLst>
                  <a:ext uri="{BEBA8EAE-BF5A-486C-A8C5-ECC9F3942E4B}">
                    <a14:imgProps xmlns:a14="http://schemas.microsoft.com/office/drawing/2010/main">
                      <a14:imgLayer r:embed="rId6">
                        <a14:imgEffect>
                          <a14:backgroundRemoval t="5238" b="90000" l="6215" r="95198">
                            <a14:foregroundMark x1="66667" y1="6190" x2="66667" y2="6190"/>
                            <a14:foregroundMark x1="12429" y1="56667" x2="12429" y2="56667"/>
                            <a14:foregroundMark x1="16949" y1="59524" x2="16949" y2="59524"/>
                            <a14:foregroundMark x1="17232" y1="55238" x2="17232" y2="55238"/>
                            <a14:foregroundMark x1="14972" y1="65238" x2="14972" y2="65238"/>
                            <a14:foregroundMark x1="95198" y1="73810" x2="95198" y2="73810"/>
                            <a14:foregroundMark x1="18362" y1="82857" x2="18362" y2="82857"/>
                            <a14:foregroundMark x1="6215" y1="77143" x2="6215" y2="77143"/>
                          </a14:backgroundRemoval>
                        </a14:imgEffect>
                      </a14:imgLayer>
                    </a14:imgProps>
                  </a:ext>
                </a:extLst>
              </a:blip>
              <a:stretch>
                <a:fillRect/>
              </a:stretch>
            </p:blipFill>
            <p:spPr>
              <a:xfrm>
                <a:off x="2733230" y="3877621"/>
                <a:ext cx="412202" cy="244527"/>
              </a:xfrm>
              <a:prstGeom prst="rect">
                <a:avLst/>
              </a:prstGeom>
            </p:spPr>
          </p:pic>
          <p:grpSp>
            <p:nvGrpSpPr>
              <p:cNvPr id="11" name="Group 4">
                <a:extLst>
                  <a:ext uri="{FF2B5EF4-FFF2-40B4-BE49-F238E27FC236}">
                    <a16:creationId xmlns:a16="http://schemas.microsoft.com/office/drawing/2014/main" id="{74B93BC6-28C3-246F-C28F-CF5F4010F69A}"/>
                  </a:ext>
                </a:extLst>
              </p:cNvPr>
              <p:cNvGrpSpPr>
                <a:grpSpLocks/>
              </p:cNvGrpSpPr>
              <p:nvPr/>
            </p:nvGrpSpPr>
            <p:grpSpPr bwMode="auto">
              <a:xfrm>
                <a:off x="3874963" y="2835144"/>
                <a:ext cx="448469" cy="205096"/>
                <a:chOff x="2256" y="2352"/>
                <a:chExt cx="933" cy="365"/>
              </a:xfrm>
            </p:grpSpPr>
            <p:grpSp>
              <p:nvGrpSpPr>
                <p:cNvPr id="89170" name="Group 5">
                  <a:extLst>
                    <a:ext uri="{FF2B5EF4-FFF2-40B4-BE49-F238E27FC236}">
                      <a16:creationId xmlns:a16="http://schemas.microsoft.com/office/drawing/2014/main" id="{A7233BC6-24D3-5D9E-9690-D6A3CB2EECEA}"/>
                    </a:ext>
                  </a:extLst>
                </p:cNvPr>
                <p:cNvGrpSpPr>
                  <a:grpSpLocks/>
                </p:cNvGrpSpPr>
                <p:nvPr/>
              </p:nvGrpSpPr>
              <p:grpSpPr bwMode="auto">
                <a:xfrm flipH="1">
                  <a:off x="2256" y="2352"/>
                  <a:ext cx="933" cy="249"/>
                  <a:chOff x="693" y="2029"/>
                  <a:chExt cx="836" cy="228"/>
                </a:xfrm>
              </p:grpSpPr>
              <p:sp>
                <p:nvSpPr>
                  <p:cNvPr id="89198" name="Rectangle 6">
                    <a:extLst>
                      <a:ext uri="{FF2B5EF4-FFF2-40B4-BE49-F238E27FC236}">
                        <a16:creationId xmlns:a16="http://schemas.microsoft.com/office/drawing/2014/main" id="{3390C647-48FE-4972-231E-2109659F9B08}"/>
                      </a:ext>
                    </a:extLst>
                  </p:cNvPr>
                  <p:cNvSpPr>
                    <a:spLocks noChangeArrowheads="1"/>
                  </p:cNvSpPr>
                  <p:nvPr/>
                </p:nvSpPr>
                <p:spPr bwMode="auto">
                  <a:xfrm>
                    <a:off x="693" y="2029"/>
                    <a:ext cx="836" cy="228"/>
                  </a:xfrm>
                  <a:prstGeom prst="rect">
                    <a:avLst/>
                  </a:prstGeom>
                  <a:gradFill rotWithShape="0">
                    <a:gsLst>
                      <a:gs pos="0">
                        <a:srgbClr val="037C03"/>
                      </a:gs>
                      <a:gs pos="50000">
                        <a:srgbClr val="037C03">
                          <a:gamma/>
                          <a:shade val="6275"/>
                          <a:invGamma/>
                        </a:srgbClr>
                      </a:gs>
                      <a:gs pos="100000">
                        <a:srgbClr val="037C03"/>
                      </a:gs>
                    </a:gsLst>
                    <a:lin ang="5400000" scaled="1"/>
                  </a:gradFill>
                  <a:ln w="3175">
                    <a:solidFill>
                      <a:srgbClr val="000000"/>
                    </a:solidFill>
                    <a:miter lim="800000"/>
                    <a:headEnd/>
                    <a:tailEnd/>
                  </a:ln>
                </p:spPr>
                <p:txBody>
                  <a:bodyPr/>
                  <a:lstStyle/>
                  <a:p>
                    <a:endParaRPr lang="en-US"/>
                  </a:p>
                </p:txBody>
              </p:sp>
              <p:sp>
                <p:nvSpPr>
                  <p:cNvPr id="89199" name="Rectangle 7">
                    <a:extLst>
                      <a:ext uri="{FF2B5EF4-FFF2-40B4-BE49-F238E27FC236}">
                        <a16:creationId xmlns:a16="http://schemas.microsoft.com/office/drawing/2014/main" id="{98186247-18C7-3DDF-6B83-4C22361DA7C4}"/>
                      </a:ext>
                    </a:extLst>
                  </p:cNvPr>
                  <p:cNvSpPr>
                    <a:spLocks noChangeArrowheads="1"/>
                  </p:cNvSpPr>
                  <p:nvPr/>
                </p:nvSpPr>
                <p:spPr bwMode="auto">
                  <a:xfrm>
                    <a:off x="693" y="2037"/>
                    <a:ext cx="836" cy="213"/>
                  </a:xfrm>
                  <a:prstGeom prst="rect">
                    <a:avLst/>
                  </a:prstGeom>
                  <a:solidFill>
                    <a:srgbClr val="C5D3ED"/>
                  </a:solidFill>
                  <a:ln w="3175">
                    <a:solidFill>
                      <a:srgbClr val="000000"/>
                    </a:solidFill>
                    <a:miter lim="800000"/>
                    <a:headEnd/>
                    <a:tailEnd/>
                  </a:ln>
                </p:spPr>
                <p:txBody>
                  <a:bodyPr/>
                  <a:lstStyle/>
                  <a:p>
                    <a:endParaRPr lang="en-US" dirty="0"/>
                  </a:p>
                </p:txBody>
              </p:sp>
            </p:grpSp>
            <p:grpSp>
              <p:nvGrpSpPr>
                <p:cNvPr id="89171" name="Group 8">
                  <a:extLst>
                    <a:ext uri="{FF2B5EF4-FFF2-40B4-BE49-F238E27FC236}">
                      <a16:creationId xmlns:a16="http://schemas.microsoft.com/office/drawing/2014/main" id="{A40FBEF6-9A75-FCF8-4F0A-130D29997ABF}"/>
                    </a:ext>
                  </a:extLst>
                </p:cNvPr>
                <p:cNvGrpSpPr>
                  <a:grpSpLocks/>
                </p:cNvGrpSpPr>
                <p:nvPr/>
              </p:nvGrpSpPr>
              <p:grpSpPr bwMode="auto">
                <a:xfrm flipH="1">
                  <a:off x="2413" y="2614"/>
                  <a:ext cx="624" cy="103"/>
                  <a:chOff x="926" y="2258"/>
                  <a:chExt cx="559" cy="94"/>
                </a:xfrm>
              </p:grpSpPr>
              <p:grpSp>
                <p:nvGrpSpPr>
                  <p:cNvPr id="89172" name="Group 9">
                    <a:extLst>
                      <a:ext uri="{FF2B5EF4-FFF2-40B4-BE49-F238E27FC236}">
                        <a16:creationId xmlns:a16="http://schemas.microsoft.com/office/drawing/2014/main" id="{AF3CAFFC-1726-9E5D-ADA6-AA7E10275722}"/>
                      </a:ext>
                    </a:extLst>
                  </p:cNvPr>
                  <p:cNvGrpSpPr>
                    <a:grpSpLocks/>
                  </p:cNvGrpSpPr>
                  <p:nvPr/>
                </p:nvGrpSpPr>
                <p:grpSpPr bwMode="auto">
                  <a:xfrm>
                    <a:off x="926" y="2258"/>
                    <a:ext cx="559" cy="81"/>
                    <a:chOff x="926" y="2258"/>
                    <a:chExt cx="559" cy="81"/>
                  </a:xfrm>
                </p:grpSpPr>
                <p:grpSp>
                  <p:nvGrpSpPr>
                    <p:cNvPr id="89181" name="Group 10">
                      <a:extLst>
                        <a:ext uri="{FF2B5EF4-FFF2-40B4-BE49-F238E27FC236}">
                          <a16:creationId xmlns:a16="http://schemas.microsoft.com/office/drawing/2014/main" id="{04B69939-3F95-C72E-9DFF-759B93D8600E}"/>
                        </a:ext>
                      </a:extLst>
                    </p:cNvPr>
                    <p:cNvGrpSpPr>
                      <a:grpSpLocks/>
                    </p:cNvGrpSpPr>
                    <p:nvPr/>
                  </p:nvGrpSpPr>
                  <p:grpSpPr bwMode="auto">
                    <a:xfrm>
                      <a:off x="926" y="2258"/>
                      <a:ext cx="67" cy="62"/>
                      <a:chOff x="926" y="2258"/>
                      <a:chExt cx="67" cy="62"/>
                    </a:xfrm>
                  </p:grpSpPr>
                  <p:sp>
                    <p:nvSpPr>
                      <p:cNvPr id="89195" name="Freeform 11">
                        <a:extLst>
                          <a:ext uri="{FF2B5EF4-FFF2-40B4-BE49-F238E27FC236}">
                            <a16:creationId xmlns:a16="http://schemas.microsoft.com/office/drawing/2014/main" id="{0B862748-35E1-1055-6B93-A95357FF75A7}"/>
                          </a:ext>
                        </a:extLst>
                      </p:cNvPr>
                      <p:cNvSpPr>
                        <a:spLocks/>
                      </p:cNvSpPr>
                      <p:nvPr/>
                    </p:nvSpPr>
                    <p:spPr bwMode="auto">
                      <a:xfrm>
                        <a:off x="926" y="2258"/>
                        <a:ext cx="67" cy="10"/>
                      </a:xfrm>
                      <a:custGeom>
                        <a:avLst/>
                        <a:gdLst>
                          <a:gd name="T0" fmla="*/ 0 w 67"/>
                          <a:gd name="T1" fmla="*/ 0 h 10"/>
                          <a:gd name="T2" fmla="*/ 67 w 67"/>
                          <a:gd name="T3" fmla="*/ 0 h 10"/>
                          <a:gd name="T4" fmla="*/ 59 w 67"/>
                          <a:gd name="T5" fmla="*/ 10 h 10"/>
                          <a:gd name="T6" fmla="*/ 7 w 67"/>
                          <a:gd name="T7" fmla="*/ 10 h 10"/>
                          <a:gd name="T8" fmla="*/ 0 w 67"/>
                          <a:gd name="T9" fmla="*/ 0 h 10"/>
                        </a:gdLst>
                        <a:ahLst/>
                        <a:cxnLst>
                          <a:cxn ang="0">
                            <a:pos x="T0" y="T1"/>
                          </a:cxn>
                          <a:cxn ang="0">
                            <a:pos x="T2" y="T3"/>
                          </a:cxn>
                          <a:cxn ang="0">
                            <a:pos x="T4" y="T5"/>
                          </a:cxn>
                          <a:cxn ang="0">
                            <a:pos x="T6" y="T7"/>
                          </a:cxn>
                          <a:cxn ang="0">
                            <a:pos x="T8" y="T9"/>
                          </a:cxn>
                        </a:cxnLst>
                        <a:rect l="0" t="0" r="r" b="b"/>
                        <a:pathLst>
                          <a:path w="67" h="10">
                            <a:moveTo>
                              <a:pt x="0" y="0"/>
                            </a:moveTo>
                            <a:lnTo>
                              <a:pt x="67" y="0"/>
                            </a:lnTo>
                            <a:lnTo>
                              <a:pt x="59" y="10"/>
                            </a:lnTo>
                            <a:lnTo>
                              <a:pt x="7" y="10"/>
                            </a:lnTo>
                            <a:lnTo>
                              <a:pt x="0" y="0"/>
                            </a:lnTo>
                            <a:close/>
                          </a:path>
                        </a:pathLst>
                      </a:custGeom>
                      <a:solidFill>
                        <a:srgbClr val="606060"/>
                      </a:solidFill>
                      <a:ln w="3175">
                        <a:solidFill>
                          <a:srgbClr val="404040"/>
                        </a:solidFill>
                        <a:prstDash val="solid"/>
                        <a:round/>
                        <a:headEnd/>
                        <a:tailEnd/>
                      </a:ln>
                    </p:spPr>
                    <p:txBody>
                      <a:bodyPr/>
                      <a:lstStyle/>
                      <a:p>
                        <a:endParaRPr lang="en-US"/>
                      </a:p>
                    </p:txBody>
                  </p:sp>
                  <p:sp>
                    <p:nvSpPr>
                      <p:cNvPr id="89196" name="Freeform 12">
                        <a:extLst>
                          <a:ext uri="{FF2B5EF4-FFF2-40B4-BE49-F238E27FC236}">
                            <a16:creationId xmlns:a16="http://schemas.microsoft.com/office/drawing/2014/main" id="{D6B9B23C-339C-4229-8F21-0AFF4C8AD524}"/>
                          </a:ext>
                        </a:extLst>
                      </p:cNvPr>
                      <p:cNvSpPr>
                        <a:spLocks/>
                      </p:cNvSpPr>
                      <p:nvPr/>
                    </p:nvSpPr>
                    <p:spPr bwMode="auto">
                      <a:xfrm>
                        <a:off x="941" y="2268"/>
                        <a:ext cx="34" cy="4"/>
                      </a:xfrm>
                      <a:custGeom>
                        <a:avLst/>
                        <a:gdLst>
                          <a:gd name="T0" fmla="*/ 0 w 34"/>
                          <a:gd name="T1" fmla="*/ 0 h 4"/>
                          <a:gd name="T2" fmla="*/ 34 w 34"/>
                          <a:gd name="T3" fmla="*/ 0 h 4"/>
                          <a:gd name="T4" fmla="*/ 30 w 34"/>
                          <a:gd name="T5" fmla="*/ 4 h 4"/>
                          <a:gd name="T6" fmla="*/ 4 w 34"/>
                          <a:gd name="T7" fmla="*/ 4 h 4"/>
                          <a:gd name="T8" fmla="*/ 0 w 34"/>
                          <a:gd name="T9" fmla="*/ 0 h 4"/>
                        </a:gdLst>
                        <a:ahLst/>
                        <a:cxnLst>
                          <a:cxn ang="0">
                            <a:pos x="T0" y="T1"/>
                          </a:cxn>
                          <a:cxn ang="0">
                            <a:pos x="T2" y="T3"/>
                          </a:cxn>
                          <a:cxn ang="0">
                            <a:pos x="T4" y="T5"/>
                          </a:cxn>
                          <a:cxn ang="0">
                            <a:pos x="T6" y="T7"/>
                          </a:cxn>
                          <a:cxn ang="0">
                            <a:pos x="T8" y="T9"/>
                          </a:cxn>
                        </a:cxnLst>
                        <a:rect l="0" t="0" r="r" b="b"/>
                        <a:pathLst>
                          <a:path w="34" h="4">
                            <a:moveTo>
                              <a:pt x="0" y="0"/>
                            </a:moveTo>
                            <a:lnTo>
                              <a:pt x="34" y="0"/>
                            </a:lnTo>
                            <a:lnTo>
                              <a:pt x="30" y="4"/>
                            </a:lnTo>
                            <a:lnTo>
                              <a:pt x="4" y="4"/>
                            </a:lnTo>
                            <a:lnTo>
                              <a:pt x="0" y="0"/>
                            </a:lnTo>
                            <a:close/>
                          </a:path>
                        </a:pathLst>
                      </a:custGeom>
                      <a:solidFill>
                        <a:srgbClr val="606060"/>
                      </a:solidFill>
                      <a:ln w="3175">
                        <a:solidFill>
                          <a:srgbClr val="404040"/>
                        </a:solidFill>
                        <a:prstDash val="solid"/>
                        <a:round/>
                        <a:headEnd/>
                        <a:tailEnd/>
                      </a:ln>
                    </p:spPr>
                    <p:txBody>
                      <a:bodyPr/>
                      <a:lstStyle/>
                      <a:p>
                        <a:endParaRPr lang="en-US"/>
                      </a:p>
                    </p:txBody>
                  </p:sp>
                  <p:sp>
                    <p:nvSpPr>
                      <p:cNvPr id="89197" name="Rectangle 13">
                        <a:extLst>
                          <a:ext uri="{FF2B5EF4-FFF2-40B4-BE49-F238E27FC236}">
                            <a16:creationId xmlns:a16="http://schemas.microsoft.com/office/drawing/2014/main" id="{85A0A467-0511-FE58-3665-DD3E4A588733}"/>
                          </a:ext>
                        </a:extLst>
                      </p:cNvPr>
                      <p:cNvSpPr>
                        <a:spLocks noChangeArrowheads="1"/>
                      </p:cNvSpPr>
                      <p:nvPr/>
                    </p:nvSpPr>
                    <p:spPr bwMode="auto">
                      <a:xfrm>
                        <a:off x="956" y="2273"/>
                        <a:ext cx="6" cy="47"/>
                      </a:xfrm>
                      <a:prstGeom prst="rect">
                        <a:avLst/>
                      </a:prstGeom>
                      <a:solidFill>
                        <a:srgbClr val="606060"/>
                      </a:solidFill>
                      <a:ln w="3175">
                        <a:solidFill>
                          <a:srgbClr val="404040"/>
                        </a:solidFill>
                        <a:miter lim="800000"/>
                        <a:headEnd/>
                        <a:tailEnd/>
                      </a:ln>
                    </p:spPr>
                    <p:txBody>
                      <a:bodyPr/>
                      <a:lstStyle/>
                      <a:p>
                        <a:endParaRPr lang="en-US"/>
                      </a:p>
                    </p:txBody>
                  </p:sp>
                </p:grpSp>
                <p:grpSp>
                  <p:nvGrpSpPr>
                    <p:cNvPr id="89182" name="Group 14">
                      <a:extLst>
                        <a:ext uri="{FF2B5EF4-FFF2-40B4-BE49-F238E27FC236}">
                          <a16:creationId xmlns:a16="http://schemas.microsoft.com/office/drawing/2014/main" id="{4A60963D-528B-8052-EF63-CDC12D81EC6C}"/>
                        </a:ext>
                      </a:extLst>
                    </p:cNvPr>
                    <p:cNvGrpSpPr>
                      <a:grpSpLocks/>
                    </p:cNvGrpSpPr>
                    <p:nvPr/>
                  </p:nvGrpSpPr>
                  <p:grpSpPr bwMode="auto">
                    <a:xfrm>
                      <a:off x="1264" y="2258"/>
                      <a:ext cx="107" cy="81"/>
                      <a:chOff x="1264" y="2258"/>
                      <a:chExt cx="107" cy="81"/>
                    </a:xfrm>
                  </p:grpSpPr>
                  <p:sp>
                    <p:nvSpPr>
                      <p:cNvPr id="89189" name="Freeform 15">
                        <a:extLst>
                          <a:ext uri="{FF2B5EF4-FFF2-40B4-BE49-F238E27FC236}">
                            <a16:creationId xmlns:a16="http://schemas.microsoft.com/office/drawing/2014/main" id="{6B5C2314-EA30-50E5-B3EF-C28E486CA7BE}"/>
                          </a:ext>
                        </a:extLst>
                      </p:cNvPr>
                      <p:cNvSpPr>
                        <a:spLocks/>
                      </p:cNvSpPr>
                      <p:nvPr/>
                    </p:nvSpPr>
                    <p:spPr bwMode="auto">
                      <a:xfrm>
                        <a:off x="1264" y="2260"/>
                        <a:ext cx="106" cy="16"/>
                      </a:xfrm>
                      <a:custGeom>
                        <a:avLst/>
                        <a:gdLst>
                          <a:gd name="T0" fmla="*/ 0 w 106"/>
                          <a:gd name="T1" fmla="*/ 0 h 16"/>
                          <a:gd name="T2" fmla="*/ 106 w 106"/>
                          <a:gd name="T3" fmla="*/ 0 h 16"/>
                          <a:gd name="T4" fmla="*/ 106 w 106"/>
                          <a:gd name="T5" fmla="*/ 16 h 16"/>
                          <a:gd name="T6" fmla="*/ 8 w 106"/>
                          <a:gd name="T7" fmla="*/ 16 h 16"/>
                          <a:gd name="T8" fmla="*/ 0 w 106"/>
                          <a:gd name="T9" fmla="*/ 0 h 16"/>
                        </a:gdLst>
                        <a:ahLst/>
                        <a:cxnLst>
                          <a:cxn ang="0">
                            <a:pos x="T0" y="T1"/>
                          </a:cxn>
                          <a:cxn ang="0">
                            <a:pos x="T2" y="T3"/>
                          </a:cxn>
                          <a:cxn ang="0">
                            <a:pos x="T4" y="T5"/>
                          </a:cxn>
                          <a:cxn ang="0">
                            <a:pos x="T6" y="T7"/>
                          </a:cxn>
                          <a:cxn ang="0">
                            <a:pos x="T8" y="T9"/>
                          </a:cxn>
                        </a:cxnLst>
                        <a:rect l="0" t="0" r="r" b="b"/>
                        <a:pathLst>
                          <a:path w="106" h="16">
                            <a:moveTo>
                              <a:pt x="0" y="0"/>
                            </a:moveTo>
                            <a:lnTo>
                              <a:pt x="106" y="0"/>
                            </a:lnTo>
                            <a:lnTo>
                              <a:pt x="106" y="16"/>
                            </a:lnTo>
                            <a:lnTo>
                              <a:pt x="8" y="16"/>
                            </a:lnTo>
                            <a:lnTo>
                              <a:pt x="0" y="0"/>
                            </a:lnTo>
                            <a:close/>
                          </a:path>
                        </a:pathLst>
                      </a:custGeom>
                      <a:solidFill>
                        <a:srgbClr val="606060"/>
                      </a:solidFill>
                      <a:ln w="3175">
                        <a:solidFill>
                          <a:srgbClr val="404040"/>
                        </a:solidFill>
                        <a:prstDash val="solid"/>
                        <a:round/>
                        <a:headEnd/>
                        <a:tailEnd/>
                      </a:ln>
                    </p:spPr>
                    <p:txBody>
                      <a:bodyPr/>
                      <a:lstStyle/>
                      <a:p>
                        <a:endParaRPr lang="en-US"/>
                      </a:p>
                    </p:txBody>
                  </p:sp>
                  <p:grpSp>
                    <p:nvGrpSpPr>
                      <p:cNvPr id="89190" name="Group 16">
                        <a:extLst>
                          <a:ext uri="{FF2B5EF4-FFF2-40B4-BE49-F238E27FC236}">
                            <a16:creationId xmlns:a16="http://schemas.microsoft.com/office/drawing/2014/main" id="{F5AC3297-7377-E372-821D-EE5F5A95D985}"/>
                          </a:ext>
                        </a:extLst>
                      </p:cNvPr>
                      <p:cNvGrpSpPr>
                        <a:grpSpLocks/>
                      </p:cNvGrpSpPr>
                      <p:nvPr/>
                    </p:nvGrpSpPr>
                    <p:grpSpPr bwMode="auto">
                      <a:xfrm>
                        <a:off x="1272" y="2258"/>
                        <a:ext cx="91" cy="18"/>
                        <a:chOff x="1272" y="2258"/>
                        <a:chExt cx="91" cy="18"/>
                      </a:xfrm>
                    </p:grpSpPr>
                    <p:sp>
                      <p:nvSpPr>
                        <p:cNvPr id="89192" name="Freeform 17">
                          <a:extLst>
                            <a:ext uri="{FF2B5EF4-FFF2-40B4-BE49-F238E27FC236}">
                              <a16:creationId xmlns:a16="http://schemas.microsoft.com/office/drawing/2014/main" id="{53F116FB-279B-DD86-3CD7-1C83F85942EC}"/>
                            </a:ext>
                          </a:extLst>
                        </p:cNvPr>
                        <p:cNvSpPr>
                          <a:spLocks/>
                        </p:cNvSpPr>
                        <p:nvPr/>
                      </p:nvSpPr>
                      <p:spPr bwMode="auto">
                        <a:xfrm>
                          <a:off x="1272" y="2262"/>
                          <a:ext cx="80" cy="14"/>
                        </a:xfrm>
                        <a:custGeom>
                          <a:avLst/>
                          <a:gdLst>
                            <a:gd name="T0" fmla="*/ 0 w 80"/>
                            <a:gd name="T1" fmla="*/ 14 h 14"/>
                            <a:gd name="T2" fmla="*/ 12 w 80"/>
                            <a:gd name="T3" fmla="*/ 0 h 14"/>
                            <a:gd name="T4" fmla="*/ 80 w 80"/>
                            <a:gd name="T5" fmla="*/ 0 h 14"/>
                            <a:gd name="T6" fmla="*/ 80 w 80"/>
                            <a:gd name="T7" fmla="*/ 14 h 14"/>
                          </a:gdLst>
                          <a:ahLst/>
                          <a:cxnLst>
                            <a:cxn ang="0">
                              <a:pos x="T0" y="T1"/>
                            </a:cxn>
                            <a:cxn ang="0">
                              <a:pos x="T2" y="T3"/>
                            </a:cxn>
                            <a:cxn ang="0">
                              <a:pos x="T4" y="T5"/>
                            </a:cxn>
                            <a:cxn ang="0">
                              <a:pos x="T6" y="T7"/>
                            </a:cxn>
                          </a:cxnLst>
                          <a:rect l="0" t="0" r="r" b="b"/>
                          <a:pathLst>
                            <a:path w="80" h="14">
                              <a:moveTo>
                                <a:pt x="0" y="14"/>
                              </a:moveTo>
                              <a:lnTo>
                                <a:pt x="12" y="0"/>
                              </a:lnTo>
                              <a:lnTo>
                                <a:pt x="80" y="0"/>
                              </a:lnTo>
                              <a:lnTo>
                                <a:pt x="80" y="14"/>
                              </a:lnTo>
                            </a:path>
                          </a:pathLst>
                        </a:custGeom>
                        <a:noFill/>
                        <a:ln w="3175">
                          <a:solidFill>
                            <a:srgbClr val="40404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9193" name="Line 18">
                          <a:extLst>
                            <a:ext uri="{FF2B5EF4-FFF2-40B4-BE49-F238E27FC236}">
                              <a16:creationId xmlns:a16="http://schemas.microsoft.com/office/drawing/2014/main" id="{9482B531-175E-A92C-4E69-A3F3DB1C2EBB}"/>
                            </a:ext>
                          </a:extLst>
                        </p:cNvPr>
                        <p:cNvSpPr>
                          <a:spLocks noChangeShapeType="1"/>
                        </p:cNvSpPr>
                        <p:nvPr/>
                      </p:nvSpPr>
                      <p:spPr bwMode="auto">
                        <a:xfrm>
                          <a:off x="1362" y="2258"/>
                          <a:ext cx="1" cy="18"/>
                        </a:xfrm>
                        <a:prstGeom prst="line">
                          <a:avLst/>
                        </a:prstGeom>
                        <a:noFill/>
                        <a:ln w="3175">
                          <a:solidFill>
                            <a:srgbClr val="40404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89191" name="Line 19">
                        <a:extLst>
                          <a:ext uri="{FF2B5EF4-FFF2-40B4-BE49-F238E27FC236}">
                            <a16:creationId xmlns:a16="http://schemas.microsoft.com/office/drawing/2014/main" id="{06E531B6-2E9A-1DDE-299A-6A66C05035E7}"/>
                          </a:ext>
                        </a:extLst>
                      </p:cNvPr>
                      <p:cNvSpPr>
                        <a:spLocks noChangeShapeType="1"/>
                      </p:cNvSpPr>
                      <p:nvPr/>
                    </p:nvSpPr>
                    <p:spPr bwMode="auto">
                      <a:xfrm>
                        <a:off x="1370" y="2276"/>
                        <a:ext cx="1" cy="63"/>
                      </a:xfrm>
                      <a:prstGeom prst="line">
                        <a:avLst/>
                      </a:prstGeom>
                      <a:noFill/>
                      <a:ln w="3175">
                        <a:solidFill>
                          <a:srgbClr val="20202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89183" name="Group 20">
                      <a:extLst>
                        <a:ext uri="{FF2B5EF4-FFF2-40B4-BE49-F238E27FC236}">
                          <a16:creationId xmlns:a16="http://schemas.microsoft.com/office/drawing/2014/main" id="{DEC578A6-53E7-4CC3-95B4-1D8E668CCE8F}"/>
                        </a:ext>
                      </a:extLst>
                    </p:cNvPr>
                    <p:cNvGrpSpPr>
                      <a:grpSpLocks/>
                    </p:cNvGrpSpPr>
                    <p:nvPr/>
                  </p:nvGrpSpPr>
                  <p:grpSpPr bwMode="auto">
                    <a:xfrm>
                      <a:off x="1377" y="2258"/>
                      <a:ext cx="108" cy="81"/>
                      <a:chOff x="1377" y="2258"/>
                      <a:chExt cx="108" cy="81"/>
                    </a:xfrm>
                  </p:grpSpPr>
                  <p:sp>
                    <p:nvSpPr>
                      <p:cNvPr id="89184" name="Freeform 21">
                        <a:extLst>
                          <a:ext uri="{FF2B5EF4-FFF2-40B4-BE49-F238E27FC236}">
                            <a16:creationId xmlns:a16="http://schemas.microsoft.com/office/drawing/2014/main" id="{C83C263A-0196-C848-B937-572DA2FDB755}"/>
                          </a:ext>
                        </a:extLst>
                      </p:cNvPr>
                      <p:cNvSpPr>
                        <a:spLocks/>
                      </p:cNvSpPr>
                      <p:nvPr/>
                    </p:nvSpPr>
                    <p:spPr bwMode="auto">
                      <a:xfrm>
                        <a:off x="1377" y="2260"/>
                        <a:ext cx="107" cy="16"/>
                      </a:xfrm>
                      <a:custGeom>
                        <a:avLst/>
                        <a:gdLst>
                          <a:gd name="T0" fmla="*/ 0 w 107"/>
                          <a:gd name="T1" fmla="*/ 0 h 16"/>
                          <a:gd name="T2" fmla="*/ 107 w 107"/>
                          <a:gd name="T3" fmla="*/ 0 h 16"/>
                          <a:gd name="T4" fmla="*/ 107 w 107"/>
                          <a:gd name="T5" fmla="*/ 16 h 16"/>
                          <a:gd name="T6" fmla="*/ 10 w 107"/>
                          <a:gd name="T7" fmla="*/ 16 h 16"/>
                          <a:gd name="T8" fmla="*/ 0 w 107"/>
                          <a:gd name="T9" fmla="*/ 0 h 16"/>
                        </a:gdLst>
                        <a:ahLst/>
                        <a:cxnLst>
                          <a:cxn ang="0">
                            <a:pos x="T0" y="T1"/>
                          </a:cxn>
                          <a:cxn ang="0">
                            <a:pos x="T2" y="T3"/>
                          </a:cxn>
                          <a:cxn ang="0">
                            <a:pos x="T4" y="T5"/>
                          </a:cxn>
                          <a:cxn ang="0">
                            <a:pos x="T6" y="T7"/>
                          </a:cxn>
                          <a:cxn ang="0">
                            <a:pos x="T8" y="T9"/>
                          </a:cxn>
                        </a:cxnLst>
                        <a:rect l="0" t="0" r="r" b="b"/>
                        <a:pathLst>
                          <a:path w="107" h="16">
                            <a:moveTo>
                              <a:pt x="0" y="0"/>
                            </a:moveTo>
                            <a:lnTo>
                              <a:pt x="107" y="0"/>
                            </a:lnTo>
                            <a:lnTo>
                              <a:pt x="107" y="16"/>
                            </a:lnTo>
                            <a:lnTo>
                              <a:pt x="10" y="16"/>
                            </a:lnTo>
                            <a:lnTo>
                              <a:pt x="0" y="0"/>
                            </a:lnTo>
                            <a:close/>
                          </a:path>
                        </a:pathLst>
                      </a:custGeom>
                      <a:solidFill>
                        <a:srgbClr val="606060"/>
                      </a:solidFill>
                      <a:ln w="3175">
                        <a:solidFill>
                          <a:srgbClr val="404040"/>
                        </a:solidFill>
                        <a:prstDash val="solid"/>
                        <a:round/>
                        <a:headEnd/>
                        <a:tailEnd/>
                      </a:ln>
                    </p:spPr>
                    <p:txBody>
                      <a:bodyPr/>
                      <a:lstStyle/>
                      <a:p>
                        <a:endParaRPr lang="en-US"/>
                      </a:p>
                    </p:txBody>
                  </p:sp>
                  <p:grpSp>
                    <p:nvGrpSpPr>
                      <p:cNvPr id="89185" name="Group 22">
                        <a:extLst>
                          <a:ext uri="{FF2B5EF4-FFF2-40B4-BE49-F238E27FC236}">
                            <a16:creationId xmlns:a16="http://schemas.microsoft.com/office/drawing/2014/main" id="{B7B0E29D-1D39-3FAE-C092-14B1D59F4730}"/>
                          </a:ext>
                        </a:extLst>
                      </p:cNvPr>
                      <p:cNvGrpSpPr>
                        <a:grpSpLocks/>
                      </p:cNvGrpSpPr>
                      <p:nvPr/>
                    </p:nvGrpSpPr>
                    <p:grpSpPr bwMode="auto">
                      <a:xfrm>
                        <a:off x="1387" y="2258"/>
                        <a:ext cx="89" cy="18"/>
                        <a:chOff x="1387" y="2258"/>
                        <a:chExt cx="89" cy="18"/>
                      </a:xfrm>
                    </p:grpSpPr>
                    <p:sp>
                      <p:nvSpPr>
                        <p:cNvPr id="89187" name="Freeform 23">
                          <a:extLst>
                            <a:ext uri="{FF2B5EF4-FFF2-40B4-BE49-F238E27FC236}">
                              <a16:creationId xmlns:a16="http://schemas.microsoft.com/office/drawing/2014/main" id="{80D0BC86-1467-5DC4-BAFD-3E96EC16E990}"/>
                            </a:ext>
                          </a:extLst>
                        </p:cNvPr>
                        <p:cNvSpPr>
                          <a:spLocks/>
                        </p:cNvSpPr>
                        <p:nvPr/>
                      </p:nvSpPr>
                      <p:spPr bwMode="auto">
                        <a:xfrm>
                          <a:off x="1387" y="2262"/>
                          <a:ext cx="80" cy="14"/>
                        </a:xfrm>
                        <a:custGeom>
                          <a:avLst/>
                          <a:gdLst>
                            <a:gd name="T0" fmla="*/ 0 w 80"/>
                            <a:gd name="T1" fmla="*/ 14 h 14"/>
                            <a:gd name="T2" fmla="*/ 12 w 80"/>
                            <a:gd name="T3" fmla="*/ 0 h 14"/>
                            <a:gd name="T4" fmla="*/ 80 w 80"/>
                            <a:gd name="T5" fmla="*/ 0 h 14"/>
                            <a:gd name="T6" fmla="*/ 80 w 80"/>
                            <a:gd name="T7" fmla="*/ 14 h 14"/>
                          </a:gdLst>
                          <a:ahLst/>
                          <a:cxnLst>
                            <a:cxn ang="0">
                              <a:pos x="T0" y="T1"/>
                            </a:cxn>
                            <a:cxn ang="0">
                              <a:pos x="T2" y="T3"/>
                            </a:cxn>
                            <a:cxn ang="0">
                              <a:pos x="T4" y="T5"/>
                            </a:cxn>
                            <a:cxn ang="0">
                              <a:pos x="T6" y="T7"/>
                            </a:cxn>
                          </a:cxnLst>
                          <a:rect l="0" t="0" r="r" b="b"/>
                          <a:pathLst>
                            <a:path w="80" h="14">
                              <a:moveTo>
                                <a:pt x="0" y="14"/>
                              </a:moveTo>
                              <a:lnTo>
                                <a:pt x="12" y="0"/>
                              </a:lnTo>
                              <a:lnTo>
                                <a:pt x="80" y="0"/>
                              </a:lnTo>
                              <a:lnTo>
                                <a:pt x="80" y="14"/>
                              </a:lnTo>
                            </a:path>
                          </a:pathLst>
                        </a:custGeom>
                        <a:noFill/>
                        <a:ln w="3175">
                          <a:solidFill>
                            <a:srgbClr val="40404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9188" name="Line 24">
                          <a:extLst>
                            <a:ext uri="{FF2B5EF4-FFF2-40B4-BE49-F238E27FC236}">
                              <a16:creationId xmlns:a16="http://schemas.microsoft.com/office/drawing/2014/main" id="{6944E4EB-A815-C46B-B805-94D03CFE0087}"/>
                            </a:ext>
                          </a:extLst>
                        </p:cNvPr>
                        <p:cNvSpPr>
                          <a:spLocks noChangeShapeType="1"/>
                        </p:cNvSpPr>
                        <p:nvPr/>
                      </p:nvSpPr>
                      <p:spPr bwMode="auto">
                        <a:xfrm>
                          <a:off x="1475" y="2258"/>
                          <a:ext cx="1" cy="18"/>
                        </a:xfrm>
                        <a:prstGeom prst="line">
                          <a:avLst/>
                        </a:prstGeom>
                        <a:noFill/>
                        <a:ln w="3175">
                          <a:solidFill>
                            <a:srgbClr val="40404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89186" name="Line 25">
                        <a:extLst>
                          <a:ext uri="{FF2B5EF4-FFF2-40B4-BE49-F238E27FC236}">
                            <a16:creationId xmlns:a16="http://schemas.microsoft.com/office/drawing/2014/main" id="{0B0B0AAC-4D1B-9EE1-A83F-1171B0519066}"/>
                          </a:ext>
                        </a:extLst>
                      </p:cNvPr>
                      <p:cNvSpPr>
                        <a:spLocks noChangeShapeType="1"/>
                      </p:cNvSpPr>
                      <p:nvPr/>
                    </p:nvSpPr>
                    <p:spPr bwMode="auto">
                      <a:xfrm>
                        <a:off x="1484" y="2276"/>
                        <a:ext cx="1" cy="63"/>
                      </a:xfrm>
                      <a:prstGeom prst="line">
                        <a:avLst/>
                      </a:prstGeom>
                      <a:noFill/>
                      <a:ln w="3175">
                        <a:solidFill>
                          <a:srgbClr val="20202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89173" name="Group 26">
                    <a:extLst>
                      <a:ext uri="{FF2B5EF4-FFF2-40B4-BE49-F238E27FC236}">
                        <a16:creationId xmlns:a16="http://schemas.microsoft.com/office/drawing/2014/main" id="{3C0F9C05-EF1D-30DD-C03D-46FA740C2C50}"/>
                      </a:ext>
                    </a:extLst>
                  </p:cNvPr>
                  <p:cNvGrpSpPr>
                    <a:grpSpLocks/>
                  </p:cNvGrpSpPr>
                  <p:nvPr/>
                </p:nvGrpSpPr>
                <p:grpSpPr bwMode="auto">
                  <a:xfrm>
                    <a:off x="1277" y="2267"/>
                    <a:ext cx="86" cy="85"/>
                    <a:chOff x="1277" y="2267"/>
                    <a:chExt cx="86" cy="85"/>
                  </a:xfrm>
                </p:grpSpPr>
                <p:sp>
                  <p:nvSpPr>
                    <p:cNvPr id="89178" name="Oval 27">
                      <a:extLst>
                        <a:ext uri="{FF2B5EF4-FFF2-40B4-BE49-F238E27FC236}">
                          <a16:creationId xmlns:a16="http://schemas.microsoft.com/office/drawing/2014/main" id="{7586312C-D2B3-76DA-62A3-13BBEAC1CCC0}"/>
                        </a:ext>
                      </a:extLst>
                    </p:cNvPr>
                    <p:cNvSpPr>
                      <a:spLocks noChangeArrowheads="1"/>
                    </p:cNvSpPr>
                    <p:nvPr/>
                  </p:nvSpPr>
                  <p:spPr bwMode="auto">
                    <a:xfrm>
                      <a:off x="1277" y="2267"/>
                      <a:ext cx="86" cy="85"/>
                    </a:xfrm>
                    <a:prstGeom prst="ellipse">
                      <a:avLst/>
                    </a:prstGeom>
                    <a:solidFill>
                      <a:srgbClr val="202020"/>
                    </a:solidFill>
                    <a:ln w="3175">
                      <a:solidFill>
                        <a:srgbClr val="000000"/>
                      </a:solidFill>
                      <a:round/>
                      <a:headEnd/>
                      <a:tailEnd/>
                    </a:ln>
                  </p:spPr>
                  <p:txBody>
                    <a:bodyPr/>
                    <a:lstStyle/>
                    <a:p>
                      <a:endParaRPr lang="en-US"/>
                    </a:p>
                  </p:txBody>
                </p:sp>
                <p:sp>
                  <p:nvSpPr>
                    <p:cNvPr id="89179" name="Oval 28">
                      <a:extLst>
                        <a:ext uri="{FF2B5EF4-FFF2-40B4-BE49-F238E27FC236}">
                          <a16:creationId xmlns:a16="http://schemas.microsoft.com/office/drawing/2014/main" id="{BEF184C1-E0C1-65CD-1640-3F6F605198BE}"/>
                        </a:ext>
                      </a:extLst>
                    </p:cNvPr>
                    <p:cNvSpPr>
                      <a:spLocks noChangeArrowheads="1"/>
                    </p:cNvSpPr>
                    <p:nvPr/>
                  </p:nvSpPr>
                  <p:spPr bwMode="auto">
                    <a:xfrm>
                      <a:off x="1289" y="2279"/>
                      <a:ext cx="60" cy="59"/>
                    </a:xfrm>
                    <a:prstGeom prst="ellipse">
                      <a:avLst/>
                    </a:prstGeom>
                    <a:solidFill>
                      <a:srgbClr val="A0A0A0"/>
                    </a:solidFill>
                    <a:ln w="3175">
                      <a:solidFill>
                        <a:srgbClr val="000000"/>
                      </a:solidFill>
                      <a:round/>
                      <a:headEnd/>
                      <a:tailEnd/>
                    </a:ln>
                  </p:spPr>
                  <p:txBody>
                    <a:bodyPr/>
                    <a:lstStyle/>
                    <a:p>
                      <a:endParaRPr lang="en-US"/>
                    </a:p>
                  </p:txBody>
                </p:sp>
                <p:sp>
                  <p:nvSpPr>
                    <p:cNvPr id="89180" name="Oval 29">
                      <a:extLst>
                        <a:ext uri="{FF2B5EF4-FFF2-40B4-BE49-F238E27FC236}">
                          <a16:creationId xmlns:a16="http://schemas.microsoft.com/office/drawing/2014/main" id="{C7A36547-C08F-FE11-4AD9-49AEF004E5D1}"/>
                        </a:ext>
                      </a:extLst>
                    </p:cNvPr>
                    <p:cNvSpPr>
                      <a:spLocks noChangeArrowheads="1"/>
                    </p:cNvSpPr>
                    <p:nvPr/>
                  </p:nvSpPr>
                  <p:spPr bwMode="auto">
                    <a:xfrm>
                      <a:off x="1305" y="2297"/>
                      <a:ext cx="26" cy="25"/>
                    </a:xfrm>
                    <a:prstGeom prst="ellipse">
                      <a:avLst/>
                    </a:prstGeom>
                    <a:solidFill>
                      <a:srgbClr val="606060"/>
                    </a:solidFill>
                    <a:ln w="3175">
                      <a:solidFill>
                        <a:srgbClr val="000000"/>
                      </a:solidFill>
                      <a:round/>
                      <a:headEnd/>
                      <a:tailEnd/>
                    </a:ln>
                  </p:spPr>
                  <p:txBody>
                    <a:bodyPr/>
                    <a:lstStyle/>
                    <a:p>
                      <a:endParaRPr lang="en-US"/>
                    </a:p>
                  </p:txBody>
                </p:sp>
              </p:grpSp>
              <p:grpSp>
                <p:nvGrpSpPr>
                  <p:cNvPr id="89174" name="Group 30">
                    <a:extLst>
                      <a:ext uri="{FF2B5EF4-FFF2-40B4-BE49-F238E27FC236}">
                        <a16:creationId xmlns:a16="http://schemas.microsoft.com/office/drawing/2014/main" id="{0841D499-2509-1275-00D4-EF12594D582A}"/>
                      </a:ext>
                    </a:extLst>
                  </p:cNvPr>
                  <p:cNvGrpSpPr>
                    <a:grpSpLocks/>
                  </p:cNvGrpSpPr>
                  <p:nvPr/>
                </p:nvGrpSpPr>
                <p:grpSpPr bwMode="auto">
                  <a:xfrm>
                    <a:off x="1390" y="2267"/>
                    <a:ext cx="86" cy="85"/>
                    <a:chOff x="1390" y="2267"/>
                    <a:chExt cx="86" cy="85"/>
                  </a:xfrm>
                </p:grpSpPr>
                <p:sp>
                  <p:nvSpPr>
                    <p:cNvPr id="89175" name="Oval 31">
                      <a:extLst>
                        <a:ext uri="{FF2B5EF4-FFF2-40B4-BE49-F238E27FC236}">
                          <a16:creationId xmlns:a16="http://schemas.microsoft.com/office/drawing/2014/main" id="{868E73F6-8107-5661-A8F3-5BCF6A0E4A61}"/>
                        </a:ext>
                      </a:extLst>
                    </p:cNvPr>
                    <p:cNvSpPr>
                      <a:spLocks noChangeArrowheads="1"/>
                    </p:cNvSpPr>
                    <p:nvPr/>
                  </p:nvSpPr>
                  <p:spPr bwMode="auto">
                    <a:xfrm>
                      <a:off x="1390" y="2267"/>
                      <a:ext cx="86" cy="85"/>
                    </a:xfrm>
                    <a:prstGeom prst="ellipse">
                      <a:avLst/>
                    </a:prstGeom>
                    <a:solidFill>
                      <a:srgbClr val="202020"/>
                    </a:solidFill>
                    <a:ln w="3175">
                      <a:solidFill>
                        <a:srgbClr val="000000"/>
                      </a:solidFill>
                      <a:round/>
                      <a:headEnd/>
                      <a:tailEnd/>
                    </a:ln>
                  </p:spPr>
                  <p:txBody>
                    <a:bodyPr/>
                    <a:lstStyle/>
                    <a:p>
                      <a:endParaRPr lang="en-US"/>
                    </a:p>
                  </p:txBody>
                </p:sp>
                <p:sp>
                  <p:nvSpPr>
                    <p:cNvPr id="89176" name="Oval 32">
                      <a:extLst>
                        <a:ext uri="{FF2B5EF4-FFF2-40B4-BE49-F238E27FC236}">
                          <a16:creationId xmlns:a16="http://schemas.microsoft.com/office/drawing/2014/main" id="{A338B179-8297-CF31-8A7B-3F07A42B148F}"/>
                        </a:ext>
                      </a:extLst>
                    </p:cNvPr>
                    <p:cNvSpPr>
                      <a:spLocks noChangeArrowheads="1"/>
                    </p:cNvSpPr>
                    <p:nvPr/>
                  </p:nvSpPr>
                  <p:spPr bwMode="auto">
                    <a:xfrm>
                      <a:off x="1404" y="2279"/>
                      <a:ext cx="60" cy="59"/>
                    </a:xfrm>
                    <a:prstGeom prst="ellipse">
                      <a:avLst/>
                    </a:prstGeom>
                    <a:solidFill>
                      <a:srgbClr val="A0A0A0"/>
                    </a:solidFill>
                    <a:ln w="3175">
                      <a:solidFill>
                        <a:srgbClr val="000000"/>
                      </a:solidFill>
                      <a:round/>
                      <a:headEnd/>
                      <a:tailEnd/>
                    </a:ln>
                  </p:spPr>
                  <p:txBody>
                    <a:bodyPr/>
                    <a:lstStyle/>
                    <a:p>
                      <a:endParaRPr lang="en-US"/>
                    </a:p>
                  </p:txBody>
                </p:sp>
                <p:sp>
                  <p:nvSpPr>
                    <p:cNvPr id="89177" name="Oval 33">
                      <a:extLst>
                        <a:ext uri="{FF2B5EF4-FFF2-40B4-BE49-F238E27FC236}">
                          <a16:creationId xmlns:a16="http://schemas.microsoft.com/office/drawing/2014/main" id="{DD3E90D3-97D7-4DD6-4FE0-8600DBEA0E2A}"/>
                        </a:ext>
                      </a:extLst>
                    </p:cNvPr>
                    <p:cNvSpPr>
                      <a:spLocks noChangeArrowheads="1"/>
                    </p:cNvSpPr>
                    <p:nvPr/>
                  </p:nvSpPr>
                  <p:spPr bwMode="auto">
                    <a:xfrm>
                      <a:off x="1420" y="2297"/>
                      <a:ext cx="26" cy="25"/>
                    </a:xfrm>
                    <a:prstGeom prst="ellipse">
                      <a:avLst/>
                    </a:prstGeom>
                    <a:solidFill>
                      <a:srgbClr val="606060"/>
                    </a:solidFill>
                    <a:ln w="3175">
                      <a:solidFill>
                        <a:srgbClr val="000000"/>
                      </a:solidFill>
                      <a:round/>
                      <a:headEnd/>
                      <a:tailEnd/>
                    </a:ln>
                  </p:spPr>
                  <p:txBody>
                    <a:bodyPr/>
                    <a:lstStyle/>
                    <a:p>
                      <a:endParaRPr lang="en-US"/>
                    </a:p>
                  </p:txBody>
                </p:sp>
              </p:grpSp>
            </p:grpSp>
          </p:grpSp>
          <p:grpSp>
            <p:nvGrpSpPr>
              <p:cNvPr id="12" name="Group 4">
                <a:extLst>
                  <a:ext uri="{FF2B5EF4-FFF2-40B4-BE49-F238E27FC236}">
                    <a16:creationId xmlns:a16="http://schemas.microsoft.com/office/drawing/2014/main" id="{772CD38C-4E07-D689-0E44-704B4797CC7B}"/>
                  </a:ext>
                </a:extLst>
              </p:cNvPr>
              <p:cNvGrpSpPr>
                <a:grpSpLocks/>
              </p:cNvGrpSpPr>
              <p:nvPr/>
            </p:nvGrpSpPr>
            <p:grpSpPr bwMode="auto">
              <a:xfrm>
                <a:off x="3870196" y="3623344"/>
                <a:ext cx="448469" cy="205096"/>
                <a:chOff x="2256" y="2352"/>
                <a:chExt cx="933" cy="365"/>
              </a:xfrm>
            </p:grpSpPr>
            <p:grpSp>
              <p:nvGrpSpPr>
                <p:cNvPr id="53" name="Group 5">
                  <a:extLst>
                    <a:ext uri="{FF2B5EF4-FFF2-40B4-BE49-F238E27FC236}">
                      <a16:creationId xmlns:a16="http://schemas.microsoft.com/office/drawing/2014/main" id="{66858580-4EA2-B114-B63E-3211578AB360}"/>
                    </a:ext>
                  </a:extLst>
                </p:cNvPr>
                <p:cNvGrpSpPr>
                  <a:grpSpLocks/>
                </p:cNvGrpSpPr>
                <p:nvPr/>
              </p:nvGrpSpPr>
              <p:grpSpPr bwMode="auto">
                <a:xfrm flipH="1">
                  <a:off x="2256" y="2352"/>
                  <a:ext cx="933" cy="249"/>
                  <a:chOff x="693" y="2029"/>
                  <a:chExt cx="836" cy="228"/>
                </a:xfrm>
              </p:grpSpPr>
              <p:sp>
                <p:nvSpPr>
                  <p:cNvPr id="89168" name="Rectangle 6">
                    <a:extLst>
                      <a:ext uri="{FF2B5EF4-FFF2-40B4-BE49-F238E27FC236}">
                        <a16:creationId xmlns:a16="http://schemas.microsoft.com/office/drawing/2014/main" id="{C98FA898-099B-FA0E-B565-4F57D2A9485F}"/>
                      </a:ext>
                    </a:extLst>
                  </p:cNvPr>
                  <p:cNvSpPr>
                    <a:spLocks noChangeArrowheads="1"/>
                  </p:cNvSpPr>
                  <p:nvPr/>
                </p:nvSpPr>
                <p:spPr bwMode="auto">
                  <a:xfrm>
                    <a:off x="693" y="2029"/>
                    <a:ext cx="836" cy="228"/>
                  </a:xfrm>
                  <a:prstGeom prst="rect">
                    <a:avLst/>
                  </a:prstGeom>
                  <a:gradFill rotWithShape="0">
                    <a:gsLst>
                      <a:gs pos="0">
                        <a:srgbClr val="037C03"/>
                      </a:gs>
                      <a:gs pos="50000">
                        <a:srgbClr val="037C03">
                          <a:gamma/>
                          <a:shade val="6275"/>
                          <a:invGamma/>
                        </a:srgbClr>
                      </a:gs>
                      <a:gs pos="100000">
                        <a:srgbClr val="037C03"/>
                      </a:gs>
                    </a:gsLst>
                    <a:lin ang="5400000" scaled="1"/>
                  </a:gradFill>
                  <a:ln w="3175">
                    <a:solidFill>
                      <a:srgbClr val="000000"/>
                    </a:solidFill>
                    <a:miter lim="800000"/>
                    <a:headEnd/>
                    <a:tailEnd/>
                  </a:ln>
                </p:spPr>
                <p:txBody>
                  <a:bodyPr/>
                  <a:lstStyle/>
                  <a:p>
                    <a:endParaRPr lang="en-US"/>
                  </a:p>
                </p:txBody>
              </p:sp>
              <p:sp>
                <p:nvSpPr>
                  <p:cNvPr id="89169" name="Rectangle 7">
                    <a:extLst>
                      <a:ext uri="{FF2B5EF4-FFF2-40B4-BE49-F238E27FC236}">
                        <a16:creationId xmlns:a16="http://schemas.microsoft.com/office/drawing/2014/main" id="{1C965DA9-DC7F-372A-1AC3-C374E9958FA6}"/>
                      </a:ext>
                    </a:extLst>
                  </p:cNvPr>
                  <p:cNvSpPr>
                    <a:spLocks noChangeArrowheads="1"/>
                  </p:cNvSpPr>
                  <p:nvPr/>
                </p:nvSpPr>
                <p:spPr bwMode="auto">
                  <a:xfrm>
                    <a:off x="693" y="2037"/>
                    <a:ext cx="836" cy="213"/>
                  </a:xfrm>
                  <a:prstGeom prst="rect">
                    <a:avLst/>
                  </a:prstGeom>
                  <a:solidFill>
                    <a:srgbClr val="C5D3ED"/>
                  </a:solidFill>
                  <a:ln w="3175">
                    <a:solidFill>
                      <a:srgbClr val="000000"/>
                    </a:solidFill>
                    <a:miter lim="800000"/>
                    <a:headEnd/>
                    <a:tailEnd/>
                  </a:ln>
                </p:spPr>
                <p:txBody>
                  <a:bodyPr/>
                  <a:lstStyle/>
                  <a:p>
                    <a:endParaRPr lang="en-US" dirty="0"/>
                  </a:p>
                </p:txBody>
              </p:sp>
            </p:grpSp>
            <p:grpSp>
              <p:nvGrpSpPr>
                <p:cNvPr id="54" name="Group 8">
                  <a:extLst>
                    <a:ext uri="{FF2B5EF4-FFF2-40B4-BE49-F238E27FC236}">
                      <a16:creationId xmlns:a16="http://schemas.microsoft.com/office/drawing/2014/main" id="{209AB07F-FBB5-4AD5-4DE6-D3D1E4364CF9}"/>
                    </a:ext>
                  </a:extLst>
                </p:cNvPr>
                <p:cNvGrpSpPr>
                  <a:grpSpLocks/>
                </p:cNvGrpSpPr>
                <p:nvPr/>
              </p:nvGrpSpPr>
              <p:grpSpPr bwMode="auto">
                <a:xfrm flipH="1">
                  <a:off x="2413" y="2614"/>
                  <a:ext cx="624" cy="103"/>
                  <a:chOff x="926" y="2258"/>
                  <a:chExt cx="559" cy="94"/>
                </a:xfrm>
              </p:grpSpPr>
              <p:grpSp>
                <p:nvGrpSpPr>
                  <p:cNvPr id="55" name="Group 9">
                    <a:extLst>
                      <a:ext uri="{FF2B5EF4-FFF2-40B4-BE49-F238E27FC236}">
                        <a16:creationId xmlns:a16="http://schemas.microsoft.com/office/drawing/2014/main" id="{3B6779C0-F7B3-511B-BD1B-4DDA50FCADFB}"/>
                      </a:ext>
                    </a:extLst>
                  </p:cNvPr>
                  <p:cNvGrpSpPr>
                    <a:grpSpLocks/>
                  </p:cNvGrpSpPr>
                  <p:nvPr/>
                </p:nvGrpSpPr>
                <p:grpSpPr bwMode="auto">
                  <a:xfrm>
                    <a:off x="926" y="2258"/>
                    <a:ext cx="559" cy="81"/>
                    <a:chOff x="926" y="2258"/>
                    <a:chExt cx="559" cy="81"/>
                  </a:xfrm>
                </p:grpSpPr>
                <p:grpSp>
                  <p:nvGrpSpPr>
                    <p:cNvPr id="89152" name="Group 10">
                      <a:extLst>
                        <a:ext uri="{FF2B5EF4-FFF2-40B4-BE49-F238E27FC236}">
                          <a16:creationId xmlns:a16="http://schemas.microsoft.com/office/drawing/2014/main" id="{800CDAF4-A2CD-B5E0-BD77-4C1B5B3CA5F3}"/>
                        </a:ext>
                      </a:extLst>
                    </p:cNvPr>
                    <p:cNvGrpSpPr>
                      <a:grpSpLocks/>
                    </p:cNvGrpSpPr>
                    <p:nvPr/>
                  </p:nvGrpSpPr>
                  <p:grpSpPr bwMode="auto">
                    <a:xfrm>
                      <a:off x="926" y="2258"/>
                      <a:ext cx="67" cy="62"/>
                      <a:chOff x="926" y="2258"/>
                      <a:chExt cx="67" cy="62"/>
                    </a:xfrm>
                  </p:grpSpPr>
                  <p:sp>
                    <p:nvSpPr>
                      <p:cNvPr id="89165" name="Freeform 11">
                        <a:extLst>
                          <a:ext uri="{FF2B5EF4-FFF2-40B4-BE49-F238E27FC236}">
                            <a16:creationId xmlns:a16="http://schemas.microsoft.com/office/drawing/2014/main" id="{65D618ED-2942-44A0-09B5-40983C428154}"/>
                          </a:ext>
                        </a:extLst>
                      </p:cNvPr>
                      <p:cNvSpPr>
                        <a:spLocks/>
                      </p:cNvSpPr>
                      <p:nvPr/>
                    </p:nvSpPr>
                    <p:spPr bwMode="auto">
                      <a:xfrm>
                        <a:off x="926" y="2258"/>
                        <a:ext cx="67" cy="10"/>
                      </a:xfrm>
                      <a:custGeom>
                        <a:avLst/>
                        <a:gdLst>
                          <a:gd name="T0" fmla="*/ 0 w 67"/>
                          <a:gd name="T1" fmla="*/ 0 h 10"/>
                          <a:gd name="T2" fmla="*/ 67 w 67"/>
                          <a:gd name="T3" fmla="*/ 0 h 10"/>
                          <a:gd name="T4" fmla="*/ 59 w 67"/>
                          <a:gd name="T5" fmla="*/ 10 h 10"/>
                          <a:gd name="T6" fmla="*/ 7 w 67"/>
                          <a:gd name="T7" fmla="*/ 10 h 10"/>
                          <a:gd name="T8" fmla="*/ 0 w 67"/>
                          <a:gd name="T9" fmla="*/ 0 h 10"/>
                        </a:gdLst>
                        <a:ahLst/>
                        <a:cxnLst>
                          <a:cxn ang="0">
                            <a:pos x="T0" y="T1"/>
                          </a:cxn>
                          <a:cxn ang="0">
                            <a:pos x="T2" y="T3"/>
                          </a:cxn>
                          <a:cxn ang="0">
                            <a:pos x="T4" y="T5"/>
                          </a:cxn>
                          <a:cxn ang="0">
                            <a:pos x="T6" y="T7"/>
                          </a:cxn>
                          <a:cxn ang="0">
                            <a:pos x="T8" y="T9"/>
                          </a:cxn>
                        </a:cxnLst>
                        <a:rect l="0" t="0" r="r" b="b"/>
                        <a:pathLst>
                          <a:path w="67" h="10">
                            <a:moveTo>
                              <a:pt x="0" y="0"/>
                            </a:moveTo>
                            <a:lnTo>
                              <a:pt x="67" y="0"/>
                            </a:lnTo>
                            <a:lnTo>
                              <a:pt x="59" y="10"/>
                            </a:lnTo>
                            <a:lnTo>
                              <a:pt x="7" y="10"/>
                            </a:lnTo>
                            <a:lnTo>
                              <a:pt x="0" y="0"/>
                            </a:lnTo>
                            <a:close/>
                          </a:path>
                        </a:pathLst>
                      </a:custGeom>
                      <a:solidFill>
                        <a:srgbClr val="606060"/>
                      </a:solidFill>
                      <a:ln w="3175">
                        <a:solidFill>
                          <a:srgbClr val="404040"/>
                        </a:solidFill>
                        <a:prstDash val="solid"/>
                        <a:round/>
                        <a:headEnd/>
                        <a:tailEnd/>
                      </a:ln>
                    </p:spPr>
                    <p:txBody>
                      <a:bodyPr/>
                      <a:lstStyle/>
                      <a:p>
                        <a:endParaRPr lang="en-US"/>
                      </a:p>
                    </p:txBody>
                  </p:sp>
                  <p:sp>
                    <p:nvSpPr>
                      <p:cNvPr id="89166" name="Freeform 12">
                        <a:extLst>
                          <a:ext uri="{FF2B5EF4-FFF2-40B4-BE49-F238E27FC236}">
                            <a16:creationId xmlns:a16="http://schemas.microsoft.com/office/drawing/2014/main" id="{1DB5395F-CF2E-5877-CC39-81E322B828F5}"/>
                          </a:ext>
                        </a:extLst>
                      </p:cNvPr>
                      <p:cNvSpPr>
                        <a:spLocks/>
                      </p:cNvSpPr>
                      <p:nvPr/>
                    </p:nvSpPr>
                    <p:spPr bwMode="auto">
                      <a:xfrm>
                        <a:off x="941" y="2268"/>
                        <a:ext cx="34" cy="4"/>
                      </a:xfrm>
                      <a:custGeom>
                        <a:avLst/>
                        <a:gdLst>
                          <a:gd name="T0" fmla="*/ 0 w 34"/>
                          <a:gd name="T1" fmla="*/ 0 h 4"/>
                          <a:gd name="T2" fmla="*/ 34 w 34"/>
                          <a:gd name="T3" fmla="*/ 0 h 4"/>
                          <a:gd name="T4" fmla="*/ 30 w 34"/>
                          <a:gd name="T5" fmla="*/ 4 h 4"/>
                          <a:gd name="T6" fmla="*/ 4 w 34"/>
                          <a:gd name="T7" fmla="*/ 4 h 4"/>
                          <a:gd name="T8" fmla="*/ 0 w 34"/>
                          <a:gd name="T9" fmla="*/ 0 h 4"/>
                        </a:gdLst>
                        <a:ahLst/>
                        <a:cxnLst>
                          <a:cxn ang="0">
                            <a:pos x="T0" y="T1"/>
                          </a:cxn>
                          <a:cxn ang="0">
                            <a:pos x="T2" y="T3"/>
                          </a:cxn>
                          <a:cxn ang="0">
                            <a:pos x="T4" y="T5"/>
                          </a:cxn>
                          <a:cxn ang="0">
                            <a:pos x="T6" y="T7"/>
                          </a:cxn>
                          <a:cxn ang="0">
                            <a:pos x="T8" y="T9"/>
                          </a:cxn>
                        </a:cxnLst>
                        <a:rect l="0" t="0" r="r" b="b"/>
                        <a:pathLst>
                          <a:path w="34" h="4">
                            <a:moveTo>
                              <a:pt x="0" y="0"/>
                            </a:moveTo>
                            <a:lnTo>
                              <a:pt x="34" y="0"/>
                            </a:lnTo>
                            <a:lnTo>
                              <a:pt x="30" y="4"/>
                            </a:lnTo>
                            <a:lnTo>
                              <a:pt x="4" y="4"/>
                            </a:lnTo>
                            <a:lnTo>
                              <a:pt x="0" y="0"/>
                            </a:lnTo>
                            <a:close/>
                          </a:path>
                        </a:pathLst>
                      </a:custGeom>
                      <a:solidFill>
                        <a:srgbClr val="606060"/>
                      </a:solidFill>
                      <a:ln w="3175">
                        <a:solidFill>
                          <a:srgbClr val="404040"/>
                        </a:solidFill>
                        <a:prstDash val="solid"/>
                        <a:round/>
                        <a:headEnd/>
                        <a:tailEnd/>
                      </a:ln>
                    </p:spPr>
                    <p:txBody>
                      <a:bodyPr/>
                      <a:lstStyle/>
                      <a:p>
                        <a:endParaRPr lang="en-US"/>
                      </a:p>
                    </p:txBody>
                  </p:sp>
                  <p:sp>
                    <p:nvSpPr>
                      <p:cNvPr id="89167" name="Rectangle 13">
                        <a:extLst>
                          <a:ext uri="{FF2B5EF4-FFF2-40B4-BE49-F238E27FC236}">
                            <a16:creationId xmlns:a16="http://schemas.microsoft.com/office/drawing/2014/main" id="{309823BD-B408-7513-DC22-B8634AF61B54}"/>
                          </a:ext>
                        </a:extLst>
                      </p:cNvPr>
                      <p:cNvSpPr>
                        <a:spLocks noChangeArrowheads="1"/>
                      </p:cNvSpPr>
                      <p:nvPr/>
                    </p:nvSpPr>
                    <p:spPr bwMode="auto">
                      <a:xfrm>
                        <a:off x="956" y="2273"/>
                        <a:ext cx="6" cy="47"/>
                      </a:xfrm>
                      <a:prstGeom prst="rect">
                        <a:avLst/>
                      </a:prstGeom>
                      <a:solidFill>
                        <a:srgbClr val="606060"/>
                      </a:solidFill>
                      <a:ln w="3175">
                        <a:solidFill>
                          <a:srgbClr val="404040"/>
                        </a:solidFill>
                        <a:miter lim="800000"/>
                        <a:headEnd/>
                        <a:tailEnd/>
                      </a:ln>
                    </p:spPr>
                    <p:txBody>
                      <a:bodyPr/>
                      <a:lstStyle/>
                      <a:p>
                        <a:endParaRPr lang="en-US"/>
                      </a:p>
                    </p:txBody>
                  </p:sp>
                </p:grpSp>
                <p:grpSp>
                  <p:nvGrpSpPr>
                    <p:cNvPr id="89153" name="Group 14">
                      <a:extLst>
                        <a:ext uri="{FF2B5EF4-FFF2-40B4-BE49-F238E27FC236}">
                          <a16:creationId xmlns:a16="http://schemas.microsoft.com/office/drawing/2014/main" id="{D0D6B306-AE0B-DDB1-611A-4DE29FEEBEE4}"/>
                        </a:ext>
                      </a:extLst>
                    </p:cNvPr>
                    <p:cNvGrpSpPr>
                      <a:grpSpLocks/>
                    </p:cNvGrpSpPr>
                    <p:nvPr/>
                  </p:nvGrpSpPr>
                  <p:grpSpPr bwMode="auto">
                    <a:xfrm>
                      <a:off x="1264" y="2258"/>
                      <a:ext cx="107" cy="81"/>
                      <a:chOff x="1264" y="2258"/>
                      <a:chExt cx="107" cy="81"/>
                    </a:xfrm>
                  </p:grpSpPr>
                  <p:sp>
                    <p:nvSpPr>
                      <p:cNvPr id="89160" name="Freeform 15">
                        <a:extLst>
                          <a:ext uri="{FF2B5EF4-FFF2-40B4-BE49-F238E27FC236}">
                            <a16:creationId xmlns:a16="http://schemas.microsoft.com/office/drawing/2014/main" id="{E1371F6E-1052-8068-BEFC-94E1F738AC61}"/>
                          </a:ext>
                        </a:extLst>
                      </p:cNvPr>
                      <p:cNvSpPr>
                        <a:spLocks/>
                      </p:cNvSpPr>
                      <p:nvPr/>
                    </p:nvSpPr>
                    <p:spPr bwMode="auto">
                      <a:xfrm>
                        <a:off x="1264" y="2260"/>
                        <a:ext cx="106" cy="16"/>
                      </a:xfrm>
                      <a:custGeom>
                        <a:avLst/>
                        <a:gdLst>
                          <a:gd name="T0" fmla="*/ 0 w 106"/>
                          <a:gd name="T1" fmla="*/ 0 h 16"/>
                          <a:gd name="T2" fmla="*/ 106 w 106"/>
                          <a:gd name="T3" fmla="*/ 0 h 16"/>
                          <a:gd name="T4" fmla="*/ 106 w 106"/>
                          <a:gd name="T5" fmla="*/ 16 h 16"/>
                          <a:gd name="T6" fmla="*/ 8 w 106"/>
                          <a:gd name="T7" fmla="*/ 16 h 16"/>
                          <a:gd name="T8" fmla="*/ 0 w 106"/>
                          <a:gd name="T9" fmla="*/ 0 h 16"/>
                        </a:gdLst>
                        <a:ahLst/>
                        <a:cxnLst>
                          <a:cxn ang="0">
                            <a:pos x="T0" y="T1"/>
                          </a:cxn>
                          <a:cxn ang="0">
                            <a:pos x="T2" y="T3"/>
                          </a:cxn>
                          <a:cxn ang="0">
                            <a:pos x="T4" y="T5"/>
                          </a:cxn>
                          <a:cxn ang="0">
                            <a:pos x="T6" y="T7"/>
                          </a:cxn>
                          <a:cxn ang="0">
                            <a:pos x="T8" y="T9"/>
                          </a:cxn>
                        </a:cxnLst>
                        <a:rect l="0" t="0" r="r" b="b"/>
                        <a:pathLst>
                          <a:path w="106" h="16">
                            <a:moveTo>
                              <a:pt x="0" y="0"/>
                            </a:moveTo>
                            <a:lnTo>
                              <a:pt x="106" y="0"/>
                            </a:lnTo>
                            <a:lnTo>
                              <a:pt x="106" y="16"/>
                            </a:lnTo>
                            <a:lnTo>
                              <a:pt x="8" y="16"/>
                            </a:lnTo>
                            <a:lnTo>
                              <a:pt x="0" y="0"/>
                            </a:lnTo>
                            <a:close/>
                          </a:path>
                        </a:pathLst>
                      </a:custGeom>
                      <a:solidFill>
                        <a:srgbClr val="606060"/>
                      </a:solidFill>
                      <a:ln w="3175">
                        <a:solidFill>
                          <a:srgbClr val="404040"/>
                        </a:solidFill>
                        <a:prstDash val="solid"/>
                        <a:round/>
                        <a:headEnd/>
                        <a:tailEnd/>
                      </a:ln>
                    </p:spPr>
                    <p:txBody>
                      <a:bodyPr/>
                      <a:lstStyle/>
                      <a:p>
                        <a:endParaRPr lang="en-US"/>
                      </a:p>
                    </p:txBody>
                  </p:sp>
                  <p:grpSp>
                    <p:nvGrpSpPr>
                      <p:cNvPr id="89161" name="Group 16">
                        <a:extLst>
                          <a:ext uri="{FF2B5EF4-FFF2-40B4-BE49-F238E27FC236}">
                            <a16:creationId xmlns:a16="http://schemas.microsoft.com/office/drawing/2014/main" id="{E1398F0C-A6EA-1745-4AC9-6024F220B3CA}"/>
                          </a:ext>
                        </a:extLst>
                      </p:cNvPr>
                      <p:cNvGrpSpPr>
                        <a:grpSpLocks/>
                      </p:cNvGrpSpPr>
                      <p:nvPr/>
                    </p:nvGrpSpPr>
                    <p:grpSpPr bwMode="auto">
                      <a:xfrm>
                        <a:off x="1272" y="2258"/>
                        <a:ext cx="91" cy="18"/>
                        <a:chOff x="1272" y="2258"/>
                        <a:chExt cx="91" cy="18"/>
                      </a:xfrm>
                    </p:grpSpPr>
                    <p:sp>
                      <p:nvSpPr>
                        <p:cNvPr id="89163" name="Freeform 17">
                          <a:extLst>
                            <a:ext uri="{FF2B5EF4-FFF2-40B4-BE49-F238E27FC236}">
                              <a16:creationId xmlns:a16="http://schemas.microsoft.com/office/drawing/2014/main" id="{CEC5D288-073F-B8F0-857B-31424E175A27}"/>
                            </a:ext>
                          </a:extLst>
                        </p:cNvPr>
                        <p:cNvSpPr>
                          <a:spLocks/>
                        </p:cNvSpPr>
                        <p:nvPr/>
                      </p:nvSpPr>
                      <p:spPr bwMode="auto">
                        <a:xfrm>
                          <a:off x="1272" y="2262"/>
                          <a:ext cx="80" cy="14"/>
                        </a:xfrm>
                        <a:custGeom>
                          <a:avLst/>
                          <a:gdLst>
                            <a:gd name="T0" fmla="*/ 0 w 80"/>
                            <a:gd name="T1" fmla="*/ 14 h 14"/>
                            <a:gd name="T2" fmla="*/ 12 w 80"/>
                            <a:gd name="T3" fmla="*/ 0 h 14"/>
                            <a:gd name="T4" fmla="*/ 80 w 80"/>
                            <a:gd name="T5" fmla="*/ 0 h 14"/>
                            <a:gd name="T6" fmla="*/ 80 w 80"/>
                            <a:gd name="T7" fmla="*/ 14 h 14"/>
                          </a:gdLst>
                          <a:ahLst/>
                          <a:cxnLst>
                            <a:cxn ang="0">
                              <a:pos x="T0" y="T1"/>
                            </a:cxn>
                            <a:cxn ang="0">
                              <a:pos x="T2" y="T3"/>
                            </a:cxn>
                            <a:cxn ang="0">
                              <a:pos x="T4" y="T5"/>
                            </a:cxn>
                            <a:cxn ang="0">
                              <a:pos x="T6" y="T7"/>
                            </a:cxn>
                          </a:cxnLst>
                          <a:rect l="0" t="0" r="r" b="b"/>
                          <a:pathLst>
                            <a:path w="80" h="14">
                              <a:moveTo>
                                <a:pt x="0" y="14"/>
                              </a:moveTo>
                              <a:lnTo>
                                <a:pt x="12" y="0"/>
                              </a:lnTo>
                              <a:lnTo>
                                <a:pt x="80" y="0"/>
                              </a:lnTo>
                              <a:lnTo>
                                <a:pt x="80" y="14"/>
                              </a:lnTo>
                            </a:path>
                          </a:pathLst>
                        </a:custGeom>
                        <a:noFill/>
                        <a:ln w="3175">
                          <a:solidFill>
                            <a:srgbClr val="40404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9164" name="Line 18">
                          <a:extLst>
                            <a:ext uri="{FF2B5EF4-FFF2-40B4-BE49-F238E27FC236}">
                              <a16:creationId xmlns:a16="http://schemas.microsoft.com/office/drawing/2014/main" id="{E961EABB-D4C4-7425-D35B-46818ECB0183}"/>
                            </a:ext>
                          </a:extLst>
                        </p:cNvPr>
                        <p:cNvSpPr>
                          <a:spLocks noChangeShapeType="1"/>
                        </p:cNvSpPr>
                        <p:nvPr/>
                      </p:nvSpPr>
                      <p:spPr bwMode="auto">
                        <a:xfrm>
                          <a:off x="1362" y="2258"/>
                          <a:ext cx="1" cy="18"/>
                        </a:xfrm>
                        <a:prstGeom prst="line">
                          <a:avLst/>
                        </a:prstGeom>
                        <a:noFill/>
                        <a:ln w="3175">
                          <a:solidFill>
                            <a:srgbClr val="40404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89162" name="Line 19">
                        <a:extLst>
                          <a:ext uri="{FF2B5EF4-FFF2-40B4-BE49-F238E27FC236}">
                            <a16:creationId xmlns:a16="http://schemas.microsoft.com/office/drawing/2014/main" id="{FB227AD0-C184-F3FD-70A6-9B434E524690}"/>
                          </a:ext>
                        </a:extLst>
                      </p:cNvPr>
                      <p:cNvSpPr>
                        <a:spLocks noChangeShapeType="1"/>
                      </p:cNvSpPr>
                      <p:nvPr/>
                    </p:nvSpPr>
                    <p:spPr bwMode="auto">
                      <a:xfrm>
                        <a:off x="1370" y="2276"/>
                        <a:ext cx="1" cy="63"/>
                      </a:xfrm>
                      <a:prstGeom prst="line">
                        <a:avLst/>
                      </a:prstGeom>
                      <a:noFill/>
                      <a:ln w="3175">
                        <a:solidFill>
                          <a:srgbClr val="20202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89154" name="Group 20">
                      <a:extLst>
                        <a:ext uri="{FF2B5EF4-FFF2-40B4-BE49-F238E27FC236}">
                          <a16:creationId xmlns:a16="http://schemas.microsoft.com/office/drawing/2014/main" id="{323FC249-38E0-68E4-148F-EC45B99892DF}"/>
                        </a:ext>
                      </a:extLst>
                    </p:cNvPr>
                    <p:cNvGrpSpPr>
                      <a:grpSpLocks/>
                    </p:cNvGrpSpPr>
                    <p:nvPr/>
                  </p:nvGrpSpPr>
                  <p:grpSpPr bwMode="auto">
                    <a:xfrm>
                      <a:off x="1377" y="2258"/>
                      <a:ext cx="108" cy="81"/>
                      <a:chOff x="1377" y="2258"/>
                      <a:chExt cx="108" cy="81"/>
                    </a:xfrm>
                  </p:grpSpPr>
                  <p:sp>
                    <p:nvSpPr>
                      <p:cNvPr id="89155" name="Freeform 21">
                        <a:extLst>
                          <a:ext uri="{FF2B5EF4-FFF2-40B4-BE49-F238E27FC236}">
                            <a16:creationId xmlns:a16="http://schemas.microsoft.com/office/drawing/2014/main" id="{12F80633-9A9F-5365-B74C-5E945650DFFC}"/>
                          </a:ext>
                        </a:extLst>
                      </p:cNvPr>
                      <p:cNvSpPr>
                        <a:spLocks/>
                      </p:cNvSpPr>
                      <p:nvPr/>
                    </p:nvSpPr>
                    <p:spPr bwMode="auto">
                      <a:xfrm>
                        <a:off x="1377" y="2260"/>
                        <a:ext cx="107" cy="16"/>
                      </a:xfrm>
                      <a:custGeom>
                        <a:avLst/>
                        <a:gdLst>
                          <a:gd name="T0" fmla="*/ 0 w 107"/>
                          <a:gd name="T1" fmla="*/ 0 h 16"/>
                          <a:gd name="T2" fmla="*/ 107 w 107"/>
                          <a:gd name="T3" fmla="*/ 0 h 16"/>
                          <a:gd name="T4" fmla="*/ 107 w 107"/>
                          <a:gd name="T5" fmla="*/ 16 h 16"/>
                          <a:gd name="T6" fmla="*/ 10 w 107"/>
                          <a:gd name="T7" fmla="*/ 16 h 16"/>
                          <a:gd name="T8" fmla="*/ 0 w 107"/>
                          <a:gd name="T9" fmla="*/ 0 h 16"/>
                        </a:gdLst>
                        <a:ahLst/>
                        <a:cxnLst>
                          <a:cxn ang="0">
                            <a:pos x="T0" y="T1"/>
                          </a:cxn>
                          <a:cxn ang="0">
                            <a:pos x="T2" y="T3"/>
                          </a:cxn>
                          <a:cxn ang="0">
                            <a:pos x="T4" y="T5"/>
                          </a:cxn>
                          <a:cxn ang="0">
                            <a:pos x="T6" y="T7"/>
                          </a:cxn>
                          <a:cxn ang="0">
                            <a:pos x="T8" y="T9"/>
                          </a:cxn>
                        </a:cxnLst>
                        <a:rect l="0" t="0" r="r" b="b"/>
                        <a:pathLst>
                          <a:path w="107" h="16">
                            <a:moveTo>
                              <a:pt x="0" y="0"/>
                            </a:moveTo>
                            <a:lnTo>
                              <a:pt x="107" y="0"/>
                            </a:lnTo>
                            <a:lnTo>
                              <a:pt x="107" y="16"/>
                            </a:lnTo>
                            <a:lnTo>
                              <a:pt x="10" y="16"/>
                            </a:lnTo>
                            <a:lnTo>
                              <a:pt x="0" y="0"/>
                            </a:lnTo>
                            <a:close/>
                          </a:path>
                        </a:pathLst>
                      </a:custGeom>
                      <a:solidFill>
                        <a:srgbClr val="606060"/>
                      </a:solidFill>
                      <a:ln w="3175">
                        <a:solidFill>
                          <a:srgbClr val="404040"/>
                        </a:solidFill>
                        <a:prstDash val="solid"/>
                        <a:round/>
                        <a:headEnd/>
                        <a:tailEnd/>
                      </a:ln>
                    </p:spPr>
                    <p:txBody>
                      <a:bodyPr/>
                      <a:lstStyle/>
                      <a:p>
                        <a:endParaRPr lang="en-US"/>
                      </a:p>
                    </p:txBody>
                  </p:sp>
                  <p:grpSp>
                    <p:nvGrpSpPr>
                      <p:cNvPr id="89156" name="Group 22">
                        <a:extLst>
                          <a:ext uri="{FF2B5EF4-FFF2-40B4-BE49-F238E27FC236}">
                            <a16:creationId xmlns:a16="http://schemas.microsoft.com/office/drawing/2014/main" id="{BE9AD1B8-B605-60F4-248C-69B9F5216B50}"/>
                          </a:ext>
                        </a:extLst>
                      </p:cNvPr>
                      <p:cNvGrpSpPr>
                        <a:grpSpLocks/>
                      </p:cNvGrpSpPr>
                      <p:nvPr/>
                    </p:nvGrpSpPr>
                    <p:grpSpPr bwMode="auto">
                      <a:xfrm>
                        <a:off x="1387" y="2258"/>
                        <a:ext cx="89" cy="18"/>
                        <a:chOff x="1387" y="2258"/>
                        <a:chExt cx="89" cy="18"/>
                      </a:xfrm>
                    </p:grpSpPr>
                    <p:sp>
                      <p:nvSpPr>
                        <p:cNvPr id="89158" name="Freeform 23">
                          <a:extLst>
                            <a:ext uri="{FF2B5EF4-FFF2-40B4-BE49-F238E27FC236}">
                              <a16:creationId xmlns:a16="http://schemas.microsoft.com/office/drawing/2014/main" id="{B780E0DC-97F7-B910-2120-1484E5BB9031}"/>
                            </a:ext>
                          </a:extLst>
                        </p:cNvPr>
                        <p:cNvSpPr>
                          <a:spLocks/>
                        </p:cNvSpPr>
                        <p:nvPr/>
                      </p:nvSpPr>
                      <p:spPr bwMode="auto">
                        <a:xfrm>
                          <a:off x="1387" y="2262"/>
                          <a:ext cx="80" cy="14"/>
                        </a:xfrm>
                        <a:custGeom>
                          <a:avLst/>
                          <a:gdLst>
                            <a:gd name="T0" fmla="*/ 0 w 80"/>
                            <a:gd name="T1" fmla="*/ 14 h 14"/>
                            <a:gd name="T2" fmla="*/ 12 w 80"/>
                            <a:gd name="T3" fmla="*/ 0 h 14"/>
                            <a:gd name="T4" fmla="*/ 80 w 80"/>
                            <a:gd name="T5" fmla="*/ 0 h 14"/>
                            <a:gd name="T6" fmla="*/ 80 w 80"/>
                            <a:gd name="T7" fmla="*/ 14 h 14"/>
                          </a:gdLst>
                          <a:ahLst/>
                          <a:cxnLst>
                            <a:cxn ang="0">
                              <a:pos x="T0" y="T1"/>
                            </a:cxn>
                            <a:cxn ang="0">
                              <a:pos x="T2" y="T3"/>
                            </a:cxn>
                            <a:cxn ang="0">
                              <a:pos x="T4" y="T5"/>
                            </a:cxn>
                            <a:cxn ang="0">
                              <a:pos x="T6" y="T7"/>
                            </a:cxn>
                          </a:cxnLst>
                          <a:rect l="0" t="0" r="r" b="b"/>
                          <a:pathLst>
                            <a:path w="80" h="14">
                              <a:moveTo>
                                <a:pt x="0" y="14"/>
                              </a:moveTo>
                              <a:lnTo>
                                <a:pt x="12" y="0"/>
                              </a:lnTo>
                              <a:lnTo>
                                <a:pt x="80" y="0"/>
                              </a:lnTo>
                              <a:lnTo>
                                <a:pt x="80" y="14"/>
                              </a:lnTo>
                            </a:path>
                          </a:pathLst>
                        </a:custGeom>
                        <a:noFill/>
                        <a:ln w="3175">
                          <a:solidFill>
                            <a:srgbClr val="40404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9159" name="Line 24">
                          <a:extLst>
                            <a:ext uri="{FF2B5EF4-FFF2-40B4-BE49-F238E27FC236}">
                              <a16:creationId xmlns:a16="http://schemas.microsoft.com/office/drawing/2014/main" id="{A5DCE565-FEBC-1287-0055-7B78F250925F}"/>
                            </a:ext>
                          </a:extLst>
                        </p:cNvPr>
                        <p:cNvSpPr>
                          <a:spLocks noChangeShapeType="1"/>
                        </p:cNvSpPr>
                        <p:nvPr/>
                      </p:nvSpPr>
                      <p:spPr bwMode="auto">
                        <a:xfrm>
                          <a:off x="1475" y="2258"/>
                          <a:ext cx="1" cy="18"/>
                        </a:xfrm>
                        <a:prstGeom prst="line">
                          <a:avLst/>
                        </a:prstGeom>
                        <a:noFill/>
                        <a:ln w="3175">
                          <a:solidFill>
                            <a:srgbClr val="40404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89157" name="Line 25">
                        <a:extLst>
                          <a:ext uri="{FF2B5EF4-FFF2-40B4-BE49-F238E27FC236}">
                            <a16:creationId xmlns:a16="http://schemas.microsoft.com/office/drawing/2014/main" id="{7059E495-7956-A60A-172B-312A3648C5A6}"/>
                          </a:ext>
                        </a:extLst>
                      </p:cNvPr>
                      <p:cNvSpPr>
                        <a:spLocks noChangeShapeType="1"/>
                      </p:cNvSpPr>
                      <p:nvPr/>
                    </p:nvSpPr>
                    <p:spPr bwMode="auto">
                      <a:xfrm>
                        <a:off x="1484" y="2276"/>
                        <a:ext cx="1" cy="63"/>
                      </a:xfrm>
                      <a:prstGeom prst="line">
                        <a:avLst/>
                      </a:prstGeom>
                      <a:noFill/>
                      <a:ln w="3175">
                        <a:solidFill>
                          <a:srgbClr val="20202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 name="Group 26">
                    <a:extLst>
                      <a:ext uri="{FF2B5EF4-FFF2-40B4-BE49-F238E27FC236}">
                        <a16:creationId xmlns:a16="http://schemas.microsoft.com/office/drawing/2014/main" id="{2644D3CC-CA57-F3C1-D58B-3EECE489E3EB}"/>
                      </a:ext>
                    </a:extLst>
                  </p:cNvPr>
                  <p:cNvGrpSpPr>
                    <a:grpSpLocks/>
                  </p:cNvGrpSpPr>
                  <p:nvPr/>
                </p:nvGrpSpPr>
                <p:grpSpPr bwMode="auto">
                  <a:xfrm>
                    <a:off x="1277" y="2267"/>
                    <a:ext cx="86" cy="85"/>
                    <a:chOff x="1277" y="2267"/>
                    <a:chExt cx="86" cy="85"/>
                  </a:xfrm>
                </p:grpSpPr>
                <p:sp>
                  <p:nvSpPr>
                    <p:cNvPr id="61" name="Oval 27">
                      <a:extLst>
                        <a:ext uri="{FF2B5EF4-FFF2-40B4-BE49-F238E27FC236}">
                          <a16:creationId xmlns:a16="http://schemas.microsoft.com/office/drawing/2014/main" id="{F198CC83-CD98-4C56-AF5D-75ABA4C9AC0C}"/>
                        </a:ext>
                      </a:extLst>
                    </p:cNvPr>
                    <p:cNvSpPr>
                      <a:spLocks noChangeArrowheads="1"/>
                    </p:cNvSpPr>
                    <p:nvPr/>
                  </p:nvSpPr>
                  <p:spPr bwMode="auto">
                    <a:xfrm>
                      <a:off x="1277" y="2267"/>
                      <a:ext cx="86" cy="85"/>
                    </a:xfrm>
                    <a:prstGeom prst="ellipse">
                      <a:avLst/>
                    </a:prstGeom>
                    <a:solidFill>
                      <a:srgbClr val="202020"/>
                    </a:solidFill>
                    <a:ln w="3175">
                      <a:solidFill>
                        <a:srgbClr val="000000"/>
                      </a:solidFill>
                      <a:round/>
                      <a:headEnd/>
                      <a:tailEnd/>
                    </a:ln>
                  </p:spPr>
                  <p:txBody>
                    <a:bodyPr/>
                    <a:lstStyle/>
                    <a:p>
                      <a:endParaRPr lang="en-US"/>
                    </a:p>
                  </p:txBody>
                </p:sp>
                <p:sp>
                  <p:nvSpPr>
                    <p:cNvPr id="62" name="Oval 28">
                      <a:extLst>
                        <a:ext uri="{FF2B5EF4-FFF2-40B4-BE49-F238E27FC236}">
                          <a16:creationId xmlns:a16="http://schemas.microsoft.com/office/drawing/2014/main" id="{A81130A6-196D-892D-98B5-24C264994272}"/>
                        </a:ext>
                      </a:extLst>
                    </p:cNvPr>
                    <p:cNvSpPr>
                      <a:spLocks noChangeArrowheads="1"/>
                    </p:cNvSpPr>
                    <p:nvPr/>
                  </p:nvSpPr>
                  <p:spPr bwMode="auto">
                    <a:xfrm>
                      <a:off x="1289" y="2279"/>
                      <a:ext cx="60" cy="59"/>
                    </a:xfrm>
                    <a:prstGeom prst="ellipse">
                      <a:avLst/>
                    </a:prstGeom>
                    <a:solidFill>
                      <a:srgbClr val="A0A0A0"/>
                    </a:solidFill>
                    <a:ln w="3175">
                      <a:solidFill>
                        <a:srgbClr val="000000"/>
                      </a:solidFill>
                      <a:round/>
                      <a:headEnd/>
                      <a:tailEnd/>
                    </a:ln>
                  </p:spPr>
                  <p:txBody>
                    <a:bodyPr/>
                    <a:lstStyle/>
                    <a:p>
                      <a:endParaRPr lang="en-US"/>
                    </a:p>
                  </p:txBody>
                </p:sp>
                <p:sp>
                  <p:nvSpPr>
                    <p:cNvPr id="63" name="Oval 29">
                      <a:extLst>
                        <a:ext uri="{FF2B5EF4-FFF2-40B4-BE49-F238E27FC236}">
                          <a16:creationId xmlns:a16="http://schemas.microsoft.com/office/drawing/2014/main" id="{2891A7BB-2497-A461-46CA-C5A5CF78B525}"/>
                        </a:ext>
                      </a:extLst>
                    </p:cNvPr>
                    <p:cNvSpPr>
                      <a:spLocks noChangeArrowheads="1"/>
                    </p:cNvSpPr>
                    <p:nvPr/>
                  </p:nvSpPr>
                  <p:spPr bwMode="auto">
                    <a:xfrm>
                      <a:off x="1305" y="2297"/>
                      <a:ext cx="26" cy="25"/>
                    </a:xfrm>
                    <a:prstGeom prst="ellipse">
                      <a:avLst/>
                    </a:prstGeom>
                    <a:solidFill>
                      <a:srgbClr val="606060"/>
                    </a:solidFill>
                    <a:ln w="3175">
                      <a:solidFill>
                        <a:srgbClr val="000000"/>
                      </a:solidFill>
                      <a:round/>
                      <a:headEnd/>
                      <a:tailEnd/>
                    </a:ln>
                  </p:spPr>
                  <p:txBody>
                    <a:bodyPr/>
                    <a:lstStyle/>
                    <a:p>
                      <a:endParaRPr lang="en-US"/>
                    </a:p>
                  </p:txBody>
                </p:sp>
              </p:grpSp>
              <p:grpSp>
                <p:nvGrpSpPr>
                  <p:cNvPr id="57" name="Group 30">
                    <a:extLst>
                      <a:ext uri="{FF2B5EF4-FFF2-40B4-BE49-F238E27FC236}">
                        <a16:creationId xmlns:a16="http://schemas.microsoft.com/office/drawing/2014/main" id="{DC847BFF-7767-0C2D-3C87-16AA65129CFC}"/>
                      </a:ext>
                    </a:extLst>
                  </p:cNvPr>
                  <p:cNvGrpSpPr>
                    <a:grpSpLocks/>
                  </p:cNvGrpSpPr>
                  <p:nvPr/>
                </p:nvGrpSpPr>
                <p:grpSpPr bwMode="auto">
                  <a:xfrm>
                    <a:off x="1390" y="2267"/>
                    <a:ext cx="86" cy="85"/>
                    <a:chOff x="1390" y="2267"/>
                    <a:chExt cx="86" cy="85"/>
                  </a:xfrm>
                </p:grpSpPr>
                <p:sp>
                  <p:nvSpPr>
                    <p:cNvPr id="58" name="Oval 31">
                      <a:extLst>
                        <a:ext uri="{FF2B5EF4-FFF2-40B4-BE49-F238E27FC236}">
                          <a16:creationId xmlns:a16="http://schemas.microsoft.com/office/drawing/2014/main" id="{C2B08CF5-4417-E775-1280-65161F6FEC2A}"/>
                        </a:ext>
                      </a:extLst>
                    </p:cNvPr>
                    <p:cNvSpPr>
                      <a:spLocks noChangeArrowheads="1"/>
                    </p:cNvSpPr>
                    <p:nvPr/>
                  </p:nvSpPr>
                  <p:spPr bwMode="auto">
                    <a:xfrm>
                      <a:off x="1390" y="2267"/>
                      <a:ext cx="86" cy="85"/>
                    </a:xfrm>
                    <a:prstGeom prst="ellipse">
                      <a:avLst/>
                    </a:prstGeom>
                    <a:solidFill>
                      <a:srgbClr val="202020"/>
                    </a:solidFill>
                    <a:ln w="3175">
                      <a:solidFill>
                        <a:srgbClr val="000000"/>
                      </a:solidFill>
                      <a:round/>
                      <a:headEnd/>
                      <a:tailEnd/>
                    </a:ln>
                  </p:spPr>
                  <p:txBody>
                    <a:bodyPr/>
                    <a:lstStyle/>
                    <a:p>
                      <a:endParaRPr lang="en-US"/>
                    </a:p>
                  </p:txBody>
                </p:sp>
                <p:sp>
                  <p:nvSpPr>
                    <p:cNvPr id="59" name="Oval 32">
                      <a:extLst>
                        <a:ext uri="{FF2B5EF4-FFF2-40B4-BE49-F238E27FC236}">
                          <a16:creationId xmlns:a16="http://schemas.microsoft.com/office/drawing/2014/main" id="{AFAA5A94-D26E-5DAD-EABD-376BEAE5BE1C}"/>
                        </a:ext>
                      </a:extLst>
                    </p:cNvPr>
                    <p:cNvSpPr>
                      <a:spLocks noChangeArrowheads="1"/>
                    </p:cNvSpPr>
                    <p:nvPr/>
                  </p:nvSpPr>
                  <p:spPr bwMode="auto">
                    <a:xfrm>
                      <a:off x="1404" y="2279"/>
                      <a:ext cx="60" cy="59"/>
                    </a:xfrm>
                    <a:prstGeom prst="ellipse">
                      <a:avLst/>
                    </a:prstGeom>
                    <a:solidFill>
                      <a:srgbClr val="A0A0A0"/>
                    </a:solidFill>
                    <a:ln w="3175">
                      <a:solidFill>
                        <a:srgbClr val="000000"/>
                      </a:solidFill>
                      <a:round/>
                      <a:headEnd/>
                      <a:tailEnd/>
                    </a:ln>
                  </p:spPr>
                  <p:txBody>
                    <a:bodyPr/>
                    <a:lstStyle/>
                    <a:p>
                      <a:endParaRPr lang="en-US"/>
                    </a:p>
                  </p:txBody>
                </p:sp>
                <p:sp>
                  <p:nvSpPr>
                    <p:cNvPr id="60" name="Oval 33">
                      <a:extLst>
                        <a:ext uri="{FF2B5EF4-FFF2-40B4-BE49-F238E27FC236}">
                          <a16:creationId xmlns:a16="http://schemas.microsoft.com/office/drawing/2014/main" id="{73108D85-0D46-50A5-ADE4-F41BEB13E84F}"/>
                        </a:ext>
                      </a:extLst>
                    </p:cNvPr>
                    <p:cNvSpPr>
                      <a:spLocks noChangeArrowheads="1"/>
                    </p:cNvSpPr>
                    <p:nvPr/>
                  </p:nvSpPr>
                  <p:spPr bwMode="auto">
                    <a:xfrm>
                      <a:off x="1420" y="2297"/>
                      <a:ext cx="26" cy="25"/>
                    </a:xfrm>
                    <a:prstGeom prst="ellipse">
                      <a:avLst/>
                    </a:prstGeom>
                    <a:solidFill>
                      <a:srgbClr val="606060"/>
                    </a:solidFill>
                    <a:ln w="3175">
                      <a:solidFill>
                        <a:srgbClr val="000000"/>
                      </a:solidFill>
                      <a:round/>
                      <a:headEnd/>
                      <a:tailEnd/>
                    </a:ln>
                  </p:spPr>
                  <p:txBody>
                    <a:bodyPr/>
                    <a:lstStyle/>
                    <a:p>
                      <a:endParaRPr lang="en-US"/>
                    </a:p>
                  </p:txBody>
                </p:sp>
              </p:grpSp>
            </p:grpSp>
          </p:grpSp>
          <p:grpSp>
            <p:nvGrpSpPr>
              <p:cNvPr id="13" name="Group 4">
                <a:extLst>
                  <a:ext uri="{FF2B5EF4-FFF2-40B4-BE49-F238E27FC236}">
                    <a16:creationId xmlns:a16="http://schemas.microsoft.com/office/drawing/2014/main" id="{9AB814B4-843A-7008-079D-B8F7FAF326A9}"/>
                  </a:ext>
                </a:extLst>
              </p:cNvPr>
              <p:cNvGrpSpPr>
                <a:grpSpLocks/>
              </p:cNvGrpSpPr>
              <p:nvPr/>
            </p:nvGrpSpPr>
            <p:grpSpPr bwMode="auto">
              <a:xfrm>
                <a:off x="3872575" y="4240093"/>
                <a:ext cx="448469" cy="205096"/>
                <a:chOff x="2256" y="2352"/>
                <a:chExt cx="933" cy="365"/>
              </a:xfrm>
            </p:grpSpPr>
            <p:grpSp>
              <p:nvGrpSpPr>
                <p:cNvPr id="24" name="Group 5">
                  <a:extLst>
                    <a:ext uri="{FF2B5EF4-FFF2-40B4-BE49-F238E27FC236}">
                      <a16:creationId xmlns:a16="http://schemas.microsoft.com/office/drawing/2014/main" id="{D971E52F-A691-68A2-DE8B-95745FFBF753}"/>
                    </a:ext>
                  </a:extLst>
                </p:cNvPr>
                <p:cNvGrpSpPr>
                  <a:grpSpLocks/>
                </p:cNvGrpSpPr>
                <p:nvPr/>
              </p:nvGrpSpPr>
              <p:grpSpPr bwMode="auto">
                <a:xfrm flipH="1">
                  <a:off x="2256" y="2352"/>
                  <a:ext cx="933" cy="249"/>
                  <a:chOff x="693" y="2029"/>
                  <a:chExt cx="836" cy="228"/>
                </a:xfrm>
              </p:grpSpPr>
              <p:sp>
                <p:nvSpPr>
                  <p:cNvPr id="51" name="Rectangle 6">
                    <a:extLst>
                      <a:ext uri="{FF2B5EF4-FFF2-40B4-BE49-F238E27FC236}">
                        <a16:creationId xmlns:a16="http://schemas.microsoft.com/office/drawing/2014/main" id="{FF66CAC1-B37C-8D1B-C99A-7CF0C3DA1810}"/>
                      </a:ext>
                    </a:extLst>
                  </p:cNvPr>
                  <p:cNvSpPr>
                    <a:spLocks noChangeArrowheads="1"/>
                  </p:cNvSpPr>
                  <p:nvPr/>
                </p:nvSpPr>
                <p:spPr bwMode="auto">
                  <a:xfrm>
                    <a:off x="693" y="2029"/>
                    <a:ext cx="836" cy="228"/>
                  </a:xfrm>
                  <a:prstGeom prst="rect">
                    <a:avLst/>
                  </a:prstGeom>
                  <a:gradFill rotWithShape="0">
                    <a:gsLst>
                      <a:gs pos="0">
                        <a:srgbClr val="037C03"/>
                      </a:gs>
                      <a:gs pos="50000">
                        <a:srgbClr val="037C03">
                          <a:gamma/>
                          <a:shade val="6275"/>
                          <a:invGamma/>
                        </a:srgbClr>
                      </a:gs>
                      <a:gs pos="100000">
                        <a:srgbClr val="037C03"/>
                      </a:gs>
                    </a:gsLst>
                    <a:lin ang="5400000" scaled="1"/>
                  </a:gradFill>
                  <a:ln w="3175">
                    <a:solidFill>
                      <a:srgbClr val="000000"/>
                    </a:solidFill>
                    <a:miter lim="800000"/>
                    <a:headEnd/>
                    <a:tailEnd/>
                  </a:ln>
                </p:spPr>
                <p:txBody>
                  <a:bodyPr/>
                  <a:lstStyle/>
                  <a:p>
                    <a:endParaRPr lang="en-US"/>
                  </a:p>
                </p:txBody>
              </p:sp>
              <p:sp>
                <p:nvSpPr>
                  <p:cNvPr id="52" name="Rectangle 7">
                    <a:extLst>
                      <a:ext uri="{FF2B5EF4-FFF2-40B4-BE49-F238E27FC236}">
                        <a16:creationId xmlns:a16="http://schemas.microsoft.com/office/drawing/2014/main" id="{4F7BDD2C-529C-31D7-C8D8-5FE7C51F0669}"/>
                      </a:ext>
                    </a:extLst>
                  </p:cNvPr>
                  <p:cNvSpPr>
                    <a:spLocks noChangeArrowheads="1"/>
                  </p:cNvSpPr>
                  <p:nvPr/>
                </p:nvSpPr>
                <p:spPr bwMode="auto">
                  <a:xfrm>
                    <a:off x="693" y="2037"/>
                    <a:ext cx="836" cy="213"/>
                  </a:xfrm>
                  <a:prstGeom prst="rect">
                    <a:avLst/>
                  </a:prstGeom>
                  <a:solidFill>
                    <a:srgbClr val="C5D3ED"/>
                  </a:solidFill>
                  <a:ln w="3175">
                    <a:solidFill>
                      <a:srgbClr val="000000"/>
                    </a:solidFill>
                    <a:miter lim="800000"/>
                    <a:headEnd/>
                    <a:tailEnd/>
                  </a:ln>
                </p:spPr>
                <p:txBody>
                  <a:bodyPr/>
                  <a:lstStyle/>
                  <a:p>
                    <a:endParaRPr lang="en-US" dirty="0"/>
                  </a:p>
                </p:txBody>
              </p:sp>
            </p:grpSp>
            <p:grpSp>
              <p:nvGrpSpPr>
                <p:cNvPr id="25" name="Group 8">
                  <a:extLst>
                    <a:ext uri="{FF2B5EF4-FFF2-40B4-BE49-F238E27FC236}">
                      <a16:creationId xmlns:a16="http://schemas.microsoft.com/office/drawing/2014/main" id="{7B5E4A08-2A59-BF8B-F2C6-0EDA8838FCC9}"/>
                    </a:ext>
                  </a:extLst>
                </p:cNvPr>
                <p:cNvGrpSpPr>
                  <a:grpSpLocks/>
                </p:cNvGrpSpPr>
                <p:nvPr/>
              </p:nvGrpSpPr>
              <p:grpSpPr bwMode="auto">
                <a:xfrm flipH="1">
                  <a:off x="2413" y="2614"/>
                  <a:ext cx="624" cy="103"/>
                  <a:chOff x="926" y="2258"/>
                  <a:chExt cx="559" cy="94"/>
                </a:xfrm>
              </p:grpSpPr>
              <p:grpSp>
                <p:nvGrpSpPr>
                  <p:cNvPr id="26" name="Group 9">
                    <a:extLst>
                      <a:ext uri="{FF2B5EF4-FFF2-40B4-BE49-F238E27FC236}">
                        <a16:creationId xmlns:a16="http://schemas.microsoft.com/office/drawing/2014/main" id="{EE9B648F-5647-35EB-DB9F-8E352B935452}"/>
                      </a:ext>
                    </a:extLst>
                  </p:cNvPr>
                  <p:cNvGrpSpPr>
                    <a:grpSpLocks/>
                  </p:cNvGrpSpPr>
                  <p:nvPr/>
                </p:nvGrpSpPr>
                <p:grpSpPr bwMode="auto">
                  <a:xfrm>
                    <a:off x="926" y="2258"/>
                    <a:ext cx="559" cy="81"/>
                    <a:chOff x="926" y="2258"/>
                    <a:chExt cx="559" cy="81"/>
                  </a:xfrm>
                </p:grpSpPr>
                <p:grpSp>
                  <p:nvGrpSpPr>
                    <p:cNvPr id="35" name="Group 10">
                      <a:extLst>
                        <a:ext uri="{FF2B5EF4-FFF2-40B4-BE49-F238E27FC236}">
                          <a16:creationId xmlns:a16="http://schemas.microsoft.com/office/drawing/2014/main" id="{2FBCDB22-A1AC-8808-B231-7077906C2825}"/>
                        </a:ext>
                      </a:extLst>
                    </p:cNvPr>
                    <p:cNvGrpSpPr>
                      <a:grpSpLocks/>
                    </p:cNvGrpSpPr>
                    <p:nvPr/>
                  </p:nvGrpSpPr>
                  <p:grpSpPr bwMode="auto">
                    <a:xfrm>
                      <a:off x="926" y="2258"/>
                      <a:ext cx="67" cy="62"/>
                      <a:chOff x="926" y="2258"/>
                      <a:chExt cx="67" cy="62"/>
                    </a:xfrm>
                  </p:grpSpPr>
                  <p:sp>
                    <p:nvSpPr>
                      <p:cNvPr id="48" name="Freeform 11">
                        <a:extLst>
                          <a:ext uri="{FF2B5EF4-FFF2-40B4-BE49-F238E27FC236}">
                            <a16:creationId xmlns:a16="http://schemas.microsoft.com/office/drawing/2014/main" id="{F2C6FD67-6F6E-019D-5BC9-6CE031EAE421}"/>
                          </a:ext>
                        </a:extLst>
                      </p:cNvPr>
                      <p:cNvSpPr>
                        <a:spLocks/>
                      </p:cNvSpPr>
                      <p:nvPr/>
                    </p:nvSpPr>
                    <p:spPr bwMode="auto">
                      <a:xfrm>
                        <a:off x="926" y="2258"/>
                        <a:ext cx="67" cy="10"/>
                      </a:xfrm>
                      <a:custGeom>
                        <a:avLst/>
                        <a:gdLst>
                          <a:gd name="T0" fmla="*/ 0 w 67"/>
                          <a:gd name="T1" fmla="*/ 0 h 10"/>
                          <a:gd name="T2" fmla="*/ 67 w 67"/>
                          <a:gd name="T3" fmla="*/ 0 h 10"/>
                          <a:gd name="T4" fmla="*/ 59 w 67"/>
                          <a:gd name="T5" fmla="*/ 10 h 10"/>
                          <a:gd name="T6" fmla="*/ 7 w 67"/>
                          <a:gd name="T7" fmla="*/ 10 h 10"/>
                          <a:gd name="T8" fmla="*/ 0 w 67"/>
                          <a:gd name="T9" fmla="*/ 0 h 10"/>
                        </a:gdLst>
                        <a:ahLst/>
                        <a:cxnLst>
                          <a:cxn ang="0">
                            <a:pos x="T0" y="T1"/>
                          </a:cxn>
                          <a:cxn ang="0">
                            <a:pos x="T2" y="T3"/>
                          </a:cxn>
                          <a:cxn ang="0">
                            <a:pos x="T4" y="T5"/>
                          </a:cxn>
                          <a:cxn ang="0">
                            <a:pos x="T6" y="T7"/>
                          </a:cxn>
                          <a:cxn ang="0">
                            <a:pos x="T8" y="T9"/>
                          </a:cxn>
                        </a:cxnLst>
                        <a:rect l="0" t="0" r="r" b="b"/>
                        <a:pathLst>
                          <a:path w="67" h="10">
                            <a:moveTo>
                              <a:pt x="0" y="0"/>
                            </a:moveTo>
                            <a:lnTo>
                              <a:pt x="67" y="0"/>
                            </a:lnTo>
                            <a:lnTo>
                              <a:pt x="59" y="10"/>
                            </a:lnTo>
                            <a:lnTo>
                              <a:pt x="7" y="10"/>
                            </a:lnTo>
                            <a:lnTo>
                              <a:pt x="0" y="0"/>
                            </a:lnTo>
                            <a:close/>
                          </a:path>
                        </a:pathLst>
                      </a:custGeom>
                      <a:solidFill>
                        <a:srgbClr val="606060"/>
                      </a:solidFill>
                      <a:ln w="3175">
                        <a:solidFill>
                          <a:srgbClr val="404040"/>
                        </a:solidFill>
                        <a:prstDash val="solid"/>
                        <a:round/>
                        <a:headEnd/>
                        <a:tailEnd/>
                      </a:ln>
                    </p:spPr>
                    <p:txBody>
                      <a:bodyPr/>
                      <a:lstStyle/>
                      <a:p>
                        <a:endParaRPr lang="en-US"/>
                      </a:p>
                    </p:txBody>
                  </p:sp>
                  <p:sp>
                    <p:nvSpPr>
                      <p:cNvPr id="49" name="Freeform 12">
                        <a:extLst>
                          <a:ext uri="{FF2B5EF4-FFF2-40B4-BE49-F238E27FC236}">
                            <a16:creationId xmlns:a16="http://schemas.microsoft.com/office/drawing/2014/main" id="{1BE32AB2-AF29-38C6-EA9A-3D04B08F2854}"/>
                          </a:ext>
                        </a:extLst>
                      </p:cNvPr>
                      <p:cNvSpPr>
                        <a:spLocks/>
                      </p:cNvSpPr>
                      <p:nvPr/>
                    </p:nvSpPr>
                    <p:spPr bwMode="auto">
                      <a:xfrm>
                        <a:off x="941" y="2268"/>
                        <a:ext cx="34" cy="4"/>
                      </a:xfrm>
                      <a:custGeom>
                        <a:avLst/>
                        <a:gdLst>
                          <a:gd name="T0" fmla="*/ 0 w 34"/>
                          <a:gd name="T1" fmla="*/ 0 h 4"/>
                          <a:gd name="T2" fmla="*/ 34 w 34"/>
                          <a:gd name="T3" fmla="*/ 0 h 4"/>
                          <a:gd name="T4" fmla="*/ 30 w 34"/>
                          <a:gd name="T5" fmla="*/ 4 h 4"/>
                          <a:gd name="T6" fmla="*/ 4 w 34"/>
                          <a:gd name="T7" fmla="*/ 4 h 4"/>
                          <a:gd name="T8" fmla="*/ 0 w 34"/>
                          <a:gd name="T9" fmla="*/ 0 h 4"/>
                        </a:gdLst>
                        <a:ahLst/>
                        <a:cxnLst>
                          <a:cxn ang="0">
                            <a:pos x="T0" y="T1"/>
                          </a:cxn>
                          <a:cxn ang="0">
                            <a:pos x="T2" y="T3"/>
                          </a:cxn>
                          <a:cxn ang="0">
                            <a:pos x="T4" y="T5"/>
                          </a:cxn>
                          <a:cxn ang="0">
                            <a:pos x="T6" y="T7"/>
                          </a:cxn>
                          <a:cxn ang="0">
                            <a:pos x="T8" y="T9"/>
                          </a:cxn>
                        </a:cxnLst>
                        <a:rect l="0" t="0" r="r" b="b"/>
                        <a:pathLst>
                          <a:path w="34" h="4">
                            <a:moveTo>
                              <a:pt x="0" y="0"/>
                            </a:moveTo>
                            <a:lnTo>
                              <a:pt x="34" y="0"/>
                            </a:lnTo>
                            <a:lnTo>
                              <a:pt x="30" y="4"/>
                            </a:lnTo>
                            <a:lnTo>
                              <a:pt x="4" y="4"/>
                            </a:lnTo>
                            <a:lnTo>
                              <a:pt x="0" y="0"/>
                            </a:lnTo>
                            <a:close/>
                          </a:path>
                        </a:pathLst>
                      </a:custGeom>
                      <a:solidFill>
                        <a:srgbClr val="606060"/>
                      </a:solidFill>
                      <a:ln w="3175">
                        <a:solidFill>
                          <a:srgbClr val="404040"/>
                        </a:solidFill>
                        <a:prstDash val="solid"/>
                        <a:round/>
                        <a:headEnd/>
                        <a:tailEnd/>
                      </a:ln>
                    </p:spPr>
                    <p:txBody>
                      <a:bodyPr/>
                      <a:lstStyle/>
                      <a:p>
                        <a:endParaRPr lang="en-US"/>
                      </a:p>
                    </p:txBody>
                  </p:sp>
                  <p:sp>
                    <p:nvSpPr>
                      <p:cNvPr id="50" name="Rectangle 13">
                        <a:extLst>
                          <a:ext uri="{FF2B5EF4-FFF2-40B4-BE49-F238E27FC236}">
                            <a16:creationId xmlns:a16="http://schemas.microsoft.com/office/drawing/2014/main" id="{4A862D40-02A6-6E02-187E-4D144ACBA609}"/>
                          </a:ext>
                        </a:extLst>
                      </p:cNvPr>
                      <p:cNvSpPr>
                        <a:spLocks noChangeArrowheads="1"/>
                      </p:cNvSpPr>
                      <p:nvPr/>
                    </p:nvSpPr>
                    <p:spPr bwMode="auto">
                      <a:xfrm>
                        <a:off x="956" y="2273"/>
                        <a:ext cx="6" cy="47"/>
                      </a:xfrm>
                      <a:prstGeom prst="rect">
                        <a:avLst/>
                      </a:prstGeom>
                      <a:solidFill>
                        <a:srgbClr val="606060"/>
                      </a:solidFill>
                      <a:ln w="3175">
                        <a:solidFill>
                          <a:srgbClr val="404040"/>
                        </a:solidFill>
                        <a:miter lim="800000"/>
                        <a:headEnd/>
                        <a:tailEnd/>
                      </a:ln>
                    </p:spPr>
                    <p:txBody>
                      <a:bodyPr/>
                      <a:lstStyle/>
                      <a:p>
                        <a:endParaRPr lang="en-US"/>
                      </a:p>
                    </p:txBody>
                  </p:sp>
                </p:grpSp>
                <p:grpSp>
                  <p:nvGrpSpPr>
                    <p:cNvPr id="36" name="Group 14">
                      <a:extLst>
                        <a:ext uri="{FF2B5EF4-FFF2-40B4-BE49-F238E27FC236}">
                          <a16:creationId xmlns:a16="http://schemas.microsoft.com/office/drawing/2014/main" id="{D072A87B-0759-163C-68EF-056B668DE936}"/>
                        </a:ext>
                      </a:extLst>
                    </p:cNvPr>
                    <p:cNvGrpSpPr>
                      <a:grpSpLocks/>
                    </p:cNvGrpSpPr>
                    <p:nvPr/>
                  </p:nvGrpSpPr>
                  <p:grpSpPr bwMode="auto">
                    <a:xfrm>
                      <a:off x="1264" y="2258"/>
                      <a:ext cx="107" cy="81"/>
                      <a:chOff x="1264" y="2258"/>
                      <a:chExt cx="107" cy="81"/>
                    </a:xfrm>
                  </p:grpSpPr>
                  <p:sp>
                    <p:nvSpPr>
                      <p:cNvPr id="43" name="Freeform 15">
                        <a:extLst>
                          <a:ext uri="{FF2B5EF4-FFF2-40B4-BE49-F238E27FC236}">
                            <a16:creationId xmlns:a16="http://schemas.microsoft.com/office/drawing/2014/main" id="{8994028F-E701-CD93-9414-DEC1EA600E6E}"/>
                          </a:ext>
                        </a:extLst>
                      </p:cNvPr>
                      <p:cNvSpPr>
                        <a:spLocks/>
                      </p:cNvSpPr>
                      <p:nvPr/>
                    </p:nvSpPr>
                    <p:spPr bwMode="auto">
                      <a:xfrm>
                        <a:off x="1264" y="2260"/>
                        <a:ext cx="106" cy="16"/>
                      </a:xfrm>
                      <a:custGeom>
                        <a:avLst/>
                        <a:gdLst>
                          <a:gd name="T0" fmla="*/ 0 w 106"/>
                          <a:gd name="T1" fmla="*/ 0 h 16"/>
                          <a:gd name="T2" fmla="*/ 106 w 106"/>
                          <a:gd name="T3" fmla="*/ 0 h 16"/>
                          <a:gd name="T4" fmla="*/ 106 w 106"/>
                          <a:gd name="T5" fmla="*/ 16 h 16"/>
                          <a:gd name="T6" fmla="*/ 8 w 106"/>
                          <a:gd name="T7" fmla="*/ 16 h 16"/>
                          <a:gd name="T8" fmla="*/ 0 w 106"/>
                          <a:gd name="T9" fmla="*/ 0 h 16"/>
                        </a:gdLst>
                        <a:ahLst/>
                        <a:cxnLst>
                          <a:cxn ang="0">
                            <a:pos x="T0" y="T1"/>
                          </a:cxn>
                          <a:cxn ang="0">
                            <a:pos x="T2" y="T3"/>
                          </a:cxn>
                          <a:cxn ang="0">
                            <a:pos x="T4" y="T5"/>
                          </a:cxn>
                          <a:cxn ang="0">
                            <a:pos x="T6" y="T7"/>
                          </a:cxn>
                          <a:cxn ang="0">
                            <a:pos x="T8" y="T9"/>
                          </a:cxn>
                        </a:cxnLst>
                        <a:rect l="0" t="0" r="r" b="b"/>
                        <a:pathLst>
                          <a:path w="106" h="16">
                            <a:moveTo>
                              <a:pt x="0" y="0"/>
                            </a:moveTo>
                            <a:lnTo>
                              <a:pt x="106" y="0"/>
                            </a:lnTo>
                            <a:lnTo>
                              <a:pt x="106" y="16"/>
                            </a:lnTo>
                            <a:lnTo>
                              <a:pt x="8" y="16"/>
                            </a:lnTo>
                            <a:lnTo>
                              <a:pt x="0" y="0"/>
                            </a:lnTo>
                            <a:close/>
                          </a:path>
                        </a:pathLst>
                      </a:custGeom>
                      <a:solidFill>
                        <a:srgbClr val="606060"/>
                      </a:solidFill>
                      <a:ln w="3175">
                        <a:solidFill>
                          <a:srgbClr val="404040"/>
                        </a:solidFill>
                        <a:prstDash val="solid"/>
                        <a:round/>
                        <a:headEnd/>
                        <a:tailEnd/>
                      </a:ln>
                    </p:spPr>
                    <p:txBody>
                      <a:bodyPr/>
                      <a:lstStyle/>
                      <a:p>
                        <a:endParaRPr lang="en-US"/>
                      </a:p>
                    </p:txBody>
                  </p:sp>
                  <p:grpSp>
                    <p:nvGrpSpPr>
                      <p:cNvPr id="44" name="Group 16">
                        <a:extLst>
                          <a:ext uri="{FF2B5EF4-FFF2-40B4-BE49-F238E27FC236}">
                            <a16:creationId xmlns:a16="http://schemas.microsoft.com/office/drawing/2014/main" id="{6ADE6757-878D-5258-BDF8-DF6FF8A6D788}"/>
                          </a:ext>
                        </a:extLst>
                      </p:cNvPr>
                      <p:cNvGrpSpPr>
                        <a:grpSpLocks/>
                      </p:cNvGrpSpPr>
                      <p:nvPr/>
                    </p:nvGrpSpPr>
                    <p:grpSpPr bwMode="auto">
                      <a:xfrm>
                        <a:off x="1272" y="2258"/>
                        <a:ext cx="91" cy="18"/>
                        <a:chOff x="1272" y="2258"/>
                        <a:chExt cx="91" cy="18"/>
                      </a:xfrm>
                    </p:grpSpPr>
                    <p:sp>
                      <p:nvSpPr>
                        <p:cNvPr id="46" name="Freeform 17">
                          <a:extLst>
                            <a:ext uri="{FF2B5EF4-FFF2-40B4-BE49-F238E27FC236}">
                              <a16:creationId xmlns:a16="http://schemas.microsoft.com/office/drawing/2014/main" id="{469B1DBF-5265-EE6C-1DB1-71112E9C9A4A}"/>
                            </a:ext>
                          </a:extLst>
                        </p:cNvPr>
                        <p:cNvSpPr>
                          <a:spLocks/>
                        </p:cNvSpPr>
                        <p:nvPr/>
                      </p:nvSpPr>
                      <p:spPr bwMode="auto">
                        <a:xfrm>
                          <a:off x="1272" y="2262"/>
                          <a:ext cx="80" cy="14"/>
                        </a:xfrm>
                        <a:custGeom>
                          <a:avLst/>
                          <a:gdLst>
                            <a:gd name="T0" fmla="*/ 0 w 80"/>
                            <a:gd name="T1" fmla="*/ 14 h 14"/>
                            <a:gd name="T2" fmla="*/ 12 w 80"/>
                            <a:gd name="T3" fmla="*/ 0 h 14"/>
                            <a:gd name="T4" fmla="*/ 80 w 80"/>
                            <a:gd name="T5" fmla="*/ 0 h 14"/>
                            <a:gd name="T6" fmla="*/ 80 w 80"/>
                            <a:gd name="T7" fmla="*/ 14 h 14"/>
                          </a:gdLst>
                          <a:ahLst/>
                          <a:cxnLst>
                            <a:cxn ang="0">
                              <a:pos x="T0" y="T1"/>
                            </a:cxn>
                            <a:cxn ang="0">
                              <a:pos x="T2" y="T3"/>
                            </a:cxn>
                            <a:cxn ang="0">
                              <a:pos x="T4" y="T5"/>
                            </a:cxn>
                            <a:cxn ang="0">
                              <a:pos x="T6" y="T7"/>
                            </a:cxn>
                          </a:cxnLst>
                          <a:rect l="0" t="0" r="r" b="b"/>
                          <a:pathLst>
                            <a:path w="80" h="14">
                              <a:moveTo>
                                <a:pt x="0" y="14"/>
                              </a:moveTo>
                              <a:lnTo>
                                <a:pt x="12" y="0"/>
                              </a:lnTo>
                              <a:lnTo>
                                <a:pt x="80" y="0"/>
                              </a:lnTo>
                              <a:lnTo>
                                <a:pt x="80" y="14"/>
                              </a:lnTo>
                            </a:path>
                          </a:pathLst>
                        </a:custGeom>
                        <a:noFill/>
                        <a:ln w="3175">
                          <a:solidFill>
                            <a:srgbClr val="40404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7" name="Line 18">
                          <a:extLst>
                            <a:ext uri="{FF2B5EF4-FFF2-40B4-BE49-F238E27FC236}">
                              <a16:creationId xmlns:a16="http://schemas.microsoft.com/office/drawing/2014/main" id="{2B8B78EB-2FED-F9A8-CD40-4ECAFB6B441D}"/>
                            </a:ext>
                          </a:extLst>
                        </p:cNvPr>
                        <p:cNvSpPr>
                          <a:spLocks noChangeShapeType="1"/>
                        </p:cNvSpPr>
                        <p:nvPr/>
                      </p:nvSpPr>
                      <p:spPr bwMode="auto">
                        <a:xfrm>
                          <a:off x="1362" y="2258"/>
                          <a:ext cx="1" cy="18"/>
                        </a:xfrm>
                        <a:prstGeom prst="line">
                          <a:avLst/>
                        </a:prstGeom>
                        <a:noFill/>
                        <a:ln w="3175">
                          <a:solidFill>
                            <a:srgbClr val="40404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45" name="Line 19">
                        <a:extLst>
                          <a:ext uri="{FF2B5EF4-FFF2-40B4-BE49-F238E27FC236}">
                            <a16:creationId xmlns:a16="http://schemas.microsoft.com/office/drawing/2014/main" id="{001FED7C-00AD-60AF-C745-F9DF9322DDFA}"/>
                          </a:ext>
                        </a:extLst>
                      </p:cNvPr>
                      <p:cNvSpPr>
                        <a:spLocks noChangeShapeType="1"/>
                      </p:cNvSpPr>
                      <p:nvPr/>
                    </p:nvSpPr>
                    <p:spPr bwMode="auto">
                      <a:xfrm>
                        <a:off x="1370" y="2276"/>
                        <a:ext cx="1" cy="63"/>
                      </a:xfrm>
                      <a:prstGeom prst="line">
                        <a:avLst/>
                      </a:prstGeom>
                      <a:noFill/>
                      <a:ln w="3175">
                        <a:solidFill>
                          <a:srgbClr val="20202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37" name="Group 20">
                      <a:extLst>
                        <a:ext uri="{FF2B5EF4-FFF2-40B4-BE49-F238E27FC236}">
                          <a16:creationId xmlns:a16="http://schemas.microsoft.com/office/drawing/2014/main" id="{4241888E-775E-BBE2-8038-A0970D0F9239}"/>
                        </a:ext>
                      </a:extLst>
                    </p:cNvPr>
                    <p:cNvGrpSpPr>
                      <a:grpSpLocks/>
                    </p:cNvGrpSpPr>
                    <p:nvPr/>
                  </p:nvGrpSpPr>
                  <p:grpSpPr bwMode="auto">
                    <a:xfrm>
                      <a:off x="1377" y="2258"/>
                      <a:ext cx="108" cy="81"/>
                      <a:chOff x="1377" y="2258"/>
                      <a:chExt cx="108" cy="81"/>
                    </a:xfrm>
                  </p:grpSpPr>
                  <p:sp>
                    <p:nvSpPr>
                      <p:cNvPr id="38" name="Freeform 21">
                        <a:extLst>
                          <a:ext uri="{FF2B5EF4-FFF2-40B4-BE49-F238E27FC236}">
                            <a16:creationId xmlns:a16="http://schemas.microsoft.com/office/drawing/2014/main" id="{EA0BEC6F-09C8-BA15-65C1-063B36E48594}"/>
                          </a:ext>
                        </a:extLst>
                      </p:cNvPr>
                      <p:cNvSpPr>
                        <a:spLocks/>
                      </p:cNvSpPr>
                      <p:nvPr/>
                    </p:nvSpPr>
                    <p:spPr bwMode="auto">
                      <a:xfrm>
                        <a:off x="1377" y="2260"/>
                        <a:ext cx="107" cy="16"/>
                      </a:xfrm>
                      <a:custGeom>
                        <a:avLst/>
                        <a:gdLst>
                          <a:gd name="T0" fmla="*/ 0 w 107"/>
                          <a:gd name="T1" fmla="*/ 0 h 16"/>
                          <a:gd name="T2" fmla="*/ 107 w 107"/>
                          <a:gd name="T3" fmla="*/ 0 h 16"/>
                          <a:gd name="T4" fmla="*/ 107 w 107"/>
                          <a:gd name="T5" fmla="*/ 16 h 16"/>
                          <a:gd name="T6" fmla="*/ 10 w 107"/>
                          <a:gd name="T7" fmla="*/ 16 h 16"/>
                          <a:gd name="T8" fmla="*/ 0 w 107"/>
                          <a:gd name="T9" fmla="*/ 0 h 16"/>
                        </a:gdLst>
                        <a:ahLst/>
                        <a:cxnLst>
                          <a:cxn ang="0">
                            <a:pos x="T0" y="T1"/>
                          </a:cxn>
                          <a:cxn ang="0">
                            <a:pos x="T2" y="T3"/>
                          </a:cxn>
                          <a:cxn ang="0">
                            <a:pos x="T4" y="T5"/>
                          </a:cxn>
                          <a:cxn ang="0">
                            <a:pos x="T6" y="T7"/>
                          </a:cxn>
                          <a:cxn ang="0">
                            <a:pos x="T8" y="T9"/>
                          </a:cxn>
                        </a:cxnLst>
                        <a:rect l="0" t="0" r="r" b="b"/>
                        <a:pathLst>
                          <a:path w="107" h="16">
                            <a:moveTo>
                              <a:pt x="0" y="0"/>
                            </a:moveTo>
                            <a:lnTo>
                              <a:pt x="107" y="0"/>
                            </a:lnTo>
                            <a:lnTo>
                              <a:pt x="107" y="16"/>
                            </a:lnTo>
                            <a:lnTo>
                              <a:pt x="10" y="16"/>
                            </a:lnTo>
                            <a:lnTo>
                              <a:pt x="0" y="0"/>
                            </a:lnTo>
                            <a:close/>
                          </a:path>
                        </a:pathLst>
                      </a:custGeom>
                      <a:solidFill>
                        <a:srgbClr val="606060"/>
                      </a:solidFill>
                      <a:ln w="3175">
                        <a:solidFill>
                          <a:srgbClr val="404040"/>
                        </a:solidFill>
                        <a:prstDash val="solid"/>
                        <a:round/>
                        <a:headEnd/>
                        <a:tailEnd/>
                      </a:ln>
                    </p:spPr>
                    <p:txBody>
                      <a:bodyPr/>
                      <a:lstStyle/>
                      <a:p>
                        <a:endParaRPr lang="en-US"/>
                      </a:p>
                    </p:txBody>
                  </p:sp>
                  <p:grpSp>
                    <p:nvGrpSpPr>
                      <p:cNvPr id="39" name="Group 22">
                        <a:extLst>
                          <a:ext uri="{FF2B5EF4-FFF2-40B4-BE49-F238E27FC236}">
                            <a16:creationId xmlns:a16="http://schemas.microsoft.com/office/drawing/2014/main" id="{D15C3ABA-8B9C-0221-DBF1-8F9009D46EE5}"/>
                          </a:ext>
                        </a:extLst>
                      </p:cNvPr>
                      <p:cNvGrpSpPr>
                        <a:grpSpLocks/>
                      </p:cNvGrpSpPr>
                      <p:nvPr/>
                    </p:nvGrpSpPr>
                    <p:grpSpPr bwMode="auto">
                      <a:xfrm>
                        <a:off x="1387" y="2258"/>
                        <a:ext cx="89" cy="18"/>
                        <a:chOff x="1387" y="2258"/>
                        <a:chExt cx="89" cy="18"/>
                      </a:xfrm>
                    </p:grpSpPr>
                    <p:sp>
                      <p:nvSpPr>
                        <p:cNvPr id="41" name="Freeform 23">
                          <a:extLst>
                            <a:ext uri="{FF2B5EF4-FFF2-40B4-BE49-F238E27FC236}">
                              <a16:creationId xmlns:a16="http://schemas.microsoft.com/office/drawing/2014/main" id="{335059A2-523A-0672-32D3-0FAEC4568282}"/>
                            </a:ext>
                          </a:extLst>
                        </p:cNvPr>
                        <p:cNvSpPr>
                          <a:spLocks/>
                        </p:cNvSpPr>
                        <p:nvPr/>
                      </p:nvSpPr>
                      <p:spPr bwMode="auto">
                        <a:xfrm>
                          <a:off x="1387" y="2262"/>
                          <a:ext cx="80" cy="14"/>
                        </a:xfrm>
                        <a:custGeom>
                          <a:avLst/>
                          <a:gdLst>
                            <a:gd name="T0" fmla="*/ 0 w 80"/>
                            <a:gd name="T1" fmla="*/ 14 h 14"/>
                            <a:gd name="T2" fmla="*/ 12 w 80"/>
                            <a:gd name="T3" fmla="*/ 0 h 14"/>
                            <a:gd name="T4" fmla="*/ 80 w 80"/>
                            <a:gd name="T5" fmla="*/ 0 h 14"/>
                            <a:gd name="T6" fmla="*/ 80 w 80"/>
                            <a:gd name="T7" fmla="*/ 14 h 14"/>
                          </a:gdLst>
                          <a:ahLst/>
                          <a:cxnLst>
                            <a:cxn ang="0">
                              <a:pos x="T0" y="T1"/>
                            </a:cxn>
                            <a:cxn ang="0">
                              <a:pos x="T2" y="T3"/>
                            </a:cxn>
                            <a:cxn ang="0">
                              <a:pos x="T4" y="T5"/>
                            </a:cxn>
                            <a:cxn ang="0">
                              <a:pos x="T6" y="T7"/>
                            </a:cxn>
                          </a:cxnLst>
                          <a:rect l="0" t="0" r="r" b="b"/>
                          <a:pathLst>
                            <a:path w="80" h="14">
                              <a:moveTo>
                                <a:pt x="0" y="14"/>
                              </a:moveTo>
                              <a:lnTo>
                                <a:pt x="12" y="0"/>
                              </a:lnTo>
                              <a:lnTo>
                                <a:pt x="80" y="0"/>
                              </a:lnTo>
                              <a:lnTo>
                                <a:pt x="80" y="14"/>
                              </a:lnTo>
                            </a:path>
                          </a:pathLst>
                        </a:custGeom>
                        <a:noFill/>
                        <a:ln w="3175">
                          <a:solidFill>
                            <a:srgbClr val="40404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2" name="Line 24">
                          <a:extLst>
                            <a:ext uri="{FF2B5EF4-FFF2-40B4-BE49-F238E27FC236}">
                              <a16:creationId xmlns:a16="http://schemas.microsoft.com/office/drawing/2014/main" id="{46AD3B5D-89A9-1B77-6417-34C7EC2D9751}"/>
                            </a:ext>
                          </a:extLst>
                        </p:cNvPr>
                        <p:cNvSpPr>
                          <a:spLocks noChangeShapeType="1"/>
                        </p:cNvSpPr>
                        <p:nvPr/>
                      </p:nvSpPr>
                      <p:spPr bwMode="auto">
                        <a:xfrm>
                          <a:off x="1475" y="2258"/>
                          <a:ext cx="1" cy="18"/>
                        </a:xfrm>
                        <a:prstGeom prst="line">
                          <a:avLst/>
                        </a:prstGeom>
                        <a:noFill/>
                        <a:ln w="3175">
                          <a:solidFill>
                            <a:srgbClr val="40404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40" name="Line 25">
                        <a:extLst>
                          <a:ext uri="{FF2B5EF4-FFF2-40B4-BE49-F238E27FC236}">
                            <a16:creationId xmlns:a16="http://schemas.microsoft.com/office/drawing/2014/main" id="{36BC9FE8-ADBF-CEA6-761B-16C9E642B416}"/>
                          </a:ext>
                        </a:extLst>
                      </p:cNvPr>
                      <p:cNvSpPr>
                        <a:spLocks noChangeShapeType="1"/>
                      </p:cNvSpPr>
                      <p:nvPr/>
                    </p:nvSpPr>
                    <p:spPr bwMode="auto">
                      <a:xfrm>
                        <a:off x="1484" y="2276"/>
                        <a:ext cx="1" cy="63"/>
                      </a:xfrm>
                      <a:prstGeom prst="line">
                        <a:avLst/>
                      </a:prstGeom>
                      <a:noFill/>
                      <a:ln w="3175">
                        <a:solidFill>
                          <a:srgbClr val="20202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27" name="Group 26">
                    <a:extLst>
                      <a:ext uri="{FF2B5EF4-FFF2-40B4-BE49-F238E27FC236}">
                        <a16:creationId xmlns:a16="http://schemas.microsoft.com/office/drawing/2014/main" id="{1018FDE7-DAB8-7010-D156-06DC90EF1A9D}"/>
                      </a:ext>
                    </a:extLst>
                  </p:cNvPr>
                  <p:cNvGrpSpPr>
                    <a:grpSpLocks/>
                  </p:cNvGrpSpPr>
                  <p:nvPr/>
                </p:nvGrpSpPr>
                <p:grpSpPr bwMode="auto">
                  <a:xfrm>
                    <a:off x="1277" y="2267"/>
                    <a:ext cx="86" cy="85"/>
                    <a:chOff x="1277" y="2267"/>
                    <a:chExt cx="86" cy="85"/>
                  </a:xfrm>
                </p:grpSpPr>
                <p:sp>
                  <p:nvSpPr>
                    <p:cNvPr id="32" name="Oval 27">
                      <a:extLst>
                        <a:ext uri="{FF2B5EF4-FFF2-40B4-BE49-F238E27FC236}">
                          <a16:creationId xmlns:a16="http://schemas.microsoft.com/office/drawing/2014/main" id="{25910FF0-BA34-4BD0-7EEF-EC5C1CF4663E}"/>
                        </a:ext>
                      </a:extLst>
                    </p:cNvPr>
                    <p:cNvSpPr>
                      <a:spLocks noChangeArrowheads="1"/>
                    </p:cNvSpPr>
                    <p:nvPr/>
                  </p:nvSpPr>
                  <p:spPr bwMode="auto">
                    <a:xfrm>
                      <a:off x="1277" y="2267"/>
                      <a:ext cx="86" cy="85"/>
                    </a:xfrm>
                    <a:prstGeom prst="ellipse">
                      <a:avLst/>
                    </a:prstGeom>
                    <a:solidFill>
                      <a:srgbClr val="202020"/>
                    </a:solidFill>
                    <a:ln w="3175">
                      <a:solidFill>
                        <a:srgbClr val="000000"/>
                      </a:solidFill>
                      <a:round/>
                      <a:headEnd/>
                      <a:tailEnd/>
                    </a:ln>
                  </p:spPr>
                  <p:txBody>
                    <a:bodyPr/>
                    <a:lstStyle/>
                    <a:p>
                      <a:endParaRPr lang="en-US"/>
                    </a:p>
                  </p:txBody>
                </p:sp>
                <p:sp>
                  <p:nvSpPr>
                    <p:cNvPr id="33" name="Oval 28">
                      <a:extLst>
                        <a:ext uri="{FF2B5EF4-FFF2-40B4-BE49-F238E27FC236}">
                          <a16:creationId xmlns:a16="http://schemas.microsoft.com/office/drawing/2014/main" id="{E0B3B5AE-9274-D448-1A5F-48409C5BA85A}"/>
                        </a:ext>
                      </a:extLst>
                    </p:cNvPr>
                    <p:cNvSpPr>
                      <a:spLocks noChangeArrowheads="1"/>
                    </p:cNvSpPr>
                    <p:nvPr/>
                  </p:nvSpPr>
                  <p:spPr bwMode="auto">
                    <a:xfrm>
                      <a:off x="1289" y="2279"/>
                      <a:ext cx="60" cy="59"/>
                    </a:xfrm>
                    <a:prstGeom prst="ellipse">
                      <a:avLst/>
                    </a:prstGeom>
                    <a:solidFill>
                      <a:srgbClr val="A0A0A0"/>
                    </a:solidFill>
                    <a:ln w="3175">
                      <a:solidFill>
                        <a:srgbClr val="000000"/>
                      </a:solidFill>
                      <a:round/>
                      <a:headEnd/>
                      <a:tailEnd/>
                    </a:ln>
                  </p:spPr>
                  <p:txBody>
                    <a:bodyPr/>
                    <a:lstStyle/>
                    <a:p>
                      <a:endParaRPr lang="en-US"/>
                    </a:p>
                  </p:txBody>
                </p:sp>
                <p:sp>
                  <p:nvSpPr>
                    <p:cNvPr id="34" name="Oval 29">
                      <a:extLst>
                        <a:ext uri="{FF2B5EF4-FFF2-40B4-BE49-F238E27FC236}">
                          <a16:creationId xmlns:a16="http://schemas.microsoft.com/office/drawing/2014/main" id="{CDD40560-61C5-D0A5-BD09-7A2E6F3AB9AE}"/>
                        </a:ext>
                      </a:extLst>
                    </p:cNvPr>
                    <p:cNvSpPr>
                      <a:spLocks noChangeArrowheads="1"/>
                    </p:cNvSpPr>
                    <p:nvPr/>
                  </p:nvSpPr>
                  <p:spPr bwMode="auto">
                    <a:xfrm>
                      <a:off x="1305" y="2297"/>
                      <a:ext cx="26" cy="25"/>
                    </a:xfrm>
                    <a:prstGeom prst="ellipse">
                      <a:avLst/>
                    </a:prstGeom>
                    <a:solidFill>
                      <a:srgbClr val="606060"/>
                    </a:solidFill>
                    <a:ln w="3175">
                      <a:solidFill>
                        <a:srgbClr val="000000"/>
                      </a:solidFill>
                      <a:round/>
                      <a:headEnd/>
                      <a:tailEnd/>
                    </a:ln>
                  </p:spPr>
                  <p:txBody>
                    <a:bodyPr/>
                    <a:lstStyle/>
                    <a:p>
                      <a:endParaRPr lang="en-US"/>
                    </a:p>
                  </p:txBody>
                </p:sp>
              </p:grpSp>
              <p:grpSp>
                <p:nvGrpSpPr>
                  <p:cNvPr id="28" name="Group 30">
                    <a:extLst>
                      <a:ext uri="{FF2B5EF4-FFF2-40B4-BE49-F238E27FC236}">
                        <a16:creationId xmlns:a16="http://schemas.microsoft.com/office/drawing/2014/main" id="{A4A61AB8-2883-BFEB-B625-E0AF087350AB}"/>
                      </a:ext>
                    </a:extLst>
                  </p:cNvPr>
                  <p:cNvGrpSpPr>
                    <a:grpSpLocks/>
                  </p:cNvGrpSpPr>
                  <p:nvPr/>
                </p:nvGrpSpPr>
                <p:grpSpPr bwMode="auto">
                  <a:xfrm>
                    <a:off x="1390" y="2267"/>
                    <a:ext cx="86" cy="85"/>
                    <a:chOff x="1390" y="2267"/>
                    <a:chExt cx="86" cy="85"/>
                  </a:xfrm>
                </p:grpSpPr>
                <p:sp>
                  <p:nvSpPr>
                    <p:cNvPr id="29" name="Oval 31">
                      <a:extLst>
                        <a:ext uri="{FF2B5EF4-FFF2-40B4-BE49-F238E27FC236}">
                          <a16:creationId xmlns:a16="http://schemas.microsoft.com/office/drawing/2014/main" id="{4E609B72-8C3F-DDEF-928B-AAEAE1438109}"/>
                        </a:ext>
                      </a:extLst>
                    </p:cNvPr>
                    <p:cNvSpPr>
                      <a:spLocks noChangeArrowheads="1"/>
                    </p:cNvSpPr>
                    <p:nvPr/>
                  </p:nvSpPr>
                  <p:spPr bwMode="auto">
                    <a:xfrm>
                      <a:off x="1390" y="2267"/>
                      <a:ext cx="86" cy="85"/>
                    </a:xfrm>
                    <a:prstGeom prst="ellipse">
                      <a:avLst/>
                    </a:prstGeom>
                    <a:solidFill>
                      <a:srgbClr val="202020"/>
                    </a:solidFill>
                    <a:ln w="3175">
                      <a:solidFill>
                        <a:srgbClr val="000000"/>
                      </a:solidFill>
                      <a:round/>
                      <a:headEnd/>
                      <a:tailEnd/>
                    </a:ln>
                  </p:spPr>
                  <p:txBody>
                    <a:bodyPr/>
                    <a:lstStyle/>
                    <a:p>
                      <a:endParaRPr lang="en-US"/>
                    </a:p>
                  </p:txBody>
                </p:sp>
                <p:sp>
                  <p:nvSpPr>
                    <p:cNvPr id="30" name="Oval 32">
                      <a:extLst>
                        <a:ext uri="{FF2B5EF4-FFF2-40B4-BE49-F238E27FC236}">
                          <a16:creationId xmlns:a16="http://schemas.microsoft.com/office/drawing/2014/main" id="{92884AA2-1648-1CDD-A720-868FB1A4FDF4}"/>
                        </a:ext>
                      </a:extLst>
                    </p:cNvPr>
                    <p:cNvSpPr>
                      <a:spLocks noChangeArrowheads="1"/>
                    </p:cNvSpPr>
                    <p:nvPr/>
                  </p:nvSpPr>
                  <p:spPr bwMode="auto">
                    <a:xfrm>
                      <a:off x="1404" y="2279"/>
                      <a:ext cx="60" cy="59"/>
                    </a:xfrm>
                    <a:prstGeom prst="ellipse">
                      <a:avLst/>
                    </a:prstGeom>
                    <a:solidFill>
                      <a:srgbClr val="A0A0A0"/>
                    </a:solidFill>
                    <a:ln w="3175">
                      <a:solidFill>
                        <a:srgbClr val="000000"/>
                      </a:solidFill>
                      <a:round/>
                      <a:headEnd/>
                      <a:tailEnd/>
                    </a:ln>
                  </p:spPr>
                  <p:txBody>
                    <a:bodyPr/>
                    <a:lstStyle/>
                    <a:p>
                      <a:endParaRPr lang="en-US"/>
                    </a:p>
                  </p:txBody>
                </p:sp>
                <p:sp>
                  <p:nvSpPr>
                    <p:cNvPr id="31" name="Oval 33">
                      <a:extLst>
                        <a:ext uri="{FF2B5EF4-FFF2-40B4-BE49-F238E27FC236}">
                          <a16:creationId xmlns:a16="http://schemas.microsoft.com/office/drawing/2014/main" id="{6D8238E3-1830-7574-CA36-1F8B4E561A6D}"/>
                        </a:ext>
                      </a:extLst>
                    </p:cNvPr>
                    <p:cNvSpPr>
                      <a:spLocks noChangeArrowheads="1"/>
                    </p:cNvSpPr>
                    <p:nvPr/>
                  </p:nvSpPr>
                  <p:spPr bwMode="auto">
                    <a:xfrm>
                      <a:off x="1420" y="2297"/>
                      <a:ext cx="26" cy="25"/>
                    </a:xfrm>
                    <a:prstGeom prst="ellipse">
                      <a:avLst/>
                    </a:prstGeom>
                    <a:solidFill>
                      <a:srgbClr val="606060"/>
                    </a:solidFill>
                    <a:ln w="3175">
                      <a:solidFill>
                        <a:srgbClr val="000000"/>
                      </a:solidFill>
                      <a:round/>
                      <a:headEnd/>
                      <a:tailEnd/>
                    </a:ln>
                  </p:spPr>
                  <p:txBody>
                    <a:bodyPr/>
                    <a:lstStyle/>
                    <a:p>
                      <a:endParaRPr lang="en-US"/>
                    </a:p>
                  </p:txBody>
                </p:sp>
              </p:grpSp>
            </p:grpSp>
          </p:grpSp>
          <p:cxnSp>
            <p:nvCxnSpPr>
              <p:cNvPr id="14" name="Straight Arrow Connector 13">
                <a:extLst>
                  <a:ext uri="{FF2B5EF4-FFF2-40B4-BE49-F238E27FC236}">
                    <a16:creationId xmlns:a16="http://schemas.microsoft.com/office/drawing/2014/main" id="{558DFC51-AF5F-A3ED-CF7D-9FC14CE60577}"/>
                  </a:ext>
                </a:extLst>
              </p:cNvPr>
              <p:cNvCxnSpPr>
                <a:cxnSpLocks/>
                <a:stCxn id="8" idx="3"/>
                <a:endCxn id="89199" idx="3"/>
              </p:cNvCxnSpPr>
              <p:nvPr/>
            </p:nvCxnSpPr>
            <p:spPr>
              <a:xfrm>
                <a:off x="3190680" y="2616369"/>
                <a:ext cx="684283" cy="289039"/>
              </a:xfrm>
              <a:prstGeom prst="straightConnector1">
                <a:avLst/>
              </a:prstGeom>
              <a:ln w="28575">
                <a:solidFill>
                  <a:schemeClr val="bg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5" name="Straight Arrow Connector 14">
                <a:extLst>
                  <a:ext uri="{FF2B5EF4-FFF2-40B4-BE49-F238E27FC236}">
                    <a16:creationId xmlns:a16="http://schemas.microsoft.com/office/drawing/2014/main" id="{86B627A1-83A2-8FCD-65B4-572A4F468FAE}"/>
                  </a:ext>
                </a:extLst>
              </p:cNvPr>
              <p:cNvCxnSpPr>
                <a:cxnSpLocks/>
                <a:stCxn id="9" idx="3"/>
                <a:endCxn id="89199" idx="3"/>
              </p:cNvCxnSpPr>
              <p:nvPr/>
            </p:nvCxnSpPr>
            <p:spPr>
              <a:xfrm flipV="1">
                <a:off x="3171628" y="2905408"/>
                <a:ext cx="703335" cy="470585"/>
              </a:xfrm>
              <a:prstGeom prst="straightConnector1">
                <a:avLst/>
              </a:prstGeom>
              <a:ln w="28575">
                <a:solidFill>
                  <a:schemeClr val="bg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6" name="Straight Arrow Connector 15">
                <a:extLst>
                  <a:ext uri="{FF2B5EF4-FFF2-40B4-BE49-F238E27FC236}">
                    <a16:creationId xmlns:a16="http://schemas.microsoft.com/office/drawing/2014/main" id="{B2D4EFAD-C80C-5D1C-D06A-D236B88935EE}"/>
                  </a:ext>
                </a:extLst>
              </p:cNvPr>
              <p:cNvCxnSpPr>
                <a:cxnSpLocks/>
                <a:stCxn id="10" idx="3"/>
                <a:endCxn id="89199" idx="3"/>
              </p:cNvCxnSpPr>
              <p:nvPr/>
            </p:nvCxnSpPr>
            <p:spPr>
              <a:xfrm flipV="1">
                <a:off x="3145432" y="2905408"/>
                <a:ext cx="729531" cy="1094477"/>
              </a:xfrm>
              <a:prstGeom prst="straightConnector1">
                <a:avLst/>
              </a:prstGeom>
              <a:ln w="28575">
                <a:solidFill>
                  <a:schemeClr val="bg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7" name="Straight Arrow Connector 16">
                <a:extLst>
                  <a:ext uri="{FF2B5EF4-FFF2-40B4-BE49-F238E27FC236}">
                    <a16:creationId xmlns:a16="http://schemas.microsoft.com/office/drawing/2014/main" id="{DE3B049B-5987-6764-ACCB-D276134B9434}"/>
                  </a:ext>
                </a:extLst>
              </p:cNvPr>
              <p:cNvCxnSpPr>
                <a:cxnSpLocks/>
              </p:cNvCxnSpPr>
              <p:nvPr/>
            </p:nvCxnSpPr>
            <p:spPr>
              <a:xfrm>
                <a:off x="3191206" y="2616368"/>
                <a:ext cx="679516" cy="1077239"/>
              </a:xfrm>
              <a:prstGeom prst="straightConnector1">
                <a:avLst/>
              </a:prstGeom>
              <a:ln w="28575">
                <a:solidFill>
                  <a:schemeClr val="bg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8" name="Straight Arrow Connector 17">
                <a:extLst>
                  <a:ext uri="{FF2B5EF4-FFF2-40B4-BE49-F238E27FC236}">
                    <a16:creationId xmlns:a16="http://schemas.microsoft.com/office/drawing/2014/main" id="{DBFB04E6-762E-5D8C-A7DF-F1D5239969A2}"/>
                  </a:ext>
                </a:extLst>
              </p:cNvPr>
              <p:cNvCxnSpPr>
                <a:cxnSpLocks/>
                <a:stCxn id="9" idx="3"/>
                <a:endCxn id="89169" idx="3"/>
              </p:cNvCxnSpPr>
              <p:nvPr/>
            </p:nvCxnSpPr>
            <p:spPr>
              <a:xfrm>
                <a:off x="3171628" y="3375993"/>
                <a:ext cx="698568" cy="317615"/>
              </a:xfrm>
              <a:prstGeom prst="straightConnector1">
                <a:avLst/>
              </a:prstGeom>
              <a:ln w="28575">
                <a:solidFill>
                  <a:schemeClr val="bg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9" name="Straight Arrow Connector 18">
                <a:extLst>
                  <a:ext uri="{FF2B5EF4-FFF2-40B4-BE49-F238E27FC236}">
                    <a16:creationId xmlns:a16="http://schemas.microsoft.com/office/drawing/2014/main" id="{C2551FEC-CA56-7D23-AABF-700D5ABE3DA3}"/>
                  </a:ext>
                </a:extLst>
              </p:cNvPr>
              <p:cNvCxnSpPr>
                <a:cxnSpLocks/>
                <a:stCxn id="10" idx="3"/>
                <a:endCxn id="89169" idx="3"/>
              </p:cNvCxnSpPr>
              <p:nvPr/>
            </p:nvCxnSpPr>
            <p:spPr>
              <a:xfrm flipV="1">
                <a:off x="3145432" y="3693608"/>
                <a:ext cx="724764" cy="306277"/>
              </a:xfrm>
              <a:prstGeom prst="straightConnector1">
                <a:avLst/>
              </a:prstGeom>
              <a:ln w="28575">
                <a:solidFill>
                  <a:schemeClr val="bg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20" name="Straight Arrow Connector 19">
                <a:extLst>
                  <a:ext uri="{FF2B5EF4-FFF2-40B4-BE49-F238E27FC236}">
                    <a16:creationId xmlns:a16="http://schemas.microsoft.com/office/drawing/2014/main" id="{306B2CCC-D90E-AF22-07CB-C295DBD45D6D}"/>
                  </a:ext>
                </a:extLst>
              </p:cNvPr>
              <p:cNvCxnSpPr>
                <a:cxnSpLocks/>
                <a:stCxn id="10" idx="3"/>
                <a:endCxn id="52" idx="3"/>
              </p:cNvCxnSpPr>
              <p:nvPr/>
            </p:nvCxnSpPr>
            <p:spPr>
              <a:xfrm>
                <a:off x="3145432" y="3999885"/>
                <a:ext cx="727143" cy="310472"/>
              </a:xfrm>
              <a:prstGeom prst="straightConnector1">
                <a:avLst/>
              </a:prstGeom>
              <a:ln w="28575">
                <a:solidFill>
                  <a:schemeClr val="bg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pic>
            <p:nvPicPr>
              <p:cNvPr id="21" name="Picture 20">
                <a:extLst>
                  <a:ext uri="{FF2B5EF4-FFF2-40B4-BE49-F238E27FC236}">
                    <a16:creationId xmlns:a16="http://schemas.microsoft.com/office/drawing/2014/main" id="{86452BE8-B116-EA24-4707-72A60DCBC8AC}"/>
                  </a:ext>
                </a:extLst>
              </p:cNvPr>
              <p:cNvPicPr>
                <a:picLocks noChangeAspect="1"/>
              </p:cNvPicPr>
              <p:nvPr/>
            </p:nvPicPr>
            <p:blipFill>
              <a:blip r:embed="rId5">
                <a:biLevel thresh="25000"/>
                <a:extLst>
                  <a:ext uri="{BEBA8EAE-BF5A-486C-A8C5-ECC9F3942E4B}">
                    <a14:imgProps xmlns:a14="http://schemas.microsoft.com/office/drawing/2010/main">
                      <a14:imgLayer r:embed="rId6">
                        <a14:imgEffect>
                          <a14:backgroundRemoval t="5238" b="90000" l="6215" r="95198">
                            <a14:foregroundMark x1="66667" y1="6190" x2="66667" y2="6190"/>
                            <a14:foregroundMark x1="12429" y1="56667" x2="12429" y2="56667"/>
                            <a14:foregroundMark x1="16949" y1="59524" x2="16949" y2="59524"/>
                            <a14:foregroundMark x1="17232" y1="55238" x2="17232" y2="55238"/>
                            <a14:foregroundMark x1="14972" y1="65238" x2="14972" y2="65238"/>
                            <a14:foregroundMark x1="95198" y1="73810" x2="95198" y2="73810"/>
                            <a14:foregroundMark x1="18362" y1="82857" x2="18362" y2="82857"/>
                            <a14:foregroundMark x1="6215" y1="77143" x2="6215" y2="77143"/>
                          </a14:backgroundRemoval>
                        </a14:imgEffect>
                      </a14:imgLayer>
                    </a14:imgProps>
                  </a:ext>
                </a:extLst>
              </a:blip>
              <a:stretch>
                <a:fillRect/>
              </a:stretch>
            </p:blipFill>
            <p:spPr>
              <a:xfrm>
                <a:off x="2714175" y="4787270"/>
                <a:ext cx="412202" cy="244527"/>
              </a:xfrm>
              <a:prstGeom prst="rect">
                <a:avLst/>
              </a:prstGeom>
            </p:spPr>
          </p:pic>
          <p:cxnSp>
            <p:nvCxnSpPr>
              <p:cNvPr id="22" name="Straight Arrow Connector 21">
                <a:extLst>
                  <a:ext uri="{FF2B5EF4-FFF2-40B4-BE49-F238E27FC236}">
                    <a16:creationId xmlns:a16="http://schemas.microsoft.com/office/drawing/2014/main" id="{88383D8A-7764-8A71-4162-4418E9A97A61}"/>
                  </a:ext>
                </a:extLst>
              </p:cNvPr>
              <p:cNvCxnSpPr>
                <a:cxnSpLocks/>
                <a:stCxn id="21" idx="3"/>
              </p:cNvCxnSpPr>
              <p:nvPr/>
            </p:nvCxnSpPr>
            <p:spPr>
              <a:xfrm flipV="1">
                <a:off x="3126377" y="4310357"/>
                <a:ext cx="746198" cy="599177"/>
              </a:xfrm>
              <a:prstGeom prst="straightConnector1">
                <a:avLst/>
              </a:prstGeom>
              <a:ln w="28575">
                <a:solidFill>
                  <a:schemeClr val="bg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23" name="Straight Arrow Connector 22">
                <a:extLst>
                  <a:ext uri="{FF2B5EF4-FFF2-40B4-BE49-F238E27FC236}">
                    <a16:creationId xmlns:a16="http://schemas.microsoft.com/office/drawing/2014/main" id="{5C082C0C-2EF3-4658-69DA-47B3F9E501B3}"/>
                  </a:ext>
                </a:extLst>
              </p:cNvPr>
              <p:cNvCxnSpPr>
                <a:cxnSpLocks/>
                <a:stCxn id="21" idx="3"/>
              </p:cNvCxnSpPr>
              <p:nvPr/>
            </p:nvCxnSpPr>
            <p:spPr>
              <a:xfrm flipV="1">
                <a:off x="3126377" y="3693608"/>
                <a:ext cx="743819" cy="1215926"/>
              </a:xfrm>
              <a:prstGeom prst="straightConnector1">
                <a:avLst/>
              </a:prstGeom>
              <a:ln w="28575">
                <a:solidFill>
                  <a:schemeClr val="bg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grpSp>
        <p:sp>
          <p:nvSpPr>
            <p:cNvPr id="89200" name="Rectangle 89199">
              <a:extLst>
                <a:ext uri="{FF2B5EF4-FFF2-40B4-BE49-F238E27FC236}">
                  <a16:creationId xmlns:a16="http://schemas.microsoft.com/office/drawing/2014/main" id="{F65B3454-5363-E4BD-5CB1-66EF3DA9FD78}"/>
                </a:ext>
              </a:extLst>
            </p:cNvPr>
            <p:cNvSpPr/>
            <p:nvPr/>
          </p:nvSpPr>
          <p:spPr>
            <a:xfrm>
              <a:off x="862429" y="1606779"/>
              <a:ext cx="1784307" cy="2687850"/>
            </a:xfrm>
            <a:prstGeom prst="rect">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pic>
        <p:nvPicPr>
          <p:cNvPr id="6" name="Picture 5" descr="A picture containing text, clipart&#10;&#10;Description automatically generated">
            <a:extLst>
              <a:ext uri="{FF2B5EF4-FFF2-40B4-BE49-F238E27FC236}">
                <a16:creationId xmlns:a16="http://schemas.microsoft.com/office/drawing/2014/main" id="{F69DEB2C-4D1D-4521-9DD4-293CAA500566}"/>
              </a:ext>
            </a:extLst>
          </p:cNvPr>
          <p:cNvPicPr>
            <a:picLocks noChangeAspect="1"/>
          </p:cNvPicPr>
          <p:nvPr/>
        </p:nvPicPr>
        <p:blipFill>
          <a:blip r:embed="rId7">
            <a:extLst>
              <a:ext uri="{BEBA8EAE-BF5A-486C-A8C5-ECC9F3942E4B}">
                <a14:imgProps xmlns:a14="http://schemas.microsoft.com/office/drawing/2010/main">
                  <a14:imgLayer r:embed="rId8">
                    <a14:imgEffect>
                      <a14:backgroundRemoval t="5495" b="97253" l="4706" r="97059">
                        <a14:foregroundMark x1="45294" y1="24725" x2="45294" y2="24725"/>
                        <a14:foregroundMark x1="56471" y1="23626" x2="56471" y2="23626"/>
                        <a14:foregroundMark x1="41765" y1="20879" x2="41765" y2="20879"/>
                        <a14:foregroundMark x1="10000" y1="72527" x2="10000" y2="72527"/>
                        <a14:foregroundMark x1="10588" y1="79121" x2="10588" y2="79121"/>
                        <a14:foregroundMark x1="11765" y1="68681" x2="11765" y2="68681"/>
                        <a14:foregroundMark x1="6471" y1="68681" x2="6471" y2="68681"/>
                        <a14:foregroundMark x1="40000" y1="30220" x2="40000" y2="30220"/>
                        <a14:foregroundMark x1="54706" y1="20879" x2="54706" y2="20879"/>
                        <a14:foregroundMark x1="54706" y1="30220" x2="54706" y2="30220"/>
                        <a14:foregroundMark x1="54706" y1="30220" x2="54706" y2="30220"/>
                        <a14:foregroundMark x1="51765" y1="24176" x2="51765" y2="24176"/>
                        <a14:foregroundMark x1="53529" y1="30769" x2="53529" y2="30769"/>
                        <a14:foregroundMark x1="45882" y1="29670" x2="45882" y2="29670"/>
                        <a14:foregroundMark x1="8824" y1="87363" x2="8824" y2="87363"/>
                        <a14:foregroundMark x1="19412" y1="89011" x2="19412" y2="89011"/>
                        <a14:foregroundMark x1="31176" y1="93407" x2="31176" y2="93407"/>
                        <a14:foregroundMark x1="24118" y1="95604" x2="24118" y2="96154"/>
                        <a14:foregroundMark x1="24118" y1="87912" x2="24118" y2="95604"/>
                        <a14:foregroundMark x1="5882" y1="65385" x2="5882" y2="65385"/>
                        <a14:foregroundMark x1="9413" y1="62088" x2="8235" y2="61538"/>
                        <a14:foregroundMark x1="10588" y1="62637" x2="9413" y2="62088"/>
                        <a14:foregroundMark x1="16471" y1="65385" x2="10588" y2="62637"/>
                        <a14:foregroundMark x1="28235" y1="89560" x2="28235" y2="89560"/>
                        <a14:foregroundMark x1="31765" y1="96703" x2="31765" y2="96703"/>
                        <a14:foregroundMark x1="38235" y1="95604" x2="38235" y2="95604"/>
                        <a14:foregroundMark x1="35882" y1="92857" x2="35882" y2="92857"/>
                        <a14:foregroundMark x1="34118" y1="90110" x2="34118" y2="90110"/>
                        <a14:foregroundMark x1="41765" y1="90659" x2="41765" y2="90659"/>
                        <a14:foregroundMark x1="41765" y1="93956" x2="41765" y2="93956"/>
                        <a14:foregroundMark x1="45882" y1="97253" x2="45882" y2="97253"/>
                        <a14:foregroundMark x1="50000" y1="97802" x2="50000" y2="97802"/>
                        <a14:foregroundMark x1="52941" y1="97802" x2="52941" y2="97802"/>
                        <a14:foregroundMark x1="58235" y1="97253" x2="58235" y2="97253"/>
                        <a14:foregroundMark x1="61176" y1="97802" x2="61176" y2="97802"/>
                        <a14:foregroundMark x1="60000" y1="90110" x2="60000" y2="90110"/>
                        <a14:foregroundMark x1="64118" y1="90659" x2="64118" y2="90659"/>
                        <a14:foregroundMark x1="70000" y1="86813" x2="70000" y2="86813"/>
                        <a14:foregroundMark x1="74118" y1="85165" x2="74118" y2="85165"/>
                        <a14:foregroundMark x1="75882" y1="91758" x2="75882" y2="91758"/>
                        <a14:foregroundMark x1="87647" y1="75275" x2="87647" y2="75275"/>
                        <a14:foregroundMark x1="87647" y1="75275" x2="87647" y2="75275"/>
                        <a14:foregroundMark x1="87647" y1="72527" x2="87647" y2="72527"/>
                        <a14:foregroundMark x1="84706" y1="80769" x2="84706" y2="80769"/>
                        <a14:foregroundMark x1="92941" y1="82418" x2="92941" y2="82418"/>
                        <a14:foregroundMark x1="97059" y1="65934" x2="97059" y2="65934"/>
                        <a14:foregroundMark x1="88235" y1="65934" x2="88235" y2="65934"/>
                        <a14:foregroundMark x1="10000" y1="62088" x2="10000" y2="62088"/>
                        <a14:foregroundMark x1="10000" y1="62088" x2="10000" y2="62088"/>
                        <a14:foregroundMark x1="10000" y1="62088" x2="10000" y2="62088"/>
                        <a14:foregroundMark x1="10000" y1="62088" x2="10000" y2="62088"/>
                        <a14:foregroundMark x1="50000" y1="5495" x2="50000" y2="5495"/>
                        <a14:foregroundMark x1="9412" y1="62637" x2="9412" y2="62637"/>
                        <a14:foregroundMark x1="9412" y1="62088" x2="9412" y2="62088"/>
                        <a14:foregroundMark x1="9412" y1="62088" x2="9412" y2="62088"/>
                        <a14:foregroundMark x1="9412" y1="62088" x2="9412" y2="62088"/>
                        <a14:foregroundMark x1="9412" y1="62088" x2="9412" y2="62088"/>
                        <a14:backgroundMark x1="9412" y1="61538" x2="9412" y2="61538"/>
                        <a14:backgroundMark x1="8235" y1="60989" x2="8235" y2="60989"/>
                        <a14:backgroundMark x1="11765" y1="62637" x2="11765" y2="62637"/>
                        <a14:backgroundMark x1="10588" y1="62088" x2="10588" y2="62088"/>
                        <a14:backgroundMark x1="24706" y1="96154" x2="24706" y2="96154"/>
                        <a14:backgroundMark x1="24118" y1="95604" x2="24118" y2="95604"/>
                        <a14:backgroundMark x1="23529" y1="97253" x2="23529" y2="97253"/>
                        <a14:backgroundMark x1="24118" y1="97253" x2="24118" y2="97253"/>
                        <a14:backgroundMark x1="24118" y1="97253" x2="24118" y2="97253"/>
                        <a14:backgroundMark x1="23529" y1="97802" x2="23529" y2="97802"/>
                        <a14:backgroundMark x1="23529" y1="96703" x2="23529" y2="96703"/>
                        <a14:backgroundMark x1="23529" y1="96703" x2="23529" y2="96154"/>
                        <a14:backgroundMark x1="7647" y1="62088" x2="7647" y2="62088"/>
                        <a14:backgroundMark x1="8824" y1="62637" x2="8824" y2="62637"/>
                      </a14:backgroundRemoval>
                    </a14:imgEffect>
                  </a14:imgLayer>
                </a14:imgProps>
              </a:ext>
            </a:extLst>
          </a:blip>
          <a:stretch>
            <a:fillRect/>
          </a:stretch>
        </p:blipFill>
        <p:spPr>
          <a:xfrm>
            <a:off x="11521881" y="6235103"/>
            <a:ext cx="518216" cy="554796"/>
          </a:xfrm>
          <a:prstGeom prst="rect">
            <a:avLst/>
          </a:prstGeom>
        </p:spPr>
      </p:pic>
      <p:pic>
        <p:nvPicPr>
          <p:cNvPr id="89201" name="Picture 89200">
            <a:extLst>
              <a:ext uri="{FF2B5EF4-FFF2-40B4-BE49-F238E27FC236}">
                <a16:creationId xmlns:a16="http://schemas.microsoft.com/office/drawing/2014/main" id="{CE81CC08-928E-32DD-8E35-416E45D7C77C}"/>
              </a:ext>
            </a:extLst>
          </p:cNvPr>
          <p:cNvPicPr>
            <a:picLocks noChangeAspect="1"/>
          </p:cNvPicPr>
          <p:nvPr/>
        </p:nvPicPr>
        <p:blipFill>
          <a:blip r:embed="rId9"/>
          <a:stretch>
            <a:fillRect/>
          </a:stretch>
        </p:blipFill>
        <p:spPr>
          <a:xfrm>
            <a:off x="189185" y="6505401"/>
            <a:ext cx="1948619" cy="175408"/>
          </a:xfrm>
          <a:prstGeom prst="rect">
            <a:avLst/>
          </a:prstGeom>
        </p:spPr>
      </p:pic>
      <p:grpSp>
        <p:nvGrpSpPr>
          <p:cNvPr id="89204" name="Group 89203">
            <a:extLst>
              <a:ext uri="{FF2B5EF4-FFF2-40B4-BE49-F238E27FC236}">
                <a16:creationId xmlns:a16="http://schemas.microsoft.com/office/drawing/2014/main" id="{AA56FB94-560C-972C-7BCB-5A8A3B5CB3AE}"/>
              </a:ext>
            </a:extLst>
          </p:cNvPr>
          <p:cNvGrpSpPr/>
          <p:nvPr/>
        </p:nvGrpSpPr>
        <p:grpSpPr>
          <a:xfrm>
            <a:off x="2570877" y="405538"/>
            <a:ext cx="6865624" cy="5228947"/>
            <a:chOff x="2570877" y="405538"/>
            <a:chExt cx="6865624" cy="5228947"/>
          </a:xfrm>
        </p:grpSpPr>
        <p:sp>
          <p:nvSpPr>
            <p:cNvPr id="5" name="Oval 4">
              <a:extLst>
                <a:ext uri="{FF2B5EF4-FFF2-40B4-BE49-F238E27FC236}">
                  <a16:creationId xmlns:a16="http://schemas.microsoft.com/office/drawing/2014/main" id="{731D8E5F-2466-A405-052D-E88E9320A17F}"/>
                </a:ext>
              </a:extLst>
            </p:cNvPr>
            <p:cNvSpPr/>
            <p:nvPr/>
          </p:nvSpPr>
          <p:spPr>
            <a:xfrm>
              <a:off x="2570877" y="405538"/>
              <a:ext cx="4570246" cy="5228947"/>
            </a:xfrm>
            <a:prstGeom prst="ellipse">
              <a:avLst/>
            </a:prstGeom>
            <a:noFill/>
            <a:ln w="3810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9202" name="TextBox 89201">
              <a:extLst>
                <a:ext uri="{FF2B5EF4-FFF2-40B4-BE49-F238E27FC236}">
                  <a16:creationId xmlns:a16="http://schemas.microsoft.com/office/drawing/2014/main" id="{C438A6A9-81D2-0F3A-7867-9EABE6BBE927}"/>
                </a:ext>
              </a:extLst>
            </p:cNvPr>
            <p:cNvSpPr txBox="1"/>
            <p:nvPr/>
          </p:nvSpPr>
          <p:spPr>
            <a:xfrm>
              <a:off x="7187167" y="4508898"/>
              <a:ext cx="2249334" cy="369332"/>
            </a:xfrm>
            <a:prstGeom prst="rect">
              <a:avLst/>
            </a:prstGeom>
            <a:solidFill>
              <a:schemeClr val="bg1"/>
            </a:solidFill>
            <a:ln>
              <a:solidFill>
                <a:schemeClr val="bg1"/>
              </a:solidFill>
            </a:ln>
          </p:spPr>
          <p:txBody>
            <a:bodyPr wrap="none" rtlCol="0">
              <a:spAutoFit/>
            </a:bodyPr>
            <a:lstStyle/>
            <a:p>
              <a:r>
                <a:rPr lang="en-US" sz="1800" dirty="0">
                  <a:solidFill>
                    <a:schemeClr val="tx1"/>
                  </a:solidFill>
                </a:rPr>
                <a:t>Solved to optimality</a:t>
              </a:r>
            </a:p>
          </p:txBody>
        </p:sp>
      </p:grpSp>
      <p:sp>
        <p:nvSpPr>
          <p:cNvPr id="89205" name="TextBox 89204">
            <a:extLst>
              <a:ext uri="{FF2B5EF4-FFF2-40B4-BE49-F238E27FC236}">
                <a16:creationId xmlns:a16="http://schemas.microsoft.com/office/drawing/2014/main" id="{2BFFF258-C7AA-7767-7919-D69BBDE0D75C}"/>
              </a:ext>
            </a:extLst>
          </p:cNvPr>
          <p:cNvSpPr txBox="1"/>
          <p:nvPr/>
        </p:nvSpPr>
        <p:spPr>
          <a:xfrm>
            <a:off x="7179769" y="5140693"/>
            <a:ext cx="4006225" cy="646331"/>
          </a:xfrm>
          <a:prstGeom prst="rect">
            <a:avLst/>
          </a:prstGeom>
          <a:solidFill>
            <a:schemeClr val="bg1"/>
          </a:solidFill>
          <a:ln>
            <a:solidFill>
              <a:schemeClr val="bg1"/>
            </a:solidFill>
          </a:ln>
        </p:spPr>
        <p:txBody>
          <a:bodyPr wrap="none" rtlCol="0">
            <a:spAutoFit/>
          </a:bodyPr>
          <a:lstStyle/>
          <a:p>
            <a:r>
              <a:rPr lang="en-US" sz="1800" dirty="0">
                <a:solidFill>
                  <a:schemeClr val="tx1"/>
                </a:solidFill>
              </a:rPr>
              <a:t>At Optimal Dynamics we solve over</a:t>
            </a:r>
          </a:p>
          <a:p>
            <a:r>
              <a:rPr lang="en-US" sz="1800" dirty="0">
                <a:solidFill>
                  <a:schemeClr val="tx1"/>
                </a:solidFill>
              </a:rPr>
              <a:t>5 million (deterministic) IPs each day.</a:t>
            </a:r>
          </a:p>
        </p:txBody>
      </p:sp>
      <p:sp>
        <p:nvSpPr>
          <p:cNvPr id="89209" name="Title 1">
            <a:extLst>
              <a:ext uri="{FF2B5EF4-FFF2-40B4-BE49-F238E27FC236}">
                <a16:creationId xmlns:a16="http://schemas.microsoft.com/office/drawing/2014/main" id="{9E961F7C-BFEF-2C63-0D39-2F9C00F29DCC}"/>
              </a:ext>
            </a:extLst>
          </p:cNvPr>
          <p:cNvSpPr>
            <a:spLocks noGrp="1"/>
          </p:cNvSpPr>
          <p:nvPr>
            <p:ph type="title"/>
          </p:nvPr>
        </p:nvSpPr>
        <p:spPr>
          <a:xfrm>
            <a:off x="2021700" y="14484"/>
            <a:ext cx="8283900" cy="550500"/>
          </a:xfrm>
        </p:spPr>
        <p:txBody>
          <a:bodyPr/>
          <a:lstStyle/>
          <a:p>
            <a:r>
              <a:rPr lang="en-US" dirty="0">
                <a:solidFill>
                  <a:schemeClr val="bg1"/>
                </a:solidFill>
              </a:rPr>
              <a:t>Truckload fleet planning at Schneider National</a:t>
            </a:r>
          </a:p>
        </p:txBody>
      </p:sp>
    </p:spTree>
    <p:extLst>
      <p:ext uri="{BB962C8B-B14F-4D97-AF65-F5344CB8AC3E}">
        <p14:creationId xmlns:p14="http://schemas.microsoft.com/office/powerpoint/2010/main" val="4245294558"/>
      </p:ext>
    </p:extLst>
  </p:cSld>
  <p:clrMapOvr>
    <a:masterClrMapping/>
  </p:clrMapOvr>
  <p:transition spd="slow">
    <p:wipe dir="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nodeType="afterEffect">
                                  <p:stCondLst>
                                    <p:cond delay="0"/>
                                  </p:stCondLst>
                                  <p:childTnLst>
                                    <p:set>
                                      <p:cBhvr>
                                        <p:cTn id="6" dur="1" fill="hold">
                                          <p:stCondLst>
                                            <p:cond delay="0"/>
                                          </p:stCondLst>
                                        </p:cTn>
                                        <p:tgtEl>
                                          <p:spTgt spid="89203"/>
                                        </p:tgtEl>
                                        <p:attrNameLst>
                                          <p:attrName>style.visibility</p:attrName>
                                        </p:attrNameLst>
                                      </p:cBhvr>
                                      <p:to>
                                        <p:strVal val="visible"/>
                                      </p:to>
                                    </p:set>
                                    <p:animEffect transition="in" filter="wipe(left)">
                                      <p:cBhvr>
                                        <p:cTn id="7" dur="500"/>
                                        <p:tgtEl>
                                          <p:spTgt spid="89203"/>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1253"/>
                                        </p:tgtEl>
                                        <p:attrNameLst>
                                          <p:attrName>style.visibility</p:attrName>
                                        </p:attrNameLst>
                                      </p:cBhvr>
                                      <p:to>
                                        <p:strVal val="visible"/>
                                      </p:to>
                                    </p:set>
                                    <p:animEffect transition="in" filter="wipe(left)">
                                      <p:cBhvr>
                                        <p:cTn id="11" dur="500"/>
                                        <p:tgtEl>
                                          <p:spTgt spid="1253"/>
                                        </p:tgtEl>
                                      </p:cBhvr>
                                    </p:animEffect>
                                  </p:childTnLst>
                                </p:cTn>
                              </p:par>
                            </p:childTnLst>
                          </p:cTn>
                        </p:par>
                        <p:par>
                          <p:cTn id="12" fill="hold">
                            <p:stCondLst>
                              <p:cond delay="1000"/>
                            </p:stCondLst>
                            <p:childTnLst>
                              <p:par>
                                <p:cTn id="13" presetID="22" presetClass="entr" presetSubtype="1" fill="hold" grpId="0" nodeType="afterEffect">
                                  <p:stCondLst>
                                    <p:cond delay="0"/>
                                  </p:stCondLst>
                                  <p:childTnLst>
                                    <p:set>
                                      <p:cBhvr>
                                        <p:cTn id="14" dur="1" fill="hold">
                                          <p:stCondLst>
                                            <p:cond delay="0"/>
                                          </p:stCondLst>
                                        </p:cTn>
                                        <p:tgtEl>
                                          <p:spTgt spid="3949773"/>
                                        </p:tgtEl>
                                        <p:attrNameLst>
                                          <p:attrName>style.visibility</p:attrName>
                                        </p:attrNameLst>
                                      </p:cBhvr>
                                      <p:to>
                                        <p:strVal val="visible"/>
                                      </p:to>
                                    </p:set>
                                    <p:animEffect transition="in" filter="wipe(up)">
                                      <p:cBhvr>
                                        <p:cTn id="15" dur="500"/>
                                        <p:tgtEl>
                                          <p:spTgt spid="3949773"/>
                                        </p:tgtEl>
                                      </p:cBhvr>
                                    </p:animEffect>
                                  </p:childTnLst>
                                </p:cTn>
                              </p:par>
                            </p:childTnLst>
                          </p:cTn>
                        </p:par>
                        <p:par>
                          <p:cTn id="16" fill="hold" nodeType="afterGroup">
                            <p:stCondLst>
                              <p:cond delay="1500"/>
                            </p:stCondLst>
                            <p:childTnLst>
                              <p:par>
                                <p:cTn id="17" presetID="22" presetClass="entr" presetSubtype="8" fill="hold" grpId="0" nodeType="afterEffect">
                                  <p:stCondLst>
                                    <p:cond delay="0"/>
                                  </p:stCondLst>
                                  <p:childTnLst>
                                    <p:set>
                                      <p:cBhvr>
                                        <p:cTn id="18" dur="1" fill="hold">
                                          <p:stCondLst>
                                            <p:cond delay="0"/>
                                          </p:stCondLst>
                                        </p:cTn>
                                        <p:tgtEl>
                                          <p:spTgt spid="3949770"/>
                                        </p:tgtEl>
                                        <p:attrNameLst>
                                          <p:attrName>style.visibility</p:attrName>
                                        </p:attrNameLst>
                                      </p:cBhvr>
                                      <p:to>
                                        <p:strVal val="visible"/>
                                      </p:to>
                                    </p:set>
                                    <p:animEffect transition="in" filter="wipe(left)">
                                      <p:cBhvr>
                                        <p:cTn id="19" dur="500"/>
                                        <p:tgtEl>
                                          <p:spTgt spid="3949770"/>
                                        </p:tgtEl>
                                      </p:cBhvr>
                                    </p:animEffect>
                                  </p:childTnLst>
                                </p:cTn>
                              </p:par>
                            </p:childTnLst>
                          </p:cTn>
                        </p:par>
                        <p:par>
                          <p:cTn id="20" fill="hold" nodeType="afterGroup">
                            <p:stCondLst>
                              <p:cond delay="2000"/>
                            </p:stCondLst>
                            <p:childTnLst>
                              <p:par>
                                <p:cTn id="21" presetID="9" presetClass="entr" presetSubtype="0" fill="hold" nodeType="afterEffect">
                                  <p:stCondLst>
                                    <p:cond delay="0"/>
                                  </p:stCondLst>
                                  <p:childTnLst>
                                    <p:set>
                                      <p:cBhvr>
                                        <p:cTn id="22" dur="1" fill="hold">
                                          <p:stCondLst>
                                            <p:cond delay="0"/>
                                          </p:stCondLst>
                                        </p:cTn>
                                        <p:tgtEl>
                                          <p:spTgt spid="89194"/>
                                        </p:tgtEl>
                                        <p:attrNameLst>
                                          <p:attrName>style.visibility</p:attrName>
                                        </p:attrNameLst>
                                      </p:cBhvr>
                                      <p:to>
                                        <p:strVal val="visible"/>
                                      </p:to>
                                    </p:set>
                                    <p:animEffect transition="in" filter="dissolve">
                                      <p:cBhvr>
                                        <p:cTn id="23" dur="500"/>
                                        <p:tgtEl>
                                          <p:spTgt spid="89194"/>
                                        </p:tgtEl>
                                      </p:cBhvr>
                                    </p:animEffect>
                                  </p:childTnLst>
                                </p:cTn>
                              </p:par>
                            </p:childTnLst>
                          </p:cTn>
                        </p:par>
                        <p:par>
                          <p:cTn id="24" fill="hold" nodeType="afterGroup">
                            <p:stCondLst>
                              <p:cond delay="2500"/>
                            </p:stCondLst>
                            <p:childTnLst>
                              <p:par>
                                <p:cTn id="25" presetID="22" presetClass="entr" presetSubtype="8" fill="hold" grpId="0" nodeType="afterEffect">
                                  <p:stCondLst>
                                    <p:cond delay="0"/>
                                  </p:stCondLst>
                                  <p:childTnLst>
                                    <p:set>
                                      <p:cBhvr>
                                        <p:cTn id="26" dur="1" fill="hold">
                                          <p:stCondLst>
                                            <p:cond delay="0"/>
                                          </p:stCondLst>
                                        </p:cTn>
                                        <p:tgtEl>
                                          <p:spTgt spid="3949771"/>
                                        </p:tgtEl>
                                        <p:attrNameLst>
                                          <p:attrName>style.visibility</p:attrName>
                                        </p:attrNameLst>
                                      </p:cBhvr>
                                      <p:to>
                                        <p:strVal val="visible"/>
                                      </p:to>
                                    </p:set>
                                    <p:animEffect transition="in" filter="wipe(left)">
                                      <p:cBhvr>
                                        <p:cTn id="27" dur="500"/>
                                        <p:tgtEl>
                                          <p:spTgt spid="3949771"/>
                                        </p:tgtEl>
                                      </p:cBhvr>
                                    </p:animEffect>
                                  </p:childTnLst>
                                </p:cTn>
                              </p:par>
                            </p:childTnLst>
                          </p:cTn>
                        </p:par>
                        <p:par>
                          <p:cTn id="28" fill="hold" nodeType="afterGroup">
                            <p:stCondLst>
                              <p:cond delay="3000"/>
                            </p:stCondLst>
                            <p:childTnLst>
                              <p:par>
                                <p:cTn id="29" presetID="9" presetClass="entr" presetSubtype="0" fill="hold" nodeType="afterEffect">
                                  <p:stCondLst>
                                    <p:cond delay="0"/>
                                  </p:stCondLst>
                                  <p:childTnLst>
                                    <p:set>
                                      <p:cBhvr>
                                        <p:cTn id="30" dur="1" fill="hold">
                                          <p:stCondLst>
                                            <p:cond delay="0"/>
                                          </p:stCondLst>
                                        </p:cTn>
                                        <p:tgtEl>
                                          <p:spTgt spid="89210"/>
                                        </p:tgtEl>
                                        <p:attrNameLst>
                                          <p:attrName>style.visibility</p:attrName>
                                        </p:attrNameLst>
                                      </p:cBhvr>
                                      <p:to>
                                        <p:strVal val="visible"/>
                                      </p:to>
                                    </p:set>
                                    <p:animEffect transition="in" filter="dissolve">
                                      <p:cBhvr>
                                        <p:cTn id="31" dur="500"/>
                                        <p:tgtEl>
                                          <p:spTgt spid="89210"/>
                                        </p:tgtEl>
                                      </p:cBhvr>
                                    </p:animEffect>
                                  </p:childTnLst>
                                </p:cTn>
                              </p:par>
                            </p:childTnLst>
                          </p:cTn>
                        </p:par>
                        <p:par>
                          <p:cTn id="32" fill="hold" nodeType="afterGroup">
                            <p:stCondLst>
                              <p:cond delay="3500"/>
                            </p:stCondLst>
                            <p:childTnLst>
                              <p:par>
                                <p:cTn id="33" presetID="22" presetClass="entr" presetSubtype="8" fill="hold" grpId="0" nodeType="afterEffect">
                                  <p:stCondLst>
                                    <p:cond delay="0"/>
                                  </p:stCondLst>
                                  <p:childTnLst>
                                    <p:set>
                                      <p:cBhvr>
                                        <p:cTn id="34" dur="1" fill="hold">
                                          <p:stCondLst>
                                            <p:cond delay="0"/>
                                          </p:stCondLst>
                                        </p:cTn>
                                        <p:tgtEl>
                                          <p:spTgt spid="3949772"/>
                                        </p:tgtEl>
                                        <p:attrNameLst>
                                          <p:attrName>style.visibility</p:attrName>
                                        </p:attrNameLst>
                                      </p:cBhvr>
                                      <p:to>
                                        <p:strVal val="visible"/>
                                      </p:to>
                                    </p:set>
                                    <p:animEffect transition="in" filter="wipe(left)">
                                      <p:cBhvr>
                                        <p:cTn id="35" dur="500"/>
                                        <p:tgtEl>
                                          <p:spTgt spid="3949772"/>
                                        </p:tgtEl>
                                      </p:cBhvr>
                                    </p:animEffect>
                                  </p:childTnLst>
                                </p:cTn>
                              </p:par>
                            </p:childTnLst>
                          </p:cTn>
                        </p:par>
                        <p:par>
                          <p:cTn id="36" fill="hold" nodeType="afterGroup">
                            <p:stCondLst>
                              <p:cond delay="4000"/>
                            </p:stCondLst>
                            <p:childTnLst>
                              <p:par>
                                <p:cTn id="37" presetID="9" presetClass="entr" presetSubtype="0" fill="hold" nodeType="afterEffect">
                                  <p:stCondLst>
                                    <p:cond delay="0"/>
                                  </p:stCondLst>
                                  <p:childTnLst>
                                    <p:set>
                                      <p:cBhvr>
                                        <p:cTn id="38" dur="1" fill="hold">
                                          <p:stCondLst>
                                            <p:cond delay="0"/>
                                          </p:stCondLst>
                                        </p:cTn>
                                        <p:tgtEl>
                                          <p:spTgt spid="3949793"/>
                                        </p:tgtEl>
                                        <p:attrNameLst>
                                          <p:attrName>style.visibility</p:attrName>
                                        </p:attrNameLst>
                                      </p:cBhvr>
                                      <p:to>
                                        <p:strVal val="visible"/>
                                      </p:to>
                                    </p:set>
                                    <p:animEffect transition="in" filter="dissolve">
                                      <p:cBhvr>
                                        <p:cTn id="39" dur="500"/>
                                        <p:tgtEl>
                                          <p:spTgt spid="3949793"/>
                                        </p:tgtEl>
                                      </p:cBhvr>
                                    </p:animEffect>
                                  </p:childTnLst>
                                </p:cTn>
                              </p:par>
                            </p:childTnLst>
                          </p:cTn>
                        </p:par>
                        <p:par>
                          <p:cTn id="40" fill="hold">
                            <p:stCondLst>
                              <p:cond delay="4500"/>
                            </p:stCondLst>
                            <p:childTnLst>
                              <p:par>
                                <p:cTn id="41" presetID="22" presetClass="entr" presetSubtype="1" fill="hold" nodeType="afterEffect">
                                  <p:stCondLst>
                                    <p:cond delay="0"/>
                                  </p:stCondLst>
                                  <p:childTnLst>
                                    <p:set>
                                      <p:cBhvr>
                                        <p:cTn id="42" dur="1" fill="hold">
                                          <p:stCondLst>
                                            <p:cond delay="0"/>
                                          </p:stCondLst>
                                        </p:cTn>
                                        <p:tgtEl>
                                          <p:spTgt spid="89204"/>
                                        </p:tgtEl>
                                        <p:attrNameLst>
                                          <p:attrName>style.visibility</p:attrName>
                                        </p:attrNameLst>
                                      </p:cBhvr>
                                      <p:to>
                                        <p:strVal val="visible"/>
                                      </p:to>
                                    </p:set>
                                    <p:animEffect transition="in" filter="wipe(up)">
                                      <p:cBhvr>
                                        <p:cTn id="43" dur="500"/>
                                        <p:tgtEl>
                                          <p:spTgt spid="89204"/>
                                        </p:tgtEl>
                                      </p:cBhvr>
                                    </p:animEffect>
                                  </p:childTnLst>
                                </p:cTn>
                              </p:par>
                            </p:childTnLst>
                          </p:cTn>
                        </p:par>
                        <p:par>
                          <p:cTn id="44" fill="hold">
                            <p:stCondLst>
                              <p:cond delay="5000"/>
                            </p:stCondLst>
                            <p:childTnLst>
                              <p:par>
                                <p:cTn id="45" presetID="22" presetClass="entr" presetSubtype="8" fill="hold" grpId="0" nodeType="afterEffect">
                                  <p:stCondLst>
                                    <p:cond delay="0"/>
                                  </p:stCondLst>
                                  <p:childTnLst>
                                    <p:set>
                                      <p:cBhvr>
                                        <p:cTn id="46" dur="1" fill="hold">
                                          <p:stCondLst>
                                            <p:cond delay="0"/>
                                          </p:stCondLst>
                                        </p:cTn>
                                        <p:tgtEl>
                                          <p:spTgt spid="89205"/>
                                        </p:tgtEl>
                                        <p:attrNameLst>
                                          <p:attrName>style.visibility</p:attrName>
                                        </p:attrNameLst>
                                      </p:cBhvr>
                                      <p:to>
                                        <p:strVal val="visible"/>
                                      </p:to>
                                    </p:set>
                                    <p:animEffect transition="in" filter="wipe(left)">
                                      <p:cBhvr>
                                        <p:cTn id="47" dur="500"/>
                                        <p:tgtEl>
                                          <p:spTgt spid="8920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49770" grpId="0" animBg="1"/>
      <p:bldP spid="3949771" grpId="0" animBg="1"/>
      <p:bldP spid="3949772" grpId="0" animBg="1"/>
      <p:bldP spid="3949773" grpId="0" animBg="1"/>
      <p:bldP spid="89205" grpId="0" animBg="1"/>
    </p:bldLst>
  </p:timing>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070DBCB-504F-DCF3-3C22-74C011617942}"/>
            </a:ext>
          </a:extLst>
        </p:cNvPr>
        <p:cNvGrpSpPr/>
        <p:nvPr/>
      </p:nvGrpSpPr>
      <p:grpSpPr>
        <a:xfrm>
          <a:off x="0" y="0"/>
          <a:ext cx="0" cy="0"/>
          <a:chOff x="0" y="0"/>
          <a:chExt cx="0" cy="0"/>
        </a:xfrm>
      </p:grpSpPr>
      <p:grpSp>
        <p:nvGrpSpPr>
          <p:cNvPr id="2" name="Group 1">
            <a:extLst>
              <a:ext uri="{FF2B5EF4-FFF2-40B4-BE49-F238E27FC236}">
                <a16:creationId xmlns:a16="http://schemas.microsoft.com/office/drawing/2014/main" id="{B58948F1-7483-B002-17C4-448B3C220B21}"/>
              </a:ext>
            </a:extLst>
          </p:cNvPr>
          <p:cNvGrpSpPr/>
          <p:nvPr/>
        </p:nvGrpSpPr>
        <p:grpSpPr>
          <a:xfrm>
            <a:off x="0" y="0"/>
            <a:ext cx="12192000" cy="6858000"/>
            <a:chOff x="679450" y="1866900"/>
            <a:chExt cx="7200900" cy="3905250"/>
          </a:xfrm>
        </p:grpSpPr>
        <p:pic>
          <p:nvPicPr>
            <p:cNvPr id="3" name="Picture 2">
              <a:extLst>
                <a:ext uri="{FF2B5EF4-FFF2-40B4-BE49-F238E27FC236}">
                  <a16:creationId xmlns:a16="http://schemas.microsoft.com/office/drawing/2014/main" id="{11386DCD-514E-968D-819A-6DD4460B208C}"/>
                </a:ext>
              </a:extLst>
            </p:cNvPr>
            <p:cNvPicPr>
              <a:picLocks noChangeAspect="1"/>
            </p:cNvPicPr>
            <p:nvPr/>
          </p:nvPicPr>
          <p:blipFill rotWithShape="1">
            <a:blip r:embed="rId3"/>
            <a:srcRect l="5574" t="26381" r="35364" b="14572"/>
            <a:stretch/>
          </p:blipFill>
          <p:spPr>
            <a:xfrm>
              <a:off x="679450" y="1866900"/>
              <a:ext cx="7200900" cy="3905250"/>
            </a:xfrm>
            <a:prstGeom prst="rect">
              <a:avLst/>
            </a:prstGeom>
          </p:spPr>
        </p:pic>
        <p:pic>
          <p:nvPicPr>
            <p:cNvPr id="4" name="Picture 3">
              <a:extLst>
                <a:ext uri="{FF2B5EF4-FFF2-40B4-BE49-F238E27FC236}">
                  <a16:creationId xmlns:a16="http://schemas.microsoft.com/office/drawing/2014/main" id="{AE1731B4-3406-9CFD-EB97-B109388908A6}"/>
                </a:ext>
              </a:extLst>
            </p:cNvPr>
            <p:cNvPicPr>
              <a:picLocks noChangeAspect="1"/>
            </p:cNvPicPr>
            <p:nvPr/>
          </p:nvPicPr>
          <p:blipFill>
            <a:blip r:embed="rId4"/>
            <a:stretch>
              <a:fillRect/>
            </a:stretch>
          </p:blipFill>
          <p:spPr>
            <a:xfrm>
              <a:off x="4706911" y="4695670"/>
              <a:ext cx="451241" cy="243590"/>
            </a:xfrm>
            <a:prstGeom prst="rect">
              <a:avLst/>
            </a:prstGeom>
          </p:spPr>
        </p:pic>
      </p:grpSp>
      <p:grpSp>
        <p:nvGrpSpPr>
          <p:cNvPr id="103428" name="Group 2">
            <a:extLst>
              <a:ext uri="{FF2B5EF4-FFF2-40B4-BE49-F238E27FC236}">
                <a16:creationId xmlns:a16="http://schemas.microsoft.com/office/drawing/2014/main" id="{DC840797-793E-27F4-EF13-54A729A0B8AC}"/>
              </a:ext>
            </a:extLst>
          </p:cNvPr>
          <p:cNvGrpSpPr>
            <a:grpSpLocks/>
          </p:cNvGrpSpPr>
          <p:nvPr/>
        </p:nvGrpSpPr>
        <p:grpSpPr bwMode="auto">
          <a:xfrm>
            <a:off x="3055144" y="1355726"/>
            <a:ext cx="6081712" cy="3332162"/>
            <a:chOff x="1449" y="1725"/>
            <a:chExt cx="3265" cy="1898"/>
          </a:xfrm>
          <a:solidFill>
            <a:schemeClr val="bg1">
              <a:lumMod val="75000"/>
            </a:schemeClr>
          </a:solidFill>
        </p:grpSpPr>
        <p:grpSp>
          <p:nvGrpSpPr>
            <p:cNvPr id="103453" name="Group 3">
              <a:extLst>
                <a:ext uri="{FF2B5EF4-FFF2-40B4-BE49-F238E27FC236}">
                  <a16:creationId xmlns:a16="http://schemas.microsoft.com/office/drawing/2014/main" id="{8E7636A3-4202-38D7-B641-D9138EA85912}"/>
                </a:ext>
              </a:extLst>
            </p:cNvPr>
            <p:cNvGrpSpPr>
              <a:grpSpLocks/>
            </p:cNvGrpSpPr>
            <p:nvPr/>
          </p:nvGrpSpPr>
          <p:grpSpPr bwMode="auto">
            <a:xfrm>
              <a:off x="3772" y="2690"/>
              <a:ext cx="894" cy="596"/>
              <a:chOff x="3772" y="2690"/>
              <a:chExt cx="894" cy="596"/>
            </a:xfrm>
            <a:grpFill/>
          </p:grpSpPr>
          <p:sp>
            <p:nvSpPr>
              <p:cNvPr id="104673" name="Freeform 4">
                <a:extLst>
                  <a:ext uri="{FF2B5EF4-FFF2-40B4-BE49-F238E27FC236}">
                    <a16:creationId xmlns:a16="http://schemas.microsoft.com/office/drawing/2014/main" id="{11675CDA-7CE7-DAA4-2FC5-96E9856DA472}"/>
                  </a:ext>
                </a:extLst>
              </p:cNvPr>
              <p:cNvSpPr>
                <a:spLocks/>
              </p:cNvSpPr>
              <p:nvPr/>
            </p:nvSpPr>
            <p:spPr bwMode="auto">
              <a:xfrm>
                <a:off x="4538" y="2690"/>
                <a:ext cx="128" cy="104"/>
              </a:xfrm>
              <a:custGeom>
                <a:avLst/>
                <a:gdLst>
                  <a:gd name="T0" fmla="*/ 128 w 128"/>
                  <a:gd name="T1" fmla="*/ 0 h 104"/>
                  <a:gd name="T2" fmla="*/ 40 w 128"/>
                  <a:gd name="T3" fmla="*/ 104 h 104"/>
                  <a:gd name="T4" fmla="*/ 16 w 128"/>
                  <a:gd name="T5" fmla="*/ 72 h 104"/>
                  <a:gd name="T6" fmla="*/ 0 w 128"/>
                  <a:gd name="T7" fmla="*/ 48 h 104"/>
                  <a:gd name="T8" fmla="*/ 128 w 128"/>
                  <a:gd name="T9" fmla="*/ 0 h 104"/>
                  <a:gd name="T10" fmla="*/ 0 60000 65536"/>
                  <a:gd name="T11" fmla="*/ 0 60000 65536"/>
                  <a:gd name="T12" fmla="*/ 0 60000 65536"/>
                  <a:gd name="T13" fmla="*/ 0 60000 65536"/>
                  <a:gd name="T14" fmla="*/ 0 60000 65536"/>
                  <a:gd name="T15" fmla="*/ 0 w 128"/>
                  <a:gd name="T16" fmla="*/ 0 h 104"/>
                  <a:gd name="T17" fmla="*/ 128 w 128"/>
                  <a:gd name="T18" fmla="*/ 104 h 104"/>
                </a:gdLst>
                <a:ahLst/>
                <a:cxnLst>
                  <a:cxn ang="T10">
                    <a:pos x="T0" y="T1"/>
                  </a:cxn>
                  <a:cxn ang="T11">
                    <a:pos x="T2" y="T3"/>
                  </a:cxn>
                  <a:cxn ang="T12">
                    <a:pos x="T4" y="T5"/>
                  </a:cxn>
                  <a:cxn ang="T13">
                    <a:pos x="T6" y="T7"/>
                  </a:cxn>
                  <a:cxn ang="T14">
                    <a:pos x="T8" y="T9"/>
                  </a:cxn>
                </a:cxnLst>
                <a:rect l="T15" t="T16" r="T17" b="T18"/>
                <a:pathLst>
                  <a:path w="128" h="104">
                    <a:moveTo>
                      <a:pt x="128" y="0"/>
                    </a:moveTo>
                    <a:lnTo>
                      <a:pt x="40" y="104"/>
                    </a:lnTo>
                    <a:lnTo>
                      <a:pt x="16" y="72"/>
                    </a:lnTo>
                    <a:lnTo>
                      <a:pt x="0" y="48"/>
                    </a:lnTo>
                    <a:lnTo>
                      <a:pt x="128" y="0"/>
                    </a:lnTo>
                    <a:close/>
                  </a:path>
                </a:pathLst>
              </a:custGeom>
              <a:grpFill/>
              <a:ln w="9525">
                <a:solidFill>
                  <a:schemeClr val="bg1">
                    <a:lumMod val="65000"/>
                  </a:schemeClr>
                </a:solidFill>
                <a:round/>
                <a:headEnd/>
                <a:tailEnd/>
              </a:ln>
            </p:spPr>
            <p:txBody>
              <a:bodyPr/>
              <a:lstStyle/>
              <a:p>
                <a:endParaRPr lang="en-US"/>
              </a:p>
            </p:txBody>
          </p:sp>
          <p:sp>
            <p:nvSpPr>
              <p:cNvPr id="104674" name="Line 5">
                <a:extLst>
                  <a:ext uri="{FF2B5EF4-FFF2-40B4-BE49-F238E27FC236}">
                    <a16:creationId xmlns:a16="http://schemas.microsoft.com/office/drawing/2014/main" id="{0C66ED15-1539-409F-2569-106E5E36FD47}"/>
                  </a:ext>
                </a:extLst>
              </p:cNvPr>
              <p:cNvSpPr>
                <a:spLocks noChangeShapeType="1"/>
              </p:cNvSpPr>
              <p:nvPr/>
            </p:nvSpPr>
            <p:spPr bwMode="auto">
              <a:xfrm flipV="1">
                <a:off x="3772" y="2757"/>
                <a:ext cx="790" cy="529"/>
              </a:xfrm>
              <a:prstGeom prst="line">
                <a:avLst/>
              </a:prstGeom>
              <a:grpFill/>
              <a:ln w="25400">
                <a:solidFill>
                  <a:schemeClr val="bg1">
                    <a:lumMod val="65000"/>
                  </a:schemeClr>
                </a:solidFill>
                <a:round/>
                <a:headEnd/>
                <a:tailEnd/>
              </a:ln>
            </p:spPr>
            <p:txBody>
              <a:bodyPr/>
              <a:lstStyle/>
              <a:p>
                <a:endParaRPr lang="en-US"/>
              </a:p>
            </p:txBody>
          </p:sp>
        </p:grpSp>
        <p:grpSp>
          <p:nvGrpSpPr>
            <p:cNvPr id="103454" name="Group 6">
              <a:extLst>
                <a:ext uri="{FF2B5EF4-FFF2-40B4-BE49-F238E27FC236}">
                  <a16:creationId xmlns:a16="http://schemas.microsoft.com/office/drawing/2014/main" id="{E29F4C66-6A35-0920-0E4B-786C6425DC06}"/>
                </a:ext>
              </a:extLst>
            </p:cNvPr>
            <p:cNvGrpSpPr>
              <a:grpSpLocks/>
            </p:cNvGrpSpPr>
            <p:nvPr/>
          </p:nvGrpSpPr>
          <p:grpSpPr bwMode="auto">
            <a:xfrm>
              <a:off x="1944" y="2690"/>
              <a:ext cx="894" cy="596"/>
              <a:chOff x="1944" y="2690"/>
              <a:chExt cx="894" cy="596"/>
            </a:xfrm>
            <a:grpFill/>
          </p:grpSpPr>
          <p:sp>
            <p:nvSpPr>
              <p:cNvPr id="104671" name="Freeform 7">
                <a:extLst>
                  <a:ext uri="{FF2B5EF4-FFF2-40B4-BE49-F238E27FC236}">
                    <a16:creationId xmlns:a16="http://schemas.microsoft.com/office/drawing/2014/main" id="{46C6497D-B190-8C36-FE16-A7D18EE79CCD}"/>
                  </a:ext>
                </a:extLst>
              </p:cNvPr>
              <p:cNvSpPr>
                <a:spLocks/>
              </p:cNvSpPr>
              <p:nvPr/>
            </p:nvSpPr>
            <p:spPr bwMode="auto">
              <a:xfrm>
                <a:off x="2702" y="2690"/>
                <a:ext cx="136" cy="104"/>
              </a:xfrm>
              <a:custGeom>
                <a:avLst/>
                <a:gdLst>
                  <a:gd name="T0" fmla="*/ 136 w 136"/>
                  <a:gd name="T1" fmla="*/ 0 h 104"/>
                  <a:gd name="T2" fmla="*/ 40 w 136"/>
                  <a:gd name="T3" fmla="*/ 104 h 104"/>
                  <a:gd name="T4" fmla="*/ 24 w 136"/>
                  <a:gd name="T5" fmla="*/ 72 h 104"/>
                  <a:gd name="T6" fmla="*/ 0 w 136"/>
                  <a:gd name="T7" fmla="*/ 48 h 104"/>
                  <a:gd name="T8" fmla="*/ 136 w 136"/>
                  <a:gd name="T9" fmla="*/ 0 h 104"/>
                  <a:gd name="T10" fmla="*/ 0 60000 65536"/>
                  <a:gd name="T11" fmla="*/ 0 60000 65536"/>
                  <a:gd name="T12" fmla="*/ 0 60000 65536"/>
                  <a:gd name="T13" fmla="*/ 0 60000 65536"/>
                  <a:gd name="T14" fmla="*/ 0 60000 65536"/>
                  <a:gd name="T15" fmla="*/ 0 w 136"/>
                  <a:gd name="T16" fmla="*/ 0 h 104"/>
                  <a:gd name="T17" fmla="*/ 136 w 136"/>
                  <a:gd name="T18" fmla="*/ 104 h 104"/>
                </a:gdLst>
                <a:ahLst/>
                <a:cxnLst>
                  <a:cxn ang="T10">
                    <a:pos x="T0" y="T1"/>
                  </a:cxn>
                  <a:cxn ang="T11">
                    <a:pos x="T2" y="T3"/>
                  </a:cxn>
                  <a:cxn ang="T12">
                    <a:pos x="T4" y="T5"/>
                  </a:cxn>
                  <a:cxn ang="T13">
                    <a:pos x="T6" y="T7"/>
                  </a:cxn>
                  <a:cxn ang="T14">
                    <a:pos x="T8" y="T9"/>
                  </a:cxn>
                </a:cxnLst>
                <a:rect l="T15" t="T16" r="T17" b="T18"/>
                <a:pathLst>
                  <a:path w="136" h="104">
                    <a:moveTo>
                      <a:pt x="136" y="0"/>
                    </a:moveTo>
                    <a:lnTo>
                      <a:pt x="40" y="104"/>
                    </a:lnTo>
                    <a:lnTo>
                      <a:pt x="24" y="72"/>
                    </a:lnTo>
                    <a:lnTo>
                      <a:pt x="0" y="48"/>
                    </a:lnTo>
                    <a:lnTo>
                      <a:pt x="136" y="0"/>
                    </a:lnTo>
                    <a:close/>
                  </a:path>
                </a:pathLst>
              </a:custGeom>
              <a:grpFill/>
              <a:ln w="9525">
                <a:solidFill>
                  <a:schemeClr val="bg1">
                    <a:lumMod val="65000"/>
                  </a:schemeClr>
                </a:solidFill>
                <a:round/>
                <a:headEnd/>
                <a:tailEnd/>
              </a:ln>
            </p:spPr>
            <p:txBody>
              <a:bodyPr/>
              <a:lstStyle/>
              <a:p>
                <a:endParaRPr lang="en-US"/>
              </a:p>
            </p:txBody>
          </p:sp>
          <p:sp>
            <p:nvSpPr>
              <p:cNvPr id="104672" name="Line 8">
                <a:extLst>
                  <a:ext uri="{FF2B5EF4-FFF2-40B4-BE49-F238E27FC236}">
                    <a16:creationId xmlns:a16="http://schemas.microsoft.com/office/drawing/2014/main" id="{77EC43A6-8CCB-9632-8A1C-EFA2986C7260}"/>
                  </a:ext>
                </a:extLst>
              </p:cNvPr>
              <p:cNvSpPr>
                <a:spLocks noChangeShapeType="1"/>
              </p:cNvSpPr>
              <p:nvPr/>
            </p:nvSpPr>
            <p:spPr bwMode="auto">
              <a:xfrm flipV="1">
                <a:off x="1944" y="2758"/>
                <a:ext cx="790" cy="528"/>
              </a:xfrm>
              <a:prstGeom prst="line">
                <a:avLst/>
              </a:prstGeom>
              <a:grpFill/>
              <a:ln w="25400">
                <a:solidFill>
                  <a:schemeClr val="bg1">
                    <a:lumMod val="65000"/>
                  </a:schemeClr>
                </a:solidFill>
                <a:round/>
                <a:headEnd/>
                <a:tailEnd/>
              </a:ln>
            </p:spPr>
            <p:txBody>
              <a:bodyPr/>
              <a:lstStyle/>
              <a:p>
                <a:endParaRPr lang="en-US"/>
              </a:p>
            </p:txBody>
          </p:sp>
        </p:grpSp>
        <p:grpSp>
          <p:nvGrpSpPr>
            <p:cNvPr id="103455" name="Group 9">
              <a:extLst>
                <a:ext uri="{FF2B5EF4-FFF2-40B4-BE49-F238E27FC236}">
                  <a16:creationId xmlns:a16="http://schemas.microsoft.com/office/drawing/2014/main" id="{65B3A9B1-3121-C102-384D-7726AA6AA96C}"/>
                </a:ext>
              </a:extLst>
            </p:cNvPr>
            <p:cNvGrpSpPr>
              <a:grpSpLocks/>
            </p:cNvGrpSpPr>
            <p:nvPr/>
          </p:nvGrpSpPr>
          <p:grpSpPr bwMode="auto">
            <a:xfrm>
              <a:off x="1483" y="2379"/>
              <a:ext cx="429" cy="598"/>
              <a:chOff x="1483" y="2379"/>
              <a:chExt cx="429" cy="598"/>
            </a:xfrm>
            <a:grpFill/>
          </p:grpSpPr>
          <p:sp>
            <p:nvSpPr>
              <p:cNvPr id="104669" name="Freeform 10">
                <a:extLst>
                  <a:ext uri="{FF2B5EF4-FFF2-40B4-BE49-F238E27FC236}">
                    <a16:creationId xmlns:a16="http://schemas.microsoft.com/office/drawing/2014/main" id="{5D63E80C-A3A6-828D-965C-81B1E8475BFB}"/>
                  </a:ext>
                </a:extLst>
              </p:cNvPr>
              <p:cNvSpPr>
                <a:spLocks/>
              </p:cNvSpPr>
              <p:nvPr/>
            </p:nvSpPr>
            <p:spPr bwMode="auto">
              <a:xfrm>
                <a:off x="1808" y="2379"/>
                <a:ext cx="104" cy="136"/>
              </a:xfrm>
              <a:custGeom>
                <a:avLst/>
                <a:gdLst>
                  <a:gd name="T0" fmla="*/ 104 w 104"/>
                  <a:gd name="T1" fmla="*/ 0 h 136"/>
                  <a:gd name="T2" fmla="*/ 56 w 104"/>
                  <a:gd name="T3" fmla="*/ 136 h 136"/>
                  <a:gd name="T4" fmla="*/ 32 w 104"/>
                  <a:gd name="T5" fmla="*/ 112 h 136"/>
                  <a:gd name="T6" fmla="*/ 0 w 104"/>
                  <a:gd name="T7" fmla="*/ 96 h 136"/>
                  <a:gd name="T8" fmla="*/ 104 w 104"/>
                  <a:gd name="T9" fmla="*/ 0 h 136"/>
                  <a:gd name="T10" fmla="*/ 0 60000 65536"/>
                  <a:gd name="T11" fmla="*/ 0 60000 65536"/>
                  <a:gd name="T12" fmla="*/ 0 60000 65536"/>
                  <a:gd name="T13" fmla="*/ 0 60000 65536"/>
                  <a:gd name="T14" fmla="*/ 0 60000 65536"/>
                  <a:gd name="T15" fmla="*/ 0 w 104"/>
                  <a:gd name="T16" fmla="*/ 0 h 136"/>
                  <a:gd name="T17" fmla="*/ 104 w 104"/>
                  <a:gd name="T18" fmla="*/ 136 h 136"/>
                </a:gdLst>
                <a:ahLst/>
                <a:cxnLst>
                  <a:cxn ang="T10">
                    <a:pos x="T0" y="T1"/>
                  </a:cxn>
                  <a:cxn ang="T11">
                    <a:pos x="T2" y="T3"/>
                  </a:cxn>
                  <a:cxn ang="T12">
                    <a:pos x="T4" y="T5"/>
                  </a:cxn>
                  <a:cxn ang="T13">
                    <a:pos x="T6" y="T7"/>
                  </a:cxn>
                  <a:cxn ang="T14">
                    <a:pos x="T8" y="T9"/>
                  </a:cxn>
                </a:cxnLst>
                <a:rect l="T15" t="T16" r="T17" b="T18"/>
                <a:pathLst>
                  <a:path w="104" h="136">
                    <a:moveTo>
                      <a:pt x="104" y="0"/>
                    </a:moveTo>
                    <a:lnTo>
                      <a:pt x="56" y="136"/>
                    </a:lnTo>
                    <a:lnTo>
                      <a:pt x="32" y="112"/>
                    </a:lnTo>
                    <a:lnTo>
                      <a:pt x="0" y="96"/>
                    </a:lnTo>
                    <a:lnTo>
                      <a:pt x="104" y="0"/>
                    </a:lnTo>
                    <a:close/>
                  </a:path>
                </a:pathLst>
              </a:custGeom>
              <a:grpFill/>
              <a:ln w="9525">
                <a:solidFill>
                  <a:schemeClr val="bg1">
                    <a:lumMod val="65000"/>
                  </a:schemeClr>
                </a:solidFill>
                <a:round/>
                <a:headEnd/>
                <a:tailEnd/>
              </a:ln>
            </p:spPr>
            <p:txBody>
              <a:bodyPr/>
              <a:lstStyle/>
              <a:p>
                <a:endParaRPr lang="en-US"/>
              </a:p>
            </p:txBody>
          </p:sp>
          <p:sp>
            <p:nvSpPr>
              <p:cNvPr id="104670" name="Line 11">
                <a:extLst>
                  <a:ext uri="{FF2B5EF4-FFF2-40B4-BE49-F238E27FC236}">
                    <a16:creationId xmlns:a16="http://schemas.microsoft.com/office/drawing/2014/main" id="{D4F6F7C7-75A6-0D9A-FA35-1C42C1BD736C}"/>
                  </a:ext>
                </a:extLst>
              </p:cNvPr>
              <p:cNvSpPr>
                <a:spLocks noChangeShapeType="1"/>
              </p:cNvSpPr>
              <p:nvPr/>
            </p:nvSpPr>
            <p:spPr bwMode="auto">
              <a:xfrm flipV="1">
                <a:off x="1483" y="2483"/>
                <a:ext cx="362" cy="494"/>
              </a:xfrm>
              <a:prstGeom prst="line">
                <a:avLst/>
              </a:prstGeom>
              <a:grpFill/>
              <a:ln w="25400">
                <a:solidFill>
                  <a:schemeClr val="bg1">
                    <a:lumMod val="65000"/>
                  </a:schemeClr>
                </a:solidFill>
                <a:round/>
                <a:headEnd/>
                <a:tailEnd/>
              </a:ln>
            </p:spPr>
            <p:txBody>
              <a:bodyPr/>
              <a:lstStyle/>
              <a:p>
                <a:endParaRPr lang="en-US"/>
              </a:p>
            </p:txBody>
          </p:sp>
        </p:grpSp>
        <p:grpSp>
          <p:nvGrpSpPr>
            <p:cNvPr id="103456" name="Group 12">
              <a:extLst>
                <a:ext uri="{FF2B5EF4-FFF2-40B4-BE49-F238E27FC236}">
                  <a16:creationId xmlns:a16="http://schemas.microsoft.com/office/drawing/2014/main" id="{537465C1-5E3C-9B50-0F26-F8D361A0A447}"/>
                </a:ext>
              </a:extLst>
            </p:cNvPr>
            <p:cNvGrpSpPr>
              <a:grpSpLocks/>
            </p:cNvGrpSpPr>
            <p:nvPr/>
          </p:nvGrpSpPr>
          <p:grpSpPr bwMode="auto">
            <a:xfrm>
              <a:off x="1936" y="2379"/>
              <a:ext cx="894" cy="604"/>
              <a:chOff x="1936" y="2379"/>
              <a:chExt cx="894" cy="604"/>
            </a:xfrm>
            <a:grpFill/>
          </p:grpSpPr>
          <p:sp>
            <p:nvSpPr>
              <p:cNvPr id="104667" name="Freeform 13">
                <a:extLst>
                  <a:ext uri="{FF2B5EF4-FFF2-40B4-BE49-F238E27FC236}">
                    <a16:creationId xmlns:a16="http://schemas.microsoft.com/office/drawing/2014/main" id="{9F6D40F3-3F28-8751-67DE-4E3B3DCFE7EB}"/>
                  </a:ext>
                </a:extLst>
              </p:cNvPr>
              <p:cNvSpPr>
                <a:spLocks/>
              </p:cNvSpPr>
              <p:nvPr/>
            </p:nvSpPr>
            <p:spPr bwMode="auto">
              <a:xfrm>
                <a:off x="2702" y="2379"/>
                <a:ext cx="128" cy="104"/>
              </a:xfrm>
              <a:custGeom>
                <a:avLst/>
                <a:gdLst>
                  <a:gd name="T0" fmla="*/ 128 w 128"/>
                  <a:gd name="T1" fmla="*/ 0 h 104"/>
                  <a:gd name="T2" fmla="*/ 40 w 128"/>
                  <a:gd name="T3" fmla="*/ 104 h 104"/>
                  <a:gd name="T4" fmla="*/ 16 w 128"/>
                  <a:gd name="T5" fmla="*/ 80 h 104"/>
                  <a:gd name="T6" fmla="*/ 0 w 128"/>
                  <a:gd name="T7" fmla="*/ 48 h 104"/>
                  <a:gd name="T8" fmla="*/ 128 w 128"/>
                  <a:gd name="T9" fmla="*/ 0 h 104"/>
                  <a:gd name="T10" fmla="*/ 0 60000 65536"/>
                  <a:gd name="T11" fmla="*/ 0 60000 65536"/>
                  <a:gd name="T12" fmla="*/ 0 60000 65536"/>
                  <a:gd name="T13" fmla="*/ 0 60000 65536"/>
                  <a:gd name="T14" fmla="*/ 0 60000 65536"/>
                  <a:gd name="T15" fmla="*/ 0 w 128"/>
                  <a:gd name="T16" fmla="*/ 0 h 104"/>
                  <a:gd name="T17" fmla="*/ 128 w 128"/>
                  <a:gd name="T18" fmla="*/ 104 h 104"/>
                </a:gdLst>
                <a:ahLst/>
                <a:cxnLst>
                  <a:cxn ang="T10">
                    <a:pos x="T0" y="T1"/>
                  </a:cxn>
                  <a:cxn ang="T11">
                    <a:pos x="T2" y="T3"/>
                  </a:cxn>
                  <a:cxn ang="T12">
                    <a:pos x="T4" y="T5"/>
                  </a:cxn>
                  <a:cxn ang="T13">
                    <a:pos x="T6" y="T7"/>
                  </a:cxn>
                  <a:cxn ang="T14">
                    <a:pos x="T8" y="T9"/>
                  </a:cxn>
                </a:cxnLst>
                <a:rect l="T15" t="T16" r="T17" b="T18"/>
                <a:pathLst>
                  <a:path w="128" h="104">
                    <a:moveTo>
                      <a:pt x="128" y="0"/>
                    </a:moveTo>
                    <a:lnTo>
                      <a:pt x="40" y="104"/>
                    </a:lnTo>
                    <a:lnTo>
                      <a:pt x="16" y="80"/>
                    </a:lnTo>
                    <a:lnTo>
                      <a:pt x="0" y="48"/>
                    </a:lnTo>
                    <a:lnTo>
                      <a:pt x="128" y="0"/>
                    </a:lnTo>
                    <a:close/>
                  </a:path>
                </a:pathLst>
              </a:custGeom>
              <a:grpFill/>
              <a:ln w="9525">
                <a:solidFill>
                  <a:schemeClr val="bg1">
                    <a:lumMod val="65000"/>
                  </a:schemeClr>
                </a:solidFill>
                <a:round/>
                <a:headEnd/>
                <a:tailEnd/>
              </a:ln>
            </p:spPr>
            <p:txBody>
              <a:bodyPr/>
              <a:lstStyle/>
              <a:p>
                <a:endParaRPr lang="en-US"/>
              </a:p>
            </p:txBody>
          </p:sp>
          <p:sp>
            <p:nvSpPr>
              <p:cNvPr id="104668" name="Line 14">
                <a:extLst>
                  <a:ext uri="{FF2B5EF4-FFF2-40B4-BE49-F238E27FC236}">
                    <a16:creationId xmlns:a16="http://schemas.microsoft.com/office/drawing/2014/main" id="{3D3CEE79-191D-A0A2-A633-73A508C9F244}"/>
                  </a:ext>
                </a:extLst>
              </p:cNvPr>
              <p:cNvSpPr>
                <a:spLocks noChangeShapeType="1"/>
              </p:cNvSpPr>
              <p:nvPr/>
            </p:nvSpPr>
            <p:spPr bwMode="auto">
              <a:xfrm flipV="1">
                <a:off x="1936" y="2455"/>
                <a:ext cx="790" cy="528"/>
              </a:xfrm>
              <a:prstGeom prst="line">
                <a:avLst/>
              </a:prstGeom>
              <a:grpFill/>
              <a:ln w="25400">
                <a:solidFill>
                  <a:schemeClr val="bg1">
                    <a:lumMod val="65000"/>
                  </a:schemeClr>
                </a:solidFill>
                <a:round/>
                <a:headEnd/>
                <a:tailEnd/>
              </a:ln>
            </p:spPr>
            <p:txBody>
              <a:bodyPr/>
              <a:lstStyle/>
              <a:p>
                <a:endParaRPr lang="en-US"/>
              </a:p>
            </p:txBody>
          </p:sp>
        </p:grpSp>
        <p:grpSp>
          <p:nvGrpSpPr>
            <p:cNvPr id="103457" name="Group 15">
              <a:extLst>
                <a:ext uri="{FF2B5EF4-FFF2-40B4-BE49-F238E27FC236}">
                  <a16:creationId xmlns:a16="http://schemas.microsoft.com/office/drawing/2014/main" id="{854FE008-18E2-191F-0909-76A9F1E72E3C}"/>
                </a:ext>
              </a:extLst>
            </p:cNvPr>
            <p:cNvGrpSpPr>
              <a:grpSpLocks/>
            </p:cNvGrpSpPr>
            <p:nvPr/>
          </p:nvGrpSpPr>
          <p:grpSpPr bwMode="auto">
            <a:xfrm>
              <a:off x="1952" y="2076"/>
              <a:ext cx="886" cy="290"/>
              <a:chOff x="1952" y="2076"/>
              <a:chExt cx="886" cy="290"/>
            </a:xfrm>
            <a:grpFill/>
          </p:grpSpPr>
          <p:sp>
            <p:nvSpPr>
              <p:cNvPr id="104665" name="Freeform 16">
                <a:extLst>
                  <a:ext uri="{FF2B5EF4-FFF2-40B4-BE49-F238E27FC236}">
                    <a16:creationId xmlns:a16="http://schemas.microsoft.com/office/drawing/2014/main" id="{97A460A8-50A6-1DA0-B7FC-C8EAF35AFD2F}"/>
                  </a:ext>
                </a:extLst>
              </p:cNvPr>
              <p:cNvSpPr>
                <a:spLocks/>
              </p:cNvSpPr>
              <p:nvPr/>
            </p:nvSpPr>
            <p:spPr bwMode="auto">
              <a:xfrm>
                <a:off x="2702" y="2076"/>
                <a:ext cx="136" cy="72"/>
              </a:xfrm>
              <a:custGeom>
                <a:avLst/>
                <a:gdLst>
                  <a:gd name="T0" fmla="*/ 136 w 136"/>
                  <a:gd name="T1" fmla="*/ 0 h 72"/>
                  <a:gd name="T2" fmla="*/ 16 w 136"/>
                  <a:gd name="T3" fmla="*/ 72 h 72"/>
                  <a:gd name="T4" fmla="*/ 8 w 136"/>
                  <a:gd name="T5" fmla="*/ 40 h 72"/>
                  <a:gd name="T6" fmla="*/ 0 w 136"/>
                  <a:gd name="T7" fmla="*/ 8 h 72"/>
                  <a:gd name="T8" fmla="*/ 136 w 136"/>
                  <a:gd name="T9" fmla="*/ 0 h 72"/>
                  <a:gd name="T10" fmla="*/ 0 60000 65536"/>
                  <a:gd name="T11" fmla="*/ 0 60000 65536"/>
                  <a:gd name="T12" fmla="*/ 0 60000 65536"/>
                  <a:gd name="T13" fmla="*/ 0 60000 65536"/>
                  <a:gd name="T14" fmla="*/ 0 60000 65536"/>
                  <a:gd name="T15" fmla="*/ 0 w 136"/>
                  <a:gd name="T16" fmla="*/ 0 h 72"/>
                  <a:gd name="T17" fmla="*/ 136 w 136"/>
                  <a:gd name="T18" fmla="*/ 72 h 72"/>
                </a:gdLst>
                <a:ahLst/>
                <a:cxnLst>
                  <a:cxn ang="T10">
                    <a:pos x="T0" y="T1"/>
                  </a:cxn>
                  <a:cxn ang="T11">
                    <a:pos x="T2" y="T3"/>
                  </a:cxn>
                  <a:cxn ang="T12">
                    <a:pos x="T4" y="T5"/>
                  </a:cxn>
                  <a:cxn ang="T13">
                    <a:pos x="T6" y="T7"/>
                  </a:cxn>
                  <a:cxn ang="T14">
                    <a:pos x="T8" y="T9"/>
                  </a:cxn>
                </a:cxnLst>
                <a:rect l="T15" t="T16" r="T17" b="T18"/>
                <a:pathLst>
                  <a:path w="136" h="72">
                    <a:moveTo>
                      <a:pt x="136" y="0"/>
                    </a:moveTo>
                    <a:lnTo>
                      <a:pt x="16" y="72"/>
                    </a:lnTo>
                    <a:lnTo>
                      <a:pt x="8" y="40"/>
                    </a:lnTo>
                    <a:lnTo>
                      <a:pt x="0" y="8"/>
                    </a:lnTo>
                    <a:lnTo>
                      <a:pt x="136" y="0"/>
                    </a:lnTo>
                    <a:close/>
                  </a:path>
                </a:pathLst>
              </a:custGeom>
              <a:grpFill/>
              <a:ln w="9525">
                <a:solidFill>
                  <a:schemeClr val="bg1">
                    <a:lumMod val="65000"/>
                  </a:schemeClr>
                </a:solidFill>
                <a:round/>
                <a:headEnd/>
                <a:tailEnd/>
              </a:ln>
            </p:spPr>
            <p:txBody>
              <a:bodyPr/>
              <a:lstStyle/>
              <a:p>
                <a:endParaRPr lang="en-US"/>
              </a:p>
            </p:txBody>
          </p:sp>
          <p:sp>
            <p:nvSpPr>
              <p:cNvPr id="104666" name="Line 17">
                <a:extLst>
                  <a:ext uri="{FF2B5EF4-FFF2-40B4-BE49-F238E27FC236}">
                    <a16:creationId xmlns:a16="http://schemas.microsoft.com/office/drawing/2014/main" id="{9E52BC50-D4C5-46EA-2078-ED870C463D66}"/>
                  </a:ext>
                </a:extLst>
              </p:cNvPr>
              <p:cNvSpPr>
                <a:spLocks noChangeShapeType="1"/>
              </p:cNvSpPr>
              <p:nvPr/>
            </p:nvSpPr>
            <p:spPr bwMode="auto">
              <a:xfrm flipV="1">
                <a:off x="1952" y="2114"/>
                <a:ext cx="766" cy="252"/>
              </a:xfrm>
              <a:prstGeom prst="line">
                <a:avLst/>
              </a:prstGeom>
              <a:grpFill/>
              <a:ln w="25400">
                <a:solidFill>
                  <a:schemeClr val="bg1">
                    <a:lumMod val="65000"/>
                  </a:schemeClr>
                </a:solidFill>
                <a:round/>
                <a:headEnd/>
                <a:tailEnd/>
              </a:ln>
            </p:spPr>
            <p:txBody>
              <a:bodyPr/>
              <a:lstStyle/>
              <a:p>
                <a:endParaRPr lang="en-US"/>
              </a:p>
            </p:txBody>
          </p:sp>
        </p:grpSp>
        <p:grpSp>
          <p:nvGrpSpPr>
            <p:cNvPr id="103458" name="Group 18">
              <a:extLst>
                <a:ext uri="{FF2B5EF4-FFF2-40B4-BE49-F238E27FC236}">
                  <a16:creationId xmlns:a16="http://schemas.microsoft.com/office/drawing/2014/main" id="{B492B0FD-3077-2A1A-0390-68BB501ED5FA}"/>
                </a:ext>
              </a:extLst>
            </p:cNvPr>
            <p:cNvGrpSpPr>
              <a:grpSpLocks/>
            </p:cNvGrpSpPr>
            <p:nvPr/>
          </p:nvGrpSpPr>
          <p:grpSpPr bwMode="auto">
            <a:xfrm>
              <a:off x="1481" y="1769"/>
              <a:ext cx="894" cy="283"/>
              <a:chOff x="1481" y="1769"/>
              <a:chExt cx="894" cy="283"/>
            </a:xfrm>
            <a:grpFill/>
          </p:grpSpPr>
          <p:sp>
            <p:nvSpPr>
              <p:cNvPr id="104663" name="Freeform 19">
                <a:extLst>
                  <a:ext uri="{FF2B5EF4-FFF2-40B4-BE49-F238E27FC236}">
                    <a16:creationId xmlns:a16="http://schemas.microsoft.com/office/drawing/2014/main" id="{48D36564-D5C9-236E-A0E5-B2BE49F970FB}"/>
                  </a:ext>
                </a:extLst>
              </p:cNvPr>
              <p:cNvSpPr>
                <a:spLocks/>
              </p:cNvSpPr>
              <p:nvPr/>
            </p:nvSpPr>
            <p:spPr bwMode="auto">
              <a:xfrm>
                <a:off x="2231" y="1980"/>
                <a:ext cx="144" cy="72"/>
              </a:xfrm>
              <a:custGeom>
                <a:avLst/>
                <a:gdLst>
                  <a:gd name="T0" fmla="*/ 144 w 144"/>
                  <a:gd name="T1" fmla="*/ 72 h 72"/>
                  <a:gd name="T2" fmla="*/ 0 w 144"/>
                  <a:gd name="T3" fmla="*/ 64 h 72"/>
                  <a:gd name="T4" fmla="*/ 16 w 144"/>
                  <a:gd name="T5" fmla="*/ 32 h 72"/>
                  <a:gd name="T6" fmla="*/ 24 w 144"/>
                  <a:gd name="T7" fmla="*/ 0 h 72"/>
                  <a:gd name="T8" fmla="*/ 144 w 144"/>
                  <a:gd name="T9" fmla="*/ 72 h 72"/>
                  <a:gd name="T10" fmla="*/ 0 60000 65536"/>
                  <a:gd name="T11" fmla="*/ 0 60000 65536"/>
                  <a:gd name="T12" fmla="*/ 0 60000 65536"/>
                  <a:gd name="T13" fmla="*/ 0 60000 65536"/>
                  <a:gd name="T14" fmla="*/ 0 60000 65536"/>
                  <a:gd name="T15" fmla="*/ 0 w 144"/>
                  <a:gd name="T16" fmla="*/ 0 h 72"/>
                  <a:gd name="T17" fmla="*/ 144 w 144"/>
                  <a:gd name="T18" fmla="*/ 72 h 72"/>
                </a:gdLst>
                <a:ahLst/>
                <a:cxnLst>
                  <a:cxn ang="T10">
                    <a:pos x="T0" y="T1"/>
                  </a:cxn>
                  <a:cxn ang="T11">
                    <a:pos x="T2" y="T3"/>
                  </a:cxn>
                  <a:cxn ang="T12">
                    <a:pos x="T4" y="T5"/>
                  </a:cxn>
                  <a:cxn ang="T13">
                    <a:pos x="T6" y="T7"/>
                  </a:cxn>
                  <a:cxn ang="T14">
                    <a:pos x="T8" y="T9"/>
                  </a:cxn>
                </a:cxnLst>
                <a:rect l="T15" t="T16" r="T17" b="T18"/>
                <a:pathLst>
                  <a:path w="144" h="72">
                    <a:moveTo>
                      <a:pt x="144" y="72"/>
                    </a:moveTo>
                    <a:lnTo>
                      <a:pt x="0" y="64"/>
                    </a:lnTo>
                    <a:lnTo>
                      <a:pt x="16" y="32"/>
                    </a:lnTo>
                    <a:lnTo>
                      <a:pt x="24" y="0"/>
                    </a:lnTo>
                    <a:lnTo>
                      <a:pt x="144" y="72"/>
                    </a:lnTo>
                    <a:close/>
                  </a:path>
                </a:pathLst>
              </a:custGeom>
              <a:grpFill/>
              <a:ln w="9525">
                <a:solidFill>
                  <a:schemeClr val="bg1">
                    <a:lumMod val="65000"/>
                  </a:schemeClr>
                </a:solidFill>
                <a:round/>
                <a:headEnd/>
                <a:tailEnd/>
              </a:ln>
            </p:spPr>
            <p:txBody>
              <a:bodyPr/>
              <a:lstStyle/>
              <a:p>
                <a:endParaRPr lang="en-US"/>
              </a:p>
            </p:txBody>
          </p:sp>
          <p:sp>
            <p:nvSpPr>
              <p:cNvPr id="104664" name="Line 20">
                <a:extLst>
                  <a:ext uri="{FF2B5EF4-FFF2-40B4-BE49-F238E27FC236}">
                    <a16:creationId xmlns:a16="http://schemas.microsoft.com/office/drawing/2014/main" id="{4D44A385-D3E7-8D48-9993-E9558EC0537E}"/>
                  </a:ext>
                </a:extLst>
              </p:cNvPr>
              <p:cNvSpPr>
                <a:spLocks noChangeShapeType="1"/>
              </p:cNvSpPr>
              <p:nvPr/>
            </p:nvSpPr>
            <p:spPr bwMode="auto">
              <a:xfrm>
                <a:off x="1481" y="1769"/>
                <a:ext cx="774" cy="244"/>
              </a:xfrm>
              <a:prstGeom prst="line">
                <a:avLst/>
              </a:prstGeom>
              <a:grpFill/>
              <a:ln w="25400">
                <a:solidFill>
                  <a:schemeClr val="bg1">
                    <a:lumMod val="65000"/>
                  </a:schemeClr>
                </a:solidFill>
                <a:round/>
                <a:headEnd/>
                <a:tailEnd/>
              </a:ln>
            </p:spPr>
            <p:txBody>
              <a:bodyPr/>
              <a:lstStyle/>
              <a:p>
                <a:endParaRPr lang="en-US"/>
              </a:p>
            </p:txBody>
          </p:sp>
        </p:grpSp>
        <p:sp>
          <p:nvSpPr>
            <p:cNvPr id="103459" name="Oval 21">
              <a:extLst>
                <a:ext uri="{FF2B5EF4-FFF2-40B4-BE49-F238E27FC236}">
                  <a16:creationId xmlns:a16="http://schemas.microsoft.com/office/drawing/2014/main" id="{72C99F30-605F-BCC9-1316-3932F3E78523}"/>
                </a:ext>
              </a:extLst>
            </p:cNvPr>
            <p:cNvSpPr>
              <a:spLocks noChangeArrowheads="1"/>
            </p:cNvSpPr>
            <p:nvPr/>
          </p:nvSpPr>
          <p:spPr bwMode="auto">
            <a:xfrm>
              <a:off x="1457" y="1741"/>
              <a:ext cx="32" cy="40"/>
            </a:xfrm>
            <a:prstGeom prst="ellipse">
              <a:avLst/>
            </a:prstGeom>
            <a:grpFill/>
            <a:ln w="9525">
              <a:solidFill>
                <a:schemeClr val="bg1">
                  <a:lumMod val="65000"/>
                </a:schemeClr>
              </a:solidFill>
              <a:round/>
              <a:headEnd/>
              <a:tailEnd/>
            </a:ln>
          </p:spPr>
          <p:txBody>
            <a:bodyPr/>
            <a:lstStyle/>
            <a:p>
              <a:endParaRPr lang="en-US"/>
            </a:p>
          </p:txBody>
        </p:sp>
        <p:sp>
          <p:nvSpPr>
            <p:cNvPr id="103460" name="Oval 22">
              <a:extLst>
                <a:ext uri="{FF2B5EF4-FFF2-40B4-BE49-F238E27FC236}">
                  <a16:creationId xmlns:a16="http://schemas.microsoft.com/office/drawing/2014/main" id="{CA51360B-4726-3192-40DB-F7C012194DC4}"/>
                </a:ext>
              </a:extLst>
            </p:cNvPr>
            <p:cNvSpPr>
              <a:spLocks noChangeArrowheads="1"/>
            </p:cNvSpPr>
            <p:nvPr/>
          </p:nvSpPr>
          <p:spPr bwMode="auto">
            <a:xfrm>
              <a:off x="1457" y="1741"/>
              <a:ext cx="32" cy="40"/>
            </a:xfrm>
            <a:prstGeom prst="ellipse">
              <a:avLst/>
            </a:prstGeom>
            <a:grpFill/>
            <a:ln w="25400">
              <a:solidFill>
                <a:schemeClr val="bg1">
                  <a:lumMod val="65000"/>
                </a:schemeClr>
              </a:solidFill>
              <a:round/>
              <a:headEnd/>
              <a:tailEnd/>
            </a:ln>
          </p:spPr>
          <p:txBody>
            <a:bodyPr/>
            <a:lstStyle/>
            <a:p>
              <a:endParaRPr lang="en-US"/>
            </a:p>
          </p:txBody>
        </p:sp>
        <p:sp>
          <p:nvSpPr>
            <p:cNvPr id="103461" name="Oval 23">
              <a:extLst>
                <a:ext uri="{FF2B5EF4-FFF2-40B4-BE49-F238E27FC236}">
                  <a16:creationId xmlns:a16="http://schemas.microsoft.com/office/drawing/2014/main" id="{87E0C097-E123-AB97-ED9F-A798548278FD}"/>
                </a:ext>
              </a:extLst>
            </p:cNvPr>
            <p:cNvSpPr>
              <a:spLocks noChangeArrowheads="1"/>
            </p:cNvSpPr>
            <p:nvPr/>
          </p:nvSpPr>
          <p:spPr bwMode="auto">
            <a:xfrm>
              <a:off x="1457" y="2044"/>
              <a:ext cx="40" cy="40"/>
            </a:xfrm>
            <a:prstGeom prst="ellipse">
              <a:avLst/>
            </a:prstGeom>
            <a:grpFill/>
            <a:ln w="9525">
              <a:solidFill>
                <a:schemeClr val="bg1">
                  <a:lumMod val="65000"/>
                </a:schemeClr>
              </a:solidFill>
              <a:round/>
              <a:headEnd/>
              <a:tailEnd/>
            </a:ln>
          </p:spPr>
          <p:txBody>
            <a:bodyPr/>
            <a:lstStyle/>
            <a:p>
              <a:endParaRPr lang="en-US"/>
            </a:p>
          </p:txBody>
        </p:sp>
        <p:sp>
          <p:nvSpPr>
            <p:cNvPr id="103462" name="Oval 24">
              <a:extLst>
                <a:ext uri="{FF2B5EF4-FFF2-40B4-BE49-F238E27FC236}">
                  <a16:creationId xmlns:a16="http://schemas.microsoft.com/office/drawing/2014/main" id="{A4CF9B11-A1FB-5A0F-F0E7-0D0FB545E92A}"/>
                </a:ext>
              </a:extLst>
            </p:cNvPr>
            <p:cNvSpPr>
              <a:spLocks noChangeArrowheads="1"/>
            </p:cNvSpPr>
            <p:nvPr/>
          </p:nvSpPr>
          <p:spPr bwMode="auto">
            <a:xfrm>
              <a:off x="1457" y="2044"/>
              <a:ext cx="40" cy="40"/>
            </a:xfrm>
            <a:prstGeom prst="ellipse">
              <a:avLst/>
            </a:prstGeom>
            <a:grpFill/>
            <a:ln w="25400">
              <a:solidFill>
                <a:schemeClr val="bg1">
                  <a:lumMod val="65000"/>
                </a:schemeClr>
              </a:solidFill>
              <a:round/>
              <a:headEnd/>
              <a:tailEnd/>
            </a:ln>
          </p:spPr>
          <p:txBody>
            <a:bodyPr/>
            <a:lstStyle/>
            <a:p>
              <a:endParaRPr lang="en-US"/>
            </a:p>
          </p:txBody>
        </p:sp>
        <p:sp>
          <p:nvSpPr>
            <p:cNvPr id="103463" name="Oval 25">
              <a:extLst>
                <a:ext uri="{FF2B5EF4-FFF2-40B4-BE49-F238E27FC236}">
                  <a16:creationId xmlns:a16="http://schemas.microsoft.com/office/drawing/2014/main" id="{2EFF9FF0-53D2-61DE-D5B0-569B5ABC56B4}"/>
                </a:ext>
              </a:extLst>
            </p:cNvPr>
            <p:cNvSpPr>
              <a:spLocks noChangeArrowheads="1"/>
            </p:cNvSpPr>
            <p:nvPr/>
          </p:nvSpPr>
          <p:spPr bwMode="auto">
            <a:xfrm>
              <a:off x="1457" y="2355"/>
              <a:ext cx="40" cy="32"/>
            </a:xfrm>
            <a:prstGeom prst="ellipse">
              <a:avLst/>
            </a:prstGeom>
            <a:grpFill/>
            <a:ln w="9525">
              <a:solidFill>
                <a:schemeClr val="bg1">
                  <a:lumMod val="65000"/>
                </a:schemeClr>
              </a:solidFill>
              <a:round/>
              <a:headEnd/>
              <a:tailEnd/>
            </a:ln>
          </p:spPr>
          <p:txBody>
            <a:bodyPr/>
            <a:lstStyle/>
            <a:p>
              <a:endParaRPr lang="en-US"/>
            </a:p>
          </p:txBody>
        </p:sp>
        <p:sp>
          <p:nvSpPr>
            <p:cNvPr id="103464" name="Oval 26">
              <a:extLst>
                <a:ext uri="{FF2B5EF4-FFF2-40B4-BE49-F238E27FC236}">
                  <a16:creationId xmlns:a16="http://schemas.microsoft.com/office/drawing/2014/main" id="{565F50FB-04EE-80D0-852B-94BA5F11578A}"/>
                </a:ext>
              </a:extLst>
            </p:cNvPr>
            <p:cNvSpPr>
              <a:spLocks noChangeArrowheads="1"/>
            </p:cNvSpPr>
            <p:nvPr/>
          </p:nvSpPr>
          <p:spPr bwMode="auto">
            <a:xfrm>
              <a:off x="1457" y="2355"/>
              <a:ext cx="40" cy="32"/>
            </a:xfrm>
            <a:prstGeom prst="ellipse">
              <a:avLst/>
            </a:prstGeom>
            <a:grpFill/>
            <a:ln w="25400">
              <a:solidFill>
                <a:schemeClr val="bg1">
                  <a:lumMod val="65000"/>
                </a:schemeClr>
              </a:solidFill>
              <a:round/>
              <a:headEnd/>
              <a:tailEnd/>
            </a:ln>
          </p:spPr>
          <p:txBody>
            <a:bodyPr/>
            <a:lstStyle/>
            <a:p>
              <a:endParaRPr lang="en-US"/>
            </a:p>
          </p:txBody>
        </p:sp>
        <p:sp>
          <p:nvSpPr>
            <p:cNvPr id="103465" name="Oval 27">
              <a:extLst>
                <a:ext uri="{FF2B5EF4-FFF2-40B4-BE49-F238E27FC236}">
                  <a16:creationId xmlns:a16="http://schemas.microsoft.com/office/drawing/2014/main" id="{CEEC4B44-8D10-C357-7BC7-0EE20D3E08B6}"/>
                </a:ext>
              </a:extLst>
            </p:cNvPr>
            <p:cNvSpPr>
              <a:spLocks noChangeArrowheads="1"/>
            </p:cNvSpPr>
            <p:nvPr/>
          </p:nvSpPr>
          <p:spPr bwMode="auto">
            <a:xfrm>
              <a:off x="1457" y="2658"/>
              <a:ext cx="32" cy="32"/>
            </a:xfrm>
            <a:prstGeom prst="ellipse">
              <a:avLst/>
            </a:prstGeom>
            <a:grpFill/>
            <a:ln w="9525">
              <a:solidFill>
                <a:schemeClr val="bg1">
                  <a:lumMod val="65000"/>
                </a:schemeClr>
              </a:solidFill>
              <a:round/>
              <a:headEnd/>
              <a:tailEnd/>
            </a:ln>
          </p:spPr>
          <p:txBody>
            <a:bodyPr/>
            <a:lstStyle/>
            <a:p>
              <a:endParaRPr lang="en-US"/>
            </a:p>
          </p:txBody>
        </p:sp>
        <p:sp>
          <p:nvSpPr>
            <p:cNvPr id="103466" name="Oval 28">
              <a:extLst>
                <a:ext uri="{FF2B5EF4-FFF2-40B4-BE49-F238E27FC236}">
                  <a16:creationId xmlns:a16="http://schemas.microsoft.com/office/drawing/2014/main" id="{2F1FAB2C-CD21-C038-B967-1696E4EE8B26}"/>
                </a:ext>
              </a:extLst>
            </p:cNvPr>
            <p:cNvSpPr>
              <a:spLocks noChangeArrowheads="1"/>
            </p:cNvSpPr>
            <p:nvPr/>
          </p:nvSpPr>
          <p:spPr bwMode="auto">
            <a:xfrm>
              <a:off x="1457" y="2658"/>
              <a:ext cx="32" cy="32"/>
            </a:xfrm>
            <a:prstGeom prst="ellipse">
              <a:avLst/>
            </a:prstGeom>
            <a:grpFill/>
            <a:ln w="25400">
              <a:solidFill>
                <a:schemeClr val="bg1">
                  <a:lumMod val="65000"/>
                </a:schemeClr>
              </a:solidFill>
              <a:round/>
              <a:headEnd/>
              <a:tailEnd/>
            </a:ln>
          </p:spPr>
          <p:txBody>
            <a:bodyPr/>
            <a:lstStyle/>
            <a:p>
              <a:endParaRPr lang="en-US"/>
            </a:p>
          </p:txBody>
        </p:sp>
        <p:sp>
          <p:nvSpPr>
            <p:cNvPr id="103467" name="Oval 29">
              <a:extLst>
                <a:ext uri="{FF2B5EF4-FFF2-40B4-BE49-F238E27FC236}">
                  <a16:creationId xmlns:a16="http://schemas.microsoft.com/office/drawing/2014/main" id="{E27B369D-A118-78A9-92BB-AABB0D594123}"/>
                </a:ext>
              </a:extLst>
            </p:cNvPr>
            <p:cNvSpPr>
              <a:spLocks noChangeArrowheads="1"/>
            </p:cNvSpPr>
            <p:nvPr/>
          </p:nvSpPr>
          <p:spPr bwMode="auto">
            <a:xfrm>
              <a:off x="1449" y="2969"/>
              <a:ext cx="40" cy="32"/>
            </a:xfrm>
            <a:prstGeom prst="ellipse">
              <a:avLst/>
            </a:prstGeom>
            <a:grpFill/>
            <a:ln w="9525">
              <a:solidFill>
                <a:schemeClr val="bg1">
                  <a:lumMod val="65000"/>
                </a:schemeClr>
              </a:solidFill>
              <a:round/>
              <a:headEnd/>
              <a:tailEnd/>
            </a:ln>
          </p:spPr>
          <p:txBody>
            <a:bodyPr/>
            <a:lstStyle/>
            <a:p>
              <a:endParaRPr lang="en-US"/>
            </a:p>
          </p:txBody>
        </p:sp>
        <p:sp>
          <p:nvSpPr>
            <p:cNvPr id="103468" name="Oval 30">
              <a:extLst>
                <a:ext uri="{FF2B5EF4-FFF2-40B4-BE49-F238E27FC236}">
                  <a16:creationId xmlns:a16="http://schemas.microsoft.com/office/drawing/2014/main" id="{3D71C9E5-0574-2B42-19A5-08830D1ACDBC}"/>
                </a:ext>
              </a:extLst>
            </p:cNvPr>
            <p:cNvSpPr>
              <a:spLocks noChangeArrowheads="1"/>
            </p:cNvSpPr>
            <p:nvPr/>
          </p:nvSpPr>
          <p:spPr bwMode="auto">
            <a:xfrm>
              <a:off x="1449" y="2969"/>
              <a:ext cx="40" cy="32"/>
            </a:xfrm>
            <a:prstGeom prst="ellipse">
              <a:avLst/>
            </a:prstGeom>
            <a:grpFill/>
            <a:ln w="25400">
              <a:solidFill>
                <a:schemeClr val="bg1">
                  <a:lumMod val="65000"/>
                </a:schemeClr>
              </a:solidFill>
              <a:round/>
              <a:headEnd/>
              <a:tailEnd/>
            </a:ln>
          </p:spPr>
          <p:txBody>
            <a:bodyPr/>
            <a:lstStyle/>
            <a:p>
              <a:endParaRPr lang="en-US"/>
            </a:p>
          </p:txBody>
        </p:sp>
        <p:grpSp>
          <p:nvGrpSpPr>
            <p:cNvPr id="103469" name="Group 31">
              <a:extLst>
                <a:ext uri="{FF2B5EF4-FFF2-40B4-BE49-F238E27FC236}">
                  <a16:creationId xmlns:a16="http://schemas.microsoft.com/office/drawing/2014/main" id="{6A60162E-6116-41A6-FFAE-4B10D4DD372A}"/>
                </a:ext>
              </a:extLst>
            </p:cNvPr>
            <p:cNvGrpSpPr>
              <a:grpSpLocks/>
            </p:cNvGrpSpPr>
            <p:nvPr/>
          </p:nvGrpSpPr>
          <p:grpSpPr bwMode="auto">
            <a:xfrm>
              <a:off x="1912" y="1741"/>
              <a:ext cx="40" cy="1260"/>
              <a:chOff x="1912" y="1741"/>
              <a:chExt cx="40" cy="1260"/>
            </a:xfrm>
            <a:grpFill/>
          </p:grpSpPr>
          <p:sp>
            <p:nvSpPr>
              <p:cNvPr id="104653" name="Oval 32">
                <a:extLst>
                  <a:ext uri="{FF2B5EF4-FFF2-40B4-BE49-F238E27FC236}">
                    <a16:creationId xmlns:a16="http://schemas.microsoft.com/office/drawing/2014/main" id="{5A912F9B-3839-5757-3050-BC7C68922617}"/>
                  </a:ext>
                </a:extLst>
              </p:cNvPr>
              <p:cNvSpPr>
                <a:spLocks noChangeArrowheads="1"/>
              </p:cNvSpPr>
              <p:nvPr/>
            </p:nvSpPr>
            <p:spPr bwMode="auto">
              <a:xfrm>
                <a:off x="1920" y="1741"/>
                <a:ext cx="32" cy="32"/>
              </a:xfrm>
              <a:prstGeom prst="ellipse">
                <a:avLst/>
              </a:prstGeom>
              <a:grpFill/>
              <a:ln w="9525">
                <a:solidFill>
                  <a:schemeClr val="bg1">
                    <a:lumMod val="65000"/>
                  </a:schemeClr>
                </a:solidFill>
                <a:round/>
                <a:headEnd/>
                <a:tailEnd/>
              </a:ln>
            </p:spPr>
            <p:txBody>
              <a:bodyPr/>
              <a:lstStyle/>
              <a:p>
                <a:endParaRPr lang="en-US"/>
              </a:p>
            </p:txBody>
          </p:sp>
          <p:sp>
            <p:nvSpPr>
              <p:cNvPr id="104654" name="Oval 33">
                <a:extLst>
                  <a:ext uri="{FF2B5EF4-FFF2-40B4-BE49-F238E27FC236}">
                    <a16:creationId xmlns:a16="http://schemas.microsoft.com/office/drawing/2014/main" id="{2DA2260C-1579-20FA-0F93-2C1BF2E46BCB}"/>
                  </a:ext>
                </a:extLst>
              </p:cNvPr>
              <p:cNvSpPr>
                <a:spLocks noChangeArrowheads="1"/>
              </p:cNvSpPr>
              <p:nvPr/>
            </p:nvSpPr>
            <p:spPr bwMode="auto">
              <a:xfrm>
                <a:off x="1920" y="1741"/>
                <a:ext cx="32" cy="32"/>
              </a:xfrm>
              <a:prstGeom prst="ellipse">
                <a:avLst/>
              </a:prstGeom>
              <a:grpFill/>
              <a:ln w="25400">
                <a:solidFill>
                  <a:schemeClr val="bg1">
                    <a:lumMod val="65000"/>
                  </a:schemeClr>
                </a:solidFill>
                <a:round/>
                <a:headEnd/>
                <a:tailEnd/>
              </a:ln>
            </p:spPr>
            <p:txBody>
              <a:bodyPr/>
              <a:lstStyle/>
              <a:p>
                <a:endParaRPr lang="en-US"/>
              </a:p>
            </p:txBody>
          </p:sp>
          <p:sp>
            <p:nvSpPr>
              <p:cNvPr id="104655" name="Oval 34">
                <a:extLst>
                  <a:ext uri="{FF2B5EF4-FFF2-40B4-BE49-F238E27FC236}">
                    <a16:creationId xmlns:a16="http://schemas.microsoft.com/office/drawing/2014/main" id="{E260856A-D5C6-D0CA-6B23-AAF8D12FA149}"/>
                  </a:ext>
                </a:extLst>
              </p:cNvPr>
              <p:cNvSpPr>
                <a:spLocks noChangeArrowheads="1"/>
              </p:cNvSpPr>
              <p:nvPr/>
            </p:nvSpPr>
            <p:spPr bwMode="auto">
              <a:xfrm>
                <a:off x="1920" y="2044"/>
                <a:ext cx="32" cy="32"/>
              </a:xfrm>
              <a:prstGeom prst="ellipse">
                <a:avLst/>
              </a:prstGeom>
              <a:grpFill/>
              <a:ln w="9525">
                <a:solidFill>
                  <a:schemeClr val="bg1">
                    <a:lumMod val="65000"/>
                  </a:schemeClr>
                </a:solidFill>
                <a:round/>
                <a:headEnd/>
                <a:tailEnd/>
              </a:ln>
            </p:spPr>
            <p:txBody>
              <a:bodyPr/>
              <a:lstStyle/>
              <a:p>
                <a:endParaRPr lang="en-US"/>
              </a:p>
            </p:txBody>
          </p:sp>
          <p:sp>
            <p:nvSpPr>
              <p:cNvPr id="104656" name="Oval 35">
                <a:extLst>
                  <a:ext uri="{FF2B5EF4-FFF2-40B4-BE49-F238E27FC236}">
                    <a16:creationId xmlns:a16="http://schemas.microsoft.com/office/drawing/2014/main" id="{34F2A2A3-9217-4D32-EF6D-2EFABECC436A}"/>
                  </a:ext>
                </a:extLst>
              </p:cNvPr>
              <p:cNvSpPr>
                <a:spLocks noChangeArrowheads="1"/>
              </p:cNvSpPr>
              <p:nvPr/>
            </p:nvSpPr>
            <p:spPr bwMode="auto">
              <a:xfrm>
                <a:off x="1920" y="2044"/>
                <a:ext cx="32" cy="32"/>
              </a:xfrm>
              <a:prstGeom prst="ellipse">
                <a:avLst/>
              </a:prstGeom>
              <a:grpFill/>
              <a:ln w="25400">
                <a:solidFill>
                  <a:schemeClr val="bg1">
                    <a:lumMod val="65000"/>
                  </a:schemeClr>
                </a:solidFill>
                <a:round/>
                <a:headEnd/>
                <a:tailEnd/>
              </a:ln>
            </p:spPr>
            <p:txBody>
              <a:bodyPr/>
              <a:lstStyle/>
              <a:p>
                <a:endParaRPr lang="en-US"/>
              </a:p>
            </p:txBody>
          </p:sp>
          <p:sp>
            <p:nvSpPr>
              <p:cNvPr id="104657" name="Oval 36">
                <a:extLst>
                  <a:ext uri="{FF2B5EF4-FFF2-40B4-BE49-F238E27FC236}">
                    <a16:creationId xmlns:a16="http://schemas.microsoft.com/office/drawing/2014/main" id="{145B7A7A-8D2B-1CC5-D18E-A1CB3BE9E9E3}"/>
                  </a:ext>
                </a:extLst>
              </p:cNvPr>
              <p:cNvSpPr>
                <a:spLocks noChangeArrowheads="1"/>
              </p:cNvSpPr>
              <p:nvPr/>
            </p:nvSpPr>
            <p:spPr bwMode="auto">
              <a:xfrm>
                <a:off x="1920" y="2347"/>
                <a:ext cx="32" cy="40"/>
              </a:xfrm>
              <a:prstGeom prst="ellipse">
                <a:avLst/>
              </a:prstGeom>
              <a:grpFill/>
              <a:ln w="9525">
                <a:solidFill>
                  <a:schemeClr val="bg1">
                    <a:lumMod val="65000"/>
                  </a:schemeClr>
                </a:solidFill>
                <a:round/>
                <a:headEnd/>
                <a:tailEnd/>
              </a:ln>
            </p:spPr>
            <p:txBody>
              <a:bodyPr/>
              <a:lstStyle/>
              <a:p>
                <a:endParaRPr lang="en-US"/>
              </a:p>
            </p:txBody>
          </p:sp>
          <p:sp>
            <p:nvSpPr>
              <p:cNvPr id="104658" name="Oval 37">
                <a:extLst>
                  <a:ext uri="{FF2B5EF4-FFF2-40B4-BE49-F238E27FC236}">
                    <a16:creationId xmlns:a16="http://schemas.microsoft.com/office/drawing/2014/main" id="{48DA637B-BC6D-A0C9-3990-C98699AC2AB1}"/>
                  </a:ext>
                </a:extLst>
              </p:cNvPr>
              <p:cNvSpPr>
                <a:spLocks noChangeArrowheads="1"/>
              </p:cNvSpPr>
              <p:nvPr/>
            </p:nvSpPr>
            <p:spPr bwMode="auto">
              <a:xfrm>
                <a:off x="1920" y="2347"/>
                <a:ext cx="32" cy="40"/>
              </a:xfrm>
              <a:prstGeom prst="ellipse">
                <a:avLst/>
              </a:prstGeom>
              <a:grpFill/>
              <a:ln w="25400">
                <a:solidFill>
                  <a:schemeClr val="bg1">
                    <a:lumMod val="65000"/>
                  </a:schemeClr>
                </a:solidFill>
                <a:round/>
                <a:headEnd/>
                <a:tailEnd/>
              </a:ln>
            </p:spPr>
            <p:txBody>
              <a:bodyPr/>
              <a:lstStyle/>
              <a:p>
                <a:endParaRPr lang="en-US"/>
              </a:p>
            </p:txBody>
          </p:sp>
          <p:sp>
            <p:nvSpPr>
              <p:cNvPr id="104659" name="Oval 38">
                <a:extLst>
                  <a:ext uri="{FF2B5EF4-FFF2-40B4-BE49-F238E27FC236}">
                    <a16:creationId xmlns:a16="http://schemas.microsoft.com/office/drawing/2014/main" id="{97460F31-B2D7-F64A-1464-CF583D2AE850}"/>
                  </a:ext>
                </a:extLst>
              </p:cNvPr>
              <p:cNvSpPr>
                <a:spLocks noChangeArrowheads="1"/>
              </p:cNvSpPr>
              <p:nvPr/>
            </p:nvSpPr>
            <p:spPr bwMode="auto">
              <a:xfrm>
                <a:off x="1920" y="2658"/>
                <a:ext cx="32" cy="32"/>
              </a:xfrm>
              <a:prstGeom prst="ellipse">
                <a:avLst/>
              </a:prstGeom>
              <a:grpFill/>
              <a:ln w="9525">
                <a:solidFill>
                  <a:schemeClr val="bg1">
                    <a:lumMod val="65000"/>
                  </a:schemeClr>
                </a:solidFill>
                <a:round/>
                <a:headEnd/>
                <a:tailEnd/>
              </a:ln>
            </p:spPr>
            <p:txBody>
              <a:bodyPr/>
              <a:lstStyle/>
              <a:p>
                <a:endParaRPr lang="en-US"/>
              </a:p>
            </p:txBody>
          </p:sp>
          <p:sp>
            <p:nvSpPr>
              <p:cNvPr id="104660" name="Oval 39">
                <a:extLst>
                  <a:ext uri="{FF2B5EF4-FFF2-40B4-BE49-F238E27FC236}">
                    <a16:creationId xmlns:a16="http://schemas.microsoft.com/office/drawing/2014/main" id="{AF4DC767-C96B-4002-8216-B22CE1C37683}"/>
                  </a:ext>
                </a:extLst>
              </p:cNvPr>
              <p:cNvSpPr>
                <a:spLocks noChangeArrowheads="1"/>
              </p:cNvSpPr>
              <p:nvPr/>
            </p:nvSpPr>
            <p:spPr bwMode="auto">
              <a:xfrm>
                <a:off x="1920" y="2658"/>
                <a:ext cx="32" cy="32"/>
              </a:xfrm>
              <a:prstGeom prst="ellipse">
                <a:avLst/>
              </a:prstGeom>
              <a:grpFill/>
              <a:ln w="25400">
                <a:solidFill>
                  <a:schemeClr val="bg1">
                    <a:lumMod val="65000"/>
                  </a:schemeClr>
                </a:solidFill>
                <a:round/>
                <a:headEnd/>
                <a:tailEnd/>
              </a:ln>
            </p:spPr>
            <p:txBody>
              <a:bodyPr/>
              <a:lstStyle/>
              <a:p>
                <a:endParaRPr lang="en-US"/>
              </a:p>
            </p:txBody>
          </p:sp>
          <p:sp>
            <p:nvSpPr>
              <p:cNvPr id="104661" name="Oval 40">
                <a:extLst>
                  <a:ext uri="{FF2B5EF4-FFF2-40B4-BE49-F238E27FC236}">
                    <a16:creationId xmlns:a16="http://schemas.microsoft.com/office/drawing/2014/main" id="{EB6D136E-CC84-0934-EB1A-DD79C80075FC}"/>
                  </a:ext>
                </a:extLst>
              </p:cNvPr>
              <p:cNvSpPr>
                <a:spLocks noChangeArrowheads="1"/>
              </p:cNvSpPr>
              <p:nvPr/>
            </p:nvSpPr>
            <p:spPr bwMode="auto">
              <a:xfrm>
                <a:off x="1912" y="2961"/>
                <a:ext cx="32" cy="40"/>
              </a:xfrm>
              <a:prstGeom prst="ellipse">
                <a:avLst/>
              </a:prstGeom>
              <a:grpFill/>
              <a:ln w="9525">
                <a:solidFill>
                  <a:schemeClr val="bg1">
                    <a:lumMod val="65000"/>
                  </a:schemeClr>
                </a:solidFill>
                <a:round/>
                <a:headEnd/>
                <a:tailEnd/>
              </a:ln>
            </p:spPr>
            <p:txBody>
              <a:bodyPr/>
              <a:lstStyle/>
              <a:p>
                <a:endParaRPr lang="en-US"/>
              </a:p>
            </p:txBody>
          </p:sp>
          <p:sp>
            <p:nvSpPr>
              <p:cNvPr id="104662" name="Oval 41">
                <a:extLst>
                  <a:ext uri="{FF2B5EF4-FFF2-40B4-BE49-F238E27FC236}">
                    <a16:creationId xmlns:a16="http://schemas.microsoft.com/office/drawing/2014/main" id="{EE1C1439-7C48-7B35-654E-17AC65E06C79}"/>
                  </a:ext>
                </a:extLst>
              </p:cNvPr>
              <p:cNvSpPr>
                <a:spLocks noChangeArrowheads="1"/>
              </p:cNvSpPr>
              <p:nvPr/>
            </p:nvSpPr>
            <p:spPr bwMode="auto">
              <a:xfrm>
                <a:off x="1912" y="2961"/>
                <a:ext cx="32" cy="40"/>
              </a:xfrm>
              <a:prstGeom prst="ellipse">
                <a:avLst/>
              </a:prstGeom>
              <a:grpFill/>
              <a:ln w="25400">
                <a:solidFill>
                  <a:schemeClr val="bg1">
                    <a:lumMod val="65000"/>
                  </a:schemeClr>
                </a:solidFill>
                <a:round/>
                <a:headEnd/>
                <a:tailEnd/>
              </a:ln>
            </p:spPr>
            <p:txBody>
              <a:bodyPr/>
              <a:lstStyle/>
              <a:p>
                <a:endParaRPr lang="en-US"/>
              </a:p>
            </p:txBody>
          </p:sp>
        </p:grpSp>
        <p:grpSp>
          <p:nvGrpSpPr>
            <p:cNvPr id="103470" name="Group 42">
              <a:extLst>
                <a:ext uri="{FF2B5EF4-FFF2-40B4-BE49-F238E27FC236}">
                  <a16:creationId xmlns:a16="http://schemas.microsoft.com/office/drawing/2014/main" id="{D8F46436-0F42-346D-FD4D-11FD9BF4DE9B}"/>
                </a:ext>
              </a:extLst>
            </p:cNvPr>
            <p:cNvGrpSpPr>
              <a:grpSpLocks/>
            </p:cNvGrpSpPr>
            <p:nvPr/>
          </p:nvGrpSpPr>
          <p:grpSpPr bwMode="auto">
            <a:xfrm>
              <a:off x="2375" y="1749"/>
              <a:ext cx="40" cy="1252"/>
              <a:chOff x="2375" y="1749"/>
              <a:chExt cx="40" cy="1252"/>
            </a:xfrm>
            <a:grpFill/>
          </p:grpSpPr>
          <p:sp>
            <p:nvSpPr>
              <p:cNvPr id="104643" name="Oval 43">
                <a:extLst>
                  <a:ext uri="{FF2B5EF4-FFF2-40B4-BE49-F238E27FC236}">
                    <a16:creationId xmlns:a16="http://schemas.microsoft.com/office/drawing/2014/main" id="{8A9D270E-D119-68DC-2984-61E80ABB5C45}"/>
                  </a:ext>
                </a:extLst>
              </p:cNvPr>
              <p:cNvSpPr>
                <a:spLocks noChangeArrowheads="1"/>
              </p:cNvSpPr>
              <p:nvPr/>
            </p:nvSpPr>
            <p:spPr bwMode="auto">
              <a:xfrm>
                <a:off x="2375" y="1749"/>
                <a:ext cx="32" cy="32"/>
              </a:xfrm>
              <a:prstGeom prst="ellipse">
                <a:avLst/>
              </a:prstGeom>
              <a:grpFill/>
              <a:ln w="9525">
                <a:solidFill>
                  <a:schemeClr val="bg1">
                    <a:lumMod val="65000"/>
                  </a:schemeClr>
                </a:solidFill>
                <a:round/>
                <a:headEnd/>
                <a:tailEnd/>
              </a:ln>
            </p:spPr>
            <p:txBody>
              <a:bodyPr/>
              <a:lstStyle/>
              <a:p>
                <a:endParaRPr lang="en-US"/>
              </a:p>
            </p:txBody>
          </p:sp>
          <p:sp>
            <p:nvSpPr>
              <p:cNvPr id="104644" name="Oval 44">
                <a:extLst>
                  <a:ext uri="{FF2B5EF4-FFF2-40B4-BE49-F238E27FC236}">
                    <a16:creationId xmlns:a16="http://schemas.microsoft.com/office/drawing/2014/main" id="{80C00B7B-75C3-499C-079B-D10E6F97C8EE}"/>
                  </a:ext>
                </a:extLst>
              </p:cNvPr>
              <p:cNvSpPr>
                <a:spLocks noChangeArrowheads="1"/>
              </p:cNvSpPr>
              <p:nvPr/>
            </p:nvSpPr>
            <p:spPr bwMode="auto">
              <a:xfrm>
                <a:off x="2375" y="1749"/>
                <a:ext cx="32" cy="32"/>
              </a:xfrm>
              <a:prstGeom prst="ellipse">
                <a:avLst/>
              </a:prstGeom>
              <a:grpFill/>
              <a:ln w="25400">
                <a:solidFill>
                  <a:schemeClr val="bg1">
                    <a:lumMod val="65000"/>
                  </a:schemeClr>
                </a:solidFill>
                <a:round/>
                <a:headEnd/>
                <a:tailEnd/>
              </a:ln>
            </p:spPr>
            <p:txBody>
              <a:bodyPr/>
              <a:lstStyle/>
              <a:p>
                <a:endParaRPr lang="en-US"/>
              </a:p>
            </p:txBody>
          </p:sp>
          <p:sp>
            <p:nvSpPr>
              <p:cNvPr id="104645" name="Oval 45">
                <a:extLst>
                  <a:ext uri="{FF2B5EF4-FFF2-40B4-BE49-F238E27FC236}">
                    <a16:creationId xmlns:a16="http://schemas.microsoft.com/office/drawing/2014/main" id="{BCBF9164-4D0B-41BF-18D0-445AEDE427C0}"/>
                  </a:ext>
                </a:extLst>
              </p:cNvPr>
              <p:cNvSpPr>
                <a:spLocks noChangeArrowheads="1"/>
              </p:cNvSpPr>
              <p:nvPr/>
            </p:nvSpPr>
            <p:spPr bwMode="auto">
              <a:xfrm>
                <a:off x="2383" y="2052"/>
                <a:ext cx="32" cy="32"/>
              </a:xfrm>
              <a:prstGeom prst="ellipse">
                <a:avLst/>
              </a:prstGeom>
              <a:grpFill/>
              <a:ln w="9525">
                <a:solidFill>
                  <a:schemeClr val="bg1">
                    <a:lumMod val="65000"/>
                  </a:schemeClr>
                </a:solidFill>
                <a:round/>
                <a:headEnd/>
                <a:tailEnd/>
              </a:ln>
            </p:spPr>
            <p:txBody>
              <a:bodyPr/>
              <a:lstStyle/>
              <a:p>
                <a:endParaRPr lang="en-US"/>
              </a:p>
            </p:txBody>
          </p:sp>
          <p:sp>
            <p:nvSpPr>
              <p:cNvPr id="104646" name="Oval 46">
                <a:extLst>
                  <a:ext uri="{FF2B5EF4-FFF2-40B4-BE49-F238E27FC236}">
                    <a16:creationId xmlns:a16="http://schemas.microsoft.com/office/drawing/2014/main" id="{7D3A794A-7010-2388-8B9C-69C3C1D1E318}"/>
                  </a:ext>
                </a:extLst>
              </p:cNvPr>
              <p:cNvSpPr>
                <a:spLocks noChangeArrowheads="1"/>
              </p:cNvSpPr>
              <p:nvPr/>
            </p:nvSpPr>
            <p:spPr bwMode="auto">
              <a:xfrm>
                <a:off x="2383" y="2052"/>
                <a:ext cx="32" cy="32"/>
              </a:xfrm>
              <a:prstGeom prst="ellipse">
                <a:avLst/>
              </a:prstGeom>
              <a:grpFill/>
              <a:ln w="25400">
                <a:solidFill>
                  <a:schemeClr val="bg1">
                    <a:lumMod val="65000"/>
                  </a:schemeClr>
                </a:solidFill>
                <a:round/>
                <a:headEnd/>
                <a:tailEnd/>
              </a:ln>
            </p:spPr>
            <p:txBody>
              <a:bodyPr/>
              <a:lstStyle/>
              <a:p>
                <a:endParaRPr lang="en-US"/>
              </a:p>
            </p:txBody>
          </p:sp>
          <p:sp>
            <p:nvSpPr>
              <p:cNvPr id="104647" name="Oval 47">
                <a:extLst>
                  <a:ext uri="{FF2B5EF4-FFF2-40B4-BE49-F238E27FC236}">
                    <a16:creationId xmlns:a16="http://schemas.microsoft.com/office/drawing/2014/main" id="{4C34AB83-1F5C-ABC8-E867-1D628C5458AE}"/>
                  </a:ext>
                </a:extLst>
              </p:cNvPr>
              <p:cNvSpPr>
                <a:spLocks noChangeArrowheads="1"/>
              </p:cNvSpPr>
              <p:nvPr/>
            </p:nvSpPr>
            <p:spPr bwMode="auto">
              <a:xfrm>
                <a:off x="2383" y="2355"/>
                <a:ext cx="32" cy="32"/>
              </a:xfrm>
              <a:prstGeom prst="ellipse">
                <a:avLst/>
              </a:prstGeom>
              <a:grpFill/>
              <a:ln w="9525">
                <a:solidFill>
                  <a:schemeClr val="bg1">
                    <a:lumMod val="65000"/>
                  </a:schemeClr>
                </a:solidFill>
                <a:round/>
                <a:headEnd/>
                <a:tailEnd/>
              </a:ln>
            </p:spPr>
            <p:txBody>
              <a:bodyPr/>
              <a:lstStyle/>
              <a:p>
                <a:endParaRPr lang="en-US"/>
              </a:p>
            </p:txBody>
          </p:sp>
          <p:sp>
            <p:nvSpPr>
              <p:cNvPr id="104648" name="Oval 48">
                <a:extLst>
                  <a:ext uri="{FF2B5EF4-FFF2-40B4-BE49-F238E27FC236}">
                    <a16:creationId xmlns:a16="http://schemas.microsoft.com/office/drawing/2014/main" id="{D8B41704-574D-1316-2989-587E93E3B8B8}"/>
                  </a:ext>
                </a:extLst>
              </p:cNvPr>
              <p:cNvSpPr>
                <a:spLocks noChangeArrowheads="1"/>
              </p:cNvSpPr>
              <p:nvPr/>
            </p:nvSpPr>
            <p:spPr bwMode="auto">
              <a:xfrm>
                <a:off x="2383" y="2355"/>
                <a:ext cx="32" cy="32"/>
              </a:xfrm>
              <a:prstGeom prst="ellipse">
                <a:avLst/>
              </a:prstGeom>
              <a:grpFill/>
              <a:ln w="25400">
                <a:solidFill>
                  <a:schemeClr val="bg1">
                    <a:lumMod val="65000"/>
                  </a:schemeClr>
                </a:solidFill>
                <a:round/>
                <a:headEnd/>
                <a:tailEnd/>
              </a:ln>
            </p:spPr>
            <p:txBody>
              <a:bodyPr/>
              <a:lstStyle/>
              <a:p>
                <a:endParaRPr lang="en-US"/>
              </a:p>
            </p:txBody>
          </p:sp>
          <p:sp>
            <p:nvSpPr>
              <p:cNvPr id="104649" name="Oval 49">
                <a:extLst>
                  <a:ext uri="{FF2B5EF4-FFF2-40B4-BE49-F238E27FC236}">
                    <a16:creationId xmlns:a16="http://schemas.microsoft.com/office/drawing/2014/main" id="{909A3BAF-2755-69BA-33AE-8EB9EF09D14C}"/>
                  </a:ext>
                </a:extLst>
              </p:cNvPr>
              <p:cNvSpPr>
                <a:spLocks noChangeArrowheads="1"/>
              </p:cNvSpPr>
              <p:nvPr/>
            </p:nvSpPr>
            <p:spPr bwMode="auto">
              <a:xfrm>
                <a:off x="2375" y="2658"/>
                <a:ext cx="32" cy="40"/>
              </a:xfrm>
              <a:prstGeom prst="ellipse">
                <a:avLst/>
              </a:prstGeom>
              <a:grpFill/>
              <a:ln w="9525">
                <a:solidFill>
                  <a:schemeClr val="bg1">
                    <a:lumMod val="65000"/>
                  </a:schemeClr>
                </a:solidFill>
                <a:round/>
                <a:headEnd/>
                <a:tailEnd/>
              </a:ln>
            </p:spPr>
            <p:txBody>
              <a:bodyPr/>
              <a:lstStyle/>
              <a:p>
                <a:endParaRPr lang="en-US"/>
              </a:p>
            </p:txBody>
          </p:sp>
          <p:sp>
            <p:nvSpPr>
              <p:cNvPr id="104650" name="Oval 50">
                <a:extLst>
                  <a:ext uri="{FF2B5EF4-FFF2-40B4-BE49-F238E27FC236}">
                    <a16:creationId xmlns:a16="http://schemas.microsoft.com/office/drawing/2014/main" id="{B4E59E2A-08E4-2F6E-81D6-3167959BADA6}"/>
                  </a:ext>
                </a:extLst>
              </p:cNvPr>
              <p:cNvSpPr>
                <a:spLocks noChangeArrowheads="1"/>
              </p:cNvSpPr>
              <p:nvPr/>
            </p:nvSpPr>
            <p:spPr bwMode="auto">
              <a:xfrm>
                <a:off x="2375" y="2658"/>
                <a:ext cx="32" cy="40"/>
              </a:xfrm>
              <a:prstGeom prst="ellipse">
                <a:avLst/>
              </a:prstGeom>
              <a:grpFill/>
              <a:ln w="25400">
                <a:solidFill>
                  <a:schemeClr val="bg1">
                    <a:lumMod val="65000"/>
                  </a:schemeClr>
                </a:solidFill>
                <a:round/>
                <a:headEnd/>
                <a:tailEnd/>
              </a:ln>
            </p:spPr>
            <p:txBody>
              <a:bodyPr/>
              <a:lstStyle/>
              <a:p>
                <a:endParaRPr lang="en-US"/>
              </a:p>
            </p:txBody>
          </p:sp>
          <p:sp>
            <p:nvSpPr>
              <p:cNvPr id="104651" name="Oval 51">
                <a:extLst>
                  <a:ext uri="{FF2B5EF4-FFF2-40B4-BE49-F238E27FC236}">
                    <a16:creationId xmlns:a16="http://schemas.microsoft.com/office/drawing/2014/main" id="{40B88D7E-74B9-B680-E63A-CFC3E5EC84BF}"/>
                  </a:ext>
                </a:extLst>
              </p:cNvPr>
              <p:cNvSpPr>
                <a:spLocks noChangeArrowheads="1"/>
              </p:cNvSpPr>
              <p:nvPr/>
            </p:nvSpPr>
            <p:spPr bwMode="auto">
              <a:xfrm>
                <a:off x="2375" y="2969"/>
                <a:ext cx="32" cy="32"/>
              </a:xfrm>
              <a:prstGeom prst="ellipse">
                <a:avLst/>
              </a:prstGeom>
              <a:grpFill/>
              <a:ln w="9525">
                <a:solidFill>
                  <a:schemeClr val="bg1">
                    <a:lumMod val="65000"/>
                  </a:schemeClr>
                </a:solidFill>
                <a:round/>
                <a:headEnd/>
                <a:tailEnd/>
              </a:ln>
            </p:spPr>
            <p:txBody>
              <a:bodyPr/>
              <a:lstStyle/>
              <a:p>
                <a:endParaRPr lang="en-US"/>
              </a:p>
            </p:txBody>
          </p:sp>
          <p:sp>
            <p:nvSpPr>
              <p:cNvPr id="104652" name="Oval 52">
                <a:extLst>
                  <a:ext uri="{FF2B5EF4-FFF2-40B4-BE49-F238E27FC236}">
                    <a16:creationId xmlns:a16="http://schemas.microsoft.com/office/drawing/2014/main" id="{28C12E4B-17CB-1BF7-B0DE-0CA7B00AD87C}"/>
                  </a:ext>
                </a:extLst>
              </p:cNvPr>
              <p:cNvSpPr>
                <a:spLocks noChangeArrowheads="1"/>
              </p:cNvSpPr>
              <p:nvPr/>
            </p:nvSpPr>
            <p:spPr bwMode="auto">
              <a:xfrm>
                <a:off x="2375" y="2969"/>
                <a:ext cx="32" cy="32"/>
              </a:xfrm>
              <a:prstGeom prst="ellipse">
                <a:avLst/>
              </a:prstGeom>
              <a:grpFill/>
              <a:ln w="25400">
                <a:solidFill>
                  <a:schemeClr val="bg1">
                    <a:lumMod val="65000"/>
                  </a:schemeClr>
                </a:solidFill>
                <a:round/>
                <a:headEnd/>
                <a:tailEnd/>
              </a:ln>
            </p:spPr>
            <p:txBody>
              <a:bodyPr/>
              <a:lstStyle/>
              <a:p>
                <a:endParaRPr lang="en-US"/>
              </a:p>
            </p:txBody>
          </p:sp>
        </p:grpSp>
        <p:grpSp>
          <p:nvGrpSpPr>
            <p:cNvPr id="103471" name="Group 53">
              <a:extLst>
                <a:ext uri="{FF2B5EF4-FFF2-40B4-BE49-F238E27FC236}">
                  <a16:creationId xmlns:a16="http://schemas.microsoft.com/office/drawing/2014/main" id="{0B8C821E-0F64-8BB4-53CD-7A2FDEF1F26B}"/>
                </a:ext>
              </a:extLst>
            </p:cNvPr>
            <p:cNvGrpSpPr>
              <a:grpSpLocks/>
            </p:cNvGrpSpPr>
            <p:nvPr/>
          </p:nvGrpSpPr>
          <p:grpSpPr bwMode="auto">
            <a:xfrm>
              <a:off x="1489" y="2076"/>
              <a:ext cx="431" cy="284"/>
              <a:chOff x="1489" y="2076"/>
              <a:chExt cx="431" cy="284"/>
            </a:xfrm>
            <a:grpFill/>
          </p:grpSpPr>
          <p:sp>
            <p:nvSpPr>
              <p:cNvPr id="104641" name="Freeform 54">
                <a:extLst>
                  <a:ext uri="{FF2B5EF4-FFF2-40B4-BE49-F238E27FC236}">
                    <a16:creationId xmlns:a16="http://schemas.microsoft.com/office/drawing/2014/main" id="{D5EBFEAB-83A3-F442-5D7E-2D9BAA364AB2}"/>
                  </a:ext>
                </a:extLst>
              </p:cNvPr>
              <p:cNvSpPr>
                <a:spLocks/>
              </p:cNvSpPr>
              <p:nvPr/>
            </p:nvSpPr>
            <p:spPr bwMode="auto">
              <a:xfrm>
                <a:off x="1784" y="2076"/>
                <a:ext cx="136" cy="96"/>
              </a:xfrm>
              <a:custGeom>
                <a:avLst/>
                <a:gdLst>
                  <a:gd name="T0" fmla="*/ 136 w 136"/>
                  <a:gd name="T1" fmla="*/ 0 h 96"/>
                  <a:gd name="T2" fmla="*/ 40 w 136"/>
                  <a:gd name="T3" fmla="*/ 96 h 96"/>
                  <a:gd name="T4" fmla="*/ 24 w 136"/>
                  <a:gd name="T5" fmla="*/ 72 h 96"/>
                  <a:gd name="T6" fmla="*/ 0 w 136"/>
                  <a:gd name="T7" fmla="*/ 40 h 96"/>
                  <a:gd name="T8" fmla="*/ 136 w 136"/>
                  <a:gd name="T9" fmla="*/ 0 h 96"/>
                  <a:gd name="T10" fmla="*/ 0 60000 65536"/>
                  <a:gd name="T11" fmla="*/ 0 60000 65536"/>
                  <a:gd name="T12" fmla="*/ 0 60000 65536"/>
                  <a:gd name="T13" fmla="*/ 0 60000 65536"/>
                  <a:gd name="T14" fmla="*/ 0 60000 65536"/>
                  <a:gd name="T15" fmla="*/ 0 w 136"/>
                  <a:gd name="T16" fmla="*/ 0 h 96"/>
                  <a:gd name="T17" fmla="*/ 136 w 136"/>
                  <a:gd name="T18" fmla="*/ 96 h 96"/>
                </a:gdLst>
                <a:ahLst/>
                <a:cxnLst>
                  <a:cxn ang="T10">
                    <a:pos x="T0" y="T1"/>
                  </a:cxn>
                  <a:cxn ang="T11">
                    <a:pos x="T2" y="T3"/>
                  </a:cxn>
                  <a:cxn ang="T12">
                    <a:pos x="T4" y="T5"/>
                  </a:cxn>
                  <a:cxn ang="T13">
                    <a:pos x="T6" y="T7"/>
                  </a:cxn>
                  <a:cxn ang="T14">
                    <a:pos x="T8" y="T9"/>
                  </a:cxn>
                </a:cxnLst>
                <a:rect l="T15" t="T16" r="T17" b="T18"/>
                <a:pathLst>
                  <a:path w="136" h="96">
                    <a:moveTo>
                      <a:pt x="136" y="0"/>
                    </a:moveTo>
                    <a:lnTo>
                      <a:pt x="40" y="96"/>
                    </a:lnTo>
                    <a:lnTo>
                      <a:pt x="24" y="72"/>
                    </a:lnTo>
                    <a:lnTo>
                      <a:pt x="0" y="40"/>
                    </a:lnTo>
                    <a:lnTo>
                      <a:pt x="136" y="0"/>
                    </a:lnTo>
                    <a:close/>
                  </a:path>
                </a:pathLst>
              </a:custGeom>
              <a:grpFill/>
              <a:ln w="9525">
                <a:solidFill>
                  <a:schemeClr val="bg1">
                    <a:lumMod val="65000"/>
                  </a:schemeClr>
                </a:solidFill>
                <a:round/>
                <a:headEnd/>
                <a:tailEnd/>
              </a:ln>
            </p:spPr>
            <p:txBody>
              <a:bodyPr/>
              <a:lstStyle/>
              <a:p>
                <a:endParaRPr lang="en-US"/>
              </a:p>
            </p:txBody>
          </p:sp>
          <p:sp>
            <p:nvSpPr>
              <p:cNvPr id="104642" name="Line 55">
                <a:extLst>
                  <a:ext uri="{FF2B5EF4-FFF2-40B4-BE49-F238E27FC236}">
                    <a16:creationId xmlns:a16="http://schemas.microsoft.com/office/drawing/2014/main" id="{4A24B6B6-358E-6E8F-0972-307AFEBBB377}"/>
                  </a:ext>
                </a:extLst>
              </p:cNvPr>
              <p:cNvSpPr>
                <a:spLocks noChangeShapeType="1"/>
              </p:cNvSpPr>
              <p:nvPr/>
            </p:nvSpPr>
            <p:spPr bwMode="auto">
              <a:xfrm flipV="1">
                <a:off x="1489" y="2143"/>
                <a:ext cx="327" cy="217"/>
              </a:xfrm>
              <a:prstGeom prst="line">
                <a:avLst/>
              </a:prstGeom>
              <a:grpFill/>
              <a:ln w="25400">
                <a:solidFill>
                  <a:schemeClr val="bg1">
                    <a:lumMod val="65000"/>
                  </a:schemeClr>
                </a:solidFill>
                <a:round/>
                <a:headEnd/>
                <a:tailEnd/>
              </a:ln>
            </p:spPr>
            <p:txBody>
              <a:bodyPr/>
              <a:lstStyle/>
              <a:p>
                <a:endParaRPr lang="en-US"/>
              </a:p>
            </p:txBody>
          </p:sp>
        </p:grpSp>
        <p:grpSp>
          <p:nvGrpSpPr>
            <p:cNvPr id="103472" name="Group 56">
              <a:extLst>
                <a:ext uri="{FF2B5EF4-FFF2-40B4-BE49-F238E27FC236}">
                  <a16:creationId xmlns:a16="http://schemas.microsoft.com/office/drawing/2014/main" id="{2B777797-C2CC-4976-5EFD-228925614EF3}"/>
                </a:ext>
              </a:extLst>
            </p:cNvPr>
            <p:cNvGrpSpPr>
              <a:grpSpLocks/>
            </p:cNvGrpSpPr>
            <p:nvPr/>
          </p:nvGrpSpPr>
          <p:grpSpPr bwMode="auto">
            <a:xfrm>
              <a:off x="1489" y="1733"/>
              <a:ext cx="423" cy="56"/>
              <a:chOff x="1489" y="1733"/>
              <a:chExt cx="423" cy="56"/>
            </a:xfrm>
            <a:grpFill/>
          </p:grpSpPr>
          <p:sp>
            <p:nvSpPr>
              <p:cNvPr id="104633" name="Freeform 57">
                <a:extLst>
                  <a:ext uri="{FF2B5EF4-FFF2-40B4-BE49-F238E27FC236}">
                    <a16:creationId xmlns:a16="http://schemas.microsoft.com/office/drawing/2014/main" id="{CA962FC0-2A8E-174C-1AE0-7F5A93993122}"/>
                  </a:ext>
                </a:extLst>
              </p:cNvPr>
              <p:cNvSpPr>
                <a:spLocks/>
              </p:cNvSpPr>
              <p:nvPr/>
            </p:nvSpPr>
            <p:spPr bwMode="auto">
              <a:xfrm>
                <a:off x="1792" y="1733"/>
                <a:ext cx="120" cy="56"/>
              </a:xfrm>
              <a:custGeom>
                <a:avLst/>
                <a:gdLst>
                  <a:gd name="T0" fmla="*/ 120 w 120"/>
                  <a:gd name="T1" fmla="*/ 24 h 56"/>
                  <a:gd name="T2" fmla="*/ 0 w 120"/>
                  <a:gd name="T3" fmla="*/ 56 h 56"/>
                  <a:gd name="T4" fmla="*/ 0 w 120"/>
                  <a:gd name="T5" fmla="*/ 24 h 56"/>
                  <a:gd name="T6" fmla="*/ 0 w 120"/>
                  <a:gd name="T7" fmla="*/ 0 h 56"/>
                  <a:gd name="T8" fmla="*/ 120 w 120"/>
                  <a:gd name="T9" fmla="*/ 24 h 56"/>
                  <a:gd name="T10" fmla="*/ 0 60000 65536"/>
                  <a:gd name="T11" fmla="*/ 0 60000 65536"/>
                  <a:gd name="T12" fmla="*/ 0 60000 65536"/>
                  <a:gd name="T13" fmla="*/ 0 60000 65536"/>
                  <a:gd name="T14" fmla="*/ 0 60000 65536"/>
                  <a:gd name="T15" fmla="*/ 0 w 120"/>
                  <a:gd name="T16" fmla="*/ 0 h 56"/>
                  <a:gd name="T17" fmla="*/ 120 w 120"/>
                  <a:gd name="T18" fmla="*/ 56 h 56"/>
                </a:gdLst>
                <a:ahLst/>
                <a:cxnLst>
                  <a:cxn ang="T10">
                    <a:pos x="T0" y="T1"/>
                  </a:cxn>
                  <a:cxn ang="T11">
                    <a:pos x="T2" y="T3"/>
                  </a:cxn>
                  <a:cxn ang="T12">
                    <a:pos x="T4" y="T5"/>
                  </a:cxn>
                  <a:cxn ang="T13">
                    <a:pos x="T6" y="T7"/>
                  </a:cxn>
                  <a:cxn ang="T14">
                    <a:pos x="T8" y="T9"/>
                  </a:cxn>
                </a:cxnLst>
                <a:rect l="T15" t="T16" r="T17" b="T18"/>
                <a:pathLst>
                  <a:path w="120" h="56">
                    <a:moveTo>
                      <a:pt x="120" y="24"/>
                    </a:moveTo>
                    <a:lnTo>
                      <a:pt x="0" y="56"/>
                    </a:lnTo>
                    <a:lnTo>
                      <a:pt x="0" y="24"/>
                    </a:lnTo>
                    <a:lnTo>
                      <a:pt x="0" y="0"/>
                    </a:lnTo>
                    <a:lnTo>
                      <a:pt x="120" y="24"/>
                    </a:lnTo>
                    <a:close/>
                  </a:path>
                </a:pathLst>
              </a:custGeom>
              <a:grpFill/>
              <a:ln w="9525">
                <a:solidFill>
                  <a:schemeClr val="bg1">
                    <a:lumMod val="65000"/>
                  </a:schemeClr>
                </a:solidFill>
                <a:round/>
                <a:headEnd/>
                <a:tailEnd/>
              </a:ln>
            </p:spPr>
            <p:txBody>
              <a:bodyPr/>
              <a:lstStyle/>
              <a:p>
                <a:endParaRPr lang="en-US"/>
              </a:p>
            </p:txBody>
          </p:sp>
          <p:grpSp>
            <p:nvGrpSpPr>
              <p:cNvPr id="104634" name="Group 58">
                <a:extLst>
                  <a:ext uri="{FF2B5EF4-FFF2-40B4-BE49-F238E27FC236}">
                    <a16:creationId xmlns:a16="http://schemas.microsoft.com/office/drawing/2014/main" id="{BA5F19E9-B933-FD57-4949-907FB44E4232}"/>
                  </a:ext>
                </a:extLst>
              </p:cNvPr>
              <p:cNvGrpSpPr>
                <a:grpSpLocks/>
              </p:cNvGrpSpPr>
              <p:nvPr/>
            </p:nvGrpSpPr>
            <p:grpSpPr bwMode="auto">
              <a:xfrm>
                <a:off x="1489" y="1757"/>
                <a:ext cx="295" cy="1"/>
                <a:chOff x="1489" y="1757"/>
                <a:chExt cx="295" cy="1"/>
              </a:xfrm>
              <a:grpFill/>
            </p:grpSpPr>
            <p:sp>
              <p:nvSpPr>
                <p:cNvPr id="104635" name="Line 59">
                  <a:extLst>
                    <a:ext uri="{FF2B5EF4-FFF2-40B4-BE49-F238E27FC236}">
                      <a16:creationId xmlns:a16="http://schemas.microsoft.com/office/drawing/2014/main" id="{400F9B1E-A151-2B69-A9A0-C06EDB926723}"/>
                    </a:ext>
                  </a:extLst>
                </p:cNvPr>
                <p:cNvSpPr>
                  <a:spLocks noChangeShapeType="1"/>
                </p:cNvSpPr>
                <p:nvPr/>
              </p:nvSpPr>
              <p:spPr bwMode="auto">
                <a:xfrm>
                  <a:off x="1489" y="1757"/>
                  <a:ext cx="24" cy="1"/>
                </a:xfrm>
                <a:prstGeom prst="line">
                  <a:avLst/>
                </a:prstGeom>
                <a:grpFill/>
                <a:ln w="12700">
                  <a:solidFill>
                    <a:schemeClr val="bg1">
                      <a:lumMod val="65000"/>
                    </a:schemeClr>
                  </a:solidFill>
                  <a:round/>
                  <a:headEnd/>
                  <a:tailEnd/>
                </a:ln>
              </p:spPr>
              <p:txBody>
                <a:bodyPr/>
                <a:lstStyle/>
                <a:p>
                  <a:endParaRPr lang="en-US"/>
                </a:p>
              </p:txBody>
            </p:sp>
            <p:sp>
              <p:nvSpPr>
                <p:cNvPr id="104636" name="Line 60">
                  <a:extLst>
                    <a:ext uri="{FF2B5EF4-FFF2-40B4-BE49-F238E27FC236}">
                      <a16:creationId xmlns:a16="http://schemas.microsoft.com/office/drawing/2014/main" id="{1481571E-5E55-C45D-9572-3A65E8C4A244}"/>
                    </a:ext>
                  </a:extLst>
                </p:cNvPr>
                <p:cNvSpPr>
                  <a:spLocks noChangeShapeType="1"/>
                </p:cNvSpPr>
                <p:nvPr/>
              </p:nvSpPr>
              <p:spPr bwMode="auto">
                <a:xfrm>
                  <a:off x="1544" y="1757"/>
                  <a:ext cx="24" cy="1"/>
                </a:xfrm>
                <a:prstGeom prst="line">
                  <a:avLst/>
                </a:prstGeom>
                <a:grpFill/>
                <a:ln w="12700">
                  <a:solidFill>
                    <a:schemeClr val="bg1">
                      <a:lumMod val="65000"/>
                    </a:schemeClr>
                  </a:solidFill>
                  <a:round/>
                  <a:headEnd/>
                  <a:tailEnd/>
                </a:ln>
              </p:spPr>
              <p:txBody>
                <a:bodyPr/>
                <a:lstStyle/>
                <a:p>
                  <a:endParaRPr lang="en-US"/>
                </a:p>
              </p:txBody>
            </p:sp>
            <p:sp>
              <p:nvSpPr>
                <p:cNvPr id="104637" name="Line 61">
                  <a:extLst>
                    <a:ext uri="{FF2B5EF4-FFF2-40B4-BE49-F238E27FC236}">
                      <a16:creationId xmlns:a16="http://schemas.microsoft.com/office/drawing/2014/main" id="{2C7FA8A6-31E7-2907-7688-7BC77EAFF679}"/>
                    </a:ext>
                  </a:extLst>
                </p:cNvPr>
                <p:cNvSpPr>
                  <a:spLocks noChangeShapeType="1"/>
                </p:cNvSpPr>
                <p:nvPr/>
              </p:nvSpPr>
              <p:spPr bwMode="auto">
                <a:xfrm>
                  <a:off x="1600" y="1757"/>
                  <a:ext cx="24" cy="1"/>
                </a:xfrm>
                <a:prstGeom prst="line">
                  <a:avLst/>
                </a:prstGeom>
                <a:grpFill/>
                <a:ln w="12700">
                  <a:solidFill>
                    <a:schemeClr val="bg1">
                      <a:lumMod val="65000"/>
                    </a:schemeClr>
                  </a:solidFill>
                  <a:round/>
                  <a:headEnd/>
                  <a:tailEnd/>
                </a:ln>
              </p:spPr>
              <p:txBody>
                <a:bodyPr/>
                <a:lstStyle/>
                <a:p>
                  <a:endParaRPr lang="en-US"/>
                </a:p>
              </p:txBody>
            </p:sp>
            <p:sp>
              <p:nvSpPr>
                <p:cNvPr id="104638" name="Line 62">
                  <a:extLst>
                    <a:ext uri="{FF2B5EF4-FFF2-40B4-BE49-F238E27FC236}">
                      <a16:creationId xmlns:a16="http://schemas.microsoft.com/office/drawing/2014/main" id="{7B8209B2-562C-F2B1-229E-607AB8959426}"/>
                    </a:ext>
                  </a:extLst>
                </p:cNvPr>
                <p:cNvSpPr>
                  <a:spLocks noChangeShapeType="1"/>
                </p:cNvSpPr>
                <p:nvPr/>
              </p:nvSpPr>
              <p:spPr bwMode="auto">
                <a:xfrm>
                  <a:off x="1656" y="1757"/>
                  <a:ext cx="24" cy="1"/>
                </a:xfrm>
                <a:prstGeom prst="line">
                  <a:avLst/>
                </a:prstGeom>
                <a:grpFill/>
                <a:ln w="12700">
                  <a:solidFill>
                    <a:schemeClr val="bg1">
                      <a:lumMod val="65000"/>
                    </a:schemeClr>
                  </a:solidFill>
                  <a:round/>
                  <a:headEnd/>
                  <a:tailEnd/>
                </a:ln>
              </p:spPr>
              <p:txBody>
                <a:bodyPr/>
                <a:lstStyle/>
                <a:p>
                  <a:endParaRPr lang="en-US"/>
                </a:p>
              </p:txBody>
            </p:sp>
            <p:sp>
              <p:nvSpPr>
                <p:cNvPr id="104639" name="Line 63">
                  <a:extLst>
                    <a:ext uri="{FF2B5EF4-FFF2-40B4-BE49-F238E27FC236}">
                      <a16:creationId xmlns:a16="http://schemas.microsoft.com/office/drawing/2014/main" id="{342CAE5B-7181-192F-4B59-EDBB1E7EBC9C}"/>
                    </a:ext>
                  </a:extLst>
                </p:cNvPr>
                <p:cNvSpPr>
                  <a:spLocks noChangeShapeType="1"/>
                </p:cNvSpPr>
                <p:nvPr/>
              </p:nvSpPr>
              <p:spPr bwMode="auto">
                <a:xfrm>
                  <a:off x="1712" y="1757"/>
                  <a:ext cx="24" cy="1"/>
                </a:xfrm>
                <a:prstGeom prst="line">
                  <a:avLst/>
                </a:prstGeom>
                <a:grpFill/>
                <a:ln w="12700">
                  <a:solidFill>
                    <a:schemeClr val="bg1">
                      <a:lumMod val="65000"/>
                    </a:schemeClr>
                  </a:solidFill>
                  <a:round/>
                  <a:headEnd/>
                  <a:tailEnd/>
                </a:ln>
              </p:spPr>
              <p:txBody>
                <a:bodyPr/>
                <a:lstStyle/>
                <a:p>
                  <a:endParaRPr lang="en-US"/>
                </a:p>
              </p:txBody>
            </p:sp>
            <p:sp>
              <p:nvSpPr>
                <p:cNvPr id="104640" name="Line 64">
                  <a:extLst>
                    <a:ext uri="{FF2B5EF4-FFF2-40B4-BE49-F238E27FC236}">
                      <a16:creationId xmlns:a16="http://schemas.microsoft.com/office/drawing/2014/main" id="{F1897DFC-5B24-62E1-DEB4-1FE17A6461D7}"/>
                    </a:ext>
                  </a:extLst>
                </p:cNvPr>
                <p:cNvSpPr>
                  <a:spLocks noChangeShapeType="1"/>
                </p:cNvSpPr>
                <p:nvPr/>
              </p:nvSpPr>
              <p:spPr bwMode="auto">
                <a:xfrm>
                  <a:off x="1768" y="1757"/>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473" name="Group 65">
              <a:extLst>
                <a:ext uri="{FF2B5EF4-FFF2-40B4-BE49-F238E27FC236}">
                  <a16:creationId xmlns:a16="http://schemas.microsoft.com/office/drawing/2014/main" id="{7E56B3FD-20CB-BE03-DD63-3AA18513D29E}"/>
                </a:ext>
              </a:extLst>
            </p:cNvPr>
            <p:cNvGrpSpPr>
              <a:grpSpLocks/>
            </p:cNvGrpSpPr>
            <p:nvPr/>
          </p:nvGrpSpPr>
          <p:grpSpPr bwMode="auto">
            <a:xfrm>
              <a:off x="1952" y="1725"/>
              <a:ext cx="415" cy="56"/>
              <a:chOff x="1952" y="1725"/>
              <a:chExt cx="415" cy="56"/>
            </a:xfrm>
            <a:grpFill/>
          </p:grpSpPr>
          <p:sp>
            <p:nvSpPr>
              <p:cNvPr id="104625" name="Freeform 66">
                <a:extLst>
                  <a:ext uri="{FF2B5EF4-FFF2-40B4-BE49-F238E27FC236}">
                    <a16:creationId xmlns:a16="http://schemas.microsoft.com/office/drawing/2014/main" id="{9E8BFEF5-A1C6-23D6-3140-2F1AC014EA01}"/>
                  </a:ext>
                </a:extLst>
              </p:cNvPr>
              <p:cNvSpPr>
                <a:spLocks/>
              </p:cNvSpPr>
              <p:nvPr/>
            </p:nvSpPr>
            <p:spPr bwMode="auto">
              <a:xfrm>
                <a:off x="2255" y="1725"/>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4626" name="Group 67">
                <a:extLst>
                  <a:ext uri="{FF2B5EF4-FFF2-40B4-BE49-F238E27FC236}">
                    <a16:creationId xmlns:a16="http://schemas.microsoft.com/office/drawing/2014/main" id="{AEE3B832-F240-C733-3565-6997A8FD0B8B}"/>
                  </a:ext>
                </a:extLst>
              </p:cNvPr>
              <p:cNvGrpSpPr>
                <a:grpSpLocks/>
              </p:cNvGrpSpPr>
              <p:nvPr/>
            </p:nvGrpSpPr>
            <p:grpSpPr bwMode="auto">
              <a:xfrm>
                <a:off x="1952" y="1757"/>
                <a:ext cx="295" cy="1"/>
                <a:chOff x="1952" y="1757"/>
                <a:chExt cx="295" cy="1"/>
              </a:xfrm>
              <a:grpFill/>
            </p:grpSpPr>
            <p:sp>
              <p:nvSpPr>
                <p:cNvPr id="104627" name="Line 68">
                  <a:extLst>
                    <a:ext uri="{FF2B5EF4-FFF2-40B4-BE49-F238E27FC236}">
                      <a16:creationId xmlns:a16="http://schemas.microsoft.com/office/drawing/2014/main" id="{0A97E9FB-0369-C84D-4974-6DCA4B7A04C9}"/>
                    </a:ext>
                  </a:extLst>
                </p:cNvPr>
                <p:cNvSpPr>
                  <a:spLocks noChangeShapeType="1"/>
                </p:cNvSpPr>
                <p:nvPr/>
              </p:nvSpPr>
              <p:spPr bwMode="auto">
                <a:xfrm>
                  <a:off x="1952" y="1757"/>
                  <a:ext cx="24" cy="1"/>
                </a:xfrm>
                <a:prstGeom prst="line">
                  <a:avLst/>
                </a:prstGeom>
                <a:grpFill/>
                <a:ln w="12700">
                  <a:solidFill>
                    <a:schemeClr val="bg1">
                      <a:lumMod val="65000"/>
                    </a:schemeClr>
                  </a:solidFill>
                  <a:round/>
                  <a:headEnd/>
                  <a:tailEnd/>
                </a:ln>
              </p:spPr>
              <p:txBody>
                <a:bodyPr/>
                <a:lstStyle/>
                <a:p>
                  <a:endParaRPr lang="en-US"/>
                </a:p>
              </p:txBody>
            </p:sp>
            <p:sp>
              <p:nvSpPr>
                <p:cNvPr id="104628" name="Line 69">
                  <a:extLst>
                    <a:ext uri="{FF2B5EF4-FFF2-40B4-BE49-F238E27FC236}">
                      <a16:creationId xmlns:a16="http://schemas.microsoft.com/office/drawing/2014/main" id="{14B3D40E-4466-30E2-506F-C77DDAEFFE75}"/>
                    </a:ext>
                  </a:extLst>
                </p:cNvPr>
                <p:cNvSpPr>
                  <a:spLocks noChangeShapeType="1"/>
                </p:cNvSpPr>
                <p:nvPr/>
              </p:nvSpPr>
              <p:spPr bwMode="auto">
                <a:xfrm>
                  <a:off x="2008" y="1757"/>
                  <a:ext cx="23" cy="1"/>
                </a:xfrm>
                <a:prstGeom prst="line">
                  <a:avLst/>
                </a:prstGeom>
                <a:grpFill/>
                <a:ln w="12700">
                  <a:solidFill>
                    <a:schemeClr val="bg1">
                      <a:lumMod val="65000"/>
                    </a:schemeClr>
                  </a:solidFill>
                  <a:round/>
                  <a:headEnd/>
                  <a:tailEnd/>
                </a:ln>
              </p:spPr>
              <p:txBody>
                <a:bodyPr/>
                <a:lstStyle/>
                <a:p>
                  <a:endParaRPr lang="en-US"/>
                </a:p>
              </p:txBody>
            </p:sp>
            <p:sp>
              <p:nvSpPr>
                <p:cNvPr id="104629" name="Line 70">
                  <a:extLst>
                    <a:ext uri="{FF2B5EF4-FFF2-40B4-BE49-F238E27FC236}">
                      <a16:creationId xmlns:a16="http://schemas.microsoft.com/office/drawing/2014/main" id="{C4C8B201-F223-F401-64B2-673ACCC0775B}"/>
                    </a:ext>
                  </a:extLst>
                </p:cNvPr>
                <p:cNvSpPr>
                  <a:spLocks noChangeShapeType="1"/>
                </p:cNvSpPr>
                <p:nvPr/>
              </p:nvSpPr>
              <p:spPr bwMode="auto">
                <a:xfrm>
                  <a:off x="2063" y="1757"/>
                  <a:ext cx="24" cy="1"/>
                </a:xfrm>
                <a:prstGeom prst="line">
                  <a:avLst/>
                </a:prstGeom>
                <a:grpFill/>
                <a:ln w="12700">
                  <a:solidFill>
                    <a:schemeClr val="bg1">
                      <a:lumMod val="65000"/>
                    </a:schemeClr>
                  </a:solidFill>
                  <a:round/>
                  <a:headEnd/>
                  <a:tailEnd/>
                </a:ln>
              </p:spPr>
              <p:txBody>
                <a:bodyPr/>
                <a:lstStyle/>
                <a:p>
                  <a:endParaRPr lang="en-US"/>
                </a:p>
              </p:txBody>
            </p:sp>
            <p:sp>
              <p:nvSpPr>
                <p:cNvPr id="104630" name="Line 71">
                  <a:extLst>
                    <a:ext uri="{FF2B5EF4-FFF2-40B4-BE49-F238E27FC236}">
                      <a16:creationId xmlns:a16="http://schemas.microsoft.com/office/drawing/2014/main" id="{47D8FA15-DD78-D490-AADC-E0804C92AE5A}"/>
                    </a:ext>
                  </a:extLst>
                </p:cNvPr>
                <p:cNvSpPr>
                  <a:spLocks noChangeShapeType="1"/>
                </p:cNvSpPr>
                <p:nvPr/>
              </p:nvSpPr>
              <p:spPr bwMode="auto">
                <a:xfrm>
                  <a:off x="2119" y="1757"/>
                  <a:ext cx="24" cy="1"/>
                </a:xfrm>
                <a:prstGeom prst="line">
                  <a:avLst/>
                </a:prstGeom>
                <a:grpFill/>
                <a:ln w="12700">
                  <a:solidFill>
                    <a:schemeClr val="bg1">
                      <a:lumMod val="65000"/>
                    </a:schemeClr>
                  </a:solidFill>
                  <a:round/>
                  <a:headEnd/>
                  <a:tailEnd/>
                </a:ln>
              </p:spPr>
              <p:txBody>
                <a:bodyPr/>
                <a:lstStyle/>
                <a:p>
                  <a:endParaRPr lang="en-US"/>
                </a:p>
              </p:txBody>
            </p:sp>
            <p:sp>
              <p:nvSpPr>
                <p:cNvPr id="104631" name="Line 72">
                  <a:extLst>
                    <a:ext uri="{FF2B5EF4-FFF2-40B4-BE49-F238E27FC236}">
                      <a16:creationId xmlns:a16="http://schemas.microsoft.com/office/drawing/2014/main" id="{6BB3ED87-F39F-8325-BB92-DE3F189C017A}"/>
                    </a:ext>
                  </a:extLst>
                </p:cNvPr>
                <p:cNvSpPr>
                  <a:spLocks noChangeShapeType="1"/>
                </p:cNvSpPr>
                <p:nvPr/>
              </p:nvSpPr>
              <p:spPr bwMode="auto">
                <a:xfrm>
                  <a:off x="2175" y="1757"/>
                  <a:ext cx="24" cy="1"/>
                </a:xfrm>
                <a:prstGeom prst="line">
                  <a:avLst/>
                </a:prstGeom>
                <a:grpFill/>
                <a:ln w="12700">
                  <a:solidFill>
                    <a:schemeClr val="bg1">
                      <a:lumMod val="65000"/>
                    </a:schemeClr>
                  </a:solidFill>
                  <a:round/>
                  <a:headEnd/>
                  <a:tailEnd/>
                </a:ln>
              </p:spPr>
              <p:txBody>
                <a:bodyPr/>
                <a:lstStyle/>
                <a:p>
                  <a:endParaRPr lang="en-US"/>
                </a:p>
              </p:txBody>
            </p:sp>
            <p:sp>
              <p:nvSpPr>
                <p:cNvPr id="104632" name="Line 73">
                  <a:extLst>
                    <a:ext uri="{FF2B5EF4-FFF2-40B4-BE49-F238E27FC236}">
                      <a16:creationId xmlns:a16="http://schemas.microsoft.com/office/drawing/2014/main" id="{4EC0A2F3-5520-8DC6-8C71-B05E006BB362}"/>
                    </a:ext>
                  </a:extLst>
                </p:cNvPr>
                <p:cNvSpPr>
                  <a:spLocks noChangeShapeType="1"/>
                </p:cNvSpPr>
                <p:nvPr/>
              </p:nvSpPr>
              <p:spPr bwMode="auto">
                <a:xfrm>
                  <a:off x="2231" y="1757"/>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474" name="Group 74">
              <a:extLst>
                <a:ext uri="{FF2B5EF4-FFF2-40B4-BE49-F238E27FC236}">
                  <a16:creationId xmlns:a16="http://schemas.microsoft.com/office/drawing/2014/main" id="{4F035C93-362D-6388-32E8-8A395F6C066A}"/>
                </a:ext>
              </a:extLst>
            </p:cNvPr>
            <p:cNvGrpSpPr>
              <a:grpSpLocks/>
            </p:cNvGrpSpPr>
            <p:nvPr/>
          </p:nvGrpSpPr>
          <p:grpSpPr bwMode="auto">
            <a:xfrm>
              <a:off x="1497" y="2036"/>
              <a:ext cx="415" cy="56"/>
              <a:chOff x="1497" y="2036"/>
              <a:chExt cx="415" cy="56"/>
            </a:xfrm>
            <a:grpFill/>
          </p:grpSpPr>
          <p:sp>
            <p:nvSpPr>
              <p:cNvPr id="104617" name="Freeform 75">
                <a:extLst>
                  <a:ext uri="{FF2B5EF4-FFF2-40B4-BE49-F238E27FC236}">
                    <a16:creationId xmlns:a16="http://schemas.microsoft.com/office/drawing/2014/main" id="{9C135470-52B7-6F62-B8E3-5DA63FC85897}"/>
                  </a:ext>
                </a:extLst>
              </p:cNvPr>
              <p:cNvSpPr>
                <a:spLocks/>
              </p:cNvSpPr>
              <p:nvPr/>
            </p:nvSpPr>
            <p:spPr bwMode="auto">
              <a:xfrm>
                <a:off x="1800"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4618" name="Group 76">
                <a:extLst>
                  <a:ext uri="{FF2B5EF4-FFF2-40B4-BE49-F238E27FC236}">
                    <a16:creationId xmlns:a16="http://schemas.microsoft.com/office/drawing/2014/main" id="{2CC8D3DC-503C-ADAA-BF23-0B017DD2EE4A}"/>
                  </a:ext>
                </a:extLst>
              </p:cNvPr>
              <p:cNvGrpSpPr>
                <a:grpSpLocks/>
              </p:cNvGrpSpPr>
              <p:nvPr/>
            </p:nvGrpSpPr>
            <p:grpSpPr bwMode="auto">
              <a:xfrm>
                <a:off x="1497" y="2068"/>
                <a:ext cx="295" cy="1"/>
                <a:chOff x="1497" y="2068"/>
                <a:chExt cx="295" cy="1"/>
              </a:xfrm>
              <a:grpFill/>
            </p:grpSpPr>
            <p:sp>
              <p:nvSpPr>
                <p:cNvPr id="104619" name="Line 77">
                  <a:extLst>
                    <a:ext uri="{FF2B5EF4-FFF2-40B4-BE49-F238E27FC236}">
                      <a16:creationId xmlns:a16="http://schemas.microsoft.com/office/drawing/2014/main" id="{93BE500B-BC65-89C4-7D98-F5A5240F40D5}"/>
                    </a:ext>
                  </a:extLst>
                </p:cNvPr>
                <p:cNvSpPr>
                  <a:spLocks noChangeShapeType="1"/>
                </p:cNvSpPr>
                <p:nvPr/>
              </p:nvSpPr>
              <p:spPr bwMode="auto">
                <a:xfrm>
                  <a:off x="1497" y="2068"/>
                  <a:ext cx="23" cy="1"/>
                </a:xfrm>
                <a:prstGeom prst="line">
                  <a:avLst/>
                </a:prstGeom>
                <a:grpFill/>
                <a:ln w="12700">
                  <a:solidFill>
                    <a:schemeClr val="bg1">
                      <a:lumMod val="65000"/>
                    </a:schemeClr>
                  </a:solidFill>
                  <a:round/>
                  <a:headEnd/>
                  <a:tailEnd/>
                </a:ln>
              </p:spPr>
              <p:txBody>
                <a:bodyPr/>
                <a:lstStyle/>
                <a:p>
                  <a:endParaRPr lang="en-US"/>
                </a:p>
              </p:txBody>
            </p:sp>
            <p:sp>
              <p:nvSpPr>
                <p:cNvPr id="104620" name="Line 78">
                  <a:extLst>
                    <a:ext uri="{FF2B5EF4-FFF2-40B4-BE49-F238E27FC236}">
                      <a16:creationId xmlns:a16="http://schemas.microsoft.com/office/drawing/2014/main" id="{D3A94CB6-48E5-5CD6-2B01-5DA44D534D4E}"/>
                    </a:ext>
                  </a:extLst>
                </p:cNvPr>
                <p:cNvSpPr>
                  <a:spLocks noChangeShapeType="1"/>
                </p:cNvSpPr>
                <p:nvPr/>
              </p:nvSpPr>
              <p:spPr bwMode="auto">
                <a:xfrm>
                  <a:off x="1552" y="2068"/>
                  <a:ext cx="24" cy="1"/>
                </a:xfrm>
                <a:prstGeom prst="line">
                  <a:avLst/>
                </a:prstGeom>
                <a:grpFill/>
                <a:ln w="12700">
                  <a:solidFill>
                    <a:schemeClr val="bg1">
                      <a:lumMod val="65000"/>
                    </a:schemeClr>
                  </a:solidFill>
                  <a:round/>
                  <a:headEnd/>
                  <a:tailEnd/>
                </a:ln>
              </p:spPr>
              <p:txBody>
                <a:bodyPr/>
                <a:lstStyle/>
                <a:p>
                  <a:endParaRPr lang="en-US"/>
                </a:p>
              </p:txBody>
            </p:sp>
            <p:sp>
              <p:nvSpPr>
                <p:cNvPr id="104621" name="Line 79">
                  <a:extLst>
                    <a:ext uri="{FF2B5EF4-FFF2-40B4-BE49-F238E27FC236}">
                      <a16:creationId xmlns:a16="http://schemas.microsoft.com/office/drawing/2014/main" id="{5A9E2750-713A-FAEA-75B9-92243739B5DE}"/>
                    </a:ext>
                  </a:extLst>
                </p:cNvPr>
                <p:cNvSpPr>
                  <a:spLocks noChangeShapeType="1"/>
                </p:cNvSpPr>
                <p:nvPr/>
              </p:nvSpPr>
              <p:spPr bwMode="auto">
                <a:xfrm>
                  <a:off x="1608" y="2068"/>
                  <a:ext cx="24" cy="1"/>
                </a:xfrm>
                <a:prstGeom prst="line">
                  <a:avLst/>
                </a:prstGeom>
                <a:grpFill/>
                <a:ln w="12700">
                  <a:solidFill>
                    <a:schemeClr val="bg1">
                      <a:lumMod val="65000"/>
                    </a:schemeClr>
                  </a:solidFill>
                  <a:round/>
                  <a:headEnd/>
                  <a:tailEnd/>
                </a:ln>
              </p:spPr>
              <p:txBody>
                <a:bodyPr/>
                <a:lstStyle/>
                <a:p>
                  <a:endParaRPr lang="en-US"/>
                </a:p>
              </p:txBody>
            </p:sp>
            <p:sp>
              <p:nvSpPr>
                <p:cNvPr id="104622" name="Line 80">
                  <a:extLst>
                    <a:ext uri="{FF2B5EF4-FFF2-40B4-BE49-F238E27FC236}">
                      <a16:creationId xmlns:a16="http://schemas.microsoft.com/office/drawing/2014/main" id="{54A4CD05-E4F7-71A4-2799-5B5F1C2FD1AF}"/>
                    </a:ext>
                  </a:extLst>
                </p:cNvPr>
                <p:cNvSpPr>
                  <a:spLocks noChangeShapeType="1"/>
                </p:cNvSpPr>
                <p:nvPr/>
              </p:nvSpPr>
              <p:spPr bwMode="auto">
                <a:xfrm>
                  <a:off x="1664" y="2068"/>
                  <a:ext cx="24" cy="1"/>
                </a:xfrm>
                <a:prstGeom prst="line">
                  <a:avLst/>
                </a:prstGeom>
                <a:grpFill/>
                <a:ln w="12700">
                  <a:solidFill>
                    <a:schemeClr val="bg1">
                      <a:lumMod val="65000"/>
                    </a:schemeClr>
                  </a:solidFill>
                  <a:round/>
                  <a:headEnd/>
                  <a:tailEnd/>
                </a:ln>
              </p:spPr>
              <p:txBody>
                <a:bodyPr/>
                <a:lstStyle/>
                <a:p>
                  <a:endParaRPr lang="en-US"/>
                </a:p>
              </p:txBody>
            </p:sp>
            <p:sp>
              <p:nvSpPr>
                <p:cNvPr id="104623" name="Line 81">
                  <a:extLst>
                    <a:ext uri="{FF2B5EF4-FFF2-40B4-BE49-F238E27FC236}">
                      <a16:creationId xmlns:a16="http://schemas.microsoft.com/office/drawing/2014/main" id="{CAA3B59B-A29E-8568-CBC8-3051D6053E80}"/>
                    </a:ext>
                  </a:extLst>
                </p:cNvPr>
                <p:cNvSpPr>
                  <a:spLocks noChangeShapeType="1"/>
                </p:cNvSpPr>
                <p:nvPr/>
              </p:nvSpPr>
              <p:spPr bwMode="auto">
                <a:xfrm>
                  <a:off x="1720" y="2068"/>
                  <a:ext cx="24" cy="1"/>
                </a:xfrm>
                <a:prstGeom prst="line">
                  <a:avLst/>
                </a:prstGeom>
                <a:grpFill/>
                <a:ln w="12700">
                  <a:solidFill>
                    <a:schemeClr val="bg1">
                      <a:lumMod val="65000"/>
                    </a:schemeClr>
                  </a:solidFill>
                  <a:round/>
                  <a:headEnd/>
                  <a:tailEnd/>
                </a:ln>
              </p:spPr>
              <p:txBody>
                <a:bodyPr/>
                <a:lstStyle/>
                <a:p>
                  <a:endParaRPr lang="en-US"/>
                </a:p>
              </p:txBody>
            </p:sp>
            <p:sp>
              <p:nvSpPr>
                <p:cNvPr id="104624" name="Line 82">
                  <a:extLst>
                    <a:ext uri="{FF2B5EF4-FFF2-40B4-BE49-F238E27FC236}">
                      <a16:creationId xmlns:a16="http://schemas.microsoft.com/office/drawing/2014/main" id="{5B660C89-848E-CC38-B5D6-20EC0DD1E865}"/>
                    </a:ext>
                  </a:extLst>
                </p:cNvPr>
                <p:cNvSpPr>
                  <a:spLocks noChangeShapeType="1"/>
                </p:cNvSpPr>
                <p:nvPr/>
              </p:nvSpPr>
              <p:spPr bwMode="auto">
                <a:xfrm>
                  <a:off x="1776" y="2068"/>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475" name="Group 83">
              <a:extLst>
                <a:ext uri="{FF2B5EF4-FFF2-40B4-BE49-F238E27FC236}">
                  <a16:creationId xmlns:a16="http://schemas.microsoft.com/office/drawing/2014/main" id="{52DC6559-AED4-0BF2-AF8A-7A1F7180A277}"/>
                </a:ext>
              </a:extLst>
            </p:cNvPr>
            <p:cNvGrpSpPr>
              <a:grpSpLocks/>
            </p:cNvGrpSpPr>
            <p:nvPr/>
          </p:nvGrpSpPr>
          <p:grpSpPr bwMode="auto">
            <a:xfrm>
              <a:off x="1960" y="2036"/>
              <a:ext cx="423" cy="56"/>
              <a:chOff x="1960" y="2036"/>
              <a:chExt cx="423" cy="56"/>
            </a:xfrm>
            <a:grpFill/>
          </p:grpSpPr>
          <p:sp>
            <p:nvSpPr>
              <p:cNvPr id="104609" name="Freeform 84">
                <a:extLst>
                  <a:ext uri="{FF2B5EF4-FFF2-40B4-BE49-F238E27FC236}">
                    <a16:creationId xmlns:a16="http://schemas.microsoft.com/office/drawing/2014/main" id="{7342820B-7319-6B49-804C-1002D5D85BFA}"/>
                  </a:ext>
                </a:extLst>
              </p:cNvPr>
              <p:cNvSpPr>
                <a:spLocks/>
              </p:cNvSpPr>
              <p:nvPr/>
            </p:nvSpPr>
            <p:spPr bwMode="auto">
              <a:xfrm>
                <a:off x="2271"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4610" name="Group 85">
                <a:extLst>
                  <a:ext uri="{FF2B5EF4-FFF2-40B4-BE49-F238E27FC236}">
                    <a16:creationId xmlns:a16="http://schemas.microsoft.com/office/drawing/2014/main" id="{78659F3E-F33B-9515-D121-EE834BE21568}"/>
                  </a:ext>
                </a:extLst>
              </p:cNvPr>
              <p:cNvGrpSpPr>
                <a:grpSpLocks/>
              </p:cNvGrpSpPr>
              <p:nvPr/>
            </p:nvGrpSpPr>
            <p:grpSpPr bwMode="auto">
              <a:xfrm>
                <a:off x="1960" y="2068"/>
                <a:ext cx="303" cy="1"/>
                <a:chOff x="1960" y="2068"/>
                <a:chExt cx="303" cy="1"/>
              </a:xfrm>
              <a:grpFill/>
            </p:grpSpPr>
            <p:sp>
              <p:nvSpPr>
                <p:cNvPr id="104611" name="Line 86">
                  <a:extLst>
                    <a:ext uri="{FF2B5EF4-FFF2-40B4-BE49-F238E27FC236}">
                      <a16:creationId xmlns:a16="http://schemas.microsoft.com/office/drawing/2014/main" id="{5ED4512F-D7B0-3391-3536-A2FDC07F6038}"/>
                    </a:ext>
                  </a:extLst>
                </p:cNvPr>
                <p:cNvSpPr>
                  <a:spLocks noChangeShapeType="1"/>
                </p:cNvSpPr>
                <p:nvPr/>
              </p:nvSpPr>
              <p:spPr bwMode="auto">
                <a:xfrm>
                  <a:off x="1960" y="2068"/>
                  <a:ext cx="24" cy="1"/>
                </a:xfrm>
                <a:prstGeom prst="line">
                  <a:avLst/>
                </a:prstGeom>
                <a:grpFill/>
                <a:ln w="12700">
                  <a:solidFill>
                    <a:schemeClr val="bg1">
                      <a:lumMod val="65000"/>
                    </a:schemeClr>
                  </a:solidFill>
                  <a:round/>
                  <a:headEnd/>
                  <a:tailEnd/>
                </a:ln>
              </p:spPr>
              <p:txBody>
                <a:bodyPr/>
                <a:lstStyle/>
                <a:p>
                  <a:endParaRPr lang="en-US"/>
                </a:p>
              </p:txBody>
            </p:sp>
            <p:sp>
              <p:nvSpPr>
                <p:cNvPr id="104612" name="Line 87">
                  <a:extLst>
                    <a:ext uri="{FF2B5EF4-FFF2-40B4-BE49-F238E27FC236}">
                      <a16:creationId xmlns:a16="http://schemas.microsoft.com/office/drawing/2014/main" id="{E97101E5-2335-9AAD-AAB9-E7B86C4C299F}"/>
                    </a:ext>
                  </a:extLst>
                </p:cNvPr>
                <p:cNvSpPr>
                  <a:spLocks noChangeShapeType="1"/>
                </p:cNvSpPr>
                <p:nvPr/>
              </p:nvSpPr>
              <p:spPr bwMode="auto">
                <a:xfrm>
                  <a:off x="2015" y="2068"/>
                  <a:ext cx="24" cy="1"/>
                </a:xfrm>
                <a:prstGeom prst="line">
                  <a:avLst/>
                </a:prstGeom>
                <a:grpFill/>
                <a:ln w="12700">
                  <a:solidFill>
                    <a:schemeClr val="bg1">
                      <a:lumMod val="65000"/>
                    </a:schemeClr>
                  </a:solidFill>
                  <a:round/>
                  <a:headEnd/>
                  <a:tailEnd/>
                </a:ln>
              </p:spPr>
              <p:txBody>
                <a:bodyPr/>
                <a:lstStyle/>
                <a:p>
                  <a:endParaRPr lang="en-US"/>
                </a:p>
              </p:txBody>
            </p:sp>
            <p:sp>
              <p:nvSpPr>
                <p:cNvPr id="104613" name="Line 88">
                  <a:extLst>
                    <a:ext uri="{FF2B5EF4-FFF2-40B4-BE49-F238E27FC236}">
                      <a16:creationId xmlns:a16="http://schemas.microsoft.com/office/drawing/2014/main" id="{74F1FA84-8B5A-057E-AA04-645C69BD496C}"/>
                    </a:ext>
                  </a:extLst>
                </p:cNvPr>
                <p:cNvSpPr>
                  <a:spLocks noChangeShapeType="1"/>
                </p:cNvSpPr>
                <p:nvPr/>
              </p:nvSpPr>
              <p:spPr bwMode="auto">
                <a:xfrm>
                  <a:off x="2071" y="2068"/>
                  <a:ext cx="24" cy="1"/>
                </a:xfrm>
                <a:prstGeom prst="line">
                  <a:avLst/>
                </a:prstGeom>
                <a:grpFill/>
                <a:ln w="12700">
                  <a:solidFill>
                    <a:schemeClr val="bg1">
                      <a:lumMod val="65000"/>
                    </a:schemeClr>
                  </a:solidFill>
                  <a:round/>
                  <a:headEnd/>
                  <a:tailEnd/>
                </a:ln>
              </p:spPr>
              <p:txBody>
                <a:bodyPr/>
                <a:lstStyle/>
                <a:p>
                  <a:endParaRPr lang="en-US"/>
                </a:p>
              </p:txBody>
            </p:sp>
            <p:sp>
              <p:nvSpPr>
                <p:cNvPr id="104614" name="Line 89">
                  <a:extLst>
                    <a:ext uri="{FF2B5EF4-FFF2-40B4-BE49-F238E27FC236}">
                      <a16:creationId xmlns:a16="http://schemas.microsoft.com/office/drawing/2014/main" id="{B17F7542-7D69-3D02-64B8-4B66ED1E5E6F}"/>
                    </a:ext>
                  </a:extLst>
                </p:cNvPr>
                <p:cNvSpPr>
                  <a:spLocks noChangeShapeType="1"/>
                </p:cNvSpPr>
                <p:nvPr/>
              </p:nvSpPr>
              <p:spPr bwMode="auto">
                <a:xfrm>
                  <a:off x="2127" y="2068"/>
                  <a:ext cx="24" cy="1"/>
                </a:xfrm>
                <a:prstGeom prst="line">
                  <a:avLst/>
                </a:prstGeom>
                <a:grpFill/>
                <a:ln w="12700">
                  <a:solidFill>
                    <a:schemeClr val="bg1">
                      <a:lumMod val="65000"/>
                    </a:schemeClr>
                  </a:solidFill>
                  <a:round/>
                  <a:headEnd/>
                  <a:tailEnd/>
                </a:ln>
              </p:spPr>
              <p:txBody>
                <a:bodyPr/>
                <a:lstStyle/>
                <a:p>
                  <a:endParaRPr lang="en-US"/>
                </a:p>
              </p:txBody>
            </p:sp>
            <p:sp>
              <p:nvSpPr>
                <p:cNvPr id="104615" name="Line 90">
                  <a:extLst>
                    <a:ext uri="{FF2B5EF4-FFF2-40B4-BE49-F238E27FC236}">
                      <a16:creationId xmlns:a16="http://schemas.microsoft.com/office/drawing/2014/main" id="{66371724-90FF-BF82-618B-B820A811790E}"/>
                    </a:ext>
                  </a:extLst>
                </p:cNvPr>
                <p:cNvSpPr>
                  <a:spLocks noChangeShapeType="1"/>
                </p:cNvSpPr>
                <p:nvPr/>
              </p:nvSpPr>
              <p:spPr bwMode="auto">
                <a:xfrm>
                  <a:off x="2183" y="2068"/>
                  <a:ext cx="24" cy="1"/>
                </a:xfrm>
                <a:prstGeom prst="line">
                  <a:avLst/>
                </a:prstGeom>
                <a:grpFill/>
                <a:ln w="12700">
                  <a:solidFill>
                    <a:schemeClr val="bg1">
                      <a:lumMod val="65000"/>
                    </a:schemeClr>
                  </a:solidFill>
                  <a:round/>
                  <a:headEnd/>
                  <a:tailEnd/>
                </a:ln>
              </p:spPr>
              <p:txBody>
                <a:bodyPr/>
                <a:lstStyle/>
                <a:p>
                  <a:endParaRPr lang="en-US"/>
                </a:p>
              </p:txBody>
            </p:sp>
            <p:sp>
              <p:nvSpPr>
                <p:cNvPr id="104616" name="Line 91">
                  <a:extLst>
                    <a:ext uri="{FF2B5EF4-FFF2-40B4-BE49-F238E27FC236}">
                      <a16:creationId xmlns:a16="http://schemas.microsoft.com/office/drawing/2014/main" id="{CEC24BE6-F0DC-9D11-8FFF-608A4BBEB9E9}"/>
                    </a:ext>
                  </a:extLst>
                </p:cNvPr>
                <p:cNvSpPr>
                  <a:spLocks noChangeShapeType="1"/>
                </p:cNvSpPr>
                <p:nvPr/>
              </p:nvSpPr>
              <p:spPr bwMode="auto">
                <a:xfrm>
                  <a:off x="2239" y="2068"/>
                  <a:ext cx="24" cy="1"/>
                </a:xfrm>
                <a:prstGeom prst="line">
                  <a:avLst/>
                </a:prstGeom>
                <a:grpFill/>
                <a:ln w="12700">
                  <a:solidFill>
                    <a:schemeClr val="bg1">
                      <a:lumMod val="65000"/>
                    </a:schemeClr>
                  </a:solidFill>
                  <a:round/>
                  <a:headEnd/>
                  <a:tailEnd/>
                </a:ln>
              </p:spPr>
              <p:txBody>
                <a:bodyPr/>
                <a:lstStyle/>
                <a:p>
                  <a:endParaRPr lang="en-US"/>
                </a:p>
              </p:txBody>
            </p:sp>
          </p:grpSp>
        </p:grpSp>
        <p:grpSp>
          <p:nvGrpSpPr>
            <p:cNvPr id="103476" name="Group 92">
              <a:extLst>
                <a:ext uri="{FF2B5EF4-FFF2-40B4-BE49-F238E27FC236}">
                  <a16:creationId xmlns:a16="http://schemas.microsoft.com/office/drawing/2014/main" id="{55AC7728-B3FE-724A-DD65-3D7D4A48B557}"/>
                </a:ext>
              </a:extLst>
            </p:cNvPr>
            <p:cNvGrpSpPr>
              <a:grpSpLocks/>
            </p:cNvGrpSpPr>
            <p:nvPr/>
          </p:nvGrpSpPr>
          <p:grpSpPr bwMode="auto">
            <a:xfrm>
              <a:off x="2431" y="2036"/>
              <a:ext cx="415" cy="56"/>
              <a:chOff x="2431" y="2036"/>
              <a:chExt cx="415" cy="56"/>
            </a:xfrm>
            <a:grpFill/>
          </p:grpSpPr>
          <p:sp>
            <p:nvSpPr>
              <p:cNvPr id="104601" name="Freeform 93">
                <a:extLst>
                  <a:ext uri="{FF2B5EF4-FFF2-40B4-BE49-F238E27FC236}">
                    <a16:creationId xmlns:a16="http://schemas.microsoft.com/office/drawing/2014/main" id="{EA6B3373-0FAA-56FD-05C4-24A37C971975}"/>
                  </a:ext>
                </a:extLst>
              </p:cNvPr>
              <p:cNvSpPr>
                <a:spLocks/>
              </p:cNvSpPr>
              <p:nvPr/>
            </p:nvSpPr>
            <p:spPr bwMode="auto">
              <a:xfrm>
                <a:off x="2734"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4602" name="Group 94">
                <a:extLst>
                  <a:ext uri="{FF2B5EF4-FFF2-40B4-BE49-F238E27FC236}">
                    <a16:creationId xmlns:a16="http://schemas.microsoft.com/office/drawing/2014/main" id="{9321E8E0-6C12-7BA4-661D-FCABF1CBF663}"/>
                  </a:ext>
                </a:extLst>
              </p:cNvPr>
              <p:cNvGrpSpPr>
                <a:grpSpLocks/>
              </p:cNvGrpSpPr>
              <p:nvPr/>
            </p:nvGrpSpPr>
            <p:grpSpPr bwMode="auto">
              <a:xfrm>
                <a:off x="2431" y="2068"/>
                <a:ext cx="295" cy="1"/>
                <a:chOff x="2431" y="2068"/>
                <a:chExt cx="295" cy="1"/>
              </a:xfrm>
              <a:grpFill/>
            </p:grpSpPr>
            <p:sp>
              <p:nvSpPr>
                <p:cNvPr id="104603" name="Line 95">
                  <a:extLst>
                    <a:ext uri="{FF2B5EF4-FFF2-40B4-BE49-F238E27FC236}">
                      <a16:creationId xmlns:a16="http://schemas.microsoft.com/office/drawing/2014/main" id="{BEA3BFC9-F0B4-124C-2283-64C9A797351D}"/>
                    </a:ext>
                  </a:extLst>
                </p:cNvPr>
                <p:cNvSpPr>
                  <a:spLocks noChangeShapeType="1"/>
                </p:cNvSpPr>
                <p:nvPr/>
              </p:nvSpPr>
              <p:spPr bwMode="auto">
                <a:xfrm>
                  <a:off x="2431" y="2068"/>
                  <a:ext cx="24" cy="1"/>
                </a:xfrm>
                <a:prstGeom prst="line">
                  <a:avLst/>
                </a:prstGeom>
                <a:grpFill/>
                <a:ln w="12700">
                  <a:solidFill>
                    <a:schemeClr val="bg1">
                      <a:lumMod val="65000"/>
                    </a:schemeClr>
                  </a:solidFill>
                  <a:round/>
                  <a:headEnd/>
                  <a:tailEnd/>
                </a:ln>
              </p:spPr>
              <p:txBody>
                <a:bodyPr/>
                <a:lstStyle/>
                <a:p>
                  <a:endParaRPr lang="en-US"/>
                </a:p>
              </p:txBody>
            </p:sp>
            <p:sp>
              <p:nvSpPr>
                <p:cNvPr id="104604" name="Line 96">
                  <a:extLst>
                    <a:ext uri="{FF2B5EF4-FFF2-40B4-BE49-F238E27FC236}">
                      <a16:creationId xmlns:a16="http://schemas.microsoft.com/office/drawing/2014/main" id="{CE089728-E892-8AEB-DAFE-2D40D58EF0EF}"/>
                    </a:ext>
                  </a:extLst>
                </p:cNvPr>
                <p:cNvSpPr>
                  <a:spLocks noChangeShapeType="1"/>
                </p:cNvSpPr>
                <p:nvPr/>
              </p:nvSpPr>
              <p:spPr bwMode="auto">
                <a:xfrm>
                  <a:off x="2487" y="2068"/>
                  <a:ext cx="24" cy="1"/>
                </a:xfrm>
                <a:prstGeom prst="line">
                  <a:avLst/>
                </a:prstGeom>
                <a:grpFill/>
                <a:ln w="12700">
                  <a:solidFill>
                    <a:schemeClr val="bg1">
                      <a:lumMod val="65000"/>
                    </a:schemeClr>
                  </a:solidFill>
                  <a:round/>
                  <a:headEnd/>
                  <a:tailEnd/>
                </a:ln>
              </p:spPr>
              <p:txBody>
                <a:bodyPr/>
                <a:lstStyle/>
                <a:p>
                  <a:endParaRPr lang="en-US"/>
                </a:p>
              </p:txBody>
            </p:sp>
            <p:sp>
              <p:nvSpPr>
                <p:cNvPr id="104605" name="Line 97">
                  <a:extLst>
                    <a:ext uri="{FF2B5EF4-FFF2-40B4-BE49-F238E27FC236}">
                      <a16:creationId xmlns:a16="http://schemas.microsoft.com/office/drawing/2014/main" id="{9EC5E6CE-9588-CAB4-F244-F2FED1B5D968}"/>
                    </a:ext>
                  </a:extLst>
                </p:cNvPr>
                <p:cNvSpPr>
                  <a:spLocks noChangeShapeType="1"/>
                </p:cNvSpPr>
                <p:nvPr/>
              </p:nvSpPr>
              <p:spPr bwMode="auto">
                <a:xfrm>
                  <a:off x="2542" y="2068"/>
                  <a:ext cx="24" cy="1"/>
                </a:xfrm>
                <a:prstGeom prst="line">
                  <a:avLst/>
                </a:prstGeom>
                <a:grpFill/>
                <a:ln w="12700">
                  <a:solidFill>
                    <a:schemeClr val="bg1">
                      <a:lumMod val="65000"/>
                    </a:schemeClr>
                  </a:solidFill>
                  <a:round/>
                  <a:headEnd/>
                  <a:tailEnd/>
                </a:ln>
              </p:spPr>
              <p:txBody>
                <a:bodyPr/>
                <a:lstStyle/>
                <a:p>
                  <a:endParaRPr lang="en-US"/>
                </a:p>
              </p:txBody>
            </p:sp>
            <p:sp>
              <p:nvSpPr>
                <p:cNvPr id="104606" name="Line 98">
                  <a:extLst>
                    <a:ext uri="{FF2B5EF4-FFF2-40B4-BE49-F238E27FC236}">
                      <a16:creationId xmlns:a16="http://schemas.microsoft.com/office/drawing/2014/main" id="{E5B0C119-14F6-7F40-5DF4-294127A6E035}"/>
                    </a:ext>
                  </a:extLst>
                </p:cNvPr>
                <p:cNvSpPr>
                  <a:spLocks noChangeShapeType="1"/>
                </p:cNvSpPr>
                <p:nvPr/>
              </p:nvSpPr>
              <p:spPr bwMode="auto">
                <a:xfrm>
                  <a:off x="2598" y="2068"/>
                  <a:ext cx="24" cy="1"/>
                </a:xfrm>
                <a:prstGeom prst="line">
                  <a:avLst/>
                </a:prstGeom>
                <a:grpFill/>
                <a:ln w="12700">
                  <a:solidFill>
                    <a:schemeClr val="bg1">
                      <a:lumMod val="65000"/>
                    </a:schemeClr>
                  </a:solidFill>
                  <a:round/>
                  <a:headEnd/>
                  <a:tailEnd/>
                </a:ln>
              </p:spPr>
              <p:txBody>
                <a:bodyPr/>
                <a:lstStyle/>
                <a:p>
                  <a:endParaRPr lang="en-US"/>
                </a:p>
              </p:txBody>
            </p:sp>
            <p:sp>
              <p:nvSpPr>
                <p:cNvPr id="104607" name="Line 99">
                  <a:extLst>
                    <a:ext uri="{FF2B5EF4-FFF2-40B4-BE49-F238E27FC236}">
                      <a16:creationId xmlns:a16="http://schemas.microsoft.com/office/drawing/2014/main" id="{5D97C8B1-1DA7-44F2-B5AE-440BCB2883C7}"/>
                    </a:ext>
                  </a:extLst>
                </p:cNvPr>
                <p:cNvSpPr>
                  <a:spLocks noChangeShapeType="1"/>
                </p:cNvSpPr>
                <p:nvPr/>
              </p:nvSpPr>
              <p:spPr bwMode="auto">
                <a:xfrm>
                  <a:off x="2654" y="2068"/>
                  <a:ext cx="24" cy="1"/>
                </a:xfrm>
                <a:prstGeom prst="line">
                  <a:avLst/>
                </a:prstGeom>
                <a:grpFill/>
                <a:ln w="12700">
                  <a:solidFill>
                    <a:schemeClr val="bg1">
                      <a:lumMod val="65000"/>
                    </a:schemeClr>
                  </a:solidFill>
                  <a:round/>
                  <a:headEnd/>
                  <a:tailEnd/>
                </a:ln>
              </p:spPr>
              <p:txBody>
                <a:bodyPr/>
                <a:lstStyle/>
                <a:p>
                  <a:endParaRPr lang="en-US"/>
                </a:p>
              </p:txBody>
            </p:sp>
            <p:sp>
              <p:nvSpPr>
                <p:cNvPr id="104608" name="Line 100">
                  <a:extLst>
                    <a:ext uri="{FF2B5EF4-FFF2-40B4-BE49-F238E27FC236}">
                      <a16:creationId xmlns:a16="http://schemas.microsoft.com/office/drawing/2014/main" id="{17FC851A-F7D5-9386-97BA-5378BD1308ED}"/>
                    </a:ext>
                  </a:extLst>
                </p:cNvPr>
                <p:cNvSpPr>
                  <a:spLocks noChangeShapeType="1"/>
                </p:cNvSpPr>
                <p:nvPr/>
              </p:nvSpPr>
              <p:spPr bwMode="auto">
                <a:xfrm>
                  <a:off x="2710" y="2068"/>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477" name="Group 101">
              <a:extLst>
                <a:ext uri="{FF2B5EF4-FFF2-40B4-BE49-F238E27FC236}">
                  <a16:creationId xmlns:a16="http://schemas.microsoft.com/office/drawing/2014/main" id="{E73A4E27-85EC-1367-A4F3-F7196A21999D}"/>
                </a:ext>
              </a:extLst>
            </p:cNvPr>
            <p:cNvGrpSpPr>
              <a:grpSpLocks/>
            </p:cNvGrpSpPr>
            <p:nvPr/>
          </p:nvGrpSpPr>
          <p:grpSpPr bwMode="auto">
            <a:xfrm>
              <a:off x="2423" y="2347"/>
              <a:ext cx="415" cy="56"/>
              <a:chOff x="2423" y="2347"/>
              <a:chExt cx="415" cy="56"/>
            </a:xfrm>
            <a:grpFill/>
          </p:grpSpPr>
          <p:sp>
            <p:nvSpPr>
              <p:cNvPr id="104593" name="Freeform 102">
                <a:extLst>
                  <a:ext uri="{FF2B5EF4-FFF2-40B4-BE49-F238E27FC236}">
                    <a16:creationId xmlns:a16="http://schemas.microsoft.com/office/drawing/2014/main" id="{89F1A74D-BDA4-6A1A-26C7-E7577A17F740}"/>
                  </a:ext>
                </a:extLst>
              </p:cNvPr>
              <p:cNvSpPr>
                <a:spLocks/>
              </p:cNvSpPr>
              <p:nvPr/>
            </p:nvSpPr>
            <p:spPr bwMode="auto">
              <a:xfrm>
                <a:off x="2726" y="234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lumMod val="65000"/>
                  </a:schemeClr>
                </a:solidFill>
                <a:round/>
                <a:headEnd/>
                <a:tailEnd/>
              </a:ln>
            </p:spPr>
            <p:txBody>
              <a:bodyPr/>
              <a:lstStyle/>
              <a:p>
                <a:endParaRPr lang="en-US"/>
              </a:p>
            </p:txBody>
          </p:sp>
          <p:grpSp>
            <p:nvGrpSpPr>
              <p:cNvPr id="104594" name="Group 103">
                <a:extLst>
                  <a:ext uri="{FF2B5EF4-FFF2-40B4-BE49-F238E27FC236}">
                    <a16:creationId xmlns:a16="http://schemas.microsoft.com/office/drawing/2014/main" id="{2376B10B-AEFB-79CC-AF3E-9C14E47DD06C}"/>
                  </a:ext>
                </a:extLst>
              </p:cNvPr>
              <p:cNvGrpSpPr>
                <a:grpSpLocks/>
              </p:cNvGrpSpPr>
              <p:nvPr/>
            </p:nvGrpSpPr>
            <p:grpSpPr bwMode="auto">
              <a:xfrm>
                <a:off x="2423" y="2371"/>
                <a:ext cx="295" cy="1"/>
                <a:chOff x="2423" y="2371"/>
                <a:chExt cx="295" cy="1"/>
              </a:xfrm>
              <a:grpFill/>
            </p:grpSpPr>
            <p:sp>
              <p:nvSpPr>
                <p:cNvPr id="104595" name="Line 104">
                  <a:extLst>
                    <a:ext uri="{FF2B5EF4-FFF2-40B4-BE49-F238E27FC236}">
                      <a16:creationId xmlns:a16="http://schemas.microsoft.com/office/drawing/2014/main" id="{4FA57BEC-6D94-29B5-9101-04A02B20F1F3}"/>
                    </a:ext>
                  </a:extLst>
                </p:cNvPr>
                <p:cNvSpPr>
                  <a:spLocks noChangeShapeType="1"/>
                </p:cNvSpPr>
                <p:nvPr/>
              </p:nvSpPr>
              <p:spPr bwMode="auto">
                <a:xfrm>
                  <a:off x="2423" y="2371"/>
                  <a:ext cx="24" cy="1"/>
                </a:xfrm>
                <a:prstGeom prst="line">
                  <a:avLst/>
                </a:prstGeom>
                <a:grpFill/>
                <a:ln w="12700">
                  <a:solidFill>
                    <a:schemeClr val="bg1">
                      <a:lumMod val="65000"/>
                    </a:schemeClr>
                  </a:solidFill>
                  <a:round/>
                  <a:headEnd/>
                  <a:tailEnd/>
                </a:ln>
              </p:spPr>
              <p:txBody>
                <a:bodyPr/>
                <a:lstStyle/>
                <a:p>
                  <a:endParaRPr lang="en-US"/>
                </a:p>
              </p:txBody>
            </p:sp>
            <p:sp>
              <p:nvSpPr>
                <p:cNvPr id="104596" name="Line 105">
                  <a:extLst>
                    <a:ext uri="{FF2B5EF4-FFF2-40B4-BE49-F238E27FC236}">
                      <a16:creationId xmlns:a16="http://schemas.microsoft.com/office/drawing/2014/main" id="{430562F2-5D82-5D96-6961-7591F5EB1F2E}"/>
                    </a:ext>
                  </a:extLst>
                </p:cNvPr>
                <p:cNvSpPr>
                  <a:spLocks noChangeShapeType="1"/>
                </p:cNvSpPr>
                <p:nvPr/>
              </p:nvSpPr>
              <p:spPr bwMode="auto">
                <a:xfrm>
                  <a:off x="2479" y="2371"/>
                  <a:ext cx="24" cy="1"/>
                </a:xfrm>
                <a:prstGeom prst="line">
                  <a:avLst/>
                </a:prstGeom>
                <a:grpFill/>
                <a:ln w="12700">
                  <a:solidFill>
                    <a:schemeClr val="bg1">
                      <a:lumMod val="65000"/>
                    </a:schemeClr>
                  </a:solidFill>
                  <a:round/>
                  <a:headEnd/>
                  <a:tailEnd/>
                </a:ln>
              </p:spPr>
              <p:txBody>
                <a:bodyPr/>
                <a:lstStyle/>
                <a:p>
                  <a:endParaRPr lang="en-US"/>
                </a:p>
              </p:txBody>
            </p:sp>
            <p:sp>
              <p:nvSpPr>
                <p:cNvPr id="104597" name="Line 106">
                  <a:extLst>
                    <a:ext uri="{FF2B5EF4-FFF2-40B4-BE49-F238E27FC236}">
                      <a16:creationId xmlns:a16="http://schemas.microsoft.com/office/drawing/2014/main" id="{F6329439-CDF1-43E5-0E53-38B9B8E0FE4D}"/>
                    </a:ext>
                  </a:extLst>
                </p:cNvPr>
                <p:cNvSpPr>
                  <a:spLocks noChangeShapeType="1"/>
                </p:cNvSpPr>
                <p:nvPr/>
              </p:nvSpPr>
              <p:spPr bwMode="auto">
                <a:xfrm>
                  <a:off x="2534" y="2371"/>
                  <a:ext cx="24" cy="1"/>
                </a:xfrm>
                <a:prstGeom prst="line">
                  <a:avLst/>
                </a:prstGeom>
                <a:grpFill/>
                <a:ln w="12700">
                  <a:solidFill>
                    <a:schemeClr val="bg1">
                      <a:lumMod val="65000"/>
                    </a:schemeClr>
                  </a:solidFill>
                  <a:round/>
                  <a:headEnd/>
                  <a:tailEnd/>
                </a:ln>
              </p:spPr>
              <p:txBody>
                <a:bodyPr/>
                <a:lstStyle/>
                <a:p>
                  <a:endParaRPr lang="en-US"/>
                </a:p>
              </p:txBody>
            </p:sp>
            <p:sp>
              <p:nvSpPr>
                <p:cNvPr id="104598" name="Line 107">
                  <a:extLst>
                    <a:ext uri="{FF2B5EF4-FFF2-40B4-BE49-F238E27FC236}">
                      <a16:creationId xmlns:a16="http://schemas.microsoft.com/office/drawing/2014/main" id="{CC8C68A3-C793-FD58-5804-BDEFEFD7CA9B}"/>
                    </a:ext>
                  </a:extLst>
                </p:cNvPr>
                <p:cNvSpPr>
                  <a:spLocks noChangeShapeType="1"/>
                </p:cNvSpPr>
                <p:nvPr/>
              </p:nvSpPr>
              <p:spPr bwMode="auto">
                <a:xfrm>
                  <a:off x="2590" y="2371"/>
                  <a:ext cx="24" cy="1"/>
                </a:xfrm>
                <a:prstGeom prst="line">
                  <a:avLst/>
                </a:prstGeom>
                <a:grpFill/>
                <a:ln w="12700">
                  <a:solidFill>
                    <a:schemeClr val="bg1">
                      <a:lumMod val="65000"/>
                    </a:schemeClr>
                  </a:solidFill>
                  <a:round/>
                  <a:headEnd/>
                  <a:tailEnd/>
                </a:ln>
              </p:spPr>
              <p:txBody>
                <a:bodyPr/>
                <a:lstStyle/>
                <a:p>
                  <a:endParaRPr lang="en-US"/>
                </a:p>
              </p:txBody>
            </p:sp>
            <p:sp>
              <p:nvSpPr>
                <p:cNvPr id="104599" name="Line 108">
                  <a:extLst>
                    <a:ext uri="{FF2B5EF4-FFF2-40B4-BE49-F238E27FC236}">
                      <a16:creationId xmlns:a16="http://schemas.microsoft.com/office/drawing/2014/main" id="{ACE6E946-3BD4-9533-A4C9-8DBEFF8DEC20}"/>
                    </a:ext>
                  </a:extLst>
                </p:cNvPr>
                <p:cNvSpPr>
                  <a:spLocks noChangeShapeType="1"/>
                </p:cNvSpPr>
                <p:nvPr/>
              </p:nvSpPr>
              <p:spPr bwMode="auto">
                <a:xfrm>
                  <a:off x="2646" y="2371"/>
                  <a:ext cx="24" cy="1"/>
                </a:xfrm>
                <a:prstGeom prst="line">
                  <a:avLst/>
                </a:prstGeom>
                <a:grpFill/>
                <a:ln w="12700">
                  <a:solidFill>
                    <a:schemeClr val="bg1">
                      <a:lumMod val="65000"/>
                    </a:schemeClr>
                  </a:solidFill>
                  <a:round/>
                  <a:headEnd/>
                  <a:tailEnd/>
                </a:ln>
              </p:spPr>
              <p:txBody>
                <a:bodyPr/>
                <a:lstStyle/>
                <a:p>
                  <a:endParaRPr lang="en-US"/>
                </a:p>
              </p:txBody>
            </p:sp>
            <p:sp>
              <p:nvSpPr>
                <p:cNvPr id="104600" name="Line 109">
                  <a:extLst>
                    <a:ext uri="{FF2B5EF4-FFF2-40B4-BE49-F238E27FC236}">
                      <a16:creationId xmlns:a16="http://schemas.microsoft.com/office/drawing/2014/main" id="{71950B14-DCAF-4778-0FBF-DD1769D417AD}"/>
                    </a:ext>
                  </a:extLst>
                </p:cNvPr>
                <p:cNvSpPr>
                  <a:spLocks noChangeShapeType="1"/>
                </p:cNvSpPr>
                <p:nvPr/>
              </p:nvSpPr>
              <p:spPr bwMode="auto">
                <a:xfrm>
                  <a:off x="2702" y="2371"/>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478" name="Group 110">
              <a:extLst>
                <a:ext uri="{FF2B5EF4-FFF2-40B4-BE49-F238E27FC236}">
                  <a16:creationId xmlns:a16="http://schemas.microsoft.com/office/drawing/2014/main" id="{072FE028-A527-45F4-D64C-C8D2FFE18F7A}"/>
                </a:ext>
              </a:extLst>
            </p:cNvPr>
            <p:cNvGrpSpPr>
              <a:grpSpLocks/>
            </p:cNvGrpSpPr>
            <p:nvPr/>
          </p:nvGrpSpPr>
          <p:grpSpPr bwMode="auto">
            <a:xfrm>
              <a:off x="1960" y="2347"/>
              <a:ext cx="415" cy="56"/>
              <a:chOff x="1960" y="2347"/>
              <a:chExt cx="415" cy="56"/>
            </a:xfrm>
            <a:grpFill/>
          </p:grpSpPr>
          <p:sp>
            <p:nvSpPr>
              <p:cNvPr id="104585" name="Freeform 111">
                <a:extLst>
                  <a:ext uri="{FF2B5EF4-FFF2-40B4-BE49-F238E27FC236}">
                    <a16:creationId xmlns:a16="http://schemas.microsoft.com/office/drawing/2014/main" id="{F69B8430-5BA8-D6B6-B4BF-E03F5B4559FF}"/>
                  </a:ext>
                </a:extLst>
              </p:cNvPr>
              <p:cNvSpPr>
                <a:spLocks/>
              </p:cNvSpPr>
              <p:nvPr/>
            </p:nvSpPr>
            <p:spPr bwMode="auto">
              <a:xfrm>
                <a:off x="2263" y="234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lumMod val="65000"/>
                  </a:schemeClr>
                </a:solidFill>
                <a:round/>
                <a:headEnd/>
                <a:tailEnd/>
              </a:ln>
            </p:spPr>
            <p:txBody>
              <a:bodyPr/>
              <a:lstStyle/>
              <a:p>
                <a:endParaRPr lang="en-US"/>
              </a:p>
            </p:txBody>
          </p:sp>
          <p:grpSp>
            <p:nvGrpSpPr>
              <p:cNvPr id="104586" name="Group 112">
                <a:extLst>
                  <a:ext uri="{FF2B5EF4-FFF2-40B4-BE49-F238E27FC236}">
                    <a16:creationId xmlns:a16="http://schemas.microsoft.com/office/drawing/2014/main" id="{AD1A24D0-1547-55AD-F059-B91AF90ADD6C}"/>
                  </a:ext>
                </a:extLst>
              </p:cNvPr>
              <p:cNvGrpSpPr>
                <a:grpSpLocks/>
              </p:cNvGrpSpPr>
              <p:nvPr/>
            </p:nvGrpSpPr>
            <p:grpSpPr bwMode="auto">
              <a:xfrm>
                <a:off x="1960" y="2371"/>
                <a:ext cx="295" cy="1"/>
                <a:chOff x="1960" y="2371"/>
                <a:chExt cx="295" cy="1"/>
              </a:xfrm>
              <a:grpFill/>
            </p:grpSpPr>
            <p:sp>
              <p:nvSpPr>
                <p:cNvPr id="104587" name="Line 113">
                  <a:extLst>
                    <a:ext uri="{FF2B5EF4-FFF2-40B4-BE49-F238E27FC236}">
                      <a16:creationId xmlns:a16="http://schemas.microsoft.com/office/drawing/2014/main" id="{050A1C96-40F1-26FE-F878-150AE09F7B04}"/>
                    </a:ext>
                  </a:extLst>
                </p:cNvPr>
                <p:cNvSpPr>
                  <a:spLocks noChangeShapeType="1"/>
                </p:cNvSpPr>
                <p:nvPr/>
              </p:nvSpPr>
              <p:spPr bwMode="auto">
                <a:xfrm>
                  <a:off x="1960" y="2371"/>
                  <a:ext cx="24" cy="1"/>
                </a:xfrm>
                <a:prstGeom prst="line">
                  <a:avLst/>
                </a:prstGeom>
                <a:grpFill/>
                <a:ln w="12700">
                  <a:solidFill>
                    <a:schemeClr val="bg1">
                      <a:lumMod val="65000"/>
                    </a:schemeClr>
                  </a:solidFill>
                  <a:round/>
                  <a:headEnd/>
                  <a:tailEnd/>
                </a:ln>
              </p:spPr>
              <p:txBody>
                <a:bodyPr/>
                <a:lstStyle/>
                <a:p>
                  <a:endParaRPr lang="en-US"/>
                </a:p>
              </p:txBody>
            </p:sp>
            <p:sp>
              <p:nvSpPr>
                <p:cNvPr id="104588" name="Line 114">
                  <a:extLst>
                    <a:ext uri="{FF2B5EF4-FFF2-40B4-BE49-F238E27FC236}">
                      <a16:creationId xmlns:a16="http://schemas.microsoft.com/office/drawing/2014/main" id="{7D50B387-1012-4C17-9566-935240C712D2}"/>
                    </a:ext>
                  </a:extLst>
                </p:cNvPr>
                <p:cNvSpPr>
                  <a:spLocks noChangeShapeType="1"/>
                </p:cNvSpPr>
                <p:nvPr/>
              </p:nvSpPr>
              <p:spPr bwMode="auto">
                <a:xfrm>
                  <a:off x="2015" y="2371"/>
                  <a:ext cx="24" cy="1"/>
                </a:xfrm>
                <a:prstGeom prst="line">
                  <a:avLst/>
                </a:prstGeom>
                <a:grpFill/>
                <a:ln w="12700">
                  <a:solidFill>
                    <a:schemeClr val="bg1">
                      <a:lumMod val="65000"/>
                    </a:schemeClr>
                  </a:solidFill>
                  <a:round/>
                  <a:headEnd/>
                  <a:tailEnd/>
                </a:ln>
              </p:spPr>
              <p:txBody>
                <a:bodyPr/>
                <a:lstStyle/>
                <a:p>
                  <a:endParaRPr lang="en-US"/>
                </a:p>
              </p:txBody>
            </p:sp>
            <p:sp>
              <p:nvSpPr>
                <p:cNvPr id="104589" name="Line 115">
                  <a:extLst>
                    <a:ext uri="{FF2B5EF4-FFF2-40B4-BE49-F238E27FC236}">
                      <a16:creationId xmlns:a16="http://schemas.microsoft.com/office/drawing/2014/main" id="{DD57C6B8-102C-A12C-79A2-4BD7CFD87851}"/>
                    </a:ext>
                  </a:extLst>
                </p:cNvPr>
                <p:cNvSpPr>
                  <a:spLocks noChangeShapeType="1"/>
                </p:cNvSpPr>
                <p:nvPr/>
              </p:nvSpPr>
              <p:spPr bwMode="auto">
                <a:xfrm>
                  <a:off x="2071" y="2371"/>
                  <a:ext cx="24" cy="1"/>
                </a:xfrm>
                <a:prstGeom prst="line">
                  <a:avLst/>
                </a:prstGeom>
                <a:grpFill/>
                <a:ln w="12700">
                  <a:solidFill>
                    <a:schemeClr val="bg1">
                      <a:lumMod val="65000"/>
                    </a:schemeClr>
                  </a:solidFill>
                  <a:round/>
                  <a:headEnd/>
                  <a:tailEnd/>
                </a:ln>
              </p:spPr>
              <p:txBody>
                <a:bodyPr/>
                <a:lstStyle/>
                <a:p>
                  <a:endParaRPr lang="en-US"/>
                </a:p>
              </p:txBody>
            </p:sp>
            <p:sp>
              <p:nvSpPr>
                <p:cNvPr id="104590" name="Line 116">
                  <a:extLst>
                    <a:ext uri="{FF2B5EF4-FFF2-40B4-BE49-F238E27FC236}">
                      <a16:creationId xmlns:a16="http://schemas.microsoft.com/office/drawing/2014/main" id="{C5DE5238-91CC-8207-615E-E335C7C7020B}"/>
                    </a:ext>
                  </a:extLst>
                </p:cNvPr>
                <p:cNvSpPr>
                  <a:spLocks noChangeShapeType="1"/>
                </p:cNvSpPr>
                <p:nvPr/>
              </p:nvSpPr>
              <p:spPr bwMode="auto">
                <a:xfrm>
                  <a:off x="2127" y="2371"/>
                  <a:ext cx="24" cy="1"/>
                </a:xfrm>
                <a:prstGeom prst="line">
                  <a:avLst/>
                </a:prstGeom>
                <a:grpFill/>
                <a:ln w="12700">
                  <a:solidFill>
                    <a:schemeClr val="bg1">
                      <a:lumMod val="65000"/>
                    </a:schemeClr>
                  </a:solidFill>
                  <a:round/>
                  <a:headEnd/>
                  <a:tailEnd/>
                </a:ln>
              </p:spPr>
              <p:txBody>
                <a:bodyPr/>
                <a:lstStyle/>
                <a:p>
                  <a:endParaRPr lang="en-US"/>
                </a:p>
              </p:txBody>
            </p:sp>
            <p:sp>
              <p:nvSpPr>
                <p:cNvPr id="104591" name="Line 117">
                  <a:extLst>
                    <a:ext uri="{FF2B5EF4-FFF2-40B4-BE49-F238E27FC236}">
                      <a16:creationId xmlns:a16="http://schemas.microsoft.com/office/drawing/2014/main" id="{D43B0F16-BCC3-12C2-8905-F01FF4A00162}"/>
                    </a:ext>
                  </a:extLst>
                </p:cNvPr>
                <p:cNvSpPr>
                  <a:spLocks noChangeShapeType="1"/>
                </p:cNvSpPr>
                <p:nvPr/>
              </p:nvSpPr>
              <p:spPr bwMode="auto">
                <a:xfrm>
                  <a:off x="2183" y="2371"/>
                  <a:ext cx="24" cy="1"/>
                </a:xfrm>
                <a:prstGeom prst="line">
                  <a:avLst/>
                </a:prstGeom>
                <a:grpFill/>
                <a:ln w="12700">
                  <a:solidFill>
                    <a:schemeClr val="bg1">
                      <a:lumMod val="65000"/>
                    </a:schemeClr>
                  </a:solidFill>
                  <a:round/>
                  <a:headEnd/>
                  <a:tailEnd/>
                </a:ln>
              </p:spPr>
              <p:txBody>
                <a:bodyPr/>
                <a:lstStyle/>
                <a:p>
                  <a:endParaRPr lang="en-US"/>
                </a:p>
              </p:txBody>
            </p:sp>
            <p:sp>
              <p:nvSpPr>
                <p:cNvPr id="104592" name="Line 118">
                  <a:extLst>
                    <a:ext uri="{FF2B5EF4-FFF2-40B4-BE49-F238E27FC236}">
                      <a16:creationId xmlns:a16="http://schemas.microsoft.com/office/drawing/2014/main" id="{36BDE2F1-B72E-B1AB-CE1A-62FB130FDD44}"/>
                    </a:ext>
                  </a:extLst>
                </p:cNvPr>
                <p:cNvSpPr>
                  <a:spLocks noChangeShapeType="1"/>
                </p:cNvSpPr>
                <p:nvPr/>
              </p:nvSpPr>
              <p:spPr bwMode="auto">
                <a:xfrm>
                  <a:off x="2239" y="2371"/>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479" name="Group 119">
              <a:extLst>
                <a:ext uri="{FF2B5EF4-FFF2-40B4-BE49-F238E27FC236}">
                  <a16:creationId xmlns:a16="http://schemas.microsoft.com/office/drawing/2014/main" id="{DDEEC60F-882D-762E-4D30-4928A612CE31}"/>
                </a:ext>
              </a:extLst>
            </p:cNvPr>
            <p:cNvGrpSpPr>
              <a:grpSpLocks/>
            </p:cNvGrpSpPr>
            <p:nvPr/>
          </p:nvGrpSpPr>
          <p:grpSpPr bwMode="auto">
            <a:xfrm>
              <a:off x="1497" y="2339"/>
              <a:ext cx="415" cy="56"/>
              <a:chOff x="1497" y="2339"/>
              <a:chExt cx="415" cy="56"/>
            </a:xfrm>
            <a:grpFill/>
          </p:grpSpPr>
          <p:sp>
            <p:nvSpPr>
              <p:cNvPr id="104577" name="Freeform 120">
                <a:extLst>
                  <a:ext uri="{FF2B5EF4-FFF2-40B4-BE49-F238E27FC236}">
                    <a16:creationId xmlns:a16="http://schemas.microsoft.com/office/drawing/2014/main" id="{AF427657-2922-1278-9EF9-E99AF408F8EB}"/>
                  </a:ext>
                </a:extLst>
              </p:cNvPr>
              <p:cNvSpPr>
                <a:spLocks/>
              </p:cNvSpPr>
              <p:nvPr/>
            </p:nvSpPr>
            <p:spPr bwMode="auto">
              <a:xfrm>
                <a:off x="1800" y="2339"/>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4578" name="Group 121">
                <a:extLst>
                  <a:ext uri="{FF2B5EF4-FFF2-40B4-BE49-F238E27FC236}">
                    <a16:creationId xmlns:a16="http://schemas.microsoft.com/office/drawing/2014/main" id="{636826C3-9F0F-0447-E83A-98B93B71D5E5}"/>
                  </a:ext>
                </a:extLst>
              </p:cNvPr>
              <p:cNvGrpSpPr>
                <a:grpSpLocks/>
              </p:cNvGrpSpPr>
              <p:nvPr/>
            </p:nvGrpSpPr>
            <p:grpSpPr bwMode="auto">
              <a:xfrm>
                <a:off x="1497" y="2371"/>
                <a:ext cx="295" cy="1"/>
                <a:chOff x="1497" y="2371"/>
                <a:chExt cx="295" cy="1"/>
              </a:xfrm>
              <a:grpFill/>
            </p:grpSpPr>
            <p:sp>
              <p:nvSpPr>
                <p:cNvPr id="104579" name="Line 122">
                  <a:extLst>
                    <a:ext uri="{FF2B5EF4-FFF2-40B4-BE49-F238E27FC236}">
                      <a16:creationId xmlns:a16="http://schemas.microsoft.com/office/drawing/2014/main" id="{6E163719-E139-DC25-96A0-BD9BF0166AD4}"/>
                    </a:ext>
                  </a:extLst>
                </p:cNvPr>
                <p:cNvSpPr>
                  <a:spLocks noChangeShapeType="1"/>
                </p:cNvSpPr>
                <p:nvPr/>
              </p:nvSpPr>
              <p:spPr bwMode="auto">
                <a:xfrm>
                  <a:off x="1497" y="2371"/>
                  <a:ext cx="23" cy="1"/>
                </a:xfrm>
                <a:prstGeom prst="line">
                  <a:avLst/>
                </a:prstGeom>
                <a:grpFill/>
                <a:ln w="12700">
                  <a:solidFill>
                    <a:schemeClr val="bg1">
                      <a:lumMod val="65000"/>
                    </a:schemeClr>
                  </a:solidFill>
                  <a:round/>
                  <a:headEnd/>
                  <a:tailEnd/>
                </a:ln>
              </p:spPr>
              <p:txBody>
                <a:bodyPr/>
                <a:lstStyle/>
                <a:p>
                  <a:endParaRPr lang="en-US"/>
                </a:p>
              </p:txBody>
            </p:sp>
            <p:sp>
              <p:nvSpPr>
                <p:cNvPr id="104580" name="Line 123">
                  <a:extLst>
                    <a:ext uri="{FF2B5EF4-FFF2-40B4-BE49-F238E27FC236}">
                      <a16:creationId xmlns:a16="http://schemas.microsoft.com/office/drawing/2014/main" id="{EF149D3D-41C8-5F78-C1ED-199442618EE1}"/>
                    </a:ext>
                  </a:extLst>
                </p:cNvPr>
                <p:cNvSpPr>
                  <a:spLocks noChangeShapeType="1"/>
                </p:cNvSpPr>
                <p:nvPr/>
              </p:nvSpPr>
              <p:spPr bwMode="auto">
                <a:xfrm>
                  <a:off x="1552" y="2371"/>
                  <a:ext cx="24" cy="1"/>
                </a:xfrm>
                <a:prstGeom prst="line">
                  <a:avLst/>
                </a:prstGeom>
                <a:grpFill/>
                <a:ln w="12700">
                  <a:solidFill>
                    <a:schemeClr val="bg1">
                      <a:lumMod val="65000"/>
                    </a:schemeClr>
                  </a:solidFill>
                  <a:round/>
                  <a:headEnd/>
                  <a:tailEnd/>
                </a:ln>
              </p:spPr>
              <p:txBody>
                <a:bodyPr/>
                <a:lstStyle/>
                <a:p>
                  <a:endParaRPr lang="en-US"/>
                </a:p>
              </p:txBody>
            </p:sp>
            <p:sp>
              <p:nvSpPr>
                <p:cNvPr id="104581" name="Line 124">
                  <a:extLst>
                    <a:ext uri="{FF2B5EF4-FFF2-40B4-BE49-F238E27FC236}">
                      <a16:creationId xmlns:a16="http://schemas.microsoft.com/office/drawing/2014/main" id="{BEDB2203-EB9F-D2DC-CE05-4A0C1EDDA782}"/>
                    </a:ext>
                  </a:extLst>
                </p:cNvPr>
                <p:cNvSpPr>
                  <a:spLocks noChangeShapeType="1"/>
                </p:cNvSpPr>
                <p:nvPr/>
              </p:nvSpPr>
              <p:spPr bwMode="auto">
                <a:xfrm>
                  <a:off x="1608" y="2371"/>
                  <a:ext cx="24" cy="1"/>
                </a:xfrm>
                <a:prstGeom prst="line">
                  <a:avLst/>
                </a:prstGeom>
                <a:grpFill/>
                <a:ln w="12700">
                  <a:solidFill>
                    <a:schemeClr val="bg1">
                      <a:lumMod val="65000"/>
                    </a:schemeClr>
                  </a:solidFill>
                  <a:round/>
                  <a:headEnd/>
                  <a:tailEnd/>
                </a:ln>
              </p:spPr>
              <p:txBody>
                <a:bodyPr/>
                <a:lstStyle/>
                <a:p>
                  <a:endParaRPr lang="en-US"/>
                </a:p>
              </p:txBody>
            </p:sp>
            <p:sp>
              <p:nvSpPr>
                <p:cNvPr id="104582" name="Line 125">
                  <a:extLst>
                    <a:ext uri="{FF2B5EF4-FFF2-40B4-BE49-F238E27FC236}">
                      <a16:creationId xmlns:a16="http://schemas.microsoft.com/office/drawing/2014/main" id="{76DE6B77-9B2D-7A6A-1327-994E3F4DAE7B}"/>
                    </a:ext>
                  </a:extLst>
                </p:cNvPr>
                <p:cNvSpPr>
                  <a:spLocks noChangeShapeType="1"/>
                </p:cNvSpPr>
                <p:nvPr/>
              </p:nvSpPr>
              <p:spPr bwMode="auto">
                <a:xfrm>
                  <a:off x="1664" y="2371"/>
                  <a:ext cx="24" cy="1"/>
                </a:xfrm>
                <a:prstGeom prst="line">
                  <a:avLst/>
                </a:prstGeom>
                <a:grpFill/>
                <a:ln w="12700">
                  <a:solidFill>
                    <a:schemeClr val="bg1">
                      <a:lumMod val="65000"/>
                    </a:schemeClr>
                  </a:solidFill>
                  <a:round/>
                  <a:headEnd/>
                  <a:tailEnd/>
                </a:ln>
              </p:spPr>
              <p:txBody>
                <a:bodyPr/>
                <a:lstStyle/>
                <a:p>
                  <a:endParaRPr lang="en-US"/>
                </a:p>
              </p:txBody>
            </p:sp>
            <p:sp>
              <p:nvSpPr>
                <p:cNvPr id="104583" name="Line 126">
                  <a:extLst>
                    <a:ext uri="{FF2B5EF4-FFF2-40B4-BE49-F238E27FC236}">
                      <a16:creationId xmlns:a16="http://schemas.microsoft.com/office/drawing/2014/main" id="{72DEE7F4-FAC1-8944-CF85-BBB7105DA50C}"/>
                    </a:ext>
                  </a:extLst>
                </p:cNvPr>
                <p:cNvSpPr>
                  <a:spLocks noChangeShapeType="1"/>
                </p:cNvSpPr>
                <p:nvPr/>
              </p:nvSpPr>
              <p:spPr bwMode="auto">
                <a:xfrm>
                  <a:off x="1720" y="2371"/>
                  <a:ext cx="24" cy="1"/>
                </a:xfrm>
                <a:prstGeom prst="line">
                  <a:avLst/>
                </a:prstGeom>
                <a:grpFill/>
                <a:ln w="12700">
                  <a:solidFill>
                    <a:schemeClr val="bg1">
                      <a:lumMod val="65000"/>
                    </a:schemeClr>
                  </a:solidFill>
                  <a:round/>
                  <a:headEnd/>
                  <a:tailEnd/>
                </a:ln>
              </p:spPr>
              <p:txBody>
                <a:bodyPr/>
                <a:lstStyle/>
                <a:p>
                  <a:endParaRPr lang="en-US"/>
                </a:p>
              </p:txBody>
            </p:sp>
            <p:sp>
              <p:nvSpPr>
                <p:cNvPr id="104584" name="Line 127">
                  <a:extLst>
                    <a:ext uri="{FF2B5EF4-FFF2-40B4-BE49-F238E27FC236}">
                      <a16:creationId xmlns:a16="http://schemas.microsoft.com/office/drawing/2014/main" id="{BF1FAC8E-E10F-F853-CE28-B9A6A6B5BDD0}"/>
                    </a:ext>
                  </a:extLst>
                </p:cNvPr>
                <p:cNvSpPr>
                  <a:spLocks noChangeShapeType="1"/>
                </p:cNvSpPr>
                <p:nvPr/>
              </p:nvSpPr>
              <p:spPr bwMode="auto">
                <a:xfrm>
                  <a:off x="1776" y="2371"/>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480" name="Group 128">
              <a:extLst>
                <a:ext uri="{FF2B5EF4-FFF2-40B4-BE49-F238E27FC236}">
                  <a16:creationId xmlns:a16="http://schemas.microsoft.com/office/drawing/2014/main" id="{5EA96057-5EAE-39EA-A530-0C89CCA60A30}"/>
                </a:ext>
              </a:extLst>
            </p:cNvPr>
            <p:cNvGrpSpPr>
              <a:grpSpLocks/>
            </p:cNvGrpSpPr>
            <p:nvPr/>
          </p:nvGrpSpPr>
          <p:grpSpPr bwMode="auto">
            <a:xfrm>
              <a:off x="1489" y="2650"/>
              <a:ext cx="423" cy="56"/>
              <a:chOff x="1489" y="2650"/>
              <a:chExt cx="423" cy="56"/>
            </a:xfrm>
            <a:grpFill/>
          </p:grpSpPr>
          <p:sp>
            <p:nvSpPr>
              <p:cNvPr id="104569" name="Freeform 129">
                <a:extLst>
                  <a:ext uri="{FF2B5EF4-FFF2-40B4-BE49-F238E27FC236}">
                    <a16:creationId xmlns:a16="http://schemas.microsoft.com/office/drawing/2014/main" id="{40397232-D6E5-E923-812C-ED0F1D07CFB1}"/>
                  </a:ext>
                </a:extLst>
              </p:cNvPr>
              <p:cNvSpPr>
                <a:spLocks/>
              </p:cNvSpPr>
              <p:nvPr/>
            </p:nvSpPr>
            <p:spPr bwMode="auto">
              <a:xfrm>
                <a:off x="1792" y="2650"/>
                <a:ext cx="120" cy="56"/>
              </a:xfrm>
              <a:custGeom>
                <a:avLst/>
                <a:gdLst>
                  <a:gd name="T0" fmla="*/ 120 w 120"/>
                  <a:gd name="T1" fmla="*/ 24 h 56"/>
                  <a:gd name="T2" fmla="*/ 0 w 120"/>
                  <a:gd name="T3" fmla="*/ 56 h 56"/>
                  <a:gd name="T4" fmla="*/ 0 w 120"/>
                  <a:gd name="T5" fmla="*/ 24 h 56"/>
                  <a:gd name="T6" fmla="*/ 0 w 120"/>
                  <a:gd name="T7" fmla="*/ 0 h 56"/>
                  <a:gd name="T8" fmla="*/ 120 w 120"/>
                  <a:gd name="T9" fmla="*/ 24 h 56"/>
                  <a:gd name="T10" fmla="*/ 0 60000 65536"/>
                  <a:gd name="T11" fmla="*/ 0 60000 65536"/>
                  <a:gd name="T12" fmla="*/ 0 60000 65536"/>
                  <a:gd name="T13" fmla="*/ 0 60000 65536"/>
                  <a:gd name="T14" fmla="*/ 0 60000 65536"/>
                  <a:gd name="T15" fmla="*/ 0 w 120"/>
                  <a:gd name="T16" fmla="*/ 0 h 56"/>
                  <a:gd name="T17" fmla="*/ 120 w 120"/>
                  <a:gd name="T18" fmla="*/ 56 h 56"/>
                </a:gdLst>
                <a:ahLst/>
                <a:cxnLst>
                  <a:cxn ang="T10">
                    <a:pos x="T0" y="T1"/>
                  </a:cxn>
                  <a:cxn ang="T11">
                    <a:pos x="T2" y="T3"/>
                  </a:cxn>
                  <a:cxn ang="T12">
                    <a:pos x="T4" y="T5"/>
                  </a:cxn>
                  <a:cxn ang="T13">
                    <a:pos x="T6" y="T7"/>
                  </a:cxn>
                  <a:cxn ang="T14">
                    <a:pos x="T8" y="T9"/>
                  </a:cxn>
                </a:cxnLst>
                <a:rect l="T15" t="T16" r="T17" b="T18"/>
                <a:pathLst>
                  <a:path w="120" h="56">
                    <a:moveTo>
                      <a:pt x="120" y="24"/>
                    </a:moveTo>
                    <a:lnTo>
                      <a:pt x="0" y="56"/>
                    </a:lnTo>
                    <a:lnTo>
                      <a:pt x="0" y="24"/>
                    </a:lnTo>
                    <a:lnTo>
                      <a:pt x="0" y="0"/>
                    </a:lnTo>
                    <a:lnTo>
                      <a:pt x="120" y="24"/>
                    </a:lnTo>
                    <a:close/>
                  </a:path>
                </a:pathLst>
              </a:custGeom>
              <a:grpFill/>
              <a:ln w="9525">
                <a:solidFill>
                  <a:schemeClr val="bg1">
                    <a:lumMod val="65000"/>
                  </a:schemeClr>
                </a:solidFill>
                <a:round/>
                <a:headEnd/>
                <a:tailEnd/>
              </a:ln>
            </p:spPr>
            <p:txBody>
              <a:bodyPr/>
              <a:lstStyle/>
              <a:p>
                <a:endParaRPr lang="en-US"/>
              </a:p>
            </p:txBody>
          </p:sp>
          <p:grpSp>
            <p:nvGrpSpPr>
              <p:cNvPr id="104570" name="Group 130">
                <a:extLst>
                  <a:ext uri="{FF2B5EF4-FFF2-40B4-BE49-F238E27FC236}">
                    <a16:creationId xmlns:a16="http://schemas.microsoft.com/office/drawing/2014/main" id="{B2E56FC0-E65E-0120-4BC9-20F18B3F873B}"/>
                  </a:ext>
                </a:extLst>
              </p:cNvPr>
              <p:cNvGrpSpPr>
                <a:grpSpLocks/>
              </p:cNvGrpSpPr>
              <p:nvPr/>
            </p:nvGrpSpPr>
            <p:grpSpPr bwMode="auto">
              <a:xfrm>
                <a:off x="1489" y="2674"/>
                <a:ext cx="295" cy="1"/>
                <a:chOff x="1489" y="2674"/>
                <a:chExt cx="295" cy="1"/>
              </a:xfrm>
              <a:grpFill/>
            </p:grpSpPr>
            <p:sp>
              <p:nvSpPr>
                <p:cNvPr id="104571" name="Line 131">
                  <a:extLst>
                    <a:ext uri="{FF2B5EF4-FFF2-40B4-BE49-F238E27FC236}">
                      <a16:creationId xmlns:a16="http://schemas.microsoft.com/office/drawing/2014/main" id="{9A3EEE47-E45A-17A7-780B-811A03C56753}"/>
                    </a:ext>
                  </a:extLst>
                </p:cNvPr>
                <p:cNvSpPr>
                  <a:spLocks noChangeShapeType="1"/>
                </p:cNvSpPr>
                <p:nvPr/>
              </p:nvSpPr>
              <p:spPr bwMode="auto">
                <a:xfrm>
                  <a:off x="1489" y="2674"/>
                  <a:ext cx="24" cy="1"/>
                </a:xfrm>
                <a:prstGeom prst="line">
                  <a:avLst/>
                </a:prstGeom>
                <a:grpFill/>
                <a:ln w="12700">
                  <a:solidFill>
                    <a:schemeClr val="bg1">
                      <a:lumMod val="65000"/>
                    </a:schemeClr>
                  </a:solidFill>
                  <a:round/>
                  <a:headEnd/>
                  <a:tailEnd/>
                </a:ln>
              </p:spPr>
              <p:txBody>
                <a:bodyPr/>
                <a:lstStyle/>
                <a:p>
                  <a:endParaRPr lang="en-US"/>
                </a:p>
              </p:txBody>
            </p:sp>
            <p:sp>
              <p:nvSpPr>
                <p:cNvPr id="104572" name="Line 132">
                  <a:extLst>
                    <a:ext uri="{FF2B5EF4-FFF2-40B4-BE49-F238E27FC236}">
                      <a16:creationId xmlns:a16="http://schemas.microsoft.com/office/drawing/2014/main" id="{F8726D01-C593-001D-A2CD-C5719216524E}"/>
                    </a:ext>
                  </a:extLst>
                </p:cNvPr>
                <p:cNvSpPr>
                  <a:spLocks noChangeShapeType="1"/>
                </p:cNvSpPr>
                <p:nvPr/>
              </p:nvSpPr>
              <p:spPr bwMode="auto">
                <a:xfrm>
                  <a:off x="1544" y="2674"/>
                  <a:ext cx="24" cy="1"/>
                </a:xfrm>
                <a:prstGeom prst="line">
                  <a:avLst/>
                </a:prstGeom>
                <a:grpFill/>
                <a:ln w="12700">
                  <a:solidFill>
                    <a:schemeClr val="bg1">
                      <a:lumMod val="65000"/>
                    </a:schemeClr>
                  </a:solidFill>
                  <a:round/>
                  <a:headEnd/>
                  <a:tailEnd/>
                </a:ln>
              </p:spPr>
              <p:txBody>
                <a:bodyPr/>
                <a:lstStyle/>
                <a:p>
                  <a:endParaRPr lang="en-US"/>
                </a:p>
              </p:txBody>
            </p:sp>
            <p:sp>
              <p:nvSpPr>
                <p:cNvPr id="104573" name="Line 133">
                  <a:extLst>
                    <a:ext uri="{FF2B5EF4-FFF2-40B4-BE49-F238E27FC236}">
                      <a16:creationId xmlns:a16="http://schemas.microsoft.com/office/drawing/2014/main" id="{8CB3417B-503B-21D2-1B57-C529EFD04D57}"/>
                    </a:ext>
                  </a:extLst>
                </p:cNvPr>
                <p:cNvSpPr>
                  <a:spLocks noChangeShapeType="1"/>
                </p:cNvSpPr>
                <p:nvPr/>
              </p:nvSpPr>
              <p:spPr bwMode="auto">
                <a:xfrm>
                  <a:off x="1600" y="2674"/>
                  <a:ext cx="24" cy="1"/>
                </a:xfrm>
                <a:prstGeom prst="line">
                  <a:avLst/>
                </a:prstGeom>
                <a:grpFill/>
                <a:ln w="12700">
                  <a:solidFill>
                    <a:schemeClr val="bg1">
                      <a:lumMod val="65000"/>
                    </a:schemeClr>
                  </a:solidFill>
                  <a:round/>
                  <a:headEnd/>
                  <a:tailEnd/>
                </a:ln>
              </p:spPr>
              <p:txBody>
                <a:bodyPr/>
                <a:lstStyle/>
                <a:p>
                  <a:endParaRPr lang="en-US"/>
                </a:p>
              </p:txBody>
            </p:sp>
            <p:sp>
              <p:nvSpPr>
                <p:cNvPr id="104574" name="Line 134">
                  <a:extLst>
                    <a:ext uri="{FF2B5EF4-FFF2-40B4-BE49-F238E27FC236}">
                      <a16:creationId xmlns:a16="http://schemas.microsoft.com/office/drawing/2014/main" id="{A8F13F38-515C-24F9-9F89-4557F0911D2C}"/>
                    </a:ext>
                  </a:extLst>
                </p:cNvPr>
                <p:cNvSpPr>
                  <a:spLocks noChangeShapeType="1"/>
                </p:cNvSpPr>
                <p:nvPr/>
              </p:nvSpPr>
              <p:spPr bwMode="auto">
                <a:xfrm>
                  <a:off x="1656" y="2674"/>
                  <a:ext cx="24" cy="1"/>
                </a:xfrm>
                <a:prstGeom prst="line">
                  <a:avLst/>
                </a:prstGeom>
                <a:grpFill/>
                <a:ln w="12700">
                  <a:solidFill>
                    <a:schemeClr val="bg1">
                      <a:lumMod val="65000"/>
                    </a:schemeClr>
                  </a:solidFill>
                  <a:round/>
                  <a:headEnd/>
                  <a:tailEnd/>
                </a:ln>
              </p:spPr>
              <p:txBody>
                <a:bodyPr/>
                <a:lstStyle/>
                <a:p>
                  <a:endParaRPr lang="en-US"/>
                </a:p>
              </p:txBody>
            </p:sp>
            <p:sp>
              <p:nvSpPr>
                <p:cNvPr id="104575" name="Line 135">
                  <a:extLst>
                    <a:ext uri="{FF2B5EF4-FFF2-40B4-BE49-F238E27FC236}">
                      <a16:creationId xmlns:a16="http://schemas.microsoft.com/office/drawing/2014/main" id="{C00A99EB-9E15-E0F0-71D0-CB8ED5494DCF}"/>
                    </a:ext>
                  </a:extLst>
                </p:cNvPr>
                <p:cNvSpPr>
                  <a:spLocks noChangeShapeType="1"/>
                </p:cNvSpPr>
                <p:nvPr/>
              </p:nvSpPr>
              <p:spPr bwMode="auto">
                <a:xfrm>
                  <a:off x="1712" y="2674"/>
                  <a:ext cx="24" cy="1"/>
                </a:xfrm>
                <a:prstGeom prst="line">
                  <a:avLst/>
                </a:prstGeom>
                <a:grpFill/>
                <a:ln w="12700">
                  <a:solidFill>
                    <a:schemeClr val="bg1">
                      <a:lumMod val="65000"/>
                    </a:schemeClr>
                  </a:solidFill>
                  <a:round/>
                  <a:headEnd/>
                  <a:tailEnd/>
                </a:ln>
              </p:spPr>
              <p:txBody>
                <a:bodyPr/>
                <a:lstStyle/>
                <a:p>
                  <a:endParaRPr lang="en-US"/>
                </a:p>
              </p:txBody>
            </p:sp>
            <p:sp>
              <p:nvSpPr>
                <p:cNvPr id="104576" name="Line 136">
                  <a:extLst>
                    <a:ext uri="{FF2B5EF4-FFF2-40B4-BE49-F238E27FC236}">
                      <a16:creationId xmlns:a16="http://schemas.microsoft.com/office/drawing/2014/main" id="{8FBDF8F3-EA09-0708-1C89-6C80A911D92E}"/>
                    </a:ext>
                  </a:extLst>
                </p:cNvPr>
                <p:cNvSpPr>
                  <a:spLocks noChangeShapeType="1"/>
                </p:cNvSpPr>
                <p:nvPr/>
              </p:nvSpPr>
              <p:spPr bwMode="auto">
                <a:xfrm>
                  <a:off x="1768" y="2674"/>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481" name="Group 137">
              <a:extLst>
                <a:ext uri="{FF2B5EF4-FFF2-40B4-BE49-F238E27FC236}">
                  <a16:creationId xmlns:a16="http://schemas.microsoft.com/office/drawing/2014/main" id="{F44C5E9F-143A-06C2-90AC-6CFCFDF8EC6F}"/>
                </a:ext>
              </a:extLst>
            </p:cNvPr>
            <p:cNvGrpSpPr>
              <a:grpSpLocks/>
            </p:cNvGrpSpPr>
            <p:nvPr/>
          </p:nvGrpSpPr>
          <p:grpSpPr bwMode="auto">
            <a:xfrm>
              <a:off x="1968" y="2650"/>
              <a:ext cx="415" cy="56"/>
              <a:chOff x="1968" y="2650"/>
              <a:chExt cx="415" cy="56"/>
            </a:xfrm>
            <a:grpFill/>
          </p:grpSpPr>
          <p:sp>
            <p:nvSpPr>
              <p:cNvPr id="104561" name="Freeform 138">
                <a:extLst>
                  <a:ext uri="{FF2B5EF4-FFF2-40B4-BE49-F238E27FC236}">
                    <a16:creationId xmlns:a16="http://schemas.microsoft.com/office/drawing/2014/main" id="{C88ED4B1-8944-8F66-C806-7510BA8E910E}"/>
                  </a:ext>
                </a:extLst>
              </p:cNvPr>
              <p:cNvSpPr>
                <a:spLocks/>
              </p:cNvSpPr>
              <p:nvPr/>
            </p:nvSpPr>
            <p:spPr bwMode="auto">
              <a:xfrm>
                <a:off x="2271" y="2650"/>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lumMod val="65000"/>
                  </a:schemeClr>
                </a:solidFill>
                <a:round/>
                <a:headEnd/>
                <a:tailEnd/>
              </a:ln>
            </p:spPr>
            <p:txBody>
              <a:bodyPr/>
              <a:lstStyle/>
              <a:p>
                <a:endParaRPr lang="en-US"/>
              </a:p>
            </p:txBody>
          </p:sp>
          <p:grpSp>
            <p:nvGrpSpPr>
              <p:cNvPr id="104562" name="Group 139">
                <a:extLst>
                  <a:ext uri="{FF2B5EF4-FFF2-40B4-BE49-F238E27FC236}">
                    <a16:creationId xmlns:a16="http://schemas.microsoft.com/office/drawing/2014/main" id="{80245B58-4FBA-93E0-F7C5-8615D746005F}"/>
                  </a:ext>
                </a:extLst>
              </p:cNvPr>
              <p:cNvGrpSpPr>
                <a:grpSpLocks/>
              </p:cNvGrpSpPr>
              <p:nvPr/>
            </p:nvGrpSpPr>
            <p:grpSpPr bwMode="auto">
              <a:xfrm>
                <a:off x="1968" y="2674"/>
                <a:ext cx="295" cy="1"/>
                <a:chOff x="1968" y="2674"/>
                <a:chExt cx="295" cy="1"/>
              </a:xfrm>
              <a:grpFill/>
            </p:grpSpPr>
            <p:sp>
              <p:nvSpPr>
                <p:cNvPr id="104563" name="Line 140">
                  <a:extLst>
                    <a:ext uri="{FF2B5EF4-FFF2-40B4-BE49-F238E27FC236}">
                      <a16:creationId xmlns:a16="http://schemas.microsoft.com/office/drawing/2014/main" id="{8D760287-93C2-7596-1367-9187A773703C}"/>
                    </a:ext>
                  </a:extLst>
                </p:cNvPr>
                <p:cNvSpPr>
                  <a:spLocks noChangeShapeType="1"/>
                </p:cNvSpPr>
                <p:nvPr/>
              </p:nvSpPr>
              <p:spPr bwMode="auto">
                <a:xfrm>
                  <a:off x="1968" y="2674"/>
                  <a:ext cx="24" cy="1"/>
                </a:xfrm>
                <a:prstGeom prst="line">
                  <a:avLst/>
                </a:prstGeom>
                <a:grpFill/>
                <a:ln w="12700">
                  <a:solidFill>
                    <a:schemeClr val="bg1">
                      <a:lumMod val="65000"/>
                    </a:schemeClr>
                  </a:solidFill>
                  <a:round/>
                  <a:headEnd/>
                  <a:tailEnd/>
                </a:ln>
              </p:spPr>
              <p:txBody>
                <a:bodyPr/>
                <a:lstStyle/>
                <a:p>
                  <a:endParaRPr lang="en-US"/>
                </a:p>
              </p:txBody>
            </p:sp>
            <p:sp>
              <p:nvSpPr>
                <p:cNvPr id="104564" name="Line 141">
                  <a:extLst>
                    <a:ext uri="{FF2B5EF4-FFF2-40B4-BE49-F238E27FC236}">
                      <a16:creationId xmlns:a16="http://schemas.microsoft.com/office/drawing/2014/main" id="{CEFC6AA6-9644-FF14-9C67-5F60F5D93B29}"/>
                    </a:ext>
                  </a:extLst>
                </p:cNvPr>
                <p:cNvSpPr>
                  <a:spLocks noChangeShapeType="1"/>
                </p:cNvSpPr>
                <p:nvPr/>
              </p:nvSpPr>
              <p:spPr bwMode="auto">
                <a:xfrm>
                  <a:off x="2023" y="2674"/>
                  <a:ext cx="24" cy="1"/>
                </a:xfrm>
                <a:prstGeom prst="line">
                  <a:avLst/>
                </a:prstGeom>
                <a:grpFill/>
                <a:ln w="12700">
                  <a:solidFill>
                    <a:schemeClr val="bg1">
                      <a:lumMod val="65000"/>
                    </a:schemeClr>
                  </a:solidFill>
                  <a:round/>
                  <a:headEnd/>
                  <a:tailEnd/>
                </a:ln>
              </p:spPr>
              <p:txBody>
                <a:bodyPr/>
                <a:lstStyle/>
                <a:p>
                  <a:endParaRPr lang="en-US"/>
                </a:p>
              </p:txBody>
            </p:sp>
            <p:sp>
              <p:nvSpPr>
                <p:cNvPr id="104565" name="Line 142">
                  <a:extLst>
                    <a:ext uri="{FF2B5EF4-FFF2-40B4-BE49-F238E27FC236}">
                      <a16:creationId xmlns:a16="http://schemas.microsoft.com/office/drawing/2014/main" id="{45C13C8C-83FD-7F67-206D-29A8F5946C80}"/>
                    </a:ext>
                  </a:extLst>
                </p:cNvPr>
                <p:cNvSpPr>
                  <a:spLocks noChangeShapeType="1"/>
                </p:cNvSpPr>
                <p:nvPr/>
              </p:nvSpPr>
              <p:spPr bwMode="auto">
                <a:xfrm>
                  <a:off x="2079" y="2674"/>
                  <a:ext cx="24" cy="1"/>
                </a:xfrm>
                <a:prstGeom prst="line">
                  <a:avLst/>
                </a:prstGeom>
                <a:grpFill/>
                <a:ln w="12700">
                  <a:solidFill>
                    <a:schemeClr val="bg1">
                      <a:lumMod val="65000"/>
                    </a:schemeClr>
                  </a:solidFill>
                  <a:round/>
                  <a:headEnd/>
                  <a:tailEnd/>
                </a:ln>
              </p:spPr>
              <p:txBody>
                <a:bodyPr/>
                <a:lstStyle/>
                <a:p>
                  <a:endParaRPr lang="en-US"/>
                </a:p>
              </p:txBody>
            </p:sp>
            <p:sp>
              <p:nvSpPr>
                <p:cNvPr id="104566" name="Line 143">
                  <a:extLst>
                    <a:ext uri="{FF2B5EF4-FFF2-40B4-BE49-F238E27FC236}">
                      <a16:creationId xmlns:a16="http://schemas.microsoft.com/office/drawing/2014/main" id="{6118F3B2-6B0D-C676-5906-0D0007330F69}"/>
                    </a:ext>
                  </a:extLst>
                </p:cNvPr>
                <p:cNvSpPr>
                  <a:spLocks noChangeShapeType="1"/>
                </p:cNvSpPr>
                <p:nvPr/>
              </p:nvSpPr>
              <p:spPr bwMode="auto">
                <a:xfrm>
                  <a:off x="2135" y="2674"/>
                  <a:ext cx="24" cy="1"/>
                </a:xfrm>
                <a:prstGeom prst="line">
                  <a:avLst/>
                </a:prstGeom>
                <a:grpFill/>
                <a:ln w="12700">
                  <a:solidFill>
                    <a:schemeClr val="bg1">
                      <a:lumMod val="65000"/>
                    </a:schemeClr>
                  </a:solidFill>
                  <a:round/>
                  <a:headEnd/>
                  <a:tailEnd/>
                </a:ln>
              </p:spPr>
              <p:txBody>
                <a:bodyPr/>
                <a:lstStyle/>
                <a:p>
                  <a:endParaRPr lang="en-US"/>
                </a:p>
              </p:txBody>
            </p:sp>
            <p:sp>
              <p:nvSpPr>
                <p:cNvPr id="104567" name="Line 144">
                  <a:extLst>
                    <a:ext uri="{FF2B5EF4-FFF2-40B4-BE49-F238E27FC236}">
                      <a16:creationId xmlns:a16="http://schemas.microsoft.com/office/drawing/2014/main" id="{F167BA2F-9D8D-79D4-E55A-51C17E12B728}"/>
                    </a:ext>
                  </a:extLst>
                </p:cNvPr>
                <p:cNvSpPr>
                  <a:spLocks noChangeShapeType="1"/>
                </p:cNvSpPr>
                <p:nvPr/>
              </p:nvSpPr>
              <p:spPr bwMode="auto">
                <a:xfrm>
                  <a:off x="2191" y="2674"/>
                  <a:ext cx="24" cy="1"/>
                </a:xfrm>
                <a:prstGeom prst="line">
                  <a:avLst/>
                </a:prstGeom>
                <a:grpFill/>
                <a:ln w="12700">
                  <a:solidFill>
                    <a:schemeClr val="bg1">
                      <a:lumMod val="65000"/>
                    </a:schemeClr>
                  </a:solidFill>
                  <a:round/>
                  <a:headEnd/>
                  <a:tailEnd/>
                </a:ln>
              </p:spPr>
              <p:txBody>
                <a:bodyPr/>
                <a:lstStyle/>
                <a:p>
                  <a:endParaRPr lang="en-US"/>
                </a:p>
              </p:txBody>
            </p:sp>
            <p:sp>
              <p:nvSpPr>
                <p:cNvPr id="104568" name="Line 145">
                  <a:extLst>
                    <a:ext uri="{FF2B5EF4-FFF2-40B4-BE49-F238E27FC236}">
                      <a16:creationId xmlns:a16="http://schemas.microsoft.com/office/drawing/2014/main" id="{DEE95F37-B619-912D-9EB1-5375E77DD6B9}"/>
                    </a:ext>
                  </a:extLst>
                </p:cNvPr>
                <p:cNvSpPr>
                  <a:spLocks noChangeShapeType="1"/>
                </p:cNvSpPr>
                <p:nvPr/>
              </p:nvSpPr>
              <p:spPr bwMode="auto">
                <a:xfrm>
                  <a:off x="2247" y="2674"/>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482" name="Group 146">
              <a:extLst>
                <a:ext uri="{FF2B5EF4-FFF2-40B4-BE49-F238E27FC236}">
                  <a16:creationId xmlns:a16="http://schemas.microsoft.com/office/drawing/2014/main" id="{291A6536-FDC7-4003-2915-3528603A1FCD}"/>
                </a:ext>
              </a:extLst>
            </p:cNvPr>
            <p:cNvGrpSpPr>
              <a:grpSpLocks/>
            </p:cNvGrpSpPr>
            <p:nvPr/>
          </p:nvGrpSpPr>
          <p:grpSpPr bwMode="auto">
            <a:xfrm>
              <a:off x="1489" y="2953"/>
              <a:ext cx="423" cy="56"/>
              <a:chOff x="1489" y="2953"/>
              <a:chExt cx="423" cy="56"/>
            </a:xfrm>
            <a:grpFill/>
          </p:grpSpPr>
          <p:sp>
            <p:nvSpPr>
              <p:cNvPr id="104553" name="Freeform 147">
                <a:extLst>
                  <a:ext uri="{FF2B5EF4-FFF2-40B4-BE49-F238E27FC236}">
                    <a16:creationId xmlns:a16="http://schemas.microsoft.com/office/drawing/2014/main" id="{0D55F9E4-0F61-7956-3B72-E4FE7363296F}"/>
                  </a:ext>
                </a:extLst>
              </p:cNvPr>
              <p:cNvSpPr>
                <a:spLocks/>
              </p:cNvSpPr>
              <p:nvPr/>
            </p:nvSpPr>
            <p:spPr bwMode="auto">
              <a:xfrm>
                <a:off x="1792" y="2953"/>
                <a:ext cx="120" cy="56"/>
              </a:xfrm>
              <a:custGeom>
                <a:avLst/>
                <a:gdLst>
                  <a:gd name="T0" fmla="*/ 120 w 120"/>
                  <a:gd name="T1" fmla="*/ 32 h 56"/>
                  <a:gd name="T2" fmla="*/ 0 w 120"/>
                  <a:gd name="T3" fmla="*/ 56 h 56"/>
                  <a:gd name="T4" fmla="*/ 0 w 120"/>
                  <a:gd name="T5" fmla="*/ 32 h 56"/>
                  <a:gd name="T6" fmla="*/ 0 w 120"/>
                  <a:gd name="T7" fmla="*/ 0 h 56"/>
                  <a:gd name="T8" fmla="*/ 120 w 120"/>
                  <a:gd name="T9" fmla="*/ 32 h 56"/>
                  <a:gd name="T10" fmla="*/ 0 60000 65536"/>
                  <a:gd name="T11" fmla="*/ 0 60000 65536"/>
                  <a:gd name="T12" fmla="*/ 0 60000 65536"/>
                  <a:gd name="T13" fmla="*/ 0 60000 65536"/>
                  <a:gd name="T14" fmla="*/ 0 60000 65536"/>
                  <a:gd name="T15" fmla="*/ 0 w 120"/>
                  <a:gd name="T16" fmla="*/ 0 h 56"/>
                  <a:gd name="T17" fmla="*/ 120 w 120"/>
                  <a:gd name="T18" fmla="*/ 56 h 56"/>
                </a:gdLst>
                <a:ahLst/>
                <a:cxnLst>
                  <a:cxn ang="T10">
                    <a:pos x="T0" y="T1"/>
                  </a:cxn>
                  <a:cxn ang="T11">
                    <a:pos x="T2" y="T3"/>
                  </a:cxn>
                  <a:cxn ang="T12">
                    <a:pos x="T4" y="T5"/>
                  </a:cxn>
                  <a:cxn ang="T13">
                    <a:pos x="T6" y="T7"/>
                  </a:cxn>
                  <a:cxn ang="T14">
                    <a:pos x="T8" y="T9"/>
                  </a:cxn>
                </a:cxnLst>
                <a:rect l="T15" t="T16" r="T17" b="T18"/>
                <a:pathLst>
                  <a:path w="120" h="56">
                    <a:moveTo>
                      <a:pt x="120" y="32"/>
                    </a:moveTo>
                    <a:lnTo>
                      <a:pt x="0" y="56"/>
                    </a:lnTo>
                    <a:lnTo>
                      <a:pt x="0" y="32"/>
                    </a:lnTo>
                    <a:lnTo>
                      <a:pt x="0" y="0"/>
                    </a:lnTo>
                    <a:lnTo>
                      <a:pt x="120" y="32"/>
                    </a:lnTo>
                    <a:close/>
                  </a:path>
                </a:pathLst>
              </a:custGeom>
              <a:grpFill/>
              <a:ln w="9525">
                <a:solidFill>
                  <a:schemeClr val="bg1">
                    <a:lumMod val="65000"/>
                  </a:schemeClr>
                </a:solidFill>
                <a:round/>
                <a:headEnd/>
                <a:tailEnd/>
              </a:ln>
            </p:spPr>
            <p:txBody>
              <a:bodyPr/>
              <a:lstStyle/>
              <a:p>
                <a:endParaRPr lang="en-US"/>
              </a:p>
            </p:txBody>
          </p:sp>
          <p:grpSp>
            <p:nvGrpSpPr>
              <p:cNvPr id="104554" name="Group 148">
                <a:extLst>
                  <a:ext uri="{FF2B5EF4-FFF2-40B4-BE49-F238E27FC236}">
                    <a16:creationId xmlns:a16="http://schemas.microsoft.com/office/drawing/2014/main" id="{13A5DF9A-BB40-3518-FD5F-1E22208D9EF2}"/>
                  </a:ext>
                </a:extLst>
              </p:cNvPr>
              <p:cNvGrpSpPr>
                <a:grpSpLocks/>
              </p:cNvGrpSpPr>
              <p:nvPr/>
            </p:nvGrpSpPr>
            <p:grpSpPr bwMode="auto">
              <a:xfrm>
                <a:off x="1489" y="2985"/>
                <a:ext cx="295" cy="1"/>
                <a:chOff x="1489" y="2985"/>
                <a:chExt cx="295" cy="1"/>
              </a:xfrm>
              <a:grpFill/>
            </p:grpSpPr>
            <p:sp>
              <p:nvSpPr>
                <p:cNvPr id="104555" name="Line 149">
                  <a:extLst>
                    <a:ext uri="{FF2B5EF4-FFF2-40B4-BE49-F238E27FC236}">
                      <a16:creationId xmlns:a16="http://schemas.microsoft.com/office/drawing/2014/main" id="{F2679CA9-6C0B-2035-B96C-B2796A3B5E14}"/>
                    </a:ext>
                  </a:extLst>
                </p:cNvPr>
                <p:cNvSpPr>
                  <a:spLocks noChangeShapeType="1"/>
                </p:cNvSpPr>
                <p:nvPr/>
              </p:nvSpPr>
              <p:spPr bwMode="auto">
                <a:xfrm>
                  <a:off x="1489" y="2985"/>
                  <a:ext cx="24" cy="1"/>
                </a:xfrm>
                <a:prstGeom prst="line">
                  <a:avLst/>
                </a:prstGeom>
                <a:grpFill/>
                <a:ln w="12700">
                  <a:solidFill>
                    <a:schemeClr val="bg1">
                      <a:lumMod val="65000"/>
                    </a:schemeClr>
                  </a:solidFill>
                  <a:round/>
                  <a:headEnd/>
                  <a:tailEnd/>
                </a:ln>
              </p:spPr>
              <p:txBody>
                <a:bodyPr/>
                <a:lstStyle/>
                <a:p>
                  <a:endParaRPr lang="en-US"/>
                </a:p>
              </p:txBody>
            </p:sp>
            <p:sp>
              <p:nvSpPr>
                <p:cNvPr id="104556" name="Line 150">
                  <a:extLst>
                    <a:ext uri="{FF2B5EF4-FFF2-40B4-BE49-F238E27FC236}">
                      <a16:creationId xmlns:a16="http://schemas.microsoft.com/office/drawing/2014/main" id="{250201F0-1589-F7D6-E89D-28570FA9E926}"/>
                    </a:ext>
                  </a:extLst>
                </p:cNvPr>
                <p:cNvSpPr>
                  <a:spLocks noChangeShapeType="1"/>
                </p:cNvSpPr>
                <p:nvPr/>
              </p:nvSpPr>
              <p:spPr bwMode="auto">
                <a:xfrm>
                  <a:off x="1544" y="2985"/>
                  <a:ext cx="24" cy="1"/>
                </a:xfrm>
                <a:prstGeom prst="line">
                  <a:avLst/>
                </a:prstGeom>
                <a:grpFill/>
                <a:ln w="12700">
                  <a:solidFill>
                    <a:schemeClr val="bg1">
                      <a:lumMod val="65000"/>
                    </a:schemeClr>
                  </a:solidFill>
                  <a:round/>
                  <a:headEnd/>
                  <a:tailEnd/>
                </a:ln>
              </p:spPr>
              <p:txBody>
                <a:bodyPr/>
                <a:lstStyle/>
                <a:p>
                  <a:endParaRPr lang="en-US"/>
                </a:p>
              </p:txBody>
            </p:sp>
            <p:sp>
              <p:nvSpPr>
                <p:cNvPr id="104557" name="Line 151">
                  <a:extLst>
                    <a:ext uri="{FF2B5EF4-FFF2-40B4-BE49-F238E27FC236}">
                      <a16:creationId xmlns:a16="http://schemas.microsoft.com/office/drawing/2014/main" id="{C670EA5B-46CE-D723-3C0F-35F5E9B12D0A}"/>
                    </a:ext>
                  </a:extLst>
                </p:cNvPr>
                <p:cNvSpPr>
                  <a:spLocks noChangeShapeType="1"/>
                </p:cNvSpPr>
                <p:nvPr/>
              </p:nvSpPr>
              <p:spPr bwMode="auto">
                <a:xfrm>
                  <a:off x="1600" y="2985"/>
                  <a:ext cx="24" cy="1"/>
                </a:xfrm>
                <a:prstGeom prst="line">
                  <a:avLst/>
                </a:prstGeom>
                <a:grpFill/>
                <a:ln w="12700">
                  <a:solidFill>
                    <a:schemeClr val="bg1">
                      <a:lumMod val="65000"/>
                    </a:schemeClr>
                  </a:solidFill>
                  <a:round/>
                  <a:headEnd/>
                  <a:tailEnd/>
                </a:ln>
              </p:spPr>
              <p:txBody>
                <a:bodyPr/>
                <a:lstStyle/>
                <a:p>
                  <a:endParaRPr lang="en-US"/>
                </a:p>
              </p:txBody>
            </p:sp>
            <p:sp>
              <p:nvSpPr>
                <p:cNvPr id="104558" name="Line 152">
                  <a:extLst>
                    <a:ext uri="{FF2B5EF4-FFF2-40B4-BE49-F238E27FC236}">
                      <a16:creationId xmlns:a16="http://schemas.microsoft.com/office/drawing/2014/main" id="{6F1D8EB9-8B96-C42D-1DA5-4D89D3A98C9B}"/>
                    </a:ext>
                  </a:extLst>
                </p:cNvPr>
                <p:cNvSpPr>
                  <a:spLocks noChangeShapeType="1"/>
                </p:cNvSpPr>
                <p:nvPr/>
              </p:nvSpPr>
              <p:spPr bwMode="auto">
                <a:xfrm>
                  <a:off x="1656" y="2985"/>
                  <a:ext cx="24" cy="1"/>
                </a:xfrm>
                <a:prstGeom prst="line">
                  <a:avLst/>
                </a:prstGeom>
                <a:grpFill/>
                <a:ln w="12700">
                  <a:solidFill>
                    <a:schemeClr val="bg1">
                      <a:lumMod val="65000"/>
                    </a:schemeClr>
                  </a:solidFill>
                  <a:round/>
                  <a:headEnd/>
                  <a:tailEnd/>
                </a:ln>
              </p:spPr>
              <p:txBody>
                <a:bodyPr/>
                <a:lstStyle/>
                <a:p>
                  <a:endParaRPr lang="en-US"/>
                </a:p>
              </p:txBody>
            </p:sp>
            <p:sp>
              <p:nvSpPr>
                <p:cNvPr id="104559" name="Line 153">
                  <a:extLst>
                    <a:ext uri="{FF2B5EF4-FFF2-40B4-BE49-F238E27FC236}">
                      <a16:creationId xmlns:a16="http://schemas.microsoft.com/office/drawing/2014/main" id="{FB534801-8B3C-84A4-CEA2-1D5BEEEE0FD2}"/>
                    </a:ext>
                  </a:extLst>
                </p:cNvPr>
                <p:cNvSpPr>
                  <a:spLocks noChangeShapeType="1"/>
                </p:cNvSpPr>
                <p:nvPr/>
              </p:nvSpPr>
              <p:spPr bwMode="auto">
                <a:xfrm>
                  <a:off x="1712" y="2985"/>
                  <a:ext cx="24" cy="1"/>
                </a:xfrm>
                <a:prstGeom prst="line">
                  <a:avLst/>
                </a:prstGeom>
                <a:grpFill/>
                <a:ln w="12700">
                  <a:solidFill>
                    <a:schemeClr val="bg1">
                      <a:lumMod val="65000"/>
                    </a:schemeClr>
                  </a:solidFill>
                  <a:round/>
                  <a:headEnd/>
                  <a:tailEnd/>
                </a:ln>
              </p:spPr>
              <p:txBody>
                <a:bodyPr/>
                <a:lstStyle/>
                <a:p>
                  <a:endParaRPr lang="en-US"/>
                </a:p>
              </p:txBody>
            </p:sp>
            <p:sp>
              <p:nvSpPr>
                <p:cNvPr id="104560" name="Line 154">
                  <a:extLst>
                    <a:ext uri="{FF2B5EF4-FFF2-40B4-BE49-F238E27FC236}">
                      <a16:creationId xmlns:a16="http://schemas.microsoft.com/office/drawing/2014/main" id="{94019ED7-E990-1A74-73FD-1268F8661805}"/>
                    </a:ext>
                  </a:extLst>
                </p:cNvPr>
                <p:cNvSpPr>
                  <a:spLocks noChangeShapeType="1"/>
                </p:cNvSpPr>
                <p:nvPr/>
              </p:nvSpPr>
              <p:spPr bwMode="auto">
                <a:xfrm>
                  <a:off x="1768" y="2985"/>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483" name="Group 155">
              <a:extLst>
                <a:ext uri="{FF2B5EF4-FFF2-40B4-BE49-F238E27FC236}">
                  <a16:creationId xmlns:a16="http://schemas.microsoft.com/office/drawing/2014/main" id="{01BF3CC7-6349-AFA5-3FA2-F7E941493B4E}"/>
                </a:ext>
              </a:extLst>
            </p:cNvPr>
            <p:cNvGrpSpPr>
              <a:grpSpLocks/>
            </p:cNvGrpSpPr>
            <p:nvPr/>
          </p:nvGrpSpPr>
          <p:grpSpPr bwMode="auto">
            <a:xfrm>
              <a:off x="1952" y="2953"/>
              <a:ext cx="415" cy="56"/>
              <a:chOff x="1952" y="2953"/>
              <a:chExt cx="415" cy="56"/>
            </a:xfrm>
            <a:grpFill/>
          </p:grpSpPr>
          <p:sp>
            <p:nvSpPr>
              <p:cNvPr id="104545" name="Freeform 156">
                <a:extLst>
                  <a:ext uri="{FF2B5EF4-FFF2-40B4-BE49-F238E27FC236}">
                    <a16:creationId xmlns:a16="http://schemas.microsoft.com/office/drawing/2014/main" id="{983D0E44-2AAD-BA96-312B-DE6A1A71CBDA}"/>
                  </a:ext>
                </a:extLst>
              </p:cNvPr>
              <p:cNvSpPr>
                <a:spLocks/>
              </p:cNvSpPr>
              <p:nvPr/>
            </p:nvSpPr>
            <p:spPr bwMode="auto">
              <a:xfrm>
                <a:off x="2255"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4546" name="Group 157">
                <a:extLst>
                  <a:ext uri="{FF2B5EF4-FFF2-40B4-BE49-F238E27FC236}">
                    <a16:creationId xmlns:a16="http://schemas.microsoft.com/office/drawing/2014/main" id="{A299D00F-2393-12F2-3C7A-546FDE90BAF1}"/>
                  </a:ext>
                </a:extLst>
              </p:cNvPr>
              <p:cNvGrpSpPr>
                <a:grpSpLocks/>
              </p:cNvGrpSpPr>
              <p:nvPr/>
            </p:nvGrpSpPr>
            <p:grpSpPr bwMode="auto">
              <a:xfrm>
                <a:off x="1952" y="2985"/>
                <a:ext cx="295" cy="1"/>
                <a:chOff x="1952" y="2985"/>
                <a:chExt cx="295" cy="1"/>
              </a:xfrm>
              <a:grpFill/>
            </p:grpSpPr>
            <p:sp>
              <p:nvSpPr>
                <p:cNvPr id="104547" name="Line 158">
                  <a:extLst>
                    <a:ext uri="{FF2B5EF4-FFF2-40B4-BE49-F238E27FC236}">
                      <a16:creationId xmlns:a16="http://schemas.microsoft.com/office/drawing/2014/main" id="{6D10D244-C398-7E77-FD17-D141B4A97D12}"/>
                    </a:ext>
                  </a:extLst>
                </p:cNvPr>
                <p:cNvSpPr>
                  <a:spLocks noChangeShapeType="1"/>
                </p:cNvSpPr>
                <p:nvPr/>
              </p:nvSpPr>
              <p:spPr bwMode="auto">
                <a:xfrm>
                  <a:off x="1952" y="2985"/>
                  <a:ext cx="24" cy="1"/>
                </a:xfrm>
                <a:prstGeom prst="line">
                  <a:avLst/>
                </a:prstGeom>
                <a:grpFill/>
                <a:ln w="12700">
                  <a:solidFill>
                    <a:schemeClr val="bg1">
                      <a:lumMod val="65000"/>
                    </a:schemeClr>
                  </a:solidFill>
                  <a:round/>
                  <a:headEnd/>
                  <a:tailEnd/>
                </a:ln>
              </p:spPr>
              <p:txBody>
                <a:bodyPr/>
                <a:lstStyle/>
                <a:p>
                  <a:endParaRPr lang="en-US"/>
                </a:p>
              </p:txBody>
            </p:sp>
            <p:sp>
              <p:nvSpPr>
                <p:cNvPr id="104548" name="Line 159">
                  <a:extLst>
                    <a:ext uri="{FF2B5EF4-FFF2-40B4-BE49-F238E27FC236}">
                      <a16:creationId xmlns:a16="http://schemas.microsoft.com/office/drawing/2014/main" id="{EC1FE83F-526B-DAA4-3C1D-A7F0036E833C}"/>
                    </a:ext>
                  </a:extLst>
                </p:cNvPr>
                <p:cNvSpPr>
                  <a:spLocks noChangeShapeType="1"/>
                </p:cNvSpPr>
                <p:nvPr/>
              </p:nvSpPr>
              <p:spPr bwMode="auto">
                <a:xfrm>
                  <a:off x="2008" y="2985"/>
                  <a:ext cx="23" cy="1"/>
                </a:xfrm>
                <a:prstGeom prst="line">
                  <a:avLst/>
                </a:prstGeom>
                <a:grpFill/>
                <a:ln w="12700">
                  <a:solidFill>
                    <a:schemeClr val="bg1">
                      <a:lumMod val="65000"/>
                    </a:schemeClr>
                  </a:solidFill>
                  <a:round/>
                  <a:headEnd/>
                  <a:tailEnd/>
                </a:ln>
              </p:spPr>
              <p:txBody>
                <a:bodyPr/>
                <a:lstStyle/>
                <a:p>
                  <a:endParaRPr lang="en-US"/>
                </a:p>
              </p:txBody>
            </p:sp>
            <p:sp>
              <p:nvSpPr>
                <p:cNvPr id="104549" name="Line 160">
                  <a:extLst>
                    <a:ext uri="{FF2B5EF4-FFF2-40B4-BE49-F238E27FC236}">
                      <a16:creationId xmlns:a16="http://schemas.microsoft.com/office/drawing/2014/main" id="{1882FDDE-F416-5FC4-BDDF-7EA602FB28E5}"/>
                    </a:ext>
                  </a:extLst>
                </p:cNvPr>
                <p:cNvSpPr>
                  <a:spLocks noChangeShapeType="1"/>
                </p:cNvSpPr>
                <p:nvPr/>
              </p:nvSpPr>
              <p:spPr bwMode="auto">
                <a:xfrm>
                  <a:off x="2063" y="2985"/>
                  <a:ext cx="24" cy="1"/>
                </a:xfrm>
                <a:prstGeom prst="line">
                  <a:avLst/>
                </a:prstGeom>
                <a:grpFill/>
                <a:ln w="12700">
                  <a:solidFill>
                    <a:schemeClr val="bg1">
                      <a:lumMod val="65000"/>
                    </a:schemeClr>
                  </a:solidFill>
                  <a:round/>
                  <a:headEnd/>
                  <a:tailEnd/>
                </a:ln>
              </p:spPr>
              <p:txBody>
                <a:bodyPr/>
                <a:lstStyle/>
                <a:p>
                  <a:endParaRPr lang="en-US"/>
                </a:p>
              </p:txBody>
            </p:sp>
            <p:sp>
              <p:nvSpPr>
                <p:cNvPr id="104550" name="Line 161">
                  <a:extLst>
                    <a:ext uri="{FF2B5EF4-FFF2-40B4-BE49-F238E27FC236}">
                      <a16:creationId xmlns:a16="http://schemas.microsoft.com/office/drawing/2014/main" id="{6593E01B-C174-4535-5139-3F830D36C2E4}"/>
                    </a:ext>
                  </a:extLst>
                </p:cNvPr>
                <p:cNvSpPr>
                  <a:spLocks noChangeShapeType="1"/>
                </p:cNvSpPr>
                <p:nvPr/>
              </p:nvSpPr>
              <p:spPr bwMode="auto">
                <a:xfrm>
                  <a:off x="2119" y="2985"/>
                  <a:ext cx="24" cy="1"/>
                </a:xfrm>
                <a:prstGeom prst="line">
                  <a:avLst/>
                </a:prstGeom>
                <a:grpFill/>
                <a:ln w="12700">
                  <a:solidFill>
                    <a:schemeClr val="bg1">
                      <a:lumMod val="65000"/>
                    </a:schemeClr>
                  </a:solidFill>
                  <a:round/>
                  <a:headEnd/>
                  <a:tailEnd/>
                </a:ln>
              </p:spPr>
              <p:txBody>
                <a:bodyPr/>
                <a:lstStyle/>
                <a:p>
                  <a:endParaRPr lang="en-US"/>
                </a:p>
              </p:txBody>
            </p:sp>
            <p:sp>
              <p:nvSpPr>
                <p:cNvPr id="104551" name="Line 162">
                  <a:extLst>
                    <a:ext uri="{FF2B5EF4-FFF2-40B4-BE49-F238E27FC236}">
                      <a16:creationId xmlns:a16="http://schemas.microsoft.com/office/drawing/2014/main" id="{70DB1715-F775-8410-D6A8-CF5184E6FBD5}"/>
                    </a:ext>
                  </a:extLst>
                </p:cNvPr>
                <p:cNvSpPr>
                  <a:spLocks noChangeShapeType="1"/>
                </p:cNvSpPr>
                <p:nvPr/>
              </p:nvSpPr>
              <p:spPr bwMode="auto">
                <a:xfrm>
                  <a:off x="2175" y="2985"/>
                  <a:ext cx="24" cy="1"/>
                </a:xfrm>
                <a:prstGeom prst="line">
                  <a:avLst/>
                </a:prstGeom>
                <a:grpFill/>
                <a:ln w="12700">
                  <a:solidFill>
                    <a:schemeClr val="bg1">
                      <a:lumMod val="65000"/>
                    </a:schemeClr>
                  </a:solidFill>
                  <a:round/>
                  <a:headEnd/>
                  <a:tailEnd/>
                </a:ln>
              </p:spPr>
              <p:txBody>
                <a:bodyPr/>
                <a:lstStyle/>
                <a:p>
                  <a:endParaRPr lang="en-US"/>
                </a:p>
              </p:txBody>
            </p:sp>
            <p:sp>
              <p:nvSpPr>
                <p:cNvPr id="104552" name="Line 163">
                  <a:extLst>
                    <a:ext uri="{FF2B5EF4-FFF2-40B4-BE49-F238E27FC236}">
                      <a16:creationId xmlns:a16="http://schemas.microsoft.com/office/drawing/2014/main" id="{969D2BF5-D917-3B44-7155-5BF34EB240CC}"/>
                    </a:ext>
                  </a:extLst>
                </p:cNvPr>
                <p:cNvSpPr>
                  <a:spLocks noChangeShapeType="1"/>
                </p:cNvSpPr>
                <p:nvPr/>
              </p:nvSpPr>
              <p:spPr bwMode="auto">
                <a:xfrm>
                  <a:off x="2231" y="2985"/>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484" name="Group 164">
              <a:extLst>
                <a:ext uri="{FF2B5EF4-FFF2-40B4-BE49-F238E27FC236}">
                  <a16:creationId xmlns:a16="http://schemas.microsoft.com/office/drawing/2014/main" id="{50479D60-528A-7540-DA32-B7E2E81EB26D}"/>
                </a:ext>
              </a:extLst>
            </p:cNvPr>
            <p:cNvGrpSpPr>
              <a:grpSpLocks/>
            </p:cNvGrpSpPr>
            <p:nvPr/>
          </p:nvGrpSpPr>
          <p:grpSpPr bwMode="auto">
            <a:xfrm>
              <a:off x="2415" y="2953"/>
              <a:ext cx="415" cy="56"/>
              <a:chOff x="2415" y="2953"/>
              <a:chExt cx="415" cy="56"/>
            </a:xfrm>
            <a:grpFill/>
          </p:grpSpPr>
          <p:sp>
            <p:nvSpPr>
              <p:cNvPr id="104537" name="Freeform 165">
                <a:extLst>
                  <a:ext uri="{FF2B5EF4-FFF2-40B4-BE49-F238E27FC236}">
                    <a16:creationId xmlns:a16="http://schemas.microsoft.com/office/drawing/2014/main" id="{88468117-3CB8-8BE4-6486-CD917156FE66}"/>
                  </a:ext>
                </a:extLst>
              </p:cNvPr>
              <p:cNvSpPr>
                <a:spLocks/>
              </p:cNvSpPr>
              <p:nvPr/>
            </p:nvSpPr>
            <p:spPr bwMode="auto">
              <a:xfrm>
                <a:off x="2718"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4538" name="Group 166">
                <a:extLst>
                  <a:ext uri="{FF2B5EF4-FFF2-40B4-BE49-F238E27FC236}">
                    <a16:creationId xmlns:a16="http://schemas.microsoft.com/office/drawing/2014/main" id="{8F3ADFF3-82DF-2FBB-28DB-E1BEC05BD956}"/>
                  </a:ext>
                </a:extLst>
              </p:cNvPr>
              <p:cNvGrpSpPr>
                <a:grpSpLocks/>
              </p:cNvGrpSpPr>
              <p:nvPr/>
            </p:nvGrpSpPr>
            <p:grpSpPr bwMode="auto">
              <a:xfrm>
                <a:off x="2415" y="2985"/>
                <a:ext cx="295" cy="1"/>
                <a:chOff x="2415" y="2985"/>
                <a:chExt cx="295" cy="1"/>
              </a:xfrm>
              <a:grpFill/>
            </p:grpSpPr>
            <p:sp>
              <p:nvSpPr>
                <p:cNvPr id="104539" name="Line 167">
                  <a:extLst>
                    <a:ext uri="{FF2B5EF4-FFF2-40B4-BE49-F238E27FC236}">
                      <a16:creationId xmlns:a16="http://schemas.microsoft.com/office/drawing/2014/main" id="{8889D486-DDED-3D4C-F4F9-232FC209DFA2}"/>
                    </a:ext>
                  </a:extLst>
                </p:cNvPr>
                <p:cNvSpPr>
                  <a:spLocks noChangeShapeType="1"/>
                </p:cNvSpPr>
                <p:nvPr/>
              </p:nvSpPr>
              <p:spPr bwMode="auto">
                <a:xfrm>
                  <a:off x="2415" y="2985"/>
                  <a:ext cx="24" cy="1"/>
                </a:xfrm>
                <a:prstGeom prst="line">
                  <a:avLst/>
                </a:prstGeom>
                <a:grpFill/>
                <a:ln w="12700">
                  <a:solidFill>
                    <a:schemeClr val="bg1">
                      <a:lumMod val="65000"/>
                    </a:schemeClr>
                  </a:solidFill>
                  <a:round/>
                  <a:headEnd/>
                  <a:tailEnd/>
                </a:ln>
              </p:spPr>
              <p:txBody>
                <a:bodyPr/>
                <a:lstStyle/>
                <a:p>
                  <a:endParaRPr lang="en-US"/>
                </a:p>
              </p:txBody>
            </p:sp>
            <p:sp>
              <p:nvSpPr>
                <p:cNvPr id="104540" name="Line 168">
                  <a:extLst>
                    <a:ext uri="{FF2B5EF4-FFF2-40B4-BE49-F238E27FC236}">
                      <a16:creationId xmlns:a16="http://schemas.microsoft.com/office/drawing/2014/main" id="{6A86FB04-5C12-B8E2-B4C0-470207D382B8}"/>
                    </a:ext>
                  </a:extLst>
                </p:cNvPr>
                <p:cNvSpPr>
                  <a:spLocks noChangeShapeType="1"/>
                </p:cNvSpPr>
                <p:nvPr/>
              </p:nvSpPr>
              <p:spPr bwMode="auto">
                <a:xfrm>
                  <a:off x="2471" y="2985"/>
                  <a:ext cx="24" cy="1"/>
                </a:xfrm>
                <a:prstGeom prst="line">
                  <a:avLst/>
                </a:prstGeom>
                <a:grpFill/>
                <a:ln w="12700">
                  <a:solidFill>
                    <a:schemeClr val="bg1">
                      <a:lumMod val="65000"/>
                    </a:schemeClr>
                  </a:solidFill>
                  <a:round/>
                  <a:headEnd/>
                  <a:tailEnd/>
                </a:ln>
              </p:spPr>
              <p:txBody>
                <a:bodyPr/>
                <a:lstStyle/>
                <a:p>
                  <a:endParaRPr lang="en-US"/>
                </a:p>
              </p:txBody>
            </p:sp>
            <p:sp>
              <p:nvSpPr>
                <p:cNvPr id="104541" name="Line 169">
                  <a:extLst>
                    <a:ext uri="{FF2B5EF4-FFF2-40B4-BE49-F238E27FC236}">
                      <a16:creationId xmlns:a16="http://schemas.microsoft.com/office/drawing/2014/main" id="{51BE81BB-418A-98E7-6FD8-2190F7AE7FF1}"/>
                    </a:ext>
                  </a:extLst>
                </p:cNvPr>
                <p:cNvSpPr>
                  <a:spLocks noChangeShapeType="1"/>
                </p:cNvSpPr>
                <p:nvPr/>
              </p:nvSpPr>
              <p:spPr bwMode="auto">
                <a:xfrm>
                  <a:off x="2526" y="2985"/>
                  <a:ext cx="24" cy="1"/>
                </a:xfrm>
                <a:prstGeom prst="line">
                  <a:avLst/>
                </a:prstGeom>
                <a:grpFill/>
                <a:ln w="12700">
                  <a:solidFill>
                    <a:schemeClr val="bg1">
                      <a:lumMod val="65000"/>
                    </a:schemeClr>
                  </a:solidFill>
                  <a:round/>
                  <a:headEnd/>
                  <a:tailEnd/>
                </a:ln>
              </p:spPr>
              <p:txBody>
                <a:bodyPr/>
                <a:lstStyle/>
                <a:p>
                  <a:endParaRPr lang="en-US"/>
                </a:p>
              </p:txBody>
            </p:sp>
            <p:sp>
              <p:nvSpPr>
                <p:cNvPr id="104542" name="Line 170">
                  <a:extLst>
                    <a:ext uri="{FF2B5EF4-FFF2-40B4-BE49-F238E27FC236}">
                      <a16:creationId xmlns:a16="http://schemas.microsoft.com/office/drawing/2014/main" id="{A9938726-2F1B-D271-C965-2244AFC7349A}"/>
                    </a:ext>
                  </a:extLst>
                </p:cNvPr>
                <p:cNvSpPr>
                  <a:spLocks noChangeShapeType="1"/>
                </p:cNvSpPr>
                <p:nvPr/>
              </p:nvSpPr>
              <p:spPr bwMode="auto">
                <a:xfrm>
                  <a:off x="2582" y="2985"/>
                  <a:ext cx="24" cy="1"/>
                </a:xfrm>
                <a:prstGeom prst="line">
                  <a:avLst/>
                </a:prstGeom>
                <a:grpFill/>
                <a:ln w="12700">
                  <a:solidFill>
                    <a:schemeClr val="bg1">
                      <a:lumMod val="65000"/>
                    </a:schemeClr>
                  </a:solidFill>
                  <a:round/>
                  <a:headEnd/>
                  <a:tailEnd/>
                </a:ln>
              </p:spPr>
              <p:txBody>
                <a:bodyPr/>
                <a:lstStyle/>
                <a:p>
                  <a:endParaRPr lang="en-US"/>
                </a:p>
              </p:txBody>
            </p:sp>
            <p:sp>
              <p:nvSpPr>
                <p:cNvPr id="104543" name="Line 171">
                  <a:extLst>
                    <a:ext uri="{FF2B5EF4-FFF2-40B4-BE49-F238E27FC236}">
                      <a16:creationId xmlns:a16="http://schemas.microsoft.com/office/drawing/2014/main" id="{51BF16D5-4A17-F380-CE9B-FC8F1ED9B225}"/>
                    </a:ext>
                  </a:extLst>
                </p:cNvPr>
                <p:cNvSpPr>
                  <a:spLocks noChangeShapeType="1"/>
                </p:cNvSpPr>
                <p:nvPr/>
              </p:nvSpPr>
              <p:spPr bwMode="auto">
                <a:xfrm>
                  <a:off x="2638" y="2985"/>
                  <a:ext cx="24" cy="1"/>
                </a:xfrm>
                <a:prstGeom prst="line">
                  <a:avLst/>
                </a:prstGeom>
                <a:grpFill/>
                <a:ln w="12700">
                  <a:solidFill>
                    <a:schemeClr val="bg1">
                      <a:lumMod val="65000"/>
                    </a:schemeClr>
                  </a:solidFill>
                  <a:round/>
                  <a:headEnd/>
                  <a:tailEnd/>
                </a:ln>
              </p:spPr>
              <p:txBody>
                <a:bodyPr/>
                <a:lstStyle/>
                <a:p>
                  <a:endParaRPr lang="en-US"/>
                </a:p>
              </p:txBody>
            </p:sp>
            <p:sp>
              <p:nvSpPr>
                <p:cNvPr id="104544" name="Line 172">
                  <a:extLst>
                    <a:ext uri="{FF2B5EF4-FFF2-40B4-BE49-F238E27FC236}">
                      <a16:creationId xmlns:a16="http://schemas.microsoft.com/office/drawing/2014/main" id="{F45AF8A7-2052-C0C0-3A0A-B3C87E4F5886}"/>
                    </a:ext>
                  </a:extLst>
                </p:cNvPr>
                <p:cNvSpPr>
                  <a:spLocks noChangeShapeType="1"/>
                </p:cNvSpPr>
                <p:nvPr/>
              </p:nvSpPr>
              <p:spPr bwMode="auto">
                <a:xfrm>
                  <a:off x="2694" y="2985"/>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485" name="Group 173">
              <a:extLst>
                <a:ext uri="{FF2B5EF4-FFF2-40B4-BE49-F238E27FC236}">
                  <a16:creationId xmlns:a16="http://schemas.microsoft.com/office/drawing/2014/main" id="{3DFA4B02-5896-D990-61C5-B77BEC095EB8}"/>
                </a:ext>
              </a:extLst>
            </p:cNvPr>
            <p:cNvGrpSpPr>
              <a:grpSpLocks/>
            </p:cNvGrpSpPr>
            <p:nvPr/>
          </p:nvGrpSpPr>
          <p:grpSpPr bwMode="auto">
            <a:xfrm>
              <a:off x="2838" y="1741"/>
              <a:ext cx="40" cy="1260"/>
              <a:chOff x="2838" y="1741"/>
              <a:chExt cx="40" cy="1260"/>
            </a:xfrm>
            <a:grpFill/>
          </p:grpSpPr>
          <p:sp>
            <p:nvSpPr>
              <p:cNvPr id="104527" name="Oval 174">
                <a:extLst>
                  <a:ext uri="{FF2B5EF4-FFF2-40B4-BE49-F238E27FC236}">
                    <a16:creationId xmlns:a16="http://schemas.microsoft.com/office/drawing/2014/main" id="{C29EB9CC-FC2D-A867-A0D8-937155C4BF9E}"/>
                  </a:ext>
                </a:extLst>
              </p:cNvPr>
              <p:cNvSpPr>
                <a:spLocks noChangeArrowheads="1"/>
              </p:cNvSpPr>
              <p:nvPr/>
            </p:nvSpPr>
            <p:spPr bwMode="auto">
              <a:xfrm>
                <a:off x="2838" y="1741"/>
                <a:ext cx="40" cy="40"/>
              </a:xfrm>
              <a:prstGeom prst="ellipse">
                <a:avLst/>
              </a:prstGeom>
              <a:grpFill/>
              <a:ln w="9525">
                <a:solidFill>
                  <a:schemeClr val="bg1">
                    <a:lumMod val="65000"/>
                  </a:schemeClr>
                </a:solidFill>
                <a:round/>
                <a:headEnd/>
                <a:tailEnd/>
              </a:ln>
            </p:spPr>
            <p:txBody>
              <a:bodyPr/>
              <a:lstStyle/>
              <a:p>
                <a:endParaRPr lang="en-US"/>
              </a:p>
            </p:txBody>
          </p:sp>
          <p:sp>
            <p:nvSpPr>
              <p:cNvPr id="104528" name="Oval 175">
                <a:extLst>
                  <a:ext uri="{FF2B5EF4-FFF2-40B4-BE49-F238E27FC236}">
                    <a16:creationId xmlns:a16="http://schemas.microsoft.com/office/drawing/2014/main" id="{8036B0C9-DCDF-6D4C-0FB1-95B0E459C980}"/>
                  </a:ext>
                </a:extLst>
              </p:cNvPr>
              <p:cNvSpPr>
                <a:spLocks noChangeArrowheads="1"/>
              </p:cNvSpPr>
              <p:nvPr/>
            </p:nvSpPr>
            <p:spPr bwMode="auto">
              <a:xfrm>
                <a:off x="2838" y="1741"/>
                <a:ext cx="40" cy="40"/>
              </a:xfrm>
              <a:prstGeom prst="ellipse">
                <a:avLst/>
              </a:prstGeom>
              <a:grpFill/>
              <a:ln w="25400">
                <a:solidFill>
                  <a:schemeClr val="bg1">
                    <a:lumMod val="65000"/>
                  </a:schemeClr>
                </a:solidFill>
                <a:round/>
                <a:headEnd/>
                <a:tailEnd/>
              </a:ln>
            </p:spPr>
            <p:txBody>
              <a:bodyPr/>
              <a:lstStyle/>
              <a:p>
                <a:endParaRPr lang="en-US"/>
              </a:p>
            </p:txBody>
          </p:sp>
          <p:sp>
            <p:nvSpPr>
              <p:cNvPr id="104529" name="Oval 176">
                <a:extLst>
                  <a:ext uri="{FF2B5EF4-FFF2-40B4-BE49-F238E27FC236}">
                    <a16:creationId xmlns:a16="http://schemas.microsoft.com/office/drawing/2014/main" id="{C2A873ED-BB9C-71A3-2117-4483084B96F3}"/>
                  </a:ext>
                </a:extLst>
              </p:cNvPr>
              <p:cNvSpPr>
                <a:spLocks noChangeArrowheads="1"/>
              </p:cNvSpPr>
              <p:nvPr/>
            </p:nvSpPr>
            <p:spPr bwMode="auto">
              <a:xfrm>
                <a:off x="2846" y="2044"/>
                <a:ext cx="32" cy="32"/>
              </a:xfrm>
              <a:prstGeom prst="ellipse">
                <a:avLst/>
              </a:prstGeom>
              <a:grpFill/>
              <a:ln w="9525">
                <a:solidFill>
                  <a:schemeClr val="bg1">
                    <a:lumMod val="65000"/>
                  </a:schemeClr>
                </a:solidFill>
                <a:round/>
                <a:headEnd/>
                <a:tailEnd/>
              </a:ln>
            </p:spPr>
            <p:txBody>
              <a:bodyPr/>
              <a:lstStyle/>
              <a:p>
                <a:endParaRPr lang="en-US"/>
              </a:p>
            </p:txBody>
          </p:sp>
          <p:sp>
            <p:nvSpPr>
              <p:cNvPr id="104530" name="Oval 177">
                <a:extLst>
                  <a:ext uri="{FF2B5EF4-FFF2-40B4-BE49-F238E27FC236}">
                    <a16:creationId xmlns:a16="http://schemas.microsoft.com/office/drawing/2014/main" id="{ED533C95-89C5-7DE2-172D-38AD3D85B627}"/>
                  </a:ext>
                </a:extLst>
              </p:cNvPr>
              <p:cNvSpPr>
                <a:spLocks noChangeArrowheads="1"/>
              </p:cNvSpPr>
              <p:nvPr/>
            </p:nvSpPr>
            <p:spPr bwMode="auto">
              <a:xfrm>
                <a:off x="2846" y="2044"/>
                <a:ext cx="32" cy="32"/>
              </a:xfrm>
              <a:prstGeom prst="ellipse">
                <a:avLst/>
              </a:prstGeom>
              <a:grpFill/>
              <a:ln w="25400">
                <a:solidFill>
                  <a:schemeClr val="bg1">
                    <a:lumMod val="65000"/>
                  </a:schemeClr>
                </a:solidFill>
                <a:round/>
                <a:headEnd/>
                <a:tailEnd/>
              </a:ln>
            </p:spPr>
            <p:txBody>
              <a:bodyPr/>
              <a:lstStyle/>
              <a:p>
                <a:endParaRPr lang="en-US"/>
              </a:p>
            </p:txBody>
          </p:sp>
          <p:sp>
            <p:nvSpPr>
              <p:cNvPr id="104531" name="Oval 178">
                <a:extLst>
                  <a:ext uri="{FF2B5EF4-FFF2-40B4-BE49-F238E27FC236}">
                    <a16:creationId xmlns:a16="http://schemas.microsoft.com/office/drawing/2014/main" id="{D00E07E7-A883-5AC1-58B3-B2F543452EC1}"/>
                  </a:ext>
                </a:extLst>
              </p:cNvPr>
              <p:cNvSpPr>
                <a:spLocks noChangeArrowheads="1"/>
              </p:cNvSpPr>
              <p:nvPr/>
            </p:nvSpPr>
            <p:spPr bwMode="auto">
              <a:xfrm>
                <a:off x="2846" y="2355"/>
                <a:ext cx="32" cy="32"/>
              </a:xfrm>
              <a:prstGeom prst="ellipse">
                <a:avLst/>
              </a:prstGeom>
              <a:grpFill/>
              <a:ln w="9525">
                <a:solidFill>
                  <a:schemeClr val="bg1">
                    <a:lumMod val="65000"/>
                  </a:schemeClr>
                </a:solidFill>
                <a:round/>
                <a:headEnd/>
                <a:tailEnd/>
              </a:ln>
            </p:spPr>
            <p:txBody>
              <a:bodyPr/>
              <a:lstStyle/>
              <a:p>
                <a:endParaRPr lang="en-US"/>
              </a:p>
            </p:txBody>
          </p:sp>
          <p:sp>
            <p:nvSpPr>
              <p:cNvPr id="104532" name="Oval 179">
                <a:extLst>
                  <a:ext uri="{FF2B5EF4-FFF2-40B4-BE49-F238E27FC236}">
                    <a16:creationId xmlns:a16="http://schemas.microsoft.com/office/drawing/2014/main" id="{F2A9FABD-E6F1-8DED-A7F2-BD02F3429576}"/>
                  </a:ext>
                </a:extLst>
              </p:cNvPr>
              <p:cNvSpPr>
                <a:spLocks noChangeArrowheads="1"/>
              </p:cNvSpPr>
              <p:nvPr/>
            </p:nvSpPr>
            <p:spPr bwMode="auto">
              <a:xfrm>
                <a:off x="2846" y="2355"/>
                <a:ext cx="32" cy="32"/>
              </a:xfrm>
              <a:prstGeom prst="ellipse">
                <a:avLst/>
              </a:prstGeom>
              <a:grpFill/>
              <a:ln w="25400">
                <a:solidFill>
                  <a:schemeClr val="bg1">
                    <a:lumMod val="65000"/>
                  </a:schemeClr>
                </a:solidFill>
                <a:round/>
                <a:headEnd/>
                <a:tailEnd/>
              </a:ln>
            </p:spPr>
            <p:txBody>
              <a:bodyPr/>
              <a:lstStyle/>
              <a:p>
                <a:endParaRPr lang="en-US"/>
              </a:p>
            </p:txBody>
          </p:sp>
          <p:sp>
            <p:nvSpPr>
              <p:cNvPr id="104533" name="Oval 180">
                <a:extLst>
                  <a:ext uri="{FF2B5EF4-FFF2-40B4-BE49-F238E27FC236}">
                    <a16:creationId xmlns:a16="http://schemas.microsoft.com/office/drawing/2014/main" id="{62467754-BE5A-2929-60B7-955B528E3B8B}"/>
                  </a:ext>
                </a:extLst>
              </p:cNvPr>
              <p:cNvSpPr>
                <a:spLocks noChangeArrowheads="1"/>
              </p:cNvSpPr>
              <p:nvPr/>
            </p:nvSpPr>
            <p:spPr bwMode="auto">
              <a:xfrm>
                <a:off x="2838" y="2658"/>
                <a:ext cx="40" cy="32"/>
              </a:xfrm>
              <a:prstGeom prst="ellipse">
                <a:avLst/>
              </a:prstGeom>
              <a:grpFill/>
              <a:ln w="9525">
                <a:solidFill>
                  <a:schemeClr val="bg1">
                    <a:lumMod val="65000"/>
                  </a:schemeClr>
                </a:solidFill>
                <a:round/>
                <a:headEnd/>
                <a:tailEnd/>
              </a:ln>
            </p:spPr>
            <p:txBody>
              <a:bodyPr/>
              <a:lstStyle/>
              <a:p>
                <a:endParaRPr lang="en-US"/>
              </a:p>
            </p:txBody>
          </p:sp>
          <p:sp>
            <p:nvSpPr>
              <p:cNvPr id="104534" name="Oval 181">
                <a:extLst>
                  <a:ext uri="{FF2B5EF4-FFF2-40B4-BE49-F238E27FC236}">
                    <a16:creationId xmlns:a16="http://schemas.microsoft.com/office/drawing/2014/main" id="{A7487599-E3A4-1DFE-2FEC-055B72FE6C6A}"/>
                  </a:ext>
                </a:extLst>
              </p:cNvPr>
              <p:cNvSpPr>
                <a:spLocks noChangeArrowheads="1"/>
              </p:cNvSpPr>
              <p:nvPr/>
            </p:nvSpPr>
            <p:spPr bwMode="auto">
              <a:xfrm>
                <a:off x="2838" y="2658"/>
                <a:ext cx="40" cy="32"/>
              </a:xfrm>
              <a:prstGeom prst="ellipse">
                <a:avLst/>
              </a:prstGeom>
              <a:grpFill/>
              <a:ln w="25400">
                <a:solidFill>
                  <a:schemeClr val="bg1">
                    <a:lumMod val="65000"/>
                  </a:schemeClr>
                </a:solidFill>
                <a:round/>
                <a:headEnd/>
                <a:tailEnd/>
              </a:ln>
            </p:spPr>
            <p:txBody>
              <a:bodyPr/>
              <a:lstStyle/>
              <a:p>
                <a:endParaRPr lang="en-US"/>
              </a:p>
            </p:txBody>
          </p:sp>
          <p:sp>
            <p:nvSpPr>
              <p:cNvPr id="104535" name="Oval 182">
                <a:extLst>
                  <a:ext uri="{FF2B5EF4-FFF2-40B4-BE49-F238E27FC236}">
                    <a16:creationId xmlns:a16="http://schemas.microsoft.com/office/drawing/2014/main" id="{12202DBB-1503-F1E2-36A3-32C17A3D0F1A}"/>
                  </a:ext>
                </a:extLst>
              </p:cNvPr>
              <p:cNvSpPr>
                <a:spLocks noChangeArrowheads="1"/>
              </p:cNvSpPr>
              <p:nvPr/>
            </p:nvSpPr>
            <p:spPr bwMode="auto">
              <a:xfrm>
                <a:off x="2838" y="2969"/>
                <a:ext cx="32" cy="32"/>
              </a:xfrm>
              <a:prstGeom prst="ellipse">
                <a:avLst/>
              </a:prstGeom>
              <a:grpFill/>
              <a:ln w="9525">
                <a:solidFill>
                  <a:schemeClr val="bg1">
                    <a:lumMod val="65000"/>
                  </a:schemeClr>
                </a:solidFill>
                <a:round/>
                <a:headEnd/>
                <a:tailEnd/>
              </a:ln>
            </p:spPr>
            <p:txBody>
              <a:bodyPr/>
              <a:lstStyle/>
              <a:p>
                <a:endParaRPr lang="en-US"/>
              </a:p>
            </p:txBody>
          </p:sp>
          <p:sp>
            <p:nvSpPr>
              <p:cNvPr id="104536" name="Oval 183">
                <a:extLst>
                  <a:ext uri="{FF2B5EF4-FFF2-40B4-BE49-F238E27FC236}">
                    <a16:creationId xmlns:a16="http://schemas.microsoft.com/office/drawing/2014/main" id="{9D1CFE16-3900-C556-81E5-EBBB096AE21E}"/>
                  </a:ext>
                </a:extLst>
              </p:cNvPr>
              <p:cNvSpPr>
                <a:spLocks noChangeArrowheads="1"/>
              </p:cNvSpPr>
              <p:nvPr/>
            </p:nvSpPr>
            <p:spPr bwMode="auto">
              <a:xfrm>
                <a:off x="2838" y="2969"/>
                <a:ext cx="32" cy="32"/>
              </a:xfrm>
              <a:prstGeom prst="ellipse">
                <a:avLst/>
              </a:prstGeom>
              <a:grpFill/>
              <a:ln w="25400">
                <a:solidFill>
                  <a:schemeClr val="bg1">
                    <a:lumMod val="65000"/>
                  </a:schemeClr>
                </a:solidFill>
                <a:round/>
                <a:headEnd/>
                <a:tailEnd/>
              </a:ln>
            </p:spPr>
            <p:txBody>
              <a:bodyPr/>
              <a:lstStyle/>
              <a:p>
                <a:endParaRPr lang="en-US"/>
              </a:p>
            </p:txBody>
          </p:sp>
        </p:grpSp>
        <p:grpSp>
          <p:nvGrpSpPr>
            <p:cNvPr id="103486" name="Group 184">
              <a:extLst>
                <a:ext uri="{FF2B5EF4-FFF2-40B4-BE49-F238E27FC236}">
                  <a16:creationId xmlns:a16="http://schemas.microsoft.com/office/drawing/2014/main" id="{63AFBD01-9120-786A-EEAD-DD8461FB9478}"/>
                </a:ext>
              </a:extLst>
            </p:cNvPr>
            <p:cNvGrpSpPr>
              <a:grpSpLocks/>
            </p:cNvGrpSpPr>
            <p:nvPr/>
          </p:nvGrpSpPr>
          <p:grpSpPr bwMode="auto">
            <a:xfrm>
              <a:off x="1912" y="3272"/>
              <a:ext cx="32" cy="335"/>
              <a:chOff x="1912" y="3272"/>
              <a:chExt cx="32" cy="335"/>
            </a:xfrm>
            <a:grpFill/>
          </p:grpSpPr>
          <p:sp>
            <p:nvSpPr>
              <p:cNvPr id="104523" name="Oval 185">
                <a:extLst>
                  <a:ext uri="{FF2B5EF4-FFF2-40B4-BE49-F238E27FC236}">
                    <a16:creationId xmlns:a16="http://schemas.microsoft.com/office/drawing/2014/main" id="{911FF80C-2C93-D4DC-C4B7-F4774717FDEA}"/>
                  </a:ext>
                </a:extLst>
              </p:cNvPr>
              <p:cNvSpPr>
                <a:spLocks noChangeArrowheads="1"/>
              </p:cNvSpPr>
              <p:nvPr/>
            </p:nvSpPr>
            <p:spPr bwMode="auto">
              <a:xfrm>
                <a:off x="1912" y="3272"/>
                <a:ext cx="32" cy="32"/>
              </a:xfrm>
              <a:prstGeom prst="ellipse">
                <a:avLst/>
              </a:prstGeom>
              <a:grpFill/>
              <a:ln w="9525">
                <a:solidFill>
                  <a:schemeClr val="bg1">
                    <a:lumMod val="65000"/>
                  </a:schemeClr>
                </a:solidFill>
                <a:round/>
                <a:headEnd/>
                <a:tailEnd/>
              </a:ln>
            </p:spPr>
            <p:txBody>
              <a:bodyPr/>
              <a:lstStyle/>
              <a:p>
                <a:endParaRPr lang="en-US"/>
              </a:p>
            </p:txBody>
          </p:sp>
          <p:sp>
            <p:nvSpPr>
              <p:cNvPr id="104524" name="Oval 186">
                <a:extLst>
                  <a:ext uri="{FF2B5EF4-FFF2-40B4-BE49-F238E27FC236}">
                    <a16:creationId xmlns:a16="http://schemas.microsoft.com/office/drawing/2014/main" id="{633346F0-0059-2E36-C771-20220E7D27E8}"/>
                  </a:ext>
                </a:extLst>
              </p:cNvPr>
              <p:cNvSpPr>
                <a:spLocks noChangeArrowheads="1"/>
              </p:cNvSpPr>
              <p:nvPr/>
            </p:nvSpPr>
            <p:spPr bwMode="auto">
              <a:xfrm>
                <a:off x="1912" y="3272"/>
                <a:ext cx="32" cy="32"/>
              </a:xfrm>
              <a:prstGeom prst="ellipse">
                <a:avLst/>
              </a:prstGeom>
              <a:grpFill/>
              <a:ln w="25400">
                <a:solidFill>
                  <a:schemeClr val="bg1">
                    <a:lumMod val="65000"/>
                  </a:schemeClr>
                </a:solidFill>
                <a:round/>
                <a:headEnd/>
                <a:tailEnd/>
              </a:ln>
            </p:spPr>
            <p:txBody>
              <a:bodyPr/>
              <a:lstStyle/>
              <a:p>
                <a:endParaRPr lang="en-US"/>
              </a:p>
            </p:txBody>
          </p:sp>
          <p:sp>
            <p:nvSpPr>
              <p:cNvPr id="104525" name="Oval 187">
                <a:extLst>
                  <a:ext uri="{FF2B5EF4-FFF2-40B4-BE49-F238E27FC236}">
                    <a16:creationId xmlns:a16="http://schemas.microsoft.com/office/drawing/2014/main" id="{691EC6D2-FA4F-CFBD-CD79-EE8851B96B94}"/>
                  </a:ext>
                </a:extLst>
              </p:cNvPr>
              <p:cNvSpPr>
                <a:spLocks noChangeArrowheads="1"/>
              </p:cNvSpPr>
              <p:nvPr/>
            </p:nvSpPr>
            <p:spPr bwMode="auto">
              <a:xfrm>
                <a:off x="1912" y="3575"/>
                <a:ext cx="32" cy="32"/>
              </a:xfrm>
              <a:prstGeom prst="ellipse">
                <a:avLst/>
              </a:prstGeom>
              <a:grpFill/>
              <a:ln w="9525">
                <a:solidFill>
                  <a:schemeClr val="bg1">
                    <a:lumMod val="65000"/>
                  </a:schemeClr>
                </a:solidFill>
                <a:round/>
                <a:headEnd/>
                <a:tailEnd/>
              </a:ln>
            </p:spPr>
            <p:txBody>
              <a:bodyPr/>
              <a:lstStyle/>
              <a:p>
                <a:endParaRPr lang="en-US"/>
              </a:p>
            </p:txBody>
          </p:sp>
          <p:sp>
            <p:nvSpPr>
              <p:cNvPr id="104526" name="Oval 188">
                <a:extLst>
                  <a:ext uri="{FF2B5EF4-FFF2-40B4-BE49-F238E27FC236}">
                    <a16:creationId xmlns:a16="http://schemas.microsoft.com/office/drawing/2014/main" id="{67BDD73F-1010-4A79-0986-F332399565E1}"/>
                  </a:ext>
                </a:extLst>
              </p:cNvPr>
              <p:cNvSpPr>
                <a:spLocks noChangeArrowheads="1"/>
              </p:cNvSpPr>
              <p:nvPr/>
            </p:nvSpPr>
            <p:spPr bwMode="auto">
              <a:xfrm>
                <a:off x="1912" y="3575"/>
                <a:ext cx="32" cy="32"/>
              </a:xfrm>
              <a:prstGeom prst="ellipse">
                <a:avLst/>
              </a:prstGeom>
              <a:grpFill/>
              <a:ln w="25400">
                <a:solidFill>
                  <a:schemeClr val="bg1">
                    <a:lumMod val="65000"/>
                  </a:schemeClr>
                </a:solidFill>
                <a:round/>
                <a:headEnd/>
                <a:tailEnd/>
              </a:ln>
            </p:spPr>
            <p:txBody>
              <a:bodyPr/>
              <a:lstStyle/>
              <a:p>
                <a:endParaRPr lang="en-US"/>
              </a:p>
            </p:txBody>
          </p:sp>
        </p:grpSp>
        <p:grpSp>
          <p:nvGrpSpPr>
            <p:cNvPr id="103487" name="Group 189">
              <a:extLst>
                <a:ext uri="{FF2B5EF4-FFF2-40B4-BE49-F238E27FC236}">
                  <a16:creationId xmlns:a16="http://schemas.microsoft.com/office/drawing/2014/main" id="{D070817B-C582-89A9-9C24-ED359546538E}"/>
                </a:ext>
              </a:extLst>
            </p:cNvPr>
            <p:cNvGrpSpPr>
              <a:grpSpLocks/>
            </p:cNvGrpSpPr>
            <p:nvPr/>
          </p:nvGrpSpPr>
          <p:grpSpPr bwMode="auto">
            <a:xfrm>
              <a:off x="1449" y="3272"/>
              <a:ext cx="40" cy="335"/>
              <a:chOff x="1449" y="3272"/>
              <a:chExt cx="40" cy="335"/>
            </a:xfrm>
            <a:grpFill/>
          </p:grpSpPr>
          <p:sp>
            <p:nvSpPr>
              <p:cNvPr id="104519" name="Oval 190">
                <a:extLst>
                  <a:ext uri="{FF2B5EF4-FFF2-40B4-BE49-F238E27FC236}">
                    <a16:creationId xmlns:a16="http://schemas.microsoft.com/office/drawing/2014/main" id="{5CFFC6F7-A641-E160-DD05-F5D07419C9E2}"/>
                  </a:ext>
                </a:extLst>
              </p:cNvPr>
              <p:cNvSpPr>
                <a:spLocks noChangeArrowheads="1"/>
              </p:cNvSpPr>
              <p:nvPr/>
            </p:nvSpPr>
            <p:spPr bwMode="auto">
              <a:xfrm>
                <a:off x="1449" y="3272"/>
                <a:ext cx="40" cy="32"/>
              </a:xfrm>
              <a:prstGeom prst="ellipse">
                <a:avLst/>
              </a:prstGeom>
              <a:grpFill/>
              <a:ln w="9525">
                <a:solidFill>
                  <a:schemeClr val="bg1">
                    <a:lumMod val="65000"/>
                  </a:schemeClr>
                </a:solidFill>
                <a:round/>
                <a:headEnd/>
                <a:tailEnd/>
              </a:ln>
            </p:spPr>
            <p:txBody>
              <a:bodyPr/>
              <a:lstStyle/>
              <a:p>
                <a:endParaRPr lang="en-US"/>
              </a:p>
            </p:txBody>
          </p:sp>
          <p:sp>
            <p:nvSpPr>
              <p:cNvPr id="104520" name="Oval 191">
                <a:extLst>
                  <a:ext uri="{FF2B5EF4-FFF2-40B4-BE49-F238E27FC236}">
                    <a16:creationId xmlns:a16="http://schemas.microsoft.com/office/drawing/2014/main" id="{0E2A6149-27F8-4C1E-01C4-4335EF558CAD}"/>
                  </a:ext>
                </a:extLst>
              </p:cNvPr>
              <p:cNvSpPr>
                <a:spLocks noChangeArrowheads="1"/>
              </p:cNvSpPr>
              <p:nvPr/>
            </p:nvSpPr>
            <p:spPr bwMode="auto">
              <a:xfrm>
                <a:off x="1449" y="3272"/>
                <a:ext cx="40" cy="32"/>
              </a:xfrm>
              <a:prstGeom prst="ellipse">
                <a:avLst/>
              </a:prstGeom>
              <a:grpFill/>
              <a:ln w="25400">
                <a:solidFill>
                  <a:schemeClr val="bg1">
                    <a:lumMod val="65000"/>
                  </a:schemeClr>
                </a:solidFill>
                <a:round/>
                <a:headEnd/>
                <a:tailEnd/>
              </a:ln>
            </p:spPr>
            <p:txBody>
              <a:bodyPr/>
              <a:lstStyle/>
              <a:p>
                <a:endParaRPr lang="en-US"/>
              </a:p>
            </p:txBody>
          </p:sp>
          <p:sp>
            <p:nvSpPr>
              <p:cNvPr id="104521" name="Oval 192">
                <a:extLst>
                  <a:ext uri="{FF2B5EF4-FFF2-40B4-BE49-F238E27FC236}">
                    <a16:creationId xmlns:a16="http://schemas.microsoft.com/office/drawing/2014/main" id="{8188060C-F03A-CD96-9A0A-9991B525B82A}"/>
                  </a:ext>
                </a:extLst>
              </p:cNvPr>
              <p:cNvSpPr>
                <a:spLocks noChangeArrowheads="1"/>
              </p:cNvSpPr>
              <p:nvPr/>
            </p:nvSpPr>
            <p:spPr bwMode="auto">
              <a:xfrm>
                <a:off x="1449" y="3575"/>
                <a:ext cx="40" cy="32"/>
              </a:xfrm>
              <a:prstGeom prst="ellipse">
                <a:avLst/>
              </a:prstGeom>
              <a:grpFill/>
              <a:ln w="9525">
                <a:solidFill>
                  <a:schemeClr val="bg1">
                    <a:lumMod val="65000"/>
                  </a:schemeClr>
                </a:solidFill>
                <a:round/>
                <a:headEnd/>
                <a:tailEnd/>
              </a:ln>
            </p:spPr>
            <p:txBody>
              <a:bodyPr/>
              <a:lstStyle/>
              <a:p>
                <a:endParaRPr lang="en-US"/>
              </a:p>
            </p:txBody>
          </p:sp>
          <p:sp>
            <p:nvSpPr>
              <p:cNvPr id="104522" name="Oval 193">
                <a:extLst>
                  <a:ext uri="{FF2B5EF4-FFF2-40B4-BE49-F238E27FC236}">
                    <a16:creationId xmlns:a16="http://schemas.microsoft.com/office/drawing/2014/main" id="{CACAA64A-E4CF-5802-AD6C-ED853734F3C6}"/>
                  </a:ext>
                </a:extLst>
              </p:cNvPr>
              <p:cNvSpPr>
                <a:spLocks noChangeArrowheads="1"/>
              </p:cNvSpPr>
              <p:nvPr/>
            </p:nvSpPr>
            <p:spPr bwMode="auto">
              <a:xfrm>
                <a:off x="1449" y="3575"/>
                <a:ext cx="40" cy="32"/>
              </a:xfrm>
              <a:prstGeom prst="ellipse">
                <a:avLst/>
              </a:prstGeom>
              <a:grpFill/>
              <a:ln w="25400">
                <a:solidFill>
                  <a:schemeClr val="bg1">
                    <a:lumMod val="65000"/>
                  </a:schemeClr>
                </a:solidFill>
                <a:round/>
                <a:headEnd/>
                <a:tailEnd/>
              </a:ln>
            </p:spPr>
            <p:txBody>
              <a:bodyPr/>
              <a:lstStyle/>
              <a:p>
                <a:endParaRPr lang="en-US"/>
              </a:p>
            </p:txBody>
          </p:sp>
        </p:grpSp>
        <p:grpSp>
          <p:nvGrpSpPr>
            <p:cNvPr id="103488" name="Group 194">
              <a:extLst>
                <a:ext uri="{FF2B5EF4-FFF2-40B4-BE49-F238E27FC236}">
                  <a16:creationId xmlns:a16="http://schemas.microsoft.com/office/drawing/2014/main" id="{16F1B5EF-66BB-41F9-924C-E2F69323A8F7}"/>
                </a:ext>
              </a:extLst>
            </p:cNvPr>
            <p:cNvGrpSpPr>
              <a:grpSpLocks/>
            </p:cNvGrpSpPr>
            <p:nvPr/>
          </p:nvGrpSpPr>
          <p:grpSpPr bwMode="auto">
            <a:xfrm>
              <a:off x="2367" y="3272"/>
              <a:ext cx="32" cy="335"/>
              <a:chOff x="2367" y="3272"/>
              <a:chExt cx="32" cy="335"/>
            </a:xfrm>
            <a:grpFill/>
          </p:grpSpPr>
          <p:sp>
            <p:nvSpPr>
              <p:cNvPr id="104515" name="Oval 195">
                <a:extLst>
                  <a:ext uri="{FF2B5EF4-FFF2-40B4-BE49-F238E27FC236}">
                    <a16:creationId xmlns:a16="http://schemas.microsoft.com/office/drawing/2014/main" id="{778F5FDC-B31E-9E37-16AC-16F14405F5FA}"/>
                  </a:ext>
                </a:extLst>
              </p:cNvPr>
              <p:cNvSpPr>
                <a:spLocks noChangeArrowheads="1"/>
              </p:cNvSpPr>
              <p:nvPr/>
            </p:nvSpPr>
            <p:spPr bwMode="auto">
              <a:xfrm>
                <a:off x="2367" y="3272"/>
                <a:ext cx="32" cy="32"/>
              </a:xfrm>
              <a:prstGeom prst="ellipse">
                <a:avLst/>
              </a:prstGeom>
              <a:grpFill/>
              <a:ln w="9525">
                <a:solidFill>
                  <a:schemeClr val="bg1">
                    <a:lumMod val="65000"/>
                  </a:schemeClr>
                </a:solidFill>
                <a:round/>
                <a:headEnd/>
                <a:tailEnd/>
              </a:ln>
            </p:spPr>
            <p:txBody>
              <a:bodyPr/>
              <a:lstStyle/>
              <a:p>
                <a:endParaRPr lang="en-US"/>
              </a:p>
            </p:txBody>
          </p:sp>
          <p:sp>
            <p:nvSpPr>
              <p:cNvPr id="104516" name="Oval 196">
                <a:extLst>
                  <a:ext uri="{FF2B5EF4-FFF2-40B4-BE49-F238E27FC236}">
                    <a16:creationId xmlns:a16="http://schemas.microsoft.com/office/drawing/2014/main" id="{758D2170-D238-CD83-3125-508E2C0D0FC4}"/>
                  </a:ext>
                </a:extLst>
              </p:cNvPr>
              <p:cNvSpPr>
                <a:spLocks noChangeArrowheads="1"/>
              </p:cNvSpPr>
              <p:nvPr/>
            </p:nvSpPr>
            <p:spPr bwMode="auto">
              <a:xfrm>
                <a:off x="2367" y="3272"/>
                <a:ext cx="32" cy="32"/>
              </a:xfrm>
              <a:prstGeom prst="ellipse">
                <a:avLst/>
              </a:prstGeom>
              <a:grpFill/>
              <a:ln w="25400">
                <a:solidFill>
                  <a:schemeClr val="bg1">
                    <a:lumMod val="65000"/>
                  </a:schemeClr>
                </a:solidFill>
                <a:round/>
                <a:headEnd/>
                <a:tailEnd/>
              </a:ln>
            </p:spPr>
            <p:txBody>
              <a:bodyPr/>
              <a:lstStyle/>
              <a:p>
                <a:endParaRPr lang="en-US"/>
              </a:p>
            </p:txBody>
          </p:sp>
          <p:sp>
            <p:nvSpPr>
              <p:cNvPr id="104517" name="Oval 197">
                <a:extLst>
                  <a:ext uri="{FF2B5EF4-FFF2-40B4-BE49-F238E27FC236}">
                    <a16:creationId xmlns:a16="http://schemas.microsoft.com/office/drawing/2014/main" id="{B9EB1100-74EB-5AA6-B617-5EAA2C078F84}"/>
                  </a:ext>
                </a:extLst>
              </p:cNvPr>
              <p:cNvSpPr>
                <a:spLocks noChangeArrowheads="1"/>
              </p:cNvSpPr>
              <p:nvPr/>
            </p:nvSpPr>
            <p:spPr bwMode="auto">
              <a:xfrm>
                <a:off x="2367" y="3575"/>
                <a:ext cx="32" cy="32"/>
              </a:xfrm>
              <a:prstGeom prst="ellipse">
                <a:avLst/>
              </a:prstGeom>
              <a:grpFill/>
              <a:ln w="9525">
                <a:solidFill>
                  <a:schemeClr val="bg1">
                    <a:lumMod val="65000"/>
                  </a:schemeClr>
                </a:solidFill>
                <a:round/>
                <a:headEnd/>
                <a:tailEnd/>
              </a:ln>
            </p:spPr>
            <p:txBody>
              <a:bodyPr/>
              <a:lstStyle/>
              <a:p>
                <a:endParaRPr lang="en-US"/>
              </a:p>
            </p:txBody>
          </p:sp>
          <p:sp>
            <p:nvSpPr>
              <p:cNvPr id="104518" name="Oval 198">
                <a:extLst>
                  <a:ext uri="{FF2B5EF4-FFF2-40B4-BE49-F238E27FC236}">
                    <a16:creationId xmlns:a16="http://schemas.microsoft.com/office/drawing/2014/main" id="{7CC5ED77-CD45-B65F-A195-286E77889EBB}"/>
                  </a:ext>
                </a:extLst>
              </p:cNvPr>
              <p:cNvSpPr>
                <a:spLocks noChangeArrowheads="1"/>
              </p:cNvSpPr>
              <p:nvPr/>
            </p:nvSpPr>
            <p:spPr bwMode="auto">
              <a:xfrm>
                <a:off x="2367" y="3575"/>
                <a:ext cx="32" cy="32"/>
              </a:xfrm>
              <a:prstGeom prst="ellipse">
                <a:avLst/>
              </a:prstGeom>
              <a:grpFill/>
              <a:ln w="25400">
                <a:solidFill>
                  <a:schemeClr val="bg1">
                    <a:lumMod val="65000"/>
                  </a:schemeClr>
                </a:solidFill>
                <a:round/>
                <a:headEnd/>
                <a:tailEnd/>
              </a:ln>
            </p:spPr>
            <p:txBody>
              <a:bodyPr/>
              <a:lstStyle/>
              <a:p>
                <a:endParaRPr lang="en-US"/>
              </a:p>
            </p:txBody>
          </p:sp>
        </p:grpSp>
        <p:grpSp>
          <p:nvGrpSpPr>
            <p:cNvPr id="103489" name="Group 199">
              <a:extLst>
                <a:ext uri="{FF2B5EF4-FFF2-40B4-BE49-F238E27FC236}">
                  <a16:creationId xmlns:a16="http://schemas.microsoft.com/office/drawing/2014/main" id="{C2D88629-3959-0DD4-5E0C-1C42E6C6931B}"/>
                </a:ext>
              </a:extLst>
            </p:cNvPr>
            <p:cNvGrpSpPr>
              <a:grpSpLocks/>
            </p:cNvGrpSpPr>
            <p:nvPr/>
          </p:nvGrpSpPr>
          <p:grpSpPr bwMode="auto">
            <a:xfrm>
              <a:off x="2822" y="3272"/>
              <a:ext cx="40" cy="335"/>
              <a:chOff x="2822" y="3272"/>
              <a:chExt cx="40" cy="335"/>
            </a:xfrm>
            <a:grpFill/>
          </p:grpSpPr>
          <p:sp>
            <p:nvSpPr>
              <p:cNvPr id="104511" name="Oval 200">
                <a:extLst>
                  <a:ext uri="{FF2B5EF4-FFF2-40B4-BE49-F238E27FC236}">
                    <a16:creationId xmlns:a16="http://schemas.microsoft.com/office/drawing/2014/main" id="{A771BC46-9F55-57CA-64D2-9263D969FC11}"/>
                  </a:ext>
                </a:extLst>
              </p:cNvPr>
              <p:cNvSpPr>
                <a:spLocks noChangeArrowheads="1"/>
              </p:cNvSpPr>
              <p:nvPr/>
            </p:nvSpPr>
            <p:spPr bwMode="auto">
              <a:xfrm>
                <a:off x="2822" y="3272"/>
                <a:ext cx="40" cy="32"/>
              </a:xfrm>
              <a:prstGeom prst="ellipse">
                <a:avLst/>
              </a:prstGeom>
              <a:grpFill/>
              <a:ln w="9525">
                <a:solidFill>
                  <a:schemeClr val="bg1">
                    <a:lumMod val="65000"/>
                  </a:schemeClr>
                </a:solidFill>
                <a:round/>
                <a:headEnd/>
                <a:tailEnd/>
              </a:ln>
            </p:spPr>
            <p:txBody>
              <a:bodyPr/>
              <a:lstStyle/>
              <a:p>
                <a:endParaRPr lang="en-US"/>
              </a:p>
            </p:txBody>
          </p:sp>
          <p:sp>
            <p:nvSpPr>
              <p:cNvPr id="104512" name="Oval 201">
                <a:extLst>
                  <a:ext uri="{FF2B5EF4-FFF2-40B4-BE49-F238E27FC236}">
                    <a16:creationId xmlns:a16="http://schemas.microsoft.com/office/drawing/2014/main" id="{68623FF2-D33E-DA49-6506-9FCDA376FB9A}"/>
                  </a:ext>
                </a:extLst>
              </p:cNvPr>
              <p:cNvSpPr>
                <a:spLocks noChangeArrowheads="1"/>
              </p:cNvSpPr>
              <p:nvPr/>
            </p:nvSpPr>
            <p:spPr bwMode="auto">
              <a:xfrm>
                <a:off x="2822" y="3272"/>
                <a:ext cx="40" cy="32"/>
              </a:xfrm>
              <a:prstGeom prst="ellipse">
                <a:avLst/>
              </a:prstGeom>
              <a:grpFill/>
              <a:ln w="25400">
                <a:solidFill>
                  <a:schemeClr val="bg1">
                    <a:lumMod val="65000"/>
                  </a:schemeClr>
                </a:solidFill>
                <a:round/>
                <a:headEnd/>
                <a:tailEnd/>
              </a:ln>
            </p:spPr>
            <p:txBody>
              <a:bodyPr/>
              <a:lstStyle/>
              <a:p>
                <a:endParaRPr lang="en-US"/>
              </a:p>
            </p:txBody>
          </p:sp>
          <p:sp>
            <p:nvSpPr>
              <p:cNvPr id="104513" name="Oval 202">
                <a:extLst>
                  <a:ext uri="{FF2B5EF4-FFF2-40B4-BE49-F238E27FC236}">
                    <a16:creationId xmlns:a16="http://schemas.microsoft.com/office/drawing/2014/main" id="{11B07911-0DA6-770B-25E4-B7B0703BE4BE}"/>
                  </a:ext>
                </a:extLst>
              </p:cNvPr>
              <p:cNvSpPr>
                <a:spLocks noChangeArrowheads="1"/>
              </p:cNvSpPr>
              <p:nvPr/>
            </p:nvSpPr>
            <p:spPr bwMode="auto">
              <a:xfrm>
                <a:off x="2822" y="3575"/>
                <a:ext cx="40" cy="32"/>
              </a:xfrm>
              <a:prstGeom prst="ellipse">
                <a:avLst/>
              </a:prstGeom>
              <a:grpFill/>
              <a:ln w="9525">
                <a:solidFill>
                  <a:schemeClr val="bg1">
                    <a:lumMod val="65000"/>
                  </a:schemeClr>
                </a:solidFill>
                <a:round/>
                <a:headEnd/>
                <a:tailEnd/>
              </a:ln>
            </p:spPr>
            <p:txBody>
              <a:bodyPr/>
              <a:lstStyle/>
              <a:p>
                <a:endParaRPr lang="en-US"/>
              </a:p>
            </p:txBody>
          </p:sp>
          <p:sp>
            <p:nvSpPr>
              <p:cNvPr id="104514" name="Oval 203">
                <a:extLst>
                  <a:ext uri="{FF2B5EF4-FFF2-40B4-BE49-F238E27FC236}">
                    <a16:creationId xmlns:a16="http://schemas.microsoft.com/office/drawing/2014/main" id="{81CF7433-4195-98A9-C851-FBF8CA301C04}"/>
                  </a:ext>
                </a:extLst>
              </p:cNvPr>
              <p:cNvSpPr>
                <a:spLocks noChangeArrowheads="1"/>
              </p:cNvSpPr>
              <p:nvPr/>
            </p:nvSpPr>
            <p:spPr bwMode="auto">
              <a:xfrm>
                <a:off x="2822" y="3575"/>
                <a:ext cx="40" cy="32"/>
              </a:xfrm>
              <a:prstGeom prst="ellipse">
                <a:avLst/>
              </a:prstGeom>
              <a:grpFill/>
              <a:ln w="25400">
                <a:solidFill>
                  <a:schemeClr val="bg1">
                    <a:lumMod val="65000"/>
                  </a:schemeClr>
                </a:solidFill>
                <a:round/>
                <a:headEnd/>
                <a:tailEnd/>
              </a:ln>
            </p:spPr>
            <p:txBody>
              <a:bodyPr/>
              <a:lstStyle/>
              <a:p>
                <a:endParaRPr lang="en-US"/>
              </a:p>
            </p:txBody>
          </p:sp>
        </p:grpSp>
        <p:grpSp>
          <p:nvGrpSpPr>
            <p:cNvPr id="103490" name="Group 204">
              <a:extLst>
                <a:ext uri="{FF2B5EF4-FFF2-40B4-BE49-F238E27FC236}">
                  <a16:creationId xmlns:a16="http://schemas.microsoft.com/office/drawing/2014/main" id="{1AF66710-8ED0-079F-ED79-461C2148CD24}"/>
                </a:ext>
              </a:extLst>
            </p:cNvPr>
            <p:cNvGrpSpPr>
              <a:grpSpLocks/>
            </p:cNvGrpSpPr>
            <p:nvPr/>
          </p:nvGrpSpPr>
          <p:grpSpPr bwMode="auto">
            <a:xfrm>
              <a:off x="2415" y="2650"/>
              <a:ext cx="415" cy="56"/>
              <a:chOff x="2415" y="2650"/>
              <a:chExt cx="415" cy="56"/>
            </a:xfrm>
            <a:grpFill/>
          </p:grpSpPr>
          <p:sp>
            <p:nvSpPr>
              <p:cNvPr id="104503" name="Freeform 205">
                <a:extLst>
                  <a:ext uri="{FF2B5EF4-FFF2-40B4-BE49-F238E27FC236}">
                    <a16:creationId xmlns:a16="http://schemas.microsoft.com/office/drawing/2014/main" id="{1D152491-C8A6-DE88-F6CD-AE3788BDBF6C}"/>
                  </a:ext>
                </a:extLst>
              </p:cNvPr>
              <p:cNvSpPr>
                <a:spLocks/>
              </p:cNvSpPr>
              <p:nvPr/>
            </p:nvSpPr>
            <p:spPr bwMode="auto">
              <a:xfrm>
                <a:off x="2718" y="2650"/>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lumMod val="65000"/>
                  </a:schemeClr>
                </a:solidFill>
                <a:round/>
                <a:headEnd/>
                <a:tailEnd/>
              </a:ln>
            </p:spPr>
            <p:txBody>
              <a:bodyPr/>
              <a:lstStyle/>
              <a:p>
                <a:endParaRPr lang="en-US"/>
              </a:p>
            </p:txBody>
          </p:sp>
          <p:grpSp>
            <p:nvGrpSpPr>
              <p:cNvPr id="104504" name="Group 206">
                <a:extLst>
                  <a:ext uri="{FF2B5EF4-FFF2-40B4-BE49-F238E27FC236}">
                    <a16:creationId xmlns:a16="http://schemas.microsoft.com/office/drawing/2014/main" id="{A745A18B-5436-3130-1D0C-297223B1809D}"/>
                  </a:ext>
                </a:extLst>
              </p:cNvPr>
              <p:cNvGrpSpPr>
                <a:grpSpLocks/>
              </p:cNvGrpSpPr>
              <p:nvPr/>
            </p:nvGrpSpPr>
            <p:grpSpPr bwMode="auto">
              <a:xfrm>
                <a:off x="2415" y="2674"/>
                <a:ext cx="295" cy="1"/>
                <a:chOff x="2415" y="2674"/>
                <a:chExt cx="295" cy="1"/>
              </a:xfrm>
              <a:grpFill/>
            </p:grpSpPr>
            <p:sp>
              <p:nvSpPr>
                <p:cNvPr id="104505" name="Line 207">
                  <a:extLst>
                    <a:ext uri="{FF2B5EF4-FFF2-40B4-BE49-F238E27FC236}">
                      <a16:creationId xmlns:a16="http://schemas.microsoft.com/office/drawing/2014/main" id="{8D6A5AE2-D8CD-091A-AC4C-BB539C52A481}"/>
                    </a:ext>
                  </a:extLst>
                </p:cNvPr>
                <p:cNvSpPr>
                  <a:spLocks noChangeShapeType="1"/>
                </p:cNvSpPr>
                <p:nvPr/>
              </p:nvSpPr>
              <p:spPr bwMode="auto">
                <a:xfrm>
                  <a:off x="2415" y="2674"/>
                  <a:ext cx="24" cy="1"/>
                </a:xfrm>
                <a:prstGeom prst="line">
                  <a:avLst/>
                </a:prstGeom>
                <a:grpFill/>
                <a:ln w="12700">
                  <a:solidFill>
                    <a:schemeClr val="bg1">
                      <a:lumMod val="65000"/>
                    </a:schemeClr>
                  </a:solidFill>
                  <a:round/>
                  <a:headEnd/>
                  <a:tailEnd/>
                </a:ln>
              </p:spPr>
              <p:txBody>
                <a:bodyPr/>
                <a:lstStyle/>
                <a:p>
                  <a:endParaRPr lang="en-US"/>
                </a:p>
              </p:txBody>
            </p:sp>
            <p:sp>
              <p:nvSpPr>
                <p:cNvPr id="104506" name="Line 208">
                  <a:extLst>
                    <a:ext uri="{FF2B5EF4-FFF2-40B4-BE49-F238E27FC236}">
                      <a16:creationId xmlns:a16="http://schemas.microsoft.com/office/drawing/2014/main" id="{D0E119EC-5B45-4FA3-B2F6-B5AF7E5D30A2}"/>
                    </a:ext>
                  </a:extLst>
                </p:cNvPr>
                <p:cNvSpPr>
                  <a:spLocks noChangeShapeType="1"/>
                </p:cNvSpPr>
                <p:nvPr/>
              </p:nvSpPr>
              <p:spPr bwMode="auto">
                <a:xfrm>
                  <a:off x="2471" y="2674"/>
                  <a:ext cx="24" cy="1"/>
                </a:xfrm>
                <a:prstGeom prst="line">
                  <a:avLst/>
                </a:prstGeom>
                <a:grpFill/>
                <a:ln w="12700">
                  <a:solidFill>
                    <a:schemeClr val="bg1">
                      <a:lumMod val="65000"/>
                    </a:schemeClr>
                  </a:solidFill>
                  <a:round/>
                  <a:headEnd/>
                  <a:tailEnd/>
                </a:ln>
              </p:spPr>
              <p:txBody>
                <a:bodyPr/>
                <a:lstStyle/>
                <a:p>
                  <a:endParaRPr lang="en-US"/>
                </a:p>
              </p:txBody>
            </p:sp>
            <p:sp>
              <p:nvSpPr>
                <p:cNvPr id="104507" name="Line 209">
                  <a:extLst>
                    <a:ext uri="{FF2B5EF4-FFF2-40B4-BE49-F238E27FC236}">
                      <a16:creationId xmlns:a16="http://schemas.microsoft.com/office/drawing/2014/main" id="{96BF7B39-7EBA-9FA2-DBF9-88273FA19A3C}"/>
                    </a:ext>
                  </a:extLst>
                </p:cNvPr>
                <p:cNvSpPr>
                  <a:spLocks noChangeShapeType="1"/>
                </p:cNvSpPr>
                <p:nvPr/>
              </p:nvSpPr>
              <p:spPr bwMode="auto">
                <a:xfrm>
                  <a:off x="2526" y="2674"/>
                  <a:ext cx="24" cy="1"/>
                </a:xfrm>
                <a:prstGeom prst="line">
                  <a:avLst/>
                </a:prstGeom>
                <a:grpFill/>
                <a:ln w="12700">
                  <a:solidFill>
                    <a:schemeClr val="bg1">
                      <a:lumMod val="65000"/>
                    </a:schemeClr>
                  </a:solidFill>
                  <a:round/>
                  <a:headEnd/>
                  <a:tailEnd/>
                </a:ln>
              </p:spPr>
              <p:txBody>
                <a:bodyPr/>
                <a:lstStyle/>
                <a:p>
                  <a:endParaRPr lang="en-US"/>
                </a:p>
              </p:txBody>
            </p:sp>
            <p:sp>
              <p:nvSpPr>
                <p:cNvPr id="104508" name="Line 210">
                  <a:extLst>
                    <a:ext uri="{FF2B5EF4-FFF2-40B4-BE49-F238E27FC236}">
                      <a16:creationId xmlns:a16="http://schemas.microsoft.com/office/drawing/2014/main" id="{88718D69-F300-EF92-C4E4-68633446681B}"/>
                    </a:ext>
                  </a:extLst>
                </p:cNvPr>
                <p:cNvSpPr>
                  <a:spLocks noChangeShapeType="1"/>
                </p:cNvSpPr>
                <p:nvPr/>
              </p:nvSpPr>
              <p:spPr bwMode="auto">
                <a:xfrm>
                  <a:off x="2582" y="2674"/>
                  <a:ext cx="24" cy="1"/>
                </a:xfrm>
                <a:prstGeom prst="line">
                  <a:avLst/>
                </a:prstGeom>
                <a:grpFill/>
                <a:ln w="12700">
                  <a:solidFill>
                    <a:schemeClr val="bg1">
                      <a:lumMod val="65000"/>
                    </a:schemeClr>
                  </a:solidFill>
                  <a:round/>
                  <a:headEnd/>
                  <a:tailEnd/>
                </a:ln>
              </p:spPr>
              <p:txBody>
                <a:bodyPr/>
                <a:lstStyle/>
                <a:p>
                  <a:endParaRPr lang="en-US"/>
                </a:p>
              </p:txBody>
            </p:sp>
            <p:sp>
              <p:nvSpPr>
                <p:cNvPr id="104509" name="Line 211">
                  <a:extLst>
                    <a:ext uri="{FF2B5EF4-FFF2-40B4-BE49-F238E27FC236}">
                      <a16:creationId xmlns:a16="http://schemas.microsoft.com/office/drawing/2014/main" id="{3D5D8E30-172A-4874-4EFC-3112D702F7B9}"/>
                    </a:ext>
                  </a:extLst>
                </p:cNvPr>
                <p:cNvSpPr>
                  <a:spLocks noChangeShapeType="1"/>
                </p:cNvSpPr>
                <p:nvPr/>
              </p:nvSpPr>
              <p:spPr bwMode="auto">
                <a:xfrm>
                  <a:off x="2638" y="2674"/>
                  <a:ext cx="24" cy="1"/>
                </a:xfrm>
                <a:prstGeom prst="line">
                  <a:avLst/>
                </a:prstGeom>
                <a:grpFill/>
                <a:ln w="12700">
                  <a:solidFill>
                    <a:schemeClr val="bg1">
                      <a:lumMod val="65000"/>
                    </a:schemeClr>
                  </a:solidFill>
                  <a:round/>
                  <a:headEnd/>
                  <a:tailEnd/>
                </a:ln>
              </p:spPr>
              <p:txBody>
                <a:bodyPr/>
                <a:lstStyle/>
                <a:p>
                  <a:endParaRPr lang="en-US"/>
                </a:p>
              </p:txBody>
            </p:sp>
            <p:sp>
              <p:nvSpPr>
                <p:cNvPr id="104510" name="Line 212">
                  <a:extLst>
                    <a:ext uri="{FF2B5EF4-FFF2-40B4-BE49-F238E27FC236}">
                      <a16:creationId xmlns:a16="http://schemas.microsoft.com/office/drawing/2014/main" id="{76ADF918-BC4A-F2E7-FD80-F7D53220E99F}"/>
                    </a:ext>
                  </a:extLst>
                </p:cNvPr>
                <p:cNvSpPr>
                  <a:spLocks noChangeShapeType="1"/>
                </p:cNvSpPr>
                <p:nvPr/>
              </p:nvSpPr>
              <p:spPr bwMode="auto">
                <a:xfrm>
                  <a:off x="2694" y="2674"/>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491" name="Group 213">
              <a:extLst>
                <a:ext uri="{FF2B5EF4-FFF2-40B4-BE49-F238E27FC236}">
                  <a16:creationId xmlns:a16="http://schemas.microsoft.com/office/drawing/2014/main" id="{A74CE35C-CDE5-2158-E347-04BD70BA9CA5}"/>
                </a:ext>
              </a:extLst>
            </p:cNvPr>
            <p:cNvGrpSpPr>
              <a:grpSpLocks/>
            </p:cNvGrpSpPr>
            <p:nvPr/>
          </p:nvGrpSpPr>
          <p:grpSpPr bwMode="auto">
            <a:xfrm>
              <a:off x="2415" y="1733"/>
              <a:ext cx="415" cy="56"/>
              <a:chOff x="2415" y="1733"/>
              <a:chExt cx="415" cy="56"/>
            </a:xfrm>
            <a:grpFill/>
          </p:grpSpPr>
          <p:sp>
            <p:nvSpPr>
              <p:cNvPr id="104495" name="Freeform 214">
                <a:extLst>
                  <a:ext uri="{FF2B5EF4-FFF2-40B4-BE49-F238E27FC236}">
                    <a16:creationId xmlns:a16="http://schemas.microsoft.com/office/drawing/2014/main" id="{BF89B000-FA78-5970-F3F7-3D2095A4D6CA}"/>
                  </a:ext>
                </a:extLst>
              </p:cNvPr>
              <p:cNvSpPr>
                <a:spLocks/>
              </p:cNvSpPr>
              <p:nvPr/>
            </p:nvSpPr>
            <p:spPr bwMode="auto">
              <a:xfrm>
                <a:off x="2718" y="1733"/>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lumMod val="65000"/>
                  </a:schemeClr>
                </a:solidFill>
                <a:round/>
                <a:headEnd/>
                <a:tailEnd/>
              </a:ln>
            </p:spPr>
            <p:txBody>
              <a:bodyPr/>
              <a:lstStyle/>
              <a:p>
                <a:endParaRPr lang="en-US"/>
              </a:p>
            </p:txBody>
          </p:sp>
          <p:grpSp>
            <p:nvGrpSpPr>
              <p:cNvPr id="104496" name="Group 215">
                <a:extLst>
                  <a:ext uri="{FF2B5EF4-FFF2-40B4-BE49-F238E27FC236}">
                    <a16:creationId xmlns:a16="http://schemas.microsoft.com/office/drawing/2014/main" id="{D76F93EB-620B-1AC7-7259-BBFE7AC2B61B}"/>
                  </a:ext>
                </a:extLst>
              </p:cNvPr>
              <p:cNvGrpSpPr>
                <a:grpSpLocks/>
              </p:cNvGrpSpPr>
              <p:nvPr/>
            </p:nvGrpSpPr>
            <p:grpSpPr bwMode="auto">
              <a:xfrm>
                <a:off x="2415" y="1757"/>
                <a:ext cx="295" cy="1"/>
                <a:chOff x="2415" y="1757"/>
                <a:chExt cx="295" cy="1"/>
              </a:xfrm>
              <a:grpFill/>
            </p:grpSpPr>
            <p:sp>
              <p:nvSpPr>
                <p:cNvPr id="104497" name="Line 216">
                  <a:extLst>
                    <a:ext uri="{FF2B5EF4-FFF2-40B4-BE49-F238E27FC236}">
                      <a16:creationId xmlns:a16="http://schemas.microsoft.com/office/drawing/2014/main" id="{00257DB0-FB27-790D-68A5-53AEF6168A99}"/>
                    </a:ext>
                  </a:extLst>
                </p:cNvPr>
                <p:cNvSpPr>
                  <a:spLocks noChangeShapeType="1"/>
                </p:cNvSpPr>
                <p:nvPr/>
              </p:nvSpPr>
              <p:spPr bwMode="auto">
                <a:xfrm>
                  <a:off x="2415" y="1757"/>
                  <a:ext cx="24" cy="1"/>
                </a:xfrm>
                <a:prstGeom prst="line">
                  <a:avLst/>
                </a:prstGeom>
                <a:grpFill/>
                <a:ln w="12700">
                  <a:solidFill>
                    <a:schemeClr val="bg1">
                      <a:lumMod val="65000"/>
                    </a:schemeClr>
                  </a:solidFill>
                  <a:round/>
                  <a:headEnd/>
                  <a:tailEnd/>
                </a:ln>
              </p:spPr>
              <p:txBody>
                <a:bodyPr/>
                <a:lstStyle/>
                <a:p>
                  <a:endParaRPr lang="en-US"/>
                </a:p>
              </p:txBody>
            </p:sp>
            <p:sp>
              <p:nvSpPr>
                <p:cNvPr id="104498" name="Line 217">
                  <a:extLst>
                    <a:ext uri="{FF2B5EF4-FFF2-40B4-BE49-F238E27FC236}">
                      <a16:creationId xmlns:a16="http://schemas.microsoft.com/office/drawing/2014/main" id="{9C249BDF-92A4-7A8D-C98E-951FAECAE4BC}"/>
                    </a:ext>
                  </a:extLst>
                </p:cNvPr>
                <p:cNvSpPr>
                  <a:spLocks noChangeShapeType="1"/>
                </p:cNvSpPr>
                <p:nvPr/>
              </p:nvSpPr>
              <p:spPr bwMode="auto">
                <a:xfrm>
                  <a:off x="2471" y="1757"/>
                  <a:ext cx="24" cy="1"/>
                </a:xfrm>
                <a:prstGeom prst="line">
                  <a:avLst/>
                </a:prstGeom>
                <a:grpFill/>
                <a:ln w="12700">
                  <a:solidFill>
                    <a:schemeClr val="bg1">
                      <a:lumMod val="65000"/>
                    </a:schemeClr>
                  </a:solidFill>
                  <a:round/>
                  <a:headEnd/>
                  <a:tailEnd/>
                </a:ln>
              </p:spPr>
              <p:txBody>
                <a:bodyPr/>
                <a:lstStyle/>
                <a:p>
                  <a:endParaRPr lang="en-US"/>
                </a:p>
              </p:txBody>
            </p:sp>
            <p:sp>
              <p:nvSpPr>
                <p:cNvPr id="104499" name="Line 218">
                  <a:extLst>
                    <a:ext uri="{FF2B5EF4-FFF2-40B4-BE49-F238E27FC236}">
                      <a16:creationId xmlns:a16="http://schemas.microsoft.com/office/drawing/2014/main" id="{523067CD-A980-1A46-03FA-A006BFFFBEB4}"/>
                    </a:ext>
                  </a:extLst>
                </p:cNvPr>
                <p:cNvSpPr>
                  <a:spLocks noChangeShapeType="1"/>
                </p:cNvSpPr>
                <p:nvPr/>
              </p:nvSpPr>
              <p:spPr bwMode="auto">
                <a:xfrm>
                  <a:off x="2526" y="1757"/>
                  <a:ext cx="24" cy="1"/>
                </a:xfrm>
                <a:prstGeom prst="line">
                  <a:avLst/>
                </a:prstGeom>
                <a:grpFill/>
                <a:ln w="12700">
                  <a:solidFill>
                    <a:schemeClr val="bg1">
                      <a:lumMod val="65000"/>
                    </a:schemeClr>
                  </a:solidFill>
                  <a:round/>
                  <a:headEnd/>
                  <a:tailEnd/>
                </a:ln>
              </p:spPr>
              <p:txBody>
                <a:bodyPr/>
                <a:lstStyle/>
                <a:p>
                  <a:endParaRPr lang="en-US"/>
                </a:p>
              </p:txBody>
            </p:sp>
            <p:sp>
              <p:nvSpPr>
                <p:cNvPr id="104500" name="Line 219">
                  <a:extLst>
                    <a:ext uri="{FF2B5EF4-FFF2-40B4-BE49-F238E27FC236}">
                      <a16:creationId xmlns:a16="http://schemas.microsoft.com/office/drawing/2014/main" id="{FCE26452-FDBB-F5D3-C798-8DA8534F7621}"/>
                    </a:ext>
                  </a:extLst>
                </p:cNvPr>
                <p:cNvSpPr>
                  <a:spLocks noChangeShapeType="1"/>
                </p:cNvSpPr>
                <p:nvPr/>
              </p:nvSpPr>
              <p:spPr bwMode="auto">
                <a:xfrm>
                  <a:off x="2582" y="1757"/>
                  <a:ext cx="24" cy="1"/>
                </a:xfrm>
                <a:prstGeom prst="line">
                  <a:avLst/>
                </a:prstGeom>
                <a:grpFill/>
                <a:ln w="12700">
                  <a:solidFill>
                    <a:schemeClr val="bg1">
                      <a:lumMod val="65000"/>
                    </a:schemeClr>
                  </a:solidFill>
                  <a:round/>
                  <a:headEnd/>
                  <a:tailEnd/>
                </a:ln>
              </p:spPr>
              <p:txBody>
                <a:bodyPr/>
                <a:lstStyle/>
                <a:p>
                  <a:endParaRPr lang="en-US"/>
                </a:p>
              </p:txBody>
            </p:sp>
            <p:sp>
              <p:nvSpPr>
                <p:cNvPr id="104501" name="Line 220">
                  <a:extLst>
                    <a:ext uri="{FF2B5EF4-FFF2-40B4-BE49-F238E27FC236}">
                      <a16:creationId xmlns:a16="http://schemas.microsoft.com/office/drawing/2014/main" id="{F39A6113-D8C8-BCC6-04EF-A53D6E028ECB}"/>
                    </a:ext>
                  </a:extLst>
                </p:cNvPr>
                <p:cNvSpPr>
                  <a:spLocks noChangeShapeType="1"/>
                </p:cNvSpPr>
                <p:nvPr/>
              </p:nvSpPr>
              <p:spPr bwMode="auto">
                <a:xfrm>
                  <a:off x="2638" y="1757"/>
                  <a:ext cx="24" cy="1"/>
                </a:xfrm>
                <a:prstGeom prst="line">
                  <a:avLst/>
                </a:prstGeom>
                <a:grpFill/>
                <a:ln w="12700">
                  <a:solidFill>
                    <a:schemeClr val="bg1">
                      <a:lumMod val="65000"/>
                    </a:schemeClr>
                  </a:solidFill>
                  <a:round/>
                  <a:headEnd/>
                  <a:tailEnd/>
                </a:ln>
              </p:spPr>
              <p:txBody>
                <a:bodyPr/>
                <a:lstStyle/>
                <a:p>
                  <a:endParaRPr lang="en-US"/>
                </a:p>
              </p:txBody>
            </p:sp>
            <p:sp>
              <p:nvSpPr>
                <p:cNvPr id="104502" name="Line 221">
                  <a:extLst>
                    <a:ext uri="{FF2B5EF4-FFF2-40B4-BE49-F238E27FC236}">
                      <a16:creationId xmlns:a16="http://schemas.microsoft.com/office/drawing/2014/main" id="{3167409A-A718-0B0C-43B0-AD448AC1CA48}"/>
                    </a:ext>
                  </a:extLst>
                </p:cNvPr>
                <p:cNvSpPr>
                  <a:spLocks noChangeShapeType="1"/>
                </p:cNvSpPr>
                <p:nvPr/>
              </p:nvSpPr>
              <p:spPr bwMode="auto">
                <a:xfrm>
                  <a:off x="2694" y="1757"/>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492" name="Group 222">
              <a:extLst>
                <a:ext uri="{FF2B5EF4-FFF2-40B4-BE49-F238E27FC236}">
                  <a16:creationId xmlns:a16="http://schemas.microsoft.com/office/drawing/2014/main" id="{51441545-9EBF-6E06-CAD6-08F693DBA1D6}"/>
                </a:ext>
              </a:extLst>
            </p:cNvPr>
            <p:cNvGrpSpPr>
              <a:grpSpLocks/>
            </p:cNvGrpSpPr>
            <p:nvPr/>
          </p:nvGrpSpPr>
          <p:grpSpPr bwMode="auto">
            <a:xfrm>
              <a:off x="1489" y="3264"/>
              <a:ext cx="423" cy="56"/>
              <a:chOff x="1489" y="3264"/>
              <a:chExt cx="423" cy="56"/>
            </a:xfrm>
            <a:grpFill/>
          </p:grpSpPr>
          <p:sp>
            <p:nvSpPr>
              <p:cNvPr id="104487" name="Freeform 223">
                <a:extLst>
                  <a:ext uri="{FF2B5EF4-FFF2-40B4-BE49-F238E27FC236}">
                    <a16:creationId xmlns:a16="http://schemas.microsoft.com/office/drawing/2014/main" id="{DFAC462A-03BE-336A-1381-E7EDCDF1BE98}"/>
                  </a:ext>
                </a:extLst>
              </p:cNvPr>
              <p:cNvSpPr>
                <a:spLocks/>
              </p:cNvSpPr>
              <p:nvPr/>
            </p:nvSpPr>
            <p:spPr bwMode="auto">
              <a:xfrm>
                <a:off x="1792" y="3264"/>
                <a:ext cx="120" cy="56"/>
              </a:xfrm>
              <a:custGeom>
                <a:avLst/>
                <a:gdLst>
                  <a:gd name="T0" fmla="*/ 120 w 120"/>
                  <a:gd name="T1" fmla="*/ 24 h 56"/>
                  <a:gd name="T2" fmla="*/ 0 w 120"/>
                  <a:gd name="T3" fmla="*/ 56 h 56"/>
                  <a:gd name="T4" fmla="*/ 0 w 120"/>
                  <a:gd name="T5" fmla="*/ 24 h 56"/>
                  <a:gd name="T6" fmla="*/ 0 w 120"/>
                  <a:gd name="T7" fmla="*/ 0 h 56"/>
                  <a:gd name="T8" fmla="*/ 120 w 120"/>
                  <a:gd name="T9" fmla="*/ 24 h 56"/>
                  <a:gd name="T10" fmla="*/ 0 60000 65536"/>
                  <a:gd name="T11" fmla="*/ 0 60000 65536"/>
                  <a:gd name="T12" fmla="*/ 0 60000 65536"/>
                  <a:gd name="T13" fmla="*/ 0 60000 65536"/>
                  <a:gd name="T14" fmla="*/ 0 60000 65536"/>
                  <a:gd name="T15" fmla="*/ 0 w 120"/>
                  <a:gd name="T16" fmla="*/ 0 h 56"/>
                  <a:gd name="T17" fmla="*/ 120 w 120"/>
                  <a:gd name="T18" fmla="*/ 56 h 56"/>
                </a:gdLst>
                <a:ahLst/>
                <a:cxnLst>
                  <a:cxn ang="T10">
                    <a:pos x="T0" y="T1"/>
                  </a:cxn>
                  <a:cxn ang="T11">
                    <a:pos x="T2" y="T3"/>
                  </a:cxn>
                  <a:cxn ang="T12">
                    <a:pos x="T4" y="T5"/>
                  </a:cxn>
                  <a:cxn ang="T13">
                    <a:pos x="T6" y="T7"/>
                  </a:cxn>
                  <a:cxn ang="T14">
                    <a:pos x="T8" y="T9"/>
                  </a:cxn>
                </a:cxnLst>
                <a:rect l="T15" t="T16" r="T17" b="T18"/>
                <a:pathLst>
                  <a:path w="120" h="56">
                    <a:moveTo>
                      <a:pt x="120" y="24"/>
                    </a:moveTo>
                    <a:lnTo>
                      <a:pt x="0" y="56"/>
                    </a:lnTo>
                    <a:lnTo>
                      <a:pt x="0" y="24"/>
                    </a:lnTo>
                    <a:lnTo>
                      <a:pt x="0" y="0"/>
                    </a:lnTo>
                    <a:lnTo>
                      <a:pt x="120" y="24"/>
                    </a:lnTo>
                    <a:close/>
                  </a:path>
                </a:pathLst>
              </a:custGeom>
              <a:grpFill/>
              <a:ln w="9525">
                <a:solidFill>
                  <a:schemeClr val="bg1">
                    <a:lumMod val="65000"/>
                  </a:schemeClr>
                </a:solidFill>
                <a:round/>
                <a:headEnd/>
                <a:tailEnd/>
              </a:ln>
            </p:spPr>
            <p:txBody>
              <a:bodyPr/>
              <a:lstStyle/>
              <a:p>
                <a:endParaRPr lang="en-US"/>
              </a:p>
            </p:txBody>
          </p:sp>
          <p:grpSp>
            <p:nvGrpSpPr>
              <p:cNvPr id="104488" name="Group 224">
                <a:extLst>
                  <a:ext uri="{FF2B5EF4-FFF2-40B4-BE49-F238E27FC236}">
                    <a16:creationId xmlns:a16="http://schemas.microsoft.com/office/drawing/2014/main" id="{C3E5459D-7840-4D65-7048-A17110083369}"/>
                  </a:ext>
                </a:extLst>
              </p:cNvPr>
              <p:cNvGrpSpPr>
                <a:grpSpLocks/>
              </p:cNvGrpSpPr>
              <p:nvPr/>
            </p:nvGrpSpPr>
            <p:grpSpPr bwMode="auto">
              <a:xfrm>
                <a:off x="1489" y="3288"/>
                <a:ext cx="295" cy="1"/>
                <a:chOff x="1489" y="3288"/>
                <a:chExt cx="295" cy="1"/>
              </a:xfrm>
              <a:grpFill/>
            </p:grpSpPr>
            <p:sp>
              <p:nvSpPr>
                <p:cNvPr id="104489" name="Line 225">
                  <a:extLst>
                    <a:ext uri="{FF2B5EF4-FFF2-40B4-BE49-F238E27FC236}">
                      <a16:creationId xmlns:a16="http://schemas.microsoft.com/office/drawing/2014/main" id="{4761C027-6085-45C5-549E-BB71DEC91E68}"/>
                    </a:ext>
                  </a:extLst>
                </p:cNvPr>
                <p:cNvSpPr>
                  <a:spLocks noChangeShapeType="1"/>
                </p:cNvSpPr>
                <p:nvPr/>
              </p:nvSpPr>
              <p:spPr bwMode="auto">
                <a:xfrm>
                  <a:off x="1489" y="3288"/>
                  <a:ext cx="24" cy="1"/>
                </a:xfrm>
                <a:prstGeom prst="line">
                  <a:avLst/>
                </a:prstGeom>
                <a:grpFill/>
                <a:ln w="12700">
                  <a:solidFill>
                    <a:schemeClr val="bg1">
                      <a:lumMod val="65000"/>
                    </a:schemeClr>
                  </a:solidFill>
                  <a:round/>
                  <a:headEnd/>
                  <a:tailEnd/>
                </a:ln>
              </p:spPr>
              <p:txBody>
                <a:bodyPr/>
                <a:lstStyle/>
                <a:p>
                  <a:endParaRPr lang="en-US"/>
                </a:p>
              </p:txBody>
            </p:sp>
            <p:sp>
              <p:nvSpPr>
                <p:cNvPr id="104490" name="Line 226">
                  <a:extLst>
                    <a:ext uri="{FF2B5EF4-FFF2-40B4-BE49-F238E27FC236}">
                      <a16:creationId xmlns:a16="http://schemas.microsoft.com/office/drawing/2014/main" id="{FDB61A34-CEB4-B464-9789-34C5B56C81DE}"/>
                    </a:ext>
                  </a:extLst>
                </p:cNvPr>
                <p:cNvSpPr>
                  <a:spLocks noChangeShapeType="1"/>
                </p:cNvSpPr>
                <p:nvPr/>
              </p:nvSpPr>
              <p:spPr bwMode="auto">
                <a:xfrm>
                  <a:off x="1544" y="3288"/>
                  <a:ext cx="24" cy="1"/>
                </a:xfrm>
                <a:prstGeom prst="line">
                  <a:avLst/>
                </a:prstGeom>
                <a:grpFill/>
                <a:ln w="12700">
                  <a:solidFill>
                    <a:schemeClr val="bg1">
                      <a:lumMod val="65000"/>
                    </a:schemeClr>
                  </a:solidFill>
                  <a:round/>
                  <a:headEnd/>
                  <a:tailEnd/>
                </a:ln>
              </p:spPr>
              <p:txBody>
                <a:bodyPr/>
                <a:lstStyle/>
                <a:p>
                  <a:endParaRPr lang="en-US"/>
                </a:p>
              </p:txBody>
            </p:sp>
            <p:sp>
              <p:nvSpPr>
                <p:cNvPr id="104491" name="Line 227">
                  <a:extLst>
                    <a:ext uri="{FF2B5EF4-FFF2-40B4-BE49-F238E27FC236}">
                      <a16:creationId xmlns:a16="http://schemas.microsoft.com/office/drawing/2014/main" id="{08B218FB-0CE5-3AEC-520A-53F93E0738BC}"/>
                    </a:ext>
                  </a:extLst>
                </p:cNvPr>
                <p:cNvSpPr>
                  <a:spLocks noChangeShapeType="1"/>
                </p:cNvSpPr>
                <p:nvPr/>
              </p:nvSpPr>
              <p:spPr bwMode="auto">
                <a:xfrm>
                  <a:off x="1600" y="3288"/>
                  <a:ext cx="24" cy="1"/>
                </a:xfrm>
                <a:prstGeom prst="line">
                  <a:avLst/>
                </a:prstGeom>
                <a:grpFill/>
                <a:ln w="12700">
                  <a:solidFill>
                    <a:schemeClr val="bg1">
                      <a:lumMod val="65000"/>
                    </a:schemeClr>
                  </a:solidFill>
                  <a:round/>
                  <a:headEnd/>
                  <a:tailEnd/>
                </a:ln>
              </p:spPr>
              <p:txBody>
                <a:bodyPr/>
                <a:lstStyle/>
                <a:p>
                  <a:endParaRPr lang="en-US"/>
                </a:p>
              </p:txBody>
            </p:sp>
            <p:sp>
              <p:nvSpPr>
                <p:cNvPr id="104492" name="Line 228">
                  <a:extLst>
                    <a:ext uri="{FF2B5EF4-FFF2-40B4-BE49-F238E27FC236}">
                      <a16:creationId xmlns:a16="http://schemas.microsoft.com/office/drawing/2014/main" id="{B8F7A079-E10D-AC2E-60FC-138C4B3732AE}"/>
                    </a:ext>
                  </a:extLst>
                </p:cNvPr>
                <p:cNvSpPr>
                  <a:spLocks noChangeShapeType="1"/>
                </p:cNvSpPr>
                <p:nvPr/>
              </p:nvSpPr>
              <p:spPr bwMode="auto">
                <a:xfrm>
                  <a:off x="1656" y="3288"/>
                  <a:ext cx="24" cy="1"/>
                </a:xfrm>
                <a:prstGeom prst="line">
                  <a:avLst/>
                </a:prstGeom>
                <a:grpFill/>
                <a:ln w="12700">
                  <a:solidFill>
                    <a:schemeClr val="bg1">
                      <a:lumMod val="65000"/>
                    </a:schemeClr>
                  </a:solidFill>
                  <a:round/>
                  <a:headEnd/>
                  <a:tailEnd/>
                </a:ln>
              </p:spPr>
              <p:txBody>
                <a:bodyPr/>
                <a:lstStyle/>
                <a:p>
                  <a:endParaRPr lang="en-US"/>
                </a:p>
              </p:txBody>
            </p:sp>
            <p:sp>
              <p:nvSpPr>
                <p:cNvPr id="104493" name="Line 229">
                  <a:extLst>
                    <a:ext uri="{FF2B5EF4-FFF2-40B4-BE49-F238E27FC236}">
                      <a16:creationId xmlns:a16="http://schemas.microsoft.com/office/drawing/2014/main" id="{47330728-61B1-B9F1-4C7B-B177EB13C952}"/>
                    </a:ext>
                  </a:extLst>
                </p:cNvPr>
                <p:cNvSpPr>
                  <a:spLocks noChangeShapeType="1"/>
                </p:cNvSpPr>
                <p:nvPr/>
              </p:nvSpPr>
              <p:spPr bwMode="auto">
                <a:xfrm>
                  <a:off x="1712" y="3288"/>
                  <a:ext cx="24" cy="1"/>
                </a:xfrm>
                <a:prstGeom prst="line">
                  <a:avLst/>
                </a:prstGeom>
                <a:grpFill/>
                <a:ln w="12700">
                  <a:solidFill>
                    <a:schemeClr val="bg1">
                      <a:lumMod val="65000"/>
                    </a:schemeClr>
                  </a:solidFill>
                  <a:round/>
                  <a:headEnd/>
                  <a:tailEnd/>
                </a:ln>
              </p:spPr>
              <p:txBody>
                <a:bodyPr/>
                <a:lstStyle/>
                <a:p>
                  <a:endParaRPr lang="en-US"/>
                </a:p>
              </p:txBody>
            </p:sp>
            <p:sp>
              <p:nvSpPr>
                <p:cNvPr id="104494" name="Line 230">
                  <a:extLst>
                    <a:ext uri="{FF2B5EF4-FFF2-40B4-BE49-F238E27FC236}">
                      <a16:creationId xmlns:a16="http://schemas.microsoft.com/office/drawing/2014/main" id="{4E4AC280-8F99-0B73-A9EC-824372012B28}"/>
                    </a:ext>
                  </a:extLst>
                </p:cNvPr>
                <p:cNvSpPr>
                  <a:spLocks noChangeShapeType="1"/>
                </p:cNvSpPr>
                <p:nvPr/>
              </p:nvSpPr>
              <p:spPr bwMode="auto">
                <a:xfrm>
                  <a:off x="1768" y="3288"/>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493" name="Group 231">
              <a:extLst>
                <a:ext uri="{FF2B5EF4-FFF2-40B4-BE49-F238E27FC236}">
                  <a16:creationId xmlns:a16="http://schemas.microsoft.com/office/drawing/2014/main" id="{E4D582DB-D148-AD97-8064-58EB825707FE}"/>
                </a:ext>
              </a:extLst>
            </p:cNvPr>
            <p:cNvGrpSpPr>
              <a:grpSpLocks/>
            </p:cNvGrpSpPr>
            <p:nvPr/>
          </p:nvGrpSpPr>
          <p:grpSpPr bwMode="auto">
            <a:xfrm>
              <a:off x="1944" y="3256"/>
              <a:ext cx="423" cy="56"/>
              <a:chOff x="1944" y="3256"/>
              <a:chExt cx="423" cy="56"/>
            </a:xfrm>
            <a:grpFill/>
          </p:grpSpPr>
          <p:sp>
            <p:nvSpPr>
              <p:cNvPr id="104479" name="Freeform 232">
                <a:extLst>
                  <a:ext uri="{FF2B5EF4-FFF2-40B4-BE49-F238E27FC236}">
                    <a16:creationId xmlns:a16="http://schemas.microsoft.com/office/drawing/2014/main" id="{C3C53B95-965A-A664-13F5-8C9615225CA3}"/>
                  </a:ext>
                </a:extLst>
              </p:cNvPr>
              <p:cNvSpPr>
                <a:spLocks/>
              </p:cNvSpPr>
              <p:nvPr/>
            </p:nvSpPr>
            <p:spPr bwMode="auto">
              <a:xfrm>
                <a:off x="2255" y="325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4480" name="Group 233">
                <a:extLst>
                  <a:ext uri="{FF2B5EF4-FFF2-40B4-BE49-F238E27FC236}">
                    <a16:creationId xmlns:a16="http://schemas.microsoft.com/office/drawing/2014/main" id="{030D1B6D-EC85-CC0D-0CA1-3D380A25A67C}"/>
                  </a:ext>
                </a:extLst>
              </p:cNvPr>
              <p:cNvGrpSpPr>
                <a:grpSpLocks/>
              </p:cNvGrpSpPr>
              <p:nvPr/>
            </p:nvGrpSpPr>
            <p:grpSpPr bwMode="auto">
              <a:xfrm>
                <a:off x="1944" y="3288"/>
                <a:ext cx="303" cy="1"/>
                <a:chOff x="1944" y="3288"/>
                <a:chExt cx="303" cy="1"/>
              </a:xfrm>
              <a:grpFill/>
            </p:grpSpPr>
            <p:sp>
              <p:nvSpPr>
                <p:cNvPr id="104481" name="Line 234">
                  <a:extLst>
                    <a:ext uri="{FF2B5EF4-FFF2-40B4-BE49-F238E27FC236}">
                      <a16:creationId xmlns:a16="http://schemas.microsoft.com/office/drawing/2014/main" id="{8A72CD43-A370-46FC-9F46-72380C27967D}"/>
                    </a:ext>
                  </a:extLst>
                </p:cNvPr>
                <p:cNvSpPr>
                  <a:spLocks noChangeShapeType="1"/>
                </p:cNvSpPr>
                <p:nvPr/>
              </p:nvSpPr>
              <p:spPr bwMode="auto">
                <a:xfrm>
                  <a:off x="1944" y="3288"/>
                  <a:ext cx="24" cy="1"/>
                </a:xfrm>
                <a:prstGeom prst="line">
                  <a:avLst/>
                </a:prstGeom>
                <a:grpFill/>
                <a:ln w="12700">
                  <a:solidFill>
                    <a:schemeClr val="bg1">
                      <a:lumMod val="65000"/>
                    </a:schemeClr>
                  </a:solidFill>
                  <a:round/>
                  <a:headEnd/>
                  <a:tailEnd/>
                </a:ln>
              </p:spPr>
              <p:txBody>
                <a:bodyPr/>
                <a:lstStyle/>
                <a:p>
                  <a:endParaRPr lang="en-US"/>
                </a:p>
              </p:txBody>
            </p:sp>
            <p:sp>
              <p:nvSpPr>
                <p:cNvPr id="104482" name="Line 235">
                  <a:extLst>
                    <a:ext uri="{FF2B5EF4-FFF2-40B4-BE49-F238E27FC236}">
                      <a16:creationId xmlns:a16="http://schemas.microsoft.com/office/drawing/2014/main" id="{556999C2-26C8-C150-89F9-2DAD26D22A43}"/>
                    </a:ext>
                  </a:extLst>
                </p:cNvPr>
                <p:cNvSpPr>
                  <a:spLocks noChangeShapeType="1"/>
                </p:cNvSpPr>
                <p:nvPr/>
              </p:nvSpPr>
              <p:spPr bwMode="auto">
                <a:xfrm>
                  <a:off x="2000" y="3288"/>
                  <a:ext cx="23" cy="1"/>
                </a:xfrm>
                <a:prstGeom prst="line">
                  <a:avLst/>
                </a:prstGeom>
                <a:grpFill/>
                <a:ln w="12700">
                  <a:solidFill>
                    <a:schemeClr val="bg1">
                      <a:lumMod val="65000"/>
                    </a:schemeClr>
                  </a:solidFill>
                  <a:round/>
                  <a:headEnd/>
                  <a:tailEnd/>
                </a:ln>
              </p:spPr>
              <p:txBody>
                <a:bodyPr/>
                <a:lstStyle/>
                <a:p>
                  <a:endParaRPr lang="en-US"/>
                </a:p>
              </p:txBody>
            </p:sp>
            <p:sp>
              <p:nvSpPr>
                <p:cNvPr id="104483" name="Line 236">
                  <a:extLst>
                    <a:ext uri="{FF2B5EF4-FFF2-40B4-BE49-F238E27FC236}">
                      <a16:creationId xmlns:a16="http://schemas.microsoft.com/office/drawing/2014/main" id="{5C223480-6533-389F-0023-5C55C29049C9}"/>
                    </a:ext>
                  </a:extLst>
                </p:cNvPr>
                <p:cNvSpPr>
                  <a:spLocks noChangeShapeType="1"/>
                </p:cNvSpPr>
                <p:nvPr/>
              </p:nvSpPr>
              <p:spPr bwMode="auto">
                <a:xfrm>
                  <a:off x="2055" y="3288"/>
                  <a:ext cx="24" cy="1"/>
                </a:xfrm>
                <a:prstGeom prst="line">
                  <a:avLst/>
                </a:prstGeom>
                <a:grpFill/>
                <a:ln w="12700">
                  <a:solidFill>
                    <a:schemeClr val="bg1">
                      <a:lumMod val="65000"/>
                    </a:schemeClr>
                  </a:solidFill>
                  <a:round/>
                  <a:headEnd/>
                  <a:tailEnd/>
                </a:ln>
              </p:spPr>
              <p:txBody>
                <a:bodyPr/>
                <a:lstStyle/>
                <a:p>
                  <a:endParaRPr lang="en-US"/>
                </a:p>
              </p:txBody>
            </p:sp>
            <p:sp>
              <p:nvSpPr>
                <p:cNvPr id="104484" name="Line 237">
                  <a:extLst>
                    <a:ext uri="{FF2B5EF4-FFF2-40B4-BE49-F238E27FC236}">
                      <a16:creationId xmlns:a16="http://schemas.microsoft.com/office/drawing/2014/main" id="{B17DE01E-D52C-5414-A5D0-1AE68FD21078}"/>
                    </a:ext>
                  </a:extLst>
                </p:cNvPr>
                <p:cNvSpPr>
                  <a:spLocks noChangeShapeType="1"/>
                </p:cNvSpPr>
                <p:nvPr/>
              </p:nvSpPr>
              <p:spPr bwMode="auto">
                <a:xfrm>
                  <a:off x="2111" y="3288"/>
                  <a:ext cx="24" cy="1"/>
                </a:xfrm>
                <a:prstGeom prst="line">
                  <a:avLst/>
                </a:prstGeom>
                <a:grpFill/>
                <a:ln w="12700">
                  <a:solidFill>
                    <a:schemeClr val="bg1">
                      <a:lumMod val="65000"/>
                    </a:schemeClr>
                  </a:solidFill>
                  <a:round/>
                  <a:headEnd/>
                  <a:tailEnd/>
                </a:ln>
              </p:spPr>
              <p:txBody>
                <a:bodyPr/>
                <a:lstStyle/>
                <a:p>
                  <a:endParaRPr lang="en-US"/>
                </a:p>
              </p:txBody>
            </p:sp>
            <p:sp>
              <p:nvSpPr>
                <p:cNvPr id="104485" name="Line 238">
                  <a:extLst>
                    <a:ext uri="{FF2B5EF4-FFF2-40B4-BE49-F238E27FC236}">
                      <a16:creationId xmlns:a16="http://schemas.microsoft.com/office/drawing/2014/main" id="{38DB90D1-99D2-75E8-2B42-8BC4FEF0888D}"/>
                    </a:ext>
                  </a:extLst>
                </p:cNvPr>
                <p:cNvSpPr>
                  <a:spLocks noChangeShapeType="1"/>
                </p:cNvSpPr>
                <p:nvPr/>
              </p:nvSpPr>
              <p:spPr bwMode="auto">
                <a:xfrm>
                  <a:off x="2167" y="3288"/>
                  <a:ext cx="24" cy="1"/>
                </a:xfrm>
                <a:prstGeom prst="line">
                  <a:avLst/>
                </a:prstGeom>
                <a:grpFill/>
                <a:ln w="12700">
                  <a:solidFill>
                    <a:schemeClr val="bg1">
                      <a:lumMod val="65000"/>
                    </a:schemeClr>
                  </a:solidFill>
                  <a:round/>
                  <a:headEnd/>
                  <a:tailEnd/>
                </a:ln>
              </p:spPr>
              <p:txBody>
                <a:bodyPr/>
                <a:lstStyle/>
                <a:p>
                  <a:endParaRPr lang="en-US"/>
                </a:p>
              </p:txBody>
            </p:sp>
            <p:sp>
              <p:nvSpPr>
                <p:cNvPr id="104486" name="Line 239">
                  <a:extLst>
                    <a:ext uri="{FF2B5EF4-FFF2-40B4-BE49-F238E27FC236}">
                      <a16:creationId xmlns:a16="http://schemas.microsoft.com/office/drawing/2014/main" id="{B2FA105E-B7B7-E3AF-5CA9-0D896AAD4B9A}"/>
                    </a:ext>
                  </a:extLst>
                </p:cNvPr>
                <p:cNvSpPr>
                  <a:spLocks noChangeShapeType="1"/>
                </p:cNvSpPr>
                <p:nvPr/>
              </p:nvSpPr>
              <p:spPr bwMode="auto">
                <a:xfrm>
                  <a:off x="2223" y="3288"/>
                  <a:ext cx="24" cy="1"/>
                </a:xfrm>
                <a:prstGeom prst="line">
                  <a:avLst/>
                </a:prstGeom>
                <a:grpFill/>
                <a:ln w="12700">
                  <a:solidFill>
                    <a:schemeClr val="bg1">
                      <a:lumMod val="65000"/>
                    </a:schemeClr>
                  </a:solidFill>
                  <a:round/>
                  <a:headEnd/>
                  <a:tailEnd/>
                </a:ln>
              </p:spPr>
              <p:txBody>
                <a:bodyPr/>
                <a:lstStyle/>
                <a:p>
                  <a:endParaRPr lang="en-US"/>
                </a:p>
              </p:txBody>
            </p:sp>
          </p:grpSp>
        </p:grpSp>
        <p:grpSp>
          <p:nvGrpSpPr>
            <p:cNvPr id="103494" name="Group 240">
              <a:extLst>
                <a:ext uri="{FF2B5EF4-FFF2-40B4-BE49-F238E27FC236}">
                  <a16:creationId xmlns:a16="http://schemas.microsoft.com/office/drawing/2014/main" id="{E7DBA5D3-26B4-DC99-E393-3BBA7812C8E0}"/>
                </a:ext>
              </a:extLst>
            </p:cNvPr>
            <p:cNvGrpSpPr>
              <a:grpSpLocks/>
            </p:cNvGrpSpPr>
            <p:nvPr/>
          </p:nvGrpSpPr>
          <p:grpSpPr bwMode="auto">
            <a:xfrm>
              <a:off x="2415" y="3256"/>
              <a:ext cx="415" cy="56"/>
              <a:chOff x="2415" y="3256"/>
              <a:chExt cx="415" cy="56"/>
            </a:xfrm>
            <a:grpFill/>
          </p:grpSpPr>
          <p:sp>
            <p:nvSpPr>
              <p:cNvPr id="104471" name="Freeform 241">
                <a:extLst>
                  <a:ext uri="{FF2B5EF4-FFF2-40B4-BE49-F238E27FC236}">
                    <a16:creationId xmlns:a16="http://schemas.microsoft.com/office/drawing/2014/main" id="{60A9CD4F-B2B1-2F1E-2F2D-F87F4A2CB263}"/>
                  </a:ext>
                </a:extLst>
              </p:cNvPr>
              <p:cNvSpPr>
                <a:spLocks/>
              </p:cNvSpPr>
              <p:nvPr/>
            </p:nvSpPr>
            <p:spPr bwMode="auto">
              <a:xfrm>
                <a:off x="2718" y="325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4472" name="Group 242">
                <a:extLst>
                  <a:ext uri="{FF2B5EF4-FFF2-40B4-BE49-F238E27FC236}">
                    <a16:creationId xmlns:a16="http://schemas.microsoft.com/office/drawing/2014/main" id="{FC2DC20B-B596-6011-8E3D-AB22CEEBD5C1}"/>
                  </a:ext>
                </a:extLst>
              </p:cNvPr>
              <p:cNvGrpSpPr>
                <a:grpSpLocks/>
              </p:cNvGrpSpPr>
              <p:nvPr/>
            </p:nvGrpSpPr>
            <p:grpSpPr bwMode="auto">
              <a:xfrm>
                <a:off x="2415" y="3288"/>
                <a:ext cx="295" cy="1"/>
                <a:chOff x="2415" y="3288"/>
                <a:chExt cx="295" cy="1"/>
              </a:xfrm>
              <a:grpFill/>
            </p:grpSpPr>
            <p:sp>
              <p:nvSpPr>
                <p:cNvPr id="104473" name="Line 243">
                  <a:extLst>
                    <a:ext uri="{FF2B5EF4-FFF2-40B4-BE49-F238E27FC236}">
                      <a16:creationId xmlns:a16="http://schemas.microsoft.com/office/drawing/2014/main" id="{3B2B8644-0FD8-2729-9968-6306CAC8A891}"/>
                    </a:ext>
                  </a:extLst>
                </p:cNvPr>
                <p:cNvSpPr>
                  <a:spLocks noChangeShapeType="1"/>
                </p:cNvSpPr>
                <p:nvPr/>
              </p:nvSpPr>
              <p:spPr bwMode="auto">
                <a:xfrm>
                  <a:off x="2415" y="3288"/>
                  <a:ext cx="24" cy="1"/>
                </a:xfrm>
                <a:prstGeom prst="line">
                  <a:avLst/>
                </a:prstGeom>
                <a:grpFill/>
                <a:ln w="12700">
                  <a:solidFill>
                    <a:schemeClr val="bg1">
                      <a:lumMod val="65000"/>
                    </a:schemeClr>
                  </a:solidFill>
                  <a:round/>
                  <a:headEnd/>
                  <a:tailEnd/>
                </a:ln>
              </p:spPr>
              <p:txBody>
                <a:bodyPr/>
                <a:lstStyle/>
                <a:p>
                  <a:endParaRPr lang="en-US"/>
                </a:p>
              </p:txBody>
            </p:sp>
            <p:sp>
              <p:nvSpPr>
                <p:cNvPr id="104474" name="Line 244">
                  <a:extLst>
                    <a:ext uri="{FF2B5EF4-FFF2-40B4-BE49-F238E27FC236}">
                      <a16:creationId xmlns:a16="http://schemas.microsoft.com/office/drawing/2014/main" id="{A5D4F7AC-382E-D5CD-B061-8B88C5F1A906}"/>
                    </a:ext>
                  </a:extLst>
                </p:cNvPr>
                <p:cNvSpPr>
                  <a:spLocks noChangeShapeType="1"/>
                </p:cNvSpPr>
                <p:nvPr/>
              </p:nvSpPr>
              <p:spPr bwMode="auto">
                <a:xfrm>
                  <a:off x="2471" y="3288"/>
                  <a:ext cx="24" cy="1"/>
                </a:xfrm>
                <a:prstGeom prst="line">
                  <a:avLst/>
                </a:prstGeom>
                <a:grpFill/>
                <a:ln w="12700">
                  <a:solidFill>
                    <a:schemeClr val="bg1">
                      <a:lumMod val="65000"/>
                    </a:schemeClr>
                  </a:solidFill>
                  <a:round/>
                  <a:headEnd/>
                  <a:tailEnd/>
                </a:ln>
              </p:spPr>
              <p:txBody>
                <a:bodyPr/>
                <a:lstStyle/>
                <a:p>
                  <a:endParaRPr lang="en-US"/>
                </a:p>
              </p:txBody>
            </p:sp>
            <p:sp>
              <p:nvSpPr>
                <p:cNvPr id="104475" name="Line 245">
                  <a:extLst>
                    <a:ext uri="{FF2B5EF4-FFF2-40B4-BE49-F238E27FC236}">
                      <a16:creationId xmlns:a16="http://schemas.microsoft.com/office/drawing/2014/main" id="{DC3FD594-F29B-1C53-2D87-FCAB2D65A78E}"/>
                    </a:ext>
                  </a:extLst>
                </p:cNvPr>
                <p:cNvSpPr>
                  <a:spLocks noChangeShapeType="1"/>
                </p:cNvSpPr>
                <p:nvPr/>
              </p:nvSpPr>
              <p:spPr bwMode="auto">
                <a:xfrm>
                  <a:off x="2526" y="3288"/>
                  <a:ext cx="24" cy="1"/>
                </a:xfrm>
                <a:prstGeom prst="line">
                  <a:avLst/>
                </a:prstGeom>
                <a:grpFill/>
                <a:ln w="12700">
                  <a:solidFill>
                    <a:schemeClr val="bg1">
                      <a:lumMod val="65000"/>
                    </a:schemeClr>
                  </a:solidFill>
                  <a:round/>
                  <a:headEnd/>
                  <a:tailEnd/>
                </a:ln>
              </p:spPr>
              <p:txBody>
                <a:bodyPr/>
                <a:lstStyle/>
                <a:p>
                  <a:endParaRPr lang="en-US"/>
                </a:p>
              </p:txBody>
            </p:sp>
            <p:sp>
              <p:nvSpPr>
                <p:cNvPr id="104476" name="Line 246">
                  <a:extLst>
                    <a:ext uri="{FF2B5EF4-FFF2-40B4-BE49-F238E27FC236}">
                      <a16:creationId xmlns:a16="http://schemas.microsoft.com/office/drawing/2014/main" id="{83087C5A-1B0C-92D7-7E3B-FE7400E37C1A}"/>
                    </a:ext>
                  </a:extLst>
                </p:cNvPr>
                <p:cNvSpPr>
                  <a:spLocks noChangeShapeType="1"/>
                </p:cNvSpPr>
                <p:nvPr/>
              </p:nvSpPr>
              <p:spPr bwMode="auto">
                <a:xfrm>
                  <a:off x="2582" y="3288"/>
                  <a:ext cx="24" cy="1"/>
                </a:xfrm>
                <a:prstGeom prst="line">
                  <a:avLst/>
                </a:prstGeom>
                <a:grpFill/>
                <a:ln w="12700">
                  <a:solidFill>
                    <a:schemeClr val="bg1">
                      <a:lumMod val="65000"/>
                    </a:schemeClr>
                  </a:solidFill>
                  <a:round/>
                  <a:headEnd/>
                  <a:tailEnd/>
                </a:ln>
              </p:spPr>
              <p:txBody>
                <a:bodyPr/>
                <a:lstStyle/>
                <a:p>
                  <a:endParaRPr lang="en-US"/>
                </a:p>
              </p:txBody>
            </p:sp>
            <p:sp>
              <p:nvSpPr>
                <p:cNvPr id="104477" name="Line 247">
                  <a:extLst>
                    <a:ext uri="{FF2B5EF4-FFF2-40B4-BE49-F238E27FC236}">
                      <a16:creationId xmlns:a16="http://schemas.microsoft.com/office/drawing/2014/main" id="{CB3981BA-AC61-5E9A-0A17-AE0FC5837AAD}"/>
                    </a:ext>
                  </a:extLst>
                </p:cNvPr>
                <p:cNvSpPr>
                  <a:spLocks noChangeShapeType="1"/>
                </p:cNvSpPr>
                <p:nvPr/>
              </p:nvSpPr>
              <p:spPr bwMode="auto">
                <a:xfrm>
                  <a:off x="2638" y="3288"/>
                  <a:ext cx="24" cy="1"/>
                </a:xfrm>
                <a:prstGeom prst="line">
                  <a:avLst/>
                </a:prstGeom>
                <a:grpFill/>
                <a:ln w="12700">
                  <a:solidFill>
                    <a:schemeClr val="bg1">
                      <a:lumMod val="65000"/>
                    </a:schemeClr>
                  </a:solidFill>
                  <a:round/>
                  <a:headEnd/>
                  <a:tailEnd/>
                </a:ln>
              </p:spPr>
              <p:txBody>
                <a:bodyPr/>
                <a:lstStyle/>
                <a:p>
                  <a:endParaRPr lang="en-US"/>
                </a:p>
              </p:txBody>
            </p:sp>
            <p:sp>
              <p:nvSpPr>
                <p:cNvPr id="104478" name="Line 248">
                  <a:extLst>
                    <a:ext uri="{FF2B5EF4-FFF2-40B4-BE49-F238E27FC236}">
                      <a16:creationId xmlns:a16="http://schemas.microsoft.com/office/drawing/2014/main" id="{11A163EC-9782-DA54-0AD0-40967CE475DF}"/>
                    </a:ext>
                  </a:extLst>
                </p:cNvPr>
                <p:cNvSpPr>
                  <a:spLocks noChangeShapeType="1"/>
                </p:cNvSpPr>
                <p:nvPr/>
              </p:nvSpPr>
              <p:spPr bwMode="auto">
                <a:xfrm>
                  <a:off x="2694" y="3288"/>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495" name="Group 249">
              <a:extLst>
                <a:ext uri="{FF2B5EF4-FFF2-40B4-BE49-F238E27FC236}">
                  <a16:creationId xmlns:a16="http://schemas.microsoft.com/office/drawing/2014/main" id="{4F5F2714-0340-806A-5F77-6233FBC59EF7}"/>
                </a:ext>
              </a:extLst>
            </p:cNvPr>
            <p:cNvGrpSpPr>
              <a:grpSpLocks/>
            </p:cNvGrpSpPr>
            <p:nvPr/>
          </p:nvGrpSpPr>
          <p:grpSpPr bwMode="auto">
            <a:xfrm>
              <a:off x="1489" y="3567"/>
              <a:ext cx="423" cy="56"/>
              <a:chOff x="1489" y="3567"/>
              <a:chExt cx="423" cy="56"/>
            </a:xfrm>
            <a:grpFill/>
          </p:grpSpPr>
          <p:sp>
            <p:nvSpPr>
              <p:cNvPr id="104463" name="Freeform 250">
                <a:extLst>
                  <a:ext uri="{FF2B5EF4-FFF2-40B4-BE49-F238E27FC236}">
                    <a16:creationId xmlns:a16="http://schemas.microsoft.com/office/drawing/2014/main" id="{AE6F532D-AC5E-A375-A5FC-290034701C47}"/>
                  </a:ext>
                </a:extLst>
              </p:cNvPr>
              <p:cNvSpPr>
                <a:spLocks/>
              </p:cNvSpPr>
              <p:nvPr/>
            </p:nvSpPr>
            <p:spPr bwMode="auto">
              <a:xfrm>
                <a:off x="1800"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lumMod val="65000"/>
                  </a:schemeClr>
                </a:solidFill>
                <a:round/>
                <a:headEnd/>
                <a:tailEnd/>
              </a:ln>
            </p:spPr>
            <p:txBody>
              <a:bodyPr/>
              <a:lstStyle/>
              <a:p>
                <a:endParaRPr lang="en-US"/>
              </a:p>
            </p:txBody>
          </p:sp>
          <p:grpSp>
            <p:nvGrpSpPr>
              <p:cNvPr id="104464" name="Group 251">
                <a:extLst>
                  <a:ext uri="{FF2B5EF4-FFF2-40B4-BE49-F238E27FC236}">
                    <a16:creationId xmlns:a16="http://schemas.microsoft.com/office/drawing/2014/main" id="{131D2212-66A4-791D-EB98-F82F55F8FD3A}"/>
                  </a:ext>
                </a:extLst>
              </p:cNvPr>
              <p:cNvGrpSpPr>
                <a:grpSpLocks/>
              </p:cNvGrpSpPr>
              <p:nvPr/>
            </p:nvGrpSpPr>
            <p:grpSpPr bwMode="auto">
              <a:xfrm>
                <a:off x="1489" y="3591"/>
                <a:ext cx="303" cy="1"/>
                <a:chOff x="1489" y="3591"/>
                <a:chExt cx="303" cy="1"/>
              </a:xfrm>
              <a:grpFill/>
            </p:grpSpPr>
            <p:sp>
              <p:nvSpPr>
                <p:cNvPr id="104465" name="Line 252">
                  <a:extLst>
                    <a:ext uri="{FF2B5EF4-FFF2-40B4-BE49-F238E27FC236}">
                      <a16:creationId xmlns:a16="http://schemas.microsoft.com/office/drawing/2014/main" id="{F91754D5-EBB6-3075-CDFB-2429A7F68FAB}"/>
                    </a:ext>
                  </a:extLst>
                </p:cNvPr>
                <p:cNvSpPr>
                  <a:spLocks noChangeShapeType="1"/>
                </p:cNvSpPr>
                <p:nvPr/>
              </p:nvSpPr>
              <p:spPr bwMode="auto">
                <a:xfrm>
                  <a:off x="1489" y="3591"/>
                  <a:ext cx="24" cy="1"/>
                </a:xfrm>
                <a:prstGeom prst="line">
                  <a:avLst/>
                </a:prstGeom>
                <a:grpFill/>
                <a:ln w="12700">
                  <a:solidFill>
                    <a:schemeClr val="bg1">
                      <a:lumMod val="65000"/>
                    </a:schemeClr>
                  </a:solidFill>
                  <a:round/>
                  <a:headEnd/>
                  <a:tailEnd/>
                </a:ln>
              </p:spPr>
              <p:txBody>
                <a:bodyPr/>
                <a:lstStyle/>
                <a:p>
                  <a:endParaRPr lang="en-US"/>
                </a:p>
              </p:txBody>
            </p:sp>
            <p:sp>
              <p:nvSpPr>
                <p:cNvPr id="104466" name="Line 253">
                  <a:extLst>
                    <a:ext uri="{FF2B5EF4-FFF2-40B4-BE49-F238E27FC236}">
                      <a16:creationId xmlns:a16="http://schemas.microsoft.com/office/drawing/2014/main" id="{7E9134D9-1A29-EEC7-7319-F7C689BE4AFC}"/>
                    </a:ext>
                  </a:extLst>
                </p:cNvPr>
                <p:cNvSpPr>
                  <a:spLocks noChangeShapeType="1"/>
                </p:cNvSpPr>
                <p:nvPr/>
              </p:nvSpPr>
              <p:spPr bwMode="auto">
                <a:xfrm>
                  <a:off x="1544" y="3591"/>
                  <a:ext cx="24" cy="1"/>
                </a:xfrm>
                <a:prstGeom prst="line">
                  <a:avLst/>
                </a:prstGeom>
                <a:grpFill/>
                <a:ln w="12700">
                  <a:solidFill>
                    <a:schemeClr val="bg1">
                      <a:lumMod val="65000"/>
                    </a:schemeClr>
                  </a:solidFill>
                  <a:round/>
                  <a:headEnd/>
                  <a:tailEnd/>
                </a:ln>
              </p:spPr>
              <p:txBody>
                <a:bodyPr/>
                <a:lstStyle/>
                <a:p>
                  <a:endParaRPr lang="en-US"/>
                </a:p>
              </p:txBody>
            </p:sp>
            <p:sp>
              <p:nvSpPr>
                <p:cNvPr id="104467" name="Line 254">
                  <a:extLst>
                    <a:ext uri="{FF2B5EF4-FFF2-40B4-BE49-F238E27FC236}">
                      <a16:creationId xmlns:a16="http://schemas.microsoft.com/office/drawing/2014/main" id="{1D37D521-C25F-0531-C8D2-013E92C642DE}"/>
                    </a:ext>
                  </a:extLst>
                </p:cNvPr>
                <p:cNvSpPr>
                  <a:spLocks noChangeShapeType="1"/>
                </p:cNvSpPr>
                <p:nvPr/>
              </p:nvSpPr>
              <p:spPr bwMode="auto">
                <a:xfrm>
                  <a:off x="1600" y="3591"/>
                  <a:ext cx="24" cy="1"/>
                </a:xfrm>
                <a:prstGeom prst="line">
                  <a:avLst/>
                </a:prstGeom>
                <a:grpFill/>
                <a:ln w="12700">
                  <a:solidFill>
                    <a:schemeClr val="bg1">
                      <a:lumMod val="65000"/>
                    </a:schemeClr>
                  </a:solidFill>
                  <a:round/>
                  <a:headEnd/>
                  <a:tailEnd/>
                </a:ln>
              </p:spPr>
              <p:txBody>
                <a:bodyPr/>
                <a:lstStyle/>
                <a:p>
                  <a:endParaRPr lang="en-US"/>
                </a:p>
              </p:txBody>
            </p:sp>
            <p:sp>
              <p:nvSpPr>
                <p:cNvPr id="104468" name="Line 255">
                  <a:extLst>
                    <a:ext uri="{FF2B5EF4-FFF2-40B4-BE49-F238E27FC236}">
                      <a16:creationId xmlns:a16="http://schemas.microsoft.com/office/drawing/2014/main" id="{5197447F-32BF-FCA7-08B7-342A358BC38F}"/>
                    </a:ext>
                  </a:extLst>
                </p:cNvPr>
                <p:cNvSpPr>
                  <a:spLocks noChangeShapeType="1"/>
                </p:cNvSpPr>
                <p:nvPr/>
              </p:nvSpPr>
              <p:spPr bwMode="auto">
                <a:xfrm>
                  <a:off x="1656" y="3591"/>
                  <a:ext cx="24" cy="1"/>
                </a:xfrm>
                <a:prstGeom prst="line">
                  <a:avLst/>
                </a:prstGeom>
                <a:grpFill/>
                <a:ln w="12700">
                  <a:solidFill>
                    <a:schemeClr val="bg1">
                      <a:lumMod val="65000"/>
                    </a:schemeClr>
                  </a:solidFill>
                  <a:round/>
                  <a:headEnd/>
                  <a:tailEnd/>
                </a:ln>
              </p:spPr>
              <p:txBody>
                <a:bodyPr/>
                <a:lstStyle/>
                <a:p>
                  <a:endParaRPr lang="en-US"/>
                </a:p>
              </p:txBody>
            </p:sp>
            <p:sp>
              <p:nvSpPr>
                <p:cNvPr id="104469" name="Line 256">
                  <a:extLst>
                    <a:ext uri="{FF2B5EF4-FFF2-40B4-BE49-F238E27FC236}">
                      <a16:creationId xmlns:a16="http://schemas.microsoft.com/office/drawing/2014/main" id="{12E0D0E0-FD78-02BD-59CC-68B6FC12128D}"/>
                    </a:ext>
                  </a:extLst>
                </p:cNvPr>
                <p:cNvSpPr>
                  <a:spLocks noChangeShapeType="1"/>
                </p:cNvSpPr>
                <p:nvPr/>
              </p:nvSpPr>
              <p:spPr bwMode="auto">
                <a:xfrm>
                  <a:off x="1712" y="3591"/>
                  <a:ext cx="24" cy="1"/>
                </a:xfrm>
                <a:prstGeom prst="line">
                  <a:avLst/>
                </a:prstGeom>
                <a:grpFill/>
                <a:ln w="12700">
                  <a:solidFill>
                    <a:schemeClr val="bg1">
                      <a:lumMod val="65000"/>
                    </a:schemeClr>
                  </a:solidFill>
                  <a:round/>
                  <a:headEnd/>
                  <a:tailEnd/>
                </a:ln>
              </p:spPr>
              <p:txBody>
                <a:bodyPr/>
                <a:lstStyle/>
                <a:p>
                  <a:endParaRPr lang="en-US"/>
                </a:p>
              </p:txBody>
            </p:sp>
            <p:sp>
              <p:nvSpPr>
                <p:cNvPr id="104470" name="Line 257">
                  <a:extLst>
                    <a:ext uri="{FF2B5EF4-FFF2-40B4-BE49-F238E27FC236}">
                      <a16:creationId xmlns:a16="http://schemas.microsoft.com/office/drawing/2014/main" id="{A0FDBC8C-DF02-E849-9CFB-70D20F93264A}"/>
                    </a:ext>
                  </a:extLst>
                </p:cNvPr>
                <p:cNvSpPr>
                  <a:spLocks noChangeShapeType="1"/>
                </p:cNvSpPr>
                <p:nvPr/>
              </p:nvSpPr>
              <p:spPr bwMode="auto">
                <a:xfrm>
                  <a:off x="1768" y="3591"/>
                  <a:ext cx="24" cy="1"/>
                </a:xfrm>
                <a:prstGeom prst="line">
                  <a:avLst/>
                </a:prstGeom>
                <a:grpFill/>
                <a:ln w="12700">
                  <a:solidFill>
                    <a:schemeClr val="bg1">
                      <a:lumMod val="65000"/>
                    </a:schemeClr>
                  </a:solidFill>
                  <a:round/>
                  <a:headEnd/>
                  <a:tailEnd/>
                </a:ln>
              </p:spPr>
              <p:txBody>
                <a:bodyPr/>
                <a:lstStyle/>
                <a:p>
                  <a:endParaRPr lang="en-US"/>
                </a:p>
              </p:txBody>
            </p:sp>
          </p:grpSp>
        </p:grpSp>
        <p:grpSp>
          <p:nvGrpSpPr>
            <p:cNvPr id="103496" name="Group 258">
              <a:extLst>
                <a:ext uri="{FF2B5EF4-FFF2-40B4-BE49-F238E27FC236}">
                  <a16:creationId xmlns:a16="http://schemas.microsoft.com/office/drawing/2014/main" id="{7EF97C40-1340-7837-2759-DF5BCCE576C9}"/>
                </a:ext>
              </a:extLst>
            </p:cNvPr>
            <p:cNvGrpSpPr>
              <a:grpSpLocks/>
            </p:cNvGrpSpPr>
            <p:nvPr/>
          </p:nvGrpSpPr>
          <p:grpSpPr bwMode="auto">
            <a:xfrm>
              <a:off x="1952" y="3567"/>
              <a:ext cx="415" cy="56"/>
              <a:chOff x="1952" y="3567"/>
              <a:chExt cx="415" cy="56"/>
            </a:xfrm>
            <a:grpFill/>
          </p:grpSpPr>
          <p:sp>
            <p:nvSpPr>
              <p:cNvPr id="104455" name="Freeform 259">
                <a:extLst>
                  <a:ext uri="{FF2B5EF4-FFF2-40B4-BE49-F238E27FC236}">
                    <a16:creationId xmlns:a16="http://schemas.microsoft.com/office/drawing/2014/main" id="{58FA563D-DA2E-5B6E-2510-31F380FC108E}"/>
                  </a:ext>
                </a:extLst>
              </p:cNvPr>
              <p:cNvSpPr>
                <a:spLocks/>
              </p:cNvSpPr>
              <p:nvPr/>
            </p:nvSpPr>
            <p:spPr bwMode="auto">
              <a:xfrm>
                <a:off x="2255"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lumMod val="65000"/>
                  </a:schemeClr>
                </a:solidFill>
                <a:round/>
                <a:headEnd/>
                <a:tailEnd/>
              </a:ln>
            </p:spPr>
            <p:txBody>
              <a:bodyPr/>
              <a:lstStyle/>
              <a:p>
                <a:endParaRPr lang="en-US"/>
              </a:p>
            </p:txBody>
          </p:sp>
          <p:grpSp>
            <p:nvGrpSpPr>
              <p:cNvPr id="104456" name="Group 260">
                <a:extLst>
                  <a:ext uri="{FF2B5EF4-FFF2-40B4-BE49-F238E27FC236}">
                    <a16:creationId xmlns:a16="http://schemas.microsoft.com/office/drawing/2014/main" id="{B54CA57E-4CD5-5FF3-3E4F-E18821D84538}"/>
                  </a:ext>
                </a:extLst>
              </p:cNvPr>
              <p:cNvGrpSpPr>
                <a:grpSpLocks/>
              </p:cNvGrpSpPr>
              <p:nvPr/>
            </p:nvGrpSpPr>
            <p:grpSpPr bwMode="auto">
              <a:xfrm>
                <a:off x="1952" y="3591"/>
                <a:ext cx="295" cy="1"/>
                <a:chOff x="1952" y="3591"/>
                <a:chExt cx="295" cy="1"/>
              </a:xfrm>
              <a:grpFill/>
            </p:grpSpPr>
            <p:sp>
              <p:nvSpPr>
                <p:cNvPr id="104457" name="Line 261">
                  <a:extLst>
                    <a:ext uri="{FF2B5EF4-FFF2-40B4-BE49-F238E27FC236}">
                      <a16:creationId xmlns:a16="http://schemas.microsoft.com/office/drawing/2014/main" id="{93FF2FF0-7A77-906E-B205-7CC09379AFF1}"/>
                    </a:ext>
                  </a:extLst>
                </p:cNvPr>
                <p:cNvSpPr>
                  <a:spLocks noChangeShapeType="1"/>
                </p:cNvSpPr>
                <p:nvPr/>
              </p:nvSpPr>
              <p:spPr bwMode="auto">
                <a:xfrm>
                  <a:off x="1952" y="3591"/>
                  <a:ext cx="24" cy="1"/>
                </a:xfrm>
                <a:prstGeom prst="line">
                  <a:avLst/>
                </a:prstGeom>
                <a:grpFill/>
                <a:ln w="12700">
                  <a:solidFill>
                    <a:schemeClr val="bg1">
                      <a:lumMod val="65000"/>
                    </a:schemeClr>
                  </a:solidFill>
                  <a:round/>
                  <a:headEnd/>
                  <a:tailEnd/>
                </a:ln>
              </p:spPr>
              <p:txBody>
                <a:bodyPr/>
                <a:lstStyle/>
                <a:p>
                  <a:endParaRPr lang="en-US"/>
                </a:p>
              </p:txBody>
            </p:sp>
            <p:sp>
              <p:nvSpPr>
                <p:cNvPr id="104458" name="Line 262">
                  <a:extLst>
                    <a:ext uri="{FF2B5EF4-FFF2-40B4-BE49-F238E27FC236}">
                      <a16:creationId xmlns:a16="http://schemas.microsoft.com/office/drawing/2014/main" id="{662613A3-DF86-7D6F-908B-5833AAA733E6}"/>
                    </a:ext>
                  </a:extLst>
                </p:cNvPr>
                <p:cNvSpPr>
                  <a:spLocks noChangeShapeType="1"/>
                </p:cNvSpPr>
                <p:nvPr/>
              </p:nvSpPr>
              <p:spPr bwMode="auto">
                <a:xfrm>
                  <a:off x="2008" y="3591"/>
                  <a:ext cx="23" cy="1"/>
                </a:xfrm>
                <a:prstGeom prst="line">
                  <a:avLst/>
                </a:prstGeom>
                <a:grpFill/>
                <a:ln w="12700">
                  <a:solidFill>
                    <a:schemeClr val="bg1">
                      <a:lumMod val="65000"/>
                    </a:schemeClr>
                  </a:solidFill>
                  <a:round/>
                  <a:headEnd/>
                  <a:tailEnd/>
                </a:ln>
              </p:spPr>
              <p:txBody>
                <a:bodyPr/>
                <a:lstStyle/>
                <a:p>
                  <a:endParaRPr lang="en-US"/>
                </a:p>
              </p:txBody>
            </p:sp>
            <p:sp>
              <p:nvSpPr>
                <p:cNvPr id="104459" name="Line 263">
                  <a:extLst>
                    <a:ext uri="{FF2B5EF4-FFF2-40B4-BE49-F238E27FC236}">
                      <a16:creationId xmlns:a16="http://schemas.microsoft.com/office/drawing/2014/main" id="{54E0C29B-D45C-8683-842C-0CA9910ADACF}"/>
                    </a:ext>
                  </a:extLst>
                </p:cNvPr>
                <p:cNvSpPr>
                  <a:spLocks noChangeShapeType="1"/>
                </p:cNvSpPr>
                <p:nvPr/>
              </p:nvSpPr>
              <p:spPr bwMode="auto">
                <a:xfrm>
                  <a:off x="2063" y="3591"/>
                  <a:ext cx="24" cy="1"/>
                </a:xfrm>
                <a:prstGeom prst="line">
                  <a:avLst/>
                </a:prstGeom>
                <a:grpFill/>
                <a:ln w="12700">
                  <a:solidFill>
                    <a:schemeClr val="bg1">
                      <a:lumMod val="65000"/>
                    </a:schemeClr>
                  </a:solidFill>
                  <a:round/>
                  <a:headEnd/>
                  <a:tailEnd/>
                </a:ln>
              </p:spPr>
              <p:txBody>
                <a:bodyPr/>
                <a:lstStyle/>
                <a:p>
                  <a:endParaRPr lang="en-US"/>
                </a:p>
              </p:txBody>
            </p:sp>
            <p:sp>
              <p:nvSpPr>
                <p:cNvPr id="104460" name="Line 264">
                  <a:extLst>
                    <a:ext uri="{FF2B5EF4-FFF2-40B4-BE49-F238E27FC236}">
                      <a16:creationId xmlns:a16="http://schemas.microsoft.com/office/drawing/2014/main" id="{29CCD3C9-6C0F-654D-4ABF-243FFA1E4B7C}"/>
                    </a:ext>
                  </a:extLst>
                </p:cNvPr>
                <p:cNvSpPr>
                  <a:spLocks noChangeShapeType="1"/>
                </p:cNvSpPr>
                <p:nvPr/>
              </p:nvSpPr>
              <p:spPr bwMode="auto">
                <a:xfrm>
                  <a:off x="2119" y="3591"/>
                  <a:ext cx="24" cy="1"/>
                </a:xfrm>
                <a:prstGeom prst="line">
                  <a:avLst/>
                </a:prstGeom>
                <a:grpFill/>
                <a:ln w="12700">
                  <a:solidFill>
                    <a:schemeClr val="bg1">
                      <a:lumMod val="65000"/>
                    </a:schemeClr>
                  </a:solidFill>
                  <a:round/>
                  <a:headEnd/>
                  <a:tailEnd/>
                </a:ln>
              </p:spPr>
              <p:txBody>
                <a:bodyPr/>
                <a:lstStyle/>
                <a:p>
                  <a:endParaRPr lang="en-US"/>
                </a:p>
              </p:txBody>
            </p:sp>
            <p:sp>
              <p:nvSpPr>
                <p:cNvPr id="104461" name="Line 265">
                  <a:extLst>
                    <a:ext uri="{FF2B5EF4-FFF2-40B4-BE49-F238E27FC236}">
                      <a16:creationId xmlns:a16="http://schemas.microsoft.com/office/drawing/2014/main" id="{DC419A48-6B02-FBAA-EFD4-E7716F440D3D}"/>
                    </a:ext>
                  </a:extLst>
                </p:cNvPr>
                <p:cNvSpPr>
                  <a:spLocks noChangeShapeType="1"/>
                </p:cNvSpPr>
                <p:nvPr/>
              </p:nvSpPr>
              <p:spPr bwMode="auto">
                <a:xfrm>
                  <a:off x="2175" y="3591"/>
                  <a:ext cx="24" cy="1"/>
                </a:xfrm>
                <a:prstGeom prst="line">
                  <a:avLst/>
                </a:prstGeom>
                <a:grpFill/>
                <a:ln w="12700">
                  <a:solidFill>
                    <a:schemeClr val="bg1">
                      <a:lumMod val="65000"/>
                    </a:schemeClr>
                  </a:solidFill>
                  <a:round/>
                  <a:headEnd/>
                  <a:tailEnd/>
                </a:ln>
              </p:spPr>
              <p:txBody>
                <a:bodyPr/>
                <a:lstStyle/>
                <a:p>
                  <a:endParaRPr lang="en-US"/>
                </a:p>
              </p:txBody>
            </p:sp>
            <p:sp>
              <p:nvSpPr>
                <p:cNvPr id="104462" name="Line 266">
                  <a:extLst>
                    <a:ext uri="{FF2B5EF4-FFF2-40B4-BE49-F238E27FC236}">
                      <a16:creationId xmlns:a16="http://schemas.microsoft.com/office/drawing/2014/main" id="{79F795DE-371F-C45B-3230-5C8B5840DBFA}"/>
                    </a:ext>
                  </a:extLst>
                </p:cNvPr>
                <p:cNvSpPr>
                  <a:spLocks noChangeShapeType="1"/>
                </p:cNvSpPr>
                <p:nvPr/>
              </p:nvSpPr>
              <p:spPr bwMode="auto">
                <a:xfrm>
                  <a:off x="2231" y="3591"/>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497" name="Group 267">
              <a:extLst>
                <a:ext uri="{FF2B5EF4-FFF2-40B4-BE49-F238E27FC236}">
                  <a16:creationId xmlns:a16="http://schemas.microsoft.com/office/drawing/2014/main" id="{40052B68-C5C1-D55A-EEBC-EEFF7637B5F6}"/>
                </a:ext>
              </a:extLst>
            </p:cNvPr>
            <p:cNvGrpSpPr>
              <a:grpSpLocks/>
            </p:cNvGrpSpPr>
            <p:nvPr/>
          </p:nvGrpSpPr>
          <p:grpSpPr bwMode="auto">
            <a:xfrm>
              <a:off x="2407" y="3567"/>
              <a:ext cx="415" cy="56"/>
              <a:chOff x="2407" y="3567"/>
              <a:chExt cx="415" cy="56"/>
            </a:xfrm>
            <a:grpFill/>
          </p:grpSpPr>
          <p:sp>
            <p:nvSpPr>
              <p:cNvPr id="104447" name="Freeform 268">
                <a:extLst>
                  <a:ext uri="{FF2B5EF4-FFF2-40B4-BE49-F238E27FC236}">
                    <a16:creationId xmlns:a16="http://schemas.microsoft.com/office/drawing/2014/main" id="{E3623208-1EC9-BA34-EB96-CE870705A856}"/>
                  </a:ext>
                </a:extLst>
              </p:cNvPr>
              <p:cNvSpPr>
                <a:spLocks/>
              </p:cNvSpPr>
              <p:nvPr/>
            </p:nvSpPr>
            <p:spPr bwMode="auto">
              <a:xfrm>
                <a:off x="2710"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lumMod val="65000"/>
                  </a:schemeClr>
                </a:solidFill>
                <a:round/>
                <a:headEnd/>
                <a:tailEnd/>
              </a:ln>
            </p:spPr>
            <p:txBody>
              <a:bodyPr/>
              <a:lstStyle/>
              <a:p>
                <a:endParaRPr lang="en-US"/>
              </a:p>
            </p:txBody>
          </p:sp>
          <p:grpSp>
            <p:nvGrpSpPr>
              <p:cNvPr id="104448" name="Group 269">
                <a:extLst>
                  <a:ext uri="{FF2B5EF4-FFF2-40B4-BE49-F238E27FC236}">
                    <a16:creationId xmlns:a16="http://schemas.microsoft.com/office/drawing/2014/main" id="{99DB395D-B6AC-3511-5F08-51CD93F7C654}"/>
                  </a:ext>
                </a:extLst>
              </p:cNvPr>
              <p:cNvGrpSpPr>
                <a:grpSpLocks/>
              </p:cNvGrpSpPr>
              <p:nvPr/>
            </p:nvGrpSpPr>
            <p:grpSpPr bwMode="auto">
              <a:xfrm>
                <a:off x="2407" y="3591"/>
                <a:ext cx="295" cy="1"/>
                <a:chOff x="2407" y="3591"/>
                <a:chExt cx="295" cy="1"/>
              </a:xfrm>
              <a:grpFill/>
            </p:grpSpPr>
            <p:sp>
              <p:nvSpPr>
                <p:cNvPr id="104449" name="Line 270">
                  <a:extLst>
                    <a:ext uri="{FF2B5EF4-FFF2-40B4-BE49-F238E27FC236}">
                      <a16:creationId xmlns:a16="http://schemas.microsoft.com/office/drawing/2014/main" id="{5F17ABE1-C8D6-DC94-32EA-2F5324573EA9}"/>
                    </a:ext>
                  </a:extLst>
                </p:cNvPr>
                <p:cNvSpPr>
                  <a:spLocks noChangeShapeType="1"/>
                </p:cNvSpPr>
                <p:nvPr/>
              </p:nvSpPr>
              <p:spPr bwMode="auto">
                <a:xfrm>
                  <a:off x="2407" y="3591"/>
                  <a:ext cx="24" cy="1"/>
                </a:xfrm>
                <a:prstGeom prst="line">
                  <a:avLst/>
                </a:prstGeom>
                <a:grpFill/>
                <a:ln w="12700">
                  <a:solidFill>
                    <a:schemeClr val="bg1">
                      <a:lumMod val="65000"/>
                    </a:schemeClr>
                  </a:solidFill>
                  <a:round/>
                  <a:headEnd/>
                  <a:tailEnd/>
                </a:ln>
              </p:spPr>
              <p:txBody>
                <a:bodyPr/>
                <a:lstStyle/>
                <a:p>
                  <a:endParaRPr lang="en-US"/>
                </a:p>
              </p:txBody>
            </p:sp>
            <p:sp>
              <p:nvSpPr>
                <p:cNvPr id="104450" name="Line 271">
                  <a:extLst>
                    <a:ext uri="{FF2B5EF4-FFF2-40B4-BE49-F238E27FC236}">
                      <a16:creationId xmlns:a16="http://schemas.microsoft.com/office/drawing/2014/main" id="{04C16C9C-30C3-CC1D-B0E0-DFDD348BADFA}"/>
                    </a:ext>
                  </a:extLst>
                </p:cNvPr>
                <p:cNvSpPr>
                  <a:spLocks noChangeShapeType="1"/>
                </p:cNvSpPr>
                <p:nvPr/>
              </p:nvSpPr>
              <p:spPr bwMode="auto">
                <a:xfrm>
                  <a:off x="2463" y="3591"/>
                  <a:ext cx="24" cy="1"/>
                </a:xfrm>
                <a:prstGeom prst="line">
                  <a:avLst/>
                </a:prstGeom>
                <a:grpFill/>
                <a:ln w="12700">
                  <a:solidFill>
                    <a:schemeClr val="bg1">
                      <a:lumMod val="65000"/>
                    </a:schemeClr>
                  </a:solidFill>
                  <a:round/>
                  <a:headEnd/>
                  <a:tailEnd/>
                </a:ln>
              </p:spPr>
              <p:txBody>
                <a:bodyPr/>
                <a:lstStyle/>
                <a:p>
                  <a:endParaRPr lang="en-US"/>
                </a:p>
              </p:txBody>
            </p:sp>
            <p:sp>
              <p:nvSpPr>
                <p:cNvPr id="104451" name="Line 272">
                  <a:extLst>
                    <a:ext uri="{FF2B5EF4-FFF2-40B4-BE49-F238E27FC236}">
                      <a16:creationId xmlns:a16="http://schemas.microsoft.com/office/drawing/2014/main" id="{1A0F2D8A-0246-DDE5-FEEB-B12BA61B7DE5}"/>
                    </a:ext>
                  </a:extLst>
                </p:cNvPr>
                <p:cNvSpPr>
                  <a:spLocks noChangeShapeType="1"/>
                </p:cNvSpPr>
                <p:nvPr/>
              </p:nvSpPr>
              <p:spPr bwMode="auto">
                <a:xfrm>
                  <a:off x="2518" y="3591"/>
                  <a:ext cx="24" cy="1"/>
                </a:xfrm>
                <a:prstGeom prst="line">
                  <a:avLst/>
                </a:prstGeom>
                <a:grpFill/>
                <a:ln w="12700">
                  <a:solidFill>
                    <a:schemeClr val="bg1">
                      <a:lumMod val="65000"/>
                    </a:schemeClr>
                  </a:solidFill>
                  <a:round/>
                  <a:headEnd/>
                  <a:tailEnd/>
                </a:ln>
              </p:spPr>
              <p:txBody>
                <a:bodyPr/>
                <a:lstStyle/>
                <a:p>
                  <a:endParaRPr lang="en-US"/>
                </a:p>
              </p:txBody>
            </p:sp>
            <p:sp>
              <p:nvSpPr>
                <p:cNvPr id="104452" name="Line 273">
                  <a:extLst>
                    <a:ext uri="{FF2B5EF4-FFF2-40B4-BE49-F238E27FC236}">
                      <a16:creationId xmlns:a16="http://schemas.microsoft.com/office/drawing/2014/main" id="{3C943195-D3C5-3777-CB4A-399218575B75}"/>
                    </a:ext>
                  </a:extLst>
                </p:cNvPr>
                <p:cNvSpPr>
                  <a:spLocks noChangeShapeType="1"/>
                </p:cNvSpPr>
                <p:nvPr/>
              </p:nvSpPr>
              <p:spPr bwMode="auto">
                <a:xfrm>
                  <a:off x="2574" y="3591"/>
                  <a:ext cx="24" cy="1"/>
                </a:xfrm>
                <a:prstGeom prst="line">
                  <a:avLst/>
                </a:prstGeom>
                <a:grpFill/>
                <a:ln w="12700">
                  <a:solidFill>
                    <a:schemeClr val="bg1">
                      <a:lumMod val="65000"/>
                    </a:schemeClr>
                  </a:solidFill>
                  <a:round/>
                  <a:headEnd/>
                  <a:tailEnd/>
                </a:ln>
              </p:spPr>
              <p:txBody>
                <a:bodyPr/>
                <a:lstStyle/>
                <a:p>
                  <a:endParaRPr lang="en-US"/>
                </a:p>
              </p:txBody>
            </p:sp>
            <p:sp>
              <p:nvSpPr>
                <p:cNvPr id="104453" name="Line 274">
                  <a:extLst>
                    <a:ext uri="{FF2B5EF4-FFF2-40B4-BE49-F238E27FC236}">
                      <a16:creationId xmlns:a16="http://schemas.microsoft.com/office/drawing/2014/main" id="{AD3A74A6-0A2B-316C-4A7F-891C36BB15C8}"/>
                    </a:ext>
                  </a:extLst>
                </p:cNvPr>
                <p:cNvSpPr>
                  <a:spLocks noChangeShapeType="1"/>
                </p:cNvSpPr>
                <p:nvPr/>
              </p:nvSpPr>
              <p:spPr bwMode="auto">
                <a:xfrm>
                  <a:off x="2630" y="3591"/>
                  <a:ext cx="24" cy="1"/>
                </a:xfrm>
                <a:prstGeom prst="line">
                  <a:avLst/>
                </a:prstGeom>
                <a:grpFill/>
                <a:ln w="12700">
                  <a:solidFill>
                    <a:schemeClr val="bg1">
                      <a:lumMod val="65000"/>
                    </a:schemeClr>
                  </a:solidFill>
                  <a:round/>
                  <a:headEnd/>
                  <a:tailEnd/>
                </a:ln>
              </p:spPr>
              <p:txBody>
                <a:bodyPr/>
                <a:lstStyle/>
                <a:p>
                  <a:endParaRPr lang="en-US"/>
                </a:p>
              </p:txBody>
            </p:sp>
            <p:sp>
              <p:nvSpPr>
                <p:cNvPr id="104454" name="Line 275">
                  <a:extLst>
                    <a:ext uri="{FF2B5EF4-FFF2-40B4-BE49-F238E27FC236}">
                      <a16:creationId xmlns:a16="http://schemas.microsoft.com/office/drawing/2014/main" id="{0B41891C-0201-5559-C74C-9A03D6B3A833}"/>
                    </a:ext>
                  </a:extLst>
                </p:cNvPr>
                <p:cNvSpPr>
                  <a:spLocks noChangeShapeType="1"/>
                </p:cNvSpPr>
                <p:nvPr/>
              </p:nvSpPr>
              <p:spPr bwMode="auto">
                <a:xfrm>
                  <a:off x="2686" y="3591"/>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498" name="Group 276">
              <a:extLst>
                <a:ext uri="{FF2B5EF4-FFF2-40B4-BE49-F238E27FC236}">
                  <a16:creationId xmlns:a16="http://schemas.microsoft.com/office/drawing/2014/main" id="{20B38CD7-301D-50D4-32B9-D563DB34FD81}"/>
                </a:ext>
              </a:extLst>
            </p:cNvPr>
            <p:cNvGrpSpPr>
              <a:grpSpLocks/>
            </p:cNvGrpSpPr>
            <p:nvPr/>
          </p:nvGrpSpPr>
          <p:grpSpPr bwMode="auto">
            <a:xfrm>
              <a:off x="1944" y="2690"/>
              <a:ext cx="894" cy="596"/>
              <a:chOff x="1944" y="2690"/>
              <a:chExt cx="894" cy="596"/>
            </a:xfrm>
            <a:grpFill/>
          </p:grpSpPr>
          <p:sp>
            <p:nvSpPr>
              <p:cNvPr id="104445" name="Freeform 277">
                <a:extLst>
                  <a:ext uri="{FF2B5EF4-FFF2-40B4-BE49-F238E27FC236}">
                    <a16:creationId xmlns:a16="http://schemas.microsoft.com/office/drawing/2014/main" id="{78C956B3-8CE0-47BE-C592-60DC36D34BA3}"/>
                  </a:ext>
                </a:extLst>
              </p:cNvPr>
              <p:cNvSpPr>
                <a:spLocks/>
              </p:cNvSpPr>
              <p:nvPr/>
            </p:nvSpPr>
            <p:spPr bwMode="auto">
              <a:xfrm>
                <a:off x="2702" y="2690"/>
                <a:ext cx="136" cy="104"/>
              </a:xfrm>
              <a:custGeom>
                <a:avLst/>
                <a:gdLst>
                  <a:gd name="T0" fmla="*/ 136 w 136"/>
                  <a:gd name="T1" fmla="*/ 0 h 104"/>
                  <a:gd name="T2" fmla="*/ 40 w 136"/>
                  <a:gd name="T3" fmla="*/ 104 h 104"/>
                  <a:gd name="T4" fmla="*/ 24 w 136"/>
                  <a:gd name="T5" fmla="*/ 72 h 104"/>
                  <a:gd name="T6" fmla="*/ 0 w 136"/>
                  <a:gd name="T7" fmla="*/ 48 h 104"/>
                  <a:gd name="T8" fmla="*/ 136 w 136"/>
                  <a:gd name="T9" fmla="*/ 0 h 104"/>
                  <a:gd name="T10" fmla="*/ 0 60000 65536"/>
                  <a:gd name="T11" fmla="*/ 0 60000 65536"/>
                  <a:gd name="T12" fmla="*/ 0 60000 65536"/>
                  <a:gd name="T13" fmla="*/ 0 60000 65536"/>
                  <a:gd name="T14" fmla="*/ 0 60000 65536"/>
                  <a:gd name="T15" fmla="*/ 0 w 136"/>
                  <a:gd name="T16" fmla="*/ 0 h 104"/>
                  <a:gd name="T17" fmla="*/ 136 w 136"/>
                  <a:gd name="T18" fmla="*/ 104 h 104"/>
                </a:gdLst>
                <a:ahLst/>
                <a:cxnLst>
                  <a:cxn ang="T10">
                    <a:pos x="T0" y="T1"/>
                  </a:cxn>
                  <a:cxn ang="T11">
                    <a:pos x="T2" y="T3"/>
                  </a:cxn>
                  <a:cxn ang="T12">
                    <a:pos x="T4" y="T5"/>
                  </a:cxn>
                  <a:cxn ang="T13">
                    <a:pos x="T6" y="T7"/>
                  </a:cxn>
                  <a:cxn ang="T14">
                    <a:pos x="T8" y="T9"/>
                  </a:cxn>
                </a:cxnLst>
                <a:rect l="T15" t="T16" r="T17" b="T18"/>
                <a:pathLst>
                  <a:path w="136" h="104">
                    <a:moveTo>
                      <a:pt x="136" y="0"/>
                    </a:moveTo>
                    <a:lnTo>
                      <a:pt x="40" y="104"/>
                    </a:lnTo>
                    <a:lnTo>
                      <a:pt x="24" y="72"/>
                    </a:lnTo>
                    <a:lnTo>
                      <a:pt x="0" y="48"/>
                    </a:lnTo>
                    <a:lnTo>
                      <a:pt x="136" y="0"/>
                    </a:lnTo>
                    <a:close/>
                  </a:path>
                </a:pathLst>
              </a:custGeom>
              <a:grpFill/>
              <a:ln w="9525">
                <a:solidFill>
                  <a:schemeClr val="bg1">
                    <a:lumMod val="65000"/>
                  </a:schemeClr>
                </a:solidFill>
                <a:round/>
                <a:headEnd/>
                <a:tailEnd/>
              </a:ln>
            </p:spPr>
            <p:txBody>
              <a:bodyPr/>
              <a:lstStyle/>
              <a:p>
                <a:endParaRPr lang="en-US"/>
              </a:p>
            </p:txBody>
          </p:sp>
          <p:sp>
            <p:nvSpPr>
              <p:cNvPr id="104446" name="Line 278">
                <a:extLst>
                  <a:ext uri="{FF2B5EF4-FFF2-40B4-BE49-F238E27FC236}">
                    <a16:creationId xmlns:a16="http://schemas.microsoft.com/office/drawing/2014/main" id="{C9DE07BE-358A-AB2A-0DBB-DC21507B0EBF}"/>
                  </a:ext>
                </a:extLst>
              </p:cNvPr>
              <p:cNvSpPr>
                <a:spLocks noChangeShapeType="1"/>
              </p:cNvSpPr>
              <p:nvPr/>
            </p:nvSpPr>
            <p:spPr bwMode="auto">
              <a:xfrm flipV="1">
                <a:off x="1944" y="2758"/>
                <a:ext cx="790" cy="528"/>
              </a:xfrm>
              <a:prstGeom prst="line">
                <a:avLst/>
              </a:prstGeom>
              <a:grpFill/>
              <a:ln w="25400">
                <a:solidFill>
                  <a:schemeClr val="bg1">
                    <a:lumMod val="65000"/>
                  </a:schemeClr>
                </a:solidFill>
                <a:round/>
                <a:headEnd/>
                <a:tailEnd/>
              </a:ln>
            </p:spPr>
            <p:txBody>
              <a:bodyPr/>
              <a:lstStyle/>
              <a:p>
                <a:endParaRPr lang="en-US"/>
              </a:p>
            </p:txBody>
          </p:sp>
        </p:grpSp>
        <p:grpSp>
          <p:nvGrpSpPr>
            <p:cNvPr id="103499" name="Group 279">
              <a:extLst>
                <a:ext uri="{FF2B5EF4-FFF2-40B4-BE49-F238E27FC236}">
                  <a16:creationId xmlns:a16="http://schemas.microsoft.com/office/drawing/2014/main" id="{195609F0-8965-53BE-8A4C-D9D5A3951F67}"/>
                </a:ext>
              </a:extLst>
            </p:cNvPr>
            <p:cNvGrpSpPr>
              <a:grpSpLocks/>
            </p:cNvGrpSpPr>
            <p:nvPr/>
          </p:nvGrpSpPr>
          <p:grpSpPr bwMode="auto">
            <a:xfrm>
              <a:off x="1952" y="2376"/>
              <a:ext cx="886" cy="290"/>
              <a:chOff x="1952" y="2376"/>
              <a:chExt cx="886" cy="290"/>
            </a:xfrm>
            <a:grpFill/>
          </p:grpSpPr>
          <p:sp>
            <p:nvSpPr>
              <p:cNvPr id="104443" name="Freeform 280">
                <a:extLst>
                  <a:ext uri="{FF2B5EF4-FFF2-40B4-BE49-F238E27FC236}">
                    <a16:creationId xmlns:a16="http://schemas.microsoft.com/office/drawing/2014/main" id="{3322478C-B123-B576-949C-F0C980384A13}"/>
                  </a:ext>
                </a:extLst>
              </p:cNvPr>
              <p:cNvSpPr>
                <a:spLocks/>
              </p:cNvSpPr>
              <p:nvPr/>
            </p:nvSpPr>
            <p:spPr bwMode="auto">
              <a:xfrm>
                <a:off x="2702" y="2586"/>
                <a:ext cx="136" cy="80"/>
              </a:xfrm>
              <a:custGeom>
                <a:avLst/>
                <a:gdLst>
                  <a:gd name="T0" fmla="*/ 136 w 136"/>
                  <a:gd name="T1" fmla="*/ 80 h 80"/>
                  <a:gd name="T2" fmla="*/ 0 w 136"/>
                  <a:gd name="T3" fmla="*/ 64 h 80"/>
                  <a:gd name="T4" fmla="*/ 8 w 136"/>
                  <a:gd name="T5" fmla="*/ 32 h 80"/>
                  <a:gd name="T6" fmla="*/ 16 w 136"/>
                  <a:gd name="T7" fmla="*/ 0 h 80"/>
                  <a:gd name="T8" fmla="*/ 136 w 136"/>
                  <a:gd name="T9" fmla="*/ 80 h 80"/>
                  <a:gd name="T10" fmla="*/ 0 60000 65536"/>
                  <a:gd name="T11" fmla="*/ 0 60000 65536"/>
                  <a:gd name="T12" fmla="*/ 0 60000 65536"/>
                  <a:gd name="T13" fmla="*/ 0 60000 65536"/>
                  <a:gd name="T14" fmla="*/ 0 60000 65536"/>
                  <a:gd name="T15" fmla="*/ 0 w 136"/>
                  <a:gd name="T16" fmla="*/ 0 h 80"/>
                  <a:gd name="T17" fmla="*/ 136 w 136"/>
                  <a:gd name="T18" fmla="*/ 80 h 80"/>
                </a:gdLst>
                <a:ahLst/>
                <a:cxnLst>
                  <a:cxn ang="T10">
                    <a:pos x="T0" y="T1"/>
                  </a:cxn>
                  <a:cxn ang="T11">
                    <a:pos x="T2" y="T3"/>
                  </a:cxn>
                  <a:cxn ang="T12">
                    <a:pos x="T4" y="T5"/>
                  </a:cxn>
                  <a:cxn ang="T13">
                    <a:pos x="T6" y="T7"/>
                  </a:cxn>
                  <a:cxn ang="T14">
                    <a:pos x="T8" y="T9"/>
                  </a:cxn>
                </a:cxnLst>
                <a:rect l="T15" t="T16" r="T17" b="T18"/>
                <a:pathLst>
                  <a:path w="136" h="80">
                    <a:moveTo>
                      <a:pt x="136" y="80"/>
                    </a:moveTo>
                    <a:lnTo>
                      <a:pt x="0" y="64"/>
                    </a:lnTo>
                    <a:lnTo>
                      <a:pt x="8" y="32"/>
                    </a:lnTo>
                    <a:lnTo>
                      <a:pt x="16" y="0"/>
                    </a:lnTo>
                    <a:lnTo>
                      <a:pt x="136" y="80"/>
                    </a:lnTo>
                    <a:close/>
                  </a:path>
                </a:pathLst>
              </a:custGeom>
              <a:grpFill/>
              <a:ln w="9525">
                <a:solidFill>
                  <a:schemeClr val="bg1">
                    <a:lumMod val="65000"/>
                  </a:schemeClr>
                </a:solidFill>
                <a:round/>
                <a:headEnd/>
                <a:tailEnd/>
              </a:ln>
            </p:spPr>
            <p:txBody>
              <a:bodyPr/>
              <a:lstStyle/>
              <a:p>
                <a:endParaRPr lang="en-US"/>
              </a:p>
            </p:txBody>
          </p:sp>
          <p:sp>
            <p:nvSpPr>
              <p:cNvPr id="104444" name="Line 281">
                <a:extLst>
                  <a:ext uri="{FF2B5EF4-FFF2-40B4-BE49-F238E27FC236}">
                    <a16:creationId xmlns:a16="http://schemas.microsoft.com/office/drawing/2014/main" id="{AAC12712-DC38-B766-B297-54B5BFE49C2E}"/>
                  </a:ext>
                </a:extLst>
              </p:cNvPr>
              <p:cNvSpPr>
                <a:spLocks noChangeShapeType="1"/>
              </p:cNvSpPr>
              <p:nvPr/>
            </p:nvSpPr>
            <p:spPr bwMode="auto">
              <a:xfrm>
                <a:off x="1952" y="2376"/>
                <a:ext cx="766" cy="244"/>
              </a:xfrm>
              <a:prstGeom prst="line">
                <a:avLst/>
              </a:prstGeom>
              <a:grpFill/>
              <a:ln w="25400">
                <a:solidFill>
                  <a:schemeClr val="bg1">
                    <a:lumMod val="65000"/>
                  </a:schemeClr>
                </a:solidFill>
                <a:round/>
                <a:headEnd/>
                <a:tailEnd/>
              </a:ln>
            </p:spPr>
            <p:txBody>
              <a:bodyPr/>
              <a:lstStyle/>
              <a:p>
                <a:endParaRPr lang="en-US"/>
              </a:p>
            </p:txBody>
          </p:sp>
        </p:grpSp>
        <p:grpSp>
          <p:nvGrpSpPr>
            <p:cNvPr id="103500" name="Group 282">
              <a:extLst>
                <a:ext uri="{FF2B5EF4-FFF2-40B4-BE49-F238E27FC236}">
                  <a16:creationId xmlns:a16="http://schemas.microsoft.com/office/drawing/2014/main" id="{75CA10EC-7047-DF3F-72C4-00CBF2CBC550}"/>
                </a:ext>
              </a:extLst>
            </p:cNvPr>
            <p:cNvGrpSpPr>
              <a:grpSpLocks/>
            </p:cNvGrpSpPr>
            <p:nvPr/>
          </p:nvGrpSpPr>
          <p:grpSpPr bwMode="auto">
            <a:xfrm>
              <a:off x="1481" y="2084"/>
              <a:ext cx="1373" cy="1507"/>
              <a:chOff x="1481" y="2084"/>
              <a:chExt cx="1373" cy="1507"/>
            </a:xfrm>
            <a:grpFill/>
          </p:grpSpPr>
          <p:sp>
            <p:nvSpPr>
              <p:cNvPr id="104441" name="Freeform 283">
                <a:extLst>
                  <a:ext uri="{FF2B5EF4-FFF2-40B4-BE49-F238E27FC236}">
                    <a16:creationId xmlns:a16="http://schemas.microsoft.com/office/drawing/2014/main" id="{3307D046-473B-D44C-B617-9D0891836618}"/>
                  </a:ext>
                </a:extLst>
              </p:cNvPr>
              <p:cNvSpPr>
                <a:spLocks/>
              </p:cNvSpPr>
              <p:nvPr/>
            </p:nvSpPr>
            <p:spPr bwMode="auto">
              <a:xfrm>
                <a:off x="2742" y="2084"/>
                <a:ext cx="112" cy="119"/>
              </a:xfrm>
              <a:custGeom>
                <a:avLst/>
                <a:gdLst>
                  <a:gd name="T0" fmla="*/ 112 w 112"/>
                  <a:gd name="T1" fmla="*/ 0 h 119"/>
                  <a:gd name="T2" fmla="*/ 48 w 112"/>
                  <a:gd name="T3" fmla="*/ 119 h 119"/>
                  <a:gd name="T4" fmla="*/ 24 w 112"/>
                  <a:gd name="T5" fmla="*/ 96 h 119"/>
                  <a:gd name="T6" fmla="*/ 0 w 112"/>
                  <a:gd name="T7" fmla="*/ 72 h 119"/>
                  <a:gd name="T8" fmla="*/ 112 w 112"/>
                  <a:gd name="T9" fmla="*/ 0 h 119"/>
                  <a:gd name="T10" fmla="*/ 0 60000 65536"/>
                  <a:gd name="T11" fmla="*/ 0 60000 65536"/>
                  <a:gd name="T12" fmla="*/ 0 60000 65536"/>
                  <a:gd name="T13" fmla="*/ 0 60000 65536"/>
                  <a:gd name="T14" fmla="*/ 0 60000 65536"/>
                  <a:gd name="T15" fmla="*/ 0 w 112"/>
                  <a:gd name="T16" fmla="*/ 0 h 119"/>
                  <a:gd name="T17" fmla="*/ 112 w 112"/>
                  <a:gd name="T18" fmla="*/ 119 h 119"/>
                </a:gdLst>
                <a:ahLst/>
                <a:cxnLst>
                  <a:cxn ang="T10">
                    <a:pos x="T0" y="T1"/>
                  </a:cxn>
                  <a:cxn ang="T11">
                    <a:pos x="T2" y="T3"/>
                  </a:cxn>
                  <a:cxn ang="T12">
                    <a:pos x="T4" y="T5"/>
                  </a:cxn>
                  <a:cxn ang="T13">
                    <a:pos x="T6" y="T7"/>
                  </a:cxn>
                  <a:cxn ang="T14">
                    <a:pos x="T8" y="T9"/>
                  </a:cxn>
                </a:cxnLst>
                <a:rect l="T15" t="T16" r="T17" b="T18"/>
                <a:pathLst>
                  <a:path w="112" h="119">
                    <a:moveTo>
                      <a:pt x="112" y="0"/>
                    </a:moveTo>
                    <a:lnTo>
                      <a:pt x="48" y="119"/>
                    </a:lnTo>
                    <a:lnTo>
                      <a:pt x="24" y="96"/>
                    </a:lnTo>
                    <a:lnTo>
                      <a:pt x="0" y="72"/>
                    </a:lnTo>
                    <a:lnTo>
                      <a:pt x="112" y="0"/>
                    </a:lnTo>
                    <a:close/>
                  </a:path>
                </a:pathLst>
              </a:custGeom>
              <a:grpFill/>
              <a:ln w="9525">
                <a:solidFill>
                  <a:schemeClr val="bg1">
                    <a:lumMod val="65000"/>
                  </a:schemeClr>
                </a:solidFill>
                <a:round/>
                <a:headEnd/>
                <a:tailEnd/>
              </a:ln>
            </p:spPr>
            <p:txBody>
              <a:bodyPr/>
              <a:lstStyle/>
              <a:p>
                <a:endParaRPr lang="en-US"/>
              </a:p>
            </p:txBody>
          </p:sp>
          <p:sp>
            <p:nvSpPr>
              <p:cNvPr id="104442" name="Line 284">
                <a:extLst>
                  <a:ext uri="{FF2B5EF4-FFF2-40B4-BE49-F238E27FC236}">
                    <a16:creationId xmlns:a16="http://schemas.microsoft.com/office/drawing/2014/main" id="{72FF2C19-890D-AB96-1BA5-E2403442B40C}"/>
                  </a:ext>
                </a:extLst>
              </p:cNvPr>
              <p:cNvSpPr>
                <a:spLocks noChangeShapeType="1"/>
              </p:cNvSpPr>
              <p:nvPr/>
            </p:nvSpPr>
            <p:spPr bwMode="auto">
              <a:xfrm flipV="1">
                <a:off x="1481" y="2172"/>
                <a:ext cx="1291" cy="1419"/>
              </a:xfrm>
              <a:prstGeom prst="line">
                <a:avLst/>
              </a:prstGeom>
              <a:grpFill/>
              <a:ln w="25400">
                <a:solidFill>
                  <a:schemeClr val="bg1">
                    <a:lumMod val="65000"/>
                  </a:schemeClr>
                </a:solidFill>
                <a:round/>
                <a:headEnd/>
                <a:tailEnd/>
              </a:ln>
            </p:spPr>
            <p:txBody>
              <a:bodyPr/>
              <a:lstStyle/>
              <a:p>
                <a:endParaRPr lang="en-US"/>
              </a:p>
            </p:txBody>
          </p:sp>
        </p:grpSp>
        <p:grpSp>
          <p:nvGrpSpPr>
            <p:cNvPr id="103501" name="Group 285">
              <a:extLst>
                <a:ext uri="{FF2B5EF4-FFF2-40B4-BE49-F238E27FC236}">
                  <a16:creationId xmlns:a16="http://schemas.microsoft.com/office/drawing/2014/main" id="{19B1AF85-15F6-ABD9-87A9-985486F1611E}"/>
                </a:ext>
              </a:extLst>
            </p:cNvPr>
            <p:cNvGrpSpPr>
              <a:grpSpLocks/>
            </p:cNvGrpSpPr>
            <p:nvPr/>
          </p:nvGrpSpPr>
          <p:grpSpPr bwMode="auto">
            <a:xfrm>
              <a:off x="1944" y="2076"/>
              <a:ext cx="902" cy="885"/>
              <a:chOff x="1944" y="2076"/>
              <a:chExt cx="902" cy="885"/>
            </a:xfrm>
            <a:grpFill/>
          </p:grpSpPr>
          <p:sp>
            <p:nvSpPr>
              <p:cNvPr id="104439" name="Freeform 286">
                <a:extLst>
                  <a:ext uri="{FF2B5EF4-FFF2-40B4-BE49-F238E27FC236}">
                    <a16:creationId xmlns:a16="http://schemas.microsoft.com/office/drawing/2014/main" id="{30BF571D-FA47-BDB1-A9E3-A583DEF37403}"/>
                  </a:ext>
                </a:extLst>
              </p:cNvPr>
              <p:cNvSpPr>
                <a:spLocks/>
              </p:cNvSpPr>
              <p:nvPr/>
            </p:nvSpPr>
            <p:spPr bwMode="auto">
              <a:xfrm>
                <a:off x="2726" y="2850"/>
                <a:ext cx="120" cy="111"/>
              </a:xfrm>
              <a:custGeom>
                <a:avLst/>
                <a:gdLst>
                  <a:gd name="T0" fmla="*/ 120 w 120"/>
                  <a:gd name="T1" fmla="*/ 111 h 111"/>
                  <a:gd name="T2" fmla="*/ 0 w 120"/>
                  <a:gd name="T3" fmla="*/ 47 h 111"/>
                  <a:gd name="T4" fmla="*/ 24 w 120"/>
                  <a:gd name="T5" fmla="*/ 23 h 111"/>
                  <a:gd name="T6" fmla="*/ 48 w 120"/>
                  <a:gd name="T7" fmla="*/ 0 h 111"/>
                  <a:gd name="T8" fmla="*/ 120 w 120"/>
                  <a:gd name="T9" fmla="*/ 111 h 111"/>
                  <a:gd name="T10" fmla="*/ 0 60000 65536"/>
                  <a:gd name="T11" fmla="*/ 0 60000 65536"/>
                  <a:gd name="T12" fmla="*/ 0 60000 65536"/>
                  <a:gd name="T13" fmla="*/ 0 60000 65536"/>
                  <a:gd name="T14" fmla="*/ 0 60000 65536"/>
                  <a:gd name="T15" fmla="*/ 0 w 120"/>
                  <a:gd name="T16" fmla="*/ 0 h 111"/>
                  <a:gd name="T17" fmla="*/ 120 w 120"/>
                  <a:gd name="T18" fmla="*/ 111 h 111"/>
                </a:gdLst>
                <a:ahLst/>
                <a:cxnLst>
                  <a:cxn ang="T10">
                    <a:pos x="T0" y="T1"/>
                  </a:cxn>
                  <a:cxn ang="T11">
                    <a:pos x="T2" y="T3"/>
                  </a:cxn>
                  <a:cxn ang="T12">
                    <a:pos x="T4" y="T5"/>
                  </a:cxn>
                  <a:cxn ang="T13">
                    <a:pos x="T6" y="T7"/>
                  </a:cxn>
                  <a:cxn ang="T14">
                    <a:pos x="T8" y="T9"/>
                  </a:cxn>
                </a:cxnLst>
                <a:rect l="T15" t="T16" r="T17" b="T18"/>
                <a:pathLst>
                  <a:path w="120" h="111">
                    <a:moveTo>
                      <a:pt x="120" y="111"/>
                    </a:moveTo>
                    <a:lnTo>
                      <a:pt x="0" y="47"/>
                    </a:lnTo>
                    <a:lnTo>
                      <a:pt x="24" y="23"/>
                    </a:lnTo>
                    <a:lnTo>
                      <a:pt x="48" y="0"/>
                    </a:lnTo>
                    <a:lnTo>
                      <a:pt x="120" y="111"/>
                    </a:lnTo>
                    <a:close/>
                  </a:path>
                </a:pathLst>
              </a:custGeom>
              <a:grpFill/>
              <a:ln w="9525">
                <a:solidFill>
                  <a:schemeClr val="bg1">
                    <a:lumMod val="65000"/>
                  </a:schemeClr>
                </a:solidFill>
                <a:round/>
                <a:headEnd/>
                <a:tailEnd/>
              </a:ln>
            </p:spPr>
            <p:txBody>
              <a:bodyPr/>
              <a:lstStyle/>
              <a:p>
                <a:endParaRPr lang="en-US"/>
              </a:p>
            </p:txBody>
          </p:sp>
          <p:sp>
            <p:nvSpPr>
              <p:cNvPr id="104440" name="Line 287">
                <a:extLst>
                  <a:ext uri="{FF2B5EF4-FFF2-40B4-BE49-F238E27FC236}">
                    <a16:creationId xmlns:a16="http://schemas.microsoft.com/office/drawing/2014/main" id="{2720D01F-715A-6546-9549-C4E22242103D}"/>
                  </a:ext>
                </a:extLst>
              </p:cNvPr>
              <p:cNvSpPr>
                <a:spLocks noChangeShapeType="1"/>
              </p:cNvSpPr>
              <p:nvPr/>
            </p:nvSpPr>
            <p:spPr bwMode="auto">
              <a:xfrm>
                <a:off x="1944" y="2076"/>
                <a:ext cx="814" cy="805"/>
              </a:xfrm>
              <a:prstGeom prst="line">
                <a:avLst/>
              </a:prstGeom>
              <a:grpFill/>
              <a:ln w="25400">
                <a:solidFill>
                  <a:schemeClr val="bg1">
                    <a:lumMod val="65000"/>
                  </a:schemeClr>
                </a:solidFill>
                <a:round/>
                <a:headEnd/>
                <a:tailEnd/>
              </a:ln>
            </p:spPr>
            <p:txBody>
              <a:bodyPr/>
              <a:lstStyle/>
              <a:p>
                <a:endParaRPr lang="en-US"/>
              </a:p>
            </p:txBody>
          </p:sp>
        </p:grpSp>
        <p:grpSp>
          <p:nvGrpSpPr>
            <p:cNvPr id="103502" name="Group 288">
              <a:extLst>
                <a:ext uri="{FF2B5EF4-FFF2-40B4-BE49-F238E27FC236}">
                  <a16:creationId xmlns:a16="http://schemas.microsoft.com/office/drawing/2014/main" id="{FA41E79F-4B3C-CF64-C567-9CC52E5FED69}"/>
                </a:ext>
              </a:extLst>
            </p:cNvPr>
            <p:cNvGrpSpPr>
              <a:grpSpLocks/>
            </p:cNvGrpSpPr>
            <p:nvPr/>
          </p:nvGrpSpPr>
          <p:grpSpPr bwMode="auto">
            <a:xfrm>
              <a:off x="1489" y="2379"/>
              <a:ext cx="902" cy="893"/>
              <a:chOff x="1489" y="2379"/>
              <a:chExt cx="902" cy="893"/>
            </a:xfrm>
            <a:grpFill/>
          </p:grpSpPr>
          <p:sp>
            <p:nvSpPr>
              <p:cNvPr id="104437" name="Freeform 289">
                <a:extLst>
                  <a:ext uri="{FF2B5EF4-FFF2-40B4-BE49-F238E27FC236}">
                    <a16:creationId xmlns:a16="http://schemas.microsoft.com/office/drawing/2014/main" id="{D3E43E78-774D-C937-74ED-0A29A53CA8EE}"/>
                  </a:ext>
                </a:extLst>
              </p:cNvPr>
              <p:cNvSpPr>
                <a:spLocks/>
              </p:cNvSpPr>
              <p:nvPr/>
            </p:nvSpPr>
            <p:spPr bwMode="auto">
              <a:xfrm>
                <a:off x="2271" y="3153"/>
                <a:ext cx="120" cy="119"/>
              </a:xfrm>
              <a:custGeom>
                <a:avLst/>
                <a:gdLst>
                  <a:gd name="T0" fmla="*/ 120 w 120"/>
                  <a:gd name="T1" fmla="*/ 119 h 119"/>
                  <a:gd name="T2" fmla="*/ 0 w 120"/>
                  <a:gd name="T3" fmla="*/ 48 h 119"/>
                  <a:gd name="T4" fmla="*/ 24 w 120"/>
                  <a:gd name="T5" fmla="*/ 24 h 119"/>
                  <a:gd name="T6" fmla="*/ 48 w 120"/>
                  <a:gd name="T7" fmla="*/ 0 h 119"/>
                  <a:gd name="T8" fmla="*/ 120 w 120"/>
                  <a:gd name="T9" fmla="*/ 119 h 119"/>
                  <a:gd name="T10" fmla="*/ 0 60000 65536"/>
                  <a:gd name="T11" fmla="*/ 0 60000 65536"/>
                  <a:gd name="T12" fmla="*/ 0 60000 65536"/>
                  <a:gd name="T13" fmla="*/ 0 60000 65536"/>
                  <a:gd name="T14" fmla="*/ 0 60000 65536"/>
                  <a:gd name="T15" fmla="*/ 0 w 120"/>
                  <a:gd name="T16" fmla="*/ 0 h 119"/>
                  <a:gd name="T17" fmla="*/ 120 w 120"/>
                  <a:gd name="T18" fmla="*/ 119 h 119"/>
                </a:gdLst>
                <a:ahLst/>
                <a:cxnLst>
                  <a:cxn ang="T10">
                    <a:pos x="T0" y="T1"/>
                  </a:cxn>
                  <a:cxn ang="T11">
                    <a:pos x="T2" y="T3"/>
                  </a:cxn>
                  <a:cxn ang="T12">
                    <a:pos x="T4" y="T5"/>
                  </a:cxn>
                  <a:cxn ang="T13">
                    <a:pos x="T6" y="T7"/>
                  </a:cxn>
                  <a:cxn ang="T14">
                    <a:pos x="T8" y="T9"/>
                  </a:cxn>
                </a:cxnLst>
                <a:rect l="T15" t="T16" r="T17" b="T18"/>
                <a:pathLst>
                  <a:path w="120" h="119">
                    <a:moveTo>
                      <a:pt x="120" y="119"/>
                    </a:moveTo>
                    <a:lnTo>
                      <a:pt x="0" y="48"/>
                    </a:lnTo>
                    <a:lnTo>
                      <a:pt x="24" y="24"/>
                    </a:lnTo>
                    <a:lnTo>
                      <a:pt x="48" y="0"/>
                    </a:lnTo>
                    <a:lnTo>
                      <a:pt x="120" y="119"/>
                    </a:lnTo>
                    <a:close/>
                  </a:path>
                </a:pathLst>
              </a:custGeom>
              <a:grpFill/>
              <a:ln w="9525">
                <a:solidFill>
                  <a:schemeClr val="bg1">
                    <a:lumMod val="65000"/>
                  </a:schemeClr>
                </a:solidFill>
                <a:round/>
                <a:headEnd/>
                <a:tailEnd/>
              </a:ln>
            </p:spPr>
            <p:txBody>
              <a:bodyPr/>
              <a:lstStyle/>
              <a:p>
                <a:endParaRPr lang="en-US"/>
              </a:p>
            </p:txBody>
          </p:sp>
          <p:sp>
            <p:nvSpPr>
              <p:cNvPr id="104438" name="Line 290">
                <a:extLst>
                  <a:ext uri="{FF2B5EF4-FFF2-40B4-BE49-F238E27FC236}">
                    <a16:creationId xmlns:a16="http://schemas.microsoft.com/office/drawing/2014/main" id="{72DB0669-C476-E2C5-727E-178210E66E14}"/>
                  </a:ext>
                </a:extLst>
              </p:cNvPr>
              <p:cNvSpPr>
                <a:spLocks noChangeShapeType="1"/>
              </p:cNvSpPr>
              <p:nvPr/>
            </p:nvSpPr>
            <p:spPr bwMode="auto">
              <a:xfrm>
                <a:off x="1489" y="2379"/>
                <a:ext cx="814" cy="805"/>
              </a:xfrm>
              <a:prstGeom prst="line">
                <a:avLst/>
              </a:prstGeom>
              <a:grpFill/>
              <a:ln w="25400">
                <a:solidFill>
                  <a:schemeClr val="bg1">
                    <a:lumMod val="65000"/>
                  </a:schemeClr>
                </a:solidFill>
                <a:round/>
                <a:headEnd/>
                <a:tailEnd/>
              </a:ln>
            </p:spPr>
            <p:txBody>
              <a:bodyPr/>
              <a:lstStyle/>
              <a:p>
                <a:endParaRPr lang="en-US"/>
              </a:p>
            </p:txBody>
          </p:sp>
        </p:grpSp>
        <p:grpSp>
          <p:nvGrpSpPr>
            <p:cNvPr id="103503" name="Group 291">
              <a:extLst>
                <a:ext uri="{FF2B5EF4-FFF2-40B4-BE49-F238E27FC236}">
                  <a16:creationId xmlns:a16="http://schemas.microsoft.com/office/drawing/2014/main" id="{2236A72F-2D68-A6B9-D48B-6BF08A96F6D0}"/>
                </a:ext>
              </a:extLst>
            </p:cNvPr>
            <p:cNvGrpSpPr>
              <a:grpSpLocks/>
            </p:cNvGrpSpPr>
            <p:nvPr/>
          </p:nvGrpSpPr>
          <p:grpSpPr bwMode="auto">
            <a:xfrm>
              <a:off x="1483" y="2379"/>
              <a:ext cx="429" cy="598"/>
              <a:chOff x="1483" y="2379"/>
              <a:chExt cx="429" cy="598"/>
            </a:xfrm>
            <a:grpFill/>
          </p:grpSpPr>
          <p:sp>
            <p:nvSpPr>
              <p:cNvPr id="104435" name="Freeform 292">
                <a:extLst>
                  <a:ext uri="{FF2B5EF4-FFF2-40B4-BE49-F238E27FC236}">
                    <a16:creationId xmlns:a16="http://schemas.microsoft.com/office/drawing/2014/main" id="{843CB39E-269B-3E87-CBFB-D1FD666A5955}"/>
                  </a:ext>
                </a:extLst>
              </p:cNvPr>
              <p:cNvSpPr>
                <a:spLocks/>
              </p:cNvSpPr>
              <p:nvPr/>
            </p:nvSpPr>
            <p:spPr bwMode="auto">
              <a:xfrm>
                <a:off x="1808" y="2379"/>
                <a:ext cx="104" cy="136"/>
              </a:xfrm>
              <a:custGeom>
                <a:avLst/>
                <a:gdLst>
                  <a:gd name="T0" fmla="*/ 104 w 104"/>
                  <a:gd name="T1" fmla="*/ 0 h 136"/>
                  <a:gd name="T2" fmla="*/ 56 w 104"/>
                  <a:gd name="T3" fmla="*/ 136 h 136"/>
                  <a:gd name="T4" fmla="*/ 32 w 104"/>
                  <a:gd name="T5" fmla="*/ 112 h 136"/>
                  <a:gd name="T6" fmla="*/ 0 w 104"/>
                  <a:gd name="T7" fmla="*/ 96 h 136"/>
                  <a:gd name="T8" fmla="*/ 104 w 104"/>
                  <a:gd name="T9" fmla="*/ 0 h 136"/>
                  <a:gd name="T10" fmla="*/ 0 60000 65536"/>
                  <a:gd name="T11" fmla="*/ 0 60000 65536"/>
                  <a:gd name="T12" fmla="*/ 0 60000 65536"/>
                  <a:gd name="T13" fmla="*/ 0 60000 65536"/>
                  <a:gd name="T14" fmla="*/ 0 60000 65536"/>
                  <a:gd name="T15" fmla="*/ 0 w 104"/>
                  <a:gd name="T16" fmla="*/ 0 h 136"/>
                  <a:gd name="T17" fmla="*/ 104 w 104"/>
                  <a:gd name="T18" fmla="*/ 136 h 136"/>
                </a:gdLst>
                <a:ahLst/>
                <a:cxnLst>
                  <a:cxn ang="T10">
                    <a:pos x="T0" y="T1"/>
                  </a:cxn>
                  <a:cxn ang="T11">
                    <a:pos x="T2" y="T3"/>
                  </a:cxn>
                  <a:cxn ang="T12">
                    <a:pos x="T4" y="T5"/>
                  </a:cxn>
                  <a:cxn ang="T13">
                    <a:pos x="T6" y="T7"/>
                  </a:cxn>
                  <a:cxn ang="T14">
                    <a:pos x="T8" y="T9"/>
                  </a:cxn>
                </a:cxnLst>
                <a:rect l="T15" t="T16" r="T17" b="T18"/>
                <a:pathLst>
                  <a:path w="104" h="136">
                    <a:moveTo>
                      <a:pt x="104" y="0"/>
                    </a:moveTo>
                    <a:lnTo>
                      <a:pt x="56" y="136"/>
                    </a:lnTo>
                    <a:lnTo>
                      <a:pt x="32" y="112"/>
                    </a:lnTo>
                    <a:lnTo>
                      <a:pt x="0" y="96"/>
                    </a:lnTo>
                    <a:lnTo>
                      <a:pt x="104" y="0"/>
                    </a:lnTo>
                    <a:close/>
                  </a:path>
                </a:pathLst>
              </a:custGeom>
              <a:grpFill/>
              <a:ln w="9525">
                <a:solidFill>
                  <a:schemeClr val="bg1">
                    <a:lumMod val="65000"/>
                  </a:schemeClr>
                </a:solidFill>
                <a:round/>
                <a:headEnd/>
                <a:tailEnd/>
              </a:ln>
            </p:spPr>
            <p:txBody>
              <a:bodyPr/>
              <a:lstStyle/>
              <a:p>
                <a:endParaRPr lang="en-US"/>
              </a:p>
            </p:txBody>
          </p:sp>
          <p:sp>
            <p:nvSpPr>
              <p:cNvPr id="104436" name="Line 293">
                <a:extLst>
                  <a:ext uri="{FF2B5EF4-FFF2-40B4-BE49-F238E27FC236}">
                    <a16:creationId xmlns:a16="http://schemas.microsoft.com/office/drawing/2014/main" id="{10DC293E-056E-14EC-F70E-D3202D92CADB}"/>
                  </a:ext>
                </a:extLst>
              </p:cNvPr>
              <p:cNvSpPr>
                <a:spLocks noChangeShapeType="1"/>
              </p:cNvSpPr>
              <p:nvPr/>
            </p:nvSpPr>
            <p:spPr bwMode="auto">
              <a:xfrm flipV="1">
                <a:off x="1483" y="2483"/>
                <a:ext cx="362" cy="494"/>
              </a:xfrm>
              <a:prstGeom prst="line">
                <a:avLst/>
              </a:prstGeom>
              <a:grpFill/>
              <a:ln w="25400">
                <a:solidFill>
                  <a:schemeClr val="bg1">
                    <a:lumMod val="65000"/>
                  </a:schemeClr>
                </a:solidFill>
                <a:round/>
                <a:headEnd/>
                <a:tailEnd/>
              </a:ln>
            </p:spPr>
            <p:txBody>
              <a:bodyPr/>
              <a:lstStyle/>
              <a:p>
                <a:endParaRPr lang="en-US"/>
              </a:p>
            </p:txBody>
          </p:sp>
        </p:grpSp>
        <p:grpSp>
          <p:nvGrpSpPr>
            <p:cNvPr id="103504" name="Group 294">
              <a:extLst>
                <a:ext uri="{FF2B5EF4-FFF2-40B4-BE49-F238E27FC236}">
                  <a16:creationId xmlns:a16="http://schemas.microsoft.com/office/drawing/2014/main" id="{24F822CD-FEBD-1BE8-D52B-36DFBE5666B6}"/>
                </a:ext>
              </a:extLst>
            </p:cNvPr>
            <p:cNvGrpSpPr>
              <a:grpSpLocks/>
            </p:cNvGrpSpPr>
            <p:nvPr/>
          </p:nvGrpSpPr>
          <p:grpSpPr bwMode="auto">
            <a:xfrm>
              <a:off x="1936" y="2379"/>
              <a:ext cx="894" cy="604"/>
              <a:chOff x="1936" y="2379"/>
              <a:chExt cx="894" cy="604"/>
            </a:xfrm>
            <a:grpFill/>
          </p:grpSpPr>
          <p:sp>
            <p:nvSpPr>
              <p:cNvPr id="104433" name="Freeform 295">
                <a:extLst>
                  <a:ext uri="{FF2B5EF4-FFF2-40B4-BE49-F238E27FC236}">
                    <a16:creationId xmlns:a16="http://schemas.microsoft.com/office/drawing/2014/main" id="{EF114D6B-28A9-A12B-4FF0-EAC05C3AB412}"/>
                  </a:ext>
                </a:extLst>
              </p:cNvPr>
              <p:cNvSpPr>
                <a:spLocks/>
              </p:cNvSpPr>
              <p:nvPr/>
            </p:nvSpPr>
            <p:spPr bwMode="auto">
              <a:xfrm>
                <a:off x="2702" y="2379"/>
                <a:ext cx="128" cy="104"/>
              </a:xfrm>
              <a:custGeom>
                <a:avLst/>
                <a:gdLst>
                  <a:gd name="T0" fmla="*/ 128 w 128"/>
                  <a:gd name="T1" fmla="*/ 0 h 104"/>
                  <a:gd name="T2" fmla="*/ 40 w 128"/>
                  <a:gd name="T3" fmla="*/ 104 h 104"/>
                  <a:gd name="T4" fmla="*/ 16 w 128"/>
                  <a:gd name="T5" fmla="*/ 80 h 104"/>
                  <a:gd name="T6" fmla="*/ 0 w 128"/>
                  <a:gd name="T7" fmla="*/ 48 h 104"/>
                  <a:gd name="T8" fmla="*/ 128 w 128"/>
                  <a:gd name="T9" fmla="*/ 0 h 104"/>
                  <a:gd name="T10" fmla="*/ 0 60000 65536"/>
                  <a:gd name="T11" fmla="*/ 0 60000 65536"/>
                  <a:gd name="T12" fmla="*/ 0 60000 65536"/>
                  <a:gd name="T13" fmla="*/ 0 60000 65536"/>
                  <a:gd name="T14" fmla="*/ 0 60000 65536"/>
                  <a:gd name="T15" fmla="*/ 0 w 128"/>
                  <a:gd name="T16" fmla="*/ 0 h 104"/>
                  <a:gd name="T17" fmla="*/ 128 w 128"/>
                  <a:gd name="T18" fmla="*/ 104 h 104"/>
                </a:gdLst>
                <a:ahLst/>
                <a:cxnLst>
                  <a:cxn ang="T10">
                    <a:pos x="T0" y="T1"/>
                  </a:cxn>
                  <a:cxn ang="T11">
                    <a:pos x="T2" y="T3"/>
                  </a:cxn>
                  <a:cxn ang="T12">
                    <a:pos x="T4" y="T5"/>
                  </a:cxn>
                  <a:cxn ang="T13">
                    <a:pos x="T6" y="T7"/>
                  </a:cxn>
                  <a:cxn ang="T14">
                    <a:pos x="T8" y="T9"/>
                  </a:cxn>
                </a:cxnLst>
                <a:rect l="T15" t="T16" r="T17" b="T18"/>
                <a:pathLst>
                  <a:path w="128" h="104">
                    <a:moveTo>
                      <a:pt x="128" y="0"/>
                    </a:moveTo>
                    <a:lnTo>
                      <a:pt x="40" y="104"/>
                    </a:lnTo>
                    <a:lnTo>
                      <a:pt x="16" y="80"/>
                    </a:lnTo>
                    <a:lnTo>
                      <a:pt x="0" y="48"/>
                    </a:lnTo>
                    <a:lnTo>
                      <a:pt x="128" y="0"/>
                    </a:lnTo>
                    <a:close/>
                  </a:path>
                </a:pathLst>
              </a:custGeom>
              <a:grpFill/>
              <a:ln w="9525">
                <a:solidFill>
                  <a:schemeClr val="bg1">
                    <a:lumMod val="65000"/>
                  </a:schemeClr>
                </a:solidFill>
                <a:round/>
                <a:headEnd/>
                <a:tailEnd/>
              </a:ln>
            </p:spPr>
            <p:txBody>
              <a:bodyPr/>
              <a:lstStyle/>
              <a:p>
                <a:endParaRPr lang="en-US"/>
              </a:p>
            </p:txBody>
          </p:sp>
          <p:sp>
            <p:nvSpPr>
              <p:cNvPr id="104434" name="Line 296">
                <a:extLst>
                  <a:ext uri="{FF2B5EF4-FFF2-40B4-BE49-F238E27FC236}">
                    <a16:creationId xmlns:a16="http://schemas.microsoft.com/office/drawing/2014/main" id="{B5E85DFC-5BAF-F1CD-DCFA-D0BC49347380}"/>
                  </a:ext>
                </a:extLst>
              </p:cNvPr>
              <p:cNvSpPr>
                <a:spLocks noChangeShapeType="1"/>
              </p:cNvSpPr>
              <p:nvPr/>
            </p:nvSpPr>
            <p:spPr bwMode="auto">
              <a:xfrm flipV="1">
                <a:off x="1936" y="2455"/>
                <a:ext cx="790" cy="528"/>
              </a:xfrm>
              <a:prstGeom prst="line">
                <a:avLst/>
              </a:prstGeom>
              <a:grpFill/>
              <a:ln w="25400">
                <a:solidFill>
                  <a:schemeClr val="bg1">
                    <a:lumMod val="65000"/>
                  </a:schemeClr>
                </a:solidFill>
                <a:round/>
                <a:headEnd/>
                <a:tailEnd/>
              </a:ln>
            </p:spPr>
            <p:txBody>
              <a:bodyPr/>
              <a:lstStyle/>
              <a:p>
                <a:endParaRPr lang="en-US"/>
              </a:p>
            </p:txBody>
          </p:sp>
        </p:grpSp>
        <p:grpSp>
          <p:nvGrpSpPr>
            <p:cNvPr id="103505" name="Group 297">
              <a:extLst>
                <a:ext uri="{FF2B5EF4-FFF2-40B4-BE49-F238E27FC236}">
                  <a16:creationId xmlns:a16="http://schemas.microsoft.com/office/drawing/2014/main" id="{60FCD2AA-DE6C-CB61-B425-D57076A8F33D}"/>
                </a:ext>
              </a:extLst>
            </p:cNvPr>
            <p:cNvGrpSpPr>
              <a:grpSpLocks/>
            </p:cNvGrpSpPr>
            <p:nvPr/>
          </p:nvGrpSpPr>
          <p:grpSpPr bwMode="auto">
            <a:xfrm>
              <a:off x="1952" y="2076"/>
              <a:ext cx="886" cy="290"/>
              <a:chOff x="1952" y="2076"/>
              <a:chExt cx="886" cy="290"/>
            </a:xfrm>
            <a:grpFill/>
          </p:grpSpPr>
          <p:sp>
            <p:nvSpPr>
              <p:cNvPr id="104431" name="Freeform 298">
                <a:extLst>
                  <a:ext uri="{FF2B5EF4-FFF2-40B4-BE49-F238E27FC236}">
                    <a16:creationId xmlns:a16="http://schemas.microsoft.com/office/drawing/2014/main" id="{FCB539F9-D342-59E8-6E2D-8876974A1DC7}"/>
                  </a:ext>
                </a:extLst>
              </p:cNvPr>
              <p:cNvSpPr>
                <a:spLocks/>
              </p:cNvSpPr>
              <p:nvPr/>
            </p:nvSpPr>
            <p:spPr bwMode="auto">
              <a:xfrm>
                <a:off x="2702" y="2076"/>
                <a:ext cx="136" cy="72"/>
              </a:xfrm>
              <a:custGeom>
                <a:avLst/>
                <a:gdLst>
                  <a:gd name="T0" fmla="*/ 136 w 136"/>
                  <a:gd name="T1" fmla="*/ 0 h 72"/>
                  <a:gd name="T2" fmla="*/ 16 w 136"/>
                  <a:gd name="T3" fmla="*/ 72 h 72"/>
                  <a:gd name="T4" fmla="*/ 8 w 136"/>
                  <a:gd name="T5" fmla="*/ 40 h 72"/>
                  <a:gd name="T6" fmla="*/ 0 w 136"/>
                  <a:gd name="T7" fmla="*/ 8 h 72"/>
                  <a:gd name="T8" fmla="*/ 136 w 136"/>
                  <a:gd name="T9" fmla="*/ 0 h 72"/>
                  <a:gd name="T10" fmla="*/ 0 60000 65536"/>
                  <a:gd name="T11" fmla="*/ 0 60000 65536"/>
                  <a:gd name="T12" fmla="*/ 0 60000 65536"/>
                  <a:gd name="T13" fmla="*/ 0 60000 65536"/>
                  <a:gd name="T14" fmla="*/ 0 60000 65536"/>
                  <a:gd name="T15" fmla="*/ 0 w 136"/>
                  <a:gd name="T16" fmla="*/ 0 h 72"/>
                  <a:gd name="T17" fmla="*/ 136 w 136"/>
                  <a:gd name="T18" fmla="*/ 72 h 72"/>
                </a:gdLst>
                <a:ahLst/>
                <a:cxnLst>
                  <a:cxn ang="T10">
                    <a:pos x="T0" y="T1"/>
                  </a:cxn>
                  <a:cxn ang="T11">
                    <a:pos x="T2" y="T3"/>
                  </a:cxn>
                  <a:cxn ang="T12">
                    <a:pos x="T4" y="T5"/>
                  </a:cxn>
                  <a:cxn ang="T13">
                    <a:pos x="T6" y="T7"/>
                  </a:cxn>
                  <a:cxn ang="T14">
                    <a:pos x="T8" y="T9"/>
                  </a:cxn>
                </a:cxnLst>
                <a:rect l="T15" t="T16" r="T17" b="T18"/>
                <a:pathLst>
                  <a:path w="136" h="72">
                    <a:moveTo>
                      <a:pt x="136" y="0"/>
                    </a:moveTo>
                    <a:lnTo>
                      <a:pt x="16" y="72"/>
                    </a:lnTo>
                    <a:lnTo>
                      <a:pt x="8" y="40"/>
                    </a:lnTo>
                    <a:lnTo>
                      <a:pt x="0" y="8"/>
                    </a:lnTo>
                    <a:lnTo>
                      <a:pt x="136" y="0"/>
                    </a:lnTo>
                    <a:close/>
                  </a:path>
                </a:pathLst>
              </a:custGeom>
              <a:grpFill/>
              <a:ln w="9525">
                <a:solidFill>
                  <a:schemeClr val="bg1">
                    <a:lumMod val="65000"/>
                  </a:schemeClr>
                </a:solidFill>
                <a:round/>
                <a:headEnd/>
                <a:tailEnd/>
              </a:ln>
            </p:spPr>
            <p:txBody>
              <a:bodyPr/>
              <a:lstStyle/>
              <a:p>
                <a:endParaRPr lang="en-US"/>
              </a:p>
            </p:txBody>
          </p:sp>
          <p:sp>
            <p:nvSpPr>
              <p:cNvPr id="104432" name="Line 299">
                <a:extLst>
                  <a:ext uri="{FF2B5EF4-FFF2-40B4-BE49-F238E27FC236}">
                    <a16:creationId xmlns:a16="http://schemas.microsoft.com/office/drawing/2014/main" id="{55775C57-40EA-F98A-BEB0-9E83F8CBCD2D}"/>
                  </a:ext>
                </a:extLst>
              </p:cNvPr>
              <p:cNvSpPr>
                <a:spLocks noChangeShapeType="1"/>
              </p:cNvSpPr>
              <p:nvPr/>
            </p:nvSpPr>
            <p:spPr bwMode="auto">
              <a:xfrm flipV="1">
                <a:off x="1952" y="2114"/>
                <a:ext cx="766" cy="252"/>
              </a:xfrm>
              <a:prstGeom prst="line">
                <a:avLst/>
              </a:prstGeom>
              <a:grpFill/>
              <a:ln w="25400">
                <a:solidFill>
                  <a:schemeClr val="bg1">
                    <a:lumMod val="65000"/>
                  </a:schemeClr>
                </a:solidFill>
                <a:round/>
                <a:headEnd/>
                <a:tailEnd/>
              </a:ln>
            </p:spPr>
            <p:txBody>
              <a:bodyPr/>
              <a:lstStyle/>
              <a:p>
                <a:endParaRPr lang="en-US"/>
              </a:p>
            </p:txBody>
          </p:sp>
        </p:grpSp>
        <p:grpSp>
          <p:nvGrpSpPr>
            <p:cNvPr id="103506" name="Group 300">
              <a:extLst>
                <a:ext uri="{FF2B5EF4-FFF2-40B4-BE49-F238E27FC236}">
                  <a16:creationId xmlns:a16="http://schemas.microsoft.com/office/drawing/2014/main" id="{E6061A12-3D29-AB2A-615B-9DD36CF527BB}"/>
                </a:ext>
              </a:extLst>
            </p:cNvPr>
            <p:cNvGrpSpPr>
              <a:grpSpLocks/>
            </p:cNvGrpSpPr>
            <p:nvPr/>
          </p:nvGrpSpPr>
          <p:grpSpPr bwMode="auto">
            <a:xfrm>
              <a:off x="1481" y="1769"/>
              <a:ext cx="894" cy="283"/>
              <a:chOff x="1481" y="1769"/>
              <a:chExt cx="894" cy="283"/>
            </a:xfrm>
            <a:grpFill/>
          </p:grpSpPr>
          <p:sp>
            <p:nvSpPr>
              <p:cNvPr id="104429" name="Freeform 301">
                <a:extLst>
                  <a:ext uri="{FF2B5EF4-FFF2-40B4-BE49-F238E27FC236}">
                    <a16:creationId xmlns:a16="http://schemas.microsoft.com/office/drawing/2014/main" id="{C1AF7531-2E81-B318-2B92-1FC5ECC17211}"/>
                  </a:ext>
                </a:extLst>
              </p:cNvPr>
              <p:cNvSpPr>
                <a:spLocks/>
              </p:cNvSpPr>
              <p:nvPr/>
            </p:nvSpPr>
            <p:spPr bwMode="auto">
              <a:xfrm>
                <a:off x="2231" y="1980"/>
                <a:ext cx="144" cy="72"/>
              </a:xfrm>
              <a:custGeom>
                <a:avLst/>
                <a:gdLst>
                  <a:gd name="T0" fmla="*/ 144 w 144"/>
                  <a:gd name="T1" fmla="*/ 72 h 72"/>
                  <a:gd name="T2" fmla="*/ 0 w 144"/>
                  <a:gd name="T3" fmla="*/ 64 h 72"/>
                  <a:gd name="T4" fmla="*/ 16 w 144"/>
                  <a:gd name="T5" fmla="*/ 32 h 72"/>
                  <a:gd name="T6" fmla="*/ 24 w 144"/>
                  <a:gd name="T7" fmla="*/ 0 h 72"/>
                  <a:gd name="T8" fmla="*/ 144 w 144"/>
                  <a:gd name="T9" fmla="*/ 72 h 72"/>
                  <a:gd name="T10" fmla="*/ 0 60000 65536"/>
                  <a:gd name="T11" fmla="*/ 0 60000 65536"/>
                  <a:gd name="T12" fmla="*/ 0 60000 65536"/>
                  <a:gd name="T13" fmla="*/ 0 60000 65536"/>
                  <a:gd name="T14" fmla="*/ 0 60000 65536"/>
                  <a:gd name="T15" fmla="*/ 0 w 144"/>
                  <a:gd name="T16" fmla="*/ 0 h 72"/>
                  <a:gd name="T17" fmla="*/ 144 w 144"/>
                  <a:gd name="T18" fmla="*/ 72 h 72"/>
                </a:gdLst>
                <a:ahLst/>
                <a:cxnLst>
                  <a:cxn ang="T10">
                    <a:pos x="T0" y="T1"/>
                  </a:cxn>
                  <a:cxn ang="T11">
                    <a:pos x="T2" y="T3"/>
                  </a:cxn>
                  <a:cxn ang="T12">
                    <a:pos x="T4" y="T5"/>
                  </a:cxn>
                  <a:cxn ang="T13">
                    <a:pos x="T6" y="T7"/>
                  </a:cxn>
                  <a:cxn ang="T14">
                    <a:pos x="T8" y="T9"/>
                  </a:cxn>
                </a:cxnLst>
                <a:rect l="T15" t="T16" r="T17" b="T18"/>
                <a:pathLst>
                  <a:path w="144" h="72">
                    <a:moveTo>
                      <a:pt x="144" y="72"/>
                    </a:moveTo>
                    <a:lnTo>
                      <a:pt x="0" y="64"/>
                    </a:lnTo>
                    <a:lnTo>
                      <a:pt x="16" y="32"/>
                    </a:lnTo>
                    <a:lnTo>
                      <a:pt x="24" y="0"/>
                    </a:lnTo>
                    <a:lnTo>
                      <a:pt x="144" y="72"/>
                    </a:lnTo>
                    <a:close/>
                  </a:path>
                </a:pathLst>
              </a:custGeom>
              <a:grpFill/>
              <a:ln w="9525">
                <a:solidFill>
                  <a:schemeClr val="bg1">
                    <a:lumMod val="65000"/>
                  </a:schemeClr>
                </a:solidFill>
                <a:round/>
                <a:headEnd/>
                <a:tailEnd/>
              </a:ln>
            </p:spPr>
            <p:txBody>
              <a:bodyPr/>
              <a:lstStyle/>
              <a:p>
                <a:endParaRPr lang="en-US"/>
              </a:p>
            </p:txBody>
          </p:sp>
          <p:sp>
            <p:nvSpPr>
              <p:cNvPr id="104430" name="Line 302">
                <a:extLst>
                  <a:ext uri="{FF2B5EF4-FFF2-40B4-BE49-F238E27FC236}">
                    <a16:creationId xmlns:a16="http://schemas.microsoft.com/office/drawing/2014/main" id="{84832839-D6CE-3B7A-AC35-21105791B778}"/>
                  </a:ext>
                </a:extLst>
              </p:cNvPr>
              <p:cNvSpPr>
                <a:spLocks noChangeShapeType="1"/>
              </p:cNvSpPr>
              <p:nvPr/>
            </p:nvSpPr>
            <p:spPr bwMode="auto">
              <a:xfrm>
                <a:off x="1481" y="1769"/>
                <a:ext cx="774" cy="244"/>
              </a:xfrm>
              <a:prstGeom prst="line">
                <a:avLst/>
              </a:prstGeom>
              <a:grpFill/>
              <a:ln w="25400">
                <a:solidFill>
                  <a:schemeClr val="bg1">
                    <a:lumMod val="65000"/>
                  </a:schemeClr>
                </a:solidFill>
                <a:round/>
                <a:headEnd/>
                <a:tailEnd/>
              </a:ln>
            </p:spPr>
            <p:txBody>
              <a:bodyPr/>
              <a:lstStyle/>
              <a:p>
                <a:endParaRPr lang="en-US"/>
              </a:p>
            </p:txBody>
          </p:sp>
        </p:grpSp>
        <p:sp>
          <p:nvSpPr>
            <p:cNvPr id="103507" name="Oval 303">
              <a:extLst>
                <a:ext uri="{FF2B5EF4-FFF2-40B4-BE49-F238E27FC236}">
                  <a16:creationId xmlns:a16="http://schemas.microsoft.com/office/drawing/2014/main" id="{12A22EA5-7DB3-DEE1-C9CB-33CEDF476F55}"/>
                </a:ext>
              </a:extLst>
            </p:cNvPr>
            <p:cNvSpPr>
              <a:spLocks noChangeArrowheads="1"/>
            </p:cNvSpPr>
            <p:nvPr/>
          </p:nvSpPr>
          <p:spPr bwMode="auto">
            <a:xfrm>
              <a:off x="1457" y="1741"/>
              <a:ext cx="32" cy="40"/>
            </a:xfrm>
            <a:prstGeom prst="ellipse">
              <a:avLst/>
            </a:prstGeom>
            <a:grpFill/>
            <a:ln w="9525">
              <a:solidFill>
                <a:schemeClr val="bg1">
                  <a:lumMod val="65000"/>
                </a:schemeClr>
              </a:solidFill>
              <a:round/>
              <a:headEnd/>
              <a:tailEnd/>
            </a:ln>
          </p:spPr>
          <p:txBody>
            <a:bodyPr/>
            <a:lstStyle/>
            <a:p>
              <a:endParaRPr lang="en-US"/>
            </a:p>
          </p:txBody>
        </p:sp>
        <p:sp>
          <p:nvSpPr>
            <p:cNvPr id="103508" name="Oval 304">
              <a:extLst>
                <a:ext uri="{FF2B5EF4-FFF2-40B4-BE49-F238E27FC236}">
                  <a16:creationId xmlns:a16="http://schemas.microsoft.com/office/drawing/2014/main" id="{DA581198-2D15-AFED-2D6C-DFF0E864D275}"/>
                </a:ext>
              </a:extLst>
            </p:cNvPr>
            <p:cNvSpPr>
              <a:spLocks noChangeArrowheads="1"/>
            </p:cNvSpPr>
            <p:nvPr/>
          </p:nvSpPr>
          <p:spPr bwMode="auto">
            <a:xfrm>
              <a:off x="1457" y="1741"/>
              <a:ext cx="32" cy="40"/>
            </a:xfrm>
            <a:prstGeom prst="ellipse">
              <a:avLst/>
            </a:prstGeom>
            <a:grpFill/>
            <a:ln w="25400">
              <a:solidFill>
                <a:schemeClr val="bg1">
                  <a:lumMod val="65000"/>
                </a:schemeClr>
              </a:solidFill>
              <a:round/>
              <a:headEnd/>
              <a:tailEnd/>
            </a:ln>
          </p:spPr>
          <p:txBody>
            <a:bodyPr/>
            <a:lstStyle/>
            <a:p>
              <a:endParaRPr lang="en-US"/>
            </a:p>
          </p:txBody>
        </p:sp>
        <p:sp>
          <p:nvSpPr>
            <p:cNvPr id="103509" name="Oval 305">
              <a:extLst>
                <a:ext uri="{FF2B5EF4-FFF2-40B4-BE49-F238E27FC236}">
                  <a16:creationId xmlns:a16="http://schemas.microsoft.com/office/drawing/2014/main" id="{3F617FBD-C1A0-C065-44B6-C8E4E099771F}"/>
                </a:ext>
              </a:extLst>
            </p:cNvPr>
            <p:cNvSpPr>
              <a:spLocks noChangeArrowheads="1"/>
            </p:cNvSpPr>
            <p:nvPr/>
          </p:nvSpPr>
          <p:spPr bwMode="auto">
            <a:xfrm>
              <a:off x="1457" y="2044"/>
              <a:ext cx="40" cy="40"/>
            </a:xfrm>
            <a:prstGeom prst="ellipse">
              <a:avLst/>
            </a:prstGeom>
            <a:grpFill/>
            <a:ln w="9525">
              <a:solidFill>
                <a:schemeClr val="bg1">
                  <a:lumMod val="65000"/>
                </a:schemeClr>
              </a:solidFill>
              <a:round/>
              <a:headEnd/>
              <a:tailEnd/>
            </a:ln>
          </p:spPr>
          <p:txBody>
            <a:bodyPr/>
            <a:lstStyle/>
            <a:p>
              <a:endParaRPr lang="en-US"/>
            </a:p>
          </p:txBody>
        </p:sp>
        <p:sp>
          <p:nvSpPr>
            <p:cNvPr id="103510" name="Oval 306">
              <a:extLst>
                <a:ext uri="{FF2B5EF4-FFF2-40B4-BE49-F238E27FC236}">
                  <a16:creationId xmlns:a16="http://schemas.microsoft.com/office/drawing/2014/main" id="{8D751C57-CEB0-B2EE-689D-CB55E338C196}"/>
                </a:ext>
              </a:extLst>
            </p:cNvPr>
            <p:cNvSpPr>
              <a:spLocks noChangeArrowheads="1"/>
            </p:cNvSpPr>
            <p:nvPr/>
          </p:nvSpPr>
          <p:spPr bwMode="auto">
            <a:xfrm>
              <a:off x="1457" y="2044"/>
              <a:ext cx="40" cy="40"/>
            </a:xfrm>
            <a:prstGeom prst="ellipse">
              <a:avLst/>
            </a:prstGeom>
            <a:grpFill/>
            <a:ln w="25400">
              <a:solidFill>
                <a:schemeClr val="bg1">
                  <a:lumMod val="65000"/>
                </a:schemeClr>
              </a:solidFill>
              <a:round/>
              <a:headEnd/>
              <a:tailEnd/>
            </a:ln>
          </p:spPr>
          <p:txBody>
            <a:bodyPr/>
            <a:lstStyle/>
            <a:p>
              <a:endParaRPr lang="en-US"/>
            </a:p>
          </p:txBody>
        </p:sp>
        <p:sp>
          <p:nvSpPr>
            <p:cNvPr id="103511" name="Oval 307">
              <a:extLst>
                <a:ext uri="{FF2B5EF4-FFF2-40B4-BE49-F238E27FC236}">
                  <a16:creationId xmlns:a16="http://schemas.microsoft.com/office/drawing/2014/main" id="{8DAE31CE-E7CC-AF06-0F36-F241DBEE3F1D}"/>
                </a:ext>
              </a:extLst>
            </p:cNvPr>
            <p:cNvSpPr>
              <a:spLocks noChangeArrowheads="1"/>
            </p:cNvSpPr>
            <p:nvPr/>
          </p:nvSpPr>
          <p:spPr bwMode="auto">
            <a:xfrm>
              <a:off x="1457" y="2355"/>
              <a:ext cx="40" cy="32"/>
            </a:xfrm>
            <a:prstGeom prst="ellipse">
              <a:avLst/>
            </a:prstGeom>
            <a:grpFill/>
            <a:ln w="9525">
              <a:solidFill>
                <a:schemeClr val="bg1">
                  <a:lumMod val="65000"/>
                </a:schemeClr>
              </a:solidFill>
              <a:round/>
              <a:headEnd/>
              <a:tailEnd/>
            </a:ln>
          </p:spPr>
          <p:txBody>
            <a:bodyPr/>
            <a:lstStyle/>
            <a:p>
              <a:endParaRPr lang="en-US"/>
            </a:p>
          </p:txBody>
        </p:sp>
        <p:sp>
          <p:nvSpPr>
            <p:cNvPr id="103512" name="Oval 308">
              <a:extLst>
                <a:ext uri="{FF2B5EF4-FFF2-40B4-BE49-F238E27FC236}">
                  <a16:creationId xmlns:a16="http://schemas.microsoft.com/office/drawing/2014/main" id="{CFA0D8D9-9263-3249-2A72-92DD81AA7A83}"/>
                </a:ext>
              </a:extLst>
            </p:cNvPr>
            <p:cNvSpPr>
              <a:spLocks noChangeArrowheads="1"/>
            </p:cNvSpPr>
            <p:nvPr/>
          </p:nvSpPr>
          <p:spPr bwMode="auto">
            <a:xfrm>
              <a:off x="1457" y="2355"/>
              <a:ext cx="40" cy="32"/>
            </a:xfrm>
            <a:prstGeom prst="ellipse">
              <a:avLst/>
            </a:prstGeom>
            <a:grpFill/>
            <a:ln w="25400">
              <a:solidFill>
                <a:schemeClr val="bg1">
                  <a:lumMod val="65000"/>
                </a:schemeClr>
              </a:solidFill>
              <a:round/>
              <a:headEnd/>
              <a:tailEnd/>
            </a:ln>
          </p:spPr>
          <p:txBody>
            <a:bodyPr/>
            <a:lstStyle/>
            <a:p>
              <a:endParaRPr lang="en-US"/>
            </a:p>
          </p:txBody>
        </p:sp>
        <p:sp>
          <p:nvSpPr>
            <p:cNvPr id="103513" name="Oval 309">
              <a:extLst>
                <a:ext uri="{FF2B5EF4-FFF2-40B4-BE49-F238E27FC236}">
                  <a16:creationId xmlns:a16="http://schemas.microsoft.com/office/drawing/2014/main" id="{33CC256B-8A79-C329-F9F6-C28A439D8A6A}"/>
                </a:ext>
              </a:extLst>
            </p:cNvPr>
            <p:cNvSpPr>
              <a:spLocks noChangeArrowheads="1"/>
            </p:cNvSpPr>
            <p:nvPr/>
          </p:nvSpPr>
          <p:spPr bwMode="auto">
            <a:xfrm>
              <a:off x="1457" y="2658"/>
              <a:ext cx="32" cy="32"/>
            </a:xfrm>
            <a:prstGeom prst="ellipse">
              <a:avLst/>
            </a:prstGeom>
            <a:grpFill/>
            <a:ln w="9525">
              <a:solidFill>
                <a:schemeClr val="bg1">
                  <a:lumMod val="65000"/>
                </a:schemeClr>
              </a:solidFill>
              <a:round/>
              <a:headEnd/>
              <a:tailEnd/>
            </a:ln>
          </p:spPr>
          <p:txBody>
            <a:bodyPr/>
            <a:lstStyle/>
            <a:p>
              <a:endParaRPr lang="en-US"/>
            </a:p>
          </p:txBody>
        </p:sp>
        <p:sp>
          <p:nvSpPr>
            <p:cNvPr id="103514" name="Oval 310">
              <a:extLst>
                <a:ext uri="{FF2B5EF4-FFF2-40B4-BE49-F238E27FC236}">
                  <a16:creationId xmlns:a16="http://schemas.microsoft.com/office/drawing/2014/main" id="{2869A73B-AB4F-F955-F079-02C61E5A598D}"/>
                </a:ext>
              </a:extLst>
            </p:cNvPr>
            <p:cNvSpPr>
              <a:spLocks noChangeArrowheads="1"/>
            </p:cNvSpPr>
            <p:nvPr/>
          </p:nvSpPr>
          <p:spPr bwMode="auto">
            <a:xfrm>
              <a:off x="1457" y="2658"/>
              <a:ext cx="32" cy="32"/>
            </a:xfrm>
            <a:prstGeom prst="ellipse">
              <a:avLst/>
            </a:prstGeom>
            <a:grpFill/>
            <a:ln w="25400">
              <a:solidFill>
                <a:schemeClr val="bg1">
                  <a:lumMod val="65000"/>
                </a:schemeClr>
              </a:solidFill>
              <a:round/>
              <a:headEnd/>
              <a:tailEnd/>
            </a:ln>
          </p:spPr>
          <p:txBody>
            <a:bodyPr/>
            <a:lstStyle/>
            <a:p>
              <a:endParaRPr lang="en-US"/>
            </a:p>
          </p:txBody>
        </p:sp>
        <p:sp>
          <p:nvSpPr>
            <p:cNvPr id="103515" name="Oval 311">
              <a:extLst>
                <a:ext uri="{FF2B5EF4-FFF2-40B4-BE49-F238E27FC236}">
                  <a16:creationId xmlns:a16="http://schemas.microsoft.com/office/drawing/2014/main" id="{2980DD12-81BA-A72D-7A19-D77472816FC3}"/>
                </a:ext>
              </a:extLst>
            </p:cNvPr>
            <p:cNvSpPr>
              <a:spLocks noChangeArrowheads="1"/>
            </p:cNvSpPr>
            <p:nvPr/>
          </p:nvSpPr>
          <p:spPr bwMode="auto">
            <a:xfrm>
              <a:off x="1449" y="2969"/>
              <a:ext cx="40" cy="32"/>
            </a:xfrm>
            <a:prstGeom prst="ellipse">
              <a:avLst/>
            </a:prstGeom>
            <a:grpFill/>
            <a:ln w="9525">
              <a:solidFill>
                <a:schemeClr val="bg1">
                  <a:lumMod val="65000"/>
                </a:schemeClr>
              </a:solidFill>
              <a:round/>
              <a:headEnd/>
              <a:tailEnd/>
            </a:ln>
          </p:spPr>
          <p:txBody>
            <a:bodyPr/>
            <a:lstStyle/>
            <a:p>
              <a:endParaRPr lang="en-US"/>
            </a:p>
          </p:txBody>
        </p:sp>
        <p:sp>
          <p:nvSpPr>
            <p:cNvPr id="103516" name="Oval 312">
              <a:extLst>
                <a:ext uri="{FF2B5EF4-FFF2-40B4-BE49-F238E27FC236}">
                  <a16:creationId xmlns:a16="http://schemas.microsoft.com/office/drawing/2014/main" id="{AF31EBBB-6CF7-8D02-70F2-01D702D64492}"/>
                </a:ext>
              </a:extLst>
            </p:cNvPr>
            <p:cNvSpPr>
              <a:spLocks noChangeArrowheads="1"/>
            </p:cNvSpPr>
            <p:nvPr/>
          </p:nvSpPr>
          <p:spPr bwMode="auto">
            <a:xfrm>
              <a:off x="1449" y="2969"/>
              <a:ext cx="40" cy="32"/>
            </a:xfrm>
            <a:prstGeom prst="ellipse">
              <a:avLst/>
            </a:prstGeom>
            <a:grpFill/>
            <a:ln w="25400">
              <a:solidFill>
                <a:schemeClr val="bg1">
                  <a:lumMod val="65000"/>
                </a:schemeClr>
              </a:solidFill>
              <a:round/>
              <a:headEnd/>
              <a:tailEnd/>
            </a:ln>
          </p:spPr>
          <p:txBody>
            <a:bodyPr/>
            <a:lstStyle/>
            <a:p>
              <a:endParaRPr lang="en-US"/>
            </a:p>
          </p:txBody>
        </p:sp>
        <p:grpSp>
          <p:nvGrpSpPr>
            <p:cNvPr id="103517" name="Group 313">
              <a:extLst>
                <a:ext uri="{FF2B5EF4-FFF2-40B4-BE49-F238E27FC236}">
                  <a16:creationId xmlns:a16="http://schemas.microsoft.com/office/drawing/2014/main" id="{DEA66573-7EA8-D51C-6551-2F89D20F8C18}"/>
                </a:ext>
              </a:extLst>
            </p:cNvPr>
            <p:cNvGrpSpPr>
              <a:grpSpLocks/>
            </p:cNvGrpSpPr>
            <p:nvPr/>
          </p:nvGrpSpPr>
          <p:grpSpPr bwMode="auto">
            <a:xfrm>
              <a:off x="1912" y="1741"/>
              <a:ext cx="40" cy="1260"/>
              <a:chOff x="1912" y="1741"/>
              <a:chExt cx="40" cy="1260"/>
            </a:xfrm>
            <a:grpFill/>
          </p:grpSpPr>
          <p:sp>
            <p:nvSpPr>
              <p:cNvPr id="104419" name="Oval 314">
                <a:extLst>
                  <a:ext uri="{FF2B5EF4-FFF2-40B4-BE49-F238E27FC236}">
                    <a16:creationId xmlns:a16="http://schemas.microsoft.com/office/drawing/2014/main" id="{AF9DBC95-A55A-0B64-6006-045A544F1EA6}"/>
                  </a:ext>
                </a:extLst>
              </p:cNvPr>
              <p:cNvSpPr>
                <a:spLocks noChangeArrowheads="1"/>
              </p:cNvSpPr>
              <p:nvPr/>
            </p:nvSpPr>
            <p:spPr bwMode="auto">
              <a:xfrm>
                <a:off x="1920" y="1741"/>
                <a:ext cx="32" cy="32"/>
              </a:xfrm>
              <a:prstGeom prst="ellipse">
                <a:avLst/>
              </a:prstGeom>
              <a:grpFill/>
              <a:ln w="9525">
                <a:solidFill>
                  <a:schemeClr val="bg1">
                    <a:lumMod val="65000"/>
                  </a:schemeClr>
                </a:solidFill>
                <a:round/>
                <a:headEnd/>
                <a:tailEnd/>
              </a:ln>
            </p:spPr>
            <p:txBody>
              <a:bodyPr/>
              <a:lstStyle/>
              <a:p>
                <a:endParaRPr lang="en-US"/>
              </a:p>
            </p:txBody>
          </p:sp>
          <p:sp>
            <p:nvSpPr>
              <p:cNvPr id="104420" name="Oval 315">
                <a:extLst>
                  <a:ext uri="{FF2B5EF4-FFF2-40B4-BE49-F238E27FC236}">
                    <a16:creationId xmlns:a16="http://schemas.microsoft.com/office/drawing/2014/main" id="{1574DBFF-0EB3-0D75-D475-5A96F70047CF}"/>
                  </a:ext>
                </a:extLst>
              </p:cNvPr>
              <p:cNvSpPr>
                <a:spLocks noChangeArrowheads="1"/>
              </p:cNvSpPr>
              <p:nvPr/>
            </p:nvSpPr>
            <p:spPr bwMode="auto">
              <a:xfrm>
                <a:off x="1920" y="1741"/>
                <a:ext cx="32" cy="32"/>
              </a:xfrm>
              <a:prstGeom prst="ellipse">
                <a:avLst/>
              </a:prstGeom>
              <a:grpFill/>
              <a:ln w="25400">
                <a:solidFill>
                  <a:schemeClr val="bg1">
                    <a:lumMod val="65000"/>
                  </a:schemeClr>
                </a:solidFill>
                <a:round/>
                <a:headEnd/>
                <a:tailEnd/>
              </a:ln>
            </p:spPr>
            <p:txBody>
              <a:bodyPr/>
              <a:lstStyle/>
              <a:p>
                <a:endParaRPr lang="en-US"/>
              </a:p>
            </p:txBody>
          </p:sp>
          <p:sp>
            <p:nvSpPr>
              <p:cNvPr id="104421" name="Oval 316">
                <a:extLst>
                  <a:ext uri="{FF2B5EF4-FFF2-40B4-BE49-F238E27FC236}">
                    <a16:creationId xmlns:a16="http://schemas.microsoft.com/office/drawing/2014/main" id="{7E53FE1B-32F7-5E73-6372-9C8B1D7D44E0}"/>
                  </a:ext>
                </a:extLst>
              </p:cNvPr>
              <p:cNvSpPr>
                <a:spLocks noChangeArrowheads="1"/>
              </p:cNvSpPr>
              <p:nvPr/>
            </p:nvSpPr>
            <p:spPr bwMode="auto">
              <a:xfrm>
                <a:off x="1920" y="2044"/>
                <a:ext cx="32" cy="32"/>
              </a:xfrm>
              <a:prstGeom prst="ellipse">
                <a:avLst/>
              </a:prstGeom>
              <a:grpFill/>
              <a:ln w="9525">
                <a:solidFill>
                  <a:schemeClr val="bg1">
                    <a:lumMod val="65000"/>
                  </a:schemeClr>
                </a:solidFill>
                <a:round/>
                <a:headEnd/>
                <a:tailEnd/>
              </a:ln>
            </p:spPr>
            <p:txBody>
              <a:bodyPr/>
              <a:lstStyle/>
              <a:p>
                <a:endParaRPr lang="en-US"/>
              </a:p>
            </p:txBody>
          </p:sp>
          <p:sp>
            <p:nvSpPr>
              <p:cNvPr id="104422" name="Oval 317">
                <a:extLst>
                  <a:ext uri="{FF2B5EF4-FFF2-40B4-BE49-F238E27FC236}">
                    <a16:creationId xmlns:a16="http://schemas.microsoft.com/office/drawing/2014/main" id="{30540F13-A039-5D8A-D383-0E41F6885B74}"/>
                  </a:ext>
                </a:extLst>
              </p:cNvPr>
              <p:cNvSpPr>
                <a:spLocks noChangeArrowheads="1"/>
              </p:cNvSpPr>
              <p:nvPr/>
            </p:nvSpPr>
            <p:spPr bwMode="auto">
              <a:xfrm>
                <a:off x="1920" y="2044"/>
                <a:ext cx="32" cy="32"/>
              </a:xfrm>
              <a:prstGeom prst="ellipse">
                <a:avLst/>
              </a:prstGeom>
              <a:grpFill/>
              <a:ln w="25400">
                <a:solidFill>
                  <a:schemeClr val="bg1">
                    <a:lumMod val="65000"/>
                  </a:schemeClr>
                </a:solidFill>
                <a:round/>
                <a:headEnd/>
                <a:tailEnd/>
              </a:ln>
            </p:spPr>
            <p:txBody>
              <a:bodyPr/>
              <a:lstStyle/>
              <a:p>
                <a:endParaRPr lang="en-US"/>
              </a:p>
            </p:txBody>
          </p:sp>
          <p:sp>
            <p:nvSpPr>
              <p:cNvPr id="104423" name="Oval 318">
                <a:extLst>
                  <a:ext uri="{FF2B5EF4-FFF2-40B4-BE49-F238E27FC236}">
                    <a16:creationId xmlns:a16="http://schemas.microsoft.com/office/drawing/2014/main" id="{31EB870A-1E35-67D1-2D4A-0A970EBD7543}"/>
                  </a:ext>
                </a:extLst>
              </p:cNvPr>
              <p:cNvSpPr>
                <a:spLocks noChangeArrowheads="1"/>
              </p:cNvSpPr>
              <p:nvPr/>
            </p:nvSpPr>
            <p:spPr bwMode="auto">
              <a:xfrm>
                <a:off x="1920" y="2347"/>
                <a:ext cx="32" cy="40"/>
              </a:xfrm>
              <a:prstGeom prst="ellipse">
                <a:avLst/>
              </a:prstGeom>
              <a:grpFill/>
              <a:ln w="9525">
                <a:solidFill>
                  <a:schemeClr val="bg1">
                    <a:lumMod val="65000"/>
                  </a:schemeClr>
                </a:solidFill>
                <a:round/>
                <a:headEnd/>
                <a:tailEnd/>
              </a:ln>
            </p:spPr>
            <p:txBody>
              <a:bodyPr/>
              <a:lstStyle/>
              <a:p>
                <a:endParaRPr lang="en-US"/>
              </a:p>
            </p:txBody>
          </p:sp>
          <p:sp>
            <p:nvSpPr>
              <p:cNvPr id="104424" name="Oval 319">
                <a:extLst>
                  <a:ext uri="{FF2B5EF4-FFF2-40B4-BE49-F238E27FC236}">
                    <a16:creationId xmlns:a16="http://schemas.microsoft.com/office/drawing/2014/main" id="{5ABDBE6A-62B3-5A0A-9747-F7027AB1653D}"/>
                  </a:ext>
                </a:extLst>
              </p:cNvPr>
              <p:cNvSpPr>
                <a:spLocks noChangeArrowheads="1"/>
              </p:cNvSpPr>
              <p:nvPr/>
            </p:nvSpPr>
            <p:spPr bwMode="auto">
              <a:xfrm>
                <a:off x="1920" y="2347"/>
                <a:ext cx="32" cy="40"/>
              </a:xfrm>
              <a:prstGeom prst="ellipse">
                <a:avLst/>
              </a:prstGeom>
              <a:grpFill/>
              <a:ln w="25400">
                <a:solidFill>
                  <a:schemeClr val="bg1">
                    <a:lumMod val="65000"/>
                  </a:schemeClr>
                </a:solidFill>
                <a:round/>
                <a:headEnd/>
                <a:tailEnd/>
              </a:ln>
            </p:spPr>
            <p:txBody>
              <a:bodyPr/>
              <a:lstStyle/>
              <a:p>
                <a:endParaRPr lang="en-US"/>
              </a:p>
            </p:txBody>
          </p:sp>
          <p:sp>
            <p:nvSpPr>
              <p:cNvPr id="104425" name="Oval 320">
                <a:extLst>
                  <a:ext uri="{FF2B5EF4-FFF2-40B4-BE49-F238E27FC236}">
                    <a16:creationId xmlns:a16="http://schemas.microsoft.com/office/drawing/2014/main" id="{07CA3F2B-EEFA-B3CD-3DD6-F480316B2935}"/>
                  </a:ext>
                </a:extLst>
              </p:cNvPr>
              <p:cNvSpPr>
                <a:spLocks noChangeArrowheads="1"/>
              </p:cNvSpPr>
              <p:nvPr/>
            </p:nvSpPr>
            <p:spPr bwMode="auto">
              <a:xfrm>
                <a:off x="1920" y="2658"/>
                <a:ext cx="32" cy="32"/>
              </a:xfrm>
              <a:prstGeom prst="ellipse">
                <a:avLst/>
              </a:prstGeom>
              <a:grpFill/>
              <a:ln w="9525">
                <a:solidFill>
                  <a:schemeClr val="bg1">
                    <a:lumMod val="65000"/>
                  </a:schemeClr>
                </a:solidFill>
                <a:round/>
                <a:headEnd/>
                <a:tailEnd/>
              </a:ln>
            </p:spPr>
            <p:txBody>
              <a:bodyPr/>
              <a:lstStyle/>
              <a:p>
                <a:endParaRPr lang="en-US"/>
              </a:p>
            </p:txBody>
          </p:sp>
          <p:sp>
            <p:nvSpPr>
              <p:cNvPr id="104426" name="Oval 321">
                <a:extLst>
                  <a:ext uri="{FF2B5EF4-FFF2-40B4-BE49-F238E27FC236}">
                    <a16:creationId xmlns:a16="http://schemas.microsoft.com/office/drawing/2014/main" id="{5C71E384-2625-B643-6620-264BD8A7F84D}"/>
                  </a:ext>
                </a:extLst>
              </p:cNvPr>
              <p:cNvSpPr>
                <a:spLocks noChangeArrowheads="1"/>
              </p:cNvSpPr>
              <p:nvPr/>
            </p:nvSpPr>
            <p:spPr bwMode="auto">
              <a:xfrm>
                <a:off x="1920" y="2658"/>
                <a:ext cx="32" cy="32"/>
              </a:xfrm>
              <a:prstGeom prst="ellipse">
                <a:avLst/>
              </a:prstGeom>
              <a:grpFill/>
              <a:ln w="25400">
                <a:solidFill>
                  <a:schemeClr val="bg1">
                    <a:lumMod val="65000"/>
                  </a:schemeClr>
                </a:solidFill>
                <a:round/>
                <a:headEnd/>
                <a:tailEnd/>
              </a:ln>
            </p:spPr>
            <p:txBody>
              <a:bodyPr/>
              <a:lstStyle/>
              <a:p>
                <a:endParaRPr lang="en-US"/>
              </a:p>
            </p:txBody>
          </p:sp>
          <p:sp>
            <p:nvSpPr>
              <p:cNvPr id="104427" name="Oval 322">
                <a:extLst>
                  <a:ext uri="{FF2B5EF4-FFF2-40B4-BE49-F238E27FC236}">
                    <a16:creationId xmlns:a16="http://schemas.microsoft.com/office/drawing/2014/main" id="{412EED51-2E16-AE78-F76E-E8926788A457}"/>
                  </a:ext>
                </a:extLst>
              </p:cNvPr>
              <p:cNvSpPr>
                <a:spLocks noChangeArrowheads="1"/>
              </p:cNvSpPr>
              <p:nvPr/>
            </p:nvSpPr>
            <p:spPr bwMode="auto">
              <a:xfrm>
                <a:off x="1912" y="2961"/>
                <a:ext cx="32" cy="40"/>
              </a:xfrm>
              <a:prstGeom prst="ellipse">
                <a:avLst/>
              </a:prstGeom>
              <a:grpFill/>
              <a:ln w="9525">
                <a:solidFill>
                  <a:schemeClr val="bg1">
                    <a:lumMod val="65000"/>
                  </a:schemeClr>
                </a:solidFill>
                <a:round/>
                <a:headEnd/>
                <a:tailEnd/>
              </a:ln>
            </p:spPr>
            <p:txBody>
              <a:bodyPr/>
              <a:lstStyle/>
              <a:p>
                <a:endParaRPr lang="en-US"/>
              </a:p>
            </p:txBody>
          </p:sp>
          <p:sp>
            <p:nvSpPr>
              <p:cNvPr id="104428" name="Oval 323">
                <a:extLst>
                  <a:ext uri="{FF2B5EF4-FFF2-40B4-BE49-F238E27FC236}">
                    <a16:creationId xmlns:a16="http://schemas.microsoft.com/office/drawing/2014/main" id="{1877E125-06C1-F641-4452-38030D3225FA}"/>
                  </a:ext>
                </a:extLst>
              </p:cNvPr>
              <p:cNvSpPr>
                <a:spLocks noChangeArrowheads="1"/>
              </p:cNvSpPr>
              <p:nvPr/>
            </p:nvSpPr>
            <p:spPr bwMode="auto">
              <a:xfrm>
                <a:off x="1912" y="2961"/>
                <a:ext cx="32" cy="40"/>
              </a:xfrm>
              <a:prstGeom prst="ellipse">
                <a:avLst/>
              </a:prstGeom>
              <a:grpFill/>
              <a:ln w="25400">
                <a:solidFill>
                  <a:schemeClr val="bg1">
                    <a:lumMod val="65000"/>
                  </a:schemeClr>
                </a:solidFill>
                <a:round/>
                <a:headEnd/>
                <a:tailEnd/>
              </a:ln>
            </p:spPr>
            <p:txBody>
              <a:bodyPr/>
              <a:lstStyle/>
              <a:p>
                <a:endParaRPr lang="en-US"/>
              </a:p>
            </p:txBody>
          </p:sp>
        </p:grpSp>
        <p:grpSp>
          <p:nvGrpSpPr>
            <p:cNvPr id="103518" name="Group 324">
              <a:extLst>
                <a:ext uri="{FF2B5EF4-FFF2-40B4-BE49-F238E27FC236}">
                  <a16:creationId xmlns:a16="http://schemas.microsoft.com/office/drawing/2014/main" id="{A7D4E673-C76C-0697-57AD-98F8B62C36E8}"/>
                </a:ext>
              </a:extLst>
            </p:cNvPr>
            <p:cNvGrpSpPr>
              <a:grpSpLocks/>
            </p:cNvGrpSpPr>
            <p:nvPr/>
          </p:nvGrpSpPr>
          <p:grpSpPr bwMode="auto">
            <a:xfrm>
              <a:off x="2375" y="1749"/>
              <a:ext cx="40" cy="1252"/>
              <a:chOff x="2375" y="1749"/>
              <a:chExt cx="40" cy="1252"/>
            </a:xfrm>
            <a:grpFill/>
          </p:grpSpPr>
          <p:sp>
            <p:nvSpPr>
              <p:cNvPr id="104409" name="Oval 325">
                <a:extLst>
                  <a:ext uri="{FF2B5EF4-FFF2-40B4-BE49-F238E27FC236}">
                    <a16:creationId xmlns:a16="http://schemas.microsoft.com/office/drawing/2014/main" id="{258EEABA-D464-FA55-60B9-076EFB75965C}"/>
                  </a:ext>
                </a:extLst>
              </p:cNvPr>
              <p:cNvSpPr>
                <a:spLocks noChangeArrowheads="1"/>
              </p:cNvSpPr>
              <p:nvPr/>
            </p:nvSpPr>
            <p:spPr bwMode="auto">
              <a:xfrm>
                <a:off x="2375" y="1749"/>
                <a:ext cx="32" cy="32"/>
              </a:xfrm>
              <a:prstGeom prst="ellipse">
                <a:avLst/>
              </a:prstGeom>
              <a:grpFill/>
              <a:ln w="9525">
                <a:solidFill>
                  <a:schemeClr val="bg1">
                    <a:lumMod val="65000"/>
                  </a:schemeClr>
                </a:solidFill>
                <a:round/>
                <a:headEnd/>
                <a:tailEnd/>
              </a:ln>
            </p:spPr>
            <p:txBody>
              <a:bodyPr/>
              <a:lstStyle/>
              <a:p>
                <a:endParaRPr lang="en-US"/>
              </a:p>
            </p:txBody>
          </p:sp>
          <p:sp>
            <p:nvSpPr>
              <p:cNvPr id="104410" name="Oval 326">
                <a:extLst>
                  <a:ext uri="{FF2B5EF4-FFF2-40B4-BE49-F238E27FC236}">
                    <a16:creationId xmlns:a16="http://schemas.microsoft.com/office/drawing/2014/main" id="{73CEB265-85D7-B7E6-2B71-3BF26A404674}"/>
                  </a:ext>
                </a:extLst>
              </p:cNvPr>
              <p:cNvSpPr>
                <a:spLocks noChangeArrowheads="1"/>
              </p:cNvSpPr>
              <p:nvPr/>
            </p:nvSpPr>
            <p:spPr bwMode="auto">
              <a:xfrm>
                <a:off x="2375" y="1749"/>
                <a:ext cx="32" cy="32"/>
              </a:xfrm>
              <a:prstGeom prst="ellipse">
                <a:avLst/>
              </a:prstGeom>
              <a:grpFill/>
              <a:ln w="25400">
                <a:solidFill>
                  <a:schemeClr val="bg1">
                    <a:lumMod val="65000"/>
                  </a:schemeClr>
                </a:solidFill>
                <a:round/>
                <a:headEnd/>
                <a:tailEnd/>
              </a:ln>
            </p:spPr>
            <p:txBody>
              <a:bodyPr/>
              <a:lstStyle/>
              <a:p>
                <a:endParaRPr lang="en-US"/>
              </a:p>
            </p:txBody>
          </p:sp>
          <p:sp>
            <p:nvSpPr>
              <p:cNvPr id="104411" name="Oval 327">
                <a:extLst>
                  <a:ext uri="{FF2B5EF4-FFF2-40B4-BE49-F238E27FC236}">
                    <a16:creationId xmlns:a16="http://schemas.microsoft.com/office/drawing/2014/main" id="{742ABAB3-6D67-F874-D63A-1BFAA9C7C0ED}"/>
                  </a:ext>
                </a:extLst>
              </p:cNvPr>
              <p:cNvSpPr>
                <a:spLocks noChangeArrowheads="1"/>
              </p:cNvSpPr>
              <p:nvPr/>
            </p:nvSpPr>
            <p:spPr bwMode="auto">
              <a:xfrm>
                <a:off x="2383" y="2052"/>
                <a:ext cx="32" cy="32"/>
              </a:xfrm>
              <a:prstGeom prst="ellipse">
                <a:avLst/>
              </a:prstGeom>
              <a:grpFill/>
              <a:ln w="9525">
                <a:solidFill>
                  <a:schemeClr val="bg1">
                    <a:lumMod val="65000"/>
                  </a:schemeClr>
                </a:solidFill>
                <a:round/>
                <a:headEnd/>
                <a:tailEnd/>
              </a:ln>
            </p:spPr>
            <p:txBody>
              <a:bodyPr/>
              <a:lstStyle/>
              <a:p>
                <a:endParaRPr lang="en-US"/>
              </a:p>
            </p:txBody>
          </p:sp>
          <p:sp>
            <p:nvSpPr>
              <p:cNvPr id="104412" name="Oval 328">
                <a:extLst>
                  <a:ext uri="{FF2B5EF4-FFF2-40B4-BE49-F238E27FC236}">
                    <a16:creationId xmlns:a16="http://schemas.microsoft.com/office/drawing/2014/main" id="{5F60A2A9-1E36-FEEC-5D67-B9F7312A152B}"/>
                  </a:ext>
                </a:extLst>
              </p:cNvPr>
              <p:cNvSpPr>
                <a:spLocks noChangeArrowheads="1"/>
              </p:cNvSpPr>
              <p:nvPr/>
            </p:nvSpPr>
            <p:spPr bwMode="auto">
              <a:xfrm>
                <a:off x="2383" y="2052"/>
                <a:ext cx="32" cy="32"/>
              </a:xfrm>
              <a:prstGeom prst="ellipse">
                <a:avLst/>
              </a:prstGeom>
              <a:grpFill/>
              <a:ln w="25400">
                <a:solidFill>
                  <a:schemeClr val="bg1">
                    <a:lumMod val="65000"/>
                  </a:schemeClr>
                </a:solidFill>
                <a:round/>
                <a:headEnd/>
                <a:tailEnd/>
              </a:ln>
            </p:spPr>
            <p:txBody>
              <a:bodyPr/>
              <a:lstStyle/>
              <a:p>
                <a:endParaRPr lang="en-US"/>
              </a:p>
            </p:txBody>
          </p:sp>
          <p:sp>
            <p:nvSpPr>
              <p:cNvPr id="104413" name="Oval 329">
                <a:extLst>
                  <a:ext uri="{FF2B5EF4-FFF2-40B4-BE49-F238E27FC236}">
                    <a16:creationId xmlns:a16="http://schemas.microsoft.com/office/drawing/2014/main" id="{34A442A9-991B-0AED-F484-F7C287A4AB8A}"/>
                  </a:ext>
                </a:extLst>
              </p:cNvPr>
              <p:cNvSpPr>
                <a:spLocks noChangeArrowheads="1"/>
              </p:cNvSpPr>
              <p:nvPr/>
            </p:nvSpPr>
            <p:spPr bwMode="auto">
              <a:xfrm>
                <a:off x="2383" y="2355"/>
                <a:ext cx="32" cy="32"/>
              </a:xfrm>
              <a:prstGeom prst="ellipse">
                <a:avLst/>
              </a:prstGeom>
              <a:grpFill/>
              <a:ln w="9525">
                <a:solidFill>
                  <a:schemeClr val="bg1">
                    <a:lumMod val="65000"/>
                  </a:schemeClr>
                </a:solidFill>
                <a:round/>
                <a:headEnd/>
                <a:tailEnd/>
              </a:ln>
            </p:spPr>
            <p:txBody>
              <a:bodyPr/>
              <a:lstStyle/>
              <a:p>
                <a:endParaRPr lang="en-US"/>
              </a:p>
            </p:txBody>
          </p:sp>
          <p:sp>
            <p:nvSpPr>
              <p:cNvPr id="104414" name="Oval 330">
                <a:extLst>
                  <a:ext uri="{FF2B5EF4-FFF2-40B4-BE49-F238E27FC236}">
                    <a16:creationId xmlns:a16="http://schemas.microsoft.com/office/drawing/2014/main" id="{B26E9030-E5BC-14DB-0308-91F18861B98C}"/>
                  </a:ext>
                </a:extLst>
              </p:cNvPr>
              <p:cNvSpPr>
                <a:spLocks noChangeArrowheads="1"/>
              </p:cNvSpPr>
              <p:nvPr/>
            </p:nvSpPr>
            <p:spPr bwMode="auto">
              <a:xfrm>
                <a:off x="2383" y="2355"/>
                <a:ext cx="32" cy="32"/>
              </a:xfrm>
              <a:prstGeom prst="ellipse">
                <a:avLst/>
              </a:prstGeom>
              <a:grpFill/>
              <a:ln w="25400">
                <a:solidFill>
                  <a:schemeClr val="bg1">
                    <a:lumMod val="65000"/>
                  </a:schemeClr>
                </a:solidFill>
                <a:round/>
                <a:headEnd/>
                <a:tailEnd/>
              </a:ln>
            </p:spPr>
            <p:txBody>
              <a:bodyPr/>
              <a:lstStyle/>
              <a:p>
                <a:endParaRPr lang="en-US"/>
              </a:p>
            </p:txBody>
          </p:sp>
          <p:sp>
            <p:nvSpPr>
              <p:cNvPr id="104415" name="Oval 331">
                <a:extLst>
                  <a:ext uri="{FF2B5EF4-FFF2-40B4-BE49-F238E27FC236}">
                    <a16:creationId xmlns:a16="http://schemas.microsoft.com/office/drawing/2014/main" id="{33DCD21C-581C-F8FB-D32F-EFA4DA91CA7C}"/>
                  </a:ext>
                </a:extLst>
              </p:cNvPr>
              <p:cNvSpPr>
                <a:spLocks noChangeArrowheads="1"/>
              </p:cNvSpPr>
              <p:nvPr/>
            </p:nvSpPr>
            <p:spPr bwMode="auto">
              <a:xfrm>
                <a:off x="2375" y="2658"/>
                <a:ext cx="32" cy="40"/>
              </a:xfrm>
              <a:prstGeom prst="ellipse">
                <a:avLst/>
              </a:prstGeom>
              <a:grpFill/>
              <a:ln w="9525">
                <a:solidFill>
                  <a:schemeClr val="bg1">
                    <a:lumMod val="65000"/>
                  </a:schemeClr>
                </a:solidFill>
                <a:round/>
                <a:headEnd/>
                <a:tailEnd/>
              </a:ln>
            </p:spPr>
            <p:txBody>
              <a:bodyPr/>
              <a:lstStyle/>
              <a:p>
                <a:endParaRPr lang="en-US"/>
              </a:p>
            </p:txBody>
          </p:sp>
          <p:sp>
            <p:nvSpPr>
              <p:cNvPr id="104416" name="Oval 332">
                <a:extLst>
                  <a:ext uri="{FF2B5EF4-FFF2-40B4-BE49-F238E27FC236}">
                    <a16:creationId xmlns:a16="http://schemas.microsoft.com/office/drawing/2014/main" id="{AF59EE75-3706-BAD2-0CEF-34952A989F96}"/>
                  </a:ext>
                </a:extLst>
              </p:cNvPr>
              <p:cNvSpPr>
                <a:spLocks noChangeArrowheads="1"/>
              </p:cNvSpPr>
              <p:nvPr/>
            </p:nvSpPr>
            <p:spPr bwMode="auto">
              <a:xfrm>
                <a:off x="2375" y="2658"/>
                <a:ext cx="32" cy="40"/>
              </a:xfrm>
              <a:prstGeom prst="ellipse">
                <a:avLst/>
              </a:prstGeom>
              <a:grpFill/>
              <a:ln w="25400">
                <a:solidFill>
                  <a:schemeClr val="bg1">
                    <a:lumMod val="65000"/>
                  </a:schemeClr>
                </a:solidFill>
                <a:round/>
                <a:headEnd/>
                <a:tailEnd/>
              </a:ln>
            </p:spPr>
            <p:txBody>
              <a:bodyPr/>
              <a:lstStyle/>
              <a:p>
                <a:endParaRPr lang="en-US"/>
              </a:p>
            </p:txBody>
          </p:sp>
          <p:sp>
            <p:nvSpPr>
              <p:cNvPr id="104417" name="Oval 333">
                <a:extLst>
                  <a:ext uri="{FF2B5EF4-FFF2-40B4-BE49-F238E27FC236}">
                    <a16:creationId xmlns:a16="http://schemas.microsoft.com/office/drawing/2014/main" id="{4400F6EA-2069-61DF-6AAE-C3B49B6AB2B1}"/>
                  </a:ext>
                </a:extLst>
              </p:cNvPr>
              <p:cNvSpPr>
                <a:spLocks noChangeArrowheads="1"/>
              </p:cNvSpPr>
              <p:nvPr/>
            </p:nvSpPr>
            <p:spPr bwMode="auto">
              <a:xfrm>
                <a:off x="2375" y="2969"/>
                <a:ext cx="32" cy="32"/>
              </a:xfrm>
              <a:prstGeom prst="ellipse">
                <a:avLst/>
              </a:prstGeom>
              <a:grpFill/>
              <a:ln w="9525">
                <a:solidFill>
                  <a:schemeClr val="bg1">
                    <a:lumMod val="65000"/>
                  </a:schemeClr>
                </a:solidFill>
                <a:round/>
                <a:headEnd/>
                <a:tailEnd/>
              </a:ln>
            </p:spPr>
            <p:txBody>
              <a:bodyPr/>
              <a:lstStyle/>
              <a:p>
                <a:endParaRPr lang="en-US"/>
              </a:p>
            </p:txBody>
          </p:sp>
          <p:sp>
            <p:nvSpPr>
              <p:cNvPr id="104418" name="Oval 334">
                <a:extLst>
                  <a:ext uri="{FF2B5EF4-FFF2-40B4-BE49-F238E27FC236}">
                    <a16:creationId xmlns:a16="http://schemas.microsoft.com/office/drawing/2014/main" id="{F81B9760-F277-0A01-C3D5-90523BC0386B}"/>
                  </a:ext>
                </a:extLst>
              </p:cNvPr>
              <p:cNvSpPr>
                <a:spLocks noChangeArrowheads="1"/>
              </p:cNvSpPr>
              <p:nvPr/>
            </p:nvSpPr>
            <p:spPr bwMode="auto">
              <a:xfrm>
                <a:off x="2375" y="2969"/>
                <a:ext cx="32" cy="32"/>
              </a:xfrm>
              <a:prstGeom prst="ellipse">
                <a:avLst/>
              </a:prstGeom>
              <a:grpFill/>
              <a:ln w="25400">
                <a:solidFill>
                  <a:schemeClr val="bg1">
                    <a:lumMod val="65000"/>
                  </a:schemeClr>
                </a:solidFill>
                <a:round/>
                <a:headEnd/>
                <a:tailEnd/>
              </a:ln>
            </p:spPr>
            <p:txBody>
              <a:bodyPr/>
              <a:lstStyle/>
              <a:p>
                <a:endParaRPr lang="en-US"/>
              </a:p>
            </p:txBody>
          </p:sp>
        </p:grpSp>
        <p:grpSp>
          <p:nvGrpSpPr>
            <p:cNvPr id="103519" name="Group 335">
              <a:extLst>
                <a:ext uri="{FF2B5EF4-FFF2-40B4-BE49-F238E27FC236}">
                  <a16:creationId xmlns:a16="http://schemas.microsoft.com/office/drawing/2014/main" id="{6AC46C23-50F6-54A8-0337-095C1F59A790}"/>
                </a:ext>
              </a:extLst>
            </p:cNvPr>
            <p:cNvGrpSpPr>
              <a:grpSpLocks/>
            </p:cNvGrpSpPr>
            <p:nvPr/>
          </p:nvGrpSpPr>
          <p:grpSpPr bwMode="auto">
            <a:xfrm>
              <a:off x="1489" y="2076"/>
              <a:ext cx="431" cy="284"/>
              <a:chOff x="1489" y="2076"/>
              <a:chExt cx="431" cy="284"/>
            </a:xfrm>
            <a:grpFill/>
          </p:grpSpPr>
          <p:sp>
            <p:nvSpPr>
              <p:cNvPr id="104407" name="Freeform 336">
                <a:extLst>
                  <a:ext uri="{FF2B5EF4-FFF2-40B4-BE49-F238E27FC236}">
                    <a16:creationId xmlns:a16="http://schemas.microsoft.com/office/drawing/2014/main" id="{669913DA-42C7-4216-F38E-9C7F16658BEA}"/>
                  </a:ext>
                </a:extLst>
              </p:cNvPr>
              <p:cNvSpPr>
                <a:spLocks/>
              </p:cNvSpPr>
              <p:nvPr/>
            </p:nvSpPr>
            <p:spPr bwMode="auto">
              <a:xfrm>
                <a:off x="1784" y="2076"/>
                <a:ext cx="136" cy="96"/>
              </a:xfrm>
              <a:custGeom>
                <a:avLst/>
                <a:gdLst>
                  <a:gd name="T0" fmla="*/ 136 w 136"/>
                  <a:gd name="T1" fmla="*/ 0 h 96"/>
                  <a:gd name="T2" fmla="*/ 40 w 136"/>
                  <a:gd name="T3" fmla="*/ 96 h 96"/>
                  <a:gd name="T4" fmla="*/ 24 w 136"/>
                  <a:gd name="T5" fmla="*/ 72 h 96"/>
                  <a:gd name="T6" fmla="*/ 0 w 136"/>
                  <a:gd name="T7" fmla="*/ 40 h 96"/>
                  <a:gd name="T8" fmla="*/ 136 w 136"/>
                  <a:gd name="T9" fmla="*/ 0 h 96"/>
                  <a:gd name="T10" fmla="*/ 0 60000 65536"/>
                  <a:gd name="T11" fmla="*/ 0 60000 65536"/>
                  <a:gd name="T12" fmla="*/ 0 60000 65536"/>
                  <a:gd name="T13" fmla="*/ 0 60000 65536"/>
                  <a:gd name="T14" fmla="*/ 0 60000 65536"/>
                  <a:gd name="T15" fmla="*/ 0 w 136"/>
                  <a:gd name="T16" fmla="*/ 0 h 96"/>
                  <a:gd name="T17" fmla="*/ 136 w 136"/>
                  <a:gd name="T18" fmla="*/ 96 h 96"/>
                </a:gdLst>
                <a:ahLst/>
                <a:cxnLst>
                  <a:cxn ang="T10">
                    <a:pos x="T0" y="T1"/>
                  </a:cxn>
                  <a:cxn ang="T11">
                    <a:pos x="T2" y="T3"/>
                  </a:cxn>
                  <a:cxn ang="T12">
                    <a:pos x="T4" y="T5"/>
                  </a:cxn>
                  <a:cxn ang="T13">
                    <a:pos x="T6" y="T7"/>
                  </a:cxn>
                  <a:cxn ang="T14">
                    <a:pos x="T8" y="T9"/>
                  </a:cxn>
                </a:cxnLst>
                <a:rect l="T15" t="T16" r="T17" b="T18"/>
                <a:pathLst>
                  <a:path w="136" h="96">
                    <a:moveTo>
                      <a:pt x="136" y="0"/>
                    </a:moveTo>
                    <a:lnTo>
                      <a:pt x="40" y="96"/>
                    </a:lnTo>
                    <a:lnTo>
                      <a:pt x="24" y="72"/>
                    </a:lnTo>
                    <a:lnTo>
                      <a:pt x="0" y="40"/>
                    </a:lnTo>
                    <a:lnTo>
                      <a:pt x="136" y="0"/>
                    </a:lnTo>
                    <a:close/>
                  </a:path>
                </a:pathLst>
              </a:custGeom>
              <a:grpFill/>
              <a:ln w="9525">
                <a:solidFill>
                  <a:schemeClr val="bg1">
                    <a:lumMod val="65000"/>
                  </a:schemeClr>
                </a:solidFill>
                <a:round/>
                <a:headEnd/>
                <a:tailEnd/>
              </a:ln>
            </p:spPr>
            <p:txBody>
              <a:bodyPr/>
              <a:lstStyle/>
              <a:p>
                <a:endParaRPr lang="en-US"/>
              </a:p>
            </p:txBody>
          </p:sp>
          <p:sp>
            <p:nvSpPr>
              <p:cNvPr id="104408" name="Line 337">
                <a:extLst>
                  <a:ext uri="{FF2B5EF4-FFF2-40B4-BE49-F238E27FC236}">
                    <a16:creationId xmlns:a16="http://schemas.microsoft.com/office/drawing/2014/main" id="{7BE2AF7B-342A-96BC-FCD5-67DA278E0062}"/>
                  </a:ext>
                </a:extLst>
              </p:cNvPr>
              <p:cNvSpPr>
                <a:spLocks noChangeShapeType="1"/>
              </p:cNvSpPr>
              <p:nvPr/>
            </p:nvSpPr>
            <p:spPr bwMode="auto">
              <a:xfrm flipV="1">
                <a:off x="1489" y="2143"/>
                <a:ext cx="327" cy="217"/>
              </a:xfrm>
              <a:prstGeom prst="line">
                <a:avLst/>
              </a:prstGeom>
              <a:grpFill/>
              <a:ln w="25400">
                <a:solidFill>
                  <a:schemeClr val="bg1">
                    <a:lumMod val="65000"/>
                  </a:schemeClr>
                </a:solidFill>
                <a:round/>
                <a:headEnd/>
                <a:tailEnd/>
              </a:ln>
            </p:spPr>
            <p:txBody>
              <a:bodyPr/>
              <a:lstStyle/>
              <a:p>
                <a:endParaRPr lang="en-US"/>
              </a:p>
            </p:txBody>
          </p:sp>
        </p:grpSp>
        <p:grpSp>
          <p:nvGrpSpPr>
            <p:cNvPr id="103520" name="Group 338">
              <a:extLst>
                <a:ext uri="{FF2B5EF4-FFF2-40B4-BE49-F238E27FC236}">
                  <a16:creationId xmlns:a16="http://schemas.microsoft.com/office/drawing/2014/main" id="{7DEE230E-3E9B-FE06-FB8C-CF710BB08EA5}"/>
                </a:ext>
              </a:extLst>
            </p:cNvPr>
            <p:cNvGrpSpPr>
              <a:grpSpLocks/>
            </p:cNvGrpSpPr>
            <p:nvPr/>
          </p:nvGrpSpPr>
          <p:grpSpPr bwMode="auto">
            <a:xfrm>
              <a:off x="1489" y="1733"/>
              <a:ext cx="423" cy="56"/>
              <a:chOff x="1489" y="1733"/>
              <a:chExt cx="423" cy="56"/>
            </a:xfrm>
            <a:grpFill/>
          </p:grpSpPr>
          <p:sp>
            <p:nvSpPr>
              <p:cNvPr id="104399" name="Freeform 339">
                <a:extLst>
                  <a:ext uri="{FF2B5EF4-FFF2-40B4-BE49-F238E27FC236}">
                    <a16:creationId xmlns:a16="http://schemas.microsoft.com/office/drawing/2014/main" id="{9FA0E245-D2F8-ACF6-0162-74700AB12977}"/>
                  </a:ext>
                </a:extLst>
              </p:cNvPr>
              <p:cNvSpPr>
                <a:spLocks/>
              </p:cNvSpPr>
              <p:nvPr/>
            </p:nvSpPr>
            <p:spPr bwMode="auto">
              <a:xfrm>
                <a:off x="1792" y="1733"/>
                <a:ext cx="120" cy="56"/>
              </a:xfrm>
              <a:custGeom>
                <a:avLst/>
                <a:gdLst>
                  <a:gd name="T0" fmla="*/ 120 w 120"/>
                  <a:gd name="T1" fmla="*/ 24 h 56"/>
                  <a:gd name="T2" fmla="*/ 0 w 120"/>
                  <a:gd name="T3" fmla="*/ 56 h 56"/>
                  <a:gd name="T4" fmla="*/ 0 w 120"/>
                  <a:gd name="T5" fmla="*/ 24 h 56"/>
                  <a:gd name="T6" fmla="*/ 0 w 120"/>
                  <a:gd name="T7" fmla="*/ 0 h 56"/>
                  <a:gd name="T8" fmla="*/ 120 w 120"/>
                  <a:gd name="T9" fmla="*/ 24 h 56"/>
                  <a:gd name="T10" fmla="*/ 0 60000 65536"/>
                  <a:gd name="T11" fmla="*/ 0 60000 65536"/>
                  <a:gd name="T12" fmla="*/ 0 60000 65536"/>
                  <a:gd name="T13" fmla="*/ 0 60000 65536"/>
                  <a:gd name="T14" fmla="*/ 0 60000 65536"/>
                  <a:gd name="T15" fmla="*/ 0 w 120"/>
                  <a:gd name="T16" fmla="*/ 0 h 56"/>
                  <a:gd name="T17" fmla="*/ 120 w 120"/>
                  <a:gd name="T18" fmla="*/ 56 h 56"/>
                </a:gdLst>
                <a:ahLst/>
                <a:cxnLst>
                  <a:cxn ang="T10">
                    <a:pos x="T0" y="T1"/>
                  </a:cxn>
                  <a:cxn ang="T11">
                    <a:pos x="T2" y="T3"/>
                  </a:cxn>
                  <a:cxn ang="T12">
                    <a:pos x="T4" y="T5"/>
                  </a:cxn>
                  <a:cxn ang="T13">
                    <a:pos x="T6" y="T7"/>
                  </a:cxn>
                  <a:cxn ang="T14">
                    <a:pos x="T8" y="T9"/>
                  </a:cxn>
                </a:cxnLst>
                <a:rect l="T15" t="T16" r="T17" b="T18"/>
                <a:pathLst>
                  <a:path w="120" h="56">
                    <a:moveTo>
                      <a:pt x="120" y="24"/>
                    </a:moveTo>
                    <a:lnTo>
                      <a:pt x="0" y="56"/>
                    </a:lnTo>
                    <a:lnTo>
                      <a:pt x="0" y="24"/>
                    </a:lnTo>
                    <a:lnTo>
                      <a:pt x="0" y="0"/>
                    </a:lnTo>
                    <a:lnTo>
                      <a:pt x="120" y="24"/>
                    </a:lnTo>
                    <a:close/>
                  </a:path>
                </a:pathLst>
              </a:custGeom>
              <a:grpFill/>
              <a:ln w="9525">
                <a:solidFill>
                  <a:schemeClr val="bg1">
                    <a:lumMod val="65000"/>
                  </a:schemeClr>
                </a:solidFill>
                <a:round/>
                <a:headEnd/>
                <a:tailEnd/>
              </a:ln>
            </p:spPr>
            <p:txBody>
              <a:bodyPr/>
              <a:lstStyle/>
              <a:p>
                <a:endParaRPr lang="en-US"/>
              </a:p>
            </p:txBody>
          </p:sp>
          <p:grpSp>
            <p:nvGrpSpPr>
              <p:cNvPr id="104400" name="Group 340">
                <a:extLst>
                  <a:ext uri="{FF2B5EF4-FFF2-40B4-BE49-F238E27FC236}">
                    <a16:creationId xmlns:a16="http://schemas.microsoft.com/office/drawing/2014/main" id="{F928D41C-F67B-5F84-0211-8542696136D9}"/>
                  </a:ext>
                </a:extLst>
              </p:cNvPr>
              <p:cNvGrpSpPr>
                <a:grpSpLocks/>
              </p:cNvGrpSpPr>
              <p:nvPr/>
            </p:nvGrpSpPr>
            <p:grpSpPr bwMode="auto">
              <a:xfrm>
                <a:off x="1489" y="1757"/>
                <a:ext cx="295" cy="1"/>
                <a:chOff x="1489" y="1757"/>
                <a:chExt cx="295" cy="1"/>
              </a:xfrm>
              <a:grpFill/>
            </p:grpSpPr>
            <p:sp>
              <p:nvSpPr>
                <p:cNvPr id="104401" name="Line 341">
                  <a:extLst>
                    <a:ext uri="{FF2B5EF4-FFF2-40B4-BE49-F238E27FC236}">
                      <a16:creationId xmlns:a16="http://schemas.microsoft.com/office/drawing/2014/main" id="{21064A2C-F097-0BDA-7304-D5EB0FE7757C}"/>
                    </a:ext>
                  </a:extLst>
                </p:cNvPr>
                <p:cNvSpPr>
                  <a:spLocks noChangeShapeType="1"/>
                </p:cNvSpPr>
                <p:nvPr/>
              </p:nvSpPr>
              <p:spPr bwMode="auto">
                <a:xfrm>
                  <a:off x="1489" y="1757"/>
                  <a:ext cx="24" cy="1"/>
                </a:xfrm>
                <a:prstGeom prst="line">
                  <a:avLst/>
                </a:prstGeom>
                <a:grpFill/>
                <a:ln w="12700">
                  <a:solidFill>
                    <a:schemeClr val="bg1">
                      <a:lumMod val="65000"/>
                    </a:schemeClr>
                  </a:solidFill>
                  <a:round/>
                  <a:headEnd/>
                  <a:tailEnd/>
                </a:ln>
              </p:spPr>
              <p:txBody>
                <a:bodyPr/>
                <a:lstStyle/>
                <a:p>
                  <a:endParaRPr lang="en-US"/>
                </a:p>
              </p:txBody>
            </p:sp>
            <p:sp>
              <p:nvSpPr>
                <p:cNvPr id="104402" name="Line 342">
                  <a:extLst>
                    <a:ext uri="{FF2B5EF4-FFF2-40B4-BE49-F238E27FC236}">
                      <a16:creationId xmlns:a16="http://schemas.microsoft.com/office/drawing/2014/main" id="{7D5A0849-DB9D-DF48-3ECF-7477A4A97A06}"/>
                    </a:ext>
                  </a:extLst>
                </p:cNvPr>
                <p:cNvSpPr>
                  <a:spLocks noChangeShapeType="1"/>
                </p:cNvSpPr>
                <p:nvPr/>
              </p:nvSpPr>
              <p:spPr bwMode="auto">
                <a:xfrm>
                  <a:off x="1544" y="1757"/>
                  <a:ext cx="24" cy="1"/>
                </a:xfrm>
                <a:prstGeom prst="line">
                  <a:avLst/>
                </a:prstGeom>
                <a:grpFill/>
                <a:ln w="12700">
                  <a:solidFill>
                    <a:schemeClr val="bg1">
                      <a:lumMod val="65000"/>
                    </a:schemeClr>
                  </a:solidFill>
                  <a:round/>
                  <a:headEnd/>
                  <a:tailEnd/>
                </a:ln>
              </p:spPr>
              <p:txBody>
                <a:bodyPr/>
                <a:lstStyle/>
                <a:p>
                  <a:endParaRPr lang="en-US"/>
                </a:p>
              </p:txBody>
            </p:sp>
            <p:sp>
              <p:nvSpPr>
                <p:cNvPr id="104403" name="Line 343">
                  <a:extLst>
                    <a:ext uri="{FF2B5EF4-FFF2-40B4-BE49-F238E27FC236}">
                      <a16:creationId xmlns:a16="http://schemas.microsoft.com/office/drawing/2014/main" id="{DC816F4A-86B7-3E0A-F98D-F0223DD9E7FF}"/>
                    </a:ext>
                  </a:extLst>
                </p:cNvPr>
                <p:cNvSpPr>
                  <a:spLocks noChangeShapeType="1"/>
                </p:cNvSpPr>
                <p:nvPr/>
              </p:nvSpPr>
              <p:spPr bwMode="auto">
                <a:xfrm>
                  <a:off x="1600" y="1757"/>
                  <a:ext cx="24" cy="1"/>
                </a:xfrm>
                <a:prstGeom prst="line">
                  <a:avLst/>
                </a:prstGeom>
                <a:grpFill/>
                <a:ln w="12700">
                  <a:solidFill>
                    <a:schemeClr val="bg1">
                      <a:lumMod val="65000"/>
                    </a:schemeClr>
                  </a:solidFill>
                  <a:round/>
                  <a:headEnd/>
                  <a:tailEnd/>
                </a:ln>
              </p:spPr>
              <p:txBody>
                <a:bodyPr/>
                <a:lstStyle/>
                <a:p>
                  <a:endParaRPr lang="en-US"/>
                </a:p>
              </p:txBody>
            </p:sp>
            <p:sp>
              <p:nvSpPr>
                <p:cNvPr id="104404" name="Line 344">
                  <a:extLst>
                    <a:ext uri="{FF2B5EF4-FFF2-40B4-BE49-F238E27FC236}">
                      <a16:creationId xmlns:a16="http://schemas.microsoft.com/office/drawing/2014/main" id="{EC755857-C55D-D4A4-47D5-8D31A9700C57}"/>
                    </a:ext>
                  </a:extLst>
                </p:cNvPr>
                <p:cNvSpPr>
                  <a:spLocks noChangeShapeType="1"/>
                </p:cNvSpPr>
                <p:nvPr/>
              </p:nvSpPr>
              <p:spPr bwMode="auto">
                <a:xfrm>
                  <a:off x="1656" y="1757"/>
                  <a:ext cx="24" cy="1"/>
                </a:xfrm>
                <a:prstGeom prst="line">
                  <a:avLst/>
                </a:prstGeom>
                <a:grpFill/>
                <a:ln w="12700">
                  <a:solidFill>
                    <a:schemeClr val="bg1">
                      <a:lumMod val="65000"/>
                    </a:schemeClr>
                  </a:solidFill>
                  <a:round/>
                  <a:headEnd/>
                  <a:tailEnd/>
                </a:ln>
              </p:spPr>
              <p:txBody>
                <a:bodyPr/>
                <a:lstStyle/>
                <a:p>
                  <a:endParaRPr lang="en-US"/>
                </a:p>
              </p:txBody>
            </p:sp>
            <p:sp>
              <p:nvSpPr>
                <p:cNvPr id="104405" name="Line 345">
                  <a:extLst>
                    <a:ext uri="{FF2B5EF4-FFF2-40B4-BE49-F238E27FC236}">
                      <a16:creationId xmlns:a16="http://schemas.microsoft.com/office/drawing/2014/main" id="{4B406FF6-2B2E-AD4A-F0E2-DAC96B64B6FC}"/>
                    </a:ext>
                  </a:extLst>
                </p:cNvPr>
                <p:cNvSpPr>
                  <a:spLocks noChangeShapeType="1"/>
                </p:cNvSpPr>
                <p:nvPr/>
              </p:nvSpPr>
              <p:spPr bwMode="auto">
                <a:xfrm>
                  <a:off x="1712" y="1757"/>
                  <a:ext cx="24" cy="1"/>
                </a:xfrm>
                <a:prstGeom prst="line">
                  <a:avLst/>
                </a:prstGeom>
                <a:grpFill/>
                <a:ln w="12700">
                  <a:solidFill>
                    <a:schemeClr val="bg1">
                      <a:lumMod val="65000"/>
                    </a:schemeClr>
                  </a:solidFill>
                  <a:round/>
                  <a:headEnd/>
                  <a:tailEnd/>
                </a:ln>
              </p:spPr>
              <p:txBody>
                <a:bodyPr/>
                <a:lstStyle/>
                <a:p>
                  <a:endParaRPr lang="en-US"/>
                </a:p>
              </p:txBody>
            </p:sp>
            <p:sp>
              <p:nvSpPr>
                <p:cNvPr id="104406" name="Line 346">
                  <a:extLst>
                    <a:ext uri="{FF2B5EF4-FFF2-40B4-BE49-F238E27FC236}">
                      <a16:creationId xmlns:a16="http://schemas.microsoft.com/office/drawing/2014/main" id="{7E263AB6-BC20-83CF-9C6B-40A2EAB9637B}"/>
                    </a:ext>
                  </a:extLst>
                </p:cNvPr>
                <p:cNvSpPr>
                  <a:spLocks noChangeShapeType="1"/>
                </p:cNvSpPr>
                <p:nvPr/>
              </p:nvSpPr>
              <p:spPr bwMode="auto">
                <a:xfrm>
                  <a:off x="1768" y="1757"/>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21" name="Group 347">
              <a:extLst>
                <a:ext uri="{FF2B5EF4-FFF2-40B4-BE49-F238E27FC236}">
                  <a16:creationId xmlns:a16="http://schemas.microsoft.com/office/drawing/2014/main" id="{A3E15080-F090-10B9-2E6E-C3DDE0149F9B}"/>
                </a:ext>
              </a:extLst>
            </p:cNvPr>
            <p:cNvGrpSpPr>
              <a:grpSpLocks/>
            </p:cNvGrpSpPr>
            <p:nvPr/>
          </p:nvGrpSpPr>
          <p:grpSpPr bwMode="auto">
            <a:xfrm>
              <a:off x="1952" y="1725"/>
              <a:ext cx="415" cy="56"/>
              <a:chOff x="1952" y="1725"/>
              <a:chExt cx="415" cy="56"/>
            </a:xfrm>
            <a:grpFill/>
          </p:grpSpPr>
          <p:sp>
            <p:nvSpPr>
              <p:cNvPr id="104391" name="Freeform 348">
                <a:extLst>
                  <a:ext uri="{FF2B5EF4-FFF2-40B4-BE49-F238E27FC236}">
                    <a16:creationId xmlns:a16="http://schemas.microsoft.com/office/drawing/2014/main" id="{9E3AA39B-CF1C-71E4-653F-A49434AEE517}"/>
                  </a:ext>
                </a:extLst>
              </p:cNvPr>
              <p:cNvSpPr>
                <a:spLocks/>
              </p:cNvSpPr>
              <p:nvPr/>
            </p:nvSpPr>
            <p:spPr bwMode="auto">
              <a:xfrm>
                <a:off x="2255" y="1725"/>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4392" name="Group 349">
                <a:extLst>
                  <a:ext uri="{FF2B5EF4-FFF2-40B4-BE49-F238E27FC236}">
                    <a16:creationId xmlns:a16="http://schemas.microsoft.com/office/drawing/2014/main" id="{76A5312C-3890-F000-257A-C7D3DBA5EE2E}"/>
                  </a:ext>
                </a:extLst>
              </p:cNvPr>
              <p:cNvGrpSpPr>
                <a:grpSpLocks/>
              </p:cNvGrpSpPr>
              <p:nvPr/>
            </p:nvGrpSpPr>
            <p:grpSpPr bwMode="auto">
              <a:xfrm>
                <a:off x="1952" y="1757"/>
                <a:ext cx="295" cy="1"/>
                <a:chOff x="1952" y="1757"/>
                <a:chExt cx="295" cy="1"/>
              </a:xfrm>
              <a:grpFill/>
            </p:grpSpPr>
            <p:sp>
              <p:nvSpPr>
                <p:cNvPr id="104393" name="Line 350">
                  <a:extLst>
                    <a:ext uri="{FF2B5EF4-FFF2-40B4-BE49-F238E27FC236}">
                      <a16:creationId xmlns:a16="http://schemas.microsoft.com/office/drawing/2014/main" id="{DE82DA0F-E13E-1085-D0BD-06B1DF64E3E8}"/>
                    </a:ext>
                  </a:extLst>
                </p:cNvPr>
                <p:cNvSpPr>
                  <a:spLocks noChangeShapeType="1"/>
                </p:cNvSpPr>
                <p:nvPr/>
              </p:nvSpPr>
              <p:spPr bwMode="auto">
                <a:xfrm>
                  <a:off x="1952" y="1757"/>
                  <a:ext cx="24" cy="1"/>
                </a:xfrm>
                <a:prstGeom prst="line">
                  <a:avLst/>
                </a:prstGeom>
                <a:grpFill/>
                <a:ln w="12700">
                  <a:solidFill>
                    <a:schemeClr val="bg1">
                      <a:lumMod val="65000"/>
                    </a:schemeClr>
                  </a:solidFill>
                  <a:round/>
                  <a:headEnd/>
                  <a:tailEnd/>
                </a:ln>
              </p:spPr>
              <p:txBody>
                <a:bodyPr/>
                <a:lstStyle/>
                <a:p>
                  <a:endParaRPr lang="en-US"/>
                </a:p>
              </p:txBody>
            </p:sp>
            <p:sp>
              <p:nvSpPr>
                <p:cNvPr id="104394" name="Line 351">
                  <a:extLst>
                    <a:ext uri="{FF2B5EF4-FFF2-40B4-BE49-F238E27FC236}">
                      <a16:creationId xmlns:a16="http://schemas.microsoft.com/office/drawing/2014/main" id="{64049421-37AB-06AF-F24B-294FCA1BF101}"/>
                    </a:ext>
                  </a:extLst>
                </p:cNvPr>
                <p:cNvSpPr>
                  <a:spLocks noChangeShapeType="1"/>
                </p:cNvSpPr>
                <p:nvPr/>
              </p:nvSpPr>
              <p:spPr bwMode="auto">
                <a:xfrm>
                  <a:off x="2008" y="1757"/>
                  <a:ext cx="23" cy="1"/>
                </a:xfrm>
                <a:prstGeom prst="line">
                  <a:avLst/>
                </a:prstGeom>
                <a:grpFill/>
                <a:ln w="12700">
                  <a:solidFill>
                    <a:schemeClr val="bg1">
                      <a:lumMod val="65000"/>
                    </a:schemeClr>
                  </a:solidFill>
                  <a:round/>
                  <a:headEnd/>
                  <a:tailEnd/>
                </a:ln>
              </p:spPr>
              <p:txBody>
                <a:bodyPr/>
                <a:lstStyle/>
                <a:p>
                  <a:endParaRPr lang="en-US"/>
                </a:p>
              </p:txBody>
            </p:sp>
            <p:sp>
              <p:nvSpPr>
                <p:cNvPr id="104395" name="Line 352">
                  <a:extLst>
                    <a:ext uri="{FF2B5EF4-FFF2-40B4-BE49-F238E27FC236}">
                      <a16:creationId xmlns:a16="http://schemas.microsoft.com/office/drawing/2014/main" id="{07069139-6542-6A6C-5C51-12C7004B673A}"/>
                    </a:ext>
                  </a:extLst>
                </p:cNvPr>
                <p:cNvSpPr>
                  <a:spLocks noChangeShapeType="1"/>
                </p:cNvSpPr>
                <p:nvPr/>
              </p:nvSpPr>
              <p:spPr bwMode="auto">
                <a:xfrm>
                  <a:off x="2063" y="1757"/>
                  <a:ext cx="24" cy="1"/>
                </a:xfrm>
                <a:prstGeom prst="line">
                  <a:avLst/>
                </a:prstGeom>
                <a:grpFill/>
                <a:ln w="12700">
                  <a:solidFill>
                    <a:schemeClr val="bg1">
                      <a:lumMod val="65000"/>
                    </a:schemeClr>
                  </a:solidFill>
                  <a:round/>
                  <a:headEnd/>
                  <a:tailEnd/>
                </a:ln>
              </p:spPr>
              <p:txBody>
                <a:bodyPr/>
                <a:lstStyle/>
                <a:p>
                  <a:endParaRPr lang="en-US"/>
                </a:p>
              </p:txBody>
            </p:sp>
            <p:sp>
              <p:nvSpPr>
                <p:cNvPr id="104396" name="Line 353">
                  <a:extLst>
                    <a:ext uri="{FF2B5EF4-FFF2-40B4-BE49-F238E27FC236}">
                      <a16:creationId xmlns:a16="http://schemas.microsoft.com/office/drawing/2014/main" id="{0AF23E3D-0567-7ED4-EAAE-6EEEBCA96B29}"/>
                    </a:ext>
                  </a:extLst>
                </p:cNvPr>
                <p:cNvSpPr>
                  <a:spLocks noChangeShapeType="1"/>
                </p:cNvSpPr>
                <p:nvPr/>
              </p:nvSpPr>
              <p:spPr bwMode="auto">
                <a:xfrm>
                  <a:off x="2119" y="1757"/>
                  <a:ext cx="24" cy="1"/>
                </a:xfrm>
                <a:prstGeom prst="line">
                  <a:avLst/>
                </a:prstGeom>
                <a:grpFill/>
                <a:ln w="12700">
                  <a:solidFill>
                    <a:schemeClr val="bg1">
                      <a:lumMod val="65000"/>
                    </a:schemeClr>
                  </a:solidFill>
                  <a:round/>
                  <a:headEnd/>
                  <a:tailEnd/>
                </a:ln>
              </p:spPr>
              <p:txBody>
                <a:bodyPr/>
                <a:lstStyle/>
                <a:p>
                  <a:endParaRPr lang="en-US"/>
                </a:p>
              </p:txBody>
            </p:sp>
            <p:sp>
              <p:nvSpPr>
                <p:cNvPr id="104397" name="Line 354">
                  <a:extLst>
                    <a:ext uri="{FF2B5EF4-FFF2-40B4-BE49-F238E27FC236}">
                      <a16:creationId xmlns:a16="http://schemas.microsoft.com/office/drawing/2014/main" id="{1851E6F6-9F44-335E-ED18-4BCF1532254A}"/>
                    </a:ext>
                  </a:extLst>
                </p:cNvPr>
                <p:cNvSpPr>
                  <a:spLocks noChangeShapeType="1"/>
                </p:cNvSpPr>
                <p:nvPr/>
              </p:nvSpPr>
              <p:spPr bwMode="auto">
                <a:xfrm>
                  <a:off x="2175" y="1757"/>
                  <a:ext cx="24" cy="1"/>
                </a:xfrm>
                <a:prstGeom prst="line">
                  <a:avLst/>
                </a:prstGeom>
                <a:grpFill/>
                <a:ln w="12700">
                  <a:solidFill>
                    <a:schemeClr val="bg1">
                      <a:lumMod val="65000"/>
                    </a:schemeClr>
                  </a:solidFill>
                  <a:round/>
                  <a:headEnd/>
                  <a:tailEnd/>
                </a:ln>
              </p:spPr>
              <p:txBody>
                <a:bodyPr/>
                <a:lstStyle/>
                <a:p>
                  <a:endParaRPr lang="en-US"/>
                </a:p>
              </p:txBody>
            </p:sp>
            <p:sp>
              <p:nvSpPr>
                <p:cNvPr id="104398" name="Line 355">
                  <a:extLst>
                    <a:ext uri="{FF2B5EF4-FFF2-40B4-BE49-F238E27FC236}">
                      <a16:creationId xmlns:a16="http://schemas.microsoft.com/office/drawing/2014/main" id="{5C276F15-AD9C-3E8F-ED74-3C7EF473C259}"/>
                    </a:ext>
                  </a:extLst>
                </p:cNvPr>
                <p:cNvSpPr>
                  <a:spLocks noChangeShapeType="1"/>
                </p:cNvSpPr>
                <p:nvPr/>
              </p:nvSpPr>
              <p:spPr bwMode="auto">
                <a:xfrm>
                  <a:off x="2231" y="1757"/>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22" name="Group 356">
              <a:extLst>
                <a:ext uri="{FF2B5EF4-FFF2-40B4-BE49-F238E27FC236}">
                  <a16:creationId xmlns:a16="http://schemas.microsoft.com/office/drawing/2014/main" id="{08F1ECFA-50A6-40B3-A54E-AD7F91F10377}"/>
                </a:ext>
              </a:extLst>
            </p:cNvPr>
            <p:cNvGrpSpPr>
              <a:grpSpLocks/>
            </p:cNvGrpSpPr>
            <p:nvPr/>
          </p:nvGrpSpPr>
          <p:grpSpPr bwMode="auto">
            <a:xfrm>
              <a:off x="1497" y="2036"/>
              <a:ext cx="415" cy="56"/>
              <a:chOff x="1497" y="2036"/>
              <a:chExt cx="415" cy="56"/>
            </a:xfrm>
            <a:grpFill/>
          </p:grpSpPr>
          <p:sp>
            <p:nvSpPr>
              <p:cNvPr id="104383" name="Freeform 357">
                <a:extLst>
                  <a:ext uri="{FF2B5EF4-FFF2-40B4-BE49-F238E27FC236}">
                    <a16:creationId xmlns:a16="http://schemas.microsoft.com/office/drawing/2014/main" id="{7F5DAD3B-BBC7-42AF-5CC8-F994976FEFAD}"/>
                  </a:ext>
                </a:extLst>
              </p:cNvPr>
              <p:cNvSpPr>
                <a:spLocks/>
              </p:cNvSpPr>
              <p:nvPr/>
            </p:nvSpPr>
            <p:spPr bwMode="auto">
              <a:xfrm>
                <a:off x="1800"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4384" name="Group 358">
                <a:extLst>
                  <a:ext uri="{FF2B5EF4-FFF2-40B4-BE49-F238E27FC236}">
                    <a16:creationId xmlns:a16="http://schemas.microsoft.com/office/drawing/2014/main" id="{E1266153-D9DD-F7AD-4B45-58395F607F97}"/>
                  </a:ext>
                </a:extLst>
              </p:cNvPr>
              <p:cNvGrpSpPr>
                <a:grpSpLocks/>
              </p:cNvGrpSpPr>
              <p:nvPr/>
            </p:nvGrpSpPr>
            <p:grpSpPr bwMode="auto">
              <a:xfrm>
                <a:off x="1497" y="2068"/>
                <a:ext cx="295" cy="1"/>
                <a:chOff x="1497" y="2068"/>
                <a:chExt cx="295" cy="1"/>
              </a:xfrm>
              <a:grpFill/>
            </p:grpSpPr>
            <p:sp>
              <p:nvSpPr>
                <p:cNvPr id="104385" name="Line 359">
                  <a:extLst>
                    <a:ext uri="{FF2B5EF4-FFF2-40B4-BE49-F238E27FC236}">
                      <a16:creationId xmlns:a16="http://schemas.microsoft.com/office/drawing/2014/main" id="{999323A8-31AF-50C6-915B-614450ABF669}"/>
                    </a:ext>
                  </a:extLst>
                </p:cNvPr>
                <p:cNvSpPr>
                  <a:spLocks noChangeShapeType="1"/>
                </p:cNvSpPr>
                <p:nvPr/>
              </p:nvSpPr>
              <p:spPr bwMode="auto">
                <a:xfrm>
                  <a:off x="1497" y="2068"/>
                  <a:ext cx="23" cy="1"/>
                </a:xfrm>
                <a:prstGeom prst="line">
                  <a:avLst/>
                </a:prstGeom>
                <a:grpFill/>
                <a:ln w="12700">
                  <a:solidFill>
                    <a:schemeClr val="bg1">
                      <a:lumMod val="65000"/>
                    </a:schemeClr>
                  </a:solidFill>
                  <a:round/>
                  <a:headEnd/>
                  <a:tailEnd/>
                </a:ln>
              </p:spPr>
              <p:txBody>
                <a:bodyPr/>
                <a:lstStyle/>
                <a:p>
                  <a:endParaRPr lang="en-US"/>
                </a:p>
              </p:txBody>
            </p:sp>
            <p:sp>
              <p:nvSpPr>
                <p:cNvPr id="104386" name="Line 360">
                  <a:extLst>
                    <a:ext uri="{FF2B5EF4-FFF2-40B4-BE49-F238E27FC236}">
                      <a16:creationId xmlns:a16="http://schemas.microsoft.com/office/drawing/2014/main" id="{4E0FCC4A-98AD-F1B9-CD5B-008955E705D4}"/>
                    </a:ext>
                  </a:extLst>
                </p:cNvPr>
                <p:cNvSpPr>
                  <a:spLocks noChangeShapeType="1"/>
                </p:cNvSpPr>
                <p:nvPr/>
              </p:nvSpPr>
              <p:spPr bwMode="auto">
                <a:xfrm>
                  <a:off x="1552" y="2068"/>
                  <a:ext cx="24" cy="1"/>
                </a:xfrm>
                <a:prstGeom prst="line">
                  <a:avLst/>
                </a:prstGeom>
                <a:grpFill/>
                <a:ln w="12700">
                  <a:solidFill>
                    <a:schemeClr val="bg1">
                      <a:lumMod val="65000"/>
                    </a:schemeClr>
                  </a:solidFill>
                  <a:round/>
                  <a:headEnd/>
                  <a:tailEnd/>
                </a:ln>
              </p:spPr>
              <p:txBody>
                <a:bodyPr/>
                <a:lstStyle/>
                <a:p>
                  <a:endParaRPr lang="en-US"/>
                </a:p>
              </p:txBody>
            </p:sp>
            <p:sp>
              <p:nvSpPr>
                <p:cNvPr id="104387" name="Line 361">
                  <a:extLst>
                    <a:ext uri="{FF2B5EF4-FFF2-40B4-BE49-F238E27FC236}">
                      <a16:creationId xmlns:a16="http://schemas.microsoft.com/office/drawing/2014/main" id="{44927B07-93C5-E06F-5772-A2408DFF973A}"/>
                    </a:ext>
                  </a:extLst>
                </p:cNvPr>
                <p:cNvSpPr>
                  <a:spLocks noChangeShapeType="1"/>
                </p:cNvSpPr>
                <p:nvPr/>
              </p:nvSpPr>
              <p:spPr bwMode="auto">
                <a:xfrm>
                  <a:off x="1608" y="2068"/>
                  <a:ext cx="24" cy="1"/>
                </a:xfrm>
                <a:prstGeom prst="line">
                  <a:avLst/>
                </a:prstGeom>
                <a:grpFill/>
                <a:ln w="12700">
                  <a:solidFill>
                    <a:schemeClr val="bg1">
                      <a:lumMod val="65000"/>
                    </a:schemeClr>
                  </a:solidFill>
                  <a:round/>
                  <a:headEnd/>
                  <a:tailEnd/>
                </a:ln>
              </p:spPr>
              <p:txBody>
                <a:bodyPr/>
                <a:lstStyle/>
                <a:p>
                  <a:endParaRPr lang="en-US"/>
                </a:p>
              </p:txBody>
            </p:sp>
            <p:sp>
              <p:nvSpPr>
                <p:cNvPr id="104388" name="Line 362">
                  <a:extLst>
                    <a:ext uri="{FF2B5EF4-FFF2-40B4-BE49-F238E27FC236}">
                      <a16:creationId xmlns:a16="http://schemas.microsoft.com/office/drawing/2014/main" id="{C376638F-872F-9F5F-4D0B-3FBD21C97DF0}"/>
                    </a:ext>
                  </a:extLst>
                </p:cNvPr>
                <p:cNvSpPr>
                  <a:spLocks noChangeShapeType="1"/>
                </p:cNvSpPr>
                <p:nvPr/>
              </p:nvSpPr>
              <p:spPr bwMode="auto">
                <a:xfrm>
                  <a:off x="1664" y="2068"/>
                  <a:ext cx="24" cy="1"/>
                </a:xfrm>
                <a:prstGeom prst="line">
                  <a:avLst/>
                </a:prstGeom>
                <a:grpFill/>
                <a:ln w="12700">
                  <a:solidFill>
                    <a:schemeClr val="bg1">
                      <a:lumMod val="65000"/>
                    </a:schemeClr>
                  </a:solidFill>
                  <a:round/>
                  <a:headEnd/>
                  <a:tailEnd/>
                </a:ln>
              </p:spPr>
              <p:txBody>
                <a:bodyPr/>
                <a:lstStyle/>
                <a:p>
                  <a:endParaRPr lang="en-US"/>
                </a:p>
              </p:txBody>
            </p:sp>
            <p:sp>
              <p:nvSpPr>
                <p:cNvPr id="104389" name="Line 363">
                  <a:extLst>
                    <a:ext uri="{FF2B5EF4-FFF2-40B4-BE49-F238E27FC236}">
                      <a16:creationId xmlns:a16="http://schemas.microsoft.com/office/drawing/2014/main" id="{1AA2D8EA-F0A4-9F72-D7B9-8512B61F39A8}"/>
                    </a:ext>
                  </a:extLst>
                </p:cNvPr>
                <p:cNvSpPr>
                  <a:spLocks noChangeShapeType="1"/>
                </p:cNvSpPr>
                <p:nvPr/>
              </p:nvSpPr>
              <p:spPr bwMode="auto">
                <a:xfrm>
                  <a:off x="1720" y="2068"/>
                  <a:ext cx="24" cy="1"/>
                </a:xfrm>
                <a:prstGeom prst="line">
                  <a:avLst/>
                </a:prstGeom>
                <a:grpFill/>
                <a:ln w="12700">
                  <a:solidFill>
                    <a:schemeClr val="bg1">
                      <a:lumMod val="65000"/>
                    </a:schemeClr>
                  </a:solidFill>
                  <a:round/>
                  <a:headEnd/>
                  <a:tailEnd/>
                </a:ln>
              </p:spPr>
              <p:txBody>
                <a:bodyPr/>
                <a:lstStyle/>
                <a:p>
                  <a:endParaRPr lang="en-US"/>
                </a:p>
              </p:txBody>
            </p:sp>
            <p:sp>
              <p:nvSpPr>
                <p:cNvPr id="104390" name="Line 364">
                  <a:extLst>
                    <a:ext uri="{FF2B5EF4-FFF2-40B4-BE49-F238E27FC236}">
                      <a16:creationId xmlns:a16="http://schemas.microsoft.com/office/drawing/2014/main" id="{E2CE351F-5A34-1CB4-822B-29B8B44BA1BD}"/>
                    </a:ext>
                  </a:extLst>
                </p:cNvPr>
                <p:cNvSpPr>
                  <a:spLocks noChangeShapeType="1"/>
                </p:cNvSpPr>
                <p:nvPr/>
              </p:nvSpPr>
              <p:spPr bwMode="auto">
                <a:xfrm>
                  <a:off x="1776" y="2068"/>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23" name="Group 365">
              <a:extLst>
                <a:ext uri="{FF2B5EF4-FFF2-40B4-BE49-F238E27FC236}">
                  <a16:creationId xmlns:a16="http://schemas.microsoft.com/office/drawing/2014/main" id="{A88BC18A-0003-5588-9B8D-8D0E3613E97C}"/>
                </a:ext>
              </a:extLst>
            </p:cNvPr>
            <p:cNvGrpSpPr>
              <a:grpSpLocks/>
            </p:cNvGrpSpPr>
            <p:nvPr/>
          </p:nvGrpSpPr>
          <p:grpSpPr bwMode="auto">
            <a:xfrm>
              <a:off x="1960" y="2036"/>
              <a:ext cx="423" cy="56"/>
              <a:chOff x="1960" y="2036"/>
              <a:chExt cx="423" cy="56"/>
            </a:xfrm>
            <a:grpFill/>
          </p:grpSpPr>
          <p:sp>
            <p:nvSpPr>
              <p:cNvPr id="104375" name="Freeform 366">
                <a:extLst>
                  <a:ext uri="{FF2B5EF4-FFF2-40B4-BE49-F238E27FC236}">
                    <a16:creationId xmlns:a16="http://schemas.microsoft.com/office/drawing/2014/main" id="{910A4E87-F794-756C-6A47-50960539E02F}"/>
                  </a:ext>
                </a:extLst>
              </p:cNvPr>
              <p:cNvSpPr>
                <a:spLocks/>
              </p:cNvSpPr>
              <p:nvPr/>
            </p:nvSpPr>
            <p:spPr bwMode="auto">
              <a:xfrm>
                <a:off x="2271"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4376" name="Group 367">
                <a:extLst>
                  <a:ext uri="{FF2B5EF4-FFF2-40B4-BE49-F238E27FC236}">
                    <a16:creationId xmlns:a16="http://schemas.microsoft.com/office/drawing/2014/main" id="{85C2A9CC-A9E0-AC19-664A-6C7F8F6A29F5}"/>
                  </a:ext>
                </a:extLst>
              </p:cNvPr>
              <p:cNvGrpSpPr>
                <a:grpSpLocks/>
              </p:cNvGrpSpPr>
              <p:nvPr/>
            </p:nvGrpSpPr>
            <p:grpSpPr bwMode="auto">
              <a:xfrm>
                <a:off x="1960" y="2068"/>
                <a:ext cx="303" cy="1"/>
                <a:chOff x="1960" y="2068"/>
                <a:chExt cx="303" cy="1"/>
              </a:xfrm>
              <a:grpFill/>
            </p:grpSpPr>
            <p:sp>
              <p:nvSpPr>
                <p:cNvPr id="104377" name="Line 368">
                  <a:extLst>
                    <a:ext uri="{FF2B5EF4-FFF2-40B4-BE49-F238E27FC236}">
                      <a16:creationId xmlns:a16="http://schemas.microsoft.com/office/drawing/2014/main" id="{2291DD4A-346F-35B1-ECDD-A7E5D0019E8C}"/>
                    </a:ext>
                  </a:extLst>
                </p:cNvPr>
                <p:cNvSpPr>
                  <a:spLocks noChangeShapeType="1"/>
                </p:cNvSpPr>
                <p:nvPr/>
              </p:nvSpPr>
              <p:spPr bwMode="auto">
                <a:xfrm>
                  <a:off x="1960" y="2068"/>
                  <a:ext cx="24" cy="1"/>
                </a:xfrm>
                <a:prstGeom prst="line">
                  <a:avLst/>
                </a:prstGeom>
                <a:grpFill/>
                <a:ln w="12700">
                  <a:solidFill>
                    <a:schemeClr val="bg1">
                      <a:lumMod val="65000"/>
                    </a:schemeClr>
                  </a:solidFill>
                  <a:round/>
                  <a:headEnd/>
                  <a:tailEnd/>
                </a:ln>
              </p:spPr>
              <p:txBody>
                <a:bodyPr/>
                <a:lstStyle/>
                <a:p>
                  <a:endParaRPr lang="en-US"/>
                </a:p>
              </p:txBody>
            </p:sp>
            <p:sp>
              <p:nvSpPr>
                <p:cNvPr id="104378" name="Line 369">
                  <a:extLst>
                    <a:ext uri="{FF2B5EF4-FFF2-40B4-BE49-F238E27FC236}">
                      <a16:creationId xmlns:a16="http://schemas.microsoft.com/office/drawing/2014/main" id="{700329FE-C4CC-E790-CF81-072119ACB5CB}"/>
                    </a:ext>
                  </a:extLst>
                </p:cNvPr>
                <p:cNvSpPr>
                  <a:spLocks noChangeShapeType="1"/>
                </p:cNvSpPr>
                <p:nvPr/>
              </p:nvSpPr>
              <p:spPr bwMode="auto">
                <a:xfrm>
                  <a:off x="2015" y="2068"/>
                  <a:ext cx="24" cy="1"/>
                </a:xfrm>
                <a:prstGeom prst="line">
                  <a:avLst/>
                </a:prstGeom>
                <a:grpFill/>
                <a:ln w="12700">
                  <a:solidFill>
                    <a:schemeClr val="bg1">
                      <a:lumMod val="65000"/>
                    </a:schemeClr>
                  </a:solidFill>
                  <a:round/>
                  <a:headEnd/>
                  <a:tailEnd/>
                </a:ln>
              </p:spPr>
              <p:txBody>
                <a:bodyPr/>
                <a:lstStyle/>
                <a:p>
                  <a:endParaRPr lang="en-US"/>
                </a:p>
              </p:txBody>
            </p:sp>
            <p:sp>
              <p:nvSpPr>
                <p:cNvPr id="104379" name="Line 370">
                  <a:extLst>
                    <a:ext uri="{FF2B5EF4-FFF2-40B4-BE49-F238E27FC236}">
                      <a16:creationId xmlns:a16="http://schemas.microsoft.com/office/drawing/2014/main" id="{2C25DB84-7B93-E526-A0CE-130A6527EBA0}"/>
                    </a:ext>
                  </a:extLst>
                </p:cNvPr>
                <p:cNvSpPr>
                  <a:spLocks noChangeShapeType="1"/>
                </p:cNvSpPr>
                <p:nvPr/>
              </p:nvSpPr>
              <p:spPr bwMode="auto">
                <a:xfrm>
                  <a:off x="2071" y="2068"/>
                  <a:ext cx="24" cy="1"/>
                </a:xfrm>
                <a:prstGeom prst="line">
                  <a:avLst/>
                </a:prstGeom>
                <a:grpFill/>
                <a:ln w="12700">
                  <a:solidFill>
                    <a:schemeClr val="bg1">
                      <a:lumMod val="65000"/>
                    </a:schemeClr>
                  </a:solidFill>
                  <a:round/>
                  <a:headEnd/>
                  <a:tailEnd/>
                </a:ln>
              </p:spPr>
              <p:txBody>
                <a:bodyPr/>
                <a:lstStyle/>
                <a:p>
                  <a:endParaRPr lang="en-US"/>
                </a:p>
              </p:txBody>
            </p:sp>
            <p:sp>
              <p:nvSpPr>
                <p:cNvPr id="104380" name="Line 371">
                  <a:extLst>
                    <a:ext uri="{FF2B5EF4-FFF2-40B4-BE49-F238E27FC236}">
                      <a16:creationId xmlns:a16="http://schemas.microsoft.com/office/drawing/2014/main" id="{268A5345-F379-A53C-73DD-D9F5878C829F}"/>
                    </a:ext>
                  </a:extLst>
                </p:cNvPr>
                <p:cNvSpPr>
                  <a:spLocks noChangeShapeType="1"/>
                </p:cNvSpPr>
                <p:nvPr/>
              </p:nvSpPr>
              <p:spPr bwMode="auto">
                <a:xfrm>
                  <a:off x="2127" y="2068"/>
                  <a:ext cx="24" cy="1"/>
                </a:xfrm>
                <a:prstGeom prst="line">
                  <a:avLst/>
                </a:prstGeom>
                <a:grpFill/>
                <a:ln w="12700">
                  <a:solidFill>
                    <a:schemeClr val="bg1">
                      <a:lumMod val="65000"/>
                    </a:schemeClr>
                  </a:solidFill>
                  <a:round/>
                  <a:headEnd/>
                  <a:tailEnd/>
                </a:ln>
              </p:spPr>
              <p:txBody>
                <a:bodyPr/>
                <a:lstStyle/>
                <a:p>
                  <a:endParaRPr lang="en-US"/>
                </a:p>
              </p:txBody>
            </p:sp>
            <p:sp>
              <p:nvSpPr>
                <p:cNvPr id="104381" name="Line 372">
                  <a:extLst>
                    <a:ext uri="{FF2B5EF4-FFF2-40B4-BE49-F238E27FC236}">
                      <a16:creationId xmlns:a16="http://schemas.microsoft.com/office/drawing/2014/main" id="{59C8EFA4-E01C-3922-4111-D9564ADB9116}"/>
                    </a:ext>
                  </a:extLst>
                </p:cNvPr>
                <p:cNvSpPr>
                  <a:spLocks noChangeShapeType="1"/>
                </p:cNvSpPr>
                <p:nvPr/>
              </p:nvSpPr>
              <p:spPr bwMode="auto">
                <a:xfrm>
                  <a:off x="2183" y="2068"/>
                  <a:ext cx="24" cy="1"/>
                </a:xfrm>
                <a:prstGeom prst="line">
                  <a:avLst/>
                </a:prstGeom>
                <a:grpFill/>
                <a:ln w="12700">
                  <a:solidFill>
                    <a:schemeClr val="bg1">
                      <a:lumMod val="65000"/>
                    </a:schemeClr>
                  </a:solidFill>
                  <a:round/>
                  <a:headEnd/>
                  <a:tailEnd/>
                </a:ln>
              </p:spPr>
              <p:txBody>
                <a:bodyPr/>
                <a:lstStyle/>
                <a:p>
                  <a:endParaRPr lang="en-US"/>
                </a:p>
              </p:txBody>
            </p:sp>
            <p:sp>
              <p:nvSpPr>
                <p:cNvPr id="104382" name="Line 373">
                  <a:extLst>
                    <a:ext uri="{FF2B5EF4-FFF2-40B4-BE49-F238E27FC236}">
                      <a16:creationId xmlns:a16="http://schemas.microsoft.com/office/drawing/2014/main" id="{19E9DE16-B53E-0FA7-3B0D-EFD3CFEDF7B4}"/>
                    </a:ext>
                  </a:extLst>
                </p:cNvPr>
                <p:cNvSpPr>
                  <a:spLocks noChangeShapeType="1"/>
                </p:cNvSpPr>
                <p:nvPr/>
              </p:nvSpPr>
              <p:spPr bwMode="auto">
                <a:xfrm>
                  <a:off x="2239" y="2068"/>
                  <a:ext cx="24"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24" name="Group 374">
              <a:extLst>
                <a:ext uri="{FF2B5EF4-FFF2-40B4-BE49-F238E27FC236}">
                  <a16:creationId xmlns:a16="http://schemas.microsoft.com/office/drawing/2014/main" id="{712B54A5-2BDA-E0EC-F451-61447E5BF722}"/>
                </a:ext>
              </a:extLst>
            </p:cNvPr>
            <p:cNvGrpSpPr>
              <a:grpSpLocks/>
            </p:cNvGrpSpPr>
            <p:nvPr/>
          </p:nvGrpSpPr>
          <p:grpSpPr bwMode="auto">
            <a:xfrm>
              <a:off x="2431" y="2036"/>
              <a:ext cx="415" cy="56"/>
              <a:chOff x="2431" y="2036"/>
              <a:chExt cx="415" cy="56"/>
            </a:xfrm>
            <a:grpFill/>
          </p:grpSpPr>
          <p:sp>
            <p:nvSpPr>
              <p:cNvPr id="104367" name="Freeform 375">
                <a:extLst>
                  <a:ext uri="{FF2B5EF4-FFF2-40B4-BE49-F238E27FC236}">
                    <a16:creationId xmlns:a16="http://schemas.microsoft.com/office/drawing/2014/main" id="{918EF088-D4AF-A5CC-0EE2-7CA729C12419}"/>
                  </a:ext>
                </a:extLst>
              </p:cNvPr>
              <p:cNvSpPr>
                <a:spLocks/>
              </p:cNvSpPr>
              <p:nvPr/>
            </p:nvSpPr>
            <p:spPr bwMode="auto">
              <a:xfrm>
                <a:off x="2734"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4368" name="Group 376">
                <a:extLst>
                  <a:ext uri="{FF2B5EF4-FFF2-40B4-BE49-F238E27FC236}">
                    <a16:creationId xmlns:a16="http://schemas.microsoft.com/office/drawing/2014/main" id="{99187165-6B16-04D7-5E35-6DDF0D289346}"/>
                  </a:ext>
                </a:extLst>
              </p:cNvPr>
              <p:cNvGrpSpPr>
                <a:grpSpLocks/>
              </p:cNvGrpSpPr>
              <p:nvPr/>
            </p:nvGrpSpPr>
            <p:grpSpPr bwMode="auto">
              <a:xfrm>
                <a:off x="2431" y="2068"/>
                <a:ext cx="295" cy="1"/>
                <a:chOff x="2431" y="2068"/>
                <a:chExt cx="295" cy="1"/>
              </a:xfrm>
              <a:grpFill/>
            </p:grpSpPr>
            <p:sp>
              <p:nvSpPr>
                <p:cNvPr id="104369" name="Line 377">
                  <a:extLst>
                    <a:ext uri="{FF2B5EF4-FFF2-40B4-BE49-F238E27FC236}">
                      <a16:creationId xmlns:a16="http://schemas.microsoft.com/office/drawing/2014/main" id="{269DD051-91DA-05D1-023D-89A6D2AA6905}"/>
                    </a:ext>
                  </a:extLst>
                </p:cNvPr>
                <p:cNvSpPr>
                  <a:spLocks noChangeShapeType="1"/>
                </p:cNvSpPr>
                <p:nvPr/>
              </p:nvSpPr>
              <p:spPr bwMode="auto">
                <a:xfrm>
                  <a:off x="2431" y="2068"/>
                  <a:ext cx="24" cy="1"/>
                </a:xfrm>
                <a:prstGeom prst="line">
                  <a:avLst/>
                </a:prstGeom>
                <a:grpFill/>
                <a:ln w="12700">
                  <a:solidFill>
                    <a:schemeClr val="bg1">
                      <a:lumMod val="65000"/>
                    </a:schemeClr>
                  </a:solidFill>
                  <a:round/>
                  <a:headEnd/>
                  <a:tailEnd/>
                </a:ln>
              </p:spPr>
              <p:txBody>
                <a:bodyPr/>
                <a:lstStyle/>
                <a:p>
                  <a:endParaRPr lang="en-US"/>
                </a:p>
              </p:txBody>
            </p:sp>
            <p:sp>
              <p:nvSpPr>
                <p:cNvPr id="104370" name="Line 378">
                  <a:extLst>
                    <a:ext uri="{FF2B5EF4-FFF2-40B4-BE49-F238E27FC236}">
                      <a16:creationId xmlns:a16="http://schemas.microsoft.com/office/drawing/2014/main" id="{F750AD76-B733-EDCE-17CF-8E588D4D6706}"/>
                    </a:ext>
                  </a:extLst>
                </p:cNvPr>
                <p:cNvSpPr>
                  <a:spLocks noChangeShapeType="1"/>
                </p:cNvSpPr>
                <p:nvPr/>
              </p:nvSpPr>
              <p:spPr bwMode="auto">
                <a:xfrm>
                  <a:off x="2487" y="2068"/>
                  <a:ext cx="24" cy="1"/>
                </a:xfrm>
                <a:prstGeom prst="line">
                  <a:avLst/>
                </a:prstGeom>
                <a:grpFill/>
                <a:ln w="12700">
                  <a:solidFill>
                    <a:schemeClr val="bg1">
                      <a:lumMod val="65000"/>
                    </a:schemeClr>
                  </a:solidFill>
                  <a:round/>
                  <a:headEnd/>
                  <a:tailEnd/>
                </a:ln>
              </p:spPr>
              <p:txBody>
                <a:bodyPr/>
                <a:lstStyle/>
                <a:p>
                  <a:endParaRPr lang="en-US"/>
                </a:p>
              </p:txBody>
            </p:sp>
            <p:sp>
              <p:nvSpPr>
                <p:cNvPr id="104371" name="Line 379">
                  <a:extLst>
                    <a:ext uri="{FF2B5EF4-FFF2-40B4-BE49-F238E27FC236}">
                      <a16:creationId xmlns:a16="http://schemas.microsoft.com/office/drawing/2014/main" id="{EBE3D804-7E8E-5601-304C-89652150AD29}"/>
                    </a:ext>
                  </a:extLst>
                </p:cNvPr>
                <p:cNvSpPr>
                  <a:spLocks noChangeShapeType="1"/>
                </p:cNvSpPr>
                <p:nvPr/>
              </p:nvSpPr>
              <p:spPr bwMode="auto">
                <a:xfrm>
                  <a:off x="2542" y="2068"/>
                  <a:ext cx="24" cy="1"/>
                </a:xfrm>
                <a:prstGeom prst="line">
                  <a:avLst/>
                </a:prstGeom>
                <a:grpFill/>
                <a:ln w="12700">
                  <a:solidFill>
                    <a:schemeClr val="bg1">
                      <a:lumMod val="65000"/>
                    </a:schemeClr>
                  </a:solidFill>
                  <a:round/>
                  <a:headEnd/>
                  <a:tailEnd/>
                </a:ln>
              </p:spPr>
              <p:txBody>
                <a:bodyPr/>
                <a:lstStyle/>
                <a:p>
                  <a:endParaRPr lang="en-US"/>
                </a:p>
              </p:txBody>
            </p:sp>
            <p:sp>
              <p:nvSpPr>
                <p:cNvPr id="104372" name="Line 380">
                  <a:extLst>
                    <a:ext uri="{FF2B5EF4-FFF2-40B4-BE49-F238E27FC236}">
                      <a16:creationId xmlns:a16="http://schemas.microsoft.com/office/drawing/2014/main" id="{9E5B6657-E7A9-611B-386A-105861D95EEB}"/>
                    </a:ext>
                  </a:extLst>
                </p:cNvPr>
                <p:cNvSpPr>
                  <a:spLocks noChangeShapeType="1"/>
                </p:cNvSpPr>
                <p:nvPr/>
              </p:nvSpPr>
              <p:spPr bwMode="auto">
                <a:xfrm>
                  <a:off x="2598" y="2068"/>
                  <a:ext cx="24" cy="1"/>
                </a:xfrm>
                <a:prstGeom prst="line">
                  <a:avLst/>
                </a:prstGeom>
                <a:grpFill/>
                <a:ln w="12700">
                  <a:solidFill>
                    <a:schemeClr val="bg1">
                      <a:lumMod val="65000"/>
                    </a:schemeClr>
                  </a:solidFill>
                  <a:round/>
                  <a:headEnd/>
                  <a:tailEnd/>
                </a:ln>
              </p:spPr>
              <p:txBody>
                <a:bodyPr/>
                <a:lstStyle/>
                <a:p>
                  <a:endParaRPr lang="en-US"/>
                </a:p>
              </p:txBody>
            </p:sp>
            <p:sp>
              <p:nvSpPr>
                <p:cNvPr id="104373" name="Line 381">
                  <a:extLst>
                    <a:ext uri="{FF2B5EF4-FFF2-40B4-BE49-F238E27FC236}">
                      <a16:creationId xmlns:a16="http://schemas.microsoft.com/office/drawing/2014/main" id="{4A28A117-51E6-C25B-C2BD-B28095E000FF}"/>
                    </a:ext>
                  </a:extLst>
                </p:cNvPr>
                <p:cNvSpPr>
                  <a:spLocks noChangeShapeType="1"/>
                </p:cNvSpPr>
                <p:nvPr/>
              </p:nvSpPr>
              <p:spPr bwMode="auto">
                <a:xfrm>
                  <a:off x="2654" y="2068"/>
                  <a:ext cx="24" cy="1"/>
                </a:xfrm>
                <a:prstGeom prst="line">
                  <a:avLst/>
                </a:prstGeom>
                <a:grpFill/>
                <a:ln w="12700">
                  <a:solidFill>
                    <a:schemeClr val="bg1">
                      <a:lumMod val="65000"/>
                    </a:schemeClr>
                  </a:solidFill>
                  <a:round/>
                  <a:headEnd/>
                  <a:tailEnd/>
                </a:ln>
              </p:spPr>
              <p:txBody>
                <a:bodyPr/>
                <a:lstStyle/>
                <a:p>
                  <a:endParaRPr lang="en-US"/>
                </a:p>
              </p:txBody>
            </p:sp>
            <p:sp>
              <p:nvSpPr>
                <p:cNvPr id="104374" name="Line 382">
                  <a:extLst>
                    <a:ext uri="{FF2B5EF4-FFF2-40B4-BE49-F238E27FC236}">
                      <a16:creationId xmlns:a16="http://schemas.microsoft.com/office/drawing/2014/main" id="{070B0BCA-736C-4DA8-3162-8EEAAE37BA79}"/>
                    </a:ext>
                  </a:extLst>
                </p:cNvPr>
                <p:cNvSpPr>
                  <a:spLocks noChangeShapeType="1"/>
                </p:cNvSpPr>
                <p:nvPr/>
              </p:nvSpPr>
              <p:spPr bwMode="auto">
                <a:xfrm>
                  <a:off x="2710" y="2068"/>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25" name="Group 383">
              <a:extLst>
                <a:ext uri="{FF2B5EF4-FFF2-40B4-BE49-F238E27FC236}">
                  <a16:creationId xmlns:a16="http://schemas.microsoft.com/office/drawing/2014/main" id="{C6E817CC-7C75-5844-4F29-DD9383FBCD51}"/>
                </a:ext>
              </a:extLst>
            </p:cNvPr>
            <p:cNvGrpSpPr>
              <a:grpSpLocks/>
            </p:cNvGrpSpPr>
            <p:nvPr/>
          </p:nvGrpSpPr>
          <p:grpSpPr bwMode="auto">
            <a:xfrm>
              <a:off x="2423" y="2347"/>
              <a:ext cx="415" cy="56"/>
              <a:chOff x="2423" y="2347"/>
              <a:chExt cx="415" cy="56"/>
            </a:xfrm>
            <a:grpFill/>
          </p:grpSpPr>
          <p:sp>
            <p:nvSpPr>
              <p:cNvPr id="104359" name="Freeform 384">
                <a:extLst>
                  <a:ext uri="{FF2B5EF4-FFF2-40B4-BE49-F238E27FC236}">
                    <a16:creationId xmlns:a16="http://schemas.microsoft.com/office/drawing/2014/main" id="{140E311B-0E4F-A6F1-7EBD-E671469BF95A}"/>
                  </a:ext>
                </a:extLst>
              </p:cNvPr>
              <p:cNvSpPr>
                <a:spLocks/>
              </p:cNvSpPr>
              <p:nvPr/>
            </p:nvSpPr>
            <p:spPr bwMode="auto">
              <a:xfrm>
                <a:off x="2726" y="234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lumMod val="65000"/>
                  </a:schemeClr>
                </a:solidFill>
                <a:round/>
                <a:headEnd/>
                <a:tailEnd/>
              </a:ln>
            </p:spPr>
            <p:txBody>
              <a:bodyPr/>
              <a:lstStyle/>
              <a:p>
                <a:endParaRPr lang="en-US"/>
              </a:p>
            </p:txBody>
          </p:sp>
          <p:grpSp>
            <p:nvGrpSpPr>
              <p:cNvPr id="104360" name="Group 385">
                <a:extLst>
                  <a:ext uri="{FF2B5EF4-FFF2-40B4-BE49-F238E27FC236}">
                    <a16:creationId xmlns:a16="http://schemas.microsoft.com/office/drawing/2014/main" id="{A2A68B37-3933-C2B2-191A-9C24C57A1B67}"/>
                  </a:ext>
                </a:extLst>
              </p:cNvPr>
              <p:cNvGrpSpPr>
                <a:grpSpLocks/>
              </p:cNvGrpSpPr>
              <p:nvPr/>
            </p:nvGrpSpPr>
            <p:grpSpPr bwMode="auto">
              <a:xfrm>
                <a:off x="2423" y="2371"/>
                <a:ext cx="295" cy="1"/>
                <a:chOff x="2423" y="2371"/>
                <a:chExt cx="295" cy="1"/>
              </a:xfrm>
              <a:grpFill/>
            </p:grpSpPr>
            <p:sp>
              <p:nvSpPr>
                <p:cNvPr id="104361" name="Line 386">
                  <a:extLst>
                    <a:ext uri="{FF2B5EF4-FFF2-40B4-BE49-F238E27FC236}">
                      <a16:creationId xmlns:a16="http://schemas.microsoft.com/office/drawing/2014/main" id="{40640EB9-88F4-23A2-64F6-46538ACE34D6}"/>
                    </a:ext>
                  </a:extLst>
                </p:cNvPr>
                <p:cNvSpPr>
                  <a:spLocks noChangeShapeType="1"/>
                </p:cNvSpPr>
                <p:nvPr/>
              </p:nvSpPr>
              <p:spPr bwMode="auto">
                <a:xfrm>
                  <a:off x="2423" y="2371"/>
                  <a:ext cx="24" cy="1"/>
                </a:xfrm>
                <a:prstGeom prst="line">
                  <a:avLst/>
                </a:prstGeom>
                <a:grpFill/>
                <a:ln w="12700">
                  <a:solidFill>
                    <a:schemeClr val="bg1">
                      <a:lumMod val="65000"/>
                    </a:schemeClr>
                  </a:solidFill>
                  <a:round/>
                  <a:headEnd/>
                  <a:tailEnd/>
                </a:ln>
              </p:spPr>
              <p:txBody>
                <a:bodyPr/>
                <a:lstStyle/>
                <a:p>
                  <a:endParaRPr lang="en-US"/>
                </a:p>
              </p:txBody>
            </p:sp>
            <p:sp>
              <p:nvSpPr>
                <p:cNvPr id="104362" name="Line 387">
                  <a:extLst>
                    <a:ext uri="{FF2B5EF4-FFF2-40B4-BE49-F238E27FC236}">
                      <a16:creationId xmlns:a16="http://schemas.microsoft.com/office/drawing/2014/main" id="{A51090AB-3A27-CC73-900E-272F805E6A29}"/>
                    </a:ext>
                  </a:extLst>
                </p:cNvPr>
                <p:cNvSpPr>
                  <a:spLocks noChangeShapeType="1"/>
                </p:cNvSpPr>
                <p:nvPr/>
              </p:nvSpPr>
              <p:spPr bwMode="auto">
                <a:xfrm>
                  <a:off x="2479" y="2371"/>
                  <a:ext cx="24" cy="1"/>
                </a:xfrm>
                <a:prstGeom prst="line">
                  <a:avLst/>
                </a:prstGeom>
                <a:grpFill/>
                <a:ln w="12700">
                  <a:solidFill>
                    <a:schemeClr val="bg1">
                      <a:lumMod val="65000"/>
                    </a:schemeClr>
                  </a:solidFill>
                  <a:round/>
                  <a:headEnd/>
                  <a:tailEnd/>
                </a:ln>
              </p:spPr>
              <p:txBody>
                <a:bodyPr/>
                <a:lstStyle/>
                <a:p>
                  <a:endParaRPr lang="en-US"/>
                </a:p>
              </p:txBody>
            </p:sp>
            <p:sp>
              <p:nvSpPr>
                <p:cNvPr id="104363" name="Line 388">
                  <a:extLst>
                    <a:ext uri="{FF2B5EF4-FFF2-40B4-BE49-F238E27FC236}">
                      <a16:creationId xmlns:a16="http://schemas.microsoft.com/office/drawing/2014/main" id="{D250A9C8-DA0F-0510-28AF-CADF65660F02}"/>
                    </a:ext>
                  </a:extLst>
                </p:cNvPr>
                <p:cNvSpPr>
                  <a:spLocks noChangeShapeType="1"/>
                </p:cNvSpPr>
                <p:nvPr/>
              </p:nvSpPr>
              <p:spPr bwMode="auto">
                <a:xfrm>
                  <a:off x="2534" y="2371"/>
                  <a:ext cx="24" cy="1"/>
                </a:xfrm>
                <a:prstGeom prst="line">
                  <a:avLst/>
                </a:prstGeom>
                <a:grpFill/>
                <a:ln w="12700">
                  <a:solidFill>
                    <a:schemeClr val="bg1">
                      <a:lumMod val="65000"/>
                    </a:schemeClr>
                  </a:solidFill>
                  <a:round/>
                  <a:headEnd/>
                  <a:tailEnd/>
                </a:ln>
              </p:spPr>
              <p:txBody>
                <a:bodyPr/>
                <a:lstStyle/>
                <a:p>
                  <a:endParaRPr lang="en-US"/>
                </a:p>
              </p:txBody>
            </p:sp>
            <p:sp>
              <p:nvSpPr>
                <p:cNvPr id="104364" name="Line 389">
                  <a:extLst>
                    <a:ext uri="{FF2B5EF4-FFF2-40B4-BE49-F238E27FC236}">
                      <a16:creationId xmlns:a16="http://schemas.microsoft.com/office/drawing/2014/main" id="{1C08DB34-51C1-5BFC-1BAE-3664B1528DEB}"/>
                    </a:ext>
                  </a:extLst>
                </p:cNvPr>
                <p:cNvSpPr>
                  <a:spLocks noChangeShapeType="1"/>
                </p:cNvSpPr>
                <p:nvPr/>
              </p:nvSpPr>
              <p:spPr bwMode="auto">
                <a:xfrm>
                  <a:off x="2590" y="2371"/>
                  <a:ext cx="24" cy="1"/>
                </a:xfrm>
                <a:prstGeom prst="line">
                  <a:avLst/>
                </a:prstGeom>
                <a:grpFill/>
                <a:ln w="12700">
                  <a:solidFill>
                    <a:schemeClr val="bg1">
                      <a:lumMod val="65000"/>
                    </a:schemeClr>
                  </a:solidFill>
                  <a:round/>
                  <a:headEnd/>
                  <a:tailEnd/>
                </a:ln>
              </p:spPr>
              <p:txBody>
                <a:bodyPr/>
                <a:lstStyle/>
                <a:p>
                  <a:endParaRPr lang="en-US"/>
                </a:p>
              </p:txBody>
            </p:sp>
            <p:sp>
              <p:nvSpPr>
                <p:cNvPr id="104365" name="Line 390">
                  <a:extLst>
                    <a:ext uri="{FF2B5EF4-FFF2-40B4-BE49-F238E27FC236}">
                      <a16:creationId xmlns:a16="http://schemas.microsoft.com/office/drawing/2014/main" id="{25D4A14E-F8A3-A263-59E2-74AFF8E89F9D}"/>
                    </a:ext>
                  </a:extLst>
                </p:cNvPr>
                <p:cNvSpPr>
                  <a:spLocks noChangeShapeType="1"/>
                </p:cNvSpPr>
                <p:nvPr/>
              </p:nvSpPr>
              <p:spPr bwMode="auto">
                <a:xfrm>
                  <a:off x="2646" y="2371"/>
                  <a:ext cx="24" cy="1"/>
                </a:xfrm>
                <a:prstGeom prst="line">
                  <a:avLst/>
                </a:prstGeom>
                <a:grpFill/>
                <a:ln w="12700">
                  <a:solidFill>
                    <a:schemeClr val="bg1">
                      <a:lumMod val="65000"/>
                    </a:schemeClr>
                  </a:solidFill>
                  <a:round/>
                  <a:headEnd/>
                  <a:tailEnd/>
                </a:ln>
              </p:spPr>
              <p:txBody>
                <a:bodyPr/>
                <a:lstStyle/>
                <a:p>
                  <a:endParaRPr lang="en-US"/>
                </a:p>
              </p:txBody>
            </p:sp>
            <p:sp>
              <p:nvSpPr>
                <p:cNvPr id="104366" name="Line 391">
                  <a:extLst>
                    <a:ext uri="{FF2B5EF4-FFF2-40B4-BE49-F238E27FC236}">
                      <a16:creationId xmlns:a16="http://schemas.microsoft.com/office/drawing/2014/main" id="{A7A75EA2-6D7E-5182-B275-DD07084F81F2}"/>
                    </a:ext>
                  </a:extLst>
                </p:cNvPr>
                <p:cNvSpPr>
                  <a:spLocks noChangeShapeType="1"/>
                </p:cNvSpPr>
                <p:nvPr/>
              </p:nvSpPr>
              <p:spPr bwMode="auto">
                <a:xfrm>
                  <a:off x="2702" y="2371"/>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26" name="Group 392">
              <a:extLst>
                <a:ext uri="{FF2B5EF4-FFF2-40B4-BE49-F238E27FC236}">
                  <a16:creationId xmlns:a16="http://schemas.microsoft.com/office/drawing/2014/main" id="{783D8015-F831-7833-251A-FF1A73CFEB44}"/>
                </a:ext>
              </a:extLst>
            </p:cNvPr>
            <p:cNvGrpSpPr>
              <a:grpSpLocks/>
            </p:cNvGrpSpPr>
            <p:nvPr/>
          </p:nvGrpSpPr>
          <p:grpSpPr bwMode="auto">
            <a:xfrm>
              <a:off x="1960" y="2347"/>
              <a:ext cx="415" cy="56"/>
              <a:chOff x="1960" y="2347"/>
              <a:chExt cx="415" cy="56"/>
            </a:xfrm>
            <a:grpFill/>
          </p:grpSpPr>
          <p:sp>
            <p:nvSpPr>
              <p:cNvPr id="104351" name="Freeform 393">
                <a:extLst>
                  <a:ext uri="{FF2B5EF4-FFF2-40B4-BE49-F238E27FC236}">
                    <a16:creationId xmlns:a16="http://schemas.microsoft.com/office/drawing/2014/main" id="{39E9E777-99D1-66A3-D92B-F9B9698398EC}"/>
                  </a:ext>
                </a:extLst>
              </p:cNvPr>
              <p:cNvSpPr>
                <a:spLocks/>
              </p:cNvSpPr>
              <p:nvPr/>
            </p:nvSpPr>
            <p:spPr bwMode="auto">
              <a:xfrm>
                <a:off x="2263" y="234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lumMod val="65000"/>
                  </a:schemeClr>
                </a:solidFill>
                <a:round/>
                <a:headEnd/>
                <a:tailEnd/>
              </a:ln>
            </p:spPr>
            <p:txBody>
              <a:bodyPr/>
              <a:lstStyle/>
              <a:p>
                <a:endParaRPr lang="en-US"/>
              </a:p>
            </p:txBody>
          </p:sp>
          <p:grpSp>
            <p:nvGrpSpPr>
              <p:cNvPr id="104352" name="Group 394">
                <a:extLst>
                  <a:ext uri="{FF2B5EF4-FFF2-40B4-BE49-F238E27FC236}">
                    <a16:creationId xmlns:a16="http://schemas.microsoft.com/office/drawing/2014/main" id="{2AF53188-B026-7FBB-2491-5CA6151EACA2}"/>
                  </a:ext>
                </a:extLst>
              </p:cNvPr>
              <p:cNvGrpSpPr>
                <a:grpSpLocks/>
              </p:cNvGrpSpPr>
              <p:nvPr/>
            </p:nvGrpSpPr>
            <p:grpSpPr bwMode="auto">
              <a:xfrm>
                <a:off x="1960" y="2371"/>
                <a:ext cx="295" cy="1"/>
                <a:chOff x="1960" y="2371"/>
                <a:chExt cx="295" cy="1"/>
              </a:xfrm>
              <a:grpFill/>
            </p:grpSpPr>
            <p:sp>
              <p:nvSpPr>
                <p:cNvPr id="104353" name="Line 395">
                  <a:extLst>
                    <a:ext uri="{FF2B5EF4-FFF2-40B4-BE49-F238E27FC236}">
                      <a16:creationId xmlns:a16="http://schemas.microsoft.com/office/drawing/2014/main" id="{FB27AABF-2D53-6B50-33F9-3C10630AB2A9}"/>
                    </a:ext>
                  </a:extLst>
                </p:cNvPr>
                <p:cNvSpPr>
                  <a:spLocks noChangeShapeType="1"/>
                </p:cNvSpPr>
                <p:nvPr/>
              </p:nvSpPr>
              <p:spPr bwMode="auto">
                <a:xfrm>
                  <a:off x="1960" y="2371"/>
                  <a:ext cx="24" cy="1"/>
                </a:xfrm>
                <a:prstGeom prst="line">
                  <a:avLst/>
                </a:prstGeom>
                <a:grpFill/>
                <a:ln w="12700">
                  <a:solidFill>
                    <a:schemeClr val="bg1">
                      <a:lumMod val="65000"/>
                    </a:schemeClr>
                  </a:solidFill>
                  <a:round/>
                  <a:headEnd/>
                  <a:tailEnd/>
                </a:ln>
              </p:spPr>
              <p:txBody>
                <a:bodyPr/>
                <a:lstStyle/>
                <a:p>
                  <a:endParaRPr lang="en-US"/>
                </a:p>
              </p:txBody>
            </p:sp>
            <p:sp>
              <p:nvSpPr>
                <p:cNvPr id="104354" name="Line 396">
                  <a:extLst>
                    <a:ext uri="{FF2B5EF4-FFF2-40B4-BE49-F238E27FC236}">
                      <a16:creationId xmlns:a16="http://schemas.microsoft.com/office/drawing/2014/main" id="{178A9048-B2CA-C15D-4428-2E46CDAA1DC9}"/>
                    </a:ext>
                  </a:extLst>
                </p:cNvPr>
                <p:cNvSpPr>
                  <a:spLocks noChangeShapeType="1"/>
                </p:cNvSpPr>
                <p:nvPr/>
              </p:nvSpPr>
              <p:spPr bwMode="auto">
                <a:xfrm>
                  <a:off x="2015" y="2371"/>
                  <a:ext cx="24" cy="1"/>
                </a:xfrm>
                <a:prstGeom prst="line">
                  <a:avLst/>
                </a:prstGeom>
                <a:grpFill/>
                <a:ln w="12700">
                  <a:solidFill>
                    <a:schemeClr val="bg1">
                      <a:lumMod val="65000"/>
                    </a:schemeClr>
                  </a:solidFill>
                  <a:round/>
                  <a:headEnd/>
                  <a:tailEnd/>
                </a:ln>
              </p:spPr>
              <p:txBody>
                <a:bodyPr/>
                <a:lstStyle/>
                <a:p>
                  <a:endParaRPr lang="en-US"/>
                </a:p>
              </p:txBody>
            </p:sp>
            <p:sp>
              <p:nvSpPr>
                <p:cNvPr id="104355" name="Line 397">
                  <a:extLst>
                    <a:ext uri="{FF2B5EF4-FFF2-40B4-BE49-F238E27FC236}">
                      <a16:creationId xmlns:a16="http://schemas.microsoft.com/office/drawing/2014/main" id="{98F38EDA-6152-94D7-EBC5-2056A81192E5}"/>
                    </a:ext>
                  </a:extLst>
                </p:cNvPr>
                <p:cNvSpPr>
                  <a:spLocks noChangeShapeType="1"/>
                </p:cNvSpPr>
                <p:nvPr/>
              </p:nvSpPr>
              <p:spPr bwMode="auto">
                <a:xfrm>
                  <a:off x="2071" y="2371"/>
                  <a:ext cx="24" cy="1"/>
                </a:xfrm>
                <a:prstGeom prst="line">
                  <a:avLst/>
                </a:prstGeom>
                <a:grpFill/>
                <a:ln w="12700">
                  <a:solidFill>
                    <a:schemeClr val="bg1">
                      <a:lumMod val="65000"/>
                    </a:schemeClr>
                  </a:solidFill>
                  <a:round/>
                  <a:headEnd/>
                  <a:tailEnd/>
                </a:ln>
              </p:spPr>
              <p:txBody>
                <a:bodyPr/>
                <a:lstStyle/>
                <a:p>
                  <a:endParaRPr lang="en-US"/>
                </a:p>
              </p:txBody>
            </p:sp>
            <p:sp>
              <p:nvSpPr>
                <p:cNvPr id="104356" name="Line 398">
                  <a:extLst>
                    <a:ext uri="{FF2B5EF4-FFF2-40B4-BE49-F238E27FC236}">
                      <a16:creationId xmlns:a16="http://schemas.microsoft.com/office/drawing/2014/main" id="{4AE6C062-D279-F83B-B3D4-95E6E36FDDA9}"/>
                    </a:ext>
                  </a:extLst>
                </p:cNvPr>
                <p:cNvSpPr>
                  <a:spLocks noChangeShapeType="1"/>
                </p:cNvSpPr>
                <p:nvPr/>
              </p:nvSpPr>
              <p:spPr bwMode="auto">
                <a:xfrm>
                  <a:off x="2127" y="2371"/>
                  <a:ext cx="24" cy="1"/>
                </a:xfrm>
                <a:prstGeom prst="line">
                  <a:avLst/>
                </a:prstGeom>
                <a:grpFill/>
                <a:ln w="12700">
                  <a:solidFill>
                    <a:schemeClr val="bg1">
                      <a:lumMod val="65000"/>
                    </a:schemeClr>
                  </a:solidFill>
                  <a:round/>
                  <a:headEnd/>
                  <a:tailEnd/>
                </a:ln>
              </p:spPr>
              <p:txBody>
                <a:bodyPr/>
                <a:lstStyle/>
                <a:p>
                  <a:endParaRPr lang="en-US"/>
                </a:p>
              </p:txBody>
            </p:sp>
            <p:sp>
              <p:nvSpPr>
                <p:cNvPr id="104357" name="Line 399">
                  <a:extLst>
                    <a:ext uri="{FF2B5EF4-FFF2-40B4-BE49-F238E27FC236}">
                      <a16:creationId xmlns:a16="http://schemas.microsoft.com/office/drawing/2014/main" id="{018553DC-D994-91BE-6DA2-7F77FEF9CA0F}"/>
                    </a:ext>
                  </a:extLst>
                </p:cNvPr>
                <p:cNvSpPr>
                  <a:spLocks noChangeShapeType="1"/>
                </p:cNvSpPr>
                <p:nvPr/>
              </p:nvSpPr>
              <p:spPr bwMode="auto">
                <a:xfrm>
                  <a:off x="2183" y="2371"/>
                  <a:ext cx="24" cy="1"/>
                </a:xfrm>
                <a:prstGeom prst="line">
                  <a:avLst/>
                </a:prstGeom>
                <a:grpFill/>
                <a:ln w="12700">
                  <a:solidFill>
                    <a:schemeClr val="bg1">
                      <a:lumMod val="65000"/>
                    </a:schemeClr>
                  </a:solidFill>
                  <a:round/>
                  <a:headEnd/>
                  <a:tailEnd/>
                </a:ln>
              </p:spPr>
              <p:txBody>
                <a:bodyPr/>
                <a:lstStyle/>
                <a:p>
                  <a:endParaRPr lang="en-US"/>
                </a:p>
              </p:txBody>
            </p:sp>
            <p:sp>
              <p:nvSpPr>
                <p:cNvPr id="104358" name="Line 400">
                  <a:extLst>
                    <a:ext uri="{FF2B5EF4-FFF2-40B4-BE49-F238E27FC236}">
                      <a16:creationId xmlns:a16="http://schemas.microsoft.com/office/drawing/2014/main" id="{82673EB9-09BF-C4F0-B019-96DDC1C96613}"/>
                    </a:ext>
                  </a:extLst>
                </p:cNvPr>
                <p:cNvSpPr>
                  <a:spLocks noChangeShapeType="1"/>
                </p:cNvSpPr>
                <p:nvPr/>
              </p:nvSpPr>
              <p:spPr bwMode="auto">
                <a:xfrm>
                  <a:off x="2239" y="2371"/>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27" name="Group 401">
              <a:extLst>
                <a:ext uri="{FF2B5EF4-FFF2-40B4-BE49-F238E27FC236}">
                  <a16:creationId xmlns:a16="http://schemas.microsoft.com/office/drawing/2014/main" id="{3267101C-E1A7-FC64-FB5B-433FED236A60}"/>
                </a:ext>
              </a:extLst>
            </p:cNvPr>
            <p:cNvGrpSpPr>
              <a:grpSpLocks/>
            </p:cNvGrpSpPr>
            <p:nvPr/>
          </p:nvGrpSpPr>
          <p:grpSpPr bwMode="auto">
            <a:xfrm>
              <a:off x="1497" y="2339"/>
              <a:ext cx="415" cy="56"/>
              <a:chOff x="1497" y="2339"/>
              <a:chExt cx="415" cy="56"/>
            </a:xfrm>
            <a:grpFill/>
          </p:grpSpPr>
          <p:sp>
            <p:nvSpPr>
              <p:cNvPr id="104343" name="Freeform 402">
                <a:extLst>
                  <a:ext uri="{FF2B5EF4-FFF2-40B4-BE49-F238E27FC236}">
                    <a16:creationId xmlns:a16="http://schemas.microsoft.com/office/drawing/2014/main" id="{426DC26F-32F1-F5B8-56B6-2B657201C272}"/>
                  </a:ext>
                </a:extLst>
              </p:cNvPr>
              <p:cNvSpPr>
                <a:spLocks/>
              </p:cNvSpPr>
              <p:nvPr/>
            </p:nvSpPr>
            <p:spPr bwMode="auto">
              <a:xfrm>
                <a:off x="1800" y="2339"/>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4344" name="Group 403">
                <a:extLst>
                  <a:ext uri="{FF2B5EF4-FFF2-40B4-BE49-F238E27FC236}">
                    <a16:creationId xmlns:a16="http://schemas.microsoft.com/office/drawing/2014/main" id="{3419CB7E-7F98-E06F-FDF2-8116E5110F77}"/>
                  </a:ext>
                </a:extLst>
              </p:cNvPr>
              <p:cNvGrpSpPr>
                <a:grpSpLocks/>
              </p:cNvGrpSpPr>
              <p:nvPr/>
            </p:nvGrpSpPr>
            <p:grpSpPr bwMode="auto">
              <a:xfrm>
                <a:off x="1497" y="2371"/>
                <a:ext cx="295" cy="1"/>
                <a:chOff x="1497" y="2371"/>
                <a:chExt cx="295" cy="1"/>
              </a:xfrm>
              <a:grpFill/>
            </p:grpSpPr>
            <p:sp>
              <p:nvSpPr>
                <p:cNvPr id="104345" name="Line 404">
                  <a:extLst>
                    <a:ext uri="{FF2B5EF4-FFF2-40B4-BE49-F238E27FC236}">
                      <a16:creationId xmlns:a16="http://schemas.microsoft.com/office/drawing/2014/main" id="{9A2EC261-BA7D-B7DB-6041-C94C47EC80F4}"/>
                    </a:ext>
                  </a:extLst>
                </p:cNvPr>
                <p:cNvSpPr>
                  <a:spLocks noChangeShapeType="1"/>
                </p:cNvSpPr>
                <p:nvPr/>
              </p:nvSpPr>
              <p:spPr bwMode="auto">
                <a:xfrm>
                  <a:off x="1497" y="2371"/>
                  <a:ext cx="23" cy="1"/>
                </a:xfrm>
                <a:prstGeom prst="line">
                  <a:avLst/>
                </a:prstGeom>
                <a:grpFill/>
                <a:ln w="12700">
                  <a:solidFill>
                    <a:schemeClr val="bg1">
                      <a:lumMod val="65000"/>
                    </a:schemeClr>
                  </a:solidFill>
                  <a:round/>
                  <a:headEnd/>
                  <a:tailEnd/>
                </a:ln>
              </p:spPr>
              <p:txBody>
                <a:bodyPr/>
                <a:lstStyle/>
                <a:p>
                  <a:endParaRPr lang="en-US"/>
                </a:p>
              </p:txBody>
            </p:sp>
            <p:sp>
              <p:nvSpPr>
                <p:cNvPr id="104346" name="Line 405">
                  <a:extLst>
                    <a:ext uri="{FF2B5EF4-FFF2-40B4-BE49-F238E27FC236}">
                      <a16:creationId xmlns:a16="http://schemas.microsoft.com/office/drawing/2014/main" id="{DC6B29D8-898E-338A-C851-BFA91A677C40}"/>
                    </a:ext>
                  </a:extLst>
                </p:cNvPr>
                <p:cNvSpPr>
                  <a:spLocks noChangeShapeType="1"/>
                </p:cNvSpPr>
                <p:nvPr/>
              </p:nvSpPr>
              <p:spPr bwMode="auto">
                <a:xfrm>
                  <a:off x="1552" y="2371"/>
                  <a:ext cx="24" cy="1"/>
                </a:xfrm>
                <a:prstGeom prst="line">
                  <a:avLst/>
                </a:prstGeom>
                <a:grpFill/>
                <a:ln w="12700">
                  <a:solidFill>
                    <a:schemeClr val="bg1">
                      <a:lumMod val="65000"/>
                    </a:schemeClr>
                  </a:solidFill>
                  <a:round/>
                  <a:headEnd/>
                  <a:tailEnd/>
                </a:ln>
              </p:spPr>
              <p:txBody>
                <a:bodyPr/>
                <a:lstStyle/>
                <a:p>
                  <a:endParaRPr lang="en-US"/>
                </a:p>
              </p:txBody>
            </p:sp>
            <p:sp>
              <p:nvSpPr>
                <p:cNvPr id="104347" name="Line 406">
                  <a:extLst>
                    <a:ext uri="{FF2B5EF4-FFF2-40B4-BE49-F238E27FC236}">
                      <a16:creationId xmlns:a16="http://schemas.microsoft.com/office/drawing/2014/main" id="{7ED4961B-F919-03FC-63FA-FB7DA0ACE38E}"/>
                    </a:ext>
                  </a:extLst>
                </p:cNvPr>
                <p:cNvSpPr>
                  <a:spLocks noChangeShapeType="1"/>
                </p:cNvSpPr>
                <p:nvPr/>
              </p:nvSpPr>
              <p:spPr bwMode="auto">
                <a:xfrm>
                  <a:off x="1608" y="2371"/>
                  <a:ext cx="24" cy="1"/>
                </a:xfrm>
                <a:prstGeom prst="line">
                  <a:avLst/>
                </a:prstGeom>
                <a:grpFill/>
                <a:ln w="12700">
                  <a:solidFill>
                    <a:schemeClr val="bg1">
                      <a:lumMod val="65000"/>
                    </a:schemeClr>
                  </a:solidFill>
                  <a:round/>
                  <a:headEnd/>
                  <a:tailEnd/>
                </a:ln>
              </p:spPr>
              <p:txBody>
                <a:bodyPr/>
                <a:lstStyle/>
                <a:p>
                  <a:endParaRPr lang="en-US"/>
                </a:p>
              </p:txBody>
            </p:sp>
            <p:sp>
              <p:nvSpPr>
                <p:cNvPr id="104348" name="Line 407">
                  <a:extLst>
                    <a:ext uri="{FF2B5EF4-FFF2-40B4-BE49-F238E27FC236}">
                      <a16:creationId xmlns:a16="http://schemas.microsoft.com/office/drawing/2014/main" id="{CB87FB7B-6C96-DE9C-7204-A81B39CB7FE7}"/>
                    </a:ext>
                  </a:extLst>
                </p:cNvPr>
                <p:cNvSpPr>
                  <a:spLocks noChangeShapeType="1"/>
                </p:cNvSpPr>
                <p:nvPr/>
              </p:nvSpPr>
              <p:spPr bwMode="auto">
                <a:xfrm>
                  <a:off x="1664" y="2371"/>
                  <a:ext cx="24" cy="1"/>
                </a:xfrm>
                <a:prstGeom prst="line">
                  <a:avLst/>
                </a:prstGeom>
                <a:grpFill/>
                <a:ln w="12700">
                  <a:solidFill>
                    <a:schemeClr val="bg1">
                      <a:lumMod val="65000"/>
                    </a:schemeClr>
                  </a:solidFill>
                  <a:round/>
                  <a:headEnd/>
                  <a:tailEnd/>
                </a:ln>
              </p:spPr>
              <p:txBody>
                <a:bodyPr/>
                <a:lstStyle/>
                <a:p>
                  <a:endParaRPr lang="en-US"/>
                </a:p>
              </p:txBody>
            </p:sp>
            <p:sp>
              <p:nvSpPr>
                <p:cNvPr id="104349" name="Line 408">
                  <a:extLst>
                    <a:ext uri="{FF2B5EF4-FFF2-40B4-BE49-F238E27FC236}">
                      <a16:creationId xmlns:a16="http://schemas.microsoft.com/office/drawing/2014/main" id="{1FFE5BC4-DF23-F495-F7C1-3B879FD0E054}"/>
                    </a:ext>
                  </a:extLst>
                </p:cNvPr>
                <p:cNvSpPr>
                  <a:spLocks noChangeShapeType="1"/>
                </p:cNvSpPr>
                <p:nvPr/>
              </p:nvSpPr>
              <p:spPr bwMode="auto">
                <a:xfrm>
                  <a:off x="1720" y="2371"/>
                  <a:ext cx="24" cy="1"/>
                </a:xfrm>
                <a:prstGeom prst="line">
                  <a:avLst/>
                </a:prstGeom>
                <a:grpFill/>
                <a:ln w="12700">
                  <a:solidFill>
                    <a:schemeClr val="bg1">
                      <a:lumMod val="65000"/>
                    </a:schemeClr>
                  </a:solidFill>
                  <a:round/>
                  <a:headEnd/>
                  <a:tailEnd/>
                </a:ln>
              </p:spPr>
              <p:txBody>
                <a:bodyPr/>
                <a:lstStyle/>
                <a:p>
                  <a:endParaRPr lang="en-US"/>
                </a:p>
              </p:txBody>
            </p:sp>
            <p:sp>
              <p:nvSpPr>
                <p:cNvPr id="104350" name="Line 409">
                  <a:extLst>
                    <a:ext uri="{FF2B5EF4-FFF2-40B4-BE49-F238E27FC236}">
                      <a16:creationId xmlns:a16="http://schemas.microsoft.com/office/drawing/2014/main" id="{D2B5CF1E-C87D-1D7F-034A-AC62A48BA299}"/>
                    </a:ext>
                  </a:extLst>
                </p:cNvPr>
                <p:cNvSpPr>
                  <a:spLocks noChangeShapeType="1"/>
                </p:cNvSpPr>
                <p:nvPr/>
              </p:nvSpPr>
              <p:spPr bwMode="auto">
                <a:xfrm>
                  <a:off x="1776" y="2371"/>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28" name="Group 410">
              <a:extLst>
                <a:ext uri="{FF2B5EF4-FFF2-40B4-BE49-F238E27FC236}">
                  <a16:creationId xmlns:a16="http://schemas.microsoft.com/office/drawing/2014/main" id="{7AB98FD8-99CB-C72E-F402-CF7B63B40669}"/>
                </a:ext>
              </a:extLst>
            </p:cNvPr>
            <p:cNvGrpSpPr>
              <a:grpSpLocks/>
            </p:cNvGrpSpPr>
            <p:nvPr/>
          </p:nvGrpSpPr>
          <p:grpSpPr bwMode="auto">
            <a:xfrm>
              <a:off x="1489" y="2650"/>
              <a:ext cx="423" cy="56"/>
              <a:chOff x="1489" y="2650"/>
              <a:chExt cx="423" cy="56"/>
            </a:xfrm>
            <a:grpFill/>
          </p:grpSpPr>
          <p:sp>
            <p:nvSpPr>
              <p:cNvPr id="104335" name="Freeform 411">
                <a:extLst>
                  <a:ext uri="{FF2B5EF4-FFF2-40B4-BE49-F238E27FC236}">
                    <a16:creationId xmlns:a16="http://schemas.microsoft.com/office/drawing/2014/main" id="{C156AFA5-0655-37E3-AFE9-02436CEF7A54}"/>
                  </a:ext>
                </a:extLst>
              </p:cNvPr>
              <p:cNvSpPr>
                <a:spLocks/>
              </p:cNvSpPr>
              <p:nvPr/>
            </p:nvSpPr>
            <p:spPr bwMode="auto">
              <a:xfrm>
                <a:off x="1792" y="2650"/>
                <a:ext cx="120" cy="56"/>
              </a:xfrm>
              <a:custGeom>
                <a:avLst/>
                <a:gdLst>
                  <a:gd name="T0" fmla="*/ 120 w 120"/>
                  <a:gd name="T1" fmla="*/ 24 h 56"/>
                  <a:gd name="T2" fmla="*/ 0 w 120"/>
                  <a:gd name="T3" fmla="*/ 56 h 56"/>
                  <a:gd name="T4" fmla="*/ 0 w 120"/>
                  <a:gd name="T5" fmla="*/ 24 h 56"/>
                  <a:gd name="T6" fmla="*/ 0 w 120"/>
                  <a:gd name="T7" fmla="*/ 0 h 56"/>
                  <a:gd name="T8" fmla="*/ 120 w 120"/>
                  <a:gd name="T9" fmla="*/ 24 h 56"/>
                  <a:gd name="T10" fmla="*/ 0 60000 65536"/>
                  <a:gd name="T11" fmla="*/ 0 60000 65536"/>
                  <a:gd name="T12" fmla="*/ 0 60000 65536"/>
                  <a:gd name="T13" fmla="*/ 0 60000 65536"/>
                  <a:gd name="T14" fmla="*/ 0 60000 65536"/>
                  <a:gd name="T15" fmla="*/ 0 w 120"/>
                  <a:gd name="T16" fmla="*/ 0 h 56"/>
                  <a:gd name="T17" fmla="*/ 120 w 120"/>
                  <a:gd name="T18" fmla="*/ 56 h 56"/>
                </a:gdLst>
                <a:ahLst/>
                <a:cxnLst>
                  <a:cxn ang="T10">
                    <a:pos x="T0" y="T1"/>
                  </a:cxn>
                  <a:cxn ang="T11">
                    <a:pos x="T2" y="T3"/>
                  </a:cxn>
                  <a:cxn ang="T12">
                    <a:pos x="T4" y="T5"/>
                  </a:cxn>
                  <a:cxn ang="T13">
                    <a:pos x="T6" y="T7"/>
                  </a:cxn>
                  <a:cxn ang="T14">
                    <a:pos x="T8" y="T9"/>
                  </a:cxn>
                </a:cxnLst>
                <a:rect l="T15" t="T16" r="T17" b="T18"/>
                <a:pathLst>
                  <a:path w="120" h="56">
                    <a:moveTo>
                      <a:pt x="120" y="24"/>
                    </a:moveTo>
                    <a:lnTo>
                      <a:pt x="0" y="56"/>
                    </a:lnTo>
                    <a:lnTo>
                      <a:pt x="0" y="24"/>
                    </a:lnTo>
                    <a:lnTo>
                      <a:pt x="0" y="0"/>
                    </a:lnTo>
                    <a:lnTo>
                      <a:pt x="120" y="24"/>
                    </a:lnTo>
                    <a:close/>
                  </a:path>
                </a:pathLst>
              </a:custGeom>
              <a:grpFill/>
              <a:ln w="9525">
                <a:solidFill>
                  <a:schemeClr val="bg1">
                    <a:lumMod val="65000"/>
                  </a:schemeClr>
                </a:solidFill>
                <a:round/>
                <a:headEnd/>
                <a:tailEnd/>
              </a:ln>
            </p:spPr>
            <p:txBody>
              <a:bodyPr/>
              <a:lstStyle/>
              <a:p>
                <a:endParaRPr lang="en-US"/>
              </a:p>
            </p:txBody>
          </p:sp>
          <p:grpSp>
            <p:nvGrpSpPr>
              <p:cNvPr id="104336" name="Group 412">
                <a:extLst>
                  <a:ext uri="{FF2B5EF4-FFF2-40B4-BE49-F238E27FC236}">
                    <a16:creationId xmlns:a16="http://schemas.microsoft.com/office/drawing/2014/main" id="{984605C8-9E2D-9C68-80EF-BF3623AB1E0F}"/>
                  </a:ext>
                </a:extLst>
              </p:cNvPr>
              <p:cNvGrpSpPr>
                <a:grpSpLocks/>
              </p:cNvGrpSpPr>
              <p:nvPr/>
            </p:nvGrpSpPr>
            <p:grpSpPr bwMode="auto">
              <a:xfrm>
                <a:off x="1489" y="2674"/>
                <a:ext cx="295" cy="1"/>
                <a:chOff x="1489" y="2674"/>
                <a:chExt cx="295" cy="1"/>
              </a:xfrm>
              <a:grpFill/>
            </p:grpSpPr>
            <p:sp>
              <p:nvSpPr>
                <p:cNvPr id="104337" name="Line 413">
                  <a:extLst>
                    <a:ext uri="{FF2B5EF4-FFF2-40B4-BE49-F238E27FC236}">
                      <a16:creationId xmlns:a16="http://schemas.microsoft.com/office/drawing/2014/main" id="{41ADE44B-AC2C-C3DB-881B-2ED808AFBD07}"/>
                    </a:ext>
                  </a:extLst>
                </p:cNvPr>
                <p:cNvSpPr>
                  <a:spLocks noChangeShapeType="1"/>
                </p:cNvSpPr>
                <p:nvPr/>
              </p:nvSpPr>
              <p:spPr bwMode="auto">
                <a:xfrm>
                  <a:off x="1489" y="2674"/>
                  <a:ext cx="24" cy="1"/>
                </a:xfrm>
                <a:prstGeom prst="line">
                  <a:avLst/>
                </a:prstGeom>
                <a:grpFill/>
                <a:ln w="12700">
                  <a:solidFill>
                    <a:schemeClr val="bg1">
                      <a:lumMod val="65000"/>
                    </a:schemeClr>
                  </a:solidFill>
                  <a:round/>
                  <a:headEnd/>
                  <a:tailEnd/>
                </a:ln>
              </p:spPr>
              <p:txBody>
                <a:bodyPr/>
                <a:lstStyle/>
                <a:p>
                  <a:endParaRPr lang="en-US"/>
                </a:p>
              </p:txBody>
            </p:sp>
            <p:sp>
              <p:nvSpPr>
                <p:cNvPr id="104338" name="Line 414">
                  <a:extLst>
                    <a:ext uri="{FF2B5EF4-FFF2-40B4-BE49-F238E27FC236}">
                      <a16:creationId xmlns:a16="http://schemas.microsoft.com/office/drawing/2014/main" id="{B2970589-3537-35EB-0EAB-EF718D0A608A}"/>
                    </a:ext>
                  </a:extLst>
                </p:cNvPr>
                <p:cNvSpPr>
                  <a:spLocks noChangeShapeType="1"/>
                </p:cNvSpPr>
                <p:nvPr/>
              </p:nvSpPr>
              <p:spPr bwMode="auto">
                <a:xfrm>
                  <a:off x="1544" y="2674"/>
                  <a:ext cx="24" cy="1"/>
                </a:xfrm>
                <a:prstGeom prst="line">
                  <a:avLst/>
                </a:prstGeom>
                <a:grpFill/>
                <a:ln w="12700">
                  <a:solidFill>
                    <a:schemeClr val="bg1">
                      <a:lumMod val="65000"/>
                    </a:schemeClr>
                  </a:solidFill>
                  <a:round/>
                  <a:headEnd/>
                  <a:tailEnd/>
                </a:ln>
              </p:spPr>
              <p:txBody>
                <a:bodyPr/>
                <a:lstStyle/>
                <a:p>
                  <a:endParaRPr lang="en-US"/>
                </a:p>
              </p:txBody>
            </p:sp>
            <p:sp>
              <p:nvSpPr>
                <p:cNvPr id="104339" name="Line 415">
                  <a:extLst>
                    <a:ext uri="{FF2B5EF4-FFF2-40B4-BE49-F238E27FC236}">
                      <a16:creationId xmlns:a16="http://schemas.microsoft.com/office/drawing/2014/main" id="{2B19995A-5DC9-3F32-DF5F-9A48503870E0}"/>
                    </a:ext>
                  </a:extLst>
                </p:cNvPr>
                <p:cNvSpPr>
                  <a:spLocks noChangeShapeType="1"/>
                </p:cNvSpPr>
                <p:nvPr/>
              </p:nvSpPr>
              <p:spPr bwMode="auto">
                <a:xfrm>
                  <a:off x="1600" y="2674"/>
                  <a:ext cx="24" cy="1"/>
                </a:xfrm>
                <a:prstGeom prst="line">
                  <a:avLst/>
                </a:prstGeom>
                <a:grpFill/>
                <a:ln w="12700">
                  <a:solidFill>
                    <a:schemeClr val="bg1">
                      <a:lumMod val="65000"/>
                    </a:schemeClr>
                  </a:solidFill>
                  <a:round/>
                  <a:headEnd/>
                  <a:tailEnd/>
                </a:ln>
              </p:spPr>
              <p:txBody>
                <a:bodyPr/>
                <a:lstStyle/>
                <a:p>
                  <a:endParaRPr lang="en-US"/>
                </a:p>
              </p:txBody>
            </p:sp>
            <p:sp>
              <p:nvSpPr>
                <p:cNvPr id="104340" name="Line 416">
                  <a:extLst>
                    <a:ext uri="{FF2B5EF4-FFF2-40B4-BE49-F238E27FC236}">
                      <a16:creationId xmlns:a16="http://schemas.microsoft.com/office/drawing/2014/main" id="{8ED6A15F-94E8-BE45-4A38-3BBAB808C340}"/>
                    </a:ext>
                  </a:extLst>
                </p:cNvPr>
                <p:cNvSpPr>
                  <a:spLocks noChangeShapeType="1"/>
                </p:cNvSpPr>
                <p:nvPr/>
              </p:nvSpPr>
              <p:spPr bwMode="auto">
                <a:xfrm>
                  <a:off x="1656" y="2674"/>
                  <a:ext cx="24" cy="1"/>
                </a:xfrm>
                <a:prstGeom prst="line">
                  <a:avLst/>
                </a:prstGeom>
                <a:grpFill/>
                <a:ln w="12700">
                  <a:solidFill>
                    <a:schemeClr val="bg1">
                      <a:lumMod val="65000"/>
                    </a:schemeClr>
                  </a:solidFill>
                  <a:round/>
                  <a:headEnd/>
                  <a:tailEnd/>
                </a:ln>
              </p:spPr>
              <p:txBody>
                <a:bodyPr/>
                <a:lstStyle/>
                <a:p>
                  <a:endParaRPr lang="en-US"/>
                </a:p>
              </p:txBody>
            </p:sp>
            <p:sp>
              <p:nvSpPr>
                <p:cNvPr id="104341" name="Line 417">
                  <a:extLst>
                    <a:ext uri="{FF2B5EF4-FFF2-40B4-BE49-F238E27FC236}">
                      <a16:creationId xmlns:a16="http://schemas.microsoft.com/office/drawing/2014/main" id="{CA4D62AC-60B5-8540-A86A-881EBBABE646}"/>
                    </a:ext>
                  </a:extLst>
                </p:cNvPr>
                <p:cNvSpPr>
                  <a:spLocks noChangeShapeType="1"/>
                </p:cNvSpPr>
                <p:nvPr/>
              </p:nvSpPr>
              <p:spPr bwMode="auto">
                <a:xfrm>
                  <a:off x="1712" y="2674"/>
                  <a:ext cx="24" cy="1"/>
                </a:xfrm>
                <a:prstGeom prst="line">
                  <a:avLst/>
                </a:prstGeom>
                <a:grpFill/>
                <a:ln w="12700">
                  <a:solidFill>
                    <a:schemeClr val="bg1">
                      <a:lumMod val="65000"/>
                    </a:schemeClr>
                  </a:solidFill>
                  <a:round/>
                  <a:headEnd/>
                  <a:tailEnd/>
                </a:ln>
              </p:spPr>
              <p:txBody>
                <a:bodyPr/>
                <a:lstStyle/>
                <a:p>
                  <a:endParaRPr lang="en-US"/>
                </a:p>
              </p:txBody>
            </p:sp>
            <p:sp>
              <p:nvSpPr>
                <p:cNvPr id="104342" name="Line 418">
                  <a:extLst>
                    <a:ext uri="{FF2B5EF4-FFF2-40B4-BE49-F238E27FC236}">
                      <a16:creationId xmlns:a16="http://schemas.microsoft.com/office/drawing/2014/main" id="{4ED139B8-C65D-5A2B-0412-99FC8441C0AF}"/>
                    </a:ext>
                  </a:extLst>
                </p:cNvPr>
                <p:cNvSpPr>
                  <a:spLocks noChangeShapeType="1"/>
                </p:cNvSpPr>
                <p:nvPr/>
              </p:nvSpPr>
              <p:spPr bwMode="auto">
                <a:xfrm>
                  <a:off x="1768" y="2674"/>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29" name="Group 419">
              <a:extLst>
                <a:ext uri="{FF2B5EF4-FFF2-40B4-BE49-F238E27FC236}">
                  <a16:creationId xmlns:a16="http://schemas.microsoft.com/office/drawing/2014/main" id="{27CA2A13-1B74-346B-FD41-48CDC94F7FBC}"/>
                </a:ext>
              </a:extLst>
            </p:cNvPr>
            <p:cNvGrpSpPr>
              <a:grpSpLocks/>
            </p:cNvGrpSpPr>
            <p:nvPr/>
          </p:nvGrpSpPr>
          <p:grpSpPr bwMode="auto">
            <a:xfrm>
              <a:off x="1968" y="2650"/>
              <a:ext cx="415" cy="56"/>
              <a:chOff x="1968" y="2650"/>
              <a:chExt cx="415" cy="56"/>
            </a:xfrm>
            <a:grpFill/>
          </p:grpSpPr>
          <p:sp>
            <p:nvSpPr>
              <p:cNvPr id="104327" name="Freeform 420">
                <a:extLst>
                  <a:ext uri="{FF2B5EF4-FFF2-40B4-BE49-F238E27FC236}">
                    <a16:creationId xmlns:a16="http://schemas.microsoft.com/office/drawing/2014/main" id="{DAFE5881-4184-50A7-D928-749A417ED547}"/>
                  </a:ext>
                </a:extLst>
              </p:cNvPr>
              <p:cNvSpPr>
                <a:spLocks/>
              </p:cNvSpPr>
              <p:nvPr/>
            </p:nvSpPr>
            <p:spPr bwMode="auto">
              <a:xfrm>
                <a:off x="2271" y="2650"/>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lumMod val="65000"/>
                  </a:schemeClr>
                </a:solidFill>
                <a:round/>
                <a:headEnd/>
                <a:tailEnd/>
              </a:ln>
            </p:spPr>
            <p:txBody>
              <a:bodyPr/>
              <a:lstStyle/>
              <a:p>
                <a:endParaRPr lang="en-US"/>
              </a:p>
            </p:txBody>
          </p:sp>
          <p:grpSp>
            <p:nvGrpSpPr>
              <p:cNvPr id="104328" name="Group 421">
                <a:extLst>
                  <a:ext uri="{FF2B5EF4-FFF2-40B4-BE49-F238E27FC236}">
                    <a16:creationId xmlns:a16="http://schemas.microsoft.com/office/drawing/2014/main" id="{94818B78-6C55-D101-6D12-3A29CB681295}"/>
                  </a:ext>
                </a:extLst>
              </p:cNvPr>
              <p:cNvGrpSpPr>
                <a:grpSpLocks/>
              </p:cNvGrpSpPr>
              <p:nvPr/>
            </p:nvGrpSpPr>
            <p:grpSpPr bwMode="auto">
              <a:xfrm>
                <a:off x="1968" y="2674"/>
                <a:ext cx="295" cy="1"/>
                <a:chOff x="1968" y="2674"/>
                <a:chExt cx="295" cy="1"/>
              </a:xfrm>
              <a:grpFill/>
            </p:grpSpPr>
            <p:sp>
              <p:nvSpPr>
                <p:cNvPr id="104329" name="Line 422">
                  <a:extLst>
                    <a:ext uri="{FF2B5EF4-FFF2-40B4-BE49-F238E27FC236}">
                      <a16:creationId xmlns:a16="http://schemas.microsoft.com/office/drawing/2014/main" id="{46EA416F-50D4-A2EA-4AB4-04A591A4ECA2}"/>
                    </a:ext>
                  </a:extLst>
                </p:cNvPr>
                <p:cNvSpPr>
                  <a:spLocks noChangeShapeType="1"/>
                </p:cNvSpPr>
                <p:nvPr/>
              </p:nvSpPr>
              <p:spPr bwMode="auto">
                <a:xfrm>
                  <a:off x="1968" y="2674"/>
                  <a:ext cx="24" cy="1"/>
                </a:xfrm>
                <a:prstGeom prst="line">
                  <a:avLst/>
                </a:prstGeom>
                <a:grpFill/>
                <a:ln w="12700">
                  <a:solidFill>
                    <a:schemeClr val="bg1">
                      <a:lumMod val="65000"/>
                    </a:schemeClr>
                  </a:solidFill>
                  <a:round/>
                  <a:headEnd/>
                  <a:tailEnd/>
                </a:ln>
              </p:spPr>
              <p:txBody>
                <a:bodyPr/>
                <a:lstStyle/>
                <a:p>
                  <a:endParaRPr lang="en-US"/>
                </a:p>
              </p:txBody>
            </p:sp>
            <p:sp>
              <p:nvSpPr>
                <p:cNvPr id="104330" name="Line 423">
                  <a:extLst>
                    <a:ext uri="{FF2B5EF4-FFF2-40B4-BE49-F238E27FC236}">
                      <a16:creationId xmlns:a16="http://schemas.microsoft.com/office/drawing/2014/main" id="{4F65A41F-7DFC-4D27-BD17-BDB06BB334AC}"/>
                    </a:ext>
                  </a:extLst>
                </p:cNvPr>
                <p:cNvSpPr>
                  <a:spLocks noChangeShapeType="1"/>
                </p:cNvSpPr>
                <p:nvPr/>
              </p:nvSpPr>
              <p:spPr bwMode="auto">
                <a:xfrm>
                  <a:off x="2023" y="2674"/>
                  <a:ext cx="24" cy="1"/>
                </a:xfrm>
                <a:prstGeom prst="line">
                  <a:avLst/>
                </a:prstGeom>
                <a:grpFill/>
                <a:ln w="12700">
                  <a:solidFill>
                    <a:schemeClr val="bg1">
                      <a:lumMod val="65000"/>
                    </a:schemeClr>
                  </a:solidFill>
                  <a:round/>
                  <a:headEnd/>
                  <a:tailEnd/>
                </a:ln>
              </p:spPr>
              <p:txBody>
                <a:bodyPr/>
                <a:lstStyle/>
                <a:p>
                  <a:endParaRPr lang="en-US"/>
                </a:p>
              </p:txBody>
            </p:sp>
            <p:sp>
              <p:nvSpPr>
                <p:cNvPr id="104331" name="Line 424">
                  <a:extLst>
                    <a:ext uri="{FF2B5EF4-FFF2-40B4-BE49-F238E27FC236}">
                      <a16:creationId xmlns:a16="http://schemas.microsoft.com/office/drawing/2014/main" id="{6337D6E0-4A71-3F39-5CEB-9DD15EA568C3}"/>
                    </a:ext>
                  </a:extLst>
                </p:cNvPr>
                <p:cNvSpPr>
                  <a:spLocks noChangeShapeType="1"/>
                </p:cNvSpPr>
                <p:nvPr/>
              </p:nvSpPr>
              <p:spPr bwMode="auto">
                <a:xfrm>
                  <a:off x="2079" y="2674"/>
                  <a:ext cx="24" cy="1"/>
                </a:xfrm>
                <a:prstGeom prst="line">
                  <a:avLst/>
                </a:prstGeom>
                <a:grpFill/>
                <a:ln w="12700">
                  <a:solidFill>
                    <a:schemeClr val="bg1">
                      <a:lumMod val="65000"/>
                    </a:schemeClr>
                  </a:solidFill>
                  <a:round/>
                  <a:headEnd/>
                  <a:tailEnd/>
                </a:ln>
              </p:spPr>
              <p:txBody>
                <a:bodyPr/>
                <a:lstStyle/>
                <a:p>
                  <a:endParaRPr lang="en-US"/>
                </a:p>
              </p:txBody>
            </p:sp>
            <p:sp>
              <p:nvSpPr>
                <p:cNvPr id="104332" name="Line 425">
                  <a:extLst>
                    <a:ext uri="{FF2B5EF4-FFF2-40B4-BE49-F238E27FC236}">
                      <a16:creationId xmlns:a16="http://schemas.microsoft.com/office/drawing/2014/main" id="{CBA7BEE9-F908-10D5-7A26-0F4578C4C876}"/>
                    </a:ext>
                  </a:extLst>
                </p:cNvPr>
                <p:cNvSpPr>
                  <a:spLocks noChangeShapeType="1"/>
                </p:cNvSpPr>
                <p:nvPr/>
              </p:nvSpPr>
              <p:spPr bwMode="auto">
                <a:xfrm>
                  <a:off x="2135" y="2674"/>
                  <a:ext cx="24" cy="1"/>
                </a:xfrm>
                <a:prstGeom prst="line">
                  <a:avLst/>
                </a:prstGeom>
                <a:grpFill/>
                <a:ln w="12700">
                  <a:solidFill>
                    <a:schemeClr val="bg1">
                      <a:lumMod val="65000"/>
                    </a:schemeClr>
                  </a:solidFill>
                  <a:round/>
                  <a:headEnd/>
                  <a:tailEnd/>
                </a:ln>
              </p:spPr>
              <p:txBody>
                <a:bodyPr/>
                <a:lstStyle/>
                <a:p>
                  <a:endParaRPr lang="en-US"/>
                </a:p>
              </p:txBody>
            </p:sp>
            <p:sp>
              <p:nvSpPr>
                <p:cNvPr id="104333" name="Line 426">
                  <a:extLst>
                    <a:ext uri="{FF2B5EF4-FFF2-40B4-BE49-F238E27FC236}">
                      <a16:creationId xmlns:a16="http://schemas.microsoft.com/office/drawing/2014/main" id="{964E4E69-144A-9D7A-F844-6EDCD9B2035C}"/>
                    </a:ext>
                  </a:extLst>
                </p:cNvPr>
                <p:cNvSpPr>
                  <a:spLocks noChangeShapeType="1"/>
                </p:cNvSpPr>
                <p:nvPr/>
              </p:nvSpPr>
              <p:spPr bwMode="auto">
                <a:xfrm>
                  <a:off x="2191" y="2674"/>
                  <a:ext cx="24" cy="1"/>
                </a:xfrm>
                <a:prstGeom prst="line">
                  <a:avLst/>
                </a:prstGeom>
                <a:grpFill/>
                <a:ln w="12700">
                  <a:solidFill>
                    <a:schemeClr val="bg1">
                      <a:lumMod val="65000"/>
                    </a:schemeClr>
                  </a:solidFill>
                  <a:round/>
                  <a:headEnd/>
                  <a:tailEnd/>
                </a:ln>
              </p:spPr>
              <p:txBody>
                <a:bodyPr/>
                <a:lstStyle/>
                <a:p>
                  <a:endParaRPr lang="en-US"/>
                </a:p>
              </p:txBody>
            </p:sp>
            <p:sp>
              <p:nvSpPr>
                <p:cNvPr id="104334" name="Line 427">
                  <a:extLst>
                    <a:ext uri="{FF2B5EF4-FFF2-40B4-BE49-F238E27FC236}">
                      <a16:creationId xmlns:a16="http://schemas.microsoft.com/office/drawing/2014/main" id="{60ECB2DE-174B-27A2-2FF4-4D5663BE7558}"/>
                    </a:ext>
                  </a:extLst>
                </p:cNvPr>
                <p:cNvSpPr>
                  <a:spLocks noChangeShapeType="1"/>
                </p:cNvSpPr>
                <p:nvPr/>
              </p:nvSpPr>
              <p:spPr bwMode="auto">
                <a:xfrm>
                  <a:off x="2247" y="2674"/>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30" name="Group 428">
              <a:extLst>
                <a:ext uri="{FF2B5EF4-FFF2-40B4-BE49-F238E27FC236}">
                  <a16:creationId xmlns:a16="http://schemas.microsoft.com/office/drawing/2014/main" id="{87EE2229-13F2-CCC8-C031-61E48C42514F}"/>
                </a:ext>
              </a:extLst>
            </p:cNvPr>
            <p:cNvGrpSpPr>
              <a:grpSpLocks/>
            </p:cNvGrpSpPr>
            <p:nvPr/>
          </p:nvGrpSpPr>
          <p:grpSpPr bwMode="auto">
            <a:xfrm>
              <a:off x="1489" y="2953"/>
              <a:ext cx="423" cy="56"/>
              <a:chOff x="1489" y="2953"/>
              <a:chExt cx="423" cy="56"/>
            </a:xfrm>
            <a:grpFill/>
          </p:grpSpPr>
          <p:sp>
            <p:nvSpPr>
              <p:cNvPr id="104319" name="Freeform 429">
                <a:extLst>
                  <a:ext uri="{FF2B5EF4-FFF2-40B4-BE49-F238E27FC236}">
                    <a16:creationId xmlns:a16="http://schemas.microsoft.com/office/drawing/2014/main" id="{95EA0E73-6894-1795-5D69-30EC3CE91113}"/>
                  </a:ext>
                </a:extLst>
              </p:cNvPr>
              <p:cNvSpPr>
                <a:spLocks/>
              </p:cNvSpPr>
              <p:nvPr/>
            </p:nvSpPr>
            <p:spPr bwMode="auto">
              <a:xfrm>
                <a:off x="1792" y="2953"/>
                <a:ext cx="120" cy="56"/>
              </a:xfrm>
              <a:custGeom>
                <a:avLst/>
                <a:gdLst>
                  <a:gd name="T0" fmla="*/ 120 w 120"/>
                  <a:gd name="T1" fmla="*/ 32 h 56"/>
                  <a:gd name="T2" fmla="*/ 0 w 120"/>
                  <a:gd name="T3" fmla="*/ 56 h 56"/>
                  <a:gd name="T4" fmla="*/ 0 w 120"/>
                  <a:gd name="T5" fmla="*/ 32 h 56"/>
                  <a:gd name="T6" fmla="*/ 0 w 120"/>
                  <a:gd name="T7" fmla="*/ 0 h 56"/>
                  <a:gd name="T8" fmla="*/ 120 w 120"/>
                  <a:gd name="T9" fmla="*/ 32 h 56"/>
                  <a:gd name="T10" fmla="*/ 0 60000 65536"/>
                  <a:gd name="T11" fmla="*/ 0 60000 65536"/>
                  <a:gd name="T12" fmla="*/ 0 60000 65536"/>
                  <a:gd name="T13" fmla="*/ 0 60000 65536"/>
                  <a:gd name="T14" fmla="*/ 0 60000 65536"/>
                  <a:gd name="T15" fmla="*/ 0 w 120"/>
                  <a:gd name="T16" fmla="*/ 0 h 56"/>
                  <a:gd name="T17" fmla="*/ 120 w 120"/>
                  <a:gd name="T18" fmla="*/ 56 h 56"/>
                </a:gdLst>
                <a:ahLst/>
                <a:cxnLst>
                  <a:cxn ang="T10">
                    <a:pos x="T0" y="T1"/>
                  </a:cxn>
                  <a:cxn ang="T11">
                    <a:pos x="T2" y="T3"/>
                  </a:cxn>
                  <a:cxn ang="T12">
                    <a:pos x="T4" y="T5"/>
                  </a:cxn>
                  <a:cxn ang="T13">
                    <a:pos x="T6" y="T7"/>
                  </a:cxn>
                  <a:cxn ang="T14">
                    <a:pos x="T8" y="T9"/>
                  </a:cxn>
                </a:cxnLst>
                <a:rect l="T15" t="T16" r="T17" b="T18"/>
                <a:pathLst>
                  <a:path w="120" h="56">
                    <a:moveTo>
                      <a:pt x="120" y="32"/>
                    </a:moveTo>
                    <a:lnTo>
                      <a:pt x="0" y="56"/>
                    </a:lnTo>
                    <a:lnTo>
                      <a:pt x="0" y="32"/>
                    </a:lnTo>
                    <a:lnTo>
                      <a:pt x="0" y="0"/>
                    </a:lnTo>
                    <a:lnTo>
                      <a:pt x="120" y="32"/>
                    </a:lnTo>
                    <a:close/>
                  </a:path>
                </a:pathLst>
              </a:custGeom>
              <a:grpFill/>
              <a:ln w="9525">
                <a:solidFill>
                  <a:schemeClr val="bg1">
                    <a:lumMod val="65000"/>
                  </a:schemeClr>
                </a:solidFill>
                <a:round/>
                <a:headEnd/>
                <a:tailEnd/>
              </a:ln>
            </p:spPr>
            <p:txBody>
              <a:bodyPr/>
              <a:lstStyle/>
              <a:p>
                <a:endParaRPr lang="en-US"/>
              </a:p>
            </p:txBody>
          </p:sp>
          <p:grpSp>
            <p:nvGrpSpPr>
              <p:cNvPr id="104320" name="Group 430">
                <a:extLst>
                  <a:ext uri="{FF2B5EF4-FFF2-40B4-BE49-F238E27FC236}">
                    <a16:creationId xmlns:a16="http://schemas.microsoft.com/office/drawing/2014/main" id="{C0D8DD8F-B9CD-A23C-4CF8-EF1637463DD1}"/>
                  </a:ext>
                </a:extLst>
              </p:cNvPr>
              <p:cNvGrpSpPr>
                <a:grpSpLocks/>
              </p:cNvGrpSpPr>
              <p:nvPr/>
            </p:nvGrpSpPr>
            <p:grpSpPr bwMode="auto">
              <a:xfrm>
                <a:off x="1489" y="2985"/>
                <a:ext cx="295" cy="1"/>
                <a:chOff x="1489" y="2985"/>
                <a:chExt cx="295" cy="1"/>
              </a:xfrm>
              <a:grpFill/>
            </p:grpSpPr>
            <p:sp>
              <p:nvSpPr>
                <p:cNvPr id="104321" name="Line 431">
                  <a:extLst>
                    <a:ext uri="{FF2B5EF4-FFF2-40B4-BE49-F238E27FC236}">
                      <a16:creationId xmlns:a16="http://schemas.microsoft.com/office/drawing/2014/main" id="{E68F6485-F0A3-A5D2-FD23-3B9173B8F82B}"/>
                    </a:ext>
                  </a:extLst>
                </p:cNvPr>
                <p:cNvSpPr>
                  <a:spLocks noChangeShapeType="1"/>
                </p:cNvSpPr>
                <p:nvPr/>
              </p:nvSpPr>
              <p:spPr bwMode="auto">
                <a:xfrm>
                  <a:off x="1489" y="2985"/>
                  <a:ext cx="24" cy="1"/>
                </a:xfrm>
                <a:prstGeom prst="line">
                  <a:avLst/>
                </a:prstGeom>
                <a:grpFill/>
                <a:ln w="12700">
                  <a:solidFill>
                    <a:schemeClr val="bg1">
                      <a:lumMod val="65000"/>
                    </a:schemeClr>
                  </a:solidFill>
                  <a:round/>
                  <a:headEnd/>
                  <a:tailEnd/>
                </a:ln>
              </p:spPr>
              <p:txBody>
                <a:bodyPr/>
                <a:lstStyle/>
                <a:p>
                  <a:endParaRPr lang="en-US"/>
                </a:p>
              </p:txBody>
            </p:sp>
            <p:sp>
              <p:nvSpPr>
                <p:cNvPr id="104322" name="Line 432">
                  <a:extLst>
                    <a:ext uri="{FF2B5EF4-FFF2-40B4-BE49-F238E27FC236}">
                      <a16:creationId xmlns:a16="http://schemas.microsoft.com/office/drawing/2014/main" id="{42815767-AF3E-1584-D2BF-CF9D2B1C8A64}"/>
                    </a:ext>
                  </a:extLst>
                </p:cNvPr>
                <p:cNvSpPr>
                  <a:spLocks noChangeShapeType="1"/>
                </p:cNvSpPr>
                <p:nvPr/>
              </p:nvSpPr>
              <p:spPr bwMode="auto">
                <a:xfrm>
                  <a:off x="1544" y="2985"/>
                  <a:ext cx="24" cy="1"/>
                </a:xfrm>
                <a:prstGeom prst="line">
                  <a:avLst/>
                </a:prstGeom>
                <a:grpFill/>
                <a:ln w="12700">
                  <a:solidFill>
                    <a:schemeClr val="bg1">
                      <a:lumMod val="65000"/>
                    </a:schemeClr>
                  </a:solidFill>
                  <a:round/>
                  <a:headEnd/>
                  <a:tailEnd/>
                </a:ln>
              </p:spPr>
              <p:txBody>
                <a:bodyPr/>
                <a:lstStyle/>
                <a:p>
                  <a:endParaRPr lang="en-US"/>
                </a:p>
              </p:txBody>
            </p:sp>
            <p:sp>
              <p:nvSpPr>
                <p:cNvPr id="104323" name="Line 433">
                  <a:extLst>
                    <a:ext uri="{FF2B5EF4-FFF2-40B4-BE49-F238E27FC236}">
                      <a16:creationId xmlns:a16="http://schemas.microsoft.com/office/drawing/2014/main" id="{03BE7752-9C36-0DBE-6468-6579560E670B}"/>
                    </a:ext>
                  </a:extLst>
                </p:cNvPr>
                <p:cNvSpPr>
                  <a:spLocks noChangeShapeType="1"/>
                </p:cNvSpPr>
                <p:nvPr/>
              </p:nvSpPr>
              <p:spPr bwMode="auto">
                <a:xfrm>
                  <a:off x="1600" y="2985"/>
                  <a:ext cx="24" cy="1"/>
                </a:xfrm>
                <a:prstGeom prst="line">
                  <a:avLst/>
                </a:prstGeom>
                <a:grpFill/>
                <a:ln w="12700">
                  <a:solidFill>
                    <a:schemeClr val="bg1">
                      <a:lumMod val="65000"/>
                    </a:schemeClr>
                  </a:solidFill>
                  <a:round/>
                  <a:headEnd/>
                  <a:tailEnd/>
                </a:ln>
              </p:spPr>
              <p:txBody>
                <a:bodyPr/>
                <a:lstStyle/>
                <a:p>
                  <a:endParaRPr lang="en-US"/>
                </a:p>
              </p:txBody>
            </p:sp>
            <p:sp>
              <p:nvSpPr>
                <p:cNvPr id="104324" name="Line 434">
                  <a:extLst>
                    <a:ext uri="{FF2B5EF4-FFF2-40B4-BE49-F238E27FC236}">
                      <a16:creationId xmlns:a16="http://schemas.microsoft.com/office/drawing/2014/main" id="{3AB9A00A-BCA0-A064-E3BA-86E8F0F82787}"/>
                    </a:ext>
                  </a:extLst>
                </p:cNvPr>
                <p:cNvSpPr>
                  <a:spLocks noChangeShapeType="1"/>
                </p:cNvSpPr>
                <p:nvPr/>
              </p:nvSpPr>
              <p:spPr bwMode="auto">
                <a:xfrm>
                  <a:off x="1656" y="2985"/>
                  <a:ext cx="24" cy="1"/>
                </a:xfrm>
                <a:prstGeom prst="line">
                  <a:avLst/>
                </a:prstGeom>
                <a:grpFill/>
                <a:ln w="12700">
                  <a:solidFill>
                    <a:schemeClr val="bg1">
                      <a:lumMod val="65000"/>
                    </a:schemeClr>
                  </a:solidFill>
                  <a:round/>
                  <a:headEnd/>
                  <a:tailEnd/>
                </a:ln>
              </p:spPr>
              <p:txBody>
                <a:bodyPr/>
                <a:lstStyle/>
                <a:p>
                  <a:endParaRPr lang="en-US"/>
                </a:p>
              </p:txBody>
            </p:sp>
            <p:sp>
              <p:nvSpPr>
                <p:cNvPr id="104325" name="Line 435">
                  <a:extLst>
                    <a:ext uri="{FF2B5EF4-FFF2-40B4-BE49-F238E27FC236}">
                      <a16:creationId xmlns:a16="http://schemas.microsoft.com/office/drawing/2014/main" id="{29EB0DF3-53D5-86BD-759D-6EC84FF082F8}"/>
                    </a:ext>
                  </a:extLst>
                </p:cNvPr>
                <p:cNvSpPr>
                  <a:spLocks noChangeShapeType="1"/>
                </p:cNvSpPr>
                <p:nvPr/>
              </p:nvSpPr>
              <p:spPr bwMode="auto">
                <a:xfrm>
                  <a:off x="1712" y="2985"/>
                  <a:ext cx="24" cy="1"/>
                </a:xfrm>
                <a:prstGeom prst="line">
                  <a:avLst/>
                </a:prstGeom>
                <a:grpFill/>
                <a:ln w="12700">
                  <a:solidFill>
                    <a:schemeClr val="bg1">
                      <a:lumMod val="65000"/>
                    </a:schemeClr>
                  </a:solidFill>
                  <a:round/>
                  <a:headEnd/>
                  <a:tailEnd/>
                </a:ln>
              </p:spPr>
              <p:txBody>
                <a:bodyPr/>
                <a:lstStyle/>
                <a:p>
                  <a:endParaRPr lang="en-US"/>
                </a:p>
              </p:txBody>
            </p:sp>
            <p:sp>
              <p:nvSpPr>
                <p:cNvPr id="104326" name="Line 436">
                  <a:extLst>
                    <a:ext uri="{FF2B5EF4-FFF2-40B4-BE49-F238E27FC236}">
                      <a16:creationId xmlns:a16="http://schemas.microsoft.com/office/drawing/2014/main" id="{DE75765A-807E-86DF-7F52-E9C308F37561}"/>
                    </a:ext>
                  </a:extLst>
                </p:cNvPr>
                <p:cNvSpPr>
                  <a:spLocks noChangeShapeType="1"/>
                </p:cNvSpPr>
                <p:nvPr/>
              </p:nvSpPr>
              <p:spPr bwMode="auto">
                <a:xfrm>
                  <a:off x="1768" y="2985"/>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31" name="Group 437">
              <a:extLst>
                <a:ext uri="{FF2B5EF4-FFF2-40B4-BE49-F238E27FC236}">
                  <a16:creationId xmlns:a16="http://schemas.microsoft.com/office/drawing/2014/main" id="{2EAA8BFD-EE3C-81B3-7EEE-7E5930523312}"/>
                </a:ext>
              </a:extLst>
            </p:cNvPr>
            <p:cNvGrpSpPr>
              <a:grpSpLocks/>
            </p:cNvGrpSpPr>
            <p:nvPr/>
          </p:nvGrpSpPr>
          <p:grpSpPr bwMode="auto">
            <a:xfrm>
              <a:off x="1952" y="2953"/>
              <a:ext cx="415" cy="56"/>
              <a:chOff x="1952" y="2953"/>
              <a:chExt cx="415" cy="56"/>
            </a:xfrm>
            <a:grpFill/>
          </p:grpSpPr>
          <p:sp>
            <p:nvSpPr>
              <p:cNvPr id="104311" name="Freeform 438">
                <a:extLst>
                  <a:ext uri="{FF2B5EF4-FFF2-40B4-BE49-F238E27FC236}">
                    <a16:creationId xmlns:a16="http://schemas.microsoft.com/office/drawing/2014/main" id="{E8006B8F-EB91-B6FF-9E8B-9886C9B93258}"/>
                  </a:ext>
                </a:extLst>
              </p:cNvPr>
              <p:cNvSpPr>
                <a:spLocks/>
              </p:cNvSpPr>
              <p:nvPr/>
            </p:nvSpPr>
            <p:spPr bwMode="auto">
              <a:xfrm>
                <a:off x="2255"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4312" name="Group 439">
                <a:extLst>
                  <a:ext uri="{FF2B5EF4-FFF2-40B4-BE49-F238E27FC236}">
                    <a16:creationId xmlns:a16="http://schemas.microsoft.com/office/drawing/2014/main" id="{61686F52-684C-B2E0-3A39-52A8470D9325}"/>
                  </a:ext>
                </a:extLst>
              </p:cNvPr>
              <p:cNvGrpSpPr>
                <a:grpSpLocks/>
              </p:cNvGrpSpPr>
              <p:nvPr/>
            </p:nvGrpSpPr>
            <p:grpSpPr bwMode="auto">
              <a:xfrm>
                <a:off x="1952" y="2985"/>
                <a:ext cx="295" cy="1"/>
                <a:chOff x="1952" y="2985"/>
                <a:chExt cx="295" cy="1"/>
              </a:xfrm>
              <a:grpFill/>
            </p:grpSpPr>
            <p:sp>
              <p:nvSpPr>
                <p:cNvPr id="104313" name="Line 440">
                  <a:extLst>
                    <a:ext uri="{FF2B5EF4-FFF2-40B4-BE49-F238E27FC236}">
                      <a16:creationId xmlns:a16="http://schemas.microsoft.com/office/drawing/2014/main" id="{48D25B0F-62A0-1724-2A43-84E204DE32FC}"/>
                    </a:ext>
                  </a:extLst>
                </p:cNvPr>
                <p:cNvSpPr>
                  <a:spLocks noChangeShapeType="1"/>
                </p:cNvSpPr>
                <p:nvPr/>
              </p:nvSpPr>
              <p:spPr bwMode="auto">
                <a:xfrm>
                  <a:off x="1952" y="2985"/>
                  <a:ext cx="24" cy="1"/>
                </a:xfrm>
                <a:prstGeom prst="line">
                  <a:avLst/>
                </a:prstGeom>
                <a:grpFill/>
                <a:ln w="12700">
                  <a:solidFill>
                    <a:schemeClr val="bg1">
                      <a:lumMod val="65000"/>
                    </a:schemeClr>
                  </a:solidFill>
                  <a:round/>
                  <a:headEnd/>
                  <a:tailEnd/>
                </a:ln>
              </p:spPr>
              <p:txBody>
                <a:bodyPr/>
                <a:lstStyle/>
                <a:p>
                  <a:endParaRPr lang="en-US"/>
                </a:p>
              </p:txBody>
            </p:sp>
            <p:sp>
              <p:nvSpPr>
                <p:cNvPr id="104314" name="Line 441">
                  <a:extLst>
                    <a:ext uri="{FF2B5EF4-FFF2-40B4-BE49-F238E27FC236}">
                      <a16:creationId xmlns:a16="http://schemas.microsoft.com/office/drawing/2014/main" id="{BB03CB80-BE3D-E792-8815-E6A3BFEEF46F}"/>
                    </a:ext>
                  </a:extLst>
                </p:cNvPr>
                <p:cNvSpPr>
                  <a:spLocks noChangeShapeType="1"/>
                </p:cNvSpPr>
                <p:nvPr/>
              </p:nvSpPr>
              <p:spPr bwMode="auto">
                <a:xfrm>
                  <a:off x="2008" y="2985"/>
                  <a:ext cx="23" cy="1"/>
                </a:xfrm>
                <a:prstGeom prst="line">
                  <a:avLst/>
                </a:prstGeom>
                <a:grpFill/>
                <a:ln w="12700">
                  <a:solidFill>
                    <a:schemeClr val="bg1">
                      <a:lumMod val="65000"/>
                    </a:schemeClr>
                  </a:solidFill>
                  <a:round/>
                  <a:headEnd/>
                  <a:tailEnd/>
                </a:ln>
              </p:spPr>
              <p:txBody>
                <a:bodyPr/>
                <a:lstStyle/>
                <a:p>
                  <a:endParaRPr lang="en-US"/>
                </a:p>
              </p:txBody>
            </p:sp>
            <p:sp>
              <p:nvSpPr>
                <p:cNvPr id="104315" name="Line 442">
                  <a:extLst>
                    <a:ext uri="{FF2B5EF4-FFF2-40B4-BE49-F238E27FC236}">
                      <a16:creationId xmlns:a16="http://schemas.microsoft.com/office/drawing/2014/main" id="{BF8B044B-EA2E-4695-74F9-2C073EA455C9}"/>
                    </a:ext>
                  </a:extLst>
                </p:cNvPr>
                <p:cNvSpPr>
                  <a:spLocks noChangeShapeType="1"/>
                </p:cNvSpPr>
                <p:nvPr/>
              </p:nvSpPr>
              <p:spPr bwMode="auto">
                <a:xfrm>
                  <a:off x="2063" y="2985"/>
                  <a:ext cx="24" cy="1"/>
                </a:xfrm>
                <a:prstGeom prst="line">
                  <a:avLst/>
                </a:prstGeom>
                <a:grpFill/>
                <a:ln w="12700">
                  <a:solidFill>
                    <a:schemeClr val="bg1">
                      <a:lumMod val="65000"/>
                    </a:schemeClr>
                  </a:solidFill>
                  <a:round/>
                  <a:headEnd/>
                  <a:tailEnd/>
                </a:ln>
              </p:spPr>
              <p:txBody>
                <a:bodyPr/>
                <a:lstStyle/>
                <a:p>
                  <a:endParaRPr lang="en-US"/>
                </a:p>
              </p:txBody>
            </p:sp>
            <p:sp>
              <p:nvSpPr>
                <p:cNvPr id="104316" name="Line 443">
                  <a:extLst>
                    <a:ext uri="{FF2B5EF4-FFF2-40B4-BE49-F238E27FC236}">
                      <a16:creationId xmlns:a16="http://schemas.microsoft.com/office/drawing/2014/main" id="{4015E435-FA74-355B-9692-BBDCFE5DB1B7}"/>
                    </a:ext>
                  </a:extLst>
                </p:cNvPr>
                <p:cNvSpPr>
                  <a:spLocks noChangeShapeType="1"/>
                </p:cNvSpPr>
                <p:nvPr/>
              </p:nvSpPr>
              <p:spPr bwMode="auto">
                <a:xfrm>
                  <a:off x="2119" y="2985"/>
                  <a:ext cx="24" cy="1"/>
                </a:xfrm>
                <a:prstGeom prst="line">
                  <a:avLst/>
                </a:prstGeom>
                <a:grpFill/>
                <a:ln w="12700">
                  <a:solidFill>
                    <a:schemeClr val="bg1">
                      <a:lumMod val="65000"/>
                    </a:schemeClr>
                  </a:solidFill>
                  <a:round/>
                  <a:headEnd/>
                  <a:tailEnd/>
                </a:ln>
              </p:spPr>
              <p:txBody>
                <a:bodyPr/>
                <a:lstStyle/>
                <a:p>
                  <a:endParaRPr lang="en-US"/>
                </a:p>
              </p:txBody>
            </p:sp>
            <p:sp>
              <p:nvSpPr>
                <p:cNvPr id="104317" name="Line 444">
                  <a:extLst>
                    <a:ext uri="{FF2B5EF4-FFF2-40B4-BE49-F238E27FC236}">
                      <a16:creationId xmlns:a16="http://schemas.microsoft.com/office/drawing/2014/main" id="{1C5B9565-26EE-F402-DA81-B466F2058B0F}"/>
                    </a:ext>
                  </a:extLst>
                </p:cNvPr>
                <p:cNvSpPr>
                  <a:spLocks noChangeShapeType="1"/>
                </p:cNvSpPr>
                <p:nvPr/>
              </p:nvSpPr>
              <p:spPr bwMode="auto">
                <a:xfrm>
                  <a:off x="2175" y="2985"/>
                  <a:ext cx="24" cy="1"/>
                </a:xfrm>
                <a:prstGeom prst="line">
                  <a:avLst/>
                </a:prstGeom>
                <a:grpFill/>
                <a:ln w="12700">
                  <a:solidFill>
                    <a:schemeClr val="bg1">
                      <a:lumMod val="65000"/>
                    </a:schemeClr>
                  </a:solidFill>
                  <a:round/>
                  <a:headEnd/>
                  <a:tailEnd/>
                </a:ln>
              </p:spPr>
              <p:txBody>
                <a:bodyPr/>
                <a:lstStyle/>
                <a:p>
                  <a:endParaRPr lang="en-US"/>
                </a:p>
              </p:txBody>
            </p:sp>
            <p:sp>
              <p:nvSpPr>
                <p:cNvPr id="104318" name="Line 445">
                  <a:extLst>
                    <a:ext uri="{FF2B5EF4-FFF2-40B4-BE49-F238E27FC236}">
                      <a16:creationId xmlns:a16="http://schemas.microsoft.com/office/drawing/2014/main" id="{6FA38BAF-9065-7E5F-33A5-3C43D2215095}"/>
                    </a:ext>
                  </a:extLst>
                </p:cNvPr>
                <p:cNvSpPr>
                  <a:spLocks noChangeShapeType="1"/>
                </p:cNvSpPr>
                <p:nvPr/>
              </p:nvSpPr>
              <p:spPr bwMode="auto">
                <a:xfrm>
                  <a:off x="2231" y="2985"/>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32" name="Group 446">
              <a:extLst>
                <a:ext uri="{FF2B5EF4-FFF2-40B4-BE49-F238E27FC236}">
                  <a16:creationId xmlns:a16="http://schemas.microsoft.com/office/drawing/2014/main" id="{5EB3A5D6-C06B-29C0-B958-CA7E047FCFA7}"/>
                </a:ext>
              </a:extLst>
            </p:cNvPr>
            <p:cNvGrpSpPr>
              <a:grpSpLocks/>
            </p:cNvGrpSpPr>
            <p:nvPr/>
          </p:nvGrpSpPr>
          <p:grpSpPr bwMode="auto">
            <a:xfrm>
              <a:off x="2415" y="2953"/>
              <a:ext cx="415" cy="56"/>
              <a:chOff x="2415" y="2953"/>
              <a:chExt cx="415" cy="56"/>
            </a:xfrm>
            <a:grpFill/>
          </p:grpSpPr>
          <p:sp>
            <p:nvSpPr>
              <p:cNvPr id="104303" name="Freeform 447">
                <a:extLst>
                  <a:ext uri="{FF2B5EF4-FFF2-40B4-BE49-F238E27FC236}">
                    <a16:creationId xmlns:a16="http://schemas.microsoft.com/office/drawing/2014/main" id="{E30D060C-991D-B8AF-0106-5885CC90DB7F}"/>
                  </a:ext>
                </a:extLst>
              </p:cNvPr>
              <p:cNvSpPr>
                <a:spLocks/>
              </p:cNvSpPr>
              <p:nvPr/>
            </p:nvSpPr>
            <p:spPr bwMode="auto">
              <a:xfrm>
                <a:off x="2718"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4304" name="Group 448">
                <a:extLst>
                  <a:ext uri="{FF2B5EF4-FFF2-40B4-BE49-F238E27FC236}">
                    <a16:creationId xmlns:a16="http://schemas.microsoft.com/office/drawing/2014/main" id="{B65E868D-98A1-CCB0-824F-4E11CBD34F3B}"/>
                  </a:ext>
                </a:extLst>
              </p:cNvPr>
              <p:cNvGrpSpPr>
                <a:grpSpLocks/>
              </p:cNvGrpSpPr>
              <p:nvPr/>
            </p:nvGrpSpPr>
            <p:grpSpPr bwMode="auto">
              <a:xfrm>
                <a:off x="2415" y="2985"/>
                <a:ext cx="295" cy="1"/>
                <a:chOff x="2415" y="2985"/>
                <a:chExt cx="295" cy="1"/>
              </a:xfrm>
              <a:grpFill/>
            </p:grpSpPr>
            <p:sp>
              <p:nvSpPr>
                <p:cNvPr id="104305" name="Line 449">
                  <a:extLst>
                    <a:ext uri="{FF2B5EF4-FFF2-40B4-BE49-F238E27FC236}">
                      <a16:creationId xmlns:a16="http://schemas.microsoft.com/office/drawing/2014/main" id="{41BD7036-9A1E-C948-CF48-1EDE7FF8BB4E}"/>
                    </a:ext>
                  </a:extLst>
                </p:cNvPr>
                <p:cNvSpPr>
                  <a:spLocks noChangeShapeType="1"/>
                </p:cNvSpPr>
                <p:nvPr/>
              </p:nvSpPr>
              <p:spPr bwMode="auto">
                <a:xfrm>
                  <a:off x="2415" y="2985"/>
                  <a:ext cx="24" cy="1"/>
                </a:xfrm>
                <a:prstGeom prst="line">
                  <a:avLst/>
                </a:prstGeom>
                <a:grpFill/>
                <a:ln w="12700">
                  <a:solidFill>
                    <a:schemeClr val="bg1">
                      <a:lumMod val="65000"/>
                    </a:schemeClr>
                  </a:solidFill>
                  <a:round/>
                  <a:headEnd/>
                  <a:tailEnd/>
                </a:ln>
              </p:spPr>
              <p:txBody>
                <a:bodyPr/>
                <a:lstStyle/>
                <a:p>
                  <a:endParaRPr lang="en-US"/>
                </a:p>
              </p:txBody>
            </p:sp>
            <p:sp>
              <p:nvSpPr>
                <p:cNvPr id="104306" name="Line 450">
                  <a:extLst>
                    <a:ext uri="{FF2B5EF4-FFF2-40B4-BE49-F238E27FC236}">
                      <a16:creationId xmlns:a16="http://schemas.microsoft.com/office/drawing/2014/main" id="{11B4AAFF-0187-3D62-036C-FB4E0BF6BAA3}"/>
                    </a:ext>
                  </a:extLst>
                </p:cNvPr>
                <p:cNvSpPr>
                  <a:spLocks noChangeShapeType="1"/>
                </p:cNvSpPr>
                <p:nvPr/>
              </p:nvSpPr>
              <p:spPr bwMode="auto">
                <a:xfrm>
                  <a:off x="2471" y="2985"/>
                  <a:ext cx="24" cy="1"/>
                </a:xfrm>
                <a:prstGeom prst="line">
                  <a:avLst/>
                </a:prstGeom>
                <a:grpFill/>
                <a:ln w="12700">
                  <a:solidFill>
                    <a:schemeClr val="bg1">
                      <a:lumMod val="65000"/>
                    </a:schemeClr>
                  </a:solidFill>
                  <a:round/>
                  <a:headEnd/>
                  <a:tailEnd/>
                </a:ln>
              </p:spPr>
              <p:txBody>
                <a:bodyPr/>
                <a:lstStyle/>
                <a:p>
                  <a:endParaRPr lang="en-US"/>
                </a:p>
              </p:txBody>
            </p:sp>
            <p:sp>
              <p:nvSpPr>
                <p:cNvPr id="104307" name="Line 451">
                  <a:extLst>
                    <a:ext uri="{FF2B5EF4-FFF2-40B4-BE49-F238E27FC236}">
                      <a16:creationId xmlns:a16="http://schemas.microsoft.com/office/drawing/2014/main" id="{C56980EB-B47E-AC14-4861-DDC8C9A02555}"/>
                    </a:ext>
                  </a:extLst>
                </p:cNvPr>
                <p:cNvSpPr>
                  <a:spLocks noChangeShapeType="1"/>
                </p:cNvSpPr>
                <p:nvPr/>
              </p:nvSpPr>
              <p:spPr bwMode="auto">
                <a:xfrm>
                  <a:off x="2526" y="2985"/>
                  <a:ext cx="24" cy="1"/>
                </a:xfrm>
                <a:prstGeom prst="line">
                  <a:avLst/>
                </a:prstGeom>
                <a:grpFill/>
                <a:ln w="12700">
                  <a:solidFill>
                    <a:schemeClr val="bg1">
                      <a:lumMod val="65000"/>
                    </a:schemeClr>
                  </a:solidFill>
                  <a:round/>
                  <a:headEnd/>
                  <a:tailEnd/>
                </a:ln>
              </p:spPr>
              <p:txBody>
                <a:bodyPr/>
                <a:lstStyle/>
                <a:p>
                  <a:endParaRPr lang="en-US"/>
                </a:p>
              </p:txBody>
            </p:sp>
            <p:sp>
              <p:nvSpPr>
                <p:cNvPr id="104308" name="Line 452">
                  <a:extLst>
                    <a:ext uri="{FF2B5EF4-FFF2-40B4-BE49-F238E27FC236}">
                      <a16:creationId xmlns:a16="http://schemas.microsoft.com/office/drawing/2014/main" id="{EF95C311-2ED8-64D6-21F1-BFDAA29CC54C}"/>
                    </a:ext>
                  </a:extLst>
                </p:cNvPr>
                <p:cNvSpPr>
                  <a:spLocks noChangeShapeType="1"/>
                </p:cNvSpPr>
                <p:nvPr/>
              </p:nvSpPr>
              <p:spPr bwMode="auto">
                <a:xfrm>
                  <a:off x="2582" y="2985"/>
                  <a:ext cx="24" cy="1"/>
                </a:xfrm>
                <a:prstGeom prst="line">
                  <a:avLst/>
                </a:prstGeom>
                <a:grpFill/>
                <a:ln w="12700">
                  <a:solidFill>
                    <a:schemeClr val="bg1">
                      <a:lumMod val="65000"/>
                    </a:schemeClr>
                  </a:solidFill>
                  <a:round/>
                  <a:headEnd/>
                  <a:tailEnd/>
                </a:ln>
              </p:spPr>
              <p:txBody>
                <a:bodyPr/>
                <a:lstStyle/>
                <a:p>
                  <a:endParaRPr lang="en-US"/>
                </a:p>
              </p:txBody>
            </p:sp>
            <p:sp>
              <p:nvSpPr>
                <p:cNvPr id="104309" name="Line 453">
                  <a:extLst>
                    <a:ext uri="{FF2B5EF4-FFF2-40B4-BE49-F238E27FC236}">
                      <a16:creationId xmlns:a16="http://schemas.microsoft.com/office/drawing/2014/main" id="{5E0F9869-4712-8C3A-3E18-9C5428C5B7C4}"/>
                    </a:ext>
                  </a:extLst>
                </p:cNvPr>
                <p:cNvSpPr>
                  <a:spLocks noChangeShapeType="1"/>
                </p:cNvSpPr>
                <p:nvPr/>
              </p:nvSpPr>
              <p:spPr bwMode="auto">
                <a:xfrm>
                  <a:off x="2638" y="2985"/>
                  <a:ext cx="24" cy="1"/>
                </a:xfrm>
                <a:prstGeom prst="line">
                  <a:avLst/>
                </a:prstGeom>
                <a:grpFill/>
                <a:ln w="12700">
                  <a:solidFill>
                    <a:schemeClr val="bg1">
                      <a:lumMod val="65000"/>
                    </a:schemeClr>
                  </a:solidFill>
                  <a:round/>
                  <a:headEnd/>
                  <a:tailEnd/>
                </a:ln>
              </p:spPr>
              <p:txBody>
                <a:bodyPr/>
                <a:lstStyle/>
                <a:p>
                  <a:endParaRPr lang="en-US"/>
                </a:p>
              </p:txBody>
            </p:sp>
            <p:sp>
              <p:nvSpPr>
                <p:cNvPr id="104310" name="Line 454">
                  <a:extLst>
                    <a:ext uri="{FF2B5EF4-FFF2-40B4-BE49-F238E27FC236}">
                      <a16:creationId xmlns:a16="http://schemas.microsoft.com/office/drawing/2014/main" id="{EDCA380F-FD69-E579-EBB9-621F9012252D}"/>
                    </a:ext>
                  </a:extLst>
                </p:cNvPr>
                <p:cNvSpPr>
                  <a:spLocks noChangeShapeType="1"/>
                </p:cNvSpPr>
                <p:nvPr/>
              </p:nvSpPr>
              <p:spPr bwMode="auto">
                <a:xfrm>
                  <a:off x="2694" y="2985"/>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33" name="Group 455">
              <a:extLst>
                <a:ext uri="{FF2B5EF4-FFF2-40B4-BE49-F238E27FC236}">
                  <a16:creationId xmlns:a16="http://schemas.microsoft.com/office/drawing/2014/main" id="{3A62128A-7D6A-E8DF-38C8-C16528FC7DE6}"/>
                </a:ext>
              </a:extLst>
            </p:cNvPr>
            <p:cNvGrpSpPr>
              <a:grpSpLocks/>
            </p:cNvGrpSpPr>
            <p:nvPr/>
          </p:nvGrpSpPr>
          <p:grpSpPr bwMode="auto">
            <a:xfrm>
              <a:off x="2838" y="1741"/>
              <a:ext cx="40" cy="1260"/>
              <a:chOff x="2838" y="1741"/>
              <a:chExt cx="40" cy="1260"/>
            </a:xfrm>
            <a:grpFill/>
          </p:grpSpPr>
          <p:sp>
            <p:nvSpPr>
              <p:cNvPr id="104293" name="Oval 456">
                <a:extLst>
                  <a:ext uri="{FF2B5EF4-FFF2-40B4-BE49-F238E27FC236}">
                    <a16:creationId xmlns:a16="http://schemas.microsoft.com/office/drawing/2014/main" id="{E23373E4-0908-90C4-5BCB-7AE2FCF16EEF}"/>
                  </a:ext>
                </a:extLst>
              </p:cNvPr>
              <p:cNvSpPr>
                <a:spLocks noChangeArrowheads="1"/>
              </p:cNvSpPr>
              <p:nvPr/>
            </p:nvSpPr>
            <p:spPr bwMode="auto">
              <a:xfrm>
                <a:off x="2838" y="1741"/>
                <a:ext cx="40" cy="40"/>
              </a:xfrm>
              <a:prstGeom prst="ellipse">
                <a:avLst/>
              </a:prstGeom>
              <a:grpFill/>
              <a:ln w="9525">
                <a:solidFill>
                  <a:schemeClr val="bg1">
                    <a:lumMod val="65000"/>
                  </a:schemeClr>
                </a:solidFill>
                <a:round/>
                <a:headEnd/>
                <a:tailEnd/>
              </a:ln>
            </p:spPr>
            <p:txBody>
              <a:bodyPr/>
              <a:lstStyle/>
              <a:p>
                <a:endParaRPr lang="en-US"/>
              </a:p>
            </p:txBody>
          </p:sp>
          <p:sp>
            <p:nvSpPr>
              <p:cNvPr id="104294" name="Oval 457">
                <a:extLst>
                  <a:ext uri="{FF2B5EF4-FFF2-40B4-BE49-F238E27FC236}">
                    <a16:creationId xmlns:a16="http://schemas.microsoft.com/office/drawing/2014/main" id="{3F0FF8AF-5CBB-7403-4D41-4FA042B55CF7}"/>
                  </a:ext>
                </a:extLst>
              </p:cNvPr>
              <p:cNvSpPr>
                <a:spLocks noChangeArrowheads="1"/>
              </p:cNvSpPr>
              <p:nvPr/>
            </p:nvSpPr>
            <p:spPr bwMode="auto">
              <a:xfrm>
                <a:off x="2838" y="1741"/>
                <a:ext cx="40" cy="40"/>
              </a:xfrm>
              <a:prstGeom prst="ellipse">
                <a:avLst/>
              </a:prstGeom>
              <a:grpFill/>
              <a:ln w="25400">
                <a:solidFill>
                  <a:schemeClr val="bg1">
                    <a:lumMod val="65000"/>
                  </a:schemeClr>
                </a:solidFill>
                <a:round/>
                <a:headEnd/>
                <a:tailEnd/>
              </a:ln>
            </p:spPr>
            <p:txBody>
              <a:bodyPr/>
              <a:lstStyle/>
              <a:p>
                <a:endParaRPr lang="en-US"/>
              </a:p>
            </p:txBody>
          </p:sp>
          <p:sp>
            <p:nvSpPr>
              <p:cNvPr id="104295" name="Oval 458">
                <a:extLst>
                  <a:ext uri="{FF2B5EF4-FFF2-40B4-BE49-F238E27FC236}">
                    <a16:creationId xmlns:a16="http://schemas.microsoft.com/office/drawing/2014/main" id="{35F12C2E-911B-5813-11DD-0BBB522F1FBE}"/>
                  </a:ext>
                </a:extLst>
              </p:cNvPr>
              <p:cNvSpPr>
                <a:spLocks noChangeArrowheads="1"/>
              </p:cNvSpPr>
              <p:nvPr/>
            </p:nvSpPr>
            <p:spPr bwMode="auto">
              <a:xfrm>
                <a:off x="2846" y="2044"/>
                <a:ext cx="32" cy="32"/>
              </a:xfrm>
              <a:prstGeom prst="ellipse">
                <a:avLst/>
              </a:prstGeom>
              <a:grpFill/>
              <a:ln w="9525">
                <a:solidFill>
                  <a:schemeClr val="bg1">
                    <a:lumMod val="65000"/>
                  </a:schemeClr>
                </a:solidFill>
                <a:round/>
                <a:headEnd/>
                <a:tailEnd/>
              </a:ln>
            </p:spPr>
            <p:txBody>
              <a:bodyPr/>
              <a:lstStyle/>
              <a:p>
                <a:endParaRPr lang="en-US"/>
              </a:p>
            </p:txBody>
          </p:sp>
          <p:sp>
            <p:nvSpPr>
              <p:cNvPr id="104296" name="Oval 459">
                <a:extLst>
                  <a:ext uri="{FF2B5EF4-FFF2-40B4-BE49-F238E27FC236}">
                    <a16:creationId xmlns:a16="http://schemas.microsoft.com/office/drawing/2014/main" id="{DA9F0EC5-37A4-261C-6B4B-B83358C1CF2F}"/>
                  </a:ext>
                </a:extLst>
              </p:cNvPr>
              <p:cNvSpPr>
                <a:spLocks noChangeArrowheads="1"/>
              </p:cNvSpPr>
              <p:nvPr/>
            </p:nvSpPr>
            <p:spPr bwMode="auto">
              <a:xfrm>
                <a:off x="2846" y="2044"/>
                <a:ext cx="32" cy="32"/>
              </a:xfrm>
              <a:prstGeom prst="ellipse">
                <a:avLst/>
              </a:prstGeom>
              <a:grpFill/>
              <a:ln w="25400">
                <a:solidFill>
                  <a:schemeClr val="bg1">
                    <a:lumMod val="65000"/>
                  </a:schemeClr>
                </a:solidFill>
                <a:round/>
                <a:headEnd/>
                <a:tailEnd/>
              </a:ln>
            </p:spPr>
            <p:txBody>
              <a:bodyPr/>
              <a:lstStyle/>
              <a:p>
                <a:endParaRPr lang="en-US"/>
              </a:p>
            </p:txBody>
          </p:sp>
          <p:sp>
            <p:nvSpPr>
              <p:cNvPr id="104297" name="Oval 460">
                <a:extLst>
                  <a:ext uri="{FF2B5EF4-FFF2-40B4-BE49-F238E27FC236}">
                    <a16:creationId xmlns:a16="http://schemas.microsoft.com/office/drawing/2014/main" id="{1540C4F8-976F-A1E4-18A6-C82C6A3DE0DA}"/>
                  </a:ext>
                </a:extLst>
              </p:cNvPr>
              <p:cNvSpPr>
                <a:spLocks noChangeArrowheads="1"/>
              </p:cNvSpPr>
              <p:nvPr/>
            </p:nvSpPr>
            <p:spPr bwMode="auto">
              <a:xfrm>
                <a:off x="2846" y="2355"/>
                <a:ext cx="32" cy="32"/>
              </a:xfrm>
              <a:prstGeom prst="ellipse">
                <a:avLst/>
              </a:prstGeom>
              <a:grpFill/>
              <a:ln w="9525">
                <a:solidFill>
                  <a:schemeClr val="bg1">
                    <a:lumMod val="65000"/>
                  </a:schemeClr>
                </a:solidFill>
                <a:round/>
                <a:headEnd/>
                <a:tailEnd/>
              </a:ln>
            </p:spPr>
            <p:txBody>
              <a:bodyPr/>
              <a:lstStyle/>
              <a:p>
                <a:endParaRPr lang="en-US"/>
              </a:p>
            </p:txBody>
          </p:sp>
          <p:sp>
            <p:nvSpPr>
              <p:cNvPr id="104298" name="Oval 461">
                <a:extLst>
                  <a:ext uri="{FF2B5EF4-FFF2-40B4-BE49-F238E27FC236}">
                    <a16:creationId xmlns:a16="http://schemas.microsoft.com/office/drawing/2014/main" id="{3487E83B-6A59-F8BA-2598-13AD5A795B33}"/>
                  </a:ext>
                </a:extLst>
              </p:cNvPr>
              <p:cNvSpPr>
                <a:spLocks noChangeArrowheads="1"/>
              </p:cNvSpPr>
              <p:nvPr/>
            </p:nvSpPr>
            <p:spPr bwMode="auto">
              <a:xfrm>
                <a:off x="2846" y="2355"/>
                <a:ext cx="32" cy="32"/>
              </a:xfrm>
              <a:prstGeom prst="ellipse">
                <a:avLst/>
              </a:prstGeom>
              <a:grpFill/>
              <a:ln w="25400">
                <a:solidFill>
                  <a:schemeClr val="bg1">
                    <a:lumMod val="65000"/>
                  </a:schemeClr>
                </a:solidFill>
                <a:round/>
                <a:headEnd/>
                <a:tailEnd/>
              </a:ln>
            </p:spPr>
            <p:txBody>
              <a:bodyPr/>
              <a:lstStyle/>
              <a:p>
                <a:endParaRPr lang="en-US"/>
              </a:p>
            </p:txBody>
          </p:sp>
          <p:sp>
            <p:nvSpPr>
              <p:cNvPr id="104299" name="Oval 462">
                <a:extLst>
                  <a:ext uri="{FF2B5EF4-FFF2-40B4-BE49-F238E27FC236}">
                    <a16:creationId xmlns:a16="http://schemas.microsoft.com/office/drawing/2014/main" id="{19E397B8-9686-BFC9-4AD8-6EFEB418B4AB}"/>
                  </a:ext>
                </a:extLst>
              </p:cNvPr>
              <p:cNvSpPr>
                <a:spLocks noChangeArrowheads="1"/>
              </p:cNvSpPr>
              <p:nvPr/>
            </p:nvSpPr>
            <p:spPr bwMode="auto">
              <a:xfrm>
                <a:off x="2838" y="2658"/>
                <a:ext cx="40" cy="32"/>
              </a:xfrm>
              <a:prstGeom prst="ellipse">
                <a:avLst/>
              </a:prstGeom>
              <a:grpFill/>
              <a:ln w="9525">
                <a:solidFill>
                  <a:schemeClr val="bg1">
                    <a:lumMod val="65000"/>
                  </a:schemeClr>
                </a:solidFill>
                <a:round/>
                <a:headEnd/>
                <a:tailEnd/>
              </a:ln>
            </p:spPr>
            <p:txBody>
              <a:bodyPr/>
              <a:lstStyle/>
              <a:p>
                <a:endParaRPr lang="en-US"/>
              </a:p>
            </p:txBody>
          </p:sp>
          <p:sp>
            <p:nvSpPr>
              <p:cNvPr id="104300" name="Oval 463">
                <a:extLst>
                  <a:ext uri="{FF2B5EF4-FFF2-40B4-BE49-F238E27FC236}">
                    <a16:creationId xmlns:a16="http://schemas.microsoft.com/office/drawing/2014/main" id="{C377BA73-0287-63A1-A9CE-A418C1743263}"/>
                  </a:ext>
                </a:extLst>
              </p:cNvPr>
              <p:cNvSpPr>
                <a:spLocks noChangeArrowheads="1"/>
              </p:cNvSpPr>
              <p:nvPr/>
            </p:nvSpPr>
            <p:spPr bwMode="auto">
              <a:xfrm>
                <a:off x="2838" y="2658"/>
                <a:ext cx="40" cy="32"/>
              </a:xfrm>
              <a:prstGeom prst="ellipse">
                <a:avLst/>
              </a:prstGeom>
              <a:grpFill/>
              <a:ln w="25400">
                <a:solidFill>
                  <a:schemeClr val="bg1">
                    <a:lumMod val="65000"/>
                  </a:schemeClr>
                </a:solidFill>
                <a:round/>
                <a:headEnd/>
                <a:tailEnd/>
              </a:ln>
            </p:spPr>
            <p:txBody>
              <a:bodyPr/>
              <a:lstStyle/>
              <a:p>
                <a:endParaRPr lang="en-US"/>
              </a:p>
            </p:txBody>
          </p:sp>
          <p:sp>
            <p:nvSpPr>
              <p:cNvPr id="104301" name="Oval 464">
                <a:extLst>
                  <a:ext uri="{FF2B5EF4-FFF2-40B4-BE49-F238E27FC236}">
                    <a16:creationId xmlns:a16="http://schemas.microsoft.com/office/drawing/2014/main" id="{404CD6C3-A26D-AFAC-B5C4-D89895FEA1D2}"/>
                  </a:ext>
                </a:extLst>
              </p:cNvPr>
              <p:cNvSpPr>
                <a:spLocks noChangeArrowheads="1"/>
              </p:cNvSpPr>
              <p:nvPr/>
            </p:nvSpPr>
            <p:spPr bwMode="auto">
              <a:xfrm>
                <a:off x="2838" y="2969"/>
                <a:ext cx="32" cy="32"/>
              </a:xfrm>
              <a:prstGeom prst="ellipse">
                <a:avLst/>
              </a:prstGeom>
              <a:grpFill/>
              <a:ln w="9525">
                <a:solidFill>
                  <a:schemeClr val="bg1">
                    <a:lumMod val="65000"/>
                  </a:schemeClr>
                </a:solidFill>
                <a:round/>
                <a:headEnd/>
                <a:tailEnd/>
              </a:ln>
            </p:spPr>
            <p:txBody>
              <a:bodyPr/>
              <a:lstStyle/>
              <a:p>
                <a:endParaRPr lang="en-US"/>
              </a:p>
            </p:txBody>
          </p:sp>
          <p:sp>
            <p:nvSpPr>
              <p:cNvPr id="104302" name="Oval 465">
                <a:extLst>
                  <a:ext uri="{FF2B5EF4-FFF2-40B4-BE49-F238E27FC236}">
                    <a16:creationId xmlns:a16="http://schemas.microsoft.com/office/drawing/2014/main" id="{CE0051A4-C748-6647-30E7-D1E7E6AD5C84}"/>
                  </a:ext>
                </a:extLst>
              </p:cNvPr>
              <p:cNvSpPr>
                <a:spLocks noChangeArrowheads="1"/>
              </p:cNvSpPr>
              <p:nvPr/>
            </p:nvSpPr>
            <p:spPr bwMode="auto">
              <a:xfrm>
                <a:off x="2838" y="2969"/>
                <a:ext cx="32" cy="32"/>
              </a:xfrm>
              <a:prstGeom prst="ellipse">
                <a:avLst/>
              </a:prstGeom>
              <a:grpFill/>
              <a:ln w="25400">
                <a:solidFill>
                  <a:schemeClr val="bg1">
                    <a:lumMod val="65000"/>
                  </a:schemeClr>
                </a:solidFill>
                <a:round/>
                <a:headEnd/>
                <a:tailEnd/>
              </a:ln>
            </p:spPr>
            <p:txBody>
              <a:bodyPr/>
              <a:lstStyle/>
              <a:p>
                <a:endParaRPr lang="en-US"/>
              </a:p>
            </p:txBody>
          </p:sp>
        </p:grpSp>
        <p:grpSp>
          <p:nvGrpSpPr>
            <p:cNvPr id="103534" name="Group 466">
              <a:extLst>
                <a:ext uri="{FF2B5EF4-FFF2-40B4-BE49-F238E27FC236}">
                  <a16:creationId xmlns:a16="http://schemas.microsoft.com/office/drawing/2014/main" id="{E6BC54FC-FB4C-05BA-E20F-1F92400AB7B5}"/>
                </a:ext>
              </a:extLst>
            </p:cNvPr>
            <p:cNvGrpSpPr>
              <a:grpSpLocks/>
            </p:cNvGrpSpPr>
            <p:nvPr/>
          </p:nvGrpSpPr>
          <p:grpSpPr bwMode="auto">
            <a:xfrm>
              <a:off x="1912" y="3272"/>
              <a:ext cx="32" cy="335"/>
              <a:chOff x="1912" y="3272"/>
              <a:chExt cx="32" cy="335"/>
            </a:xfrm>
            <a:grpFill/>
          </p:grpSpPr>
          <p:sp>
            <p:nvSpPr>
              <p:cNvPr id="104289" name="Oval 467">
                <a:extLst>
                  <a:ext uri="{FF2B5EF4-FFF2-40B4-BE49-F238E27FC236}">
                    <a16:creationId xmlns:a16="http://schemas.microsoft.com/office/drawing/2014/main" id="{927C15EF-BF26-90FE-2B03-F3CB8538A589}"/>
                  </a:ext>
                </a:extLst>
              </p:cNvPr>
              <p:cNvSpPr>
                <a:spLocks noChangeArrowheads="1"/>
              </p:cNvSpPr>
              <p:nvPr/>
            </p:nvSpPr>
            <p:spPr bwMode="auto">
              <a:xfrm>
                <a:off x="1912" y="3272"/>
                <a:ext cx="32" cy="32"/>
              </a:xfrm>
              <a:prstGeom prst="ellipse">
                <a:avLst/>
              </a:prstGeom>
              <a:grpFill/>
              <a:ln w="9525">
                <a:solidFill>
                  <a:schemeClr val="bg1">
                    <a:lumMod val="65000"/>
                  </a:schemeClr>
                </a:solidFill>
                <a:round/>
                <a:headEnd/>
                <a:tailEnd/>
              </a:ln>
            </p:spPr>
            <p:txBody>
              <a:bodyPr/>
              <a:lstStyle/>
              <a:p>
                <a:endParaRPr lang="en-US"/>
              </a:p>
            </p:txBody>
          </p:sp>
          <p:sp>
            <p:nvSpPr>
              <p:cNvPr id="104290" name="Oval 468">
                <a:extLst>
                  <a:ext uri="{FF2B5EF4-FFF2-40B4-BE49-F238E27FC236}">
                    <a16:creationId xmlns:a16="http://schemas.microsoft.com/office/drawing/2014/main" id="{CC0D0149-B447-D52E-C25C-D7E79CAB135C}"/>
                  </a:ext>
                </a:extLst>
              </p:cNvPr>
              <p:cNvSpPr>
                <a:spLocks noChangeArrowheads="1"/>
              </p:cNvSpPr>
              <p:nvPr/>
            </p:nvSpPr>
            <p:spPr bwMode="auto">
              <a:xfrm>
                <a:off x="1912" y="3272"/>
                <a:ext cx="32" cy="32"/>
              </a:xfrm>
              <a:prstGeom prst="ellipse">
                <a:avLst/>
              </a:prstGeom>
              <a:grpFill/>
              <a:ln w="25400">
                <a:solidFill>
                  <a:schemeClr val="bg1">
                    <a:lumMod val="65000"/>
                  </a:schemeClr>
                </a:solidFill>
                <a:round/>
                <a:headEnd/>
                <a:tailEnd/>
              </a:ln>
            </p:spPr>
            <p:txBody>
              <a:bodyPr/>
              <a:lstStyle/>
              <a:p>
                <a:endParaRPr lang="en-US"/>
              </a:p>
            </p:txBody>
          </p:sp>
          <p:sp>
            <p:nvSpPr>
              <p:cNvPr id="104291" name="Oval 469">
                <a:extLst>
                  <a:ext uri="{FF2B5EF4-FFF2-40B4-BE49-F238E27FC236}">
                    <a16:creationId xmlns:a16="http://schemas.microsoft.com/office/drawing/2014/main" id="{3DA2EAFE-0F94-3202-CEF2-E37752151551}"/>
                  </a:ext>
                </a:extLst>
              </p:cNvPr>
              <p:cNvSpPr>
                <a:spLocks noChangeArrowheads="1"/>
              </p:cNvSpPr>
              <p:nvPr/>
            </p:nvSpPr>
            <p:spPr bwMode="auto">
              <a:xfrm>
                <a:off x="1912" y="3575"/>
                <a:ext cx="32" cy="32"/>
              </a:xfrm>
              <a:prstGeom prst="ellipse">
                <a:avLst/>
              </a:prstGeom>
              <a:grpFill/>
              <a:ln w="9525">
                <a:solidFill>
                  <a:schemeClr val="bg1">
                    <a:lumMod val="65000"/>
                  </a:schemeClr>
                </a:solidFill>
                <a:round/>
                <a:headEnd/>
                <a:tailEnd/>
              </a:ln>
            </p:spPr>
            <p:txBody>
              <a:bodyPr/>
              <a:lstStyle/>
              <a:p>
                <a:endParaRPr lang="en-US"/>
              </a:p>
            </p:txBody>
          </p:sp>
          <p:sp>
            <p:nvSpPr>
              <p:cNvPr id="104292" name="Oval 470">
                <a:extLst>
                  <a:ext uri="{FF2B5EF4-FFF2-40B4-BE49-F238E27FC236}">
                    <a16:creationId xmlns:a16="http://schemas.microsoft.com/office/drawing/2014/main" id="{93C64470-7AAC-0966-85FB-D99A5F3DE0FF}"/>
                  </a:ext>
                </a:extLst>
              </p:cNvPr>
              <p:cNvSpPr>
                <a:spLocks noChangeArrowheads="1"/>
              </p:cNvSpPr>
              <p:nvPr/>
            </p:nvSpPr>
            <p:spPr bwMode="auto">
              <a:xfrm>
                <a:off x="1912" y="3575"/>
                <a:ext cx="32" cy="32"/>
              </a:xfrm>
              <a:prstGeom prst="ellipse">
                <a:avLst/>
              </a:prstGeom>
              <a:grpFill/>
              <a:ln w="25400">
                <a:solidFill>
                  <a:schemeClr val="bg1">
                    <a:lumMod val="65000"/>
                  </a:schemeClr>
                </a:solidFill>
                <a:round/>
                <a:headEnd/>
                <a:tailEnd/>
              </a:ln>
            </p:spPr>
            <p:txBody>
              <a:bodyPr/>
              <a:lstStyle/>
              <a:p>
                <a:endParaRPr lang="en-US"/>
              </a:p>
            </p:txBody>
          </p:sp>
        </p:grpSp>
        <p:grpSp>
          <p:nvGrpSpPr>
            <p:cNvPr id="103535" name="Group 471">
              <a:extLst>
                <a:ext uri="{FF2B5EF4-FFF2-40B4-BE49-F238E27FC236}">
                  <a16:creationId xmlns:a16="http://schemas.microsoft.com/office/drawing/2014/main" id="{1874C0BB-7B8B-77C2-65EF-83002195D5CA}"/>
                </a:ext>
              </a:extLst>
            </p:cNvPr>
            <p:cNvGrpSpPr>
              <a:grpSpLocks/>
            </p:cNvGrpSpPr>
            <p:nvPr/>
          </p:nvGrpSpPr>
          <p:grpSpPr bwMode="auto">
            <a:xfrm>
              <a:off x="1449" y="3272"/>
              <a:ext cx="40" cy="335"/>
              <a:chOff x="1449" y="3272"/>
              <a:chExt cx="40" cy="335"/>
            </a:xfrm>
            <a:grpFill/>
          </p:grpSpPr>
          <p:sp>
            <p:nvSpPr>
              <p:cNvPr id="104285" name="Oval 472">
                <a:extLst>
                  <a:ext uri="{FF2B5EF4-FFF2-40B4-BE49-F238E27FC236}">
                    <a16:creationId xmlns:a16="http://schemas.microsoft.com/office/drawing/2014/main" id="{B80BD86C-7A70-5E62-7A62-C743F5849BC7}"/>
                  </a:ext>
                </a:extLst>
              </p:cNvPr>
              <p:cNvSpPr>
                <a:spLocks noChangeArrowheads="1"/>
              </p:cNvSpPr>
              <p:nvPr/>
            </p:nvSpPr>
            <p:spPr bwMode="auto">
              <a:xfrm>
                <a:off x="1449" y="3272"/>
                <a:ext cx="40" cy="32"/>
              </a:xfrm>
              <a:prstGeom prst="ellipse">
                <a:avLst/>
              </a:prstGeom>
              <a:grpFill/>
              <a:ln w="9525">
                <a:solidFill>
                  <a:schemeClr val="bg1">
                    <a:lumMod val="65000"/>
                  </a:schemeClr>
                </a:solidFill>
                <a:round/>
                <a:headEnd/>
                <a:tailEnd/>
              </a:ln>
            </p:spPr>
            <p:txBody>
              <a:bodyPr/>
              <a:lstStyle/>
              <a:p>
                <a:endParaRPr lang="en-US"/>
              </a:p>
            </p:txBody>
          </p:sp>
          <p:sp>
            <p:nvSpPr>
              <p:cNvPr id="104286" name="Oval 473">
                <a:extLst>
                  <a:ext uri="{FF2B5EF4-FFF2-40B4-BE49-F238E27FC236}">
                    <a16:creationId xmlns:a16="http://schemas.microsoft.com/office/drawing/2014/main" id="{900A5426-0D4C-4ABF-AC7F-0F186AA66791}"/>
                  </a:ext>
                </a:extLst>
              </p:cNvPr>
              <p:cNvSpPr>
                <a:spLocks noChangeArrowheads="1"/>
              </p:cNvSpPr>
              <p:nvPr/>
            </p:nvSpPr>
            <p:spPr bwMode="auto">
              <a:xfrm>
                <a:off x="1449" y="3272"/>
                <a:ext cx="40" cy="32"/>
              </a:xfrm>
              <a:prstGeom prst="ellipse">
                <a:avLst/>
              </a:prstGeom>
              <a:grpFill/>
              <a:ln w="25400">
                <a:solidFill>
                  <a:schemeClr val="bg1">
                    <a:lumMod val="65000"/>
                  </a:schemeClr>
                </a:solidFill>
                <a:round/>
                <a:headEnd/>
                <a:tailEnd/>
              </a:ln>
            </p:spPr>
            <p:txBody>
              <a:bodyPr/>
              <a:lstStyle/>
              <a:p>
                <a:endParaRPr lang="en-US"/>
              </a:p>
            </p:txBody>
          </p:sp>
          <p:sp>
            <p:nvSpPr>
              <p:cNvPr id="104287" name="Oval 474">
                <a:extLst>
                  <a:ext uri="{FF2B5EF4-FFF2-40B4-BE49-F238E27FC236}">
                    <a16:creationId xmlns:a16="http://schemas.microsoft.com/office/drawing/2014/main" id="{DAE173D7-30C7-C9EF-086F-F191BA5CBDA8}"/>
                  </a:ext>
                </a:extLst>
              </p:cNvPr>
              <p:cNvSpPr>
                <a:spLocks noChangeArrowheads="1"/>
              </p:cNvSpPr>
              <p:nvPr/>
            </p:nvSpPr>
            <p:spPr bwMode="auto">
              <a:xfrm>
                <a:off x="1449" y="3575"/>
                <a:ext cx="40" cy="32"/>
              </a:xfrm>
              <a:prstGeom prst="ellipse">
                <a:avLst/>
              </a:prstGeom>
              <a:grpFill/>
              <a:ln w="9525">
                <a:solidFill>
                  <a:schemeClr val="bg1">
                    <a:lumMod val="65000"/>
                  </a:schemeClr>
                </a:solidFill>
                <a:round/>
                <a:headEnd/>
                <a:tailEnd/>
              </a:ln>
            </p:spPr>
            <p:txBody>
              <a:bodyPr/>
              <a:lstStyle/>
              <a:p>
                <a:endParaRPr lang="en-US"/>
              </a:p>
            </p:txBody>
          </p:sp>
          <p:sp>
            <p:nvSpPr>
              <p:cNvPr id="104288" name="Oval 475">
                <a:extLst>
                  <a:ext uri="{FF2B5EF4-FFF2-40B4-BE49-F238E27FC236}">
                    <a16:creationId xmlns:a16="http://schemas.microsoft.com/office/drawing/2014/main" id="{1105CAB3-8C69-2FEA-4A71-1A0D64A4DCF4}"/>
                  </a:ext>
                </a:extLst>
              </p:cNvPr>
              <p:cNvSpPr>
                <a:spLocks noChangeArrowheads="1"/>
              </p:cNvSpPr>
              <p:nvPr/>
            </p:nvSpPr>
            <p:spPr bwMode="auto">
              <a:xfrm>
                <a:off x="1449" y="3575"/>
                <a:ext cx="40" cy="32"/>
              </a:xfrm>
              <a:prstGeom prst="ellipse">
                <a:avLst/>
              </a:prstGeom>
              <a:grpFill/>
              <a:ln w="25400">
                <a:solidFill>
                  <a:schemeClr val="bg1">
                    <a:lumMod val="65000"/>
                  </a:schemeClr>
                </a:solidFill>
                <a:round/>
                <a:headEnd/>
                <a:tailEnd/>
              </a:ln>
            </p:spPr>
            <p:txBody>
              <a:bodyPr/>
              <a:lstStyle/>
              <a:p>
                <a:endParaRPr lang="en-US"/>
              </a:p>
            </p:txBody>
          </p:sp>
        </p:grpSp>
        <p:grpSp>
          <p:nvGrpSpPr>
            <p:cNvPr id="103536" name="Group 476">
              <a:extLst>
                <a:ext uri="{FF2B5EF4-FFF2-40B4-BE49-F238E27FC236}">
                  <a16:creationId xmlns:a16="http://schemas.microsoft.com/office/drawing/2014/main" id="{A23D45C3-4A31-C689-3EF9-4838C837A29F}"/>
                </a:ext>
              </a:extLst>
            </p:cNvPr>
            <p:cNvGrpSpPr>
              <a:grpSpLocks/>
            </p:cNvGrpSpPr>
            <p:nvPr/>
          </p:nvGrpSpPr>
          <p:grpSpPr bwMode="auto">
            <a:xfrm>
              <a:off x="2367" y="3272"/>
              <a:ext cx="32" cy="335"/>
              <a:chOff x="2367" y="3272"/>
              <a:chExt cx="32" cy="335"/>
            </a:xfrm>
            <a:grpFill/>
          </p:grpSpPr>
          <p:sp>
            <p:nvSpPr>
              <p:cNvPr id="104281" name="Oval 477">
                <a:extLst>
                  <a:ext uri="{FF2B5EF4-FFF2-40B4-BE49-F238E27FC236}">
                    <a16:creationId xmlns:a16="http://schemas.microsoft.com/office/drawing/2014/main" id="{696B63E0-04EC-7F26-4F68-29D30A21DEA4}"/>
                  </a:ext>
                </a:extLst>
              </p:cNvPr>
              <p:cNvSpPr>
                <a:spLocks noChangeArrowheads="1"/>
              </p:cNvSpPr>
              <p:nvPr/>
            </p:nvSpPr>
            <p:spPr bwMode="auto">
              <a:xfrm>
                <a:off x="2367" y="3272"/>
                <a:ext cx="32" cy="32"/>
              </a:xfrm>
              <a:prstGeom prst="ellipse">
                <a:avLst/>
              </a:prstGeom>
              <a:grpFill/>
              <a:ln w="9525">
                <a:solidFill>
                  <a:schemeClr val="bg1">
                    <a:lumMod val="65000"/>
                  </a:schemeClr>
                </a:solidFill>
                <a:round/>
                <a:headEnd/>
                <a:tailEnd/>
              </a:ln>
            </p:spPr>
            <p:txBody>
              <a:bodyPr/>
              <a:lstStyle/>
              <a:p>
                <a:endParaRPr lang="en-US"/>
              </a:p>
            </p:txBody>
          </p:sp>
          <p:sp>
            <p:nvSpPr>
              <p:cNvPr id="104282" name="Oval 478">
                <a:extLst>
                  <a:ext uri="{FF2B5EF4-FFF2-40B4-BE49-F238E27FC236}">
                    <a16:creationId xmlns:a16="http://schemas.microsoft.com/office/drawing/2014/main" id="{8AC02107-FE6A-F035-D827-0616565FB0CA}"/>
                  </a:ext>
                </a:extLst>
              </p:cNvPr>
              <p:cNvSpPr>
                <a:spLocks noChangeArrowheads="1"/>
              </p:cNvSpPr>
              <p:nvPr/>
            </p:nvSpPr>
            <p:spPr bwMode="auto">
              <a:xfrm>
                <a:off x="2367" y="3272"/>
                <a:ext cx="32" cy="32"/>
              </a:xfrm>
              <a:prstGeom prst="ellipse">
                <a:avLst/>
              </a:prstGeom>
              <a:grpFill/>
              <a:ln w="25400">
                <a:solidFill>
                  <a:schemeClr val="bg1">
                    <a:lumMod val="65000"/>
                  </a:schemeClr>
                </a:solidFill>
                <a:round/>
                <a:headEnd/>
                <a:tailEnd/>
              </a:ln>
            </p:spPr>
            <p:txBody>
              <a:bodyPr/>
              <a:lstStyle/>
              <a:p>
                <a:endParaRPr lang="en-US"/>
              </a:p>
            </p:txBody>
          </p:sp>
          <p:sp>
            <p:nvSpPr>
              <p:cNvPr id="104283" name="Oval 479">
                <a:extLst>
                  <a:ext uri="{FF2B5EF4-FFF2-40B4-BE49-F238E27FC236}">
                    <a16:creationId xmlns:a16="http://schemas.microsoft.com/office/drawing/2014/main" id="{66F3B67A-48C0-C7F0-A623-D13F3B8B65BA}"/>
                  </a:ext>
                </a:extLst>
              </p:cNvPr>
              <p:cNvSpPr>
                <a:spLocks noChangeArrowheads="1"/>
              </p:cNvSpPr>
              <p:nvPr/>
            </p:nvSpPr>
            <p:spPr bwMode="auto">
              <a:xfrm>
                <a:off x="2367" y="3575"/>
                <a:ext cx="32" cy="32"/>
              </a:xfrm>
              <a:prstGeom prst="ellipse">
                <a:avLst/>
              </a:prstGeom>
              <a:grpFill/>
              <a:ln w="9525">
                <a:solidFill>
                  <a:schemeClr val="bg1">
                    <a:lumMod val="65000"/>
                  </a:schemeClr>
                </a:solidFill>
                <a:round/>
                <a:headEnd/>
                <a:tailEnd/>
              </a:ln>
            </p:spPr>
            <p:txBody>
              <a:bodyPr/>
              <a:lstStyle/>
              <a:p>
                <a:endParaRPr lang="en-US"/>
              </a:p>
            </p:txBody>
          </p:sp>
          <p:sp>
            <p:nvSpPr>
              <p:cNvPr id="104284" name="Oval 480">
                <a:extLst>
                  <a:ext uri="{FF2B5EF4-FFF2-40B4-BE49-F238E27FC236}">
                    <a16:creationId xmlns:a16="http://schemas.microsoft.com/office/drawing/2014/main" id="{9672C904-9248-80F7-1A59-4F0873815FB8}"/>
                  </a:ext>
                </a:extLst>
              </p:cNvPr>
              <p:cNvSpPr>
                <a:spLocks noChangeArrowheads="1"/>
              </p:cNvSpPr>
              <p:nvPr/>
            </p:nvSpPr>
            <p:spPr bwMode="auto">
              <a:xfrm>
                <a:off x="2367" y="3575"/>
                <a:ext cx="32" cy="32"/>
              </a:xfrm>
              <a:prstGeom prst="ellipse">
                <a:avLst/>
              </a:prstGeom>
              <a:grpFill/>
              <a:ln w="25400">
                <a:solidFill>
                  <a:schemeClr val="bg1">
                    <a:lumMod val="65000"/>
                  </a:schemeClr>
                </a:solidFill>
                <a:round/>
                <a:headEnd/>
                <a:tailEnd/>
              </a:ln>
            </p:spPr>
            <p:txBody>
              <a:bodyPr/>
              <a:lstStyle/>
              <a:p>
                <a:endParaRPr lang="en-US"/>
              </a:p>
            </p:txBody>
          </p:sp>
        </p:grpSp>
        <p:grpSp>
          <p:nvGrpSpPr>
            <p:cNvPr id="103537" name="Group 481">
              <a:extLst>
                <a:ext uri="{FF2B5EF4-FFF2-40B4-BE49-F238E27FC236}">
                  <a16:creationId xmlns:a16="http://schemas.microsoft.com/office/drawing/2014/main" id="{F028E129-6F80-3A58-108C-5A80AACD81DC}"/>
                </a:ext>
              </a:extLst>
            </p:cNvPr>
            <p:cNvGrpSpPr>
              <a:grpSpLocks/>
            </p:cNvGrpSpPr>
            <p:nvPr/>
          </p:nvGrpSpPr>
          <p:grpSpPr bwMode="auto">
            <a:xfrm>
              <a:off x="2822" y="3272"/>
              <a:ext cx="40" cy="335"/>
              <a:chOff x="2822" y="3272"/>
              <a:chExt cx="40" cy="335"/>
            </a:xfrm>
            <a:grpFill/>
          </p:grpSpPr>
          <p:sp>
            <p:nvSpPr>
              <p:cNvPr id="104277" name="Oval 482">
                <a:extLst>
                  <a:ext uri="{FF2B5EF4-FFF2-40B4-BE49-F238E27FC236}">
                    <a16:creationId xmlns:a16="http://schemas.microsoft.com/office/drawing/2014/main" id="{F827EEC8-78DE-693A-70CE-B3E4B610A10F}"/>
                  </a:ext>
                </a:extLst>
              </p:cNvPr>
              <p:cNvSpPr>
                <a:spLocks noChangeArrowheads="1"/>
              </p:cNvSpPr>
              <p:nvPr/>
            </p:nvSpPr>
            <p:spPr bwMode="auto">
              <a:xfrm>
                <a:off x="2822" y="3272"/>
                <a:ext cx="40" cy="32"/>
              </a:xfrm>
              <a:prstGeom prst="ellipse">
                <a:avLst/>
              </a:prstGeom>
              <a:grpFill/>
              <a:ln w="9525">
                <a:solidFill>
                  <a:schemeClr val="bg1">
                    <a:lumMod val="65000"/>
                  </a:schemeClr>
                </a:solidFill>
                <a:round/>
                <a:headEnd/>
                <a:tailEnd/>
              </a:ln>
            </p:spPr>
            <p:txBody>
              <a:bodyPr/>
              <a:lstStyle/>
              <a:p>
                <a:endParaRPr lang="en-US"/>
              </a:p>
            </p:txBody>
          </p:sp>
          <p:sp>
            <p:nvSpPr>
              <p:cNvPr id="104278" name="Oval 483">
                <a:extLst>
                  <a:ext uri="{FF2B5EF4-FFF2-40B4-BE49-F238E27FC236}">
                    <a16:creationId xmlns:a16="http://schemas.microsoft.com/office/drawing/2014/main" id="{9C57A64A-BF74-F024-17D1-F2F0BE112D3A}"/>
                  </a:ext>
                </a:extLst>
              </p:cNvPr>
              <p:cNvSpPr>
                <a:spLocks noChangeArrowheads="1"/>
              </p:cNvSpPr>
              <p:nvPr/>
            </p:nvSpPr>
            <p:spPr bwMode="auto">
              <a:xfrm>
                <a:off x="2822" y="3272"/>
                <a:ext cx="40" cy="32"/>
              </a:xfrm>
              <a:prstGeom prst="ellipse">
                <a:avLst/>
              </a:prstGeom>
              <a:grpFill/>
              <a:ln w="25400">
                <a:solidFill>
                  <a:schemeClr val="bg1">
                    <a:lumMod val="65000"/>
                  </a:schemeClr>
                </a:solidFill>
                <a:round/>
                <a:headEnd/>
                <a:tailEnd/>
              </a:ln>
            </p:spPr>
            <p:txBody>
              <a:bodyPr/>
              <a:lstStyle/>
              <a:p>
                <a:endParaRPr lang="en-US"/>
              </a:p>
            </p:txBody>
          </p:sp>
          <p:sp>
            <p:nvSpPr>
              <p:cNvPr id="104279" name="Oval 484">
                <a:extLst>
                  <a:ext uri="{FF2B5EF4-FFF2-40B4-BE49-F238E27FC236}">
                    <a16:creationId xmlns:a16="http://schemas.microsoft.com/office/drawing/2014/main" id="{D47EE3D8-1EF4-C1C1-1B45-45B980901FE7}"/>
                  </a:ext>
                </a:extLst>
              </p:cNvPr>
              <p:cNvSpPr>
                <a:spLocks noChangeArrowheads="1"/>
              </p:cNvSpPr>
              <p:nvPr/>
            </p:nvSpPr>
            <p:spPr bwMode="auto">
              <a:xfrm>
                <a:off x="2822" y="3575"/>
                <a:ext cx="40" cy="32"/>
              </a:xfrm>
              <a:prstGeom prst="ellipse">
                <a:avLst/>
              </a:prstGeom>
              <a:grpFill/>
              <a:ln w="9525">
                <a:solidFill>
                  <a:schemeClr val="bg1">
                    <a:lumMod val="65000"/>
                  </a:schemeClr>
                </a:solidFill>
                <a:round/>
                <a:headEnd/>
                <a:tailEnd/>
              </a:ln>
            </p:spPr>
            <p:txBody>
              <a:bodyPr/>
              <a:lstStyle/>
              <a:p>
                <a:endParaRPr lang="en-US"/>
              </a:p>
            </p:txBody>
          </p:sp>
          <p:sp>
            <p:nvSpPr>
              <p:cNvPr id="104280" name="Oval 485">
                <a:extLst>
                  <a:ext uri="{FF2B5EF4-FFF2-40B4-BE49-F238E27FC236}">
                    <a16:creationId xmlns:a16="http://schemas.microsoft.com/office/drawing/2014/main" id="{BE810AA6-97BE-305D-4D8F-892593FB7D4D}"/>
                  </a:ext>
                </a:extLst>
              </p:cNvPr>
              <p:cNvSpPr>
                <a:spLocks noChangeArrowheads="1"/>
              </p:cNvSpPr>
              <p:nvPr/>
            </p:nvSpPr>
            <p:spPr bwMode="auto">
              <a:xfrm>
                <a:off x="2822" y="3575"/>
                <a:ext cx="40" cy="32"/>
              </a:xfrm>
              <a:prstGeom prst="ellipse">
                <a:avLst/>
              </a:prstGeom>
              <a:grpFill/>
              <a:ln w="25400">
                <a:solidFill>
                  <a:schemeClr val="bg1">
                    <a:lumMod val="65000"/>
                  </a:schemeClr>
                </a:solidFill>
                <a:round/>
                <a:headEnd/>
                <a:tailEnd/>
              </a:ln>
            </p:spPr>
            <p:txBody>
              <a:bodyPr/>
              <a:lstStyle/>
              <a:p>
                <a:endParaRPr lang="en-US"/>
              </a:p>
            </p:txBody>
          </p:sp>
        </p:grpSp>
        <p:grpSp>
          <p:nvGrpSpPr>
            <p:cNvPr id="103538" name="Group 486">
              <a:extLst>
                <a:ext uri="{FF2B5EF4-FFF2-40B4-BE49-F238E27FC236}">
                  <a16:creationId xmlns:a16="http://schemas.microsoft.com/office/drawing/2014/main" id="{6F24D6BE-3284-72C8-1AF4-48ABA1FD1326}"/>
                </a:ext>
              </a:extLst>
            </p:cNvPr>
            <p:cNvGrpSpPr>
              <a:grpSpLocks/>
            </p:cNvGrpSpPr>
            <p:nvPr/>
          </p:nvGrpSpPr>
          <p:grpSpPr bwMode="auto">
            <a:xfrm>
              <a:off x="2415" y="2650"/>
              <a:ext cx="415" cy="56"/>
              <a:chOff x="2415" y="2650"/>
              <a:chExt cx="415" cy="56"/>
            </a:xfrm>
            <a:grpFill/>
          </p:grpSpPr>
          <p:sp>
            <p:nvSpPr>
              <p:cNvPr id="104269" name="Freeform 487">
                <a:extLst>
                  <a:ext uri="{FF2B5EF4-FFF2-40B4-BE49-F238E27FC236}">
                    <a16:creationId xmlns:a16="http://schemas.microsoft.com/office/drawing/2014/main" id="{0094EA68-A4FB-FF99-C451-72662BD8073C}"/>
                  </a:ext>
                </a:extLst>
              </p:cNvPr>
              <p:cNvSpPr>
                <a:spLocks/>
              </p:cNvSpPr>
              <p:nvPr/>
            </p:nvSpPr>
            <p:spPr bwMode="auto">
              <a:xfrm>
                <a:off x="2718" y="2650"/>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lumMod val="65000"/>
                  </a:schemeClr>
                </a:solidFill>
                <a:round/>
                <a:headEnd/>
                <a:tailEnd/>
              </a:ln>
            </p:spPr>
            <p:txBody>
              <a:bodyPr/>
              <a:lstStyle/>
              <a:p>
                <a:endParaRPr lang="en-US"/>
              </a:p>
            </p:txBody>
          </p:sp>
          <p:grpSp>
            <p:nvGrpSpPr>
              <p:cNvPr id="104270" name="Group 488">
                <a:extLst>
                  <a:ext uri="{FF2B5EF4-FFF2-40B4-BE49-F238E27FC236}">
                    <a16:creationId xmlns:a16="http://schemas.microsoft.com/office/drawing/2014/main" id="{3AF082E9-A747-E101-2637-D368DDAB5DD5}"/>
                  </a:ext>
                </a:extLst>
              </p:cNvPr>
              <p:cNvGrpSpPr>
                <a:grpSpLocks/>
              </p:cNvGrpSpPr>
              <p:nvPr/>
            </p:nvGrpSpPr>
            <p:grpSpPr bwMode="auto">
              <a:xfrm>
                <a:off x="2415" y="2674"/>
                <a:ext cx="295" cy="1"/>
                <a:chOff x="2415" y="2674"/>
                <a:chExt cx="295" cy="1"/>
              </a:xfrm>
              <a:grpFill/>
            </p:grpSpPr>
            <p:sp>
              <p:nvSpPr>
                <p:cNvPr id="104271" name="Line 489">
                  <a:extLst>
                    <a:ext uri="{FF2B5EF4-FFF2-40B4-BE49-F238E27FC236}">
                      <a16:creationId xmlns:a16="http://schemas.microsoft.com/office/drawing/2014/main" id="{FC738C84-F375-F95A-2DC5-A3CA1F323CCE}"/>
                    </a:ext>
                  </a:extLst>
                </p:cNvPr>
                <p:cNvSpPr>
                  <a:spLocks noChangeShapeType="1"/>
                </p:cNvSpPr>
                <p:nvPr/>
              </p:nvSpPr>
              <p:spPr bwMode="auto">
                <a:xfrm>
                  <a:off x="2415" y="2674"/>
                  <a:ext cx="24" cy="1"/>
                </a:xfrm>
                <a:prstGeom prst="line">
                  <a:avLst/>
                </a:prstGeom>
                <a:grpFill/>
                <a:ln w="12700">
                  <a:solidFill>
                    <a:schemeClr val="bg1">
                      <a:lumMod val="65000"/>
                    </a:schemeClr>
                  </a:solidFill>
                  <a:round/>
                  <a:headEnd/>
                  <a:tailEnd/>
                </a:ln>
              </p:spPr>
              <p:txBody>
                <a:bodyPr/>
                <a:lstStyle/>
                <a:p>
                  <a:endParaRPr lang="en-US"/>
                </a:p>
              </p:txBody>
            </p:sp>
            <p:sp>
              <p:nvSpPr>
                <p:cNvPr id="104272" name="Line 490">
                  <a:extLst>
                    <a:ext uri="{FF2B5EF4-FFF2-40B4-BE49-F238E27FC236}">
                      <a16:creationId xmlns:a16="http://schemas.microsoft.com/office/drawing/2014/main" id="{93CB626E-A04C-50F7-76FD-B062370E21BD}"/>
                    </a:ext>
                  </a:extLst>
                </p:cNvPr>
                <p:cNvSpPr>
                  <a:spLocks noChangeShapeType="1"/>
                </p:cNvSpPr>
                <p:nvPr/>
              </p:nvSpPr>
              <p:spPr bwMode="auto">
                <a:xfrm>
                  <a:off x="2471" y="2674"/>
                  <a:ext cx="24" cy="1"/>
                </a:xfrm>
                <a:prstGeom prst="line">
                  <a:avLst/>
                </a:prstGeom>
                <a:grpFill/>
                <a:ln w="12700">
                  <a:solidFill>
                    <a:schemeClr val="bg1">
                      <a:lumMod val="65000"/>
                    </a:schemeClr>
                  </a:solidFill>
                  <a:round/>
                  <a:headEnd/>
                  <a:tailEnd/>
                </a:ln>
              </p:spPr>
              <p:txBody>
                <a:bodyPr/>
                <a:lstStyle/>
                <a:p>
                  <a:endParaRPr lang="en-US"/>
                </a:p>
              </p:txBody>
            </p:sp>
            <p:sp>
              <p:nvSpPr>
                <p:cNvPr id="104273" name="Line 491">
                  <a:extLst>
                    <a:ext uri="{FF2B5EF4-FFF2-40B4-BE49-F238E27FC236}">
                      <a16:creationId xmlns:a16="http://schemas.microsoft.com/office/drawing/2014/main" id="{58F582F1-BA91-72D9-CD3B-96A3016D8EDC}"/>
                    </a:ext>
                  </a:extLst>
                </p:cNvPr>
                <p:cNvSpPr>
                  <a:spLocks noChangeShapeType="1"/>
                </p:cNvSpPr>
                <p:nvPr/>
              </p:nvSpPr>
              <p:spPr bwMode="auto">
                <a:xfrm>
                  <a:off x="2526" y="2674"/>
                  <a:ext cx="24" cy="1"/>
                </a:xfrm>
                <a:prstGeom prst="line">
                  <a:avLst/>
                </a:prstGeom>
                <a:grpFill/>
                <a:ln w="12700">
                  <a:solidFill>
                    <a:schemeClr val="bg1">
                      <a:lumMod val="65000"/>
                    </a:schemeClr>
                  </a:solidFill>
                  <a:round/>
                  <a:headEnd/>
                  <a:tailEnd/>
                </a:ln>
              </p:spPr>
              <p:txBody>
                <a:bodyPr/>
                <a:lstStyle/>
                <a:p>
                  <a:endParaRPr lang="en-US"/>
                </a:p>
              </p:txBody>
            </p:sp>
            <p:sp>
              <p:nvSpPr>
                <p:cNvPr id="104274" name="Line 492">
                  <a:extLst>
                    <a:ext uri="{FF2B5EF4-FFF2-40B4-BE49-F238E27FC236}">
                      <a16:creationId xmlns:a16="http://schemas.microsoft.com/office/drawing/2014/main" id="{BFB5D207-A7D5-D140-13E5-86482A495DC0}"/>
                    </a:ext>
                  </a:extLst>
                </p:cNvPr>
                <p:cNvSpPr>
                  <a:spLocks noChangeShapeType="1"/>
                </p:cNvSpPr>
                <p:nvPr/>
              </p:nvSpPr>
              <p:spPr bwMode="auto">
                <a:xfrm>
                  <a:off x="2582" y="2674"/>
                  <a:ext cx="24" cy="1"/>
                </a:xfrm>
                <a:prstGeom prst="line">
                  <a:avLst/>
                </a:prstGeom>
                <a:grpFill/>
                <a:ln w="12700">
                  <a:solidFill>
                    <a:schemeClr val="bg1">
                      <a:lumMod val="65000"/>
                    </a:schemeClr>
                  </a:solidFill>
                  <a:round/>
                  <a:headEnd/>
                  <a:tailEnd/>
                </a:ln>
              </p:spPr>
              <p:txBody>
                <a:bodyPr/>
                <a:lstStyle/>
                <a:p>
                  <a:endParaRPr lang="en-US"/>
                </a:p>
              </p:txBody>
            </p:sp>
            <p:sp>
              <p:nvSpPr>
                <p:cNvPr id="104275" name="Line 493">
                  <a:extLst>
                    <a:ext uri="{FF2B5EF4-FFF2-40B4-BE49-F238E27FC236}">
                      <a16:creationId xmlns:a16="http://schemas.microsoft.com/office/drawing/2014/main" id="{69428591-4BEC-5896-549E-26E8DAE6F94F}"/>
                    </a:ext>
                  </a:extLst>
                </p:cNvPr>
                <p:cNvSpPr>
                  <a:spLocks noChangeShapeType="1"/>
                </p:cNvSpPr>
                <p:nvPr/>
              </p:nvSpPr>
              <p:spPr bwMode="auto">
                <a:xfrm>
                  <a:off x="2638" y="2674"/>
                  <a:ext cx="24" cy="1"/>
                </a:xfrm>
                <a:prstGeom prst="line">
                  <a:avLst/>
                </a:prstGeom>
                <a:grpFill/>
                <a:ln w="12700">
                  <a:solidFill>
                    <a:schemeClr val="bg1">
                      <a:lumMod val="65000"/>
                    </a:schemeClr>
                  </a:solidFill>
                  <a:round/>
                  <a:headEnd/>
                  <a:tailEnd/>
                </a:ln>
              </p:spPr>
              <p:txBody>
                <a:bodyPr/>
                <a:lstStyle/>
                <a:p>
                  <a:endParaRPr lang="en-US"/>
                </a:p>
              </p:txBody>
            </p:sp>
            <p:sp>
              <p:nvSpPr>
                <p:cNvPr id="104276" name="Line 494">
                  <a:extLst>
                    <a:ext uri="{FF2B5EF4-FFF2-40B4-BE49-F238E27FC236}">
                      <a16:creationId xmlns:a16="http://schemas.microsoft.com/office/drawing/2014/main" id="{28B4ED0F-886B-7E41-8FA1-B9B2B3A1ADDA}"/>
                    </a:ext>
                  </a:extLst>
                </p:cNvPr>
                <p:cNvSpPr>
                  <a:spLocks noChangeShapeType="1"/>
                </p:cNvSpPr>
                <p:nvPr/>
              </p:nvSpPr>
              <p:spPr bwMode="auto">
                <a:xfrm>
                  <a:off x="2694" y="2674"/>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39" name="Group 495">
              <a:extLst>
                <a:ext uri="{FF2B5EF4-FFF2-40B4-BE49-F238E27FC236}">
                  <a16:creationId xmlns:a16="http://schemas.microsoft.com/office/drawing/2014/main" id="{DF8B3132-C9C8-D4B1-99FF-C0148D4515E1}"/>
                </a:ext>
              </a:extLst>
            </p:cNvPr>
            <p:cNvGrpSpPr>
              <a:grpSpLocks/>
            </p:cNvGrpSpPr>
            <p:nvPr/>
          </p:nvGrpSpPr>
          <p:grpSpPr bwMode="auto">
            <a:xfrm>
              <a:off x="2415" y="1733"/>
              <a:ext cx="415" cy="56"/>
              <a:chOff x="2415" y="1733"/>
              <a:chExt cx="415" cy="56"/>
            </a:xfrm>
            <a:grpFill/>
          </p:grpSpPr>
          <p:sp>
            <p:nvSpPr>
              <p:cNvPr id="104261" name="Freeform 496">
                <a:extLst>
                  <a:ext uri="{FF2B5EF4-FFF2-40B4-BE49-F238E27FC236}">
                    <a16:creationId xmlns:a16="http://schemas.microsoft.com/office/drawing/2014/main" id="{8BA8D5CC-6DAC-4AB4-B1D1-76AAF75D0E61}"/>
                  </a:ext>
                </a:extLst>
              </p:cNvPr>
              <p:cNvSpPr>
                <a:spLocks/>
              </p:cNvSpPr>
              <p:nvPr/>
            </p:nvSpPr>
            <p:spPr bwMode="auto">
              <a:xfrm>
                <a:off x="2718" y="1733"/>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lumMod val="65000"/>
                  </a:schemeClr>
                </a:solidFill>
                <a:round/>
                <a:headEnd/>
                <a:tailEnd/>
              </a:ln>
            </p:spPr>
            <p:txBody>
              <a:bodyPr/>
              <a:lstStyle/>
              <a:p>
                <a:endParaRPr lang="en-US"/>
              </a:p>
            </p:txBody>
          </p:sp>
          <p:grpSp>
            <p:nvGrpSpPr>
              <p:cNvPr id="104262" name="Group 497">
                <a:extLst>
                  <a:ext uri="{FF2B5EF4-FFF2-40B4-BE49-F238E27FC236}">
                    <a16:creationId xmlns:a16="http://schemas.microsoft.com/office/drawing/2014/main" id="{1F0D5D77-BDB5-1EE9-D449-5F11917603EF}"/>
                  </a:ext>
                </a:extLst>
              </p:cNvPr>
              <p:cNvGrpSpPr>
                <a:grpSpLocks/>
              </p:cNvGrpSpPr>
              <p:nvPr/>
            </p:nvGrpSpPr>
            <p:grpSpPr bwMode="auto">
              <a:xfrm>
                <a:off x="2415" y="1757"/>
                <a:ext cx="295" cy="1"/>
                <a:chOff x="2415" y="1757"/>
                <a:chExt cx="295" cy="1"/>
              </a:xfrm>
              <a:grpFill/>
            </p:grpSpPr>
            <p:sp>
              <p:nvSpPr>
                <p:cNvPr id="104263" name="Line 498">
                  <a:extLst>
                    <a:ext uri="{FF2B5EF4-FFF2-40B4-BE49-F238E27FC236}">
                      <a16:creationId xmlns:a16="http://schemas.microsoft.com/office/drawing/2014/main" id="{0B11F72F-3D36-9D6B-E1AE-D7B23E1B2C21}"/>
                    </a:ext>
                  </a:extLst>
                </p:cNvPr>
                <p:cNvSpPr>
                  <a:spLocks noChangeShapeType="1"/>
                </p:cNvSpPr>
                <p:nvPr/>
              </p:nvSpPr>
              <p:spPr bwMode="auto">
                <a:xfrm>
                  <a:off x="2415" y="1757"/>
                  <a:ext cx="24" cy="1"/>
                </a:xfrm>
                <a:prstGeom prst="line">
                  <a:avLst/>
                </a:prstGeom>
                <a:grpFill/>
                <a:ln w="12700">
                  <a:solidFill>
                    <a:schemeClr val="bg1">
                      <a:lumMod val="65000"/>
                    </a:schemeClr>
                  </a:solidFill>
                  <a:round/>
                  <a:headEnd/>
                  <a:tailEnd/>
                </a:ln>
              </p:spPr>
              <p:txBody>
                <a:bodyPr/>
                <a:lstStyle/>
                <a:p>
                  <a:endParaRPr lang="en-US"/>
                </a:p>
              </p:txBody>
            </p:sp>
            <p:sp>
              <p:nvSpPr>
                <p:cNvPr id="104264" name="Line 499">
                  <a:extLst>
                    <a:ext uri="{FF2B5EF4-FFF2-40B4-BE49-F238E27FC236}">
                      <a16:creationId xmlns:a16="http://schemas.microsoft.com/office/drawing/2014/main" id="{96370F7E-59C1-B85B-7950-22B51B617B70}"/>
                    </a:ext>
                  </a:extLst>
                </p:cNvPr>
                <p:cNvSpPr>
                  <a:spLocks noChangeShapeType="1"/>
                </p:cNvSpPr>
                <p:nvPr/>
              </p:nvSpPr>
              <p:spPr bwMode="auto">
                <a:xfrm>
                  <a:off x="2471" y="1757"/>
                  <a:ext cx="24" cy="1"/>
                </a:xfrm>
                <a:prstGeom prst="line">
                  <a:avLst/>
                </a:prstGeom>
                <a:grpFill/>
                <a:ln w="12700">
                  <a:solidFill>
                    <a:schemeClr val="bg1">
                      <a:lumMod val="65000"/>
                    </a:schemeClr>
                  </a:solidFill>
                  <a:round/>
                  <a:headEnd/>
                  <a:tailEnd/>
                </a:ln>
              </p:spPr>
              <p:txBody>
                <a:bodyPr/>
                <a:lstStyle/>
                <a:p>
                  <a:endParaRPr lang="en-US"/>
                </a:p>
              </p:txBody>
            </p:sp>
            <p:sp>
              <p:nvSpPr>
                <p:cNvPr id="104265" name="Line 500">
                  <a:extLst>
                    <a:ext uri="{FF2B5EF4-FFF2-40B4-BE49-F238E27FC236}">
                      <a16:creationId xmlns:a16="http://schemas.microsoft.com/office/drawing/2014/main" id="{084B5CDA-5715-1470-41F9-9B8E92B4E295}"/>
                    </a:ext>
                  </a:extLst>
                </p:cNvPr>
                <p:cNvSpPr>
                  <a:spLocks noChangeShapeType="1"/>
                </p:cNvSpPr>
                <p:nvPr/>
              </p:nvSpPr>
              <p:spPr bwMode="auto">
                <a:xfrm>
                  <a:off x="2526" y="1757"/>
                  <a:ext cx="24" cy="1"/>
                </a:xfrm>
                <a:prstGeom prst="line">
                  <a:avLst/>
                </a:prstGeom>
                <a:grpFill/>
                <a:ln w="12700">
                  <a:solidFill>
                    <a:schemeClr val="bg1">
                      <a:lumMod val="65000"/>
                    </a:schemeClr>
                  </a:solidFill>
                  <a:round/>
                  <a:headEnd/>
                  <a:tailEnd/>
                </a:ln>
              </p:spPr>
              <p:txBody>
                <a:bodyPr/>
                <a:lstStyle/>
                <a:p>
                  <a:endParaRPr lang="en-US"/>
                </a:p>
              </p:txBody>
            </p:sp>
            <p:sp>
              <p:nvSpPr>
                <p:cNvPr id="104266" name="Line 501">
                  <a:extLst>
                    <a:ext uri="{FF2B5EF4-FFF2-40B4-BE49-F238E27FC236}">
                      <a16:creationId xmlns:a16="http://schemas.microsoft.com/office/drawing/2014/main" id="{69B50E6B-8842-8614-59C5-D973C11CCF17}"/>
                    </a:ext>
                  </a:extLst>
                </p:cNvPr>
                <p:cNvSpPr>
                  <a:spLocks noChangeShapeType="1"/>
                </p:cNvSpPr>
                <p:nvPr/>
              </p:nvSpPr>
              <p:spPr bwMode="auto">
                <a:xfrm>
                  <a:off x="2582" y="1757"/>
                  <a:ext cx="24" cy="1"/>
                </a:xfrm>
                <a:prstGeom prst="line">
                  <a:avLst/>
                </a:prstGeom>
                <a:grpFill/>
                <a:ln w="12700">
                  <a:solidFill>
                    <a:schemeClr val="bg1">
                      <a:lumMod val="65000"/>
                    </a:schemeClr>
                  </a:solidFill>
                  <a:round/>
                  <a:headEnd/>
                  <a:tailEnd/>
                </a:ln>
              </p:spPr>
              <p:txBody>
                <a:bodyPr/>
                <a:lstStyle/>
                <a:p>
                  <a:endParaRPr lang="en-US"/>
                </a:p>
              </p:txBody>
            </p:sp>
            <p:sp>
              <p:nvSpPr>
                <p:cNvPr id="104267" name="Line 502">
                  <a:extLst>
                    <a:ext uri="{FF2B5EF4-FFF2-40B4-BE49-F238E27FC236}">
                      <a16:creationId xmlns:a16="http://schemas.microsoft.com/office/drawing/2014/main" id="{3D596B6A-315C-99C7-CC1C-6E4939D26680}"/>
                    </a:ext>
                  </a:extLst>
                </p:cNvPr>
                <p:cNvSpPr>
                  <a:spLocks noChangeShapeType="1"/>
                </p:cNvSpPr>
                <p:nvPr/>
              </p:nvSpPr>
              <p:spPr bwMode="auto">
                <a:xfrm>
                  <a:off x="2638" y="1757"/>
                  <a:ext cx="24" cy="1"/>
                </a:xfrm>
                <a:prstGeom prst="line">
                  <a:avLst/>
                </a:prstGeom>
                <a:grpFill/>
                <a:ln w="12700">
                  <a:solidFill>
                    <a:schemeClr val="bg1">
                      <a:lumMod val="65000"/>
                    </a:schemeClr>
                  </a:solidFill>
                  <a:round/>
                  <a:headEnd/>
                  <a:tailEnd/>
                </a:ln>
              </p:spPr>
              <p:txBody>
                <a:bodyPr/>
                <a:lstStyle/>
                <a:p>
                  <a:endParaRPr lang="en-US"/>
                </a:p>
              </p:txBody>
            </p:sp>
            <p:sp>
              <p:nvSpPr>
                <p:cNvPr id="104268" name="Line 503">
                  <a:extLst>
                    <a:ext uri="{FF2B5EF4-FFF2-40B4-BE49-F238E27FC236}">
                      <a16:creationId xmlns:a16="http://schemas.microsoft.com/office/drawing/2014/main" id="{917653C7-3065-AA34-45BD-13CA9B4C42D7}"/>
                    </a:ext>
                  </a:extLst>
                </p:cNvPr>
                <p:cNvSpPr>
                  <a:spLocks noChangeShapeType="1"/>
                </p:cNvSpPr>
                <p:nvPr/>
              </p:nvSpPr>
              <p:spPr bwMode="auto">
                <a:xfrm>
                  <a:off x="2694" y="1757"/>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40" name="Group 504">
              <a:extLst>
                <a:ext uri="{FF2B5EF4-FFF2-40B4-BE49-F238E27FC236}">
                  <a16:creationId xmlns:a16="http://schemas.microsoft.com/office/drawing/2014/main" id="{4C9B35E7-B279-DE22-FDF3-D140C8579C63}"/>
                </a:ext>
              </a:extLst>
            </p:cNvPr>
            <p:cNvGrpSpPr>
              <a:grpSpLocks/>
            </p:cNvGrpSpPr>
            <p:nvPr/>
          </p:nvGrpSpPr>
          <p:grpSpPr bwMode="auto">
            <a:xfrm>
              <a:off x="1489" y="3264"/>
              <a:ext cx="423" cy="56"/>
              <a:chOff x="1489" y="3264"/>
              <a:chExt cx="423" cy="56"/>
            </a:xfrm>
            <a:grpFill/>
          </p:grpSpPr>
          <p:sp>
            <p:nvSpPr>
              <p:cNvPr id="104253" name="Freeform 505">
                <a:extLst>
                  <a:ext uri="{FF2B5EF4-FFF2-40B4-BE49-F238E27FC236}">
                    <a16:creationId xmlns:a16="http://schemas.microsoft.com/office/drawing/2014/main" id="{889AA0B9-842A-B8B4-ABBE-072356055992}"/>
                  </a:ext>
                </a:extLst>
              </p:cNvPr>
              <p:cNvSpPr>
                <a:spLocks/>
              </p:cNvSpPr>
              <p:nvPr/>
            </p:nvSpPr>
            <p:spPr bwMode="auto">
              <a:xfrm>
                <a:off x="1792" y="3264"/>
                <a:ext cx="120" cy="56"/>
              </a:xfrm>
              <a:custGeom>
                <a:avLst/>
                <a:gdLst>
                  <a:gd name="T0" fmla="*/ 120 w 120"/>
                  <a:gd name="T1" fmla="*/ 24 h 56"/>
                  <a:gd name="T2" fmla="*/ 0 w 120"/>
                  <a:gd name="T3" fmla="*/ 56 h 56"/>
                  <a:gd name="T4" fmla="*/ 0 w 120"/>
                  <a:gd name="T5" fmla="*/ 24 h 56"/>
                  <a:gd name="T6" fmla="*/ 0 w 120"/>
                  <a:gd name="T7" fmla="*/ 0 h 56"/>
                  <a:gd name="T8" fmla="*/ 120 w 120"/>
                  <a:gd name="T9" fmla="*/ 24 h 56"/>
                  <a:gd name="T10" fmla="*/ 0 60000 65536"/>
                  <a:gd name="T11" fmla="*/ 0 60000 65536"/>
                  <a:gd name="T12" fmla="*/ 0 60000 65536"/>
                  <a:gd name="T13" fmla="*/ 0 60000 65536"/>
                  <a:gd name="T14" fmla="*/ 0 60000 65536"/>
                  <a:gd name="T15" fmla="*/ 0 w 120"/>
                  <a:gd name="T16" fmla="*/ 0 h 56"/>
                  <a:gd name="T17" fmla="*/ 120 w 120"/>
                  <a:gd name="T18" fmla="*/ 56 h 56"/>
                </a:gdLst>
                <a:ahLst/>
                <a:cxnLst>
                  <a:cxn ang="T10">
                    <a:pos x="T0" y="T1"/>
                  </a:cxn>
                  <a:cxn ang="T11">
                    <a:pos x="T2" y="T3"/>
                  </a:cxn>
                  <a:cxn ang="T12">
                    <a:pos x="T4" y="T5"/>
                  </a:cxn>
                  <a:cxn ang="T13">
                    <a:pos x="T6" y="T7"/>
                  </a:cxn>
                  <a:cxn ang="T14">
                    <a:pos x="T8" y="T9"/>
                  </a:cxn>
                </a:cxnLst>
                <a:rect l="T15" t="T16" r="T17" b="T18"/>
                <a:pathLst>
                  <a:path w="120" h="56">
                    <a:moveTo>
                      <a:pt x="120" y="24"/>
                    </a:moveTo>
                    <a:lnTo>
                      <a:pt x="0" y="56"/>
                    </a:lnTo>
                    <a:lnTo>
                      <a:pt x="0" y="24"/>
                    </a:lnTo>
                    <a:lnTo>
                      <a:pt x="0" y="0"/>
                    </a:lnTo>
                    <a:lnTo>
                      <a:pt x="120" y="24"/>
                    </a:lnTo>
                    <a:close/>
                  </a:path>
                </a:pathLst>
              </a:custGeom>
              <a:grpFill/>
              <a:ln w="9525">
                <a:solidFill>
                  <a:schemeClr val="bg1">
                    <a:lumMod val="65000"/>
                  </a:schemeClr>
                </a:solidFill>
                <a:round/>
                <a:headEnd/>
                <a:tailEnd/>
              </a:ln>
            </p:spPr>
            <p:txBody>
              <a:bodyPr/>
              <a:lstStyle/>
              <a:p>
                <a:endParaRPr lang="en-US"/>
              </a:p>
            </p:txBody>
          </p:sp>
          <p:grpSp>
            <p:nvGrpSpPr>
              <p:cNvPr id="104254" name="Group 506">
                <a:extLst>
                  <a:ext uri="{FF2B5EF4-FFF2-40B4-BE49-F238E27FC236}">
                    <a16:creationId xmlns:a16="http://schemas.microsoft.com/office/drawing/2014/main" id="{8179EC96-DA06-4CFA-3FF9-5FFD7A932626}"/>
                  </a:ext>
                </a:extLst>
              </p:cNvPr>
              <p:cNvGrpSpPr>
                <a:grpSpLocks/>
              </p:cNvGrpSpPr>
              <p:nvPr/>
            </p:nvGrpSpPr>
            <p:grpSpPr bwMode="auto">
              <a:xfrm>
                <a:off x="1489" y="3288"/>
                <a:ext cx="295" cy="1"/>
                <a:chOff x="1489" y="3288"/>
                <a:chExt cx="295" cy="1"/>
              </a:xfrm>
              <a:grpFill/>
            </p:grpSpPr>
            <p:sp>
              <p:nvSpPr>
                <p:cNvPr id="104255" name="Line 507">
                  <a:extLst>
                    <a:ext uri="{FF2B5EF4-FFF2-40B4-BE49-F238E27FC236}">
                      <a16:creationId xmlns:a16="http://schemas.microsoft.com/office/drawing/2014/main" id="{D7027DA9-8AA3-A2E9-E162-075725D560A4}"/>
                    </a:ext>
                  </a:extLst>
                </p:cNvPr>
                <p:cNvSpPr>
                  <a:spLocks noChangeShapeType="1"/>
                </p:cNvSpPr>
                <p:nvPr/>
              </p:nvSpPr>
              <p:spPr bwMode="auto">
                <a:xfrm>
                  <a:off x="1489" y="3288"/>
                  <a:ext cx="24" cy="1"/>
                </a:xfrm>
                <a:prstGeom prst="line">
                  <a:avLst/>
                </a:prstGeom>
                <a:grpFill/>
                <a:ln w="12700">
                  <a:solidFill>
                    <a:schemeClr val="bg1">
                      <a:lumMod val="65000"/>
                    </a:schemeClr>
                  </a:solidFill>
                  <a:round/>
                  <a:headEnd/>
                  <a:tailEnd/>
                </a:ln>
              </p:spPr>
              <p:txBody>
                <a:bodyPr/>
                <a:lstStyle/>
                <a:p>
                  <a:endParaRPr lang="en-US"/>
                </a:p>
              </p:txBody>
            </p:sp>
            <p:sp>
              <p:nvSpPr>
                <p:cNvPr id="104256" name="Line 508">
                  <a:extLst>
                    <a:ext uri="{FF2B5EF4-FFF2-40B4-BE49-F238E27FC236}">
                      <a16:creationId xmlns:a16="http://schemas.microsoft.com/office/drawing/2014/main" id="{1A5801B1-86D5-2F70-CD01-C66A9DB86108}"/>
                    </a:ext>
                  </a:extLst>
                </p:cNvPr>
                <p:cNvSpPr>
                  <a:spLocks noChangeShapeType="1"/>
                </p:cNvSpPr>
                <p:nvPr/>
              </p:nvSpPr>
              <p:spPr bwMode="auto">
                <a:xfrm>
                  <a:off x="1544" y="3288"/>
                  <a:ext cx="24" cy="1"/>
                </a:xfrm>
                <a:prstGeom prst="line">
                  <a:avLst/>
                </a:prstGeom>
                <a:grpFill/>
                <a:ln w="12700">
                  <a:solidFill>
                    <a:schemeClr val="bg1">
                      <a:lumMod val="65000"/>
                    </a:schemeClr>
                  </a:solidFill>
                  <a:round/>
                  <a:headEnd/>
                  <a:tailEnd/>
                </a:ln>
              </p:spPr>
              <p:txBody>
                <a:bodyPr/>
                <a:lstStyle/>
                <a:p>
                  <a:endParaRPr lang="en-US"/>
                </a:p>
              </p:txBody>
            </p:sp>
            <p:sp>
              <p:nvSpPr>
                <p:cNvPr id="104257" name="Line 509">
                  <a:extLst>
                    <a:ext uri="{FF2B5EF4-FFF2-40B4-BE49-F238E27FC236}">
                      <a16:creationId xmlns:a16="http://schemas.microsoft.com/office/drawing/2014/main" id="{6BB90DA3-5975-A21B-0081-A3A53D44FC5D}"/>
                    </a:ext>
                  </a:extLst>
                </p:cNvPr>
                <p:cNvSpPr>
                  <a:spLocks noChangeShapeType="1"/>
                </p:cNvSpPr>
                <p:nvPr/>
              </p:nvSpPr>
              <p:spPr bwMode="auto">
                <a:xfrm>
                  <a:off x="1600" y="3288"/>
                  <a:ext cx="24" cy="1"/>
                </a:xfrm>
                <a:prstGeom prst="line">
                  <a:avLst/>
                </a:prstGeom>
                <a:grpFill/>
                <a:ln w="12700">
                  <a:solidFill>
                    <a:schemeClr val="bg1">
                      <a:lumMod val="65000"/>
                    </a:schemeClr>
                  </a:solidFill>
                  <a:round/>
                  <a:headEnd/>
                  <a:tailEnd/>
                </a:ln>
              </p:spPr>
              <p:txBody>
                <a:bodyPr/>
                <a:lstStyle/>
                <a:p>
                  <a:endParaRPr lang="en-US"/>
                </a:p>
              </p:txBody>
            </p:sp>
            <p:sp>
              <p:nvSpPr>
                <p:cNvPr id="104258" name="Line 510">
                  <a:extLst>
                    <a:ext uri="{FF2B5EF4-FFF2-40B4-BE49-F238E27FC236}">
                      <a16:creationId xmlns:a16="http://schemas.microsoft.com/office/drawing/2014/main" id="{5E9E2AE2-A509-AD07-0667-950F4132DA92}"/>
                    </a:ext>
                  </a:extLst>
                </p:cNvPr>
                <p:cNvSpPr>
                  <a:spLocks noChangeShapeType="1"/>
                </p:cNvSpPr>
                <p:nvPr/>
              </p:nvSpPr>
              <p:spPr bwMode="auto">
                <a:xfrm>
                  <a:off x="1656" y="3288"/>
                  <a:ext cx="24" cy="1"/>
                </a:xfrm>
                <a:prstGeom prst="line">
                  <a:avLst/>
                </a:prstGeom>
                <a:grpFill/>
                <a:ln w="12700">
                  <a:solidFill>
                    <a:schemeClr val="bg1">
                      <a:lumMod val="65000"/>
                    </a:schemeClr>
                  </a:solidFill>
                  <a:round/>
                  <a:headEnd/>
                  <a:tailEnd/>
                </a:ln>
              </p:spPr>
              <p:txBody>
                <a:bodyPr/>
                <a:lstStyle/>
                <a:p>
                  <a:endParaRPr lang="en-US"/>
                </a:p>
              </p:txBody>
            </p:sp>
            <p:sp>
              <p:nvSpPr>
                <p:cNvPr id="104259" name="Line 511">
                  <a:extLst>
                    <a:ext uri="{FF2B5EF4-FFF2-40B4-BE49-F238E27FC236}">
                      <a16:creationId xmlns:a16="http://schemas.microsoft.com/office/drawing/2014/main" id="{A6EFD50C-F658-E33E-D1EC-5EBC6B420F87}"/>
                    </a:ext>
                  </a:extLst>
                </p:cNvPr>
                <p:cNvSpPr>
                  <a:spLocks noChangeShapeType="1"/>
                </p:cNvSpPr>
                <p:nvPr/>
              </p:nvSpPr>
              <p:spPr bwMode="auto">
                <a:xfrm>
                  <a:off x="1712" y="3288"/>
                  <a:ext cx="24" cy="1"/>
                </a:xfrm>
                <a:prstGeom prst="line">
                  <a:avLst/>
                </a:prstGeom>
                <a:grpFill/>
                <a:ln w="12700">
                  <a:solidFill>
                    <a:schemeClr val="bg1">
                      <a:lumMod val="65000"/>
                    </a:schemeClr>
                  </a:solidFill>
                  <a:round/>
                  <a:headEnd/>
                  <a:tailEnd/>
                </a:ln>
              </p:spPr>
              <p:txBody>
                <a:bodyPr/>
                <a:lstStyle/>
                <a:p>
                  <a:endParaRPr lang="en-US"/>
                </a:p>
              </p:txBody>
            </p:sp>
            <p:sp>
              <p:nvSpPr>
                <p:cNvPr id="104260" name="Line 512">
                  <a:extLst>
                    <a:ext uri="{FF2B5EF4-FFF2-40B4-BE49-F238E27FC236}">
                      <a16:creationId xmlns:a16="http://schemas.microsoft.com/office/drawing/2014/main" id="{DE001FA7-1E1E-4F25-CA35-73370771FD47}"/>
                    </a:ext>
                  </a:extLst>
                </p:cNvPr>
                <p:cNvSpPr>
                  <a:spLocks noChangeShapeType="1"/>
                </p:cNvSpPr>
                <p:nvPr/>
              </p:nvSpPr>
              <p:spPr bwMode="auto">
                <a:xfrm>
                  <a:off x="1768" y="3288"/>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41" name="Group 513">
              <a:extLst>
                <a:ext uri="{FF2B5EF4-FFF2-40B4-BE49-F238E27FC236}">
                  <a16:creationId xmlns:a16="http://schemas.microsoft.com/office/drawing/2014/main" id="{BFB4F1BC-F1C8-D7E9-5B23-49967D8352E7}"/>
                </a:ext>
              </a:extLst>
            </p:cNvPr>
            <p:cNvGrpSpPr>
              <a:grpSpLocks/>
            </p:cNvGrpSpPr>
            <p:nvPr/>
          </p:nvGrpSpPr>
          <p:grpSpPr bwMode="auto">
            <a:xfrm>
              <a:off x="1944" y="3256"/>
              <a:ext cx="423" cy="56"/>
              <a:chOff x="1944" y="3256"/>
              <a:chExt cx="423" cy="56"/>
            </a:xfrm>
            <a:grpFill/>
          </p:grpSpPr>
          <p:sp>
            <p:nvSpPr>
              <p:cNvPr id="104245" name="Freeform 514">
                <a:extLst>
                  <a:ext uri="{FF2B5EF4-FFF2-40B4-BE49-F238E27FC236}">
                    <a16:creationId xmlns:a16="http://schemas.microsoft.com/office/drawing/2014/main" id="{DF97414F-83E9-5A82-9B9E-F2157021421C}"/>
                  </a:ext>
                </a:extLst>
              </p:cNvPr>
              <p:cNvSpPr>
                <a:spLocks/>
              </p:cNvSpPr>
              <p:nvPr/>
            </p:nvSpPr>
            <p:spPr bwMode="auto">
              <a:xfrm>
                <a:off x="2255" y="325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4246" name="Group 515">
                <a:extLst>
                  <a:ext uri="{FF2B5EF4-FFF2-40B4-BE49-F238E27FC236}">
                    <a16:creationId xmlns:a16="http://schemas.microsoft.com/office/drawing/2014/main" id="{7D0FF336-573C-332A-4642-0531567E10C2}"/>
                  </a:ext>
                </a:extLst>
              </p:cNvPr>
              <p:cNvGrpSpPr>
                <a:grpSpLocks/>
              </p:cNvGrpSpPr>
              <p:nvPr/>
            </p:nvGrpSpPr>
            <p:grpSpPr bwMode="auto">
              <a:xfrm>
                <a:off x="1944" y="3288"/>
                <a:ext cx="303" cy="1"/>
                <a:chOff x="1944" y="3288"/>
                <a:chExt cx="303" cy="1"/>
              </a:xfrm>
              <a:grpFill/>
            </p:grpSpPr>
            <p:sp>
              <p:nvSpPr>
                <p:cNvPr id="104247" name="Line 516">
                  <a:extLst>
                    <a:ext uri="{FF2B5EF4-FFF2-40B4-BE49-F238E27FC236}">
                      <a16:creationId xmlns:a16="http://schemas.microsoft.com/office/drawing/2014/main" id="{11A2437D-11E5-25DC-3A0C-5490AAF6B4AF}"/>
                    </a:ext>
                  </a:extLst>
                </p:cNvPr>
                <p:cNvSpPr>
                  <a:spLocks noChangeShapeType="1"/>
                </p:cNvSpPr>
                <p:nvPr/>
              </p:nvSpPr>
              <p:spPr bwMode="auto">
                <a:xfrm>
                  <a:off x="1944" y="3288"/>
                  <a:ext cx="24" cy="1"/>
                </a:xfrm>
                <a:prstGeom prst="line">
                  <a:avLst/>
                </a:prstGeom>
                <a:grpFill/>
                <a:ln w="12700">
                  <a:solidFill>
                    <a:schemeClr val="bg1">
                      <a:lumMod val="65000"/>
                    </a:schemeClr>
                  </a:solidFill>
                  <a:round/>
                  <a:headEnd/>
                  <a:tailEnd/>
                </a:ln>
              </p:spPr>
              <p:txBody>
                <a:bodyPr/>
                <a:lstStyle/>
                <a:p>
                  <a:endParaRPr lang="en-US"/>
                </a:p>
              </p:txBody>
            </p:sp>
            <p:sp>
              <p:nvSpPr>
                <p:cNvPr id="104248" name="Line 517">
                  <a:extLst>
                    <a:ext uri="{FF2B5EF4-FFF2-40B4-BE49-F238E27FC236}">
                      <a16:creationId xmlns:a16="http://schemas.microsoft.com/office/drawing/2014/main" id="{3A73719B-4D07-7856-8C09-7F40BD22CB82}"/>
                    </a:ext>
                  </a:extLst>
                </p:cNvPr>
                <p:cNvSpPr>
                  <a:spLocks noChangeShapeType="1"/>
                </p:cNvSpPr>
                <p:nvPr/>
              </p:nvSpPr>
              <p:spPr bwMode="auto">
                <a:xfrm>
                  <a:off x="2000" y="3288"/>
                  <a:ext cx="23" cy="1"/>
                </a:xfrm>
                <a:prstGeom prst="line">
                  <a:avLst/>
                </a:prstGeom>
                <a:grpFill/>
                <a:ln w="12700">
                  <a:solidFill>
                    <a:schemeClr val="bg1">
                      <a:lumMod val="65000"/>
                    </a:schemeClr>
                  </a:solidFill>
                  <a:round/>
                  <a:headEnd/>
                  <a:tailEnd/>
                </a:ln>
              </p:spPr>
              <p:txBody>
                <a:bodyPr/>
                <a:lstStyle/>
                <a:p>
                  <a:endParaRPr lang="en-US"/>
                </a:p>
              </p:txBody>
            </p:sp>
            <p:sp>
              <p:nvSpPr>
                <p:cNvPr id="104249" name="Line 518">
                  <a:extLst>
                    <a:ext uri="{FF2B5EF4-FFF2-40B4-BE49-F238E27FC236}">
                      <a16:creationId xmlns:a16="http://schemas.microsoft.com/office/drawing/2014/main" id="{33620AEF-288C-BC0C-C29F-1CF45DF7A275}"/>
                    </a:ext>
                  </a:extLst>
                </p:cNvPr>
                <p:cNvSpPr>
                  <a:spLocks noChangeShapeType="1"/>
                </p:cNvSpPr>
                <p:nvPr/>
              </p:nvSpPr>
              <p:spPr bwMode="auto">
                <a:xfrm>
                  <a:off x="2055" y="3288"/>
                  <a:ext cx="24" cy="1"/>
                </a:xfrm>
                <a:prstGeom prst="line">
                  <a:avLst/>
                </a:prstGeom>
                <a:grpFill/>
                <a:ln w="12700">
                  <a:solidFill>
                    <a:schemeClr val="bg1">
                      <a:lumMod val="65000"/>
                    </a:schemeClr>
                  </a:solidFill>
                  <a:round/>
                  <a:headEnd/>
                  <a:tailEnd/>
                </a:ln>
              </p:spPr>
              <p:txBody>
                <a:bodyPr/>
                <a:lstStyle/>
                <a:p>
                  <a:endParaRPr lang="en-US"/>
                </a:p>
              </p:txBody>
            </p:sp>
            <p:sp>
              <p:nvSpPr>
                <p:cNvPr id="104250" name="Line 519">
                  <a:extLst>
                    <a:ext uri="{FF2B5EF4-FFF2-40B4-BE49-F238E27FC236}">
                      <a16:creationId xmlns:a16="http://schemas.microsoft.com/office/drawing/2014/main" id="{7E7B6306-0E76-C441-C9DD-0E6F78C1CA4E}"/>
                    </a:ext>
                  </a:extLst>
                </p:cNvPr>
                <p:cNvSpPr>
                  <a:spLocks noChangeShapeType="1"/>
                </p:cNvSpPr>
                <p:nvPr/>
              </p:nvSpPr>
              <p:spPr bwMode="auto">
                <a:xfrm>
                  <a:off x="2111" y="3288"/>
                  <a:ext cx="24" cy="1"/>
                </a:xfrm>
                <a:prstGeom prst="line">
                  <a:avLst/>
                </a:prstGeom>
                <a:grpFill/>
                <a:ln w="12700">
                  <a:solidFill>
                    <a:schemeClr val="bg1">
                      <a:lumMod val="65000"/>
                    </a:schemeClr>
                  </a:solidFill>
                  <a:round/>
                  <a:headEnd/>
                  <a:tailEnd/>
                </a:ln>
              </p:spPr>
              <p:txBody>
                <a:bodyPr/>
                <a:lstStyle/>
                <a:p>
                  <a:endParaRPr lang="en-US"/>
                </a:p>
              </p:txBody>
            </p:sp>
            <p:sp>
              <p:nvSpPr>
                <p:cNvPr id="104251" name="Line 520">
                  <a:extLst>
                    <a:ext uri="{FF2B5EF4-FFF2-40B4-BE49-F238E27FC236}">
                      <a16:creationId xmlns:a16="http://schemas.microsoft.com/office/drawing/2014/main" id="{67326F4E-5123-8F0A-7293-27FB4A3B7D94}"/>
                    </a:ext>
                  </a:extLst>
                </p:cNvPr>
                <p:cNvSpPr>
                  <a:spLocks noChangeShapeType="1"/>
                </p:cNvSpPr>
                <p:nvPr/>
              </p:nvSpPr>
              <p:spPr bwMode="auto">
                <a:xfrm>
                  <a:off x="2167" y="3288"/>
                  <a:ext cx="24" cy="1"/>
                </a:xfrm>
                <a:prstGeom prst="line">
                  <a:avLst/>
                </a:prstGeom>
                <a:grpFill/>
                <a:ln w="12700">
                  <a:solidFill>
                    <a:schemeClr val="bg1">
                      <a:lumMod val="65000"/>
                    </a:schemeClr>
                  </a:solidFill>
                  <a:round/>
                  <a:headEnd/>
                  <a:tailEnd/>
                </a:ln>
              </p:spPr>
              <p:txBody>
                <a:bodyPr/>
                <a:lstStyle/>
                <a:p>
                  <a:endParaRPr lang="en-US"/>
                </a:p>
              </p:txBody>
            </p:sp>
            <p:sp>
              <p:nvSpPr>
                <p:cNvPr id="104252" name="Line 521">
                  <a:extLst>
                    <a:ext uri="{FF2B5EF4-FFF2-40B4-BE49-F238E27FC236}">
                      <a16:creationId xmlns:a16="http://schemas.microsoft.com/office/drawing/2014/main" id="{75E35070-126B-3B92-9319-BC47299B8490}"/>
                    </a:ext>
                  </a:extLst>
                </p:cNvPr>
                <p:cNvSpPr>
                  <a:spLocks noChangeShapeType="1"/>
                </p:cNvSpPr>
                <p:nvPr/>
              </p:nvSpPr>
              <p:spPr bwMode="auto">
                <a:xfrm>
                  <a:off x="2223" y="3288"/>
                  <a:ext cx="24"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42" name="Group 522">
              <a:extLst>
                <a:ext uri="{FF2B5EF4-FFF2-40B4-BE49-F238E27FC236}">
                  <a16:creationId xmlns:a16="http://schemas.microsoft.com/office/drawing/2014/main" id="{373E3AD5-0283-8021-B238-5C2ECD180774}"/>
                </a:ext>
              </a:extLst>
            </p:cNvPr>
            <p:cNvGrpSpPr>
              <a:grpSpLocks/>
            </p:cNvGrpSpPr>
            <p:nvPr/>
          </p:nvGrpSpPr>
          <p:grpSpPr bwMode="auto">
            <a:xfrm>
              <a:off x="2415" y="3256"/>
              <a:ext cx="415" cy="56"/>
              <a:chOff x="2415" y="3256"/>
              <a:chExt cx="415" cy="56"/>
            </a:xfrm>
            <a:grpFill/>
          </p:grpSpPr>
          <p:sp>
            <p:nvSpPr>
              <p:cNvPr id="104237" name="Freeform 523">
                <a:extLst>
                  <a:ext uri="{FF2B5EF4-FFF2-40B4-BE49-F238E27FC236}">
                    <a16:creationId xmlns:a16="http://schemas.microsoft.com/office/drawing/2014/main" id="{0E50EB4F-336C-5A9E-F1A7-284F6E4485B5}"/>
                  </a:ext>
                </a:extLst>
              </p:cNvPr>
              <p:cNvSpPr>
                <a:spLocks/>
              </p:cNvSpPr>
              <p:nvPr/>
            </p:nvSpPr>
            <p:spPr bwMode="auto">
              <a:xfrm>
                <a:off x="2718" y="325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4238" name="Group 524">
                <a:extLst>
                  <a:ext uri="{FF2B5EF4-FFF2-40B4-BE49-F238E27FC236}">
                    <a16:creationId xmlns:a16="http://schemas.microsoft.com/office/drawing/2014/main" id="{F7F274FF-336C-5601-C331-C57CB25CCBE2}"/>
                  </a:ext>
                </a:extLst>
              </p:cNvPr>
              <p:cNvGrpSpPr>
                <a:grpSpLocks/>
              </p:cNvGrpSpPr>
              <p:nvPr/>
            </p:nvGrpSpPr>
            <p:grpSpPr bwMode="auto">
              <a:xfrm>
                <a:off x="2415" y="3288"/>
                <a:ext cx="295" cy="1"/>
                <a:chOff x="2415" y="3288"/>
                <a:chExt cx="295" cy="1"/>
              </a:xfrm>
              <a:grpFill/>
            </p:grpSpPr>
            <p:sp>
              <p:nvSpPr>
                <p:cNvPr id="104239" name="Line 525">
                  <a:extLst>
                    <a:ext uri="{FF2B5EF4-FFF2-40B4-BE49-F238E27FC236}">
                      <a16:creationId xmlns:a16="http://schemas.microsoft.com/office/drawing/2014/main" id="{981FFC91-B53B-9EFF-080F-5E7C2113DA9D}"/>
                    </a:ext>
                  </a:extLst>
                </p:cNvPr>
                <p:cNvSpPr>
                  <a:spLocks noChangeShapeType="1"/>
                </p:cNvSpPr>
                <p:nvPr/>
              </p:nvSpPr>
              <p:spPr bwMode="auto">
                <a:xfrm>
                  <a:off x="2415" y="3288"/>
                  <a:ext cx="24" cy="1"/>
                </a:xfrm>
                <a:prstGeom prst="line">
                  <a:avLst/>
                </a:prstGeom>
                <a:grpFill/>
                <a:ln w="12700">
                  <a:solidFill>
                    <a:schemeClr val="bg1">
                      <a:lumMod val="65000"/>
                    </a:schemeClr>
                  </a:solidFill>
                  <a:round/>
                  <a:headEnd/>
                  <a:tailEnd/>
                </a:ln>
              </p:spPr>
              <p:txBody>
                <a:bodyPr/>
                <a:lstStyle/>
                <a:p>
                  <a:endParaRPr lang="en-US"/>
                </a:p>
              </p:txBody>
            </p:sp>
            <p:sp>
              <p:nvSpPr>
                <p:cNvPr id="104240" name="Line 526">
                  <a:extLst>
                    <a:ext uri="{FF2B5EF4-FFF2-40B4-BE49-F238E27FC236}">
                      <a16:creationId xmlns:a16="http://schemas.microsoft.com/office/drawing/2014/main" id="{69799FA8-A05C-25D7-3887-8D380DD345BF}"/>
                    </a:ext>
                  </a:extLst>
                </p:cNvPr>
                <p:cNvSpPr>
                  <a:spLocks noChangeShapeType="1"/>
                </p:cNvSpPr>
                <p:nvPr/>
              </p:nvSpPr>
              <p:spPr bwMode="auto">
                <a:xfrm>
                  <a:off x="2471" y="3288"/>
                  <a:ext cx="24" cy="1"/>
                </a:xfrm>
                <a:prstGeom prst="line">
                  <a:avLst/>
                </a:prstGeom>
                <a:grpFill/>
                <a:ln w="12700">
                  <a:solidFill>
                    <a:schemeClr val="bg1">
                      <a:lumMod val="65000"/>
                    </a:schemeClr>
                  </a:solidFill>
                  <a:round/>
                  <a:headEnd/>
                  <a:tailEnd/>
                </a:ln>
              </p:spPr>
              <p:txBody>
                <a:bodyPr/>
                <a:lstStyle/>
                <a:p>
                  <a:endParaRPr lang="en-US"/>
                </a:p>
              </p:txBody>
            </p:sp>
            <p:sp>
              <p:nvSpPr>
                <p:cNvPr id="104241" name="Line 527">
                  <a:extLst>
                    <a:ext uri="{FF2B5EF4-FFF2-40B4-BE49-F238E27FC236}">
                      <a16:creationId xmlns:a16="http://schemas.microsoft.com/office/drawing/2014/main" id="{6D8CCEFC-DF62-074F-B93B-5EAB71EC736C}"/>
                    </a:ext>
                  </a:extLst>
                </p:cNvPr>
                <p:cNvSpPr>
                  <a:spLocks noChangeShapeType="1"/>
                </p:cNvSpPr>
                <p:nvPr/>
              </p:nvSpPr>
              <p:spPr bwMode="auto">
                <a:xfrm>
                  <a:off x="2526" y="3288"/>
                  <a:ext cx="24" cy="1"/>
                </a:xfrm>
                <a:prstGeom prst="line">
                  <a:avLst/>
                </a:prstGeom>
                <a:grpFill/>
                <a:ln w="12700">
                  <a:solidFill>
                    <a:schemeClr val="bg1">
                      <a:lumMod val="65000"/>
                    </a:schemeClr>
                  </a:solidFill>
                  <a:round/>
                  <a:headEnd/>
                  <a:tailEnd/>
                </a:ln>
              </p:spPr>
              <p:txBody>
                <a:bodyPr/>
                <a:lstStyle/>
                <a:p>
                  <a:endParaRPr lang="en-US"/>
                </a:p>
              </p:txBody>
            </p:sp>
            <p:sp>
              <p:nvSpPr>
                <p:cNvPr id="104242" name="Line 528">
                  <a:extLst>
                    <a:ext uri="{FF2B5EF4-FFF2-40B4-BE49-F238E27FC236}">
                      <a16:creationId xmlns:a16="http://schemas.microsoft.com/office/drawing/2014/main" id="{77785A13-0A3F-2D69-587A-A716397BA3AA}"/>
                    </a:ext>
                  </a:extLst>
                </p:cNvPr>
                <p:cNvSpPr>
                  <a:spLocks noChangeShapeType="1"/>
                </p:cNvSpPr>
                <p:nvPr/>
              </p:nvSpPr>
              <p:spPr bwMode="auto">
                <a:xfrm>
                  <a:off x="2582" y="3288"/>
                  <a:ext cx="24" cy="1"/>
                </a:xfrm>
                <a:prstGeom prst="line">
                  <a:avLst/>
                </a:prstGeom>
                <a:grpFill/>
                <a:ln w="12700">
                  <a:solidFill>
                    <a:schemeClr val="bg1">
                      <a:lumMod val="65000"/>
                    </a:schemeClr>
                  </a:solidFill>
                  <a:round/>
                  <a:headEnd/>
                  <a:tailEnd/>
                </a:ln>
              </p:spPr>
              <p:txBody>
                <a:bodyPr/>
                <a:lstStyle/>
                <a:p>
                  <a:endParaRPr lang="en-US"/>
                </a:p>
              </p:txBody>
            </p:sp>
            <p:sp>
              <p:nvSpPr>
                <p:cNvPr id="104243" name="Line 529">
                  <a:extLst>
                    <a:ext uri="{FF2B5EF4-FFF2-40B4-BE49-F238E27FC236}">
                      <a16:creationId xmlns:a16="http://schemas.microsoft.com/office/drawing/2014/main" id="{CD8CEEC9-E196-8418-59F1-32EE5D1C342B}"/>
                    </a:ext>
                  </a:extLst>
                </p:cNvPr>
                <p:cNvSpPr>
                  <a:spLocks noChangeShapeType="1"/>
                </p:cNvSpPr>
                <p:nvPr/>
              </p:nvSpPr>
              <p:spPr bwMode="auto">
                <a:xfrm>
                  <a:off x="2638" y="3288"/>
                  <a:ext cx="24" cy="1"/>
                </a:xfrm>
                <a:prstGeom prst="line">
                  <a:avLst/>
                </a:prstGeom>
                <a:grpFill/>
                <a:ln w="12700">
                  <a:solidFill>
                    <a:schemeClr val="bg1">
                      <a:lumMod val="65000"/>
                    </a:schemeClr>
                  </a:solidFill>
                  <a:round/>
                  <a:headEnd/>
                  <a:tailEnd/>
                </a:ln>
              </p:spPr>
              <p:txBody>
                <a:bodyPr/>
                <a:lstStyle/>
                <a:p>
                  <a:endParaRPr lang="en-US"/>
                </a:p>
              </p:txBody>
            </p:sp>
            <p:sp>
              <p:nvSpPr>
                <p:cNvPr id="104244" name="Line 530">
                  <a:extLst>
                    <a:ext uri="{FF2B5EF4-FFF2-40B4-BE49-F238E27FC236}">
                      <a16:creationId xmlns:a16="http://schemas.microsoft.com/office/drawing/2014/main" id="{29D7423A-2377-8517-A79A-6367C7CE9909}"/>
                    </a:ext>
                  </a:extLst>
                </p:cNvPr>
                <p:cNvSpPr>
                  <a:spLocks noChangeShapeType="1"/>
                </p:cNvSpPr>
                <p:nvPr/>
              </p:nvSpPr>
              <p:spPr bwMode="auto">
                <a:xfrm>
                  <a:off x="2694" y="3288"/>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43" name="Group 531">
              <a:extLst>
                <a:ext uri="{FF2B5EF4-FFF2-40B4-BE49-F238E27FC236}">
                  <a16:creationId xmlns:a16="http://schemas.microsoft.com/office/drawing/2014/main" id="{C75E634D-E170-97F0-1CDE-9321470AE834}"/>
                </a:ext>
              </a:extLst>
            </p:cNvPr>
            <p:cNvGrpSpPr>
              <a:grpSpLocks/>
            </p:cNvGrpSpPr>
            <p:nvPr/>
          </p:nvGrpSpPr>
          <p:grpSpPr bwMode="auto">
            <a:xfrm>
              <a:off x="1489" y="3567"/>
              <a:ext cx="423" cy="56"/>
              <a:chOff x="1489" y="3567"/>
              <a:chExt cx="423" cy="56"/>
            </a:xfrm>
            <a:grpFill/>
          </p:grpSpPr>
          <p:sp>
            <p:nvSpPr>
              <p:cNvPr id="104229" name="Freeform 532">
                <a:extLst>
                  <a:ext uri="{FF2B5EF4-FFF2-40B4-BE49-F238E27FC236}">
                    <a16:creationId xmlns:a16="http://schemas.microsoft.com/office/drawing/2014/main" id="{429F7F88-F6B2-DEA3-678B-9EB2342F9B2F}"/>
                  </a:ext>
                </a:extLst>
              </p:cNvPr>
              <p:cNvSpPr>
                <a:spLocks/>
              </p:cNvSpPr>
              <p:nvPr/>
            </p:nvSpPr>
            <p:spPr bwMode="auto">
              <a:xfrm>
                <a:off x="1800"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lumMod val="65000"/>
                  </a:schemeClr>
                </a:solidFill>
                <a:round/>
                <a:headEnd/>
                <a:tailEnd/>
              </a:ln>
            </p:spPr>
            <p:txBody>
              <a:bodyPr/>
              <a:lstStyle/>
              <a:p>
                <a:endParaRPr lang="en-US"/>
              </a:p>
            </p:txBody>
          </p:sp>
          <p:grpSp>
            <p:nvGrpSpPr>
              <p:cNvPr id="104230" name="Group 533">
                <a:extLst>
                  <a:ext uri="{FF2B5EF4-FFF2-40B4-BE49-F238E27FC236}">
                    <a16:creationId xmlns:a16="http://schemas.microsoft.com/office/drawing/2014/main" id="{25927A5F-56F0-BB24-CAEA-1B1CC29524D4}"/>
                  </a:ext>
                </a:extLst>
              </p:cNvPr>
              <p:cNvGrpSpPr>
                <a:grpSpLocks/>
              </p:cNvGrpSpPr>
              <p:nvPr/>
            </p:nvGrpSpPr>
            <p:grpSpPr bwMode="auto">
              <a:xfrm>
                <a:off x="1489" y="3591"/>
                <a:ext cx="303" cy="1"/>
                <a:chOff x="1489" y="3591"/>
                <a:chExt cx="303" cy="1"/>
              </a:xfrm>
              <a:grpFill/>
            </p:grpSpPr>
            <p:sp>
              <p:nvSpPr>
                <p:cNvPr id="104231" name="Line 534">
                  <a:extLst>
                    <a:ext uri="{FF2B5EF4-FFF2-40B4-BE49-F238E27FC236}">
                      <a16:creationId xmlns:a16="http://schemas.microsoft.com/office/drawing/2014/main" id="{7BEB64D0-C249-ABD3-B417-E9B6336E9FE7}"/>
                    </a:ext>
                  </a:extLst>
                </p:cNvPr>
                <p:cNvSpPr>
                  <a:spLocks noChangeShapeType="1"/>
                </p:cNvSpPr>
                <p:nvPr/>
              </p:nvSpPr>
              <p:spPr bwMode="auto">
                <a:xfrm>
                  <a:off x="1489" y="3591"/>
                  <a:ext cx="24" cy="1"/>
                </a:xfrm>
                <a:prstGeom prst="line">
                  <a:avLst/>
                </a:prstGeom>
                <a:grpFill/>
                <a:ln w="12700">
                  <a:solidFill>
                    <a:schemeClr val="bg1">
                      <a:lumMod val="65000"/>
                    </a:schemeClr>
                  </a:solidFill>
                  <a:round/>
                  <a:headEnd/>
                  <a:tailEnd/>
                </a:ln>
              </p:spPr>
              <p:txBody>
                <a:bodyPr/>
                <a:lstStyle/>
                <a:p>
                  <a:endParaRPr lang="en-US"/>
                </a:p>
              </p:txBody>
            </p:sp>
            <p:sp>
              <p:nvSpPr>
                <p:cNvPr id="104232" name="Line 535">
                  <a:extLst>
                    <a:ext uri="{FF2B5EF4-FFF2-40B4-BE49-F238E27FC236}">
                      <a16:creationId xmlns:a16="http://schemas.microsoft.com/office/drawing/2014/main" id="{B71B57E7-D8BA-36E5-D503-2AFC3172185A}"/>
                    </a:ext>
                  </a:extLst>
                </p:cNvPr>
                <p:cNvSpPr>
                  <a:spLocks noChangeShapeType="1"/>
                </p:cNvSpPr>
                <p:nvPr/>
              </p:nvSpPr>
              <p:spPr bwMode="auto">
                <a:xfrm>
                  <a:off x="1544" y="3591"/>
                  <a:ext cx="24" cy="1"/>
                </a:xfrm>
                <a:prstGeom prst="line">
                  <a:avLst/>
                </a:prstGeom>
                <a:grpFill/>
                <a:ln w="12700">
                  <a:solidFill>
                    <a:schemeClr val="bg1">
                      <a:lumMod val="65000"/>
                    </a:schemeClr>
                  </a:solidFill>
                  <a:round/>
                  <a:headEnd/>
                  <a:tailEnd/>
                </a:ln>
              </p:spPr>
              <p:txBody>
                <a:bodyPr/>
                <a:lstStyle/>
                <a:p>
                  <a:endParaRPr lang="en-US"/>
                </a:p>
              </p:txBody>
            </p:sp>
            <p:sp>
              <p:nvSpPr>
                <p:cNvPr id="104233" name="Line 536">
                  <a:extLst>
                    <a:ext uri="{FF2B5EF4-FFF2-40B4-BE49-F238E27FC236}">
                      <a16:creationId xmlns:a16="http://schemas.microsoft.com/office/drawing/2014/main" id="{88089FBD-D33D-B0A2-4702-34D200B90A4C}"/>
                    </a:ext>
                  </a:extLst>
                </p:cNvPr>
                <p:cNvSpPr>
                  <a:spLocks noChangeShapeType="1"/>
                </p:cNvSpPr>
                <p:nvPr/>
              </p:nvSpPr>
              <p:spPr bwMode="auto">
                <a:xfrm>
                  <a:off x="1600" y="3591"/>
                  <a:ext cx="24" cy="1"/>
                </a:xfrm>
                <a:prstGeom prst="line">
                  <a:avLst/>
                </a:prstGeom>
                <a:grpFill/>
                <a:ln w="12700">
                  <a:solidFill>
                    <a:schemeClr val="bg1">
                      <a:lumMod val="65000"/>
                    </a:schemeClr>
                  </a:solidFill>
                  <a:round/>
                  <a:headEnd/>
                  <a:tailEnd/>
                </a:ln>
              </p:spPr>
              <p:txBody>
                <a:bodyPr/>
                <a:lstStyle/>
                <a:p>
                  <a:endParaRPr lang="en-US"/>
                </a:p>
              </p:txBody>
            </p:sp>
            <p:sp>
              <p:nvSpPr>
                <p:cNvPr id="104234" name="Line 537">
                  <a:extLst>
                    <a:ext uri="{FF2B5EF4-FFF2-40B4-BE49-F238E27FC236}">
                      <a16:creationId xmlns:a16="http://schemas.microsoft.com/office/drawing/2014/main" id="{34E08683-1F99-266D-F902-2149E67B5C19}"/>
                    </a:ext>
                  </a:extLst>
                </p:cNvPr>
                <p:cNvSpPr>
                  <a:spLocks noChangeShapeType="1"/>
                </p:cNvSpPr>
                <p:nvPr/>
              </p:nvSpPr>
              <p:spPr bwMode="auto">
                <a:xfrm>
                  <a:off x="1656" y="3591"/>
                  <a:ext cx="24" cy="1"/>
                </a:xfrm>
                <a:prstGeom prst="line">
                  <a:avLst/>
                </a:prstGeom>
                <a:grpFill/>
                <a:ln w="12700">
                  <a:solidFill>
                    <a:schemeClr val="bg1">
                      <a:lumMod val="65000"/>
                    </a:schemeClr>
                  </a:solidFill>
                  <a:round/>
                  <a:headEnd/>
                  <a:tailEnd/>
                </a:ln>
              </p:spPr>
              <p:txBody>
                <a:bodyPr/>
                <a:lstStyle/>
                <a:p>
                  <a:endParaRPr lang="en-US"/>
                </a:p>
              </p:txBody>
            </p:sp>
            <p:sp>
              <p:nvSpPr>
                <p:cNvPr id="104235" name="Line 538">
                  <a:extLst>
                    <a:ext uri="{FF2B5EF4-FFF2-40B4-BE49-F238E27FC236}">
                      <a16:creationId xmlns:a16="http://schemas.microsoft.com/office/drawing/2014/main" id="{CA76C843-CB8F-366B-4A23-CA16FA0B0887}"/>
                    </a:ext>
                  </a:extLst>
                </p:cNvPr>
                <p:cNvSpPr>
                  <a:spLocks noChangeShapeType="1"/>
                </p:cNvSpPr>
                <p:nvPr/>
              </p:nvSpPr>
              <p:spPr bwMode="auto">
                <a:xfrm>
                  <a:off x="1712" y="3591"/>
                  <a:ext cx="24" cy="1"/>
                </a:xfrm>
                <a:prstGeom prst="line">
                  <a:avLst/>
                </a:prstGeom>
                <a:grpFill/>
                <a:ln w="12700">
                  <a:solidFill>
                    <a:schemeClr val="bg1">
                      <a:lumMod val="65000"/>
                    </a:schemeClr>
                  </a:solidFill>
                  <a:round/>
                  <a:headEnd/>
                  <a:tailEnd/>
                </a:ln>
              </p:spPr>
              <p:txBody>
                <a:bodyPr/>
                <a:lstStyle/>
                <a:p>
                  <a:endParaRPr lang="en-US"/>
                </a:p>
              </p:txBody>
            </p:sp>
            <p:sp>
              <p:nvSpPr>
                <p:cNvPr id="104236" name="Line 539">
                  <a:extLst>
                    <a:ext uri="{FF2B5EF4-FFF2-40B4-BE49-F238E27FC236}">
                      <a16:creationId xmlns:a16="http://schemas.microsoft.com/office/drawing/2014/main" id="{F102685F-413F-7798-BB67-ED6529F3C7F5}"/>
                    </a:ext>
                  </a:extLst>
                </p:cNvPr>
                <p:cNvSpPr>
                  <a:spLocks noChangeShapeType="1"/>
                </p:cNvSpPr>
                <p:nvPr/>
              </p:nvSpPr>
              <p:spPr bwMode="auto">
                <a:xfrm>
                  <a:off x="1768" y="3591"/>
                  <a:ext cx="24"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44" name="Group 540">
              <a:extLst>
                <a:ext uri="{FF2B5EF4-FFF2-40B4-BE49-F238E27FC236}">
                  <a16:creationId xmlns:a16="http://schemas.microsoft.com/office/drawing/2014/main" id="{EB53B1CB-8832-03C1-0834-A6E649788031}"/>
                </a:ext>
              </a:extLst>
            </p:cNvPr>
            <p:cNvGrpSpPr>
              <a:grpSpLocks/>
            </p:cNvGrpSpPr>
            <p:nvPr/>
          </p:nvGrpSpPr>
          <p:grpSpPr bwMode="auto">
            <a:xfrm>
              <a:off x="1952" y="3567"/>
              <a:ext cx="415" cy="56"/>
              <a:chOff x="1952" y="3567"/>
              <a:chExt cx="415" cy="56"/>
            </a:xfrm>
            <a:grpFill/>
          </p:grpSpPr>
          <p:sp>
            <p:nvSpPr>
              <p:cNvPr id="104221" name="Freeform 541">
                <a:extLst>
                  <a:ext uri="{FF2B5EF4-FFF2-40B4-BE49-F238E27FC236}">
                    <a16:creationId xmlns:a16="http://schemas.microsoft.com/office/drawing/2014/main" id="{4EA2D3D1-8FF5-DC68-0CE8-A4D5DF13B76D}"/>
                  </a:ext>
                </a:extLst>
              </p:cNvPr>
              <p:cNvSpPr>
                <a:spLocks/>
              </p:cNvSpPr>
              <p:nvPr/>
            </p:nvSpPr>
            <p:spPr bwMode="auto">
              <a:xfrm>
                <a:off x="2255"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lumMod val="65000"/>
                  </a:schemeClr>
                </a:solidFill>
                <a:round/>
                <a:headEnd/>
                <a:tailEnd/>
              </a:ln>
            </p:spPr>
            <p:txBody>
              <a:bodyPr/>
              <a:lstStyle/>
              <a:p>
                <a:endParaRPr lang="en-US"/>
              </a:p>
            </p:txBody>
          </p:sp>
          <p:grpSp>
            <p:nvGrpSpPr>
              <p:cNvPr id="104222" name="Group 542">
                <a:extLst>
                  <a:ext uri="{FF2B5EF4-FFF2-40B4-BE49-F238E27FC236}">
                    <a16:creationId xmlns:a16="http://schemas.microsoft.com/office/drawing/2014/main" id="{BE26876A-F337-5EAE-C1E7-33A65F16A50B}"/>
                  </a:ext>
                </a:extLst>
              </p:cNvPr>
              <p:cNvGrpSpPr>
                <a:grpSpLocks/>
              </p:cNvGrpSpPr>
              <p:nvPr/>
            </p:nvGrpSpPr>
            <p:grpSpPr bwMode="auto">
              <a:xfrm>
                <a:off x="1952" y="3591"/>
                <a:ext cx="295" cy="1"/>
                <a:chOff x="1952" y="3591"/>
                <a:chExt cx="295" cy="1"/>
              </a:xfrm>
              <a:grpFill/>
            </p:grpSpPr>
            <p:sp>
              <p:nvSpPr>
                <p:cNvPr id="104223" name="Line 543">
                  <a:extLst>
                    <a:ext uri="{FF2B5EF4-FFF2-40B4-BE49-F238E27FC236}">
                      <a16:creationId xmlns:a16="http://schemas.microsoft.com/office/drawing/2014/main" id="{2CB69891-3B5C-9A3B-BCF2-1708E38591E9}"/>
                    </a:ext>
                  </a:extLst>
                </p:cNvPr>
                <p:cNvSpPr>
                  <a:spLocks noChangeShapeType="1"/>
                </p:cNvSpPr>
                <p:nvPr/>
              </p:nvSpPr>
              <p:spPr bwMode="auto">
                <a:xfrm>
                  <a:off x="1952" y="3591"/>
                  <a:ext cx="24" cy="1"/>
                </a:xfrm>
                <a:prstGeom prst="line">
                  <a:avLst/>
                </a:prstGeom>
                <a:grpFill/>
                <a:ln w="12700">
                  <a:solidFill>
                    <a:schemeClr val="bg1">
                      <a:lumMod val="65000"/>
                    </a:schemeClr>
                  </a:solidFill>
                  <a:round/>
                  <a:headEnd/>
                  <a:tailEnd/>
                </a:ln>
              </p:spPr>
              <p:txBody>
                <a:bodyPr/>
                <a:lstStyle/>
                <a:p>
                  <a:endParaRPr lang="en-US"/>
                </a:p>
              </p:txBody>
            </p:sp>
            <p:sp>
              <p:nvSpPr>
                <p:cNvPr id="104224" name="Line 544">
                  <a:extLst>
                    <a:ext uri="{FF2B5EF4-FFF2-40B4-BE49-F238E27FC236}">
                      <a16:creationId xmlns:a16="http://schemas.microsoft.com/office/drawing/2014/main" id="{06880A79-F729-188C-028D-BF022DA36AFD}"/>
                    </a:ext>
                  </a:extLst>
                </p:cNvPr>
                <p:cNvSpPr>
                  <a:spLocks noChangeShapeType="1"/>
                </p:cNvSpPr>
                <p:nvPr/>
              </p:nvSpPr>
              <p:spPr bwMode="auto">
                <a:xfrm>
                  <a:off x="2008" y="3591"/>
                  <a:ext cx="23" cy="1"/>
                </a:xfrm>
                <a:prstGeom prst="line">
                  <a:avLst/>
                </a:prstGeom>
                <a:grpFill/>
                <a:ln w="12700">
                  <a:solidFill>
                    <a:schemeClr val="bg1">
                      <a:lumMod val="65000"/>
                    </a:schemeClr>
                  </a:solidFill>
                  <a:round/>
                  <a:headEnd/>
                  <a:tailEnd/>
                </a:ln>
              </p:spPr>
              <p:txBody>
                <a:bodyPr/>
                <a:lstStyle/>
                <a:p>
                  <a:endParaRPr lang="en-US"/>
                </a:p>
              </p:txBody>
            </p:sp>
            <p:sp>
              <p:nvSpPr>
                <p:cNvPr id="104225" name="Line 545">
                  <a:extLst>
                    <a:ext uri="{FF2B5EF4-FFF2-40B4-BE49-F238E27FC236}">
                      <a16:creationId xmlns:a16="http://schemas.microsoft.com/office/drawing/2014/main" id="{15D2973B-4E81-D82A-B8F6-8F9DF364AB61}"/>
                    </a:ext>
                  </a:extLst>
                </p:cNvPr>
                <p:cNvSpPr>
                  <a:spLocks noChangeShapeType="1"/>
                </p:cNvSpPr>
                <p:nvPr/>
              </p:nvSpPr>
              <p:spPr bwMode="auto">
                <a:xfrm>
                  <a:off x="2063" y="3591"/>
                  <a:ext cx="24" cy="1"/>
                </a:xfrm>
                <a:prstGeom prst="line">
                  <a:avLst/>
                </a:prstGeom>
                <a:grpFill/>
                <a:ln w="12700">
                  <a:solidFill>
                    <a:schemeClr val="bg1">
                      <a:lumMod val="65000"/>
                    </a:schemeClr>
                  </a:solidFill>
                  <a:round/>
                  <a:headEnd/>
                  <a:tailEnd/>
                </a:ln>
              </p:spPr>
              <p:txBody>
                <a:bodyPr/>
                <a:lstStyle/>
                <a:p>
                  <a:endParaRPr lang="en-US"/>
                </a:p>
              </p:txBody>
            </p:sp>
            <p:sp>
              <p:nvSpPr>
                <p:cNvPr id="104226" name="Line 546">
                  <a:extLst>
                    <a:ext uri="{FF2B5EF4-FFF2-40B4-BE49-F238E27FC236}">
                      <a16:creationId xmlns:a16="http://schemas.microsoft.com/office/drawing/2014/main" id="{BF317E2B-050C-66C7-457C-17B24B3BF119}"/>
                    </a:ext>
                  </a:extLst>
                </p:cNvPr>
                <p:cNvSpPr>
                  <a:spLocks noChangeShapeType="1"/>
                </p:cNvSpPr>
                <p:nvPr/>
              </p:nvSpPr>
              <p:spPr bwMode="auto">
                <a:xfrm>
                  <a:off x="2119" y="3591"/>
                  <a:ext cx="24" cy="1"/>
                </a:xfrm>
                <a:prstGeom prst="line">
                  <a:avLst/>
                </a:prstGeom>
                <a:grpFill/>
                <a:ln w="12700">
                  <a:solidFill>
                    <a:schemeClr val="bg1">
                      <a:lumMod val="65000"/>
                    </a:schemeClr>
                  </a:solidFill>
                  <a:round/>
                  <a:headEnd/>
                  <a:tailEnd/>
                </a:ln>
              </p:spPr>
              <p:txBody>
                <a:bodyPr/>
                <a:lstStyle/>
                <a:p>
                  <a:endParaRPr lang="en-US"/>
                </a:p>
              </p:txBody>
            </p:sp>
            <p:sp>
              <p:nvSpPr>
                <p:cNvPr id="104227" name="Line 547">
                  <a:extLst>
                    <a:ext uri="{FF2B5EF4-FFF2-40B4-BE49-F238E27FC236}">
                      <a16:creationId xmlns:a16="http://schemas.microsoft.com/office/drawing/2014/main" id="{ED08D1F8-329E-7031-E884-A6C7840E86E0}"/>
                    </a:ext>
                  </a:extLst>
                </p:cNvPr>
                <p:cNvSpPr>
                  <a:spLocks noChangeShapeType="1"/>
                </p:cNvSpPr>
                <p:nvPr/>
              </p:nvSpPr>
              <p:spPr bwMode="auto">
                <a:xfrm>
                  <a:off x="2175" y="3591"/>
                  <a:ext cx="24" cy="1"/>
                </a:xfrm>
                <a:prstGeom prst="line">
                  <a:avLst/>
                </a:prstGeom>
                <a:grpFill/>
                <a:ln w="12700">
                  <a:solidFill>
                    <a:schemeClr val="bg1">
                      <a:lumMod val="65000"/>
                    </a:schemeClr>
                  </a:solidFill>
                  <a:round/>
                  <a:headEnd/>
                  <a:tailEnd/>
                </a:ln>
              </p:spPr>
              <p:txBody>
                <a:bodyPr/>
                <a:lstStyle/>
                <a:p>
                  <a:endParaRPr lang="en-US"/>
                </a:p>
              </p:txBody>
            </p:sp>
            <p:sp>
              <p:nvSpPr>
                <p:cNvPr id="104228" name="Line 548">
                  <a:extLst>
                    <a:ext uri="{FF2B5EF4-FFF2-40B4-BE49-F238E27FC236}">
                      <a16:creationId xmlns:a16="http://schemas.microsoft.com/office/drawing/2014/main" id="{47AA5FD3-EA8B-0E77-F0EE-DFEF1C8764E8}"/>
                    </a:ext>
                  </a:extLst>
                </p:cNvPr>
                <p:cNvSpPr>
                  <a:spLocks noChangeShapeType="1"/>
                </p:cNvSpPr>
                <p:nvPr/>
              </p:nvSpPr>
              <p:spPr bwMode="auto">
                <a:xfrm>
                  <a:off x="2231" y="3591"/>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45" name="Group 549">
              <a:extLst>
                <a:ext uri="{FF2B5EF4-FFF2-40B4-BE49-F238E27FC236}">
                  <a16:creationId xmlns:a16="http://schemas.microsoft.com/office/drawing/2014/main" id="{2C120EE9-9C33-2091-B4E2-F0C9F2CB2FD9}"/>
                </a:ext>
              </a:extLst>
            </p:cNvPr>
            <p:cNvGrpSpPr>
              <a:grpSpLocks/>
            </p:cNvGrpSpPr>
            <p:nvPr/>
          </p:nvGrpSpPr>
          <p:grpSpPr bwMode="auto">
            <a:xfrm>
              <a:off x="2407" y="3567"/>
              <a:ext cx="415" cy="56"/>
              <a:chOff x="2407" y="3567"/>
              <a:chExt cx="415" cy="56"/>
            </a:xfrm>
            <a:grpFill/>
          </p:grpSpPr>
          <p:sp>
            <p:nvSpPr>
              <p:cNvPr id="104213" name="Freeform 550">
                <a:extLst>
                  <a:ext uri="{FF2B5EF4-FFF2-40B4-BE49-F238E27FC236}">
                    <a16:creationId xmlns:a16="http://schemas.microsoft.com/office/drawing/2014/main" id="{999AF385-7E57-6CB8-995E-77D1A77A0F6B}"/>
                  </a:ext>
                </a:extLst>
              </p:cNvPr>
              <p:cNvSpPr>
                <a:spLocks/>
              </p:cNvSpPr>
              <p:nvPr/>
            </p:nvSpPr>
            <p:spPr bwMode="auto">
              <a:xfrm>
                <a:off x="2710"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lumMod val="65000"/>
                  </a:schemeClr>
                </a:solidFill>
                <a:round/>
                <a:headEnd/>
                <a:tailEnd/>
              </a:ln>
            </p:spPr>
            <p:txBody>
              <a:bodyPr/>
              <a:lstStyle/>
              <a:p>
                <a:endParaRPr lang="en-US"/>
              </a:p>
            </p:txBody>
          </p:sp>
          <p:grpSp>
            <p:nvGrpSpPr>
              <p:cNvPr id="104214" name="Group 551">
                <a:extLst>
                  <a:ext uri="{FF2B5EF4-FFF2-40B4-BE49-F238E27FC236}">
                    <a16:creationId xmlns:a16="http://schemas.microsoft.com/office/drawing/2014/main" id="{95C1FD6B-3EF3-FFDB-9DD7-412DE8DF6C4D}"/>
                  </a:ext>
                </a:extLst>
              </p:cNvPr>
              <p:cNvGrpSpPr>
                <a:grpSpLocks/>
              </p:cNvGrpSpPr>
              <p:nvPr/>
            </p:nvGrpSpPr>
            <p:grpSpPr bwMode="auto">
              <a:xfrm>
                <a:off x="2407" y="3591"/>
                <a:ext cx="295" cy="1"/>
                <a:chOff x="2407" y="3591"/>
                <a:chExt cx="295" cy="1"/>
              </a:xfrm>
              <a:grpFill/>
            </p:grpSpPr>
            <p:sp>
              <p:nvSpPr>
                <p:cNvPr id="104215" name="Line 552">
                  <a:extLst>
                    <a:ext uri="{FF2B5EF4-FFF2-40B4-BE49-F238E27FC236}">
                      <a16:creationId xmlns:a16="http://schemas.microsoft.com/office/drawing/2014/main" id="{DBFC0C91-1C1D-FCA3-0624-56351FC63645}"/>
                    </a:ext>
                  </a:extLst>
                </p:cNvPr>
                <p:cNvSpPr>
                  <a:spLocks noChangeShapeType="1"/>
                </p:cNvSpPr>
                <p:nvPr/>
              </p:nvSpPr>
              <p:spPr bwMode="auto">
                <a:xfrm>
                  <a:off x="2407" y="3591"/>
                  <a:ext cx="24" cy="1"/>
                </a:xfrm>
                <a:prstGeom prst="line">
                  <a:avLst/>
                </a:prstGeom>
                <a:grpFill/>
                <a:ln w="12700">
                  <a:solidFill>
                    <a:schemeClr val="bg1">
                      <a:lumMod val="65000"/>
                    </a:schemeClr>
                  </a:solidFill>
                  <a:round/>
                  <a:headEnd/>
                  <a:tailEnd/>
                </a:ln>
              </p:spPr>
              <p:txBody>
                <a:bodyPr/>
                <a:lstStyle/>
                <a:p>
                  <a:endParaRPr lang="en-US"/>
                </a:p>
              </p:txBody>
            </p:sp>
            <p:sp>
              <p:nvSpPr>
                <p:cNvPr id="104216" name="Line 553">
                  <a:extLst>
                    <a:ext uri="{FF2B5EF4-FFF2-40B4-BE49-F238E27FC236}">
                      <a16:creationId xmlns:a16="http://schemas.microsoft.com/office/drawing/2014/main" id="{33801170-33C5-D8A5-A61A-355D9171B424}"/>
                    </a:ext>
                  </a:extLst>
                </p:cNvPr>
                <p:cNvSpPr>
                  <a:spLocks noChangeShapeType="1"/>
                </p:cNvSpPr>
                <p:nvPr/>
              </p:nvSpPr>
              <p:spPr bwMode="auto">
                <a:xfrm>
                  <a:off x="2463" y="3591"/>
                  <a:ext cx="24" cy="1"/>
                </a:xfrm>
                <a:prstGeom prst="line">
                  <a:avLst/>
                </a:prstGeom>
                <a:grpFill/>
                <a:ln w="12700">
                  <a:solidFill>
                    <a:schemeClr val="bg1">
                      <a:lumMod val="65000"/>
                    </a:schemeClr>
                  </a:solidFill>
                  <a:round/>
                  <a:headEnd/>
                  <a:tailEnd/>
                </a:ln>
              </p:spPr>
              <p:txBody>
                <a:bodyPr/>
                <a:lstStyle/>
                <a:p>
                  <a:endParaRPr lang="en-US"/>
                </a:p>
              </p:txBody>
            </p:sp>
            <p:sp>
              <p:nvSpPr>
                <p:cNvPr id="104217" name="Line 554">
                  <a:extLst>
                    <a:ext uri="{FF2B5EF4-FFF2-40B4-BE49-F238E27FC236}">
                      <a16:creationId xmlns:a16="http://schemas.microsoft.com/office/drawing/2014/main" id="{A2F504D2-44E9-AF06-7394-FD792C04C478}"/>
                    </a:ext>
                  </a:extLst>
                </p:cNvPr>
                <p:cNvSpPr>
                  <a:spLocks noChangeShapeType="1"/>
                </p:cNvSpPr>
                <p:nvPr/>
              </p:nvSpPr>
              <p:spPr bwMode="auto">
                <a:xfrm>
                  <a:off x="2518" y="3591"/>
                  <a:ext cx="24" cy="1"/>
                </a:xfrm>
                <a:prstGeom prst="line">
                  <a:avLst/>
                </a:prstGeom>
                <a:grpFill/>
                <a:ln w="12700">
                  <a:solidFill>
                    <a:schemeClr val="bg1">
                      <a:lumMod val="65000"/>
                    </a:schemeClr>
                  </a:solidFill>
                  <a:round/>
                  <a:headEnd/>
                  <a:tailEnd/>
                </a:ln>
              </p:spPr>
              <p:txBody>
                <a:bodyPr/>
                <a:lstStyle/>
                <a:p>
                  <a:endParaRPr lang="en-US"/>
                </a:p>
              </p:txBody>
            </p:sp>
            <p:sp>
              <p:nvSpPr>
                <p:cNvPr id="104218" name="Line 555">
                  <a:extLst>
                    <a:ext uri="{FF2B5EF4-FFF2-40B4-BE49-F238E27FC236}">
                      <a16:creationId xmlns:a16="http://schemas.microsoft.com/office/drawing/2014/main" id="{AF5C457A-E6E5-3920-4612-20B465A2BB66}"/>
                    </a:ext>
                  </a:extLst>
                </p:cNvPr>
                <p:cNvSpPr>
                  <a:spLocks noChangeShapeType="1"/>
                </p:cNvSpPr>
                <p:nvPr/>
              </p:nvSpPr>
              <p:spPr bwMode="auto">
                <a:xfrm>
                  <a:off x="2574" y="3591"/>
                  <a:ext cx="24" cy="1"/>
                </a:xfrm>
                <a:prstGeom prst="line">
                  <a:avLst/>
                </a:prstGeom>
                <a:grpFill/>
                <a:ln w="12700">
                  <a:solidFill>
                    <a:schemeClr val="bg1">
                      <a:lumMod val="65000"/>
                    </a:schemeClr>
                  </a:solidFill>
                  <a:round/>
                  <a:headEnd/>
                  <a:tailEnd/>
                </a:ln>
              </p:spPr>
              <p:txBody>
                <a:bodyPr/>
                <a:lstStyle/>
                <a:p>
                  <a:endParaRPr lang="en-US"/>
                </a:p>
              </p:txBody>
            </p:sp>
            <p:sp>
              <p:nvSpPr>
                <p:cNvPr id="104219" name="Line 556">
                  <a:extLst>
                    <a:ext uri="{FF2B5EF4-FFF2-40B4-BE49-F238E27FC236}">
                      <a16:creationId xmlns:a16="http://schemas.microsoft.com/office/drawing/2014/main" id="{C4C261DE-AB82-5666-35ED-8876B5C2CA46}"/>
                    </a:ext>
                  </a:extLst>
                </p:cNvPr>
                <p:cNvSpPr>
                  <a:spLocks noChangeShapeType="1"/>
                </p:cNvSpPr>
                <p:nvPr/>
              </p:nvSpPr>
              <p:spPr bwMode="auto">
                <a:xfrm>
                  <a:off x="2630" y="3591"/>
                  <a:ext cx="24" cy="1"/>
                </a:xfrm>
                <a:prstGeom prst="line">
                  <a:avLst/>
                </a:prstGeom>
                <a:grpFill/>
                <a:ln w="12700">
                  <a:solidFill>
                    <a:schemeClr val="bg1">
                      <a:lumMod val="65000"/>
                    </a:schemeClr>
                  </a:solidFill>
                  <a:round/>
                  <a:headEnd/>
                  <a:tailEnd/>
                </a:ln>
              </p:spPr>
              <p:txBody>
                <a:bodyPr/>
                <a:lstStyle/>
                <a:p>
                  <a:endParaRPr lang="en-US"/>
                </a:p>
              </p:txBody>
            </p:sp>
            <p:sp>
              <p:nvSpPr>
                <p:cNvPr id="104220" name="Line 557">
                  <a:extLst>
                    <a:ext uri="{FF2B5EF4-FFF2-40B4-BE49-F238E27FC236}">
                      <a16:creationId xmlns:a16="http://schemas.microsoft.com/office/drawing/2014/main" id="{ADE864F1-A2BE-AE9F-EB91-A575A1D710C6}"/>
                    </a:ext>
                  </a:extLst>
                </p:cNvPr>
                <p:cNvSpPr>
                  <a:spLocks noChangeShapeType="1"/>
                </p:cNvSpPr>
                <p:nvPr/>
              </p:nvSpPr>
              <p:spPr bwMode="auto">
                <a:xfrm>
                  <a:off x="2686" y="3591"/>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46" name="Group 558">
              <a:extLst>
                <a:ext uri="{FF2B5EF4-FFF2-40B4-BE49-F238E27FC236}">
                  <a16:creationId xmlns:a16="http://schemas.microsoft.com/office/drawing/2014/main" id="{B28A12F3-F706-8E30-0ADF-2F3159862CC5}"/>
                </a:ext>
              </a:extLst>
            </p:cNvPr>
            <p:cNvGrpSpPr>
              <a:grpSpLocks/>
            </p:cNvGrpSpPr>
            <p:nvPr/>
          </p:nvGrpSpPr>
          <p:grpSpPr bwMode="auto">
            <a:xfrm>
              <a:off x="1952" y="2376"/>
              <a:ext cx="886" cy="290"/>
              <a:chOff x="1952" y="2376"/>
              <a:chExt cx="886" cy="290"/>
            </a:xfrm>
            <a:grpFill/>
          </p:grpSpPr>
          <p:sp>
            <p:nvSpPr>
              <p:cNvPr id="104211" name="Freeform 559">
                <a:extLst>
                  <a:ext uri="{FF2B5EF4-FFF2-40B4-BE49-F238E27FC236}">
                    <a16:creationId xmlns:a16="http://schemas.microsoft.com/office/drawing/2014/main" id="{B3DBAD96-B802-D56C-5EDC-AD425BCB7D3B}"/>
                  </a:ext>
                </a:extLst>
              </p:cNvPr>
              <p:cNvSpPr>
                <a:spLocks/>
              </p:cNvSpPr>
              <p:nvPr/>
            </p:nvSpPr>
            <p:spPr bwMode="auto">
              <a:xfrm>
                <a:off x="2702" y="2586"/>
                <a:ext cx="136" cy="80"/>
              </a:xfrm>
              <a:custGeom>
                <a:avLst/>
                <a:gdLst>
                  <a:gd name="T0" fmla="*/ 136 w 136"/>
                  <a:gd name="T1" fmla="*/ 80 h 80"/>
                  <a:gd name="T2" fmla="*/ 0 w 136"/>
                  <a:gd name="T3" fmla="*/ 64 h 80"/>
                  <a:gd name="T4" fmla="*/ 8 w 136"/>
                  <a:gd name="T5" fmla="*/ 32 h 80"/>
                  <a:gd name="T6" fmla="*/ 16 w 136"/>
                  <a:gd name="T7" fmla="*/ 0 h 80"/>
                  <a:gd name="T8" fmla="*/ 136 w 136"/>
                  <a:gd name="T9" fmla="*/ 80 h 80"/>
                  <a:gd name="T10" fmla="*/ 0 60000 65536"/>
                  <a:gd name="T11" fmla="*/ 0 60000 65536"/>
                  <a:gd name="T12" fmla="*/ 0 60000 65536"/>
                  <a:gd name="T13" fmla="*/ 0 60000 65536"/>
                  <a:gd name="T14" fmla="*/ 0 60000 65536"/>
                  <a:gd name="T15" fmla="*/ 0 w 136"/>
                  <a:gd name="T16" fmla="*/ 0 h 80"/>
                  <a:gd name="T17" fmla="*/ 136 w 136"/>
                  <a:gd name="T18" fmla="*/ 80 h 80"/>
                </a:gdLst>
                <a:ahLst/>
                <a:cxnLst>
                  <a:cxn ang="T10">
                    <a:pos x="T0" y="T1"/>
                  </a:cxn>
                  <a:cxn ang="T11">
                    <a:pos x="T2" y="T3"/>
                  </a:cxn>
                  <a:cxn ang="T12">
                    <a:pos x="T4" y="T5"/>
                  </a:cxn>
                  <a:cxn ang="T13">
                    <a:pos x="T6" y="T7"/>
                  </a:cxn>
                  <a:cxn ang="T14">
                    <a:pos x="T8" y="T9"/>
                  </a:cxn>
                </a:cxnLst>
                <a:rect l="T15" t="T16" r="T17" b="T18"/>
                <a:pathLst>
                  <a:path w="136" h="80">
                    <a:moveTo>
                      <a:pt x="136" y="80"/>
                    </a:moveTo>
                    <a:lnTo>
                      <a:pt x="0" y="64"/>
                    </a:lnTo>
                    <a:lnTo>
                      <a:pt x="8" y="32"/>
                    </a:lnTo>
                    <a:lnTo>
                      <a:pt x="16" y="0"/>
                    </a:lnTo>
                    <a:lnTo>
                      <a:pt x="136" y="80"/>
                    </a:lnTo>
                    <a:close/>
                  </a:path>
                </a:pathLst>
              </a:custGeom>
              <a:grpFill/>
              <a:ln w="9525">
                <a:solidFill>
                  <a:schemeClr val="bg1">
                    <a:lumMod val="65000"/>
                  </a:schemeClr>
                </a:solidFill>
                <a:round/>
                <a:headEnd/>
                <a:tailEnd/>
              </a:ln>
            </p:spPr>
            <p:txBody>
              <a:bodyPr/>
              <a:lstStyle/>
              <a:p>
                <a:endParaRPr lang="en-US"/>
              </a:p>
            </p:txBody>
          </p:sp>
          <p:sp>
            <p:nvSpPr>
              <p:cNvPr id="104212" name="Line 560">
                <a:extLst>
                  <a:ext uri="{FF2B5EF4-FFF2-40B4-BE49-F238E27FC236}">
                    <a16:creationId xmlns:a16="http://schemas.microsoft.com/office/drawing/2014/main" id="{2C195AC2-D345-7B9D-791D-EC92A60B21A9}"/>
                  </a:ext>
                </a:extLst>
              </p:cNvPr>
              <p:cNvSpPr>
                <a:spLocks noChangeShapeType="1"/>
              </p:cNvSpPr>
              <p:nvPr/>
            </p:nvSpPr>
            <p:spPr bwMode="auto">
              <a:xfrm>
                <a:off x="1952" y="2376"/>
                <a:ext cx="766" cy="244"/>
              </a:xfrm>
              <a:prstGeom prst="line">
                <a:avLst/>
              </a:prstGeom>
              <a:grpFill/>
              <a:ln w="25400">
                <a:solidFill>
                  <a:schemeClr val="bg1">
                    <a:lumMod val="65000"/>
                  </a:schemeClr>
                </a:solidFill>
                <a:round/>
                <a:headEnd/>
                <a:tailEnd/>
              </a:ln>
            </p:spPr>
            <p:txBody>
              <a:bodyPr/>
              <a:lstStyle/>
              <a:p>
                <a:endParaRPr lang="en-US"/>
              </a:p>
            </p:txBody>
          </p:sp>
        </p:grpSp>
        <p:grpSp>
          <p:nvGrpSpPr>
            <p:cNvPr id="103547" name="Group 561">
              <a:extLst>
                <a:ext uri="{FF2B5EF4-FFF2-40B4-BE49-F238E27FC236}">
                  <a16:creationId xmlns:a16="http://schemas.microsoft.com/office/drawing/2014/main" id="{0F85D1F6-FA9F-AAA9-CDEC-F9E725A2C0F3}"/>
                </a:ext>
              </a:extLst>
            </p:cNvPr>
            <p:cNvGrpSpPr>
              <a:grpSpLocks/>
            </p:cNvGrpSpPr>
            <p:nvPr/>
          </p:nvGrpSpPr>
          <p:grpSpPr bwMode="auto">
            <a:xfrm>
              <a:off x="1481" y="2084"/>
              <a:ext cx="1373" cy="1507"/>
              <a:chOff x="1481" y="2084"/>
              <a:chExt cx="1373" cy="1507"/>
            </a:xfrm>
            <a:grpFill/>
          </p:grpSpPr>
          <p:sp>
            <p:nvSpPr>
              <p:cNvPr id="104209" name="Freeform 562">
                <a:extLst>
                  <a:ext uri="{FF2B5EF4-FFF2-40B4-BE49-F238E27FC236}">
                    <a16:creationId xmlns:a16="http://schemas.microsoft.com/office/drawing/2014/main" id="{76463052-F4DB-287A-D0AF-C21B1EDD6557}"/>
                  </a:ext>
                </a:extLst>
              </p:cNvPr>
              <p:cNvSpPr>
                <a:spLocks/>
              </p:cNvSpPr>
              <p:nvPr/>
            </p:nvSpPr>
            <p:spPr bwMode="auto">
              <a:xfrm>
                <a:off x="2742" y="2084"/>
                <a:ext cx="112" cy="119"/>
              </a:xfrm>
              <a:custGeom>
                <a:avLst/>
                <a:gdLst>
                  <a:gd name="T0" fmla="*/ 112 w 112"/>
                  <a:gd name="T1" fmla="*/ 0 h 119"/>
                  <a:gd name="T2" fmla="*/ 48 w 112"/>
                  <a:gd name="T3" fmla="*/ 119 h 119"/>
                  <a:gd name="T4" fmla="*/ 24 w 112"/>
                  <a:gd name="T5" fmla="*/ 96 h 119"/>
                  <a:gd name="T6" fmla="*/ 0 w 112"/>
                  <a:gd name="T7" fmla="*/ 72 h 119"/>
                  <a:gd name="T8" fmla="*/ 112 w 112"/>
                  <a:gd name="T9" fmla="*/ 0 h 119"/>
                  <a:gd name="T10" fmla="*/ 0 60000 65536"/>
                  <a:gd name="T11" fmla="*/ 0 60000 65536"/>
                  <a:gd name="T12" fmla="*/ 0 60000 65536"/>
                  <a:gd name="T13" fmla="*/ 0 60000 65536"/>
                  <a:gd name="T14" fmla="*/ 0 60000 65536"/>
                  <a:gd name="T15" fmla="*/ 0 w 112"/>
                  <a:gd name="T16" fmla="*/ 0 h 119"/>
                  <a:gd name="T17" fmla="*/ 112 w 112"/>
                  <a:gd name="T18" fmla="*/ 119 h 119"/>
                </a:gdLst>
                <a:ahLst/>
                <a:cxnLst>
                  <a:cxn ang="T10">
                    <a:pos x="T0" y="T1"/>
                  </a:cxn>
                  <a:cxn ang="T11">
                    <a:pos x="T2" y="T3"/>
                  </a:cxn>
                  <a:cxn ang="T12">
                    <a:pos x="T4" y="T5"/>
                  </a:cxn>
                  <a:cxn ang="T13">
                    <a:pos x="T6" y="T7"/>
                  </a:cxn>
                  <a:cxn ang="T14">
                    <a:pos x="T8" y="T9"/>
                  </a:cxn>
                </a:cxnLst>
                <a:rect l="T15" t="T16" r="T17" b="T18"/>
                <a:pathLst>
                  <a:path w="112" h="119">
                    <a:moveTo>
                      <a:pt x="112" y="0"/>
                    </a:moveTo>
                    <a:lnTo>
                      <a:pt x="48" y="119"/>
                    </a:lnTo>
                    <a:lnTo>
                      <a:pt x="24" y="96"/>
                    </a:lnTo>
                    <a:lnTo>
                      <a:pt x="0" y="72"/>
                    </a:lnTo>
                    <a:lnTo>
                      <a:pt x="112" y="0"/>
                    </a:lnTo>
                    <a:close/>
                  </a:path>
                </a:pathLst>
              </a:custGeom>
              <a:grpFill/>
              <a:ln w="9525">
                <a:solidFill>
                  <a:schemeClr val="bg1">
                    <a:lumMod val="65000"/>
                  </a:schemeClr>
                </a:solidFill>
                <a:round/>
                <a:headEnd/>
                <a:tailEnd/>
              </a:ln>
            </p:spPr>
            <p:txBody>
              <a:bodyPr/>
              <a:lstStyle/>
              <a:p>
                <a:endParaRPr lang="en-US"/>
              </a:p>
            </p:txBody>
          </p:sp>
          <p:sp>
            <p:nvSpPr>
              <p:cNvPr id="104210" name="Line 563">
                <a:extLst>
                  <a:ext uri="{FF2B5EF4-FFF2-40B4-BE49-F238E27FC236}">
                    <a16:creationId xmlns:a16="http://schemas.microsoft.com/office/drawing/2014/main" id="{E704EE84-0F4F-DA34-5C16-1B99258B5943}"/>
                  </a:ext>
                </a:extLst>
              </p:cNvPr>
              <p:cNvSpPr>
                <a:spLocks noChangeShapeType="1"/>
              </p:cNvSpPr>
              <p:nvPr/>
            </p:nvSpPr>
            <p:spPr bwMode="auto">
              <a:xfrm flipV="1">
                <a:off x="1481" y="2172"/>
                <a:ext cx="1291" cy="1419"/>
              </a:xfrm>
              <a:prstGeom prst="line">
                <a:avLst/>
              </a:prstGeom>
              <a:grpFill/>
              <a:ln w="25400">
                <a:solidFill>
                  <a:schemeClr val="bg1">
                    <a:lumMod val="65000"/>
                  </a:schemeClr>
                </a:solidFill>
                <a:round/>
                <a:headEnd/>
                <a:tailEnd/>
              </a:ln>
            </p:spPr>
            <p:txBody>
              <a:bodyPr/>
              <a:lstStyle/>
              <a:p>
                <a:endParaRPr lang="en-US"/>
              </a:p>
            </p:txBody>
          </p:sp>
        </p:grpSp>
        <p:grpSp>
          <p:nvGrpSpPr>
            <p:cNvPr id="103548" name="Group 564">
              <a:extLst>
                <a:ext uri="{FF2B5EF4-FFF2-40B4-BE49-F238E27FC236}">
                  <a16:creationId xmlns:a16="http://schemas.microsoft.com/office/drawing/2014/main" id="{507B21C2-49FD-E8ED-E3FE-AB4B4E73140D}"/>
                </a:ext>
              </a:extLst>
            </p:cNvPr>
            <p:cNvGrpSpPr>
              <a:grpSpLocks/>
            </p:cNvGrpSpPr>
            <p:nvPr/>
          </p:nvGrpSpPr>
          <p:grpSpPr bwMode="auto">
            <a:xfrm>
              <a:off x="1944" y="2076"/>
              <a:ext cx="902" cy="885"/>
              <a:chOff x="1944" y="2076"/>
              <a:chExt cx="902" cy="885"/>
            </a:xfrm>
            <a:grpFill/>
          </p:grpSpPr>
          <p:sp>
            <p:nvSpPr>
              <p:cNvPr id="104207" name="Freeform 565">
                <a:extLst>
                  <a:ext uri="{FF2B5EF4-FFF2-40B4-BE49-F238E27FC236}">
                    <a16:creationId xmlns:a16="http://schemas.microsoft.com/office/drawing/2014/main" id="{C01D1B2B-E98E-F0C6-CFB4-71E55D644EEF}"/>
                  </a:ext>
                </a:extLst>
              </p:cNvPr>
              <p:cNvSpPr>
                <a:spLocks/>
              </p:cNvSpPr>
              <p:nvPr/>
            </p:nvSpPr>
            <p:spPr bwMode="auto">
              <a:xfrm>
                <a:off x="2726" y="2850"/>
                <a:ext cx="120" cy="111"/>
              </a:xfrm>
              <a:custGeom>
                <a:avLst/>
                <a:gdLst>
                  <a:gd name="T0" fmla="*/ 120 w 120"/>
                  <a:gd name="T1" fmla="*/ 111 h 111"/>
                  <a:gd name="T2" fmla="*/ 0 w 120"/>
                  <a:gd name="T3" fmla="*/ 47 h 111"/>
                  <a:gd name="T4" fmla="*/ 24 w 120"/>
                  <a:gd name="T5" fmla="*/ 23 h 111"/>
                  <a:gd name="T6" fmla="*/ 48 w 120"/>
                  <a:gd name="T7" fmla="*/ 0 h 111"/>
                  <a:gd name="T8" fmla="*/ 120 w 120"/>
                  <a:gd name="T9" fmla="*/ 111 h 111"/>
                  <a:gd name="T10" fmla="*/ 0 60000 65536"/>
                  <a:gd name="T11" fmla="*/ 0 60000 65536"/>
                  <a:gd name="T12" fmla="*/ 0 60000 65536"/>
                  <a:gd name="T13" fmla="*/ 0 60000 65536"/>
                  <a:gd name="T14" fmla="*/ 0 60000 65536"/>
                  <a:gd name="T15" fmla="*/ 0 w 120"/>
                  <a:gd name="T16" fmla="*/ 0 h 111"/>
                  <a:gd name="T17" fmla="*/ 120 w 120"/>
                  <a:gd name="T18" fmla="*/ 111 h 111"/>
                </a:gdLst>
                <a:ahLst/>
                <a:cxnLst>
                  <a:cxn ang="T10">
                    <a:pos x="T0" y="T1"/>
                  </a:cxn>
                  <a:cxn ang="T11">
                    <a:pos x="T2" y="T3"/>
                  </a:cxn>
                  <a:cxn ang="T12">
                    <a:pos x="T4" y="T5"/>
                  </a:cxn>
                  <a:cxn ang="T13">
                    <a:pos x="T6" y="T7"/>
                  </a:cxn>
                  <a:cxn ang="T14">
                    <a:pos x="T8" y="T9"/>
                  </a:cxn>
                </a:cxnLst>
                <a:rect l="T15" t="T16" r="T17" b="T18"/>
                <a:pathLst>
                  <a:path w="120" h="111">
                    <a:moveTo>
                      <a:pt x="120" y="111"/>
                    </a:moveTo>
                    <a:lnTo>
                      <a:pt x="0" y="47"/>
                    </a:lnTo>
                    <a:lnTo>
                      <a:pt x="24" y="23"/>
                    </a:lnTo>
                    <a:lnTo>
                      <a:pt x="48" y="0"/>
                    </a:lnTo>
                    <a:lnTo>
                      <a:pt x="120" y="111"/>
                    </a:lnTo>
                    <a:close/>
                  </a:path>
                </a:pathLst>
              </a:custGeom>
              <a:grpFill/>
              <a:ln w="9525">
                <a:solidFill>
                  <a:schemeClr val="bg1">
                    <a:lumMod val="65000"/>
                  </a:schemeClr>
                </a:solidFill>
                <a:round/>
                <a:headEnd/>
                <a:tailEnd/>
              </a:ln>
            </p:spPr>
            <p:txBody>
              <a:bodyPr/>
              <a:lstStyle/>
              <a:p>
                <a:endParaRPr lang="en-US"/>
              </a:p>
            </p:txBody>
          </p:sp>
          <p:sp>
            <p:nvSpPr>
              <p:cNvPr id="104208" name="Line 566">
                <a:extLst>
                  <a:ext uri="{FF2B5EF4-FFF2-40B4-BE49-F238E27FC236}">
                    <a16:creationId xmlns:a16="http://schemas.microsoft.com/office/drawing/2014/main" id="{B9A85C3B-5FFE-2065-7307-954C88690BA7}"/>
                  </a:ext>
                </a:extLst>
              </p:cNvPr>
              <p:cNvSpPr>
                <a:spLocks noChangeShapeType="1"/>
              </p:cNvSpPr>
              <p:nvPr/>
            </p:nvSpPr>
            <p:spPr bwMode="auto">
              <a:xfrm>
                <a:off x="1944" y="2076"/>
                <a:ext cx="814" cy="805"/>
              </a:xfrm>
              <a:prstGeom prst="line">
                <a:avLst/>
              </a:prstGeom>
              <a:grpFill/>
              <a:ln w="25400">
                <a:solidFill>
                  <a:schemeClr val="bg1">
                    <a:lumMod val="65000"/>
                  </a:schemeClr>
                </a:solidFill>
                <a:round/>
                <a:headEnd/>
                <a:tailEnd/>
              </a:ln>
            </p:spPr>
            <p:txBody>
              <a:bodyPr/>
              <a:lstStyle/>
              <a:p>
                <a:endParaRPr lang="en-US"/>
              </a:p>
            </p:txBody>
          </p:sp>
        </p:grpSp>
        <p:grpSp>
          <p:nvGrpSpPr>
            <p:cNvPr id="103549" name="Group 567">
              <a:extLst>
                <a:ext uri="{FF2B5EF4-FFF2-40B4-BE49-F238E27FC236}">
                  <a16:creationId xmlns:a16="http://schemas.microsoft.com/office/drawing/2014/main" id="{BDD28E80-961D-7007-E7BF-AE6DE6B58FAA}"/>
                </a:ext>
              </a:extLst>
            </p:cNvPr>
            <p:cNvGrpSpPr>
              <a:grpSpLocks/>
            </p:cNvGrpSpPr>
            <p:nvPr/>
          </p:nvGrpSpPr>
          <p:grpSpPr bwMode="auto">
            <a:xfrm>
              <a:off x="1489" y="2379"/>
              <a:ext cx="902" cy="893"/>
              <a:chOff x="1489" y="2379"/>
              <a:chExt cx="902" cy="893"/>
            </a:xfrm>
            <a:grpFill/>
          </p:grpSpPr>
          <p:sp>
            <p:nvSpPr>
              <p:cNvPr id="104205" name="Freeform 568">
                <a:extLst>
                  <a:ext uri="{FF2B5EF4-FFF2-40B4-BE49-F238E27FC236}">
                    <a16:creationId xmlns:a16="http://schemas.microsoft.com/office/drawing/2014/main" id="{3301F167-DC9E-6341-4BC3-CC0A20342449}"/>
                  </a:ext>
                </a:extLst>
              </p:cNvPr>
              <p:cNvSpPr>
                <a:spLocks/>
              </p:cNvSpPr>
              <p:nvPr/>
            </p:nvSpPr>
            <p:spPr bwMode="auto">
              <a:xfrm>
                <a:off x="2271" y="3153"/>
                <a:ext cx="120" cy="119"/>
              </a:xfrm>
              <a:custGeom>
                <a:avLst/>
                <a:gdLst>
                  <a:gd name="T0" fmla="*/ 120 w 120"/>
                  <a:gd name="T1" fmla="*/ 119 h 119"/>
                  <a:gd name="T2" fmla="*/ 0 w 120"/>
                  <a:gd name="T3" fmla="*/ 48 h 119"/>
                  <a:gd name="T4" fmla="*/ 24 w 120"/>
                  <a:gd name="T5" fmla="*/ 24 h 119"/>
                  <a:gd name="T6" fmla="*/ 48 w 120"/>
                  <a:gd name="T7" fmla="*/ 0 h 119"/>
                  <a:gd name="T8" fmla="*/ 120 w 120"/>
                  <a:gd name="T9" fmla="*/ 119 h 119"/>
                  <a:gd name="T10" fmla="*/ 0 60000 65536"/>
                  <a:gd name="T11" fmla="*/ 0 60000 65536"/>
                  <a:gd name="T12" fmla="*/ 0 60000 65536"/>
                  <a:gd name="T13" fmla="*/ 0 60000 65536"/>
                  <a:gd name="T14" fmla="*/ 0 60000 65536"/>
                  <a:gd name="T15" fmla="*/ 0 w 120"/>
                  <a:gd name="T16" fmla="*/ 0 h 119"/>
                  <a:gd name="T17" fmla="*/ 120 w 120"/>
                  <a:gd name="T18" fmla="*/ 119 h 119"/>
                </a:gdLst>
                <a:ahLst/>
                <a:cxnLst>
                  <a:cxn ang="T10">
                    <a:pos x="T0" y="T1"/>
                  </a:cxn>
                  <a:cxn ang="T11">
                    <a:pos x="T2" y="T3"/>
                  </a:cxn>
                  <a:cxn ang="T12">
                    <a:pos x="T4" y="T5"/>
                  </a:cxn>
                  <a:cxn ang="T13">
                    <a:pos x="T6" y="T7"/>
                  </a:cxn>
                  <a:cxn ang="T14">
                    <a:pos x="T8" y="T9"/>
                  </a:cxn>
                </a:cxnLst>
                <a:rect l="T15" t="T16" r="T17" b="T18"/>
                <a:pathLst>
                  <a:path w="120" h="119">
                    <a:moveTo>
                      <a:pt x="120" y="119"/>
                    </a:moveTo>
                    <a:lnTo>
                      <a:pt x="0" y="48"/>
                    </a:lnTo>
                    <a:lnTo>
                      <a:pt x="24" y="24"/>
                    </a:lnTo>
                    <a:lnTo>
                      <a:pt x="48" y="0"/>
                    </a:lnTo>
                    <a:lnTo>
                      <a:pt x="120" y="119"/>
                    </a:lnTo>
                    <a:close/>
                  </a:path>
                </a:pathLst>
              </a:custGeom>
              <a:grpFill/>
              <a:ln w="9525">
                <a:solidFill>
                  <a:schemeClr val="bg1">
                    <a:lumMod val="65000"/>
                  </a:schemeClr>
                </a:solidFill>
                <a:round/>
                <a:headEnd/>
                <a:tailEnd/>
              </a:ln>
            </p:spPr>
            <p:txBody>
              <a:bodyPr/>
              <a:lstStyle/>
              <a:p>
                <a:endParaRPr lang="en-US"/>
              </a:p>
            </p:txBody>
          </p:sp>
          <p:sp>
            <p:nvSpPr>
              <p:cNvPr id="104206" name="Line 569">
                <a:extLst>
                  <a:ext uri="{FF2B5EF4-FFF2-40B4-BE49-F238E27FC236}">
                    <a16:creationId xmlns:a16="http://schemas.microsoft.com/office/drawing/2014/main" id="{3B3D6F7E-6156-230B-6FDC-1F4ED55E939D}"/>
                  </a:ext>
                </a:extLst>
              </p:cNvPr>
              <p:cNvSpPr>
                <a:spLocks noChangeShapeType="1"/>
              </p:cNvSpPr>
              <p:nvPr/>
            </p:nvSpPr>
            <p:spPr bwMode="auto">
              <a:xfrm>
                <a:off x="1489" y="2379"/>
                <a:ext cx="814" cy="805"/>
              </a:xfrm>
              <a:prstGeom prst="line">
                <a:avLst/>
              </a:prstGeom>
              <a:grpFill/>
              <a:ln w="25400">
                <a:solidFill>
                  <a:schemeClr val="bg1">
                    <a:lumMod val="65000"/>
                  </a:schemeClr>
                </a:solidFill>
                <a:round/>
                <a:headEnd/>
                <a:tailEnd/>
              </a:ln>
            </p:spPr>
            <p:txBody>
              <a:bodyPr/>
              <a:lstStyle/>
              <a:p>
                <a:endParaRPr lang="en-US"/>
              </a:p>
            </p:txBody>
          </p:sp>
        </p:grpSp>
        <p:grpSp>
          <p:nvGrpSpPr>
            <p:cNvPr id="103550" name="Group 570">
              <a:extLst>
                <a:ext uri="{FF2B5EF4-FFF2-40B4-BE49-F238E27FC236}">
                  <a16:creationId xmlns:a16="http://schemas.microsoft.com/office/drawing/2014/main" id="{5277DDAA-42EE-8FE0-0EDD-27E88DD67B92}"/>
                </a:ext>
              </a:extLst>
            </p:cNvPr>
            <p:cNvGrpSpPr>
              <a:grpSpLocks/>
            </p:cNvGrpSpPr>
            <p:nvPr/>
          </p:nvGrpSpPr>
          <p:grpSpPr bwMode="auto">
            <a:xfrm>
              <a:off x="3311" y="2387"/>
              <a:ext cx="437" cy="590"/>
              <a:chOff x="3311" y="2387"/>
              <a:chExt cx="437" cy="590"/>
            </a:xfrm>
            <a:grpFill/>
          </p:grpSpPr>
          <p:sp>
            <p:nvSpPr>
              <p:cNvPr id="104203" name="Freeform 571">
                <a:extLst>
                  <a:ext uri="{FF2B5EF4-FFF2-40B4-BE49-F238E27FC236}">
                    <a16:creationId xmlns:a16="http://schemas.microsoft.com/office/drawing/2014/main" id="{6440CDFF-13B0-A107-C93A-234934A0C97A}"/>
                  </a:ext>
                </a:extLst>
              </p:cNvPr>
              <p:cNvSpPr>
                <a:spLocks/>
              </p:cNvSpPr>
              <p:nvPr/>
            </p:nvSpPr>
            <p:spPr bwMode="auto">
              <a:xfrm>
                <a:off x="3644" y="2387"/>
                <a:ext cx="104" cy="128"/>
              </a:xfrm>
              <a:custGeom>
                <a:avLst/>
                <a:gdLst>
                  <a:gd name="T0" fmla="*/ 104 w 104"/>
                  <a:gd name="T1" fmla="*/ 0 h 128"/>
                  <a:gd name="T2" fmla="*/ 56 w 104"/>
                  <a:gd name="T3" fmla="*/ 128 h 128"/>
                  <a:gd name="T4" fmla="*/ 24 w 104"/>
                  <a:gd name="T5" fmla="*/ 104 h 128"/>
                  <a:gd name="T6" fmla="*/ 0 w 104"/>
                  <a:gd name="T7" fmla="*/ 88 h 128"/>
                  <a:gd name="T8" fmla="*/ 104 w 104"/>
                  <a:gd name="T9" fmla="*/ 0 h 128"/>
                  <a:gd name="T10" fmla="*/ 0 60000 65536"/>
                  <a:gd name="T11" fmla="*/ 0 60000 65536"/>
                  <a:gd name="T12" fmla="*/ 0 60000 65536"/>
                  <a:gd name="T13" fmla="*/ 0 60000 65536"/>
                  <a:gd name="T14" fmla="*/ 0 60000 65536"/>
                  <a:gd name="T15" fmla="*/ 0 w 104"/>
                  <a:gd name="T16" fmla="*/ 0 h 128"/>
                  <a:gd name="T17" fmla="*/ 104 w 104"/>
                  <a:gd name="T18" fmla="*/ 128 h 128"/>
                </a:gdLst>
                <a:ahLst/>
                <a:cxnLst>
                  <a:cxn ang="T10">
                    <a:pos x="T0" y="T1"/>
                  </a:cxn>
                  <a:cxn ang="T11">
                    <a:pos x="T2" y="T3"/>
                  </a:cxn>
                  <a:cxn ang="T12">
                    <a:pos x="T4" y="T5"/>
                  </a:cxn>
                  <a:cxn ang="T13">
                    <a:pos x="T6" y="T7"/>
                  </a:cxn>
                  <a:cxn ang="T14">
                    <a:pos x="T8" y="T9"/>
                  </a:cxn>
                </a:cxnLst>
                <a:rect l="T15" t="T16" r="T17" b="T18"/>
                <a:pathLst>
                  <a:path w="104" h="128">
                    <a:moveTo>
                      <a:pt x="104" y="0"/>
                    </a:moveTo>
                    <a:lnTo>
                      <a:pt x="56" y="128"/>
                    </a:lnTo>
                    <a:lnTo>
                      <a:pt x="24" y="104"/>
                    </a:lnTo>
                    <a:lnTo>
                      <a:pt x="0" y="88"/>
                    </a:lnTo>
                    <a:lnTo>
                      <a:pt x="104" y="0"/>
                    </a:lnTo>
                    <a:close/>
                  </a:path>
                </a:pathLst>
              </a:custGeom>
              <a:grpFill/>
              <a:ln w="9525">
                <a:solidFill>
                  <a:schemeClr val="bg1">
                    <a:lumMod val="65000"/>
                  </a:schemeClr>
                </a:solidFill>
                <a:round/>
                <a:headEnd/>
                <a:tailEnd/>
              </a:ln>
            </p:spPr>
            <p:txBody>
              <a:bodyPr/>
              <a:lstStyle/>
              <a:p>
                <a:endParaRPr lang="en-US"/>
              </a:p>
            </p:txBody>
          </p:sp>
          <p:sp>
            <p:nvSpPr>
              <p:cNvPr id="104204" name="Line 572">
                <a:extLst>
                  <a:ext uri="{FF2B5EF4-FFF2-40B4-BE49-F238E27FC236}">
                    <a16:creationId xmlns:a16="http://schemas.microsoft.com/office/drawing/2014/main" id="{6CBA28AC-0CB0-E846-015E-29B95D7F9D51}"/>
                  </a:ext>
                </a:extLst>
              </p:cNvPr>
              <p:cNvSpPr>
                <a:spLocks noChangeShapeType="1"/>
              </p:cNvSpPr>
              <p:nvPr/>
            </p:nvSpPr>
            <p:spPr bwMode="auto">
              <a:xfrm flipV="1">
                <a:off x="3311" y="2483"/>
                <a:ext cx="362" cy="494"/>
              </a:xfrm>
              <a:prstGeom prst="line">
                <a:avLst/>
              </a:prstGeom>
              <a:grpFill/>
              <a:ln w="25400">
                <a:solidFill>
                  <a:schemeClr val="bg1">
                    <a:lumMod val="65000"/>
                  </a:schemeClr>
                </a:solidFill>
                <a:round/>
                <a:headEnd/>
                <a:tailEnd/>
              </a:ln>
            </p:spPr>
            <p:txBody>
              <a:bodyPr/>
              <a:lstStyle/>
              <a:p>
                <a:endParaRPr lang="en-US"/>
              </a:p>
            </p:txBody>
          </p:sp>
        </p:grpSp>
        <p:grpSp>
          <p:nvGrpSpPr>
            <p:cNvPr id="103551" name="Group 573">
              <a:extLst>
                <a:ext uri="{FF2B5EF4-FFF2-40B4-BE49-F238E27FC236}">
                  <a16:creationId xmlns:a16="http://schemas.microsoft.com/office/drawing/2014/main" id="{3D8F59A2-E7C7-57AB-FBDD-841126D51F18}"/>
                </a:ext>
              </a:extLst>
            </p:cNvPr>
            <p:cNvGrpSpPr>
              <a:grpSpLocks/>
            </p:cNvGrpSpPr>
            <p:nvPr/>
          </p:nvGrpSpPr>
          <p:grpSpPr bwMode="auto">
            <a:xfrm>
              <a:off x="3772" y="2387"/>
              <a:ext cx="894" cy="596"/>
              <a:chOff x="3772" y="2387"/>
              <a:chExt cx="894" cy="596"/>
            </a:xfrm>
            <a:grpFill/>
          </p:grpSpPr>
          <p:sp>
            <p:nvSpPr>
              <p:cNvPr id="104201" name="Freeform 574">
                <a:extLst>
                  <a:ext uri="{FF2B5EF4-FFF2-40B4-BE49-F238E27FC236}">
                    <a16:creationId xmlns:a16="http://schemas.microsoft.com/office/drawing/2014/main" id="{ED0BE1EE-5D14-64FC-380B-7749B254FD36}"/>
                  </a:ext>
                </a:extLst>
              </p:cNvPr>
              <p:cNvSpPr>
                <a:spLocks/>
              </p:cNvSpPr>
              <p:nvPr/>
            </p:nvSpPr>
            <p:spPr bwMode="auto">
              <a:xfrm>
                <a:off x="4538" y="2387"/>
                <a:ext cx="128" cy="96"/>
              </a:xfrm>
              <a:custGeom>
                <a:avLst/>
                <a:gdLst>
                  <a:gd name="T0" fmla="*/ 128 w 128"/>
                  <a:gd name="T1" fmla="*/ 0 h 96"/>
                  <a:gd name="T2" fmla="*/ 32 w 128"/>
                  <a:gd name="T3" fmla="*/ 96 h 96"/>
                  <a:gd name="T4" fmla="*/ 16 w 128"/>
                  <a:gd name="T5" fmla="*/ 72 h 96"/>
                  <a:gd name="T6" fmla="*/ 0 w 128"/>
                  <a:gd name="T7" fmla="*/ 40 h 96"/>
                  <a:gd name="T8" fmla="*/ 128 w 128"/>
                  <a:gd name="T9" fmla="*/ 0 h 96"/>
                  <a:gd name="T10" fmla="*/ 0 60000 65536"/>
                  <a:gd name="T11" fmla="*/ 0 60000 65536"/>
                  <a:gd name="T12" fmla="*/ 0 60000 65536"/>
                  <a:gd name="T13" fmla="*/ 0 60000 65536"/>
                  <a:gd name="T14" fmla="*/ 0 60000 65536"/>
                  <a:gd name="T15" fmla="*/ 0 w 128"/>
                  <a:gd name="T16" fmla="*/ 0 h 96"/>
                  <a:gd name="T17" fmla="*/ 128 w 128"/>
                  <a:gd name="T18" fmla="*/ 96 h 96"/>
                </a:gdLst>
                <a:ahLst/>
                <a:cxnLst>
                  <a:cxn ang="T10">
                    <a:pos x="T0" y="T1"/>
                  </a:cxn>
                  <a:cxn ang="T11">
                    <a:pos x="T2" y="T3"/>
                  </a:cxn>
                  <a:cxn ang="T12">
                    <a:pos x="T4" y="T5"/>
                  </a:cxn>
                  <a:cxn ang="T13">
                    <a:pos x="T6" y="T7"/>
                  </a:cxn>
                  <a:cxn ang="T14">
                    <a:pos x="T8" y="T9"/>
                  </a:cxn>
                </a:cxnLst>
                <a:rect l="T15" t="T16" r="T17" b="T18"/>
                <a:pathLst>
                  <a:path w="128" h="96">
                    <a:moveTo>
                      <a:pt x="128" y="0"/>
                    </a:moveTo>
                    <a:lnTo>
                      <a:pt x="32" y="96"/>
                    </a:lnTo>
                    <a:lnTo>
                      <a:pt x="16" y="72"/>
                    </a:lnTo>
                    <a:lnTo>
                      <a:pt x="0" y="40"/>
                    </a:lnTo>
                    <a:lnTo>
                      <a:pt x="128" y="0"/>
                    </a:lnTo>
                    <a:close/>
                  </a:path>
                </a:pathLst>
              </a:custGeom>
              <a:grpFill/>
              <a:ln w="9525">
                <a:solidFill>
                  <a:schemeClr val="bg1">
                    <a:lumMod val="65000"/>
                  </a:schemeClr>
                </a:solidFill>
                <a:round/>
                <a:headEnd/>
                <a:tailEnd/>
              </a:ln>
            </p:spPr>
            <p:txBody>
              <a:bodyPr/>
              <a:lstStyle/>
              <a:p>
                <a:endParaRPr lang="en-US"/>
              </a:p>
            </p:txBody>
          </p:sp>
          <p:sp>
            <p:nvSpPr>
              <p:cNvPr id="104202" name="Line 575">
                <a:extLst>
                  <a:ext uri="{FF2B5EF4-FFF2-40B4-BE49-F238E27FC236}">
                    <a16:creationId xmlns:a16="http://schemas.microsoft.com/office/drawing/2014/main" id="{AFC36676-E5E8-A806-E536-E0630FCD7BD7}"/>
                  </a:ext>
                </a:extLst>
              </p:cNvPr>
              <p:cNvSpPr>
                <a:spLocks noChangeShapeType="1"/>
              </p:cNvSpPr>
              <p:nvPr/>
            </p:nvSpPr>
            <p:spPr bwMode="auto">
              <a:xfrm flipV="1">
                <a:off x="3772" y="2454"/>
                <a:ext cx="790" cy="529"/>
              </a:xfrm>
              <a:prstGeom prst="line">
                <a:avLst/>
              </a:prstGeom>
              <a:grpFill/>
              <a:ln w="25400">
                <a:solidFill>
                  <a:schemeClr val="bg1">
                    <a:lumMod val="65000"/>
                  </a:schemeClr>
                </a:solidFill>
                <a:round/>
                <a:headEnd/>
                <a:tailEnd/>
              </a:ln>
            </p:spPr>
            <p:txBody>
              <a:bodyPr/>
              <a:lstStyle/>
              <a:p>
                <a:endParaRPr lang="en-US"/>
              </a:p>
            </p:txBody>
          </p:sp>
        </p:grpSp>
        <p:grpSp>
          <p:nvGrpSpPr>
            <p:cNvPr id="103552" name="Group 576">
              <a:extLst>
                <a:ext uri="{FF2B5EF4-FFF2-40B4-BE49-F238E27FC236}">
                  <a16:creationId xmlns:a16="http://schemas.microsoft.com/office/drawing/2014/main" id="{3C99520D-4DE5-8545-63EC-ACC6734F1EEC}"/>
                </a:ext>
              </a:extLst>
            </p:cNvPr>
            <p:cNvGrpSpPr>
              <a:grpSpLocks/>
            </p:cNvGrpSpPr>
            <p:nvPr/>
          </p:nvGrpSpPr>
          <p:grpSpPr bwMode="auto">
            <a:xfrm>
              <a:off x="3788" y="2076"/>
              <a:ext cx="886" cy="290"/>
              <a:chOff x="3788" y="2076"/>
              <a:chExt cx="886" cy="290"/>
            </a:xfrm>
            <a:grpFill/>
          </p:grpSpPr>
          <p:sp>
            <p:nvSpPr>
              <p:cNvPr id="104199" name="Freeform 577">
                <a:extLst>
                  <a:ext uri="{FF2B5EF4-FFF2-40B4-BE49-F238E27FC236}">
                    <a16:creationId xmlns:a16="http://schemas.microsoft.com/office/drawing/2014/main" id="{4F4F118F-AF52-5EA9-2FC9-0194D16977A8}"/>
                  </a:ext>
                </a:extLst>
              </p:cNvPr>
              <p:cNvSpPr>
                <a:spLocks/>
              </p:cNvSpPr>
              <p:nvPr/>
            </p:nvSpPr>
            <p:spPr bwMode="auto">
              <a:xfrm>
                <a:off x="4530" y="2076"/>
                <a:ext cx="144" cy="80"/>
              </a:xfrm>
              <a:custGeom>
                <a:avLst/>
                <a:gdLst>
                  <a:gd name="T0" fmla="*/ 144 w 144"/>
                  <a:gd name="T1" fmla="*/ 0 h 80"/>
                  <a:gd name="T2" fmla="*/ 24 w 144"/>
                  <a:gd name="T3" fmla="*/ 80 h 80"/>
                  <a:gd name="T4" fmla="*/ 16 w 144"/>
                  <a:gd name="T5" fmla="*/ 48 h 80"/>
                  <a:gd name="T6" fmla="*/ 0 w 144"/>
                  <a:gd name="T7" fmla="*/ 16 h 80"/>
                  <a:gd name="T8" fmla="*/ 144 w 144"/>
                  <a:gd name="T9" fmla="*/ 0 h 80"/>
                  <a:gd name="T10" fmla="*/ 0 60000 65536"/>
                  <a:gd name="T11" fmla="*/ 0 60000 65536"/>
                  <a:gd name="T12" fmla="*/ 0 60000 65536"/>
                  <a:gd name="T13" fmla="*/ 0 60000 65536"/>
                  <a:gd name="T14" fmla="*/ 0 60000 65536"/>
                  <a:gd name="T15" fmla="*/ 0 w 144"/>
                  <a:gd name="T16" fmla="*/ 0 h 80"/>
                  <a:gd name="T17" fmla="*/ 144 w 144"/>
                  <a:gd name="T18" fmla="*/ 80 h 80"/>
                </a:gdLst>
                <a:ahLst/>
                <a:cxnLst>
                  <a:cxn ang="T10">
                    <a:pos x="T0" y="T1"/>
                  </a:cxn>
                  <a:cxn ang="T11">
                    <a:pos x="T2" y="T3"/>
                  </a:cxn>
                  <a:cxn ang="T12">
                    <a:pos x="T4" y="T5"/>
                  </a:cxn>
                  <a:cxn ang="T13">
                    <a:pos x="T6" y="T7"/>
                  </a:cxn>
                  <a:cxn ang="T14">
                    <a:pos x="T8" y="T9"/>
                  </a:cxn>
                </a:cxnLst>
                <a:rect l="T15" t="T16" r="T17" b="T18"/>
                <a:pathLst>
                  <a:path w="144" h="80">
                    <a:moveTo>
                      <a:pt x="144" y="0"/>
                    </a:moveTo>
                    <a:lnTo>
                      <a:pt x="24" y="80"/>
                    </a:lnTo>
                    <a:lnTo>
                      <a:pt x="16" y="48"/>
                    </a:lnTo>
                    <a:lnTo>
                      <a:pt x="0" y="16"/>
                    </a:lnTo>
                    <a:lnTo>
                      <a:pt x="144" y="0"/>
                    </a:lnTo>
                    <a:close/>
                  </a:path>
                </a:pathLst>
              </a:custGeom>
              <a:grpFill/>
              <a:ln w="9525">
                <a:solidFill>
                  <a:schemeClr val="bg1">
                    <a:lumMod val="65000"/>
                  </a:schemeClr>
                </a:solidFill>
                <a:round/>
                <a:headEnd/>
                <a:tailEnd/>
              </a:ln>
            </p:spPr>
            <p:txBody>
              <a:bodyPr/>
              <a:lstStyle/>
              <a:p>
                <a:endParaRPr lang="en-US"/>
              </a:p>
            </p:txBody>
          </p:sp>
          <p:sp>
            <p:nvSpPr>
              <p:cNvPr id="104200" name="Line 578">
                <a:extLst>
                  <a:ext uri="{FF2B5EF4-FFF2-40B4-BE49-F238E27FC236}">
                    <a16:creationId xmlns:a16="http://schemas.microsoft.com/office/drawing/2014/main" id="{A9CBED90-2E1A-AA4C-CCC8-F9726CFC1D00}"/>
                  </a:ext>
                </a:extLst>
              </p:cNvPr>
              <p:cNvSpPr>
                <a:spLocks noChangeShapeType="1"/>
              </p:cNvSpPr>
              <p:nvPr/>
            </p:nvSpPr>
            <p:spPr bwMode="auto">
              <a:xfrm flipV="1">
                <a:off x="3788" y="2122"/>
                <a:ext cx="766" cy="244"/>
              </a:xfrm>
              <a:prstGeom prst="line">
                <a:avLst/>
              </a:prstGeom>
              <a:grpFill/>
              <a:ln w="25400">
                <a:solidFill>
                  <a:schemeClr val="bg1">
                    <a:lumMod val="65000"/>
                  </a:schemeClr>
                </a:solidFill>
                <a:round/>
                <a:headEnd/>
                <a:tailEnd/>
              </a:ln>
            </p:spPr>
            <p:txBody>
              <a:bodyPr/>
              <a:lstStyle/>
              <a:p>
                <a:endParaRPr lang="en-US"/>
              </a:p>
            </p:txBody>
          </p:sp>
        </p:grpSp>
        <p:grpSp>
          <p:nvGrpSpPr>
            <p:cNvPr id="103553" name="Group 579">
              <a:extLst>
                <a:ext uri="{FF2B5EF4-FFF2-40B4-BE49-F238E27FC236}">
                  <a16:creationId xmlns:a16="http://schemas.microsoft.com/office/drawing/2014/main" id="{D694347A-8CC6-ED21-7A25-E99B6F2281C6}"/>
                </a:ext>
              </a:extLst>
            </p:cNvPr>
            <p:cNvGrpSpPr>
              <a:grpSpLocks/>
            </p:cNvGrpSpPr>
            <p:nvPr/>
          </p:nvGrpSpPr>
          <p:grpSpPr bwMode="auto">
            <a:xfrm>
              <a:off x="3317" y="1769"/>
              <a:ext cx="886" cy="283"/>
              <a:chOff x="3317" y="1769"/>
              <a:chExt cx="886" cy="283"/>
            </a:xfrm>
            <a:grpFill/>
          </p:grpSpPr>
          <p:sp>
            <p:nvSpPr>
              <p:cNvPr id="104197" name="Freeform 580">
                <a:extLst>
                  <a:ext uri="{FF2B5EF4-FFF2-40B4-BE49-F238E27FC236}">
                    <a16:creationId xmlns:a16="http://schemas.microsoft.com/office/drawing/2014/main" id="{70F79D27-72DF-88FE-8A66-C2BD175CC1A2}"/>
                  </a:ext>
                </a:extLst>
              </p:cNvPr>
              <p:cNvSpPr>
                <a:spLocks/>
              </p:cNvSpPr>
              <p:nvPr/>
            </p:nvSpPr>
            <p:spPr bwMode="auto">
              <a:xfrm>
                <a:off x="4067" y="1980"/>
                <a:ext cx="136" cy="72"/>
              </a:xfrm>
              <a:custGeom>
                <a:avLst/>
                <a:gdLst>
                  <a:gd name="T0" fmla="*/ 136 w 136"/>
                  <a:gd name="T1" fmla="*/ 72 h 72"/>
                  <a:gd name="T2" fmla="*/ 0 w 136"/>
                  <a:gd name="T3" fmla="*/ 64 h 72"/>
                  <a:gd name="T4" fmla="*/ 8 w 136"/>
                  <a:gd name="T5" fmla="*/ 32 h 72"/>
                  <a:gd name="T6" fmla="*/ 24 w 136"/>
                  <a:gd name="T7" fmla="*/ 0 h 72"/>
                  <a:gd name="T8" fmla="*/ 136 w 136"/>
                  <a:gd name="T9" fmla="*/ 72 h 72"/>
                  <a:gd name="T10" fmla="*/ 0 60000 65536"/>
                  <a:gd name="T11" fmla="*/ 0 60000 65536"/>
                  <a:gd name="T12" fmla="*/ 0 60000 65536"/>
                  <a:gd name="T13" fmla="*/ 0 60000 65536"/>
                  <a:gd name="T14" fmla="*/ 0 60000 65536"/>
                  <a:gd name="T15" fmla="*/ 0 w 136"/>
                  <a:gd name="T16" fmla="*/ 0 h 72"/>
                  <a:gd name="T17" fmla="*/ 136 w 136"/>
                  <a:gd name="T18" fmla="*/ 72 h 72"/>
                </a:gdLst>
                <a:ahLst/>
                <a:cxnLst>
                  <a:cxn ang="T10">
                    <a:pos x="T0" y="T1"/>
                  </a:cxn>
                  <a:cxn ang="T11">
                    <a:pos x="T2" y="T3"/>
                  </a:cxn>
                  <a:cxn ang="T12">
                    <a:pos x="T4" y="T5"/>
                  </a:cxn>
                  <a:cxn ang="T13">
                    <a:pos x="T6" y="T7"/>
                  </a:cxn>
                  <a:cxn ang="T14">
                    <a:pos x="T8" y="T9"/>
                  </a:cxn>
                </a:cxnLst>
                <a:rect l="T15" t="T16" r="T17" b="T18"/>
                <a:pathLst>
                  <a:path w="136" h="72">
                    <a:moveTo>
                      <a:pt x="136" y="72"/>
                    </a:moveTo>
                    <a:lnTo>
                      <a:pt x="0" y="64"/>
                    </a:lnTo>
                    <a:lnTo>
                      <a:pt x="8" y="32"/>
                    </a:lnTo>
                    <a:lnTo>
                      <a:pt x="24" y="0"/>
                    </a:lnTo>
                    <a:lnTo>
                      <a:pt x="136" y="72"/>
                    </a:lnTo>
                    <a:close/>
                  </a:path>
                </a:pathLst>
              </a:custGeom>
              <a:grpFill/>
              <a:ln w="9525">
                <a:solidFill>
                  <a:schemeClr val="bg1">
                    <a:lumMod val="65000"/>
                  </a:schemeClr>
                </a:solidFill>
                <a:round/>
                <a:headEnd/>
                <a:tailEnd/>
              </a:ln>
            </p:spPr>
            <p:txBody>
              <a:bodyPr/>
              <a:lstStyle/>
              <a:p>
                <a:endParaRPr lang="en-US"/>
              </a:p>
            </p:txBody>
          </p:sp>
          <p:sp>
            <p:nvSpPr>
              <p:cNvPr id="104198" name="Line 581">
                <a:extLst>
                  <a:ext uri="{FF2B5EF4-FFF2-40B4-BE49-F238E27FC236}">
                    <a16:creationId xmlns:a16="http://schemas.microsoft.com/office/drawing/2014/main" id="{E16517CC-E5E2-CE8B-2CB9-451553B6147F}"/>
                  </a:ext>
                </a:extLst>
              </p:cNvPr>
              <p:cNvSpPr>
                <a:spLocks noChangeShapeType="1"/>
              </p:cNvSpPr>
              <p:nvPr/>
            </p:nvSpPr>
            <p:spPr bwMode="auto">
              <a:xfrm>
                <a:off x="3317" y="1769"/>
                <a:ext cx="766" cy="244"/>
              </a:xfrm>
              <a:prstGeom prst="line">
                <a:avLst/>
              </a:prstGeom>
              <a:grpFill/>
              <a:ln w="25400">
                <a:solidFill>
                  <a:schemeClr val="bg1">
                    <a:lumMod val="65000"/>
                  </a:schemeClr>
                </a:solidFill>
                <a:round/>
                <a:headEnd/>
                <a:tailEnd/>
              </a:ln>
            </p:spPr>
            <p:txBody>
              <a:bodyPr/>
              <a:lstStyle/>
              <a:p>
                <a:endParaRPr lang="en-US"/>
              </a:p>
            </p:txBody>
          </p:sp>
        </p:grpSp>
        <p:sp>
          <p:nvSpPr>
            <p:cNvPr id="103554" name="Oval 582">
              <a:extLst>
                <a:ext uri="{FF2B5EF4-FFF2-40B4-BE49-F238E27FC236}">
                  <a16:creationId xmlns:a16="http://schemas.microsoft.com/office/drawing/2014/main" id="{9A1DF5BB-CD9C-DF77-1AC4-F693694E65E5}"/>
                </a:ext>
              </a:extLst>
            </p:cNvPr>
            <p:cNvSpPr>
              <a:spLocks noChangeArrowheads="1"/>
            </p:cNvSpPr>
            <p:nvPr/>
          </p:nvSpPr>
          <p:spPr bwMode="auto">
            <a:xfrm>
              <a:off x="3293" y="1741"/>
              <a:ext cx="32" cy="40"/>
            </a:xfrm>
            <a:prstGeom prst="ellipse">
              <a:avLst/>
            </a:prstGeom>
            <a:grpFill/>
            <a:ln w="9525">
              <a:solidFill>
                <a:schemeClr val="bg1">
                  <a:lumMod val="65000"/>
                </a:schemeClr>
              </a:solidFill>
              <a:round/>
              <a:headEnd/>
              <a:tailEnd/>
            </a:ln>
          </p:spPr>
          <p:txBody>
            <a:bodyPr/>
            <a:lstStyle/>
            <a:p>
              <a:endParaRPr lang="en-US"/>
            </a:p>
          </p:txBody>
        </p:sp>
        <p:sp>
          <p:nvSpPr>
            <p:cNvPr id="103555" name="Oval 583">
              <a:extLst>
                <a:ext uri="{FF2B5EF4-FFF2-40B4-BE49-F238E27FC236}">
                  <a16:creationId xmlns:a16="http://schemas.microsoft.com/office/drawing/2014/main" id="{41CA3C1C-39E0-3341-DFA6-C4EA1F0F16CC}"/>
                </a:ext>
              </a:extLst>
            </p:cNvPr>
            <p:cNvSpPr>
              <a:spLocks noChangeArrowheads="1"/>
            </p:cNvSpPr>
            <p:nvPr/>
          </p:nvSpPr>
          <p:spPr bwMode="auto">
            <a:xfrm>
              <a:off x="3293" y="1741"/>
              <a:ext cx="32" cy="40"/>
            </a:xfrm>
            <a:prstGeom prst="ellipse">
              <a:avLst/>
            </a:prstGeom>
            <a:grpFill/>
            <a:ln w="25400">
              <a:solidFill>
                <a:schemeClr val="bg1">
                  <a:lumMod val="65000"/>
                </a:schemeClr>
              </a:solidFill>
              <a:round/>
              <a:headEnd/>
              <a:tailEnd/>
            </a:ln>
          </p:spPr>
          <p:txBody>
            <a:bodyPr/>
            <a:lstStyle/>
            <a:p>
              <a:endParaRPr lang="en-US"/>
            </a:p>
          </p:txBody>
        </p:sp>
        <p:sp>
          <p:nvSpPr>
            <p:cNvPr id="103556" name="Oval 584">
              <a:extLst>
                <a:ext uri="{FF2B5EF4-FFF2-40B4-BE49-F238E27FC236}">
                  <a16:creationId xmlns:a16="http://schemas.microsoft.com/office/drawing/2014/main" id="{7255B6E2-81E5-230A-DD9A-FFCBAE261E97}"/>
                </a:ext>
              </a:extLst>
            </p:cNvPr>
            <p:cNvSpPr>
              <a:spLocks noChangeArrowheads="1"/>
            </p:cNvSpPr>
            <p:nvPr/>
          </p:nvSpPr>
          <p:spPr bwMode="auto">
            <a:xfrm>
              <a:off x="3293" y="2044"/>
              <a:ext cx="32" cy="40"/>
            </a:xfrm>
            <a:prstGeom prst="ellipse">
              <a:avLst/>
            </a:prstGeom>
            <a:grpFill/>
            <a:ln w="9525">
              <a:solidFill>
                <a:schemeClr val="bg1">
                  <a:lumMod val="65000"/>
                </a:schemeClr>
              </a:solidFill>
              <a:round/>
              <a:headEnd/>
              <a:tailEnd/>
            </a:ln>
          </p:spPr>
          <p:txBody>
            <a:bodyPr/>
            <a:lstStyle/>
            <a:p>
              <a:endParaRPr lang="en-US"/>
            </a:p>
          </p:txBody>
        </p:sp>
        <p:sp>
          <p:nvSpPr>
            <p:cNvPr id="103557" name="Oval 585">
              <a:extLst>
                <a:ext uri="{FF2B5EF4-FFF2-40B4-BE49-F238E27FC236}">
                  <a16:creationId xmlns:a16="http://schemas.microsoft.com/office/drawing/2014/main" id="{70891B07-6D05-DBA1-524C-1D467392240A}"/>
                </a:ext>
              </a:extLst>
            </p:cNvPr>
            <p:cNvSpPr>
              <a:spLocks noChangeArrowheads="1"/>
            </p:cNvSpPr>
            <p:nvPr/>
          </p:nvSpPr>
          <p:spPr bwMode="auto">
            <a:xfrm>
              <a:off x="3293" y="2044"/>
              <a:ext cx="32" cy="40"/>
            </a:xfrm>
            <a:prstGeom prst="ellipse">
              <a:avLst/>
            </a:prstGeom>
            <a:grpFill/>
            <a:ln w="25400">
              <a:solidFill>
                <a:schemeClr val="bg1">
                  <a:lumMod val="65000"/>
                </a:schemeClr>
              </a:solidFill>
              <a:round/>
              <a:headEnd/>
              <a:tailEnd/>
            </a:ln>
          </p:spPr>
          <p:txBody>
            <a:bodyPr/>
            <a:lstStyle/>
            <a:p>
              <a:endParaRPr lang="en-US"/>
            </a:p>
          </p:txBody>
        </p:sp>
        <p:sp>
          <p:nvSpPr>
            <p:cNvPr id="103558" name="Oval 586">
              <a:extLst>
                <a:ext uri="{FF2B5EF4-FFF2-40B4-BE49-F238E27FC236}">
                  <a16:creationId xmlns:a16="http://schemas.microsoft.com/office/drawing/2014/main" id="{3E5FDBC1-8C03-77E0-EEF2-2FCE7D72F9AA}"/>
                </a:ext>
              </a:extLst>
            </p:cNvPr>
            <p:cNvSpPr>
              <a:spLocks noChangeArrowheads="1"/>
            </p:cNvSpPr>
            <p:nvPr/>
          </p:nvSpPr>
          <p:spPr bwMode="auto">
            <a:xfrm>
              <a:off x="3293" y="2355"/>
              <a:ext cx="32" cy="32"/>
            </a:xfrm>
            <a:prstGeom prst="ellipse">
              <a:avLst/>
            </a:prstGeom>
            <a:grpFill/>
            <a:ln w="9525">
              <a:solidFill>
                <a:schemeClr val="bg1">
                  <a:lumMod val="65000"/>
                </a:schemeClr>
              </a:solidFill>
              <a:round/>
              <a:headEnd/>
              <a:tailEnd/>
            </a:ln>
          </p:spPr>
          <p:txBody>
            <a:bodyPr/>
            <a:lstStyle/>
            <a:p>
              <a:endParaRPr lang="en-US"/>
            </a:p>
          </p:txBody>
        </p:sp>
        <p:sp>
          <p:nvSpPr>
            <p:cNvPr id="103559" name="Oval 587">
              <a:extLst>
                <a:ext uri="{FF2B5EF4-FFF2-40B4-BE49-F238E27FC236}">
                  <a16:creationId xmlns:a16="http://schemas.microsoft.com/office/drawing/2014/main" id="{42FD6BB3-44A7-D763-D542-18E73E6150B3}"/>
                </a:ext>
              </a:extLst>
            </p:cNvPr>
            <p:cNvSpPr>
              <a:spLocks noChangeArrowheads="1"/>
            </p:cNvSpPr>
            <p:nvPr/>
          </p:nvSpPr>
          <p:spPr bwMode="auto">
            <a:xfrm>
              <a:off x="3293" y="2355"/>
              <a:ext cx="32" cy="32"/>
            </a:xfrm>
            <a:prstGeom prst="ellipse">
              <a:avLst/>
            </a:prstGeom>
            <a:grpFill/>
            <a:ln w="25400">
              <a:solidFill>
                <a:schemeClr val="bg1">
                  <a:lumMod val="65000"/>
                </a:schemeClr>
              </a:solidFill>
              <a:round/>
              <a:headEnd/>
              <a:tailEnd/>
            </a:ln>
          </p:spPr>
          <p:txBody>
            <a:bodyPr/>
            <a:lstStyle/>
            <a:p>
              <a:endParaRPr lang="en-US"/>
            </a:p>
          </p:txBody>
        </p:sp>
        <p:sp>
          <p:nvSpPr>
            <p:cNvPr id="103560" name="Oval 588">
              <a:extLst>
                <a:ext uri="{FF2B5EF4-FFF2-40B4-BE49-F238E27FC236}">
                  <a16:creationId xmlns:a16="http://schemas.microsoft.com/office/drawing/2014/main" id="{48D6D4AB-E269-7EB8-9744-F91E8F7EB776}"/>
                </a:ext>
              </a:extLst>
            </p:cNvPr>
            <p:cNvSpPr>
              <a:spLocks noChangeArrowheads="1"/>
            </p:cNvSpPr>
            <p:nvPr/>
          </p:nvSpPr>
          <p:spPr bwMode="auto">
            <a:xfrm>
              <a:off x="3293" y="2658"/>
              <a:ext cx="32" cy="40"/>
            </a:xfrm>
            <a:prstGeom prst="ellipse">
              <a:avLst/>
            </a:prstGeom>
            <a:grpFill/>
            <a:ln w="9525">
              <a:solidFill>
                <a:schemeClr val="bg1">
                  <a:lumMod val="65000"/>
                </a:schemeClr>
              </a:solidFill>
              <a:round/>
              <a:headEnd/>
              <a:tailEnd/>
            </a:ln>
          </p:spPr>
          <p:txBody>
            <a:bodyPr/>
            <a:lstStyle/>
            <a:p>
              <a:endParaRPr lang="en-US"/>
            </a:p>
          </p:txBody>
        </p:sp>
        <p:sp>
          <p:nvSpPr>
            <p:cNvPr id="103561" name="Oval 589">
              <a:extLst>
                <a:ext uri="{FF2B5EF4-FFF2-40B4-BE49-F238E27FC236}">
                  <a16:creationId xmlns:a16="http://schemas.microsoft.com/office/drawing/2014/main" id="{D01155CF-17A4-1921-9BC4-6D61A1856A36}"/>
                </a:ext>
              </a:extLst>
            </p:cNvPr>
            <p:cNvSpPr>
              <a:spLocks noChangeArrowheads="1"/>
            </p:cNvSpPr>
            <p:nvPr/>
          </p:nvSpPr>
          <p:spPr bwMode="auto">
            <a:xfrm>
              <a:off x="3293" y="2658"/>
              <a:ext cx="32" cy="40"/>
            </a:xfrm>
            <a:prstGeom prst="ellipse">
              <a:avLst/>
            </a:prstGeom>
            <a:grpFill/>
            <a:ln w="25400">
              <a:solidFill>
                <a:schemeClr val="bg1">
                  <a:lumMod val="65000"/>
                </a:schemeClr>
              </a:solidFill>
              <a:round/>
              <a:headEnd/>
              <a:tailEnd/>
            </a:ln>
          </p:spPr>
          <p:txBody>
            <a:bodyPr/>
            <a:lstStyle/>
            <a:p>
              <a:endParaRPr lang="en-US"/>
            </a:p>
          </p:txBody>
        </p:sp>
        <p:sp>
          <p:nvSpPr>
            <p:cNvPr id="103562" name="Oval 590">
              <a:extLst>
                <a:ext uri="{FF2B5EF4-FFF2-40B4-BE49-F238E27FC236}">
                  <a16:creationId xmlns:a16="http://schemas.microsoft.com/office/drawing/2014/main" id="{77DE657D-878A-2117-95E3-FA03B7D25486}"/>
                </a:ext>
              </a:extLst>
            </p:cNvPr>
            <p:cNvSpPr>
              <a:spLocks noChangeArrowheads="1"/>
            </p:cNvSpPr>
            <p:nvPr/>
          </p:nvSpPr>
          <p:spPr bwMode="auto">
            <a:xfrm>
              <a:off x="3285" y="2969"/>
              <a:ext cx="32" cy="32"/>
            </a:xfrm>
            <a:prstGeom prst="ellipse">
              <a:avLst/>
            </a:prstGeom>
            <a:grpFill/>
            <a:ln w="9525">
              <a:solidFill>
                <a:schemeClr val="bg1">
                  <a:lumMod val="65000"/>
                </a:schemeClr>
              </a:solidFill>
              <a:round/>
              <a:headEnd/>
              <a:tailEnd/>
            </a:ln>
          </p:spPr>
          <p:txBody>
            <a:bodyPr/>
            <a:lstStyle/>
            <a:p>
              <a:endParaRPr lang="en-US"/>
            </a:p>
          </p:txBody>
        </p:sp>
        <p:sp>
          <p:nvSpPr>
            <p:cNvPr id="103563" name="Oval 591">
              <a:extLst>
                <a:ext uri="{FF2B5EF4-FFF2-40B4-BE49-F238E27FC236}">
                  <a16:creationId xmlns:a16="http://schemas.microsoft.com/office/drawing/2014/main" id="{16901B73-CC28-A89C-6DCA-7BAD065D0CC5}"/>
                </a:ext>
              </a:extLst>
            </p:cNvPr>
            <p:cNvSpPr>
              <a:spLocks noChangeArrowheads="1"/>
            </p:cNvSpPr>
            <p:nvPr/>
          </p:nvSpPr>
          <p:spPr bwMode="auto">
            <a:xfrm>
              <a:off x="3285" y="2969"/>
              <a:ext cx="32" cy="32"/>
            </a:xfrm>
            <a:prstGeom prst="ellipse">
              <a:avLst/>
            </a:prstGeom>
            <a:grpFill/>
            <a:ln w="25400">
              <a:solidFill>
                <a:schemeClr val="bg1">
                  <a:lumMod val="65000"/>
                </a:schemeClr>
              </a:solidFill>
              <a:round/>
              <a:headEnd/>
              <a:tailEnd/>
            </a:ln>
          </p:spPr>
          <p:txBody>
            <a:bodyPr/>
            <a:lstStyle/>
            <a:p>
              <a:endParaRPr lang="en-US"/>
            </a:p>
          </p:txBody>
        </p:sp>
        <p:grpSp>
          <p:nvGrpSpPr>
            <p:cNvPr id="103564" name="Group 592">
              <a:extLst>
                <a:ext uri="{FF2B5EF4-FFF2-40B4-BE49-F238E27FC236}">
                  <a16:creationId xmlns:a16="http://schemas.microsoft.com/office/drawing/2014/main" id="{AF5B0433-E2E2-F0A6-0E8E-C55AC8431A40}"/>
                </a:ext>
              </a:extLst>
            </p:cNvPr>
            <p:cNvGrpSpPr>
              <a:grpSpLocks/>
            </p:cNvGrpSpPr>
            <p:nvPr/>
          </p:nvGrpSpPr>
          <p:grpSpPr bwMode="auto">
            <a:xfrm>
              <a:off x="3748" y="1741"/>
              <a:ext cx="40" cy="1260"/>
              <a:chOff x="3748" y="1741"/>
              <a:chExt cx="40" cy="1260"/>
            </a:xfrm>
            <a:grpFill/>
          </p:grpSpPr>
          <p:sp>
            <p:nvSpPr>
              <p:cNvPr id="104187" name="Oval 593">
                <a:extLst>
                  <a:ext uri="{FF2B5EF4-FFF2-40B4-BE49-F238E27FC236}">
                    <a16:creationId xmlns:a16="http://schemas.microsoft.com/office/drawing/2014/main" id="{0290DCAC-5935-6DD3-E259-88B1F608CCEC}"/>
                  </a:ext>
                </a:extLst>
              </p:cNvPr>
              <p:cNvSpPr>
                <a:spLocks noChangeArrowheads="1"/>
              </p:cNvSpPr>
              <p:nvPr/>
            </p:nvSpPr>
            <p:spPr bwMode="auto">
              <a:xfrm>
                <a:off x="3748" y="1741"/>
                <a:ext cx="40" cy="32"/>
              </a:xfrm>
              <a:prstGeom prst="ellipse">
                <a:avLst/>
              </a:prstGeom>
              <a:grpFill/>
              <a:ln w="9525">
                <a:solidFill>
                  <a:schemeClr val="bg1">
                    <a:lumMod val="65000"/>
                  </a:schemeClr>
                </a:solidFill>
                <a:round/>
                <a:headEnd/>
                <a:tailEnd/>
              </a:ln>
            </p:spPr>
            <p:txBody>
              <a:bodyPr/>
              <a:lstStyle/>
              <a:p>
                <a:endParaRPr lang="en-US"/>
              </a:p>
            </p:txBody>
          </p:sp>
          <p:sp>
            <p:nvSpPr>
              <p:cNvPr id="104188" name="Oval 594">
                <a:extLst>
                  <a:ext uri="{FF2B5EF4-FFF2-40B4-BE49-F238E27FC236}">
                    <a16:creationId xmlns:a16="http://schemas.microsoft.com/office/drawing/2014/main" id="{F5668956-132C-1A55-E3F1-EF1F8594CD3B}"/>
                  </a:ext>
                </a:extLst>
              </p:cNvPr>
              <p:cNvSpPr>
                <a:spLocks noChangeArrowheads="1"/>
              </p:cNvSpPr>
              <p:nvPr/>
            </p:nvSpPr>
            <p:spPr bwMode="auto">
              <a:xfrm>
                <a:off x="3748" y="1741"/>
                <a:ext cx="40" cy="32"/>
              </a:xfrm>
              <a:prstGeom prst="ellipse">
                <a:avLst/>
              </a:prstGeom>
              <a:grpFill/>
              <a:ln w="25400">
                <a:solidFill>
                  <a:schemeClr val="bg1">
                    <a:lumMod val="65000"/>
                  </a:schemeClr>
                </a:solidFill>
                <a:round/>
                <a:headEnd/>
                <a:tailEnd/>
              </a:ln>
            </p:spPr>
            <p:txBody>
              <a:bodyPr/>
              <a:lstStyle/>
              <a:p>
                <a:endParaRPr lang="en-US"/>
              </a:p>
            </p:txBody>
          </p:sp>
          <p:sp>
            <p:nvSpPr>
              <p:cNvPr id="104189" name="Oval 595">
                <a:extLst>
                  <a:ext uri="{FF2B5EF4-FFF2-40B4-BE49-F238E27FC236}">
                    <a16:creationId xmlns:a16="http://schemas.microsoft.com/office/drawing/2014/main" id="{8525F1A9-89F6-15FF-2264-ECA1221B833A}"/>
                  </a:ext>
                </a:extLst>
              </p:cNvPr>
              <p:cNvSpPr>
                <a:spLocks noChangeArrowheads="1"/>
              </p:cNvSpPr>
              <p:nvPr/>
            </p:nvSpPr>
            <p:spPr bwMode="auto">
              <a:xfrm>
                <a:off x="3756" y="2044"/>
                <a:ext cx="32" cy="32"/>
              </a:xfrm>
              <a:prstGeom prst="ellipse">
                <a:avLst/>
              </a:prstGeom>
              <a:grpFill/>
              <a:ln w="9525">
                <a:solidFill>
                  <a:schemeClr val="bg1">
                    <a:lumMod val="65000"/>
                  </a:schemeClr>
                </a:solidFill>
                <a:round/>
                <a:headEnd/>
                <a:tailEnd/>
              </a:ln>
            </p:spPr>
            <p:txBody>
              <a:bodyPr/>
              <a:lstStyle/>
              <a:p>
                <a:endParaRPr lang="en-US"/>
              </a:p>
            </p:txBody>
          </p:sp>
          <p:sp>
            <p:nvSpPr>
              <p:cNvPr id="104190" name="Oval 596">
                <a:extLst>
                  <a:ext uri="{FF2B5EF4-FFF2-40B4-BE49-F238E27FC236}">
                    <a16:creationId xmlns:a16="http://schemas.microsoft.com/office/drawing/2014/main" id="{B54558FF-E8FA-D391-5B17-FFF1A5325412}"/>
                  </a:ext>
                </a:extLst>
              </p:cNvPr>
              <p:cNvSpPr>
                <a:spLocks noChangeArrowheads="1"/>
              </p:cNvSpPr>
              <p:nvPr/>
            </p:nvSpPr>
            <p:spPr bwMode="auto">
              <a:xfrm>
                <a:off x="3756" y="2044"/>
                <a:ext cx="32" cy="32"/>
              </a:xfrm>
              <a:prstGeom prst="ellipse">
                <a:avLst/>
              </a:prstGeom>
              <a:grpFill/>
              <a:ln w="25400">
                <a:solidFill>
                  <a:schemeClr val="bg1">
                    <a:lumMod val="65000"/>
                  </a:schemeClr>
                </a:solidFill>
                <a:round/>
                <a:headEnd/>
                <a:tailEnd/>
              </a:ln>
            </p:spPr>
            <p:txBody>
              <a:bodyPr/>
              <a:lstStyle/>
              <a:p>
                <a:endParaRPr lang="en-US"/>
              </a:p>
            </p:txBody>
          </p:sp>
          <p:sp>
            <p:nvSpPr>
              <p:cNvPr id="104191" name="Oval 597">
                <a:extLst>
                  <a:ext uri="{FF2B5EF4-FFF2-40B4-BE49-F238E27FC236}">
                    <a16:creationId xmlns:a16="http://schemas.microsoft.com/office/drawing/2014/main" id="{CD84F066-4EEB-0169-9D8F-4FB7907B41B7}"/>
                  </a:ext>
                </a:extLst>
              </p:cNvPr>
              <p:cNvSpPr>
                <a:spLocks noChangeArrowheads="1"/>
              </p:cNvSpPr>
              <p:nvPr/>
            </p:nvSpPr>
            <p:spPr bwMode="auto">
              <a:xfrm>
                <a:off x="3756" y="2355"/>
                <a:ext cx="32" cy="32"/>
              </a:xfrm>
              <a:prstGeom prst="ellipse">
                <a:avLst/>
              </a:prstGeom>
              <a:grpFill/>
              <a:ln w="9525">
                <a:solidFill>
                  <a:schemeClr val="bg1">
                    <a:lumMod val="65000"/>
                  </a:schemeClr>
                </a:solidFill>
                <a:round/>
                <a:headEnd/>
                <a:tailEnd/>
              </a:ln>
            </p:spPr>
            <p:txBody>
              <a:bodyPr/>
              <a:lstStyle/>
              <a:p>
                <a:endParaRPr lang="en-US"/>
              </a:p>
            </p:txBody>
          </p:sp>
          <p:sp>
            <p:nvSpPr>
              <p:cNvPr id="104192" name="Oval 598">
                <a:extLst>
                  <a:ext uri="{FF2B5EF4-FFF2-40B4-BE49-F238E27FC236}">
                    <a16:creationId xmlns:a16="http://schemas.microsoft.com/office/drawing/2014/main" id="{BAFCCDB8-4A08-89B9-FFD9-8A3308117DE8}"/>
                  </a:ext>
                </a:extLst>
              </p:cNvPr>
              <p:cNvSpPr>
                <a:spLocks noChangeArrowheads="1"/>
              </p:cNvSpPr>
              <p:nvPr/>
            </p:nvSpPr>
            <p:spPr bwMode="auto">
              <a:xfrm>
                <a:off x="3756" y="2355"/>
                <a:ext cx="32" cy="32"/>
              </a:xfrm>
              <a:prstGeom prst="ellipse">
                <a:avLst/>
              </a:prstGeom>
              <a:grpFill/>
              <a:ln w="25400">
                <a:solidFill>
                  <a:schemeClr val="bg1">
                    <a:lumMod val="65000"/>
                  </a:schemeClr>
                </a:solidFill>
                <a:round/>
                <a:headEnd/>
                <a:tailEnd/>
              </a:ln>
            </p:spPr>
            <p:txBody>
              <a:bodyPr/>
              <a:lstStyle/>
              <a:p>
                <a:endParaRPr lang="en-US"/>
              </a:p>
            </p:txBody>
          </p:sp>
          <p:sp>
            <p:nvSpPr>
              <p:cNvPr id="104193" name="Oval 599">
                <a:extLst>
                  <a:ext uri="{FF2B5EF4-FFF2-40B4-BE49-F238E27FC236}">
                    <a16:creationId xmlns:a16="http://schemas.microsoft.com/office/drawing/2014/main" id="{063A7D35-E0CF-6879-694D-2A5C437FD550}"/>
                  </a:ext>
                </a:extLst>
              </p:cNvPr>
              <p:cNvSpPr>
                <a:spLocks noChangeArrowheads="1"/>
              </p:cNvSpPr>
              <p:nvPr/>
            </p:nvSpPr>
            <p:spPr bwMode="auto">
              <a:xfrm>
                <a:off x="3748" y="2658"/>
                <a:ext cx="40" cy="32"/>
              </a:xfrm>
              <a:prstGeom prst="ellipse">
                <a:avLst/>
              </a:prstGeom>
              <a:grpFill/>
              <a:ln w="9525">
                <a:solidFill>
                  <a:schemeClr val="bg1">
                    <a:lumMod val="65000"/>
                  </a:schemeClr>
                </a:solidFill>
                <a:round/>
                <a:headEnd/>
                <a:tailEnd/>
              </a:ln>
            </p:spPr>
            <p:txBody>
              <a:bodyPr/>
              <a:lstStyle/>
              <a:p>
                <a:endParaRPr lang="en-US"/>
              </a:p>
            </p:txBody>
          </p:sp>
          <p:sp>
            <p:nvSpPr>
              <p:cNvPr id="104194" name="Oval 600">
                <a:extLst>
                  <a:ext uri="{FF2B5EF4-FFF2-40B4-BE49-F238E27FC236}">
                    <a16:creationId xmlns:a16="http://schemas.microsoft.com/office/drawing/2014/main" id="{201C1CFC-62A1-40B7-7E9A-E9BBABCE611A}"/>
                  </a:ext>
                </a:extLst>
              </p:cNvPr>
              <p:cNvSpPr>
                <a:spLocks noChangeArrowheads="1"/>
              </p:cNvSpPr>
              <p:nvPr/>
            </p:nvSpPr>
            <p:spPr bwMode="auto">
              <a:xfrm>
                <a:off x="3748" y="2658"/>
                <a:ext cx="40" cy="32"/>
              </a:xfrm>
              <a:prstGeom prst="ellipse">
                <a:avLst/>
              </a:prstGeom>
              <a:grpFill/>
              <a:ln w="25400">
                <a:solidFill>
                  <a:schemeClr val="bg1">
                    <a:lumMod val="65000"/>
                  </a:schemeClr>
                </a:solidFill>
                <a:round/>
                <a:headEnd/>
                <a:tailEnd/>
              </a:ln>
            </p:spPr>
            <p:txBody>
              <a:bodyPr/>
              <a:lstStyle/>
              <a:p>
                <a:endParaRPr lang="en-US"/>
              </a:p>
            </p:txBody>
          </p:sp>
          <p:sp>
            <p:nvSpPr>
              <p:cNvPr id="104195" name="Oval 601">
                <a:extLst>
                  <a:ext uri="{FF2B5EF4-FFF2-40B4-BE49-F238E27FC236}">
                    <a16:creationId xmlns:a16="http://schemas.microsoft.com/office/drawing/2014/main" id="{CBBAAF92-AE96-E90B-EF39-6DD3EB20216A}"/>
                  </a:ext>
                </a:extLst>
              </p:cNvPr>
              <p:cNvSpPr>
                <a:spLocks noChangeArrowheads="1"/>
              </p:cNvSpPr>
              <p:nvPr/>
            </p:nvSpPr>
            <p:spPr bwMode="auto">
              <a:xfrm>
                <a:off x="3748" y="2969"/>
                <a:ext cx="32" cy="32"/>
              </a:xfrm>
              <a:prstGeom prst="ellipse">
                <a:avLst/>
              </a:prstGeom>
              <a:grpFill/>
              <a:ln w="9525">
                <a:solidFill>
                  <a:schemeClr val="bg1">
                    <a:lumMod val="65000"/>
                  </a:schemeClr>
                </a:solidFill>
                <a:round/>
                <a:headEnd/>
                <a:tailEnd/>
              </a:ln>
            </p:spPr>
            <p:txBody>
              <a:bodyPr/>
              <a:lstStyle/>
              <a:p>
                <a:endParaRPr lang="en-US"/>
              </a:p>
            </p:txBody>
          </p:sp>
          <p:sp>
            <p:nvSpPr>
              <p:cNvPr id="104196" name="Oval 602">
                <a:extLst>
                  <a:ext uri="{FF2B5EF4-FFF2-40B4-BE49-F238E27FC236}">
                    <a16:creationId xmlns:a16="http://schemas.microsoft.com/office/drawing/2014/main" id="{80BAD55A-BFDA-956E-19AF-CE1B15B5FD58}"/>
                  </a:ext>
                </a:extLst>
              </p:cNvPr>
              <p:cNvSpPr>
                <a:spLocks noChangeArrowheads="1"/>
              </p:cNvSpPr>
              <p:nvPr/>
            </p:nvSpPr>
            <p:spPr bwMode="auto">
              <a:xfrm>
                <a:off x="3748" y="2969"/>
                <a:ext cx="32" cy="32"/>
              </a:xfrm>
              <a:prstGeom prst="ellipse">
                <a:avLst/>
              </a:prstGeom>
              <a:grpFill/>
              <a:ln w="25400">
                <a:solidFill>
                  <a:schemeClr val="bg1">
                    <a:lumMod val="65000"/>
                  </a:schemeClr>
                </a:solidFill>
                <a:round/>
                <a:headEnd/>
                <a:tailEnd/>
              </a:ln>
            </p:spPr>
            <p:txBody>
              <a:bodyPr/>
              <a:lstStyle/>
              <a:p>
                <a:endParaRPr lang="en-US"/>
              </a:p>
            </p:txBody>
          </p:sp>
        </p:grpSp>
        <p:grpSp>
          <p:nvGrpSpPr>
            <p:cNvPr id="103565" name="Group 603">
              <a:extLst>
                <a:ext uri="{FF2B5EF4-FFF2-40B4-BE49-F238E27FC236}">
                  <a16:creationId xmlns:a16="http://schemas.microsoft.com/office/drawing/2014/main" id="{24734187-69C3-E42F-76E2-53941EC9CEBA}"/>
                </a:ext>
              </a:extLst>
            </p:cNvPr>
            <p:cNvGrpSpPr>
              <a:grpSpLocks/>
            </p:cNvGrpSpPr>
            <p:nvPr/>
          </p:nvGrpSpPr>
          <p:grpSpPr bwMode="auto">
            <a:xfrm>
              <a:off x="4203" y="1749"/>
              <a:ext cx="48" cy="1252"/>
              <a:chOff x="4203" y="1749"/>
              <a:chExt cx="48" cy="1252"/>
            </a:xfrm>
            <a:grpFill/>
          </p:grpSpPr>
          <p:sp>
            <p:nvSpPr>
              <p:cNvPr id="104177" name="Oval 604">
                <a:extLst>
                  <a:ext uri="{FF2B5EF4-FFF2-40B4-BE49-F238E27FC236}">
                    <a16:creationId xmlns:a16="http://schemas.microsoft.com/office/drawing/2014/main" id="{A49CAF0B-23BD-B023-BB5A-59E0B7749370}"/>
                  </a:ext>
                </a:extLst>
              </p:cNvPr>
              <p:cNvSpPr>
                <a:spLocks noChangeArrowheads="1"/>
              </p:cNvSpPr>
              <p:nvPr/>
            </p:nvSpPr>
            <p:spPr bwMode="auto">
              <a:xfrm>
                <a:off x="4211" y="1749"/>
                <a:ext cx="32" cy="32"/>
              </a:xfrm>
              <a:prstGeom prst="ellipse">
                <a:avLst/>
              </a:prstGeom>
              <a:grpFill/>
              <a:ln w="9525">
                <a:solidFill>
                  <a:schemeClr val="bg1">
                    <a:lumMod val="65000"/>
                  </a:schemeClr>
                </a:solidFill>
                <a:round/>
                <a:headEnd/>
                <a:tailEnd/>
              </a:ln>
            </p:spPr>
            <p:txBody>
              <a:bodyPr/>
              <a:lstStyle/>
              <a:p>
                <a:endParaRPr lang="en-US"/>
              </a:p>
            </p:txBody>
          </p:sp>
          <p:sp>
            <p:nvSpPr>
              <p:cNvPr id="104178" name="Oval 605">
                <a:extLst>
                  <a:ext uri="{FF2B5EF4-FFF2-40B4-BE49-F238E27FC236}">
                    <a16:creationId xmlns:a16="http://schemas.microsoft.com/office/drawing/2014/main" id="{A2825711-FE8B-4E19-DB96-507A4F54C3EC}"/>
                  </a:ext>
                </a:extLst>
              </p:cNvPr>
              <p:cNvSpPr>
                <a:spLocks noChangeArrowheads="1"/>
              </p:cNvSpPr>
              <p:nvPr/>
            </p:nvSpPr>
            <p:spPr bwMode="auto">
              <a:xfrm>
                <a:off x="4211" y="1749"/>
                <a:ext cx="32" cy="32"/>
              </a:xfrm>
              <a:prstGeom prst="ellipse">
                <a:avLst/>
              </a:prstGeom>
              <a:grpFill/>
              <a:ln w="25400">
                <a:solidFill>
                  <a:schemeClr val="bg1">
                    <a:lumMod val="65000"/>
                  </a:schemeClr>
                </a:solidFill>
                <a:round/>
                <a:headEnd/>
                <a:tailEnd/>
              </a:ln>
            </p:spPr>
            <p:txBody>
              <a:bodyPr/>
              <a:lstStyle/>
              <a:p>
                <a:endParaRPr lang="en-US"/>
              </a:p>
            </p:txBody>
          </p:sp>
          <p:sp>
            <p:nvSpPr>
              <p:cNvPr id="104179" name="Oval 606">
                <a:extLst>
                  <a:ext uri="{FF2B5EF4-FFF2-40B4-BE49-F238E27FC236}">
                    <a16:creationId xmlns:a16="http://schemas.microsoft.com/office/drawing/2014/main" id="{D5AA2A87-E53D-50EF-8D70-ABDEFE5B36CE}"/>
                  </a:ext>
                </a:extLst>
              </p:cNvPr>
              <p:cNvSpPr>
                <a:spLocks noChangeArrowheads="1"/>
              </p:cNvSpPr>
              <p:nvPr/>
            </p:nvSpPr>
            <p:spPr bwMode="auto">
              <a:xfrm>
                <a:off x="4219" y="2052"/>
                <a:ext cx="32" cy="32"/>
              </a:xfrm>
              <a:prstGeom prst="ellipse">
                <a:avLst/>
              </a:prstGeom>
              <a:grpFill/>
              <a:ln w="9525">
                <a:solidFill>
                  <a:schemeClr val="bg1">
                    <a:lumMod val="65000"/>
                  </a:schemeClr>
                </a:solidFill>
                <a:round/>
                <a:headEnd/>
                <a:tailEnd/>
              </a:ln>
            </p:spPr>
            <p:txBody>
              <a:bodyPr/>
              <a:lstStyle/>
              <a:p>
                <a:endParaRPr lang="en-US"/>
              </a:p>
            </p:txBody>
          </p:sp>
          <p:sp>
            <p:nvSpPr>
              <p:cNvPr id="104180" name="Oval 607">
                <a:extLst>
                  <a:ext uri="{FF2B5EF4-FFF2-40B4-BE49-F238E27FC236}">
                    <a16:creationId xmlns:a16="http://schemas.microsoft.com/office/drawing/2014/main" id="{9C4D69EF-79CF-7B50-AFC8-41EC7FEE7A77}"/>
                  </a:ext>
                </a:extLst>
              </p:cNvPr>
              <p:cNvSpPr>
                <a:spLocks noChangeArrowheads="1"/>
              </p:cNvSpPr>
              <p:nvPr/>
            </p:nvSpPr>
            <p:spPr bwMode="auto">
              <a:xfrm>
                <a:off x="4219" y="2052"/>
                <a:ext cx="32" cy="32"/>
              </a:xfrm>
              <a:prstGeom prst="ellipse">
                <a:avLst/>
              </a:prstGeom>
              <a:grpFill/>
              <a:ln w="25400">
                <a:solidFill>
                  <a:schemeClr val="bg1">
                    <a:lumMod val="65000"/>
                  </a:schemeClr>
                </a:solidFill>
                <a:round/>
                <a:headEnd/>
                <a:tailEnd/>
              </a:ln>
            </p:spPr>
            <p:txBody>
              <a:bodyPr/>
              <a:lstStyle/>
              <a:p>
                <a:endParaRPr lang="en-US"/>
              </a:p>
            </p:txBody>
          </p:sp>
          <p:sp>
            <p:nvSpPr>
              <p:cNvPr id="104181" name="Oval 608">
                <a:extLst>
                  <a:ext uri="{FF2B5EF4-FFF2-40B4-BE49-F238E27FC236}">
                    <a16:creationId xmlns:a16="http://schemas.microsoft.com/office/drawing/2014/main" id="{69230F17-D2CD-AAEB-F697-806FA6EADA4D}"/>
                  </a:ext>
                </a:extLst>
              </p:cNvPr>
              <p:cNvSpPr>
                <a:spLocks noChangeArrowheads="1"/>
              </p:cNvSpPr>
              <p:nvPr/>
            </p:nvSpPr>
            <p:spPr bwMode="auto">
              <a:xfrm>
                <a:off x="4219" y="2355"/>
                <a:ext cx="32" cy="32"/>
              </a:xfrm>
              <a:prstGeom prst="ellipse">
                <a:avLst/>
              </a:prstGeom>
              <a:grpFill/>
              <a:ln w="9525">
                <a:solidFill>
                  <a:schemeClr val="bg1">
                    <a:lumMod val="65000"/>
                  </a:schemeClr>
                </a:solidFill>
                <a:round/>
                <a:headEnd/>
                <a:tailEnd/>
              </a:ln>
            </p:spPr>
            <p:txBody>
              <a:bodyPr/>
              <a:lstStyle/>
              <a:p>
                <a:endParaRPr lang="en-US"/>
              </a:p>
            </p:txBody>
          </p:sp>
          <p:sp>
            <p:nvSpPr>
              <p:cNvPr id="104182" name="Oval 609">
                <a:extLst>
                  <a:ext uri="{FF2B5EF4-FFF2-40B4-BE49-F238E27FC236}">
                    <a16:creationId xmlns:a16="http://schemas.microsoft.com/office/drawing/2014/main" id="{62A8834D-E78F-514D-E695-1F3BF2531383}"/>
                  </a:ext>
                </a:extLst>
              </p:cNvPr>
              <p:cNvSpPr>
                <a:spLocks noChangeArrowheads="1"/>
              </p:cNvSpPr>
              <p:nvPr/>
            </p:nvSpPr>
            <p:spPr bwMode="auto">
              <a:xfrm>
                <a:off x="4219" y="2355"/>
                <a:ext cx="32" cy="32"/>
              </a:xfrm>
              <a:prstGeom prst="ellipse">
                <a:avLst/>
              </a:prstGeom>
              <a:grpFill/>
              <a:ln w="25400">
                <a:solidFill>
                  <a:schemeClr val="bg1">
                    <a:lumMod val="65000"/>
                  </a:schemeClr>
                </a:solidFill>
                <a:round/>
                <a:headEnd/>
                <a:tailEnd/>
              </a:ln>
            </p:spPr>
            <p:txBody>
              <a:bodyPr/>
              <a:lstStyle/>
              <a:p>
                <a:endParaRPr lang="en-US"/>
              </a:p>
            </p:txBody>
          </p:sp>
          <p:sp>
            <p:nvSpPr>
              <p:cNvPr id="104183" name="Oval 610">
                <a:extLst>
                  <a:ext uri="{FF2B5EF4-FFF2-40B4-BE49-F238E27FC236}">
                    <a16:creationId xmlns:a16="http://schemas.microsoft.com/office/drawing/2014/main" id="{42F91DCF-B96B-6D91-E794-3B28EC1DFCB9}"/>
                  </a:ext>
                </a:extLst>
              </p:cNvPr>
              <p:cNvSpPr>
                <a:spLocks noChangeArrowheads="1"/>
              </p:cNvSpPr>
              <p:nvPr/>
            </p:nvSpPr>
            <p:spPr bwMode="auto">
              <a:xfrm>
                <a:off x="4211" y="2666"/>
                <a:ext cx="32" cy="32"/>
              </a:xfrm>
              <a:prstGeom prst="ellipse">
                <a:avLst/>
              </a:prstGeom>
              <a:grpFill/>
              <a:ln w="9525">
                <a:solidFill>
                  <a:schemeClr val="bg1">
                    <a:lumMod val="65000"/>
                  </a:schemeClr>
                </a:solidFill>
                <a:round/>
                <a:headEnd/>
                <a:tailEnd/>
              </a:ln>
            </p:spPr>
            <p:txBody>
              <a:bodyPr/>
              <a:lstStyle/>
              <a:p>
                <a:endParaRPr lang="en-US"/>
              </a:p>
            </p:txBody>
          </p:sp>
          <p:sp>
            <p:nvSpPr>
              <p:cNvPr id="104184" name="Oval 611">
                <a:extLst>
                  <a:ext uri="{FF2B5EF4-FFF2-40B4-BE49-F238E27FC236}">
                    <a16:creationId xmlns:a16="http://schemas.microsoft.com/office/drawing/2014/main" id="{04C9832F-24A3-56EE-7170-08E7E097A70C}"/>
                  </a:ext>
                </a:extLst>
              </p:cNvPr>
              <p:cNvSpPr>
                <a:spLocks noChangeArrowheads="1"/>
              </p:cNvSpPr>
              <p:nvPr/>
            </p:nvSpPr>
            <p:spPr bwMode="auto">
              <a:xfrm>
                <a:off x="4211" y="2666"/>
                <a:ext cx="32" cy="32"/>
              </a:xfrm>
              <a:prstGeom prst="ellipse">
                <a:avLst/>
              </a:prstGeom>
              <a:grpFill/>
              <a:ln w="25400">
                <a:solidFill>
                  <a:schemeClr val="bg1">
                    <a:lumMod val="65000"/>
                  </a:schemeClr>
                </a:solidFill>
                <a:round/>
                <a:headEnd/>
                <a:tailEnd/>
              </a:ln>
            </p:spPr>
            <p:txBody>
              <a:bodyPr/>
              <a:lstStyle/>
              <a:p>
                <a:endParaRPr lang="en-US"/>
              </a:p>
            </p:txBody>
          </p:sp>
          <p:sp>
            <p:nvSpPr>
              <p:cNvPr id="104185" name="Oval 612">
                <a:extLst>
                  <a:ext uri="{FF2B5EF4-FFF2-40B4-BE49-F238E27FC236}">
                    <a16:creationId xmlns:a16="http://schemas.microsoft.com/office/drawing/2014/main" id="{B8076D5D-1E03-711D-7350-06C4E394CA50}"/>
                  </a:ext>
                </a:extLst>
              </p:cNvPr>
              <p:cNvSpPr>
                <a:spLocks noChangeArrowheads="1"/>
              </p:cNvSpPr>
              <p:nvPr/>
            </p:nvSpPr>
            <p:spPr bwMode="auto">
              <a:xfrm>
                <a:off x="4203" y="2969"/>
                <a:ext cx="40" cy="32"/>
              </a:xfrm>
              <a:prstGeom prst="ellipse">
                <a:avLst/>
              </a:prstGeom>
              <a:grpFill/>
              <a:ln w="9525">
                <a:solidFill>
                  <a:schemeClr val="bg1">
                    <a:lumMod val="65000"/>
                  </a:schemeClr>
                </a:solidFill>
                <a:round/>
                <a:headEnd/>
                <a:tailEnd/>
              </a:ln>
            </p:spPr>
            <p:txBody>
              <a:bodyPr/>
              <a:lstStyle/>
              <a:p>
                <a:endParaRPr lang="en-US"/>
              </a:p>
            </p:txBody>
          </p:sp>
          <p:sp>
            <p:nvSpPr>
              <p:cNvPr id="104186" name="Oval 613">
                <a:extLst>
                  <a:ext uri="{FF2B5EF4-FFF2-40B4-BE49-F238E27FC236}">
                    <a16:creationId xmlns:a16="http://schemas.microsoft.com/office/drawing/2014/main" id="{14880E3D-C808-6F29-45E1-732378DCBA09}"/>
                  </a:ext>
                </a:extLst>
              </p:cNvPr>
              <p:cNvSpPr>
                <a:spLocks noChangeArrowheads="1"/>
              </p:cNvSpPr>
              <p:nvPr/>
            </p:nvSpPr>
            <p:spPr bwMode="auto">
              <a:xfrm>
                <a:off x="4203" y="2969"/>
                <a:ext cx="40" cy="32"/>
              </a:xfrm>
              <a:prstGeom prst="ellipse">
                <a:avLst/>
              </a:prstGeom>
              <a:grpFill/>
              <a:ln w="25400">
                <a:solidFill>
                  <a:schemeClr val="bg1">
                    <a:lumMod val="65000"/>
                  </a:schemeClr>
                </a:solidFill>
                <a:round/>
                <a:headEnd/>
                <a:tailEnd/>
              </a:ln>
            </p:spPr>
            <p:txBody>
              <a:bodyPr/>
              <a:lstStyle/>
              <a:p>
                <a:endParaRPr lang="en-US"/>
              </a:p>
            </p:txBody>
          </p:sp>
        </p:grpSp>
        <p:grpSp>
          <p:nvGrpSpPr>
            <p:cNvPr id="103566" name="Group 614">
              <a:extLst>
                <a:ext uri="{FF2B5EF4-FFF2-40B4-BE49-F238E27FC236}">
                  <a16:creationId xmlns:a16="http://schemas.microsoft.com/office/drawing/2014/main" id="{1F7EB6CE-A769-41DE-B177-5B9917B3EA35}"/>
                </a:ext>
              </a:extLst>
            </p:cNvPr>
            <p:cNvGrpSpPr>
              <a:grpSpLocks/>
            </p:cNvGrpSpPr>
            <p:nvPr/>
          </p:nvGrpSpPr>
          <p:grpSpPr bwMode="auto">
            <a:xfrm>
              <a:off x="3317" y="2076"/>
              <a:ext cx="431" cy="284"/>
              <a:chOff x="3317" y="2076"/>
              <a:chExt cx="431" cy="284"/>
            </a:xfrm>
            <a:grpFill/>
          </p:grpSpPr>
          <p:sp>
            <p:nvSpPr>
              <p:cNvPr id="104175" name="Freeform 615">
                <a:extLst>
                  <a:ext uri="{FF2B5EF4-FFF2-40B4-BE49-F238E27FC236}">
                    <a16:creationId xmlns:a16="http://schemas.microsoft.com/office/drawing/2014/main" id="{A140830D-03B9-CCCF-E541-4D6493BDA475}"/>
                  </a:ext>
                </a:extLst>
              </p:cNvPr>
              <p:cNvSpPr>
                <a:spLocks/>
              </p:cNvSpPr>
              <p:nvPr/>
            </p:nvSpPr>
            <p:spPr bwMode="auto">
              <a:xfrm>
                <a:off x="3620" y="2076"/>
                <a:ext cx="128" cy="104"/>
              </a:xfrm>
              <a:custGeom>
                <a:avLst/>
                <a:gdLst>
                  <a:gd name="T0" fmla="*/ 128 w 128"/>
                  <a:gd name="T1" fmla="*/ 0 h 104"/>
                  <a:gd name="T2" fmla="*/ 40 w 128"/>
                  <a:gd name="T3" fmla="*/ 104 h 104"/>
                  <a:gd name="T4" fmla="*/ 16 w 128"/>
                  <a:gd name="T5" fmla="*/ 72 h 104"/>
                  <a:gd name="T6" fmla="*/ 0 w 128"/>
                  <a:gd name="T7" fmla="*/ 48 h 104"/>
                  <a:gd name="T8" fmla="*/ 128 w 128"/>
                  <a:gd name="T9" fmla="*/ 0 h 104"/>
                  <a:gd name="T10" fmla="*/ 0 60000 65536"/>
                  <a:gd name="T11" fmla="*/ 0 60000 65536"/>
                  <a:gd name="T12" fmla="*/ 0 60000 65536"/>
                  <a:gd name="T13" fmla="*/ 0 60000 65536"/>
                  <a:gd name="T14" fmla="*/ 0 60000 65536"/>
                  <a:gd name="T15" fmla="*/ 0 w 128"/>
                  <a:gd name="T16" fmla="*/ 0 h 104"/>
                  <a:gd name="T17" fmla="*/ 128 w 128"/>
                  <a:gd name="T18" fmla="*/ 104 h 104"/>
                </a:gdLst>
                <a:ahLst/>
                <a:cxnLst>
                  <a:cxn ang="T10">
                    <a:pos x="T0" y="T1"/>
                  </a:cxn>
                  <a:cxn ang="T11">
                    <a:pos x="T2" y="T3"/>
                  </a:cxn>
                  <a:cxn ang="T12">
                    <a:pos x="T4" y="T5"/>
                  </a:cxn>
                  <a:cxn ang="T13">
                    <a:pos x="T6" y="T7"/>
                  </a:cxn>
                  <a:cxn ang="T14">
                    <a:pos x="T8" y="T9"/>
                  </a:cxn>
                </a:cxnLst>
                <a:rect l="T15" t="T16" r="T17" b="T18"/>
                <a:pathLst>
                  <a:path w="128" h="104">
                    <a:moveTo>
                      <a:pt x="128" y="0"/>
                    </a:moveTo>
                    <a:lnTo>
                      <a:pt x="40" y="104"/>
                    </a:lnTo>
                    <a:lnTo>
                      <a:pt x="16" y="72"/>
                    </a:lnTo>
                    <a:lnTo>
                      <a:pt x="0" y="48"/>
                    </a:lnTo>
                    <a:lnTo>
                      <a:pt x="128" y="0"/>
                    </a:lnTo>
                    <a:close/>
                  </a:path>
                </a:pathLst>
              </a:custGeom>
              <a:grpFill/>
              <a:ln w="9525">
                <a:solidFill>
                  <a:schemeClr val="bg1">
                    <a:lumMod val="65000"/>
                  </a:schemeClr>
                </a:solidFill>
                <a:round/>
                <a:headEnd/>
                <a:tailEnd/>
              </a:ln>
            </p:spPr>
            <p:txBody>
              <a:bodyPr/>
              <a:lstStyle/>
              <a:p>
                <a:endParaRPr lang="en-US"/>
              </a:p>
            </p:txBody>
          </p:sp>
          <p:sp>
            <p:nvSpPr>
              <p:cNvPr id="104176" name="Line 616">
                <a:extLst>
                  <a:ext uri="{FF2B5EF4-FFF2-40B4-BE49-F238E27FC236}">
                    <a16:creationId xmlns:a16="http://schemas.microsoft.com/office/drawing/2014/main" id="{C332AC51-F9A4-A676-18D5-E573FBE51CCB}"/>
                  </a:ext>
                </a:extLst>
              </p:cNvPr>
              <p:cNvSpPr>
                <a:spLocks noChangeShapeType="1"/>
              </p:cNvSpPr>
              <p:nvPr/>
            </p:nvSpPr>
            <p:spPr bwMode="auto">
              <a:xfrm flipV="1">
                <a:off x="3317" y="2143"/>
                <a:ext cx="327" cy="217"/>
              </a:xfrm>
              <a:prstGeom prst="line">
                <a:avLst/>
              </a:prstGeom>
              <a:grpFill/>
              <a:ln w="25400">
                <a:solidFill>
                  <a:schemeClr val="bg1">
                    <a:lumMod val="65000"/>
                  </a:schemeClr>
                </a:solidFill>
                <a:round/>
                <a:headEnd/>
                <a:tailEnd/>
              </a:ln>
            </p:spPr>
            <p:txBody>
              <a:bodyPr/>
              <a:lstStyle/>
              <a:p>
                <a:endParaRPr lang="en-US"/>
              </a:p>
            </p:txBody>
          </p:sp>
        </p:grpSp>
        <p:grpSp>
          <p:nvGrpSpPr>
            <p:cNvPr id="103567" name="Group 617">
              <a:extLst>
                <a:ext uri="{FF2B5EF4-FFF2-40B4-BE49-F238E27FC236}">
                  <a16:creationId xmlns:a16="http://schemas.microsoft.com/office/drawing/2014/main" id="{0409E5F4-65A8-7761-AD98-1F6254956368}"/>
                </a:ext>
              </a:extLst>
            </p:cNvPr>
            <p:cNvGrpSpPr>
              <a:grpSpLocks/>
            </p:cNvGrpSpPr>
            <p:nvPr/>
          </p:nvGrpSpPr>
          <p:grpSpPr bwMode="auto">
            <a:xfrm>
              <a:off x="3325" y="1733"/>
              <a:ext cx="415" cy="56"/>
              <a:chOff x="3325" y="1733"/>
              <a:chExt cx="415" cy="56"/>
            </a:xfrm>
            <a:grpFill/>
          </p:grpSpPr>
          <p:sp>
            <p:nvSpPr>
              <p:cNvPr id="104167" name="Freeform 618">
                <a:extLst>
                  <a:ext uri="{FF2B5EF4-FFF2-40B4-BE49-F238E27FC236}">
                    <a16:creationId xmlns:a16="http://schemas.microsoft.com/office/drawing/2014/main" id="{DB928DD1-D2B7-C010-BA8D-55E521735339}"/>
                  </a:ext>
                </a:extLst>
              </p:cNvPr>
              <p:cNvSpPr>
                <a:spLocks/>
              </p:cNvSpPr>
              <p:nvPr/>
            </p:nvSpPr>
            <p:spPr bwMode="auto">
              <a:xfrm>
                <a:off x="3628" y="1733"/>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lumMod val="65000"/>
                  </a:schemeClr>
                </a:solidFill>
                <a:round/>
                <a:headEnd/>
                <a:tailEnd/>
              </a:ln>
            </p:spPr>
            <p:txBody>
              <a:bodyPr/>
              <a:lstStyle/>
              <a:p>
                <a:endParaRPr lang="en-US"/>
              </a:p>
            </p:txBody>
          </p:sp>
          <p:grpSp>
            <p:nvGrpSpPr>
              <p:cNvPr id="104168" name="Group 619">
                <a:extLst>
                  <a:ext uri="{FF2B5EF4-FFF2-40B4-BE49-F238E27FC236}">
                    <a16:creationId xmlns:a16="http://schemas.microsoft.com/office/drawing/2014/main" id="{19D5FFDC-D5B4-3D26-CD32-AABE904C2F07}"/>
                  </a:ext>
                </a:extLst>
              </p:cNvPr>
              <p:cNvGrpSpPr>
                <a:grpSpLocks/>
              </p:cNvGrpSpPr>
              <p:nvPr/>
            </p:nvGrpSpPr>
            <p:grpSpPr bwMode="auto">
              <a:xfrm>
                <a:off x="3325" y="1757"/>
                <a:ext cx="295" cy="1"/>
                <a:chOff x="3325" y="1757"/>
                <a:chExt cx="295" cy="1"/>
              </a:xfrm>
              <a:grpFill/>
            </p:grpSpPr>
            <p:sp>
              <p:nvSpPr>
                <p:cNvPr id="104169" name="Line 620">
                  <a:extLst>
                    <a:ext uri="{FF2B5EF4-FFF2-40B4-BE49-F238E27FC236}">
                      <a16:creationId xmlns:a16="http://schemas.microsoft.com/office/drawing/2014/main" id="{6389A133-C06B-BFCF-0C0B-37B6D0D01CA1}"/>
                    </a:ext>
                  </a:extLst>
                </p:cNvPr>
                <p:cNvSpPr>
                  <a:spLocks noChangeShapeType="1"/>
                </p:cNvSpPr>
                <p:nvPr/>
              </p:nvSpPr>
              <p:spPr bwMode="auto">
                <a:xfrm>
                  <a:off x="3325" y="1757"/>
                  <a:ext cx="24" cy="1"/>
                </a:xfrm>
                <a:prstGeom prst="line">
                  <a:avLst/>
                </a:prstGeom>
                <a:grpFill/>
                <a:ln w="12700">
                  <a:solidFill>
                    <a:schemeClr val="bg1">
                      <a:lumMod val="65000"/>
                    </a:schemeClr>
                  </a:solidFill>
                  <a:round/>
                  <a:headEnd/>
                  <a:tailEnd/>
                </a:ln>
              </p:spPr>
              <p:txBody>
                <a:bodyPr/>
                <a:lstStyle/>
                <a:p>
                  <a:endParaRPr lang="en-US"/>
                </a:p>
              </p:txBody>
            </p:sp>
            <p:sp>
              <p:nvSpPr>
                <p:cNvPr id="104170" name="Line 621">
                  <a:extLst>
                    <a:ext uri="{FF2B5EF4-FFF2-40B4-BE49-F238E27FC236}">
                      <a16:creationId xmlns:a16="http://schemas.microsoft.com/office/drawing/2014/main" id="{D50C3590-F15B-1608-8FD1-DF50D72182AD}"/>
                    </a:ext>
                  </a:extLst>
                </p:cNvPr>
                <p:cNvSpPr>
                  <a:spLocks noChangeShapeType="1"/>
                </p:cNvSpPr>
                <p:nvPr/>
              </p:nvSpPr>
              <p:spPr bwMode="auto">
                <a:xfrm>
                  <a:off x="3381" y="1757"/>
                  <a:ext cx="24" cy="1"/>
                </a:xfrm>
                <a:prstGeom prst="line">
                  <a:avLst/>
                </a:prstGeom>
                <a:grpFill/>
                <a:ln w="12700">
                  <a:solidFill>
                    <a:schemeClr val="bg1">
                      <a:lumMod val="65000"/>
                    </a:schemeClr>
                  </a:solidFill>
                  <a:round/>
                  <a:headEnd/>
                  <a:tailEnd/>
                </a:ln>
              </p:spPr>
              <p:txBody>
                <a:bodyPr/>
                <a:lstStyle/>
                <a:p>
                  <a:endParaRPr lang="en-US"/>
                </a:p>
              </p:txBody>
            </p:sp>
            <p:sp>
              <p:nvSpPr>
                <p:cNvPr id="104171" name="Line 622">
                  <a:extLst>
                    <a:ext uri="{FF2B5EF4-FFF2-40B4-BE49-F238E27FC236}">
                      <a16:creationId xmlns:a16="http://schemas.microsoft.com/office/drawing/2014/main" id="{8FAFD839-9EE4-6D71-45BA-46A1BF311437}"/>
                    </a:ext>
                  </a:extLst>
                </p:cNvPr>
                <p:cNvSpPr>
                  <a:spLocks noChangeShapeType="1"/>
                </p:cNvSpPr>
                <p:nvPr/>
              </p:nvSpPr>
              <p:spPr bwMode="auto">
                <a:xfrm>
                  <a:off x="3437" y="1757"/>
                  <a:ext cx="24" cy="1"/>
                </a:xfrm>
                <a:prstGeom prst="line">
                  <a:avLst/>
                </a:prstGeom>
                <a:grpFill/>
                <a:ln w="12700">
                  <a:solidFill>
                    <a:schemeClr val="bg1">
                      <a:lumMod val="65000"/>
                    </a:schemeClr>
                  </a:solidFill>
                  <a:round/>
                  <a:headEnd/>
                  <a:tailEnd/>
                </a:ln>
              </p:spPr>
              <p:txBody>
                <a:bodyPr/>
                <a:lstStyle/>
                <a:p>
                  <a:endParaRPr lang="en-US"/>
                </a:p>
              </p:txBody>
            </p:sp>
            <p:sp>
              <p:nvSpPr>
                <p:cNvPr id="104172" name="Line 623">
                  <a:extLst>
                    <a:ext uri="{FF2B5EF4-FFF2-40B4-BE49-F238E27FC236}">
                      <a16:creationId xmlns:a16="http://schemas.microsoft.com/office/drawing/2014/main" id="{FC456EE5-DBC6-879E-FC7D-EBFD5545A67F}"/>
                    </a:ext>
                  </a:extLst>
                </p:cNvPr>
                <p:cNvSpPr>
                  <a:spLocks noChangeShapeType="1"/>
                </p:cNvSpPr>
                <p:nvPr/>
              </p:nvSpPr>
              <p:spPr bwMode="auto">
                <a:xfrm>
                  <a:off x="3493" y="1757"/>
                  <a:ext cx="23" cy="1"/>
                </a:xfrm>
                <a:prstGeom prst="line">
                  <a:avLst/>
                </a:prstGeom>
                <a:grpFill/>
                <a:ln w="12700">
                  <a:solidFill>
                    <a:schemeClr val="bg1">
                      <a:lumMod val="65000"/>
                    </a:schemeClr>
                  </a:solidFill>
                  <a:round/>
                  <a:headEnd/>
                  <a:tailEnd/>
                </a:ln>
              </p:spPr>
              <p:txBody>
                <a:bodyPr/>
                <a:lstStyle/>
                <a:p>
                  <a:endParaRPr lang="en-US"/>
                </a:p>
              </p:txBody>
            </p:sp>
            <p:sp>
              <p:nvSpPr>
                <p:cNvPr id="104173" name="Line 624">
                  <a:extLst>
                    <a:ext uri="{FF2B5EF4-FFF2-40B4-BE49-F238E27FC236}">
                      <a16:creationId xmlns:a16="http://schemas.microsoft.com/office/drawing/2014/main" id="{A73D671E-F671-C20B-B9A7-7EC0598E6EA3}"/>
                    </a:ext>
                  </a:extLst>
                </p:cNvPr>
                <p:cNvSpPr>
                  <a:spLocks noChangeShapeType="1"/>
                </p:cNvSpPr>
                <p:nvPr/>
              </p:nvSpPr>
              <p:spPr bwMode="auto">
                <a:xfrm>
                  <a:off x="3548" y="1757"/>
                  <a:ext cx="24" cy="1"/>
                </a:xfrm>
                <a:prstGeom prst="line">
                  <a:avLst/>
                </a:prstGeom>
                <a:grpFill/>
                <a:ln w="12700">
                  <a:solidFill>
                    <a:schemeClr val="bg1">
                      <a:lumMod val="65000"/>
                    </a:schemeClr>
                  </a:solidFill>
                  <a:round/>
                  <a:headEnd/>
                  <a:tailEnd/>
                </a:ln>
              </p:spPr>
              <p:txBody>
                <a:bodyPr/>
                <a:lstStyle/>
                <a:p>
                  <a:endParaRPr lang="en-US"/>
                </a:p>
              </p:txBody>
            </p:sp>
            <p:sp>
              <p:nvSpPr>
                <p:cNvPr id="104174" name="Line 625">
                  <a:extLst>
                    <a:ext uri="{FF2B5EF4-FFF2-40B4-BE49-F238E27FC236}">
                      <a16:creationId xmlns:a16="http://schemas.microsoft.com/office/drawing/2014/main" id="{0FBC4C50-DF57-BABF-1C8D-AF2C8289A514}"/>
                    </a:ext>
                  </a:extLst>
                </p:cNvPr>
                <p:cNvSpPr>
                  <a:spLocks noChangeShapeType="1"/>
                </p:cNvSpPr>
                <p:nvPr/>
              </p:nvSpPr>
              <p:spPr bwMode="auto">
                <a:xfrm>
                  <a:off x="3604" y="1757"/>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68" name="Group 626">
              <a:extLst>
                <a:ext uri="{FF2B5EF4-FFF2-40B4-BE49-F238E27FC236}">
                  <a16:creationId xmlns:a16="http://schemas.microsoft.com/office/drawing/2014/main" id="{9956DC84-50C1-1F5A-E686-2169DA58780E}"/>
                </a:ext>
              </a:extLst>
            </p:cNvPr>
            <p:cNvGrpSpPr>
              <a:grpSpLocks/>
            </p:cNvGrpSpPr>
            <p:nvPr/>
          </p:nvGrpSpPr>
          <p:grpSpPr bwMode="auto">
            <a:xfrm>
              <a:off x="3788" y="1733"/>
              <a:ext cx="415" cy="56"/>
              <a:chOff x="3788" y="1733"/>
              <a:chExt cx="415" cy="56"/>
            </a:xfrm>
            <a:grpFill/>
          </p:grpSpPr>
          <p:sp>
            <p:nvSpPr>
              <p:cNvPr id="104159" name="Freeform 627">
                <a:extLst>
                  <a:ext uri="{FF2B5EF4-FFF2-40B4-BE49-F238E27FC236}">
                    <a16:creationId xmlns:a16="http://schemas.microsoft.com/office/drawing/2014/main" id="{A17B7A7C-670B-F724-30C9-29465EF56791}"/>
                  </a:ext>
                </a:extLst>
              </p:cNvPr>
              <p:cNvSpPr>
                <a:spLocks/>
              </p:cNvSpPr>
              <p:nvPr/>
            </p:nvSpPr>
            <p:spPr bwMode="auto">
              <a:xfrm>
                <a:off x="4091" y="1733"/>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lumMod val="65000"/>
                  </a:schemeClr>
                </a:solidFill>
                <a:round/>
                <a:headEnd/>
                <a:tailEnd/>
              </a:ln>
            </p:spPr>
            <p:txBody>
              <a:bodyPr/>
              <a:lstStyle/>
              <a:p>
                <a:endParaRPr lang="en-US"/>
              </a:p>
            </p:txBody>
          </p:sp>
          <p:grpSp>
            <p:nvGrpSpPr>
              <p:cNvPr id="104160" name="Group 628">
                <a:extLst>
                  <a:ext uri="{FF2B5EF4-FFF2-40B4-BE49-F238E27FC236}">
                    <a16:creationId xmlns:a16="http://schemas.microsoft.com/office/drawing/2014/main" id="{59551A36-C94A-C4B3-96B5-31C267DEC32A}"/>
                  </a:ext>
                </a:extLst>
              </p:cNvPr>
              <p:cNvGrpSpPr>
                <a:grpSpLocks/>
              </p:cNvGrpSpPr>
              <p:nvPr/>
            </p:nvGrpSpPr>
            <p:grpSpPr bwMode="auto">
              <a:xfrm>
                <a:off x="3788" y="1757"/>
                <a:ext cx="295" cy="1"/>
                <a:chOff x="3788" y="1757"/>
                <a:chExt cx="295" cy="1"/>
              </a:xfrm>
              <a:grpFill/>
            </p:grpSpPr>
            <p:sp>
              <p:nvSpPr>
                <p:cNvPr id="104161" name="Line 629">
                  <a:extLst>
                    <a:ext uri="{FF2B5EF4-FFF2-40B4-BE49-F238E27FC236}">
                      <a16:creationId xmlns:a16="http://schemas.microsoft.com/office/drawing/2014/main" id="{A96B83F2-758C-A818-BAAA-09275EA3F06D}"/>
                    </a:ext>
                  </a:extLst>
                </p:cNvPr>
                <p:cNvSpPr>
                  <a:spLocks noChangeShapeType="1"/>
                </p:cNvSpPr>
                <p:nvPr/>
              </p:nvSpPr>
              <p:spPr bwMode="auto">
                <a:xfrm>
                  <a:off x="3788" y="1757"/>
                  <a:ext cx="24" cy="1"/>
                </a:xfrm>
                <a:prstGeom prst="line">
                  <a:avLst/>
                </a:prstGeom>
                <a:grpFill/>
                <a:ln w="12700">
                  <a:solidFill>
                    <a:schemeClr val="bg1">
                      <a:lumMod val="65000"/>
                    </a:schemeClr>
                  </a:solidFill>
                  <a:round/>
                  <a:headEnd/>
                  <a:tailEnd/>
                </a:ln>
              </p:spPr>
              <p:txBody>
                <a:bodyPr/>
                <a:lstStyle/>
                <a:p>
                  <a:endParaRPr lang="en-US"/>
                </a:p>
              </p:txBody>
            </p:sp>
            <p:sp>
              <p:nvSpPr>
                <p:cNvPr id="104162" name="Line 630">
                  <a:extLst>
                    <a:ext uri="{FF2B5EF4-FFF2-40B4-BE49-F238E27FC236}">
                      <a16:creationId xmlns:a16="http://schemas.microsoft.com/office/drawing/2014/main" id="{24C2D8DB-15FC-185D-FB33-E0B4107EBA13}"/>
                    </a:ext>
                  </a:extLst>
                </p:cNvPr>
                <p:cNvSpPr>
                  <a:spLocks noChangeShapeType="1"/>
                </p:cNvSpPr>
                <p:nvPr/>
              </p:nvSpPr>
              <p:spPr bwMode="auto">
                <a:xfrm>
                  <a:off x="3844" y="1757"/>
                  <a:ext cx="24" cy="1"/>
                </a:xfrm>
                <a:prstGeom prst="line">
                  <a:avLst/>
                </a:prstGeom>
                <a:grpFill/>
                <a:ln w="12700">
                  <a:solidFill>
                    <a:schemeClr val="bg1">
                      <a:lumMod val="65000"/>
                    </a:schemeClr>
                  </a:solidFill>
                  <a:round/>
                  <a:headEnd/>
                  <a:tailEnd/>
                </a:ln>
              </p:spPr>
              <p:txBody>
                <a:bodyPr/>
                <a:lstStyle/>
                <a:p>
                  <a:endParaRPr lang="en-US"/>
                </a:p>
              </p:txBody>
            </p:sp>
            <p:sp>
              <p:nvSpPr>
                <p:cNvPr id="104163" name="Line 631">
                  <a:extLst>
                    <a:ext uri="{FF2B5EF4-FFF2-40B4-BE49-F238E27FC236}">
                      <a16:creationId xmlns:a16="http://schemas.microsoft.com/office/drawing/2014/main" id="{908E89EA-97DC-2647-2F3F-AFEEE8BF8217}"/>
                    </a:ext>
                  </a:extLst>
                </p:cNvPr>
                <p:cNvSpPr>
                  <a:spLocks noChangeShapeType="1"/>
                </p:cNvSpPr>
                <p:nvPr/>
              </p:nvSpPr>
              <p:spPr bwMode="auto">
                <a:xfrm>
                  <a:off x="3900" y="1757"/>
                  <a:ext cx="24" cy="1"/>
                </a:xfrm>
                <a:prstGeom prst="line">
                  <a:avLst/>
                </a:prstGeom>
                <a:grpFill/>
                <a:ln w="12700">
                  <a:solidFill>
                    <a:schemeClr val="bg1">
                      <a:lumMod val="65000"/>
                    </a:schemeClr>
                  </a:solidFill>
                  <a:round/>
                  <a:headEnd/>
                  <a:tailEnd/>
                </a:ln>
              </p:spPr>
              <p:txBody>
                <a:bodyPr/>
                <a:lstStyle/>
                <a:p>
                  <a:endParaRPr lang="en-US"/>
                </a:p>
              </p:txBody>
            </p:sp>
            <p:sp>
              <p:nvSpPr>
                <p:cNvPr id="104164" name="Line 632">
                  <a:extLst>
                    <a:ext uri="{FF2B5EF4-FFF2-40B4-BE49-F238E27FC236}">
                      <a16:creationId xmlns:a16="http://schemas.microsoft.com/office/drawing/2014/main" id="{78D1FA1A-1229-5E9C-DA81-360D3D1906B1}"/>
                    </a:ext>
                  </a:extLst>
                </p:cNvPr>
                <p:cNvSpPr>
                  <a:spLocks noChangeShapeType="1"/>
                </p:cNvSpPr>
                <p:nvPr/>
              </p:nvSpPr>
              <p:spPr bwMode="auto">
                <a:xfrm>
                  <a:off x="3956" y="1757"/>
                  <a:ext cx="24" cy="1"/>
                </a:xfrm>
                <a:prstGeom prst="line">
                  <a:avLst/>
                </a:prstGeom>
                <a:grpFill/>
                <a:ln w="12700">
                  <a:solidFill>
                    <a:schemeClr val="bg1">
                      <a:lumMod val="65000"/>
                    </a:schemeClr>
                  </a:solidFill>
                  <a:round/>
                  <a:headEnd/>
                  <a:tailEnd/>
                </a:ln>
              </p:spPr>
              <p:txBody>
                <a:bodyPr/>
                <a:lstStyle/>
                <a:p>
                  <a:endParaRPr lang="en-US"/>
                </a:p>
              </p:txBody>
            </p:sp>
            <p:sp>
              <p:nvSpPr>
                <p:cNvPr id="104165" name="Line 633">
                  <a:extLst>
                    <a:ext uri="{FF2B5EF4-FFF2-40B4-BE49-F238E27FC236}">
                      <a16:creationId xmlns:a16="http://schemas.microsoft.com/office/drawing/2014/main" id="{07D38871-7E47-8EE5-2C45-CA7C384F401B}"/>
                    </a:ext>
                  </a:extLst>
                </p:cNvPr>
                <p:cNvSpPr>
                  <a:spLocks noChangeShapeType="1"/>
                </p:cNvSpPr>
                <p:nvPr/>
              </p:nvSpPr>
              <p:spPr bwMode="auto">
                <a:xfrm>
                  <a:off x="4011" y="1757"/>
                  <a:ext cx="24" cy="1"/>
                </a:xfrm>
                <a:prstGeom prst="line">
                  <a:avLst/>
                </a:prstGeom>
                <a:grpFill/>
                <a:ln w="12700">
                  <a:solidFill>
                    <a:schemeClr val="bg1">
                      <a:lumMod val="65000"/>
                    </a:schemeClr>
                  </a:solidFill>
                  <a:round/>
                  <a:headEnd/>
                  <a:tailEnd/>
                </a:ln>
              </p:spPr>
              <p:txBody>
                <a:bodyPr/>
                <a:lstStyle/>
                <a:p>
                  <a:endParaRPr lang="en-US"/>
                </a:p>
              </p:txBody>
            </p:sp>
            <p:sp>
              <p:nvSpPr>
                <p:cNvPr id="104166" name="Line 634">
                  <a:extLst>
                    <a:ext uri="{FF2B5EF4-FFF2-40B4-BE49-F238E27FC236}">
                      <a16:creationId xmlns:a16="http://schemas.microsoft.com/office/drawing/2014/main" id="{E5915303-61C8-1D04-0671-A46AA206F094}"/>
                    </a:ext>
                  </a:extLst>
                </p:cNvPr>
                <p:cNvSpPr>
                  <a:spLocks noChangeShapeType="1"/>
                </p:cNvSpPr>
                <p:nvPr/>
              </p:nvSpPr>
              <p:spPr bwMode="auto">
                <a:xfrm>
                  <a:off x="4067" y="1757"/>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69" name="Group 635">
              <a:extLst>
                <a:ext uri="{FF2B5EF4-FFF2-40B4-BE49-F238E27FC236}">
                  <a16:creationId xmlns:a16="http://schemas.microsoft.com/office/drawing/2014/main" id="{C3B88436-E6F9-C981-4D47-A56D5CE976F3}"/>
                </a:ext>
              </a:extLst>
            </p:cNvPr>
            <p:cNvGrpSpPr>
              <a:grpSpLocks/>
            </p:cNvGrpSpPr>
            <p:nvPr/>
          </p:nvGrpSpPr>
          <p:grpSpPr bwMode="auto">
            <a:xfrm>
              <a:off x="3325" y="2044"/>
              <a:ext cx="423" cy="56"/>
              <a:chOff x="3325" y="2044"/>
              <a:chExt cx="423" cy="56"/>
            </a:xfrm>
            <a:grpFill/>
          </p:grpSpPr>
          <p:sp>
            <p:nvSpPr>
              <p:cNvPr id="104151" name="Freeform 636">
                <a:extLst>
                  <a:ext uri="{FF2B5EF4-FFF2-40B4-BE49-F238E27FC236}">
                    <a16:creationId xmlns:a16="http://schemas.microsoft.com/office/drawing/2014/main" id="{85BC48AB-717F-B34D-846A-4539A4103EA5}"/>
                  </a:ext>
                </a:extLst>
              </p:cNvPr>
              <p:cNvSpPr>
                <a:spLocks/>
              </p:cNvSpPr>
              <p:nvPr/>
            </p:nvSpPr>
            <p:spPr bwMode="auto">
              <a:xfrm>
                <a:off x="3628" y="2044"/>
                <a:ext cx="120" cy="56"/>
              </a:xfrm>
              <a:custGeom>
                <a:avLst/>
                <a:gdLst>
                  <a:gd name="T0" fmla="*/ 120 w 120"/>
                  <a:gd name="T1" fmla="*/ 24 h 56"/>
                  <a:gd name="T2" fmla="*/ 0 w 120"/>
                  <a:gd name="T3" fmla="*/ 56 h 56"/>
                  <a:gd name="T4" fmla="*/ 0 w 120"/>
                  <a:gd name="T5" fmla="*/ 24 h 56"/>
                  <a:gd name="T6" fmla="*/ 0 w 120"/>
                  <a:gd name="T7" fmla="*/ 0 h 56"/>
                  <a:gd name="T8" fmla="*/ 120 w 120"/>
                  <a:gd name="T9" fmla="*/ 24 h 56"/>
                  <a:gd name="T10" fmla="*/ 0 60000 65536"/>
                  <a:gd name="T11" fmla="*/ 0 60000 65536"/>
                  <a:gd name="T12" fmla="*/ 0 60000 65536"/>
                  <a:gd name="T13" fmla="*/ 0 60000 65536"/>
                  <a:gd name="T14" fmla="*/ 0 60000 65536"/>
                  <a:gd name="T15" fmla="*/ 0 w 120"/>
                  <a:gd name="T16" fmla="*/ 0 h 56"/>
                  <a:gd name="T17" fmla="*/ 120 w 120"/>
                  <a:gd name="T18" fmla="*/ 56 h 56"/>
                </a:gdLst>
                <a:ahLst/>
                <a:cxnLst>
                  <a:cxn ang="T10">
                    <a:pos x="T0" y="T1"/>
                  </a:cxn>
                  <a:cxn ang="T11">
                    <a:pos x="T2" y="T3"/>
                  </a:cxn>
                  <a:cxn ang="T12">
                    <a:pos x="T4" y="T5"/>
                  </a:cxn>
                  <a:cxn ang="T13">
                    <a:pos x="T6" y="T7"/>
                  </a:cxn>
                  <a:cxn ang="T14">
                    <a:pos x="T8" y="T9"/>
                  </a:cxn>
                </a:cxnLst>
                <a:rect l="T15" t="T16" r="T17" b="T18"/>
                <a:pathLst>
                  <a:path w="120" h="56">
                    <a:moveTo>
                      <a:pt x="120" y="24"/>
                    </a:moveTo>
                    <a:lnTo>
                      <a:pt x="0" y="56"/>
                    </a:lnTo>
                    <a:lnTo>
                      <a:pt x="0" y="24"/>
                    </a:lnTo>
                    <a:lnTo>
                      <a:pt x="0" y="0"/>
                    </a:lnTo>
                    <a:lnTo>
                      <a:pt x="120" y="24"/>
                    </a:lnTo>
                    <a:close/>
                  </a:path>
                </a:pathLst>
              </a:custGeom>
              <a:grpFill/>
              <a:ln w="9525">
                <a:solidFill>
                  <a:schemeClr val="bg1">
                    <a:lumMod val="65000"/>
                  </a:schemeClr>
                </a:solidFill>
                <a:round/>
                <a:headEnd/>
                <a:tailEnd/>
              </a:ln>
            </p:spPr>
            <p:txBody>
              <a:bodyPr/>
              <a:lstStyle/>
              <a:p>
                <a:endParaRPr lang="en-US"/>
              </a:p>
            </p:txBody>
          </p:sp>
          <p:grpSp>
            <p:nvGrpSpPr>
              <p:cNvPr id="104152" name="Group 637">
                <a:extLst>
                  <a:ext uri="{FF2B5EF4-FFF2-40B4-BE49-F238E27FC236}">
                    <a16:creationId xmlns:a16="http://schemas.microsoft.com/office/drawing/2014/main" id="{FA5A9BDD-7D13-6D4B-F2A2-1F38100B9CD3}"/>
                  </a:ext>
                </a:extLst>
              </p:cNvPr>
              <p:cNvGrpSpPr>
                <a:grpSpLocks/>
              </p:cNvGrpSpPr>
              <p:nvPr/>
            </p:nvGrpSpPr>
            <p:grpSpPr bwMode="auto">
              <a:xfrm>
                <a:off x="3325" y="2068"/>
                <a:ext cx="295" cy="1"/>
                <a:chOff x="3325" y="2068"/>
                <a:chExt cx="295" cy="1"/>
              </a:xfrm>
              <a:grpFill/>
            </p:grpSpPr>
            <p:sp>
              <p:nvSpPr>
                <p:cNvPr id="104153" name="Line 638">
                  <a:extLst>
                    <a:ext uri="{FF2B5EF4-FFF2-40B4-BE49-F238E27FC236}">
                      <a16:creationId xmlns:a16="http://schemas.microsoft.com/office/drawing/2014/main" id="{44AD7BFB-125F-E953-FDD7-26A840311216}"/>
                    </a:ext>
                  </a:extLst>
                </p:cNvPr>
                <p:cNvSpPr>
                  <a:spLocks noChangeShapeType="1"/>
                </p:cNvSpPr>
                <p:nvPr/>
              </p:nvSpPr>
              <p:spPr bwMode="auto">
                <a:xfrm>
                  <a:off x="3325" y="2068"/>
                  <a:ext cx="24" cy="1"/>
                </a:xfrm>
                <a:prstGeom prst="line">
                  <a:avLst/>
                </a:prstGeom>
                <a:grpFill/>
                <a:ln w="12700">
                  <a:solidFill>
                    <a:schemeClr val="bg1">
                      <a:lumMod val="65000"/>
                    </a:schemeClr>
                  </a:solidFill>
                  <a:round/>
                  <a:headEnd/>
                  <a:tailEnd/>
                </a:ln>
              </p:spPr>
              <p:txBody>
                <a:bodyPr/>
                <a:lstStyle/>
                <a:p>
                  <a:endParaRPr lang="en-US"/>
                </a:p>
              </p:txBody>
            </p:sp>
            <p:sp>
              <p:nvSpPr>
                <p:cNvPr id="104154" name="Line 639">
                  <a:extLst>
                    <a:ext uri="{FF2B5EF4-FFF2-40B4-BE49-F238E27FC236}">
                      <a16:creationId xmlns:a16="http://schemas.microsoft.com/office/drawing/2014/main" id="{D2F9D297-51C9-B752-2BFD-B050997F26CF}"/>
                    </a:ext>
                  </a:extLst>
                </p:cNvPr>
                <p:cNvSpPr>
                  <a:spLocks noChangeShapeType="1"/>
                </p:cNvSpPr>
                <p:nvPr/>
              </p:nvSpPr>
              <p:spPr bwMode="auto">
                <a:xfrm>
                  <a:off x="3381" y="2068"/>
                  <a:ext cx="24" cy="1"/>
                </a:xfrm>
                <a:prstGeom prst="line">
                  <a:avLst/>
                </a:prstGeom>
                <a:grpFill/>
                <a:ln w="12700">
                  <a:solidFill>
                    <a:schemeClr val="bg1">
                      <a:lumMod val="65000"/>
                    </a:schemeClr>
                  </a:solidFill>
                  <a:round/>
                  <a:headEnd/>
                  <a:tailEnd/>
                </a:ln>
              </p:spPr>
              <p:txBody>
                <a:bodyPr/>
                <a:lstStyle/>
                <a:p>
                  <a:endParaRPr lang="en-US"/>
                </a:p>
              </p:txBody>
            </p:sp>
            <p:sp>
              <p:nvSpPr>
                <p:cNvPr id="104155" name="Line 640">
                  <a:extLst>
                    <a:ext uri="{FF2B5EF4-FFF2-40B4-BE49-F238E27FC236}">
                      <a16:creationId xmlns:a16="http://schemas.microsoft.com/office/drawing/2014/main" id="{EDB77C20-DF70-E893-C749-4B7B3A9F3926}"/>
                    </a:ext>
                  </a:extLst>
                </p:cNvPr>
                <p:cNvSpPr>
                  <a:spLocks noChangeShapeType="1"/>
                </p:cNvSpPr>
                <p:nvPr/>
              </p:nvSpPr>
              <p:spPr bwMode="auto">
                <a:xfrm>
                  <a:off x="3437" y="2068"/>
                  <a:ext cx="24" cy="1"/>
                </a:xfrm>
                <a:prstGeom prst="line">
                  <a:avLst/>
                </a:prstGeom>
                <a:grpFill/>
                <a:ln w="12700">
                  <a:solidFill>
                    <a:schemeClr val="bg1">
                      <a:lumMod val="65000"/>
                    </a:schemeClr>
                  </a:solidFill>
                  <a:round/>
                  <a:headEnd/>
                  <a:tailEnd/>
                </a:ln>
              </p:spPr>
              <p:txBody>
                <a:bodyPr/>
                <a:lstStyle/>
                <a:p>
                  <a:endParaRPr lang="en-US"/>
                </a:p>
              </p:txBody>
            </p:sp>
            <p:sp>
              <p:nvSpPr>
                <p:cNvPr id="104156" name="Line 641">
                  <a:extLst>
                    <a:ext uri="{FF2B5EF4-FFF2-40B4-BE49-F238E27FC236}">
                      <a16:creationId xmlns:a16="http://schemas.microsoft.com/office/drawing/2014/main" id="{EA236127-0732-9A6F-ACEB-0F0823009B93}"/>
                    </a:ext>
                  </a:extLst>
                </p:cNvPr>
                <p:cNvSpPr>
                  <a:spLocks noChangeShapeType="1"/>
                </p:cNvSpPr>
                <p:nvPr/>
              </p:nvSpPr>
              <p:spPr bwMode="auto">
                <a:xfrm>
                  <a:off x="3493" y="2068"/>
                  <a:ext cx="23" cy="1"/>
                </a:xfrm>
                <a:prstGeom prst="line">
                  <a:avLst/>
                </a:prstGeom>
                <a:grpFill/>
                <a:ln w="12700">
                  <a:solidFill>
                    <a:schemeClr val="bg1">
                      <a:lumMod val="65000"/>
                    </a:schemeClr>
                  </a:solidFill>
                  <a:round/>
                  <a:headEnd/>
                  <a:tailEnd/>
                </a:ln>
              </p:spPr>
              <p:txBody>
                <a:bodyPr/>
                <a:lstStyle/>
                <a:p>
                  <a:endParaRPr lang="en-US"/>
                </a:p>
              </p:txBody>
            </p:sp>
            <p:sp>
              <p:nvSpPr>
                <p:cNvPr id="104157" name="Line 642">
                  <a:extLst>
                    <a:ext uri="{FF2B5EF4-FFF2-40B4-BE49-F238E27FC236}">
                      <a16:creationId xmlns:a16="http://schemas.microsoft.com/office/drawing/2014/main" id="{F15EAF3A-AFB5-5F48-AD86-021447FA695B}"/>
                    </a:ext>
                  </a:extLst>
                </p:cNvPr>
                <p:cNvSpPr>
                  <a:spLocks noChangeShapeType="1"/>
                </p:cNvSpPr>
                <p:nvPr/>
              </p:nvSpPr>
              <p:spPr bwMode="auto">
                <a:xfrm>
                  <a:off x="3548" y="2068"/>
                  <a:ext cx="24" cy="1"/>
                </a:xfrm>
                <a:prstGeom prst="line">
                  <a:avLst/>
                </a:prstGeom>
                <a:grpFill/>
                <a:ln w="12700">
                  <a:solidFill>
                    <a:schemeClr val="bg1">
                      <a:lumMod val="65000"/>
                    </a:schemeClr>
                  </a:solidFill>
                  <a:round/>
                  <a:headEnd/>
                  <a:tailEnd/>
                </a:ln>
              </p:spPr>
              <p:txBody>
                <a:bodyPr/>
                <a:lstStyle/>
                <a:p>
                  <a:endParaRPr lang="en-US"/>
                </a:p>
              </p:txBody>
            </p:sp>
            <p:sp>
              <p:nvSpPr>
                <p:cNvPr id="104158" name="Line 643">
                  <a:extLst>
                    <a:ext uri="{FF2B5EF4-FFF2-40B4-BE49-F238E27FC236}">
                      <a16:creationId xmlns:a16="http://schemas.microsoft.com/office/drawing/2014/main" id="{A18220D5-9D0D-F6D9-4568-2C35AEA536C4}"/>
                    </a:ext>
                  </a:extLst>
                </p:cNvPr>
                <p:cNvSpPr>
                  <a:spLocks noChangeShapeType="1"/>
                </p:cNvSpPr>
                <p:nvPr/>
              </p:nvSpPr>
              <p:spPr bwMode="auto">
                <a:xfrm>
                  <a:off x="3604" y="2068"/>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70" name="Group 644">
              <a:extLst>
                <a:ext uri="{FF2B5EF4-FFF2-40B4-BE49-F238E27FC236}">
                  <a16:creationId xmlns:a16="http://schemas.microsoft.com/office/drawing/2014/main" id="{52E4FA3D-9FEF-618C-58D2-EF4F2D00EC08}"/>
                </a:ext>
              </a:extLst>
            </p:cNvPr>
            <p:cNvGrpSpPr>
              <a:grpSpLocks/>
            </p:cNvGrpSpPr>
            <p:nvPr/>
          </p:nvGrpSpPr>
          <p:grpSpPr bwMode="auto">
            <a:xfrm>
              <a:off x="3796" y="2036"/>
              <a:ext cx="415" cy="56"/>
              <a:chOff x="3796" y="2036"/>
              <a:chExt cx="415" cy="56"/>
            </a:xfrm>
            <a:grpFill/>
          </p:grpSpPr>
          <p:sp>
            <p:nvSpPr>
              <p:cNvPr id="104143" name="Freeform 645">
                <a:extLst>
                  <a:ext uri="{FF2B5EF4-FFF2-40B4-BE49-F238E27FC236}">
                    <a16:creationId xmlns:a16="http://schemas.microsoft.com/office/drawing/2014/main" id="{529F8930-67A0-0EF9-A402-A526010F1305}"/>
                  </a:ext>
                </a:extLst>
              </p:cNvPr>
              <p:cNvSpPr>
                <a:spLocks/>
              </p:cNvSpPr>
              <p:nvPr/>
            </p:nvSpPr>
            <p:spPr bwMode="auto">
              <a:xfrm>
                <a:off x="4099"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4144" name="Group 646">
                <a:extLst>
                  <a:ext uri="{FF2B5EF4-FFF2-40B4-BE49-F238E27FC236}">
                    <a16:creationId xmlns:a16="http://schemas.microsoft.com/office/drawing/2014/main" id="{3D65FF00-2F50-4C2F-9F20-14E798A26382}"/>
                  </a:ext>
                </a:extLst>
              </p:cNvPr>
              <p:cNvGrpSpPr>
                <a:grpSpLocks/>
              </p:cNvGrpSpPr>
              <p:nvPr/>
            </p:nvGrpSpPr>
            <p:grpSpPr bwMode="auto">
              <a:xfrm>
                <a:off x="3796" y="2068"/>
                <a:ext cx="295" cy="1"/>
                <a:chOff x="3796" y="2068"/>
                <a:chExt cx="295" cy="1"/>
              </a:xfrm>
              <a:grpFill/>
            </p:grpSpPr>
            <p:sp>
              <p:nvSpPr>
                <p:cNvPr id="104145" name="Line 647">
                  <a:extLst>
                    <a:ext uri="{FF2B5EF4-FFF2-40B4-BE49-F238E27FC236}">
                      <a16:creationId xmlns:a16="http://schemas.microsoft.com/office/drawing/2014/main" id="{51B2A2FF-1B2D-C94E-1558-473746C2D76C}"/>
                    </a:ext>
                  </a:extLst>
                </p:cNvPr>
                <p:cNvSpPr>
                  <a:spLocks noChangeShapeType="1"/>
                </p:cNvSpPr>
                <p:nvPr/>
              </p:nvSpPr>
              <p:spPr bwMode="auto">
                <a:xfrm>
                  <a:off x="3796" y="2068"/>
                  <a:ext cx="24" cy="1"/>
                </a:xfrm>
                <a:prstGeom prst="line">
                  <a:avLst/>
                </a:prstGeom>
                <a:grpFill/>
                <a:ln w="12700">
                  <a:solidFill>
                    <a:schemeClr val="bg1">
                      <a:lumMod val="65000"/>
                    </a:schemeClr>
                  </a:solidFill>
                  <a:round/>
                  <a:headEnd/>
                  <a:tailEnd/>
                </a:ln>
              </p:spPr>
              <p:txBody>
                <a:bodyPr/>
                <a:lstStyle/>
                <a:p>
                  <a:endParaRPr lang="en-US"/>
                </a:p>
              </p:txBody>
            </p:sp>
            <p:sp>
              <p:nvSpPr>
                <p:cNvPr id="104146" name="Line 648">
                  <a:extLst>
                    <a:ext uri="{FF2B5EF4-FFF2-40B4-BE49-F238E27FC236}">
                      <a16:creationId xmlns:a16="http://schemas.microsoft.com/office/drawing/2014/main" id="{E2B6BF40-05AC-76C2-D07F-E40495D91A72}"/>
                    </a:ext>
                  </a:extLst>
                </p:cNvPr>
                <p:cNvSpPr>
                  <a:spLocks noChangeShapeType="1"/>
                </p:cNvSpPr>
                <p:nvPr/>
              </p:nvSpPr>
              <p:spPr bwMode="auto">
                <a:xfrm>
                  <a:off x="3852" y="2068"/>
                  <a:ext cx="24" cy="1"/>
                </a:xfrm>
                <a:prstGeom prst="line">
                  <a:avLst/>
                </a:prstGeom>
                <a:grpFill/>
                <a:ln w="12700">
                  <a:solidFill>
                    <a:schemeClr val="bg1">
                      <a:lumMod val="65000"/>
                    </a:schemeClr>
                  </a:solidFill>
                  <a:round/>
                  <a:headEnd/>
                  <a:tailEnd/>
                </a:ln>
              </p:spPr>
              <p:txBody>
                <a:bodyPr/>
                <a:lstStyle/>
                <a:p>
                  <a:endParaRPr lang="en-US"/>
                </a:p>
              </p:txBody>
            </p:sp>
            <p:sp>
              <p:nvSpPr>
                <p:cNvPr id="104147" name="Line 649">
                  <a:extLst>
                    <a:ext uri="{FF2B5EF4-FFF2-40B4-BE49-F238E27FC236}">
                      <a16:creationId xmlns:a16="http://schemas.microsoft.com/office/drawing/2014/main" id="{6DCEE109-4433-273D-9D5B-22A00F0E78A2}"/>
                    </a:ext>
                  </a:extLst>
                </p:cNvPr>
                <p:cNvSpPr>
                  <a:spLocks noChangeShapeType="1"/>
                </p:cNvSpPr>
                <p:nvPr/>
              </p:nvSpPr>
              <p:spPr bwMode="auto">
                <a:xfrm>
                  <a:off x="3908" y="2068"/>
                  <a:ext cx="24" cy="1"/>
                </a:xfrm>
                <a:prstGeom prst="line">
                  <a:avLst/>
                </a:prstGeom>
                <a:grpFill/>
                <a:ln w="12700">
                  <a:solidFill>
                    <a:schemeClr val="bg1">
                      <a:lumMod val="65000"/>
                    </a:schemeClr>
                  </a:solidFill>
                  <a:round/>
                  <a:headEnd/>
                  <a:tailEnd/>
                </a:ln>
              </p:spPr>
              <p:txBody>
                <a:bodyPr/>
                <a:lstStyle/>
                <a:p>
                  <a:endParaRPr lang="en-US"/>
                </a:p>
              </p:txBody>
            </p:sp>
            <p:sp>
              <p:nvSpPr>
                <p:cNvPr id="104148" name="Line 650">
                  <a:extLst>
                    <a:ext uri="{FF2B5EF4-FFF2-40B4-BE49-F238E27FC236}">
                      <a16:creationId xmlns:a16="http://schemas.microsoft.com/office/drawing/2014/main" id="{1214C7B9-3DCF-FD46-F600-352C3DAD77C0}"/>
                    </a:ext>
                  </a:extLst>
                </p:cNvPr>
                <p:cNvSpPr>
                  <a:spLocks noChangeShapeType="1"/>
                </p:cNvSpPr>
                <p:nvPr/>
              </p:nvSpPr>
              <p:spPr bwMode="auto">
                <a:xfrm>
                  <a:off x="3964" y="2068"/>
                  <a:ext cx="24" cy="1"/>
                </a:xfrm>
                <a:prstGeom prst="line">
                  <a:avLst/>
                </a:prstGeom>
                <a:grpFill/>
                <a:ln w="12700">
                  <a:solidFill>
                    <a:schemeClr val="bg1">
                      <a:lumMod val="65000"/>
                    </a:schemeClr>
                  </a:solidFill>
                  <a:round/>
                  <a:headEnd/>
                  <a:tailEnd/>
                </a:ln>
              </p:spPr>
              <p:txBody>
                <a:bodyPr/>
                <a:lstStyle/>
                <a:p>
                  <a:endParaRPr lang="en-US"/>
                </a:p>
              </p:txBody>
            </p:sp>
            <p:sp>
              <p:nvSpPr>
                <p:cNvPr id="104149" name="Line 651">
                  <a:extLst>
                    <a:ext uri="{FF2B5EF4-FFF2-40B4-BE49-F238E27FC236}">
                      <a16:creationId xmlns:a16="http://schemas.microsoft.com/office/drawing/2014/main" id="{AC9D2012-A241-EAD3-096C-C3A6E8F2B3BD}"/>
                    </a:ext>
                  </a:extLst>
                </p:cNvPr>
                <p:cNvSpPr>
                  <a:spLocks noChangeShapeType="1"/>
                </p:cNvSpPr>
                <p:nvPr/>
              </p:nvSpPr>
              <p:spPr bwMode="auto">
                <a:xfrm>
                  <a:off x="4019" y="2068"/>
                  <a:ext cx="24" cy="1"/>
                </a:xfrm>
                <a:prstGeom prst="line">
                  <a:avLst/>
                </a:prstGeom>
                <a:grpFill/>
                <a:ln w="12700">
                  <a:solidFill>
                    <a:schemeClr val="bg1">
                      <a:lumMod val="65000"/>
                    </a:schemeClr>
                  </a:solidFill>
                  <a:round/>
                  <a:headEnd/>
                  <a:tailEnd/>
                </a:ln>
              </p:spPr>
              <p:txBody>
                <a:bodyPr/>
                <a:lstStyle/>
                <a:p>
                  <a:endParaRPr lang="en-US"/>
                </a:p>
              </p:txBody>
            </p:sp>
            <p:sp>
              <p:nvSpPr>
                <p:cNvPr id="104150" name="Line 652">
                  <a:extLst>
                    <a:ext uri="{FF2B5EF4-FFF2-40B4-BE49-F238E27FC236}">
                      <a16:creationId xmlns:a16="http://schemas.microsoft.com/office/drawing/2014/main" id="{C040307A-3B80-A2B1-7921-C9BC8AC0F1E2}"/>
                    </a:ext>
                  </a:extLst>
                </p:cNvPr>
                <p:cNvSpPr>
                  <a:spLocks noChangeShapeType="1"/>
                </p:cNvSpPr>
                <p:nvPr/>
              </p:nvSpPr>
              <p:spPr bwMode="auto">
                <a:xfrm>
                  <a:off x="4075" y="2068"/>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71" name="Group 653">
              <a:extLst>
                <a:ext uri="{FF2B5EF4-FFF2-40B4-BE49-F238E27FC236}">
                  <a16:creationId xmlns:a16="http://schemas.microsoft.com/office/drawing/2014/main" id="{340A72EC-7F46-D26B-FA31-017DAAE98D39}"/>
                </a:ext>
              </a:extLst>
            </p:cNvPr>
            <p:cNvGrpSpPr>
              <a:grpSpLocks/>
            </p:cNvGrpSpPr>
            <p:nvPr/>
          </p:nvGrpSpPr>
          <p:grpSpPr bwMode="auto">
            <a:xfrm>
              <a:off x="4267" y="2036"/>
              <a:ext cx="415" cy="56"/>
              <a:chOff x="4267" y="2036"/>
              <a:chExt cx="415" cy="56"/>
            </a:xfrm>
            <a:grpFill/>
          </p:grpSpPr>
          <p:sp>
            <p:nvSpPr>
              <p:cNvPr id="104135" name="Freeform 654">
                <a:extLst>
                  <a:ext uri="{FF2B5EF4-FFF2-40B4-BE49-F238E27FC236}">
                    <a16:creationId xmlns:a16="http://schemas.microsoft.com/office/drawing/2014/main" id="{624FD11C-CED7-04A3-10C5-527712ACC697}"/>
                  </a:ext>
                </a:extLst>
              </p:cNvPr>
              <p:cNvSpPr>
                <a:spLocks/>
              </p:cNvSpPr>
              <p:nvPr/>
            </p:nvSpPr>
            <p:spPr bwMode="auto">
              <a:xfrm>
                <a:off x="4570"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4136" name="Group 655">
                <a:extLst>
                  <a:ext uri="{FF2B5EF4-FFF2-40B4-BE49-F238E27FC236}">
                    <a16:creationId xmlns:a16="http://schemas.microsoft.com/office/drawing/2014/main" id="{8B53686D-8B60-119B-FD29-95AFCB6304BC}"/>
                  </a:ext>
                </a:extLst>
              </p:cNvPr>
              <p:cNvGrpSpPr>
                <a:grpSpLocks/>
              </p:cNvGrpSpPr>
              <p:nvPr/>
            </p:nvGrpSpPr>
            <p:grpSpPr bwMode="auto">
              <a:xfrm>
                <a:off x="4267" y="2068"/>
                <a:ext cx="295" cy="1"/>
                <a:chOff x="4267" y="2068"/>
                <a:chExt cx="295" cy="1"/>
              </a:xfrm>
              <a:grpFill/>
            </p:grpSpPr>
            <p:sp>
              <p:nvSpPr>
                <p:cNvPr id="104137" name="Line 656">
                  <a:extLst>
                    <a:ext uri="{FF2B5EF4-FFF2-40B4-BE49-F238E27FC236}">
                      <a16:creationId xmlns:a16="http://schemas.microsoft.com/office/drawing/2014/main" id="{965E1628-921C-C3BA-02B1-ECFA0887F027}"/>
                    </a:ext>
                  </a:extLst>
                </p:cNvPr>
                <p:cNvSpPr>
                  <a:spLocks noChangeShapeType="1"/>
                </p:cNvSpPr>
                <p:nvPr/>
              </p:nvSpPr>
              <p:spPr bwMode="auto">
                <a:xfrm>
                  <a:off x="4267" y="2068"/>
                  <a:ext cx="24" cy="1"/>
                </a:xfrm>
                <a:prstGeom prst="line">
                  <a:avLst/>
                </a:prstGeom>
                <a:grpFill/>
                <a:ln w="12700">
                  <a:solidFill>
                    <a:schemeClr val="bg1">
                      <a:lumMod val="65000"/>
                    </a:schemeClr>
                  </a:solidFill>
                  <a:round/>
                  <a:headEnd/>
                  <a:tailEnd/>
                </a:ln>
              </p:spPr>
              <p:txBody>
                <a:bodyPr/>
                <a:lstStyle/>
                <a:p>
                  <a:endParaRPr lang="en-US"/>
                </a:p>
              </p:txBody>
            </p:sp>
            <p:sp>
              <p:nvSpPr>
                <p:cNvPr id="104138" name="Line 657">
                  <a:extLst>
                    <a:ext uri="{FF2B5EF4-FFF2-40B4-BE49-F238E27FC236}">
                      <a16:creationId xmlns:a16="http://schemas.microsoft.com/office/drawing/2014/main" id="{E2172388-B0EE-05F9-6B34-689C9B4CAEB0}"/>
                    </a:ext>
                  </a:extLst>
                </p:cNvPr>
                <p:cNvSpPr>
                  <a:spLocks noChangeShapeType="1"/>
                </p:cNvSpPr>
                <p:nvPr/>
              </p:nvSpPr>
              <p:spPr bwMode="auto">
                <a:xfrm>
                  <a:off x="4323" y="2068"/>
                  <a:ext cx="24" cy="1"/>
                </a:xfrm>
                <a:prstGeom prst="line">
                  <a:avLst/>
                </a:prstGeom>
                <a:grpFill/>
                <a:ln w="12700">
                  <a:solidFill>
                    <a:schemeClr val="bg1">
                      <a:lumMod val="65000"/>
                    </a:schemeClr>
                  </a:solidFill>
                  <a:round/>
                  <a:headEnd/>
                  <a:tailEnd/>
                </a:ln>
              </p:spPr>
              <p:txBody>
                <a:bodyPr/>
                <a:lstStyle/>
                <a:p>
                  <a:endParaRPr lang="en-US"/>
                </a:p>
              </p:txBody>
            </p:sp>
            <p:sp>
              <p:nvSpPr>
                <p:cNvPr id="104139" name="Line 658">
                  <a:extLst>
                    <a:ext uri="{FF2B5EF4-FFF2-40B4-BE49-F238E27FC236}">
                      <a16:creationId xmlns:a16="http://schemas.microsoft.com/office/drawing/2014/main" id="{615C8E9D-A3C5-B847-994F-E3F850CCF0A7}"/>
                    </a:ext>
                  </a:extLst>
                </p:cNvPr>
                <p:cNvSpPr>
                  <a:spLocks noChangeShapeType="1"/>
                </p:cNvSpPr>
                <p:nvPr/>
              </p:nvSpPr>
              <p:spPr bwMode="auto">
                <a:xfrm>
                  <a:off x="4379" y="2068"/>
                  <a:ext cx="24" cy="1"/>
                </a:xfrm>
                <a:prstGeom prst="line">
                  <a:avLst/>
                </a:prstGeom>
                <a:grpFill/>
                <a:ln w="12700">
                  <a:solidFill>
                    <a:schemeClr val="bg1">
                      <a:lumMod val="65000"/>
                    </a:schemeClr>
                  </a:solidFill>
                  <a:round/>
                  <a:headEnd/>
                  <a:tailEnd/>
                </a:ln>
              </p:spPr>
              <p:txBody>
                <a:bodyPr/>
                <a:lstStyle/>
                <a:p>
                  <a:endParaRPr lang="en-US"/>
                </a:p>
              </p:txBody>
            </p:sp>
            <p:sp>
              <p:nvSpPr>
                <p:cNvPr id="104140" name="Line 659">
                  <a:extLst>
                    <a:ext uri="{FF2B5EF4-FFF2-40B4-BE49-F238E27FC236}">
                      <a16:creationId xmlns:a16="http://schemas.microsoft.com/office/drawing/2014/main" id="{67A71880-10EF-3C63-F646-E1DC85A38007}"/>
                    </a:ext>
                  </a:extLst>
                </p:cNvPr>
                <p:cNvSpPr>
                  <a:spLocks noChangeShapeType="1"/>
                </p:cNvSpPr>
                <p:nvPr/>
              </p:nvSpPr>
              <p:spPr bwMode="auto">
                <a:xfrm>
                  <a:off x="4435" y="2068"/>
                  <a:ext cx="24" cy="1"/>
                </a:xfrm>
                <a:prstGeom prst="line">
                  <a:avLst/>
                </a:prstGeom>
                <a:grpFill/>
                <a:ln w="12700">
                  <a:solidFill>
                    <a:schemeClr val="bg1">
                      <a:lumMod val="65000"/>
                    </a:schemeClr>
                  </a:solidFill>
                  <a:round/>
                  <a:headEnd/>
                  <a:tailEnd/>
                </a:ln>
              </p:spPr>
              <p:txBody>
                <a:bodyPr/>
                <a:lstStyle/>
                <a:p>
                  <a:endParaRPr lang="en-US"/>
                </a:p>
              </p:txBody>
            </p:sp>
            <p:sp>
              <p:nvSpPr>
                <p:cNvPr id="104141" name="Line 660">
                  <a:extLst>
                    <a:ext uri="{FF2B5EF4-FFF2-40B4-BE49-F238E27FC236}">
                      <a16:creationId xmlns:a16="http://schemas.microsoft.com/office/drawing/2014/main" id="{DAEA901C-2006-1B42-6F99-6D1A0B1DE153}"/>
                    </a:ext>
                  </a:extLst>
                </p:cNvPr>
                <p:cNvSpPr>
                  <a:spLocks noChangeShapeType="1"/>
                </p:cNvSpPr>
                <p:nvPr/>
              </p:nvSpPr>
              <p:spPr bwMode="auto">
                <a:xfrm>
                  <a:off x="4491" y="2068"/>
                  <a:ext cx="23" cy="1"/>
                </a:xfrm>
                <a:prstGeom prst="line">
                  <a:avLst/>
                </a:prstGeom>
                <a:grpFill/>
                <a:ln w="12700">
                  <a:solidFill>
                    <a:schemeClr val="bg1">
                      <a:lumMod val="65000"/>
                    </a:schemeClr>
                  </a:solidFill>
                  <a:round/>
                  <a:headEnd/>
                  <a:tailEnd/>
                </a:ln>
              </p:spPr>
              <p:txBody>
                <a:bodyPr/>
                <a:lstStyle/>
                <a:p>
                  <a:endParaRPr lang="en-US"/>
                </a:p>
              </p:txBody>
            </p:sp>
            <p:sp>
              <p:nvSpPr>
                <p:cNvPr id="104142" name="Line 661">
                  <a:extLst>
                    <a:ext uri="{FF2B5EF4-FFF2-40B4-BE49-F238E27FC236}">
                      <a16:creationId xmlns:a16="http://schemas.microsoft.com/office/drawing/2014/main" id="{3149EAD9-52D4-6F84-C404-04681AC624A2}"/>
                    </a:ext>
                  </a:extLst>
                </p:cNvPr>
                <p:cNvSpPr>
                  <a:spLocks noChangeShapeType="1"/>
                </p:cNvSpPr>
                <p:nvPr/>
              </p:nvSpPr>
              <p:spPr bwMode="auto">
                <a:xfrm>
                  <a:off x="4546" y="2068"/>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72" name="Group 662">
              <a:extLst>
                <a:ext uri="{FF2B5EF4-FFF2-40B4-BE49-F238E27FC236}">
                  <a16:creationId xmlns:a16="http://schemas.microsoft.com/office/drawing/2014/main" id="{370FA6B6-4955-6DF6-7B2D-A64AD92F6A10}"/>
                </a:ext>
              </a:extLst>
            </p:cNvPr>
            <p:cNvGrpSpPr>
              <a:grpSpLocks/>
            </p:cNvGrpSpPr>
            <p:nvPr/>
          </p:nvGrpSpPr>
          <p:grpSpPr bwMode="auto">
            <a:xfrm>
              <a:off x="4259" y="2347"/>
              <a:ext cx="415" cy="56"/>
              <a:chOff x="4259" y="2347"/>
              <a:chExt cx="415" cy="56"/>
            </a:xfrm>
            <a:grpFill/>
          </p:grpSpPr>
          <p:sp>
            <p:nvSpPr>
              <p:cNvPr id="104127" name="Freeform 663">
                <a:extLst>
                  <a:ext uri="{FF2B5EF4-FFF2-40B4-BE49-F238E27FC236}">
                    <a16:creationId xmlns:a16="http://schemas.microsoft.com/office/drawing/2014/main" id="{C916DD0B-0134-EF1E-4D69-433E2BB78D2E}"/>
                  </a:ext>
                </a:extLst>
              </p:cNvPr>
              <p:cNvSpPr>
                <a:spLocks/>
              </p:cNvSpPr>
              <p:nvPr/>
            </p:nvSpPr>
            <p:spPr bwMode="auto">
              <a:xfrm>
                <a:off x="4562" y="234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lumMod val="65000"/>
                  </a:schemeClr>
                </a:solidFill>
                <a:round/>
                <a:headEnd/>
                <a:tailEnd/>
              </a:ln>
            </p:spPr>
            <p:txBody>
              <a:bodyPr/>
              <a:lstStyle/>
              <a:p>
                <a:endParaRPr lang="en-US"/>
              </a:p>
            </p:txBody>
          </p:sp>
          <p:grpSp>
            <p:nvGrpSpPr>
              <p:cNvPr id="104128" name="Group 664">
                <a:extLst>
                  <a:ext uri="{FF2B5EF4-FFF2-40B4-BE49-F238E27FC236}">
                    <a16:creationId xmlns:a16="http://schemas.microsoft.com/office/drawing/2014/main" id="{2A43B2B0-A148-5F4A-802F-3C4D53496A9C}"/>
                  </a:ext>
                </a:extLst>
              </p:cNvPr>
              <p:cNvGrpSpPr>
                <a:grpSpLocks/>
              </p:cNvGrpSpPr>
              <p:nvPr/>
            </p:nvGrpSpPr>
            <p:grpSpPr bwMode="auto">
              <a:xfrm>
                <a:off x="4259" y="2371"/>
                <a:ext cx="295" cy="1"/>
                <a:chOff x="4259" y="2371"/>
                <a:chExt cx="295" cy="1"/>
              </a:xfrm>
              <a:grpFill/>
            </p:grpSpPr>
            <p:sp>
              <p:nvSpPr>
                <p:cNvPr id="104129" name="Line 665">
                  <a:extLst>
                    <a:ext uri="{FF2B5EF4-FFF2-40B4-BE49-F238E27FC236}">
                      <a16:creationId xmlns:a16="http://schemas.microsoft.com/office/drawing/2014/main" id="{D2DA33C1-6462-9684-6B9C-F768E24F98F3}"/>
                    </a:ext>
                  </a:extLst>
                </p:cNvPr>
                <p:cNvSpPr>
                  <a:spLocks noChangeShapeType="1"/>
                </p:cNvSpPr>
                <p:nvPr/>
              </p:nvSpPr>
              <p:spPr bwMode="auto">
                <a:xfrm>
                  <a:off x="4259" y="2371"/>
                  <a:ext cx="24" cy="1"/>
                </a:xfrm>
                <a:prstGeom prst="line">
                  <a:avLst/>
                </a:prstGeom>
                <a:grpFill/>
                <a:ln w="12700">
                  <a:solidFill>
                    <a:schemeClr val="bg1">
                      <a:lumMod val="65000"/>
                    </a:schemeClr>
                  </a:solidFill>
                  <a:round/>
                  <a:headEnd/>
                  <a:tailEnd/>
                </a:ln>
              </p:spPr>
              <p:txBody>
                <a:bodyPr/>
                <a:lstStyle/>
                <a:p>
                  <a:endParaRPr lang="en-US"/>
                </a:p>
              </p:txBody>
            </p:sp>
            <p:sp>
              <p:nvSpPr>
                <p:cNvPr id="104130" name="Line 666">
                  <a:extLst>
                    <a:ext uri="{FF2B5EF4-FFF2-40B4-BE49-F238E27FC236}">
                      <a16:creationId xmlns:a16="http://schemas.microsoft.com/office/drawing/2014/main" id="{F76B60DF-00BE-318B-1BC0-D6D41086A14B}"/>
                    </a:ext>
                  </a:extLst>
                </p:cNvPr>
                <p:cNvSpPr>
                  <a:spLocks noChangeShapeType="1"/>
                </p:cNvSpPr>
                <p:nvPr/>
              </p:nvSpPr>
              <p:spPr bwMode="auto">
                <a:xfrm>
                  <a:off x="4315" y="2371"/>
                  <a:ext cx="24" cy="1"/>
                </a:xfrm>
                <a:prstGeom prst="line">
                  <a:avLst/>
                </a:prstGeom>
                <a:grpFill/>
                <a:ln w="12700">
                  <a:solidFill>
                    <a:schemeClr val="bg1">
                      <a:lumMod val="65000"/>
                    </a:schemeClr>
                  </a:solidFill>
                  <a:round/>
                  <a:headEnd/>
                  <a:tailEnd/>
                </a:ln>
              </p:spPr>
              <p:txBody>
                <a:bodyPr/>
                <a:lstStyle/>
                <a:p>
                  <a:endParaRPr lang="en-US"/>
                </a:p>
              </p:txBody>
            </p:sp>
            <p:sp>
              <p:nvSpPr>
                <p:cNvPr id="104131" name="Line 667">
                  <a:extLst>
                    <a:ext uri="{FF2B5EF4-FFF2-40B4-BE49-F238E27FC236}">
                      <a16:creationId xmlns:a16="http://schemas.microsoft.com/office/drawing/2014/main" id="{73CF3DD5-70CC-F1BC-677D-D52C9982DCFB}"/>
                    </a:ext>
                  </a:extLst>
                </p:cNvPr>
                <p:cNvSpPr>
                  <a:spLocks noChangeShapeType="1"/>
                </p:cNvSpPr>
                <p:nvPr/>
              </p:nvSpPr>
              <p:spPr bwMode="auto">
                <a:xfrm>
                  <a:off x="4371" y="2371"/>
                  <a:ext cx="24" cy="1"/>
                </a:xfrm>
                <a:prstGeom prst="line">
                  <a:avLst/>
                </a:prstGeom>
                <a:grpFill/>
                <a:ln w="12700">
                  <a:solidFill>
                    <a:schemeClr val="bg1">
                      <a:lumMod val="65000"/>
                    </a:schemeClr>
                  </a:solidFill>
                  <a:round/>
                  <a:headEnd/>
                  <a:tailEnd/>
                </a:ln>
              </p:spPr>
              <p:txBody>
                <a:bodyPr/>
                <a:lstStyle/>
                <a:p>
                  <a:endParaRPr lang="en-US"/>
                </a:p>
              </p:txBody>
            </p:sp>
            <p:sp>
              <p:nvSpPr>
                <p:cNvPr id="104132" name="Line 668">
                  <a:extLst>
                    <a:ext uri="{FF2B5EF4-FFF2-40B4-BE49-F238E27FC236}">
                      <a16:creationId xmlns:a16="http://schemas.microsoft.com/office/drawing/2014/main" id="{0700F631-0B3F-693C-4F71-88E785033C2E}"/>
                    </a:ext>
                  </a:extLst>
                </p:cNvPr>
                <p:cNvSpPr>
                  <a:spLocks noChangeShapeType="1"/>
                </p:cNvSpPr>
                <p:nvPr/>
              </p:nvSpPr>
              <p:spPr bwMode="auto">
                <a:xfrm>
                  <a:off x="4427" y="2371"/>
                  <a:ext cx="24" cy="1"/>
                </a:xfrm>
                <a:prstGeom prst="line">
                  <a:avLst/>
                </a:prstGeom>
                <a:grpFill/>
                <a:ln w="12700">
                  <a:solidFill>
                    <a:schemeClr val="bg1">
                      <a:lumMod val="65000"/>
                    </a:schemeClr>
                  </a:solidFill>
                  <a:round/>
                  <a:headEnd/>
                  <a:tailEnd/>
                </a:ln>
              </p:spPr>
              <p:txBody>
                <a:bodyPr/>
                <a:lstStyle/>
                <a:p>
                  <a:endParaRPr lang="en-US"/>
                </a:p>
              </p:txBody>
            </p:sp>
            <p:sp>
              <p:nvSpPr>
                <p:cNvPr id="104133" name="Line 669">
                  <a:extLst>
                    <a:ext uri="{FF2B5EF4-FFF2-40B4-BE49-F238E27FC236}">
                      <a16:creationId xmlns:a16="http://schemas.microsoft.com/office/drawing/2014/main" id="{C58D3A3B-E29F-02C2-34F5-AAA1FFCCE8F6}"/>
                    </a:ext>
                  </a:extLst>
                </p:cNvPr>
                <p:cNvSpPr>
                  <a:spLocks noChangeShapeType="1"/>
                </p:cNvSpPr>
                <p:nvPr/>
              </p:nvSpPr>
              <p:spPr bwMode="auto">
                <a:xfrm>
                  <a:off x="4483" y="2371"/>
                  <a:ext cx="23" cy="1"/>
                </a:xfrm>
                <a:prstGeom prst="line">
                  <a:avLst/>
                </a:prstGeom>
                <a:grpFill/>
                <a:ln w="12700">
                  <a:solidFill>
                    <a:schemeClr val="bg1">
                      <a:lumMod val="65000"/>
                    </a:schemeClr>
                  </a:solidFill>
                  <a:round/>
                  <a:headEnd/>
                  <a:tailEnd/>
                </a:ln>
              </p:spPr>
              <p:txBody>
                <a:bodyPr/>
                <a:lstStyle/>
                <a:p>
                  <a:endParaRPr lang="en-US"/>
                </a:p>
              </p:txBody>
            </p:sp>
            <p:sp>
              <p:nvSpPr>
                <p:cNvPr id="104134" name="Line 670">
                  <a:extLst>
                    <a:ext uri="{FF2B5EF4-FFF2-40B4-BE49-F238E27FC236}">
                      <a16:creationId xmlns:a16="http://schemas.microsoft.com/office/drawing/2014/main" id="{95977D5F-14B3-BD4B-BAEF-264622863002}"/>
                    </a:ext>
                  </a:extLst>
                </p:cNvPr>
                <p:cNvSpPr>
                  <a:spLocks noChangeShapeType="1"/>
                </p:cNvSpPr>
                <p:nvPr/>
              </p:nvSpPr>
              <p:spPr bwMode="auto">
                <a:xfrm>
                  <a:off x="4538" y="2371"/>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73" name="Group 671">
              <a:extLst>
                <a:ext uri="{FF2B5EF4-FFF2-40B4-BE49-F238E27FC236}">
                  <a16:creationId xmlns:a16="http://schemas.microsoft.com/office/drawing/2014/main" id="{91969394-3CC1-40F7-D4B9-9147802ED0CA}"/>
                </a:ext>
              </a:extLst>
            </p:cNvPr>
            <p:cNvGrpSpPr>
              <a:grpSpLocks/>
            </p:cNvGrpSpPr>
            <p:nvPr/>
          </p:nvGrpSpPr>
          <p:grpSpPr bwMode="auto">
            <a:xfrm>
              <a:off x="3796" y="2347"/>
              <a:ext cx="415" cy="56"/>
              <a:chOff x="3796" y="2347"/>
              <a:chExt cx="415" cy="56"/>
            </a:xfrm>
            <a:grpFill/>
          </p:grpSpPr>
          <p:sp>
            <p:nvSpPr>
              <p:cNvPr id="104119" name="Freeform 672">
                <a:extLst>
                  <a:ext uri="{FF2B5EF4-FFF2-40B4-BE49-F238E27FC236}">
                    <a16:creationId xmlns:a16="http://schemas.microsoft.com/office/drawing/2014/main" id="{F609DD63-5647-0BE0-3FC1-16A90A7D64B8}"/>
                  </a:ext>
                </a:extLst>
              </p:cNvPr>
              <p:cNvSpPr>
                <a:spLocks/>
              </p:cNvSpPr>
              <p:nvPr/>
            </p:nvSpPr>
            <p:spPr bwMode="auto">
              <a:xfrm>
                <a:off x="4099" y="234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lumMod val="65000"/>
                  </a:schemeClr>
                </a:solidFill>
                <a:round/>
                <a:headEnd/>
                <a:tailEnd/>
              </a:ln>
            </p:spPr>
            <p:txBody>
              <a:bodyPr/>
              <a:lstStyle/>
              <a:p>
                <a:endParaRPr lang="en-US"/>
              </a:p>
            </p:txBody>
          </p:sp>
          <p:grpSp>
            <p:nvGrpSpPr>
              <p:cNvPr id="104120" name="Group 673">
                <a:extLst>
                  <a:ext uri="{FF2B5EF4-FFF2-40B4-BE49-F238E27FC236}">
                    <a16:creationId xmlns:a16="http://schemas.microsoft.com/office/drawing/2014/main" id="{AD68E86C-9D41-78C3-A587-C08EB2480BD4}"/>
                  </a:ext>
                </a:extLst>
              </p:cNvPr>
              <p:cNvGrpSpPr>
                <a:grpSpLocks/>
              </p:cNvGrpSpPr>
              <p:nvPr/>
            </p:nvGrpSpPr>
            <p:grpSpPr bwMode="auto">
              <a:xfrm>
                <a:off x="3796" y="2371"/>
                <a:ext cx="295" cy="1"/>
                <a:chOff x="3796" y="2371"/>
                <a:chExt cx="295" cy="1"/>
              </a:xfrm>
              <a:grpFill/>
            </p:grpSpPr>
            <p:sp>
              <p:nvSpPr>
                <p:cNvPr id="104121" name="Line 674">
                  <a:extLst>
                    <a:ext uri="{FF2B5EF4-FFF2-40B4-BE49-F238E27FC236}">
                      <a16:creationId xmlns:a16="http://schemas.microsoft.com/office/drawing/2014/main" id="{2E5FC414-59BD-5A9B-2A58-5C6B71CC01CC}"/>
                    </a:ext>
                  </a:extLst>
                </p:cNvPr>
                <p:cNvSpPr>
                  <a:spLocks noChangeShapeType="1"/>
                </p:cNvSpPr>
                <p:nvPr/>
              </p:nvSpPr>
              <p:spPr bwMode="auto">
                <a:xfrm>
                  <a:off x="3796" y="2371"/>
                  <a:ext cx="24" cy="1"/>
                </a:xfrm>
                <a:prstGeom prst="line">
                  <a:avLst/>
                </a:prstGeom>
                <a:grpFill/>
                <a:ln w="12700">
                  <a:solidFill>
                    <a:schemeClr val="bg1">
                      <a:lumMod val="65000"/>
                    </a:schemeClr>
                  </a:solidFill>
                  <a:round/>
                  <a:headEnd/>
                  <a:tailEnd/>
                </a:ln>
              </p:spPr>
              <p:txBody>
                <a:bodyPr/>
                <a:lstStyle/>
                <a:p>
                  <a:endParaRPr lang="en-US"/>
                </a:p>
              </p:txBody>
            </p:sp>
            <p:sp>
              <p:nvSpPr>
                <p:cNvPr id="104122" name="Line 675">
                  <a:extLst>
                    <a:ext uri="{FF2B5EF4-FFF2-40B4-BE49-F238E27FC236}">
                      <a16:creationId xmlns:a16="http://schemas.microsoft.com/office/drawing/2014/main" id="{8A04EC15-334F-5BED-C093-2FE7A5BBDA23}"/>
                    </a:ext>
                  </a:extLst>
                </p:cNvPr>
                <p:cNvSpPr>
                  <a:spLocks noChangeShapeType="1"/>
                </p:cNvSpPr>
                <p:nvPr/>
              </p:nvSpPr>
              <p:spPr bwMode="auto">
                <a:xfrm>
                  <a:off x="3852" y="2371"/>
                  <a:ext cx="24" cy="1"/>
                </a:xfrm>
                <a:prstGeom prst="line">
                  <a:avLst/>
                </a:prstGeom>
                <a:grpFill/>
                <a:ln w="12700">
                  <a:solidFill>
                    <a:schemeClr val="bg1">
                      <a:lumMod val="65000"/>
                    </a:schemeClr>
                  </a:solidFill>
                  <a:round/>
                  <a:headEnd/>
                  <a:tailEnd/>
                </a:ln>
              </p:spPr>
              <p:txBody>
                <a:bodyPr/>
                <a:lstStyle/>
                <a:p>
                  <a:endParaRPr lang="en-US"/>
                </a:p>
              </p:txBody>
            </p:sp>
            <p:sp>
              <p:nvSpPr>
                <p:cNvPr id="104123" name="Line 676">
                  <a:extLst>
                    <a:ext uri="{FF2B5EF4-FFF2-40B4-BE49-F238E27FC236}">
                      <a16:creationId xmlns:a16="http://schemas.microsoft.com/office/drawing/2014/main" id="{F3B8D4AA-9DC9-AC26-C491-5661DD52D0A8}"/>
                    </a:ext>
                  </a:extLst>
                </p:cNvPr>
                <p:cNvSpPr>
                  <a:spLocks noChangeShapeType="1"/>
                </p:cNvSpPr>
                <p:nvPr/>
              </p:nvSpPr>
              <p:spPr bwMode="auto">
                <a:xfrm>
                  <a:off x="3908" y="2371"/>
                  <a:ext cx="24" cy="1"/>
                </a:xfrm>
                <a:prstGeom prst="line">
                  <a:avLst/>
                </a:prstGeom>
                <a:grpFill/>
                <a:ln w="12700">
                  <a:solidFill>
                    <a:schemeClr val="bg1">
                      <a:lumMod val="65000"/>
                    </a:schemeClr>
                  </a:solidFill>
                  <a:round/>
                  <a:headEnd/>
                  <a:tailEnd/>
                </a:ln>
              </p:spPr>
              <p:txBody>
                <a:bodyPr/>
                <a:lstStyle/>
                <a:p>
                  <a:endParaRPr lang="en-US"/>
                </a:p>
              </p:txBody>
            </p:sp>
            <p:sp>
              <p:nvSpPr>
                <p:cNvPr id="104124" name="Line 677">
                  <a:extLst>
                    <a:ext uri="{FF2B5EF4-FFF2-40B4-BE49-F238E27FC236}">
                      <a16:creationId xmlns:a16="http://schemas.microsoft.com/office/drawing/2014/main" id="{F0818F2D-4E5B-5360-9804-585CFCB9ABE1}"/>
                    </a:ext>
                  </a:extLst>
                </p:cNvPr>
                <p:cNvSpPr>
                  <a:spLocks noChangeShapeType="1"/>
                </p:cNvSpPr>
                <p:nvPr/>
              </p:nvSpPr>
              <p:spPr bwMode="auto">
                <a:xfrm>
                  <a:off x="3964" y="2371"/>
                  <a:ext cx="24" cy="1"/>
                </a:xfrm>
                <a:prstGeom prst="line">
                  <a:avLst/>
                </a:prstGeom>
                <a:grpFill/>
                <a:ln w="12700">
                  <a:solidFill>
                    <a:schemeClr val="bg1">
                      <a:lumMod val="65000"/>
                    </a:schemeClr>
                  </a:solidFill>
                  <a:round/>
                  <a:headEnd/>
                  <a:tailEnd/>
                </a:ln>
              </p:spPr>
              <p:txBody>
                <a:bodyPr/>
                <a:lstStyle/>
                <a:p>
                  <a:endParaRPr lang="en-US"/>
                </a:p>
              </p:txBody>
            </p:sp>
            <p:sp>
              <p:nvSpPr>
                <p:cNvPr id="104125" name="Line 678">
                  <a:extLst>
                    <a:ext uri="{FF2B5EF4-FFF2-40B4-BE49-F238E27FC236}">
                      <a16:creationId xmlns:a16="http://schemas.microsoft.com/office/drawing/2014/main" id="{9D6699C2-EB2A-9242-FD5C-E5C6E587A373}"/>
                    </a:ext>
                  </a:extLst>
                </p:cNvPr>
                <p:cNvSpPr>
                  <a:spLocks noChangeShapeType="1"/>
                </p:cNvSpPr>
                <p:nvPr/>
              </p:nvSpPr>
              <p:spPr bwMode="auto">
                <a:xfrm>
                  <a:off x="4019" y="2371"/>
                  <a:ext cx="24" cy="1"/>
                </a:xfrm>
                <a:prstGeom prst="line">
                  <a:avLst/>
                </a:prstGeom>
                <a:grpFill/>
                <a:ln w="12700">
                  <a:solidFill>
                    <a:schemeClr val="bg1">
                      <a:lumMod val="65000"/>
                    </a:schemeClr>
                  </a:solidFill>
                  <a:round/>
                  <a:headEnd/>
                  <a:tailEnd/>
                </a:ln>
              </p:spPr>
              <p:txBody>
                <a:bodyPr/>
                <a:lstStyle/>
                <a:p>
                  <a:endParaRPr lang="en-US"/>
                </a:p>
              </p:txBody>
            </p:sp>
            <p:sp>
              <p:nvSpPr>
                <p:cNvPr id="104126" name="Line 679">
                  <a:extLst>
                    <a:ext uri="{FF2B5EF4-FFF2-40B4-BE49-F238E27FC236}">
                      <a16:creationId xmlns:a16="http://schemas.microsoft.com/office/drawing/2014/main" id="{A7CE62FF-79D8-E2A4-B85E-F68774EA6176}"/>
                    </a:ext>
                  </a:extLst>
                </p:cNvPr>
                <p:cNvSpPr>
                  <a:spLocks noChangeShapeType="1"/>
                </p:cNvSpPr>
                <p:nvPr/>
              </p:nvSpPr>
              <p:spPr bwMode="auto">
                <a:xfrm>
                  <a:off x="4075" y="2371"/>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74" name="Group 680">
              <a:extLst>
                <a:ext uri="{FF2B5EF4-FFF2-40B4-BE49-F238E27FC236}">
                  <a16:creationId xmlns:a16="http://schemas.microsoft.com/office/drawing/2014/main" id="{A282EC65-493D-1DEB-AAAD-BB0B1177377D}"/>
                </a:ext>
              </a:extLst>
            </p:cNvPr>
            <p:cNvGrpSpPr>
              <a:grpSpLocks/>
            </p:cNvGrpSpPr>
            <p:nvPr/>
          </p:nvGrpSpPr>
          <p:grpSpPr bwMode="auto">
            <a:xfrm>
              <a:off x="3333" y="2339"/>
              <a:ext cx="415" cy="64"/>
              <a:chOff x="3333" y="2339"/>
              <a:chExt cx="415" cy="64"/>
            </a:xfrm>
            <a:grpFill/>
          </p:grpSpPr>
          <p:sp>
            <p:nvSpPr>
              <p:cNvPr id="104111" name="Freeform 681">
                <a:extLst>
                  <a:ext uri="{FF2B5EF4-FFF2-40B4-BE49-F238E27FC236}">
                    <a16:creationId xmlns:a16="http://schemas.microsoft.com/office/drawing/2014/main" id="{E41BFA17-C598-587C-31B1-56894CDEB602}"/>
                  </a:ext>
                </a:extLst>
              </p:cNvPr>
              <p:cNvSpPr>
                <a:spLocks/>
              </p:cNvSpPr>
              <p:nvPr/>
            </p:nvSpPr>
            <p:spPr bwMode="auto">
              <a:xfrm>
                <a:off x="3636" y="2339"/>
                <a:ext cx="112" cy="64"/>
              </a:xfrm>
              <a:custGeom>
                <a:avLst/>
                <a:gdLst>
                  <a:gd name="T0" fmla="*/ 112 w 112"/>
                  <a:gd name="T1" fmla="*/ 32 h 64"/>
                  <a:gd name="T2" fmla="*/ 0 w 112"/>
                  <a:gd name="T3" fmla="*/ 64 h 64"/>
                  <a:gd name="T4" fmla="*/ 0 w 112"/>
                  <a:gd name="T5" fmla="*/ 32 h 64"/>
                  <a:gd name="T6" fmla="*/ 0 w 112"/>
                  <a:gd name="T7" fmla="*/ 0 h 64"/>
                  <a:gd name="T8" fmla="*/ 112 w 112"/>
                  <a:gd name="T9" fmla="*/ 32 h 64"/>
                  <a:gd name="T10" fmla="*/ 0 60000 65536"/>
                  <a:gd name="T11" fmla="*/ 0 60000 65536"/>
                  <a:gd name="T12" fmla="*/ 0 60000 65536"/>
                  <a:gd name="T13" fmla="*/ 0 60000 65536"/>
                  <a:gd name="T14" fmla="*/ 0 60000 65536"/>
                  <a:gd name="T15" fmla="*/ 0 w 112"/>
                  <a:gd name="T16" fmla="*/ 0 h 64"/>
                  <a:gd name="T17" fmla="*/ 112 w 112"/>
                  <a:gd name="T18" fmla="*/ 64 h 64"/>
                </a:gdLst>
                <a:ahLst/>
                <a:cxnLst>
                  <a:cxn ang="T10">
                    <a:pos x="T0" y="T1"/>
                  </a:cxn>
                  <a:cxn ang="T11">
                    <a:pos x="T2" y="T3"/>
                  </a:cxn>
                  <a:cxn ang="T12">
                    <a:pos x="T4" y="T5"/>
                  </a:cxn>
                  <a:cxn ang="T13">
                    <a:pos x="T6" y="T7"/>
                  </a:cxn>
                  <a:cxn ang="T14">
                    <a:pos x="T8" y="T9"/>
                  </a:cxn>
                </a:cxnLst>
                <a:rect l="T15" t="T16" r="T17" b="T18"/>
                <a:pathLst>
                  <a:path w="112" h="64">
                    <a:moveTo>
                      <a:pt x="112" y="32"/>
                    </a:moveTo>
                    <a:lnTo>
                      <a:pt x="0" y="64"/>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4112" name="Group 682">
                <a:extLst>
                  <a:ext uri="{FF2B5EF4-FFF2-40B4-BE49-F238E27FC236}">
                    <a16:creationId xmlns:a16="http://schemas.microsoft.com/office/drawing/2014/main" id="{26BC547D-D6F5-F75F-C5E7-DB8E6C64782F}"/>
                  </a:ext>
                </a:extLst>
              </p:cNvPr>
              <p:cNvGrpSpPr>
                <a:grpSpLocks/>
              </p:cNvGrpSpPr>
              <p:nvPr/>
            </p:nvGrpSpPr>
            <p:grpSpPr bwMode="auto">
              <a:xfrm>
                <a:off x="3333" y="2371"/>
                <a:ext cx="295" cy="1"/>
                <a:chOff x="3333" y="2371"/>
                <a:chExt cx="295" cy="1"/>
              </a:xfrm>
              <a:grpFill/>
            </p:grpSpPr>
            <p:sp>
              <p:nvSpPr>
                <p:cNvPr id="104113" name="Line 683">
                  <a:extLst>
                    <a:ext uri="{FF2B5EF4-FFF2-40B4-BE49-F238E27FC236}">
                      <a16:creationId xmlns:a16="http://schemas.microsoft.com/office/drawing/2014/main" id="{7A65F768-7C05-77A9-5EF2-C2756CA5C601}"/>
                    </a:ext>
                  </a:extLst>
                </p:cNvPr>
                <p:cNvSpPr>
                  <a:spLocks noChangeShapeType="1"/>
                </p:cNvSpPr>
                <p:nvPr/>
              </p:nvSpPr>
              <p:spPr bwMode="auto">
                <a:xfrm>
                  <a:off x="3333" y="2371"/>
                  <a:ext cx="24" cy="1"/>
                </a:xfrm>
                <a:prstGeom prst="line">
                  <a:avLst/>
                </a:prstGeom>
                <a:grpFill/>
                <a:ln w="12700">
                  <a:solidFill>
                    <a:schemeClr val="bg1">
                      <a:lumMod val="65000"/>
                    </a:schemeClr>
                  </a:solidFill>
                  <a:round/>
                  <a:headEnd/>
                  <a:tailEnd/>
                </a:ln>
              </p:spPr>
              <p:txBody>
                <a:bodyPr/>
                <a:lstStyle/>
                <a:p>
                  <a:endParaRPr lang="en-US"/>
                </a:p>
              </p:txBody>
            </p:sp>
            <p:sp>
              <p:nvSpPr>
                <p:cNvPr id="104114" name="Line 684">
                  <a:extLst>
                    <a:ext uri="{FF2B5EF4-FFF2-40B4-BE49-F238E27FC236}">
                      <a16:creationId xmlns:a16="http://schemas.microsoft.com/office/drawing/2014/main" id="{5CFB7E16-C607-4942-499A-12A656E7E33C}"/>
                    </a:ext>
                  </a:extLst>
                </p:cNvPr>
                <p:cNvSpPr>
                  <a:spLocks noChangeShapeType="1"/>
                </p:cNvSpPr>
                <p:nvPr/>
              </p:nvSpPr>
              <p:spPr bwMode="auto">
                <a:xfrm>
                  <a:off x="3389" y="2371"/>
                  <a:ext cx="24" cy="1"/>
                </a:xfrm>
                <a:prstGeom prst="line">
                  <a:avLst/>
                </a:prstGeom>
                <a:grpFill/>
                <a:ln w="12700">
                  <a:solidFill>
                    <a:schemeClr val="bg1">
                      <a:lumMod val="65000"/>
                    </a:schemeClr>
                  </a:solidFill>
                  <a:round/>
                  <a:headEnd/>
                  <a:tailEnd/>
                </a:ln>
              </p:spPr>
              <p:txBody>
                <a:bodyPr/>
                <a:lstStyle/>
                <a:p>
                  <a:endParaRPr lang="en-US"/>
                </a:p>
              </p:txBody>
            </p:sp>
            <p:sp>
              <p:nvSpPr>
                <p:cNvPr id="104115" name="Line 685">
                  <a:extLst>
                    <a:ext uri="{FF2B5EF4-FFF2-40B4-BE49-F238E27FC236}">
                      <a16:creationId xmlns:a16="http://schemas.microsoft.com/office/drawing/2014/main" id="{CEB393C9-5834-0CAD-A24B-8E246C2BEA68}"/>
                    </a:ext>
                  </a:extLst>
                </p:cNvPr>
                <p:cNvSpPr>
                  <a:spLocks noChangeShapeType="1"/>
                </p:cNvSpPr>
                <p:nvPr/>
              </p:nvSpPr>
              <p:spPr bwMode="auto">
                <a:xfrm>
                  <a:off x="3445" y="2371"/>
                  <a:ext cx="24" cy="1"/>
                </a:xfrm>
                <a:prstGeom prst="line">
                  <a:avLst/>
                </a:prstGeom>
                <a:grpFill/>
                <a:ln w="12700">
                  <a:solidFill>
                    <a:schemeClr val="bg1">
                      <a:lumMod val="65000"/>
                    </a:schemeClr>
                  </a:solidFill>
                  <a:round/>
                  <a:headEnd/>
                  <a:tailEnd/>
                </a:ln>
              </p:spPr>
              <p:txBody>
                <a:bodyPr/>
                <a:lstStyle/>
                <a:p>
                  <a:endParaRPr lang="en-US"/>
                </a:p>
              </p:txBody>
            </p:sp>
            <p:sp>
              <p:nvSpPr>
                <p:cNvPr id="104116" name="Line 686">
                  <a:extLst>
                    <a:ext uri="{FF2B5EF4-FFF2-40B4-BE49-F238E27FC236}">
                      <a16:creationId xmlns:a16="http://schemas.microsoft.com/office/drawing/2014/main" id="{B7F789EB-C754-574F-5A28-E4125EF20494}"/>
                    </a:ext>
                  </a:extLst>
                </p:cNvPr>
                <p:cNvSpPr>
                  <a:spLocks noChangeShapeType="1"/>
                </p:cNvSpPr>
                <p:nvPr/>
              </p:nvSpPr>
              <p:spPr bwMode="auto">
                <a:xfrm>
                  <a:off x="3501" y="2371"/>
                  <a:ext cx="23" cy="1"/>
                </a:xfrm>
                <a:prstGeom prst="line">
                  <a:avLst/>
                </a:prstGeom>
                <a:grpFill/>
                <a:ln w="12700">
                  <a:solidFill>
                    <a:schemeClr val="bg1">
                      <a:lumMod val="65000"/>
                    </a:schemeClr>
                  </a:solidFill>
                  <a:round/>
                  <a:headEnd/>
                  <a:tailEnd/>
                </a:ln>
              </p:spPr>
              <p:txBody>
                <a:bodyPr/>
                <a:lstStyle/>
                <a:p>
                  <a:endParaRPr lang="en-US"/>
                </a:p>
              </p:txBody>
            </p:sp>
            <p:sp>
              <p:nvSpPr>
                <p:cNvPr id="104117" name="Line 687">
                  <a:extLst>
                    <a:ext uri="{FF2B5EF4-FFF2-40B4-BE49-F238E27FC236}">
                      <a16:creationId xmlns:a16="http://schemas.microsoft.com/office/drawing/2014/main" id="{0787036F-85AB-6817-9B9B-B088804D6227}"/>
                    </a:ext>
                  </a:extLst>
                </p:cNvPr>
                <p:cNvSpPr>
                  <a:spLocks noChangeShapeType="1"/>
                </p:cNvSpPr>
                <p:nvPr/>
              </p:nvSpPr>
              <p:spPr bwMode="auto">
                <a:xfrm>
                  <a:off x="3556" y="2371"/>
                  <a:ext cx="24" cy="1"/>
                </a:xfrm>
                <a:prstGeom prst="line">
                  <a:avLst/>
                </a:prstGeom>
                <a:grpFill/>
                <a:ln w="12700">
                  <a:solidFill>
                    <a:schemeClr val="bg1">
                      <a:lumMod val="65000"/>
                    </a:schemeClr>
                  </a:solidFill>
                  <a:round/>
                  <a:headEnd/>
                  <a:tailEnd/>
                </a:ln>
              </p:spPr>
              <p:txBody>
                <a:bodyPr/>
                <a:lstStyle/>
                <a:p>
                  <a:endParaRPr lang="en-US"/>
                </a:p>
              </p:txBody>
            </p:sp>
            <p:sp>
              <p:nvSpPr>
                <p:cNvPr id="104118" name="Line 688">
                  <a:extLst>
                    <a:ext uri="{FF2B5EF4-FFF2-40B4-BE49-F238E27FC236}">
                      <a16:creationId xmlns:a16="http://schemas.microsoft.com/office/drawing/2014/main" id="{4EA6B418-E71E-1DE4-2EE8-8698AFC6F05F}"/>
                    </a:ext>
                  </a:extLst>
                </p:cNvPr>
                <p:cNvSpPr>
                  <a:spLocks noChangeShapeType="1"/>
                </p:cNvSpPr>
                <p:nvPr/>
              </p:nvSpPr>
              <p:spPr bwMode="auto">
                <a:xfrm>
                  <a:off x="3612" y="2371"/>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75" name="Group 689">
              <a:extLst>
                <a:ext uri="{FF2B5EF4-FFF2-40B4-BE49-F238E27FC236}">
                  <a16:creationId xmlns:a16="http://schemas.microsoft.com/office/drawing/2014/main" id="{9E90B1A6-2CAC-A711-FE13-CBD7811459FE}"/>
                </a:ext>
              </a:extLst>
            </p:cNvPr>
            <p:cNvGrpSpPr>
              <a:grpSpLocks/>
            </p:cNvGrpSpPr>
            <p:nvPr/>
          </p:nvGrpSpPr>
          <p:grpSpPr bwMode="auto">
            <a:xfrm>
              <a:off x="3325" y="2650"/>
              <a:ext cx="415" cy="56"/>
              <a:chOff x="3325" y="2650"/>
              <a:chExt cx="415" cy="56"/>
            </a:xfrm>
            <a:grpFill/>
          </p:grpSpPr>
          <p:sp>
            <p:nvSpPr>
              <p:cNvPr id="104103" name="Freeform 690">
                <a:extLst>
                  <a:ext uri="{FF2B5EF4-FFF2-40B4-BE49-F238E27FC236}">
                    <a16:creationId xmlns:a16="http://schemas.microsoft.com/office/drawing/2014/main" id="{5B623BDB-FC92-F78B-4480-40F5D438AF14}"/>
                  </a:ext>
                </a:extLst>
              </p:cNvPr>
              <p:cNvSpPr>
                <a:spLocks/>
              </p:cNvSpPr>
              <p:nvPr/>
            </p:nvSpPr>
            <p:spPr bwMode="auto">
              <a:xfrm>
                <a:off x="3628" y="2650"/>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lumMod val="65000"/>
                  </a:schemeClr>
                </a:solidFill>
                <a:round/>
                <a:headEnd/>
                <a:tailEnd/>
              </a:ln>
            </p:spPr>
            <p:txBody>
              <a:bodyPr/>
              <a:lstStyle/>
              <a:p>
                <a:endParaRPr lang="en-US"/>
              </a:p>
            </p:txBody>
          </p:sp>
          <p:grpSp>
            <p:nvGrpSpPr>
              <p:cNvPr id="104104" name="Group 691">
                <a:extLst>
                  <a:ext uri="{FF2B5EF4-FFF2-40B4-BE49-F238E27FC236}">
                    <a16:creationId xmlns:a16="http://schemas.microsoft.com/office/drawing/2014/main" id="{C961409E-B46B-74F1-DAA8-18DC722F40C6}"/>
                  </a:ext>
                </a:extLst>
              </p:cNvPr>
              <p:cNvGrpSpPr>
                <a:grpSpLocks/>
              </p:cNvGrpSpPr>
              <p:nvPr/>
            </p:nvGrpSpPr>
            <p:grpSpPr bwMode="auto">
              <a:xfrm>
                <a:off x="3325" y="2674"/>
                <a:ext cx="295" cy="1"/>
                <a:chOff x="3325" y="2674"/>
                <a:chExt cx="295" cy="1"/>
              </a:xfrm>
              <a:grpFill/>
            </p:grpSpPr>
            <p:sp>
              <p:nvSpPr>
                <p:cNvPr id="104105" name="Line 692">
                  <a:extLst>
                    <a:ext uri="{FF2B5EF4-FFF2-40B4-BE49-F238E27FC236}">
                      <a16:creationId xmlns:a16="http://schemas.microsoft.com/office/drawing/2014/main" id="{19C11CB1-B0A2-AF52-3061-3F7264AD1F8C}"/>
                    </a:ext>
                  </a:extLst>
                </p:cNvPr>
                <p:cNvSpPr>
                  <a:spLocks noChangeShapeType="1"/>
                </p:cNvSpPr>
                <p:nvPr/>
              </p:nvSpPr>
              <p:spPr bwMode="auto">
                <a:xfrm>
                  <a:off x="3325" y="2674"/>
                  <a:ext cx="24" cy="1"/>
                </a:xfrm>
                <a:prstGeom prst="line">
                  <a:avLst/>
                </a:prstGeom>
                <a:grpFill/>
                <a:ln w="12700">
                  <a:solidFill>
                    <a:schemeClr val="bg1">
                      <a:lumMod val="65000"/>
                    </a:schemeClr>
                  </a:solidFill>
                  <a:round/>
                  <a:headEnd/>
                  <a:tailEnd/>
                </a:ln>
              </p:spPr>
              <p:txBody>
                <a:bodyPr/>
                <a:lstStyle/>
                <a:p>
                  <a:endParaRPr lang="en-US"/>
                </a:p>
              </p:txBody>
            </p:sp>
            <p:sp>
              <p:nvSpPr>
                <p:cNvPr id="104106" name="Line 693">
                  <a:extLst>
                    <a:ext uri="{FF2B5EF4-FFF2-40B4-BE49-F238E27FC236}">
                      <a16:creationId xmlns:a16="http://schemas.microsoft.com/office/drawing/2014/main" id="{FEEFE12B-3249-EEC9-1BF0-7CB01CD318DF}"/>
                    </a:ext>
                  </a:extLst>
                </p:cNvPr>
                <p:cNvSpPr>
                  <a:spLocks noChangeShapeType="1"/>
                </p:cNvSpPr>
                <p:nvPr/>
              </p:nvSpPr>
              <p:spPr bwMode="auto">
                <a:xfrm>
                  <a:off x="3381" y="2674"/>
                  <a:ext cx="24" cy="1"/>
                </a:xfrm>
                <a:prstGeom prst="line">
                  <a:avLst/>
                </a:prstGeom>
                <a:grpFill/>
                <a:ln w="12700">
                  <a:solidFill>
                    <a:schemeClr val="bg1">
                      <a:lumMod val="65000"/>
                    </a:schemeClr>
                  </a:solidFill>
                  <a:round/>
                  <a:headEnd/>
                  <a:tailEnd/>
                </a:ln>
              </p:spPr>
              <p:txBody>
                <a:bodyPr/>
                <a:lstStyle/>
                <a:p>
                  <a:endParaRPr lang="en-US"/>
                </a:p>
              </p:txBody>
            </p:sp>
            <p:sp>
              <p:nvSpPr>
                <p:cNvPr id="104107" name="Line 694">
                  <a:extLst>
                    <a:ext uri="{FF2B5EF4-FFF2-40B4-BE49-F238E27FC236}">
                      <a16:creationId xmlns:a16="http://schemas.microsoft.com/office/drawing/2014/main" id="{0C3D1312-1ECC-EBBF-71D4-DB6093EB1747}"/>
                    </a:ext>
                  </a:extLst>
                </p:cNvPr>
                <p:cNvSpPr>
                  <a:spLocks noChangeShapeType="1"/>
                </p:cNvSpPr>
                <p:nvPr/>
              </p:nvSpPr>
              <p:spPr bwMode="auto">
                <a:xfrm>
                  <a:off x="3437" y="2674"/>
                  <a:ext cx="24" cy="1"/>
                </a:xfrm>
                <a:prstGeom prst="line">
                  <a:avLst/>
                </a:prstGeom>
                <a:grpFill/>
                <a:ln w="12700">
                  <a:solidFill>
                    <a:schemeClr val="bg1">
                      <a:lumMod val="65000"/>
                    </a:schemeClr>
                  </a:solidFill>
                  <a:round/>
                  <a:headEnd/>
                  <a:tailEnd/>
                </a:ln>
              </p:spPr>
              <p:txBody>
                <a:bodyPr/>
                <a:lstStyle/>
                <a:p>
                  <a:endParaRPr lang="en-US"/>
                </a:p>
              </p:txBody>
            </p:sp>
            <p:sp>
              <p:nvSpPr>
                <p:cNvPr id="104108" name="Line 695">
                  <a:extLst>
                    <a:ext uri="{FF2B5EF4-FFF2-40B4-BE49-F238E27FC236}">
                      <a16:creationId xmlns:a16="http://schemas.microsoft.com/office/drawing/2014/main" id="{B067F361-9C6F-FBE5-B56B-C47FACA40D29}"/>
                    </a:ext>
                  </a:extLst>
                </p:cNvPr>
                <p:cNvSpPr>
                  <a:spLocks noChangeShapeType="1"/>
                </p:cNvSpPr>
                <p:nvPr/>
              </p:nvSpPr>
              <p:spPr bwMode="auto">
                <a:xfrm>
                  <a:off x="3493" y="2674"/>
                  <a:ext cx="23" cy="1"/>
                </a:xfrm>
                <a:prstGeom prst="line">
                  <a:avLst/>
                </a:prstGeom>
                <a:grpFill/>
                <a:ln w="12700">
                  <a:solidFill>
                    <a:schemeClr val="bg1">
                      <a:lumMod val="65000"/>
                    </a:schemeClr>
                  </a:solidFill>
                  <a:round/>
                  <a:headEnd/>
                  <a:tailEnd/>
                </a:ln>
              </p:spPr>
              <p:txBody>
                <a:bodyPr/>
                <a:lstStyle/>
                <a:p>
                  <a:endParaRPr lang="en-US"/>
                </a:p>
              </p:txBody>
            </p:sp>
            <p:sp>
              <p:nvSpPr>
                <p:cNvPr id="104109" name="Line 696">
                  <a:extLst>
                    <a:ext uri="{FF2B5EF4-FFF2-40B4-BE49-F238E27FC236}">
                      <a16:creationId xmlns:a16="http://schemas.microsoft.com/office/drawing/2014/main" id="{892AA13B-F8C8-E3FA-CD63-C33C2BF8490D}"/>
                    </a:ext>
                  </a:extLst>
                </p:cNvPr>
                <p:cNvSpPr>
                  <a:spLocks noChangeShapeType="1"/>
                </p:cNvSpPr>
                <p:nvPr/>
              </p:nvSpPr>
              <p:spPr bwMode="auto">
                <a:xfrm>
                  <a:off x="3548" y="2674"/>
                  <a:ext cx="24" cy="1"/>
                </a:xfrm>
                <a:prstGeom prst="line">
                  <a:avLst/>
                </a:prstGeom>
                <a:grpFill/>
                <a:ln w="12700">
                  <a:solidFill>
                    <a:schemeClr val="bg1">
                      <a:lumMod val="65000"/>
                    </a:schemeClr>
                  </a:solidFill>
                  <a:round/>
                  <a:headEnd/>
                  <a:tailEnd/>
                </a:ln>
              </p:spPr>
              <p:txBody>
                <a:bodyPr/>
                <a:lstStyle/>
                <a:p>
                  <a:endParaRPr lang="en-US"/>
                </a:p>
              </p:txBody>
            </p:sp>
            <p:sp>
              <p:nvSpPr>
                <p:cNvPr id="104110" name="Line 697">
                  <a:extLst>
                    <a:ext uri="{FF2B5EF4-FFF2-40B4-BE49-F238E27FC236}">
                      <a16:creationId xmlns:a16="http://schemas.microsoft.com/office/drawing/2014/main" id="{349359C2-B9A7-9784-6BD7-FE2389763FE7}"/>
                    </a:ext>
                  </a:extLst>
                </p:cNvPr>
                <p:cNvSpPr>
                  <a:spLocks noChangeShapeType="1"/>
                </p:cNvSpPr>
                <p:nvPr/>
              </p:nvSpPr>
              <p:spPr bwMode="auto">
                <a:xfrm>
                  <a:off x="3604" y="2674"/>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76" name="Group 698">
              <a:extLst>
                <a:ext uri="{FF2B5EF4-FFF2-40B4-BE49-F238E27FC236}">
                  <a16:creationId xmlns:a16="http://schemas.microsoft.com/office/drawing/2014/main" id="{4DA284AD-8AAB-9C7D-21E4-FA20C29ACB0E}"/>
                </a:ext>
              </a:extLst>
            </p:cNvPr>
            <p:cNvGrpSpPr>
              <a:grpSpLocks/>
            </p:cNvGrpSpPr>
            <p:nvPr/>
          </p:nvGrpSpPr>
          <p:grpSpPr bwMode="auto">
            <a:xfrm>
              <a:off x="3788" y="2650"/>
              <a:ext cx="415" cy="56"/>
              <a:chOff x="3788" y="2650"/>
              <a:chExt cx="415" cy="56"/>
            </a:xfrm>
            <a:grpFill/>
          </p:grpSpPr>
          <p:sp>
            <p:nvSpPr>
              <p:cNvPr id="104095" name="Freeform 699">
                <a:extLst>
                  <a:ext uri="{FF2B5EF4-FFF2-40B4-BE49-F238E27FC236}">
                    <a16:creationId xmlns:a16="http://schemas.microsoft.com/office/drawing/2014/main" id="{9C6817D6-74A5-84EA-F4DB-65CBD4DE665F}"/>
                  </a:ext>
                </a:extLst>
              </p:cNvPr>
              <p:cNvSpPr>
                <a:spLocks/>
              </p:cNvSpPr>
              <p:nvPr/>
            </p:nvSpPr>
            <p:spPr bwMode="auto">
              <a:xfrm>
                <a:off x="4091" y="2650"/>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lumMod val="65000"/>
                  </a:schemeClr>
                </a:solidFill>
                <a:round/>
                <a:headEnd/>
                <a:tailEnd/>
              </a:ln>
            </p:spPr>
            <p:txBody>
              <a:bodyPr/>
              <a:lstStyle/>
              <a:p>
                <a:endParaRPr lang="en-US"/>
              </a:p>
            </p:txBody>
          </p:sp>
          <p:grpSp>
            <p:nvGrpSpPr>
              <p:cNvPr id="104096" name="Group 700">
                <a:extLst>
                  <a:ext uri="{FF2B5EF4-FFF2-40B4-BE49-F238E27FC236}">
                    <a16:creationId xmlns:a16="http://schemas.microsoft.com/office/drawing/2014/main" id="{DB3E1DEC-A333-E311-7031-3552F797A981}"/>
                  </a:ext>
                </a:extLst>
              </p:cNvPr>
              <p:cNvGrpSpPr>
                <a:grpSpLocks/>
              </p:cNvGrpSpPr>
              <p:nvPr/>
            </p:nvGrpSpPr>
            <p:grpSpPr bwMode="auto">
              <a:xfrm>
                <a:off x="3788" y="2674"/>
                <a:ext cx="295" cy="1"/>
                <a:chOff x="3788" y="2674"/>
                <a:chExt cx="295" cy="1"/>
              </a:xfrm>
              <a:grpFill/>
            </p:grpSpPr>
            <p:sp>
              <p:nvSpPr>
                <p:cNvPr id="104097" name="Line 701">
                  <a:extLst>
                    <a:ext uri="{FF2B5EF4-FFF2-40B4-BE49-F238E27FC236}">
                      <a16:creationId xmlns:a16="http://schemas.microsoft.com/office/drawing/2014/main" id="{035F061E-95AE-2FDB-93F6-CC270C75FA12}"/>
                    </a:ext>
                  </a:extLst>
                </p:cNvPr>
                <p:cNvSpPr>
                  <a:spLocks noChangeShapeType="1"/>
                </p:cNvSpPr>
                <p:nvPr/>
              </p:nvSpPr>
              <p:spPr bwMode="auto">
                <a:xfrm>
                  <a:off x="3788" y="2674"/>
                  <a:ext cx="24" cy="1"/>
                </a:xfrm>
                <a:prstGeom prst="line">
                  <a:avLst/>
                </a:prstGeom>
                <a:grpFill/>
                <a:ln w="12700">
                  <a:solidFill>
                    <a:schemeClr val="bg1">
                      <a:lumMod val="65000"/>
                    </a:schemeClr>
                  </a:solidFill>
                  <a:round/>
                  <a:headEnd/>
                  <a:tailEnd/>
                </a:ln>
              </p:spPr>
              <p:txBody>
                <a:bodyPr/>
                <a:lstStyle/>
                <a:p>
                  <a:endParaRPr lang="en-US"/>
                </a:p>
              </p:txBody>
            </p:sp>
            <p:sp>
              <p:nvSpPr>
                <p:cNvPr id="104098" name="Line 702">
                  <a:extLst>
                    <a:ext uri="{FF2B5EF4-FFF2-40B4-BE49-F238E27FC236}">
                      <a16:creationId xmlns:a16="http://schemas.microsoft.com/office/drawing/2014/main" id="{D81F10F0-1CD8-A146-A9B9-0A6329A5D723}"/>
                    </a:ext>
                  </a:extLst>
                </p:cNvPr>
                <p:cNvSpPr>
                  <a:spLocks noChangeShapeType="1"/>
                </p:cNvSpPr>
                <p:nvPr/>
              </p:nvSpPr>
              <p:spPr bwMode="auto">
                <a:xfrm>
                  <a:off x="3844" y="2674"/>
                  <a:ext cx="24" cy="1"/>
                </a:xfrm>
                <a:prstGeom prst="line">
                  <a:avLst/>
                </a:prstGeom>
                <a:grpFill/>
                <a:ln w="12700">
                  <a:solidFill>
                    <a:schemeClr val="bg1">
                      <a:lumMod val="65000"/>
                    </a:schemeClr>
                  </a:solidFill>
                  <a:round/>
                  <a:headEnd/>
                  <a:tailEnd/>
                </a:ln>
              </p:spPr>
              <p:txBody>
                <a:bodyPr/>
                <a:lstStyle/>
                <a:p>
                  <a:endParaRPr lang="en-US"/>
                </a:p>
              </p:txBody>
            </p:sp>
            <p:sp>
              <p:nvSpPr>
                <p:cNvPr id="104099" name="Line 703">
                  <a:extLst>
                    <a:ext uri="{FF2B5EF4-FFF2-40B4-BE49-F238E27FC236}">
                      <a16:creationId xmlns:a16="http://schemas.microsoft.com/office/drawing/2014/main" id="{55098969-1460-2240-3D08-C7FDEA80DD7B}"/>
                    </a:ext>
                  </a:extLst>
                </p:cNvPr>
                <p:cNvSpPr>
                  <a:spLocks noChangeShapeType="1"/>
                </p:cNvSpPr>
                <p:nvPr/>
              </p:nvSpPr>
              <p:spPr bwMode="auto">
                <a:xfrm>
                  <a:off x="3900" y="2674"/>
                  <a:ext cx="24" cy="1"/>
                </a:xfrm>
                <a:prstGeom prst="line">
                  <a:avLst/>
                </a:prstGeom>
                <a:grpFill/>
                <a:ln w="12700">
                  <a:solidFill>
                    <a:schemeClr val="bg1">
                      <a:lumMod val="65000"/>
                    </a:schemeClr>
                  </a:solidFill>
                  <a:round/>
                  <a:headEnd/>
                  <a:tailEnd/>
                </a:ln>
              </p:spPr>
              <p:txBody>
                <a:bodyPr/>
                <a:lstStyle/>
                <a:p>
                  <a:endParaRPr lang="en-US"/>
                </a:p>
              </p:txBody>
            </p:sp>
            <p:sp>
              <p:nvSpPr>
                <p:cNvPr id="104100" name="Line 704">
                  <a:extLst>
                    <a:ext uri="{FF2B5EF4-FFF2-40B4-BE49-F238E27FC236}">
                      <a16:creationId xmlns:a16="http://schemas.microsoft.com/office/drawing/2014/main" id="{330D53A1-182E-9CC8-6869-C5A725DCBFD4}"/>
                    </a:ext>
                  </a:extLst>
                </p:cNvPr>
                <p:cNvSpPr>
                  <a:spLocks noChangeShapeType="1"/>
                </p:cNvSpPr>
                <p:nvPr/>
              </p:nvSpPr>
              <p:spPr bwMode="auto">
                <a:xfrm>
                  <a:off x="3956" y="2674"/>
                  <a:ext cx="24" cy="1"/>
                </a:xfrm>
                <a:prstGeom prst="line">
                  <a:avLst/>
                </a:prstGeom>
                <a:grpFill/>
                <a:ln w="12700">
                  <a:solidFill>
                    <a:schemeClr val="bg1">
                      <a:lumMod val="65000"/>
                    </a:schemeClr>
                  </a:solidFill>
                  <a:round/>
                  <a:headEnd/>
                  <a:tailEnd/>
                </a:ln>
              </p:spPr>
              <p:txBody>
                <a:bodyPr/>
                <a:lstStyle/>
                <a:p>
                  <a:endParaRPr lang="en-US"/>
                </a:p>
              </p:txBody>
            </p:sp>
            <p:sp>
              <p:nvSpPr>
                <p:cNvPr id="104101" name="Line 705">
                  <a:extLst>
                    <a:ext uri="{FF2B5EF4-FFF2-40B4-BE49-F238E27FC236}">
                      <a16:creationId xmlns:a16="http://schemas.microsoft.com/office/drawing/2014/main" id="{1B2223B4-61DE-5630-108E-BB70DFB1E0D7}"/>
                    </a:ext>
                  </a:extLst>
                </p:cNvPr>
                <p:cNvSpPr>
                  <a:spLocks noChangeShapeType="1"/>
                </p:cNvSpPr>
                <p:nvPr/>
              </p:nvSpPr>
              <p:spPr bwMode="auto">
                <a:xfrm>
                  <a:off x="4011" y="2674"/>
                  <a:ext cx="24" cy="1"/>
                </a:xfrm>
                <a:prstGeom prst="line">
                  <a:avLst/>
                </a:prstGeom>
                <a:grpFill/>
                <a:ln w="12700">
                  <a:solidFill>
                    <a:schemeClr val="bg1">
                      <a:lumMod val="65000"/>
                    </a:schemeClr>
                  </a:solidFill>
                  <a:round/>
                  <a:headEnd/>
                  <a:tailEnd/>
                </a:ln>
              </p:spPr>
              <p:txBody>
                <a:bodyPr/>
                <a:lstStyle/>
                <a:p>
                  <a:endParaRPr lang="en-US"/>
                </a:p>
              </p:txBody>
            </p:sp>
            <p:sp>
              <p:nvSpPr>
                <p:cNvPr id="104102" name="Line 706">
                  <a:extLst>
                    <a:ext uri="{FF2B5EF4-FFF2-40B4-BE49-F238E27FC236}">
                      <a16:creationId xmlns:a16="http://schemas.microsoft.com/office/drawing/2014/main" id="{A8CEC1A4-5F03-FD55-8E36-AD64E70EA582}"/>
                    </a:ext>
                  </a:extLst>
                </p:cNvPr>
                <p:cNvSpPr>
                  <a:spLocks noChangeShapeType="1"/>
                </p:cNvSpPr>
                <p:nvPr/>
              </p:nvSpPr>
              <p:spPr bwMode="auto">
                <a:xfrm>
                  <a:off x="4067" y="2674"/>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77" name="Group 707">
              <a:extLst>
                <a:ext uri="{FF2B5EF4-FFF2-40B4-BE49-F238E27FC236}">
                  <a16:creationId xmlns:a16="http://schemas.microsoft.com/office/drawing/2014/main" id="{0E8F284F-2ADC-8DE5-1B3F-560EFBC21384}"/>
                </a:ext>
              </a:extLst>
            </p:cNvPr>
            <p:cNvGrpSpPr>
              <a:grpSpLocks/>
            </p:cNvGrpSpPr>
            <p:nvPr/>
          </p:nvGrpSpPr>
          <p:grpSpPr bwMode="auto">
            <a:xfrm>
              <a:off x="3325" y="2953"/>
              <a:ext cx="415" cy="56"/>
              <a:chOff x="3325" y="2953"/>
              <a:chExt cx="415" cy="56"/>
            </a:xfrm>
            <a:grpFill/>
          </p:grpSpPr>
          <p:sp>
            <p:nvSpPr>
              <p:cNvPr id="104087" name="Freeform 708">
                <a:extLst>
                  <a:ext uri="{FF2B5EF4-FFF2-40B4-BE49-F238E27FC236}">
                    <a16:creationId xmlns:a16="http://schemas.microsoft.com/office/drawing/2014/main" id="{F5BC56C2-F642-6399-BF4A-C951D783E920}"/>
                  </a:ext>
                </a:extLst>
              </p:cNvPr>
              <p:cNvSpPr>
                <a:spLocks/>
              </p:cNvSpPr>
              <p:nvPr/>
            </p:nvSpPr>
            <p:spPr bwMode="auto">
              <a:xfrm>
                <a:off x="3628"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4088" name="Group 709">
                <a:extLst>
                  <a:ext uri="{FF2B5EF4-FFF2-40B4-BE49-F238E27FC236}">
                    <a16:creationId xmlns:a16="http://schemas.microsoft.com/office/drawing/2014/main" id="{45B8A1C1-59BF-F9FE-505D-744B9DA7B19A}"/>
                  </a:ext>
                </a:extLst>
              </p:cNvPr>
              <p:cNvGrpSpPr>
                <a:grpSpLocks/>
              </p:cNvGrpSpPr>
              <p:nvPr/>
            </p:nvGrpSpPr>
            <p:grpSpPr bwMode="auto">
              <a:xfrm>
                <a:off x="3325" y="2985"/>
                <a:ext cx="295" cy="1"/>
                <a:chOff x="3325" y="2985"/>
                <a:chExt cx="295" cy="1"/>
              </a:xfrm>
              <a:grpFill/>
            </p:grpSpPr>
            <p:sp>
              <p:nvSpPr>
                <p:cNvPr id="104089" name="Line 710">
                  <a:extLst>
                    <a:ext uri="{FF2B5EF4-FFF2-40B4-BE49-F238E27FC236}">
                      <a16:creationId xmlns:a16="http://schemas.microsoft.com/office/drawing/2014/main" id="{F38969D1-C0A9-E0E1-FB99-8DAED72D9EFF}"/>
                    </a:ext>
                  </a:extLst>
                </p:cNvPr>
                <p:cNvSpPr>
                  <a:spLocks noChangeShapeType="1"/>
                </p:cNvSpPr>
                <p:nvPr/>
              </p:nvSpPr>
              <p:spPr bwMode="auto">
                <a:xfrm>
                  <a:off x="3325" y="2985"/>
                  <a:ext cx="24" cy="1"/>
                </a:xfrm>
                <a:prstGeom prst="line">
                  <a:avLst/>
                </a:prstGeom>
                <a:grpFill/>
                <a:ln w="12700">
                  <a:solidFill>
                    <a:schemeClr val="bg1">
                      <a:lumMod val="65000"/>
                    </a:schemeClr>
                  </a:solidFill>
                  <a:round/>
                  <a:headEnd/>
                  <a:tailEnd/>
                </a:ln>
              </p:spPr>
              <p:txBody>
                <a:bodyPr/>
                <a:lstStyle/>
                <a:p>
                  <a:endParaRPr lang="en-US"/>
                </a:p>
              </p:txBody>
            </p:sp>
            <p:sp>
              <p:nvSpPr>
                <p:cNvPr id="104090" name="Line 711">
                  <a:extLst>
                    <a:ext uri="{FF2B5EF4-FFF2-40B4-BE49-F238E27FC236}">
                      <a16:creationId xmlns:a16="http://schemas.microsoft.com/office/drawing/2014/main" id="{71FC27EB-4474-A167-4FC9-942C0FDAFD86}"/>
                    </a:ext>
                  </a:extLst>
                </p:cNvPr>
                <p:cNvSpPr>
                  <a:spLocks noChangeShapeType="1"/>
                </p:cNvSpPr>
                <p:nvPr/>
              </p:nvSpPr>
              <p:spPr bwMode="auto">
                <a:xfrm>
                  <a:off x="3381" y="2985"/>
                  <a:ext cx="24" cy="1"/>
                </a:xfrm>
                <a:prstGeom prst="line">
                  <a:avLst/>
                </a:prstGeom>
                <a:grpFill/>
                <a:ln w="12700">
                  <a:solidFill>
                    <a:schemeClr val="bg1">
                      <a:lumMod val="65000"/>
                    </a:schemeClr>
                  </a:solidFill>
                  <a:round/>
                  <a:headEnd/>
                  <a:tailEnd/>
                </a:ln>
              </p:spPr>
              <p:txBody>
                <a:bodyPr/>
                <a:lstStyle/>
                <a:p>
                  <a:endParaRPr lang="en-US"/>
                </a:p>
              </p:txBody>
            </p:sp>
            <p:sp>
              <p:nvSpPr>
                <p:cNvPr id="104091" name="Line 712">
                  <a:extLst>
                    <a:ext uri="{FF2B5EF4-FFF2-40B4-BE49-F238E27FC236}">
                      <a16:creationId xmlns:a16="http://schemas.microsoft.com/office/drawing/2014/main" id="{45C4BAF6-098F-78F4-4AA4-CA355B95C5D7}"/>
                    </a:ext>
                  </a:extLst>
                </p:cNvPr>
                <p:cNvSpPr>
                  <a:spLocks noChangeShapeType="1"/>
                </p:cNvSpPr>
                <p:nvPr/>
              </p:nvSpPr>
              <p:spPr bwMode="auto">
                <a:xfrm>
                  <a:off x="3437" y="2985"/>
                  <a:ext cx="24" cy="1"/>
                </a:xfrm>
                <a:prstGeom prst="line">
                  <a:avLst/>
                </a:prstGeom>
                <a:grpFill/>
                <a:ln w="12700">
                  <a:solidFill>
                    <a:schemeClr val="bg1">
                      <a:lumMod val="65000"/>
                    </a:schemeClr>
                  </a:solidFill>
                  <a:round/>
                  <a:headEnd/>
                  <a:tailEnd/>
                </a:ln>
              </p:spPr>
              <p:txBody>
                <a:bodyPr/>
                <a:lstStyle/>
                <a:p>
                  <a:endParaRPr lang="en-US"/>
                </a:p>
              </p:txBody>
            </p:sp>
            <p:sp>
              <p:nvSpPr>
                <p:cNvPr id="104092" name="Line 713">
                  <a:extLst>
                    <a:ext uri="{FF2B5EF4-FFF2-40B4-BE49-F238E27FC236}">
                      <a16:creationId xmlns:a16="http://schemas.microsoft.com/office/drawing/2014/main" id="{307B8491-41BD-CC30-FFC0-83A71802738C}"/>
                    </a:ext>
                  </a:extLst>
                </p:cNvPr>
                <p:cNvSpPr>
                  <a:spLocks noChangeShapeType="1"/>
                </p:cNvSpPr>
                <p:nvPr/>
              </p:nvSpPr>
              <p:spPr bwMode="auto">
                <a:xfrm>
                  <a:off x="3493" y="2985"/>
                  <a:ext cx="23" cy="1"/>
                </a:xfrm>
                <a:prstGeom prst="line">
                  <a:avLst/>
                </a:prstGeom>
                <a:grpFill/>
                <a:ln w="12700">
                  <a:solidFill>
                    <a:schemeClr val="bg1">
                      <a:lumMod val="65000"/>
                    </a:schemeClr>
                  </a:solidFill>
                  <a:round/>
                  <a:headEnd/>
                  <a:tailEnd/>
                </a:ln>
              </p:spPr>
              <p:txBody>
                <a:bodyPr/>
                <a:lstStyle/>
                <a:p>
                  <a:endParaRPr lang="en-US"/>
                </a:p>
              </p:txBody>
            </p:sp>
            <p:sp>
              <p:nvSpPr>
                <p:cNvPr id="104093" name="Line 714">
                  <a:extLst>
                    <a:ext uri="{FF2B5EF4-FFF2-40B4-BE49-F238E27FC236}">
                      <a16:creationId xmlns:a16="http://schemas.microsoft.com/office/drawing/2014/main" id="{D21B25DF-8A53-2D04-DAF3-1C4E89446F8A}"/>
                    </a:ext>
                  </a:extLst>
                </p:cNvPr>
                <p:cNvSpPr>
                  <a:spLocks noChangeShapeType="1"/>
                </p:cNvSpPr>
                <p:nvPr/>
              </p:nvSpPr>
              <p:spPr bwMode="auto">
                <a:xfrm>
                  <a:off x="3548" y="2985"/>
                  <a:ext cx="24" cy="1"/>
                </a:xfrm>
                <a:prstGeom prst="line">
                  <a:avLst/>
                </a:prstGeom>
                <a:grpFill/>
                <a:ln w="12700">
                  <a:solidFill>
                    <a:schemeClr val="bg1">
                      <a:lumMod val="65000"/>
                    </a:schemeClr>
                  </a:solidFill>
                  <a:round/>
                  <a:headEnd/>
                  <a:tailEnd/>
                </a:ln>
              </p:spPr>
              <p:txBody>
                <a:bodyPr/>
                <a:lstStyle/>
                <a:p>
                  <a:endParaRPr lang="en-US"/>
                </a:p>
              </p:txBody>
            </p:sp>
            <p:sp>
              <p:nvSpPr>
                <p:cNvPr id="104094" name="Line 715">
                  <a:extLst>
                    <a:ext uri="{FF2B5EF4-FFF2-40B4-BE49-F238E27FC236}">
                      <a16:creationId xmlns:a16="http://schemas.microsoft.com/office/drawing/2014/main" id="{1210E403-1B68-D5DC-6845-E3671E8FEC85}"/>
                    </a:ext>
                  </a:extLst>
                </p:cNvPr>
                <p:cNvSpPr>
                  <a:spLocks noChangeShapeType="1"/>
                </p:cNvSpPr>
                <p:nvPr/>
              </p:nvSpPr>
              <p:spPr bwMode="auto">
                <a:xfrm>
                  <a:off x="3604" y="2985"/>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78" name="Group 716">
              <a:extLst>
                <a:ext uri="{FF2B5EF4-FFF2-40B4-BE49-F238E27FC236}">
                  <a16:creationId xmlns:a16="http://schemas.microsoft.com/office/drawing/2014/main" id="{F882671A-E00E-BC9B-4951-58FDC4E8371B}"/>
                </a:ext>
              </a:extLst>
            </p:cNvPr>
            <p:cNvGrpSpPr>
              <a:grpSpLocks/>
            </p:cNvGrpSpPr>
            <p:nvPr/>
          </p:nvGrpSpPr>
          <p:grpSpPr bwMode="auto">
            <a:xfrm>
              <a:off x="3788" y="2953"/>
              <a:ext cx="415" cy="56"/>
              <a:chOff x="3788" y="2953"/>
              <a:chExt cx="415" cy="56"/>
            </a:xfrm>
            <a:grpFill/>
          </p:grpSpPr>
          <p:sp>
            <p:nvSpPr>
              <p:cNvPr id="104079" name="Freeform 717">
                <a:extLst>
                  <a:ext uri="{FF2B5EF4-FFF2-40B4-BE49-F238E27FC236}">
                    <a16:creationId xmlns:a16="http://schemas.microsoft.com/office/drawing/2014/main" id="{4D4348CE-D951-A00E-BD0B-AC87EABBE400}"/>
                  </a:ext>
                </a:extLst>
              </p:cNvPr>
              <p:cNvSpPr>
                <a:spLocks/>
              </p:cNvSpPr>
              <p:nvPr/>
            </p:nvSpPr>
            <p:spPr bwMode="auto">
              <a:xfrm>
                <a:off x="4091"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4080" name="Group 718">
                <a:extLst>
                  <a:ext uri="{FF2B5EF4-FFF2-40B4-BE49-F238E27FC236}">
                    <a16:creationId xmlns:a16="http://schemas.microsoft.com/office/drawing/2014/main" id="{D2714669-2294-F670-32C9-5BD9EC7D0A13}"/>
                  </a:ext>
                </a:extLst>
              </p:cNvPr>
              <p:cNvGrpSpPr>
                <a:grpSpLocks/>
              </p:cNvGrpSpPr>
              <p:nvPr/>
            </p:nvGrpSpPr>
            <p:grpSpPr bwMode="auto">
              <a:xfrm>
                <a:off x="3788" y="2985"/>
                <a:ext cx="295" cy="1"/>
                <a:chOff x="3788" y="2985"/>
                <a:chExt cx="295" cy="1"/>
              </a:xfrm>
              <a:grpFill/>
            </p:grpSpPr>
            <p:sp>
              <p:nvSpPr>
                <p:cNvPr id="104081" name="Line 719">
                  <a:extLst>
                    <a:ext uri="{FF2B5EF4-FFF2-40B4-BE49-F238E27FC236}">
                      <a16:creationId xmlns:a16="http://schemas.microsoft.com/office/drawing/2014/main" id="{AA313BDE-9749-912F-2582-4055AC9C48E0}"/>
                    </a:ext>
                  </a:extLst>
                </p:cNvPr>
                <p:cNvSpPr>
                  <a:spLocks noChangeShapeType="1"/>
                </p:cNvSpPr>
                <p:nvPr/>
              </p:nvSpPr>
              <p:spPr bwMode="auto">
                <a:xfrm>
                  <a:off x="3788" y="2985"/>
                  <a:ext cx="24" cy="1"/>
                </a:xfrm>
                <a:prstGeom prst="line">
                  <a:avLst/>
                </a:prstGeom>
                <a:grpFill/>
                <a:ln w="12700">
                  <a:solidFill>
                    <a:schemeClr val="bg1">
                      <a:lumMod val="65000"/>
                    </a:schemeClr>
                  </a:solidFill>
                  <a:round/>
                  <a:headEnd/>
                  <a:tailEnd/>
                </a:ln>
              </p:spPr>
              <p:txBody>
                <a:bodyPr/>
                <a:lstStyle/>
                <a:p>
                  <a:endParaRPr lang="en-US"/>
                </a:p>
              </p:txBody>
            </p:sp>
            <p:sp>
              <p:nvSpPr>
                <p:cNvPr id="104082" name="Line 720">
                  <a:extLst>
                    <a:ext uri="{FF2B5EF4-FFF2-40B4-BE49-F238E27FC236}">
                      <a16:creationId xmlns:a16="http://schemas.microsoft.com/office/drawing/2014/main" id="{CE0D2917-7098-D8A3-0D95-F9A6102D6C7E}"/>
                    </a:ext>
                  </a:extLst>
                </p:cNvPr>
                <p:cNvSpPr>
                  <a:spLocks noChangeShapeType="1"/>
                </p:cNvSpPr>
                <p:nvPr/>
              </p:nvSpPr>
              <p:spPr bwMode="auto">
                <a:xfrm>
                  <a:off x="3844" y="2985"/>
                  <a:ext cx="24" cy="1"/>
                </a:xfrm>
                <a:prstGeom prst="line">
                  <a:avLst/>
                </a:prstGeom>
                <a:grpFill/>
                <a:ln w="12700">
                  <a:solidFill>
                    <a:schemeClr val="bg1">
                      <a:lumMod val="65000"/>
                    </a:schemeClr>
                  </a:solidFill>
                  <a:round/>
                  <a:headEnd/>
                  <a:tailEnd/>
                </a:ln>
              </p:spPr>
              <p:txBody>
                <a:bodyPr/>
                <a:lstStyle/>
                <a:p>
                  <a:endParaRPr lang="en-US"/>
                </a:p>
              </p:txBody>
            </p:sp>
            <p:sp>
              <p:nvSpPr>
                <p:cNvPr id="104083" name="Line 721">
                  <a:extLst>
                    <a:ext uri="{FF2B5EF4-FFF2-40B4-BE49-F238E27FC236}">
                      <a16:creationId xmlns:a16="http://schemas.microsoft.com/office/drawing/2014/main" id="{7346F375-761C-B1F3-2AB7-AC3EC58C2E09}"/>
                    </a:ext>
                  </a:extLst>
                </p:cNvPr>
                <p:cNvSpPr>
                  <a:spLocks noChangeShapeType="1"/>
                </p:cNvSpPr>
                <p:nvPr/>
              </p:nvSpPr>
              <p:spPr bwMode="auto">
                <a:xfrm>
                  <a:off x="3900" y="2985"/>
                  <a:ext cx="24" cy="1"/>
                </a:xfrm>
                <a:prstGeom prst="line">
                  <a:avLst/>
                </a:prstGeom>
                <a:grpFill/>
                <a:ln w="12700">
                  <a:solidFill>
                    <a:schemeClr val="bg1">
                      <a:lumMod val="65000"/>
                    </a:schemeClr>
                  </a:solidFill>
                  <a:round/>
                  <a:headEnd/>
                  <a:tailEnd/>
                </a:ln>
              </p:spPr>
              <p:txBody>
                <a:bodyPr/>
                <a:lstStyle/>
                <a:p>
                  <a:endParaRPr lang="en-US"/>
                </a:p>
              </p:txBody>
            </p:sp>
            <p:sp>
              <p:nvSpPr>
                <p:cNvPr id="104084" name="Line 722">
                  <a:extLst>
                    <a:ext uri="{FF2B5EF4-FFF2-40B4-BE49-F238E27FC236}">
                      <a16:creationId xmlns:a16="http://schemas.microsoft.com/office/drawing/2014/main" id="{557E2C80-5ED7-56A6-E5DF-A3851DEB22AE}"/>
                    </a:ext>
                  </a:extLst>
                </p:cNvPr>
                <p:cNvSpPr>
                  <a:spLocks noChangeShapeType="1"/>
                </p:cNvSpPr>
                <p:nvPr/>
              </p:nvSpPr>
              <p:spPr bwMode="auto">
                <a:xfrm>
                  <a:off x="3956" y="2985"/>
                  <a:ext cx="24" cy="1"/>
                </a:xfrm>
                <a:prstGeom prst="line">
                  <a:avLst/>
                </a:prstGeom>
                <a:grpFill/>
                <a:ln w="12700">
                  <a:solidFill>
                    <a:schemeClr val="bg1">
                      <a:lumMod val="65000"/>
                    </a:schemeClr>
                  </a:solidFill>
                  <a:round/>
                  <a:headEnd/>
                  <a:tailEnd/>
                </a:ln>
              </p:spPr>
              <p:txBody>
                <a:bodyPr/>
                <a:lstStyle/>
                <a:p>
                  <a:endParaRPr lang="en-US"/>
                </a:p>
              </p:txBody>
            </p:sp>
            <p:sp>
              <p:nvSpPr>
                <p:cNvPr id="104085" name="Line 723">
                  <a:extLst>
                    <a:ext uri="{FF2B5EF4-FFF2-40B4-BE49-F238E27FC236}">
                      <a16:creationId xmlns:a16="http://schemas.microsoft.com/office/drawing/2014/main" id="{B73D7835-E7B7-81F3-124C-1CA6D9B84695}"/>
                    </a:ext>
                  </a:extLst>
                </p:cNvPr>
                <p:cNvSpPr>
                  <a:spLocks noChangeShapeType="1"/>
                </p:cNvSpPr>
                <p:nvPr/>
              </p:nvSpPr>
              <p:spPr bwMode="auto">
                <a:xfrm>
                  <a:off x="4011" y="2985"/>
                  <a:ext cx="24" cy="1"/>
                </a:xfrm>
                <a:prstGeom prst="line">
                  <a:avLst/>
                </a:prstGeom>
                <a:grpFill/>
                <a:ln w="12700">
                  <a:solidFill>
                    <a:schemeClr val="bg1">
                      <a:lumMod val="65000"/>
                    </a:schemeClr>
                  </a:solidFill>
                  <a:round/>
                  <a:headEnd/>
                  <a:tailEnd/>
                </a:ln>
              </p:spPr>
              <p:txBody>
                <a:bodyPr/>
                <a:lstStyle/>
                <a:p>
                  <a:endParaRPr lang="en-US"/>
                </a:p>
              </p:txBody>
            </p:sp>
            <p:sp>
              <p:nvSpPr>
                <p:cNvPr id="104086" name="Line 724">
                  <a:extLst>
                    <a:ext uri="{FF2B5EF4-FFF2-40B4-BE49-F238E27FC236}">
                      <a16:creationId xmlns:a16="http://schemas.microsoft.com/office/drawing/2014/main" id="{DEFE8EDA-AED0-512B-FD81-749BE994C5AA}"/>
                    </a:ext>
                  </a:extLst>
                </p:cNvPr>
                <p:cNvSpPr>
                  <a:spLocks noChangeShapeType="1"/>
                </p:cNvSpPr>
                <p:nvPr/>
              </p:nvSpPr>
              <p:spPr bwMode="auto">
                <a:xfrm>
                  <a:off x="4067" y="2985"/>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79" name="Group 725">
              <a:extLst>
                <a:ext uri="{FF2B5EF4-FFF2-40B4-BE49-F238E27FC236}">
                  <a16:creationId xmlns:a16="http://schemas.microsoft.com/office/drawing/2014/main" id="{9346399C-333E-D0C8-2770-0117FBE4C1C1}"/>
                </a:ext>
              </a:extLst>
            </p:cNvPr>
            <p:cNvGrpSpPr>
              <a:grpSpLocks/>
            </p:cNvGrpSpPr>
            <p:nvPr/>
          </p:nvGrpSpPr>
          <p:grpSpPr bwMode="auto">
            <a:xfrm>
              <a:off x="4251" y="2953"/>
              <a:ext cx="415" cy="56"/>
              <a:chOff x="4251" y="2953"/>
              <a:chExt cx="415" cy="56"/>
            </a:xfrm>
            <a:grpFill/>
          </p:grpSpPr>
          <p:sp>
            <p:nvSpPr>
              <p:cNvPr id="104071" name="Freeform 726">
                <a:extLst>
                  <a:ext uri="{FF2B5EF4-FFF2-40B4-BE49-F238E27FC236}">
                    <a16:creationId xmlns:a16="http://schemas.microsoft.com/office/drawing/2014/main" id="{0B14C191-ADD1-F6B1-25F1-0A89C47D1D7B}"/>
                  </a:ext>
                </a:extLst>
              </p:cNvPr>
              <p:cNvSpPr>
                <a:spLocks/>
              </p:cNvSpPr>
              <p:nvPr/>
            </p:nvSpPr>
            <p:spPr bwMode="auto">
              <a:xfrm>
                <a:off x="4554"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4072" name="Group 727">
                <a:extLst>
                  <a:ext uri="{FF2B5EF4-FFF2-40B4-BE49-F238E27FC236}">
                    <a16:creationId xmlns:a16="http://schemas.microsoft.com/office/drawing/2014/main" id="{AFFF56AA-158C-0F72-933C-BD153EF37B64}"/>
                  </a:ext>
                </a:extLst>
              </p:cNvPr>
              <p:cNvGrpSpPr>
                <a:grpSpLocks/>
              </p:cNvGrpSpPr>
              <p:nvPr/>
            </p:nvGrpSpPr>
            <p:grpSpPr bwMode="auto">
              <a:xfrm>
                <a:off x="4251" y="2985"/>
                <a:ext cx="295" cy="1"/>
                <a:chOff x="4251" y="2985"/>
                <a:chExt cx="295" cy="1"/>
              </a:xfrm>
              <a:grpFill/>
            </p:grpSpPr>
            <p:sp>
              <p:nvSpPr>
                <p:cNvPr id="104073" name="Line 728">
                  <a:extLst>
                    <a:ext uri="{FF2B5EF4-FFF2-40B4-BE49-F238E27FC236}">
                      <a16:creationId xmlns:a16="http://schemas.microsoft.com/office/drawing/2014/main" id="{9DC44B76-6E34-B888-CC6B-DA632C4E6120}"/>
                    </a:ext>
                  </a:extLst>
                </p:cNvPr>
                <p:cNvSpPr>
                  <a:spLocks noChangeShapeType="1"/>
                </p:cNvSpPr>
                <p:nvPr/>
              </p:nvSpPr>
              <p:spPr bwMode="auto">
                <a:xfrm>
                  <a:off x="4251" y="2985"/>
                  <a:ext cx="24" cy="1"/>
                </a:xfrm>
                <a:prstGeom prst="line">
                  <a:avLst/>
                </a:prstGeom>
                <a:grpFill/>
                <a:ln w="12700">
                  <a:solidFill>
                    <a:schemeClr val="bg1">
                      <a:lumMod val="65000"/>
                    </a:schemeClr>
                  </a:solidFill>
                  <a:round/>
                  <a:headEnd/>
                  <a:tailEnd/>
                </a:ln>
              </p:spPr>
              <p:txBody>
                <a:bodyPr/>
                <a:lstStyle/>
                <a:p>
                  <a:endParaRPr lang="en-US"/>
                </a:p>
              </p:txBody>
            </p:sp>
            <p:sp>
              <p:nvSpPr>
                <p:cNvPr id="104074" name="Line 729">
                  <a:extLst>
                    <a:ext uri="{FF2B5EF4-FFF2-40B4-BE49-F238E27FC236}">
                      <a16:creationId xmlns:a16="http://schemas.microsoft.com/office/drawing/2014/main" id="{2E4CD6C0-12AF-6503-CDBE-E2CEED406F83}"/>
                    </a:ext>
                  </a:extLst>
                </p:cNvPr>
                <p:cNvSpPr>
                  <a:spLocks noChangeShapeType="1"/>
                </p:cNvSpPr>
                <p:nvPr/>
              </p:nvSpPr>
              <p:spPr bwMode="auto">
                <a:xfrm>
                  <a:off x="4307" y="2985"/>
                  <a:ext cx="24" cy="1"/>
                </a:xfrm>
                <a:prstGeom prst="line">
                  <a:avLst/>
                </a:prstGeom>
                <a:grpFill/>
                <a:ln w="12700">
                  <a:solidFill>
                    <a:schemeClr val="bg1">
                      <a:lumMod val="65000"/>
                    </a:schemeClr>
                  </a:solidFill>
                  <a:round/>
                  <a:headEnd/>
                  <a:tailEnd/>
                </a:ln>
              </p:spPr>
              <p:txBody>
                <a:bodyPr/>
                <a:lstStyle/>
                <a:p>
                  <a:endParaRPr lang="en-US"/>
                </a:p>
              </p:txBody>
            </p:sp>
            <p:sp>
              <p:nvSpPr>
                <p:cNvPr id="104075" name="Line 730">
                  <a:extLst>
                    <a:ext uri="{FF2B5EF4-FFF2-40B4-BE49-F238E27FC236}">
                      <a16:creationId xmlns:a16="http://schemas.microsoft.com/office/drawing/2014/main" id="{62E42591-C05E-8C9B-EA6E-66350CD894FB}"/>
                    </a:ext>
                  </a:extLst>
                </p:cNvPr>
                <p:cNvSpPr>
                  <a:spLocks noChangeShapeType="1"/>
                </p:cNvSpPr>
                <p:nvPr/>
              </p:nvSpPr>
              <p:spPr bwMode="auto">
                <a:xfrm>
                  <a:off x="4363" y="2985"/>
                  <a:ext cx="24" cy="1"/>
                </a:xfrm>
                <a:prstGeom prst="line">
                  <a:avLst/>
                </a:prstGeom>
                <a:grpFill/>
                <a:ln w="12700">
                  <a:solidFill>
                    <a:schemeClr val="bg1">
                      <a:lumMod val="65000"/>
                    </a:schemeClr>
                  </a:solidFill>
                  <a:round/>
                  <a:headEnd/>
                  <a:tailEnd/>
                </a:ln>
              </p:spPr>
              <p:txBody>
                <a:bodyPr/>
                <a:lstStyle/>
                <a:p>
                  <a:endParaRPr lang="en-US"/>
                </a:p>
              </p:txBody>
            </p:sp>
            <p:sp>
              <p:nvSpPr>
                <p:cNvPr id="104076" name="Line 731">
                  <a:extLst>
                    <a:ext uri="{FF2B5EF4-FFF2-40B4-BE49-F238E27FC236}">
                      <a16:creationId xmlns:a16="http://schemas.microsoft.com/office/drawing/2014/main" id="{0C70EB2F-9918-823E-D197-7F7259161FEC}"/>
                    </a:ext>
                  </a:extLst>
                </p:cNvPr>
                <p:cNvSpPr>
                  <a:spLocks noChangeShapeType="1"/>
                </p:cNvSpPr>
                <p:nvPr/>
              </p:nvSpPr>
              <p:spPr bwMode="auto">
                <a:xfrm>
                  <a:off x="4419" y="2985"/>
                  <a:ext cx="24" cy="1"/>
                </a:xfrm>
                <a:prstGeom prst="line">
                  <a:avLst/>
                </a:prstGeom>
                <a:grpFill/>
                <a:ln w="12700">
                  <a:solidFill>
                    <a:schemeClr val="bg1">
                      <a:lumMod val="65000"/>
                    </a:schemeClr>
                  </a:solidFill>
                  <a:round/>
                  <a:headEnd/>
                  <a:tailEnd/>
                </a:ln>
              </p:spPr>
              <p:txBody>
                <a:bodyPr/>
                <a:lstStyle/>
                <a:p>
                  <a:endParaRPr lang="en-US"/>
                </a:p>
              </p:txBody>
            </p:sp>
            <p:sp>
              <p:nvSpPr>
                <p:cNvPr id="104077" name="Line 732">
                  <a:extLst>
                    <a:ext uri="{FF2B5EF4-FFF2-40B4-BE49-F238E27FC236}">
                      <a16:creationId xmlns:a16="http://schemas.microsoft.com/office/drawing/2014/main" id="{83E82622-DCA4-5578-9E51-FD2CDDD29CDC}"/>
                    </a:ext>
                  </a:extLst>
                </p:cNvPr>
                <p:cNvSpPr>
                  <a:spLocks noChangeShapeType="1"/>
                </p:cNvSpPr>
                <p:nvPr/>
              </p:nvSpPr>
              <p:spPr bwMode="auto">
                <a:xfrm>
                  <a:off x="4475" y="2985"/>
                  <a:ext cx="24" cy="1"/>
                </a:xfrm>
                <a:prstGeom prst="line">
                  <a:avLst/>
                </a:prstGeom>
                <a:grpFill/>
                <a:ln w="12700">
                  <a:solidFill>
                    <a:schemeClr val="bg1">
                      <a:lumMod val="65000"/>
                    </a:schemeClr>
                  </a:solidFill>
                  <a:round/>
                  <a:headEnd/>
                  <a:tailEnd/>
                </a:ln>
              </p:spPr>
              <p:txBody>
                <a:bodyPr/>
                <a:lstStyle/>
                <a:p>
                  <a:endParaRPr lang="en-US"/>
                </a:p>
              </p:txBody>
            </p:sp>
            <p:sp>
              <p:nvSpPr>
                <p:cNvPr id="104078" name="Line 733">
                  <a:extLst>
                    <a:ext uri="{FF2B5EF4-FFF2-40B4-BE49-F238E27FC236}">
                      <a16:creationId xmlns:a16="http://schemas.microsoft.com/office/drawing/2014/main" id="{219AFB5F-7171-0422-2989-6C78416D8F7F}"/>
                    </a:ext>
                  </a:extLst>
                </p:cNvPr>
                <p:cNvSpPr>
                  <a:spLocks noChangeShapeType="1"/>
                </p:cNvSpPr>
                <p:nvPr/>
              </p:nvSpPr>
              <p:spPr bwMode="auto">
                <a:xfrm>
                  <a:off x="4530" y="2985"/>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80" name="Group 734">
              <a:extLst>
                <a:ext uri="{FF2B5EF4-FFF2-40B4-BE49-F238E27FC236}">
                  <a16:creationId xmlns:a16="http://schemas.microsoft.com/office/drawing/2014/main" id="{C608F418-B292-C48D-25F7-9A2A3FF2914C}"/>
                </a:ext>
              </a:extLst>
            </p:cNvPr>
            <p:cNvGrpSpPr>
              <a:grpSpLocks/>
            </p:cNvGrpSpPr>
            <p:nvPr/>
          </p:nvGrpSpPr>
          <p:grpSpPr bwMode="auto">
            <a:xfrm>
              <a:off x="4674" y="1741"/>
              <a:ext cx="40" cy="1260"/>
              <a:chOff x="4674" y="1741"/>
              <a:chExt cx="40" cy="1260"/>
            </a:xfrm>
            <a:grpFill/>
          </p:grpSpPr>
          <p:sp>
            <p:nvSpPr>
              <p:cNvPr id="104061" name="Oval 735">
                <a:extLst>
                  <a:ext uri="{FF2B5EF4-FFF2-40B4-BE49-F238E27FC236}">
                    <a16:creationId xmlns:a16="http://schemas.microsoft.com/office/drawing/2014/main" id="{CA31D3B0-B42C-2064-ED66-FA55994CDE7E}"/>
                  </a:ext>
                </a:extLst>
              </p:cNvPr>
              <p:cNvSpPr>
                <a:spLocks noChangeArrowheads="1"/>
              </p:cNvSpPr>
              <p:nvPr/>
            </p:nvSpPr>
            <p:spPr bwMode="auto">
              <a:xfrm>
                <a:off x="4674" y="1741"/>
                <a:ext cx="32" cy="40"/>
              </a:xfrm>
              <a:prstGeom prst="ellipse">
                <a:avLst/>
              </a:prstGeom>
              <a:grpFill/>
              <a:ln w="9525">
                <a:solidFill>
                  <a:schemeClr val="bg1">
                    <a:lumMod val="65000"/>
                  </a:schemeClr>
                </a:solidFill>
                <a:round/>
                <a:headEnd/>
                <a:tailEnd/>
              </a:ln>
            </p:spPr>
            <p:txBody>
              <a:bodyPr/>
              <a:lstStyle/>
              <a:p>
                <a:endParaRPr lang="en-US"/>
              </a:p>
            </p:txBody>
          </p:sp>
          <p:sp>
            <p:nvSpPr>
              <p:cNvPr id="104062" name="Oval 736">
                <a:extLst>
                  <a:ext uri="{FF2B5EF4-FFF2-40B4-BE49-F238E27FC236}">
                    <a16:creationId xmlns:a16="http://schemas.microsoft.com/office/drawing/2014/main" id="{01A04E87-135D-38F3-10AB-710A90882EAE}"/>
                  </a:ext>
                </a:extLst>
              </p:cNvPr>
              <p:cNvSpPr>
                <a:spLocks noChangeArrowheads="1"/>
              </p:cNvSpPr>
              <p:nvPr/>
            </p:nvSpPr>
            <p:spPr bwMode="auto">
              <a:xfrm>
                <a:off x="4674" y="1741"/>
                <a:ext cx="32" cy="40"/>
              </a:xfrm>
              <a:prstGeom prst="ellipse">
                <a:avLst/>
              </a:prstGeom>
              <a:grpFill/>
              <a:ln w="25400">
                <a:solidFill>
                  <a:schemeClr val="bg1">
                    <a:lumMod val="65000"/>
                  </a:schemeClr>
                </a:solidFill>
                <a:round/>
                <a:headEnd/>
                <a:tailEnd/>
              </a:ln>
            </p:spPr>
            <p:txBody>
              <a:bodyPr/>
              <a:lstStyle/>
              <a:p>
                <a:endParaRPr lang="en-US"/>
              </a:p>
            </p:txBody>
          </p:sp>
          <p:sp>
            <p:nvSpPr>
              <p:cNvPr id="104063" name="Oval 737">
                <a:extLst>
                  <a:ext uri="{FF2B5EF4-FFF2-40B4-BE49-F238E27FC236}">
                    <a16:creationId xmlns:a16="http://schemas.microsoft.com/office/drawing/2014/main" id="{A6A189E9-76A5-B53E-D0DE-4F0B24AD3E52}"/>
                  </a:ext>
                </a:extLst>
              </p:cNvPr>
              <p:cNvSpPr>
                <a:spLocks noChangeArrowheads="1"/>
              </p:cNvSpPr>
              <p:nvPr/>
            </p:nvSpPr>
            <p:spPr bwMode="auto">
              <a:xfrm>
                <a:off x="4682" y="2044"/>
                <a:ext cx="32" cy="40"/>
              </a:xfrm>
              <a:prstGeom prst="ellipse">
                <a:avLst/>
              </a:prstGeom>
              <a:grpFill/>
              <a:ln w="9525">
                <a:solidFill>
                  <a:schemeClr val="bg1">
                    <a:lumMod val="65000"/>
                  </a:schemeClr>
                </a:solidFill>
                <a:round/>
                <a:headEnd/>
                <a:tailEnd/>
              </a:ln>
            </p:spPr>
            <p:txBody>
              <a:bodyPr/>
              <a:lstStyle/>
              <a:p>
                <a:endParaRPr lang="en-US"/>
              </a:p>
            </p:txBody>
          </p:sp>
          <p:sp>
            <p:nvSpPr>
              <p:cNvPr id="104064" name="Oval 738">
                <a:extLst>
                  <a:ext uri="{FF2B5EF4-FFF2-40B4-BE49-F238E27FC236}">
                    <a16:creationId xmlns:a16="http://schemas.microsoft.com/office/drawing/2014/main" id="{CCE58D41-C7CB-5E7F-E38E-5629E851B2FD}"/>
                  </a:ext>
                </a:extLst>
              </p:cNvPr>
              <p:cNvSpPr>
                <a:spLocks noChangeArrowheads="1"/>
              </p:cNvSpPr>
              <p:nvPr/>
            </p:nvSpPr>
            <p:spPr bwMode="auto">
              <a:xfrm>
                <a:off x="4682" y="2044"/>
                <a:ext cx="32" cy="40"/>
              </a:xfrm>
              <a:prstGeom prst="ellipse">
                <a:avLst/>
              </a:prstGeom>
              <a:grpFill/>
              <a:ln w="25400">
                <a:solidFill>
                  <a:schemeClr val="bg1">
                    <a:lumMod val="65000"/>
                  </a:schemeClr>
                </a:solidFill>
                <a:round/>
                <a:headEnd/>
                <a:tailEnd/>
              </a:ln>
            </p:spPr>
            <p:txBody>
              <a:bodyPr/>
              <a:lstStyle/>
              <a:p>
                <a:endParaRPr lang="en-US"/>
              </a:p>
            </p:txBody>
          </p:sp>
          <p:sp>
            <p:nvSpPr>
              <p:cNvPr id="104065" name="Oval 739">
                <a:extLst>
                  <a:ext uri="{FF2B5EF4-FFF2-40B4-BE49-F238E27FC236}">
                    <a16:creationId xmlns:a16="http://schemas.microsoft.com/office/drawing/2014/main" id="{D3B3C904-41AA-5346-86DD-8FC732C3E1BC}"/>
                  </a:ext>
                </a:extLst>
              </p:cNvPr>
              <p:cNvSpPr>
                <a:spLocks noChangeArrowheads="1"/>
              </p:cNvSpPr>
              <p:nvPr/>
            </p:nvSpPr>
            <p:spPr bwMode="auto">
              <a:xfrm>
                <a:off x="4682" y="2355"/>
                <a:ext cx="32" cy="32"/>
              </a:xfrm>
              <a:prstGeom prst="ellipse">
                <a:avLst/>
              </a:prstGeom>
              <a:grpFill/>
              <a:ln w="9525">
                <a:solidFill>
                  <a:schemeClr val="bg1">
                    <a:lumMod val="65000"/>
                  </a:schemeClr>
                </a:solidFill>
                <a:round/>
                <a:headEnd/>
                <a:tailEnd/>
              </a:ln>
            </p:spPr>
            <p:txBody>
              <a:bodyPr/>
              <a:lstStyle/>
              <a:p>
                <a:endParaRPr lang="en-US"/>
              </a:p>
            </p:txBody>
          </p:sp>
          <p:sp>
            <p:nvSpPr>
              <p:cNvPr id="104066" name="Oval 740">
                <a:extLst>
                  <a:ext uri="{FF2B5EF4-FFF2-40B4-BE49-F238E27FC236}">
                    <a16:creationId xmlns:a16="http://schemas.microsoft.com/office/drawing/2014/main" id="{40900998-AB79-C1CC-A6A5-BCDC06F07FFC}"/>
                  </a:ext>
                </a:extLst>
              </p:cNvPr>
              <p:cNvSpPr>
                <a:spLocks noChangeArrowheads="1"/>
              </p:cNvSpPr>
              <p:nvPr/>
            </p:nvSpPr>
            <p:spPr bwMode="auto">
              <a:xfrm>
                <a:off x="4682" y="2355"/>
                <a:ext cx="32" cy="32"/>
              </a:xfrm>
              <a:prstGeom prst="ellipse">
                <a:avLst/>
              </a:prstGeom>
              <a:grpFill/>
              <a:ln w="25400">
                <a:solidFill>
                  <a:schemeClr val="bg1">
                    <a:lumMod val="65000"/>
                  </a:schemeClr>
                </a:solidFill>
                <a:round/>
                <a:headEnd/>
                <a:tailEnd/>
              </a:ln>
            </p:spPr>
            <p:txBody>
              <a:bodyPr/>
              <a:lstStyle/>
              <a:p>
                <a:endParaRPr lang="en-US"/>
              </a:p>
            </p:txBody>
          </p:sp>
          <p:sp>
            <p:nvSpPr>
              <p:cNvPr id="104067" name="Oval 741">
                <a:extLst>
                  <a:ext uri="{FF2B5EF4-FFF2-40B4-BE49-F238E27FC236}">
                    <a16:creationId xmlns:a16="http://schemas.microsoft.com/office/drawing/2014/main" id="{4C70E6B2-BF29-24E0-A78F-259DD6CD5097}"/>
                  </a:ext>
                </a:extLst>
              </p:cNvPr>
              <p:cNvSpPr>
                <a:spLocks noChangeArrowheads="1"/>
              </p:cNvSpPr>
              <p:nvPr/>
            </p:nvSpPr>
            <p:spPr bwMode="auto">
              <a:xfrm>
                <a:off x="4674" y="2658"/>
                <a:ext cx="32" cy="40"/>
              </a:xfrm>
              <a:prstGeom prst="ellipse">
                <a:avLst/>
              </a:prstGeom>
              <a:grpFill/>
              <a:ln w="9525">
                <a:solidFill>
                  <a:schemeClr val="bg1">
                    <a:lumMod val="65000"/>
                  </a:schemeClr>
                </a:solidFill>
                <a:round/>
                <a:headEnd/>
                <a:tailEnd/>
              </a:ln>
            </p:spPr>
            <p:txBody>
              <a:bodyPr/>
              <a:lstStyle/>
              <a:p>
                <a:endParaRPr lang="en-US"/>
              </a:p>
            </p:txBody>
          </p:sp>
          <p:sp>
            <p:nvSpPr>
              <p:cNvPr id="104068" name="Oval 742">
                <a:extLst>
                  <a:ext uri="{FF2B5EF4-FFF2-40B4-BE49-F238E27FC236}">
                    <a16:creationId xmlns:a16="http://schemas.microsoft.com/office/drawing/2014/main" id="{5BC5A7AB-7A01-47FF-3B0F-C8D0BA12AD0A}"/>
                  </a:ext>
                </a:extLst>
              </p:cNvPr>
              <p:cNvSpPr>
                <a:spLocks noChangeArrowheads="1"/>
              </p:cNvSpPr>
              <p:nvPr/>
            </p:nvSpPr>
            <p:spPr bwMode="auto">
              <a:xfrm>
                <a:off x="4674" y="2658"/>
                <a:ext cx="32" cy="40"/>
              </a:xfrm>
              <a:prstGeom prst="ellipse">
                <a:avLst/>
              </a:prstGeom>
              <a:grpFill/>
              <a:ln w="25400">
                <a:solidFill>
                  <a:schemeClr val="bg1">
                    <a:lumMod val="65000"/>
                  </a:schemeClr>
                </a:solidFill>
                <a:round/>
                <a:headEnd/>
                <a:tailEnd/>
              </a:ln>
            </p:spPr>
            <p:txBody>
              <a:bodyPr/>
              <a:lstStyle/>
              <a:p>
                <a:endParaRPr lang="en-US"/>
              </a:p>
            </p:txBody>
          </p:sp>
          <p:sp>
            <p:nvSpPr>
              <p:cNvPr id="104069" name="Oval 743">
                <a:extLst>
                  <a:ext uri="{FF2B5EF4-FFF2-40B4-BE49-F238E27FC236}">
                    <a16:creationId xmlns:a16="http://schemas.microsoft.com/office/drawing/2014/main" id="{FA0408FD-CA9A-7F2B-8E25-FBA78493F2B4}"/>
                  </a:ext>
                </a:extLst>
              </p:cNvPr>
              <p:cNvSpPr>
                <a:spLocks noChangeArrowheads="1"/>
              </p:cNvSpPr>
              <p:nvPr/>
            </p:nvSpPr>
            <p:spPr bwMode="auto">
              <a:xfrm>
                <a:off x="4674" y="2969"/>
                <a:ext cx="32" cy="32"/>
              </a:xfrm>
              <a:prstGeom prst="ellipse">
                <a:avLst/>
              </a:prstGeom>
              <a:grpFill/>
              <a:ln w="9525">
                <a:solidFill>
                  <a:schemeClr val="bg1">
                    <a:lumMod val="65000"/>
                  </a:schemeClr>
                </a:solidFill>
                <a:round/>
                <a:headEnd/>
                <a:tailEnd/>
              </a:ln>
            </p:spPr>
            <p:txBody>
              <a:bodyPr/>
              <a:lstStyle/>
              <a:p>
                <a:endParaRPr lang="en-US"/>
              </a:p>
            </p:txBody>
          </p:sp>
          <p:sp>
            <p:nvSpPr>
              <p:cNvPr id="104070" name="Oval 744">
                <a:extLst>
                  <a:ext uri="{FF2B5EF4-FFF2-40B4-BE49-F238E27FC236}">
                    <a16:creationId xmlns:a16="http://schemas.microsoft.com/office/drawing/2014/main" id="{2F57A65A-0525-D328-9DBD-2169026E4D88}"/>
                  </a:ext>
                </a:extLst>
              </p:cNvPr>
              <p:cNvSpPr>
                <a:spLocks noChangeArrowheads="1"/>
              </p:cNvSpPr>
              <p:nvPr/>
            </p:nvSpPr>
            <p:spPr bwMode="auto">
              <a:xfrm>
                <a:off x="4674" y="2969"/>
                <a:ext cx="32" cy="32"/>
              </a:xfrm>
              <a:prstGeom prst="ellipse">
                <a:avLst/>
              </a:prstGeom>
              <a:grpFill/>
              <a:ln w="25400">
                <a:solidFill>
                  <a:schemeClr val="bg1">
                    <a:lumMod val="65000"/>
                  </a:schemeClr>
                </a:solidFill>
                <a:round/>
                <a:headEnd/>
                <a:tailEnd/>
              </a:ln>
            </p:spPr>
            <p:txBody>
              <a:bodyPr/>
              <a:lstStyle/>
              <a:p>
                <a:endParaRPr lang="en-US"/>
              </a:p>
            </p:txBody>
          </p:sp>
        </p:grpSp>
        <p:grpSp>
          <p:nvGrpSpPr>
            <p:cNvPr id="103581" name="Group 745">
              <a:extLst>
                <a:ext uri="{FF2B5EF4-FFF2-40B4-BE49-F238E27FC236}">
                  <a16:creationId xmlns:a16="http://schemas.microsoft.com/office/drawing/2014/main" id="{50439924-23B0-45AF-00EB-EF1DECB47F71}"/>
                </a:ext>
              </a:extLst>
            </p:cNvPr>
            <p:cNvGrpSpPr>
              <a:grpSpLocks/>
            </p:cNvGrpSpPr>
            <p:nvPr/>
          </p:nvGrpSpPr>
          <p:grpSpPr bwMode="auto">
            <a:xfrm>
              <a:off x="3740" y="3272"/>
              <a:ext cx="40" cy="343"/>
              <a:chOff x="3740" y="3272"/>
              <a:chExt cx="40" cy="343"/>
            </a:xfrm>
            <a:grpFill/>
          </p:grpSpPr>
          <p:sp>
            <p:nvSpPr>
              <p:cNvPr id="104057" name="Oval 746">
                <a:extLst>
                  <a:ext uri="{FF2B5EF4-FFF2-40B4-BE49-F238E27FC236}">
                    <a16:creationId xmlns:a16="http://schemas.microsoft.com/office/drawing/2014/main" id="{DEB73872-FAF1-6190-5750-E22AA060B047}"/>
                  </a:ext>
                </a:extLst>
              </p:cNvPr>
              <p:cNvSpPr>
                <a:spLocks noChangeArrowheads="1"/>
              </p:cNvSpPr>
              <p:nvPr/>
            </p:nvSpPr>
            <p:spPr bwMode="auto">
              <a:xfrm>
                <a:off x="3740" y="3272"/>
                <a:ext cx="40" cy="32"/>
              </a:xfrm>
              <a:prstGeom prst="ellipse">
                <a:avLst/>
              </a:prstGeom>
              <a:grpFill/>
              <a:ln w="9525">
                <a:solidFill>
                  <a:schemeClr val="bg1">
                    <a:lumMod val="65000"/>
                  </a:schemeClr>
                </a:solidFill>
                <a:round/>
                <a:headEnd/>
                <a:tailEnd/>
              </a:ln>
            </p:spPr>
            <p:txBody>
              <a:bodyPr/>
              <a:lstStyle/>
              <a:p>
                <a:endParaRPr lang="en-US"/>
              </a:p>
            </p:txBody>
          </p:sp>
          <p:sp>
            <p:nvSpPr>
              <p:cNvPr id="104058" name="Oval 747">
                <a:extLst>
                  <a:ext uri="{FF2B5EF4-FFF2-40B4-BE49-F238E27FC236}">
                    <a16:creationId xmlns:a16="http://schemas.microsoft.com/office/drawing/2014/main" id="{BB75F854-F4EE-D6E1-5322-9C9A2A1CFFBB}"/>
                  </a:ext>
                </a:extLst>
              </p:cNvPr>
              <p:cNvSpPr>
                <a:spLocks noChangeArrowheads="1"/>
              </p:cNvSpPr>
              <p:nvPr/>
            </p:nvSpPr>
            <p:spPr bwMode="auto">
              <a:xfrm>
                <a:off x="3740" y="3272"/>
                <a:ext cx="40" cy="32"/>
              </a:xfrm>
              <a:prstGeom prst="ellipse">
                <a:avLst/>
              </a:prstGeom>
              <a:grpFill/>
              <a:ln w="25400">
                <a:solidFill>
                  <a:schemeClr val="bg1">
                    <a:lumMod val="65000"/>
                  </a:schemeClr>
                </a:solidFill>
                <a:round/>
                <a:headEnd/>
                <a:tailEnd/>
              </a:ln>
            </p:spPr>
            <p:txBody>
              <a:bodyPr/>
              <a:lstStyle/>
              <a:p>
                <a:endParaRPr lang="en-US"/>
              </a:p>
            </p:txBody>
          </p:sp>
          <p:sp>
            <p:nvSpPr>
              <p:cNvPr id="104059" name="Oval 748">
                <a:extLst>
                  <a:ext uri="{FF2B5EF4-FFF2-40B4-BE49-F238E27FC236}">
                    <a16:creationId xmlns:a16="http://schemas.microsoft.com/office/drawing/2014/main" id="{EB9011C4-EAAF-1BA8-BC31-501D8758C9AC}"/>
                  </a:ext>
                </a:extLst>
              </p:cNvPr>
              <p:cNvSpPr>
                <a:spLocks noChangeArrowheads="1"/>
              </p:cNvSpPr>
              <p:nvPr/>
            </p:nvSpPr>
            <p:spPr bwMode="auto">
              <a:xfrm>
                <a:off x="3740" y="3575"/>
                <a:ext cx="40" cy="40"/>
              </a:xfrm>
              <a:prstGeom prst="ellipse">
                <a:avLst/>
              </a:prstGeom>
              <a:grpFill/>
              <a:ln w="9525">
                <a:solidFill>
                  <a:schemeClr val="bg1">
                    <a:lumMod val="65000"/>
                  </a:schemeClr>
                </a:solidFill>
                <a:round/>
                <a:headEnd/>
                <a:tailEnd/>
              </a:ln>
            </p:spPr>
            <p:txBody>
              <a:bodyPr/>
              <a:lstStyle/>
              <a:p>
                <a:endParaRPr lang="en-US"/>
              </a:p>
            </p:txBody>
          </p:sp>
          <p:sp>
            <p:nvSpPr>
              <p:cNvPr id="104060" name="Oval 749">
                <a:extLst>
                  <a:ext uri="{FF2B5EF4-FFF2-40B4-BE49-F238E27FC236}">
                    <a16:creationId xmlns:a16="http://schemas.microsoft.com/office/drawing/2014/main" id="{83B66063-9482-59F9-2F23-1439DF5EA87C}"/>
                  </a:ext>
                </a:extLst>
              </p:cNvPr>
              <p:cNvSpPr>
                <a:spLocks noChangeArrowheads="1"/>
              </p:cNvSpPr>
              <p:nvPr/>
            </p:nvSpPr>
            <p:spPr bwMode="auto">
              <a:xfrm>
                <a:off x="3740" y="3575"/>
                <a:ext cx="40" cy="40"/>
              </a:xfrm>
              <a:prstGeom prst="ellipse">
                <a:avLst/>
              </a:prstGeom>
              <a:grpFill/>
              <a:ln w="25400">
                <a:solidFill>
                  <a:schemeClr val="bg1">
                    <a:lumMod val="65000"/>
                  </a:schemeClr>
                </a:solidFill>
                <a:round/>
                <a:headEnd/>
                <a:tailEnd/>
              </a:ln>
            </p:spPr>
            <p:txBody>
              <a:bodyPr/>
              <a:lstStyle/>
              <a:p>
                <a:endParaRPr lang="en-US"/>
              </a:p>
            </p:txBody>
          </p:sp>
        </p:grpSp>
        <p:grpSp>
          <p:nvGrpSpPr>
            <p:cNvPr id="103582" name="Group 750">
              <a:extLst>
                <a:ext uri="{FF2B5EF4-FFF2-40B4-BE49-F238E27FC236}">
                  <a16:creationId xmlns:a16="http://schemas.microsoft.com/office/drawing/2014/main" id="{FF0596AE-3477-8F50-6076-934E7D12657F}"/>
                </a:ext>
              </a:extLst>
            </p:cNvPr>
            <p:cNvGrpSpPr>
              <a:grpSpLocks/>
            </p:cNvGrpSpPr>
            <p:nvPr/>
          </p:nvGrpSpPr>
          <p:grpSpPr bwMode="auto">
            <a:xfrm>
              <a:off x="3285" y="3272"/>
              <a:ext cx="32" cy="343"/>
              <a:chOff x="3285" y="3272"/>
              <a:chExt cx="32" cy="343"/>
            </a:xfrm>
            <a:grpFill/>
          </p:grpSpPr>
          <p:sp>
            <p:nvSpPr>
              <p:cNvPr id="104053" name="Oval 751">
                <a:extLst>
                  <a:ext uri="{FF2B5EF4-FFF2-40B4-BE49-F238E27FC236}">
                    <a16:creationId xmlns:a16="http://schemas.microsoft.com/office/drawing/2014/main" id="{F4206DF5-E512-93FE-C678-BCB1111CD0D5}"/>
                  </a:ext>
                </a:extLst>
              </p:cNvPr>
              <p:cNvSpPr>
                <a:spLocks noChangeArrowheads="1"/>
              </p:cNvSpPr>
              <p:nvPr/>
            </p:nvSpPr>
            <p:spPr bwMode="auto">
              <a:xfrm>
                <a:off x="3285" y="3272"/>
                <a:ext cx="32" cy="32"/>
              </a:xfrm>
              <a:prstGeom prst="ellipse">
                <a:avLst/>
              </a:prstGeom>
              <a:grpFill/>
              <a:ln w="9525">
                <a:solidFill>
                  <a:schemeClr val="bg1">
                    <a:lumMod val="65000"/>
                  </a:schemeClr>
                </a:solidFill>
                <a:round/>
                <a:headEnd/>
                <a:tailEnd/>
              </a:ln>
            </p:spPr>
            <p:txBody>
              <a:bodyPr/>
              <a:lstStyle/>
              <a:p>
                <a:endParaRPr lang="en-US"/>
              </a:p>
            </p:txBody>
          </p:sp>
          <p:sp>
            <p:nvSpPr>
              <p:cNvPr id="104054" name="Oval 752">
                <a:extLst>
                  <a:ext uri="{FF2B5EF4-FFF2-40B4-BE49-F238E27FC236}">
                    <a16:creationId xmlns:a16="http://schemas.microsoft.com/office/drawing/2014/main" id="{02DCF8C0-BB2B-BB47-047D-A289A097C1F0}"/>
                  </a:ext>
                </a:extLst>
              </p:cNvPr>
              <p:cNvSpPr>
                <a:spLocks noChangeArrowheads="1"/>
              </p:cNvSpPr>
              <p:nvPr/>
            </p:nvSpPr>
            <p:spPr bwMode="auto">
              <a:xfrm>
                <a:off x="3285" y="3272"/>
                <a:ext cx="32" cy="32"/>
              </a:xfrm>
              <a:prstGeom prst="ellipse">
                <a:avLst/>
              </a:prstGeom>
              <a:grpFill/>
              <a:ln w="25400">
                <a:solidFill>
                  <a:schemeClr val="bg1">
                    <a:lumMod val="65000"/>
                  </a:schemeClr>
                </a:solidFill>
                <a:round/>
                <a:headEnd/>
                <a:tailEnd/>
              </a:ln>
            </p:spPr>
            <p:txBody>
              <a:bodyPr/>
              <a:lstStyle/>
              <a:p>
                <a:endParaRPr lang="en-US"/>
              </a:p>
            </p:txBody>
          </p:sp>
          <p:sp>
            <p:nvSpPr>
              <p:cNvPr id="104055" name="Oval 753">
                <a:extLst>
                  <a:ext uri="{FF2B5EF4-FFF2-40B4-BE49-F238E27FC236}">
                    <a16:creationId xmlns:a16="http://schemas.microsoft.com/office/drawing/2014/main" id="{E67076F0-ADA8-91DB-51AE-C1745B0E4A76}"/>
                  </a:ext>
                </a:extLst>
              </p:cNvPr>
              <p:cNvSpPr>
                <a:spLocks noChangeArrowheads="1"/>
              </p:cNvSpPr>
              <p:nvPr/>
            </p:nvSpPr>
            <p:spPr bwMode="auto">
              <a:xfrm>
                <a:off x="3285" y="3575"/>
                <a:ext cx="32" cy="40"/>
              </a:xfrm>
              <a:prstGeom prst="ellipse">
                <a:avLst/>
              </a:prstGeom>
              <a:grpFill/>
              <a:ln w="9525">
                <a:solidFill>
                  <a:schemeClr val="bg1">
                    <a:lumMod val="65000"/>
                  </a:schemeClr>
                </a:solidFill>
                <a:round/>
                <a:headEnd/>
                <a:tailEnd/>
              </a:ln>
            </p:spPr>
            <p:txBody>
              <a:bodyPr/>
              <a:lstStyle/>
              <a:p>
                <a:endParaRPr lang="en-US"/>
              </a:p>
            </p:txBody>
          </p:sp>
          <p:sp>
            <p:nvSpPr>
              <p:cNvPr id="104056" name="Oval 754">
                <a:extLst>
                  <a:ext uri="{FF2B5EF4-FFF2-40B4-BE49-F238E27FC236}">
                    <a16:creationId xmlns:a16="http://schemas.microsoft.com/office/drawing/2014/main" id="{F2175F9C-AE9C-6A07-FC95-4526108EF691}"/>
                  </a:ext>
                </a:extLst>
              </p:cNvPr>
              <p:cNvSpPr>
                <a:spLocks noChangeArrowheads="1"/>
              </p:cNvSpPr>
              <p:nvPr/>
            </p:nvSpPr>
            <p:spPr bwMode="auto">
              <a:xfrm>
                <a:off x="3285" y="3575"/>
                <a:ext cx="32" cy="40"/>
              </a:xfrm>
              <a:prstGeom prst="ellipse">
                <a:avLst/>
              </a:prstGeom>
              <a:grpFill/>
              <a:ln w="25400">
                <a:solidFill>
                  <a:schemeClr val="bg1">
                    <a:lumMod val="65000"/>
                  </a:schemeClr>
                </a:solidFill>
                <a:round/>
                <a:headEnd/>
                <a:tailEnd/>
              </a:ln>
            </p:spPr>
            <p:txBody>
              <a:bodyPr/>
              <a:lstStyle/>
              <a:p>
                <a:endParaRPr lang="en-US"/>
              </a:p>
            </p:txBody>
          </p:sp>
        </p:grpSp>
        <p:grpSp>
          <p:nvGrpSpPr>
            <p:cNvPr id="103583" name="Group 755">
              <a:extLst>
                <a:ext uri="{FF2B5EF4-FFF2-40B4-BE49-F238E27FC236}">
                  <a16:creationId xmlns:a16="http://schemas.microsoft.com/office/drawing/2014/main" id="{32E21CC0-3586-09C9-0CC2-4F5717E8B07C}"/>
                </a:ext>
              </a:extLst>
            </p:cNvPr>
            <p:cNvGrpSpPr>
              <a:grpSpLocks/>
            </p:cNvGrpSpPr>
            <p:nvPr/>
          </p:nvGrpSpPr>
          <p:grpSpPr bwMode="auto">
            <a:xfrm>
              <a:off x="4203" y="3272"/>
              <a:ext cx="32" cy="343"/>
              <a:chOff x="4203" y="3272"/>
              <a:chExt cx="32" cy="343"/>
            </a:xfrm>
            <a:grpFill/>
          </p:grpSpPr>
          <p:sp>
            <p:nvSpPr>
              <p:cNvPr id="104049" name="Oval 756">
                <a:extLst>
                  <a:ext uri="{FF2B5EF4-FFF2-40B4-BE49-F238E27FC236}">
                    <a16:creationId xmlns:a16="http://schemas.microsoft.com/office/drawing/2014/main" id="{F39CC838-D508-FCCB-614B-EA161CBFCFDD}"/>
                  </a:ext>
                </a:extLst>
              </p:cNvPr>
              <p:cNvSpPr>
                <a:spLocks noChangeArrowheads="1"/>
              </p:cNvSpPr>
              <p:nvPr/>
            </p:nvSpPr>
            <p:spPr bwMode="auto">
              <a:xfrm>
                <a:off x="4203" y="3272"/>
                <a:ext cx="32" cy="32"/>
              </a:xfrm>
              <a:prstGeom prst="ellipse">
                <a:avLst/>
              </a:prstGeom>
              <a:grpFill/>
              <a:ln w="9525">
                <a:solidFill>
                  <a:schemeClr val="bg1">
                    <a:lumMod val="65000"/>
                  </a:schemeClr>
                </a:solidFill>
                <a:round/>
                <a:headEnd/>
                <a:tailEnd/>
              </a:ln>
            </p:spPr>
            <p:txBody>
              <a:bodyPr/>
              <a:lstStyle/>
              <a:p>
                <a:endParaRPr lang="en-US"/>
              </a:p>
            </p:txBody>
          </p:sp>
          <p:sp>
            <p:nvSpPr>
              <p:cNvPr id="104050" name="Oval 757">
                <a:extLst>
                  <a:ext uri="{FF2B5EF4-FFF2-40B4-BE49-F238E27FC236}">
                    <a16:creationId xmlns:a16="http://schemas.microsoft.com/office/drawing/2014/main" id="{900E2142-D840-CAB1-2892-45B3A63B80B5}"/>
                  </a:ext>
                </a:extLst>
              </p:cNvPr>
              <p:cNvSpPr>
                <a:spLocks noChangeArrowheads="1"/>
              </p:cNvSpPr>
              <p:nvPr/>
            </p:nvSpPr>
            <p:spPr bwMode="auto">
              <a:xfrm>
                <a:off x="4203" y="3272"/>
                <a:ext cx="32" cy="32"/>
              </a:xfrm>
              <a:prstGeom prst="ellipse">
                <a:avLst/>
              </a:prstGeom>
              <a:grpFill/>
              <a:ln w="25400">
                <a:solidFill>
                  <a:schemeClr val="bg1">
                    <a:lumMod val="65000"/>
                  </a:schemeClr>
                </a:solidFill>
                <a:round/>
                <a:headEnd/>
                <a:tailEnd/>
              </a:ln>
            </p:spPr>
            <p:txBody>
              <a:bodyPr/>
              <a:lstStyle/>
              <a:p>
                <a:endParaRPr lang="en-US"/>
              </a:p>
            </p:txBody>
          </p:sp>
          <p:sp>
            <p:nvSpPr>
              <p:cNvPr id="104051" name="Oval 758">
                <a:extLst>
                  <a:ext uri="{FF2B5EF4-FFF2-40B4-BE49-F238E27FC236}">
                    <a16:creationId xmlns:a16="http://schemas.microsoft.com/office/drawing/2014/main" id="{24FCC19B-E55B-10A3-F6E1-B0FFC2A9527E}"/>
                  </a:ext>
                </a:extLst>
              </p:cNvPr>
              <p:cNvSpPr>
                <a:spLocks noChangeArrowheads="1"/>
              </p:cNvSpPr>
              <p:nvPr/>
            </p:nvSpPr>
            <p:spPr bwMode="auto">
              <a:xfrm>
                <a:off x="4203" y="3575"/>
                <a:ext cx="32" cy="40"/>
              </a:xfrm>
              <a:prstGeom prst="ellipse">
                <a:avLst/>
              </a:prstGeom>
              <a:grpFill/>
              <a:ln w="9525">
                <a:solidFill>
                  <a:schemeClr val="bg1">
                    <a:lumMod val="65000"/>
                  </a:schemeClr>
                </a:solidFill>
                <a:round/>
                <a:headEnd/>
                <a:tailEnd/>
              </a:ln>
            </p:spPr>
            <p:txBody>
              <a:bodyPr/>
              <a:lstStyle/>
              <a:p>
                <a:endParaRPr lang="en-US"/>
              </a:p>
            </p:txBody>
          </p:sp>
          <p:sp>
            <p:nvSpPr>
              <p:cNvPr id="104052" name="Oval 759">
                <a:extLst>
                  <a:ext uri="{FF2B5EF4-FFF2-40B4-BE49-F238E27FC236}">
                    <a16:creationId xmlns:a16="http://schemas.microsoft.com/office/drawing/2014/main" id="{DD9D8BDD-DFCF-A700-F09E-28EDCFB6D1F8}"/>
                  </a:ext>
                </a:extLst>
              </p:cNvPr>
              <p:cNvSpPr>
                <a:spLocks noChangeArrowheads="1"/>
              </p:cNvSpPr>
              <p:nvPr/>
            </p:nvSpPr>
            <p:spPr bwMode="auto">
              <a:xfrm>
                <a:off x="4203" y="3575"/>
                <a:ext cx="32" cy="40"/>
              </a:xfrm>
              <a:prstGeom prst="ellipse">
                <a:avLst/>
              </a:prstGeom>
              <a:grpFill/>
              <a:ln w="25400">
                <a:solidFill>
                  <a:schemeClr val="bg1">
                    <a:lumMod val="65000"/>
                  </a:schemeClr>
                </a:solidFill>
                <a:round/>
                <a:headEnd/>
                <a:tailEnd/>
              </a:ln>
            </p:spPr>
            <p:txBody>
              <a:bodyPr/>
              <a:lstStyle/>
              <a:p>
                <a:endParaRPr lang="en-US"/>
              </a:p>
            </p:txBody>
          </p:sp>
        </p:grpSp>
        <p:grpSp>
          <p:nvGrpSpPr>
            <p:cNvPr id="103584" name="Group 760">
              <a:extLst>
                <a:ext uri="{FF2B5EF4-FFF2-40B4-BE49-F238E27FC236}">
                  <a16:creationId xmlns:a16="http://schemas.microsoft.com/office/drawing/2014/main" id="{A6BE629E-5A96-A579-6EA3-304A9706EBF7}"/>
                </a:ext>
              </a:extLst>
            </p:cNvPr>
            <p:cNvGrpSpPr>
              <a:grpSpLocks/>
            </p:cNvGrpSpPr>
            <p:nvPr/>
          </p:nvGrpSpPr>
          <p:grpSpPr bwMode="auto">
            <a:xfrm>
              <a:off x="4658" y="3272"/>
              <a:ext cx="32" cy="343"/>
              <a:chOff x="4658" y="3272"/>
              <a:chExt cx="32" cy="343"/>
            </a:xfrm>
            <a:grpFill/>
          </p:grpSpPr>
          <p:sp>
            <p:nvSpPr>
              <p:cNvPr id="104045" name="Oval 761">
                <a:extLst>
                  <a:ext uri="{FF2B5EF4-FFF2-40B4-BE49-F238E27FC236}">
                    <a16:creationId xmlns:a16="http://schemas.microsoft.com/office/drawing/2014/main" id="{6C731DDC-8BFE-546D-9A5C-5082BF9CFA31}"/>
                  </a:ext>
                </a:extLst>
              </p:cNvPr>
              <p:cNvSpPr>
                <a:spLocks noChangeArrowheads="1"/>
              </p:cNvSpPr>
              <p:nvPr/>
            </p:nvSpPr>
            <p:spPr bwMode="auto">
              <a:xfrm>
                <a:off x="4658" y="3272"/>
                <a:ext cx="32" cy="32"/>
              </a:xfrm>
              <a:prstGeom prst="ellipse">
                <a:avLst/>
              </a:prstGeom>
              <a:grpFill/>
              <a:ln w="9525">
                <a:solidFill>
                  <a:schemeClr val="bg1">
                    <a:lumMod val="65000"/>
                  </a:schemeClr>
                </a:solidFill>
                <a:round/>
                <a:headEnd/>
                <a:tailEnd/>
              </a:ln>
            </p:spPr>
            <p:txBody>
              <a:bodyPr/>
              <a:lstStyle/>
              <a:p>
                <a:endParaRPr lang="en-US"/>
              </a:p>
            </p:txBody>
          </p:sp>
          <p:sp>
            <p:nvSpPr>
              <p:cNvPr id="104046" name="Oval 762">
                <a:extLst>
                  <a:ext uri="{FF2B5EF4-FFF2-40B4-BE49-F238E27FC236}">
                    <a16:creationId xmlns:a16="http://schemas.microsoft.com/office/drawing/2014/main" id="{D1D973A0-7157-4A30-93DE-7594D2BD05FD}"/>
                  </a:ext>
                </a:extLst>
              </p:cNvPr>
              <p:cNvSpPr>
                <a:spLocks noChangeArrowheads="1"/>
              </p:cNvSpPr>
              <p:nvPr/>
            </p:nvSpPr>
            <p:spPr bwMode="auto">
              <a:xfrm>
                <a:off x="4658" y="3272"/>
                <a:ext cx="32" cy="32"/>
              </a:xfrm>
              <a:prstGeom prst="ellipse">
                <a:avLst/>
              </a:prstGeom>
              <a:grpFill/>
              <a:ln w="25400">
                <a:solidFill>
                  <a:schemeClr val="bg1">
                    <a:lumMod val="65000"/>
                  </a:schemeClr>
                </a:solidFill>
                <a:round/>
                <a:headEnd/>
                <a:tailEnd/>
              </a:ln>
            </p:spPr>
            <p:txBody>
              <a:bodyPr/>
              <a:lstStyle/>
              <a:p>
                <a:endParaRPr lang="en-US"/>
              </a:p>
            </p:txBody>
          </p:sp>
          <p:sp>
            <p:nvSpPr>
              <p:cNvPr id="104047" name="Oval 763">
                <a:extLst>
                  <a:ext uri="{FF2B5EF4-FFF2-40B4-BE49-F238E27FC236}">
                    <a16:creationId xmlns:a16="http://schemas.microsoft.com/office/drawing/2014/main" id="{4F373557-CDDA-778E-CBFE-16F6FA2CE70C}"/>
                  </a:ext>
                </a:extLst>
              </p:cNvPr>
              <p:cNvSpPr>
                <a:spLocks noChangeArrowheads="1"/>
              </p:cNvSpPr>
              <p:nvPr/>
            </p:nvSpPr>
            <p:spPr bwMode="auto">
              <a:xfrm>
                <a:off x="4658" y="3575"/>
                <a:ext cx="32" cy="40"/>
              </a:xfrm>
              <a:prstGeom prst="ellipse">
                <a:avLst/>
              </a:prstGeom>
              <a:grpFill/>
              <a:ln w="9525">
                <a:solidFill>
                  <a:schemeClr val="bg1">
                    <a:lumMod val="65000"/>
                  </a:schemeClr>
                </a:solidFill>
                <a:round/>
                <a:headEnd/>
                <a:tailEnd/>
              </a:ln>
            </p:spPr>
            <p:txBody>
              <a:bodyPr/>
              <a:lstStyle/>
              <a:p>
                <a:endParaRPr lang="en-US"/>
              </a:p>
            </p:txBody>
          </p:sp>
          <p:sp>
            <p:nvSpPr>
              <p:cNvPr id="104048" name="Oval 764">
                <a:extLst>
                  <a:ext uri="{FF2B5EF4-FFF2-40B4-BE49-F238E27FC236}">
                    <a16:creationId xmlns:a16="http://schemas.microsoft.com/office/drawing/2014/main" id="{D054E7C9-8C7A-E22C-19F0-F7AB2CD473D1}"/>
                  </a:ext>
                </a:extLst>
              </p:cNvPr>
              <p:cNvSpPr>
                <a:spLocks noChangeArrowheads="1"/>
              </p:cNvSpPr>
              <p:nvPr/>
            </p:nvSpPr>
            <p:spPr bwMode="auto">
              <a:xfrm>
                <a:off x="4658" y="3575"/>
                <a:ext cx="32" cy="40"/>
              </a:xfrm>
              <a:prstGeom prst="ellipse">
                <a:avLst/>
              </a:prstGeom>
              <a:grpFill/>
              <a:ln w="25400">
                <a:solidFill>
                  <a:schemeClr val="bg1">
                    <a:lumMod val="65000"/>
                  </a:schemeClr>
                </a:solidFill>
                <a:round/>
                <a:headEnd/>
                <a:tailEnd/>
              </a:ln>
            </p:spPr>
            <p:txBody>
              <a:bodyPr/>
              <a:lstStyle/>
              <a:p>
                <a:endParaRPr lang="en-US"/>
              </a:p>
            </p:txBody>
          </p:sp>
        </p:grpSp>
        <p:grpSp>
          <p:nvGrpSpPr>
            <p:cNvPr id="103585" name="Group 765">
              <a:extLst>
                <a:ext uri="{FF2B5EF4-FFF2-40B4-BE49-F238E27FC236}">
                  <a16:creationId xmlns:a16="http://schemas.microsoft.com/office/drawing/2014/main" id="{0E23C260-50CF-272E-35A0-B3B65304A35D}"/>
                </a:ext>
              </a:extLst>
            </p:cNvPr>
            <p:cNvGrpSpPr>
              <a:grpSpLocks/>
            </p:cNvGrpSpPr>
            <p:nvPr/>
          </p:nvGrpSpPr>
          <p:grpSpPr bwMode="auto">
            <a:xfrm>
              <a:off x="4251" y="2650"/>
              <a:ext cx="415" cy="56"/>
              <a:chOff x="4251" y="2650"/>
              <a:chExt cx="415" cy="56"/>
            </a:xfrm>
            <a:grpFill/>
          </p:grpSpPr>
          <p:sp>
            <p:nvSpPr>
              <p:cNvPr id="104037" name="Freeform 766">
                <a:extLst>
                  <a:ext uri="{FF2B5EF4-FFF2-40B4-BE49-F238E27FC236}">
                    <a16:creationId xmlns:a16="http://schemas.microsoft.com/office/drawing/2014/main" id="{E7C9D9DF-C32C-588F-716B-F0DF043D91B9}"/>
                  </a:ext>
                </a:extLst>
              </p:cNvPr>
              <p:cNvSpPr>
                <a:spLocks/>
              </p:cNvSpPr>
              <p:nvPr/>
            </p:nvSpPr>
            <p:spPr bwMode="auto">
              <a:xfrm>
                <a:off x="4554" y="2650"/>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lumMod val="65000"/>
                  </a:schemeClr>
                </a:solidFill>
                <a:round/>
                <a:headEnd/>
                <a:tailEnd/>
              </a:ln>
            </p:spPr>
            <p:txBody>
              <a:bodyPr/>
              <a:lstStyle/>
              <a:p>
                <a:endParaRPr lang="en-US"/>
              </a:p>
            </p:txBody>
          </p:sp>
          <p:grpSp>
            <p:nvGrpSpPr>
              <p:cNvPr id="104038" name="Group 767">
                <a:extLst>
                  <a:ext uri="{FF2B5EF4-FFF2-40B4-BE49-F238E27FC236}">
                    <a16:creationId xmlns:a16="http://schemas.microsoft.com/office/drawing/2014/main" id="{D4A76F7C-7E45-0402-BDF4-5DCEB9045073}"/>
                  </a:ext>
                </a:extLst>
              </p:cNvPr>
              <p:cNvGrpSpPr>
                <a:grpSpLocks/>
              </p:cNvGrpSpPr>
              <p:nvPr/>
            </p:nvGrpSpPr>
            <p:grpSpPr bwMode="auto">
              <a:xfrm>
                <a:off x="4251" y="2674"/>
                <a:ext cx="295" cy="1"/>
                <a:chOff x="4251" y="2674"/>
                <a:chExt cx="295" cy="1"/>
              </a:xfrm>
              <a:grpFill/>
            </p:grpSpPr>
            <p:sp>
              <p:nvSpPr>
                <p:cNvPr id="104039" name="Line 768">
                  <a:extLst>
                    <a:ext uri="{FF2B5EF4-FFF2-40B4-BE49-F238E27FC236}">
                      <a16:creationId xmlns:a16="http://schemas.microsoft.com/office/drawing/2014/main" id="{55383B1D-BAF9-12D1-2DF2-D4A447DCE76D}"/>
                    </a:ext>
                  </a:extLst>
                </p:cNvPr>
                <p:cNvSpPr>
                  <a:spLocks noChangeShapeType="1"/>
                </p:cNvSpPr>
                <p:nvPr/>
              </p:nvSpPr>
              <p:spPr bwMode="auto">
                <a:xfrm>
                  <a:off x="4251" y="2674"/>
                  <a:ext cx="24" cy="1"/>
                </a:xfrm>
                <a:prstGeom prst="line">
                  <a:avLst/>
                </a:prstGeom>
                <a:grpFill/>
                <a:ln w="12700">
                  <a:solidFill>
                    <a:schemeClr val="bg1">
                      <a:lumMod val="65000"/>
                    </a:schemeClr>
                  </a:solidFill>
                  <a:round/>
                  <a:headEnd/>
                  <a:tailEnd/>
                </a:ln>
              </p:spPr>
              <p:txBody>
                <a:bodyPr/>
                <a:lstStyle/>
                <a:p>
                  <a:endParaRPr lang="en-US"/>
                </a:p>
              </p:txBody>
            </p:sp>
            <p:sp>
              <p:nvSpPr>
                <p:cNvPr id="104040" name="Line 769">
                  <a:extLst>
                    <a:ext uri="{FF2B5EF4-FFF2-40B4-BE49-F238E27FC236}">
                      <a16:creationId xmlns:a16="http://schemas.microsoft.com/office/drawing/2014/main" id="{25F74E04-681D-4D9A-FB47-08E6D3B0A41B}"/>
                    </a:ext>
                  </a:extLst>
                </p:cNvPr>
                <p:cNvSpPr>
                  <a:spLocks noChangeShapeType="1"/>
                </p:cNvSpPr>
                <p:nvPr/>
              </p:nvSpPr>
              <p:spPr bwMode="auto">
                <a:xfrm>
                  <a:off x="4307" y="2674"/>
                  <a:ext cx="24" cy="1"/>
                </a:xfrm>
                <a:prstGeom prst="line">
                  <a:avLst/>
                </a:prstGeom>
                <a:grpFill/>
                <a:ln w="12700">
                  <a:solidFill>
                    <a:schemeClr val="bg1">
                      <a:lumMod val="65000"/>
                    </a:schemeClr>
                  </a:solidFill>
                  <a:round/>
                  <a:headEnd/>
                  <a:tailEnd/>
                </a:ln>
              </p:spPr>
              <p:txBody>
                <a:bodyPr/>
                <a:lstStyle/>
                <a:p>
                  <a:endParaRPr lang="en-US"/>
                </a:p>
              </p:txBody>
            </p:sp>
            <p:sp>
              <p:nvSpPr>
                <p:cNvPr id="104041" name="Line 770">
                  <a:extLst>
                    <a:ext uri="{FF2B5EF4-FFF2-40B4-BE49-F238E27FC236}">
                      <a16:creationId xmlns:a16="http://schemas.microsoft.com/office/drawing/2014/main" id="{9CACA8AE-EDB6-2E00-35D0-D18E096B794E}"/>
                    </a:ext>
                  </a:extLst>
                </p:cNvPr>
                <p:cNvSpPr>
                  <a:spLocks noChangeShapeType="1"/>
                </p:cNvSpPr>
                <p:nvPr/>
              </p:nvSpPr>
              <p:spPr bwMode="auto">
                <a:xfrm>
                  <a:off x="4363" y="2674"/>
                  <a:ext cx="24" cy="1"/>
                </a:xfrm>
                <a:prstGeom prst="line">
                  <a:avLst/>
                </a:prstGeom>
                <a:grpFill/>
                <a:ln w="12700">
                  <a:solidFill>
                    <a:schemeClr val="bg1">
                      <a:lumMod val="65000"/>
                    </a:schemeClr>
                  </a:solidFill>
                  <a:round/>
                  <a:headEnd/>
                  <a:tailEnd/>
                </a:ln>
              </p:spPr>
              <p:txBody>
                <a:bodyPr/>
                <a:lstStyle/>
                <a:p>
                  <a:endParaRPr lang="en-US"/>
                </a:p>
              </p:txBody>
            </p:sp>
            <p:sp>
              <p:nvSpPr>
                <p:cNvPr id="104042" name="Line 771">
                  <a:extLst>
                    <a:ext uri="{FF2B5EF4-FFF2-40B4-BE49-F238E27FC236}">
                      <a16:creationId xmlns:a16="http://schemas.microsoft.com/office/drawing/2014/main" id="{30CB7370-E971-93AF-5D30-A09361B87B6E}"/>
                    </a:ext>
                  </a:extLst>
                </p:cNvPr>
                <p:cNvSpPr>
                  <a:spLocks noChangeShapeType="1"/>
                </p:cNvSpPr>
                <p:nvPr/>
              </p:nvSpPr>
              <p:spPr bwMode="auto">
                <a:xfrm>
                  <a:off x="4419" y="2674"/>
                  <a:ext cx="24" cy="1"/>
                </a:xfrm>
                <a:prstGeom prst="line">
                  <a:avLst/>
                </a:prstGeom>
                <a:grpFill/>
                <a:ln w="12700">
                  <a:solidFill>
                    <a:schemeClr val="bg1">
                      <a:lumMod val="65000"/>
                    </a:schemeClr>
                  </a:solidFill>
                  <a:round/>
                  <a:headEnd/>
                  <a:tailEnd/>
                </a:ln>
              </p:spPr>
              <p:txBody>
                <a:bodyPr/>
                <a:lstStyle/>
                <a:p>
                  <a:endParaRPr lang="en-US"/>
                </a:p>
              </p:txBody>
            </p:sp>
            <p:sp>
              <p:nvSpPr>
                <p:cNvPr id="104043" name="Line 772">
                  <a:extLst>
                    <a:ext uri="{FF2B5EF4-FFF2-40B4-BE49-F238E27FC236}">
                      <a16:creationId xmlns:a16="http://schemas.microsoft.com/office/drawing/2014/main" id="{2F88504D-A98D-7ADA-CF5F-6DAF7AFB0A6C}"/>
                    </a:ext>
                  </a:extLst>
                </p:cNvPr>
                <p:cNvSpPr>
                  <a:spLocks noChangeShapeType="1"/>
                </p:cNvSpPr>
                <p:nvPr/>
              </p:nvSpPr>
              <p:spPr bwMode="auto">
                <a:xfrm>
                  <a:off x="4475" y="2674"/>
                  <a:ext cx="24" cy="1"/>
                </a:xfrm>
                <a:prstGeom prst="line">
                  <a:avLst/>
                </a:prstGeom>
                <a:grpFill/>
                <a:ln w="12700">
                  <a:solidFill>
                    <a:schemeClr val="bg1">
                      <a:lumMod val="65000"/>
                    </a:schemeClr>
                  </a:solidFill>
                  <a:round/>
                  <a:headEnd/>
                  <a:tailEnd/>
                </a:ln>
              </p:spPr>
              <p:txBody>
                <a:bodyPr/>
                <a:lstStyle/>
                <a:p>
                  <a:endParaRPr lang="en-US"/>
                </a:p>
              </p:txBody>
            </p:sp>
            <p:sp>
              <p:nvSpPr>
                <p:cNvPr id="104044" name="Line 773">
                  <a:extLst>
                    <a:ext uri="{FF2B5EF4-FFF2-40B4-BE49-F238E27FC236}">
                      <a16:creationId xmlns:a16="http://schemas.microsoft.com/office/drawing/2014/main" id="{5F3F1F87-762B-8040-1619-EBB2A4AC4DCD}"/>
                    </a:ext>
                  </a:extLst>
                </p:cNvPr>
                <p:cNvSpPr>
                  <a:spLocks noChangeShapeType="1"/>
                </p:cNvSpPr>
                <p:nvPr/>
              </p:nvSpPr>
              <p:spPr bwMode="auto">
                <a:xfrm>
                  <a:off x="4530" y="2674"/>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86" name="Group 774">
              <a:extLst>
                <a:ext uri="{FF2B5EF4-FFF2-40B4-BE49-F238E27FC236}">
                  <a16:creationId xmlns:a16="http://schemas.microsoft.com/office/drawing/2014/main" id="{6A4161C0-B79E-6B5A-7F5C-ED6B16B279AF}"/>
                </a:ext>
              </a:extLst>
            </p:cNvPr>
            <p:cNvGrpSpPr>
              <a:grpSpLocks/>
            </p:cNvGrpSpPr>
            <p:nvPr/>
          </p:nvGrpSpPr>
          <p:grpSpPr bwMode="auto">
            <a:xfrm>
              <a:off x="4251" y="1733"/>
              <a:ext cx="415" cy="56"/>
              <a:chOff x="4251" y="1733"/>
              <a:chExt cx="415" cy="56"/>
            </a:xfrm>
            <a:grpFill/>
          </p:grpSpPr>
          <p:sp>
            <p:nvSpPr>
              <p:cNvPr id="104029" name="Freeform 775">
                <a:extLst>
                  <a:ext uri="{FF2B5EF4-FFF2-40B4-BE49-F238E27FC236}">
                    <a16:creationId xmlns:a16="http://schemas.microsoft.com/office/drawing/2014/main" id="{56C41AC4-7EFF-0535-FC9A-9B0A36D0D6A9}"/>
                  </a:ext>
                </a:extLst>
              </p:cNvPr>
              <p:cNvSpPr>
                <a:spLocks/>
              </p:cNvSpPr>
              <p:nvPr/>
            </p:nvSpPr>
            <p:spPr bwMode="auto">
              <a:xfrm>
                <a:off x="4554" y="1733"/>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lumMod val="65000"/>
                  </a:schemeClr>
                </a:solidFill>
                <a:round/>
                <a:headEnd/>
                <a:tailEnd/>
              </a:ln>
            </p:spPr>
            <p:txBody>
              <a:bodyPr/>
              <a:lstStyle/>
              <a:p>
                <a:endParaRPr lang="en-US"/>
              </a:p>
            </p:txBody>
          </p:sp>
          <p:grpSp>
            <p:nvGrpSpPr>
              <p:cNvPr id="104030" name="Group 776">
                <a:extLst>
                  <a:ext uri="{FF2B5EF4-FFF2-40B4-BE49-F238E27FC236}">
                    <a16:creationId xmlns:a16="http://schemas.microsoft.com/office/drawing/2014/main" id="{4CA29A84-C94C-D820-41E1-69A48DFFFFDC}"/>
                  </a:ext>
                </a:extLst>
              </p:cNvPr>
              <p:cNvGrpSpPr>
                <a:grpSpLocks/>
              </p:cNvGrpSpPr>
              <p:nvPr/>
            </p:nvGrpSpPr>
            <p:grpSpPr bwMode="auto">
              <a:xfrm>
                <a:off x="4251" y="1757"/>
                <a:ext cx="295" cy="1"/>
                <a:chOff x="4251" y="1757"/>
                <a:chExt cx="295" cy="1"/>
              </a:xfrm>
              <a:grpFill/>
            </p:grpSpPr>
            <p:sp>
              <p:nvSpPr>
                <p:cNvPr id="104031" name="Line 777">
                  <a:extLst>
                    <a:ext uri="{FF2B5EF4-FFF2-40B4-BE49-F238E27FC236}">
                      <a16:creationId xmlns:a16="http://schemas.microsoft.com/office/drawing/2014/main" id="{0D132A46-7805-181A-696D-1042AFAC4BCE}"/>
                    </a:ext>
                  </a:extLst>
                </p:cNvPr>
                <p:cNvSpPr>
                  <a:spLocks noChangeShapeType="1"/>
                </p:cNvSpPr>
                <p:nvPr/>
              </p:nvSpPr>
              <p:spPr bwMode="auto">
                <a:xfrm>
                  <a:off x="4251" y="1757"/>
                  <a:ext cx="24" cy="1"/>
                </a:xfrm>
                <a:prstGeom prst="line">
                  <a:avLst/>
                </a:prstGeom>
                <a:grpFill/>
                <a:ln w="12700">
                  <a:solidFill>
                    <a:schemeClr val="bg1">
                      <a:lumMod val="65000"/>
                    </a:schemeClr>
                  </a:solidFill>
                  <a:round/>
                  <a:headEnd/>
                  <a:tailEnd/>
                </a:ln>
              </p:spPr>
              <p:txBody>
                <a:bodyPr/>
                <a:lstStyle/>
                <a:p>
                  <a:endParaRPr lang="en-US"/>
                </a:p>
              </p:txBody>
            </p:sp>
            <p:sp>
              <p:nvSpPr>
                <p:cNvPr id="104032" name="Line 778">
                  <a:extLst>
                    <a:ext uri="{FF2B5EF4-FFF2-40B4-BE49-F238E27FC236}">
                      <a16:creationId xmlns:a16="http://schemas.microsoft.com/office/drawing/2014/main" id="{436282B7-2D68-D557-39D8-1678A32672F0}"/>
                    </a:ext>
                  </a:extLst>
                </p:cNvPr>
                <p:cNvSpPr>
                  <a:spLocks noChangeShapeType="1"/>
                </p:cNvSpPr>
                <p:nvPr/>
              </p:nvSpPr>
              <p:spPr bwMode="auto">
                <a:xfrm>
                  <a:off x="4307" y="1757"/>
                  <a:ext cx="24" cy="1"/>
                </a:xfrm>
                <a:prstGeom prst="line">
                  <a:avLst/>
                </a:prstGeom>
                <a:grpFill/>
                <a:ln w="12700">
                  <a:solidFill>
                    <a:schemeClr val="bg1">
                      <a:lumMod val="65000"/>
                    </a:schemeClr>
                  </a:solidFill>
                  <a:round/>
                  <a:headEnd/>
                  <a:tailEnd/>
                </a:ln>
              </p:spPr>
              <p:txBody>
                <a:bodyPr/>
                <a:lstStyle/>
                <a:p>
                  <a:endParaRPr lang="en-US"/>
                </a:p>
              </p:txBody>
            </p:sp>
            <p:sp>
              <p:nvSpPr>
                <p:cNvPr id="104033" name="Line 779">
                  <a:extLst>
                    <a:ext uri="{FF2B5EF4-FFF2-40B4-BE49-F238E27FC236}">
                      <a16:creationId xmlns:a16="http://schemas.microsoft.com/office/drawing/2014/main" id="{62A0EEF9-2C2A-CE1C-1D3E-F46B3C2313BC}"/>
                    </a:ext>
                  </a:extLst>
                </p:cNvPr>
                <p:cNvSpPr>
                  <a:spLocks noChangeShapeType="1"/>
                </p:cNvSpPr>
                <p:nvPr/>
              </p:nvSpPr>
              <p:spPr bwMode="auto">
                <a:xfrm>
                  <a:off x="4363" y="1757"/>
                  <a:ext cx="24" cy="1"/>
                </a:xfrm>
                <a:prstGeom prst="line">
                  <a:avLst/>
                </a:prstGeom>
                <a:grpFill/>
                <a:ln w="12700">
                  <a:solidFill>
                    <a:schemeClr val="bg1">
                      <a:lumMod val="65000"/>
                    </a:schemeClr>
                  </a:solidFill>
                  <a:round/>
                  <a:headEnd/>
                  <a:tailEnd/>
                </a:ln>
              </p:spPr>
              <p:txBody>
                <a:bodyPr/>
                <a:lstStyle/>
                <a:p>
                  <a:endParaRPr lang="en-US"/>
                </a:p>
              </p:txBody>
            </p:sp>
            <p:sp>
              <p:nvSpPr>
                <p:cNvPr id="104034" name="Line 780">
                  <a:extLst>
                    <a:ext uri="{FF2B5EF4-FFF2-40B4-BE49-F238E27FC236}">
                      <a16:creationId xmlns:a16="http://schemas.microsoft.com/office/drawing/2014/main" id="{039DB458-ACFA-16F6-91E1-E2EFFAEBD72A}"/>
                    </a:ext>
                  </a:extLst>
                </p:cNvPr>
                <p:cNvSpPr>
                  <a:spLocks noChangeShapeType="1"/>
                </p:cNvSpPr>
                <p:nvPr/>
              </p:nvSpPr>
              <p:spPr bwMode="auto">
                <a:xfrm>
                  <a:off x="4419" y="1757"/>
                  <a:ext cx="24" cy="1"/>
                </a:xfrm>
                <a:prstGeom prst="line">
                  <a:avLst/>
                </a:prstGeom>
                <a:grpFill/>
                <a:ln w="12700">
                  <a:solidFill>
                    <a:schemeClr val="bg1">
                      <a:lumMod val="65000"/>
                    </a:schemeClr>
                  </a:solidFill>
                  <a:round/>
                  <a:headEnd/>
                  <a:tailEnd/>
                </a:ln>
              </p:spPr>
              <p:txBody>
                <a:bodyPr/>
                <a:lstStyle/>
                <a:p>
                  <a:endParaRPr lang="en-US"/>
                </a:p>
              </p:txBody>
            </p:sp>
            <p:sp>
              <p:nvSpPr>
                <p:cNvPr id="104035" name="Line 781">
                  <a:extLst>
                    <a:ext uri="{FF2B5EF4-FFF2-40B4-BE49-F238E27FC236}">
                      <a16:creationId xmlns:a16="http://schemas.microsoft.com/office/drawing/2014/main" id="{DFA19F49-ECBA-C346-38E8-11EEFC232D83}"/>
                    </a:ext>
                  </a:extLst>
                </p:cNvPr>
                <p:cNvSpPr>
                  <a:spLocks noChangeShapeType="1"/>
                </p:cNvSpPr>
                <p:nvPr/>
              </p:nvSpPr>
              <p:spPr bwMode="auto">
                <a:xfrm>
                  <a:off x="4475" y="1757"/>
                  <a:ext cx="24" cy="1"/>
                </a:xfrm>
                <a:prstGeom prst="line">
                  <a:avLst/>
                </a:prstGeom>
                <a:grpFill/>
                <a:ln w="12700">
                  <a:solidFill>
                    <a:schemeClr val="bg1">
                      <a:lumMod val="65000"/>
                    </a:schemeClr>
                  </a:solidFill>
                  <a:round/>
                  <a:headEnd/>
                  <a:tailEnd/>
                </a:ln>
              </p:spPr>
              <p:txBody>
                <a:bodyPr/>
                <a:lstStyle/>
                <a:p>
                  <a:endParaRPr lang="en-US"/>
                </a:p>
              </p:txBody>
            </p:sp>
            <p:sp>
              <p:nvSpPr>
                <p:cNvPr id="104036" name="Line 782">
                  <a:extLst>
                    <a:ext uri="{FF2B5EF4-FFF2-40B4-BE49-F238E27FC236}">
                      <a16:creationId xmlns:a16="http://schemas.microsoft.com/office/drawing/2014/main" id="{06FC6EA9-CAD6-FAD3-3655-09F1B0CFF916}"/>
                    </a:ext>
                  </a:extLst>
                </p:cNvPr>
                <p:cNvSpPr>
                  <a:spLocks noChangeShapeType="1"/>
                </p:cNvSpPr>
                <p:nvPr/>
              </p:nvSpPr>
              <p:spPr bwMode="auto">
                <a:xfrm>
                  <a:off x="4530" y="1757"/>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87" name="Group 783">
              <a:extLst>
                <a:ext uri="{FF2B5EF4-FFF2-40B4-BE49-F238E27FC236}">
                  <a16:creationId xmlns:a16="http://schemas.microsoft.com/office/drawing/2014/main" id="{4798F74C-9F82-D831-C3F1-5F82C795AF8F}"/>
                </a:ext>
              </a:extLst>
            </p:cNvPr>
            <p:cNvGrpSpPr>
              <a:grpSpLocks/>
            </p:cNvGrpSpPr>
            <p:nvPr/>
          </p:nvGrpSpPr>
          <p:grpSpPr bwMode="auto">
            <a:xfrm>
              <a:off x="3325" y="3264"/>
              <a:ext cx="415" cy="56"/>
              <a:chOff x="3325" y="3264"/>
              <a:chExt cx="415" cy="56"/>
            </a:xfrm>
            <a:grpFill/>
          </p:grpSpPr>
          <p:sp>
            <p:nvSpPr>
              <p:cNvPr id="104021" name="Freeform 784">
                <a:extLst>
                  <a:ext uri="{FF2B5EF4-FFF2-40B4-BE49-F238E27FC236}">
                    <a16:creationId xmlns:a16="http://schemas.microsoft.com/office/drawing/2014/main" id="{E32EE403-46A3-722B-09F0-C91B88136DE8}"/>
                  </a:ext>
                </a:extLst>
              </p:cNvPr>
              <p:cNvSpPr>
                <a:spLocks/>
              </p:cNvSpPr>
              <p:nvPr/>
            </p:nvSpPr>
            <p:spPr bwMode="auto">
              <a:xfrm>
                <a:off x="3628" y="3264"/>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lumMod val="65000"/>
                  </a:schemeClr>
                </a:solidFill>
                <a:round/>
                <a:headEnd/>
                <a:tailEnd/>
              </a:ln>
            </p:spPr>
            <p:txBody>
              <a:bodyPr/>
              <a:lstStyle/>
              <a:p>
                <a:endParaRPr lang="en-US"/>
              </a:p>
            </p:txBody>
          </p:sp>
          <p:grpSp>
            <p:nvGrpSpPr>
              <p:cNvPr id="104022" name="Group 785">
                <a:extLst>
                  <a:ext uri="{FF2B5EF4-FFF2-40B4-BE49-F238E27FC236}">
                    <a16:creationId xmlns:a16="http://schemas.microsoft.com/office/drawing/2014/main" id="{AA92DDF6-B55C-F9CC-0ECC-007102FE47C5}"/>
                  </a:ext>
                </a:extLst>
              </p:cNvPr>
              <p:cNvGrpSpPr>
                <a:grpSpLocks/>
              </p:cNvGrpSpPr>
              <p:nvPr/>
            </p:nvGrpSpPr>
            <p:grpSpPr bwMode="auto">
              <a:xfrm>
                <a:off x="3325" y="3288"/>
                <a:ext cx="295" cy="1"/>
                <a:chOff x="3325" y="3288"/>
                <a:chExt cx="295" cy="1"/>
              </a:xfrm>
              <a:grpFill/>
            </p:grpSpPr>
            <p:sp>
              <p:nvSpPr>
                <p:cNvPr id="104023" name="Line 786">
                  <a:extLst>
                    <a:ext uri="{FF2B5EF4-FFF2-40B4-BE49-F238E27FC236}">
                      <a16:creationId xmlns:a16="http://schemas.microsoft.com/office/drawing/2014/main" id="{EC4D5EB7-9E8D-B560-C450-859F0CA5133B}"/>
                    </a:ext>
                  </a:extLst>
                </p:cNvPr>
                <p:cNvSpPr>
                  <a:spLocks noChangeShapeType="1"/>
                </p:cNvSpPr>
                <p:nvPr/>
              </p:nvSpPr>
              <p:spPr bwMode="auto">
                <a:xfrm>
                  <a:off x="3325" y="3288"/>
                  <a:ext cx="24" cy="1"/>
                </a:xfrm>
                <a:prstGeom prst="line">
                  <a:avLst/>
                </a:prstGeom>
                <a:grpFill/>
                <a:ln w="12700">
                  <a:solidFill>
                    <a:schemeClr val="bg1">
                      <a:lumMod val="65000"/>
                    </a:schemeClr>
                  </a:solidFill>
                  <a:round/>
                  <a:headEnd/>
                  <a:tailEnd/>
                </a:ln>
              </p:spPr>
              <p:txBody>
                <a:bodyPr/>
                <a:lstStyle/>
                <a:p>
                  <a:endParaRPr lang="en-US"/>
                </a:p>
              </p:txBody>
            </p:sp>
            <p:sp>
              <p:nvSpPr>
                <p:cNvPr id="104024" name="Line 787">
                  <a:extLst>
                    <a:ext uri="{FF2B5EF4-FFF2-40B4-BE49-F238E27FC236}">
                      <a16:creationId xmlns:a16="http://schemas.microsoft.com/office/drawing/2014/main" id="{26A01812-30FB-92D7-3480-C087806F029C}"/>
                    </a:ext>
                  </a:extLst>
                </p:cNvPr>
                <p:cNvSpPr>
                  <a:spLocks noChangeShapeType="1"/>
                </p:cNvSpPr>
                <p:nvPr/>
              </p:nvSpPr>
              <p:spPr bwMode="auto">
                <a:xfrm>
                  <a:off x="3381" y="3288"/>
                  <a:ext cx="24" cy="1"/>
                </a:xfrm>
                <a:prstGeom prst="line">
                  <a:avLst/>
                </a:prstGeom>
                <a:grpFill/>
                <a:ln w="12700">
                  <a:solidFill>
                    <a:schemeClr val="bg1">
                      <a:lumMod val="65000"/>
                    </a:schemeClr>
                  </a:solidFill>
                  <a:round/>
                  <a:headEnd/>
                  <a:tailEnd/>
                </a:ln>
              </p:spPr>
              <p:txBody>
                <a:bodyPr/>
                <a:lstStyle/>
                <a:p>
                  <a:endParaRPr lang="en-US"/>
                </a:p>
              </p:txBody>
            </p:sp>
            <p:sp>
              <p:nvSpPr>
                <p:cNvPr id="104025" name="Line 788">
                  <a:extLst>
                    <a:ext uri="{FF2B5EF4-FFF2-40B4-BE49-F238E27FC236}">
                      <a16:creationId xmlns:a16="http://schemas.microsoft.com/office/drawing/2014/main" id="{0A3525AD-7447-161A-114B-CAE0DB981E88}"/>
                    </a:ext>
                  </a:extLst>
                </p:cNvPr>
                <p:cNvSpPr>
                  <a:spLocks noChangeShapeType="1"/>
                </p:cNvSpPr>
                <p:nvPr/>
              </p:nvSpPr>
              <p:spPr bwMode="auto">
                <a:xfrm>
                  <a:off x="3437" y="3288"/>
                  <a:ext cx="24" cy="1"/>
                </a:xfrm>
                <a:prstGeom prst="line">
                  <a:avLst/>
                </a:prstGeom>
                <a:grpFill/>
                <a:ln w="12700">
                  <a:solidFill>
                    <a:schemeClr val="bg1">
                      <a:lumMod val="65000"/>
                    </a:schemeClr>
                  </a:solidFill>
                  <a:round/>
                  <a:headEnd/>
                  <a:tailEnd/>
                </a:ln>
              </p:spPr>
              <p:txBody>
                <a:bodyPr/>
                <a:lstStyle/>
                <a:p>
                  <a:endParaRPr lang="en-US"/>
                </a:p>
              </p:txBody>
            </p:sp>
            <p:sp>
              <p:nvSpPr>
                <p:cNvPr id="104026" name="Line 789">
                  <a:extLst>
                    <a:ext uri="{FF2B5EF4-FFF2-40B4-BE49-F238E27FC236}">
                      <a16:creationId xmlns:a16="http://schemas.microsoft.com/office/drawing/2014/main" id="{017E0DF6-98B2-9888-C33E-2BCF80EA5D10}"/>
                    </a:ext>
                  </a:extLst>
                </p:cNvPr>
                <p:cNvSpPr>
                  <a:spLocks noChangeShapeType="1"/>
                </p:cNvSpPr>
                <p:nvPr/>
              </p:nvSpPr>
              <p:spPr bwMode="auto">
                <a:xfrm>
                  <a:off x="3493" y="3288"/>
                  <a:ext cx="23" cy="1"/>
                </a:xfrm>
                <a:prstGeom prst="line">
                  <a:avLst/>
                </a:prstGeom>
                <a:grpFill/>
                <a:ln w="12700">
                  <a:solidFill>
                    <a:schemeClr val="bg1">
                      <a:lumMod val="65000"/>
                    </a:schemeClr>
                  </a:solidFill>
                  <a:round/>
                  <a:headEnd/>
                  <a:tailEnd/>
                </a:ln>
              </p:spPr>
              <p:txBody>
                <a:bodyPr/>
                <a:lstStyle/>
                <a:p>
                  <a:endParaRPr lang="en-US"/>
                </a:p>
              </p:txBody>
            </p:sp>
            <p:sp>
              <p:nvSpPr>
                <p:cNvPr id="104027" name="Line 790">
                  <a:extLst>
                    <a:ext uri="{FF2B5EF4-FFF2-40B4-BE49-F238E27FC236}">
                      <a16:creationId xmlns:a16="http://schemas.microsoft.com/office/drawing/2014/main" id="{86AE980B-E434-DB25-CC9B-EBEFF4B2C654}"/>
                    </a:ext>
                  </a:extLst>
                </p:cNvPr>
                <p:cNvSpPr>
                  <a:spLocks noChangeShapeType="1"/>
                </p:cNvSpPr>
                <p:nvPr/>
              </p:nvSpPr>
              <p:spPr bwMode="auto">
                <a:xfrm>
                  <a:off x="3548" y="3288"/>
                  <a:ext cx="24" cy="1"/>
                </a:xfrm>
                <a:prstGeom prst="line">
                  <a:avLst/>
                </a:prstGeom>
                <a:grpFill/>
                <a:ln w="12700">
                  <a:solidFill>
                    <a:schemeClr val="bg1">
                      <a:lumMod val="65000"/>
                    </a:schemeClr>
                  </a:solidFill>
                  <a:round/>
                  <a:headEnd/>
                  <a:tailEnd/>
                </a:ln>
              </p:spPr>
              <p:txBody>
                <a:bodyPr/>
                <a:lstStyle/>
                <a:p>
                  <a:endParaRPr lang="en-US"/>
                </a:p>
              </p:txBody>
            </p:sp>
            <p:sp>
              <p:nvSpPr>
                <p:cNvPr id="104028" name="Line 791">
                  <a:extLst>
                    <a:ext uri="{FF2B5EF4-FFF2-40B4-BE49-F238E27FC236}">
                      <a16:creationId xmlns:a16="http://schemas.microsoft.com/office/drawing/2014/main" id="{13DF8D0F-6E04-29C3-FB6A-9A3FC867D60D}"/>
                    </a:ext>
                  </a:extLst>
                </p:cNvPr>
                <p:cNvSpPr>
                  <a:spLocks noChangeShapeType="1"/>
                </p:cNvSpPr>
                <p:nvPr/>
              </p:nvSpPr>
              <p:spPr bwMode="auto">
                <a:xfrm>
                  <a:off x="3604" y="3288"/>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88" name="Group 792">
              <a:extLst>
                <a:ext uri="{FF2B5EF4-FFF2-40B4-BE49-F238E27FC236}">
                  <a16:creationId xmlns:a16="http://schemas.microsoft.com/office/drawing/2014/main" id="{EAB468C3-56B1-3D62-2F2A-CD43AFD249C8}"/>
                </a:ext>
              </a:extLst>
            </p:cNvPr>
            <p:cNvGrpSpPr>
              <a:grpSpLocks/>
            </p:cNvGrpSpPr>
            <p:nvPr/>
          </p:nvGrpSpPr>
          <p:grpSpPr bwMode="auto">
            <a:xfrm>
              <a:off x="3780" y="3256"/>
              <a:ext cx="415" cy="56"/>
              <a:chOff x="3780" y="3256"/>
              <a:chExt cx="415" cy="56"/>
            </a:xfrm>
            <a:grpFill/>
          </p:grpSpPr>
          <p:sp>
            <p:nvSpPr>
              <p:cNvPr id="104013" name="Freeform 793">
                <a:extLst>
                  <a:ext uri="{FF2B5EF4-FFF2-40B4-BE49-F238E27FC236}">
                    <a16:creationId xmlns:a16="http://schemas.microsoft.com/office/drawing/2014/main" id="{576BD285-7D50-CE6C-7E01-2555C58DA1DC}"/>
                  </a:ext>
                </a:extLst>
              </p:cNvPr>
              <p:cNvSpPr>
                <a:spLocks/>
              </p:cNvSpPr>
              <p:nvPr/>
            </p:nvSpPr>
            <p:spPr bwMode="auto">
              <a:xfrm>
                <a:off x="4083" y="325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4014" name="Group 794">
                <a:extLst>
                  <a:ext uri="{FF2B5EF4-FFF2-40B4-BE49-F238E27FC236}">
                    <a16:creationId xmlns:a16="http://schemas.microsoft.com/office/drawing/2014/main" id="{E6DBBCA5-554A-1A21-F419-E93022092D08}"/>
                  </a:ext>
                </a:extLst>
              </p:cNvPr>
              <p:cNvGrpSpPr>
                <a:grpSpLocks/>
              </p:cNvGrpSpPr>
              <p:nvPr/>
            </p:nvGrpSpPr>
            <p:grpSpPr bwMode="auto">
              <a:xfrm>
                <a:off x="3780" y="3288"/>
                <a:ext cx="295" cy="1"/>
                <a:chOff x="3780" y="3288"/>
                <a:chExt cx="295" cy="1"/>
              </a:xfrm>
              <a:grpFill/>
            </p:grpSpPr>
            <p:sp>
              <p:nvSpPr>
                <p:cNvPr id="104015" name="Line 795">
                  <a:extLst>
                    <a:ext uri="{FF2B5EF4-FFF2-40B4-BE49-F238E27FC236}">
                      <a16:creationId xmlns:a16="http://schemas.microsoft.com/office/drawing/2014/main" id="{D3617FD9-D2DF-2E71-23FC-2CEAF7DC94F3}"/>
                    </a:ext>
                  </a:extLst>
                </p:cNvPr>
                <p:cNvSpPr>
                  <a:spLocks noChangeShapeType="1"/>
                </p:cNvSpPr>
                <p:nvPr/>
              </p:nvSpPr>
              <p:spPr bwMode="auto">
                <a:xfrm>
                  <a:off x="3780" y="3288"/>
                  <a:ext cx="24" cy="1"/>
                </a:xfrm>
                <a:prstGeom prst="line">
                  <a:avLst/>
                </a:prstGeom>
                <a:grpFill/>
                <a:ln w="12700">
                  <a:solidFill>
                    <a:schemeClr val="bg1">
                      <a:lumMod val="65000"/>
                    </a:schemeClr>
                  </a:solidFill>
                  <a:round/>
                  <a:headEnd/>
                  <a:tailEnd/>
                </a:ln>
              </p:spPr>
              <p:txBody>
                <a:bodyPr/>
                <a:lstStyle/>
                <a:p>
                  <a:endParaRPr lang="en-US"/>
                </a:p>
              </p:txBody>
            </p:sp>
            <p:sp>
              <p:nvSpPr>
                <p:cNvPr id="104016" name="Line 796">
                  <a:extLst>
                    <a:ext uri="{FF2B5EF4-FFF2-40B4-BE49-F238E27FC236}">
                      <a16:creationId xmlns:a16="http://schemas.microsoft.com/office/drawing/2014/main" id="{22888DCD-10F1-3ED9-EE34-4F619305A465}"/>
                    </a:ext>
                  </a:extLst>
                </p:cNvPr>
                <p:cNvSpPr>
                  <a:spLocks noChangeShapeType="1"/>
                </p:cNvSpPr>
                <p:nvPr/>
              </p:nvSpPr>
              <p:spPr bwMode="auto">
                <a:xfrm>
                  <a:off x="3836" y="3288"/>
                  <a:ext cx="24" cy="1"/>
                </a:xfrm>
                <a:prstGeom prst="line">
                  <a:avLst/>
                </a:prstGeom>
                <a:grpFill/>
                <a:ln w="12700">
                  <a:solidFill>
                    <a:schemeClr val="bg1">
                      <a:lumMod val="65000"/>
                    </a:schemeClr>
                  </a:solidFill>
                  <a:round/>
                  <a:headEnd/>
                  <a:tailEnd/>
                </a:ln>
              </p:spPr>
              <p:txBody>
                <a:bodyPr/>
                <a:lstStyle/>
                <a:p>
                  <a:endParaRPr lang="en-US"/>
                </a:p>
              </p:txBody>
            </p:sp>
            <p:sp>
              <p:nvSpPr>
                <p:cNvPr id="104017" name="Line 797">
                  <a:extLst>
                    <a:ext uri="{FF2B5EF4-FFF2-40B4-BE49-F238E27FC236}">
                      <a16:creationId xmlns:a16="http://schemas.microsoft.com/office/drawing/2014/main" id="{38AA97F1-8A88-64C6-368E-66C826E2D7EF}"/>
                    </a:ext>
                  </a:extLst>
                </p:cNvPr>
                <p:cNvSpPr>
                  <a:spLocks noChangeShapeType="1"/>
                </p:cNvSpPr>
                <p:nvPr/>
              </p:nvSpPr>
              <p:spPr bwMode="auto">
                <a:xfrm>
                  <a:off x="3892" y="3288"/>
                  <a:ext cx="24" cy="1"/>
                </a:xfrm>
                <a:prstGeom prst="line">
                  <a:avLst/>
                </a:prstGeom>
                <a:grpFill/>
                <a:ln w="12700">
                  <a:solidFill>
                    <a:schemeClr val="bg1">
                      <a:lumMod val="65000"/>
                    </a:schemeClr>
                  </a:solidFill>
                  <a:round/>
                  <a:headEnd/>
                  <a:tailEnd/>
                </a:ln>
              </p:spPr>
              <p:txBody>
                <a:bodyPr/>
                <a:lstStyle/>
                <a:p>
                  <a:endParaRPr lang="en-US"/>
                </a:p>
              </p:txBody>
            </p:sp>
            <p:sp>
              <p:nvSpPr>
                <p:cNvPr id="104018" name="Line 798">
                  <a:extLst>
                    <a:ext uri="{FF2B5EF4-FFF2-40B4-BE49-F238E27FC236}">
                      <a16:creationId xmlns:a16="http://schemas.microsoft.com/office/drawing/2014/main" id="{477C734B-1539-3966-2EE8-D1423B190F3B}"/>
                    </a:ext>
                  </a:extLst>
                </p:cNvPr>
                <p:cNvSpPr>
                  <a:spLocks noChangeShapeType="1"/>
                </p:cNvSpPr>
                <p:nvPr/>
              </p:nvSpPr>
              <p:spPr bwMode="auto">
                <a:xfrm>
                  <a:off x="3948" y="3288"/>
                  <a:ext cx="24" cy="1"/>
                </a:xfrm>
                <a:prstGeom prst="line">
                  <a:avLst/>
                </a:prstGeom>
                <a:grpFill/>
                <a:ln w="12700">
                  <a:solidFill>
                    <a:schemeClr val="bg1">
                      <a:lumMod val="65000"/>
                    </a:schemeClr>
                  </a:solidFill>
                  <a:round/>
                  <a:headEnd/>
                  <a:tailEnd/>
                </a:ln>
              </p:spPr>
              <p:txBody>
                <a:bodyPr/>
                <a:lstStyle/>
                <a:p>
                  <a:endParaRPr lang="en-US"/>
                </a:p>
              </p:txBody>
            </p:sp>
            <p:sp>
              <p:nvSpPr>
                <p:cNvPr id="104019" name="Line 799">
                  <a:extLst>
                    <a:ext uri="{FF2B5EF4-FFF2-40B4-BE49-F238E27FC236}">
                      <a16:creationId xmlns:a16="http://schemas.microsoft.com/office/drawing/2014/main" id="{6812700E-45F1-8677-3F0C-3FD25E6392D4}"/>
                    </a:ext>
                  </a:extLst>
                </p:cNvPr>
                <p:cNvSpPr>
                  <a:spLocks noChangeShapeType="1"/>
                </p:cNvSpPr>
                <p:nvPr/>
              </p:nvSpPr>
              <p:spPr bwMode="auto">
                <a:xfrm>
                  <a:off x="4004" y="3288"/>
                  <a:ext cx="23" cy="1"/>
                </a:xfrm>
                <a:prstGeom prst="line">
                  <a:avLst/>
                </a:prstGeom>
                <a:grpFill/>
                <a:ln w="12700">
                  <a:solidFill>
                    <a:schemeClr val="bg1">
                      <a:lumMod val="65000"/>
                    </a:schemeClr>
                  </a:solidFill>
                  <a:round/>
                  <a:headEnd/>
                  <a:tailEnd/>
                </a:ln>
              </p:spPr>
              <p:txBody>
                <a:bodyPr/>
                <a:lstStyle/>
                <a:p>
                  <a:endParaRPr lang="en-US"/>
                </a:p>
              </p:txBody>
            </p:sp>
            <p:sp>
              <p:nvSpPr>
                <p:cNvPr id="104020" name="Line 800">
                  <a:extLst>
                    <a:ext uri="{FF2B5EF4-FFF2-40B4-BE49-F238E27FC236}">
                      <a16:creationId xmlns:a16="http://schemas.microsoft.com/office/drawing/2014/main" id="{21826086-631A-63DE-2232-18C6E6D773A6}"/>
                    </a:ext>
                  </a:extLst>
                </p:cNvPr>
                <p:cNvSpPr>
                  <a:spLocks noChangeShapeType="1"/>
                </p:cNvSpPr>
                <p:nvPr/>
              </p:nvSpPr>
              <p:spPr bwMode="auto">
                <a:xfrm>
                  <a:off x="4059" y="3288"/>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89" name="Group 801">
              <a:extLst>
                <a:ext uri="{FF2B5EF4-FFF2-40B4-BE49-F238E27FC236}">
                  <a16:creationId xmlns:a16="http://schemas.microsoft.com/office/drawing/2014/main" id="{B9C2D58F-D489-850B-71C7-A83B371C8E35}"/>
                </a:ext>
              </a:extLst>
            </p:cNvPr>
            <p:cNvGrpSpPr>
              <a:grpSpLocks/>
            </p:cNvGrpSpPr>
            <p:nvPr/>
          </p:nvGrpSpPr>
          <p:grpSpPr bwMode="auto">
            <a:xfrm>
              <a:off x="4251" y="3256"/>
              <a:ext cx="415" cy="56"/>
              <a:chOff x="4251" y="3256"/>
              <a:chExt cx="415" cy="56"/>
            </a:xfrm>
            <a:grpFill/>
          </p:grpSpPr>
          <p:sp>
            <p:nvSpPr>
              <p:cNvPr id="104005" name="Freeform 802">
                <a:extLst>
                  <a:ext uri="{FF2B5EF4-FFF2-40B4-BE49-F238E27FC236}">
                    <a16:creationId xmlns:a16="http://schemas.microsoft.com/office/drawing/2014/main" id="{715119BC-945A-0235-AFFE-010BA20DCEC8}"/>
                  </a:ext>
                </a:extLst>
              </p:cNvPr>
              <p:cNvSpPr>
                <a:spLocks/>
              </p:cNvSpPr>
              <p:nvPr/>
            </p:nvSpPr>
            <p:spPr bwMode="auto">
              <a:xfrm>
                <a:off x="4554" y="325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4006" name="Group 803">
                <a:extLst>
                  <a:ext uri="{FF2B5EF4-FFF2-40B4-BE49-F238E27FC236}">
                    <a16:creationId xmlns:a16="http://schemas.microsoft.com/office/drawing/2014/main" id="{916DAC2D-75C3-1BC1-A8DE-C29986F30050}"/>
                  </a:ext>
                </a:extLst>
              </p:cNvPr>
              <p:cNvGrpSpPr>
                <a:grpSpLocks/>
              </p:cNvGrpSpPr>
              <p:nvPr/>
            </p:nvGrpSpPr>
            <p:grpSpPr bwMode="auto">
              <a:xfrm>
                <a:off x="4251" y="3288"/>
                <a:ext cx="295" cy="1"/>
                <a:chOff x="4251" y="3288"/>
                <a:chExt cx="295" cy="1"/>
              </a:xfrm>
              <a:grpFill/>
            </p:grpSpPr>
            <p:sp>
              <p:nvSpPr>
                <p:cNvPr id="104007" name="Line 804">
                  <a:extLst>
                    <a:ext uri="{FF2B5EF4-FFF2-40B4-BE49-F238E27FC236}">
                      <a16:creationId xmlns:a16="http://schemas.microsoft.com/office/drawing/2014/main" id="{3A9FA767-FC7B-CED5-E04B-74B595908CFA}"/>
                    </a:ext>
                  </a:extLst>
                </p:cNvPr>
                <p:cNvSpPr>
                  <a:spLocks noChangeShapeType="1"/>
                </p:cNvSpPr>
                <p:nvPr/>
              </p:nvSpPr>
              <p:spPr bwMode="auto">
                <a:xfrm>
                  <a:off x="4251" y="3288"/>
                  <a:ext cx="24" cy="1"/>
                </a:xfrm>
                <a:prstGeom prst="line">
                  <a:avLst/>
                </a:prstGeom>
                <a:grpFill/>
                <a:ln w="12700">
                  <a:solidFill>
                    <a:schemeClr val="bg1">
                      <a:lumMod val="65000"/>
                    </a:schemeClr>
                  </a:solidFill>
                  <a:round/>
                  <a:headEnd/>
                  <a:tailEnd/>
                </a:ln>
              </p:spPr>
              <p:txBody>
                <a:bodyPr/>
                <a:lstStyle/>
                <a:p>
                  <a:endParaRPr lang="en-US"/>
                </a:p>
              </p:txBody>
            </p:sp>
            <p:sp>
              <p:nvSpPr>
                <p:cNvPr id="104008" name="Line 805">
                  <a:extLst>
                    <a:ext uri="{FF2B5EF4-FFF2-40B4-BE49-F238E27FC236}">
                      <a16:creationId xmlns:a16="http://schemas.microsoft.com/office/drawing/2014/main" id="{823E0A25-416F-B3D0-DF36-FE56B46F41BF}"/>
                    </a:ext>
                  </a:extLst>
                </p:cNvPr>
                <p:cNvSpPr>
                  <a:spLocks noChangeShapeType="1"/>
                </p:cNvSpPr>
                <p:nvPr/>
              </p:nvSpPr>
              <p:spPr bwMode="auto">
                <a:xfrm>
                  <a:off x="4307" y="3288"/>
                  <a:ext cx="24" cy="1"/>
                </a:xfrm>
                <a:prstGeom prst="line">
                  <a:avLst/>
                </a:prstGeom>
                <a:grpFill/>
                <a:ln w="12700">
                  <a:solidFill>
                    <a:schemeClr val="bg1">
                      <a:lumMod val="65000"/>
                    </a:schemeClr>
                  </a:solidFill>
                  <a:round/>
                  <a:headEnd/>
                  <a:tailEnd/>
                </a:ln>
              </p:spPr>
              <p:txBody>
                <a:bodyPr/>
                <a:lstStyle/>
                <a:p>
                  <a:endParaRPr lang="en-US"/>
                </a:p>
              </p:txBody>
            </p:sp>
            <p:sp>
              <p:nvSpPr>
                <p:cNvPr id="104009" name="Line 806">
                  <a:extLst>
                    <a:ext uri="{FF2B5EF4-FFF2-40B4-BE49-F238E27FC236}">
                      <a16:creationId xmlns:a16="http://schemas.microsoft.com/office/drawing/2014/main" id="{11BE1CD6-CE2E-19E6-86BA-6A29EC4F3725}"/>
                    </a:ext>
                  </a:extLst>
                </p:cNvPr>
                <p:cNvSpPr>
                  <a:spLocks noChangeShapeType="1"/>
                </p:cNvSpPr>
                <p:nvPr/>
              </p:nvSpPr>
              <p:spPr bwMode="auto">
                <a:xfrm>
                  <a:off x="4363" y="3288"/>
                  <a:ext cx="24" cy="1"/>
                </a:xfrm>
                <a:prstGeom prst="line">
                  <a:avLst/>
                </a:prstGeom>
                <a:grpFill/>
                <a:ln w="12700">
                  <a:solidFill>
                    <a:schemeClr val="bg1">
                      <a:lumMod val="65000"/>
                    </a:schemeClr>
                  </a:solidFill>
                  <a:round/>
                  <a:headEnd/>
                  <a:tailEnd/>
                </a:ln>
              </p:spPr>
              <p:txBody>
                <a:bodyPr/>
                <a:lstStyle/>
                <a:p>
                  <a:endParaRPr lang="en-US"/>
                </a:p>
              </p:txBody>
            </p:sp>
            <p:sp>
              <p:nvSpPr>
                <p:cNvPr id="104010" name="Line 807">
                  <a:extLst>
                    <a:ext uri="{FF2B5EF4-FFF2-40B4-BE49-F238E27FC236}">
                      <a16:creationId xmlns:a16="http://schemas.microsoft.com/office/drawing/2014/main" id="{A5F9F66D-3759-FFBA-26A6-A0E09902E8C5}"/>
                    </a:ext>
                  </a:extLst>
                </p:cNvPr>
                <p:cNvSpPr>
                  <a:spLocks noChangeShapeType="1"/>
                </p:cNvSpPr>
                <p:nvPr/>
              </p:nvSpPr>
              <p:spPr bwMode="auto">
                <a:xfrm>
                  <a:off x="4419" y="3288"/>
                  <a:ext cx="24" cy="1"/>
                </a:xfrm>
                <a:prstGeom prst="line">
                  <a:avLst/>
                </a:prstGeom>
                <a:grpFill/>
                <a:ln w="12700">
                  <a:solidFill>
                    <a:schemeClr val="bg1">
                      <a:lumMod val="65000"/>
                    </a:schemeClr>
                  </a:solidFill>
                  <a:round/>
                  <a:headEnd/>
                  <a:tailEnd/>
                </a:ln>
              </p:spPr>
              <p:txBody>
                <a:bodyPr/>
                <a:lstStyle/>
                <a:p>
                  <a:endParaRPr lang="en-US"/>
                </a:p>
              </p:txBody>
            </p:sp>
            <p:sp>
              <p:nvSpPr>
                <p:cNvPr id="104011" name="Line 808">
                  <a:extLst>
                    <a:ext uri="{FF2B5EF4-FFF2-40B4-BE49-F238E27FC236}">
                      <a16:creationId xmlns:a16="http://schemas.microsoft.com/office/drawing/2014/main" id="{0FB4E18B-E90A-A543-1622-FD29BC23E5BF}"/>
                    </a:ext>
                  </a:extLst>
                </p:cNvPr>
                <p:cNvSpPr>
                  <a:spLocks noChangeShapeType="1"/>
                </p:cNvSpPr>
                <p:nvPr/>
              </p:nvSpPr>
              <p:spPr bwMode="auto">
                <a:xfrm>
                  <a:off x="4475" y="3288"/>
                  <a:ext cx="24" cy="1"/>
                </a:xfrm>
                <a:prstGeom prst="line">
                  <a:avLst/>
                </a:prstGeom>
                <a:grpFill/>
                <a:ln w="12700">
                  <a:solidFill>
                    <a:schemeClr val="bg1">
                      <a:lumMod val="65000"/>
                    </a:schemeClr>
                  </a:solidFill>
                  <a:round/>
                  <a:headEnd/>
                  <a:tailEnd/>
                </a:ln>
              </p:spPr>
              <p:txBody>
                <a:bodyPr/>
                <a:lstStyle/>
                <a:p>
                  <a:endParaRPr lang="en-US"/>
                </a:p>
              </p:txBody>
            </p:sp>
            <p:sp>
              <p:nvSpPr>
                <p:cNvPr id="104012" name="Line 809">
                  <a:extLst>
                    <a:ext uri="{FF2B5EF4-FFF2-40B4-BE49-F238E27FC236}">
                      <a16:creationId xmlns:a16="http://schemas.microsoft.com/office/drawing/2014/main" id="{09C1D03E-440A-33D5-39F1-5E8D11F1DD7C}"/>
                    </a:ext>
                  </a:extLst>
                </p:cNvPr>
                <p:cNvSpPr>
                  <a:spLocks noChangeShapeType="1"/>
                </p:cNvSpPr>
                <p:nvPr/>
              </p:nvSpPr>
              <p:spPr bwMode="auto">
                <a:xfrm>
                  <a:off x="4530" y="3288"/>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90" name="Group 810">
              <a:extLst>
                <a:ext uri="{FF2B5EF4-FFF2-40B4-BE49-F238E27FC236}">
                  <a16:creationId xmlns:a16="http://schemas.microsoft.com/office/drawing/2014/main" id="{A717DAE9-5137-BDA6-2C72-B83455DFEB1F}"/>
                </a:ext>
              </a:extLst>
            </p:cNvPr>
            <p:cNvGrpSpPr>
              <a:grpSpLocks/>
            </p:cNvGrpSpPr>
            <p:nvPr/>
          </p:nvGrpSpPr>
          <p:grpSpPr bwMode="auto">
            <a:xfrm>
              <a:off x="3325" y="3567"/>
              <a:ext cx="415" cy="56"/>
              <a:chOff x="3325" y="3567"/>
              <a:chExt cx="415" cy="56"/>
            </a:xfrm>
            <a:grpFill/>
          </p:grpSpPr>
          <p:sp>
            <p:nvSpPr>
              <p:cNvPr id="103997" name="Freeform 811">
                <a:extLst>
                  <a:ext uri="{FF2B5EF4-FFF2-40B4-BE49-F238E27FC236}">
                    <a16:creationId xmlns:a16="http://schemas.microsoft.com/office/drawing/2014/main" id="{4DFEE881-AA5F-C7E5-30AF-2C5D0663B7AB}"/>
                  </a:ext>
                </a:extLst>
              </p:cNvPr>
              <p:cNvSpPr>
                <a:spLocks/>
              </p:cNvSpPr>
              <p:nvPr/>
            </p:nvSpPr>
            <p:spPr bwMode="auto">
              <a:xfrm>
                <a:off x="3628" y="3567"/>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3998" name="Group 812">
                <a:extLst>
                  <a:ext uri="{FF2B5EF4-FFF2-40B4-BE49-F238E27FC236}">
                    <a16:creationId xmlns:a16="http://schemas.microsoft.com/office/drawing/2014/main" id="{A3E6C368-94E3-8B20-F6A7-B4EFE6ED69BE}"/>
                  </a:ext>
                </a:extLst>
              </p:cNvPr>
              <p:cNvGrpSpPr>
                <a:grpSpLocks/>
              </p:cNvGrpSpPr>
              <p:nvPr/>
            </p:nvGrpSpPr>
            <p:grpSpPr bwMode="auto">
              <a:xfrm>
                <a:off x="3325" y="3599"/>
                <a:ext cx="295" cy="1"/>
                <a:chOff x="3325" y="3599"/>
                <a:chExt cx="295" cy="1"/>
              </a:xfrm>
              <a:grpFill/>
            </p:grpSpPr>
            <p:sp>
              <p:nvSpPr>
                <p:cNvPr id="103999" name="Line 813">
                  <a:extLst>
                    <a:ext uri="{FF2B5EF4-FFF2-40B4-BE49-F238E27FC236}">
                      <a16:creationId xmlns:a16="http://schemas.microsoft.com/office/drawing/2014/main" id="{C047398B-79A7-7A2A-C7DD-41BF51023AA6}"/>
                    </a:ext>
                  </a:extLst>
                </p:cNvPr>
                <p:cNvSpPr>
                  <a:spLocks noChangeShapeType="1"/>
                </p:cNvSpPr>
                <p:nvPr/>
              </p:nvSpPr>
              <p:spPr bwMode="auto">
                <a:xfrm>
                  <a:off x="3325" y="3599"/>
                  <a:ext cx="24" cy="1"/>
                </a:xfrm>
                <a:prstGeom prst="line">
                  <a:avLst/>
                </a:prstGeom>
                <a:grpFill/>
                <a:ln w="12700">
                  <a:solidFill>
                    <a:schemeClr val="bg1">
                      <a:lumMod val="65000"/>
                    </a:schemeClr>
                  </a:solidFill>
                  <a:round/>
                  <a:headEnd/>
                  <a:tailEnd/>
                </a:ln>
              </p:spPr>
              <p:txBody>
                <a:bodyPr/>
                <a:lstStyle/>
                <a:p>
                  <a:endParaRPr lang="en-US"/>
                </a:p>
              </p:txBody>
            </p:sp>
            <p:sp>
              <p:nvSpPr>
                <p:cNvPr id="104000" name="Line 814">
                  <a:extLst>
                    <a:ext uri="{FF2B5EF4-FFF2-40B4-BE49-F238E27FC236}">
                      <a16:creationId xmlns:a16="http://schemas.microsoft.com/office/drawing/2014/main" id="{AC8F2B11-7E6B-3A43-5216-668F1289A2E0}"/>
                    </a:ext>
                  </a:extLst>
                </p:cNvPr>
                <p:cNvSpPr>
                  <a:spLocks noChangeShapeType="1"/>
                </p:cNvSpPr>
                <p:nvPr/>
              </p:nvSpPr>
              <p:spPr bwMode="auto">
                <a:xfrm>
                  <a:off x="3381" y="3599"/>
                  <a:ext cx="24" cy="1"/>
                </a:xfrm>
                <a:prstGeom prst="line">
                  <a:avLst/>
                </a:prstGeom>
                <a:grpFill/>
                <a:ln w="12700">
                  <a:solidFill>
                    <a:schemeClr val="bg1">
                      <a:lumMod val="65000"/>
                    </a:schemeClr>
                  </a:solidFill>
                  <a:round/>
                  <a:headEnd/>
                  <a:tailEnd/>
                </a:ln>
              </p:spPr>
              <p:txBody>
                <a:bodyPr/>
                <a:lstStyle/>
                <a:p>
                  <a:endParaRPr lang="en-US"/>
                </a:p>
              </p:txBody>
            </p:sp>
            <p:sp>
              <p:nvSpPr>
                <p:cNvPr id="104001" name="Line 815">
                  <a:extLst>
                    <a:ext uri="{FF2B5EF4-FFF2-40B4-BE49-F238E27FC236}">
                      <a16:creationId xmlns:a16="http://schemas.microsoft.com/office/drawing/2014/main" id="{8EEACDEE-2074-799A-589F-514556D1E35E}"/>
                    </a:ext>
                  </a:extLst>
                </p:cNvPr>
                <p:cNvSpPr>
                  <a:spLocks noChangeShapeType="1"/>
                </p:cNvSpPr>
                <p:nvPr/>
              </p:nvSpPr>
              <p:spPr bwMode="auto">
                <a:xfrm>
                  <a:off x="3437" y="3599"/>
                  <a:ext cx="24" cy="1"/>
                </a:xfrm>
                <a:prstGeom prst="line">
                  <a:avLst/>
                </a:prstGeom>
                <a:grpFill/>
                <a:ln w="12700">
                  <a:solidFill>
                    <a:schemeClr val="bg1">
                      <a:lumMod val="65000"/>
                    </a:schemeClr>
                  </a:solidFill>
                  <a:round/>
                  <a:headEnd/>
                  <a:tailEnd/>
                </a:ln>
              </p:spPr>
              <p:txBody>
                <a:bodyPr/>
                <a:lstStyle/>
                <a:p>
                  <a:endParaRPr lang="en-US"/>
                </a:p>
              </p:txBody>
            </p:sp>
            <p:sp>
              <p:nvSpPr>
                <p:cNvPr id="104002" name="Line 816">
                  <a:extLst>
                    <a:ext uri="{FF2B5EF4-FFF2-40B4-BE49-F238E27FC236}">
                      <a16:creationId xmlns:a16="http://schemas.microsoft.com/office/drawing/2014/main" id="{F3638ACB-7CA7-274A-B1B8-2BF859796503}"/>
                    </a:ext>
                  </a:extLst>
                </p:cNvPr>
                <p:cNvSpPr>
                  <a:spLocks noChangeShapeType="1"/>
                </p:cNvSpPr>
                <p:nvPr/>
              </p:nvSpPr>
              <p:spPr bwMode="auto">
                <a:xfrm>
                  <a:off x="3493" y="3599"/>
                  <a:ext cx="23" cy="1"/>
                </a:xfrm>
                <a:prstGeom prst="line">
                  <a:avLst/>
                </a:prstGeom>
                <a:grpFill/>
                <a:ln w="12700">
                  <a:solidFill>
                    <a:schemeClr val="bg1">
                      <a:lumMod val="65000"/>
                    </a:schemeClr>
                  </a:solidFill>
                  <a:round/>
                  <a:headEnd/>
                  <a:tailEnd/>
                </a:ln>
              </p:spPr>
              <p:txBody>
                <a:bodyPr/>
                <a:lstStyle/>
                <a:p>
                  <a:endParaRPr lang="en-US"/>
                </a:p>
              </p:txBody>
            </p:sp>
            <p:sp>
              <p:nvSpPr>
                <p:cNvPr id="104003" name="Line 817">
                  <a:extLst>
                    <a:ext uri="{FF2B5EF4-FFF2-40B4-BE49-F238E27FC236}">
                      <a16:creationId xmlns:a16="http://schemas.microsoft.com/office/drawing/2014/main" id="{8C147D90-25BD-C522-9207-2FA165F7EE0A}"/>
                    </a:ext>
                  </a:extLst>
                </p:cNvPr>
                <p:cNvSpPr>
                  <a:spLocks noChangeShapeType="1"/>
                </p:cNvSpPr>
                <p:nvPr/>
              </p:nvSpPr>
              <p:spPr bwMode="auto">
                <a:xfrm>
                  <a:off x="3548" y="3599"/>
                  <a:ext cx="24" cy="1"/>
                </a:xfrm>
                <a:prstGeom prst="line">
                  <a:avLst/>
                </a:prstGeom>
                <a:grpFill/>
                <a:ln w="12700">
                  <a:solidFill>
                    <a:schemeClr val="bg1">
                      <a:lumMod val="65000"/>
                    </a:schemeClr>
                  </a:solidFill>
                  <a:round/>
                  <a:headEnd/>
                  <a:tailEnd/>
                </a:ln>
              </p:spPr>
              <p:txBody>
                <a:bodyPr/>
                <a:lstStyle/>
                <a:p>
                  <a:endParaRPr lang="en-US"/>
                </a:p>
              </p:txBody>
            </p:sp>
            <p:sp>
              <p:nvSpPr>
                <p:cNvPr id="104004" name="Line 818">
                  <a:extLst>
                    <a:ext uri="{FF2B5EF4-FFF2-40B4-BE49-F238E27FC236}">
                      <a16:creationId xmlns:a16="http://schemas.microsoft.com/office/drawing/2014/main" id="{320B1D09-4CA7-985F-9A13-95A7A3CC1EFF}"/>
                    </a:ext>
                  </a:extLst>
                </p:cNvPr>
                <p:cNvSpPr>
                  <a:spLocks noChangeShapeType="1"/>
                </p:cNvSpPr>
                <p:nvPr/>
              </p:nvSpPr>
              <p:spPr bwMode="auto">
                <a:xfrm>
                  <a:off x="3604" y="3599"/>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91" name="Group 819">
              <a:extLst>
                <a:ext uri="{FF2B5EF4-FFF2-40B4-BE49-F238E27FC236}">
                  <a16:creationId xmlns:a16="http://schemas.microsoft.com/office/drawing/2014/main" id="{A6087734-A296-CC73-85DF-9051445DD5FF}"/>
                </a:ext>
              </a:extLst>
            </p:cNvPr>
            <p:cNvGrpSpPr>
              <a:grpSpLocks/>
            </p:cNvGrpSpPr>
            <p:nvPr/>
          </p:nvGrpSpPr>
          <p:grpSpPr bwMode="auto">
            <a:xfrm>
              <a:off x="3788" y="3567"/>
              <a:ext cx="415" cy="56"/>
              <a:chOff x="3788" y="3567"/>
              <a:chExt cx="415" cy="56"/>
            </a:xfrm>
            <a:grpFill/>
          </p:grpSpPr>
          <p:sp>
            <p:nvSpPr>
              <p:cNvPr id="103989" name="Freeform 820">
                <a:extLst>
                  <a:ext uri="{FF2B5EF4-FFF2-40B4-BE49-F238E27FC236}">
                    <a16:creationId xmlns:a16="http://schemas.microsoft.com/office/drawing/2014/main" id="{74FC763B-04CD-B98C-8707-6DB9A0DFE75B}"/>
                  </a:ext>
                </a:extLst>
              </p:cNvPr>
              <p:cNvSpPr>
                <a:spLocks/>
              </p:cNvSpPr>
              <p:nvPr/>
            </p:nvSpPr>
            <p:spPr bwMode="auto">
              <a:xfrm>
                <a:off x="4091"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lumMod val="65000"/>
                  </a:schemeClr>
                </a:solidFill>
                <a:round/>
                <a:headEnd/>
                <a:tailEnd/>
              </a:ln>
            </p:spPr>
            <p:txBody>
              <a:bodyPr/>
              <a:lstStyle/>
              <a:p>
                <a:endParaRPr lang="en-US"/>
              </a:p>
            </p:txBody>
          </p:sp>
          <p:grpSp>
            <p:nvGrpSpPr>
              <p:cNvPr id="103990" name="Group 821">
                <a:extLst>
                  <a:ext uri="{FF2B5EF4-FFF2-40B4-BE49-F238E27FC236}">
                    <a16:creationId xmlns:a16="http://schemas.microsoft.com/office/drawing/2014/main" id="{D142F32A-ACA0-6A90-FE98-720B3F2F2209}"/>
                  </a:ext>
                </a:extLst>
              </p:cNvPr>
              <p:cNvGrpSpPr>
                <a:grpSpLocks/>
              </p:cNvGrpSpPr>
              <p:nvPr/>
            </p:nvGrpSpPr>
            <p:grpSpPr bwMode="auto">
              <a:xfrm>
                <a:off x="3788" y="3591"/>
                <a:ext cx="295" cy="1"/>
                <a:chOff x="3788" y="3591"/>
                <a:chExt cx="295" cy="1"/>
              </a:xfrm>
              <a:grpFill/>
            </p:grpSpPr>
            <p:sp>
              <p:nvSpPr>
                <p:cNvPr id="103991" name="Line 822">
                  <a:extLst>
                    <a:ext uri="{FF2B5EF4-FFF2-40B4-BE49-F238E27FC236}">
                      <a16:creationId xmlns:a16="http://schemas.microsoft.com/office/drawing/2014/main" id="{A4701E5F-BFB4-45E7-FFAD-FC78501E4D8E}"/>
                    </a:ext>
                  </a:extLst>
                </p:cNvPr>
                <p:cNvSpPr>
                  <a:spLocks noChangeShapeType="1"/>
                </p:cNvSpPr>
                <p:nvPr/>
              </p:nvSpPr>
              <p:spPr bwMode="auto">
                <a:xfrm>
                  <a:off x="3788" y="3591"/>
                  <a:ext cx="24" cy="1"/>
                </a:xfrm>
                <a:prstGeom prst="line">
                  <a:avLst/>
                </a:prstGeom>
                <a:grpFill/>
                <a:ln w="12700">
                  <a:solidFill>
                    <a:schemeClr val="bg1">
                      <a:lumMod val="65000"/>
                    </a:schemeClr>
                  </a:solidFill>
                  <a:round/>
                  <a:headEnd/>
                  <a:tailEnd/>
                </a:ln>
              </p:spPr>
              <p:txBody>
                <a:bodyPr/>
                <a:lstStyle/>
                <a:p>
                  <a:endParaRPr lang="en-US"/>
                </a:p>
              </p:txBody>
            </p:sp>
            <p:sp>
              <p:nvSpPr>
                <p:cNvPr id="103992" name="Line 823">
                  <a:extLst>
                    <a:ext uri="{FF2B5EF4-FFF2-40B4-BE49-F238E27FC236}">
                      <a16:creationId xmlns:a16="http://schemas.microsoft.com/office/drawing/2014/main" id="{6C13D901-8A59-0A14-77E0-7C9885D61871}"/>
                    </a:ext>
                  </a:extLst>
                </p:cNvPr>
                <p:cNvSpPr>
                  <a:spLocks noChangeShapeType="1"/>
                </p:cNvSpPr>
                <p:nvPr/>
              </p:nvSpPr>
              <p:spPr bwMode="auto">
                <a:xfrm>
                  <a:off x="3844" y="3591"/>
                  <a:ext cx="24" cy="1"/>
                </a:xfrm>
                <a:prstGeom prst="line">
                  <a:avLst/>
                </a:prstGeom>
                <a:grpFill/>
                <a:ln w="12700">
                  <a:solidFill>
                    <a:schemeClr val="bg1">
                      <a:lumMod val="65000"/>
                    </a:schemeClr>
                  </a:solidFill>
                  <a:round/>
                  <a:headEnd/>
                  <a:tailEnd/>
                </a:ln>
              </p:spPr>
              <p:txBody>
                <a:bodyPr/>
                <a:lstStyle/>
                <a:p>
                  <a:endParaRPr lang="en-US"/>
                </a:p>
              </p:txBody>
            </p:sp>
            <p:sp>
              <p:nvSpPr>
                <p:cNvPr id="103993" name="Line 824">
                  <a:extLst>
                    <a:ext uri="{FF2B5EF4-FFF2-40B4-BE49-F238E27FC236}">
                      <a16:creationId xmlns:a16="http://schemas.microsoft.com/office/drawing/2014/main" id="{D42EE321-BB31-5FEB-CD89-14971E2D9262}"/>
                    </a:ext>
                  </a:extLst>
                </p:cNvPr>
                <p:cNvSpPr>
                  <a:spLocks noChangeShapeType="1"/>
                </p:cNvSpPr>
                <p:nvPr/>
              </p:nvSpPr>
              <p:spPr bwMode="auto">
                <a:xfrm>
                  <a:off x="3900" y="3591"/>
                  <a:ext cx="24" cy="1"/>
                </a:xfrm>
                <a:prstGeom prst="line">
                  <a:avLst/>
                </a:prstGeom>
                <a:grpFill/>
                <a:ln w="12700">
                  <a:solidFill>
                    <a:schemeClr val="bg1">
                      <a:lumMod val="65000"/>
                    </a:schemeClr>
                  </a:solidFill>
                  <a:round/>
                  <a:headEnd/>
                  <a:tailEnd/>
                </a:ln>
              </p:spPr>
              <p:txBody>
                <a:bodyPr/>
                <a:lstStyle/>
                <a:p>
                  <a:endParaRPr lang="en-US"/>
                </a:p>
              </p:txBody>
            </p:sp>
            <p:sp>
              <p:nvSpPr>
                <p:cNvPr id="103994" name="Line 825">
                  <a:extLst>
                    <a:ext uri="{FF2B5EF4-FFF2-40B4-BE49-F238E27FC236}">
                      <a16:creationId xmlns:a16="http://schemas.microsoft.com/office/drawing/2014/main" id="{D5B87667-1CE5-CCAF-E11B-577F52521D8E}"/>
                    </a:ext>
                  </a:extLst>
                </p:cNvPr>
                <p:cNvSpPr>
                  <a:spLocks noChangeShapeType="1"/>
                </p:cNvSpPr>
                <p:nvPr/>
              </p:nvSpPr>
              <p:spPr bwMode="auto">
                <a:xfrm>
                  <a:off x="3956" y="3591"/>
                  <a:ext cx="24" cy="1"/>
                </a:xfrm>
                <a:prstGeom prst="line">
                  <a:avLst/>
                </a:prstGeom>
                <a:grpFill/>
                <a:ln w="12700">
                  <a:solidFill>
                    <a:schemeClr val="bg1">
                      <a:lumMod val="65000"/>
                    </a:schemeClr>
                  </a:solidFill>
                  <a:round/>
                  <a:headEnd/>
                  <a:tailEnd/>
                </a:ln>
              </p:spPr>
              <p:txBody>
                <a:bodyPr/>
                <a:lstStyle/>
                <a:p>
                  <a:endParaRPr lang="en-US"/>
                </a:p>
              </p:txBody>
            </p:sp>
            <p:sp>
              <p:nvSpPr>
                <p:cNvPr id="103995" name="Line 826">
                  <a:extLst>
                    <a:ext uri="{FF2B5EF4-FFF2-40B4-BE49-F238E27FC236}">
                      <a16:creationId xmlns:a16="http://schemas.microsoft.com/office/drawing/2014/main" id="{822D1C2F-6B79-2C18-4742-4A8384B9ABC5}"/>
                    </a:ext>
                  </a:extLst>
                </p:cNvPr>
                <p:cNvSpPr>
                  <a:spLocks noChangeShapeType="1"/>
                </p:cNvSpPr>
                <p:nvPr/>
              </p:nvSpPr>
              <p:spPr bwMode="auto">
                <a:xfrm>
                  <a:off x="4011" y="3591"/>
                  <a:ext cx="24" cy="1"/>
                </a:xfrm>
                <a:prstGeom prst="line">
                  <a:avLst/>
                </a:prstGeom>
                <a:grpFill/>
                <a:ln w="12700">
                  <a:solidFill>
                    <a:schemeClr val="bg1">
                      <a:lumMod val="65000"/>
                    </a:schemeClr>
                  </a:solidFill>
                  <a:round/>
                  <a:headEnd/>
                  <a:tailEnd/>
                </a:ln>
              </p:spPr>
              <p:txBody>
                <a:bodyPr/>
                <a:lstStyle/>
                <a:p>
                  <a:endParaRPr lang="en-US"/>
                </a:p>
              </p:txBody>
            </p:sp>
            <p:sp>
              <p:nvSpPr>
                <p:cNvPr id="103996" name="Line 827">
                  <a:extLst>
                    <a:ext uri="{FF2B5EF4-FFF2-40B4-BE49-F238E27FC236}">
                      <a16:creationId xmlns:a16="http://schemas.microsoft.com/office/drawing/2014/main" id="{6AD3F202-F0E7-39CA-39FA-062415257B20}"/>
                    </a:ext>
                  </a:extLst>
                </p:cNvPr>
                <p:cNvSpPr>
                  <a:spLocks noChangeShapeType="1"/>
                </p:cNvSpPr>
                <p:nvPr/>
              </p:nvSpPr>
              <p:spPr bwMode="auto">
                <a:xfrm>
                  <a:off x="4067" y="3591"/>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92" name="Group 828">
              <a:extLst>
                <a:ext uri="{FF2B5EF4-FFF2-40B4-BE49-F238E27FC236}">
                  <a16:creationId xmlns:a16="http://schemas.microsoft.com/office/drawing/2014/main" id="{80D203AE-A7AB-16AD-6339-2FFB95C85B4E}"/>
                </a:ext>
              </a:extLst>
            </p:cNvPr>
            <p:cNvGrpSpPr>
              <a:grpSpLocks/>
            </p:cNvGrpSpPr>
            <p:nvPr/>
          </p:nvGrpSpPr>
          <p:grpSpPr bwMode="auto">
            <a:xfrm>
              <a:off x="4243" y="3567"/>
              <a:ext cx="415" cy="56"/>
              <a:chOff x="4243" y="3567"/>
              <a:chExt cx="415" cy="56"/>
            </a:xfrm>
            <a:grpFill/>
          </p:grpSpPr>
          <p:sp>
            <p:nvSpPr>
              <p:cNvPr id="103981" name="Freeform 829">
                <a:extLst>
                  <a:ext uri="{FF2B5EF4-FFF2-40B4-BE49-F238E27FC236}">
                    <a16:creationId xmlns:a16="http://schemas.microsoft.com/office/drawing/2014/main" id="{1D389030-B2CD-B9C5-9315-6B4B1A3B44D2}"/>
                  </a:ext>
                </a:extLst>
              </p:cNvPr>
              <p:cNvSpPr>
                <a:spLocks/>
              </p:cNvSpPr>
              <p:nvPr/>
            </p:nvSpPr>
            <p:spPr bwMode="auto">
              <a:xfrm>
                <a:off x="4546" y="3567"/>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3982" name="Group 830">
                <a:extLst>
                  <a:ext uri="{FF2B5EF4-FFF2-40B4-BE49-F238E27FC236}">
                    <a16:creationId xmlns:a16="http://schemas.microsoft.com/office/drawing/2014/main" id="{30CA8EE4-B5C5-7A17-2AB7-EE46D5343BFB}"/>
                  </a:ext>
                </a:extLst>
              </p:cNvPr>
              <p:cNvGrpSpPr>
                <a:grpSpLocks/>
              </p:cNvGrpSpPr>
              <p:nvPr/>
            </p:nvGrpSpPr>
            <p:grpSpPr bwMode="auto">
              <a:xfrm>
                <a:off x="4243" y="3599"/>
                <a:ext cx="295" cy="1"/>
                <a:chOff x="4243" y="3599"/>
                <a:chExt cx="295" cy="1"/>
              </a:xfrm>
              <a:grpFill/>
            </p:grpSpPr>
            <p:sp>
              <p:nvSpPr>
                <p:cNvPr id="103983" name="Line 831">
                  <a:extLst>
                    <a:ext uri="{FF2B5EF4-FFF2-40B4-BE49-F238E27FC236}">
                      <a16:creationId xmlns:a16="http://schemas.microsoft.com/office/drawing/2014/main" id="{5CED7353-FAD0-E97B-FC3D-2718135FC3DE}"/>
                    </a:ext>
                  </a:extLst>
                </p:cNvPr>
                <p:cNvSpPr>
                  <a:spLocks noChangeShapeType="1"/>
                </p:cNvSpPr>
                <p:nvPr/>
              </p:nvSpPr>
              <p:spPr bwMode="auto">
                <a:xfrm>
                  <a:off x="4243" y="3599"/>
                  <a:ext cx="24" cy="1"/>
                </a:xfrm>
                <a:prstGeom prst="line">
                  <a:avLst/>
                </a:prstGeom>
                <a:grpFill/>
                <a:ln w="12700">
                  <a:solidFill>
                    <a:schemeClr val="bg1">
                      <a:lumMod val="65000"/>
                    </a:schemeClr>
                  </a:solidFill>
                  <a:round/>
                  <a:headEnd/>
                  <a:tailEnd/>
                </a:ln>
              </p:spPr>
              <p:txBody>
                <a:bodyPr/>
                <a:lstStyle/>
                <a:p>
                  <a:endParaRPr lang="en-US"/>
                </a:p>
              </p:txBody>
            </p:sp>
            <p:sp>
              <p:nvSpPr>
                <p:cNvPr id="103984" name="Line 832">
                  <a:extLst>
                    <a:ext uri="{FF2B5EF4-FFF2-40B4-BE49-F238E27FC236}">
                      <a16:creationId xmlns:a16="http://schemas.microsoft.com/office/drawing/2014/main" id="{A9105AF8-1054-65E0-A52C-D1F9CDA6D724}"/>
                    </a:ext>
                  </a:extLst>
                </p:cNvPr>
                <p:cNvSpPr>
                  <a:spLocks noChangeShapeType="1"/>
                </p:cNvSpPr>
                <p:nvPr/>
              </p:nvSpPr>
              <p:spPr bwMode="auto">
                <a:xfrm>
                  <a:off x="4299" y="3599"/>
                  <a:ext cx="24" cy="1"/>
                </a:xfrm>
                <a:prstGeom prst="line">
                  <a:avLst/>
                </a:prstGeom>
                <a:grpFill/>
                <a:ln w="12700">
                  <a:solidFill>
                    <a:schemeClr val="bg1">
                      <a:lumMod val="65000"/>
                    </a:schemeClr>
                  </a:solidFill>
                  <a:round/>
                  <a:headEnd/>
                  <a:tailEnd/>
                </a:ln>
              </p:spPr>
              <p:txBody>
                <a:bodyPr/>
                <a:lstStyle/>
                <a:p>
                  <a:endParaRPr lang="en-US"/>
                </a:p>
              </p:txBody>
            </p:sp>
            <p:sp>
              <p:nvSpPr>
                <p:cNvPr id="103985" name="Line 833">
                  <a:extLst>
                    <a:ext uri="{FF2B5EF4-FFF2-40B4-BE49-F238E27FC236}">
                      <a16:creationId xmlns:a16="http://schemas.microsoft.com/office/drawing/2014/main" id="{1FACD123-8B81-E231-9ABF-2CD330582EC2}"/>
                    </a:ext>
                  </a:extLst>
                </p:cNvPr>
                <p:cNvSpPr>
                  <a:spLocks noChangeShapeType="1"/>
                </p:cNvSpPr>
                <p:nvPr/>
              </p:nvSpPr>
              <p:spPr bwMode="auto">
                <a:xfrm>
                  <a:off x="4355" y="3599"/>
                  <a:ext cx="24" cy="1"/>
                </a:xfrm>
                <a:prstGeom prst="line">
                  <a:avLst/>
                </a:prstGeom>
                <a:grpFill/>
                <a:ln w="12700">
                  <a:solidFill>
                    <a:schemeClr val="bg1">
                      <a:lumMod val="65000"/>
                    </a:schemeClr>
                  </a:solidFill>
                  <a:round/>
                  <a:headEnd/>
                  <a:tailEnd/>
                </a:ln>
              </p:spPr>
              <p:txBody>
                <a:bodyPr/>
                <a:lstStyle/>
                <a:p>
                  <a:endParaRPr lang="en-US"/>
                </a:p>
              </p:txBody>
            </p:sp>
            <p:sp>
              <p:nvSpPr>
                <p:cNvPr id="103986" name="Line 834">
                  <a:extLst>
                    <a:ext uri="{FF2B5EF4-FFF2-40B4-BE49-F238E27FC236}">
                      <a16:creationId xmlns:a16="http://schemas.microsoft.com/office/drawing/2014/main" id="{52F40F50-64F1-8BC7-647D-F3C0B346FE14}"/>
                    </a:ext>
                  </a:extLst>
                </p:cNvPr>
                <p:cNvSpPr>
                  <a:spLocks noChangeShapeType="1"/>
                </p:cNvSpPr>
                <p:nvPr/>
              </p:nvSpPr>
              <p:spPr bwMode="auto">
                <a:xfrm>
                  <a:off x="4411" y="3599"/>
                  <a:ext cx="24" cy="1"/>
                </a:xfrm>
                <a:prstGeom prst="line">
                  <a:avLst/>
                </a:prstGeom>
                <a:grpFill/>
                <a:ln w="12700">
                  <a:solidFill>
                    <a:schemeClr val="bg1">
                      <a:lumMod val="65000"/>
                    </a:schemeClr>
                  </a:solidFill>
                  <a:round/>
                  <a:headEnd/>
                  <a:tailEnd/>
                </a:ln>
              </p:spPr>
              <p:txBody>
                <a:bodyPr/>
                <a:lstStyle/>
                <a:p>
                  <a:endParaRPr lang="en-US"/>
                </a:p>
              </p:txBody>
            </p:sp>
            <p:sp>
              <p:nvSpPr>
                <p:cNvPr id="103987" name="Line 835">
                  <a:extLst>
                    <a:ext uri="{FF2B5EF4-FFF2-40B4-BE49-F238E27FC236}">
                      <a16:creationId xmlns:a16="http://schemas.microsoft.com/office/drawing/2014/main" id="{C64AD88C-25CA-E733-2F0E-D79237D3B66B}"/>
                    </a:ext>
                  </a:extLst>
                </p:cNvPr>
                <p:cNvSpPr>
                  <a:spLocks noChangeShapeType="1"/>
                </p:cNvSpPr>
                <p:nvPr/>
              </p:nvSpPr>
              <p:spPr bwMode="auto">
                <a:xfrm>
                  <a:off x="4467" y="3599"/>
                  <a:ext cx="24" cy="1"/>
                </a:xfrm>
                <a:prstGeom prst="line">
                  <a:avLst/>
                </a:prstGeom>
                <a:grpFill/>
                <a:ln w="12700">
                  <a:solidFill>
                    <a:schemeClr val="bg1">
                      <a:lumMod val="65000"/>
                    </a:schemeClr>
                  </a:solidFill>
                  <a:round/>
                  <a:headEnd/>
                  <a:tailEnd/>
                </a:ln>
              </p:spPr>
              <p:txBody>
                <a:bodyPr/>
                <a:lstStyle/>
                <a:p>
                  <a:endParaRPr lang="en-US"/>
                </a:p>
              </p:txBody>
            </p:sp>
            <p:sp>
              <p:nvSpPr>
                <p:cNvPr id="103988" name="Line 836">
                  <a:extLst>
                    <a:ext uri="{FF2B5EF4-FFF2-40B4-BE49-F238E27FC236}">
                      <a16:creationId xmlns:a16="http://schemas.microsoft.com/office/drawing/2014/main" id="{54FA6B47-C02B-0F41-E7C7-80EC1658982F}"/>
                    </a:ext>
                  </a:extLst>
                </p:cNvPr>
                <p:cNvSpPr>
                  <a:spLocks noChangeShapeType="1"/>
                </p:cNvSpPr>
                <p:nvPr/>
              </p:nvSpPr>
              <p:spPr bwMode="auto">
                <a:xfrm>
                  <a:off x="4522" y="3599"/>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93" name="Group 837">
              <a:extLst>
                <a:ext uri="{FF2B5EF4-FFF2-40B4-BE49-F238E27FC236}">
                  <a16:creationId xmlns:a16="http://schemas.microsoft.com/office/drawing/2014/main" id="{2280735E-A6BD-1B97-D3CE-11443314234B}"/>
                </a:ext>
              </a:extLst>
            </p:cNvPr>
            <p:cNvGrpSpPr>
              <a:grpSpLocks/>
            </p:cNvGrpSpPr>
            <p:nvPr/>
          </p:nvGrpSpPr>
          <p:grpSpPr bwMode="auto">
            <a:xfrm>
              <a:off x="3788" y="2376"/>
              <a:ext cx="886" cy="290"/>
              <a:chOff x="3788" y="2376"/>
              <a:chExt cx="886" cy="290"/>
            </a:xfrm>
            <a:grpFill/>
          </p:grpSpPr>
          <p:sp>
            <p:nvSpPr>
              <p:cNvPr id="103979" name="Freeform 838">
                <a:extLst>
                  <a:ext uri="{FF2B5EF4-FFF2-40B4-BE49-F238E27FC236}">
                    <a16:creationId xmlns:a16="http://schemas.microsoft.com/office/drawing/2014/main" id="{2F129635-2EFB-9FDA-C960-7C9DFF4B5BE0}"/>
                  </a:ext>
                </a:extLst>
              </p:cNvPr>
              <p:cNvSpPr>
                <a:spLocks/>
              </p:cNvSpPr>
              <p:nvPr/>
            </p:nvSpPr>
            <p:spPr bwMode="auto">
              <a:xfrm>
                <a:off x="4530" y="2594"/>
                <a:ext cx="144" cy="72"/>
              </a:xfrm>
              <a:custGeom>
                <a:avLst/>
                <a:gdLst>
                  <a:gd name="T0" fmla="*/ 144 w 144"/>
                  <a:gd name="T1" fmla="*/ 72 h 72"/>
                  <a:gd name="T2" fmla="*/ 0 w 144"/>
                  <a:gd name="T3" fmla="*/ 64 h 72"/>
                  <a:gd name="T4" fmla="*/ 16 w 144"/>
                  <a:gd name="T5" fmla="*/ 32 h 72"/>
                  <a:gd name="T6" fmla="*/ 24 w 144"/>
                  <a:gd name="T7" fmla="*/ 0 h 72"/>
                  <a:gd name="T8" fmla="*/ 144 w 144"/>
                  <a:gd name="T9" fmla="*/ 72 h 72"/>
                  <a:gd name="T10" fmla="*/ 0 60000 65536"/>
                  <a:gd name="T11" fmla="*/ 0 60000 65536"/>
                  <a:gd name="T12" fmla="*/ 0 60000 65536"/>
                  <a:gd name="T13" fmla="*/ 0 60000 65536"/>
                  <a:gd name="T14" fmla="*/ 0 60000 65536"/>
                  <a:gd name="T15" fmla="*/ 0 w 144"/>
                  <a:gd name="T16" fmla="*/ 0 h 72"/>
                  <a:gd name="T17" fmla="*/ 144 w 144"/>
                  <a:gd name="T18" fmla="*/ 72 h 72"/>
                </a:gdLst>
                <a:ahLst/>
                <a:cxnLst>
                  <a:cxn ang="T10">
                    <a:pos x="T0" y="T1"/>
                  </a:cxn>
                  <a:cxn ang="T11">
                    <a:pos x="T2" y="T3"/>
                  </a:cxn>
                  <a:cxn ang="T12">
                    <a:pos x="T4" y="T5"/>
                  </a:cxn>
                  <a:cxn ang="T13">
                    <a:pos x="T6" y="T7"/>
                  </a:cxn>
                  <a:cxn ang="T14">
                    <a:pos x="T8" y="T9"/>
                  </a:cxn>
                </a:cxnLst>
                <a:rect l="T15" t="T16" r="T17" b="T18"/>
                <a:pathLst>
                  <a:path w="144" h="72">
                    <a:moveTo>
                      <a:pt x="144" y="72"/>
                    </a:moveTo>
                    <a:lnTo>
                      <a:pt x="0" y="64"/>
                    </a:lnTo>
                    <a:lnTo>
                      <a:pt x="16" y="32"/>
                    </a:lnTo>
                    <a:lnTo>
                      <a:pt x="24" y="0"/>
                    </a:lnTo>
                    <a:lnTo>
                      <a:pt x="144" y="72"/>
                    </a:lnTo>
                    <a:close/>
                  </a:path>
                </a:pathLst>
              </a:custGeom>
              <a:grpFill/>
              <a:ln w="9525">
                <a:solidFill>
                  <a:schemeClr val="bg1">
                    <a:lumMod val="65000"/>
                  </a:schemeClr>
                </a:solidFill>
                <a:round/>
                <a:headEnd/>
                <a:tailEnd/>
              </a:ln>
            </p:spPr>
            <p:txBody>
              <a:bodyPr/>
              <a:lstStyle/>
              <a:p>
                <a:endParaRPr lang="en-US"/>
              </a:p>
            </p:txBody>
          </p:sp>
          <p:sp>
            <p:nvSpPr>
              <p:cNvPr id="103980" name="Line 839">
                <a:extLst>
                  <a:ext uri="{FF2B5EF4-FFF2-40B4-BE49-F238E27FC236}">
                    <a16:creationId xmlns:a16="http://schemas.microsoft.com/office/drawing/2014/main" id="{BB8B2652-A56B-D7B8-904A-631711B230FA}"/>
                  </a:ext>
                </a:extLst>
              </p:cNvPr>
              <p:cNvSpPr>
                <a:spLocks noChangeShapeType="1"/>
              </p:cNvSpPr>
              <p:nvPr/>
            </p:nvSpPr>
            <p:spPr bwMode="auto">
              <a:xfrm>
                <a:off x="3788" y="2376"/>
                <a:ext cx="766" cy="252"/>
              </a:xfrm>
              <a:prstGeom prst="line">
                <a:avLst/>
              </a:prstGeom>
              <a:grpFill/>
              <a:ln w="25400">
                <a:solidFill>
                  <a:schemeClr val="bg1">
                    <a:lumMod val="65000"/>
                  </a:schemeClr>
                </a:solidFill>
                <a:round/>
                <a:headEnd/>
                <a:tailEnd/>
              </a:ln>
            </p:spPr>
            <p:txBody>
              <a:bodyPr/>
              <a:lstStyle/>
              <a:p>
                <a:endParaRPr lang="en-US"/>
              </a:p>
            </p:txBody>
          </p:sp>
        </p:grpSp>
        <p:grpSp>
          <p:nvGrpSpPr>
            <p:cNvPr id="103594" name="Group 840">
              <a:extLst>
                <a:ext uri="{FF2B5EF4-FFF2-40B4-BE49-F238E27FC236}">
                  <a16:creationId xmlns:a16="http://schemas.microsoft.com/office/drawing/2014/main" id="{6D50617F-3F97-ABC0-1536-FDBBACA73E81}"/>
                </a:ext>
              </a:extLst>
            </p:cNvPr>
            <p:cNvGrpSpPr>
              <a:grpSpLocks/>
            </p:cNvGrpSpPr>
            <p:nvPr/>
          </p:nvGrpSpPr>
          <p:grpSpPr bwMode="auto">
            <a:xfrm>
              <a:off x="3309" y="2084"/>
              <a:ext cx="1381" cy="1507"/>
              <a:chOff x="3309" y="2084"/>
              <a:chExt cx="1381" cy="1507"/>
            </a:xfrm>
            <a:grpFill/>
          </p:grpSpPr>
          <p:sp>
            <p:nvSpPr>
              <p:cNvPr id="103977" name="Freeform 841">
                <a:extLst>
                  <a:ext uri="{FF2B5EF4-FFF2-40B4-BE49-F238E27FC236}">
                    <a16:creationId xmlns:a16="http://schemas.microsoft.com/office/drawing/2014/main" id="{7111CE30-1649-9B36-E80C-32E619315F87}"/>
                  </a:ext>
                </a:extLst>
              </p:cNvPr>
              <p:cNvSpPr>
                <a:spLocks/>
              </p:cNvSpPr>
              <p:nvPr/>
            </p:nvSpPr>
            <p:spPr bwMode="auto">
              <a:xfrm>
                <a:off x="4570" y="2084"/>
                <a:ext cx="120" cy="119"/>
              </a:xfrm>
              <a:custGeom>
                <a:avLst/>
                <a:gdLst>
                  <a:gd name="T0" fmla="*/ 120 w 120"/>
                  <a:gd name="T1" fmla="*/ 0 h 119"/>
                  <a:gd name="T2" fmla="*/ 56 w 120"/>
                  <a:gd name="T3" fmla="*/ 119 h 119"/>
                  <a:gd name="T4" fmla="*/ 24 w 120"/>
                  <a:gd name="T5" fmla="*/ 96 h 119"/>
                  <a:gd name="T6" fmla="*/ 0 w 120"/>
                  <a:gd name="T7" fmla="*/ 72 h 119"/>
                  <a:gd name="T8" fmla="*/ 120 w 120"/>
                  <a:gd name="T9" fmla="*/ 0 h 119"/>
                  <a:gd name="T10" fmla="*/ 0 60000 65536"/>
                  <a:gd name="T11" fmla="*/ 0 60000 65536"/>
                  <a:gd name="T12" fmla="*/ 0 60000 65536"/>
                  <a:gd name="T13" fmla="*/ 0 60000 65536"/>
                  <a:gd name="T14" fmla="*/ 0 60000 65536"/>
                  <a:gd name="T15" fmla="*/ 0 w 120"/>
                  <a:gd name="T16" fmla="*/ 0 h 119"/>
                  <a:gd name="T17" fmla="*/ 120 w 120"/>
                  <a:gd name="T18" fmla="*/ 119 h 119"/>
                </a:gdLst>
                <a:ahLst/>
                <a:cxnLst>
                  <a:cxn ang="T10">
                    <a:pos x="T0" y="T1"/>
                  </a:cxn>
                  <a:cxn ang="T11">
                    <a:pos x="T2" y="T3"/>
                  </a:cxn>
                  <a:cxn ang="T12">
                    <a:pos x="T4" y="T5"/>
                  </a:cxn>
                  <a:cxn ang="T13">
                    <a:pos x="T6" y="T7"/>
                  </a:cxn>
                  <a:cxn ang="T14">
                    <a:pos x="T8" y="T9"/>
                  </a:cxn>
                </a:cxnLst>
                <a:rect l="T15" t="T16" r="T17" b="T18"/>
                <a:pathLst>
                  <a:path w="120" h="119">
                    <a:moveTo>
                      <a:pt x="120" y="0"/>
                    </a:moveTo>
                    <a:lnTo>
                      <a:pt x="56" y="119"/>
                    </a:lnTo>
                    <a:lnTo>
                      <a:pt x="24" y="96"/>
                    </a:lnTo>
                    <a:lnTo>
                      <a:pt x="0" y="72"/>
                    </a:lnTo>
                    <a:lnTo>
                      <a:pt x="120" y="0"/>
                    </a:lnTo>
                    <a:close/>
                  </a:path>
                </a:pathLst>
              </a:custGeom>
              <a:grpFill/>
              <a:ln w="9525">
                <a:solidFill>
                  <a:schemeClr val="bg1">
                    <a:lumMod val="65000"/>
                  </a:schemeClr>
                </a:solidFill>
                <a:round/>
                <a:headEnd/>
                <a:tailEnd/>
              </a:ln>
            </p:spPr>
            <p:txBody>
              <a:bodyPr/>
              <a:lstStyle/>
              <a:p>
                <a:endParaRPr lang="en-US"/>
              </a:p>
            </p:txBody>
          </p:sp>
          <p:sp>
            <p:nvSpPr>
              <p:cNvPr id="103978" name="Line 842">
                <a:extLst>
                  <a:ext uri="{FF2B5EF4-FFF2-40B4-BE49-F238E27FC236}">
                    <a16:creationId xmlns:a16="http://schemas.microsoft.com/office/drawing/2014/main" id="{2562B787-A4D4-DA12-84AF-AFE5B2694275}"/>
                  </a:ext>
                </a:extLst>
              </p:cNvPr>
              <p:cNvSpPr>
                <a:spLocks noChangeShapeType="1"/>
              </p:cNvSpPr>
              <p:nvPr/>
            </p:nvSpPr>
            <p:spPr bwMode="auto">
              <a:xfrm flipV="1">
                <a:off x="3309" y="2172"/>
                <a:ext cx="1291" cy="1419"/>
              </a:xfrm>
              <a:prstGeom prst="line">
                <a:avLst/>
              </a:prstGeom>
              <a:grpFill/>
              <a:ln w="25400">
                <a:solidFill>
                  <a:schemeClr val="bg1">
                    <a:lumMod val="65000"/>
                  </a:schemeClr>
                </a:solidFill>
                <a:round/>
                <a:headEnd/>
                <a:tailEnd/>
              </a:ln>
            </p:spPr>
            <p:txBody>
              <a:bodyPr/>
              <a:lstStyle/>
              <a:p>
                <a:endParaRPr lang="en-US"/>
              </a:p>
            </p:txBody>
          </p:sp>
        </p:grpSp>
        <p:grpSp>
          <p:nvGrpSpPr>
            <p:cNvPr id="103595" name="Group 843">
              <a:extLst>
                <a:ext uri="{FF2B5EF4-FFF2-40B4-BE49-F238E27FC236}">
                  <a16:creationId xmlns:a16="http://schemas.microsoft.com/office/drawing/2014/main" id="{283F6135-BCE4-6548-20F0-9E9A70AE1037}"/>
                </a:ext>
              </a:extLst>
            </p:cNvPr>
            <p:cNvGrpSpPr>
              <a:grpSpLocks/>
            </p:cNvGrpSpPr>
            <p:nvPr/>
          </p:nvGrpSpPr>
          <p:grpSpPr bwMode="auto">
            <a:xfrm>
              <a:off x="3773" y="2076"/>
              <a:ext cx="909" cy="893"/>
              <a:chOff x="3773" y="2076"/>
              <a:chExt cx="909" cy="893"/>
            </a:xfrm>
            <a:grpFill/>
          </p:grpSpPr>
          <p:sp>
            <p:nvSpPr>
              <p:cNvPr id="103975" name="Freeform 844">
                <a:extLst>
                  <a:ext uri="{FF2B5EF4-FFF2-40B4-BE49-F238E27FC236}">
                    <a16:creationId xmlns:a16="http://schemas.microsoft.com/office/drawing/2014/main" id="{FED48BAC-9416-8990-EAD6-DFFD5F52922D}"/>
                  </a:ext>
                </a:extLst>
              </p:cNvPr>
              <p:cNvSpPr>
                <a:spLocks/>
              </p:cNvSpPr>
              <p:nvPr/>
            </p:nvSpPr>
            <p:spPr bwMode="auto">
              <a:xfrm>
                <a:off x="4562" y="2850"/>
                <a:ext cx="120" cy="119"/>
              </a:xfrm>
              <a:custGeom>
                <a:avLst/>
                <a:gdLst>
                  <a:gd name="T0" fmla="*/ 120 w 120"/>
                  <a:gd name="T1" fmla="*/ 119 h 119"/>
                  <a:gd name="T2" fmla="*/ 0 w 120"/>
                  <a:gd name="T3" fmla="*/ 47 h 119"/>
                  <a:gd name="T4" fmla="*/ 24 w 120"/>
                  <a:gd name="T5" fmla="*/ 23 h 119"/>
                  <a:gd name="T6" fmla="*/ 48 w 120"/>
                  <a:gd name="T7" fmla="*/ 0 h 119"/>
                  <a:gd name="T8" fmla="*/ 120 w 120"/>
                  <a:gd name="T9" fmla="*/ 119 h 119"/>
                  <a:gd name="T10" fmla="*/ 0 60000 65536"/>
                  <a:gd name="T11" fmla="*/ 0 60000 65536"/>
                  <a:gd name="T12" fmla="*/ 0 60000 65536"/>
                  <a:gd name="T13" fmla="*/ 0 60000 65536"/>
                  <a:gd name="T14" fmla="*/ 0 60000 65536"/>
                  <a:gd name="T15" fmla="*/ 0 w 120"/>
                  <a:gd name="T16" fmla="*/ 0 h 119"/>
                  <a:gd name="T17" fmla="*/ 120 w 120"/>
                  <a:gd name="T18" fmla="*/ 119 h 119"/>
                </a:gdLst>
                <a:ahLst/>
                <a:cxnLst>
                  <a:cxn ang="T10">
                    <a:pos x="T0" y="T1"/>
                  </a:cxn>
                  <a:cxn ang="T11">
                    <a:pos x="T2" y="T3"/>
                  </a:cxn>
                  <a:cxn ang="T12">
                    <a:pos x="T4" y="T5"/>
                  </a:cxn>
                  <a:cxn ang="T13">
                    <a:pos x="T6" y="T7"/>
                  </a:cxn>
                  <a:cxn ang="T14">
                    <a:pos x="T8" y="T9"/>
                  </a:cxn>
                </a:cxnLst>
                <a:rect l="T15" t="T16" r="T17" b="T18"/>
                <a:pathLst>
                  <a:path w="120" h="119">
                    <a:moveTo>
                      <a:pt x="120" y="119"/>
                    </a:moveTo>
                    <a:lnTo>
                      <a:pt x="0" y="47"/>
                    </a:lnTo>
                    <a:lnTo>
                      <a:pt x="24" y="23"/>
                    </a:lnTo>
                    <a:lnTo>
                      <a:pt x="48" y="0"/>
                    </a:lnTo>
                    <a:lnTo>
                      <a:pt x="120" y="119"/>
                    </a:lnTo>
                    <a:close/>
                  </a:path>
                </a:pathLst>
              </a:custGeom>
              <a:grpFill/>
              <a:ln w="9525">
                <a:solidFill>
                  <a:schemeClr val="bg1">
                    <a:lumMod val="65000"/>
                  </a:schemeClr>
                </a:solidFill>
                <a:round/>
                <a:headEnd/>
                <a:tailEnd/>
              </a:ln>
            </p:spPr>
            <p:txBody>
              <a:bodyPr/>
              <a:lstStyle/>
              <a:p>
                <a:endParaRPr lang="en-US"/>
              </a:p>
            </p:txBody>
          </p:sp>
          <p:sp>
            <p:nvSpPr>
              <p:cNvPr id="103976" name="Line 845">
                <a:extLst>
                  <a:ext uri="{FF2B5EF4-FFF2-40B4-BE49-F238E27FC236}">
                    <a16:creationId xmlns:a16="http://schemas.microsoft.com/office/drawing/2014/main" id="{85659A44-A19E-416E-7566-914B7E1995B3}"/>
                  </a:ext>
                </a:extLst>
              </p:cNvPr>
              <p:cNvSpPr>
                <a:spLocks noChangeShapeType="1"/>
              </p:cNvSpPr>
              <p:nvPr/>
            </p:nvSpPr>
            <p:spPr bwMode="auto">
              <a:xfrm>
                <a:off x="3773" y="2076"/>
                <a:ext cx="821" cy="804"/>
              </a:xfrm>
              <a:prstGeom prst="line">
                <a:avLst/>
              </a:prstGeom>
              <a:grpFill/>
              <a:ln w="25400">
                <a:solidFill>
                  <a:schemeClr val="bg1">
                    <a:lumMod val="65000"/>
                  </a:schemeClr>
                </a:solidFill>
                <a:round/>
                <a:headEnd/>
                <a:tailEnd/>
              </a:ln>
            </p:spPr>
            <p:txBody>
              <a:bodyPr/>
              <a:lstStyle/>
              <a:p>
                <a:endParaRPr lang="en-US"/>
              </a:p>
            </p:txBody>
          </p:sp>
        </p:grpSp>
        <p:grpSp>
          <p:nvGrpSpPr>
            <p:cNvPr id="103596" name="Group 846">
              <a:extLst>
                <a:ext uri="{FF2B5EF4-FFF2-40B4-BE49-F238E27FC236}">
                  <a16:creationId xmlns:a16="http://schemas.microsoft.com/office/drawing/2014/main" id="{73C6EC15-5FE9-839B-721F-8BD8D72A0B54}"/>
                </a:ext>
              </a:extLst>
            </p:cNvPr>
            <p:cNvGrpSpPr>
              <a:grpSpLocks/>
            </p:cNvGrpSpPr>
            <p:nvPr/>
          </p:nvGrpSpPr>
          <p:grpSpPr bwMode="auto">
            <a:xfrm>
              <a:off x="3317" y="2379"/>
              <a:ext cx="910" cy="893"/>
              <a:chOff x="3317" y="2379"/>
              <a:chExt cx="910" cy="893"/>
            </a:xfrm>
            <a:grpFill/>
          </p:grpSpPr>
          <p:sp>
            <p:nvSpPr>
              <p:cNvPr id="103973" name="Freeform 847">
                <a:extLst>
                  <a:ext uri="{FF2B5EF4-FFF2-40B4-BE49-F238E27FC236}">
                    <a16:creationId xmlns:a16="http://schemas.microsoft.com/office/drawing/2014/main" id="{7BD7520F-C9E3-BC1F-D322-E021E9EFBE64}"/>
                  </a:ext>
                </a:extLst>
              </p:cNvPr>
              <p:cNvSpPr>
                <a:spLocks/>
              </p:cNvSpPr>
              <p:nvPr/>
            </p:nvSpPr>
            <p:spPr bwMode="auto">
              <a:xfrm>
                <a:off x="4107" y="3153"/>
                <a:ext cx="120" cy="119"/>
              </a:xfrm>
              <a:custGeom>
                <a:avLst/>
                <a:gdLst>
                  <a:gd name="T0" fmla="*/ 120 w 120"/>
                  <a:gd name="T1" fmla="*/ 119 h 119"/>
                  <a:gd name="T2" fmla="*/ 0 w 120"/>
                  <a:gd name="T3" fmla="*/ 48 h 119"/>
                  <a:gd name="T4" fmla="*/ 24 w 120"/>
                  <a:gd name="T5" fmla="*/ 24 h 119"/>
                  <a:gd name="T6" fmla="*/ 48 w 120"/>
                  <a:gd name="T7" fmla="*/ 0 h 119"/>
                  <a:gd name="T8" fmla="*/ 120 w 120"/>
                  <a:gd name="T9" fmla="*/ 119 h 119"/>
                  <a:gd name="T10" fmla="*/ 0 60000 65536"/>
                  <a:gd name="T11" fmla="*/ 0 60000 65536"/>
                  <a:gd name="T12" fmla="*/ 0 60000 65536"/>
                  <a:gd name="T13" fmla="*/ 0 60000 65536"/>
                  <a:gd name="T14" fmla="*/ 0 60000 65536"/>
                  <a:gd name="T15" fmla="*/ 0 w 120"/>
                  <a:gd name="T16" fmla="*/ 0 h 119"/>
                  <a:gd name="T17" fmla="*/ 120 w 120"/>
                  <a:gd name="T18" fmla="*/ 119 h 119"/>
                </a:gdLst>
                <a:ahLst/>
                <a:cxnLst>
                  <a:cxn ang="T10">
                    <a:pos x="T0" y="T1"/>
                  </a:cxn>
                  <a:cxn ang="T11">
                    <a:pos x="T2" y="T3"/>
                  </a:cxn>
                  <a:cxn ang="T12">
                    <a:pos x="T4" y="T5"/>
                  </a:cxn>
                  <a:cxn ang="T13">
                    <a:pos x="T6" y="T7"/>
                  </a:cxn>
                  <a:cxn ang="T14">
                    <a:pos x="T8" y="T9"/>
                  </a:cxn>
                </a:cxnLst>
                <a:rect l="T15" t="T16" r="T17" b="T18"/>
                <a:pathLst>
                  <a:path w="120" h="119">
                    <a:moveTo>
                      <a:pt x="120" y="119"/>
                    </a:moveTo>
                    <a:lnTo>
                      <a:pt x="0" y="48"/>
                    </a:lnTo>
                    <a:lnTo>
                      <a:pt x="24" y="24"/>
                    </a:lnTo>
                    <a:lnTo>
                      <a:pt x="48" y="0"/>
                    </a:lnTo>
                    <a:lnTo>
                      <a:pt x="120" y="119"/>
                    </a:lnTo>
                    <a:close/>
                  </a:path>
                </a:pathLst>
              </a:custGeom>
              <a:grpFill/>
              <a:ln w="9525">
                <a:solidFill>
                  <a:schemeClr val="bg1">
                    <a:lumMod val="65000"/>
                  </a:schemeClr>
                </a:solidFill>
                <a:round/>
                <a:headEnd/>
                <a:tailEnd/>
              </a:ln>
            </p:spPr>
            <p:txBody>
              <a:bodyPr/>
              <a:lstStyle/>
              <a:p>
                <a:endParaRPr lang="en-US"/>
              </a:p>
            </p:txBody>
          </p:sp>
          <p:sp>
            <p:nvSpPr>
              <p:cNvPr id="103974" name="Line 848">
                <a:extLst>
                  <a:ext uri="{FF2B5EF4-FFF2-40B4-BE49-F238E27FC236}">
                    <a16:creationId xmlns:a16="http://schemas.microsoft.com/office/drawing/2014/main" id="{892EC47F-8A07-C0A9-4F94-2D29E03E5E2C}"/>
                  </a:ext>
                </a:extLst>
              </p:cNvPr>
              <p:cNvSpPr>
                <a:spLocks noChangeShapeType="1"/>
              </p:cNvSpPr>
              <p:nvPr/>
            </p:nvSpPr>
            <p:spPr bwMode="auto">
              <a:xfrm>
                <a:off x="3317" y="2379"/>
                <a:ext cx="822" cy="804"/>
              </a:xfrm>
              <a:prstGeom prst="line">
                <a:avLst/>
              </a:prstGeom>
              <a:grpFill/>
              <a:ln w="25400">
                <a:solidFill>
                  <a:schemeClr val="bg1">
                    <a:lumMod val="65000"/>
                  </a:schemeClr>
                </a:solidFill>
                <a:round/>
                <a:headEnd/>
                <a:tailEnd/>
              </a:ln>
            </p:spPr>
            <p:txBody>
              <a:bodyPr/>
              <a:lstStyle/>
              <a:p>
                <a:endParaRPr lang="en-US"/>
              </a:p>
            </p:txBody>
          </p:sp>
        </p:grpSp>
        <p:grpSp>
          <p:nvGrpSpPr>
            <p:cNvPr id="103597" name="Group 849">
              <a:extLst>
                <a:ext uri="{FF2B5EF4-FFF2-40B4-BE49-F238E27FC236}">
                  <a16:creationId xmlns:a16="http://schemas.microsoft.com/office/drawing/2014/main" id="{4D4C7AB8-047B-DEB6-AE60-7A95DD770E05}"/>
                </a:ext>
              </a:extLst>
            </p:cNvPr>
            <p:cNvGrpSpPr>
              <a:grpSpLocks/>
            </p:cNvGrpSpPr>
            <p:nvPr/>
          </p:nvGrpSpPr>
          <p:grpSpPr bwMode="auto">
            <a:xfrm>
              <a:off x="2878" y="1725"/>
              <a:ext cx="415" cy="56"/>
              <a:chOff x="2878" y="1725"/>
              <a:chExt cx="415" cy="56"/>
            </a:xfrm>
            <a:grpFill/>
          </p:grpSpPr>
          <p:sp>
            <p:nvSpPr>
              <p:cNvPr id="103965" name="Freeform 850">
                <a:extLst>
                  <a:ext uri="{FF2B5EF4-FFF2-40B4-BE49-F238E27FC236}">
                    <a16:creationId xmlns:a16="http://schemas.microsoft.com/office/drawing/2014/main" id="{DCC18FAB-2039-8E2E-5FF0-17788712986C}"/>
                  </a:ext>
                </a:extLst>
              </p:cNvPr>
              <p:cNvSpPr>
                <a:spLocks/>
              </p:cNvSpPr>
              <p:nvPr/>
            </p:nvSpPr>
            <p:spPr bwMode="auto">
              <a:xfrm>
                <a:off x="3181" y="1725"/>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3966" name="Group 851">
                <a:extLst>
                  <a:ext uri="{FF2B5EF4-FFF2-40B4-BE49-F238E27FC236}">
                    <a16:creationId xmlns:a16="http://schemas.microsoft.com/office/drawing/2014/main" id="{EA7EAB32-775D-8F7D-285B-3871061CA420}"/>
                  </a:ext>
                </a:extLst>
              </p:cNvPr>
              <p:cNvGrpSpPr>
                <a:grpSpLocks/>
              </p:cNvGrpSpPr>
              <p:nvPr/>
            </p:nvGrpSpPr>
            <p:grpSpPr bwMode="auto">
              <a:xfrm>
                <a:off x="2878" y="1757"/>
                <a:ext cx="295" cy="1"/>
                <a:chOff x="2878" y="1757"/>
                <a:chExt cx="295" cy="1"/>
              </a:xfrm>
              <a:grpFill/>
            </p:grpSpPr>
            <p:sp>
              <p:nvSpPr>
                <p:cNvPr id="103967" name="Line 852">
                  <a:extLst>
                    <a:ext uri="{FF2B5EF4-FFF2-40B4-BE49-F238E27FC236}">
                      <a16:creationId xmlns:a16="http://schemas.microsoft.com/office/drawing/2014/main" id="{D3565546-47E0-1E11-F981-12CA7C6C52B0}"/>
                    </a:ext>
                  </a:extLst>
                </p:cNvPr>
                <p:cNvSpPr>
                  <a:spLocks noChangeShapeType="1"/>
                </p:cNvSpPr>
                <p:nvPr/>
              </p:nvSpPr>
              <p:spPr bwMode="auto">
                <a:xfrm>
                  <a:off x="2878" y="1757"/>
                  <a:ext cx="24" cy="1"/>
                </a:xfrm>
                <a:prstGeom prst="line">
                  <a:avLst/>
                </a:prstGeom>
                <a:grpFill/>
                <a:ln w="12700">
                  <a:solidFill>
                    <a:schemeClr val="bg1">
                      <a:lumMod val="65000"/>
                    </a:schemeClr>
                  </a:solidFill>
                  <a:round/>
                  <a:headEnd/>
                  <a:tailEnd/>
                </a:ln>
              </p:spPr>
              <p:txBody>
                <a:bodyPr/>
                <a:lstStyle/>
                <a:p>
                  <a:endParaRPr lang="en-US"/>
                </a:p>
              </p:txBody>
            </p:sp>
            <p:sp>
              <p:nvSpPr>
                <p:cNvPr id="103968" name="Line 853">
                  <a:extLst>
                    <a:ext uri="{FF2B5EF4-FFF2-40B4-BE49-F238E27FC236}">
                      <a16:creationId xmlns:a16="http://schemas.microsoft.com/office/drawing/2014/main" id="{92337C74-27B8-B8AC-AB11-F4BC68AB4C65}"/>
                    </a:ext>
                  </a:extLst>
                </p:cNvPr>
                <p:cNvSpPr>
                  <a:spLocks noChangeShapeType="1"/>
                </p:cNvSpPr>
                <p:nvPr/>
              </p:nvSpPr>
              <p:spPr bwMode="auto">
                <a:xfrm>
                  <a:off x="2934" y="1757"/>
                  <a:ext cx="24" cy="1"/>
                </a:xfrm>
                <a:prstGeom prst="line">
                  <a:avLst/>
                </a:prstGeom>
                <a:grpFill/>
                <a:ln w="12700">
                  <a:solidFill>
                    <a:schemeClr val="bg1">
                      <a:lumMod val="65000"/>
                    </a:schemeClr>
                  </a:solidFill>
                  <a:round/>
                  <a:headEnd/>
                  <a:tailEnd/>
                </a:ln>
              </p:spPr>
              <p:txBody>
                <a:bodyPr/>
                <a:lstStyle/>
                <a:p>
                  <a:endParaRPr lang="en-US"/>
                </a:p>
              </p:txBody>
            </p:sp>
            <p:sp>
              <p:nvSpPr>
                <p:cNvPr id="103969" name="Line 854">
                  <a:extLst>
                    <a:ext uri="{FF2B5EF4-FFF2-40B4-BE49-F238E27FC236}">
                      <a16:creationId xmlns:a16="http://schemas.microsoft.com/office/drawing/2014/main" id="{87E381E1-996C-4F36-2591-A854A07C36E0}"/>
                    </a:ext>
                  </a:extLst>
                </p:cNvPr>
                <p:cNvSpPr>
                  <a:spLocks noChangeShapeType="1"/>
                </p:cNvSpPr>
                <p:nvPr/>
              </p:nvSpPr>
              <p:spPr bwMode="auto">
                <a:xfrm>
                  <a:off x="2990" y="1757"/>
                  <a:ext cx="23" cy="1"/>
                </a:xfrm>
                <a:prstGeom prst="line">
                  <a:avLst/>
                </a:prstGeom>
                <a:grpFill/>
                <a:ln w="12700">
                  <a:solidFill>
                    <a:schemeClr val="bg1">
                      <a:lumMod val="65000"/>
                    </a:schemeClr>
                  </a:solidFill>
                  <a:round/>
                  <a:headEnd/>
                  <a:tailEnd/>
                </a:ln>
              </p:spPr>
              <p:txBody>
                <a:bodyPr/>
                <a:lstStyle/>
                <a:p>
                  <a:endParaRPr lang="en-US"/>
                </a:p>
              </p:txBody>
            </p:sp>
            <p:sp>
              <p:nvSpPr>
                <p:cNvPr id="103970" name="Line 855">
                  <a:extLst>
                    <a:ext uri="{FF2B5EF4-FFF2-40B4-BE49-F238E27FC236}">
                      <a16:creationId xmlns:a16="http://schemas.microsoft.com/office/drawing/2014/main" id="{CD48FC69-1901-CF19-C57B-114108EB9568}"/>
                    </a:ext>
                  </a:extLst>
                </p:cNvPr>
                <p:cNvSpPr>
                  <a:spLocks noChangeShapeType="1"/>
                </p:cNvSpPr>
                <p:nvPr/>
              </p:nvSpPr>
              <p:spPr bwMode="auto">
                <a:xfrm>
                  <a:off x="3045" y="1757"/>
                  <a:ext cx="24" cy="1"/>
                </a:xfrm>
                <a:prstGeom prst="line">
                  <a:avLst/>
                </a:prstGeom>
                <a:grpFill/>
                <a:ln w="12700">
                  <a:solidFill>
                    <a:schemeClr val="bg1">
                      <a:lumMod val="65000"/>
                    </a:schemeClr>
                  </a:solidFill>
                  <a:round/>
                  <a:headEnd/>
                  <a:tailEnd/>
                </a:ln>
              </p:spPr>
              <p:txBody>
                <a:bodyPr/>
                <a:lstStyle/>
                <a:p>
                  <a:endParaRPr lang="en-US"/>
                </a:p>
              </p:txBody>
            </p:sp>
            <p:sp>
              <p:nvSpPr>
                <p:cNvPr id="103971" name="Line 856">
                  <a:extLst>
                    <a:ext uri="{FF2B5EF4-FFF2-40B4-BE49-F238E27FC236}">
                      <a16:creationId xmlns:a16="http://schemas.microsoft.com/office/drawing/2014/main" id="{1219B33F-E11A-1416-5AE5-FFF1A489AC7F}"/>
                    </a:ext>
                  </a:extLst>
                </p:cNvPr>
                <p:cNvSpPr>
                  <a:spLocks noChangeShapeType="1"/>
                </p:cNvSpPr>
                <p:nvPr/>
              </p:nvSpPr>
              <p:spPr bwMode="auto">
                <a:xfrm>
                  <a:off x="3101" y="1757"/>
                  <a:ext cx="24" cy="1"/>
                </a:xfrm>
                <a:prstGeom prst="line">
                  <a:avLst/>
                </a:prstGeom>
                <a:grpFill/>
                <a:ln w="12700">
                  <a:solidFill>
                    <a:schemeClr val="bg1">
                      <a:lumMod val="65000"/>
                    </a:schemeClr>
                  </a:solidFill>
                  <a:round/>
                  <a:headEnd/>
                  <a:tailEnd/>
                </a:ln>
              </p:spPr>
              <p:txBody>
                <a:bodyPr/>
                <a:lstStyle/>
                <a:p>
                  <a:endParaRPr lang="en-US"/>
                </a:p>
              </p:txBody>
            </p:sp>
            <p:sp>
              <p:nvSpPr>
                <p:cNvPr id="103972" name="Line 857">
                  <a:extLst>
                    <a:ext uri="{FF2B5EF4-FFF2-40B4-BE49-F238E27FC236}">
                      <a16:creationId xmlns:a16="http://schemas.microsoft.com/office/drawing/2014/main" id="{8AAD230F-86C9-0EF7-FD25-444D31B7A6CC}"/>
                    </a:ext>
                  </a:extLst>
                </p:cNvPr>
                <p:cNvSpPr>
                  <a:spLocks noChangeShapeType="1"/>
                </p:cNvSpPr>
                <p:nvPr/>
              </p:nvSpPr>
              <p:spPr bwMode="auto">
                <a:xfrm>
                  <a:off x="3157" y="1757"/>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98" name="Group 858">
              <a:extLst>
                <a:ext uri="{FF2B5EF4-FFF2-40B4-BE49-F238E27FC236}">
                  <a16:creationId xmlns:a16="http://schemas.microsoft.com/office/drawing/2014/main" id="{B74EA318-7D34-BB4D-62E1-8ED7C6BE2583}"/>
                </a:ext>
              </a:extLst>
            </p:cNvPr>
            <p:cNvGrpSpPr>
              <a:grpSpLocks/>
            </p:cNvGrpSpPr>
            <p:nvPr/>
          </p:nvGrpSpPr>
          <p:grpSpPr bwMode="auto">
            <a:xfrm>
              <a:off x="2878" y="2036"/>
              <a:ext cx="415" cy="56"/>
              <a:chOff x="2878" y="2036"/>
              <a:chExt cx="415" cy="56"/>
            </a:xfrm>
            <a:grpFill/>
          </p:grpSpPr>
          <p:sp>
            <p:nvSpPr>
              <p:cNvPr id="103957" name="Freeform 859">
                <a:extLst>
                  <a:ext uri="{FF2B5EF4-FFF2-40B4-BE49-F238E27FC236}">
                    <a16:creationId xmlns:a16="http://schemas.microsoft.com/office/drawing/2014/main" id="{6AF276F0-9C18-8D97-B8DA-84F63F694CBD}"/>
                  </a:ext>
                </a:extLst>
              </p:cNvPr>
              <p:cNvSpPr>
                <a:spLocks/>
              </p:cNvSpPr>
              <p:nvPr/>
            </p:nvSpPr>
            <p:spPr bwMode="auto">
              <a:xfrm>
                <a:off x="3181" y="2036"/>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lumMod val="65000"/>
                  </a:schemeClr>
                </a:solidFill>
                <a:round/>
                <a:headEnd/>
                <a:tailEnd/>
              </a:ln>
            </p:spPr>
            <p:txBody>
              <a:bodyPr/>
              <a:lstStyle/>
              <a:p>
                <a:endParaRPr lang="en-US"/>
              </a:p>
            </p:txBody>
          </p:sp>
          <p:grpSp>
            <p:nvGrpSpPr>
              <p:cNvPr id="103958" name="Group 860">
                <a:extLst>
                  <a:ext uri="{FF2B5EF4-FFF2-40B4-BE49-F238E27FC236}">
                    <a16:creationId xmlns:a16="http://schemas.microsoft.com/office/drawing/2014/main" id="{2DB84BB5-3716-13D1-B7D6-BD8A27E23361}"/>
                  </a:ext>
                </a:extLst>
              </p:cNvPr>
              <p:cNvGrpSpPr>
                <a:grpSpLocks/>
              </p:cNvGrpSpPr>
              <p:nvPr/>
            </p:nvGrpSpPr>
            <p:grpSpPr bwMode="auto">
              <a:xfrm>
                <a:off x="2878" y="2060"/>
                <a:ext cx="295" cy="1"/>
                <a:chOff x="2878" y="2060"/>
                <a:chExt cx="295" cy="1"/>
              </a:xfrm>
              <a:grpFill/>
            </p:grpSpPr>
            <p:sp>
              <p:nvSpPr>
                <p:cNvPr id="103959" name="Line 861">
                  <a:extLst>
                    <a:ext uri="{FF2B5EF4-FFF2-40B4-BE49-F238E27FC236}">
                      <a16:creationId xmlns:a16="http://schemas.microsoft.com/office/drawing/2014/main" id="{627C0098-DF1A-5A4C-D25A-5D1D81DCF918}"/>
                    </a:ext>
                  </a:extLst>
                </p:cNvPr>
                <p:cNvSpPr>
                  <a:spLocks noChangeShapeType="1"/>
                </p:cNvSpPr>
                <p:nvPr/>
              </p:nvSpPr>
              <p:spPr bwMode="auto">
                <a:xfrm>
                  <a:off x="2878" y="2060"/>
                  <a:ext cx="24" cy="1"/>
                </a:xfrm>
                <a:prstGeom prst="line">
                  <a:avLst/>
                </a:prstGeom>
                <a:grpFill/>
                <a:ln w="12700">
                  <a:solidFill>
                    <a:schemeClr val="bg1">
                      <a:lumMod val="65000"/>
                    </a:schemeClr>
                  </a:solidFill>
                  <a:round/>
                  <a:headEnd/>
                  <a:tailEnd/>
                </a:ln>
              </p:spPr>
              <p:txBody>
                <a:bodyPr/>
                <a:lstStyle/>
                <a:p>
                  <a:endParaRPr lang="en-US"/>
                </a:p>
              </p:txBody>
            </p:sp>
            <p:sp>
              <p:nvSpPr>
                <p:cNvPr id="103960" name="Line 862">
                  <a:extLst>
                    <a:ext uri="{FF2B5EF4-FFF2-40B4-BE49-F238E27FC236}">
                      <a16:creationId xmlns:a16="http://schemas.microsoft.com/office/drawing/2014/main" id="{4252C2DD-16AC-7DFB-4029-D101905E58DD}"/>
                    </a:ext>
                  </a:extLst>
                </p:cNvPr>
                <p:cNvSpPr>
                  <a:spLocks noChangeShapeType="1"/>
                </p:cNvSpPr>
                <p:nvPr/>
              </p:nvSpPr>
              <p:spPr bwMode="auto">
                <a:xfrm>
                  <a:off x="2934" y="2060"/>
                  <a:ext cx="24" cy="1"/>
                </a:xfrm>
                <a:prstGeom prst="line">
                  <a:avLst/>
                </a:prstGeom>
                <a:grpFill/>
                <a:ln w="12700">
                  <a:solidFill>
                    <a:schemeClr val="bg1">
                      <a:lumMod val="65000"/>
                    </a:schemeClr>
                  </a:solidFill>
                  <a:round/>
                  <a:headEnd/>
                  <a:tailEnd/>
                </a:ln>
              </p:spPr>
              <p:txBody>
                <a:bodyPr/>
                <a:lstStyle/>
                <a:p>
                  <a:endParaRPr lang="en-US"/>
                </a:p>
              </p:txBody>
            </p:sp>
            <p:sp>
              <p:nvSpPr>
                <p:cNvPr id="103961" name="Line 863">
                  <a:extLst>
                    <a:ext uri="{FF2B5EF4-FFF2-40B4-BE49-F238E27FC236}">
                      <a16:creationId xmlns:a16="http://schemas.microsoft.com/office/drawing/2014/main" id="{6B4C2A02-3555-5AF6-109F-19652B961F45}"/>
                    </a:ext>
                  </a:extLst>
                </p:cNvPr>
                <p:cNvSpPr>
                  <a:spLocks noChangeShapeType="1"/>
                </p:cNvSpPr>
                <p:nvPr/>
              </p:nvSpPr>
              <p:spPr bwMode="auto">
                <a:xfrm>
                  <a:off x="2990" y="2060"/>
                  <a:ext cx="23" cy="1"/>
                </a:xfrm>
                <a:prstGeom prst="line">
                  <a:avLst/>
                </a:prstGeom>
                <a:grpFill/>
                <a:ln w="12700">
                  <a:solidFill>
                    <a:schemeClr val="bg1">
                      <a:lumMod val="65000"/>
                    </a:schemeClr>
                  </a:solidFill>
                  <a:round/>
                  <a:headEnd/>
                  <a:tailEnd/>
                </a:ln>
              </p:spPr>
              <p:txBody>
                <a:bodyPr/>
                <a:lstStyle/>
                <a:p>
                  <a:endParaRPr lang="en-US"/>
                </a:p>
              </p:txBody>
            </p:sp>
            <p:sp>
              <p:nvSpPr>
                <p:cNvPr id="103962" name="Line 864">
                  <a:extLst>
                    <a:ext uri="{FF2B5EF4-FFF2-40B4-BE49-F238E27FC236}">
                      <a16:creationId xmlns:a16="http://schemas.microsoft.com/office/drawing/2014/main" id="{7DC7878F-96F9-C796-ABDF-884572BAB440}"/>
                    </a:ext>
                  </a:extLst>
                </p:cNvPr>
                <p:cNvSpPr>
                  <a:spLocks noChangeShapeType="1"/>
                </p:cNvSpPr>
                <p:nvPr/>
              </p:nvSpPr>
              <p:spPr bwMode="auto">
                <a:xfrm>
                  <a:off x="3045" y="2060"/>
                  <a:ext cx="24" cy="1"/>
                </a:xfrm>
                <a:prstGeom prst="line">
                  <a:avLst/>
                </a:prstGeom>
                <a:grpFill/>
                <a:ln w="12700">
                  <a:solidFill>
                    <a:schemeClr val="bg1">
                      <a:lumMod val="65000"/>
                    </a:schemeClr>
                  </a:solidFill>
                  <a:round/>
                  <a:headEnd/>
                  <a:tailEnd/>
                </a:ln>
              </p:spPr>
              <p:txBody>
                <a:bodyPr/>
                <a:lstStyle/>
                <a:p>
                  <a:endParaRPr lang="en-US"/>
                </a:p>
              </p:txBody>
            </p:sp>
            <p:sp>
              <p:nvSpPr>
                <p:cNvPr id="103963" name="Line 865">
                  <a:extLst>
                    <a:ext uri="{FF2B5EF4-FFF2-40B4-BE49-F238E27FC236}">
                      <a16:creationId xmlns:a16="http://schemas.microsoft.com/office/drawing/2014/main" id="{B7E97475-4F5D-FB65-A6FD-1DE0726ADE74}"/>
                    </a:ext>
                  </a:extLst>
                </p:cNvPr>
                <p:cNvSpPr>
                  <a:spLocks noChangeShapeType="1"/>
                </p:cNvSpPr>
                <p:nvPr/>
              </p:nvSpPr>
              <p:spPr bwMode="auto">
                <a:xfrm>
                  <a:off x="3101" y="2060"/>
                  <a:ext cx="24" cy="1"/>
                </a:xfrm>
                <a:prstGeom prst="line">
                  <a:avLst/>
                </a:prstGeom>
                <a:grpFill/>
                <a:ln w="12700">
                  <a:solidFill>
                    <a:schemeClr val="bg1">
                      <a:lumMod val="65000"/>
                    </a:schemeClr>
                  </a:solidFill>
                  <a:round/>
                  <a:headEnd/>
                  <a:tailEnd/>
                </a:ln>
              </p:spPr>
              <p:txBody>
                <a:bodyPr/>
                <a:lstStyle/>
                <a:p>
                  <a:endParaRPr lang="en-US"/>
                </a:p>
              </p:txBody>
            </p:sp>
            <p:sp>
              <p:nvSpPr>
                <p:cNvPr id="103964" name="Line 866">
                  <a:extLst>
                    <a:ext uri="{FF2B5EF4-FFF2-40B4-BE49-F238E27FC236}">
                      <a16:creationId xmlns:a16="http://schemas.microsoft.com/office/drawing/2014/main" id="{5581A37E-4E85-6E00-17DA-4E14F9142953}"/>
                    </a:ext>
                  </a:extLst>
                </p:cNvPr>
                <p:cNvSpPr>
                  <a:spLocks noChangeShapeType="1"/>
                </p:cNvSpPr>
                <p:nvPr/>
              </p:nvSpPr>
              <p:spPr bwMode="auto">
                <a:xfrm>
                  <a:off x="3157" y="2060"/>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99" name="Group 867">
              <a:extLst>
                <a:ext uri="{FF2B5EF4-FFF2-40B4-BE49-F238E27FC236}">
                  <a16:creationId xmlns:a16="http://schemas.microsoft.com/office/drawing/2014/main" id="{8E722910-E97E-799C-9E9E-57BA9C612B5E}"/>
                </a:ext>
              </a:extLst>
            </p:cNvPr>
            <p:cNvGrpSpPr>
              <a:grpSpLocks/>
            </p:cNvGrpSpPr>
            <p:nvPr/>
          </p:nvGrpSpPr>
          <p:grpSpPr bwMode="auto">
            <a:xfrm>
              <a:off x="2886" y="2339"/>
              <a:ext cx="415" cy="56"/>
              <a:chOff x="2886" y="2339"/>
              <a:chExt cx="415" cy="56"/>
            </a:xfrm>
            <a:grpFill/>
          </p:grpSpPr>
          <p:sp>
            <p:nvSpPr>
              <p:cNvPr id="103949" name="Freeform 868">
                <a:extLst>
                  <a:ext uri="{FF2B5EF4-FFF2-40B4-BE49-F238E27FC236}">
                    <a16:creationId xmlns:a16="http://schemas.microsoft.com/office/drawing/2014/main" id="{5795CBA1-EC3A-24B2-A020-FE90738A1563}"/>
                  </a:ext>
                </a:extLst>
              </p:cNvPr>
              <p:cNvSpPr>
                <a:spLocks/>
              </p:cNvSpPr>
              <p:nvPr/>
            </p:nvSpPr>
            <p:spPr bwMode="auto">
              <a:xfrm>
                <a:off x="3189" y="2339"/>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3950" name="Group 869">
                <a:extLst>
                  <a:ext uri="{FF2B5EF4-FFF2-40B4-BE49-F238E27FC236}">
                    <a16:creationId xmlns:a16="http://schemas.microsoft.com/office/drawing/2014/main" id="{A1E11E4C-1D5D-1505-96E4-41C3275DB461}"/>
                  </a:ext>
                </a:extLst>
              </p:cNvPr>
              <p:cNvGrpSpPr>
                <a:grpSpLocks/>
              </p:cNvGrpSpPr>
              <p:nvPr/>
            </p:nvGrpSpPr>
            <p:grpSpPr bwMode="auto">
              <a:xfrm>
                <a:off x="2886" y="2371"/>
                <a:ext cx="295" cy="1"/>
                <a:chOff x="2886" y="2371"/>
                <a:chExt cx="295" cy="1"/>
              </a:xfrm>
              <a:grpFill/>
            </p:grpSpPr>
            <p:sp>
              <p:nvSpPr>
                <p:cNvPr id="103951" name="Line 870">
                  <a:extLst>
                    <a:ext uri="{FF2B5EF4-FFF2-40B4-BE49-F238E27FC236}">
                      <a16:creationId xmlns:a16="http://schemas.microsoft.com/office/drawing/2014/main" id="{563F0E8E-F196-34D6-7D4B-BBB4C7235744}"/>
                    </a:ext>
                  </a:extLst>
                </p:cNvPr>
                <p:cNvSpPr>
                  <a:spLocks noChangeShapeType="1"/>
                </p:cNvSpPr>
                <p:nvPr/>
              </p:nvSpPr>
              <p:spPr bwMode="auto">
                <a:xfrm>
                  <a:off x="2886" y="2371"/>
                  <a:ext cx="24" cy="1"/>
                </a:xfrm>
                <a:prstGeom prst="line">
                  <a:avLst/>
                </a:prstGeom>
                <a:grpFill/>
                <a:ln w="12700">
                  <a:solidFill>
                    <a:schemeClr val="bg1">
                      <a:lumMod val="65000"/>
                    </a:schemeClr>
                  </a:solidFill>
                  <a:round/>
                  <a:headEnd/>
                  <a:tailEnd/>
                </a:ln>
              </p:spPr>
              <p:txBody>
                <a:bodyPr/>
                <a:lstStyle/>
                <a:p>
                  <a:endParaRPr lang="en-US"/>
                </a:p>
              </p:txBody>
            </p:sp>
            <p:sp>
              <p:nvSpPr>
                <p:cNvPr id="103952" name="Line 871">
                  <a:extLst>
                    <a:ext uri="{FF2B5EF4-FFF2-40B4-BE49-F238E27FC236}">
                      <a16:creationId xmlns:a16="http://schemas.microsoft.com/office/drawing/2014/main" id="{0DF98F79-0DE7-ACBA-40F0-B77032B9D4D9}"/>
                    </a:ext>
                  </a:extLst>
                </p:cNvPr>
                <p:cNvSpPr>
                  <a:spLocks noChangeShapeType="1"/>
                </p:cNvSpPr>
                <p:nvPr/>
              </p:nvSpPr>
              <p:spPr bwMode="auto">
                <a:xfrm>
                  <a:off x="2942" y="2371"/>
                  <a:ext cx="24" cy="1"/>
                </a:xfrm>
                <a:prstGeom prst="line">
                  <a:avLst/>
                </a:prstGeom>
                <a:grpFill/>
                <a:ln w="12700">
                  <a:solidFill>
                    <a:schemeClr val="bg1">
                      <a:lumMod val="65000"/>
                    </a:schemeClr>
                  </a:solidFill>
                  <a:round/>
                  <a:headEnd/>
                  <a:tailEnd/>
                </a:ln>
              </p:spPr>
              <p:txBody>
                <a:bodyPr/>
                <a:lstStyle/>
                <a:p>
                  <a:endParaRPr lang="en-US"/>
                </a:p>
              </p:txBody>
            </p:sp>
            <p:sp>
              <p:nvSpPr>
                <p:cNvPr id="103953" name="Line 872">
                  <a:extLst>
                    <a:ext uri="{FF2B5EF4-FFF2-40B4-BE49-F238E27FC236}">
                      <a16:creationId xmlns:a16="http://schemas.microsoft.com/office/drawing/2014/main" id="{27FDAAAB-218D-49BA-7DD6-C80E1D4544B4}"/>
                    </a:ext>
                  </a:extLst>
                </p:cNvPr>
                <p:cNvSpPr>
                  <a:spLocks noChangeShapeType="1"/>
                </p:cNvSpPr>
                <p:nvPr/>
              </p:nvSpPr>
              <p:spPr bwMode="auto">
                <a:xfrm>
                  <a:off x="2998" y="2371"/>
                  <a:ext cx="23" cy="1"/>
                </a:xfrm>
                <a:prstGeom prst="line">
                  <a:avLst/>
                </a:prstGeom>
                <a:grpFill/>
                <a:ln w="12700">
                  <a:solidFill>
                    <a:schemeClr val="bg1">
                      <a:lumMod val="65000"/>
                    </a:schemeClr>
                  </a:solidFill>
                  <a:round/>
                  <a:headEnd/>
                  <a:tailEnd/>
                </a:ln>
              </p:spPr>
              <p:txBody>
                <a:bodyPr/>
                <a:lstStyle/>
                <a:p>
                  <a:endParaRPr lang="en-US"/>
                </a:p>
              </p:txBody>
            </p:sp>
            <p:sp>
              <p:nvSpPr>
                <p:cNvPr id="103954" name="Line 873">
                  <a:extLst>
                    <a:ext uri="{FF2B5EF4-FFF2-40B4-BE49-F238E27FC236}">
                      <a16:creationId xmlns:a16="http://schemas.microsoft.com/office/drawing/2014/main" id="{079B9FDD-BD3F-123E-11B7-40EE4D2234B0}"/>
                    </a:ext>
                  </a:extLst>
                </p:cNvPr>
                <p:cNvSpPr>
                  <a:spLocks noChangeShapeType="1"/>
                </p:cNvSpPr>
                <p:nvPr/>
              </p:nvSpPr>
              <p:spPr bwMode="auto">
                <a:xfrm>
                  <a:off x="3053" y="2371"/>
                  <a:ext cx="24" cy="1"/>
                </a:xfrm>
                <a:prstGeom prst="line">
                  <a:avLst/>
                </a:prstGeom>
                <a:grpFill/>
                <a:ln w="12700">
                  <a:solidFill>
                    <a:schemeClr val="bg1">
                      <a:lumMod val="65000"/>
                    </a:schemeClr>
                  </a:solidFill>
                  <a:round/>
                  <a:headEnd/>
                  <a:tailEnd/>
                </a:ln>
              </p:spPr>
              <p:txBody>
                <a:bodyPr/>
                <a:lstStyle/>
                <a:p>
                  <a:endParaRPr lang="en-US"/>
                </a:p>
              </p:txBody>
            </p:sp>
            <p:sp>
              <p:nvSpPr>
                <p:cNvPr id="103955" name="Line 874">
                  <a:extLst>
                    <a:ext uri="{FF2B5EF4-FFF2-40B4-BE49-F238E27FC236}">
                      <a16:creationId xmlns:a16="http://schemas.microsoft.com/office/drawing/2014/main" id="{A5DEF515-C1D0-9393-55AD-B51AF2E404CA}"/>
                    </a:ext>
                  </a:extLst>
                </p:cNvPr>
                <p:cNvSpPr>
                  <a:spLocks noChangeShapeType="1"/>
                </p:cNvSpPr>
                <p:nvPr/>
              </p:nvSpPr>
              <p:spPr bwMode="auto">
                <a:xfrm>
                  <a:off x="3109" y="2371"/>
                  <a:ext cx="24" cy="1"/>
                </a:xfrm>
                <a:prstGeom prst="line">
                  <a:avLst/>
                </a:prstGeom>
                <a:grpFill/>
                <a:ln w="12700">
                  <a:solidFill>
                    <a:schemeClr val="bg1">
                      <a:lumMod val="65000"/>
                    </a:schemeClr>
                  </a:solidFill>
                  <a:round/>
                  <a:headEnd/>
                  <a:tailEnd/>
                </a:ln>
              </p:spPr>
              <p:txBody>
                <a:bodyPr/>
                <a:lstStyle/>
                <a:p>
                  <a:endParaRPr lang="en-US"/>
                </a:p>
              </p:txBody>
            </p:sp>
            <p:sp>
              <p:nvSpPr>
                <p:cNvPr id="103956" name="Line 875">
                  <a:extLst>
                    <a:ext uri="{FF2B5EF4-FFF2-40B4-BE49-F238E27FC236}">
                      <a16:creationId xmlns:a16="http://schemas.microsoft.com/office/drawing/2014/main" id="{0E7A6EFD-C24C-C7A4-6B5D-092B4D99FCCB}"/>
                    </a:ext>
                  </a:extLst>
                </p:cNvPr>
                <p:cNvSpPr>
                  <a:spLocks noChangeShapeType="1"/>
                </p:cNvSpPr>
                <p:nvPr/>
              </p:nvSpPr>
              <p:spPr bwMode="auto">
                <a:xfrm>
                  <a:off x="3165" y="2371"/>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600" name="Group 876">
              <a:extLst>
                <a:ext uri="{FF2B5EF4-FFF2-40B4-BE49-F238E27FC236}">
                  <a16:creationId xmlns:a16="http://schemas.microsoft.com/office/drawing/2014/main" id="{944DEF41-C584-455E-D9C5-0BFF3E87BF71}"/>
                </a:ext>
              </a:extLst>
            </p:cNvPr>
            <p:cNvGrpSpPr>
              <a:grpSpLocks/>
            </p:cNvGrpSpPr>
            <p:nvPr/>
          </p:nvGrpSpPr>
          <p:grpSpPr bwMode="auto">
            <a:xfrm>
              <a:off x="2878" y="2642"/>
              <a:ext cx="415" cy="56"/>
              <a:chOff x="2878" y="2642"/>
              <a:chExt cx="415" cy="56"/>
            </a:xfrm>
            <a:grpFill/>
          </p:grpSpPr>
          <p:sp>
            <p:nvSpPr>
              <p:cNvPr id="103941" name="Freeform 877">
                <a:extLst>
                  <a:ext uri="{FF2B5EF4-FFF2-40B4-BE49-F238E27FC236}">
                    <a16:creationId xmlns:a16="http://schemas.microsoft.com/office/drawing/2014/main" id="{44BB55B2-8387-3DE1-3611-BD93C98A256A}"/>
                  </a:ext>
                </a:extLst>
              </p:cNvPr>
              <p:cNvSpPr>
                <a:spLocks/>
              </p:cNvSpPr>
              <p:nvPr/>
            </p:nvSpPr>
            <p:spPr bwMode="auto">
              <a:xfrm>
                <a:off x="3181" y="2642"/>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3942" name="Group 878">
                <a:extLst>
                  <a:ext uri="{FF2B5EF4-FFF2-40B4-BE49-F238E27FC236}">
                    <a16:creationId xmlns:a16="http://schemas.microsoft.com/office/drawing/2014/main" id="{A22ADECF-C7D3-184A-0EF8-F98AAEBB7DAB}"/>
                  </a:ext>
                </a:extLst>
              </p:cNvPr>
              <p:cNvGrpSpPr>
                <a:grpSpLocks/>
              </p:cNvGrpSpPr>
              <p:nvPr/>
            </p:nvGrpSpPr>
            <p:grpSpPr bwMode="auto">
              <a:xfrm>
                <a:off x="2878" y="2674"/>
                <a:ext cx="295" cy="1"/>
                <a:chOff x="2878" y="2674"/>
                <a:chExt cx="295" cy="1"/>
              </a:xfrm>
              <a:grpFill/>
            </p:grpSpPr>
            <p:sp>
              <p:nvSpPr>
                <p:cNvPr id="103943" name="Line 879">
                  <a:extLst>
                    <a:ext uri="{FF2B5EF4-FFF2-40B4-BE49-F238E27FC236}">
                      <a16:creationId xmlns:a16="http://schemas.microsoft.com/office/drawing/2014/main" id="{A8AD8028-FD2F-8490-1A93-778F682F7210}"/>
                    </a:ext>
                  </a:extLst>
                </p:cNvPr>
                <p:cNvSpPr>
                  <a:spLocks noChangeShapeType="1"/>
                </p:cNvSpPr>
                <p:nvPr/>
              </p:nvSpPr>
              <p:spPr bwMode="auto">
                <a:xfrm>
                  <a:off x="2878" y="2674"/>
                  <a:ext cx="24" cy="1"/>
                </a:xfrm>
                <a:prstGeom prst="line">
                  <a:avLst/>
                </a:prstGeom>
                <a:grpFill/>
                <a:ln w="12700">
                  <a:solidFill>
                    <a:schemeClr val="bg1">
                      <a:lumMod val="65000"/>
                    </a:schemeClr>
                  </a:solidFill>
                  <a:round/>
                  <a:headEnd/>
                  <a:tailEnd/>
                </a:ln>
              </p:spPr>
              <p:txBody>
                <a:bodyPr/>
                <a:lstStyle/>
                <a:p>
                  <a:endParaRPr lang="en-US"/>
                </a:p>
              </p:txBody>
            </p:sp>
            <p:sp>
              <p:nvSpPr>
                <p:cNvPr id="103944" name="Line 880">
                  <a:extLst>
                    <a:ext uri="{FF2B5EF4-FFF2-40B4-BE49-F238E27FC236}">
                      <a16:creationId xmlns:a16="http://schemas.microsoft.com/office/drawing/2014/main" id="{377F9107-1C81-CFF0-A13F-35F846E8EF94}"/>
                    </a:ext>
                  </a:extLst>
                </p:cNvPr>
                <p:cNvSpPr>
                  <a:spLocks noChangeShapeType="1"/>
                </p:cNvSpPr>
                <p:nvPr/>
              </p:nvSpPr>
              <p:spPr bwMode="auto">
                <a:xfrm>
                  <a:off x="2934" y="2674"/>
                  <a:ext cx="24" cy="1"/>
                </a:xfrm>
                <a:prstGeom prst="line">
                  <a:avLst/>
                </a:prstGeom>
                <a:grpFill/>
                <a:ln w="12700">
                  <a:solidFill>
                    <a:schemeClr val="bg1">
                      <a:lumMod val="65000"/>
                    </a:schemeClr>
                  </a:solidFill>
                  <a:round/>
                  <a:headEnd/>
                  <a:tailEnd/>
                </a:ln>
              </p:spPr>
              <p:txBody>
                <a:bodyPr/>
                <a:lstStyle/>
                <a:p>
                  <a:endParaRPr lang="en-US"/>
                </a:p>
              </p:txBody>
            </p:sp>
            <p:sp>
              <p:nvSpPr>
                <p:cNvPr id="103945" name="Line 881">
                  <a:extLst>
                    <a:ext uri="{FF2B5EF4-FFF2-40B4-BE49-F238E27FC236}">
                      <a16:creationId xmlns:a16="http://schemas.microsoft.com/office/drawing/2014/main" id="{DC4AB714-8A8C-ACC4-9A5D-4A1E53AE24DC}"/>
                    </a:ext>
                  </a:extLst>
                </p:cNvPr>
                <p:cNvSpPr>
                  <a:spLocks noChangeShapeType="1"/>
                </p:cNvSpPr>
                <p:nvPr/>
              </p:nvSpPr>
              <p:spPr bwMode="auto">
                <a:xfrm>
                  <a:off x="2990" y="2674"/>
                  <a:ext cx="23" cy="1"/>
                </a:xfrm>
                <a:prstGeom prst="line">
                  <a:avLst/>
                </a:prstGeom>
                <a:grpFill/>
                <a:ln w="12700">
                  <a:solidFill>
                    <a:schemeClr val="bg1">
                      <a:lumMod val="65000"/>
                    </a:schemeClr>
                  </a:solidFill>
                  <a:round/>
                  <a:headEnd/>
                  <a:tailEnd/>
                </a:ln>
              </p:spPr>
              <p:txBody>
                <a:bodyPr/>
                <a:lstStyle/>
                <a:p>
                  <a:endParaRPr lang="en-US"/>
                </a:p>
              </p:txBody>
            </p:sp>
            <p:sp>
              <p:nvSpPr>
                <p:cNvPr id="103946" name="Line 882">
                  <a:extLst>
                    <a:ext uri="{FF2B5EF4-FFF2-40B4-BE49-F238E27FC236}">
                      <a16:creationId xmlns:a16="http://schemas.microsoft.com/office/drawing/2014/main" id="{87D3E759-E17F-9AC5-6D9A-920993338D43}"/>
                    </a:ext>
                  </a:extLst>
                </p:cNvPr>
                <p:cNvSpPr>
                  <a:spLocks noChangeShapeType="1"/>
                </p:cNvSpPr>
                <p:nvPr/>
              </p:nvSpPr>
              <p:spPr bwMode="auto">
                <a:xfrm>
                  <a:off x="3045" y="2674"/>
                  <a:ext cx="24" cy="1"/>
                </a:xfrm>
                <a:prstGeom prst="line">
                  <a:avLst/>
                </a:prstGeom>
                <a:grpFill/>
                <a:ln w="12700">
                  <a:solidFill>
                    <a:schemeClr val="bg1">
                      <a:lumMod val="65000"/>
                    </a:schemeClr>
                  </a:solidFill>
                  <a:round/>
                  <a:headEnd/>
                  <a:tailEnd/>
                </a:ln>
              </p:spPr>
              <p:txBody>
                <a:bodyPr/>
                <a:lstStyle/>
                <a:p>
                  <a:endParaRPr lang="en-US"/>
                </a:p>
              </p:txBody>
            </p:sp>
            <p:sp>
              <p:nvSpPr>
                <p:cNvPr id="103947" name="Line 883">
                  <a:extLst>
                    <a:ext uri="{FF2B5EF4-FFF2-40B4-BE49-F238E27FC236}">
                      <a16:creationId xmlns:a16="http://schemas.microsoft.com/office/drawing/2014/main" id="{7283AC4D-31F7-E48B-7BA0-5B500E92E56B}"/>
                    </a:ext>
                  </a:extLst>
                </p:cNvPr>
                <p:cNvSpPr>
                  <a:spLocks noChangeShapeType="1"/>
                </p:cNvSpPr>
                <p:nvPr/>
              </p:nvSpPr>
              <p:spPr bwMode="auto">
                <a:xfrm>
                  <a:off x="3101" y="2674"/>
                  <a:ext cx="24" cy="1"/>
                </a:xfrm>
                <a:prstGeom prst="line">
                  <a:avLst/>
                </a:prstGeom>
                <a:grpFill/>
                <a:ln w="12700">
                  <a:solidFill>
                    <a:schemeClr val="bg1">
                      <a:lumMod val="65000"/>
                    </a:schemeClr>
                  </a:solidFill>
                  <a:round/>
                  <a:headEnd/>
                  <a:tailEnd/>
                </a:ln>
              </p:spPr>
              <p:txBody>
                <a:bodyPr/>
                <a:lstStyle/>
                <a:p>
                  <a:endParaRPr lang="en-US"/>
                </a:p>
              </p:txBody>
            </p:sp>
            <p:sp>
              <p:nvSpPr>
                <p:cNvPr id="103948" name="Line 884">
                  <a:extLst>
                    <a:ext uri="{FF2B5EF4-FFF2-40B4-BE49-F238E27FC236}">
                      <a16:creationId xmlns:a16="http://schemas.microsoft.com/office/drawing/2014/main" id="{39F2D305-D631-5538-F2C2-D4E96FB0100A}"/>
                    </a:ext>
                  </a:extLst>
                </p:cNvPr>
                <p:cNvSpPr>
                  <a:spLocks noChangeShapeType="1"/>
                </p:cNvSpPr>
                <p:nvPr/>
              </p:nvSpPr>
              <p:spPr bwMode="auto">
                <a:xfrm>
                  <a:off x="3157" y="2674"/>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601" name="Group 885">
              <a:extLst>
                <a:ext uri="{FF2B5EF4-FFF2-40B4-BE49-F238E27FC236}">
                  <a16:creationId xmlns:a16="http://schemas.microsoft.com/office/drawing/2014/main" id="{4BA06E7B-8A6B-5F75-2FCD-7967F347A594}"/>
                </a:ext>
              </a:extLst>
            </p:cNvPr>
            <p:cNvGrpSpPr>
              <a:grpSpLocks/>
            </p:cNvGrpSpPr>
            <p:nvPr/>
          </p:nvGrpSpPr>
          <p:grpSpPr bwMode="auto">
            <a:xfrm>
              <a:off x="2878" y="2953"/>
              <a:ext cx="415" cy="56"/>
              <a:chOff x="2878" y="2953"/>
              <a:chExt cx="415" cy="56"/>
            </a:xfrm>
            <a:grpFill/>
          </p:grpSpPr>
          <p:sp>
            <p:nvSpPr>
              <p:cNvPr id="103933" name="Freeform 886">
                <a:extLst>
                  <a:ext uri="{FF2B5EF4-FFF2-40B4-BE49-F238E27FC236}">
                    <a16:creationId xmlns:a16="http://schemas.microsoft.com/office/drawing/2014/main" id="{5CE45F87-8A90-F066-DCBD-01C3CE41F9D8}"/>
                  </a:ext>
                </a:extLst>
              </p:cNvPr>
              <p:cNvSpPr>
                <a:spLocks/>
              </p:cNvSpPr>
              <p:nvPr/>
            </p:nvSpPr>
            <p:spPr bwMode="auto">
              <a:xfrm>
                <a:off x="3181"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3934" name="Group 887">
                <a:extLst>
                  <a:ext uri="{FF2B5EF4-FFF2-40B4-BE49-F238E27FC236}">
                    <a16:creationId xmlns:a16="http://schemas.microsoft.com/office/drawing/2014/main" id="{35E914AA-8DAE-A30F-31CD-A31783065C1B}"/>
                  </a:ext>
                </a:extLst>
              </p:cNvPr>
              <p:cNvGrpSpPr>
                <a:grpSpLocks/>
              </p:cNvGrpSpPr>
              <p:nvPr/>
            </p:nvGrpSpPr>
            <p:grpSpPr bwMode="auto">
              <a:xfrm>
                <a:off x="2878" y="2985"/>
                <a:ext cx="295" cy="1"/>
                <a:chOff x="2878" y="2985"/>
                <a:chExt cx="295" cy="1"/>
              </a:xfrm>
              <a:grpFill/>
            </p:grpSpPr>
            <p:sp>
              <p:nvSpPr>
                <p:cNvPr id="103935" name="Line 888">
                  <a:extLst>
                    <a:ext uri="{FF2B5EF4-FFF2-40B4-BE49-F238E27FC236}">
                      <a16:creationId xmlns:a16="http://schemas.microsoft.com/office/drawing/2014/main" id="{2CDABCD0-313E-1776-CE56-EB09E4B27BBD}"/>
                    </a:ext>
                  </a:extLst>
                </p:cNvPr>
                <p:cNvSpPr>
                  <a:spLocks noChangeShapeType="1"/>
                </p:cNvSpPr>
                <p:nvPr/>
              </p:nvSpPr>
              <p:spPr bwMode="auto">
                <a:xfrm>
                  <a:off x="2878" y="2985"/>
                  <a:ext cx="24" cy="1"/>
                </a:xfrm>
                <a:prstGeom prst="line">
                  <a:avLst/>
                </a:prstGeom>
                <a:grpFill/>
                <a:ln w="12700">
                  <a:solidFill>
                    <a:schemeClr val="bg1">
                      <a:lumMod val="65000"/>
                    </a:schemeClr>
                  </a:solidFill>
                  <a:round/>
                  <a:headEnd/>
                  <a:tailEnd/>
                </a:ln>
              </p:spPr>
              <p:txBody>
                <a:bodyPr/>
                <a:lstStyle/>
                <a:p>
                  <a:endParaRPr lang="en-US"/>
                </a:p>
              </p:txBody>
            </p:sp>
            <p:sp>
              <p:nvSpPr>
                <p:cNvPr id="103936" name="Line 889">
                  <a:extLst>
                    <a:ext uri="{FF2B5EF4-FFF2-40B4-BE49-F238E27FC236}">
                      <a16:creationId xmlns:a16="http://schemas.microsoft.com/office/drawing/2014/main" id="{C4569B10-0C62-FB89-CA53-21F242F36514}"/>
                    </a:ext>
                  </a:extLst>
                </p:cNvPr>
                <p:cNvSpPr>
                  <a:spLocks noChangeShapeType="1"/>
                </p:cNvSpPr>
                <p:nvPr/>
              </p:nvSpPr>
              <p:spPr bwMode="auto">
                <a:xfrm>
                  <a:off x="2934" y="2985"/>
                  <a:ext cx="24" cy="1"/>
                </a:xfrm>
                <a:prstGeom prst="line">
                  <a:avLst/>
                </a:prstGeom>
                <a:grpFill/>
                <a:ln w="12700">
                  <a:solidFill>
                    <a:schemeClr val="bg1">
                      <a:lumMod val="65000"/>
                    </a:schemeClr>
                  </a:solidFill>
                  <a:round/>
                  <a:headEnd/>
                  <a:tailEnd/>
                </a:ln>
              </p:spPr>
              <p:txBody>
                <a:bodyPr/>
                <a:lstStyle/>
                <a:p>
                  <a:endParaRPr lang="en-US"/>
                </a:p>
              </p:txBody>
            </p:sp>
            <p:sp>
              <p:nvSpPr>
                <p:cNvPr id="103937" name="Line 890">
                  <a:extLst>
                    <a:ext uri="{FF2B5EF4-FFF2-40B4-BE49-F238E27FC236}">
                      <a16:creationId xmlns:a16="http://schemas.microsoft.com/office/drawing/2014/main" id="{F8AD839D-8701-71CB-5B09-E450065E1E97}"/>
                    </a:ext>
                  </a:extLst>
                </p:cNvPr>
                <p:cNvSpPr>
                  <a:spLocks noChangeShapeType="1"/>
                </p:cNvSpPr>
                <p:nvPr/>
              </p:nvSpPr>
              <p:spPr bwMode="auto">
                <a:xfrm>
                  <a:off x="2990" y="2985"/>
                  <a:ext cx="23" cy="1"/>
                </a:xfrm>
                <a:prstGeom prst="line">
                  <a:avLst/>
                </a:prstGeom>
                <a:grpFill/>
                <a:ln w="12700">
                  <a:solidFill>
                    <a:schemeClr val="bg1">
                      <a:lumMod val="65000"/>
                    </a:schemeClr>
                  </a:solidFill>
                  <a:round/>
                  <a:headEnd/>
                  <a:tailEnd/>
                </a:ln>
              </p:spPr>
              <p:txBody>
                <a:bodyPr/>
                <a:lstStyle/>
                <a:p>
                  <a:endParaRPr lang="en-US"/>
                </a:p>
              </p:txBody>
            </p:sp>
            <p:sp>
              <p:nvSpPr>
                <p:cNvPr id="103938" name="Line 891">
                  <a:extLst>
                    <a:ext uri="{FF2B5EF4-FFF2-40B4-BE49-F238E27FC236}">
                      <a16:creationId xmlns:a16="http://schemas.microsoft.com/office/drawing/2014/main" id="{18C2E14E-7396-CBCE-128C-70B90964679B}"/>
                    </a:ext>
                  </a:extLst>
                </p:cNvPr>
                <p:cNvSpPr>
                  <a:spLocks noChangeShapeType="1"/>
                </p:cNvSpPr>
                <p:nvPr/>
              </p:nvSpPr>
              <p:spPr bwMode="auto">
                <a:xfrm>
                  <a:off x="3045" y="2985"/>
                  <a:ext cx="24" cy="1"/>
                </a:xfrm>
                <a:prstGeom prst="line">
                  <a:avLst/>
                </a:prstGeom>
                <a:grpFill/>
                <a:ln w="12700">
                  <a:solidFill>
                    <a:schemeClr val="bg1">
                      <a:lumMod val="65000"/>
                    </a:schemeClr>
                  </a:solidFill>
                  <a:round/>
                  <a:headEnd/>
                  <a:tailEnd/>
                </a:ln>
              </p:spPr>
              <p:txBody>
                <a:bodyPr/>
                <a:lstStyle/>
                <a:p>
                  <a:endParaRPr lang="en-US"/>
                </a:p>
              </p:txBody>
            </p:sp>
            <p:sp>
              <p:nvSpPr>
                <p:cNvPr id="103939" name="Line 892">
                  <a:extLst>
                    <a:ext uri="{FF2B5EF4-FFF2-40B4-BE49-F238E27FC236}">
                      <a16:creationId xmlns:a16="http://schemas.microsoft.com/office/drawing/2014/main" id="{EAD8FD74-C655-49F8-A4B0-CA95859CD829}"/>
                    </a:ext>
                  </a:extLst>
                </p:cNvPr>
                <p:cNvSpPr>
                  <a:spLocks noChangeShapeType="1"/>
                </p:cNvSpPr>
                <p:nvPr/>
              </p:nvSpPr>
              <p:spPr bwMode="auto">
                <a:xfrm>
                  <a:off x="3101" y="2985"/>
                  <a:ext cx="24" cy="1"/>
                </a:xfrm>
                <a:prstGeom prst="line">
                  <a:avLst/>
                </a:prstGeom>
                <a:grpFill/>
                <a:ln w="12700">
                  <a:solidFill>
                    <a:schemeClr val="bg1">
                      <a:lumMod val="65000"/>
                    </a:schemeClr>
                  </a:solidFill>
                  <a:round/>
                  <a:headEnd/>
                  <a:tailEnd/>
                </a:ln>
              </p:spPr>
              <p:txBody>
                <a:bodyPr/>
                <a:lstStyle/>
                <a:p>
                  <a:endParaRPr lang="en-US"/>
                </a:p>
              </p:txBody>
            </p:sp>
            <p:sp>
              <p:nvSpPr>
                <p:cNvPr id="103940" name="Line 893">
                  <a:extLst>
                    <a:ext uri="{FF2B5EF4-FFF2-40B4-BE49-F238E27FC236}">
                      <a16:creationId xmlns:a16="http://schemas.microsoft.com/office/drawing/2014/main" id="{383A42C1-6EBD-DCB7-5BF1-3FF731FD55E8}"/>
                    </a:ext>
                  </a:extLst>
                </p:cNvPr>
                <p:cNvSpPr>
                  <a:spLocks noChangeShapeType="1"/>
                </p:cNvSpPr>
                <p:nvPr/>
              </p:nvSpPr>
              <p:spPr bwMode="auto">
                <a:xfrm>
                  <a:off x="3157" y="2985"/>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602" name="Group 894">
              <a:extLst>
                <a:ext uri="{FF2B5EF4-FFF2-40B4-BE49-F238E27FC236}">
                  <a16:creationId xmlns:a16="http://schemas.microsoft.com/office/drawing/2014/main" id="{6E588AEE-02E9-251C-4AEB-B1748F982843}"/>
                </a:ext>
              </a:extLst>
            </p:cNvPr>
            <p:cNvGrpSpPr>
              <a:grpSpLocks/>
            </p:cNvGrpSpPr>
            <p:nvPr/>
          </p:nvGrpSpPr>
          <p:grpSpPr bwMode="auto">
            <a:xfrm>
              <a:off x="2870" y="3256"/>
              <a:ext cx="415" cy="56"/>
              <a:chOff x="2870" y="3256"/>
              <a:chExt cx="415" cy="56"/>
            </a:xfrm>
            <a:grpFill/>
          </p:grpSpPr>
          <p:sp>
            <p:nvSpPr>
              <p:cNvPr id="103925" name="Freeform 895">
                <a:extLst>
                  <a:ext uri="{FF2B5EF4-FFF2-40B4-BE49-F238E27FC236}">
                    <a16:creationId xmlns:a16="http://schemas.microsoft.com/office/drawing/2014/main" id="{DDE84680-4DBE-1275-2DDB-87084B31247D}"/>
                  </a:ext>
                </a:extLst>
              </p:cNvPr>
              <p:cNvSpPr>
                <a:spLocks/>
              </p:cNvSpPr>
              <p:nvPr/>
            </p:nvSpPr>
            <p:spPr bwMode="auto">
              <a:xfrm>
                <a:off x="3173" y="3256"/>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lumMod val="65000"/>
                  </a:schemeClr>
                </a:solidFill>
                <a:round/>
                <a:headEnd/>
                <a:tailEnd/>
              </a:ln>
            </p:spPr>
            <p:txBody>
              <a:bodyPr/>
              <a:lstStyle/>
              <a:p>
                <a:endParaRPr lang="en-US"/>
              </a:p>
            </p:txBody>
          </p:sp>
          <p:grpSp>
            <p:nvGrpSpPr>
              <p:cNvPr id="103926" name="Group 896">
                <a:extLst>
                  <a:ext uri="{FF2B5EF4-FFF2-40B4-BE49-F238E27FC236}">
                    <a16:creationId xmlns:a16="http://schemas.microsoft.com/office/drawing/2014/main" id="{554B69F0-9137-7CE5-A136-C14872AAB415}"/>
                  </a:ext>
                </a:extLst>
              </p:cNvPr>
              <p:cNvGrpSpPr>
                <a:grpSpLocks/>
              </p:cNvGrpSpPr>
              <p:nvPr/>
            </p:nvGrpSpPr>
            <p:grpSpPr bwMode="auto">
              <a:xfrm>
                <a:off x="2870" y="3280"/>
                <a:ext cx="295" cy="1"/>
                <a:chOff x="2870" y="3280"/>
                <a:chExt cx="295" cy="1"/>
              </a:xfrm>
              <a:grpFill/>
            </p:grpSpPr>
            <p:sp>
              <p:nvSpPr>
                <p:cNvPr id="103927" name="Line 897">
                  <a:extLst>
                    <a:ext uri="{FF2B5EF4-FFF2-40B4-BE49-F238E27FC236}">
                      <a16:creationId xmlns:a16="http://schemas.microsoft.com/office/drawing/2014/main" id="{B165AC26-AA1F-7C53-89DF-2A4F6E373BC9}"/>
                    </a:ext>
                  </a:extLst>
                </p:cNvPr>
                <p:cNvSpPr>
                  <a:spLocks noChangeShapeType="1"/>
                </p:cNvSpPr>
                <p:nvPr/>
              </p:nvSpPr>
              <p:spPr bwMode="auto">
                <a:xfrm>
                  <a:off x="2870" y="3280"/>
                  <a:ext cx="24" cy="1"/>
                </a:xfrm>
                <a:prstGeom prst="line">
                  <a:avLst/>
                </a:prstGeom>
                <a:grpFill/>
                <a:ln w="12700">
                  <a:solidFill>
                    <a:schemeClr val="bg1">
                      <a:lumMod val="65000"/>
                    </a:schemeClr>
                  </a:solidFill>
                  <a:round/>
                  <a:headEnd/>
                  <a:tailEnd/>
                </a:ln>
              </p:spPr>
              <p:txBody>
                <a:bodyPr/>
                <a:lstStyle/>
                <a:p>
                  <a:endParaRPr lang="en-US"/>
                </a:p>
              </p:txBody>
            </p:sp>
            <p:sp>
              <p:nvSpPr>
                <p:cNvPr id="103928" name="Line 898">
                  <a:extLst>
                    <a:ext uri="{FF2B5EF4-FFF2-40B4-BE49-F238E27FC236}">
                      <a16:creationId xmlns:a16="http://schemas.microsoft.com/office/drawing/2014/main" id="{9F57A71E-A817-A424-AA2A-70DCD1403C52}"/>
                    </a:ext>
                  </a:extLst>
                </p:cNvPr>
                <p:cNvSpPr>
                  <a:spLocks noChangeShapeType="1"/>
                </p:cNvSpPr>
                <p:nvPr/>
              </p:nvSpPr>
              <p:spPr bwMode="auto">
                <a:xfrm>
                  <a:off x="2926" y="3280"/>
                  <a:ext cx="24" cy="1"/>
                </a:xfrm>
                <a:prstGeom prst="line">
                  <a:avLst/>
                </a:prstGeom>
                <a:grpFill/>
                <a:ln w="12700">
                  <a:solidFill>
                    <a:schemeClr val="bg1">
                      <a:lumMod val="65000"/>
                    </a:schemeClr>
                  </a:solidFill>
                  <a:round/>
                  <a:headEnd/>
                  <a:tailEnd/>
                </a:ln>
              </p:spPr>
              <p:txBody>
                <a:bodyPr/>
                <a:lstStyle/>
                <a:p>
                  <a:endParaRPr lang="en-US"/>
                </a:p>
              </p:txBody>
            </p:sp>
            <p:sp>
              <p:nvSpPr>
                <p:cNvPr id="103929" name="Line 899">
                  <a:extLst>
                    <a:ext uri="{FF2B5EF4-FFF2-40B4-BE49-F238E27FC236}">
                      <a16:creationId xmlns:a16="http://schemas.microsoft.com/office/drawing/2014/main" id="{D54AA552-E4C9-EFA0-345C-DF10D2A17BB4}"/>
                    </a:ext>
                  </a:extLst>
                </p:cNvPr>
                <p:cNvSpPr>
                  <a:spLocks noChangeShapeType="1"/>
                </p:cNvSpPr>
                <p:nvPr/>
              </p:nvSpPr>
              <p:spPr bwMode="auto">
                <a:xfrm>
                  <a:off x="2982" y="3280"/>
                  <a:ext cx="24" cy="1"/>
                </a:xfrm>
                <a:prstGeom prst="line">
                  <a:avLst/>
                </a:prstGeom>
                <a:grpFill/>
                <a:ln w="12700">
                  <a:solidFill>
                    <a:schemeClr val="bg1">
                      <a:lumMod val="65000"/>
                    </a:schemeClr>
                  </a:solidFill>
                  <a:round/>
                  <a:headEnd/>
                  <a:tailEnd/>
                </a:ln>
              </p:spPr>
              <p:txBody>
                <a:bodyPr/>
                <a:lstStyle/>
                <a:p>
                  <a:endParaRPr lang="en-US"/>
                </a:p>
              </p:txBody>
            </p:sp>
            <p:sp>
              <p:nvSpPr>
                <p:cNvPr id="103930" name="Line 900">
                  <a:extLst>
                    <a:ext uri="{FF2B5EF4-FFF2-40B4-BE49-F238E27FC236}">
                      <a16:creationId xmlns:a16="http://schemas.microsoft.com/office/drawing/2014/main" id="{42E02C42-28F5-1C76-5F8C-D7A5448585F8}"/>
                    </a:ext>
                  </a:extLst>
                </p:cNvPr>
                <p:cNvSpPr>
                  <a:spLocks noChangeShapeType="1"/>
                </p:cNvSpPr>
                <p:nvPr/>
              </p:nvSpPr>
              <p:spPr bwMode="auto">
                <a:xfrm>
                  <a:off x="3037" y="3280"/>
                  <a:ext cx="24" cy="1"/>
                </a:xfrm>
                <a:prstGeom prst="line">
                  <a:avLst/>
                </a:prstGeom>
                <a:grpFill/>
                <a:ln w="12700">
                  <a:solidFill>
                    <a:schemeClr val="bg1">
                      <a:lumMod val="65000"/>
                    </a:schemeClr>
                  </a:solidFill>
                  <a:round/>
                  <a:headEnd/>
                  <a:tailEnd/>
                </a:ln>
              </p:spPr>
              <p:txBody>
                <a:bodyPr/>
                <a:lstStyle/>
                <a:p>
                  <a:endParaRPr lang="en-US"/>
                </a:p>
              </p:txBody>
            </p:sp>
            <p:sp>
              <p:nvSpPr>
                <p:cNvPr id="103931" name="Line 901">
                  <a:extLst>
                    <a:ext uri="{FF2B5EF4-FFF2-40B4-BE49-F238E27FC236}">
                      <a16:creationId xmlns:a16="http://schemas.microsoft.com/office/drawing/2014/main" id="{AB9481E4-37AF-5DF4-4A68-81D414CCC4E2}"/>
                    </a:ext>
                  </a:extLst>
                </p:cNvPr>
                <p:cNvSpPr>
                  <a:spLocks noChangeShapeType="1"/>
                </p:cNvSpPr>
                <p:nvPr/>
              </p:nvSpPr>
              <p:spPr bwMode="auto">
                <a:xfrm>
                  <a:off x="3093" y="3280"/>
                  <a:ext cx="24" cy="1"/>
                </a:xfrm>
                <a:prstGeom prst="line">
                  <a:avLst/>
                </a:prstGeom>
                <a:grpFill/>
                <a:ln w="12700">
                  <a:solidFill>
                    <a:schemeClr val="bg1">
                      <a:lumMod val="65000"/>
                    </a:schemeClr>
                  </a:solidFill>
                  <a:round/>
                  <a:headEnd/>
                  <a:tailEnd/>
                </a:ln>
              </p:spPr>
              <p:txBody>
                <a:bodyPr/>
                <a:lstStyle/>
                <a:p>
                  <a:endParaRPr lang="en-US"/>
                </a:p>
              </p:txBody>
            </p:sp>
            <p:sp>
              <p:nvSpPr>
                <p:cNvPr id="103932" name="Line 902">
                  <a:extLst>
                    <a:ext uri="{FF2B5EF4-FFF2-40B4-BE49-F238E27FC236}">
                      <a16:creationId xmlns:a16="http://schemas.microsoft.com/office/drawing/2014/main" id="{B52781DA-4DB9-8207-0045-23B1B566B5F3}"/>
                    </a:ext>
                  </a:extLst>
                </p:cNvPr>
                <p:cNvSpPr>
                  <a:spLocks noChangeShapeType="1"/>
                </p:cNvSpPr>
                <p:nvPr/>
              </p:nvSpPr>
              <p:spPr bwMode="auto">
                <a:xfrm>
                  <a:off x="3149" y="3280"/>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603" name="Group 903">
              <a:extLst>
                <a:ext uri="{FF2B5EF4-FFF2-40B4-BE49-F238E27FC236}">
                  <a16:creationId xmlns:a16="http://schemas.microsoft.com/office/drawing/2014/main" id="{5B60E5C9-922D-A9B8-659B-A4C423FE76F9}"/>
                </a:ext>
              </a:extLst>
            </p:cNvPr>
            <p:cNvGrpSpPr>
              <a:grpSpLocks/>
            </p:cNvGrpSpPr>
            <p:nvPr/>
          </p:nvGrpSpPr>
          <p:grpSpPr bwMode="auto">
            <a:xfrm>
              <a:off x="2870" y="3567"/>
              <a:ext cx="415" cy="56"/>
              <a:chOff x="2870" y="3567"/>
              <a:chExt cx="415" cy="56"/>
            </a:xfrm>
            <a:grpFill/>
          </p:grpSpPr>
          <p:sp>
            <p:nvSpPr>
              <p:cNvPr id="103917" name="Freeform 904">
                <a:extLst>
                  <a:ext uri="{FF2B5EF4-FFF2-40B4-BE49-F238E27FC236}">
                    <a16:creationId xmlns:a16="http://schemas.microsoft.com/office/drawing/2014/main" id="{FA98B5AC-95DF-EF0A-CC8E-C10C9A7E0C16}"/>
                  </a:ext>
                </a:extLst>
              </p:cNvPr>
              <p:cNvSpPr>
                <a:spLocks/>
              </p:cNvSpPr>
              <p:nvPr/>
            </p:nvSpPr>
            <p:spPr bwMode="auto">
              <a:xfrm>
                <a:off x="3173"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lumMod val="65000"/>
                  </a:schemeClr>
                </a:solidFill>
                <a:round/>
                <a:headEnd/>
                <a:tailEnd/>
              </a:ln>
            </p:spPr>
            <p:txBody>
              <a:bodyPr/>
              <a:lstStyle/>
              <a:p>
                <a:endParaRPr lang="en-US"/>
              </a:p>
            </p:txBody>
          </p:sp>
          <p:grpSp>
            <p:nvGrpSpPr>
              <p:cNvPr id="103918" name="Group 905">
                <a:extLst>
                  <a:ext uri="{FF2B5EF4-FFF2-40B4-BE49-F238E27FC236}">
                    <a16:creationId xmlns:a16="http://schemas.microsoft.com/office/drawing/2014/main" id="{304113DD-790D-CFC3-BD8F-DAE885B88EE1}"/>
                  </a:ext>
                </a:extLst>
              </p:cNvPr>
              <p:cNvGrpSpPr>
                <a:grpSpLocks/>
              </p:cNvGrpSpPr>
              <p:nvPr/>
            </p:nvGrpSpPr>
            <p:grpSpPr bwMode="auto">
              <a:xfrm>
                <a:off x="2870" y="3591"/>
                <a:ext cx="295" cy="1"/>
                <a:chOff x="2870" y="3591"/>
                <a:chExt cx="295" cy="1"/>
              </a:xfrm>
              <a:grpFill/>
            </p:grpSpPr>
            <p:sp>
              <p:nvSpPr>
                <p:cNvPr id="103919" name="Line 906">
                  <a:extLst>
                    <a:ext uri="{FF2B5EF4-FFF2-40B4-BE49-F238E27FC236}">
                      <a16:creationId xmlns:a16="http://schemas.microsoft.com/office/drawing/2014/main" id="{4B8C7186-8919-C753-EA5A-965CFE413DBC}"/>
                    </a:ext>
                  </a:extLst>
                </p:cNvPr>
                <p:cNvSpPr>
                  <a:spLocks noChangeShapeType="1"/>
                </p:cNvSpPr>
                <p:nvPr/>
              </p:nvSpPr>
              <p:spPr bwMode="auto">
                <a:xfrm>
                  <a:off x="2870" y="3591"/>
                  <a:ext cx="24" cy="1"/>
                </a:xfrm>
                <a:prstGeom prst="line">
                  <a:avLst/>
                </a:prstGeom>
                <a:grpFill/>
                <a:ln w="12700">
                  <a:solidFill>
                    <a:schemeClr val="bg1">
                      <a:lumMod val="65000"/>
                    </a:schemeClr>
                  </a:solidFill>
                  <a:round/>
                  <a:headEnd/>
                  <a:tailEnd/>
                </a:ln>
              </p:spPr>
              <p:txBody>
                <a:bodyPr/>
                <a:lstStyle/>
                <a:p>
                  <a:endParaRPr lang="en-US"/>
                </a:p>
              </p:txBody>
            </p:sp>
            <p:sp>
              <p:nvSpPr>
                <p:cNvPr id="103920" name="Line 907">
                  <a:extLst>
                    <a:ext uri="{FF2B5EF4-FFF2-40B4-BE49-F238E27FC236}">
                      <a16:creationId xmlns:a16="http://schemas.microsoft.com/office/drawing/2014/main" id="{190561B8-2CEE-ABB1-D811-00D8AB6FA358}"/>
                    </a:ext>
                  </a:extLst>
                </p:cNvPr>
                <p:cNvSpPr>
                  <a:spLocks noChangeShapeType="1"/>
                </p:cNvSpPr>
                <p:nvPr/>
              </p:nvSpPr>
              <p:spPr bwMode="auto">
                <a:xfrm>
                  <a:off x="2926" y="3591"/>
                  <a:ext cx="24" cy="1"/>
                </a:xfrm>
                <a:prstGeom prst="line">
                  <a:avLst/>
                </a:prstGeom>
                <a:grpFill/>
                <a:ln w="12700">
                  <a:solidFill>
                    <a:schemeClr val="bg1">
                      <a:lumMod val="65000"/>
                    </a:schemeClr>
                  </a:solidFill>
                  <a:round/>
                  <a:headEnd/>
                  <a:tailEnd/>
                </a:ln>
              </p:spPr>
              <p:txBody>
                <a:bodyPr/>
                <a:lstStyle/>
                <a:p>
                  <a:endParaRPr lang="en-US"/>
                </a:p>
              </p:txBody>
            </p:sp>
            <p:sp>
              <p:nvSpPr>
                <p:cNvPr id="103921" name="Line 908">
                  <a:extLst>
                    <a:ext uri="{FF2B5EF4-FFF2-40B4-BE49-F238E27FC236}">
                      <a16:creationId xmlns:a16="http://schemas.microsoft.com/office/drawing/2014/main" id="{CEE9A28E-75A6-F876-5110-FC1C617BEDB1}"/>
                    </a:ext>
                  </a:extLst>
                </p:cNvPr>
                <p:cNvSpPr>
                  <a:spLocks noChangeShapeType="1"/>
                </p:cNvSpPr>
                <p:nvPr/>
              </p:nvSpPr>
              <p:spPr bwMode="auto">
                <a:xfrm>
                  <a:off x="2982" y="3591"/>
                  <a:ext cx="24" cy="1"/>
                </a:xfrm>
                <a:prstGeom prst="line">
                  <a:avLst/>
                </a:prstGeom>
                <a:grpFill/>
                <a:ln w="12700">
                  <a:solidFill>
                    <a:schemeClr val="bg1">
                      <a:lumMod val="65000"/>
                    </a:schemeClr>
                  </a:solidFill>
                  <a:round/>
                  <a:headEnd/>
                  <a:tailEnd/>
                </a:ln>
              </p:spPr>
              <p:txBody>
                <a:bodyPr/>
                <a:lstStyle/>
                <a:p>
                  <a:endParaRPr lang="en-US"/>
                </a:p>
              </p:txBody>
            </p:sp>
            <p:sp>
              <p:nvSpPr>
                <p:cNvPr id="103922" name="Line 909">
                  <a:extLst>
                    <a:ext uri="{FF2B5EF4-FFF2-40B4-BE49-F238E27FC236}">
                      <a16:creationId xmlns:a16="http://schemas.microsoft.com/office/drawing/2014/main" id="{1EFB7251-E893-704C-F0F7-B51FC155FCC9}"/>
                    </a:ext>
                  </a:extLst>
                </p:cNvPr>
                <p:cNvSpPr>
                  <a:spLocks noChangeShapeType="1"/>
                </p:cNvSpPr>
                <p:nvPr/>
              </p:nvSpPr>
              <p:spPr bwMode="auto">
                <a:xfrm>
                  <a:off x="3037" y="3591"/>
                  <a:ext cx="24" cy="1"/>
                </a:xfrm>
                <a:prstGeom prst="line">
                  <a:avLst/>
                </a:prstGeom>
                <a:grpFill/>
                <a:ln w="12700">
                  <a:solidFill>
                    <a:schemeClr val="bg1">
                      <a:lumMod val="65000"/>
                    </a:schemeClr>
                  </a:solidFill>
                  <a:round/>
                  <a:headEnd/>
                  <a:tailEnd/>
                </a:ln>
              </p:spPr>
              <p:txBody>
                <a:bodyPr/>
                <a:lstStyle/>
                <a:p>
                  <a:endParaRPr lang="en-US"/>
                </a:p>
              </p:txBody>
            </p:sp>
            <p:sp>
              <p:nvSpPr>
                <p:cNvPr id="103923" name="Line 910">
                  <a:extLst>
                    <a:ext uri="{FF2B5EF4-FFF2-40B4-BE49-F238E27FC236}">
                      <a16:creationId xmlns:a16="http://schemas.microsoft.com/office/drawing/2014/main" id="{382B56AA-FA55-D40C-4C74-C6CFE2E8B563}"/>
                    </a:ext>
                  </a:extLst>
                </p:cNvPr>
                <p:cNvSpPr>
                  <a:spLocks noChangeShapeType="1"/>
                </p:cNvSpPr>
                <p:nvPr/>
              </p:nvSpPr>
              <p:spPr bwMode="auto">
                <a:xfrm>
                  <a:off x="3093" y="3591"/>
                  <a:ext cx="24" cy="1"/>
                </a:xfrm>
                <a:prstGeom prst="line">
                  <a:avLst/>
                </a:prstGeom>
                <a:grpFill/>
                <a:ln w="12700">
                  <a:solidFill>
                    <a:schemeClr val="bg1">
                      <a:lumMod val="65000"/>
                    </a:schemeClr>
                  </a:solidFill>
                  <a:round/>
                  <a:headEnd/>
                  <a:tailEnd/>
                </a:ln>
              </p:spPr>
              <p:txBody>
                <a:bodyPr/>
                <a:lstStyle/>
                <a:p>
                  <a:endParaRPr lang="en-US"/>
                </a:p>
              </p:txBody>
            </p:sp>
            <p:sp>
              <p:nvSpPr>
                <p:cNvPr id="103924" name="Line 911">
                  <a:extLst>
                    <a:ext uri="{FF2B5EF4-FFF2-40B4-BE49-F238E27FC236}">
                      <a16:creationId xmlns:a16="http://schemas.microsoft.com/office/drawing/2014/main" id="{28C5E0C3-2370-F8C9-6A36-FC841ED764F4}"/>
                    </a:ext>
                  </a:extLst>
                </p:cNvPr>
                <p:cNvSpPr>
                  <a:spLocks noChangeShapeType="1"/>
                </p:cNvSpPr>
                <p:nvPr/>
              </p:nvSpPr>
              <p:spPr bwMode="auto">
                <a:xfrm>
                  <a:off x="3149" y="3591"/>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604" name="Group 912">
              <a:extLst>
                <a:ext uri="{FF2B5EF4-FFF2-40B4-BE49-F238E27FC236}">
                  <a16:creationId xmlns:a16="http://schemas.microsoft.com/office/drawing/2014/main" id="{C1A1E55E-7CE7-DD46-6851-E1395C75EC6F}"/>
                </a:ext>
              </a:extLst>
            </p:cNvPr>
            <p:cNvGrpSpPr>
              <a:grpSpLocks/>
            </p:cNvGrpSpPr>
            <p:nvPr/>
          </p:nvGrpSpPr>
          <p:grpSpPr bwMode="auto">
            <a:xfrm>
              <a:off x="2399" y="1765"/>
              <a:ext cx="1357" cy="1196"/>
              <a:chOff x="2399" y="1765"/>
              <a:chExt cx="1357" cy="1196"/>
            </a:xfrm>
            <a:grpFill/>
          </p:grpSpPr>
          <p:sp>
            <p:nvSpPr>
              <p:cNvPr id="103915" name="Freeform 913">
                <a:extLst>
                  <a:ext uri="{FF2B5EF4-FFF2-40B4-BE49-F238E27FC236}">
                    <a16:creationId xmlns:a16="http://schemas.microsoft.com/office/drawing/2014/main" id="{61FF014B-AB49-0D2C-BC5F-FEAB617A0FA2}"/>
                  </a:ext>
                </a:extLst>
              </p:cNvPr>
              <p:cNvSpPr>
                <a:spLocks/>
              </p:cNvSpPr>
              <p:nvPr/>
            </p:nvSpPr>
            <p:spPr bwMode="auto">
              <a:xfrm>
                <a:off x="3636" y="2850"/>
                <a:ext cx="120" cy="111"/>
              </a:xfrm>
              <a:custGeom>
                <a:avLst/>
                <a:gdLst>
                  <a:gd name="T0" fmla="*/ 120 w 120"/>
                  <a:gd name="T1" fmla="*/ 111 h 111"/>
                  <a:gd name="T2" fmla="*/ 0 w 120"/>
                  <a:gd name="T3" fmla="*/ 47 h 111"/>
                  <a:gd name="T4" fmla="*/ 16 w 120"/>
                  <a:gd name="T5" fmla="*/ 23 h 111"/>
                  <a:gd name="T6" fmla="*/ 40 w 120"/>
                  <a:gd name="T7" fmla="*/ 0 h 111"/>
                  <a:gd name="T8" fmla="*/ 120 w 120"/>
                  <a:gd name="T9" fmla="*/ 111 h 111"/>
                  <a:gd name="T10" fmla="*/ 0 60000 65536"/>
                  <a:gd name="T11" fmla="*/ 0 60000 65536"/>
                  <a:gd name="T12" fmla="*/ 0 60000 65536"/>
                  <a:gd name="T13" fmla="*/ 0 60000 65536"/>
                  <a:gd name="T14" fmla="*/ 0 60000 65536"/>
                  <a:gd name="T15" fmla="*/ 0 w 120"/>
                  <a:gd name="T16" fmla="*/ 0 h 111"/>
                  <a:gd name="T17" fmla="*/ 120 w 120"/>
                  <a:gd name="T18" fmla="*/ 111 h 111"/>
                </a:gdLst>
                <a:ahLst/>
                <a:cxnLst>
                  <a:cxn ang="T10">
                    <a:pos x="T0" y="T1"/>
                  </a:cxn>
                  <a:cxn ang="T11">
                    <a:pos x="T2" y="T3"/>
                  </a:cxn>
                  <a:cxn ang="T12">
                    <a:pos x="T4" y="T5"/>
                  </a:cxn>
                  <a:cxn ang="T13">
                    <a:pos x="T6" y="T7"/>
                  </a:cxn>
                  <a:cxn ang="T14">
                    <a:pos x="T8" y="T9"/>
                  </a:cxn>
                </a:cxnLst>
                <a:rect l="T15" t="T16" r="T17" b="T18"/>
                <a:pathLst>
                  <a:path w="120" h="111">
                    <a:moveTo>
                      <a:pt x="120" y="111"/>
                    </a:moveTo>
                    <a:lnTo>
                      <a:pt x="0" y="47"/>
                    </a:lnTo>
                    <a:lnTo>
                      <a:pt x="16" y="23"/>
                    </a:lnTo>
                    <a:lnTo>
                      <a:pt x="40" y="0"/>
                    </a:lnTo>
                    <a:lnTo>
                      <a:pt x="120" y="111"/>
                    </a:lnTo>
                    <a:close/>
                  </a:path>
                </a:pathLst>
              </a:custGeom>
              <a:grpFill/>
              <a:ln w="9525">
                <a:solidFill>
                  <a:schemeClr val="bg1">
                    <a:lumMod val="65000"/>
                  </a:schemeClr>
                </a:solidFill>
                <a:round/>
                <a:headEnd/>
                <a:tailEnd/>
              </a:ln>
            </p:spPr>
            <p:txBody>
              <a:bodyPr/>
              <a:lstStyle/>
              <a:p>
                <a:endParaRPr lang="en-US"/>
              </a:p>
            </p:txBody>
          </p:sp>
          <p:sp>
            <p:nvSpPr>
              <p:cNvPr id="103916" name="Line 914">
                <a:extLst>
                  <a:ext uri="{FF2B5EF4-FFF2-40B4-BE49-F238E27FC236}">
                    <a16:creationId xmlns:a16="http://schemas.microsoft.com/office/drawing/2014/main" id="{62AFBA62-5B99-348D-C073-AD992672BAF1}"/>
                  </a:ext>
                </a:extLst>
              </p:cNvPr>
              <p:cNvSpPr>
                <a:spLocks noChangeShapeType="1"/>
              </p:cNvSpPr>
              <p:nvPr/>
            </p:nvSpPr>
            <p:spPr bwMode="auto">
              <a:xfrm>
                <a:off x="2399" y="1765"/>
                <a:ext cx="1261" cy="1114"/>
              </a:xfrm>
              <a:prstGeom prst="line">
                <a:avLst/>
              </a:prstGeom>
              <a:grpFill/>
              <a:ln w="25400">
                <a:solidFill>
                  <a:schemeClr val="bg1">
                    <a:lumMod val="65000"/>
                  </a:schemeClr>
                </a:solidFill>
                <a:round/>
                <a:headEnd/>
                <a:tailEnd/>
              </a:ln>
            </p:spPr>
            <p:txBody>
              <a:bodyPr/>
              <a:lstStyle/>
              <a:p>
                <a:endParaRPr lang="en-US"/>
              </a:p>
            </p:txBody>
          </p:sp>
        </p:grpSp>
        <p:grpSp>
          <p:nvGrpSpPr>
            <p:cNvPr id="103605" name="Group 915">
              <a:extLst>
                <a:ext uri="{FF2B5EF4-FFF2-40B4-BE49-F238E27FC236}">
                  <a16:creationId xmlns:a16="http://schemas.microsoft.com/office/drawing/2014/main" id="{8BD0C60F-4DD2-6D36-CC27-790E07CCE1CA}"/>
                </a:ext>
              </a:extLst>
            </p:cNvPr>
            <p:cNvGrpSpPr>
              <a:grpSpLocks/>
            </p:cNvGrpSpPr>
            <p:nvPr/>
          </p:nvGrpSpPr>
          <p:grpSpPr bwMode="auto">
            <a:xfrm>
              <a:off x="2862" y="1765"/>
              <a:ext cx="1349" cy="1204"/>
              <a:chOff x="2862" y="1765"/>
              <a:chExt cx="1349" cy="1204"/>
            </a:xfrm>
            <a:grpFill/>
          </p:grpSpPr>
          <p:sp>
            <p:nvSpPr>
              <p:cNvPr id="103913" name="Freeform 916">
                <a:extLst>
                  <a:ext uri="{FF2B5EF4-FFF2-40B4-BE49-F238E27FC236}">
                    <a16:creationId xmlns:a16="http://schemas.microsoft.com/office/drawing/2014/main" id="{6A3A134F-48C5-B2F1-4B91-A0AEF4AFCB3F}"/>
                  </a:ext>
                </a:extLst>
              </p:cNvPr>
              <p:cNvSpPr>
                <a:spLocks/>
              </p:cNvSpPr>
              <p:nvPr/>
            </p:nvSpPr>
            <p:spPr bwMode="auto">
              <a:xfrm>
                <a:off x="4091" y="2850"/>
                <a:ext cx="120" cy="119"/>
              </a:xfrm>
              <a:custGeom>
                <a:avLst/>
                <a:gdLst>
                  <a:gd name="T0" fmla="*/ 120 w 120"/>
                  <a:gd name="T1" fmla="*/ 119 h 119"/>
                  <a:gd name="T2" fmla="*/ 0 w 120"/>
                  <a:gd name="T3" fmla="*/ 55 h 119"/>
                  <a:gd name="T4" fmla="*/ 24 w 120"/>
                  <a:gd name="T5" fmla="*/ 23 h 119"/>
                  <a:gd name="T6" fmla="*/ 48 w 120"/>
                  <a:gd name="T7" fmla="*/ 0 h 119"/>
                  <a:gd name="T8" fmla="*/ 120 w 120"/>
                  <a:gd name="T9" fmla="*/ 119 h 119"/>
                  <a:gd name="T10" fmla="*/ 0 60000 65536"/>
                  <a:gd name="T11" fmla="*/ 0 60000 65536"/>
                  <a:gd name="T12" fmla="*/ 0 60000 65536"/>
                  <a:gd name="T13" fmla="*/ 0 60000 65536"/>
                  <a:gd name="T14" fmla="*/ 0 60000 65536"/>
                  <a:gd name="T15" fmla="*/ 0 w 120"/>
                  <a:gd name="T16" fmla="*/ 0 h 119"/>
                  <a:gd name="T17" fmla="*/ 120 w 120"/>
                  <a:gd name="T18" fmla="*/ 119 h 119"/>
                </a:gdLst>
                <a:ahLst/>
                <a:cxnLst>
                  <a:cxn ang="T10">
                    <a:pos x="T0" y="T1"/>
                  </a:cxn>
                  <a:cxn ang="T11">
                    <a:pos x="T2" y="T3"/>
                  </a:cxn>
                  <a:cxn ang="T12">
                    <a:pos x="T4" y="T5"/>
                  </a:cxn>
                  <a:cxn ang="T13">
                    <a:pos x="T6" y="T7"/>
                  </a:cxn>
                  <a:cxn ang="T14">
                    <a:pos x="T8" y="T9"/>
                  </a:cxn>
                </a:cxnLst>
                <a:rect l="T15" t="T16" r="T17" b="T18"/>
                <a:pathLst>
                  <a:path w="120" h="119">
                    <a:moveTo>
                      <a:pt x="120" y="119"/>
                    </a:moveTo>
                    <a:lnTo>
                      <a:pt x="0" y="55"/>
                    </a:lnTo>
                    <a:lnTo>
                      <a:pt x="24" y="23"/>
                    </a:lnTo>
                    <a:lnTo>
                      <a:pt x="48" y="0"/>
                    </a:lnTo>
                    <a:lnTo>
                      <a:pt x="120" y="119"/>
                    </a:lnTo>
                    <a:close/>
                  </a:path>
                </a:pathLst>
              </a:custGeom>
              <a:grpFill/>
              <a:ln w="9525">
                <a:solidFill>
                  <a:schemeClr val="bg1">
                    <a:lumMod val="65000"/>
                  </a:schemeClr>
                </a:solidFill>
                <a:round/>
                <a:headEnd/>
                <a:tailEnd/>
              </a:ln>
            </p:spPr>
            <p:txBody>
              <a:bodyPr/>
              <a:lstStyle/>
              <a:p>
                <a:endParaRPr lang="en-US"/>
              </a:p>
            </p:txBody>
          </p:sp>
          <p:sp>
            <p:nvSpPr>
              <p:cNvPr id="103914" name="Line 917">
                <a:extLst>
                  <a:ext uri="{FF2B5EF4-FFF2-40B4-BE49-F238E27FC236}">
                    <a16:creationId xmlns:a16="http://schemas.microsoft.com/office/drawing/2014/main" id="{9FD2D6E8-F13C-1870-7888-3CFBA969EF6E}"/>
                  </a:ext>
                </a:extLst>
              </p:cNvPr>
              <p:cNvSpPr>
                <a:spLocks noChangeShapeType="1"/>
              </p:cNvSpPr>
              <p:nvPr/>
            </p:nvSpPr>
            <p:spPr bwMode="auto">
              <a:xfrm>
                <a:off x="2862" y="1765"/>
                <a:ext cx="1261" cy="1114"/>
              </a:xfrm>
              <a:prstGeom prst="line">
                <a:avLst/>
              </a:prstGeom>
              <a:grpFill/>
              <a:ln w="25400">
                <a:solidFill>
                  <a:schemeClr val="bg1">
                    <a:lumMod val="65000"/>
                  </a:schemeClr>
                </a:solidFill>
                <a:round/>
                <a:headEnd/>
                <a:tailEnd/>
              </a:ln>
            </p:spPr>
            <p:txBody>
              <a:bodyPr/>
              <a:lstStyle/>
              <a:p>
                <a:endParaRPr lang="en-US"/>
              </a:p>
            </p:txBody>
          </p:sp>
        </p:grpSp>
        <p:grpSp>
          <p:nvGrpSpPr>
            <p:cNvPr id="103606" name="Group 918">
              <a:extLst>
                <a:ext uri="{FF2B5EF4-FFF2-40B4-BE49-F238E27FC236}">
                  <a16:creationId xmlns:a16="http://schemas.microsoft.com/office/drawing/2014/main" id="{D56C7855-AEBE-7CD5-EA58-0605FA0C918B}"/>
                </a:ext>
              </a:extLst>
            </p:cNvPr>
            <p:cNvGrpSpPr>
              <a:grpSpLocks/>
            </p:cNvGrpSpPr>
            <p:nvPr/>
          </p:nvGrpSpPr>
          <p:grpSpPr bwMode="auto">
            <a:xfrm>
              <a:off x="2870" y="2990"/>
              <a:ext cx="886" cy="290"/>
              <a:chOff x="2870" y="2990"/>
              <a:chExt cx="886" cy="290"/>
            </a:xfrm>
            <a:grpFill/>
          </p:grpSpPr>
          <p:sp>
            <p:nvSpPr>
              <p:cNvPr id="103911" name="Freeform 919">
                <a:extLst>
                  <a:ext uri="{FF2B5EF4-FFF2-40B4-BE49-F238E27FC236}">
                    <a16:creationId xmlns:a16="http://schemas.microsoft.com/office/drawing/2014/main" id="{4CB136D0-ED14-95E0-3B9F-30687183860C}"/>
                  </a:ext>
                </a:extLst>
              </p:cNvPr>
              <p:cNvSpPr>
                <a:spLocks/>
              </p:cNvSpPr>
              <p:nvPr/>
            </p:nvSpPr>
            <p:spPr bwMode="auto">
              <a:xfrm>
                <a:off x="3612" y="3208"/>
                <a:ext cx="144" cy="72"/>
              </a:xfrm>
              <a:custGeom>
                <a:avLst/>
                <a:gdLst>
                  <a:gd name="T0" fmla="*/ 144 w 144"/>
                  <a:gd name="T1" fmla="*/ 72 h 72"/>
                  <a:gd name="T2" fmla="*/ 0 w 144"/>
                  <a:gd name="T3" fmla="*/ 64 h 72"/>
                  <a:gd name="T4" fmla="*/ 16 w 144"/>
                  <a:gd name="T5" fmla="*/ 32 h 72"/>
                  <a:gd name="T6" fmla="*/ 24 w 144"/>
                  <a:gd name="T7" fmla="*/ 0 h 72"/>
                  <a:gd name="T8" fmla="*/ 144 w 144"/>
                  <a:gd name="T9" fmla="*/ 72 h 72"/>
                  <a:gd name="T10" fmla="*/ 0 60000 65536"/>
                  <a:gd name="T11" fmla="*/ 0 60000 65536"/>
                  <a:gd name="T12" fmla="*/ 0 60000 65536"/>
                  <a:gd name="T13" fmla="*/ 0 60000 65536"/>
                  <a:gd name="T14" fmla="*/ 0 60000 65536"/>
                  <a:gd name="T15" fmla="*/ 0 w 144"/>
                  <a:gd name="T16" fmla="*/ 0 h 72"/>
                  <a:gd name="T17" fmla="*/ 144 w 144"/>
                  <a:gd name="T18" fmla="*/ 72 h 72"/>
                </a:gdLst>
                <a:ahLst/>
                <a:cxnLst>
                  <a:cxn ang="T10">
                    <a:pos x="T0" y="T1"/>
                  </a:cxn>
                  <a:cxn ang="T11">
                    <a:pos x="T2" y="T3"/>
                  </a:cxn>
                  <a:cxn ang="T12">
                    <a:pos x="T4" y="T5"/>
                  </a:cxn>
                  <a:cxn ang="T13">
                    <a:pos x="T6" y="T7"/>
                  </a:cxn>
                  <a:cxn ang="T14">
                    <a:pos x="T8" y="T9"/>
                  </a:cxn>
                </a:cxnLst>
                <a:rect l="T15" t="T16" r="T17" b="T18"/>
                <a:pathLst>
                  <a:path w="144" h="72">
                    <a:moveTo>
                      <a:pt x="144" y="72"/>
                    </a:moveTo>
                    <a:lnTo>
                      <a:pt x="0" y="64"/>
                    </a:lnTo>
                    <a:lnTo>
                      <a:pt x="16" y="32"/>
                    </a:lnTo>
                    <a:lnTo>
                      <a:pt x="24" y="0"/>
                    </a:lnTo>
                    <a:lnTo>
                      <a:pt x="144" y="72"/>
                    </a:lnTo>
                    <a:close/>
                  </a:path>
                </a:pathLst>
              </a:custGeom>
              <a:grpFill/>
              <a:ln w="9525">
                <a:solidFill>
                  <a:schemeClr val="bg1">
                    <a:lumMod val="65000"/>
                  </a:schemeClr>
                </a:solidFill>
                <a:round/>
                <a:headEnd/>
                <a:tailEnd/>
              </a:ln>
            </p:spPr>
            <p:txBody>
              <a:bodyPr/>
              <a:lstStyle/>
              <a:p>
                <a:endParaRPr lang="en-US"/>
              </a:p>
            </p:txBody>
          </p:sp>
          <p:sp>
            <p:nvSpPr>
              <p:cNvPr id="103912" name="Line 920">
                <a:extLst>
                  <a:ext uri="{FF2B5EF4-FFF2-40B4-BE49-F238E27FC236}">
                    <a16:creationId xmlns:a16="http://schemas.microsoft.com/office/drawing/2014/main" id="{0233C9E7-5E4C-5694-2833-F4A3B050D6B7}"/>
                  </a:ext>
                </a:extLst>
              </p:cNvPr>
              <p:cNvSpPr>
                <a:spLocks noChangeShapeType="1"/>
              </p:cNvSpPr>
              <p:nvPr/>
            </p:nvSpPr>
            <p:spPr bwMode="auto">
              <a:xfrm>
                <a:off x="2870" y="2990"/>
                <a:ext cx="766" cy="252"/>
              </a:xfrm>
              <a:prstGeom prst="line">
                <a:avLst/>
              </a:prstGeom>
              <a:grpFill/>
              <a:ln w="25400">
                <a:solidFill>
                  <a:schemeClr val="bg1">
                    <a:lumMod val="65000"/>
                  </a:schemeClr>
                </a:solidFill>
                <a:round/>
                <a:headEnd/>
                <a:tailEnd/>
              </a:ln>
            </p:spPr>
            <p:txBody>
              <a:bodyPr/>
              <a:lstStyle/>
              <a:p>
                <a:endParaRPr lang="en-US"/>
              </a:p>
            </p:txBody>
          </p:sp>
        </p:grpSp>
        <p:grpSp>
          <p:nvGrpSpPr>
            <p:cNvPr id="103607" name="Group 921">
              <a:extLst>
                <a:ext uri="{FF2B5EF4-FFF2-40B4-BE49-F238E27FC236}">
                  <a16:creationId xmlns:a16="http://schemas.microsoft.com/office/drawing/2014/main" id="{6F4175EF-341E-9ECD-B9E1-E08824A8BE62}"/>
                </a:ext>
              </a:extLst>
            </p:cNvPr>
            <p:cNvGrpSpPr>
              <a:grpSpLocks/>
            </p:cNvGrpSpPr>
            <p:nvPr/>
          </p:nvGrpSpPr>
          <p:grpSpPr bwMode="auto">
            <a:xfrm>
              <a:off x="2393" y="2993"/>
              <a:ext cx="437" cy="598"/>
              <a:chOff x="2393" y="2993"/>
              <a:chExt cx="437" cy="598"/>
            </a:xfrm>
            <a:grpFill/>
          </p:grpSpPr>
          <p:sp>
            <p:nvSpPr>
              <p:cNvPr id="103909" name="Freeform 922">
                <a:extLst>
                  <a:ext uri="{FF2B5EF4-FFF2-40B4-BE49-F238E27FC236}">
                    <a16:creationId xmlns:a16="http://schemas.microsoft.com/office/drawing/2014/main" id="{36BA6ECA-2164-0FA3-2B25-C9101177E1AE}"/>
                  </a:ext>
                </a:extLst>
              </p:cNvPr>
              <p:cNvSpPr>
                <a:spLocks/>
              </p:cNvSpPr>
              <p:nvPr/>
            </p:nvSpPr>
            <p:spPr bwMode="auto">
              <a:xfrm>
                <a:off x="2726" y="2993"/>
                <a:ext cx="104" cy="128"/>
              </a:xfrm>
              <a:custGeom>
                <a:avLst/>
                <a:gdLst>
                  <a:gd name="T0" fmla="*/ 104 w 104"/>
                  <a:gd name="T1" fmla="*/ 0 h 128"/>
                  <a:gd name="T2" fmla="*/ 56 w 104"/>
                  <a:gd name="T3" fmla="*/ 128 h 128"/>
                  <a:gd name="T4" fmla="*/ 24 w 104"/>
                  <a:gd name="T5" fmla="*/ 112 h 128"/>
                  <a:gd name="T6" fmla="*/ 0 w 104"/>
                  <a:gd name="T7" fmla="*/ 88 h 128"/>
                  <a:gd name="T8" fmla="*/ 104 w 104"/>
                  <a:gd name="T9" fmla="*/ 0 h 128"/>
                  <a:gd name="T10" fmla="*/ 0 60000 65536"/>
                  <a:gd name="T11" fmla="*/ 0 60000 65536"/>
                  <a:gd name="T12" fmla="*/ 0 60000 65536"/>
                  <a:gd name="T13" fmla="*/ 0 60000 65536"/>
                  <a:gd name="T14" fmla="*/ 0 60000 65536"/>
                  <a:gd name="T15" fmla="*/ 0 w 104"/>
                  <a:gd name="T16" fmla="*/ 0 h 128"/>
                  <a:gd name="T17" fmla="*/ 104 w 104"/>
                  <a:gd name="T18" fmla="*/ 128 h 128"/>
                </a:gdLst>
                <a:ahLst/>
                <a:cxnLst>
                  <a:cxn ang="T10">
                    <a:pos x="T0" y="T1"/>
                  </a:cxn>
                  <a:cxn ang="T11">
                    <a:pos x="T2" y="T3"/>
                  </a:cxn>
                  <a:cxn ang="T12">
                    <a:pos x="T4" y="T5"/>
                  </a:cxn>
                  <a:cxn ang="T13">
                    <a:pos x="T6" y="T7"/>
                  </a:cxn>
                  <a:cxn ang="T14">
                    <a:pos x="T8" y="T9"/>
                  </a:cxn>
                </a:cxnLst>
                <a:rect l="T15" t="T16" r="T17" b="T18"/>
                <a:pathLst>
                  <a:path w="104" h="128">
                    <a:moveTo>
                      <a:pt x="104" y="0"/>
                    </a:moveTo>
                    <a:lnTo>
                      <a:pt x="56" y="128"/>
                    </a:lnTo>
                    <a:lnTo>
                      <a:pt x="24" y="112"/>
                    </a:lnTo>
                    <a:lnTo>
                      <a:pt x="0" y="88"/>
                    </a:lnTo>
                    <a:lnTo>
                      <a:pt x="104" y="0"/>
                    </a:lnTo>
                    <a:close/>
                  </a:path>
                </a:pathLst>
              </a:custGeom>
              <a:grpFill/>
              <a:ln w="9525">
                <a:solidFill>
                  <a:schemeClr val="bg1">
                    <a:lumMod val="65000"/>
                  </a:schemeClr>
                </a:solidFill>
                <a:round/>
                <a:headEnd/>
                <a:tailEnd/>
              </a:ln>
            </p:spPr>
            <p:txBody>
              <a:bodyPr/>
              <a:lstStyle/>
              <a:p>
                <a:endParaRPr lang="en-US"/>
              </a:p>
            </p:txBody>
          </p:sp>
          <p:sp>
            <p:nvSpPr>
              <p:cNvPr id="103910" name="Line 923">
                <a:extLst>
                  <a:ext uri="{FF2B5EF4-FFF2-40B4-BE49-F238E27FC236}">
                    <a16:creationId xmlns:a16="http://schemas.microsoft.com/office/drawing/2014/main" id="{9B4E2B67-D5DA-8ED9-49FB-C573D4D014DC}"/>
                  </a:ext>
                </a:extLst>
              </p:cNvPr>
              <p:cNvSpPr>
                <a:spLocks noChangeShapeType="1"/>
              </p:cNvSpPr>
              <p:nvPr/>
            </p:nvSpPr>
            <p:spPr bwMode="auto">
              <a:xfrm flipV="1">
                <a:off x="2393" y="3097"/>
                <a:ext cx="362" cy="494"/>
              </a:xfrm>
              <a:prstGeom prst="line">
                <a:avLst/>
              </a:prstGeom>
              <a:grpFill/>
              <a:ln w="25400">
                <a:solidFill>
                  <a:schemeClr val="bg1">
                    <a:lumMod val="65000"/>
                  </a:schemeClr>
                </a:solidFill>
                <a:round/>
                <a:headEnd/>
                <a:tailEnd/>
              </a:ln>
            </p:spPr>
            <p:txBody>
              <a:bodyPr/>
              <a:lstStyle/>
              <a:p>
                <a:endParaRPr lang="en-US"/>
              </a:p>
            </p:txBody>
          </p:sp>
        </p:grpSp>
        <p:grpSp>
          <p:nvGrpSpPr>
            <p:cNvPr id="103608" name="Group 924">
              <a:extLst>
                <a:ext uri="{FF2B5EF4-FFF2-40B4-BE49-F238E27FC236}">
                  <a16:creationId xmlns:a16="http://schemas.microsoft.com/office/drawing/2014/main" id="{C70F8BC5-59B9-B32F-D780-DE57FF28D435}"/>
                </a:ext>
              </a:extLst>
            </p:cNvPr>
            <p:cNvGrpSpPr>
              <a:grpSpLocks/>
            </p:cNvGrpSpPr>
            <p:nvPr/>
          </p:nvGrpSpPr>
          <p:grpSpPr bwMode="auto">
            <a:xfrm>
              <a:off x="2854" y="2690"/>
              <a:ext cx="902" cy="596"/>
              <a:chOff x="2854" y="2690"/>
              <a:chExt cx="902" cy="596"/>
            </a:xfrm>
            <a:grpFill/>
          </p:grpSpPr>
          <p:sp>
            <p:nvSpPr>
              <p:cNvPr id="103907" name="Freeform 925">
                <a:extLst>
                  <a:ext uri="{FF2B5EF4-FFF2-40B4-BE49-F238E27FC236}">
                    <a16:creationId xmlns:a16="http://schemas.microsoft.com/office/drawing/2014/main" id="{91635415-71DA-5A61-E911-44AFFF92FF0D}"/>
                  </a:ext>
                </a:extLst>
              </p:cNvPr>
              <p:cNvSpPr>
                <a:spLocks/>
              </p:cNvSpPr>
              <p:nvPr/>
            </p:nvSpPr>
            <p:spPr bwMode="auto">
              <a:xfrm>
                <a:off x="3620" y="2690"/>
                <a:ext cx="136" cy="104"/>
              </a:xfrm>
              <a:custGeom>
                <a:avLst/>
                <a:gdLst>
                  <a:gd name="T0" fmla="*/ 136 w 136"/>
                  <a:gd name="T1" fmla="*/ 0 h 104"/>
                  <a:gd name="T2" fmla="*/ 40 w 136"/>
                  <a:gd name="T3" fmla="*/ 104 h 104"/>
                  <a:gd name="T4" fmla="*/ 24 w 136"/>
                  <a:gd name="T5" fmla="*/ 80 h 104"/>
                  <a:gd name="T6" fmla="*/ 0 w 136"/>
                  <a:gd name="T7" fmla="*/ 48 h 104"/>
                  <a:gd name="T8" fmla="*/ 136 w 136"/>
                  <a:gd name="T9" fmla="*/ 0 h 104"/>
                  <a:gd name="T10" fmla="*/ 0 60000 65536"/>
                  <a:gd name="T11" fmla="*/ 0 60000 65536"/>
                  <a:gd name="T12" fmla="*/ 0 60000 65536"/>
                  <a:gd name="T13" fmla="*/ 0 60000 65536"/>
                  <a:gd name="T14" fmla="*/ 0 60000 65536"/>
                  <a:gd name="T15" fmla="*/ 0 w 136"/>
                  <a:gd name="T16" fmla="*/ 0 h 104"/>
                  <a:gd name="T17" fmla="*/ 136 w 136"/>
                  <a:gd name="T18" fmla="*/ 104 h 104"/>
                </a:gdLst>
                <a:ahLst/>
                <a:cxnLst>
                  <a:cxn ang="T10">
                    <a:pos x="T0" y="T1"/>
                  </a:cxn>
                  <a:cxn ang="T11">
                    <a:pos x="T2" y="T3"/>
                  </a:cxn>
                  <a:cxn ang="T12">
                    <a:pos x="T4" y="T5"/>
                  </a:cxn>
                  <a:cxn ang="T13">
                    <a:pos x="T6" y="T7"/>
                  </a:cxn>
                  <a:cxn ang="T14">
                    <a:pos x="T8" y="T9"/>
                  </a:cxn>
                </a:cxnLst>
                <a:rect l="T15" t="T16" r="T17" b="T18"/>
                <a:pathLst>
                  <a:path w="136" h="104">
                    <a:moveTo>
                      <a:pt x="136" y="0"/>
                    </a:moveTo>
                    <a:lnTo>
                      <a:pt x="40" y="104"/>
                    </a:lnTo>
                    <a:lnTo>
                      <a:pt x="24" y="80"/>
                    </a:lnTo>
                    <a:lnTo>
                      <a:pt x="0" y="48"/>
                    </a:lnTo>
                    <a:lnTo>
                      <a:pt x="136" y="0"/>
                    </a:lnTo>
                    <a:close/>
                  </a:path>
                </a:pathLst>
              </a:custGeom>
              <a:grpFill/>
              <a:ln w="9525">
                <a:solidFill>
                  <a:schemeClr val="bg1">
                    <a:lumMod val="65000"/>
                  </a:schemeClr>
                </a:solidFill>
                <a:round/>
                <a:headEnd/>
                <a:tailEnd/>
              </a:ln>
            </p:spPr>
            <p:txBody>
              <a:bodyPr/>
              <a:lstStyle/>
              <a:p>
                <a:endParaRPr lang="en-US"/>
              </a:p>
            </p:txBody>
          </p:sp>
          <p:sp>
            <p:nvSpPr>
              <p:cNvPr id="103908" name="Line 926">
                <a:extLst>
                  <a:ext uri="{FF2B5EF4-FFF2-40B4-BE49-F238E27FC236}">
                    <a16:creationId xmlns:a16="http://schemas.microsoft.com/office/drawing/2014/main" id="{7D1CBC3C-EA45-4060-6F76-433406183C18}"/>
                  </a:ext>
                </a:extLst>
              </p:cNvPr>
              <p:cNvSpPr>
                <a:spLocks noChangeShapeType="1"/>
              </p:cNvSpPr>
              <p:nvPr/>
            </p:nvSpPr>
            <p:spPr bwMode="auto">
              <a:xfrm flipV="1">
                <a:off x="2854" y="2766"/>
                <a:ext cx="798" cy="520"/>
              </a:xfrm>
              <a:prstGeom prst="line">
                <a:avLst/>
              </a:prstGeom>
              <a:grpFill/>
              <a:ln w="25400">
                <a:solidFill>
                  <a:schemeClr val="bg1">
                    <a:lumMod val="65000"/>
                  </a:schemeClr>
                </a:solidFill>
                <a:round/>
                <a:headEnd/>
                <a:tailEnd/>
              </a:ln>
            </p:spPr>
            <p:txBody>
              <a:bodyPr/>
              <a:lstStyle/>
              <a:p>
                <a:endParaRPr lang="en-US"/>
              </a:p>
            </p:txBody>
          </p:sp>
        </p:grpSp>
        <p:grpSp>
          <p:nvGrpSpPr>
            <p:cNvPr id="103609" name="Group 927">
              <a:extLst>
                <a:ext uri="{FF2B5EF4-FFF2-40B4-BE49-F238E27FC236}">
                  <a16:creationId xmlns:a16="http://schemas.microsoft.com/office/drawing/2014/main" id="{54F325D8-D638-C35B-59E9-2562E47880DA}"/>
                </a:ext>
              </a:extLst>
            </p:cNvPr>
            <p:cNvGrpSpPr>
              <a:grpSpLocks/>
            </p:cNvGrpSpPr>
            <p:nvPr/>
          </p:nvGrpSpPr>
          <p:grpSpPr bwMode="auto">
            <a:xfrm>
              <a:off x="2862" y="1781"/>
              <a:ext cx="1349" cy="1188"/>
              <a:chOff x="2862" y="1781"/>
              <a:chExt cx="1349" cy="1188"/>
            </a:xfrm>
            <a:grpFill/>
          </p:grpSpPr>
          <p:sp>
            <p:nvSpPr>
              <p:cNvPr id="103905" name="Freeform 928">
                <a:extLst>
                  <a:ext uri="{FF2B5EF4-FFF2-40B4-BE49-F238E27FC236}">
                    <a16:creationId xmlns:a16="http://schemas.microsoft.com/office/drawing/2014/main" id="{CDC99939-BAC6-BBA8-C6BF-746DB0B21CAB}"/>
                  </a:ext>
                </a:extLst>
              </p:cNvPr>
              <p:cNvSpPr>
                <a:spLocks/>
              </p:cNvSpPr>
              <p:nvPr/>
            </p:nvSpPr>
            <p:spPr bwMode="auto">
              <a:xfrm>
                <a:off x="4091" y="1781"/>
                <a:ext cx="120" cy="111"/>
              </a:xfrm>
              <a:custGeom>
                <a:avLst/>
                <a:gdLst>
                  <a:gd name="T0" fmla="*/ 120 w 120"/>
                  <a:gd name="T1" fmla="*/ 0 h 111"/>
                  <a:gd name="T2" fmla="*/ 40 w 120"/>
                  <a:gd name="T3" fmla="*/ 111 h 111"/>
                  <a:gd name="T4" fmla="*/ 16 w 120"/>
                  <a:gd name="T5" fmla="*/ 87 h 111"/>
                  <a:gd name="T6" fmla="*/ 0 w 120"/>
                  <a:gd name="T7" fmla="*/ 64 h 111"/>
                  <a:gd name="T8" fmla="*/ 120 w 120"/>
                  <a:gd name="T9" fmla="*/ 0 h 111"/>
                  <a:gd name="T10" fmla="*/ 0 60000 65536"/>
                  <a:gd name="T11" fmla="*/ 0 60000 65536"/>
                  <a:gd name="T12" fmla="*/ 0 60000 65536"/>
                  <a:gd name="T13" fmla="*/ 0 60000 65536"/>
                  <a:gd name="T14" fmla="*/ 0 60000 65536"/>
                  <a:gd name="T15" fmla="*/ 0 w 120"/>
                  <a:gd name="T16" fmla="*/ 0 h 111"/>
                  <a:gd name="T17" fmla="*/ 120 w 120"/>
                  <a:gd name="T18" fmla="*/ 111 h 111"/>
                </a:gdLst>
                <a:ahLst/>
                <a:cxnLst>
                  <a:cxn ang="T10">
                    <a:pos x="T0" y="T1"/>
                  </a:cxn>
                  <a:cxn ang="T11">
                    <a:pos x="T2" y="T3"/>
                  </a:cxn>
                  <a:cxn ang="T12">
                    <a:pos x="T4" y="T5"/>
                  </a:cxn>
                  <a:cxn ang="T13">
                    <a:pos x="T6" y="T7"/>
                  </a:cxn>
                  <a:cxn ang="T14">
                    <a:pos x="T8" y="T9"/>
                  </a:cxn>
                </a:cxnLst>
                <a:rect l="T15" t="T16" r="T17" b="T18"/>
                <a:pathLst>
                  <a:path w="120" h="111">
                    <a:moveTo>
                      <a:pt x="120" y="0"/>
                    </a:moveTo>
                    <a:lnTo>
                      <a:pt x="40" y="111"/>
                    </a:lnTo>
                    <a:lnTo>
                      <a:pt x="16" y="87"/>
                    </a:lnTo>
                    <a:lnTo>
                      <a:pt x="0" y="64"/>
                    </a:lnTo>
                    <a:lnTo>
                      <a:pt x="120" y="0"/>
                    </a:lnTo>
                    <a:close/>
                  </a:path>
                </a:pathLst>
              </a:custGeom>
              <a:grpFill/>
              <a:ln w="9525">
                <a:solidFill>
                  <a:schemeClr val="bg1">
                    <a:lumMod val="65000"/>
                  </a:schemeClr>
                </a:solidFill>
                <a:round/>
                <a:headEnd/>
                <a:tailEnd/>
              </a:ln>
            </p:spPr>
            <p:txBody>
              <a:bodyPr/>
              <a:lstStyle/>
              <a:p>
                <a:endParaRPr lang="en-US"/>
              </a:p>
            </p:txBody>
          </p:sp>
          <p:sp>
            <p:nvSpPr>
              <p:cNvPr id="103906" name="Line 929">
                <a:extLst>
                  <a:ext uri="{FF2B5EF4-FFF2-40B4-BE49-F238E27FC236}">
                    <a16:creationId xmlns:a16="http://schemas.microsoft.com/office/drawing/2014/main" id="{298AFF19-0B37-E46B-297B-C0438D4FAA98}"/>
                  </a:ext>
                </a:extLst>
              </p:cNvPr>
              <p:cNvSpPr>
                <a:spLocks noChangeShapeType="1"/>
              </p:cNvSpPr>
              <p:nvPr/>
            </p:nvSpPr>
            <p:spPr bwMode="auto">
              <a:xfrm flipV="1">
                <a:off x="2862" y="1863"/>
                <a:ext cx="1253" cy="1106"/>
              </a:xfrm>
              <a:prstGeom prst="line">
                <a:avLst/>
              </a:prstGeom>
              <a:grpFill/>
              <a:ln w="25400">
                <a:solidFill>
                  <a:schemeClr val="bg1">
                    <a:lumMod val="65000"/>
                  </a:schemeClr>
                </a:solidFill>
                <a:round/>
                <a:headEnd/>
                <a:tailEnd/>
              </a:ln>
            </p:spPr>
            <p:txBody>
              <a:bodyPr/>
              <a:lstStyle/>
              <a:p>
                <a:endParaRPr lang="en-US"/>
              </a:p>
            </p:txBody>
          </p:sp>
        </p:grpSp>
        <p:grpSp>
          <p:nvGrpSpPr>
            <p:cNvPr id="103610" name="Group 930">
              <a:extLst>
                <a:ext uri="{FF2B5EF4-FFF2-40B4-BE49-F238E27FC236}">
                  <a16:creationId xmlns:a16="http://schemas.microsoft.com/office/drawing/2014/main" id="{F3192627-8EAB-65C7-86CA-F9B4E504B333}"/>
                </a:ext>
              </a:extLst>
            </p:cNvPr>
            <p:cNvGrpSpPr>
              <a:grpSpLocks/>
            </p:cNvGrpSpPr>
            <p:nvPr/>
          </p:nvGrpSpPr>
          <p:grpSpPr bwMode="auto">
            <a:xfrm>
              <a:off x="1944" y="2687"/>
              <a:ext cx="886" cy="282"/>
              <a:chOff x="1944" y="2687"/>
              <a:chExt cx="886" cy="282"/>
            </a:xfrm>
            <a:grpFill/>
          </p:grpSpPr>
          <p:sp>
            <p:nvSpPr>
              <p:cNvPr id="103903" name="Freeform 931">
                <a:extLst>
                  <a:ext uri="{FF2B5EF4-FFF2-40B4-BE49-F238E27FC236}">
                    <a16:creationId xmlns:a16="http://schemas.microsoft.com/office/drawing/2014/main" id="{A7410045-0E01-0D60-8C9C-990EEE88C2D7}"/>
                  </a:ext>
                </a:extLst>
              </p:cNvPr>
              <p:cNvSpPr>
                <a:spLocks/>
              </p:cNvSpPr>
              <p:nvPr/>
            </p:nvSpPr>
            <p:spPr bwMode="auto">
              <a:xfrm>
                <a:off x="2694" y="2897"/>
                <a:ext cx="136" cy="72"/>
              </a:xfrm>
              <a:custGeom>
                <a:avLst/>
                <a:gdLst>
                  <a:gd name="T0" fmla="*/ 136 w 136"/>
                  <a:gd name="T1" fmla="*/ 72 h 72"/>
                  <a:gd name="T2" fmla="*/ 0 w 136"/>
                  <a:gd name="T3" fmla="*/ 64 h 72"/>
                  <a:gd name="T4" fmla="*/ 8 w 136"/>
                  <a:gd name="T5" fmla="*/ 32 h 72"/>
                  <a:gd name="T6" fmla="*/ 24 w 136"/>
                  <a:gd name="T7" fmla="*/ 0 h 72"/>
                  <a:gd name="T8" fmla="*/ 136 w 136"/>
                  <a:gd name="T9" fmla="*/ 72 h 72"/>
                  <a:gd name="T10" fmla="*/ 0 60000 65536"/>
                  <a:gd name="T11" fmla="*/ 0 60000 65536"/>
                  <a:gd name="T12" fmla="*/ 0 60000 65536"/>
                  <a:gd name="T13" fmla="*/ 0 60000 65536"/>
                  <a:gd name="T14" fmla="*/ 0 60000 65536"/>
                  <a:gd name="T15" fmla="*/ 0 w 136"/>
                  <a:gd name="T16" fmla="*/ 0 h 72"/>
                  <a:gd name="T17" fmla="*/ 136 w 136"/>
                  <a:gd name="T18" fmla="*/ 72 h 72"/>
                </a:gdLst>
                <a:ahLst/>
                <a:cxnLst>
                  <a:cxn ang="T10">
                    <a:pos x="T0" y="T1"/>
                  </a:cxn>
                  <a:cxn ang="T11">
                    <a:pos x="T2" y="T3"/>
                  </a:cxn>
                  <a:cxn ang="T12">
                    <a:pos x="T4" y="T5"/>
                  </a:cxn>
                  <a:cxn ang="T13">
                    <a:pos x="T6" y="T7"/>
                  </a:cxn>
                  <a:cxn ang="T14">
                    <a:pos x="T8" y="T9"/>
                  </a:cxn>
                </a:cxnLst>
                <a:rect l="T15" t="T16" r="T17" b="T18"/>
                <a:pathLst>
                  <a:path w="136" h="72">
                    <a:moveTo>
                      <a:pt x="136" y="72"/>
                    </a:moveTo>
                    <a:lnTo>
                      <a:pt x="0" y="64"/>
                    </a:lnTo>
                    <a:lnTo>
                      <a:pt x="8" y="32"/>
                    </a:lnTo>
                    <a:lnTo>
                      <a:pt x="24" y="0"/>
                    </a:lnTo>
                    <a:lnTo>
                      <a:pt x="136" y="72"/>
                    </a:lnTo>
                    <a:close/>
                  </a:path>
                </a:pathLst>
              </a:custGeom>
              <a:grpFill/>
              <a:ln w="9525">
                <a:solidFill>
                  <a:schemeClr val="bg1">
                    <a:lumMod val="65000"/>
                  </a:schemeClr>
                </a:solidFill>
                <a:round/>
                <a:headEnd/>
                <a:tailEnd/>
              </a:ln>
            </p:spPr>
            <p:txBody>
              <a:bodyPr/>
              <a:lstStyle/>
              <a:p>
                <a:endParaRPr lang="en-US"/>
              </a:p>
            </p:txBody>
          </p:sp>
          <p:sp>
            <p:nvSpPr>
              <p:cNvPr id="103904" name="Line 932">
                <a:extLst>
                  <a:ext uri="{FF2B5EF4-FFF2-40B4-BE49-F238E27FC236}">
                    <a16:creationId xmlns:a16="http://schemas.microsoft.com/office/drawing/2014/main" id="{C35EFFA7-D213-1203-338C-B0EB5E9B6448}"/>
                  </a:ext>
                </a:extLst>
              </p:cNvPr>
              <p:cNvSpPr>
                <a:spLocks noChangeShapeType="1"/>
              </p:cNvSpPr>
              <p:nvPr/>
            </p:nvSpPr>
            <p:spPr bwMode="auto">
              <a:xfrm>
                <a:off x="1944" y="2687"/>
                <a:ext cx="766" cy="244"/>
              </a:xfrm>
              <a:prstGeom prst="line">
                <a:avLst/>
              </a:prstGeom>
              <a:grpFill/>
              <a:ln w="25400">
                <a:solidFill>
                  <a:schemeClr val="bg1">
                    <a:lumMod val="65000"/>
                  </a:schemeClr>
                </a:solidFill>
                <a:round/>
                <a:headEnd/>
                <a:tailEnd/>
              </a:ln>
            </p:spPr>
            <p:txBody>
              <a:bodyPr/>
              <a:lstStyle/>
              <a:p>
                <a:endParaRPr lang="en-US"/>
              </a:p>
            </p:txBody>
          </p:sp>
        </p:grpSp>
        <p:grpSp>
          <p:nvGrpSpPr>
            <p:cNvPr id="103611" name="Group 933">
              <a:extLst>
                <a:ext uri="{FF2B5EF4-FFF2-40B4-BE49-F238E27FC236}">
                  <a16:creationId xmlns:a16="http://schemas.microsoft.com/office/drawing/2014/main" id="{7E4ECEC6-DD69-9FB4-4623-F2FC4EA05DF2}"/>
                </a:ext>
              </a:extLst>
            </p:cNvPr>
            <p:cNvGrpSpPr>
              <a:grpSpLocks/>
            </p:cNvGrpSpPr>
            <p:nvPr/>
          </p:nvGrpSpPr>
          <p:grpSpPr bwMode="auto">
            <a:xfrm>
              <a:off x="1944" y="2395"/>
              <a:ext cx="1357" cy="1196"/>
              <a:chOff x="1944" y="2395"/>
              <a:chExt cx="1357" cy="1196"/>
            </a:xfrm>
            <a:grpFill/>
          </p:grpSpPr>
          <p:sp>
            <p:nvSpPr>
              <p:cNvPr id="103901" name="Freeform 934">
                <a:extLst>
                  <a:ext uri="{FF2B5EF4-FFF2-40B4-BE49-F238E27FC236}">
                    <a16:creationId xmlns:a16="http://schemas.microsoft.com/office/drawing/2014/main" id="{0B86572A-1561-7D01-71C5-388E0E6C6699}"/>
                  </a:ext>
                </a:extLst>
              </p:cNvPr>
              <p:cNvSpPr>
                <a:spLocks/>
              </p:cNvSpPr>
              <p:nvPr/>
            </p:nvSpPr>
            <p:spPr bwMode="auto">
              <a:xfrm>
                <a:off x="3173" y="2395"/>
                <a:ext cx="128" cy="112"/>
              </a:xfrm>
              <a:custGeom>
                <a:avLst/>
                <a:gdLst>
                  <a:gd name="T0" fmla="*/ 128 w 128"/>
                  <a:gd name="T1" fmla="*/ 0 h 112"/>
                  <a:gd name="T2" fmla="*/ 48 w 128"/>
                  <a:gd name="T3" fmla="*/ 112 h 112"/>
                  <a:gd name="T4" fmla="*/ 24 w 128"/>
                  <a:gd name="T5" fmla="*/ 88 h 112"/>
                  <a:gd name="T6" fmla="*/ 0 w 128"/>
                  <a:gd name="T7" fmla="*/ 64 h 112"/>
                  <a:gd name="T8" fmla="*/ 128 w 128"/>
                  <a:gd name="T9" fmla="*/ 0 h 112"/>
                  <a:gd name="T10" fmla="*/ 0 60000 65536"/>
                  <a:gd name="T11" fmla="*/ 0 60000 65536"/>
                  <a:gd name="T12" fmla="*/ 0 60000 65536"/>
                  <a:gd name="T13" fmla="*/ 0 60000 65536"/>
                  <a:gd name="T14" fmla="*/ 0 60000 65536"/>
                  <a:gd name="T15" fmla="*/ 0 w 128"/>
                  <a:gd name="T16" fmla="*/ 0 h 112"/>
                  <a:gd name="T17" fmla="*/ 128 w 128"/>
                  <a:gd name="T18" fmla="*/ 112 h 112"/>
                </a:gdLst>
                <a:ahLst/>
                <a:cxnLst>
                  <a:cxn ang="T10">
                    <a:pos x="T0" y="T1"/>
                  </a:cxn>
                  <a:cxn ang="T11">
                    <a:pos x="T2" y="T3"/>
                  </a:cxn>
                  <a:cxn ang="T12">
                    <a:pos x="T4" y="T5"/>
                  </a:cxn>
                  <a:cxn ang="T13">
                    <a:pos x="T6" y="T7"/>
                  </a:cxn>
                  <a:cxn ang="T14">
                    <a:pos x="T8" y="T9"/>
                  </a:cxn>
                </a:cxnLst>
                <a:rect l="T15" t="T16" r="T17" b="T18"/>
                <a:pathLst>
                  <a:path w="128" h="112">
                    <a:moveTo>
                      <a:pt x="128" y="0"/>
                    </a:moveTo>
                    <a:lnTo>
                      <a:pt x="48" y="112"/>
                    </a:lnTo>
                    <a:lnTo>
                      <a:pt x="24" y="88"/>
                    </a:lnTo>
                    <a:lnTo>
                      <a:pt x="0" y="64"/>
                    </a:lnTo>
                    <a:lnTo>
                      <a:pt x="128" y="0"/>
                    </a:lnTo>
                    <a:close/>
                  </a:path>
                </a:pathLst>
              </a:custGeom>
              <a:grpFill/>
              <a:ln w="9525">
                <a:solidFill>
                  <a:schemeClr val="bg1">
                    <a:lumMod val="65000"/>
                  </a:schemeClr>
                </a:solidFill>
                <a:round/>
                <a:headEnd/>
                <a:tailEnd/>
              </a:ln>
            </p:spPr>
            <p:txBody>
              <a:bodyPr/>
              <a:lstStyle/>
              <a:p>
                <a:endParaRPr lang="en-US"/>
              </a:p>
            </p:txBody>
          </p:sp>
          <p:sp>
            <p:nvSpPr>
              <p:cNvPr id="103902" name="Line 935">
                <a:extLst>
                  <a:ext uri="{FF2B5EF4-FFF2-40B4-BE49-F238E27FC236}">
                    <a16:creationId xmlns:a16="http://schemas.microsoft.com/office/drawing/2014/main" id="{AD7B810D-EDF0-8121-712C-76B3E9BA2612}"/>
                  </a:ext>
                </a:extLst>
              </p:cNvPr>
              <p:cNvSpPr>
                <a:spLocks noChangeShapeType="1"/>
              </p:cNvSpPr>
              <p:nvPr/>
            </p:nvSpPr>
            <p:spPr bwMode="auto">
              <a:xfrm flipV="1">
                <a:off x="1944" y="2477"/>
                <a:ext cx="1261" cy="1114"/>
              </a:xfrm>
              <a:prstGeom prst="line">
                <a:avLst/>
              </a:prstGeom>
              <a:grpFill/>
              <a:ln w="25400">
                <a:solidFill>
                  <a:schemeClr val="bg1">
                    <a:lumMod val="65000"/>
                  </a:schemeClr>
                </a:solidFill>
                <a:round/>
                <a:headEnd/>
                <a:tailEnd/>
              </a:ln>
            </p:spPr>
            <p:txBody>
              <a:bodyPr/>
              <a:lstStyle/>
              <a:p>
                <a:endParaRPr lang="en-US"/>
              </a:p>
            </p:txBody>
          </p:sp>
        </p:grpSp>
        <p:grpSp>
          <p:nvGrpSpPr>
            <p:cNvPr id="103612" name="Group 936">
              <a:extLst>
                <a:ext uri="{FF2B5EF4-FFF2-40B4-BE49-F238E27FC236}">
                  <a16:creationId xmlns:a16="http://schemas.microsoft.com/office/drawing/2014/main" id="{F641E112-4970-DC8B-6B36-AE462C734B4D}"/>
                </a:ext>
              </a:extLst>
            </p:cNvPr>
            <p:cNvGrpSpPr>
              <a:grpSpLocks/>
            </p:cNvGrpSpPr>
            <p:nvPr/>
          </p:nvGrpSpPr>
          <p:grpSpPr bwMode="auto">
            <a:xfrm>
              <a:off x="3317" y="3293"/>
              <a:ext cx="886" cy="282"/>
              <a:chOff x="3317" y="3293"/>
              <a:chExt cx="886" cy="282"/>
            </a:xfrm>
            <a:grpFill/>
          </p:grpSpPr>
          <p:sp>
            <p:nvSpPr>
              <p:cNvPr id="103899" name="Freeform 937">
                <a:extLst>
                  <a:ext uri="{FF2B5EF4-FFF2-40B4-BE49-F238E27FC236}">
                    <a16:creationId xmlns:a16="http://schemas.microsoft.com/office/drawing/2014/main" id="{CFC4E6C6-DB0E-2E29-CB69-1398C6307121}"/>
                  </a:ext>
                </a:extLst>
              </p:cNvPr>
              <p:cNvSpPr>
                <a:spLocks/>
              </p:cNvSpPr>
              <p:nvPr/>
            </p:nvSpPr>
            <p:spPr bwMode="auto">
              <a:xfrm>
                <a:off x="4067" y="3504"/>
                <a:ext cx="136" cy="71"/>
              </a:xfrm>
              <a:custGeom>
                <a:avLst/>
                <a:gdLst>
                  <a:gd name="T0" fmla="*/ 136 w 136"/>
                  <a:gd name="T1" fmla="*/ 71 h 71"/>
                  <a:gd name="T2" fmla="*/ 0 w 136"/>
                  <a:gd name="T3" fmla="*/ 63 h 71"/>
                  <a:gd name="T4" fmla="*/ 8 w 136"/>
                  <a:gd name="T5" fmla="*/ 32 h 71"/>
                  <a:gd name="T6" fmla="*/ 16 w 136"/>
                  <a:gd name="T7" fmla="*/ 0 h 71"/>
                  <a:gd name="T8" fmla="*/ 136 w 136"/>
                  <a:gd name="T9" fmla="*/ 71 h 71"/>
                  <a:gd name="T10" fmla="*/ 0 60000 65536"/>
                  <a:gd name="T11" fmla="*/ 0 60000 65536"/>
                  <a:gd name="T12" fmla="*/ 0 60000 65536"/>
                  <a:gd name="T13" fmla="*/ 0 60000 65536"/>
                  <a:gd name="T14" fmla="*/ 0 60000 65536"/>
                  <a:gd name="T15" fmla="*/ 0 w 136"/>
                  <a:gd name="T16" fmla="*/ 0 h 71"/>
                  <a:gd name="T17" fmla="*/ 136 w 136"/>
                  <a:gd name="T18" fmla="*/ 71 h 71"/>
                </a:gdLst>
                <a:ahLst/>
                <a:cxnLst>
                  <a:cxn ang="T10">
                    <a:pos x="T0" y="T1"/>
                  </a:cxn>
                  <a:cxn ang="T11">
                    <a:pos x="T2" y="T3"/>
                  </a:cxn>
                  <a:cxn ang="T12">
                    <a:pos x="T4" y="T5"/>
                  </a:cxn>
                  <a:cxn ang="T13">
                    <a:pos x="T6" y="T7"/>
                  </a:cxn>
                  <a:cxn ang="T14">
                    <a:pos x="T8" y="T9"/>
                  </a:cxn>
                </a:cxnLst>
                <a:rect l="T15" t="T16" r="T17" b="T18"/>
                <a:pathLst>
                  <a:path w="136" h="71">
                    <a:moveTo>
                      <a:pt x="136" y="71"/>
                    </a:moveTo>
                    <a:lnTo>
                      <a:pt x="0" y="63"/>
                    </a:lnTo>
                    <a:lnTo>
                      <a:pt x="8" y="32"/>
                    </a:lnTo>
                    <a:lnTo>
                      <a:pt x="16" y="0"/>
                    </a:lnTo>
                    <a:lnTo>
                      <a:pt x="136" y="71"/>
                    </a:lnTo>
                    <a:close/>
                  </a:path>
                </a:pathLst>
              </a:custGeom>
              <a:grpFill/>
              <a:ln w="9525">
                <a:solidFill>
                  <a:schemeClr val="bg1">
                    <a:lumMod val="65000"/>
                  </a:schemeClr>
                </a:solidFill>
                <a:round/>
                <a:headEnd/>
                <a:tailEnd/>
              </a:ln>
            </p:spPr>
            <p:txBody>
              <a:bodyPr/>
              <a:lstStyle/>
              <a:p>
                <a:endParaRPr lang="en-US"/>
              </a:p>
            </p:txBody>
          </p:sp>
          <p:sp>
            <p:nvSpPr>
              <p:cNvPr id="103900" name="Line 938">
                <a:extLst>
                  <a:ext uri="{FF2B5EF4-FFF2-40B4-BE49-F238E27FC236}">
                    <a16:creationId xmlns:a16="http://schemas.microsoft.com/office/drawing/2014/main" id="{6AA3822B-0883-FE2C-955E-20B71789815F}"/>
                  </a:ext>
                </a:extLst>
              </p:cNvPr>
              <p:cNvSpPr>
                <a:spLocks noChangeShapeType="1"/>
              </p:cNvSpPr>
              <p:nvPr/>
            </p:nvSpPr>
            <p:spPr bwMode="auto">
              <a:xfrm>
                <a:off x="3317" y="3293"/>
                <a:ext cx="766" cy="244"/>
              </a:xfrm>
              <a:prstGeom prst="line">
                <a:avLst/>
              </a:prstGeom>
              <a:grpFill/>
              <a:ln w="25400">
                <a:solidFill>
                  <a:schemeClr val="bg1">
                    <a:lumMod val="65000"/>
                  </a:schemeClr>
                </a:solidFill>
                <a:round/>
                <a:headEnd/>
                <a:tailEnd/>
              </a:ln>
            </p:spPr>
            <p:txBody>
              <a:bodyPr/>
              <a:lstStyle/>
              <a:p>
                <a:endParaRPr lang="en-US"/>
              </a:p>
            </p:txBody>
          </p:sp>
        </p:grpSp>
        <p:grpSp>
          <p:nvGrpSpPr>
            <p:cNvPr id="103613" name="Group 939">
              <a:extLst>
                <a:ext uri="{FF2B5EF4-FFF2-40B4-BE49-F238E27FC236}">
                  <a16:creationId xmlns:a16="http://schemas.microsoft.com/office/drawing/2014/main" id="{C385FCBC-9CFB-3F36-E6CA-E7D8985F2BFD}"/>
                </a:ext>
              </a:extLst>
            </p:cNvPr>
            <p:cNvGrpSpPr>
              <a:grpSpLocks/>
            </p:cNvGrpSpPr>
            <p:nvPr/>
          </p:nvGrpSpPr>
          <p:grpSpPr bwMode="auto">
            <a:xfrm>
              <a:off x="3317" y="2682"/>
              <a:ext cx="1349" cy="619"/>
              <a:chOff x="3317" y="2682"/>
              <a:chExt cx="1349" cy="619"/>
            </a:xfrm>
            <a:grpFill/>
          </p:grpSpPr>
          <p:sp>
            <p:nvSpPr>
              <p:cNvPr id="103897" name="Freeform 940">
                <a:extLst>
                  <a:ext uri="{FF2B5EF4-FFF2-40B4-BE49-F238E27FC236}">
                    <a16:creationId xmlns:a16="http://schemas.microsoft.com/office/drawing/2014/main" id="{ECA58196-0F69-970E-9016-F0658D2F27B9}"/>
                  </a:ext>
                </a:extLst>
              </p:cNvPr>
              <p:cNvSpPr>
                <a:spLocks/>
              </p:cNvSpPr>
              <p:nvPr/>
            </p:nvSpPr>
            <p:spPr bwMode="auto">
              <a:xfrm>
                <a:off x="4530" y="2682"/>
                <a:ext cx="136" cy="88"/>
              </a:xfrm>
              <a:custGeom>
                <a:avLst/>
                <a:gdLst>
                  <a:gd name="T0" fmla="*/ 136 w 136"/>
                  <a:gd name="T1" fmla="*/ 0 h 88"/>
                  <a:gd name="T2" fmla="*/ 32 w 136"/>
                  <a:gd name="T3" fmla="*/ 88 h 88"/>
                  <a:gd name="T4" fmla="*/ 16 w 136"/>
                  <a:gd name="T5" fmla="*/ 56 h 88"/>
                  <a:gd name="T6" fmla="*/ 0 w 136"/>
                  <a:gd name="T7" fmla="*/ 32 h 88"/>
                  <a:gd name="T8" fmla="*/ 136 w 136"/>
                  <a:gd name="T9" fmla="*/ 0 h 88"/>
                  <a:gd name="T10" fmla="*/ 0 60000 65536"/>
                  <a:gd name="T11" fmla="*/ 0 60000 65536"/>
                  <a:gd name="T12" fmla="*/ 0 60000 65536"/>
                  <a:gd name="T13" fmla="*/ 0 60000 65536"/>
                  <a:gd name="T14" fmla="*/ 0 60000 65536"/>
                  <a:gd name="T15" fmla="*/ 0 w 136"/>
                  <a:gd name="T16" fmla="*/ 0 h 88"/>
                  <a:gd name="T17" fmla="*/ 136 w 136"/>
                  <a:gd name="T18" fmla="*/ 88 h 88"/>
                </a:gdLst>
                <a:ahLst/>
                <a:cxnLst>
                  <a:cxn ang="T10">
                    <a:pos x="T0" y="T1"/>
                  </a:cxn>
                  <a:cxn ang="T11">
                    <a:pos x="T2" y="T3"/>
                  </a:cxn>
                  <a:cxn ang="T12">
                    <a:pos x="T4" y="T5"/>
                  </a:cxn>
                  <a:cxn ang="T13">
                    <a:pos x="T6" y="T7"/>
                  </a:cxn>
                  <a:cxn ang="T14">
                    <a:pos x="T8" y="T9"/>
                  </a:cxn>
                </a:cxnLst>
                <a:rect l="T15" t="T16" r="T17" b="T18"/>
                <a:pathLst>
                  <a:path w="136" h="88">
                    <a:moveTo>
                      <a:pt x="136" y="0"/>
                    </a:moveTo>
                    <a:lnTo>
                      <a:pt x="32" y="88"/>
                    </a:lnTo>
                    <a:lnTo>
                      <a:pt x="16" y="56"/>
                    </a:lnTo>
                    <a:lnTo>
                      <a:pt x="0" y="32"/>
                    </a:lnTo>
                    <a:lnTo>
                      <a:pt x="136" y="0"/>
                    </a:lnTo>
                    <a:close/>
                  </a:path>
                </a:pathLst>
              </a:custGeom>
              <a:grpFill/>
              <a:ln w="9525">
                <a:solidFill>
                  <a:schemeClr val="bg1">
                    <a:lumMod val="65000"/>
                  </a:schemeClr>
                </a:solidFill>
                <a:round/>
                <a:headEnd/>
                <a:tailEnd/>
              </a:ln>
            </p:spPr>
            <p:txBody>
              <a:bodyPr/>
              <a:lstStyle/>
              <a:p>
                <a:endParaRPr lang="en-US"/>
              </a:p>
            </p:txBody>
          </p:sp>
          <p:sp>
            <p:nvSpPr>
              <p:cNvPr id="103898" name="Line 941">
                <a:extLst>
                  <a:ext uri="{FF2B5EF4-FFF2-40B4-BE49-F238E27FC236}">
                    <a16:creationId xmlns:a16="http://schemas.microsoft.com/office/drawing/2014/main" id="{57ADFA0B-B1C0-E9DB-1E20-E0156DEE9084}"/>
                  </a:ext>
                </a:extLst>
              </p:cNvPr>
              <p:cNvSpPr>
                <a:spLocks noChangeShapeType="1"/>
              </p:cNvSpPr>
              <p:nvPr/>
            </p:nvSpPr>
            <p:spPr bwMode="auto">
              <a:xfrm flipV="1">
                <a:off x="3317" y="2736"/>
                <a:ext cx="1237" cy="565"/>
              </a:xfrm>
              <a:prstGeom prst="line">
                <a:avLst/>
              </a:prstGeom>
              <a:grpFill/>
              <a:ln w="25400">
                <a:solidFill>
                  <a:schemeClr val="bg1">
                    <a:lumMod val="65000"/>
                  </a:schemeClr>
                </a:solidFill>
                <a:round/>
                <a:headEnd/>
                <a:tailEnd/>
              </a:ln>
            </p:spPr>
            <p:txBody>
              <a:bodyPr/>
              <a:lstStyle/>
              <a:p>
                <a:endParaRPr lang="en-US"/>
              </a:p>
            </p:txBody>
          </p:sp>
        </p:grpSp>
        <p:grpSp>
          <p:nvGrpSpPr>
            <p:cNvPr id="103614" name="Group 942">
              <a:extLst>
                <a:ext uri="{FF2B5EF4-FFF2-40B4-BE49-F238E27FC236}">
                  <a16:creationId xmlns:a16="http://schemas.microsoft.com/office/drawing/2014/main" id="{9CC8AA95-B188-761C-FBA5-1985D3D98574}"/>
                </a:ext>
              </a:extLst>
            </p:cNvPr>
            <p:cNvGrpSpPr>
              <a:grpSpLocks/>
            </p:cNvGrpSpPr>
            <p:nvPr/>
          </p:nvGrpSpPr>
          <p:grpSpPr bwMode="auto">
            <a:xfrm>
              <a:off x="3317" y="2387"/>
              <a:ext cx="886" cy="282"/>
              <a:chOff x="3317" y="2387"/>
              <a:chExt cx="886" cy="282"/>
            </a:xfrm>
            <a:grpFill/>
          </p:grpSpPr>
          <p:sp>
            <p:nvSpPr>
              <p:cNvPr id="103895" name="Freeform 943">
                <a:extLst>
                  <a:ext uri="{FF2B5EF4-FFF2-40B4-BE49-F238E27FC236}">
                    <a16:creationId xmlns:a16="http://schemas.microsoft.com/office/drawing/2014/main" id="{AF68AF3B-46A8-27FA-79E6-A0E8CE243BC9}"/>
                  </a:ext>
                </a:extLst>
              </p:cNvPr>
              <p:cNvSpPr>
                <a:spLocks/>
              </p:cNvSpPr>
              <p:nvPr/>
            </p:nvSpPr>
            <p:spPr bwMode="auto">
              <a:xfrm>
                <a:off x="4067" y="2387"/>
                <a:ext cx="136" cy="72"/>
              </a:xfrm>
              <a:custGeom>
                <a:avLst/>
                <a:gdLst>
                  <a:gd name="T0" fmla="*/ 136 w 136"/>
                  <a:gd name="T1" fmla="*/ 0 h 72"/>
                  <a:gd name="T2" fmla="*/ 16 w 136"/>
                  <a:gd name="T3" fmla="*/ 72 h 72"/>
                  <a:gd name="T4" fmla="*/ 8 w 136"/>
                  <a:gd name="T5" fmla="*/ 40 h 72"/>
                  <a:gd name="T6" fmla="*/ 0 w 136"/>
                  <a:gd name="T7" fmla="*/ 8 h 72"/>
                  <a:gd name="T8" fmla="*/ 136 w 136"/>
                  <a:gd name="T9" fmla="*/ 0 h 72"/>
                  <a:gd name="T10" fmla="*/ 0 60000 65536"/>
                  <a:gd name="T11" fmla="*/ 0 60000 65536"/>
                  <a:gd name="T12" fmla="*/ 0 60000 65536"/>
                  <a:gd name="T13" fmla="*/ 0 60000 65536"/>
                  <a:gd name="T14" fmla="*/ 0 60000 65536"/>
                  <a:gd name="T15" fmla="*/ 0 w 136"/>
                  <a:gd name="T16" fmla="*/ 0 h 72"/>
                  <a:gd name="T17" fmla="*/ 136 w 136"/>
                  <a:gd name="T18" fmla="*/ 72 h 72"/>
                </a:gdLst>
                <a:ahLst/>
                <a:cxnLst>
                  <a:cxn ang="T10">
                    <a:pos x="T0" y="T1"/>
                  </a:cxn>
                  <a:cxn ang="T11">
                    <a:pos x="T2" y="T3"/>
                  </a:cxn>
                  <a:cxn ang="T12">
                    <a:pos x="T4" y="T5"/>
                  </a:cxn>
                  <a:cxn ang="T13">
                    <a:pos x="T6" y="T7"/>
                  </a:cxn>
                  <a:cxn ang="T14">
                    <a:pos x="T8" y="T9"/>
                  </a:cxn>
                </a:cxnLst>
                <a:rect l="T15" t="T16" r="T17" b="T18"/>
                <a:pathLst>
                  <a:path w="136" h="72">
                    <a:moveTo>
                      <a:pt x="136" y="0"/>
                    </a:moveTo>
                    <a:lnTo>
                      <a:pt x="16" y="72"/>
                    </a:lnTo>
                    <a:lnTo>
                      <a:pt x="8" y="40"/>
                    </a:lnTo>
                    <a:lnTo>
                      <a:pt x="0" y="8"/>
                    </a:lnTo>
                    <a:lnTo>
                      <a:pt x="136" y="0"/>
                    </a:lnTo>
                    <a:close/>
                  </a:path>
                </a:pathLst>
              </a:custGeom>
              <a:grpFill/>
              <a:ln w="9525">
                <a:solidFill>
                  <a:schemeClr val="bg1">
                    <a:lumMod val="65000"/>
                  </a:schemeClr>
                </a:solidFill>
                <a:round/>
                <a:headEnd/>
                <a:tailEnd/>
              </a:ln>
            </p:spPr>
            <p:txBody>
              <a:bodyPr/>
              <a:lstStyle/>
              <a:p>
                <a:endParaRPr lang="en-US"/>
              </a:p>
            </p:txBody>
          </p:sp>
          <p:sp>
            <p:nvSpPr>
              <p:cNvPr id="103896" name="Line 944">
                <a:extLst>
                  <a:ext uri="{FF2B5EF4-FFF2-40B4-BE49-F238E27FC236}">
                    <a16:creationId xmlns:a16="http://schemas.microsoft.com/office/drawing/2014/main" id="{6207CC5C-3FF2-E365-A00D-110568C24A57}"/>
                  </a:ext>
                </a:extLst>
              </p:cNvPr>
              <p:cNvSpPr>
                <a:spLocks noChangeShapeType="1"/>
              </p:cNvSpPr>
              <p:nvPr/>
            </p:nvSpPr>
            <p:spPr bwMode="auto">
              <a:xfrm flipV="1">
                <a:off x="3317" y="2426"/>
                <a:ext cx="766" cy="243"/>
              </a:xfrm>
              <a:prstGeom prst="line">
                <a:avLst/>
              </a:prstGeom>
              <a:grpFill/>
              <a:ln w="25400">
                <a:solidFill>
                  <a:schemeClr val="bg1">
                    <a:lumMod val="65000"/>
                  </a:schemeClr>
                </a:solidFill>
                <a:round/>
                <a:headEnd/>
                <a:tailEnd/>
              </a:ln>
            </p:spPr>
            <p:txBody>
              <a:bodyPr/>
              <a:lstStyle/>
              <a:p>
                <a:endParaRPr lang="en-US"/>
              </a:p>
            </p:txBody>
          </p:sp>
        </p:grpSp>
        <p:grpSp>
          <p:nvGrpSpPr>
            <p:cNvPr id="103615" name="Group 945">
              <a:extLst>
                <a:ext uri="{FF2B5EF4-FFF2-40B4-BE49-F238E27FC236}">
                  <a16:creationId xmlns:a16="http://schemas.microsoft.com/office/drawing/2014/main" id="{3E54E998-748E-2A4E-0E80-CF795A0D376B}"/>
                </a:ext>
              </a:extLst>
            </p:cNvPr>
            <p:cNvGrpSpPr>
              <a:grpSpLocks/>
            </p:cNvGrpSpPr>
            <p:nvPr/>
          </p:nvGrpSpPr>
          <p:grpSpPr bwMode="auto">
            <a:xfrm>
              <a:off x="3780" y="2387"/>
              <a:ext cx="886" cy="282"/>
              <a:chOff x="3780" y="2387"/>
              <a:chExt cx="886" cy="282"/>
            </a:xfrm>
            <a:grpFill/>
          </p:grpSpPr>
          <p:sp>
            <p:nvSpPr>
              <p:cNvPr id="103893" name="Freeform 946">
                <a:extLst>
                  <a:ext uri="{FF2B5EF4-FFF2-40B4-BE49-F238E27FC236}">
                    <a16:creationId xmlns:a16="http://schemas.microsoft.com/office/drawing/2014/main" id="{16400623-4666-4D6A-2FA6-32B55CDD24E0}"/>
                  </a:ext>
                </a:extLst>
              </p:cNvPr>
              <p:cNvSpPr>
                <a:spLocks/>
              </p:cNvSpPr>
              <p:nvPr/>
            </p:nvSpPr>
            <p:spPr bwMode="auto">
              <a:xfrm>
                <a:off x="4522" y="2387"/>
                <a:ext cx="144" cy="72"/>
              </a:xfrm>
              <a:custGeom>
                <a:avLst/>
                <a:gdLst>
                  <a:gd name="T0" fmla="*/ 144 w 144"/>
                  <a:gd name="T1" fmla="*/ 0 h 72"/>
                  <a:gd name="T2" fmla="*/ 24 w 144"/>
                  <a:gd name="T3" fmla="*/ 72 h 72"/>
                  <a:gd name="T4" fmla="*/ 16 w 144"/>
                  <a:gd name="T5" fmla="*/ 40 h 72"/>
                  <a:gd name="T6" fmla="*/ 0 w 144"/>
                  <a:gd name="T7" fmla="*/ 8 h 72"/>
                  <a:gd name="T8" fmla="*/ 144 w 144"/>
                  <a:gd name="T9" fmla="*/ 0 h 72"/>
                  <a:gd name="T10" fmla="*/ 0 60000 65536"/>
                  <a:gd name="T11" fmla="*/ 0 60000 65536"/>
                  <a:gd name="T12" fmla="*/ 0 60000 65536"/>
                  <a:gd name="T13" fmla="*/ 0 60000 65536"/>
                  <a:gd name="T14" fmla="*/ 0 60000 65536"/>
                  <a:gd name="T15" fmla="*/ 0 w 144"/>
                  <a:gd name="T16" fmla="*/ 0 h 72"/>
                  <a:gd name="T17" fmla="*/ 144 w 144"/>
                  <a:gd name="T18" fmla="*/ 72 h 72"/>
                </a:gdLst>
                <a:ahLst/>
                <a:cxnLst>
                  <a:cxn ang="T10">
                    <a:pos x="T0" y="T1"/>
                  </a:cxn>
                  <a:cxn ang="T11">
                    <a:pos x="T2" y="T3"/>
                  </a:cxn>
                  <a:cxn ang="T12">
                    <a:pos x="T4" y="T5"/>
                  </a:cxn>
                  <a:cxn ang="T13">
                    <a:pos x="T6" y="T7"/>
                  </a:cxn>
                  <a:cxn ang="T14">
                    <a:pos x="T8" y="T9"/>
                  </a:cxn>
                </a:cxnLst>
                <a:rect l="T15" t="T16" r="T17" b="T18"/>
                <a:pathLst>
                  <a:path w="144" h="72">
                    <a:moveTo>
                      <a:pt x="144" y="0"/>
                    </a:moveTo>
                    <a:lnTo>
                      <a:pt x="24" y="72"/>
                    </a:lnTo>
                    <a:lnTo>
                      <a:pt x="16" y="40"/>
                    </a:lnTo>
                    <a:lnTo>
                      <a:pt x="0" y="8"/>
                    </a:lnTo>
                    <a:lnTo>
                      <a:pt x="144" y="0"/>
                    </a:lnTo>
                    <a:close/>
                  </a:path>
                </a:pathLst>
              </a:custGeom>
              <a:grpFill/>
              <a:ln w="9525">
                <a:solidFill>
                  <a:schemeClr val="bg1">
                    <a:lumMod val="65000"/>
                  </a:schemeClr>
                </a:solidFill>
                <a:round/>
                <a:headEnd/>
                <a:tailEnd/>
              </a:ln>
            </p:spPr>
            <p:txBody>
              <a:bodyPr/>
              <a:lstStyle/>
              <a:p>
                <a:endParaRPr lang="en-US"/>
              </a:p>
            </p:txBody>
          </p:sp>
          <p:sp>
            <p:nvSpPr>
              <p:cNvPr id="103894" name="Line 947">
                <a:extLst>
                  <a:ext uri="{FF2B5EF4-FFF2-40B4-BE49-F238E27FC236}">
                    <a16:creationId xmlns:a16="http://schemas.microsoft.com/office/drawing/2014/main" id="{26EB0AA2-C20F-1D10-87C2-93B2B581ADBD}"/>
                  </a:ext>
                </a:extLst>
              </p:cNvPr>
              <p:cNvSpPr>
                <a:spLocks noChangeShapeType="1"/>
              </p:cNvSpPr>
              <p:nvPr/>
            </p:nvSpPr>
            <p:spPr bwMode="auto">
              <a:xfrm flipV="1">
                <a:off x="3780" y="2426"/>
                <a:ext cx="766" cy="243"/>
              </a:xfrm>
              <a:prstGeom prst="line">
                <a:avLst/>
              </a:prstGeom>
              <a:grpFill/>
              <a:ln w="25400">
                <a:solidFill>
                  <a:schemeClr val="bg1">
                    <a:lumMod val="65000"/>
                  </a:schemeClr>
                </a:solidFill>
                <a:round/>
                <a:headEnd/>
                <a:tailEnd/>
              </a:ln>
            </p:spPr>
            <p:txBody>
              <a:bodyPr/>
              <a:lstStyle/>
              <a:p>
                <a:endParaRPr lang="en-US"/>
              </a:p>
            </p:txBody>
          </p:sp>
        </p:grpSp>
        <p:grpSp>
          <p:nvGrpSpPr>
            <p:cNvPr id="103616" name="Group 948">
              <a:extLst>
                <a:ext uri="{FF2B5EF4-FFF2-40B4-BE49-F238E27FC236}">
                  <a16:creationId xmlns:a16="http://schemas.microsoft.com/office/drawing/2014/main" id="{7AAABD74-0FE6-16A4-3CB1-2037EAF5D8E1}"/>
                </a:ext>
              </a:extLst>
            </p:cNvPr>
            <p:cNvGrpSpPr>
              <a:grpSpLocks/>
            </p:cNvGrpSpPr>
            <p:nvPr/>
          </p:nvGrpSpPr>
          <p:grpSpPr bwMode="auto">
            <a:xfrm>
              <a:off x="1473" y="2993"/>
              <a:ext cx="886" cy="291"/>
              <a:chOff x="1473" y="2993"/>
              <a:chExt cx="886" cy="291"/>
            </a:xfrm>
            <a:grpFill/>
          </p:grpSpPr>
          <p:sp>
            <p:nvSpPr>
              <p:cNvPr id="103891" name="Freeform 949">
                <a:extLst>
                  <a:ext uri="{FF2B5EF4-FFF2-40B4-BE49-F238E27FC236}">
                    <a16:creationId xmlns:a16="http://schemas.microsoft.com/office/drawing/2014/main" id="{6EE4FCAC-C3B0-CC56-7E9E-FA84699C178F}"/>
                  </a:ext>
                </a:extLst>
              </p:cNvPr>
              <p:cNvSpPr>
                <a:spLocks/>
              </p:cNvSpPr>
              <p:nvPr/>
            </p:nvSpPr>
            <p:spPr bwMode="auto">
              <a:xfrm>
                <a:off x="2223" y="2993"/>
                <a:ext cx="136" cy="72"/>
              </a:xfrm>
              <a:custGeom>
                <a:avLst/>
                <a:gdLst>
                  <a:gd name="T0" fmla="*/ 136 w 136"/>
                  <a:gd name="T1" fmla="*/ 0 h 72"/>
                  <a:gd name="T2" fmla="*/ 24 w 136"/>
                  <a:gd name="T3" fmla="*/ 72 h 72"/>
                  <a:gd name="T4" fmla="*/ 8 w 136"/>
                  <a:gd name="T5" fmla="*/ 40 h 72"/>
                  <a:gd name="T6" fmla="*/ 0 w 136"/>
                  <a:gd name="T7" fmla="*/ 8 h 72"/>
                  <a:gd name="T8" fmla="*/ 136 w 136"/>
                  <a:gd name="T9" fmla="*/ 0 h 72"/>
                  <a:gd name="T10" fmla="*/ 0 60000 65536"/>
                  <a:gd name="T11" fmla="*/ 0 60000 65536"/>
                  <a:gd name="T12" fmla="*/ 0 60000 65536"/>
                  <a:gd name="T13" fmla="*/ 0 60000 65536"/>
                  <a:gd name="T14" fmla="*/ 0 60000 65536"/>
                  <a:gd name="T15" fmla="*/ 0 w 136"/>
                  <a:gd name="T16" fmla="*/ 0 h 72"/>
                  <a:gd name="T17" fmla="*/ 136 w 136"/>
                  <a:gd name="T18" fmla="*/ 72 h 72"/>
                </a:gdLst>
                <a:ahLst/>
                <a:cxnLst>
                  <a:cxn ang="T10">
                    <a:pos x="T0" y="T1"/>
                  </a:cxn>
                  <a:cxn ang="T11">
                    <a:pos x="T2" y="T3"/>
                  </a:cxn>
                  <a:cxn ang="T12">
                    <a:pos x="T4" y="T5"/>
                  </a:cxn>
                  <a:cxn ang="T13">
                    <a:pos x="T6" y="T7"/>
                  </a:cxn>
                  <a:cxn ang="T14">
                    <a:pos x="T8" y="T9"/>
                  </a:cxn>
                </a:cxnLst>
                <a:rect l="T15" t="T16" r="T17" b="T18"/>
                <a:pathLst>
                  <a:path w="136" h="72">
                    <a:moveTo>
                      <a:pt x="136" y="0"/>
                    </a:moveTo>
                    <a:lnTo>
                      <a:pt x="24" y="72"/>
                    </a:lnTo>
                    <a:lnTo>
                      <a:pt x="8" y="40"/>
                    </a:lnTo>
                    <a:lnTo>
                      <a:pt x="0" y="8"/>
                    </a:lnTo>
                    <a:lnTo>
                      <a:pt x="136" y="0"/>
                    </a:lnTo>
                    <a:close/>
                  </a:path>
                </a:pathLst>
              </a:custGeom>
              <a:grpFill/>
              <a:ln w="9525">
                <a:solidFill>
                  <a:schemeClr val="bg1">
                    <a:lumMod val="65000"/>
                  </a:schemeClr>
                </a:solidFill>
                <a:round/>
                <a:headEnd/>
                <a:tailEnd/>
              </a:ln>
            </p:spPr>
            <p:txBody>
              <a:bodyPr/>
              <a:lstStyle/>
              <a:p>
                <a:endParaRPr lang="en-US"/>
              </a:p>
            </p:txBody>
          </p:sp>
          <p:sp>
            <p:nvSpPr>
              <p:cNvPr id="103892" name="Line 950">
                <a:extLst>
                  <a:ext uri="{FF2B5EF4-FFF2-40B4-BE49-F238E27FC236}">
                    <a16:creationId xmlns:a16="http://schemas.microsoft.com/office/drawing/2014/main" id="{60AF9BE0-EC9E-13DB-0DA3-CFE72CED376E}"/>
                  </a:ext>
                </a:extLst>
              </p:cNvPr>
              <p:cNvSpPr>
                <a:spLocks noChangeShapeType="1"/>
              </p:cNvSpPr>
              <p:nvPr/>
            </p:nvSpPr>
            <p:spPr bwMode="auto">
              <a:xfrm flipV="1">
                <a:off x="1473" y="3032"/>
                <a:ext cx="766" cy="252"/>
              </a:xfrm>
              <a:prstGeom prst="line">
                <a:avLst/>
              </a:prstGeom>
              <a:grpFill/>
              <a:ln w="25400">
                <a:solidFill>
                  <a:schemeClr val="bg1">
                    <a:lumMod val="65000"/>
                  </a:schemeClr>
                </a:solidFill>
                <a:round/>
                <a:headEnd/>
                <a:tailEnd/>
              </a:ln>
            </p:spPr>
            <p:txBody>
              <a:bodyPr/>
              <a:lstStyle/>
              <a:p>
                <a:endParaRPr lang="en-US"/>
              </a:p>
            </p:txBody>
          </p:sp>
        </p:grpSp>
        <p:grpSp>
          <p:nvGrpSpPr>
            <p:cNvPr id="103617" name="Group 951">
              <a:extLst>
                <a:ext uri="{FF2B5EF4-FFF2-40B4-BE49-F238E27FC236}">
                  <a16:creationId xmlns:a16="http://schemas.microsoft.com/office/drawing/2014/main" id="{9A3AD300-EFAD-A2C3-C297-5AA8BD056EE1}"/>
                </a:ext>
              </a:extLst>
            </p:cNvPr>
            <p:cNvGrpSpPr>
              <a:grpSpLocks/>
            </p:cNvGrpSpPr>
            <p:nvPr/>
          </p:nvGrpSpPr>
          <p:grpSpPr bwMode="auto">
            <a:xfrm>
              <a:off x="1497" y="1765"/>
              <a:ext cx="878" cy="290"/>
              <a:chOff x="1497" y="1765"/>
              <a:chExt cx="878" cy="290"/>
            </a:xfrm>
            <a:grpFill/>
          </p:grpSpPr>
          <p:sp>
            <p:nvSpPr>
              <p:cNvPr id="103889" name="Freeform 952">
                <a:extLst>
                  <a:ext uri="{FF2B5EF4-FFF2-40B4-BE49-F238E27FC236}">
                    <a16:creationId xmlns:a16="http://schemas.microsoft.com/office/drawing/2014/main" id="{4F7EA426-BCE2-FB2B-B903-E6CEF3FE53AC}"/>
                  </a:ext>
                </a:extLst>
              </p:cNvPr>
              <p:cNvSpPr>
                <a:spLocks/>
              </p:cNvSpPr>
              <p:nvPr/>
            </p:nvSpPr>
            <p:spPr bwMode="auto">
              <a:xfrm>
                <a:off x="2239" y="1765"/>
                <a:ext cx="136" cy="72"/>
              </a:xfrm>
              <a:custGeom>
                <a:avLst/>
                <a:gdLst>
                  <a:gd name="T0" fmla="*/ 136 w 136"/>
                  <a:gd name="T1" fmla="*/ 0 h 72"/>
                  <a:gd name="T2" fmla="*/ 24 w 136"/>
                  <a:gd name="T3" fmla="*/ 72 h 72"/>
                  <a:gd name="T4" fmla="*/ 8 w 136"/>
                  <a:gd name="T5" fmla="*/ 40 h 72"/>
                  <a:gd name="T6" fmla="*/ 0 w 136"/>
                  <a:gd name="T7" fmla="*/ 8 h 72"/>
                  <a:gd name="T8" fmla="*/ 136 w 136"/>
                  <a:gd name="T9" fmla="*/ 0 h 72"/>
                  <a:gd name="T10" fmla="*/ 0 60000 65536"/>
                  <a:gd name="T11" fmla="*/ 0 60000 65536"/>
                  <a:gd name="T12" fmla="*/ 0 60000 65536"/>
                  <a:gd name="T13" fmla="*/ 0 60000 65536"/>
                  <a:gd name="T14" fmla="*/ 0 60000 65536"/>
                  <a:gd name="T15" fmla="*/ 0 w 136"/>
                  <a:gd name="T16" fmla="*/ 0 h 72"/>
                  <a:gd name="T17" fmla="*/ 136 w 136"/>
                  <a:gd name="T18" fmla="*/ 72 h 72"/>
                </a:gdLst>
                <a:ahLst/>
                <a:cxnLst>
                  <a:cxn ang="T10">
                    <a:pos x="T0" y="T1"/>
                  </a:cxn>
                  <a:cxn ang="T11">
                    <a:pos x="T2" y="T3"/>
                  </a:cxn>
                  <a:cxn ang="T12">
                    <a:pos x="T4" y="T5"/>
                  </a:cxn>
                  <a:cxn ang="T13">
                    <a:pos x="T6" y="T7"/>
                  </a:cxn>
                  <a:cxn ang="T14">
                    <a:pos x="T8" y="T9"/>
                  </a:cxn>
                </a:cxnLst>
                <a:rect l="T15" t="T16" r="T17" b="T18"/>
                <a:pathLst>
                  <a:path w="136" h="72">
                    <a:moveTo>
                      <a:pt x="136" y="0"/>
                    </a:moveTo>
                    <a:lnTo>
                      <a:pt x="24" y="72"/>
                    </a:lnTo>
                    <a:lnTo>
                      <a:pt x="8" y="40"/>
                    </a:lnTo>
                    <a:lnTo>
                      <a:pt x="0" y="8"/>
                    </a:lnTo>
                    <a:lnTo>
                      <a:pt x="136" y="0"/>
                    </a:lnTo>
                    <a:close/>
                  </a:path>
                </a:pathLst>
              </a:custGeom>
              <a:grpFill/>
              <a:ln w="9525">
                <a:solidFill>
                  <a:schemeClr val="bg1">
                    <a:lumMod val="65000"/>
                  </a:schemeClr>
                </a:solidFill>
                <a:round/>
                <a:headEnd/>
                <a:tailEnd/>
              </a:ln>
            </p:spPr>
            <p:txBody>
              <a:bodyPr/>
              <a:lstStyle/>
              <a:p>
                <a:endParaRPr lang="en-US"/>
              </a:p>
            </p:txBody>
          </p:sp>
          <p:sp>
            <p:nvSpPr>
              <p:cNvPr id="103890" name="Line 953">
                <a:extLst>
                  <a:ext uri="{FF2B5EF4-FFF2-40B4-BE49-F238E27FC236}">
                    <a16:creationId xmlns:a16="http://schemas.microsoft.com/office/drawing/2014/main" id="{23C6EDFD-AB31-1BEF-9EA2-0A1566D9C429}"/>
                  </a:ext>
                </a:extLst>
              </p:cNvPr>
              <p:cNvSpPr>
                <a:spLocks noChangeShapeType="1"/>
              </p:cNvSpPr>
              <p:nvPr/>
            </p:nvSpPr>
            <p:spPr bwMode="auto">
              <a:xfrm flipV="1">
                <a:off x="1497" y="1803"/>
                <a:ext cx="758" cy="252"/>
              </a:xfrm>
              <a:prstGeom prst="line">
                <a:avLst/>
              </a:prstGeom>
              <a:grpFill/>
              <a:ln w="25400">
                <a:solidFill>
                  <a:schemeClr val="bg1">
                    <a:lumMod val="65000"/>
                  </a:schemeClr>
                </a:solidFill>
                <a:round/>
                <a:headEnd/>
                <a:tailEnd/>
              </a:ln>
            </p:spPr>
            <p:txBody>
              <a:bodyPr/>
              <a:lstStyle/>
              <a:p>
                <a:endParaRPr lang="en-US"/>
              </a:p>
            </p:txBody>
          </p:sp>
        </p:grpSp>
        <p:grpSp>
          <p:nvGrpSpPr>
            <p:cNvPr id="103618" name="Group 954">
              <a:extLst>
                <a:ext uri="{FF2B5EF4-FFF2-40B4-BE49-F238E27FC236}">
                  <a16:creationId xmlns:a16="http://schemas.microsoft.com/office/drawing/2014/main" id="{93E6311D-CC65-04C3-C5C5-6B5748E7950A}"/>
                </a:ext>
              </a:extLst>
            </p:cNvPr>
            <p:cNvGrpSpPr>
              <a:grpSpLocks/>
            </p:cNvGrpSpPr>
            <p:nvPr/>
          </p:nvGrpSpPr>
          <p:grpSpPr bwMode="auto">
            <a:xfrm>
              <a:off x="1938" y="1765"/>
              <a:ext cx="892" cy="1507"/>
              <a:chOff x="1938" y="1765"/>
              <a:chExt cx="892" cy="1507"/>
            </a:xfrm>
            <a:grpFill/>
          </p:grpSpPr>
          <p:sp>
            <p:nvSpPr>
              <p:cNvPr id="103887" name="Freeform 955">
                <a:extLst>
                  <a:ext uri="{FF2B5EF4-FFF2-40B4-BE49-F238E27FC236}">
                    <a16:creationId xmlns:a16="http://schemas.microsoft.com/office/drawing/2014/main" id="{961BDD44-B335-84FA-6BFB-855102256E7A}"/>
                  </a:ext>
                </a:extLst>
              </p:cNvPr>
              <p:cNvSpPr>
                <a:spLocks/>
              </p:cNvSpPr>
              <p:nvPr/>
            </p:nvSpPr>
            <p:spPr bwMode="auto">
              <a:xfrm>
                <a:off x="2726" y="3145"/>
                <a:ext cx="104" cy="127"/>
              </a:xfrm>
              <a:custGeom>
                <a:avLst/>
                <a:gdLst>
                  <a:gd name="T0" fmla="*/ 104 w 104"/>
                  <a:gd name="T1" fmla="*/ 127 h 127"/>
                  <a:gd name="T2" fmla="*/ 0 w 104"/>
                  <a:gd name="T3" fmla="*/ 32 h 127"/>
                  <a:gd name="T4" fmla="*/ 32 w 104"/>
                  <a:gd name="T5" fmla="*/ 16 h 127"/>
                  <a:gd name="T6" fmla="*/ 64 w 104"/>
                  <a:gd name="T7" fmla="*/ 0 h 127"/>
                  <a:gd name="T8" fmla="*/ 104 w 104"/>
                  <a:gd name="T9" fmla="*/ 127 h 127"/>
                  <a:gd name="T10" fmla="*/ 0 60000 65536"/>
                  <a:gd name="T11" fmla="*/ 0 60000 65536"/>
                  <a:gd name="T12" fmla="*/ 0 60000 65536"/>
                  <a:gd name="T13" fmla="*/ 0 60000 65536"/>
                  <a:gd name="T14" fmla="*/ 0 60000 65536"/>
                  <a:gd name="T15" fmla="*/ 0 w 104"/>
                  <a:gd name="T16" fmla="*/ 0 h 127"/>
                  <a:gd name="T17" fmla="*/ 104 w 104"/>
                  <a:gd name="T18" fmla="*/ 127 h 127"/>
                </a:gdLst>
                <a:ahLst/>
                <a:cxnLst>
                  <a:cxn ang="T10">
                    <a:pos x="T0" y="T1"/>
                  </a:cxn>
                  <a:cxn ang="T11">
                    <a:pos x="T2" y="T3"/>
                  </a:cxn>
                  <a:cxn ang="T12">
                    <a:pos x="T4" y="T5"/>
                  </a:cxn>
                  <a:cxn ang="T13">
                    <a:pos x="T6" y="T7"/>
                  </a:cxn>
                  <a:cxn ang="T14">
                    <a:pos x="T8" y="T9"/>
                  </a:cxn>
                </a:cxnLst>
                <a:rect l="T15" t="T16" r="T17" b="T18"/>
                <a:pathLst>
                  <a:path w="104" h="127">
                    <a:moveTo>
                      <a:pt x="104" y="127"/>
                    </a:moveTo>
                    <a:lnTo>
                      <a:pt x="0" y="32"/>
                    </a:lnTo>
                    <a:lnTo>
                      <a:pt x="32" y="16"/>
                    </a:lnTo>
                    <a:lnTo>
                      <a:pt x="64" y="0"/>
                    </a:lnTo>
                    <a:lnTo>
                      <a:pt x="104" y="127"/>
                    </a:lnTo>
                    <a:close/>
                  </a:path>
                </a:pathLst>
              </a:custGeom>
              <a:grpFill/>
              <a:ln w="9525">
                <a:solidFill>
                  <a:schemeClr val="bg1">
                    <a:lumMod val="65000"/>
                  </a:schemeClr>
                </a:solidFill>
                <a:round/>
                <a:headEnd/>
                <a:tailEnd/>
              </a:ln>
            </p:spPr>
            <p:txBody>
              <a:bodyPr/>
              <a:lstStyle/>
              <a:p>
                <a:endParaRPr lang="en-US"/>
              </a:p>
            </p:txBody>
          </p:sp>
          <p:sp>
            <p:nvSpPr>
              <p:cNvPr id="103888" name="Line 956">
                <a:extLst>
                  <a:ext uri="{FF2B5EF4-FFF2-40B4-BE49-F238E27FC236}">
                    <a16:creationId xmlns:a16="http://schemas.microsoft.com/office/drawing/2014/main" id="{1899DC71-3F20-7307-EDEF-F8B46F27594D}"/>
                  </a:ext>
                </a:extLst>
              </p:cNvPr>
              <p:cNvSpPr>
                <a:spLocks noChangeShapeType="1"/>
              </p:cNvSpPr>
              <p:nvPr/>
            </p:nvSpPr>
            <p:spPr bwMode="auto">
              <a:xfrm>
                <a:off x="1938" y="1765"/>
                <a:ext cx="823" cy="1404"/>
              </a:xfrm>
              <a:prstGeom prst="line">
                <a:avLst/>
              </a:prstGeom>
              <a:grpFill/>
              <a:ln w="25400">
                <a:solidFill>
                  <a:schemeClr val="bg1">
                    <a:lumMod val="65000"/>
                  </a:schemeClr>
                </a:solidFill>
                <a:round/>
                <a:headEnd/>
                <a:tailEnd/>
              </a:ln>
            </p:spPr>
            <p:txBody>
              <a:bodyPr/>
              <a:lstStyle/>
              <a:p>
                <a:endParaRPr lang="en-US"/>
              </a:p>
            </p:txBody>
          </p:sp>
        </p:grpSp>
        <p:grpSp>
          <p:nvGrpSpPr>
            <p:cNvPr id="103619" name="Group 957">
              <a:extLst>
                <a:ext uri="{FF2B5EF4-FFF2-40B4-BE49-F238E27FC236}">
                  <a16:creationId xmlns:a16="http://schemas.microsoft.com/office/drawing/2014/main" id="{D5938F26-544F-6566-C78A-85608F84915B}"/>
                </a:ext>
              </a:extLst>
            </p:cNvPr>
            <p:cNvGrpSpPr>
              <a:grpSpLocks/>
            </p:cNvGrpSpPr>
            <p:nvPr/>
          </p:nvGrpSpPr>
          <p:grpSpPr bwMode="auto">
            <a:xfrm>
              <a:off x="1482" y="1781"/>
              <a:ext cx="438" cy="263"/>
              <a:chOff x="1482" y="1781"/>
              <a:chExt cx="438" cy="263"/>
            </a:xfrm>
            <a:grpFill/>
          </p:grpSpPr>
          <p:sp>
            <p:nvSpPr>
              <p:cNvPr id="103882" name="Freeform 958">
                <a:extLst>
                  <a:ext uri="{FF2B5EF4-FFF2-40B4-BE49-F238E27FC236}">
                    <a16:creationId xmlns:a16="http://schemas.microsoft.com/office/drawing/2014/main" id="{08D54E28-074B-C2C9-4225-A1BBDF381507}"/>
                  </a:ext>
                </a:extLst>
              </p:cNvPr>
              <p:cNvSpPr>
                <a:spLocks/>
              </p:cNvSpPr>
              <p:nvPr/>
            </p:nvSpPr>
            <p:spPr bwMode="auto">
              <a:xfrm>
                <a:off x="1808" y="1964"/>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 name="T15" fmla="*/ 0 w 112"/>
                  <a:gd name="T16" fmla="*/ 0 h 80"/>
                  <a:gd name="T17" fmla="*/ 112 w 112"/>
                  <a:gd name="T18" fmla="*/ 80 h 80"/>
                </a:gdLst>
                <a:ahLst/>
                <a:cxnLst>
                  <a:cxn ang="T10">
                    <a:pos x="T0" y="T1"/>
                  </a:cxn>
                  <a:cxn ang="T11">
                    <a:pos x="T2" y="T3"/>
                  </a:cxn>
                  <a:cxn ang="T12">
                    <a:pos x="T4" y="T5"/>
                  </a:cxn>
                  <a:cxn ang="T13">
                    <a:pos x="T6" y="T7"/>
                  </a:cxn>
                  <a:cxn ang="T14">
                    <a:pos x="T8" y="T9"/>
                  </a:cxn>
                </a:cxnLst>
                <a:rect l="T15" t="T16" r="T17" b="T18"/>
                <a:pathLst>
                  <a:path w="112" h="80">
                    <a:moveTo>
                      <a:pt x="112" y="80"/>
                    </a:moveTo>
                    <a:lnTo>
                      <a:pt x="0" y="48"/>
                    </a:lnTo>
                    <a:lnTo>
                      <a:pt x="16" y="24"/>
                    </a:lnTo>
                    <a:lnTo>
                      <a:pt x="32" y="0"/>
                    </a:lnTo>
                    <a:lnTo>
                      <a:pt x="112" y="80"/>
                    </a:lnTo>
                    <a:close/>
                  </a:path>
                </a:pathLst>
              </a:custGeom>
              <a:grpFill/>
              <a:ln w="9525">
                <a:solidFill>
                  <a:schemeClr val="bg1">
                    <a:lumMod val="65000"/>
                  </a:schemeClr>
                </a:solidFill>
                <a:round/>
                <a:headEnd/>
                <a:tailEnd/>
              </a:ln>
            </p:spPr>
            <p:txBody>
              <a:bodyPr/>
              <a:lstStyle/>
              <a:p>
                <a:endParaRPr lang="en-US"/>
              </a:p>
            </p:txBody>
          </p:sp>
          <p:sp>
            <p:nvSpPr>
              <p:cNvPr id="103883" name="Line 959">
                <a:extLst>
                  <a:ext uri="{FF2B5EF4-FFF2-40B4-BE49-F238E27FC236}">
                    <a16:creationId xmlns:a16="http://schemas.microsoft.com/office/drawing/2014/main" id="{C8EABEB6-4A5B-35DB-D2AA-85C88E8477CD}"/>
                  </a:ext>
                </a:extLst>
              </p:cNvPr>
              <p:cNvSpPr>
                <a:spLocks noChangeShapeType="1"/>
              </p:cNvSpPr>
              <p:nvPr/>
            </p:nvSpPr>
            <p:spPr bwMode="auto">
              <a:xfrm>
                <a:off x="1482" y="1781"/>
                <a:ext cx="70" cy="46"/>
              </a:xfrm>
              <a:prstGeom prst="line">
                <a:avLst/>
              </a:prstGeom>
              <a:grpFill/>
              <a:ln w="12700">
                <a:solidFill>
                  <a:schemeClr val="bg1">
                    <a:lumMod val="65000"/>
                  </a:schemeClr>
                </a:solidFill>
                <a:round/>
                <a:headEnd/>
                <a:tailEnd/>
              </a:ln>
            </p:spPr>
            <p:txBody>
              <a:bodyPr/>
              <a:lstStyle/>
              <a:p>
                <a:endParaRPr lang="en-US"/>
              </a:p>
            </p:txBody>
          </p:sp>
          <p:sp>
            <p:nvSpPr>
              <p:cNvPr id="103884" name="Line 960">
                <a:extLst>
                  <a:ext uri="{FF2B5EF4-FFF2-40B4-BE49-F238E27FC236}">
                    <a16:creationId xmlns:a16="http://schemas.microsoft.com/office/drawing/2014/main" id="{4F0CA187-80C2-933A-FE78-8F2F6BAE33E2}"/>
                  </a:ext>
                </a:extLst>
              </p:cNvPr>
              <p:cNvSpPr>
                <a:spLocks noChangeShapeType="1"/>
              </p:cNvSpPr>
              <p:nvPr/>
            </p:nvSpPr>
            <p:spPr bwMode="auto">
              <a:xfrm>
                <a:off x="1577" y="1837"/>
                <a:ext cx="71" cy="47"/>
              </a:xfrm>
              <a:prstGeom prst="line">
                <a:avLst/>
              </a:prstGeom>
              <a:grpFill/>
              <a:ln w="12700">
                <a:solidFill>
                  <a:schemeClr val="bg1">
                    <a:lumMod val="65000"/>
                  </a:schemeClr>
                </a:solidFill>
                <a:round/>
                <a:headEnd/>
                <a:tailEnd/>
              </a:ln>
            </p:spPr>
            <p:txBody>
              <a:bodyPr/>
              <a:lstStyle/>
              <a:p>
                <a:endParaRPr lang="en-US"/>
              </a:p>
            </p:txBody>
          </p:sp>
          <p:sp>
            <p:nvSpPr>
              <p:cNvPr id="103885" name="Line 961">
                <a:extLst>
                  <a:ext uri="{FF2B5EF4-FFF2-40B4-BE49-F238E27FC236}">
                    <a16:creationId xmlns:a16="http://schemas.microsoft.com/office/drawing/2014/main" id="{DA0FE408-FDCC-7D96-10EE-555B8E6114FB}"/>
                  </a:ext>
                </a:extLst>
              </p:cNvPr>
              <p:cNvSpPr>
                <a:spLocks noChangeShapeType="1"/>
              </p:cNvSpPr>
              <p:nvPr/>
            </p:nvSpPr>
            <p:spPr bwMode="auto">
              <a:xfrm>
                <a:off x="1672" y="1892"/>
                <a:ext cx="72" cy="47"/>
              </a:xfrm>
              <a:prstGeom prst="line">
                <a:avLst/>
              </a:prstGeom>
              <a:grpFill/>
              <a:ln w="12700">
                <a:solidFill>
                  <a:schemeClr val="bg1">
                    <a:lumMod val="65000"/>
                  </a:schemeClr>
                </a:solidFill>
                <a:round/>
                <a:headEnd/>
                <a:tailEnd/>
              </a:ln>
            </p:spPr>
            <p:txBody>
              <a:bodyPr/>
              <a:lstStyle/>
              <a:p>
                <a:endParaRPr lang="en-US"/>
              </a:p>
            </p:txBody>
          </p:sp>
          <p:sp>
            <p:nvSpPr>
              <p:cNvPr id="103886" name="Line 962">
                <a:extLst>
                  <a:ext uri="{FF2B5EF4-FFF2-40B4-BE49-F238E27FC236}">
                    <a16:creationId xmlns:a16="http://schemas.microsoft.com/office/drawing/2014/main" id="{E8C990D9-F4C7-488F-7037-8FD024A54C4F}"/>
                  </a:ext>
                </a:extLst>
              </p:cNvPr>
              <p:cNvSpPr>
                <a:spLocks noChangeShapeType="1"/>
              </p:cNvSpPr>
              <p:nvPr/>
            </p:nvSpPr>
            <p:spPr bwMode="auto">
              <a:xfrm>
                <a:off x="1768" y="1956"/>
                <a:ext cx="56" cy="32"/>
              </a:xfrm>
              <a:prstGeom prst="line">
                <a:avLst/>
              </a:prstGeom>
              <a:grpFill/>
              <a:ln w="12700">
                <a:solidFill>
                  <a:schemeClr val="bg1">
                    <a:lumMod val="65000"/>
                  </a:schemeClr>
                </a:solidFill>
                <a:round/>
                <a:headEnd/>
                <a:tailEnd/>
              </a:ln>
            </p:spPr>
            <p:txBody>
              <a:bodyPr/>
              <a:lstStyle/>
              <a:p>
                <a:endParaRPr lang="en-US"/>
              </a:p>
            </p:txBody>
          </p:sp>
        </p:grpSp>
        <p:grpSp>
          <p:nvGrpSpPr>
            <p:cNvPr id="103620" name="Group 963">
              <a:extLst>
                <a:ext uri="{FF2B5EF4-FFF2-40B4-BE49-F238E27FC236}">
                  <a16:creationId xmlns:a16="http://schemas.microsoft.com/office/drawing/2014/main" id="{58EFBB77-B0EE-0A42-15DF-066CD0FF7414}"/>
                </a:ext>
              </a:extLst>
            </p:cNvPr>
            <p:cNvGrpSpPr>
              <a:grpSpLocks/>
            </p:cNvGrpSpPr>
            <p:nvPr/>
          </p:nvGrpSpPr>
          <p:grpSpPr bwMode="auto">
            <a:xfrm>
              <a:off x="1481" y="1789"/>
              <a:ext cx="455" cy="550"/>
              <a:chOff x="1481" y="1789"/>
              <a:chExt cx="455" cy="550"/>
            </a:xfrm>
            <a:grpFill/>
          </p:grpSpPr>
          <p:sp>
            <p:nvSpPr>
              <p:cNvPr id="103875" name="Freeform 964">
                <a:extLst>
                  <a:ext uri="{FF2B5EF4-FFF2-40B4-BE49-F238E27FC236}">
                    <a16:creationId xmlns:a16="http://schemas.microsoft.com/office/drawing/2014/main" id="{F466580F-CC8B-0C12-AF33-8B4F71AD04F6}"/>
                  </a:ext>
                </a:extLst>
              </p:cNvPr>
              <p:cNvSpPr>
                <a:spLocks/>
              </p:cNvSpPr>
              <p:nvPr/>
            </p:nvSpPr>
            <p:spPr bwMode="auto">
              <a:xfrm>
                <a:off x="1840" y="2235"/>
                <a:ext cx="96" cy="104"/>
              </a:xfrm>
              <a:custGeom>
                <a:avLst/>
                <a:gdLst>
                  <a:gd name="T0" fmla="*/ 96 w 96"/>
                  <a:gd name="T1" fmla="*/ 104 h 104"/>
                  <a:gd name="T2" fmla="*/ 0 w 96"/>
                  <a:gd name="T3" fmla="*/ 32 h 104"/>
                  <a:gd name="T4" fmla="*/ 24 w 96"/>
                  <a:gd name="T5" fmla="*/ 16 h 104"/>
                  <a:gd name="T6" fmla="*/ 48 w 96"/>
                  <a:gd name="T7" fmla="*/ 0 h 104"/>
                  <a:gd name="T8" fmla="*/ 96 w 96"/>
                  <a:gd name="T9" fmla="*/ 104 h 104"/>
                  <a:gd name="T10" fmla="*/ 0 60000 65536"/>
                  <a:gd name="T11" fmla="*/ 0 60000 65536"/>
                  <a:gd name="T12" fmla="*/ 0 60000 65536"/>
                  <a:gd name="T13" fmla="*/ 0 60000 65536"/>
                  <a:gd name="T14" fmla="*/ 0 60000 65536"/>
                  <a:gd name="T15" fmla="*/ 0 w 96"/>
                  <a:gd name="T16" fmla="*/ 0 h 104"/>
                  <a:gd name="T17" fmla="*/ 96 w 96"/>
                  <a:gd name="T18" fmla="*/ 104 h 104"/>
                </a:gdLst>
                <a:ahLst/>
                <a:cxnLst>
                  <a:cxn ang="T10">
                    <a:pos x="T0" y="T1"/>
                  </a:cxn>
                  <a:cxn ang="T11">
                    <a:pos x="T2" y="T3"/>
                  </a:cxn>
                  <a:cxn ang="T12">
                    <a:pos x="T4" y="T5"/>
                  </a:cxn>
                  <a:cxn ang="T13">
                    <a:pos x="T6" y="T7"/>
                  </a:cxn>
                  <a:cxn ang="T14">
                    <a:pos x="T8" y="T9"/>
                  </a:cxn>
                </a:cxnLst>
                <a:rect l="T15" t="T16" r="T17" b="T18"/>
                <a:pathLst>
                  <a:path w="96" h="104">
                    <a:moveTo>
                      <a:pt x="96" y="104"/>
                    </a:moveTo>
                    <a:lnTo>
                      <a:pt x="0" y="32"/>
                    </a:lnTo>
                    <a:lnTo>
                      <a:pt x="24" y="16"/>
                    </a:lnTo>
                    <a:lnTo>
                      <a:pt x="48" y="0"/>
                    </a:lnTo>
                    <a:lnTo>
                      <a:pt x="96" y="104"/>
                    </a:lnTo>
                    <a:close/>
                  </a:path>
                </a:pathLst>
              </a:custGeom>
              <a:grpFill/>
              <a:ln w="9525">
                <a:solidFill>
                  <a:schemeClr val="bg1">
                    <a:lumMod val="65000"/>
                  </a:schemeClr>
                </a:solidFill>
                <a:round/>
                <a:headEnd/>
                <a:tailEnd/>
              </a:ln>
            </p:spPr>
            <p:txBody>
              <a:bodyPr/>
              <a:lstStyle/>
              <a:p>
                <a:endParaRPr lang="en-US"/>
              </a:p>
            </p:txBody>
          </p:sp>
          <p:sp>
            <p:nvSpPr>
              <p:cNvPr id="103876" name="Line 965">
                <a:extLst>
                  <a:ext uri="{FF2B5EF4-FFF2-40B4-BE49-F238E27FC236}">
                    <a16:creationId xmlns:a16="http://schemas.microsoft.com/office/drawing/2014/main" id="{EE1FC8A1-5ED0-023B-8830-5D800BEAC8BB}"/>
                  </a:ext>
                </a:extLst>
              </p:cNvPr>
              <p:cNvSpPr>
                <a:spLocks noChangeShapeType="1"/>
              </p:cNvSpPr>
              <p:nvPr/>
            </p:nvSpPr>
            <p:spPr bwMode="auto">
              <a:xfrm>
                <a:off x="1481" y="1789"/>
                <a:ext cx="55" cy="62"/>
              </a:xfrm>
              <a:prstGeom prst="line">
                <a:avLst/>
              </a:prstGeom>
              <a:grpFill/>
              <a:ln w="12700">
                <a:solidFill>
                  <a:schemeClr val="bg1">
                    <a:lumMod val="65000"/>
                  </a:schemeClr>
                </a:solidFill>
                <a:round/>
                <a:headEnd/>
                <a:tailEnd/>
              </a:ln>
            </p:spPr>
            <p:txBody>
              <a:bodyPr/>
              <a:lstStyle/>
              <a:p>
                <a:endParaRPr lang="en-US"/>
              </a:p>
            </p:txBody>
          </p:sp>
          <p:sp>
            <p:nvSpPr>
              <p:cNvPr id="103877" name="Line 966">
                <a:extLst>
                  <a:ext uri="{FF2B5EF4-FFF2-40B4-BE49-F238E27FC236}">
                    <a16:creationId xmlns:a16="http://schemas.microsoft.com/office/drawing/2014/main" id="{644DB31B-5ACE-BECC-211C-2E0220E9B7B3}"/>
                  </a:ext>
                </a:extLst>
              </p:cNvPr>
              <p:cNvSpPr>
                <a:spLocks noChangeShapeType="1"/>
              </p:cNvSpPr>
              <p:nvPr/>
            </p:nvSpPr>
            <p:spPr bwMode="auto">
              <a:xfrm>
                <a:off x="1552" y="1876"/>
                <a:ext cx="56" cy="64"/>
              </a:xfrm>
              <a:prstGeom prst="line">
                <a:avLst/>
              </a:prstGeom>
              <a:grpFill/>
              <a:ln w="12700">
                <a:solidFill>
                  <a:schemeClr val="bg1">
                    <a:lumMod val="65000"/>
                  </a:schemeClr>
                </a:solidFill>
                <a:round/>
                <a:headEnd/>
                <a:tailEnd/>
              </a:ln>
            </p:spPr>
            <p:txBody>
              <a:bodyPr/>
              <a:lstStyle/>
              <a:p>
                <a:endParaRPr lang="en-US"/>
              </a:p>
            </p:txBody>
          </p:sp>
          <p:sp>
            <p:nvSpPr>
              <p:cNvPr id="103878" name="Line 967">
                <a:extLst>
                  <a:ext uri="{FF2B5EF4-FFF2-40B4-BE49-F238E27FC236}">
                    <a16:creationId xmlns:a16="http://schemas.microsoft.com/office/drawing/2014/main" id="{55699942-B496-F7E4-5569-9C3B17A6D9DA}"/>
                  </a:ext>
                </a:extLst>
              </p:cNvPr>
              <p:cNvSpPr>
                <a:spLocks noChangeShapeType="1"/>
              </p:cNvSpPr>
              <p:nvPr/>
            </p:nvSpPr>
            <p:spPr bwMode="auto">
              <a:xfrm>
                <a:off x="1624" y="1964"/>
                <a:ext cx="56" cy="64"/>
              </a:xfrm>
              <a:prstGeom prst="line">
                <a:avLst/>
              </a:prstGeom>
              <a:grpFill/>
              <a:ln w="12700">
                <a:solidFill>
                  <a:schemeClr val="bg1">
                    <a:lumMod val="65000"/>
                  </a:schemeClr>
                </a:solidFill>
                <a:round/>
                <a:headEnd/>
                <a:tailEnd/>
              </a:ln>
            </p:spPr>
            <p:txBody>
              <a:bodyPr/>
              <a:lstStyle/>
              <a:p>
                <a:endParaRPr lang="en-US"/>
              </a:p>
            </p:txBody>
          </p:sp>
          <p:sp>
            <p:nvSpPr>
              <p:cNvPr id="103879" name="Line 968">
                <a:extLst>
                  <a:ext uri="{FF2B5EF4-FFF2-40B4-BE49-F238E27FC236}">
                    <a16:creationId xmlns:a16="http://schemas.microsoft.com/office/drawing/2014/main" id="{052DBE37-59E3-E3DB-F180-7D2372B29E8A}"/>
                  </a:ext>
                </a:extLst>
              </p:cNvPr>
              <p:cNvSpPr>
                <a:spLocks noChangeShapeType="1"/>
              </p:cNvSpPr>
              <p:nvPr/>
            </p:nvSpPr>
            <p:spPr bwMode="auto">
              <a:xfrm>
                <a:off x="1696" y="2044"/>
                <a:ext cx="56" cy="72"/>
              </a:xfrm>
              <a:prstGeom prst="line">
                <a:avLst/>
              </a:prstGeom>
              <a:grpFill/>
              <a:ln w="12700">
                <a:solidFill>
                  <a:schemeClr val="bg1">
                    <a:lumMod val="65000"/>
                  </a:schemeClr>
                </a:solidFill>
                <a:round/>
                <a:headEnd/>
                <a:tailEnd/>
              </a:ln>
            </p:spPr>
            <p:txBody>
              <a:bodyPr/>
              <a:lstStyle/>
              <a:p>
                <a:endParaRPr lang="en-US"/>
              </a:p>
            </p:txBody>
          </p:sp>
          <p:sp>
            <p:nvSpPr>
              <p:cNvPr id="103880" name="Line 969">
                <a:extLst>
                  <a:ext uri="{FF2B5EF4-FFF2-40B4-BE49-F238E27FC236}">
                    <a16:creationId xmlns:a16="http://schemas.microsoft.com/office/drawing/2014/main" id="{C6565826-D04E-6403-828A-5608F37BFA38}"/>
                  </a:ext>
                </a:extLst>
              </p:cNvPr>
              <p:cNvSpPr>
                <a:spLocks noChangeShapeType="1"/>
              </p:cNvSpPr>
              <p:nvPr/>
            </p:nvSpPr>
            <p:spPr bwMode="auto">
              <a:xfrm>
                <a:off x="1768" y="2132"/>
                <a:ext cx="56" cy="71"/>
              </a:xfrm>
              <a:prstGeom prst="line">
                <a:avLst/>
              </a:prstGeom>
              <a:grpFill/>
              <a:ln w="12700">
                <a:solidFill>
                  <a:schemeClr val="bg1">
                    <a:lumMod val="65000"/>
                  </a:schemeClr>
                </a:solidFill>
                <a:round/>
                <a:headEnd/>
                <a:tailEnd/>
              </a:ln>
            </p:spPr>
            <p:txBody>
              <a:bodyPr/>
              <a:lstStyle/>
              <a:p>
                <a:endParaRPr lang="en-US"/>
              </a:p>
            </p:txBody>
          </p:sp>
          <p:sp>
            <p:nvSpPr>
              <p:cNvPr id="103881" name="Line 970">
                <a:extLst>
                  <a:ext uri="{FF2B5EF4-FFF2-40B4-BE49-F238E27FC236}">
                    <a16:creationId xmlns:a16="http://schemas.microsoft.com/office/drawing/2014/main" id="{652E4D97-2EFD-F5DC-02FB-4535FCFE0ECA}"/>
                  </a:ext>
                </a:extLst>
              </p:cNvPr>
              <p:cNvSpPr>
                <a:spLocks noChangeShapeType="1"/>
              </p:cNvSpPr>
              <p:nvPr/>
            </p:nvSpPr>
            <p:spPr bwMode="auto">
              <a:xfrm>
                <a:off x="1840" y="2219"/>
                <a:ext cx="24" cy="31"/>
              </a:xfrm>
              <a:prstGeom prst="line">
                <a:avLst/>
              </a:prstGeom>
              <a:grpFill/>
              <a:ln w="12700">
                <a:solidFill>
                  <a:schemeClr val="bg1">
                    <a:lumMod val="65000"/>
                  </a:schemeClr>
                </a:solidFill>
                <a:round/>
                <a:headEnd/>
                <a:tailEnd/>
              </a:ln>
            </p:spPr>
            <p:txBody>
              <a:bodyPr/>
              <a:lstStyle/>
              <a:p>
                <a:endParaRPr lang="en-US"/>
              </a:p>
            </p:txBody>
          </p:sp>
        </p:grpSp>
        <p:grpSp>
          <p:nvGrpSpPr>
            <p:cNvPr id="103621" name="Group 971">
              <a:extLst>
                <a:ext uri="{FF2B5EF4-FFF2-40B4-BE49-F238E27FC236}">
                  <a16:creationId xmlns:a16="http://schemas.microsoft.com/office/drawing/2014/main" id="{6C8EDCDB-DC9F-2C24-AAC7-2968C18E29C4}"/>
                </a:ext>
              </a:extLst>
            </p:cNvPr>
            <p:cNvGrpSpPr>
              <a:grpSpLocks/>
            </p:cNvGrpSpPr>
            <p:nvPr/>
          </p:nvGrpSpPr>
          <p:grpSpPr bwMode="auto">
            <a:xfrm>
              <a:off x="1489" y="2084"/>
              <a:ext cx="439" cy="574"/>
              <a:chOff x="1489" y="2084"/>
              <a:chExt cx="439" cy="574"/>
            </a:xfrm>
            <a:grpFill/>
          </p:grpSpPr>
          <p:sp>
            <p:nvSpPr>
              <p:cNvPr id="103868" name="Freeform 972">
                <a:extLst>
                  <a:ext uri="{FF2B5EF4-FFF2-40B4-BE49-F238E27FC236}">
                    <a16:creationId xmlns:a16="http://schemas.microsoft.com/office/drawing/2014/main" id="{791DC6B1-F5A5-3991-AB33-E4D742D8581F}"/>
                  </a:ext>
                </a:extLst>
              </p:cNvPr>
              <p:cNvSpPr>
                <a:spLocks/>
              </p:cNvSpPr>
              <p:nvPr/>
            </p:nvSpPr>
            <p:spPr bwMode="auto">
              <a:xfrm>
                <a:off x="1840" y="2554"/>
                <a:ext cx="88" cy="104"/>
              </a:xfrm>
              <a:custGeom>
                <a:avLst/>
                <a:gdLst>
                  <a:gd name="T0" fmla="*/ 88 w 88"/>
                  <a:gd name="T1" fmla="*/ 104 h 104"/>
                  <a:gd name="T2" fmla="*/ 0 w 88"/>
                  <a:gd name="T3" fmla="*/ 32 h 104"/>
                  <a:gd name="T4" fmla="*/ 16 w 88"/>
                  <a:gd name="T5" fmla="*/ 16 h 104"/>
                  <a:gd name="T6" fmla="*/ 40 w 88"/>
                  <a:gd name="T7" fmla="*/ 0 h 104"/>
                  <a:gd name="T8" fmla="*/ 88 w 88"/>
                  <a:gd name="T9" fmla="*/ 104 h 104"/>
                  <a:gd name="T10" fmla="*/ 0 60000 65536"/>
                  <a:gd name="T11" fmla="*/ 0 60000 65536"/>
                  <a:gd name="T12" fmla="*/ 0 60000 65536"/>
                  <a:gd name="T13" fmla="*/ 0 60000 65536"/>
                  <a:gd name="T14" fmla="*/ 0 60000 65536"/>
                  <a:gd name="T15" fmla="*/ 0 w 88"/>
                  <a:gd name="T16" fmla="*/ 0 h 104"/>
                  <a:gd name="T17" fmla="*/ 88 w 88"/>
                  <a:gd name="T18" fmla="*/ 104 h 104"/>
                </a:gdLst>
                <a:ahLst/>
                <a:cxnLst>
                  <a:cxn ang="T10">
                    <a:pos x="T0" y="T1"/>
                  </a:cxn>
                  <a:cxn ang="T11">
                    <a:pos x="T2" y="T3"/>
                  </a:cxn>
                  <a:cxn ang="T12">
                    <a:pos x="T4" y="T5"/>
                  </a:cxn>
                  <a:cxn ang="T13">
                    <a:pos x="T6" y="T7"/>
                  </a:cxn>
                  <a:cxn ang="T14">
                    <a:pos x="T8" y="T9"/>
                  </a:cxn>
                </a:cxnLst>
                <a:rect l="T15" t="T16" r="T17" b="T18"/>
                <a:pathLst>
                  <a:path w="88" h="104">
                    <a:moveTo>
                      <a:pt x="88" y="104"/>
                    </a:moveTo>
                    <a:lnTo>
                      <a:pt x="0" y="32"/>
                    </a:lnTo>
                    <a:lnTo>
                      <a:pt x="16" y="16"/>
                    </a:lnTo>
                    <a:lnTo>
                      <a:pt x="40" y="0"/>
                    </a:lnTo>
                    <a:lnTo>
                      <a:pt x="88" y="104"/>
                    </a:lnTo>
                    <a:close/>
                  </a:path>
                </a:pathLst>
              </a:custGeom>
              <a:grpFill/>
              <a:ln w="9525">
                <a:solidFill>
                  <a:schemeClr val="bg1">
                    <a:lumMod val="65000"/>
                  </a:schemeClr>
                </a:solidFill>
                <a:round/>
                <a:headEnd/>
                <a:tailEnd/>
              </a:ln>
            </p:spPr>
            <p:txBody>
              <a:bodyPr/>
              <a:lstStyle/>
              <a:p>
                <a:endParaRPr lang="en-US"/>
              </a:p>
            </p:txBody>
          </p:sp>
          <p:sp>
            <p:nvSpPr>
              <p:cNvPr id="103869" name="Line 973">
                <a:extLst>
                  <a:ext uri="{FF2B5EF4-FFF2-40B4-BE49-F238E27FC236}">
                    <a16:creationId xmlns:a16="http://schemas.microsoft.com/office/drawing/2014/main" id="{9F235A56-D112-2DBD-FBA2-874D75E33426}"/>
                  </a:ext>
                </a:extLst>
              </p:cNvPr>
              <p:cNvSpPr>
                <a:spLocks noChangeShapeType="1"/>
              </p:cNvSpPr>
              <p:nvPr/>
            </p:nvSpPr>
            <p:spPr bwMode="auto">
              <a:xfrm>
                <a:off x="1489" y="2084"/>
                <a:ext cx="55" cy="70"/>
              </a:xfrm>
              <a:prstGeom prst="line">
                <a:avLst/>
              </a:prstGeom>
              <a:grpFill/>
              <a:ln w="12700">
                <a:solidFill>
                  <a:schemeClr val="bg1">
                    <a:lumMod val="65000"/>
                  </a:schemeClr>
                </a:solidFill>
                <a:round/>
                <a:headEnd/>
                <a:tailEnd/>
              </a:ln>
            </p:spPr>
            <p:txBody>
              <a:bodyPr/>
              <a:lstStyle/>
              <a:p>
                <a:endParaRPr lang="en-US"/>
              </a:p>
            </p:txBody>
          </p:sp>
          <p:sp>
            <p:nvSpPr>
              <p:cNvPr id="103870" name="Line 974">
                <a:extLst>
                  <a:ext uri="{FF2B5EF4-FFF2-40B4-BE49-F238E27FC236}">
                    <a16:creationId xmlns:a16="http://schemas.microsoft.com/office/drawing/2014/main" id="{2C5AE53B-ECB2-F5C4-2ACB-231AA509F7AC}"/>
                  </a:ext>
                </a:extLst>
              </p:cNvPr>
              <p:cNvSpPr>
                <a:spLocks noChangeShapeType="1"/>
              </p:cNvSpPr>
              <p:nvPr/>
            </p:nvSpPr>
            <p:spPr bwMode="auto">
              <a:xfrm>
                <a:off x="1553" y="2172"/>
                <a:ext cx="55" cy="70"/>
              </a:xfrm>
              <a:prstGeom prst="line">
                <a:avLst/>
              </a:prstGeom>
              <a:grpFill/>
              <a:ln w="12700">
                <a:solidFill>
                  <a:schemeClr val="bg1">
                    <a:lumMod val="65000"/>
                  </a:schemeClr>
                </a:solidFill>
                <a:round/>
                <a:headEnd/>
                <a:tailEnd/>
              </a:ln>
            </p:spPr>
            <p:txBody>
              <a:bodyPr/>
              <a:lstStyle/>
              <a:p>
                <a:endParaRPr lang="en-US"/>
              </a:p>
            </p:txBody>
          </p:sp>
          <p:sp>
            <p:nvSpPr>
              <p:cNvPr id="103871" name="Line 975">
                <a:extLst>
                  <a:ext uri="{FF2B5EF4-FFF2-40B4-BE49-F238E27FC236}">
                    <a16:creationId xmlns:a16="http://schemas.microsoft.com/office/drawing/2014/main" id="{032B257D-2B01-8B49-8660-B5A89C84962B}"/>
                  </a:ext>
                </a:extLst>
              </p:cNvPr>
              <p:cNvSpPr>
                <a:spLocks noChangeShapeType="1"/>
              </p:cNvSpPr>
              <p:nvPr/>
            </p:nvSpPr>
            <p:spPr bwMode="auto">
              <a:xfrm>
                <a:off x="1624" y="2259"/>
                <a:ext cx="56" cy="71"/>
              </a:xfrm>
              <a:prstGeom prst="line">
                <a:avLst/>
              </a:prstGeom>
              <a:grpFill/>
              <a:ln w="12700">
                <a:solidFill>
                  <a:schemeClr val="bg1">
                    <a:lumMod val="65000"/>
                  </a:schemeClr>
                </a:solidFill>
                <a:round/>
                <a:headEnd/>
                <a:tailEnd/>
              </a:ln>
            </p:spPr>
            <p:txBody>
              <a:bodyPr/>
              <a:lstStyle/>
              <a:p>
                <a:endParaRPr lang="en-US"/>
              </a:p>
            </p:txBody>
          </p:sp>
          <p:sp>
            <p:nvSpPr>
              <p:cNvPr id="103872" name="Line 976">
                <a:extLst>
                  <a:ext uri="{FF2B5EF4-FFF2-40B4-BE49-F238E27FC236}">
                    <a16:creationId xmlns:a16="http://schemas.microsoft.com/office/drawing/2014/main" id="{06313451-B26D-FB57-3C18-E0CAAD70E265}"/>
                  </a:ext>
                </a:extLst>
              </p:cNvPr>
              <p:cNvSpPr>
                <a:spLocks noChangeShapeType="1"/>
              </p:cNvSpPr>
              <p:nvPr/>
            </p:nvSpPr>
            <p:spPr bwMode="auto">
              <a:xfrm>
                <a:off x="1688" y="2347"/>
                <a:ext cx="56" cy="72"/>
              </a:xfrm>
              <a:prstGeom prst="line">
                <a:avLst/>
              </a:prstGeom>
              <a:grpFill/>
              <a:ln w="12700">
                <a:solidFill>
                  <a:schemeClr val="bg1">
                    <a:lumMod val="65000"/>
                  </a:schemeClr>
                </a:solidFill>
                <a:round/>
                <a:headEnd/>
                <a:tailEnd/>
              </a:ln>
            </p:spPr>
            <p:txBody>
              <a:bodyPr/>
              <a:lstStyle/>
              <a:p>
                <a:endParaRPr lang="en-US"/>
              </a:p>
            </p:txBody>
          </p:sp>
          <p:sp>
            <p:nvSpPr>
              <p:cNvPr id="103873" name="Line 977">
                <a:extLst>
                  <a:ext uri="{FF2B5EF4-FFF2-40B4-BE49-F238E27FC236}">
                    <a16:creationId xmlns:a16="http://schemas.microsoft.com/office/drawing/2014/main" id="{1276E137-0736-E9C4-8FED-B3C7CE7E1FD0}"/>
                  </a:ext>
                </a:extLst>
              </p:cNvPr>
              <p:cNvSpPr>
                <a:spLocks noChangeShapeType="1"/>
              </p:cNvSpPr>
              <p:nvPr/>
            </p:nvSpPr>
            <p:spPr bwMode="auto">
              <a:xfrm>
                <a:off x="1760" y="2443"/>
                <a:ext cx="56" cy="63"/>
              </a:xfrm>
              <a:prstGeom prst="line">
                <a:avLst/>
              </a:prstGeom>
              <a:grpFill/>
              <a:ln w="12700">
                <a:solidFill>
                  <a:schemeClr val="bg1">
                    <a:lumMod val="65000"/>
                  </a:schemeClr>
                </a:solidFill>
                <a:round/>
                <a:headEnd/>
                <a:tailEnd/>
              </a:ln>
            </p:spPr>
            <p:txBody>
              <a:bodyPr/>
              <a:lstStyle/>
              <a:p>
                <a:endParaRPr lang="en-US"/>
              </a:p>
            </p:txBody>
          </p:sp>
          <p:sp>
            <p:nvSpPr>
              <p:cNvPr id="103874" name="Line 978">
                <a:extLst>
                  <a:ext uri="{FF2B5EF4-FFF2-40B4-BE49-F238E27FC236}">
                    <a16:creationId xmlns:a16="http://schemas.microsoft.com/office/drawing/2014/main" id="{398B48B2-EB85-2ECE-8B78-6AADFBFEF1AA}"/>
                  </a:ext>
                </a:extLst>
              </p:cNvPr>
              <p:cNvSpPr>
                <a:spLocks noChangeShapeType="1"/>
              </p:cNvSpPr>
              <p:nvPr/>
            </p:nvSpPr>
            <p:spPr bwMode="auto">
              <a:xfrm>
                <a:off x="1824" y="2531"/>
                <a:ext cx="32" cy="39"/>
              </a:xfrm>
              <a:prstGeom prst="line">
                <a:avLst/>
              </a:prstGeom>
              <a:grpFill/>
              <a:ln w="12700">
                <a:solidFill>
                  <a:schemeClr val="bg1">
                    <a:lumMod val="65000"/>
                  </a:schemeClr>
                </a:solidFill>
                <a:round/>
                <a:headEnd/>
                <a:tailEnd/>
              </a:ln>
            </p:spPr>
            <p:txBody>
              <a:bodyPr/>
              <a:lstStyle/>
              <a:p>
                <a:endParaRPr lang="en-US"/>
              </a:p>
            </p:txBody>
          </p:sp>
        </p:grpSp>
        <p:grpSp>
          <p:nvGrpSpPr>
            <p:cNvPr id="103622" name="Group 979">
              <a:extLst>
                <a:ext uri="{FF2B5EF4-FFF2-40B4-BE49-F238E27FC236}">
                  <a16:creationId xmlns:a16="http://schemas.microsoft.com/office/drawing/2014/main" id="{4CAB0837-76E0-B162-3C01-79BBECFEB0B0}"/>
                </a:ext>
              </a:extLst>
            </p:cNvPr>
            <p:cNvGrpSpPr>
              <a:grpSpLocks/>
            </p:cNvGrpSpPr>
            <p:nvPr/>
          </p:nvGrpSpPr>
          <p:grpSpPr bwMode="auto">
            <a:xfrm>
              <a:off x="1481" y="2084"/>
              <a:ext cx="447" cy="574"/>
              <a:chOff x="1481" y="2084"/>
              <a:chExt cx="447" cy="574"/>
            </a:xfrm>
            <a:grpFill/>
          </p:grpSpPr>
          <p:sp>
            <p:nvSpPr>
              <p:cNvPr id="103861" name="Freeform 980">
                <a:extLst>
                  <a:ext uri="{FF2B5EF4-FFF2-40B4-BE49-F238E27FC236}">
                    <a16:creationId xmlns:a16="http://schemas.microsoft.com/office/drawing/2014/main" id="{C7A1BA19-5ABD-DCA7-0935-DA6C1974E6DA}"/>
                  </a:ext>
                </a:extLst>
              </p:cNvPr>
              <p:cNvSpPr>
                <a:spLocks/>
              </p:cNvSpPr>
              <p:nvPr/>
            </p:nvSpPr>
            <p:spPr bwMode="auto">
              <a:xfrm>
                <a:off x="1840" y="2084"/>
                <a:ext cx="88" cy="104"/>
              </a:xfrm>
              <a:custGeom>
                <a:avLst/>
                <a:gdLst>
                  <a:gd name="T0" fmla="*/ 88 w 88"/>
                  <a:gd name="T1" fmla="*/ 0 h 104"/>
                  <a:gd name="T2" fmla="*/ 40 w 88"/>
                  <a:gd name="T3" fmla="*/ 104 h 104"/>
                  <a:gd name="T4" fmla="*/ 16 w 88"/>
                  <a:gd name="T5" fmla="*/ 88 h 104"/>
                  <a:gd name="T6" fmla="*/ 0 w 88"/>
                  <a:gd name="T7" fmla="*/ 72 h 104"/>
                  <a:gd name="T8" fmla="*/ 88 w 88"/>
                  <a:gd name="T9" fmla="*/ 0 h 104"/>
                  <a:gd name="T10" fmla="*/ 0 60000 65536"/>
                  <a:gd name="T11" fmla="*/ 0 60000 65536"/>
                  <a:gd name="T12" fmla="*/ 0 60000 65536"/>
                  <a:gd name="T13" fmla="*/ 0 60000 65536"/>
                  <a:gd name="T14" fmla="*/ 0 60000 65536"/>
                  <a:gd name="T15" fmla="*/ 0 w 88"/>
                  <a:gd name="T16" fmla="*/ 0 h 104"/>
                  <a:gd name="T17" fmla="*/ 88 w 88"/>
                  <a:gd name="T18" fmla="*/ 104 h 104"/>
                </a:gdLst>
                <a:ahLst/>
                <a:cxnLst>
                  <a:cxn ang="T10">
                    <a:pos x="T0" y="T1"/>
                  </a:cxn>
                  <a:cxn ang="T11">
                    <a:pos x="T2" y="T3"/>
                  </a:cxn>
                  <a:cxn ang="T12">
                    <a:pos x="T4" y="T5"/>
                  </a:cxn>
                  <a:cxn ang="T13">
                    <a:pos x="T6" y="T7"/>
                  </a:cxn>
                  <a:cxn ang="T14">
                    <a:pos x="T8" y="T9"/>
                  </a:cxn>
                </a:cxnLst>
                <a:rect l="T15" t="T16" r="T17" b="T18"/>
                <a:pathLst>
                  <a:path w="88" h="104">
                    <a:moveTo>
                      <a:pt x="88" y="0"/>
                    </a:moveTo>
                    <a:lnTo>
                      <a:pt x="40" y="104"/>
                    </a:lnTo>
                    <a:lnTo>
                      <a:pt x="16" y="88"/>
                    </a:lnTo>
                    <a:lnTo>
                      <a:pt x="0" y="72"/>
                    </a:lnTo>
                    <a:lnTo>
                      <a:pt x="88" y="0"/>
                    </a:lnTo>
                    <a:close/>
                  </a:path>
                </a:pathLst>
              </a:custGeom>
              <a:grpFill/>
              <a:ln w="9525">
                <a:solidFill>
                  <a:schemeClr val="bg1">
                    <a:lumMod val="65000"/>
                  </a:schemeClr>
                </a:solidFill>
                <a:round/>
                <a:headEnd/>
                <a:tailEnd/>
              </a:ln>
            </p:spPr>
            <p:txBody>
              <a:bodyPr/>
              <a:lstStyle/>
              <a:p>
                <a:endParaRPr lang="en-US"/>
              </a:p>
            </p:txBody>
          </p:sp>
          <p:sp>
            <p:nvSpPr>
              <p:cNvPr id="103862" name="Line 981">
                <a:extLst>
                  <a:ext uri="{FF2B5EF4-FFF2-40B4-BE49-F238E27FC236}">
                    <a16:creationId xmlns:a16="http://schemas.microsoft.com/office/drawing/2014/main" id="{1A0C5B95-6500-F6AA-BDA2-1817AED254E0}"/>
                  </a:ext>
                </a:extLst>
              </p:cNvPr>
              <p:cNvSpPr>
                <a:spLocks noChangeShapeType="1"/>
              </p:cNvSpPr>
              <p:nvPr/>
            </p:nvSpPr>
            <p:spPr bwMode="auto">
              <a:xfrm flipV="1">
                <a:off x="1481" y="2588"/>
                <a:ext cx="55" cy="70"/>
              </a:xfrm>
              <a:prstGeom prst="line">
                <a:avLst/>
              </a:prstGeom>
              <a:grpFill/>
              <a:ln w="12700">
                <a:solidFill>
                  <a:schemeClr val="bg1">
                    <a:lumMod val="65000"/>
                  </a:schemeClr>
                </a:solidFill>
                <a:round/>
                <a:headEnd/>
                <a:tailEnd/>
              </a:ln>
            </p:spPr>
            <p:txBody>
              <a:bodyPr/>
              <a:lstStyle/>
              <a:p>
                <a:endParaRPr lang="en-US"/>
              </a:p>
            </p:txBody>
          </p:sp>
          <p:sp>
            <p:nvSpPr>
              <p:cNvPr id="103863" name="Line 982">
                <a:extLst>
                  <a:ext uri="{FF2B5EF4-FFF2-40B4-BE49-F238E27FC236}">
                    <a16:creationId xmlns:a16="http://schemas.microsoft.com/office/drawing/2014/main" id="{B086DC6B-217D-CDEC-11DF-ED87778151F0}"/>
                  </a:ext>
                </a:extLst>
              </p:cNvPr>
              <p:cNvSpPr>
                <a:spLocks noChangeShapeType="1"/>
              </p:cNvSpPr>
              <p:nvPr/>
            </p:nvSpPr>
            <p:spPr bwMode="auto">
              <a:xfrm flipV="1">
                <a:off x="1553" y="2500"/>
                <a:ext cx="47" cy="70"/>
              </a:xfrm>
              <a:prstGeom prst="line">
                <a:avLst/>
              </a:prstGeom>
              <a:grpFill/>
              <a:ln w="12700">
                <a:solidFill>
                  <a:schemeClr val="bg1">
                    <a:lumMod val="65000"/>
                  </a:schemeClr>
                </a:solidFill>
                <a:round/>
                <a:headEnd/>
                <a:tailEnd/>
              </a:ln>
            </p:spPr>
            <p:txBody>
              <a:bodyPr/>
              <a:lstStyle/>
              <a:p>
                <a:endParaRPr lang="en-US"/>
              </a:p>
            </p:txBody>
          </p:sp>
          <p:sp>
            <p:nvSpPr>
              <p:cNvPr id="103864" name="Line 983">
                <a:extLst>
                  <a:ext uri="{FF2B5EF4-FFF2-40B4-BE49-F238E27FC236}">
                    <a16:creationId xmlns:a16="http://schemas.microsoft.com/office/drawing/2014/main" id="{A7DC9DE3-2A73-795D-1FB9-9F3D4677C55A}"/>
                  </a:ext>
                </a:extLst>
              </p:cNvPr>
              <p:cNvSpPr>
                <a:spLocks noChangeShapeType="1"/>
              </p:cNvSpPr>
              <p:nvPr/>
            </p:nvSpPr>
            <p:spPr bwMode="auto">
              <a:xfrm flipV="1">
                <a:off x="1616" y="2412"/>
                <a:ext cx="56" cy="71"/>
              </a:xfrm>
              <a:prstGeom prst="line">
                <a:avLst/>
              </a:prstGeom>
              <a:grpFill/>
              <a:ln w="12700">
                <a:solidFill>
                  <a:schemeClr val="bg1">
                    <a:lumMod val="65000"/>
                  </a:schemeClr>
                </a:solidFill>
                <a:round/>
                <a:headEnd/>
                <a:tailEnd/>
              </a:ln>
            </p:spPr>
            <p:txBody>
              <a:bodyPr/>
              <a:lstStyle/>
              <a:p>
                <a:endParaRPr lang="en-US"/>
              </a:p>
            </p:txBody>
          </p:sp>
          <p:sp>
            <p:nvSpPr>
              <p:cNvPr id="103865" name="Line 984">
                <a:extLst>
                  <a:ext uri="{FF2B5EF4-FFF2-40B4-BE49-F238E27FC236}">
                    <a16:creationId xmlns:a16="http://schemas.microsoft.com/office/drawing/2014/main" id="{4B6D6B6A-D0C4-FDBD-D60C-2FE438965B64}"/>
                  </a:ext>
                </a:extLst>
              </p:cNvPr>
              <p:cNvSpPr>
                <a:spLocks noChangeShapeType="1"/>
              </p:cNvSpPr>
              <p:nvPr/>
            </p:nvSpPr>
            <p:spPr bwMode="auto">
              <a:xfrm flipV="1">
                <a:off x="1688" y="2323"/>
                <a:ext cx="56" cy="72"/>
              </a:xfrm>
              <a:prstGeom prst="line">
                <a:avLst/>
              </a:prstGeom>
              <a:grpFill/>
              <a:ln w="12700">
                <a:solidFill>
                  <a:schemeClr val="bg1">
                    <a:lumMod val="65000"/>
                  </a:schemeClr>
                </a:solidFill>
                <a:round/>
                <a:headEnd/>
                <a:tailEnd/>
              </a:ln>
            </p:spPr>
            <p:txBody>
              <a:bodyPr/>
              <a:lstStyle/>
              <a:p>
                <a:endParaRPr lang="en-US"/>
              </a:p>
            </p:txBody>
          </p:sp>
          <p:sp>
            <p:nvSpPr>
              <p:cNvPr id="103866" name="Line 985">
                <a:extLst>
                  <a:ext uri="{FF2B5EF4-FFF2-40B4-BE49-F238E27FC236}">
                    <a16:creationId xmlns:a16="http://schemas.microsoft.com/office/drawing/2014/main" id="{FCECD1AE-5131-EDE7-9C1A-9D2E556E058E}"/>
                  </a:ext>
                </a:extLst>
              </p:cNvPr>
              <p:cNvSpPr>
                <a:spLocks noChangeShapeType="1"/>
              </p:cNvSpPr>
              <p:nvPr/>
            </p:nvSpPr>
            <p:spPr bwMode="auto">
              <a:xfrm flipV="1">
                <a:off x="1752" y="2236"/>
                <a:ext cx="56" cy="71"/>
              </a:xfrm>
              <a:prstGeom prst="line">
                <a:avLst/>
              </a:prstGeom>
              <a:grpFill/>
              <a:ln w="12700">
                <a:solidFill>
                  <a:schemeClr val="bg1">
                    <a:lumMod val="65000"/>
                  </a:schemeClr>
                </a:solidFill>
                <a:round/>
                <a:headEnd/>
                <a:tailEnd/>
              </a:ln>
            </p:spPr>
            <p:txBody>
              <a:bodyPr/>
              <a:lstStyle/>
              <a:p>
                <a:endParaRPr lang="en-US"/>
              </a:p>
            </p:txBody>
          </p:sp>
          <p:sp>
            <p:nvSpPr>
              <p:cNvPr id="103867" name="Line 986">
                <a:extLst>
                  <a:ext uri="{FF2B5EF4-FFF2-40B4-BE49-F238E27FC236}">
                    <a16:creationId xmlns:a16="http://schemas.microsoft.com/office/drawing/2014/main" id="{401B2015-EBC1-7DBA-4258-2480CD7210B8}"/>
                  </a:ext>
                </a:extLst>
              </p:cNvPr>
              <p:cNvSpPr>
                <a:spLocks noChangeShapeType="1"/>
              </p:cNvSpPr>
              <p:nvPr/>
            </p:nvSpPr>
            <p:spPr bwMode="auto">
              <a:xfrm flipV="1">
                <a:off x="1824" y="2172"/>
                <a:ext cx="32" cy="47"/>
              </a:xfrm>
              <a:prstGeom prst="line">
                <a:avLst/>
              </a:prstGeom>
              <a:grpFill/>
              <a:ln w="12700">
                <a:solidFill>
                  <a:schemeClr val="bg1">
                    <a:lumMod val="65000"/>
                  </a:schemeClr>
                </a:solidFill>
                <a:round/>
                <a:headEnd/>
                <a:tailEnd/>
              </a:ln>
            </p:spPr>
            <p:txBody>
              <a:bodyPr/>
              <a:lstStyle/>
              <a:p>
                <a:endParaRPr lang="en-US"/>
              </a:p>
            </p:txBody>
          </p:sp>
        </p:grpSp>
        <p:grpSp>
          <p:nvGrpSpPr>
            <p:cNvPr id="103623" name="Group 987">
              <a:extLst>
                <a:ext uri="{FF2B5EF4-FFF2-40B4-BE49-F238E27FC236}">
                  <a16:creationId xmlns:a16="http://schemas.microsoft.com/office/drawing/2014/main" id="{9BF7C98A-C385-DF9F-99F9-BDA436BA0630}"/>
                </a:ext>
              </a:extLst>
            </p:cNvPr>
            <p:cNvGrpSpPr>
              <a:grpSpLocks/>
            </p:cNvGrpSpPr>
            <p:nvPr/>
          </p:nvGrpSpPr>
          <p:grpSpPr bwMode="auto">
            <a:xfrm>
              <a:off x="1944" y="2076"/>
              <a:ext cx="447" cy="263"/>
              <a:chOff x="1944" y="2076"/>
              <a:chExt cx="447" cy="263"/>
            </a:xfrm>
            <a:grpFill/>
          </p:grpSpPr>
          <p:sp>
            <p:nvSpPr>
              <p:cNvPr id="103856" name="Freeform 988">
                <a:extLst>
                  <a:ext uri="{FF2B5EF4-FFF2-40B4-BE49-F238E27FC236}">
                    <a16:creationId xmlns:a16="http://schemas.microsoft.com/office/drawing/2014/main" id="{A4672AA8-897F-FFAF-E692-959696CA30A0}"/>
                  </a:ext>
                </a:extLst>
              </p:cNvPr>
              <p:cNvSpPr>
                <a:spLocks/>
              </p:cNvSpPr>
              <p:nvPr/>
            </p:nvSpPr>
            <p:spPr bwMode="auto">
              <a:xfrm>
                <a:off x="2279" y="2076"/>
                <a:ext cx="112" cy="80"/>
              </a:xfrm>
              <a:custGeom>
                <a:avLst/>
                <a:gdLst>
                  <a:gd name="T0" fmla="*/ 112 w 112"/>
                  <a:gd name="T1" fmla="*/ 0 h 80"/>
                  <a:gd name="T2" fmla="*/ 32 w 112"/>
                  <a:gd name="T3" fmla="*/ 80 h 80"/>
                  <a:gd name="T4" fmla="*/ 16 w 112"/>
                  <a:gd name="T5" fmla="*/ 56 h 80"/>
                  <a:gd name="T6" fmla="*/ 0 w 112"/>
                  <a:gd name="T7" fmla="*/ 32 h 80"/>
                  <a:gd name="T8" fmla="*/ 112 w 112"/>
                  <a:gd name="T9" fmla="*/ 0 h 80"/>
                  <a:gd name="T10" fmla="*/ 0 60000 65536"/>
                  <a:gd name="T11" fmla="*/ 0 60000 65536"/>
                  <a:gd name="T12" fmla="*/ 0 60000 65536"/>
                  <a:gd name="T13" fmla="*/ 0 60000 65536"/>
                  <a:gd name="T14" fmla="*/ 0 60000 65536"/>
                  <a:gd name="T15" fmla="*/ 0 w 112"/>
                  <a:gd name="T16" fmla="*/ 0 h 80"/>
                  <a:gd name="T17" fmla="*/ 112 w 112"/>
                  <a:gd name="T18" fmla="*/ 80 h 80"/>
                </a:gdLst>
                <a:ahLst/>
                <a:cxnLst>
                  <a:cxn ang="T10">
                    <a:pos x="T0" y="T1"/>
                  </a:cxn>
                  <a:cxn ang="T11">
                    <a:pos x="T2" y="T3"/>
                  </a:cxn>
                  <a:cxn ang="T12">
                    <a:pos x="T4" y="T5"/>
                  </a:cxn>
                  <a:cxn ang="T13">
                    <a:pos x="T6" y="T7"/>
                  </a:cxn>
                  <a:cxn ang="T14">
                    <a:pos x="T8" y="T9"/>
                  </a:cxn>
                </a:cxnLst>
                <a:rect l="T15" t="T16" r="T17" b="T18"/>
                <a:pathLst>
                  <a:path w="112" h="80">
                    <a:moveTo>
                      <a:pt x="112" y="0"/>
                    </a:moveTo>
                    <a:lnTo>
                      <a:pt x="32" y="80"/>
                    </a:lnTo>
                    <a:lnTo>
                      <a:pt x="16" y="56"/>
                    </a:lnTo>
                    <a:lnTo>
                      <a:pt x="0" y="32"/>
                    </a:lnTo>
                    <a:lnTo>
                      <a:pt x="112" y="0"/>
                    </a:lnTo>
                    <a:close/>
                  </a:path>
                </a:pathLst>
              </a:custGeom>
              <a:grpFill/>
              <a:ln w="9525">
                <a:solidFill>
                  <a:schemeClr val="bg1">
                    <a:lumMod val="65000"/>
                  </a:schemeClr>
                </a:solidFill>
                <a:round/>
                <a:headEnd/>
                <a:tailEnd/>
              </a:ln>
            </p:spPr>
            <p:txBody>
              <a:bodyPr/>
              <a:lstStyle/>
              <a:p>
                <a:endParaRPr lang="en-US"/>
              </a:p>
            </p:txBody>
          </p:sp>
          <p:sp>
            <p:nvSpPr>
              <p:cNvPr id="103857" name="Line 989">
                <a:extLst>
                  <a:ext uri="{FF2B5EF4-FFF2-40B4-BE49-F238E27FC236}">
                    <a16:creationId xmlns:a16="http://schemas.microsoft.com/office/drawing/2014/main" id="{C46D94FD-D83E-AA3C-EBCD-FDC530A1C0B3}"/>
                  </a:ext>
                </a:extLst>
              </p:cNvPr>
              <p:cNvSpPr>
                <a:spLocks noChangeShapeType="1"/>
              </p:cNvSpPr>
              <p:nvPr/>
            </p:nvSpPr>
            <p:spPr bwMode="auto">
              <a:xfrm flipV="1">
                <a:off x="1944" y="2292"/>
                <a:ext cx="71" cy="47"/>
              </a:xfrm>
              <a:prstGeom prst="line">
                <a:avLst/>
              </a:prstGeom>
              <a:grpFill/>
              <a:ln w="12700">
                <a:solidFill>
                  <a:schemeClr val="bg1">
                    <a:lumMod val="65000"/>
                  </a:schemeClr>
                </a:solidFill>
                <a:round/>
                <a:headEnd/>
                <a:tailEnd/>
              </a:ln>
            </p:spPr>
            <p:txBody>
              <a:bodyPr/>
              <a:lstStyle/>
              <a:p>
                <a:endParaRPr lang="en-US"/>
              </a:p>
            </p:txBody>
          </p:sp>
          <p:sp>
            <p:nvSpPr>
              <p:cNvPr id="103858" name="Line 990">
                <a:extLst>
                  <a:ext uri="{FF2B5EF4-FFF2-40B4-BE49-F238E27FC236}">
                    <a16:creationId xmlns:a16="http://schemas.microsoft.com/office/drawing/2014/main" id="{6B587EAE-CFA8-ABC1-F2EE-3DD013BE69C9}"/>
                  </a:ext>
                </a:extLst>
              </p:cNvPr>
              <p:cNvSpPr>
                <a:spLocks noChangeShapeType="1"/>
              </p:cNvSpPr>
              <p:nvPr/>
            </p:nvSpPr>
            <p:spPr bwMode="auto">
              <a:xfrm flipV="1">
                <a:off x="2040" y="2236"/>
                <a:ext cx="79" cy="47"/>
              </a:xfrm>
              <a:prstGeom prst="line">
                <a:avLst/>
              </a:prstGeom>
              <a:grpFill/>
              <a:ln w="12700">
                <a:solidFill>
                  <a:schemeClr val="bg1">
                    <a:lumMod val="65000"/>
                  </a:schemeClr>
                </a:solidFill>
                <a:round/>
                <a:headEnd/>
                <a:tailEnd/>
              </a:ln>
            </p:spPr>
            <p:txBody>
              <a:bodyPr/>
              <a:lstStyle/>
              <a:p>
                <a:endParaRPr lang="en-US"/>
              </a:p>
            </p:txBody>
          </p:sp>
          <p:sp>
            <p:nvSpPr>
              <p:cNvPr id="103859" name="Line 991">
                <a:extLst>
                  <a:ext uri="{FF2B5EF4-FFF2-40B4-BE49-F238E27FC236}">
                    <a16:creationId xmlns:a16="http://schemas.microsoft.com/office/drawing/2014/main" id="{256A8E74-F6D0-E35F-1C16-E125DA20A78B}"/>
                  </a:ext>
                </a:extLst>
              </p:cNvPr>
              <p:cNvSpPr>
                <a:spLocks noChangeShapeType="1"/>
              </p:cNvSpPr>
              <p:nvPr/>
            </p:nvSpPr>
            <p:spPr bwMode="auto">
              <a:xfrm flipV="1">
                <a:off x="2136" y="2180"/>
                <a:ext cx="79" cy="47"/>
              </a:xfrm>
              <a:prstGeom prst="line">
                <a:avLst/>
              </a:prstGeom>
              <a:grpFill/>
              <a:ln w="12700">
                <a:solidFill>
                  <a:schemeClr val="bg1">
                    <a:lumMod val="65000"/>
                  </a:schemeClr>
                </a:solidFill>
                <a:round/>
                <a:headEnd/>
                <a:tailEnd/>
              </a:ln>
            </p:spPr>
            <p:txBody>
              <a:bodyPr/>
              <a:lstStyle/>
              <a:p>
                <a:endParaRPr lang="en-US"/>
              </a:p>
            </p:txBody>
          </p:sp>
          <p:sp>
            <p:nvSpPr>
              <p:cNvPr id="103860" name="Line 992">
                <a:extLst>
                  <a:ext uri="{FF2B5EF4-FFF2-40B4-BE49-F238E27FC236}">
                    <a16:creationId xmlns:a16="http://schemas.microsoft.com/office/drawing/2014/main" id="{C2061493-D5EB-8A32-F6E9-A3FBC4EF3D56}"/>
                  </a:ext>
                </a:extLst>
              </p:cNvPr>
              <p:cNvSpPr>
                <a:spLocks noChangeShapeType="1"/>
              </p:cNvSpPr>
              <p:nvPr/>
            </p:nvSpPr>
            <p:spPr bwMode="auto">
              <a:xfrm flipV="1">
                <a:off x="2231" y="2133"/>
                <a:ext cx="64" cy="39"/>
              </a:xfrm>
              <a:prstGeom prst="line">
                <a:avLst/>
              </a:prstGeom>
              <a:grpFill/>
              <a:ln w="12700">
                <a:solidFill>
                  <a:schemeClr val="bg1">
                    <a:lumMod val="65000"/>
                  </a:schemeClr>
                </a:solidFill>
                <a:round/>
                <a:headEnd/>
                <a:tailEnd/>
              </a:ln>
            </p:spPr>
            <p:txBody>
              <a:bodyPr/>
              <a:lstStyle/>
              <a:p>
                <a:endParaRPr lang="en-US"/>
              </a:p>
            </p:txBody>
          </p:sp>
        </p:grpSp>
        <p:grpSp>
          <p:nvGrpSpPr>
            <p:cNvPr id="103624" name="Group 993">
              <a:extLst>
                <a:ext uri="{FF2B5EF4-FFF2-40B4-BE49-F238E27FC236}">
                  <a16:creationId xmlns:a16="http://schemas.microsoft.com/office/drawing/2014/main" id="{0E75C792-511B-0EB4-9E68-CA86D230638B}"/>
                </a:ext>
              </a:extLst>
            </p:cNvPr>
            <p:cNvGrpSpPr>
              <a:grpSpLocks/>
            </p:cNvGrpSpPr>
            <p:nvPr/>
          </p:nvGrpSpPr>
          <p:grpSpPr bwMode="auto">
            <a:xfrm>
              <a:off x="1944" y="1781"/>
              <a:ext cx="431" cy="263"/>
              <a:chOff x="1944" y="1781"/>
              <a:chExt cx="431" cy="263"/>
            </a:xfrm>
            <a:grpFill/>
          </p:grpSpPr>
          <p:sp>
            <p:nvSpPr>
              <p:cNvPr id="103851" name="Freeform 994">
                <a:extLst>
                  <a:ext uri="{FF2B5EF4-FFF2-40B4-BE49-F238E27FC236}">
                    <a16:creationId xmlns:a16="http://schemas.microsoft.com/office/drawing/2014/main" id="{BC8FDA95-B7D5-5B9E-9E7A-DB752986B109}"/>
                  </a:ext>
                </a:extLst>
              </p:cNvPr>
              <p:cNvSpPr>
                <a:spLocks/>
              </p:cNvSpPr>
              <p:nvPr/>
            </p:nvSpPr>
            <p:spPr bwMode="auto">
              <a:xfrm>
                <a:off x="2263" y="1781"/>
                <a:ext cx="112" cy="80"/>
              </a:xfrm>
              <a:custGeom>
                <a:avLst/>
                <a:gdLst>
                  <a:gd name="T0" fmla="*/ 112 w 112"/>
                  <a:gd name="T1" fmla="*/ 0 h 80"/>
                  <a:gd name="T2" fmla="*/ 32 w 112"/>
                  <a:gd name="T3" fmla="*/ 80 h 80"/>
                  <a:gd name="T4" fmla="*/ 16 w 112"/>
                  <a:gd name="T5" fmla="*/ 56 h 80"/>
                  <a:gd name="T6" fmla="*/ 0 w 112"/>
                  <a:gd name="T7" fmla="*/ 32 h 80"/>
                  <a:gd name="T8" fmla="*/ 112 w 112"/>
                  <a:gd name="T9" fmla="*/ 0 h 80"/>
                  <a:gd name="T10" fmla="*/ 0 60000 65536"/>
                  <a:gd name="T11" fmla="*/ 0 60000 65536"/>
                  <a:gd name="T12" fmla="*/ 0 60000 65536"/>
                  <a:gd name="T13" fmla="*/ 0 60000 65536"/>
                  <a:gd name="T14" fmla="*/ 0 60000 65536"/>
                  <a:gd name="T15" fmla="*/ 0 w 112"/>
                  <a:gd name="T16" fmla="*/ 0 h 80"/>
                  <a:gd name="T17" fmla="*/ 112 w 112"/>
                  <a:gd name="T18" fmla="*/ 80 h 80"/>
                </a:gdLst>
                <a:ahLst/>
                <a:cxnLst>
                  <a:cxn ang="T10">
                    <a:pos x="T0" y="T1"/>
                  </a:cxn>
                  <a:cxn ang="T11">
                    <a:pos x="T2" y="T3"/>
                  </a:cxn>
                  <a:cxn ang="T12">
                    <a:pos x="T4" y="T5"/>
                  </a:cxn>
                  <a:cxn ang="T13">
                    <a:pos x="T6" y="T7"/>
                  </a:cxn>
                  <a:cxn ang="T14">
                    <a:pos x="T8" y="T9"/>
                  </a:cxn>
                </a:cxnLst>
                <a:rect l="T15" t="T16" r="T17" b="T18"/>
                <a:pathLst>
                  <a:path w="112" h="80">
                    <a:moveTo>
                      <a:pt x="112" y="0"/>
                    </a:moveTo>
                    <a:lnTo>
                      <a:pt x="32" y="80"/>
                    </a:lnTo>
                    <a:lnTo>
                      <a:pt x="16" y="56"/>
                    </a:lnTo>
                    <a:lnTo>
                      <a:pt x="0" y="32"/>
                    </a:lnTo>
                    <a:lnTo>
                      <a:pt x="112" y="0"/>
                    </a:lnTo>
                    <a:close/>
                  </a:path>
                </a:pathLst>
              </a:custGeom>
              <a:grpFill/>
              <a:ln w="9525">
                <a:solidFill>
                  <a:schemeClr val="bg1">
                    <a:lumMod val="65000"/>
                  </a:schemeClr>
                </a:solidFill>
                <a:round/>
                <a:headEnd/>
                <a:tailEnd/>
              </a:ln>
            </p:spPr>
            <p:txBody>
              <a:bodyPr/>
              <a:lstStyle/>
              <a:p>
                <a:endParaRPr lang="en-US"/>
              </a:p>
            </p:txBody>
          </p:sp>
          <p:sp>
            <p:nvSpPr>
              <p:cNvPr id="103852" name="Line 995">
                <a:extLst>
                  <a:ext uri="{FF2B5EF4-FFF2-40B4-BE49-F238E27FC236}">
                    <a16:creationId xmlns:a16="http://schemas.microsoft.com/office/drawing/2014/main" id="{EEF4ABCB-E7AD-8F67-CD7A-FF2314183EE0}"/>
                  </a:ext>
                </a:extLst>
              </p:cNvPr>
              <p:cNvSpPr>
                <a:spLocks noChangeShapeType="1"/>
              </p:cNvSpPr>
              <p:nvPr/>
            </p:nvSpPr>
            <p:spPr bwMode="auto">
              <a:xfrm flipV="1">
                <a:off x="1944" y="1997"/>
                <a:ext cx="71" cy="47"/>
              </a:xfrm>
              <a:prstGeom prst="line">
                <a:avLst/>
              </a:prstGeom>
              <a:grpFill/>
              <a:ln w="12700">
                <a:solidFill>
                  <a:schemeClr val="bg1">
                    <a:lumMod val="65000"/>
                  </a:schemeClr>
                </a:solidFill>
                <a:round/>
                <a:headEnd/>
                <a:tailEnd/>
              </a:ln>
            </p:spPr>
            <p:txBody>
              <a:bodyPr/>
              <a:lstStyle/>
              <a:p>
                <a:endParaRPr lang="en-US"/>
              </a:p>
            </p:txBody>
          </p:sp>
          <p:sp>
            <p:nvSpPr>
              <p:cNvPr id="103853" name="Line 996">
                <a:extLst>
                  <a:ext uri="{FF2B5EF4-FFF2-40B4-BE49-F238E27FC236}">
                    <a16:creationId xmlns:a16="http://schemas.microsoft.com/office/drawing/2014/main" id="{73192951-E1DB-2E71-18F3-14A563B1D89A}"/>
                  </a:ext>
                </a:extLst>
              </p:cNvPr>
              <p:cNvSpPr>
                <a:spLocks noChangeShapeType="1"/>
              </p:cNvSpPr>
              <p:nvPr/>
            </p:nvSpPr>
            <p:spPr bwMode="auto">
              <a:xfrm flipV="1">
                <a:off x="2040" y="1941"/>
                <a:ext cx="71" cy="47"/>
              </a:xfrm>
              <a:prstGeom prst="line">
                <a:avLst/>
              </a:prstGeom>
              <a:grpFill/>
              <a:ln w="12700">
                <a:solidFill>
                  <a:schemeClr val="bg1">
                    <a:lumMod val="65000"/>
                  </a:schemeClr>
                </a:solidFill>
                <a:round/>
                <a:headEnd/>
                <a:tailEnd/>
              </a:ln>
            </p:spPr>
            <p:txBody>
              <a:bodyPr/>
              <a:lstStyle/>
              <a:p>
                <a:endParaRPr lang="en-US"/>
              </a:p>
            </p:txBody>
          </p:sp>
          <p:sp>
            <p:nvSpPr>
              <p:cNvPr id="103854" name="Line 997">
                <a:extLst>
                  <a:ext uri="{FF2B5EF4-FFF2-40B4-BE49-F238E27FC236}">
                    <a16:creationId xmlns:a16="http://schemas.microsoft.com/office/drawing/2014/main" id="{641868D1-320E-EFFF-F0FB-5940E16A64C0}"/>
                  </a:ext>
                </a:extLst>
              </p:cNvPr>
              <p:cNvSpPr>
                <a:spLocks noChangeShapeType="1"/>
              </p:cNvSpPr>
              <p:nvPr/>
            </p:nvSpPr>
            <p:spPr bwMode="auto">
              <a:xfrm flipV="1">
                <a:off x="2136" y="1885"/>
                <a:ext cx="71" cy="39"/>
              </a:xfrm>
              <a:prstGeom prst="line">
                <a:avLst/>
              </a:prstGeom>
              <a:grpFill/>
              <a:ln w="12700">
                <a:solidFill>
                  <a:schemeClr val="bg1">
                    <a:lumMod val="65000"/>
                  </a:schemeClr>
                </a:solidFill>
                <a:round/>
                <a:headEnd/>
                <a:tailEnd/>
              </a:ln>
            </p:spPr>
            <p:txBody>
              <a:bodyPr/>
              <a:lstStyle/>
              <a:p>
                <a:endParaRPr lang="en-US"/>
              </a:p>
            </p:txBody>
          </p:sp>
          <p:sp>
            <p:nvSpPr>
              <p:cNvPr id="103855" name="Line 998">
                <a:extLst>
                  <a:ext uri="{FF2B5EF4-FFF2-40B4-BE49-F238E27FC236}">
                    <a16:creationId xmlns:a16="http://schemas.microsoft.com/office/drawing/2014/main" id="{7C5CF8F5-D50A-8086-22DE-465C38636738}"/>
                  </a:ext>
                </a:extLst>
              </p:cNvPr>
              <p:cNvSpPr>
                <a:spLocks noChangeShapeType="1"/>
              </p:cNvSpPr>
              <p:nvPr/>
            </p:nvSpPr>
            <p:spPr bwMode="auto">
              <a:xfrm flipV="1">
                <a:off x="2232" y="1837"/>
                <a:ext cx="47" cy="31"/>
              </a:xfrm>
              <a:prstGeom prst="line">
                <a:avLst/>
              </a:prstGeom>
              <a:grpFill/>
              <a:ln w="12700">
                <a:solidFill>
                  <a:schemeClr val="bg1">
                    <a:lumMod val="65000"/>
                  </a:schemeClr>
                </a:solidFill>
                <a:round/>
                <a:headEnd/>
                <a:tailEnd/>
              </a:ln>
            </p:spPr>
            <p:txBody>
              <a:bodyPr/>
              <a:lstStyle/>
              <a:p>
                <a:endParaRPr lang="en-US"/>
              </a:p>
            </p:txBody>
          </p:sp>
        </p:grpSp>
        <p:grpSp>
          <p:nvGrpSpPr>
            <p:cNvPr id="103625" name="Group 999">
              <a:extLst>
                <a:ext uri="{FF2B5EF4-FFF2-40B4-BE49-F238E27FC236}">
                  <a16:creationId xmlns:a16="http://schemas.microsoft.com/office/drawing/2014/main" id="{A5044358-6F2B-5808-C084-60A9B7B12A1A}"/>
                </a:ext>
              </a:extLst>
            </p:cNvPr>
            <p:cNvGrpSpPr>
              <a:grpSpLocks/>
            </p:cNvGrpSpPr>
            <p:nvPr/>
          </p:nvGrpSpPr>
          <p:grpSpPr bwMode="auto">
            <a:xfrm>
              <a:off x="2415" y="1781"/>
              <a:ext cx="423" cy="271"/>
              <a:chOff x="2415" y="1781"/>
              <a:chExt cx="423" cy="271"/>
            </a:xfrm>
            <a:grpFill/>
          </p:grpSpPr>
          <p:sp>
            <p:nvSpPr>
              <p:cNvPr id="103846" name="Freeform 1000">
                <a:extLst>
                  <a:ext uri="{FF2B5EF4-FFF2-40B4-BE49-F238E27FC236}">
                    <a16:creationId xmlns:a16="http://schemas.microsoft.com/office/drawing/2014/main" id="{C8F30F44-80DE-1766-8F11-65972CE373BD}"/>
                  </a:ext>
                </a:extLst>
              </p:cNvPr>
              <p:cNvSpPr>
                <a:spLocks/>
              </p:cNvSpPr>
              <p:nvPr/>
            </p:nvSpPr>
            <p:spPr bwMode="auto">
              <a:xfrm>
                <a:off x="2726" y="1781"/>
                <a:ext cx="112" cy="87"/>
              </a:xfrm>
              <a:custGeom>
                <a:avLst/>
                <a:gdLst>
                  <a:gd name="T0" fmla="*/ 112 w 112"/>
                  <a:gd name="T1" fmla="*/ 0 h 87"/>
                  <a:gd name="T2" fmla="*/ 32 w 112"/>
                  <a:gd name="T3" fmla="*/ 87 h 87"/>
                  <a:gd name="T4" fmla="*/ 16 w 112"/>
                  <a:gd name="T5" fmla="*/ 64 h 87"/>
                  <a:gd name="T6" fmla="*/ 0 w 112"/>
                  <a:gd name="T7" fmla="*/ 40 h 87"/>
                  <a:gd name="T8" fmla="*/ 112 w 112"/>
                  <a:gd name="T9" fmla="*/ 0 h 87"/>
                  <a:gd name="T10" fmla="*/ 0 60000 65536"/>
                  <a:gd name="T11" fmla="*/ 0 60000 65536"/>
                  <a:gd name="T12" fmla="*/ 0 60000 65536"/>
                  <a:gd name="T13" fmla="*/ 0 60000 65536"/>
                  <a:gd name="T14" fmla="*/ 0 60000 65536"/>
                  <a:gd name="T15" fmla="*/ 0 w 112"/>
                  <a:gd name="T16" fmla="*/ 0 h 87"/>
                  <a:gd name="T17" fmla="*/ 112 w 112"/>
                  <a:gd name="T18" fmla="*/ 87 h 87"/>
                </a:gdLst>
                <a:ahLst/>
                <a:cxnLst>
                  <a:cxn ang="T10">
                    <a:pos x="T0" y="T1"/>
                  </a:cxn>
                  <a:cxn ang="T11">
                    <a:pos x="T2" y="T3"/>
                  </a:cxn>
                  <a:cxn ang="T12">
                    <a:pos x="T4" y="T5"/>
                  </a:cxn>
                  <a:cxn ang="T13">
                    <a:pos x="T6" y="T7"/>
                  </a:cxn>
                  <a:cxn ang="T14">
                    <a:pos x="T8" y="T9"/>
                  </a:cxn>
                </a:cxnLst>
                <a:rect l="T15" t="T16" r="T17" b="T18"/>
                <a:pathLst>
                  <a:path w="112" h="87">
                    <a:moveTo>
                      <a:pt x="112" y="0"/>
                    </a:moveTo>
                    <a:lnTo>
                      <a:pt x="32" y="87"/>
                    </a:lnTo>
                    <a:lnTo>
                      <a:pt x="16" y="64"/>
                    </a:lnTo>
                    <a:lnTo>
                      <a:pt x="0" y="40"/>
                    </a:lnTo>
                    <a:lnTo>
                      <a:pt x="112" y="0"/>
                    </a:lnTo>
                    <a:close/>
                  </a:path>
                </a:pathLst>
              </a:custGeom>
              <a:grpFill/>
              <a:ln w="9525">
                <a:solidFill>
                  <a:schemeClr val="bg1">
                    <a:lumMod val="65000"/>
                  </a:schemeClr>
                </a:solidFill>
                <a:round/>
                <a:headEnd/>
                <a:tailEnd/>
              </a:ln>
            </p:spPr>
            <p:txBody>
              <a:bodyPr/>
              <a:lstStyle/>
              <a:p>
                <a:endParaRPr lang="en-US"/>
              </a:p>
            </p:txBody>
          </p:sp>
          <p:sp>
            <p:nvSpPr>
              <p:cNvPr id="103847" name="Line 1001">
                <a:extLst>
                  <a:ext uri="{FF2B5EF4-FFF2-40B4-BE49-F238E27FC236}">
                    <a16:creationId xmlns:a16="http://schemas.microsoft.com/office/drawing/2014/main" id="{D49FAE55-548D-E479-FEBE-DA93DAAC7B0C}"/>
                  </a:ext>
                </a:extLst>
              </p:cNvPr>
              <p:cNvSpPr>
                <a:spLocks noChangeShapeType="1"/>
              </p:cNvSpPr>
              <p:nvPr/>
            </p:nvSpPr>
            <p:spPr bwMode="auto">
              <a:xfrm flipV="1">
                <a:off x="2415" y="2004"/>
                <a:ext cx="72" cy="48"/>
              </a:xfrm>
              <a:prstGeom prst="line">
                <a:avLst/>
              </a:prstGeom>
              <a:grpFill/>
              <a:ln w="12700">
                <a:solidFill>
                  <a:schemeClr val="bg1">
                    <a:lumMod val="65000"/>
                  </a:schemeClr>
                </a:solidFill>
                <a:round/>
                <a:headEnd/>
                <a:tailEnd/>
              </a:ln>
            </p:spPr>
            <p:txBody>
              <a:bodyPr/>
              <a:lstStyle/>
              <a:p>
                <a:endParaRPr lang="en-US"/>
              </a:p>
            </p:txBody>
          </p:sp>
          <p:sp>
            <p:nvSpPr>
              <p:cNvPr id="103848" name="Line 1002">
                <a:extLst>
                  <a:ext uri="{FF2B5EF4-FFF2-40B4-BE49-F238E27FC236}">
                    <a16:creationId xmlns:a16="http://schemas.microsoft.com/office/drawing/2014/main" id="{7D16A03D-A6AB-4B9D-BCD2-505246E49237}"/>
                  </a:ext>
                </a:extLst>
              </p:cNvPr>
              <p:cNvSpPr>
                <a:spLocks noChangeShapeType="1"/>
              </p:cNvSpPr>
              <p:nvPr/>
            </p:nvSpPr>
            <p:spPr bwMode="auto">
              <a:xfrm flipV="1">
                <a:off x="2511" y="1949"/>
                <a:ext cx="71" cy="39"/>
              </a:xfrm>
              <a:prstGeom prst="line">
                <a:avLst/>
              </a:prstGeom>
              <a:grpFill/>
              <a:ln w="12700">
                <a:solidFill>
                  <a:schemeClr val="bg1">
                    <a:lumMod val="65000"/>
                  </a:schemeClr>
                </a:solidFill>
                <a:round/>
                <a:headEnd/>
                <a:tailEnd/>
              </a:ln>
            </p:spPr>
            <p:txBody>
              <a:bodyPr/>
              <a:lstStyle/>
              <a:p>
                <a:endParaRPr lang="en-US"/>
              </a:p>
            </p:txBody>
          </p:sp>
          <p:sp>
            <p:nvSpPr>
              <p:cNvPr id="103849" name="Line 1003">
                <a:extLst>
                  <a:ext uri="{FF2B5EF4-FFF2-40B4-BE49-F238E27FC236}">
                    <a16:creationId xmlns:a16="http://schemas.microsoft.com/office/drawing/2014/main" id="{C4E2A11D-B7D1-83D1-306F-382CDEEDC2E2}"/>
                  </a:ext>
                </a:extLst>
              </p:cNvPr>
              <p:cNvSpPr>
                <a:spLocks noChangeShapeType="1"/>
              </p:cNvSpPr>
              <p:nvPr/>
            </p:nvSpPr>
            <p:spPr bwMode="auto">
              <a:xfrm flipV="1">
                <a:off x="2607" y="1885"/>
                <a:ext cx="71" cy="47"/>
              </a:xfrm>
              <a:prstGeom prst="line">
                <a:avLst/>
              </a:prstGeom>
              <a:grpFill/>
              <a:ln w="12700">
                <a:solidFill>
                  <a:schemeClr val="bg1">
                    <a:lumMod val="65000"/>
                  </a:schemeClr>
                </a:solidFill>
                <a:round/>
                <a:headEnd/>
                <a:tailEnd/>
              </a:ln>
            </p:spPr>
            <p:txBody>
              <a:bodyPr/>
              <a:lstStyle/>
              <a:p>
                <a:endParaRPr lang="en-US"/>
              </a:p>
            </p:txBody>
          </p:sp>
          <p:sp>
            <p:nvSpPr>
              <p:cNvPr id="103850" name="Line 1004">
                <a:extLst>
                  <a:ext uri="{FF2B5EF4-FFF2-40B4-BE49-F238E27FC236}">
                    <a16:creationId xmlns:a16="http://schemas.microsoft.com/office/drawing/2014/main" id="{A890DBBD-A8EA-78EE-B13B-550A42643F55}"/>
                  </a:ext>
                </a:extLst>
              </p:cNvPr>
              <p:cNvSpPr>
                <a:spLocks noChangeShapeType="1"/>
              </p:cNvSpPr>
              <p:nvPr/>
            </p:nvSpPr>
            <p:spPr bwMode="auto">
              <a:xfrm flipV="1">
                <a:off x="2696" y="1846"/>
                <a:ext cx="46" cy="22"/>
              </a:xfrm>
              <a:prstGeom prst="line">
                <a:avLst/>
              </a:prstGeom>
              <a:grpFill/>
              <a:ln w="12700">
                <a:solidFill>
                  <a:schemeClr val="bg1">
                    <a:lumMod val="65000"/>
                  </a:schemeClr>
                </a:solidFill>
                <a:round/>
                <a:headEnd/>
                <a:tailEnd/>
              </a:ln>
            </p:spPr>
            <p:txBody>
              <a:bodyPr/>
              <a:lstStyle/>
              <a:p>
                <a:endParaRPr lang="en-US"/>
              </a:p>
            </p:txBody>
          </p:sp>
        </p:grpSp>
        <p:grpSp>
          <p:nvGrpSpPr>
            <p:cNvPr id="103626" name="Group 1005">
              <a:extLst>
                <a:ext uri="{FF2B5EF4-FFF2-40B4-BE49-F238E27FC236}">
                  <a16:creationId xmlns:a16="http://schemas.microsoft.com/office/drawing/2014/main" id="{CD133361-64F2-1FE7-ECCF-E292454BC236}"/>
                </a:ext>
              </a:extLst>
            </p:cNvPr>
            <p:cNvGrpSpPr>
              <a:grpSpLocks/>
            </p:cNvGrpSpPr>
            <p:nvPr/>
          </p:nvGrpSpPr>
          <p:grpSpPr bwMode="auto">
            <a:xfrm>
              <a:off x="2886" y="1773"/>
              <a:ext cx="415" cy="271"/>
              <a:chOff x="2886" y="1773"/>
              <a:chExt cx="415" cy="271"/>
            </a:xfrm>
            <a:grpFill/>
          </p:grpSpPr>
          <p:sp>
            <p:nvSpPr>
              <p:cNvPr id="103841" name="Freeform 1006">
                <a:extLst>
                  <a:ext uri="{FF2B5EF4-FFF2-40B4-BE49-F238E27FC236}">
                    <a16:creationId xmlns:a16="http://schemas.microsoft.com/office/drawing/2014/main" id="{4F1761F2-F226-C728-1A25-2A1C3CA78EE2}"/>
                  </a:ext>
                </a:extLst>
              </p:cNvPr>
              <p:cNvSpPr>
                <a:spLocks/>
              </p:cNvSpPr>
              <p:nvPr/>
            </p:nvSpPr>
            <p:spPr bwMode="auto">
              <a:xfrm>
                <a:off x="3189" y="1773"/>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32" y="88"/>
                    </a:lnTo>
                    <a:lnTo>
                      <a:pt x="16" y="64"/>
                    </a:lnTo>
                    <a:lnTo>
                      <a:pt x="0" y="40"/>
                    </a:lnTo>
                    <a:lnTo>
                      <a:pt x="112" y="0"/>
                    </a:lnTo>
                    <a:close/>
                  </a:path>
                </a:pathLst>
              </a:custGeom>
              <a:grpFill/>
              <a:ln w="9525">
                <a:solidFill>
                  <a:schemeClr val="bg1">
                    <a:lumMod val="65000"/>
                  </a:schemeClr>
                </a:solidFill>
                <a:round/>
                <a:headEnd/>
                <a:tailEnd/>
              </a:ln>
            </p:spPr>
            <p:txBody>
              <a:bodyPr/>
              <a:lstStyle/>
              <a:p>
                <a:endParaRPr lang="en-US"/>
              </a:p>
            </p:txBody>
          </p:sp>
          <p:sp>
            <p:nvSpPr>
              <p:cNvPr id="103842" name="Line 1007">
                <a:extLst>
                  <a:ext uri="{FF2B5EF4-FFF2-40B4-BE49-F238E27FC236}">
                    <a16:creationId xmlns:a16="http://schemas.microsoft.com/office/drawing/2014/main" id="{065EFC98-3EBA-2BDB-ACC0-52AEB06F85B2}"/>
                  </a:ext>
                </a:extLst>
              </p:cNvPr>
              <p:cNvSpPr>
                <a:spLocks noChangeShapeType="1"/>
              </p:cNvSpPr>
              <p:nvPr/>
            </p:nvSpPr>
            <p:spPr bwMode="auto">
              <a:xfrm flipV="1">
                <a:off x="2886" y="1996"/>
                <a:ext cx="72" cy="48"/>
              </a:xfrm>
              <a:prstGeom prst="line">
                <a:avLst/>
              </a:prstGeom>
              <a:grpFill/>
              <a:ln w="12700">
                <a:solidFill>
                  <a:schemeClr val="bg1">
                    <a:lumMod val="65000"/>
                  </a:schemeClr>
                </a:solidFill>
                <a:round/>
                <a:headEnd/>
                <a:tailEnd/>
              </a:ln>
            </p:spPr>
            <p:txBody>
              <a:bodyPr/>
              <a:lstStyle/>
              <a:p>
                <a:endParaRPr lang="en-US"/>
              </a:p>
            </p:txBody>
          </p:sp>
          <p:sp>
            <p:nvSpPr>
              <p:cNvPr id="103843" name="Line 1008">
                <a:extLst>
                  <a:ext uri="{FF2B5EF4-FFF2-40B4-BE49-F238E27FC236}">
                    <a16:creationId xmlns:a16="http://schemas.microsoft.com/office/drawing/2014/main" id="{5F272622-2C05-AA61-8939-F372BB2B5741}"/>
                  </a:ext>
                </a:extLst>
              </p:cNvPr>
              <p:cNvSpPr>
                <a:spLocks noChangeShapeType="1"/>
              </p:cNvSpPr>
              <p:nvPr/>
            </p:nvSpPr>
            <p:spPr bwMode="auto">
              <a:xfrm flipV="1">
                <a:off x="2982" y="1933"/>
                <a:ext cx="71" cy="47"/>
              </a:xfrm>
              <a:prstGeom prst="line">
                <a:avLst/>
              </a:prstGeom>
              <a:grpFill/>
              <a:ln w="12700">
                <a:solidFill>
                  <a:schemeClr val="bg1">
                    <a:lumMod val="65000"/>
                  </a:schemeClr>
                </a:solidFill>
                <a:round/>
                <a:headEnd/>
                <a:tailEnd/>
              </a:ln>
            </p:spPr>
            <p:txBody>
              <a:bodyPr/>
              <a:lstStyle/>
              <a:p>
                <a:endParaRPr lang="en-US"/>
              </a:p>
            </p:txBody>
          </p:sp>
          <p:sp>
            <p:nvSpPr>
              <p:cNvPr id="103844" name="Line 1009">
                <a:extLst>
                  <a:ext uri="{FF2B5EF4-FFF2-40B4-BE49-F238E27FC236}">
                    <a16:creationId xmlns:a16="http://schemas.microsoft.com/office/drawing/2014/main" id="{A16F4557-6FBA-9DA3-0F56-809A85AB4351}"/>
                  </a:ext>
                </a:extLst>
              </p:cNvPr>
              <p:cNvSpPr>
                <a:spLocks noChangeShapeType="1"/>
              </p:cNvSpPr>
              <p:nvPr/>
            </p:nvSpPr>
            <p:spPr bwMode="auto">
              <a:xfrm flipV="1">
                <a:off x="3070" y="1877"/>
                <a:ext cx="79" cy="47"/>
              </a:xfrm>
              <a:prstGeom prst="line">
                <a:avLst/>
              </a:prstGeom>
              <a:grpFill/>
              <a:ln w="12700">
                <a:solidFill>
                  <a:schemeClr val="bg1">
                    <a:lumMod val="65000"/>
                  </a:schemeClr>
                </a:solidFill>
                <a:round/>
                <a:headEnd/>
                <a:tailEnd/>
              </a:ln>
            </p:spPr>
            <p:txBody>
              <a:bodyPr/>
              <a:lstStyle/>
              <a:p>
                <a:endParaRPr lang="en-US"/>
              </a:p>
            </p:txBody>
          </p:sp>
          <p:sp>
            <p:nvSpPr>
              <p:cNvPr id="103845" name="Line 1010">
                <a:extLst>
                  <a:ext uri="{FF2B5EF4-FFF2-40B4-BE49-F238E27FC236}">
                    <a16:creationId xmlns:a16="http://schemas.microsoft.com/office/drawing/2014/main" id="{0058FF95-9CA9-C8C2-ED18-406D2ADD4710}"/>
                  </a:ext>
                </a:extLst>
              </p:cNvPr>
              <p:cNvSpPr>
                <a:spLocks noChangeShapeType="1"/>
              </p:cNvSpPr>
              <p:nvPr/>
            </p:nvSpPr>
            <p:spPr bwMode="auto">
              <a:xfrm flipV="1">
                <a:off x="3165" y="1838"/>
                <a:ext cx="40" cy="23"/>
              </a:xfrm>
              <a:prstGeom prst="line">
                <a:avLst/>
              </a:prstGeom>
              <a:grpFill/>
              <a:ln w="12700">
                <a:solidFill>
                  <a:schemeClr val="bg1">
                    <a:lumMod val="65000"/>
                  </a:schemeClr>
                </a:solidFill>
                <a:round/>
                <a:headEnd/>
                <a:tailEnd/>
              </a:ln>
            </p:spPr>
            <p:txBody>
              <a:bodyPr/>
              <a:lstStyle/>
              <a:p>
                <a:endParaRPr lang="en-US"/>
              </a:p>
            </p:txBody>
          </p:sp>
        </p:grpSp>
        <p:grpSp>
          <p:nvGrpSpPr>
            <p:cNvPr id="103627" name="Group 1011">
              <a:extLst>
                <a:ext uri="{FF2B5EF4-FFF2-40B4-BE49-F238E27FC236}">
                  <a16:creationId xmlns:a16="http://schemas.microsoft.com/office/drawing/2014/main" id="{CC4F7A00-5A64-2F97-3FEB-FC6083A9451A}"/>
                </a:ext>
              </a:extLst>
            </p:cNvPr>
            <p:cNvGrpSpPr>
              <a:grpSpLocks/>
            </p:cNvGrpSpPr>
            <p:nvPr/>
          </p:nvGrpSpPr>
          <p:grpSpPr bwMode="auto">
            <a:xfrm>
              <a:off x="3325" y="1773"/>
              <a:ext cx="423" cy="271"/>
              <a:chOff x="3325" y="1773"/>
              <a:chExt cx="423" cy="271"/>
            </a:xfrm>
            <a:grpFill/>
          </p:grpSpPr>
          <p:sp>
            <p:nvSpPr>
              <p:cNvPr id="103836" name="Freeform 1012">
                <a:extLst>
                  <a:ext uri="{FF2B5EF4-FFF2-40B4-BE49-F238E27FC236}">
                    <a16:creationId xmlns:a16="http://schemas.microsoft.com/office/drawing/2014/main" id="{91538BC7-DBD6-03D1-1834-2F24158E330F}"/>
                  </a:ext>
                </a:extLst>
              </p:cNvPr>
              <p:cNvSpPr>
                <a:spLocks/>
              </p:cNvSpPr>
              <p:nvPr/>
            </p:nvSpPr>
            <p:spPr bwMode="auto">
              <a:xfrm>
                <a:off x="3636" y="1773"/>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32" y="88"/>
                    </a:lnTo>
                    <a:lnTo>
                      <a:pt x="16" y="64"/>
                    </a:lnTo>
                    <a:lnTo>
                      <a:pt x="0" y="40"/>
                    </a:lnTo>
                    <a:lnTo>
                      <a:pt x="112" y="0"/>
                    </a:lnTo>
                    <a:close/>
                  </a:path>
                </a:pathLst>
              </a:custGeom>
              <a:grpFill/>
              <a:ln w="9525">
                <a:solidFill>
                  <a:schemeClr val="bg1">
                    <a:lumMod val="65000"/>
                  </a:schemeClr>
                </a:solidFill>
                <a:round/>
                <a:headEnd/>
                <a:tailEnd/>
              </a:ln>
            </p:spPr>
            <p:txBody>
              <a:bodyPr/>
              <a:lstStyle/>
              <a:p>
                <a:endParaRPr lang="en-US"/>
              </a:p>
            </p:txBody>
          </p:sp>
          <p:sp>
            <p:nvSpPr>
              <p:cNvPr id="103837" name="Line 1013">
                <a:extLst>
                  <a:ext uri="{FF2B5EF4-FFF2-40B4-BE49-F238E27FC236}">
                    <a16:creationId xmlns:a16="http://schemas.microsoft.com/office/drawing/2014/main" id="{83443167-EA3A-6F54-903C-E4E76D630D82}"/>
                  </a:ext>
                </a:extLst>
              </p:cNvPr>
              <p:cNvSpPr>
                <a:spLocks noChangeShapeType="1"/>
              </p:cNvSpPr>
              <p:nvPr/>
            </p:nvSpPr>
            <p:spPr bwMode="auto">
              <a:xfrm flipV="1">
                <a:off x="3325" y="1996"/>
                <a:ext cx="72" cy="48"/>
              </a:xfrm>
              <a:prstGeom prst="line">
                <a:avLst/>
              </a:prstGeom>
              <a:grpFill/>
              <a:ln w="12700">
                <a:solidFill>
                  <a:schemeClr val="bg1">
                    <a:lumMod val="65000"/>
                  </a:schemeClr>
                </a:solidFill>
                <a:round/>
                <a:headEnd/>
                <a:tailEnd/>
              </a:ln>
            </p:spPr>
            <p:txBody>
              <a:bodyPr/>
              <a:lstStyle/>
              <a:p>
                <a:endParaRPr lang="en-US"/>
              </a:p>
            </p:txBody>
          </p:sp>
          <p:sp>
            <p:nvSpPr>
              <p:cNvPr id="103838" name="Line 1014">
                <a:extLst>
                  <a:ext uri="{FF2B5EF4-FFF2-40B4-BE49-F238E27FC236}">
                    <a16:creationId xmlns:a16="http://schemas.microsoft.com/office/drawing/2014/main" id="{566382D9-14E0-336E-EF2B-45564073B2F9}"/>
                  </a:ext>
                </a:extLst>
              </p:cNvPr>
              <p:cNvSpPr>
                <a:spLocks noChangeShapeType="1"/>
              </p:cNvSpPr>
              <p:nvPr/>
            </p:nvSpPr>
            <p:spPr bwMode="auto">
              <a:xfrm flipV="1">
                <a:off x="3421" y="1940"/>
                <a:ext cx="72" cy="40"/>
              </a:xfrm>
              <a:prstGeom prst="line">
                <a:avLst/>
              </a:prstGeom>
              <a:grpFill/>
              <a:ln w="12700">
                <a:solidFill>
                  <a:schemeClr val="bg1">
                    <a:lumMod val="65000"/>
                  </a:schemeClr>
                </a:solidFill>
                <a:round/>
                <a:headEnd/>
                <a:tailEnd/>
              </a:ln>
            </p:spPr>
            <p:txBody>
              <a:bodyPr/>
              <a:lstStyle/>
              <a:p>
                <a:endParaRPr lang="en-US"/>
              </a:p>
            </p:txBody>
          </p:sp>
          <p:sp>
            <p:nvSpPr>
              <p:cNvPr id="103839" name="Line 1015">
                <a:extLst>
                  <a:ext uri="{FF2B5EF4-FFF2-40B4-BE49-F238E27FC236}">
                    <a16:creationId xmlns:a16="http://schemas.microsoft.com/office/drawing/2014/main" id="{8923D1D5-B108-0F22-E235-4EEBDC57B7FF}"/>
                  </a:ext>
                </a:extLst>
              </p:cNvPr>
              <p:cNvSpPr>
                <a:spLocks noChangeShapeType="1"/>
              </p:cNvSpPr>
              <p:nvPr/>
            </p:nvSpPr>
            <p:spPr bwMode="auto">
              <a:xfrm flipV="1">
                <a:off x="3517" y="1877"/>
                <a:ext cx="71" cy="47"/>
              </a:xfrm>
              <a:prstGeom prst="line">
                <a:avLst/>
              </a:prstGeom>
              <a:grpFill/>
              <a:ln w="12700">
                <a:solidFill>
                  <a:schemeClr val="bg1">
                    <a:lumMod val="65000"/>
                  </a:schemeClr>
                </a:solidFill>
                <a:round/>
                <a:headEnd/>
                <a:tailEnd/>
              </a:ln>
            </p:spPr>
            <p:txBody>
              <a:bodyPr/>
              <a:lstStyle/>
              <a:p>
                <a:endParaRPr lang="en-US"/>
              </a:p>
            </p:txBody>
          </p:sp>
          <p:sp>
            <p:nvSpPr>
              <p:cNvPr id="103840" name="Line 1016">
                <a:extLst>
                  <a:ext uri="{FF2B5EF4-FFF2-40B4-BE49-F238E27FC236}">
                    <a16:creationId xmlns:a16="http://schemas.microsoft.com/office/drawing/2014/main" id="{FDD5713F-016E-E97D-DF4A-19F34FCF620A}"/>
                  </a:ext>
                </a:extLst>
              </p:cNvPr>
              <p:cNvSpPr>
                <a:spLocks noChangeShapeType="1"/>
              </p:cNvSpPr>
              <p:nvPr/>
            </p:nvSpPr>
            <p:spPr bwMode="auto">
              <a:xfrm flipV="1">
                <a:off x="3604" y="1838"/>
                <a:ext cx="48" cy="23"/>
              </a:xfrm>
              <a:prstGeom prst="line">
                <a:avLst/>
              </a:prstGeom>
              <a:grpFill/>
              <a:ln w="12700">
                <a:solidFill>
                  <a:schemeClr val="bg1">
                    <a:lumMod val="65000"/>
                  </a:schemeClr>
                </a:solidFill>
                <a:round/>
                <a:headEnd/>
                <a:tailEnd/>
              </a:ln>
            </p:spPr>
            <p:txBody>
              <a:bodyPr/>
              <a:lstStyle/>
              <a:p>
                <a:endParaRPr lang="en-US"/>
              </a:p>
            </p:txBody>
          </p:sp>
        </p:grpSp>
        <p:grpSp>
          <p:nvGrpSpPr>
            <p:cNvPr id="103628" name="Group 1017">
              <a:extLst>
                <a:ext uri="{FF2B5EF4-FFF2-40B4-BE49-F238E27FC236}">
                  <a16:creationId xmlns:a16="http://schemas.microsoft.com/office/drawing/2014/main" id="{2916FA72-BF23-23C6-B876-B26134534942}"/>
                </a:ext>
              </a:extLst>
            </p:cNvPr>
            <p:cNvGrpSpPr>
              <a:grpSpLocks/>
            </p:cNvGrpSpPr>
            <p:nvPr/>
          </p:nvGrpSpPr>
          <p:grpSpPr bwMode="auto">
            <a:xfrm>
              <a:off x="2878" y="2379"/>
              <a:ext cx="407" cy="287"/>
              <a:chOff x="2878" y="2379"/>
              <a:chExt cx="407" cy="287"/>
            </a:xfrm>
            <a:grpFill/>
          </p:grpSpPr>
          <p:sp>
            <p:nvSpPr>
              <p:cNvPr id="103831" name="Freeform 1018">
                <a:extLst>
                  <a:ext uri="{FF2B5EF4-FFF2-40B4-BE49-F238E27FC236}">
                    <a16:creationId xmlns:a16="http://schemas.microsoft.com/office/drawing/2014/main" id="{3D49A8BD-4465-D916-CB71-5FBCD95969BA}"/>
                  </a:ext>
                </a:extLst>
              </p:cNvPr>
              <p:cNvSpPr>
                <a:spLocks/>
              </p:cNvSpPr>
              <p:nvPr/>
            </p:nvSpPr>
            <p:spPr bwMode="auto">
              <a:xfrm>
                <a:off x="3173" y="2379"/>
                <a:ext cx="112" cy="88"/>
              </a:xfrm>
              <a:custGeom>
                <a:avLst/>
                <a:gdLst>
                  <a:gd name="T0" fmla="*/ 112 w 112"/>
                  <a:gd name="T1" fmla="*/ 0 h 88"/>
                  <a:gd name="T2" fmla="*/ 40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40" y="88"/>
                    </a:lnTo>
                    <a:lnTo>
                      <a:pt x="16" y="64"/>
                    </a:lnTo>
                    <a:lnTo>
                      <a:pt x="0" y="40"/>
                    </a:lnTo>
                    <a:lnTo>
                      <a:pt x="112" y="0"/>
                    </a:lnTo>
                    <a:close/>
                  </a:path>
                </a:pathLst>
              </a:custGeom>
              <a:grpFill/>
              <a:ln w="9525">
                <a:solidFill>
                  <a:schemeClr val="bg1">
                    <a:lumMod val="65000"/>
                  </a:schemeClr>
                </a:solidFill>
                <a:round/>
                <a:headEnd/>
                <a:tailEnd/>
              </a:ln>
            </p:spPr>
            <p:txBody>
              <a:bodyPr/>
              <a:lstStyle/>
              <a:p>
                <a:endParaRPr lang="en-US"/>
              </a:p>
            </p:txBody>
          </p:sp>
          <p:sp>
            <p:nvSpPr>
              <p:cNvPr id="103832" name="Line 1019">
                <a:extLst>
                  <a:ext uri="{FF2B5EF4-FFF2-40B4-BE49-F238E27FC236}">
                    <a16:creationId xmlns:a16="http://schemas.microsoft.com/office/drawing/2014/main" id="{63D73C11-F788-3561-50C9-DF69231C9424}"/>
                  </a:ext>
                </a:extLst>
              </p:cNvPr>
              <p:cNvSpPr>
                <a:spLocks noChangeShapeType="1"/>
              </p:cNvSpPr>
              <p:nvPr/>
            </p:nvSpPr>
            <p:spPr bwMode="auto">
              <a:xfrm flipV="1">
                <a:off x="2878" y="2618"/>
                <a:ext cx="72" cy="48"/>
              </a:xfrm>
              <a:prstGeom prst="line">
                <a:avLst/>
              </a:prstGeom>
              <a:grpFill/>
              <a:ln w="12700">
                <a:solidFill>
                  <a:schemeClr val="bg1">
                    <a:lumMod val="65000"/>
                  </a:schemeClr>
                </a:solidFill>
                <a:round/>
                <a:headEnd/>
                <a:tailEnd/>
              </a:ln>
            </p:spPr>
            <p:txBody>
              <a:bodyPr/>
              <a:lstStyle/>
              <a:p>
                <a:endParaRPr lang="en-US"/>
              </a:p>
            </p:txBody>
          </p:sp>
          <p:sp>
            <p:nvSpPr>
              <p:cNvPr id="103833" name="Line 1020">
                <a:extLst>
                  <a:ext uri="{FF2B5EF4-FFF2-40B4-BE49-F238E27FC236}">
                    <a16:creationId xmlns:a16="http://schemas.microsoft.com/office/drawing/2014/main" id="{CA29CD4C-36DD-5572-A42E-C7EB1B17DA0F}"/>
                  </a:ext>
                </a:extLst>
              </p:cNvPr>
              <p:cNvSpPr>
                <a:spLocks noChangeShapeType="1"/>
              </p:cNvSpPr>
              <p:nvPr/>
            </p:nvSpPr>
            <p:spPr bwMode="auto">
              <a:xfrm flipV="1">
                <a:off x="2967" y="2556"/>
                <a:ext cx="70" cy="46"/>
              </a:xfrm>
              <a:prstGeom prst="line">
                <a:avLst/>
              </a:prstGeom>
              <a:grpFill/>
              <a:ln w="12700">
                <a:solidFill>
                  <a:schemeClr val="bg1">
                    <a:lumMod val="65000"/>
                  </a:schemeClr>
                </a:solidFill>
                <a:round/>
                <a:headEnd/>
                <a:tailEnd/>
              </a:ln>
            </p:spPr>
            <p:txBody>
              <a:bodyPr/>
              <a:lstStyle/>
              <a:p>
                <a:endParaRPr lang="en-US"/>
              </a:p>
            </p:txBody>
          </p:sp>
          <p:sp>
            <p:nvSpPr>
              <p:cNvPr id="103834" name="Line 1021">
                <a:extLst>
                  <a:ext uri="{FF2B5EF4-FFF2-40B4-BE49-F238E27FC236}">
                    <a16:creationId xmlns:a16="http://schemas.microsoft.com/office/drawing/2014/main" id="{52A4298C-9F06-9E72-8A90-704A04C430F1}"/>
                  </a:ext>
                </a:extLst>
              </p:cNvPr>
              <p:cNvSpPr>
                <a:spLocks noChangeShapeType="1"/>
              </p:cNvSpPr>
              <p:nvPr/>
            </p:nvSpPr>
            <p:spPr bwMode="auto">
              <a:xfrm flipV="1">
                <a:off x="3062" y="2491"/>
                <a:ext cx="71" cy="47"/>
              </a:xfrm>
              <a:prstGeom prst="line">
                <a:avLst/>
              </a:prstGeom>
              <a:grpFill/>
              <a:ln w="12700">
                <a:solidFill>
                  <a:schemeClr val="bg1">
                    <a:lumMod val="65000"/>
                  </a:schemeClr>
                </a:solidFill>
                <a:round/>
                <a:headEnd/>
                <a:tailEnd/>
              </a:ln>
            </p:spPr>
            <p:txBody>
              <a:bodyPr/>
              <a:lstStyle/>
              <a:p>
                <a:endParaRPr lang="en-US"/>
              </a:p>
            </p:txBody>
          </p:sp>
          <p:sp>
            <p:nvSpPr>
              <p:cNvPr id="103835" name="Line 1022">
                <a:extLst>
                  <a:ext uri="{FF2B5EF4-FFF2-40B4-BE49-F238E27FC236}">
                    <a16:creationId xmlns:a16="http://schemas.microsoft.com/office/drawing/2014/main" id="{EFBA0A56-E18D-078E-A5BC-85912F0B5549}"/>
                  </a:ext>
                </a:extLst>
              </p:cNvPr>
              <p:cNvSpPr>
                <a:spLocks noChangeShapeType="1"/>
              </p:cNvSpPr>
              <p:nvPr/>
            </p:nvSpPr>
            <p:spPr bwMode="auto">
              <a:xfrm flipV="1">
                <a:off x="3149" y="2443"/>
                <a:ext cx="40" cy="32"/>
              </a:xfrm>
              <a:prstGeom prst="line">
                <a:avLst/>
              </a:prstGeom>
              <a:grpFill/>
              <a:ln w="12700">
                <a:solidFill>
                  <a:schemeClr val="bg1">
                    <a:lumMod val="65000"/>
                  </a:schemeClr>
                </a:solidFill>
                <a:round/>
                <a:headEnd/>
                <a:tailEnd/>
              </a:ln>
            </p:spPr>
            <p:txBody>
              <a:bodyPr/>
              <a:lstStyle/>
              <a:p>
                <a:endParaRPr lang="en-US"/>
              </a:p>
            </p:txBody>
          </p:sp>
        </p:grpSp>
        <p:grpSp>
          <p:nvGrpSpPr>
            <p:cNvPr id="103629" name="Group 1023">
              <a:extLst>
                <a:ext uri="{FF2B5EF4-FFF2-40B4-BE49-F238E27FC236}">
                  <a16:creationId xmlns:a16="http://schemas.microsoft.com/office/drawing/2014/main" id="{F6F8C7C3-5D4F-9E89-148A-871CFA46D46A}"/>
                </a:ext>
              </a:extLst>
            </p:cNvPr>
            <p:cNvGrpSpPr>
              <a:grpSpLocks/>
            </p:cNvGrpSpPr>
            <p:nvPr/>
          </p:nvGrpSpPr>
          <p:grpSpPr bwMode="auto">
            <a:xfrm>
              <a:off x="2878" y="2076"/>
              <a:ext cx="415" cy="279"/>
              <a:chOff x="2878" y="2076"/>
              <a:chExt cx="415" cy="279"/>
            </a:xfrm>
            <a:grpFill/>
          </p:grpSpPr>
          <p:sp>
            <p:nvSpPr>
              <p:cNvPr id="103826" name="Freeform 1024">
                <a:extLst>
                  <a:ext uri="{FF2B5EF4-FFF2-40B4-BE49-F238E27FC236}">
                    <a16:creationId xmlns:a16="http://schemas.microsoft.com/office/drawing/2014/main" id="{E5C7B667-9960-DEED-4D59-27A28FFF0D52}"/>
                  </a:ext>
                </a:extLst>
              </p:cNvPr>
              <p:cNvSpPr>
                <a:spLocks/>
              </p:cNvSpPr>
              <p:nvPr/>
            </p:nvSpPr>
            <p:spPr bwMode="auto">
              <a:xfrm>
                <a:off x="3181" y="2076"/>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32" y="88"/>
                    </a:lnTo>
                    <a:lnTo>
                      <a:pt x="16" y="64"/>
                    </a:lnTo>
                    <a:lnTo>
                      <a:pt x="0" y="40"/>
                    </a:lnTo>
                    <a:lnTo>
                      <a:pt x="112" y="0"/>
                    </a:lnTo>
                    <a:close/>
                  </a:path>
                </a:pathLst>
              </a:custGeom>
              <a:grpFill/>
              <a:ln w="9525">
                <a:solidFill>
                  <a:schemeClr val="bg1">
                    <a:lumMod val="65000"/>
                  </a:schemeClr>
                </a:solidFill>
                <a:round/>
                <a:headEnd/>
                <a:tailEnd/>
              </a:ln>
            </p:spPr>
            <p:txBody>
              <a:bodyPr/>
              <a:lstStyle/>
              <a:p>
                <a:endParaRPr lang="en-US"/>
              </a:p>
            </p:txBody>
          </p:sp>
          <p:sp>
            <p:nvSpPr>
              <p:cNvPr id="103827" name="Line 1025">
                <a:extLst>
                  <a:ext uri="{FF2B5EF4-FFF2-40B4-BE49-F238E27FC236}">
                    <a16:creationId xmlns:a16="http://schemas.microsoft.com/office/drawing/2014/main" id="{C8B3B338-E4F5-EE11-8A90-25AE090B1261}"/>
                  </a:ext>
                </a:extLst>
              </p:cNvPr>
              <p:cNvSpPr>
                <a:spLocks noChangeShapeType="1"/>
              </p:cNvSpPr>
              <p:nvPr/>
            </p:nvSpPr>
            <p:spPr bwMode="auto">
              <a:xfrm flipV="1">
                <a:off x="2878" y="2307"/>
                <a:ext cx="72" cy="48"/>
              </a:xfrm>
              <a:prstGeom prst="line">
                <a:avLst/>
              </a:prstGeom>
              <a:grpFill/>
              <a:ln w="12700">
                <a:solidFill>
                  <a:schemeClr val="bg1">
                    <a:lumMod val="65000"/>
                  </a:schemeClr>
                </a:solidFill>
                <a:round/>
                <a:headEnd/>
                <a:tailEnd/>
              </a:ln>
            </p:spPr>
            <p:txBody>
              <a:bodyPr/>
              <a:lstStyle/>
              <a:p>
                <a:endParaRPr lang="en-US"/>
              </a:p>
            </p:txBody>
          </p:sp>
          <p:sp>
            <p:nvSpPr>
              <p:cNvPr id="103828" name="Line 1026">
                <a:extLst>
                  <a:ext uri="{FF2B5EF4-FFF2-40B4-BE49-F238E27FC236}">
                    <a16:creationId xmlns:a16="http://schemas.microsoft.com/office/drawing/2014/main" id="{DB6946DC-B8DB-A409-7678-DBBBFDBE039B}"/>
                  </a:ext>
                </a:extLst>
              </p:cNvPr>
              <p:cNvSpPr>
                <a:spLocks noChangeShapeType="1"/>
              </p:cNvSpPr>
              <p:nvPr/>
            </p:nvSpPr>
            <p:spPr bwMode="auto">
              <a:xfrm flipV="1">
                <a:off x="2975" y="2245"/>
                <a:ext cx="70" cy="46"/>
              </a:xfrm>
              <a:prstGeom prst="line">
                <a:avLst/>
              </a:prstGeom>
              <a:grpFill/>
              <a:ln w="12700">
                <a:solidFill>
                  <a:schemeClr val="bg1">
                    <a:lumMod val="65000"/>
                  </a:schemeClr>
                </a:solidFill>
                <a:round/>
                <a:headEnd/>
                <a:tailEnd/>
              </a:ln>
            </p:spPr>
            <p:txBody>
              <a:bodyPr/>
              <a:lstStyle/>
              <a:p>
                <a:endParaRPr lang="en-US"/>
              </a:p>
            </p:txBody>
          </p:sp>
          <p:sp>
            <p:nvSpPr>
              <p:cNvPr id="103829" name="Line 1027">
                <a:extLst>
                  <a:ext uri="{FF2B5EF4-FFF2-40B4-BE49-F238E27FC236}">
                    <a16:creationId xmlns:a16="http://schemas.microsoft.com/office/drawing/2014/main" id="{8D5B03A0-6F97-BA18-24CD-204386847C31}"/>
                  </a:ext>
                </a:extLst>
              </p:cNvPr>
              <p:cNvSpPr>
                <a:spLocks noChangeShapeType="1"/>
              </p:cNvSpPr>
              <p:nvPr/>
            </p:nvSpPr>
            <p:spPr bwMode="auto">
              <a:xfrm flipV="1">
                <a:off x="3062" y="2180"/>
                <a:ext cx="71" cy="47"/>
              </a:xfrm>
              <a:prstGeom prst="line">
                <a:avLst/>
              </a:prstGeom>
              <a:grpFill/>
              <a:ln w="12700">
                <a:solidFill>
                  <a:schemeClr val="bg1">
                    <a:lumMod val="65000"/>
                  </a:schemeClr>
                </a:solidFill>
                <a:round/>
                <a:headEnd/>
                <a:tailEnd/>
              </a:ln>
            </p:spPr>
            <p:txBody>
              <a:bodyPr/>
              <a:lstStyle/>
              <a:p>
                <a:endParaRPr lang="en-US"/>
              </a:p>
            </p:txBody>
          </p:sp>
          <p:sp>
            <p:nvSpPr>
              <p:cNvPr id="103830" name="Line 1028">
                <a:extLst>
                  <a:ext uri="{FF2B5EF4-FFF2-40B4-BE49-F238E27FC236}">
                    <a16:creationId xmlns:a16="http://schemas.microsoft.com/office/drawing/2014/main" id="{38E12678-28A0-EFE4-D027-C134C849E70B}"/>
                  </a:ext>
                </a:extLst>
              </p:cNvPr>
              <p:cNvSpPr>
                <a:spLocks noChangeShapeType="1"/>
              </p:cNvSpPr>
              <p:nvPr/>
            </p:nvSpPr>
            <p:spPr bwMode="auto">
              <a:xfrm flipV="1">
                <a:off x="3157" y="2141"/>
                <a:ext cx="40" cy="31"/>
              </a:xfrm>
              <a:prstGeom prst="line">
                <a:avLst/>
              </a:prstGeom>
              <a:grpFill/>
              <a:ln w="12700">
                <a:solidFill>
                  <a:schemeClr val="bg1">
                    <a:lumMod val="65000"/>
                  </a:schemeClr>
                </a:solidFill>
                <a:round/>
                <a:headEnd/>
                <a:tailEnd/>
              </a:ln>
            </p:spPr>
            <p:txBody>
              <a:bodyPr/>
              <a:lstStyle/>
              <a:p>
                <a:endParaRPr lang="en-US"/>
              </a:p>
            </p:txBody>
          </p:sp>
        </p:grpSp>
        <p:grpSp>
          <p:nvGrpSpPr>
            <p:cNvPr id="103630" name="Group 1029">
              <a:extLst>
                <a:ext uri="{FF2B5EF4-FFF2-40B4-BE49-F238E27FC236}">
                  <a16:creationId xmlns:a16="http://schemas.microsoft.com/office/drawing/2014/main" id="{400932D1-C1BB-DE21-D053-2857E8E20EF7}"/>
                </a:ext>
              </a:extLst>
            </p:cNvPr>
            <p:cNvGrpSpPr>
              <a:grpSpLocks/>
            </p:cNvGrpSpPr>
            <p:nvPr/>
          </p:nvGrpSpPr>
          <p:grpSpPr bwMode="auto">
            <a:xfrm>
              <a:off x="2415" y="2068"/>
              <a:ext cx="431" cy="279"/>
              <a:chOff x="2415" y="2068"/>
              <a:chExt cx="431" cy="279"/>
            </a:xfrm>
            <a:grpFill/>
          </p:grpSpPr>
          <p:sp>
            <p:nvSpPr>
              <p:cNvPr id="103821" name="Freeform 1030">
                <a:extLst>
                  <a:ext uri="{FF2B5EF4-FFF2-40B4-BE49-F238E27FC236}">
                    <a16:creationId xmlns:a16="http://schemas.microsoft.com/office/drawing/2014/main" id="{0F70E1EE-BBDE-6569-D616-5554572AF693}"/>
                  </a:ext>
                </a:extLst>
              </p:cNvPr>
              <p:cNvSpPr>
                <a:spLocks/>
              </p:cNvSpPr>
              <p:nvPr/>
            </p:nvSpPr>
            <p:spPr bwMode="auto">
              <a:xfrm>
                <a:off x="2734" y="2068"/>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32" y="88"/>
                    </a:lnTo>
                    <a:lnTo>
                      <a:pt x="16" y="64"/>
                    </a:lnTo>
                    <a:lnTo>
                      <a:pt x="0" y="40"/>
                    </a:lnTo>
                    <a:lnTo>
                      <a:pt x="112" y="0"/>
                    </a:lnTo>
                    <a:close/>
                  </a:path>
                </a:pathLst>
              </a:custGeom>
              <a:grpFill/>
              <a:ln w="9525">
                <a:solidFill>
                  <a:schemeClr val="bg1">
                    <a:lumMod val="65000"/>
                  </a:schemeClr>
                </a:solidFill>
                <a:round/>
                <a:headEnd/>
                <a:tailEnd/>
              </a:ln>
            </p:spPr>
            <p:txBody>
              <a:bodyPr/>
              <a:lstStyle/>
              <a:p>
                <a:endParaRPr lang="en-US"/>
              </a:p>
            </p:txBody>
          </p:sp>
          <p:sp>
            <p:nvSpPr>
              <p:cNvPr id="103822" name="Line 1031">
                <a:extLst>
                  <a:ext uri="{FF2B5EF4-FFF2-40B4-BE49-F238E27FC236}">
                    <a16:creationId xmlns:a16="http://schemas.microsoft.com/office/drawing/2014/main" id="{63827D28-DAC5-B364-70EF-6B9F5C020844}"/>
                  </a:ext>
                </a:extLst>
              </p:cNvPr>
              <p:cNvSpPr>
                <a:spLocks noChangeShapeType="1"/>
              </p:cNvSpPr>
              <p:nvPr/>
            </p:nvSpPr>
            <p:spPr bwMode="auto">
              <a:xfrm flipV="1">
                <a:off x="2415" y="2299"/>
                <a:ext cx="72" cy="48"/>
              </a:xfrm>
              <a:prstGeom prst="line">
                <a:avLst/>
              </a:prstGeom>
              <a:grpFill/>
              <a:ln w="12700">
                <a:solidFill>
                  <a:schemeClr val="bg1">
                    <a:lumMod val="65000"/>
                  </a:schemeClr>
                </a:solidFill>
                <a:round/>
                <a:headEnd/>
                <a:tailEnd/>
              </a:ln>
            </p:spPr>
            <p:txBody>
              <a:bodyPr/>
              <a:lstStyle/>
              <a:p>
                <a:endParaRPr lang="en-US"/>
              </a:p>
            </p:txBody>
          </p:sp>
          <p:sp>
            <p:nvSpPr>
              <p:cNvPr id="103823" name="Line 1032">
                <a:extLst>
                  <a:ext uri="{FF2B5EF4-FFF2-40B4-BE49-F238E27FC236}">
                    <a16:creationId xmlns:a16="http://schemas.microsoft.com/office/drawing/2014/main" id="{42C93AD5-6AA0-182B-18A0-E75719E613C2}"/>
                  </a:ext>
                </a:extLst>
              </p:cNvPr>
              <p:cNvSpPr>
                <a:spLocks noChangeShapeType="1"/>
              </p:cNvSpPr>
              <p:nvPr/>
            </p:nvSpPr>
            <p:spPr bwMode="auto">
              <a:xfrm flipV="1">
                <a:off x="2512" y="2237"/>
                <a:ext cx="70" cy="46"/>
              </a:xfrm>
              <a:prstGeom prst="line">
                <a:avLst/>
              </a:prstGeom>
              <a:grpFill/>
              <a:ln w="12700">
                <a:solidFill>
                  <a:schemeClr val="bg1">
                    <a:lumMod val="65000"/>
                  </a:schemeClr>
                </a:solidFill>
                <a:round/>
                <a:headEnd/>
                <a:tailEnd/>
              </a:ln>
            </p:spPr>
            <p:txBody>
              <a:bodyPr/>
              <a:lstStyle/>
              <a:p>
                <a:endParaRPr lang="en-US"/>
              </a:p>
            </p:txBody>
          </p:sp>
          <p:sp>
            <p:nvSpPr>
              <p:cNvPr id="103824" name="Line 1033">
                <a:extLst>
                  <a:ext uri="{FF2B5EF4-FFF2-40B4-BE49-F238E27FC236}">
                    <a16:creationId xmlns:a16="http://schemas.microsoft.com/office/drawing/2014/main" id="{01D871DE-CC38-93E9-74C0-C5209AC3F7A8}"/>
                  </a:ext>
                </a:extLst>
              </p:cNvPr>
              <p:cNvSpPr>
                <a:spLocks noChangeShapeType="1"/>
              </p:cNvSpPr>
              <p:nvPr/>
            </p:nvSpPr>
            <p:spPr bwMode="auto">
              <a:xfrm flipV="1">
                <a:off x="2599" y="2180"/>
                <a:ext cx="79" cy="47"/>
              </a:xfrm>
              <a:prstGeom prst="line">
                <a:avLst/>
              </a:prstGeom>
              <a:grpFill/>
              <a:ln w="12700">
                <a:solidFill>
                  <a:schemeClr val="bg1">
                    <a:lumMod val="65000"/>
                  </a:schemeClr>
                </a:solidFill>
                <a:round/>
                <a:headEnd/>
                <a:tailEnd/>
              </a:ln>
            </p:spPr>
            <p:txBody>
              <a:bodyPr/>
              <a:lstStyle/>
              <a:p>
                <a:endParaRPr lang="en-US"/>
              </a:p>
            </p:txBody>
          </p:sp>
          <p:sp>
            <p:nvSpPr>
              <p:cNvPr id="103825" name="Line 1034">
                <a:extLst>
                  <a:ext uri="{FF2B5EF4-FFF2-40B4-BE49-F238E27FC236}">
                    <a16:creationId xmlns:a16="http://schemas.microsoft.com/office/drawing/2014/main" id="{2085449F-0241-BEE8-8BB5-107D54D0B62F}"/>
                  </a:ext>
                </a:extLst>
              </p:cNvPr>
              <p:cNvSpPr>
                <a:spLocks noChangeShapeType="1"/>
              </p:cNvSpPr>
              <p:nvPr/>
            </p:nvSpPr>
            <p:spPr bwMode="auto">
              <a:xfrm flipV="1">
                <a:off x="2694" y="2132"/>
                <a:ext cx="56" cy="32"/>
              </a:xfrm>
              <a:prstGeom prst="line">
                <a:avLst/>
              </a:prstGeom>
              <a:grpFill/>
              <a:ln w="12700">
                <a:solidFill>
                  <a:schemeClr val="bg1">
                    <a:lumMod val="65000"/>
                  </a:schemeClr>
                </a:solidFill>
                <a:round/>
                <a:headEnd/>
                <a:tailEnd/>
              </a:ln>
            </p:spPr>
            <p:txBody>
              <a:bodyPr/>
              <a:lstStyle/>
              <a:p>
                <a:endParaRPr lang="en-US"/>
              </a:p>
            </p:txBody>
          </p:sp>
        </p:grpSp>
        <p:grpSp>
          <p:nvGrpSpPr>
            <p:cNvPr id="103631" name="Group 1035">
              <a:extLst>
                <a:ext uri="{FF2B5EF4-FFF2-40B4-BE49-F238E27FC236}">
                  <a16:creationId xmlns:a16="http://schemas.microsoft.com/office/drawing/2014/main" id="{499CD6F4-F290-67E9-4BBF-F7F530BF3E26}"/>
                </a:ext>
              </a:extLst>
            </p:cNvPr>
            <p:cNvGrpSpPr>
              <a:grpSpLocks/>
            </p:cNvGrpSpPr>
            <p:nvPr/>
          </p:nvGrpSpPr>
          <p:grpSpPr bwMode="auto">
            <a:xfrm>
              <a:off x="2399" y="2387"/>
              <a:ext cx="439" cy="582"/>
              <a:chOff x="2399" y="2387"/>
              <a:chExt cx="439" cy="582"/>
            </a:xfrm>
            <a:grpFill/>
          </p:grpSpPr>
          <p:sp>
            <p:nvSpPr>
              <p:cNvPr id="103814" name="Freeform 1036">
                <a:extLst>
                  <a:ext uri="{FF2B5EF4-FFF2-40B4-BE49-F238E27FC236}">
                    <a16:creationId xmlns:a16="http://schemas.microsoft.com/office/drawing/2014/main" id="{692CE609-4781-CCB7-229E-9BC114A4816B}"/>
                  </a:ext>
                </a:extLst>
              </p:cNvPr>
              <p:cNvSpPr>
                <a:spLocks/>
              </p:cNvSpPr>
              <p:nvPr/>
            </p:nvSpPr>
            <p:spPr bwMode="auto">
              <a:xfrm>
                <a:off x="2750" y="2387"/>
                <a:ext cx="88" cy="104"/>
              </a:xfrm>
              <a:custGeom>
                <a:avLst/>
                <a:gdLst>
                  <a:gd name="T0" fmla="*/ 88 w 88"/>
                  <a:gd name="T1" fmla="*/ 0 h 104"/>
                  <a:gd name="T2" fmla="*/ 40 w 88"/>
                  <a:gd name="T3" fmla="*/ 104 h 104"/>
                  <a:gd name="T4" fmla="*/ 24 w 88"/>
                  <a:gd name="T5" fmla="*/ 88 h 104"/>
                  <a:gd name="T6" fmla="*/ 0 w 88"/>
                  <a:gd name="T7" fmla="*/ 72 h 104"/>
                  <a:gd name="T8" fmla="*/ 88 w 88"/>
                  <a:gd name="T9" fmla="*/ 0 h 104"/>
                  <a:gd name="T10" fmla="*/ 0 60000 65536"/>
                  <a:gd name="T11" fmla="*/ 0 60000 65536"/>
                  <a:gd name="T12" fmla="*/ 0 60000 65536"/>
                  <a:gd name="T13" fmla="*/ 0 60000 65536"/>
                  <a:gd name="T14" fmla="*/ 0 60000 65536"/>
                  <a:gd name="T15" fmla="*/ 0 w 88"/>
                  <a:gd name="T16" fmla="*/ 0 h 104"/>
                  <a:gd name="T17" fmla="*/ 88 w 88"/>
                  <a:gd name="T18" fmla="*/ 104 h 104"/>
                </a:gdLst>
                <a:ahLst/>
                <a:cxnLst>
                  <a:cxn ang="T10">
                    <a:pos x="T0" y="T1"/>
                  </a:cxn>
                  <a:cxn ang="T11">
                    <a:pos x="T2" y="T3"/>
                  </a:cxn>
                  <a:cxn ang="T12">
                    <a:pos x="T4" y="T5"/>
                  </a:cxn>
                  <a:cxn ang="T13">
                    <a:pos x="T6" y="T7"/>
                  </a:cxn>
                  <a:cxn ang="T14">
                    <a:pos x="T8" y="T9"/>
                  </a:cxn>
                </a:cxnLst>
                <a:rect l="T15" t="T16" r="T17" b="T18"/>
                <a:pathLst>
                  <a:path w="88" h="104">
                    <a:moveTo>
                      <a:pt x="88" y="0"/>
                    </a:moveTo>
                    <a:lnTo>
                      <a:pt x="40" y="104"/>
                    </a:lnTo>
                    <a:lnTo>
                      <a:pt x="24" y="88"/>
                    </a:lnTo>
                    <a:lnTo>
                      <a:pt x="0" y="72"/>
                    </a:lnTo>
                    <a:lnTo>
                      <a:pt x="88" y="0"/>
                    </a:lnTo>
                    <a:close/>
                  </a:path>
                </a:pathLst>
              </a:custGeom>
              <a:grpFill/>
              <a:ln w="9525">
                <a:solidFill>
                  <a:schemeClr val="bg1">
                    <a:lumMod val="65000"/>
                  </a:schemeClr>
                </a:solidFill>
                <a:round/>
                <a:headEnd/>
                <a:tailEnd/>
              </a:ln>
            </p:spPr>
            <p:txBody>
              <a:bodyPr/>
              <a:lstStyle/>
              <a:p>
                <a:endParaRPr lang="en-US"/>
              </a:p>
            </p:txBody>
          </p:sp>
          <p:sp>
            <p:nvSpPr>
              <p:cNvPr id="103815" name="Line 1037">
                <a:extLst>
                  <a:ext uri="{FF2B5EF4-FFF2-40B4-BE49-F238E27FC236}">
                    <a16:creationId xmlns:a16="http://schemas.microsoft.com/office/drawing/2014/main" id="{9DB0C33D-710E-EFF5-36FE-B165F09FFEBB}"/>
                  </a:ext>
                </a:extLst>
              </p:cNvPr>
              <p:cNvSpPr>
                <a:spLocks noChangeShapeType="1"/>
              </p:cNvSpPr>
              <p:nvPr/>
            </p:nvSpPr>
            <p:spPr bwMode="auto">
              <a:xfrm flipV="1">
                <a:off x="2399" y="2898"/>
                <a:ext cx="56" cy="71"/>
              </a:xfrm>
              <a:prstGeom prst="line">
                <a:avLst/>
              </a:prstGeom>
              <a:grpFill/>
              <a:ln w="12700">
                <a:solidFill>
                  <a:schemeClr val="bg1">
                    <a:lumMod val="65000"/>
                  </a:schemeClr>
                </a:solidFill>
                <a:round/>
                <a:headEnd/>
                <a:tailEnd/>
              </a:ln>
            </p:spPr>
            <p:txBody>
              <a:bodyPr/>
              <a:lstStyle/>
              <a:p>
                <a:endParaRPr lang="en-US"/>
              </a:p>
            </p:txBody>
          </p:sp>
          <p:sp>
            <p:nvSpPr>
              <p:cNvPr id="103816" name="Line 1038">
                <a:extLst>
                  <a:ext uri="{FF2B5EF4-FFF2-40B4-BE49-F238E27FC236}">
                    <a16:creationId xmlns:a16="http://schemas.microsoft.com/office/drawing/2014/main" id="{DFDBF603-CC02-053F-5459-3ADC071110CC}"/>
                  </a:ext>
                </a:extLst>
              </p:cNvPr>
              <p:cNvSpPr>
                <a:spLocks noChangeShapeType="1"/>
              </p:cNvSpPr>
              <p:nvPr/>
            </p:nvSpPr>
            <p:spPr bwMode="auto">
              <a:xfrm flipV="1">
                <a:off x="2463" y="2811"/>
                <a:ext cx="55" cy="70"/>
              </a:xfrm>
              <a:prstGeom prst="line">
                <a:avLst/>
              </a:prstGeom>
              <a:grpFill/>
              <a:ln w="12700">
                <a:solidFill>
                  <a:schemeClr val="bg1">
                    <a:lumMod val="65000"/>
                  </a:schemeClr>
                </a:solidFill>
                <a:round/>
                <a:headEnd/>
                <a:tailEnd/>
              </a:ln>
            </p:spPr>
            <p:txBody>
              <a:bodyPr/>
              <a:lstStyle/>
              <a:p>
                <a:endParaRPr lang="en-US"/>
              </a:p>
            </p:txBody>
          </p:sp>
          <p:sp>
            <p:nvSpPr>
              <p:cNvPr id="103817" name="Line 1039">
                <a:extLst>
                  <a:ext uri="{FF2B5EF4-FFF2-40B4-BE49-F238E27FC236}">
                    <a16:creationId xmlns:a16="http://schemas.microsoft.com/office/drawing/2014/main" id="{2F8B7138-7681-0078-7A37-D9EBE3DDEE0E}"/>
                  </a:ext>
                </a:extLst>
              </p:cNvPr>
              <p:cNvSpPr>
                <a:spLocks noChangeShapeType="1"/>
              </p:cNvSpPr>
              <p:nvPr/>
            </p:nvSpPr>
            <p:spPr bwMode="auto">
              <a:xfrm flipV="1">
                <a:off x="2535" y="2724"/>
                <a:ext cx="47" cy="70"/>
              </a:xfrm>
              <a:prstGeom prst="line">
                <a:avLst/>
              </a:prstGeom>
              <a:grpFill/>
              <a:ln w="12700">
                <a:solidFill>
                  <a:schemeClr val="bg1">
                    <a:lumMod val="65000"/>
                  </a:schemeClr>
                </a:solidFill>
                <a:round/>
                <a:headEnd/>
                <a:tailEnd/>
              </a:ln>
            </p:spPr>
            <p:txBody>
              <a:bodyPr/>
              <a:lstStyle/>
              <a:p>
                <a:endParaRPr lang="en-US"/>
              </a:p>
            </p:txBody>
          </p:sp>
          <p:sp>
            <p:nvSpPr>
              <p:cNvPr id="103818" name="Line 1040">
                <a:extLst>
                  <a:ext uri="{FF2B5EF4-FFF2-40B4-BE49-F238E27FC236}">
                    <a16:creationId xmlns:a16="http://schemas.microsoft.com/office/drawing/2014/main" id="{70D03CEB-EEC0-F1AF-AE09-2F6C5E0B55A9}"/>
                  </a:ext>
                </a:extLst>
              </p:cNvPr>
              <p:cNvSpPr>
                <a:spLocks noChangeShapeType="1"/>
              </p:cNvSpPr>
              <p:nvPr/>
            </p:nvSpPr>
            <p:spPr bwMode="auto">
              <a:xfrm flipV="1">
                <a:off x="2598" y="2634"/>
                <a:ext cx="56" cy="64"/>
              </a:xfrm>
              <a:prstGeom prst="line">
                <a:avLst/>
              </a:prstGeom>
              <a:grpFill/>
              <a:ln w="12700">
                <a:solidFill>
                  <a:schemeClr val="bg1">
                    <a:lumMod val="65000"/>
                  </a:schemeClr>
                </a:solidFill>
                <a:round/>
                <a:headEnd/>
                <a:tailEnd/>
              </a:ln>
            </p:spPr>
            <p:txBody>
              <a:bodyPr/>
              <a:lstStyle/>
              <a:p>
                <a:endParaRPr lang="en-US"/>
              </a:p>
            </p:txBody>
          </p:sp>
          <p:sp>
            <p:nvSpPr>
              <p:cNvPr id="103819" name="Line 1041">
                <a:extLst>
                  <a:ext uri="{FF2B5EF4-FFF2-40B4-BE49-F238E27FC236}">
                    <a16:creationId xmlns:a16="http://schemas.microsoft.com/office/drawing/2014/main" id="{7A628F31-48ED-8CCC-19C0-6106B62FD653}"/>
                  </a:ext>
                </a:extLst>
              </p:cNvPr>
              <p:cNvSpPr>
                <a:spLocks noChangeShapeType="1"/>
              </p:cNvSpPr>
              <p:nvPr/>
            </p:nvSpPr>
            <p:spPr bwMode="auto">
              <a:xfrm flipV="1">
                <a:off x="2670" y="2539"/>
                <a:ext cx="48" cy="71"/>
              </a:xfrm>
              <a:prstGeom prst="line">
                <a:avLst/>
              </a:prstGeom>
              <a:grpFill/>
              <a:ln w="12700">
                <a:solidFill>
                  <a:schemeClr val="bg1">
                    <a:lumMod val="65000"/>
                  </a:schemeClr>
                </a:solidFill>
                <a:round/>
                <a:headEnd/>
                <a:tailEnd/>
              </a:ln>
            </p:spPr>
            <p:txBody>
              <a:bodyPr/>
              <a:lstStyle/>
              <a:p>
                <a:endParaRPr lang="en-US"/>
              </a:p>
            </p:txBody>
          </p:sp>
          <p:sp>
            <p:nvSpPr>
              <p:cNvPr id="103820" name="Line 1042">
                <a:extLst>
                  <a:ext uri="{FF2B5EF4-FFF2-40B4-BE49-F238E27FC236}">
                    <a16:creationId xmlns:a16="http://schemas.microsoft.com/office/drawing/2014/main" id="{EAE72CD4-484A-AD5F-F663-F05D49D5D759}"/>
                  </a:ext>
                </a:extLst>
              </p:cNvPr>
              <p:cNvSpPr>
                <a:spLocks noChangeShapeType="1"/>
              </p:cNvSpPr>
              <p:nvPr/>
            </p:nvSpPr>
            <p:spPr bwMode="auto">
              <a:xfrm flipV="1">
                <a:off x="2734" y="2476"/>
                <a:ext cx="40" cy="47"/>
              </a:xfrm>
              <a:prstGeom prst="line">
                <a:avLst/>
              </a:prstGeom>
              <a:grpFill/>
              <a:ln w="12700">
                <a:solidFill>
                  <a:schemeClr val="bg1">
                    <a:lumMod val="65000"/>
                  </a:schemeClr>
                </a:solidFill>
                <a:round/>
                <a:headEnd/>
                <a:tailEnd/>
              </a:ln>
            </p:spPr>
            <p:txBody>
              <a:bodyPr/>
              <a:lstStyle/>
              <a:p>
                <a:endParaRPr lang="en-US"/>
              </a:p>
            </p:txBody>
          </p:sp>
        </p:grpSp>
        <p:grpSp>
          <p:nvGrpSpPr>
            <p:cNvPr id="103632" name="Group 1043">
              <a:extLst>
                <a:ext uri="{FF2B5EF4-FFF2-40B4-BE49-F238E27FC236}">
                  <a16:creationId xmlns:a16="http://schemas.microsoft.com/office/drawing/2014/main" id="{35785D25-7343-F87C-5887-9BFBEB09CCF8}"/>
                </a:ext>
              </a:extLst>
            </p:cNvPr>
            <p:cNvGrpSpPr>
              <a:grpSpLocks/>
            </p:cNvGrpSpPr>
            <p:nvPr/>
          </p:nvGrpSpPr>
          <p:grpSpPr bwMode="auto">
            <a:xfrm>
              <a:off x="1498" y="3296"/>
              <a:ext cx="406" cy="287"/>
              <a:chOff x="1498" y="3296"/>
              <a:chExt cx="406" cy="287"/>
            </a:xfrm>
            <a:grpFill/>
          </p:grpSpPr>
          <p:sp>
            <p:nvSpPr>
              <p:cNvPr id="103809" name="Freeform 1044">
                <a:extLst>
                  <a:ext uri="{FF2B5EF4-FFF2-40B4-BE49-F238E27FC236}">
                    <a16:creationId xmlns:a16="http://schemas.microsoft.com/office/drawing/2014/main" id="{3ABB213D-7EBD-B709-3E38-71CC2130222E}"/>
                  </a:ext>
                </a:extLst>
              </p:cNvPr>
              <p:cNvSpPr>
                <a:spLocks/>
              </p:cNvSpPr>
              <p:nvPr/>
            </p:nvSpPr>
            <p:spPr bwMode="auto">
              <a:xfrm>
                <a:off x="1792" y="3296"/>
                <a:ext cx="112" cy="88"/>
              </a:xfrm>
              <a:custGeom>
                <a:avLst/>
                <a:gdLst>
                  <a:gd name="T0" fmla="*/ 112 w 112"/>
                  <a:gd name="T1" fmla="*/ 0 h 88"/>
                  <a:gd name="T2" fmla="*/ 40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40" y="88"/>
                    </a:lnTo>
                    <a:lnTo>
                      <a:pt x="16" y="64"/>
                    </a:lnTo>
                    <a:lnTo>
                      <a:pt x="0" y="40"/>
                    </a:lnTo>
                    <a:lnTo>
                      <a:pt x="112" y="0"/>
                    </a:lnTo>
                    <a:close/>
                  </a:path>
                </a:pathLst>
              </a:custGeom>
              <a:grpFill/>
              <a:ln w="9525">
                <a:solidFill>
                  <a:schemeClr val="bg1">
                    <a:lumMod val="65000"/>
                  </a:schemeClr>
                </a:solidFill>
                <a:round/>
                <a:headEnd/>
                <a:tailEnd/>
              </a:ln>
            </p:spPr>
            <p:txBody>
              <a:bodyPr/>
              <a:lstStyle/>
              <a:p>
                <a:endParaRPr lang="en-US"/>
              </a:p>
            </p:txBody>
          </p:sp>
          <p:sp>
            <p:nvSpPr>
              <p:cNvPr id="103810" name="Line 1045">
                <a:extLst>
                  <a:ext uri="{FF2B5EF4-FFF2-40B4-BE49-F238E27FC236}">
                    <a16:creationId xmlns:a16="http://schemas.microsoft.com/office/drawing/2014/main" id="{3F8FCBF0-5765-C84C-F11A-B398277E047D}"/>
                  </a:ext>
                </a:extLst>
              </p:cNvPr>
              <p:cNvSpPr>
                <a:spLocks noChangeShapeType="1"/>
              </p:cNvSpPr>
              <p:nvPr/>
            </p:nvSpPr>
            <p:spPr bwMode="auto">
              <a:xfrm flipV="1">
                <a:off x="1498" y="3537"/>
                <a:ext cx="70" cy="46"/>
              </a:xfrm>
              <a:prstGeom prst="line">
                <a:avLst/>
              </a:prstGeom>
              <a:grpFill/>
              <a:ln w="12700">
                <a:solidFill>
                  <a:schemeClr val="bg1">
                    <a:lumMod val="65000"/>
                  </a:schemeClr>
                </a:solidFill>
                <a:round/>
                <a:headEnd/>
                <a:tailEnd/>
              </a:ln>
            </p:spPr>
            <p:txBody>
              <a:bodyPr/>
              <a:lstStyle/>
              <a:p>
                <a:endParaRPr lang="en-US"/>
              </a:p>
            </p:txBody>
          </p:sp>
          <p:sp>
            <p:nvSpPr>
              <p:cNvPr id="103811" name="Line 1046">
                <a:extLst>
                  <a:ext uri="{FF2B5EF4-FFF2-40B4-BE49-F238E27FC236}">
                    <a16:creationId xmlns:a16="http://schemas.microsoft.com/office/drawing/2014/main" id="{EFD661DF-5589-0CAF-8E0F-CCE4AA693265}"/>
                  </a:ext>
                </a:extLst>
              </p:cNvPr>
              <p:cNvSpPr>
                <a:spLocks noChangeShapeType="1"/>
              </p:cNvSpPr>
              <p:nvPr/>
            </p:nvSpPr>
            <p:spPr bwMode="auto">
              <a:xfrm flipV="1">
                <a:off x="1584" y="3473"/>
                <a:ext cx="72" cy="47"/>
              </a:xfrm>
              <a:prstGeom prst="line">
                <a:avLst/>
              </a:prstGeom>
              <a:grpFill/>
              <a:ln w="12700">
                <a:solidFill>
                  <a:schemeClr val="bg1">
                    <a:lumMod val="65000"/>
                  </a:schemeClr>
                </a:solidFill>
                <a:round/>
                <a:headEnd/>
                <a:tailEnd/>
              </a:ln>
            </p:spPr>
            <p:txBody>
              <a:bodyPr/>
              <a:lstStyle/>
              <a:p>
                <a:endParaRPr lang="en-US"/>
              </a:p>
            </p:txBody>
          </p:sp>
          <p:sp>
            <p:nvSpPr>
              <p:cNvPr id="103812" name="Line 1047">
                <a:extLst>
                  <a:ext uri="{FF2B5EF4-FFF2-40B4-BE49-F238E27FC236}">
                    <a16:creationId xmlns:a16="http://schemas.microsoft.com/office/drawing/2014/main" id="{DADEBD26-C4D5-F29D-1329-B75FFBA05160}"/>
                  </a:ext>
                </a:extLst>
              </p:cNvPr>
              <p:cNvSpPr>
                <a:spLocks noChangeShapeType="1"/>
              </p:cNvSpPr>
              <p:nvPr/>
            </p:nvSpPr>
            <p:spPr bwMode="auto">
              <a:xfrm flipV="1">
                <a:off x="1680" y="3408"/>
                <a:ext cx="72" cy="48"/>
              </a:xfrm>
              <a:prstGeom prst="line">
                <a:avLst/>
              </a:prstGeom>
              <a:grpFill/>
              <a:ln w="12700">
                <a:solidFill>
                  <a:schemeClr val="bg1">
                    <a:lumMod val="65000"/>
                  </a:schemeClr>
                </a:solidFill>
                <a:round/>
                <a:headEnd/>
                <a:tailEnd/>
              </a:ln>
            </p:spPr>
            <p:txBody>
              <a:bodyPr/>
              <a:lstStyle/>
              <a:p>
                <a:endParaRPr lang="en-US"/>
              </a:p>
            </p:txBody>
          </p:sp>
          <p:sp>
            <p:nvSpPr>
              <p:cNvPr id="103813" name="Line 1048">
                <a:extLst>
                  <a:ext uri="{FF2B5EF4-FFF2-40B4-BE49-F238E27FC236}">
                    <a16:creationId xmlns:a16="http://schemas.microsoft.com/office/drawing/2014/main" id="{F8FAF6D7-D456-71C1-4E83-B554220374CC}"/>
                  </a:ext>
                </a:extLst>
              </p:cNvPr>
              <p:cNvSpPr>
                <a:spLocks noChangeShapeType="1"/>
              </p:cNvSpPr>
              <p:nvPr/>
            </p:nvSpPr>
            <p:spPr bwMode="auto">
              <a:xfrm flipV="1">
                <a:off x="1768" y="3360"/>
                <a:ext cx="40" cy="32"/>
              </a:xfrm>
              <a:prstGeom prst="line">
                <a:avLst/>
              </a:prstGeom>
              <a:grpFill/>
              <a:ln w="12700">
                <a:solidFill>
                  <a:schemeClr val="bg1">
                    <a:lumMod val="65000"/>
                  </a:schemeClr>
                </a:solidFill>
                <a:round/>
                <a:headEnd/>
                <a:tailEnd/>
              </a:ln>
            </p:spPr>
            <p:txBody>
              <a:bodyPr/>
              <a:lstStyle/>
              <a:p>
                <a:endParaRPr lang="en-US"/>
              </a:p>
            </p:txBody>
          </p:sp>
        </p:grpSp>
        <p:grpSp>
          <p:nvGrpSpPr>
            <p:cNvPr id="103633" name="Group 1049">
              <a:extLst>
                <a:ext uri="{FF2B5EF4-FFF2-40B4-BE49-F238E27FC236}">
                  <a16:creationId xmlns:a16="http://schemas.microsoft.com/office/drawing/2014/main" id="{C27A269C-9FFC-58EC-ADE1-EFEA5BDD3166}"/>
                </a:ext>
              </a:extLst>
            </p:cNvPr>
            <p:cNvGrpSpPr>
              <a:grpSpLocks/>
            </p:cNvGrpSpPr>
            <p:nvPr/>
          </p:nvGrpSpPr>
          <p:grpSpPr bwMode="auto">
            <a:xfrm>
              <a:off x="1489" y="2690"/>
              <a:ext cx="423" cy="279"/>
              <a:chOff x="1489" y="2690"/>
              <a:chExt cx="423" cy="279"/>
            </a:xfrm>
            <a:grpFill/>
          </p:grpSpPr>
          <p:sp>
            <p:nvSpPr>
              <p:cNvPr id="103804" name="Freeform 1050">
                <a:extLst>
                  <a:ext uri="{FF2B5EF4-FFF2-40B4-BE49-F238E27FC236}">
                    <a16:creationId xmlns:a16="http://schemas.microsoft.com/office/drawing/2014/main" id="{F85208F2-56BF-A449-0B4B-269DF3E01045}"/>
                  </a:ext>
                </a:extLst>
              </p:cNvPr>
              <p:cNvSpPr>
                <a:spLocks/>
              </p:cNvSpPr>
              <p:nvPr/>
            </p:nvSpPr>
            <p:spPr bwMode="auto">
              <a:xfrm>
                <a:off x="1800" y="2690"/>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32" y="88"/>
                    </a:lnTo>
                    <a:lnTo>
                      <a:pt x="16" y="64"/>
                    </a:lnTo>
                    <a:lnTo>
                      <a:pt x="0" y="40"/>
                    </a:lnTo>
                    <a:lnTo>
                      <a:pt x="112" y="0"/>
                    </a:lnTo>
                    <a:close/>
                  </a:path>
                </a:pathLst>
              </a:custGeom>
              <a:grpFill/>
              <a:ln w="9525">
                <a:solidFill>
                  <a:schemeClr val="bg1">
                    <a:lumMod val="65000"/>
                  </a:schemeClr>
                </a:solidFill>
                <a:round/>
                <a:headEnd/>
                <a:tailEnd/>
              </a:ln>
            </p:spPr>
            <p:txBody>
              <a:bodyPr/>
              <a:lstStyle/>
              <a:p>
                <a:endParaRPr lang="en-US"/>
              </a:p>
            </p:txBody>
          </p:sp>
          <p:sp>
            <p:nvSpPr>
              <p:cNvPr id="103805" name="Line 1051">
                <a:extLst>
                  <a:ext uri="{FF2B5EF4-FFF2-40B4-BE49-F238E27FC236}">
                    <a16:creationId xmlns:a16="http://schemas.microsoft.com/office/drawing/2014/main" id="{4EB39CE6-3FB3-1AB8-1CF2-9A7E1DB38960}"/>
                  </a:ext>
                </a:extLst>
              </p:cNvPr>
              <p:cNvSpPr>
                <a:spLocks noChangeShapeType="1"/>
              </p:cNvSpPr>
              <p:nvPr/>
            </p:nvSpPr>
            <p:spPr bwMode="auto">
              <a:xfrm flipV="1">
                <a:off x="1489" y="2922"/>
                <a:ext cx="71" cy="47"/>
              </a:xfrm>
              <a:prstGeom prst="line">
                <a:avLst/>
              </a:prstGeom>
              <a:grpFill/>
              <a:ln w="12700">
                <a:solidFill>
                  <a:schemeClr val="bg1">
                    <a:lumMod val="65000"/>
                  </a:schemeClr>
                </a:solidFill>
                <a:round/>
                <a:headEnd/>
                <a:tailEnd/>
              </a:ln>
            </p:spPr>
            <p:txBody>
              <a:bodyPr/>
              <a:lstStyle/>
              <a:p>
                <a:endParaRPr lang="en-US"/>
              </a:p>
            </p:txBody>
          </p:sp>
          <p:sp>
            <p:nvSpPr>
              <p:cNvPr id="103806" name="Line 1052">
                <a:extLst>
                  <a:ext uri="{FF2B5EF4-FFF2-40B4-BE49-F238E27FC236}">
                    <a16:creationId xmlns:a16="http://schemas.microsoft.com/office/drawing/2014/main" id="{6972B8A0-4A77-8E7A-944D-DDCFC6EA77BD}"/>
                  </a:ext>
                </a:extLst>
              </p:cNvPr>
              <p:cNvSpPr>
                <a:spLocks noChangeShapeType="1"/>
              </p:cNvSpPr>
              <p:nvPr/>
            </p:nvSpPr>
            <p:spPr bwMode="auto">
              <a:xfrm flipV="1">
                <a:off x="1585" y="2858"/>
                <a:ext cx="71" cy="47"/>
              </a:xfrm>
              <a:prstGeom prst="line">
                <a:avLst/>
              </a:prstGeom>
              <a:grpFill/>
              <a:ln w="12700">
                <a:solidFill>
                  <a:schemeClr val="bg1">
                    <a:lumMod val="65000"/>
                  </a:schemeClr>
                </a:solidFill>
                <a:round/>
                <a:headEnd/>
                <a:tailEnd/>
              </a:ln>
            </p:spPr>
            <p:txBody>
              <a:bodyPr/>
              <a:lstStyle/>
              <a:p>
                <a:endParaRPr lang="en-US"/>
              </a:p>
            </p:txBody>
          </p:sp>
          <p:sp>
            <p:nvSpPr>
              <p:cNvPr id="103807" name="Line 1053">
                <a:extLst>
                  <a:ext uri="{FF2B5EF4-FFF2-40B4-BE49-F238E27FC236}">
                    <a16:creationId xmlns:a16="http://schemas.microsoft.com/office/drawing/2014/main" id="{22FEBE76-355D-8D3D-0F0E-4B85137C6E3A}"/>
                  </a:ext>
                </a:extLst>
              </p:cNvPr>
              <p:cNvSpPr>
                <a:spLocks noChangeShapeType="1"/>
              </p:cNvSpPr>
              <p:nvPr/>
            </p:nvSpPr>
            <p:spPr bwMode="auto">
              <a:xfrm flipV="1">
                <a:off x="1672" y="2803"/>
                <a:ext cx="80" cy="47"/>
              </a:xfrm>
              <a:prstGeom prst="line">
                <a:avLst/>
              </a:prstGeom>
              <a:grpFill/>
              <a:ln w="12700">
                <a:solidFill>
                  <a:schemeClr val="bg1">
                    <a:lumMod val="65000"/>
                  </a:schemeClr>
                </a:solidFill>
                <a:round/>
                <a:headEnd/>
                <a:tailEnd/>
              </a:ln>
            </p:spPr>
            <p:txBody>
              <a:bodyPr/>
              <a:lstStyle/>
              <a:p>
                <a:endParaRPr lang="en-US"/>
              </a:p>
            </p:txBody>
          </p:sp>
          <p:sp>
            <p:nvSpPr>
              <p:cNvPr id="103808" name="Line 1054">
                <a:extLst>
                  <a:ext uri="{FF2B5EF4-FFF2-40B4-BE49-F238E27FC236}">
                    <a16:creationId xmlns:a16="http://schemas.microsoft.com/office/drawing/2014/main" id="{75C4FB66-B45D-ADD8-7330-13266B68431D}"/>
                  </a:ext>
                </a:extLst>
              </p:cNvPr>
              <p:cNvSpPr>
                <a:spLocks noChangeShapeType="1"/>
              </p:cNvSpPr>
              <p:nvPr/>
            </p:nvSpPr>
            <p:spPr bwMode="auto">
              <a:xfrm flipV="1">
                <a:off x="1768" y="2754"/>
                <a:ext cx="48" cy="32"/>
              </a:xfrm>
              <a:prstGeom prst="line">
                <a:avLst/>
              </a:prstGeom>
              <a:grpFill/>
              <a:ln w="12700">
                <a:solidFill>
                  <a:schemeClr val="bg1">
                    <a:lumMod val="65000"/>
                  </a:schemeClr>
                </a:solidFill>
                <a:round/>
                <a:headEnd/>
                <a:tailEnd/>
              </a:ln>
            </p:spPr>
            <p:txBody>
              <a:bodyPr/>
              <a:lstStyle/>
              <a:p>
                <a:endParaRPr lang="en-US"/>
              </a:p>
            </p:txBody>
          </p:sp>
        </p:grpSp>
        <p:grpSp>
          <p:nvGrpSpPr>
            <p:cNvPr id="103634" name="Group 1055">
              <a:extLst>
                <a:ext uri="{FF2B5EF4-FFF2-40B4-BE49-F238E27FC236}">
                  <a16:creationId xmlns:a16="http://schemas.microsoft.com/office/drawing/2014/main" id="{9CF25E4A-8ED2-F98B-E497-F7D8010A02E2}"/>
                </a:ext>
              </a:extLst>
            </p:cNvPr>
            <p:cNvGrpSpPr>
              <a:grpSpLocks/>
            </p:cNvGrpSpPr>
            <p:nvPr/>
          </p:nvGrpSpPr>
          <p:grpSpPr bwMode="auto">
            <a:xfrm>
              <a:off x="1490" y="2993"/>
              <a:ext cx="414" cy="271"/>
              <a:chOff x="1490" y="2993"/>
              <a:chExt cx="414" cy="271"/>
            </a:xfrm>
            <a:grpFill/>
          </p:grpSpPr>
          <p:sp>
            <p:nvSpPr>
              <p:cNvPr id="103799" name="Freeform 1056">
                <a:extLst>
                  <a:ext uri="{FF2B5EF4-FFF2-40B4-BE49-F238E27FC236}">
                    <a16:creationId xmlns:a16="http://schemas.microsoft.com/office/drawing/2014/main" id="{1AEB8B16-2E7E-FAB9-D86B-341E9F34BCC9}"/>
                  </a:ext>
                </a:extLst>
              </p:cNvPr>
              <p:cNvSpPr>
                <a:spLocks/>
              </p:cNvSpPr>
              <p:nvPr/>
            </p:nvSpPr>
            <p:spPr bwMode="auto">
              <a:xfrm>
                <a:off x="1792" y="2993"/>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32" y="88"/>
                    </a:lnTo>
                    <a:lnTo>
                      <a:pt x="16" y="64"/>
                    </a:lnTo>
                    <a:lnTo>
                      <a:pt x="0" y="40"/>
                    </a:lnTo>
                    <a:lnTo>
                      <a:pt x="112" y="0"/>
                    </a:lnTo>
                    <a:close/>
                  </a:path>
                </a:pathLst>
              </a:custGeom>
              <a:grpFill/>
              <a:ln w="9525">
                <a:solidFill>
                  <a:schemeClr val="bg1">
                    <a:lumMod val="65000"/>
                  </a:schemeClr>
                </a:solidFill>
                <a:round/>
                <a:headEnd/>
                <a:tailEnd/>
              </a:ln>
            </p:spPr>
            <p:txBody>
              <a:bodyPr/>
              <a:lstStyle/>
              <a:p>
                <a:endParaRPr lang="en-US"/>
              </a:p>
            </p:txBody>
          </p:sp>
          <p:sp>
            <p:nvSpPr>
              <p:cNvPr id="103800" name="Line 1057">
                <a:extLst>
                  <a:ext uri="{FF2B5EF4-FFF2-40B4-BE49-F238E27FC236}">
                    <a16:creationId xmlns:a16="http://schemas.microsoft.com/office/drawing/2014/main" id="{DAD493AE-DAB0-F591-FEBD-49D47B34FEF7}"/>
                  </a:ext>
                </a:extLst>
              </p:cNvPr>
              <p:cNvSpPr>
                <a:spLocks noChangeShapeType="1"/>
              </p:cNvSpPr>
              <p:nvPr/>
            </p:nvSpPr>
            <p:spPr bwMode="auto">
              <a:xfrm flipV="1">
                <a:off x="1490" y="3218"/>
                <a:ext cx="70" cy="46"/>
              </a:xfrm>
              <a:prstGeom prst="line">
                <a:avLst/>
              </a:prstGeom>
              <a:grpFill/>
              <a:ln w="12700">
                <a:solidFill>
                  <a:schemeClr val="bg1">
                    <a:lumMod val="65000"/>
                  </a:schemeClr>
                </a:solidFill>
                <a:round/>
                <a:headEnd/>
                <a:tailEnd/>
              </a:ln>
            </p:spPr>
            <p:txBody>
              <a:bodyPr/>
              <a:lstStyle/>
              <a:p>
                <a:endParaRPr lang="en-US"/>
              </a:p>
            </p:txBody>
          </p:sp>
          <p:sp>
            <p:nvSpPr>
              <p:cNvPr id="103801" name="Line 1058">
                <a:extLst>
                  <a:ext uri="{FF2B5EF4-FFF2-40B4-BE49-F238E27FC236}">
                    <a16:creationId xmlns:a16="http://schemas.microsoft.com/office/drawing/2014/main" id="{7EDB2713-6103-1C66-F93E-50BD2E32F387}"/>
                  </a:ext>
                </a:extLst>
              </p:cNvPr>
              <p:cNvSpPr>
                <a:spLocks noChangeShapeType="1"/>
              </p:cNvSpPr>
              <p:nvPr/>
            </p:nvSpPr>
            <p:spPr bwMode="auto">
              <a:xfrm flipV="1">
                <a:off x="1584" y="3154"/>
                <a:ext cx="72" cy="47"/>
              </a:xfrm>
              <a:prstGeom prst="line">
                <a:avLst/>
              </a:prstGeom>
              <a:grpFill/>
              <a:ln w="12700">
                <a:solidFill>
                  <a:schemeClr val="bg1">
                    <a:lumMod val="65000"/>
                  </a:schemeClr>
                </a:solidFill>
                <a:round/>
                <a:headEnd/>
                <a:tailEnd/>
              </a:ln>
            </p:spPr>
            <p:txBody>
              <a:bodyPr/>
              <a:lstStyle/>
              <a:p>
                <a:endParaRPr lang="en-US"/>
              </a:p>
            </p:txBody>
          </p:sp>
          <p:sp>
            <p:nvSpPr>
              <p:cNvPr id="103802" name="Line 1059">
                <a:extLst>
                  <a:ext uri="{FF2B5EF4-FFF2-40B4-BE49-F238E27FC236}">
                    <a16:creationId xmlns:a16="http://schemas.microsoft.com/office/drawing/2014/main" id="{E5518C4E-2FE7-6DA4-E75D-6163D0AEF28B}"/>
                  </a:ext>
                </a:extLst>
              </p:cNvPr>
              <p:cNvSpPr>
                <a:spLocks noChangeShapeType="1"/>
              </p:cNvSpPr>
              <p:nvPr/>
            </p:nvSpPr>
            <p:spPr bwMode="auto">
              <a:xfrm flipV="1">
                <a:off x="1672" y="3097"/>
                <a:ext cx="80" cy="48"/>
              </a:xfrm>
              <a:prstGeom prst="line">
                <a:avLst/>
              </a:prstGeom>
              <a:grpFill/>
              <a:ln w="12700">
                <a:solidFill>
                  <a:schemeClr val="bg1">
                    <a:lumMod val="65000"/>
                  </a:schemeClr>
                </a:solidFill>
                <a:round/>
                <a:headEnd/>
                <a:tailEnd/>
              </a:ln>
            </p:spPr>
            <p:txBody>
              <a:bodyPr/>
              <a:lstStyle/>
              <a:p>
                <a:endParaRPr lang="en-US"/>
              </a:p>
            </p:txBody>
          </p:sp>
          <p:sp>
            <p:nvSpPr>
              <p:cNvPr id="103803" name="Line 1060">
                <a:extLst>
                  <a:ext uri="{FF2B5EF4-FFF2-40B4-BE49-F238E27FC236}">
                    <a16:creationId xmlns:a16="http://schemas.microsoft.com/office/drawing/2014/main" id="{BBCC11FF-5CBD-C09C-4B25-E2C57E49C8FD}"/>
                  </a:ext>
                </a:extLst>
              </p:cNvPr>
              <p:cNvSpPr>
                <a:spLocks noChangeShapeType="1"/>
              </p:cNvSpPr>
              <p:nvPr/>
            </p:nvSpPr>
            <p:spPr bwMode="auto">
              <a:xfrm flipV="1">
                <a:off x="1768" y="3057"/>
                <a:ext cx="40" cy="24"/>
              </a:xfrm>
              <a:prstGeom prst="line">
                <a:avLst/>
              </a:prstGeom>
              <a:grpFill/>
              <a:ln w="12700">
                <a:solidFill>
                  <a:schemeClr val="bg1">
                    <a:lumMod val="65000"/>
                  </a:schemeClr>
                </a:solidFill>
                <a:round/>
                <a:headEnd/>
                <a:tailEnd/>
              </a:ln>
            </p:spPr>
            <p:txBody>
              <a:bodyPr/>
              <a:lstStyle/>
              <a:p>
                <a:endParaRPr lang="en-US"/>
              </a:p>
            </p:txBody>
          </p:sp>
        </p:grpSp>
        <p:grpSp>
          <p:nvGrpSpPr>
            <p:cNvPr id="103635" name="Group 1061">
              <a:extLst>
                <a:ext uri="{FF2B5EF4-FFF2-40B4-BE49-F238E27FC236}">
                  <a16:creationId xmlns:a16="http://schemas.microsoft.com/office/drawing/2014/main" id="{9550D557-DCD0-7A4A-AAFA-5977355A6C6A}"/>
                </a:ext>
              </a:extLst>
            </p:cNvPr>
            <p:cNvGrpSpPr>
              <a:grpSpLocks/>
            </p:cNvGrpSpPr>
            <p:nvPr/>
          </p:nvGrpSpPr>
          <p:grpSpPr bwMode="auto">
            <a:xfrm>
              <a:off x="1936" y="2993"/>
              <a:ext cx="439" cy="582"/>
              <a:chOff x="1936" y="2993"/>
              <a:chExt cx="439" cy="582"/>
            </a:xfrm>
            <a:grpFill/>
          </p:grpSpPr>
          <p:sp>
            <p:nvSpPr>
              <p:cNvPr id="103792" name="Freeform 1062">
                <a:extLst>
                  <a:ext uri="{FF2B5EF4-FFF2-40B4-BE49-F238E27FC236}">
                    <a16:creationId xmlns:a16="http://schemas.microsoft.com/office/drawing/2014/main" id="{B32E1D5C-DFA8-EBE3-BFB1-2A67771BA2A0}"/>
                  </a:ext>
                </a:extLst>
              </p:cNvPr>
              <p:cNvSpPr>
                <a:spLocks/>
              </p:cNvSpPr>
              <p:nvPr/>
            </p:nvSpPr>
            <p:spPr bwMode="auto">
              <a:xfrm>
                <a:off x="2287" y="3472"/>
                <a:ext cx="88" cy="103"/>
              </a:xfrm>
              <a:custGeom>
                <a:avLst/>
                <a:gdLst>
                  <a:gd name="T0" fmla="*/ 88 w 88"/>
                  <a:gd name="T1" fmla="*/ 103 h 103"/>
                  <a:gd name="T2" fmla="*/ 0 w 88"/>
                  <a:gd name="T3" fmla="*/ 32 h 103"/>
                  <a:gd name="T4" fmla="*/ 24 w 88"/>
                  <a:gd name="T5" fmla="*/ 16 h 103"/>
                  <a:gd name="T6" fmla="*/ 40 w 88"/>
                  <a:gd name="T7" fmla="*/ 0 h 103"/>
                  <a:gd name="T8" fmla="*/ 88 w 88"/>
                  <a:gd name="T9" fmla="*/ 103 h 103"/>
                  <a:gd name="T10" fmla="*/ 0 60000 65536"/>
                  <a:gd name="T11" fmla="*/ 0 60000 65536"/>
                  <a:gd name="T12" fmla="*/ 0 60000 65536"/>
                  <a:gd name="T13" fmla="*/ 0 60000 65536"/>
                  <a:gd name="T14" fmla="*/ 0 60000 65536"/>
                  <a:gd name="T15" fmla="*/ 0 w 88"/>
                  <a:gd name="T16" fmla="*/ 0 h 103"/>
                  <a:gd name="T17" fmla="*/ 88 w 88"/>
                  <a:gd name="T18" fmla="*/ 103 h 103"/>
                </a:gdLst>
                <a:ahLst/>
                <a:cxnLst>
                  <a:cxn ang="T10">
                    <a:pos x="T0" y="T1"/>
                  </a:cxn>
                  <a:cxn ang="T11">
                    <a:pos x="T2" y="T3"/>
                  </a:cxn>
                  <a:cxn ang="T12">
                    <a:pos x="T4" y="T5"/>
                  </a:cxn>
                  <a:cxn ang="T13">
                    <a:pos x="T6" y="T7"/>
                  </a:cxn>
                  <a:cxn ang="T14">
                    <a:pos x="T8" y="T9"/>
                  </a:cxn>
                </a:cxnLst>
                <a:rect l="T15" t="T16" r="T17" b="T18"/>
                <a:pathLst>
                  <a:path w="88" h="103">
                    <a:moveTo>
                      <a:pt x="88" y="103"/>
                    </a:moveTo>
                    <a:lnTo>
                      <a:pt x="0" y="32"/>
                    </a:lnTo>
                    <a:lnTo>
                      <a:pt x="24" y="16"/>
                    </a:lnTo>
                    <a:lnTo>
                      <a:pt x="40" y="0"/>
                    </a:lnTo>
                    <a:lnTo>
                      <a:pt x="88" y="103"/>
                    </a:lnTo>
                    <a:close/>
                  </a:path>
                </a:pathLst>
              </a:custGeom>
              <a:grpFill/>
              <a:ln w="9525">
                <a:solidFill>
                  <a:schemeClr val="bg1">
                    <a:lumMod val="65000"/>
                  </a:schemeClr>
                </a:solidFill>
                <a:round/>
                <a:headEnd/>
                <a:tailEnd/>
              </a:ln>
            </p:spPr>
            <p:txBody>
              <a:bodyPr/>
              <a:lstStyle/>
              <a:p>
                <a:endParaRPr lang="en-US"/>
              </a:p>
            </p:txBody>
          </p:sp>
          <p:sp>
            <p:nvSpPr>
              <p:cNvPr id="103793" name="Line 1063">
                <a:extLst>
                  <a:ext uri="{FF2B5EF4-FFF2-40B4-BE49-F238E27FC236}">
                    <a16:creationId xmlns:a16="http://schemas.microsoft.com/office/drawing/2014/main" id="{7CE7ED45-9A7F-A96D-793B-0B304981629B}"/>
                  </a:ext>
                </a:extLst>
              </p:cNvPr>
              <p:cNvSpPr>
                <a:spLocks noChangeShapeType="1"/>
              </p:cNvSpPr>
              <p:nvPr/>
            </p:nvSpPr>
            <p:spPr bwMode="auto">
              <a:xfrm>
                <a:off x="1936" y="2993"/>
                <a:ext cx="56" cy="72"/>
              </a:xfrm>
              <a:prstGeom prst="line">
                <a:avLst/>
              </a:prstGeom>
              <a:grpFill/>
              <a:ln w="12700">
                <a:solidFill>
                  <a:schemeClr val="bg1">
                    <a:lumMod val="65000"/>
                  </a:schemeClr>
                </a:solidFill>
                <a:round/>
                <a:headEnd/>
                <a:tailEnd/>
              </a:ln>
            </p:spPr>
            <p:txBody>
              <a:bodyPr/>
              <a:lstStyle/>
              <a:p>
                <a:endParaRPr lang="en-US"/>
              </a:p>
            </p:txBody>
          </p:sp>
          <p:sp>
            <p:nvSpPr>
              <p:cNvPr id="103794" name="Line 1064">
                <a:extLst>
                  <a:ext uri="{FF2B5EF4-FFF2-40B4-BE49-F238E27FC236}">
                    <a16:creationId xmlns:a16="http://schemas.microsoft.com/office/drawing/2014/main" id="{D9FD011E-9B18-FCB2-4C9E-5F78BF2350A5}"/>
                  </a:ext>
                </a:extLst>
              </p:cNvPr>
              <p:cNvSpPr>
                <a:spLocks noChangeShapeType="1"/>
              </p:cNvSpPr>
              <p:nvPr/>
            </p:nvSpPr>
            <p:spPr bwMode="auto">
              <a:xfrm>
                <a:off x="2000" y="3081"/>
                <a:ext cx="55" cy="70"/>
              </a:xfrm>
              <a:prstGeom prst="line">
                <a:avLst/>
              </a:prstGeom>
              <a:grpFill/>
              <a:ln w="12700">
                <a:solidFill>
                  <a:schemeClr val="bg1">
                    <a:lumMod val="65000"/>
                  </a:schemeClr>
                </a:solidFill>
                <a:round/>
                <a:headEnd/>
                <a:tailEnd/>
              </a:ln>
            </p:spPr>
            <p:txBody>
              <a:bodyPr/>
              <a:lstStyle/>
              <a:p>
                <a:endParaRPr lang="en-US"/>
              </a:p>
            </p:txBody>
          </p:sp>
          <p:sp>
            <p:nvSpPr>
              <p:cNvPr id="103795" name="Line 1065">
                <a:extLst>
                  <a:ext uri="{FF2B5EF4-FFF2-40B4-BE49-F238E27FC236}">
                    <a16:creationId xmlns:a16="http://schemas.microsoft.com/office/drawing/2014/main" id="{A2E3A630-C76D-C9B3-D867-F7B831DAC596}"/>
                  </a:ext>
                </a:extLst>
              </p:cNvPr>
              <p:cNvSpPr>
                <a:spLocks noChangeShapeType="1"/>
              </p:cNvSpPr>
              <p:nvPr/>
            </p:nvSpPr>
            <p:spPr bwMode="auto">
              <a:xfrm>
                <a:off x="2071" y="3169"/>
                <a:ext cx="48" cy="71"/>
              </a:xfrm>
              <a:prstGeom prst="line">
                <a:avLst/>
              </a:prstGeom>
              <a:grpFill/>
              <a:ln w="12700">
                <a:solidFill>
                  <a:schemeClr val="bg1">
                    <a:lumMod val="65000"/>
                  </a:schemeClr>
                </a:solidFill>
                <a:round/>
                <a:headEnd/>
                <a:tailEnd/>
              </a:ln>
            </p:spPr>
            <p:txBody>
              <a:bodyPr/>
              <a:lstStyle/>
              <a:p>
                <a:endParaRPr lang="en-US"/>
              </a:p>
            </p:txBody>
          </p:sp>
          <p:sp>
            <p:nvSpPr>
              <p:cNvPr id="103796" name="Line 1066">
                <a:extLst>
                  <a:ext uri="{FF2B5EF4-FFF2-40B4-BE49-F238E27FC236}">
                    <a16:creationId xmlns:a16="http://schemas.microsoft.com/office/drawing/2014/main" id="{076F6389-7037-6505-5CFB-99D6BEF830E4}"/>
                  </a:ext>
                </a:extLst>
              </p:cNvPr>
              <p:cNvSpPr>
                <a:spLocks noChangeShapeType="1"/>
              </p:cNvSpPr>
              <p:nvPr/>
            </p:nvSpPr>
            <p:spPr bwMode="auto">
              <a:xfrm>
                <a:off x="2135" y="3264"/>
                <a:ext cx="56" cy="63"/>
              </a:xfrm>
              <a:prstGeom prst="line">
                <a:avLst/>
              </a:prstGeom>
              <a:grpFill/>
              <a:ln w="12700">
                <a:solidFill>
                  <a:schemeClr val="bg1">
                    <a:lumMod val="65000"/>
                  </a:schemeClr>
                </a:solidFill>
                <a:round/>
                <a:headEnd/>
                <a:tailEnd/>
              </a:ln>
            </p:spPr>
            <p:txBody>
              <a:bodyPr/>
              <a:lstStyle/>
              <a:p>
                <a:endParaRPr lang="en-US"/>
              </a:p>
            </p:txBody>
          </p:sp>
          <p:sp>
            <p:nvSpPr>
              <p:cNvPr id="103797" name="Line 1067">
                <a:extLst>
                  <a:ext uri="{FF2B5EF4-FFF2-40B4-BE49-F238E27FC236}">
                    <a16:creationId xmlns:a16="http://schemas.microsoft.com/office/drawing/2014/main" id="{66A9AF6F-E7A7-31F3-982E-B3F436626358}"/>
                  </a:ext>
                </a:extLst>
              </p:cNvPr>
              <p:cNvSpPr>
                <a:spLocks noChangeShapeType="1"/>
              </p:cNvSpPr>
              <p:nvPr/>
            </p:nvSpPr>
            <p:spPr bwMode="auto">
              <a:xfrm>
                <a:off x="2207" y="3352"/>
                <a:ext cx="48" cy="72"/>
              </a:xfrm>
              <a:prstGeom prst="line">
                <a:avLst/>
              </a:prstGeom>
              <a:grpFill/>
              <a:ln w="12700">
                <a:solidFill>
                  <a:schemeClr val="bg1">
                    <a:lumMod val="65000"/>
                  </a:schemeClr>
                </a:solidFill>
                <a:round/>
                <a:headEnd/>
                <a:tailEnd/>
              </a:ln>
            </p:spPr>
            <p:txBody>
              <a:bodyPr/>
              <a:lstStyle/>
              <a:p>
                <a:endParaRPr lang="en-US"/>
              </a:p>
            </p:txBody>
          </p:sp>
          <p:sp>
            <p:nvSpPr>
              <p:cNvPr id="103798" name="Line 1068">
                <a:extLst>
                  <a:ext uri="{FF2B5EF4-FFF2-40B4-BE49-F238E27FC236}">
                    <a16:creationId xmlns:a16="http://schemas.microsoft.com/office/drawing/2014/main" id="{04EE3FAE-0F55-E955-1A72-89E4C14ED591}"/>
                  </a:ext>
                </a:extLst>
              </p:cNvPr>
              <p:cNvSpPr>
                <a:spLocks noChangeShapeType="1"/>
              </p:cNvSpPr>
              <p:nvPr/>
            </p:nvSpPr>
            <p:spPr bwMode="auto">
              <a:xfrm>
                <a:off x="2271" y="3440"/>
                <a:ext cx="40" cy="48"/>
              </a:xfrm>
              <a:prstGeom prst="line">
                <a:avLst/>
              </a:prstGeom>
              <a:grpFill/>
              <a:ln w="12700">
                <a:solidFill>
                  <a:schemeClr val="bg1">
                    <a:lumMod val="65000"/>
                  </a:schemeClr>
                </a:solidFill>
                <a:round/>
                <a:headEnd/>
                <a:tailEnd/>
              </a:ln>
            </p:spPr>
            <p:txBody>
              <a:bodyPr/>
              <a:lstStyle/>
              <a:p>
                <a:endParaRPr lang="en-US"/>
              </a:p>
            </p:txBody>
          </p:sp>
        </p:grpSp>
        <p:grpSp>
          <p:nvGrpSpPr>
            <p:cNvPr id="103636" name="Group 1069">
              <a:extLst>
                <a:ext uri="{FF2B5EF4-FFF2-40B4-BE49-F238E27FC236}">
                  <a16:creationId xmlns:a16="http://schemas.microsoft.com/office/drawing/2014/main" id="{520F5166-F086-E7F7-4B2D-8EF7C80EA6A3}"/>
                </a:ext>
              </a:extLst>
            </p:cNvPr>
            <p:cNvGrpSpPr>
              <a:grpSpLocks/>
            </p:cNvGrpSpPr>
            <p:nvPr/>
          </p:nvGrpSpPr>
          <p:grpSpPr bwMode="auto">
            <a:xfrm>
              <a:off x="1944" y="2690"/>
              <a:ext cx="447" cy="279"/>
              <a:chOff x="1944" y="2690"/>
              <a:chExt cx="447" cy="279"/>
            </a:xfrm>
            <a:grpFill/>
          </p:grpSpPr>
          <p:sp>
            <p:nvSpPr>
              <p:cNvPr id="103787" name="Freeform 1070">
                <a:extLst>
                  <a:ext uri="{FF2B5EF4-FFF2-40B4-BE49-F238E27FC236}">
                    <a16:creationId xmlns:a16="http://schemas.microsoft.com/office/drawing/2014/main" id="{4DE1E810-7A55-FABD-D99B-EFD9A544CA29}"/>
                  </a:ext>
                </a:extLst>
              </p:cNvPr>
              <p:cNvSpPr>
                <a:spLocks/>
              </p:cNvSpPr>
              <p:nvPr/>
            </p:nvSpPr>
            <p:spPr bwMode="auto">
              <a:xfrm>
                <a:off x="2279" y="2889"/>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 name="T15" fmla="*/ 0 w 112"/>
                  <a:gd name="T16" fmla="*/ 0 h 80"/>
                  <a:gd name="T17" fmla="*/ 112 w 112"/>
                  <a:gd name="T18" fmla="*/ 80 h 80"/>
                </a:gdLst>
                <a:ahLst/>
                <a:cxnLst>
                  <a:cxn ang="T10">
                    <a:pos x="T0" y="T1"/>
                  </a:cxn>
                  <a:cxn ang="T11">
                    <a:pos x="T2" y="T3"/>
                  </a:cxn>
                  <a:cxn ang="T12">
                    <a:pos x="T4" y="T5"/>
                  </a:cxn>
                  <a:cxn ang="T13">
                    <a:pos x="T6" y="T7"/>
                  </a:cxn>
                  <a:cxn ang="T14">
                    <a:pos x="T8" y="T9"/>
                  </a:cxn>
                </a:cxnLst>
                <a:rect l="T15" t="T16" r="T17" b="T18"/>
                <a:pathLst>
                  <a:path w="112" h="80">
                    <a:moveTo>
                      <a:pt x="112" y="80"/>
                    </a:moveTo>
                    <a:lnTo>
                      <a:pt x="0" y="48"/>
                    </a:lnTo>
                    <a:lnTo>
                      <a:pt x="16" y="24"/>
                    </a:lnTo>
                    <a:lnTo>
                      <a:pt x="32" y="0"/>
                    </a:lnTo>
                    <a:lnTo>
                      <a:pt x="112" y="80"/>
                    </a:lnTo>
                    <a:close/>
                  </a:path>
                </a:pathLst>
              </a:custGeom>
              <a:grpFill/>
              <a:ln w="9525">
                <a:solidFill>
                  <a:schemeClr val="bg1">
                    <a:lumMod val="65000"/>
                  </a:schemeClr>
                </a:solidFill>
                <a:round/>
                <a:headEnd/>
                <a:tailEnd/>
              </a:ln>
            </p:spPr>
            <p:txBody>
              <a:bodyPr/>
              <a:lstStyle/>
              <a:p>
                <a:endParaRPr lang="en-US"/>
              </a:p>
            </p:txBody>
          </p:sp>
          <p:sp>
            <p:nvSpPr>
              <p:cNvPr id="103788" name="Line 1071">
                <a:extLst>
                  <a:ext uri="{FF2B5EF4-FFF2-40B4-BE49-F238E27FC236}">
                    <a16:creationId xmlns:a16="http://schemas.microsoft.com/office/drawing/2014/main" id="{3E40108F-0407-26FD-E8E9-3594012E28D5}"/>
                  </a:ext>
                </a:extLst>
              </p:cNvPr>
              <p:cNvSpPr>
                <a:spLocks noChangeShapeType="1"/>
              </p:cNvSpPr>
              <p:nvPr/>
            </p:nvSpPr>
            <p:spPr bwMode="auto">
              <a:xfrm>
                <a:off x="1944" y="2690"/>
                <a:ext cx="71" cy="47"/>
              </a:xfrm>
              <a:prstGeom prst="line">
                <a:avLst/>
              </a:prstGeom>
              <a:grpFill/>
              <a:ln w="12700">
                <a:solidFill>
                  <a:schemeClr val="bg1">
                    <a:lumMod val="65000"/>
                  </a:schemeClr>
                </a:solidFill>
                <a:round/>
                <a:headEnd/>
                <a:tailEnd/>
              </a:ln>
            </p:spPr>
            <p:txBody>
              <a:bodyPr/>
              <a:lstStyle/>
              <a:p>
                <a:endParaRPr lang="en-US"/>
              </a:p>
            </p:txBody>
          </p:sp>
          <p:sp>
            <p:nvSpPr>
              <p:cNvPr id="103789" name="Line 1072">
                <a:extLst>
                  <a:ext uri="{FF2B5EF4-FFF2-40B4-BE49-F238E27FC236}">
                    <a16:creationId xmlns:a16="http://schemas.microsoft.com/office/drawing/2014/main" id="{EC47D275-AB5C-F3E4-323D-DEFCA669327F}"/>
                  </a:ext>
                </a:extLst>
              </p:cNvPr>
              <p:cNvSpPr>
                <a:spLocks noChangeShapeType="1"/>
              </p:cNvSpPr>
              <p:nvPr/>
            </p:nvSpPr>
            <p:spPr bwMode="auto">
              <a:xfrm>
                <a:off x="2040" y="2746"/>
                <a:ext cx="71" cy="47"/>
              </a:xfrm>
              <a:prstGeom prst="line">
                <a:avLst/>
              </a:prstGeom>
              <a:grpFill/>
              <a:ln w="12700">
                <a:solidFill>
                  <a:schemeClr val="bg1">
                    <a:lumMod val="65000"/>
                  </a:schemeClr>
                </a:solidFill>
                <a:round/>
                <a:headEnd/>
                <a:tailEnd/>
              </a:ln>
            </p:spPr>
            <p:txBody>
              <a:bodyPr/>
              <a:lstStyle/>
              <a:p>
                <a:endParaRPr lang="en-US"/>
              </a:p>
            </p:txBody>
          </p:sp>
          <p:sp>
            <p:nvSpPr>
              <p:cNvPr id="103790" name="Line 1073">
                <a:extLst>
                  <a:ext uri="{FF2B5EF4-FFF2-40B4-BE49-F238E27FC236}">
                    <a16:creationId xmlns:a16="http://schemas.microsoft.com/office/drawing/2014/main" id="{354A6B03-4473-DC18-8D5E-9F08438AE51F}"/>
                  </a:ext>
                </a:extLst>
              </p:cNvPr>
              <p:cNvSpPr>
                <a:spLocks noChangeShapeType="1"/>
              </p:cNvSpPr>
              <p:nvPr/>
            </p:nvSpPr>
            <p:spPr bwMode="auto">
              <a:xfrm>
                <a:off x="2136" y="2810"/>
                <a:ext cx="71" cy="47"/>
              </a:xfrm>
              <a:prstGeom prst="line">
                <a:avLst/>
              </a:prstGeom>
              <a:grpFill/>
              <a:ln w="12700">
                <a:solidFill>
                  <a:schemeClr val="bg1">
                    <a:lumMod val="65000"/>
                  </a:schemeClr>
                </a:solidFill>
                <a:round/>
                <a:headEnd/>
                <a:tailEnd/>
              </a:ln>
            </p:spPr>
            <p:txBody>
              <a:bodyPr/>
              <a:lstStyle/>
              <a:p>
                <a:endParaRPr lang="en-US"/>
              </a:p>
            </p:txBody>
          </p:sp>
          <p:sp>
            <p:nvSpPr>
              <p:cNvPr id="103791" name="Line 1074">
                <a:extLst>
                  <a:ext uri="{FF2B5EF4-FFF2-40B4-BE49-F238E27FC236}">
                    <a16:creationId xmlns:a16="http://schemas.microsoft.com/office/drawing/2014/main" id="{AC95255A-F5B9-4B86-6BC2-55031C32C124}"/>
                  </a:ext>
                </a:extLst>
              </p:cNvPr>
              <p:cNvSpPr>
                <a:spLocks noChangeShapeType="1"/>
              </p:cNvSpPr>
              <p:nvPr/>
            </p:nvSpPr>
            <p:spPr bwMode="auto">
              <a:xfrm>
                <a:off x="2232" y="2866"/>
                <a:ext cx="63" cy="46"/>
              </a:xfrm>
              <a:prstGeom prst="line">
                <a:avLst/>
              </a:prstGeom>
              <a:grpFill/>
              <a:ln w="12700">
                <a:solidFill>
                  <a:schemeClr val="bg1">
                    <a:lumMod val="65000"/>
                  </a:schemeClr>
                </a:solidFill>
                <a:round/>
                <a:headEnd/>
                <a:tailEnd/>
              </a:ln>
            </p:spPr>
            <p:txBody>
              <a:bodyPr/>
              <a:lstStyle/>
              <a:p>
                <a:endParaRPr lang="en-US"/>
              </a:p>
            </p:txBody>
          </p:sp>
        </p:grpSp>
        <p:grpSp>
          <p:nvGrpSpPr>
            <p:cNvPr id="103637" name="Group 1075">
              <a:extLst>
                <a:ext uri="{FF2B5EF4-FFF2-40B4-BE49-F238E27FC236}">
                  <a16:creationId xmlns:a16="http://schemas.microsoft.com/office/drawing/2014/main" id="{FCC869C2-A008-F92E-2F34-FAE498075400}"/>
                </a:ext>
              </a:extLst>
            </p:cNvPr>
            <p:cNvGrpSpPr>
              <a:grpSpLocks/>
            </p:cNvGrpSpPr>
            <p:nvPr/>
          </p:nvGrpSpPr>
          <p:grpSpPr bwMode="auto">
            <a:xfrm>
              <a:off x="2407" y="3001"/>
              <a:ext cx="423" cy="271"/>
              <a:chOff x="2407" y="3001"/>
              <a:chExt cx="423" cy="271"/>
            </a:xfrm>
            <a:grpFill/>
          </p:grpSpPr>
          <p:sp>
            <p:nvSpPr>
              <p:cNvPr id="103782" name="Freeform 1076">
                <a:extLst>
                  <a:ext uri="{FF2B5EF4-FFF2-40B4-BE49-F238E27FC236}">
                    <a16:creationId xmlns:a16="http://schemas.microsoft.com/office/drawing/2014/main" id="{E649EAFB-4E94-B545-E8B0-B753DBB69882}"/>
                  </a:ext>
                </a:extLst>
              </p:cNvPr>
              <p:cNvSpPr>
                <a:spLocks/>
              </p:cNvSpPr>
              <p:nvPr/>
            </p:nvSpPr>
            <p:spPr bwMode="auto">
              <a:xfrm>
                <a:off x="2718" y="3185"/>
                <a:ext cx="112" cy="87"/>
              </a:xfrm>
              <a:custGeom>
                <a:avLst/>
                <a:gdLst>
                  <a:gd name="T0" fmla="*/ 112 w 112"/>
                  <a:gd name="T1" fmla="*/ 87 h 87"/>
                  <a:gd name="T2" fmla="*/ 0 w 112"/>
                  <a:gd name="T3" fmla="*/ 47 h 87"/>
                  <a:gd name="T4" fmla="*/ 16 w 112"/>
                  <a:gd name="T5" fmla="*/ 23 h 87"/>
                  <a:gd name="T6" fmla="*/ 32 w 112"/>
                  <a:gd name="T7" fmla="*/ 0 h 87"/>
                  <a:gd name="T8" fmla="*/ 112 w 112"/>
                  <a:gd name="T9" fmla="*/ 87 h 87"/>
                  <a:gd name="T10" fmla="*/ 0 60000 65536"/>
                  <a:gd name="T11" fmla="*/ 0 60000 65536"/>
                  <a:gd name="T12" fmla="*/ 0 60000 65536"/>
                  <a:gd name="T13" fmla="*/ 0 60000 65536"/>
                  <a:gd name="T14" fmla="*/ 0 60000 65536"/>
                  <a:gd name="T15" fmla="*/ 0 w 112"/>
                  <a:gd name="T16" fmla="*/ 0 h 87"/>
                  <a:gd name="T17" fmla="*/ 112 w 112"/>
                  <a:gd name="T18" fmla="*/ 87 h 87"/>
                </a:gdLst>
                <a:ahLst/>
                <a:cxnLst>
                  <a:cxn ang="T10">
                    <a:pos x="T0" y="T1"/>
                  </a:cxn>
                  <a:cxn ang="T11">
                    <a:pos x="T2" y="T3"/>
                  </a:cxn>
                  <a:cxn ang="T12">
                    <a:pos x="T4" y="T5"/>
                  </a:cxn>
                  <a:cxn ang="T13">
                    <a:pos x="T6" y="T7"/>
                  </a:cxn>
                  <a:cxn ang="T14">
                    <a:pos x="T8" y="T9"/>
                  </a:cxn>
                </a:cxnLst>
                <a:rect l="T15" t="T16" r="T17" b="T18"/>
                <a:pathLst>
                  <a:path w="112" h="87">
                    <a:moveTo>
                      <a:pt x="112" y="87"/>
                    </a:moveTo>
                    <a:lnTo>
                      <a:pt x="0" y="47"/>
                    </a:lnTo>
                    <a:lnTo>
                      <a:pt x="16" y="23"/>
                    </a:lnTo>
                    <a:lnTo>
                      <a:pt x="32" y="0"/>
                    </a:lnTo>
                    <a:lnTo>
                      <a:pt x="112" y="87"/>
                    </a:lnTo>
                    <a:close/>
                  </a:path>
                </a:pathLst>
              </a:custGeom>
              <a:grpFill/>
              <a:ln w="9525">
                <a:solidFill>
                  <a:schemeClr val="bg1">
                    <a:lumMod val="65000"/>
                  </a:schemeClr>
                </a:solidFill>
                <a:round/>
                <a:headEnd/>
                <a:tailEnd/>
              </a:ln>
            </p:spPr>
            <p:txBody>
              <a:bodyPr/>
              <a:lstStyle/>
              <a:p>
                <a:endParaRPr lang="en-US"/>
              </a:p>
            </p:txBody>
          </p:sp>
          <p:sp>
            <p:nvSpPr>
              <p:cNvPr id="103783" name="Line 1077">
                <a:extLst>
                  <a:ext uri="{FF2B5EF4-FFF2-40B4-BE49-F238E27FC236}">
                    <a16:creationId xmlns:a16="http://schemas.microsoft.com/office/drawing/2014/main" id="{BAFF15B2-5731-DEC2-9416-B90420AF9C3D}"/>
                  </a:ext>
                </a:extLst>
              </p:cNvPr>
              <p:cNvSpPr>
                <a:spLocks noChangeShapeType="1"/>
              </p:cNvSpPr>
              <p:nvPr/>
            </p:nvSpPr>
            <p:spPr bwMode="auto">
              <a:xfrm>
                <a:off x="2407" y="3001"/>
                <a:ext cx="72" cy="48"/>
              </a:xfrm>
              <a:prstGeom prst="line">
                <a:avLst/>
              </a:prstGeom>
              <a:grpFill/>
              <a:ln w="12700">
                <a:solidFill>
                  <a:schemeClr val="bg1">
                    <a:lumMod val="65000"/>
                  </a:schemeClr>
                </a:solidFill>
                <a:round/>
                <a:headEnd/>
                <a:tailEnd/>
              </a:ln>
            </p:spPr>
            <p:txBody>
              <a:bodyPr/>
              <a:lstStyle/>
              <a:p>
                <a:endParaRPr lang="en-US"/>
              </a:p>
            </p:txBody>
          </p:sp>
          <p:sp>
            <p:nvSpPr>
              <p:cNvPr id="103784" name="Line 1078">
                <a:extLst>
                  <a:ext uri="{FF2B5EF4-FFF2-40B4-BE49-F238E27FC236}">
                    <a16:creationId xmlns:a16="http://schemas.microsoft.com/office/drawing/2014/main" id="{B184D6C5-B2C9-1FE3-AFEC-0824C6FC2836}"/>
                  </a:ext>
                </a:extLst>
              </p:cNvPr>
              <p:cNvSpPr>
                <a:spLocks noChangeShapeType="1"/>
              </p:cNvSpPr>
              <p:nvPr/>
            </p:nvSpPr>
            <p:spPr bwMode="auto">
              <a:xfrm>
                <a:off x="2503" y="3065"/>
                <a:ext cx="71" cy="39"/>
              </a:xfrm>
              <a:prstGeom prst="line">
                <a:avLst/>
              </a:prstGeom>
              <a:grpFill/>
              <a:ln w="12700">
                <a:solidFill>
                  <a:schemeClr val="bg1">
                    <a:lumMod val="65000"/>
                  </a:schemeClr>
                </a:solidFill>
                <a:round/>
                <a:headEnd/>
                <a:tailEnd/>
              </a:ln>
            </p:spPr>
            <p:txBody>
              <a:bodyPr/>
              <a:lstStyle/>
              <a:p>
                <a:endParaRPr lang="en-US"/>
              </a:p>
            </p:txBody>
          </p:sp>
          <p:sp>
            <p:nvSpPr>
              <p:cNvPr id="103785" name="Line 1079">
                <a:extLst>
                  <a:ext uri="{FF2B5EF4-FFF2-40B4-BE49-F238E27FC236}">
                    <a16:creationId xmlns:a16="http://schemas.microsoft.com/office/drawing/2014/main" id="{173240BB-2A6F-2923-92BC-291E6F6308CE}"/>
                  </a:ext>
                </a:extLst>
              </p:cNvPr>
              <p:cNvSpPr>
                <a:spLocks noChangeShapeType="1"/>
              </p:cNvSpPr>
              <p:nvPr/>
            </p:nvSpPr>
            <p:spPr bwMode="auto">
              <a:xfrm>
                <a:off x="2599" y="3121"/>
                <a:ext cx="71" cy="47"/>
              </a:xfrm>
              <a:prstGeom prst="line">
                <a:avLst/>
              </a:prstGeom>
              <a:grpFill/>
              <a:ln w="12700">
                <a:solidFill>
                  <a:schemeClr val="bg1">
                    <a:lumMod val="65000"/>
                  </a:schemeClr>
                </a:solidFill>
                <a:round/>
                <a:headEnd/>
                <a:tailEnd/>
              </a:ln>
            </p:spPr>
            <p:txBody>
              <a:bodyPr/>
              <a:lstStyle/>
              <a:p>
                <a:endParaRPr lang="en-US"/>
              </a:p>
            </p:txBody>
          </p:sp>
          <p:sp>
            <p:nvSpPr>
              <p:cNvPr id="103786" name="Line 1080">
                <a:extLst>
                  <a:ext uri="{FF2B5EF4-FFF2-40B4-BE49-F238E27FC236}">
                    <a16:creationId xmlns:a16="http://schemas.microsoft.com/office/drawing/2014/main" id="{C243BF9A-3745-DC5F-DCA4-A2BBFC40BA79}"/>
                  </a:ext>
                </a:extLst>
              </p:cNvPr>
              <p:cNvSpPr>
                <a:spLocks noChangeShapeType="1"/>
              </p:cNvSpPr>
              <p:nvPr/>
            </p:nvSpPr>
            <p:spPr bwMode="auto">
              <a:xfrm>
                <a:off x="2688" y="3185"/>
                <a:ext cx="46" cy="22"/>
              </a:xfrm>
              <a:prstGeom prst="line">
                <a:avLst/>
              </a:prstGeom>
              <a:grpFill/>
              <a:ln w="12700">
                <a:solidFill>
                  <a:schemeClr val="bg1">
                    <a:lumMod val="65000"/>
                  </a:schemeClr>
                </a:solidFill>
                <a:round/>
                <a:headEnd/>
                <a:tailEnd/>
              </a:ln>
            </p:spPr>
            <p:txBody>
              <a:bodyPr/>
              <a:lstStyle/>
              <a:p>
                <a:endParaRPr lang="en-US"/>
              </a:p>
            </p:txBody>
          </p:sp>
        </p:grpSp>
        <p:grpSp>
          <p:nvGrpSpPr>
            <p:cNvPr id="103638" name="Group 1081">
              <a:extLst>
                <a:ext uri="{FF2B5EF4-FFF2-40B4-BE49-F238E27FC236}">
                  <a16:creationId xmlns:a16="http://schemas.microsoft.com/office/drawing/2014/main" id="{9538C495-5CA6-E385-1AE6-7576D68E1DC4}"/>
                </a:ext>
              </a:extLst>
            </p:cNvPr>
            <p:cNvGrpSpPr>
              <a:grpSpLocks/>
            </p:cNvGrpSpPr>
            <p:nvPr/>
          </p:nvGrpSpPr>
          <p:grpSpPr bwMode="auto">
            <a:xfrm>
              <a:off x="2854" y="3296"/>
              <a:ext cx="439" cy="279"/>
              <a:chOff x="2854" y="3296"/>
              <a:chExt cx="439" cy="279"/>
            </a:xfrm>
            <a:grpFill/>
          </p:grpSpPr>
          <p:sp>
            <p:nvSpPr>
              <p:cNvPr id="103777" name="Freeform 1082">
                <a:extLst>
                  <a:ext uri="{FF2B5EF4-FFF2-40B4-BE49-F238E27FC236}">
                    <a16:creationId xmlns:a16="http://schemas.microsoft.com/office/drawing/2014/main" id="{33E941C4-F682-5166-0E99-43943D974AD0}"/>
                  </a:ext>
                </a:extLst>
              </p:cNvPr>
              <p:cNvSpPr>
                <a:spLocks/>
              </p:cNvSpPr>
              <p:nvPr/>
            </p:nvSpPr>
            <p:spPr bwMode="auto">
              <a:xfrm>
                <a:off x="3181" y="3488"/>
                <a:ext cx="112" cy="87"/>
              </a:xfrm>
              <a:custGeom>
                <a:avLst/>
                <a:gdLst>
                  <a:gd name="T0" fmla="*/ 112 w 112"/>
                  <a:gd name="T1" fmla="*/ 87 h 87"/>
                  <a:gd name="T2" fmla="*/ 0 w 112"/>
                  <a:gd name="T3" fmla="*/ 48 h 87"/>
                  <a:gd name="T4" fmla="*/ 16 w 112"/>
                  <a:gd name="T5" fmla="*/ 24 h 87"/>
                  <a:gd name="T6" fmla="*/ 32 w 112"/>
                  <a:gd name="T7" fmla="*/ 0 h 87"/>
                  <a:gd name="T8" fmla="*/ 112 w 112"/>
                  <a:gd name="T9" fmla="*/ 87 h 87"/>
                  <a:gd name="T10" fmla="*/ 0 60000 65536"/>
                  <a:gd name="T11" fmla="*/ 0 60000 65536"/>
                  <a:gd name="T12" fmla="*/ 0 60000 65536"/>
                  <a:gd name="T13" fmla="*/ 0 60000 65536"/>
                  <a:gd name="T14" fmla="*/ 0 60000 65536"/>
                  <a:gd name="T15" fmla="*/ 0 w 112"/>
                  <a:gd name="T16" fmla="*/ 0 h 87"/>
                  <a:gd name="T17" fmla="*/ 112 w 112"/>
                  <a:gd name="T18" fmla="*/ 87 h 87"/>
                </a:gdLst>
                <a:ahLst/>
                <a:cxnLst>
                  <a:cxn ang="T10">
                    <a:pos x="T0" y="T1"/>
                  </a:cxn>
                  <a:cxn ang="T11">
                    <a:pos x="T2" y="T3"/>
                  </a:cxn>
                  <a:cxn ang="T12">
                    <a:pos x="T4" y="T5"/>
                  </a:cxn>
                  <a:cxn ang="T13">
                    <a:pos x="T6" y="T7"/>
                  </a:cxn>
                  <a:cxn ang="T14">
                    <a:pos x="T8" y="T9"/>
                  </a:cxn>
                </a:cxnLst>
                <a:rect l="T15" t="T16" r="T17" b="T18"/>
                <a:pathLst>
                  <a:path w="112" h="87">
                    <a:moveTo>
                      <a:pt x="112" y="87"/>
                    </a:moveTo>
                    <a:lnTo>
                      <a:pt x="0" y="48"/>
                    </a:lnTo>
                    <a:lnTo>
                      <a:pt x="16" y="24"/>
                    </a:lnTo>
                    <a:lnTo>
                      <a:pt x="32" y="0"/>
                    </a:lnTo>
                    <a:lnTo>
                      <a:pt x="112" y="87"/>
                    </a:lnTo>
                    <a:close/>
                  </a:path>
                </a:pathLst>
              </a:custGeom>
              <a:grpFill/>
              <a:ln w="9525">
                <a:solidFill>
                  <a:schemeClr val="bg1">
                    <a:lumMod val="65000"/>
                  </a:schemeClr>
                </a:solidFill>
                <a:round/>
                <a:headEnd/>
                <a:tailEnd/>
              </a:ln>
            </p:spPr>
            <p:txBody>
              <a:bodyPr/>
              <a:lstStyle/>
              <a:p>
                <a:endParaRPr lang="en-US"/>
              </a:p>
            </p:txBody>
          </p:sp>
          <p:sp>
            <p:nvSpPr>
              <p:cNvPr id="103778" name="Line 1083">
                <a:extLst>
                  <a:ext uri="{FF2B5EF4-FFF2-40B4-BE49-F238E27FC236}">
                    <a16:creationId xmlns:a16="http://schemas.microsoft.com/office/drawing/2014/main" id="{65FA7F8E-C49D-BEBB-4BEF-72DEFF59A5FF}"/>
                  </a:ext>
                </a:extLst>
              </p:cNvPr>
              <p:cNvSpPr>
                <a:spLocks noChangeShapeType="1"/>
              </p:cNvSpPr>
              <p:nvPr/>
            </p:nvSpPr>
            <p:spPr bwMode="auto">
              <a:xfrm>
                <a:off x="2854" y="3296"/>
                <a:ext cx="72" cy="48"/>
              </a:xfrm>
              <a:prstGeom prst="line">
                <a:avLst/>
              </a:prstGeom>
              <a:grpFill/>
              <a:ln w="12700">
                <a:solidFill>
                  <a:schemeClr val="bg1">
                    <a:lumMod val="65000"/>
                  </a:schemeClr>
                </a:solidFill>
                <a:round/>
                <a:headEnd/>
                <a:tailEnd/>
              </a:ln>
            </p:spPr>
            <p:txBody>
              <a:bodyPr/>
              <a:lstStyle/>
              <a:p>
                <a:endParaRPr lang="en-US"/>
              </a:p>
            </p:txBody>
          </p:sp>
          <p:sp>
            <p:nvSpPr>
              <p:cNvPr id="103779" name="Line 1084">
                <a:extLst>
                  <a:ext uri="{FF2B5EF4-FFF2-40B4-BE49-F238E27FC236}">
                    <a16:creationId xmlns:a16="http://schemas.microsoft.com/office/drawing/2014/main" id="{EC5D6A4E-CE37-2DFD-D542-0ACBCEF724FE}"/>
                  </a:ext>
                </a:extLst>
              </p:cNvPr>
              <p:cNvSpPr>
                <a:spLocks noChangeShapeType="1"/>
              </p:cNvSpPr>
              <p:nvPr/>
            </p:nvSpPr>
            <p:spPr bwMode="auto">
              <a:xfrm>
                <a:off x="2950" y="3360"/>
                <a:ext cx="71" cy="39"/>
              </a:xfrm>
              <a:prstGeom prst="line">
                <a:avLst/>
              </a:prstGeom>
              <a:grpFill/>
              <a:ln w="12700">
                <a:solidFill>
                  <a:schemeClr val="bg1">
                    <a:lumMod val="65000"/>
                  </a:schemeClr>
                </a:solidFill>
                <a:round/>
                <a:headEnd/>
                <a:tailEnd/>
              </a:ln>
            </p:spPr>
            <p:txBody>
              <a:bodyPr/>
              <a:lstStyle/>
              <a:p>
                <a:endParaRPr lang="en-US"/>
              </a:p>
            </p:txBody>
          </p:sp>
          <p:sp>
            <p:nvSpPr>
              <p:cNvPr id="103780" name="Line 1085">
                <a:extLst>
                  <a:ext uri="{FF2B5EF4-FFF2-40B4-BE49-F238E27FC236}">
                    <a16:creationId xmlns:a16="http://schemas.microsoft.com/office/drawing/2014/main" id="{DB60B451-ECB6-094D-60F1-7E803FD94A97}"/>
                  </a:ext>
                </a:extLst>
              </p:cNvPr>
              <p:cNvSpPr>
                <a:spLocks noChangeShapeType="1"/>
              </p:cNvSpPr>
              <p:nvPr/>
            </p:nvSpPr>
            <p:spPr bwMode="auto">
              <a:xfrm>
                <a:off x="3046" y="3416"/>
                <a:ext cx="71" cy="47"/>
              </a:xfrm>
              <a:prstGeom prst="line">
                <a:avLst/>
              </a:prstGeom>
              <a:grpFill/>
              <a:ln w="12700">
                <a:solidFill>
                  <a:schemeClr val="bg1">
                    <a:lumMod val="65000"/>
                  </a:schemeClr>
                </a:solidFill>
                <a:round/>
                <a:headEnd/>
                <a:tailEnd/>
              </a:ln>
            </p:spPr>
            <p:txBody>
              <a:bodyPr/>
              <a:lstStyle/>
              <a:p>
                <a:endParaRPr lang="en-US"/>
              </a:p>
            </p:txBody>
          </p:sp>
          <p:sp>
            <p:nvSpPr>
              <p:cNvPr id="103781" name="Line 1086">
                <a:extLst>
                  <a:ext uri="{FF2B5EF4-FFF2-40B4-BE49-F238E27FC236}">
                    <a16:creationId xmlns:a16="http://schemas.microsoft.com/office/drawing/2014/main" id="{A51418AC-81B4-3DB4-1316-91E7C60E7C8D}"/>
                  </a:ext>
                </a:extLst>
              </p:cNvPr>
              <p:cNvSpPr>
                <a:spLocks noChangeShapeType="1"/>
              </p:cNvSpPr>
              <p:nvPr/>
            </p:nvSpPr>
            <p:spPr bwMode="auto">
              <a:xfrm>
                <a:off x="3135" y="3480"/>
                <a:ext cx="62" cy="30"/>
              </a:xfrm>
              <a:prstGeom prst="line">
                <a:avLst/>
              </a:prstGeom>
              <a:grpFill/>
              <a:ln w="12700">
                <a:solidFill>
                  <a:schemeClr val="bg1">
                    <a:lumMod val="65000"/>
                  </a:schemeClr>
                </a:solidFill>
                <a:round/>
                <a:headEnd/>
                <a:tailEnd/>
              </a:ln>
            </p:spPr>
            <p:txBody>
              <a:bodyPr/>
              <a:lstStyle/>
              <a:p>
                <a:endParaRPr lang="en-US"/>
              </a:p>
            </p:txBody>
          </p:sp>
        </p:grpSp>
        <p:grpSp>
          <p:nvGrpSpPr>
            <p:cNvPr id="103639" name="Group 1087">
              <a:extLst>
                <a:ext uri="{FF2B5EF4-FFF2-40B4-BE49-F238E27FC236}">
                  <a16:creationId xmlns:a16="http://schemas.microsoft.com/office/drawing/2014/main" id="{9EC97500-9966-6F85-FBDE-006BC8F3363C}"/>
                </a:ext>
              </a:extLst>
            </p:cNvPr>
            <p:cNvGrpSpPr>
              <a:grpSpLocks/>
            </p:cNvGrpSpPr>
            <p:nvPr/>
          </p:nvGrpSpPr>
          <p:grpSpPr bwMode="auto">
            <a:xfrm>
              <a:off x="2863" y="3304"/>
              <a:ext cx="422" cy="279"/>
              <a:chOff x="2863" y="3304"/>
              <a:chExt cx="422" cy="279"/>
            </a:xfrm>
            <a:grpFill/>
          </p:grpSpPr>
          <p:sp>
            <p:nvSpPr>
              <p:cNvPr id="103772" name="Freeform 1088">
                <a:extLst>
                  <a:ext uri="{FF2B5EF4-FFF2-40B4-BE49-F238E27FC236}">
                    <a16:creationId xmlns:a16="http://schemas.microsoft.com/office/drawing/2014/main" id="{6318325D-AD16-B6FB-AB4A-3D7D018344A9}"/>
                  </a:ext>
                </a:extLst>
              </p:cNvPr>
              <p:cNvSpPr>
                <a:spLocks/>
              </p:cNvSpPr>
              <p:nvPr/>
            </p:nvSpPr>
            <p:spPr bwMode="auto">
              <a:xfrm>
                <a:off x="3173" y="3304"/>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32" y="88"/>
                    </a:lnTo>
                    <a:lnTo>
                      <a:pt x="16" y="64"/>
                    </a:lnTo>
                    <a:lnTo>
                      <a:pt x="0" y="40"/>
                    </a:lnTo>
                    <a:lnTo>
                      <a:pt x="112" y="0"/>
                    </a:lnTo>
                    <a:close/>
                  </a:path>
                </a:pathLst>
              </a:custGeom>
              <a:grpFill/>
              <a:ln w="9525">
                <a:solidFill>
                  <a:schemeClr val="bg1">
                    <a:lumMod val="65000"/>
                  </a:schemeClr>
                </a:solidFill>
                <a:round/>
                <a:headEnd/>
                <a:tailEnd/>
              </a:ln>
            </p:spPr>
            <p:txBody>
              <a:bodyPr/>
              <a:lstStyle/>
              <a:p>
                <a:endParaRPr lang="en-US"/>
              </a:p>
            </p:txBody>
          </p:sp>
          <p:sp>
            <p:nvSpPr>
              <p:cNvPr id="103773" name="Line 1089">
                <a:extLst>
                  <a:ext uri="{FF2B5EF4-FFF2-40B4-BE49-F238E27FC236}">
                    <a16:creationId xmlns:a16="http://schemas.microsoft.com/office/drawing/2014/main" id="{EE8376FE-0040-50C5-DB17-EFF8C762C04B}"/>
                  </a:ext>
                </a:extLst>
              </p:cNvPr>
              <p:cNvSpPr>
                <a:spLocks noChangeShapeType="1"/>
              </p:cNvSpPr>
              <p:nvPr/>
            </p:nvSpPr>
            <p:spPr bwMode="auto">
              <a:xfrm flipV="1">
                <a:off x="2863" y="3536"/>
                <a:ext cx="71" cy="47"/>
              </a:xfrm>
              <a:prstGeom prst="line">
                <a:avLst/>
              </a:prstGeom>
              <a:grpFill/>
              <a:ln w="12700">
                <a:solidFill>
                  <a:schemeClr val="bg1">
                    <a:lumMod val="65000"/>
                  </a:schemeClr>
                </a:solidFill>
                <a:round/>
                <a:headEnd/>
                <a:tailEnd/>
              </a:ln>
            </p:spPr>
            <p:txBody>
              <a:bodyPr/>
              <a:lstStyle/>
              <a:p>
                <a:endParaRPr lang="en-US"/>
              </a:p>
            </p:txBody>
          </p:sp>
          <p:sp>
            <p:nvSpPr>
              <p:cNvPr id="103774" name="Line 1090">
                <a:extLst>
                  <a:ext uri="{FF2B5EF4-FFF2-40B4-BE49-F238E27FC236}">
                    <a16:creationId xmlns:a16="http://schemas.microsoft.com/office/drawing/2014/main" id="{A8E2CD1E-5CC4-F73A-FD7A-B3978A6FFACA}"/>
                  </a:ext>
                </a:extLst>
              </p:cNvPr>
              <p:cNvSpPr>
                <a:spLocks noChangeShapeType="1"/>
              </p:cNvSpPr>
              <p:nvPr/>
            </p:nvSpPr>
            <p:spPr bwMode="auto">
              <a:xfrm flipV="1">
                <a:off x="2958" y="3473"/>
                <a:ext cx="71" cy="47"/>
              </a:xfrm>
              <a:prstGeom prst="line">
                <a:avLst/>
              </a:prstGeom>
              <a:grpFill/>
              <a:ln w="12700">
                <a:solidFill>
                  <a:schemeClr val="bg1">
                    <a:lumMod val="65000"/>
                  </a:schemeClr>
                </a:solidFill>
                <a:round/>
                <a:headEnd/>
                <a:tailEnd/>
              </a:ln>
            </p:spPr>
            <p:txBody>
              <a:bodyPr/>
              <a:lstStyle/>
              <a:p>
                <a:endParaRPr lang="en-US"/>
              </a:p>
            </p:txBody>
          </p:sp>
          <p:sp>
            <p:nvSpPr>
              <p:cNvPr id="103775" name="Line 1091">
                <a:extLst>
                  <a:ext uri="{FF2B5EF4-FFF2-40B4-BE49-F238E27FC236}">
                    <a16:creationId xmlns:a16="http://schemas.microsoft.com/office/drawing/2014/main" id="{63A0668C-DE32-01F6-5CE4-E4F9F180CE98}"/>
                  </a:ext>
                </a:extLst>
              </p:cNvPr>
              <p:cNvSpPr>
                <a:spLocks noChangeShapeType="1"/>
              </p:cNvSpPr>
              <p:nvPr/>
            </p:nvSpPr>
            <p:spPr bwMode="auto">
              <a:xfrm flipV="1">
                <a:off x="3046" y="3417"/>
                <a:ext cx="79" cy="47"/>
              </a:xfrm>
              <a:prstGeom prst="line">
                <a:avLst/>
              </a:prstGeom>
              <a:grpFill/>
              <a:ln w="12700">
                <a:solidFill>
                  <a:schemeClr val="bg1">
                    <a:lumMod val="65000"/>
                  </a:schemeClr>
                </a:solidFill>
                <a:round/>
                <a:headEnd/>
                <a:tailEnd/>
              </a:ln>
            </p:spPr>
            <p:txBody>
              <a:bodyPr/>
              <a:lstStyle/>
              <a:p>
                <a:endParaRPr lang="en-US"/>
              </a:p>
            </p:txBody>
          </p:sp>
          <p:sp>
            <p:nvSpPr>
              <p:cNvPr id="103776" name="Line 1092">
                <a:extLst>
                  <a:ext uri="{FF2B5EF4-FFF2-40B4-BE49-F238E27FC236}">
                    <a16:creationId xmlns:a16="http://schemas.microsoft.com/office/drawing/2014/main" id="{12F0736C-4C3D-1DEE-B1A6-75FCB4E65D1B}"/>
                  </a:ext>
                </a:extLst>
              </p:cNvPr>
              <p:cNvSpPr>
                <a:spLocks noChangeShapeType="1"/>
              </p:cNvSpPr>
              <p:nvPr/>
            </p:nvSpPr>
            <p:spPr bwMode="auto">
              <a:xfrm flipV="1">
                <a:off x="3141" y="3368"/>
                <a:ext cx="48" cy="32"/>
              </a:xfrm>
              <a:prstGeom prst="line">
                <a:avLst/>
              </a:prstGeom>
              <a:grpFill/>
              <a:ln w="12700">
                <a:solidFill>
                  <a:schemeClr val="bg1">
                    <a:lumMod val="65000"/>
                  </a:schemeClr>
                </a:solidFill>
                <a:round/>
                <a:headEnd/>
                <a:tailEnd/>
              </a:ln>
            </p:spPr>
            <p:txBody>
              <a:bodyPr/>
              <a:lstStyle/>
              <a:p>
                <a:endParaRPr lang="en-US"/>
              </a:p>
            </p:txBody>
          </p:sp>
        </p:grpSp>
        <p:grpSp>
          <p:nvGrpSpPr>
            <p:cNvPr id="103640" name="Group 1093">
              <a:extLst>
                <a:ext uri="{FF2B5EF4-FFF2-40B4-BE49-F238E27FC236}">
                  <a16:creationId xmlns:a16="http://schemas.microsoft.com/office/drawing/2014/main" id="{FB418C9B-8CE3-5EAD-6FD6-710B922B5379}"/>
                </a:ext>
              </a:extLst>
            </p:cNvPr>
            <p:cNvGrpSpPr>
              <a:grpSpLocks/>
            </p:cNvGrpSpPr>
            <p:nvPr/>
          </p:nvGrpSpPr>
          <p:grpSpPr bwMode="auto">
            <a:xfrm>
              <a:off x="2870" y="2690"/>
              <a:ext cx="415" cy="287"/>
              <a:chOff x="2870" y="2690"/>
              <a:chExt cx="415" cy="287"/>
            </a:xfrm>
            <a:grpFill/>
          </p:grpSpPr>
          <p:sp>
            <p:nvSpPr>
              <p:cNvPr id="103767" name="Freeform 1094">
                <a:extLst>
                  <a:ext uri="{FF2B5EF4-FFF2-40B4-BE49-F238E27FC236}">
                    <a16:creationId xmlns:a16="http://schemas.microsoft.com/office/drawing/2014/main" id="{B6C93C95-27DF-81E8-6DEC-0A9814AFC6D3}"/>
                  </a:ext>
                </a:extLst>
              </p:cNvPr>
              <p:cNvSpPr>
                <a:spLocks/>
              </p:cNvSpPr>
              <p:nvPr/>
            </p:nvSpPr>
            <p:spPr bwMode="auto">
              <a:xfrm>
                <a:off x="3173" y="2690"/>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32" y="88"/>
                    </a:lnTo>
                    <a:lnTo>
                      <a:pt x="16" y="64"/>
                    </a:lnTo>
                    <a:lnTo>
                      <a:pt x="0" y="40"/>
                    </a:lnTo>
                    <a:lnTo>
                      <a:pt x="112" y="0"/>
                    </a:lnTo>
                    <a:close/>
                  </a:path>
                </a:pathLst>
              </a:custGeom>
              <a:grpFill/>
              <a:ln w="9525">
                <a:solidFill>
                  <a:schemeClr val="bg1">
                    <a:lumMod val="65000"/>
                  </a:schemeClr>
                </a:solidFill>
                <a:round/>
                <a:headEnd/>
                <a:tailEnd/>
              </a:ln>
            </p:spPr>
            <p:txBody>
              <a:bodyPr/>
              <a:lstStyle/>
              <a:p>
                <a:endParaRPr lang="en-US"/>
              </a:p>
            </p:txBody>
          </p:sp>
          <p:sp>
            <p:nvSpPr>
              <p:cNvPr id="103768" name="Line 1095">
                <a:extLst>
                  <a:ext uri="{FF2B5EF4-FFF2-40B4-BE49-F238E27FC236}">
                    <a16:creationId xmlns:a16="http://schemas.microsoft.com/office/drawing/2014/main" id="{332EAFEE-7DA2-E0A8-1987-B9A1FF6509E3}"/>
                  </a:ext>
                </a:extLst>
              </p:cNvPr>
              <p:cNvSpPr>
                <a:spLocks noChangeShapeType="1"/>
              </p:cNvSpPr>
              <p:nvPr/>
            </p:nvSpPr>
            <p:spPr bwMode="auto">
              <a:xfrm flipV="1">
                <a:off x="2870" y="2929"/>
                <a:ext cx="72" cy="48"/>
              </a:xfrm>
              <a:prstGeom prst="line">
                <a:avLst/>
              </a:prstGeom>
              <a:grpFill/>
              <a:ln w="12700">
                <a:solidFill>
                  <a:schemeClr val="bg1">
                    <a:lumMod val="65000"/>
                  </a:schemeClr>
                </a:solidFill>
                <a:round/>
                <a:headEnd/>
                <a:tailEnd/>
              </a:ln>
            </p:spPr>
            <p:txBody>
              <a:bodyPr/>
              <a:lstStyle/>
              <a:p>
                <a:endParaRPr lang="en-US"/>
              </a:p>
            </p:txBody>
          </p:sp>
          <p:sp>
            <p:nvSpPr>
              <p:cNvPr id="103769" name="Line 1096">
                <a:extLst>
                  <a:ext uri="{FF2B5EF4-FFF2-40B4-BE49-F238E27FC236}">
                    <a16:creationId xmlns:a16="http://schemas.microsoft.com/office/drawing/2014/main" id="{8B7429C8-5C78-6576-7240-20376B909C0C}"/>
                  </a:ext>
                </a:extLst>
              </p:cNvPr>
              <p:cNvSpPr>
                <a:spLocks noChangeShapeType="1"/>
              </p:cNvSpPr>
              <p:nvPr/>
            </p:nvSpPr>
            <p:spPr bwMode="auto">
              <a:xfrm flipV="1">
                <a:off x="2967" y="2867"/>
                <a:ext cx="70" cy="46"/>
              </a:xfrm>
              <a:prstGeom prst="line">
                <a:avLst/>
              </a:prstGeom>
              <a:grpFill/>
              <a:ln w="12700">
                <a:solidFill>
                  <a:schemeClr val="bg1">
                    <a:lumMod val="65000"/>
                  </a:schemeClr>
                </a:solidFill>
                <a:round/>
                <a:headEnd/>
                <a:tailEnd/>
              </a:ln>
            </p:spPr>
            <p:txBody>
              <a:bodyPr/>
              <a:lstStyle/>
              <a:p>
                <a:endParaRPr lang="en-US"/>
              </a:p>
            </p:txBody>
          </p:sp>
          <p:sp>
            <p:nvSpPr>
              <p:cNvPr id="103770" name="Line 1097">
                <a:extLst>
                  <a:ext uri="{FF2B5EF4-FFF2-40B4-BE49-F238E27FC236}">
                    <a16:creationId xmlns:a16="http://schemas.microsoft.com/office/drawing/2014/main" id="{FFA97285-5286-9AF9-B718-9882186B3E7D}"/>
                  </a:ext>
                </a:extLst>
              </p:cNvPr>
              <p:cNvSpPr>
                <a:spLocks noChangeShapeType="1"/>
              </p:cNvSpPr>
              <p:nvPr/>
            </p:nvSpPr>
            <p:spPr bwMode="auto">
              <a:xfrm flipV="1">
                <a:off x="3053" y="2803"/>
                <a:ext cx="72" cy="47"/>
              </a:xfrm>
              <a:prstGeom prst="line">
                <a:avLst/>
              </a:prstGeom>
              <a:grpFill/>
              <a:ln w="12700">
                <a:solidFill>
                  <a:schemeClr val="bg1">
                    <a:lumMod val="65000"/>
                  </a:schemeClr>
                </a:solidFill>
                <a:round/>
                <a:headEnd/>
                <a:tailEnd/>
              </a:ln>
            </p:spPr>
            <p:txBody>
              <a:bodyPr/>
              <a:lstStyle/>
              <a:p>
                <a:endParaRPr lang="en-US"/>
              </a:p>
            </p:txBody>
          </p:sp>
          <p:sp>
            <p:nvSpPr>
              <p:cNvPr id="103771" name="Line 1098">
                <a:extLst>
                  <a:ext uri="{FF2B5EF4-FFF2-40B4-BE49-F238E27FC236}">
                    <a16:creationId xmlns:a16="http://schemas.microsoft.com/office/drawing/2014/main" id="{F3DE490A-FEB4-1F16-4B0B-C703C4BC98B2}"/>
                  </a:ext>
                </a:extLst>
              </p:cNvPr>
              <p:cNvSpPr>
                <a:spLocks noChangeShapeType="1"/>
              </p:cNvSpPr>
              <p:nvPr/>
            </p:nvSpPr>
            <p:spPr bwMode="auto">
              <a:xfrm flipV="1">
                <a:off x="3149" y="2754"/>
                <a:ext cx="40" cy="32"/>
              </a:xfrm>
              <a:prstGeom prst="line">
                <a:avLst/>
              </a:prstGeom>
              <a:grpFill/>
              <a:ln w="12700">
                <a:solidFill>
                  <a:schemeClr val="bg1">
                    <a:lumMod val="65000"/>
                  </a:schemeClr>
                </a:solidFill>
                <a:round/>
                <a:headEnd/>
                <a:tailEnd/>
              </a:ln>
            </p:spPr>
            <p:txBody>
              <a:bodyPr/>
              <a:lstStyle/>
              <a:p>
                <a:endParaRPr lang="en-US"/>
              </a:p>
            </p:txBody>
          </p:sp>
        </p:grpSp>
        <p:grpSp>
          <p:nvGrpSpPr>
            <p:cNvPr id="103641" name="Group 1099">
              <a:extLst>
                <a:ext uri="{FF2B5EF4-FFF2-40B4-BE49-F238E27FC236}">
                  <a16:creationId xmlns:a16="http://schemas.microsoft.com/office/drawing/2014/main" id="{31C79B34-8609-1461-828A-968A208D0D8D}"/>
                </a:ext>
              </a:extLst>
            </p:cNvPr>
            <p:cNvGrpSpPr>
              <a:grpSpLocks/>
            </p:cNvGrpSpPr>
            <p:nvPr/>
          </p:nvGrpSpPr>
          <p:grpSpPr bwMode="auto">
            <a:xfrm>
              <a:off x="2878" y="2068"/>
              <a:ext cx="431" cy="287"/>
              <a:chOff x="2878" y="2068"/>
              <a:chExt cx="431" cy="287"/>
            </a:xfrm>
            <a:grpFill/>
          </p:grpSpPr>
          <p:sp>
            <p:nvSpPr>
              <p:cNvPr id="103762" name="Freeform 1100">
                <a:extLst>
                  <a:ext uri="{FF2B5EF4-FFF2-40B4-BE49-F238E27FC236}">
                    <a16:creationId xmlns:a16="http://schemas.microsoft.com/office/drawing/2014/main" id="{E5708D01-55AA-F0EC-4DCE-0A5EE1F14C47}"/>
                  </a:ext>
                </a:extLst>
              </p:cNvPr>
              <p:cNvSpPr>
                <a:spLocks/>
              </p:cNvSpPr>
              <p:nvPr/>
            </p:nvSpPr>
            <p:spPr bwMode="auto">
              <a:xfrm>
                <a:off x="3197" y="2267"/>
                <a:ext cx="112" cy="88"/>
              </a:xfrm>
              <a:custGeom>
                <a:avLst/>
                <a:gdLst>
                  <a:gd name="T0" fmla="*/ 112 w 112"/>
                  <a:gd name="T1" fmla="*/ 88 h 88"/>
                  <a:gd name="T2" fmla="*/ 0 w 112"/>
                  <a:gd name="T3" fmla="*/ 48 h 88"/>
                  <a:gd name="T4" fmla="*/ 16 w 112"/>
                  <a:gd name="T5" fmla="*/ 24 h 88"/>
                  <a:gd name="T6" fmla="*/ 32 w 112"/>
                  <a:gd name="T7" fmla="*/ 0 h 88"/>
                  <a:gd name="T8" fmla="*/ 112 w 112"/>
                  <a:gd name="T9" fmla="*/ 88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88"/>
                    </a:moveTo>
                    <a:lnTo>
                      <a:pt x="0" y="48"/>
                    </a:lnTo>
                    <a:lnTo>
                      <a:pt x="16" y="24"/>
                    </a:lnTo>
                    <a:lnTo>
                      <a:pt x="32" y="0"/>
                    </a:lnTo>
                    <a:lnTo>
                      <a:pt x="112" y="88"/>
                    </a:lnTo>
                    <a:close/>
                  </a:path>
                </a:pathLst>
              </a:custGeom>
              <a:grpFill/>
              <a:ln w="9525">
                <a:solidFill>
                  <a:schemeClr val="bg1">
                    <a:lumMod val="65000"/>
                  </a:schemeClr>
                </a:solidFill>
                <a:round/>
                <a:headEnd/>
                <a:tailEnd/>
              </a:ln>
            </p:spPr>
            <p:txBody>
              <a:bodyPr/>
              <a:lstStyle/>
              <a:p>
                <a:endParaRPr lang="en-US"/>
              </a:p>
            </p:txBody>
          </p:sp>
          <p:sp>
            <p:nvSpPr>
              <p:cNvPr id="103763" name="Line 1101">
                <a:extLst>
                  <a:ext uri="{FF2B5EF4-FFF2-40B4-BE49-F238E27FC236}">
                    <a16:creationId xmlns:a16="http://schemas.microsoft.com/office/drawing/2014/main" id="{CECE3408-D38F-4D0F-99F3-18B3FC1EDD93}"/>
                  </a:ext>
                </a:extLst>
              </p:cNvPr>
              <p:cNvSpPr>
                <a:spLocks noChangeShapeType="1"/>
              </p:cNvSpPr>
              <p:nvPr/>
            </p:nvSpPr>
            <p:spPr bwMode="auto">
              <a:xfrm>
                <a:off x="2878" y="2068"/>
                <a:ext cx="72" cy="48"/>
              </a:xfrm>
              <a:prstGeom prst="line">
                <a:avLst/>
              </a:prstGeom>
              <a:grpFill/>
              <a:ln w="12700">
                <a:solidFill>
                  <a:schemeClr val="bg1">
                    <a:lumMod val="65000"/>
                  </a:schemeClr>
                </a:solidFill>
                <a:round/>
                <a:headEnd/>
                <a:tailEnd/>
              </a:ln>
            </p:spPr>
            <p:txBody>
              <a:bodyPr/>
              <a:lstStyle/>
              <a:p>
                <a:endParaRPr lang="en-US"/>
              </a:p>
            </p:txBody>
          </p:sp>
          <p:sp>
            <p:nvSpPr>
              <p:cNvPr id="103764" name="Line 1102">
                <a:extLst>
                  <a:ext uri="{FF2B5EF4-FFF2-40B4-BE49-F238E27FC236}">
                    <a16:creationId xmlns:a16="http://schemas.microsoft.com/office/drawing/2014/main" id="{9D2007EC-DB1B-F6BC-A609-B2AD98AAF16B}"/>
                  </a:ext>
                </a:extLst>
              </p:cNvPr>
              <p:cNvSpPr>
                <a:spLocks noChangeShapeType="1"/>
              </p:cNvSpPr>
              <p:nvPr/>
            </p:nvSpPr>
            <p:spPr bwMode="auto">
              <a:xfrm>
                <a:off x="2975" y="2132"/>
                <a:ext cx="70" cy="46"/>
              </a:xfrm>
              <a:prstGeom prst="line">
                <a:avLst/>
              </a:prstGeom>
              <a:grpFill/>
              <a:ln w="12700">
                <a:solidFill>
                  <a:schemeClr val="bg1">
                    <a:lumMod val="65000"/>
                  </a:schemeClr>
                </a:solidFill>
                <a:round/>
                <a:headEnd/>
                <a:tailEnd/>
              </a:ln>
            </p:spPr>
            <p:txBody>
              <a:bodyPr/>
              <a:lstStyle/>
              <a:p>
                <a:endParaRPr lang="en-US"/>
              </a:p>
            </p:txBody>
          </p:sp>
          <p:sp>
            <p:nvSpPr>
              <p:cNvPr id="103765" name="Line 1103">
                <a:extLst>
                  <a:ext uri="{FF2B5EF4-FFF2-40B4-BE49-F238E27FC236}">
                    <a16:creationId xmlns:a16="http://schemas.microsoft.com/office/drawing/2014/main" id="{59BB8117-14F5-57AD-C288-DE376819DA61}"/>
                  </a:ext>
                </a:extLst>
              </p:cNvPr>
              <p:cNvSpPr>
                <a:spLocks noChangeShapeType="1"/>
              </p:cNvSpPr>
              <p:nvPr/>
            </p:nvSpPr>
            <p:spPr bwMode="auto">
              <a:xfrm>
                <a:off x="3062" y="2196"/>
                <a:ext cx="71" cy="47"/>
              </a:xfrm>
              <a:prstGeom prst="line">
                <a:avLst/>
              </a:prstGeom>
              <a:grpFill/>
              <a:ln w="12700">
                <a:solidFill>
                  <a:schemeClr val="bg1">
                    <a:lumMod val="65000"/>
                  </a:schemeClr>
                </a:solidFill>
                <a:round/>
                <a:headEnd/>
                <a:tailEnd/>
              </a:ln>
            </p:spPr>
            <p:txBody>
              <a:bodyPr/>
              <a:lstStyle/>
              <a:p>
                <a:endParaRPr lang="en-US"/>
              </a:p>
            </p:txBody>
          </p:sp>
          <p:sp>
            <p:nvSpPr>
              <p:cNvPr id="103766" name="Line 1104">
                <a:extLst>
                  <a:ext uri="{FF2B5EF4-FFF2-40B4-BE49-F238E27FC236}">
                    <a16:creationId xmlns:a16="http://schemas.microsoft.com/office/drawing/2014/main" id="{3A0CE122-CFBC-5D57-DBF4-CFD6BEF31657}"/>
                  </a:ext>
                </a:extLst>
              </p:cNvPr>
              <p:cNvSpPr>
                <a:spLocks noChangeShapeType="1"/>
              </p:cNvSpPr>
              <p:nvPr/>
            </p:nvSpPr>
            <p:spPr bwMode="auto">
              <a:xfrm>
                <a:off x="3157" y="2251"/>
                <a:ext cx="56" cy="40"/>
              </a:xfrm>
              <a:prstGeom prst="line">
                <a:avLst/>
              </a:prstGeom>
              <a:grpFill/>
              <a:ln w="12700">
                <a:solidFill>
                  <a:schemeClr val="bg1">
                    <a:lumMod val="65000"/>
                  </a:schemeClr>
                </a:solidFill>
                <a:round/>
                <a:headEnd/>
                <a:tailEnd/>
              </a:ln>
            </p:spPr>
            <p:txBody>
              <a:bodyPr/>
              <a:lstStyle/>
              <a:p>
                <a:endParaRPr lang="en-US"/>
              </a:p>
            </p:txBody>
          </p:sp>
        </p:grpSp>
        <p:grpSp>
          <p:nvGrpSpPr>
            <p:cNvPr id="103642" name="Group 1105">
              <a:extLst>
                <a:ext uri="{FF2B5EF4-FFF2-40B4-BE49-F238E27FC236}">
                  <a16:creationId xmlns:a16="http://schemas.microsoft.com/office/drawing/2014/main" id="{BCF25D99-5120-2B08-B98C-B3C6C0003B4A}"/>
                </a:ext>
              </a:extLst>
            </p:cNvPr>
            <p:cNvGrpSpPr>
              <a:grpSpLocks/>
            </p:cNvGrpSpPr>
            <p:nvPr/>
          </p:nvGrpSpPr>
          <p:grpSpPr bwMode="auto">
            <a:xfrm>
              <a:off x="2415" y="2387"/>
              <a:ext cx="439" cy="271"/>
              <a:chOff x="2415" y="2387"/>
              <a:chExt cx="439" cy="271"/>
            </a:xfrm>
            <a:grpFill/>
          </p:grpSpPr>
          <p:sp>
            <p:nvSpPr>
              <p:cNvPr id="103757" name="Freeform 1106">
                <a:extLst>
                  <a:ext uri="{FF2B5EF4-FFF2-40B4-BE49-F238E27FC236}">
                    <a16:creationId xmlns:a16="http://schemas.microsoft.com/office/drawing/2014/main" id="{E5CF4734-D197-780D-6E3C-E51711B356DD}"/>
                  </a:ext>
                </a:extLst>
              </p:cNvPr>
              <p:cNvSpPr>
                <a:spLocks/>
              </p:cNvSpPr>
              <p:nvPr/>
            </p:nvSpPr>
            <p:spPr bwMode="auto">
              <a:xfrm>
                <a:off x="2742" y="2578"/>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 name="T15" fmla="*/ 0 w 112"/>
                  <a:gd name="T16" fmla="*/ 0 h 80"/>
                  <a:gd name="T17" fmla="*/ 112 w 112"/>
                  <a:gd name="T18" fmla="*/ 80 h 80"/>
                </a:gdLst>
                <a:ahLst/>
                <a:cxnLst>
                  <a:cxn ang="T10">
                    <a:pos x="T0" y="T1"/>
                  </a:cxn>
                  <a:cxn ang="T11">
                    <a:pos x="T2" y="T3"/>
                  </a:cxn>
                  <a:cxn ang="T12">
                    <a:pos x="T4" y="T5"/>
                  </a:cxn>
                  <a:cxn ang="T13">
                    <a:pos x="T6" y="T7"/>
                  </a:cxn>
                  <a:cxn ang="T14">
                    <a:pos x="T8" y="T9"/>
                  </a:cxn>
                </a:cxnLst>
                <a:rect l="T15" t="T16" r="T17" b="T18"/>
                <a:pathLst>
                  <a:path w="112" h="80">
                    <a:moveTo>
                      <a:pt x="112" y="80"/>
                    </a:moveTo>
                    <a:lnTo>
                      <a:pt x="0" y="48"/>
                    </a:lnTo>
                    <a:lnTo>
                      <a:pt x="16" y="24"/>
                    </a:lnTo>
                    <a:lnTo>
                      <a:pt x="32" y="0"/>
                    </a:lnTo>
                    <a:lnTo>
                      <a:pt x="112" y="80"/>
                    </a:lnTo>
                    <a:close/>
                  </a:path>
                </a:pathLst>
              </a:custGeom>
              <a:grpFill/>
              <a:ln w="9525">
                <a:solidFill>
                  <a:schemeClr val="bg1">
                    <a:lumMod val="65000"/>
                  </a:schemeClr>
                </a:solidFill>
                <a:round/>
                <a:headEnd/>
                <a:tailEnd/>
              </a:ln>
            </p:spPr>
            <p:txBody>
              <a:bodyPr/>
              <a:lstStyle/>
              <a:p>
                <a:endParaRPr lang="en-US"/>
              </a:p>
            </p:txBody>
          </p:sp>
          <p:sp>
            <p:nvSpPr>
              <p:cNvPr id="103758" name="Line 1107">
                <a:extLst>
                  <a:ext uri="{FF2B5EF4-FFF2-40B4-BE49-F238E27FC236}">
                    <a16:creationId xmlns:a16="http://schemas.microsoft.com/office/drawing/2014/main" id="{878EF46C-3752-89D8-7135-417BA861C1FF}"/>
                  </a:ext>
                </a:extLst>
              </p:cNvPr>
              <p:cNvSpPr>
                <a:spLocks noChangeShapeType="1"/>
              </p:cNvSpPr>
              <p:nvPr/>
            </p:nvSpPr>
            <p:spPr bwMode="auto">
              <a:xfrm>
                <a:off x="2415" y="2387"/>
                <a:ext cx="72" cy="48"/>
              </a:xfrm>
              <a:prstGeom prst="line">
                <a:avLst/>
              </a:prstGeom>
              <a:grpFill/>
              <a:ln w="12700">
                <a:solidFill>
                  <a:schemeClr val="bg1">
                    <a:lumMod val="65000"/>
                  </a:schemeClr>
                </a:solidFill>
                <a:round/>
                <a:headEnd/>
                <a:tailEnd/>
              </a:ln>
            </p:spPr>
            <p:txBody>
              <a:bodyPr/>
              <a:lstStyle/>
              <a:p>
                <a:endParaRPr lang="en-US"/>
              </a:p>
            </p:txBody>
          </p:sp>
          <p:sp>
            <p:nvSpPr>
              <p:cNvPr id="103759" name="Line 1108">
                <a:extLst>
                  <a:ext uri="{FF2B5EF4-FFF2-40B4-BE49-F238E27FC236}">
                    <a16:creationId xmlns:a16="http://schemas.microsoft.com/office/drawing/2014/main" id="{D10A7F33-C30D-ADFB-2B91-C99E0F0F64B6}"/>
                  </a:ext>
                </a:extLst>
              </p:cNvPr>
              <p:cNvSpPr>
                <a:spLocks noChangeShapeType="1"/>
              </p:cNvSpPr>
              <p:nvPr/>
            </p:nvSpPr>
            <p:spPr bwMode="auto">
              <a:xfrm>
                <a:off x="2512" y="2443"/>
                <a:ext cx="70" cy="46"/>
              </a:xfrm>
              <a:prstGeom prst="line">
                <a:avLst/>
              </a:prstGeom>
              <a:grpFill/>
              <a:ln w="12700">
                <a:solidFill>
                  <a:schemeClr val="bg1">
                    <a:lumMod val="65000"/>
                  </a:schemeClr>
                </a:solidFill>
                <a:round/>
                <a:headEnd/>
                <a:tailEnd/>
              </a:ln>
            </p:spPr>
            <p:txBody>
              <a:bodyPr/>
              <a:lstStyle/>
              <a:p>
                <a:endParaRPr lang="en-US"/>
              </a:p>
            </p:txBody>
          </p:sp>
          <p:sp>
            <p:nvSpPr>
              <p:cNvPr id="103760" name="Line 1109">
                <a:extLst>
                  <a:ext uri="{FF2B5EF4-FFF2-40B4-BE49-F238E27FC236}">
                    <a16:creationId xmlns:a16="http://schemas.microsoft.com/office/drawing/2014/main" id="{26729C42-C851-18B5-EF3F-77B95E3A6737}"/>
                  </a:ext>
                </a:extLst>
              </p:cNvPr>
              <p:cNvSpPr>
                <a:spLocks noChangeShapeType="1"/>
              </p:cNvSpPr>
              <p:nvPr/>
            </p:nvSpPr>
            <p:spPr bwMode="auto">
              <a:xfrm>
                <a:off x="2607" y="2507"/>
                <a:ext cx="71" cy="47"/>
              </a:xfrm>
              <a:prstGeom prst="line">
                <a:avLst/>
              </a:prstGeom>
              <a:grpFill/>
              <a:ln w="12700">
                <a:solidFill>
                  <a:schemeClr val="bg1">
                    <a:lumMod val="65000"/>
                  </a:schemeClr>
                </a:solidFill>
                <a:round/>
                <a:headEnd/>
                <a:tailEnd/>
              </a:ln>
            </p:spPr>
            <p:txBody>
              <a:bodyPr/>
              <a:lstStyle/>
              <a:p>
                <a:endParaRPr lang="en-US"/>
              </a:p>
            </p:txBody>
          </p:sp>
          <p:sp>
            <p:nvSpPr>
              <p:cNvPr id="103761" name="Line 1110">
                <a:extLst>
                  <a:ext uri="{FF2B5EF4-FFF2-40B4-BE49-F238E27FC236}">
                    <a16:creationId xmlns:a16="http://schemas.microsoft.com/office/drawing/2014/main" id="{955082F2-DFD8-0E43-65FF-CA0CAF2B252B}"/>
                  </a:ext>
                </a:extLst>
              </p:cNvPr>
              <p:cNvSpPr>
                <a:spLocks noChangeShapeType="1"/>
              </p:cNvSpPr>
              <p:nvPr/>
            </p:nvSpPr>
            <p:spPr bwMode="auto">
              <a:xfrm>
                <a:off x="2702" y="2562"/>
                <a:ext cx="56" cy="39"/>
              </a:xfrm>
              <a:prstGeom prst="line">
                <a:avLst/>
              </a:prstGeom>
              <a:grpFill/>
              <a:ln w="12700">
                <a:solidFill>
                  <a:schemeClr val="bg1">
                    <a:lumMod val="65000"/>
                  </a:schemeClr>
                </a:solidFill>
                <a:round/>
                <a:headEnd/>
                <a:tailEnd/>
              </a:ln>
            </p:spPr>
            <p:txBody>
              <a:bodyPr/>
              <a:lstStyle/>
              <a:p>
                <a:endParaRPr lang="en-US"/>
              </a:p>
            </p:txBody>
          </p:sp>
        </p:grpSp>
        <p:grpSp>
          <p:nvGrpSpPr>
            <p:cNvPr id="103643" name="Group 1111">
              <a:extLst>
                <a:ext uri="{FF2B5EF4-FFF2-40B4-BE49-F238E27FC236}">
                  <a16:creationId xmlns:a16="http://schemas.microsoft.com/office/drawing/2014/main" id="{41EB31BE-0748-A02C-B61E-3AFC47614379}"/>
                </a:ext>
              </a:extLst>
            </p:cNvPr>
            <p:cNvGrpSpPr>
              <a:grpSpLocks/>
            </p:cNvGrpSpPr>
            <p:nvPr/>
          </p:nvGrpSpPr>
          <p:grpSpPr bwMode="auto">
            <a:xfrm>
              <a:off x="1944" y="2387"/>
              <a:ext cx="439" cy="271"/>
              <a:chOff x="1944" y="2387"/>
              <a:chExt cx="439" cy="271"/>
            </a:xfrm>
            <a:grpFill/>
          </p:grpSpPr>
          <p:sp>
            <p:nvSpPr>
              <p:cNvPr id="103752" name="Freeform 1112">
                <a:extLst>
                  <a:ext uri="{FF2B5EF4-FFF2-40B4-BE49-F238E27FC236}">
                    <a16:creationId xmlns:a16="http://schemas.microsoft.com/office/drawing/2014/main" id="{86634F4B-BE7D-ED13-0B91-77D028E8C42E}"/>
                  </a:ext>
                </a:extLst>
              </p:cNvPr>
              <p:cNvSpPr>
                <a:spLocks/>
              </p:cNvSpPr>
              <p:nvPr/>
            </p:nvSpPr>
            <p:spPr bwMode="auto">
              <a:xfrm>
                <a:off x="2271" y="2578"/>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 name="T15" fmla="*/ 0 w 112"/>
                  <a:gd name="T16" fmla="*/ 0 h 80"/>
                  <a:gd name="T17" fmla="*/ 112 w 112"/>
                  <a:gd name="T18" fmla="*/ 80 h 80"/>
                </a:gdLst>
                <a:ahLst/>
                <a:cxnLst>
                  <a:cxn ang="T10">
                    <a:pos x="T0" y="T1"/>
                  </a:cxn>
                  <a:cxn ang="T11">
                    <a:pos x="T2" y="T3"/>
                  </a:cxn>
                  <a:cxn ang="T12">
                    <a:pos x="T4" y="T5"/>
                  </a:cxn>
                  <a:cxn ang="T13">
                    <a:pos x="T6" y="T7"/>
                  </a:cxn>
                  <a:cxn ang="T14">
                    <a:pos x="T8" y="T9"/>
                  </a:cxn>
                </a:cxnLst>
                <a:rect l="T15" t="T16" r="T17" b="T18"/>
                <a:pathLst>
                  <a:path w="112" h="80">
                    <a:moveTo>
                      <a:pt x="112" y="80"/>
                    </a:moveTo>
                    <a:lnTo>
                      <a:pt x="0" y="48"/>
                    </a:lnTo>
                    <a:lnTo>
                      <a:pt x="16" y="24"/>
                    </a:lnTo>
                    <a:lnTo>
                      <a:pt x="32" y="0"/>
                    </a:lnTo>
                    <a:lnTo>
                      <a:pt x="112" y="80"/>
                    </a:lnTo>
                    <a:close/>
                  </a:path>
                </a:pathLst>
              </a:custGeom>
              <a:grpFill/>
              <a:ln w="9525">
                <a:solidFill>
                  <a:schemeClr val="bg1">
                    <a:lumMod val="65000"/>
                  </a:schemeClr>
                </a:solidFill>
                <a:round/>
                <a:headEnd/>
                <a:tailEnd/>
              </a:ln>
            </p:spPr>
            <p:txBody>
              <a:bodyPr/>
              <a:lstStyle/>
              <a:p>
                <a:endParaRPr lang="en-US"/>
              </a:p>
            </p:txBody>
          </p:sp>
          <p:sp>
            <p:nvSpPr>
              <p:cNvPr id="103753" name="Line 1113">
                <a:extLst>
                  <a:ext uri="{FF2B5EF4-FFF2-40B4-BE49-F238E27FC236}">
                    <a16:creationId xmlns:a16="http://schemas.microsoft.com/office/drawing/2014/main" id="{AB955AFF-458E-6D63-CFEF-D625ADFC9010}"/>
                  </a:ext>
                </a:extLst>
              </p:cNvPr>
              <p:cNvSpPr>
                <a:spLocks noChangeShapeType="1"/>
              </p:cNvSpPr>
              <p:nvPr/>
            </p:nvSpPr>
            <p:spPr bwMode="auto">
              <a:xfrm>
                <a:off x="1944" y="2387"/>
                <a:ext cx="71" cy="47"/>
              </a:xfrm>
              <a:prstGeom prst="line">
                <a:avLst/>
              </a:prstGeom>
              <a:grpFill/>
              <a:ln w="12700">
                <a:solidFill>
                  <a:schemeClr val="bg1">
                    <a:lumMod val="65000"/>
                  </a:schemeClr>
                </a:solidFill>
                <a:round/>
                <a:headEnd/>
                <a:tailEnd/>
              </a:ln>
            </p:spPr>
            <p:txBody>
              <a:bodyPr/>
              <a:lstStyle/>
              <a:p>
                <a:endParaRPr lang="en-US"/>
              </a:p>
            </p:txBody>
          </p:sp>
          <p:sp>
            <p:nvSpPr>
              <p:cNvPr id="103754" name="Line 1114">
                <a:extLst>
                  <a:ext uri="{FF2B5EF4-FFF2-40B4-BE49-F238E27FC236}">
                    <a16:creationId xmlns:a16="http://schemas.microsoft.com/office/drawing/2014/main" id="{B44F60B8-3A5A-1993-04D9-FA6EDE98ACD5}"/>
                  </a:ext>
                </a:extLst>
              </p:cNvPr>
              <p:cNvSpPr>
                <a:spLocks noChangeShapeType="1"/>
              </p:cNvSpPr>
              <p:nvPr/>
            </p:nvSpPr>
            <p:spPr bwMode="auto">
              <a:xfrm>
                <a:off x="2040" y="2443"/>
                <a:ext cx="71" cy="47"/>
              </a:xfrm>
              <a:prstGeom prst="line">
                <a:avLst/>
              </a:prstGeom>
              <a:grpFill/>
              <a:ln w="12700">
                <a:solidFill>
                  <a:schemeClr val="bg1">
                    <a:lumMod val="65000"/>
                  </a:schemeClr>
                </a:solidFill>
                <a:round/>
                <a:headEnd/>
                <a:tailEnd/>
              </a:ln>
            </p:spPr>
            <p:txBody>
              <a:bodyPr/>
              <a:lstStyle/>
              <a:p>
                <a:endParaRPr lang="en-US"/>
              </a:p>
            </p:txBody>
          </p:sp>
          <p:sp>
            <p:nvSpPr>
              <p:cNvPr id="103755" name="Line 1115">
                <a:extLst>
                  <a:ext uri="{FF2B5EF4-FFF2-40B4-BE49-F238E27FC236}">
                    <a16:creationId xmlns:a16="http://schemas.microsoft.com/office/drawing/2014/main" id="{46D746FA-9E08-E352-6FCD-6333D3AEF249}"/>
                  </a:ext>
                </a:extLst>
              </p:cNvPr>
              <p:cNvSpPr>
                <a:spLocks noChangeShapeType="1"/>
              </p:cNvSpPr>
              <p:nvPr/>
            </p:nvSpPr>
            <p:spPr bwMode="auto">
              <a:xfrm>
                <a:off x="2136" y="2507"/>
                <a:ext cx="71" cy="47"/>
              </a:xfrm>
              <a:prstGeom prst="line">
                <a:avLst/>
              </a:prstGeom>
              <a:grpFill/>
              <a:ln w="12700">
                <a:solidFill>
                  <a:schemeClr val="bg1">
                    <a:lumMod val="65000"/>
                  </a:schemeClr>
                </a:solidFill>
                <a:round/>
                <a:headEnd/>
                <a:tailEnd/>
              </a:ln>
            </p:spPr>
            <p:txBody>
              <a:bodyPr/>
              <a:lstStyle/>
              <a:p>
                <a:endParaRPr lang="en-US"/>
              </a:p>
            </p:txBody>
          </p:sp>
          <p:sp>
            <p:nvSpPr>
              <p:cNvPr id="103756" name="Line 1116">
                <a:extLst>
                  <a:ext uri="{FF2B5EF4-FFF2-40B4-BE49-F238E27FC236}">
                    <a16:creationId xmlns:a16="http://schemas.microsoft.com/office/drawing/2014/main" id="{F2FE1C25-CBCC-1747-B1AB-BE5658E6B1CA}"/>
                  </a:ext>
                </a:extLst>
              </p:cNvPr>
              <p:cNvSpPr>
                <a:spLocks noChangeShapeType="1"/>
              </p:cNvSpPr>
              <p:nvPr/>
            </p:nvSpPr>
            <p:spPr bwMode="auto">
              <a:xfrm>
                <a:off x="2231" y="2562"/>
                <a:ext cx="56" cy="39"/>
              </a:xfrm>
              <a:prstGeom prst="line">
                <a:avLst/>
              </a:prstGeom>
              <a:grpFill/>
              <a:ln w="12700">
                <a:solidFill>
                  <a:schemeClr val="bg1">
                    <a:lumMod val="65000"/>
                  </a:schemeClr>
                </a:solidFill>
                <a:round/>
                <a:headEnd/>
                <a:tailEnd/>
              </a:ln>
            </p:spPr>
            <p:txBody>
              <a:bodyPr/>
              <a:lstStyle/>
              <a:p>
                <a:endParaRPr lang="en-US"/>
              </a:p>
            </p:txBody>
          </p:sp>
        </p:grpSp>
        <p:grpSp>
          <p:nvGrpSpPr>
            <p:cNvPr id="103644" name="Group 1117">
              <a:extLst>
                <a:ext uri="{FF2B5EF4-FFF2-40B4-BE49-F238E27FC236}">
                  <a16:creationId xmlns:a16="http://schemas.microsoft.com/office/drawing/2014/main" id="{997616A7-C262-2216-207F-F971399193F9}"/>
                </a:ext>
              </a:extLst>
            </p:cNvPr>
            <p:cNvGrpSpPr>
              <a:grpSpLocks/>
            </p:cNvGrpSpPr>
            <p:nvPr/>
          </p:nvGrpSpPr>
          <p:grpSpPr bwMode="auto">
            <a:xfrm>
              <a:off x="2399" y="3304"/>
              <a:ext cx="447" cy="279"/>
              <a:chOff x="2399" y="3304"/>
              <a:chExt cx="447" cy="279"/>
            </a:xfrm>
            <a:grpFill/>
          </p:grpSpPr>
          <p:sp>
            <p:nvSpPr>
              <p:cNvPr id="103747" name="Freeform 1118">
                <a:extLst>
                  <a:ext uri="{FF2B5EF4-FFF2-40B4-BE49-F238E27FC236}">
                    <a16:creationId xmlns:a16="http://schemas.microsoft.com/office/drawing/2014/main" id="{2CC45AE1-513F-6B34-B386-6ABADDF714D0}"/>
                  </a:ext>
                </a:extLst>
              </p:cNvPr>
              <p:cNvSpPr>
                <a:spLocks/>
              </p:cNvSpPr>
              <p:nvPr/>
            </p:nvSpPr>
            <p:spPr bwMode="auto">
              <a:xfrm>
                <a:off x="2734" y="3504"/>
                <a:ext cx="112" cy="79"/>
              </a:xfrm>
              <a:custGeom>
                <a:avLst/>
                <a:gdLst>
                  <a:gd name="T0" fmla="*/ 112 w 112"/>
                  <a:gd name="T1" fmla="*/ 79 h 79"/>
                  <a:gd name="T2" fmla="*/ 0 w 112"/>
                  <a:gd name="T3" fmla="*/ 47 h 79"/>
                  <a:gd name="T4" fmla="*/ 16 w 112"/>
                  <a:gd name="T5" fmla="*/ 24 h 79"/>
                  <a:gd name="T6" fmla="*/ 32 w 112"/>
                  <a:gd name="T7" fmla="*/ 0 h 79"/>
                  <a:gd name="T8" fmla="*/ 112 w 112"/>
                  <a:gd name="T9" fmla="*/ 79 h 79"/>
                  <a:gd name="T10" fmla="*/ 0 60000 65536"/>
                  <a:gd name="T11" fmla="*/ 0 60000 65536"/>
                  <a:gd name="T12" fmla="*/ 0 60000 65536"/>
                  <a:gd name="T13" fmla="*/ 0 60000 65536"/>
                  <a:gd name="T14" fmla="*/ 0 60000 65536"/>
                  <a:gd name="T15" fmla="*/ 0 w 112"/>
                  <a:gd name="T16" fmla="*/ 0 h 79"/>
                  <a:gd name="T17" fmla="*/ 112 w 112"/>
                  <a:gd name="T18" fmla="*/ 79 h 79"/>
                </a:gdLst>
                <a:ahLst/>
                <a:cxnLst>
                  <a:cxn ang="T10">
                    <a:pos x="T0" y="T1"/>
                  </a:cxn>
                  <a:cxn ang="T11">
                    <a:pos x="T2" y="T3"/>
                  </a:cxn>
                  <a:cxn ang="T12">
                    <a:pos x="T4" y="T5"/>
                  </a:cxn>
                  <a:cxn ang="T13">
                    <a:pos x="T6" y="T7"/>
                  </a:cxn>
                  <a:cxn ang="T14">
                    <a:pos x="T8" y="T9"/>
                  </a:cxn>
                </a:cxnLst>
                <a:rect l="T15" t="T16" r="T17" b="T18"/>
                <a:pathLst>
                  <a:path w="112" h="79">
                    <a:moveTo>
                      <a:pt x="112" y="79"/>
                    </a:moveTo>
                    <a:lnTo>
                      <a:pt x="0" y="47"/>
                    </a:lnTo>
                    <a:lnTo>
                      <a:pt x="16" y="24"/>
                    </a:lnTo>
                    <a:lnTo>
                      <a:pt x="32" y="0"/>
                    </a:lnTo>
                    <a:lnTo>
                      <a:pt x="112" y="79"/>
                    </a:lnTo>
                    <a:close/>
                  </a:path>
                </a:pathLst>
              </a:custGeom>
              <a:grpFill/>
              <a:ln w="9525">
                <a:solidFill>
                  <a:schemeClr val="bg1">
                    <a:lumMod val="65000"/>
                  </a:schemeClr>
                </a:solidFill>
                <a:round/>
                <a:headEnd/>
                <a:tailEnd/>
              </a:ln>
            </p:spPr>
            <p:txBody>
              <a:bodyPr/>
              <a:lstStyle/>
              <a:p>
                <a:endParaRPr lang="en-US"/>
              </a:p>
            </p:txBody>
          </p:sp>
          <p:sp>
            <p:nvSpPr>
              <p:cNvPr id="103748" name="Line 1119">
                <a:extLst>
                  <a:ext uri="{FF2B5EF4-FFF2-40B4-BE49-F238E27FC236}">
                    <a16:creationId xmlns:a16="http://schemas.microsoft.com/office/drawing/2014/main" id="{AF5E0D80-CD68-80AC-4F61-4AACDE99F329}"/>
                  </a:ext>
                </a:extLst>
              </p:cNvPr>
              <p:cNvSpPr>
                <a:spLocks noChangeShapeType="1"/>
              </p:cNvSpPr>
              <p:nvPr/>
            </p:nvSpPr>
            <p:spPr bwMode="auto">
              <a:xfrm>
                <a:off x="2399" y="3304"/>
                <a:ext cx="72" cy="48"/>
              </a:xfrm>
              <a:prstGeom prst="line">
                <a:avLst/>
              </a:prstGeom>
              <a:grpFill/>
              <a:ln w="12700">
                <a:solidFill>
                  <a:schemeClr val="bg1">
                    <a:lumMod val="65000"/>
                  </a:schemeClr>
                </a:solidFill>
                <a:round/>
                <a:headEnd/>
                <a:tailEnd/>
              </a:ln>
            </p:spPr>
            <p:txBody>
              <a:bodyPr/>
              <a:lstStyle/>
              <a:p>
                <a:endParaRPr lang="en-US"/>
              </a:p>
            </p:txBody>
          </p:sp>
          <p:sp>
            <p:nvSpPr>
              <p:cNvPr id="103749" name="Line 1120">
                <a:extLst>
                  <a:ext uri="{FF2B5EF4-FFF2-40B4-BE49-F238E27FC236}">
                    <a16:creationId xmlns:a16="http://schemas.microsoft.com/office/drawing/2014/main" id="{BA97F176-2D7A-B25C-C74C-1E1505156DC4}"/>
                  </a:ext>
                </a:extLst>
              </p:cNvPr>
              <p:cNvSpPr>
                <a:spLocks noChangeShapeType="1"/>
              </p:cNvSpPr>
              <p:nvPr/>
            </p:nvSpPr>
            <p:spPr bwMode="auto">
              <a:xfrm>
                <a:off x="2495" y="3360"/>
                <a:ext cx="71" cy="47"/>
              </a:xfrm>
              <a:prstGeom prst="line">
                <a:avLst/>
              </a:prstGeom>
              <a:grpFill/>
              <a:ln w="12700">
                <a:solidFill>
                  <a:schemeClr val="bg1">
                    <a:lumMod val="65000"/>
                  </a:schemeClr>
                </a:solidFill>
                <a:round/>
                <a:headEnd/>
                <a:tailEnd/>
              </a:ln>
            </p:spPr>
            <p:txBody>
              <a:bodyPr/>
              <a:lstStyle/>
              <a:p>
                <a:endParaRPr lang="en-US"/>
              </a:p>
            </p:txBody>
          </p:sp>
          <p:sp>
            <p:nvSpPr>
              <p:cNvPr id="103750" name="Line 1121">
                <a:extLst>
                  <a:ext uri="{FF2B5EF4-FFF2-40B4-BE49-F238E27FC236}">
                    <a16:creationId xmlns:a16="http://schemas.microsoft.com/office/drawing/2014/main" id="{57C2CB2B-C5EA-D4AB-6B7F-4C6BD7F90A8B}"/>
                  </a:ext>
                </a:extLst>
              </p:cNvPr>
              <p:cNvSpPr>
                <a:spLocks noChangeShapeType="1"/>
              </p:cNvSpPr>
              <p:nvPr/>
            </p:nvSpPr>
            <p:spPr bwMode="auto">
              <a:xfrm>
                <a:off x="2590" y="3424"/>
                <a:ext cx="72" cy="48"/>
              </a:xfrm>
              <a:prstGeom prst="line">
                <a:avLst/>
              </a:prstGeom>
              <a:grpFill/>
              <a:ln w="12700">
                <a:solidFill>
                  <a:schemeClr val="bg1">
                    <a:lumMod val="65000"/>
                  </a:schemeClr>
                </a:solidFill>
                <a:round/>
                <a:headEnd/>
                <a:tailEnd/>
              </a:ln>
            </p:spPr>
            <p:txBody>
              <a:bodyPr/>
              <a:lstStyle/>
              <a:p>
                <a:endParaRPr lang="en-US"/>
              </a:p>
            </p:txBody>
          </p:sp>
          <p:sp>
            <p:nvSpPr>
              <p:cNvPr id="103751" name="Line 1122">
                <a:extLst>
                  <a:ext uri="{FF2B5EF4-FFF2-40B4-BE49-F238E27FC236}">
                    <a16:creationId xmlns:a16="http://schemas.microsoft.com/office/drawing/2014/main" id="{9175F7E4-27D4-AF0C-976D-AFF748D35D73}"/>
                  </a:ext>
                </a:extLst>
              </p:cNvPr>
              <p:cNvSpPr>
                <a:spLocks noChangeShapeType="1"/>
              </p:cNvSpPr>
              <p:nvPr/>
            </p:nvSpPr>
            <p:spPr bwMode="auto">
              <a:xfrm>
                <a:off x="2687" y="3480"/>
                <a:ext cx="63" cy="46"/>
              </a:xfrm>
              <a:prstGeom prst="line">
                <a:avLst/>
              </a:prstGeom>
              <a:grpFill/>
              <a:ln w="12700">
                <a:solidFill>
                  <a:schemeClr val="bg1">
                    <a:lumMod val="65000"/>
                  </a:schemeClr>
                </a:solidFill>
                <a:round/>
                <a:headEnd/>
                <a:tailEnd/>
              </a:ln>
            </p:spPr>
            <p:txBody>
              <a:bodyPr/>
              <a:lstStyle/>
              <a:p>
                <a:endParaRPr lang="en-US"/>
              </a:p>
            </p:txBody>
          </p:sp>
        </p:grpSp>
        <p:grpSp>
          <p:nvGrpSpPr>
            <p:cNvPr id="103645" name="Group 1123">
              <a:extLst>
                <a:ext uri="{FF2B5EF4-FFF2-40B4-BE49-F238E27FC236}">
                  <a16:creationId xmlns:a16="http://schemas.microsoft.com/office/drawing/2014/main" id="{579D5448-11AD-DDB1-2926-28B694427A91}"/>
                </a:ext>
              </a:extLst>
            </p:cNvPr>
            <p:cNvGrpSpPr>
              <a:grpSpLocks/>
            </p:cNvGrpSpPr>
            <p:nvPr/>
          </p:nvGrpSpPr>
          <p:grpSpPr bwMode="auto">
            <a:xfrm>
              <a:off x="1936" y="3304"/>
              <a:ext cx="431" cy="271"/>
              <a:chOff x="1936" y="3304"/>
              <a:chExt cx="431" cy="271"/>
            </a:xfrm>
            <a:grpFill/>
          </p:grpSpPr>
          <p:sp>
            <p:nvSpPr>
              <p:cNvPr id="103742" name="Freeform 1124">
                <a:extLst>
                  <a:ext uri="{FF2B5EF4-FFF2-40B4-BE49-F238E27FC236}">
                    <a16:creationId xmlns:a16="http://schemas.microsoft.com/office/drawing/2014/main" id="{16EAD863-4503-BE6A-AC2E-5A878C8644EE}"/>
                  </a:ext>
                </a:extLst>
              </p:cNvPr>
              <p:cNvSpPr>
                <a:spLocks/>
              </p:cNvSpPr>
              <p:nvPr/>
            </p:nvSpPr>
            <p:spPr bwMode="auto">
              <a:xfrm>
                <a:off x="2255" y="3496"/>
                <a:ext cx="112" cy="79"/>
              </a:xfrm>
              <a:custGeom>
                <a:avLst/>
                <a:gdLst>
                  <a:gd name="T0" fmla="*/ 112 w 112"/>
                  <a:gd name="T1" fmla="*/ 79 h 79"/>
                  <a:gd name="T2" fmla="*/ 0 w 112"/>
                  <a:gd name="T3" fmla="*/ 40 h 79"/>
                  <a:gd name="T4" fmla="*/ 16 w 112"/>
                  <a:gd name="T5" fmla="*/ 16 h 79"/>
                  <a:gd name="T6" fmla="*/ 32 w 112"/>
                  <a:gd name="T7" fmla="*/ 0 h 79"/>
                  <a:gd name="T8" fmla="*/ 112 w 112"/>
                  <a:gd name="T9" fmla="*/ 79 h 79"/>
                  <a:gd name="T10" fmla="*/ 0 60000 65536"/>
                  <a:gd name="T11" fmla="*/ 0 60000 65536"/>
                  <a:gd name="T12" fmla="*/ 0 60000 65536"/>
                  <a:gd name="T13" fmla="*/ 0 60000 65536"/>
                  <a:gd name="T14" fmla="*/ 0 60000 65536"/>
                  <a:gd name="T15" fmla="*/ 0 w 112"/>
                  <a:gd name="T16" fmla="*/ 0 h 79"/>
                  <a:gd name="T17" fmla="*/ 112 w 112"/>
                  <a:gd name="T18" fmla="*/ 79 h 79"/>
                </a:gdLst>
                <a:ahLst/>
                <a:cxnLst>
                  <a:cxn ang="T10">
                    <a:pos x="T0" y="T1"/>
                  </a:cxn>
                  <a:cxn ang="T11">
                    <a:pos x="T2" y="T3"/>
                  </a:cxn>
                  <a:cxn ang="T12">
                    <a:pos x="T4" y="T5"/>
                  </a:cxn>
                  <a:cxn ang="T13">
                    <a:pos x="T6" y="T7"/>
                  </a:cxn>
                  <a:cxn ang="T14">
                    <a:pos x="T8" y="T9"/>
                  </a:cxn>
                </a:cxnLst>
                <a:rect l="T15" t="T16" r="T17" b="T18"/>
                <a:pathLst>
                  <a:path w="112" h="79">
                    <a:moveTo>
                      <a:pt x="112" y="79"/>
                    </a:moveTo>
                    <a:lnTo>
                      <a:pt x="0" y="40"/>
                    </a:lnTo>
                    <a:lnTo>
                      <a:pt x="16" y="16"/>
                    </a:lnTo>
                    <a:lnTo>
                      <a:pt x="32" y="0"/>
                    </a:lnTo>
                    <a:lnTo>
                      <a:pt x="112" y="79"/>
                    </a:lnTo>
                    <a:close/>
                  </a:path>
                </a:pathLst>
              </a:custGeom>
              <a:grpFill/>
              <a:ln w="9525">
                <a:solidFill>
                  <a:schemeClr val="bg1">
                    <a:lumMod val="65000"/>
                  </a:schemeClr>
                </a:solidFill>
                <a:round/>
                <a:headEnd/>
                <a:tailEnd/>
              </a:ln>
            </p:spPr>
            <p:txBody>
              <a:bodyPr/>
              <a:lstStyle/>
              <a:p>
                <a:endParaRPr lang="en-US"/>
              </a:p>
            </p:txBody>
          </p:sp>
          <p:sp>
            <p:nvSpPr>
              <p:cNvPr id="103743" name="Line 1125">
                <a:extLst>
                  <a:ext uri="{FF2B5EF4-FFF2-40B4-BE49-F238E27FC236}">
                    <a16:creationId xmlns:a16="http://schemas.microsoft.com/office/drawing/2014/main" id="{FA46D34A-8D70-2BEE-A00D-B7F3031EC682}"/>
                  </a:ext>
                </a:extLst>
              </p:cNvPr>
              <p:cNvSpPr>
                <a:spLocks noChangeShapeType="1"/>
              </p:cNvSpPr>
              <p:nvPr/>
            </p:nvSpPr>
            <p:spPr bwMode="auto">
              <a:xfrm>
                <a:off x="1936" y="3304"/>
                <a:ext cx="72" cy="48"/>
              </a:xfrm>
              <a:prstGeom prst="line">
                <a:avLst/>
              </a:prstGeom>
              <a:grpFill/>
              <a:ln w="12700">
                <a:solidFill>
                  <a:schemeClr val="bg1">
                    <a:lumMod val="65000"/>
                  </a:schemeClr>
                </a:solidFill>
                <a:round/>
                <a:headEnd/>
                <a:tailEnd/>
              </a:ln>
            </p:spPr>
            <p:txBody>
              <a:bodyPr/>
              <a:lstStyle/>
              <a:p>
                <a:endParaRPr lang="en-US"/>
              </a:p>
            </p:txBody>
          </p:sp>
          <p:sp>
            <p:nvSpPr>
              <p:cNvPr id="103744" name="Line 1126">
                <a:extLst>
                  <a:ext uri="{FF2B5EF4-FFF2-40B4-BE49-F238E27FC236}">
                    <a16:creationId xmlns:a16="http://schemas.microsoft.com/office/drawing/2014/main" id="{D3929595-82AF-AF1E-3489-16483BF48C0F}"/>
                  </a:ext>
                </a:extLst>
              </p:cNvPr>
              <p:cNvSpPr>
                <a:spLocks noChangeShapeType="1"/>
              </p:cNvSpPr>
              <p:nvPr/>
            </p:nvSpPr>
            <p:spPr bwMode="auto">
              <a:xfrm>
                <a:off x="2032" y="3360"/>
                <a:ext cx="71" cy="47"/>
              </a:xfrm>
              <a:prstGeom prst="line">
                <a:avLst/>
              </a:prstGeom>
              <a:grpFill/>
              <a:ln w="12700">
                <a:solidFill>
                  <a:schemeClr val="bg1">
                    <a:lumMod val="65000"/>
                  </a:schemeClr>
                </a:solidFill>
                <a:round/>
                <a:headEnd/>
                <a:tailEnd/>
              </a:ln>
            </p:spPr>
            <p:txBody>
              <a:bodyPr/>
              <a:lstStyle/>
              <a:p>
                <a:endParaRPr lang="en-US"/>
              </a:p>
            </p:txBody>
          </p:sp>
          <p:sp>
            <p:nvSpPr>
              <p:cNvPr id="103745" name="Line 1127">
                <a:extLst>
                  <a:ext uri="{FF2B5EF4-FFF2-40B4-BE49-F238E27FC236}">
                    <a16:creationId xmlns:a16="http://schemas.microsoft.com/office/drawing/2014/main" id="{AE2DD6B6-83C1-0117-AF45-FA33CBC29EE4}"/>
                  </a:ext>
                </a:extLst>
              </p:cNvPr>
              <p:cNvSpPr>
                <a:spLocks noChangeShapeType="1"/>
              </p:cNvSpPr>
              <p:nvPr/>
            </p:nvSpPr>
            <p:spPr bwMode="auto">
              <a:xfrm>
                <a:off x="2127" y="3424"/>
                <a:ext cx="72" cy="48"/>
              </a:xfrm>
              <a:prstGeom prst="line">
                <a:avLst/>
              </a:prstGeom>
              <a:grpFill/>
              <a:ln w="12700">
                <a:solidFill>
                  <a:schemeClr val="bg1">
                    <a:lumMod val="65000"/>
                  </a:schemeClr>
                </a:solidFill>
                <a:round/>
                <a:headEnd/>
                <a:tailEnd/>
              </a:ln>
            </p:spPr>
            <p:txBody>
              <a:bodyPr/>
              <a:lstStyle/>
              <a:p>
                <a:endParaRPr lang="en-US"/>
              </a:p>
            </p:txBody>
          </p:sp>
          <p:sp>
            <p:nvSpPr>
              <p:cNvPr id="103746" name="Line 1128">
                <a:extLst>
                  <a:ext uri="{FF2B5EF4-FFF2-40B4-BE49-F238E27FC236}">
                    <a16:creationId xmlns:a16="http://schemas.microsoft.com/office/drawing/2014/main" id="{42391FF7-BB54-6852-92E3-33DD19764B3F}"/>
                  </a:ext>
                </a:extLst>
              </p:cNvPr>
              <p:cNvSpPr>
                <a:spLocks noChangeShapeType="1"/>
              </p:cNvSpPr>
              <p:nvPr/>
            </p:nvSpPr>
            <p:spPr bwMode="auto">
              <a:xfrm>
                <a:off x="2224" y="3480"/>
                <a:ext cx="47" cy="31"/>
              </a:xfrm>
              <a:prstGeom prst="line">
                <a:avLst/>
              </a:prstGeom>
              <a:grpFill/>
              <a:ln w="12700">
                <a:solidFill>
                  <a:schemeClr val="bg1">
                    <a:lumMod val="65000"/>
                  </a:schemeClr>
                </a:solidFill>
                <a:round/>
                <a:headEnd/>
                <a:tailEnd/>
              </a:ln>
            </p:spPr>
            <p:txBody>
              <a:bodyPr/>
              <a:lstStyle/>
              <a:p>
                <a:endParaRPr lang="en-US"/>
              </a:p>
            </p:txBody>
          </p:sp>
        </p:grpSp>
        <p:grpSp>
          <p:nvGrpSpPr>
            <p:cNvPr id="103646" name="Group 1129">
              <a:extLst>
                <a:ext uri="{FF2B5EF4-FFF2-40B4-BE49-F238E27FC236}">
                  <a16:creationId xmlns:a16="http://schemas.microsoft.com/office/drawing/2014/main" id="{B3CD2B4B-6240-AA4D-80E5-3A3AEB6C9F21}"/>
                </a:ext>
              </a:extLst>
            </p:cNvPr>
            <p:cNvGrpSpPr>
              <a:grpSpLocks/>
            </p:cNvGrpSpPr>
            <p:nvPr/>
          </p:nvGrpSpPr>
          <p:grpSpPr bwMode="auto">
            <a:xfrm>
              <a:off x="2400" y="3304"/>
              <a:ext cx="414" cy="279"/>
              <a:chOff x="2400" y="3304"/>
              <a:chExt cx="414" cy="279"/>
            </a:xfrm>
            <a:grpFill/>
          </p:grpSpPr>
          <p:sp>
            <p:nvSpPr>
              <p:cNvPr id="103737" name="Freeform 1130">
                <a:extLst>
                  <a:ext uri="{FF2B5EF4-FFF2-40B4-BE49-F238E27FC236}">
                    <a16:creationId xmlns:a16="http://schemas.microsoft.com/office/drawing/2014/main" id="{D91AACAD-3697-8AE5-07A8-D90FBE7537C6}"/>
                  </a:ext>
                </a:extLst>
              </p:cNvPr>
              <p:cNvSpPr>
                <a:spLocks/>
              </p:cNvSpPr>
              <p:nvPr/>
            </p:nvSpPr>
            <p:spPr bwMode="auto">
              <a:xfrm>
                <a:off x="2702" y="3304"/>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32" y="88"/>
                    </a:lnTo>
                    <a:lnTo>
                      <a:pt x="16" y="64"/>
                    </a:lnTo>
                    <a:lnTo>
                      <a:pt x="0" y="40"/>
                    </a:lnTo>
                    <a:lnTo>
                      <a:pt x="112" y="0"/>
                    </a:lnTo>
                    <a:close/>
                  </a:path>
                </a:pathLst>
              </a:custGeom>
              <a:grpFill/>
              <a:ln w="9525">
                <a:solidFill>
                  <a:schemeClr val="bg1">
                    <a:lumMod val="65000"/>
                  </a:schemeClr>
                </a:solidFill>
                <a:round/>
                <a:headEnd/>
                <a:tailEnd/>
              </a:ln>
            </p:spPr>
            <p:txBody>
              <a:bodyPr/>
              <a:lstStyle/>
              <a:p>
                <a:endParaRPr lang="en-US"/>
              </a:p>
            </p:txBody>
          </p:sp>
          <p:sp>
            <p:nvSpPr>
              <p:cNvPr id="103738" name="Line 1131">
                <a:extLst>
                  <a:ext uri="{FF2B5EF4-FFF2-40B4-BE49-F238E27FC236}">
                    <a16:creationId xmlns:a16="http://schemas.microsoft.com/office/drawing/2014/main" id="{9AF0E055-67E5-4568-E056-3394969A7DC5}"/>
                  </a:ext>
                </a:extLst>
              </p:cNvPr>
              <p:cNvSpPr>
                <a:spLocks noChangeShapeType="1"/>
              </p:cNvSpPr>
              <p:nvPr/>
            </p:nvSpPr>
            <p:spPr bwMode="auto">
              <a:xfrm flipV="1">
                <a:off x="2400" y="3536"/>
                <a:ext cx="71" cy="47"/>
              </a:xfrm>
              <a:prstGeom prst="line">
                <a:avLst/>
              </a:prstGeom>
              <a:grpFill/>
              <a:ln w="12700">
                <a:solidFill>
                  <a:schemeClr val="bg1">
                    <a:lumMod val="65000"/>
                  </a:schemeClr>
                </a:solidFill>
                <a:round/>
                <a:headEnd/>
                <a:tailEnd/>
              </a:ln>
            </p:spPr>
            <p:txBody>
              <a:bodyPr/>
              <a:lstStyle/>
              <a:p>
                <a:endParaRPr lang="en-US"/>
              </a:p>
            </p:txBody>
          </p:sp>
          <p:sp>
            <p:nvSpPr>
              <p:cNvPr id="103739" name="Line 1132">
                <a:extLst>
                  <a:ext uri="{FF2B5EF4-FFF2-40B4-BE49-F238E27FC236}">
                    <a16:creationId xmlns:a16="http://schemas.microsoft.com/office/drawing/2014/main" id="{4646CC9A-127A-70DC-5D9A-10C65838BCB6}"/>
                  </a:ext>
                </a:extLst>
              </p:cNvPr>
              <p:cNvSpPr>
                <a:spLocks noChangeShapeType="1"/>
              </p:cNvSpPr>
              <p:nvPr/>
            </p:nvSpPr>
            <p:spPr bwMode="auto">
              <a:xfrm flipV="1">
                <a:off x="2495" y="3473"/>
                <a:ext cx="71" cy="47"/>
              </a:xfrm>
              <a:prstGeom prst="line">
                <a:avLst/>
              </a:prstGeom>
              <a:grpFill/>
              <a:ln w="12700">
                <a:solidFill>
                  <a:schemeClr val="bg1">
                    <a:lumMod val="65000"/>
                  </a:schemeClr>
                </a:solidFill>
                <a:round/>
                <a:headEnd/>
                <a:tailEnd/>
              </a:ln>
            </p:spPr>
            <p:txBody>
              <a:bodyPr/>
              <a:lstStyle/>
              <a:p>
                <a:endParaRPr lang="en-US"/>
              </a:p>
            </p:txBody>
          </p:sp>
          <p:sp>
            <p:nvSpPr>
              <p:cNvPr id="103740" name="Line 1133">
                <a:extLst>
                  <a:ext uri="{FF2B5EF4-FFF2-40B4-BE49-F238E27FC236}">
                    <a16:creationId xmlns:a16="http://schemas.microsoft.com/office/drawing/2014/main" id="{9C95E56A-4546-9AF6-E516-E54DFB90F45D}"/>
                  </a:ext>
                </a:extLst>
              </p:cNvPr>
              <p:cNvSpPr>
                <a:spLocks noChangeShapeType="1"/>
              </p:cNvSpPr>
              <p:nvPr/>
            </p:nvSpPr>
            <p:spPr bwMode="auto">
              <a:xfrm flipV="1">
                <a:off x="2583" y="3409"/>
                <a:ext cx="71" cy="47"/>
              </a:xfrm>
              <a:prstGeom prst="line">
                <a:avLst/>
              </a:prstGeom>
              <a:grpFill/>
              <a:ln w="12700">
                <a:solidFill>
                  <a:schemeClr val="bg1">
                    <a:lumMod val="65000"/>
                  </a:schemeClr>
                </a:solidFill>
                <a:round/>
                <a:headEnd/>
                <a:tailEnd/>
              </a:ln>
            </p:spPr>
            <p:txBody>
              <a:bodyPr/>
              <a:lstStyle/>
              <a:p>
                <a:endParaRPr lang="en-US"/>
              </a:p>
            </p:txBody>
          </p:sp>
          <p:sp>
            <p:nvSpPr>
              <p:cNvPr id="103741" name="Line 1134">
                <a:extLst>
                  <a:ext uri="{FF2B5EF4-FFF2-40B4-BE49-F238E27FC236}">
                    <a16:creationId xmlns:a16="http://schemas.microsoft.com/office/drawing/2014/main" id="{C1598E84-AC74-A70E-0C31-B85A2B2000BA}"/>
                  </a:ext>
                </a:extLst>
              </p:cNvPr>
              <p:cNvSpPr>
                <a:spLocks noChangeShapeType="1"/>
              </p:cNvSpPr>
              <p:nvPr/>
            </p:nvSpPr>
            <p:spPr bwMode="auto">
              <a:xfrm flipV="1">
                <a:off x="2678" y="3368"/>
                <a:ext cx="40" cy="32"/>
              </a:xfrm>
              <a:prstGeom prst="line">
                <a:avLst/>
              </a:prstGeom>
              <a:grpFill/>
              <a:ln w="12700">
                <a:solidFill>
                  <a:schemeClr val="bg1">
                    <a:lumMod val="65000"/>
                  </a:schemeClr>
                </a:solidFill>
                <a:round/>
                <a:headEnd/>
                <a:tailEnd/>
              </a:ln>
            </p:spPr>
            <p:txBody>
              <a:bodyPr/>
              <a:lstStyle/>
              <a:p>
                <a:endParaRPr lang="en-US"/>
              </a:p>
            </p:txBody>
          </p:sp>
        </p:grpSp>
        <p:grpSp>
          <p:nvGrpSpPr>
            <p:cNvPr id="103647" name="Group 1135">
              <a:extLst>
                <a:ext uri="{FF2B5EF4-FFF2-40B4-BE49-F238E27FC236}">
                  <a16:creationId xmlns:a16="http://schemas.microsoft.com/office/drawing/2014/main" id="{F7E2C333-F0D8-6D99-BE0D-61A9D344D708}"/>
                </a:ext>
              </a:extLst>
            </p:cNvPr>
            <p:cNvGrpSpPr>
              <a:grpSpLocks/>
            </p:cNvGrpSpPr>
            <p:nvPr/>
          </p:nvGrpSpPr>
          <p:grpSpPr bwMode="auto">
            <a:xfrm>
              <a:off x="2400" y="3001"/>
              <a:ext cx="422" cy="271"/>
              <a:chOff x="2400" y="3001"/>
              <a:chExt cx="422" cy="271"/>
            </a:xfrm>
            <a:grpFill/>
          </p:grpSpPr>
          <p:sp>
            <p:nvSpPr>
              <p:cNvPr id="103732" name="Freeform 1136">
                <a:extLst>
                  <a:ext uri="{FF2B5EF4-FFF2-40B4-BE49-F238E27FC236}">
                    <a16:creationId xmlns:a16="http://schemas.microsoft.com/office/drawing/2014/main" id="{F0BFF8AB-B98C-4CEC-D1E6-E386F5787AFB}"/>
                  </a:ext>
                </a:extLst>
              </p:cNvPr>
              <p:cNvSpPr>
                <a:spLocks/>
              </p:cNvSpPr>
              <p:nvPr/>
            </p:nvSpPr>
            <p:spPr bwMode="auto">
              <a:xfrm>
                <a:off x="2710" y="3001"/>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32" y="88"/>
                    </a:lnTo>
                    <a:lnTo>
                      <a:pt x="16" y="64"/>
                    </a:lnTo>
                    <a:lnTo>
                      <a:pt x="0" y="40"/>
                    </a:lnTo>
                    <a:lnTo>
                      <a:pt x="112" y="0"/>
                    </a:lnTo>
                    <a:close/>
                  </a:path>
                </a:pathLst>
              </a:custGeom>
              <a:grpFill/>
              <a:ln w="9525">
                <a:solidFill>
                  <a:schemeClr val="bg1">
                    <a:lumMod val="65000"/>
                  </a:schemeClr>
                </a:solidFill>
                <a:round/>
                <a:headEnd/>
                <a:tailEnd/>
              </a:ln>
            </p:spPr>
            <p:txBody>
              <a:bodyPr/>
              <a:lstStyle/>
              <a:p>
                <a:endParaRPr lang="en-US"/>
              </a:p>
            </p:txBody>
          </p:sp>
          <p:sp>
            <p:nvSpPr>
              <p:cNvPr id="103733" name="Line 1137">
                <a:extLst>
                  <a:ext uri="{FF2B5EF4-FFF2-40B4-BE49-F238E27FC236}">
                    <a16:creationId xmlns:a16="http://schemas.microsoft.com/office/drawing/2014/main" id="{F4FE3F7C-8450-804A-A6A3-0C479BC6B3AE}"/>
                  </a:ext>
                </a:extLst>
              </p:cNvPr>
              <p:cNvSpPr>
                <a:spLocks noChangeShapeType="1"/>
              </p:cNvSpPr>
              <p:nvPr/>
            </p:nvSpPr>
            <p:spPr bwMode="auto">
              <a:xfrm flipV="1">
                <a:off x="2400" y="3225"/>
                <a:ext cx="71" cy="47"/>
              </a:xfrm>
              <a:prstGeom prst="line">
                <a:avLst/>
              </a:prstGeom>
              <a:grpFill/>
              <a:ln w="12700">
                <a:solidFill>
                  <a:schemeClr val="bg1">
                    <a:lumMod val="65000"/>
                  </a:schemeClr>
                </a:solidFill>
                <a:round/>
                <a:headEnd/>
                <a:tailEnd/>
              </a:ln>
            </p:spPr>
            <p:txBody>
              <a:bodyPr/>
              <a:lstStyle/>
              <a:p>
                <a:endParaRPr lang="en-US"/>
              </a:p>
            </p:txBody>
          </p:sp>
          <p:sp>
            <p:nvSpPr>
              <p:cNvPr id="103734" name="Line 1138">
                <a:extLst>
                  <a:ext uri="{FF2B5EF4-FFF2-40B4-BE49-F238E27FC236}">
                    <a16:creationId xmlns:a16="http://schemas.microsoft.com/office/drawing/2014/main" id="{D9CA3E4E-5556-3B7A-9B42-E8681CC34C52}"/>
                  </a:ext>
                </a:extLst>
              </p:cNvPr>
              <p:cNvSpPr>
                <a:spLocks noChangeShapeType="1"/>
              </p:cNvSpPr>
              <p:nvPr/>
            </p:nvSpPr>
            <p:spPr bwMode="auto">
              <a:xfrm flipV="1">
                <a:off x="2496" y="3170"/>
                <a:ext cx="70" cy="38"/>
              </a:xfrm>
              <a:prstGeom prst="line">
                <a:avLst/>
              </a:prstGeom>
              <a:grpFill/>
              <a:ln w="12700">
                <a:solidFill>
                  <a:schemeClr val="bg1">
                    <a:lumMod val="65000"/>
                  </a:schemeClr>
                </a:solidFill>
                <a:round/>
                <a:headEnd/>
                <a:tailEnd/>
              </a:ln>
            </p:spPr>
            <p:txBody>
              <a:bodyPr/>
              <a:lstStyle/>
              <a:p>
                <a:endParaRPr lang="en-US"/>
              </a:p>
            </p:txBody>
          </p:sp>
          <p:sp>
            <p:nvSpPr>
              <p:cNvPr id="103735" name="Line 1139">
                <a:extLst>
                  <a:ext uri="{FF2B5EF4-FFF2-40B4-BE49-F238E27FC236}">
                    <a16:creationId xmlns:a16="http://schemas.microsoft.com/office/drawing/2014/main" id="{4E6D901D-4391-B47D-6E65-9AA646281923}"/>
                  </a:ext>
                </a:extLst>
              </p:cNvPr>
              <p:cNvSpPr>
                <a:spLocks noChangeShapeType="1"/>
              </p:cNvSpPr>
              <p:nvPr/>
            </p:nvSpPr>
            <p:spPr bwMode="auto">
              <a:xfrm flipV="1">
                <a:off x="2590" y="3105"/>
                <a:ext cx="72" cy="48"/>
              </a:xfrm>
              <a:prstGeom prst="line">
                <a:avLst/>
              </a:prstGeom>
              <a:grpFill/>
              <a:ln w="12700">
                <a:solidFill>
                  <a:schemeClr val="bg1">
                    <a:lumMod val="65000"/>
                  </a:schemeClr>
                </a:solidFill>
                <a:round/>
                <a:headEnd/>
                <a:tailEnd/>
              </a:ln>
            </p:spPr>
            <p:txBody>
              <a:bodyPr/>
              <a:lstStyle/>
              <a:p>
                <a:endParaRPr lang="en-US"/>
              </a:p>
            </p:txBody>
          </p:sp>
          <p:sp>
            <p:nvSpPr>
              <p:cNvPr id="103736" name="Line 1140">
                <a:extLst>
                  <a:ext uri="{FF2B5EF4-FFF2-40B4-BE49-F238E27FC236}">
                    <a16:creationId xmlns:a16="http://schemas.microsoft.com/office/drawing/2014/main" id="{032E9C62-8730-564F-E814-1180482D07FA}"/>
                  </a:ext>
                </a:extLst>
              </p:cNvPr>
              <p:cNvSpPr>
                <a:spLocks noChangeShapeType="1"/>
              </p:cNvSpPr>
              <p:nvPr/>
            </p:nvSpPr>
            <p:spPr bwMode="auto">
              <a:xfrm flipV="1">
                <a:off x="2678" y="3065"/>
                <a:ext cx="48" cy="24"/>
              </a:xfrm>
              <a:prstGeom prst="line">
                <a:avLst/>
              </a:prstGeom>
              <a:grpFill/>
              <a:ln w="12700">
                <a:solidFill>
                  <a:schemeClr val="bg1">
                    <a:lumMod val="65000"/>
                  </a:schemeClr>
                </a:solidFill>
                <a:round/>
                <a:headEnd/>
                <a:tailEnd/>
              </a:ln>
            </p:spPr>
            <p:txBody>
              <a:bodyPr/>
              <a:lstStyle/>
              <a:p>
                <a:endParaRPr lang="en-US"/>
              </a:p>
            </p:txBody>
          </p:sp>
        </p:grpSp>
        <p:grpSp>
          <p:nvGrpSpPr>
            <p:cNvPr id="103648" name="Group 1141">
              <a:extLst>
                <a:ext uri="{FF2B5EF4-FFF2-40B4-BE49-F238E27FC236}">
                  <a16:creationId xmlns:a16="http://schemas.microsoft.com/office/drawing/2014/main" id="{D005C55B-7A96-8BD9-18E9-A5FACED97CB5}"/>
                </a:ext>
              </a:extLst>
            </p:cNvPr>
            <p:cNvGrpSpPr>
              <a:grpSpLocks/>
            </p:cNvGrpSpPr>
            <p:nvPr/>
          </p:nvGrpSpPr>
          <p:grpSpPr bwMode="auto">
            <a:xfrm>
              <a:off x="3318" y="3001"/>
              <a:ext cx="422" cy="271"/>
              <a:chOff x="3318" y="3001"/>
              <a:chExt cx="422" cy="271"/>
            </a:xfrm>
            <a:grpFill/>
          </p:grpSpPr>
          <p:sp>
            <p:nvSpPr>
              <p:cNvPr id="103727" name="Freeform 1142">
                <a:extLst>
                  <a:ext uri="{FF2B5EF4-FFF2-40B4-BE49-F238E27FC236}">
                    <a16:creationId xmlns:a16="http://schemas.microsoft.com/office/drawing/2014/main" id="{9D61D7DB-7E46-733B-1543-3675E6A3E2FE}"/>
                  </a:ext>
                </a:extLst>
              </p:cNvPr>
              <p:cNvSpPr>
                <a:spLocks/>
              </p:cNvSpPr>
              <p:nvPr/>
            </p:nvSpPr>
            <p:spPr bwMode="auto">
              <a:xfrm>
                <a:off x="3628" y="3001"/>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32" y="88"/>
                    </a:lnTo>
                    <a:lnTo>
                      <a:pt x="16" y="64"/>
                    </a:lnTo>
                    <a:lnTo>
                      <a:pt x="0" y="40"/>
                    </a:lnTo>
                    <a:lnTo>
                      <a:pt x="112" y="0"/>
                    </a:lnTo>
                    <a:close/>
                  </a:path>
                </a:pathLst>
              </a:custGeom>
              <a:grpFill/>
              <a:ln w="9525">
                <a:solidFill>
                  <a:schemeClr val="bg1">
                    <a:lumMod val="65000"/>
                  </a:schemeClr>
                </a:solidFill>
                <a:round/>
                <a:headEnd/>
                <a:tailEnd/>
              </a:ln>
            </p:spPr>
            <p:txBody>
              <a:bodyPr/>
              <a:lstStyle/>
              <a:p>
                <a:endParaRPr lang="en-US"/>
              </a:p>
            </p:txBody>
          </p:sp>
          <p:sp>
            <p:nvSpPr>
              <p:cNvPr id="103728" name="Line 1143">
                <a:extLst>
                  <a:ext uri="{FF2B5EF4-FFF2-40B4-BE49-F238E27FC236}">
                    <a16:creationId xmlns:a16="http://schemas.microsoft.com/office/drawing/2014/main" id="{9D2C6C44-481B-5BFA-08CF-424994F29EDB}"/>
                  </a:ext>
                </a:extLst>
              </p:cNvPr>
              <p:cNvSpPr>
                <a:spLocks noChangeShapeType="1"/>
              </p:cNvSpPr>
              <p:nvPr/>
            </p:nvSpPr>
            <p:spPr bwMode="auto">
              <a:xfrm flipV="1">
                <a:off x="3318" y="3225"/>
                <a:ext cx="71" cy="47"/>
              </a:xfrm>
              <a:prstGeom prst="line">
                <a:avLst/>
              </a:prstGeom>
              <a:grpFill/>
              <a:ln w="12700">
                <a:solidFill>
                  <a:schemeClr val="bg1">
                    <a:lumMod val="65000"/>
                  </a:schemeClr>
                </a:solidFill>
                <a:round/>
                <a:headEnd/>
                <a:tailEnd/>
              </a:ln>
            </p:spPr>
            <p:txBody>
              <a:bodyPr/>
              <a:lstStyle/>
              <a:p>
                <a:endParaRPr lang="en-US"/>
              </a:p>
            </p:txBody>
          </p:sp>
          <p:sp>
            <p:nvSpPr>
              <p:cNvPr id="103729" name="Line 1144">
                <a:extLst>
                  <a:ext uri="{FF2B5EF4-FFF2-40B4-BE49-F238E27FC236}">
                    <a16:creationId xmlns:a16="http://schemas.microsoft.com/office/drawing/2014/main" id="{0CA2CE01-06EE-501F-7E1A-7BE4EB9695E2}"/>
                  </a:ext>
                </a:extLst>
              </p:cNvPr>
              <p:cNvSpPr>
                <a:spLocks noChangeShapeType="1"/>
              </p:cNvSpPr>
              <p:nvPr/>
            </p:nvSpPr>
            <p:spPr bwMode="auto">
              <a:xfrm flipV="1">
                <a:off x="3414" y="3169"/>
                <a:ext cx="71" cy="39"/>
              </a:xfrm>
              <a:prstGeom prst="line">
                <a:avLst/>
              </a:prstGeom>
              <a:grpFill/>
              <a:ln w="12700">
                <a:solidFill>
                  <a:schemeClr val="bg1">
                    <a:lumMod val="65000"/>
                  </a:schemeClr>
                </a:solidFill>
                <a:round/>
                <a:headEnd/>
                <a:tailEnd/>
              </a:ln>
            </p:spPr>
            <p:txBody>
              <a:bodyPr/>
              <a:lstStyle/>
              <a:p>
                <a:endParaRPr lang="en-US"/>
              </a:p>
            </p:txBody>
          </p:sp>
          <p:sp>
            <p:nvSpPr>
              <p:cNvPr id="103730" name="Line 1145">
                <a:extLst>
                  <a:ext uri="{FF2B5EF4-FFF2-40B4-BE49-F238E27FC236}">
                    <a16:creationId xmlns:a16="http://schemas.microsoft.com/office/drawing/2014/main" id="{97602D62-9215-5AF1-FF9A-16972223C0C6}"/>
                  </a:ext>
                </a:extLst>
              </p:cNvPr>
              <p:cNvSpPr>
                <a:spLocks noChangeShapeType="1"/>
              </p:cNvSpPr>
              <p:nvPr/>
            </p:nvSpPr>
            <p:spPr bwMode="auto">
              <a:xfrm flipV="1">
                <a:off x="3509" y="3106"/>
                <a:ext cx="71" cy="47"/>
              </a:xfrm>
              <a:prstGeom prst="line">
                <a:avLst/>
              </a:prstGeom>
              <a:grpFill/>
              <a:ln w="12700">
                <a:solidFill>
                  <a:schemeClr val="bg1">
                    <a:lumMod val="65000"/>
                  </a:schemeClr>
                </a:solidFill>
                <a:round/>
                <a:headEnd/>
                <a:tailEnd/>
              </a:ln>
            </p:spPr>
            <p:txBody>
              <a:bodyPr/>
              <a:lstStyle/>
              <a:p>
                <a:endParaRPr lang="en-US"/>
              </a:p>
            </p:txBody>
          </p:sp>
          <p:sp>
            <p:nvSpPr>
              <p:cNvPr id="103731" name="Line 1146">
                <a:extLst>
                  <a:ext uri="{FF2B5EF4-FFF2-40B4-BE49-F238E27FC236}">
                    <a16:creationId xmlns:a16="http://schemas.microsoft.com/office/drawing/2014/main" id="{4788E8A2-588F-5AA9-0C16-A6496F98AB4A}"/>
                  </a:ext>
                </a:extLst>
              </p:cNvPr>
              <p:cNvSpPr>
                <a:spLocks noChangeShapeType="1"/>
              </p:cNvSpPr>
              <p:nvPr/>
            </p:nvSpPr>
            <p:spPr bwMode="auto">
              <a:xfrm flipV="1">
                <a:off x="3596" y="3065"/>
                <a:ext cx="48" cy="24"/>
              </a:xfrm>
              <a:prstGeom prst="line">
                <a:avLst/>
              </a:prstGeom>
              <a:grpFill/>
              <a:ln w="12700">
                <a:solidFill>
                  <a:schemeClr val="bg1">
                    <a:lumMod val="65000"/>
                  </a:schemeClr>
                </a:solidFill>
                <a:round/>
                <a:headEnd/>
                <a:tailEnd/>
              </a:ln>
            </p:spPr>
            <p:txBody>
              <a:bodyPr/>
              <a:lstStyle/>
              <a:p>
                <a:endParaRPr lang="en-US"/>
              </a:p>
            </p:txBody>
          </p:sp>
        </p:grpSp>
        <p:grpSp>
          <p:nvGrpSpPr>
            <p:cNvPr id="103649" name="Group 1147">
              <a:extLst>
                <a:ext uri="{FF2B5EF4-FFF2-40B4-BE49-F238E27FC236}">
                  <a16:creationId xmlns:a16="http://schemas.microsoft.com/office/drawing/2014/main" id="{53926AF8-30CA-BBD4-C653-94E6658BDA94}"/>
                </a:ext>
              </a:extLst>
            </p:cNvPr>
            <p:cNvGrpSpPr>
              <a:grpSpLocks/>
            </p:cNvGrpSpPr>
            <p:nvPr/>
          </p:nvGrpSpPr>
          <p:grpSpPr bwMode="auto">
            <a:xfrm>
              <a:off x="3325" y="2076"/>
              <a:ext cx="439" cy="271"/>
              <a:chOff x="3325" y="2076"/>
              <a:chExt cx="439" cy="271"/>
            </a:xfrm>
            <a:grpFill/>
          </p:grpSpPr>
          <p:sp>
            <p:nvSpPr>
              <p:cNvPr id="103722" name="Freeform 1148">
                <a:extLst>
                  <a:ext uri="{FF2B5EF4-FFF2-40B4-BE49-F238E27FC236}">
                    <a16:creationId xmlns:a16="http://schemas.microsoft.com/office/drawing/2014/main" id="{A593A839-3D80-91BF-B4E8-6CD22B72B6BB}"/>
                  </a:ext>
                </a:extLst>
              </p:cNvPr>
              <p:cNvSpPr>
                <a:spLocks/>
              </p:cNvSpPr>
              <p:nvPr/>
            </p:nvSpPr>
            <p:spPr bwMode="auto">
              <a:xfrm>
                <a:off x="3652" y="2267"/>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 name="T15" fmla="*/ 0 w 112"/>
                  <a:gd name="T16" fmla="*/ 0 h 80"/>
                  <a:gd name="T17" fmla="*/ 112 w 112"/>
                  <a:gd name="T18" fmla="*/ 80 h 80"/>
                </a:gdLst>
                <a:ahLst/>
                <a:cxnLst>
                  <a:cxn ang="T10">
                    <a:pos x="T0" y="T1"/>
                  </a:cxn>
                  <a:cxn ang="T11">
                    <a:pos x="T2" y="T3"/>
                  </a:cxn>
                  <a:cxn ang="T12">
                    <a:pos x="T4" y="T5"/>
                  </a:cxn>
                  <a:cxn ang="T13">
                    <a:pos x="T6" y="T7"/>
                  </a:cxn>
                  <a:cxn ang="T14">
                    <a:pos x="T8" y="T9"/>
                  </a:cxn>
                </a:cxnLst>
                <a:rect l="T15" t="T16" r="T17" b="T18"/>
                <a:pathLst>
                  <a:path w="112" h="80">
                    <a:moveTo>
                      <a:pt x="112" y="80"/>
                    </a:moveTo>
                    <a:lnTo>
                      <a:pt x="0" y="48"/>
                    </a:lnTo>
                    <a:lnTo>
                      <a:pt x="16" y="24"/>
                    </a:lnTo>
                    <a:lnTo>
                      <a:pt x="32" y="0"/>
                    </a:lnTo>
                    <a:lnTo>
                      <a:pt x="112" y="80"/>
                    </a:lnTo>
                    <a:close/>
                  </a:path>
                </a:pathLst>
              </a:custGeom>
              <a:grpFill/>
              <a:ln w="9525">
                <a:solidFill>
                  <a:schemeClr val="bg1">
                    <a:lumMod val="65000"/>
                  </a:schemeClr>
                </a:solidFill>
                <a:round/>
                <a:headEnd/>
                <a:tailEnd/>
              </a:ln>
            </p:spPr>
            <p:txBody>
              <a:bodyPr/>
              <a:lstStyle/>
              <a:p>
                <a:endParaRPr lang="en-US"/>
              </a:p>
            </p:txBody>
          </p:sp>
          <p:sp>
            <p:nvSpPr>
              <p:cNvPr id="103723" name="Line 1149">
                <a:extLst>
                  <a:ext uri="{FF2B5EF4-FFF2-40B4-BE49-F238E27FC236}">
                    <a16:creationId xmlns:a16="http://schemas.microsoft.com/office/drawing/2014/main" id="{BCDE278B-017E-37D1-8AC5-A169E15B54A9}"/>
                  </a:ext>
                </a:extLst>
              </p:cNvPr>
              <p:cNvSpPr>
                <a:spLocks noChangeShapeType="1"/>
              </p:cNvSpPr>
              <p:nvPr/>
            </p:nvSpPr>
            <p:spPr bwMode="auto">
              <a:xfrm>
                <a:off x="3325" y="2076"/>
                <a:ext cx="72" cy="48"/>
              </a:xfrm>
              <a:prstGeom prst="line">
                <a:avLst/>
              </a:prstGeom>
              <a:grpFill/>
              <a:ln w="12700">
                <a:solidFill>
                  <a:schemeClr val="bg1">
                    <a:lumMod val="65000"/>
                  </a:schemeClr>
                </a:solidFill>
                <a:round/>
                <a:headEnd/>
                <a:tailEnd/>
              </a:ln>
            </p:spPr>
            <p:txBody>
              <a:bodyPr/>
              <a:lstStyle/>
              <a:p>
                <a:endParaRPr lang="en-US"/>
              </a:p>
            </p:txBody>
          </p:sp>
          <p:sp>
            <p:nvSpPr>
              <p:cNvPr id="103724" name="Line 1150">
                <a:extLst>
                  <a:ext uri="{FF2B5EF4-FFF2-40B4-BE49-F238E27FC236}">
                    <a16:creationId xmlns:a16="http://schemas.microsoft.com/office/drawing/2014/main" id="{1DB7329F-5C6B-8602-473F-8D3D6E0302FF}"/>
                  </a:ext>
                </a:extLst>
              </p:cNvPr>
              <p:cNvSpPr>
                <a:spLocks noChangeShapeType="1"/>
              </p:cNvSpPr>
              <p:nvPr/>
            </p:nvSpPr>
            <p:spPr bwMode="auto">
              <a:xfrm>
                <a:off x="3422" y="2132"/>
                <a:ext cx="71" cy="47"/>
              </a:xfrm>
              <a:prstGeom prst="line">
                <a:avLst/>
              </a:prstGeom>
              <a:grpFill/>
              <a:ln w="12700">
                <a:solidFill>
                  <a:schemeClr val="bg1">
                    <a:lumMod val="65000"/>
                  </a:schemeClr>
                </a:solidFill>
                <a:round/>
                <a:headEnd/>
                <a:tailEnd/>
              </a:ln>
            </p:spPr>
            <p:txBody>
              <a:bodyPr/>
              <a:lstStyle/>
              <a:p>
                <a:endParaRPr lang="en-US"/>
              </a:p>
            </p:txBody>
          </p:sp>
          <p:sp>
            <p:nvSpPr>
              <p:cNvPr id="103725" name="Line 1151">
                <a:extLst>
                  <a:ext uri="{FF2B5EF4-FFF2-40B4-BE49-F238E27FC236}">
                    <a16:creationId xmlns:a16="http://schemas.microsoft.com/office/drawing/2014/main" id="{D40C56F7-F55E-3151-8C44-FAC8AA77E3F1}"/>
                  </a:ext>
                </a:extLst>
              </p:cNvPr>
              <p:cNvSpPr>
                <a:spLocks noChangeShapeType="1"/>
              </p:cNvSpPr>
              <p:nvPr/>
            </p:nvSpPr>
            <p:spPr bwMode="auto">
              <a:xfrm>
                <a:off x="3517" y="2196"/>
                <a:ext cx="71" cy="47"/>
              </a:xfrm>
              <a:prstGeom prst="line">
                <a:avLst/>
              </a:prstGeom>
              <a:grpFill/>
              <a:ln w="12700">
                <a:solidFill>
                  <a:schemeClr val="bg1">
                    <a:lumMod val="65000"/>
                  </a:schemeClr>
                </a:solidFill>
                <a:round/>
                <a:headEnd/>
                <a:tailEnd/>
              </a:ln>
            </p:spPr>
            <p:txBody>
              <a:bodyPr/>
              <a:lstStyle/>
              <a:p>
                <a:endParaRPr lang="en-US"/>
              </a:p>
            </p:txBody>
          </p:sp>
          <p:sp>
            <p:nvSpPr>
              <p:cNvPr id="103726" name="Line 1152">
                <a:extLst>
                  <a:ext uri="{FF2B5EF4-FFF2-40B4-BE49-F238E27FC236}">
                    <a16:creationId xmlns:a16="http://schemas.microsoft.com/office/drawing/2014/main" id="{34B68DF2-E4C5-0FA6-9197-77D6E49BBD51}"/>
                  </a:ext>
                </a:extLst>
              </p:cNvPr>
              <p:cNvSpPr>
                <a:spLocks noChangeShapeType="1"/>
              </p:cNvSpPr>
              <p:nvPr/>
            </p:nvSpPr>
            <p:spPr bwMode="auto">
              <a:xfrm>
                <a:off x="3612" y="2251"/>
                <a:ext cx="56" cy="40"/>
              </a:xfrm>
              <a:prstGeom prst="line">
                <a:avLst/>
              </a:prstGeom>
              <a:grpFill/>
              <a:ln w="12700">
                <a:solidFill>
                  <a:schemeClr val="bg1">
                    <a:lumMod val="65000"/>
                  </a:schemeClr>
                </a:solidFill>
                <a:round/>
                <a:headEnd/>
                <a:tailEnd/>
              </a:ln>
            </p:spPr>
            <p:txBody>
              <a:bodyPr/>
              <a:lstStyle/>
              <a:p>
                <a:endParaRPr lang="en-US"/>
              </a:p>
            </p:txBody>
          </p:sp>
        </p:grpSp>
        <p:grpSp>
          <p:nvGrpSpPr>
            <p:cNvPr id="103650" name="Group 1153">
              <a:extLst>
                <a:ext uri="{FF2B5EF4-FFF2-40B4-BE49-F238E27FC236}">
                  <a16:creationId xmlns:a16="http://schemas.microsoft.com/office/drawing/2014/main" id="{EB8A3D9C-FDFC-EC96-E125-A96453DD12CA}"/>
                </a:ext>
              </a:extLst>
            </p:cNvPr>
            <p:cNvGrpSpPr>
              <a:grpSpLocks/>
            </p:cNvGrpSpPr>
            <p:nvPr/>
          </p:nvGrpSpPr>
          <p:grpSpPr bwMode="auto">
            <a:xfrm>
              <a:off x="3788" y="2068"/>
              <a:ext cx="431" cy="287"/>
              <a:chOff x="3788" y="2068"/>
              <a:chExt cx="431" cy="287"/>
            </a:xfrm>
            <a:grpFill/>
          </p:grpSpPr>
          <p:sp>
            <p:nvSpPr>
              <p:cNvPr id="103717" name="Freeform 1154">
                <a:extLst>
                  <a:ext uri="{FF2B5EF4-FFF2-40B4-BE49-F238E27FC236}">
                    <a16:creationId xmlns:a16="http://schemas.microsoft.com/office/drawing/2014/main" id="{CEE39C52-B178-388F-6EBA-B8306B6B92FA}"/>
                  </a:ext>
                </a:extLst>
              </p:cNvPr>
              <p:cNvSpPr>
                <a:spLocks/>
              </p:cNvSpPr>
              <p:nvPr/>
            </p:nvSpPr>
            <p:spPr bwMode="auto">
              <a:xfrm>
                <a:off x="4107" y="2267"/>
                <a:ext cx="112" cy="88"/>
              </a:xfrm>
              <a:custGeom>
                <a:avLst/>
                <a:gdLst>
                  <a:gd name="T0" fmla="*/ 112 w 112"/>
                  <a:gd name="T1" fmla="*/ 88 h 88"/>
                  <a:gd name="T2" fmla="*/ 0 w 112"/>
                  <a:gd name="T3" fmla="*/ 48 h 88"/>
                  <a:gd name="T4" fmla="*/ 16 w 112"/>
                  <a:gd name="T5" fmla="*/ 24 h 88"/>
                  <a:gd name="T6" fmla="*/ 32 w 112"/>
                  <a:gd name="T7" fmla="*/ 0 h 88"/>
                  <a:gd name="T8" fmla="*/ 112 w 112"/>
                  <a:gd name="T9" fmla="*/ 88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88"/>
                    </a:moveTo>
                    <a:lnTo>
                      <a:pt x="0" y="48"/>
                    </a:lnTo>
                    <a:lnTo>
                      <a:pt x="16" y="24"/>
                    </a:lnTo>
                    <a:lnTo>
                      <a:pt x="32" y="0"/>
                    </a:lnTo>
                    <a:lnTo>
                      <a:pt x="112" y="88"/>
                    </a:lnTo>
                    <a:close/>
                  </a:path>
                </a:pathLst>
              </a:custGeom>
              <a:grpFill/>
              <a:ln w="9525">
                <a:solidFill>
                  <a:schemeClr val="bg1">
                    <a:lumMod val="65000"/>
                  </a:schemeClr>
                </a:solidFill>
                <a:round/>
                <a:headEnd/>
                <a:tailEnd/>
              </a:ln>
            </p:spPr>
            <p:txBody>
              <a:bodyPr/>
              <a:lstStyle/>
              <a:p>
                <a:endParaRPr lang="en-US"/>
              </a:p>
            </p:txBody>
          </p:sp>
          <p:sp>
            <p:nvSpPr>
              <p:cNvPr id="103718" name="Line 1155">
                <a:extLst>
                  <a:ext uri="{FF2B5EF4-FFF2-40B4-BE49-F238E27FC236}">
                    <a16:creationId xmlns:a16="http://schemas.microsoft.com/office/drawing/2014/main" id="{0E8A292C-D459-3515-C461-CD5A0018E45A}"/>
                  </a:ext>
                </a:extLst>
              </p:cNvPr>
              <p:cNvSpPr>
                <a:spLocks noChangeShapeType="1"/>
              </p:cNvSpPr>
              <p:nvPr/>
            </p:nvSpPr>
            <p:spPr bwMode="auto">
              <a:xfrm>
                <a:off x="3788" y="2068"/>
                <a:ext cx="72" cy="48"/>
              </a:xfrm>
              <a:prstGeom prst="line">
                <a:avLst/>
              </a:prstGeom>
              <a:grpFill/>
              <a:ln w="12700">
                <a:solidFill>
                  <a:schemeClr val="bg1">
                    <a:lumMod val="65000"/>
                  </a:schemeClr>
                </a:solidFill>
                <a:round/>
                <a:headEnd/>
                <a:tailEnd/>
              </a:ln>
            </p:spPr>
            <p:txBody>
              <a:bodyPr/>
              <a:lstStyle/>
              <a:p>
                <a:endParaRPr lang="en-US"/>
              </a:p>
            </p:txBody>
          </p:sp>
          <p:sp>
            <p:nvSpPr>
              <p:cNvPr id="103719" name="Line 1156">
                <a:extLst>
                  <a:ext uri="{FF2B5EF4-FFF2-40B4-BE49-F238E27FC236}">
                    <a16:creationId xmlns:a16="http://schemas.microsoft.com/office/drawing/2014/main" id="{041427AD-4B74-30FA-BAA7-72AB6E165189}"/>
                  </a:ext>
                </a:extLst>
              </p:cNvPr>
              <p:cNvSpPr>
                <a:spLocks noChangeShapeType="1"/>
              </p:cNvSpPr>
              <p:nvPr/>
            </p:nvSpPr>
            <p:spPr bwMode="auto">
              <a:xfrm>
                <a:off x="3885" y="2132"/>
                <a:ext cx="71" cy="47"/>
              </a:xfrm>
              <a:prstGeom prst="line">
                <a:avLst/>
              </a:prstGeom>
              <a:grpFill/>
              <a:ln w="12700">
                <a:solidFill>
                  <a:schemeClr val="bg1">
                    <a:lumMod val="65000"/>
                  </a:schemeClr>
                </a:solidFill>
                <a:round/>
                <a:headEnd/>
                <a:tailEnd/>
              </a:ln>
            </p:spPr>
            <p:txBody>
              <a:bodyPr/>
              <a:lstStyle/>
              <a:p>
                <a:endParaRPr lang="en-US"/>
              </a:p>
            </p:txBody>
          </p:sp>
          <p:sp>
            <p:nvSpPr>
              <p:cNvPr id="103720" name="Line 1157">
                <a:extLst>
                  <a:ext uri="{FF2B5EF4-FFF2-40B4-BE49-F238E27FC236}">
                    <a16:creationId xmlns:a16="http://schemas.microsoft.com/office/drawing/2014/main" id="{EEFC9175-12AA-D87F-4ADE-27042BA74D47}"/>
                  </a:ext>
                </a:extLst>
              </p:cNvPr>
              <p:cNvSpPr>
                <a:spLocks noChangeShapeType="1"/>
              </p:cNvSpPr>
              <p:nvPr/>
            </p:nvSpPr>
            <p:spPr bwMode="auto">
              <a:xfrm>
                <a:off x="3973" y="2196"/>
                <a:ext cx="70" cy="46"/>
              </a:xfrm>
              <a:prstGeom prst="line">
                <a:avLst/>
              </a:prstGeom>
              <a:grpFill/>
              <a:ln w="12700">
                <a:solidFill>
                  <a:schemeClr val="bg1">
                    <a:lumMod val="65000"/>
                  </a:schemeClr>
                </a:solidFill>
                <a:round/>
                <a:headEnd/>
                <a:tailEnd/>
              </a:ln>
            </p:spPr>
            <p:txBody>
              <a:bodyPr/>
              <a:lstStyle/>
              <a:p>
                <a:endParaRPr lang="en-US"/>
              </a:p>
            </p:txBody>
          </p:sp>
          <p:sp>
            <p:nvSpPr>
              <p:cNvPr id="103721" name="Line 1158">
                <a:extLst>
                  <a:ext uri="{FF2B5EF4-FFF2-40B4-BE49-F238E27FC236}">
                    <a16:creationId xmlns:a16="http://schemas.microsoft.com/office/drawing/2014/main" id="{D22FAC9A-584C-A9EC-5FAD-0E726838398E}"/>
                  </a:ext>
                </a:extLst>
              </p:cNvPr>
              <p:cNvSpPr>
                <a:spLocks noChangeShapeType="1"/>
              </p:cNvSpPr>
              <p:nvPr/>
            </p:nvSpPr>
            <p:spPr bwMode="auto">
              <a:xfrm>
                <a:off x="4067" y="2251"/>
                <a:ext cx="56" cy="40"/>
              </a:xfrm>
              <a:prstGeom prst="line">
                <a:avLst/>
              </a:prstGeom>
              <a:grpFill/>
              <a:ln w="12700">
                <a:solidFill>
                  <a:schemeClr val="bg1">
                    <a:lumMod val="65000"/>
                  </a:schemeClr>
                </a:solidFill>
                <a:round/>
                <a:headEnd/>
                <a:tailEnd/>
              </a:ln>
            </p:spPr>
            <p:txBody>
              <a:bodyPr/>
              <a:lstStyle/>
              <a:p>
                <a:endParaRPr lang="en-US"/>
              </a:p>
            </p:txBody>
          </p:sp>
        </p:grpSp>
        <p:grpSp>
          <p:nvGrpSpPr>
            <p:cNvPr id="103651" name="Group 1159">
              <a:extLst>
                <a:ext uri="{FF2B5EF4-FFF2-40B4-BE49-F238E27FC236}">
                  <a16:creationId xmlns:a16="http://schemas.microsoft.com/office/drawing/2014/main" id="{649BDC71-ED6E-109A-A8A2-FFE8CECB1720}"/>
                </a:ext>
              </a:extLst>
            </p:cNvPr>
            <p:cNvGrpSpPr>
              <a:grpSpLocks/>
            </p:cNvGrpSpPr>
            <p:nvPr/>
          </p:nvGrpSpPr>
          <p:grpSpPr bwMode="auto">
            <a:xfrm>
              <a:off x="4251" y="2084"/>
              <a:ext cx="431" cy="263"/>
              <a:chOff x="4251" y="2084"/>
              <a:chExt cx="431" cy="263"/>
            </a:xfrm>
            <a:grpFill/>
          </p:grpSpPr>
          <p:sp>
            <p:nvSpPr>
              <p:cNvPr id="103712" name="Freeform 1160">
                <a:extLst>
                  <a:ext uri="{FF2B5EF4-FFF2-40B4-BE49-F238E27FC236}">
                    <a16:creationId xmlns:a16="http://schemas.microsoft.com/office/drawing/2014/main" id="{C64ABE23-E83C-5194-FF00-E3D51ACC64C3}"/>
                  </a:ext>
                </a:extLst>
              </p:cNvPr>
              <p:cNvSpPr>
                <a:spLocks/>
              </p:cNvSpPr>
              <p:nvPr/>
            </p:nvSpPr>
            <p:spPr bwMode="auto">
              <a:xfrm>
                <a:off x="4570" y="2267"/>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 name="T15" fmla="*/ 0 w 112"/>
                  <a:gd name="T16" fmla="*/ 0 h 80"/>
                  <a:gd name="T17" fmla="*/ 112 w 112"/>
                  <a:gd name="T18" fmla="*/ 80 h 80"/>
                </a:gdLst>
                <a:ahLst/>
                <a:cxnLst>
                  <a:cxn ang="T10">
                    <a:pos x="T0" y="T1"/>
                  </a:cxn>
                  <a:cxn ang="T11">
                    <a:pos x="T2" y="T3"/>
                  </a:cxn>
                  <a:cxn ang="T12">
                    <a:pos x="T4" y="T5"/>
                  </a:cxn>
                  <a:cxn ang="T13">
                    <a:pos x="T6" y="T7"/>
                  </a:cxn>
                  <a:cxn ang="T14">
                    <a:pos x="T8" y="T9"/>
                  </a:cxn>
                </a:cxnLst>
                <a:rect l="T15" t="T16" r="T17" b="T18"/>
                <a:pathLst>
                  <a:path w="112" h="80">
                    <a:moveTo>
                      <a:pt x="112" y="80"/>
                    </a:moveTo>
                    <a:lnTo>
                      <a:pt x="0" y="48"/>
                    </a:lnTo>
                    <a:lnTo>
                      <a:pt x="16" y="24"/>
                    </a:lnTo>
                    <a:lnTo>
                      <a:pt x="32" y="0"/>
                    </a:lnTo>
                    <a:lnTo>
                      <a:pt x="112" y="80"/>
                    </a:lnTo>
                    <a:close/>
                  </a:path>
                </a:pathLst>
              </a:custGeom>
              <a:grpFill/>
              <a:ln w="9525">
                <a:solidFill>
                  <a:schemeClr val="bg1">
                    <a:lumMod val="65000"/>
                  </a:schemeClr>
                </a:solidFill>
                <a:round/>
                <a:headEnd/>
                <a:tailEnd/>
              </a:ln>
            </p:spPr>
            <p:txBody>
              <a:bodyPr/>
              <a:lstStyle/>
              <a:p>
                <a:endParaRPr lang="en-US"/>
              </a:p>
            </p:txBody>
          </p:sp>
          <p:sp>
            <p:nvSpPr>
              <p:cNvPr id="103713" name="Line 1161">
                <a:extLst>
                  <a:ext uri="{FF2B5EF4-FFF2-40B4-BE49-F238E27FC236}">
                    <a16:creationId xmlns:a16="http://schemas.microsoft.com/office/drawing/2014/main" id="{4F3D2656-C18A-926C-E04B-94793A5BC971}"/>
                  </a:ext>
                </a:extLst>
              </p:cNvPr>
              <p:cNvSpPr>
                <a:spLocks noChangeShapeType="1"/>
              </p:cNvSpPr>
              <p:nvPr/>
            </p:nvSpPr>
            <p:spPr bwMode="auto">
              <a:xfrm>
                <a:off x="4251" y="2084"/>
                <a:ext cx="72" cy="48"/>
              </a:xfrm>
              <a:prstGeom prst="line">
                <a:avLst/>
              </a:prstGeom>
              <a:grpFill/>
              <a:ln w="12700">
                <a:solidFill>
                  <a:schemeClr val="bg1">
                    <a:lumMod val="65000"/>
                  </a:schemeClr>
                </a:solidFill>
                <a:round/>
                <a:headEnd/>
                <a:tailEnd/>
              </a:ln>
            </p:spPr>
            <p:txBody>
              <a:bodyPr/>
              <a:lstStyle/>
              <a:p>
                <a:endParaRPr lang="en-US"/>
              </a:p>
            </p:txBody>
          </p:sp>
          <p:sp>
            <p:nvSpPr>
              <p:cNvPr id="103714" name="Line 1162">
                <a:extLst>
                  <a:ext uri="{FF2B5EF4-FFF2-40B4-BE49-F238E27FC236}">
                    <a16:creationId xmlns:a16="http://schemas.microsoft.com/office/drawing/2014/main" id="{02E56823-9B30-72C9-D2B3-F27819DA5B78}"/>
                  </a:ext>
                </a:extLst>
              </p:cNvPr>
              <p:cNvSpPr>
                <a:spLocks noChangeShapeType="1"/>
              </p:cNvSpPr>
              <p:nvPr/>
            </p:nvSpPr>
            <p:spPr bwMode="auto">
              <a:xfrm>
                <a:off x="4348" y="2140"/>
                <a:ext cx="71" cy="47"/>
              </a:xfrm>
              <a:prstGeom prst="line">
                <a:avLst/>
              </a:prstGeom>
              <a:grpFill/>
              <a:ln w="12700">
                <a:solidFill>
                  <a:schemeClr val="bg1">
                    <a:lumMod val="65000"/>
                  </a:schemeClr>
                </a:solidFill>
                <a:round/>
                <a:headEnd/>
                <a:tailEnd/>
              </a:ln>
            </p:spPr>
            <p:txBody>
              <a:bodyPr/>
              <a:lstStyle/>
              <a:p>
                <a:endParaRPr lang="en-US"/>
              </a:p>
            </p:txBody>
          </p:sp>
          <p:sp>
            <p:nvSpPr>
              <p:cNvPr id="103715" name="Line 1163">
                <a:extLst>
                  <a:ext uri="{FF2B5EF4-FFF2-40B4-BE49-F238E27FC236}">
                    <a16:creationId xmlns:a16="http://schemas.microsoft.com/office/drawing/2014/main" id="{76C3512F-F17F-1C5D-9365-BE542B118394}"/>
                  </a:ext>
                </a:extLst>
              </p:cNvPr>
              <p:cNvSpPr>
                <a:spLocks noChangeShapeType="1"/>
              </p:cNvSpPr>
              <p:nvPr/>
            </p:nvSpPr>
            <p:spPr bwMode="auto">
              <a:xfrm>
                <a:off x="4443" y="2203"/>
                <a:ext cx="71" cy="39"/>
              </a:xfrm>
              <a:prstGeom prst="line">
                <a:avLst/>
              </a:prstGeom>
              <a:grpFill/>
              <a:ln w="12700">
                <a:solidFill>
                  <a:schemeClr val="bg1">
                    <a:lumMod val="65000"/>
                  </a:schemeClr>
                </a:solidFill>
                <a:round/>
                <a:headEnd/>
                <a:tailEnd/>
              </a:ln>
            </p:spPr>
            <p:txBody>
              <a:bodyPr/>
              <a:lstStyle/>
              <a:p>
                <a:endParaRPr lang="en-US"/>
              </a:p>
            </p:txBody>
          </p:sp>
          <p:sp>
            <p:nvSpPr>
              <p:cNvPr id="103716" name="Line 1164">
                <a:extLst>
                  <a:ext uri="{FF2B5EF4-FFF2-40B4-BE49-F238E27FC236}">
                    <a16:creationId xmlns:a16="http://schemas.microsoft.com/office/drawing/2014/main" id="{46B7BAD1-586E-96AC-8DA4-9CBF02D33EFA}"/>
                  </a:ext>
                </a:extLst>
              </p:cNvPr>
              <p:cNvSpPr>
                <a:spLocks noChangeShapeType="1"/>
              </p:cNvSpPr>
              <p:nvPr/>
            </p:nvSpPr>
            <p:spPr bwMode="auto">
              <a:xfrm>
                <a:off x="4539" y="2259"/>
                <a:ext cx="47" cy="31"/>
              </a:xfrm>
              <a:prstGeom prst="line">
                <a:avLst/>
              </a:prstGeom>
              <a:grpFill/>
              <a:ln w="12700">
                <a:solidFill>
                  <a:schemeClr val="bg1">
                    <a:lumMod val="65000"/>
                  </a:schemeClr>
                </a:solidFill>
                <a:round/>
                <a:headEnd/>
                <a:tailEnd/>
              </a:ln>
            </p:spPr>
            <p:txBody>
              <a:bodyPr/>
              <a:lstStyle/>
              <a:p>
                <a:endParaRPr lang="en-US"/>
              </a:p>
            </p:txBody>
          </p:sp>
        </p:grpSp>
        <p:grpSp>
          <p:nvGrpSpPr>
            <p:cNvPr id="103652" name="Group 1165">
              <a:extLst>
                <a:ext uri="{FF2B5EF4-FFF2-40B4-BE49-F238E27FC236}">
                  <a16:creationId xmlns:a16="http://schemas.microsoft.com/office/drawing/2014/main" id="{E79F5336-468D-6BF4-3ECA-259DE6F5E0B4}"/>
                </a:ext>
              </a:extLst>
            </p:cNvPr>
            <p:cNvGrpSpPr>
              <a:grpSpLocks/>
            </p:cNvGrpSpPr>
            <p:nvPr/>
          </p:nvGrpSpPr>
          <p:grpSpPr bwMode="auto">
            <a:xfrm>
              <a:off x="4236" y="3001"/>
              <a:ext cx="430" cy="279"/>
              <a:chOff x="4236" y="3001"/>
              <a:chExt cx="430" cy="279"/>
            </a:xfrm>
            <a:grpFill/>
          </p:grpSpPr>
          <p:sp>
            <p:nvSpPr>
              <p:cNvPr id="103707" name="Freeform 1166">
                <a:extLst>
                  <a:ext uri="{FF2B5EF4-FFF2-40B4-BE49-F238E27FC236}">
                    <a16:creationId xmlns:a16="http://schemas.microsoft.com/office/drawing/2014/main" id="{DA8B24E6-B3D9-6AF6-521A-389C5295244C}"/>
                  </a:ext>
                </a:extLst>
              </p:cNvPr>
              <p:cNvSpPr>
                <a:spLocks/>
              </p:cNvSpPr>
              <p:nvPr/>
            </p:nvSpPr>
            <p:spPr bwMode="auto">
              <a:xfrm>
                <a:off x="4554" y="3001"/>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32" y="88"/>
                    </a:lnTo>
                    <a:lnTo>
                      <a:pt x="16" y="64"/>
                    </a:lnTo>
                    <a:lnTo>
                      <a:pt x="0" y="40"/>
                    </a:lnTo>
                    <a:lnTo>
                      <a:pt x="112" y="0"/>
                    </a:lnTo>
                    <a:close/>
                  </a:path>
                </a:pathLst>
              </a:custGeom>
              <a:grpFill/>
              <a:ln w="9525">
                <a:solidFill>
                  <a:schemeClr val="bg1">
                    <a:lumMod val="65000"/>
                  </a:schemeClr>
                </a:solidFill>
                <a:round/>
                <a:headEnd/>
                <a:tailEnd/>
              </a:ln>
            </p:spPr>
            <p:txBody>
              <a:bodyPr/>
              <a:lstStyle/>
              <a:p>
                <a:endParaRPr lang="en-US"/>
              </a:p>
            </p:txBody>
          </p:sp>
          <p:sp>
            <p:nvSpPr>
              <p:cNvPr id="103708" name="Line 1167">
                <a:extLst>
                  <a:ext uri="{FF2B5EF4-FFF2-40B4-BE49-F238E27FC236}">
                    <a16:creationId xmlns:a16="http://schemas.microsoft.com/office/drawing/2014/main" id="{08A2FE85-42B1-8F44-171A-E0A4496A47F8}"/>
                  </a:ext>
                </a:extLst>
              </p:cNvPr>
              <p:cNvSpPr>
                <a:spLocks noChangeShapeType="1"/>
              </p:cNvSpPr>
              <p:nvPr/>
            </p:nvSpPr>
            <p:spPr bwMode="auto">
              <a:xfrm flipV="1">
                <a:off x="4236" y="3233"/>
                <a:ext cx="71" cy="47"/>
              </a:xfrm>
              <a:prstGeom prst="line">
                <a:avLst/>
              </a:prstGeom>
              <a:grpFill/>
              <a:ln w="12700">
                <a:solidFill>
                  <a:schemeClr val="bg1">
                    <a:lumMod val="65000"/>
                  </a:schemeClr>
                </a:solidFill>
                <a:round/>
                <a:headEnd/>
                <a:tailEnd/>
              </a:ln>
            </p:spPr>
            <p:txBody>
              <a:bodyPr/>
              <a:lstStyle/>
              <a:p>
                <a:endParaRPr lang="en-US"/>
              </a:p>
            </p:txBody>
          </p:sp>
          <p:sp>
            <p:nvSpPr>
              <p:cNvPr id="103709" name="Line 1168">
                <a:extLst>
                  <a:ext uri="{FF2B5EF4-FFF2-40B4-BE49-F238E27FC236}">
                    <a16:creationId xmlns:a16="http://schemas.microsoft.com/office/drawing/2014/main" id="{B8995B82-5BF7-5E15-403E-49486396F60A}"/>
                  </a:ext>
                </a:extLst>
              </p:cNvPr>
              <p:cNvSpPr>
                <a:spLocks noChangeShapeType="1"/>
              </p:cNvSpPr>
              <p:nvPr/>
            </p:nvSpPr>
            <p:spPr bwMode="auto">
              <a:xfrm flipV="1">
                <a:off x="4332" y="3169"/>
                <a:ext cx="71" cy="47"/>
              </a:xfrm>
              <a:prstGeom prst="line">
                <a:avLst/>
              </a:prstGeom>
              <a:grpFill/>
              <a:ln w="12700">
                <a:solidFill>
                  <a:schemeClr val="bg1">
                    <a:lumMod val="65000"/>
                  </a:schemeClr>
                </a:solidFill>
                <a:round/>
                <a:headEnd/>
                <a:tailEnd/>
              </a:ln>
            </p:spPr>
            <p:txBody>
              <a:bodyPr/>
              <a:lstStyle/>
              <a:p>
                <a:endParaRPr lang="en-US"/>
              </a:p>
            </p:txBody>
          </p:sp>
          <p:sp>
            <p:nvSpPr>
              <p:cNvPr id="103710" name="Line 1169">
                <a:extLst>
                  <a:ext uri="{FF2B5EF4-FFF2-40B4-BE49-F238E27FC236}">
                    <a16:creationId xmlns:a16="http://schemas.microsoft.com/office/drawing/2014/main" id="{6D0E1DF2-F600-C95A-7B6D-29C046BDF4C6}"/>
                  </a:ext>
                </a:extLst>
              </p:cNvPr>
              <p:cNvSpPr>
                <a:spLocks noChangeShapeType="1"/>
              </p:cNvSpPr>
              <p:nvPr/>
            </p:nvSpPr>
            <p:spPr bwMode="auto">
              <a:xfrm flipV="1">
                <a:off x="4419" y="3114"/>
                <a:ext cx="80" cy="47"/>
              </a:xfrm>
              <a:prstGeom prst="line">
                <a:avLst/>
              </a:prstGeom>
              <a:grpFill/>
              <a:ln w="12700">
                <a:solidFill>
                  <a:schemeClr val="bg1">
                    <a:lumMod val="65000"/>
                  </a:schemeClr>
                </a:solidFill>
                <a:round/>
                <a:headEnd/>
                <a:tailEnd/>
              </a:ln>
            </p:spPr>
            <p:txBody>
              <a:bodyPr/>
              <a:lstStyle/>
              <a:p>
                <a:endParaRPr lang="en-US"/>
              </a:p>
            </p:txBody>
          </p:sp>
          <p:sp>
            <p:nvSpPr>
              <p:cNvPr id="103711" name="Line 1170">
                <a:extLst>
                  <a:ext uri="{FF2B5EF4-FFF2-40B4-BE49-F238E27FC236}">
                    <a16:creationId xmlns:a16="http://schemas.microsoft.com/office/drawing/2014/main" id="{C91A01D3-E4DD-9AFD-4F45-783E168C482C}"/>
                  </a:ext>
                </a:extLst>
              </p:cNvPr>
              <p:cNvSpPr>
                <a:spLocks noChangeShapeType="1"/>
              </p:cNvSpPr>
              <p:nvPr/>
            </p:nvSpPr>
            <p:spPr bwMode="auto">
              <a:xfrm flipV="1">
                <a:off x="4515" y="3066"/>
                <a:ext cx="55" cy="31"/>
              </a:xfrm>
              <a:prstGeom prst="line">
                <a:avLst/>
              </a:prstGeom>
              <a:grpFill/>
              <a:ln w="12700">
                <a:solidFill>
                  <a:schemeClr val="bg1">
                    <a:lumMod val="65000"/>
                  </a:schemeClr>
                </a:solidFill>
                <a:round/>
                <a:headEnd/>
                <a:tailEnd/>
              </a:ln>
            </p:spPr>
            <p:txBody>
              <a:bodyPr/>
              <a:lstStyle/>
              <a:p>
                <a:endParaRPr lang="en-US"/>
              </a:p>
            </p:txBody>
          </p:sp>
        </p:grpSp>
        <p:grpSp>
          <p:nvGrpSpPr>
            <p:cNvPr id="103653" name="Group 1171">
              <a:extLst>
                <a:ext uri="{FF2B5EF4-FFF2-40B4-BE49-F238E27FC236}">
                  <a16:creationId xmlns:a16="http://schemas.microsoft.com/office/drawing/2014/main" id="{5520BEA7-A284-6C74-41D7-F1AFE533D3AF}"/>
                </a:ext>
              </a:extLst>
            </p:cNvPr>
            <p:cNvGrpSpPr>
              <a:grpSpLocks/>
            </p:cNvGrpSpPr>
            <p:nvPr/>
          </p:nvGrpSpPr>
          <p:grpSpPr bwMode="auto">
            <a:xfrm>
              <a:off x="3772" y="2682"/>
              <a:ext cx="423" cy="287"/>
              <a:chOff x="3772" y="2682"/>
              <a:chExt cx="423" cy="287"/>
            </a:xfrm>
            <a:grpFill/>
          </p:grpSpPr>
          <p:sp>
            <p:nvSpPr>
              <p:cNvPr id="103702" name="Freeform 1172">
                <a:extLst>
                  <a:ext uri="{FF2B5EF4-FFF2-40B4-BE49-F238E27FC236}">
                    <a16:creationId xmlns:a16="http://schemas.microsoft.com/office/drawing/2014/main" id="{6968FBD9-EB58-CD9C-407A-0C2FD795D6E6}"/>
                  </a:ext>
                </a:extLst>
              </p:cNvPr>
              <p:cNvSpPr>
                <a:spLocks/>
              </p:cNvSpPr>
              <p:nvPr/>
            </p:nvSpPr>
            <p:spPr bwMode="auto">
              <a:xfrm>
                <a:off x="4083" y="2881"/>
                <a:ext cx="112" cy="88"/>
              </a:xfrm>
              <a:custGeom>
                <a:avLst/>
                <a:gdLst>
                  <a:gd name="T0" fmla="*/ 112 w 112"/>
                  <a:gd name="T1" fmla="*/ 88 h 88"/>
                  <a:gd name="T2" fmla="*/ 0 w 112"/>
                  <a:gd name="T3" fmla="*/ 48 h 88"/>
                  <a:gd name="T4" fmla="*/ 16 w 112"/>
                  <a:gd name="T5" fmla="*/ 24 h 88"/>
                  <a:gd name="T6" fmla="*/ 32 w 112"/>
                  <a:gd name="T7" fmla="*/ 0 h 88"/>
                  <a:gd name="T8" fmla="*/ 112 w 112"/>
                  <a:gd name="T9" fmla="*/ 88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88"/>
                    </a:moveTo>
                    <a:lnTo>
                      <a:pt x="0" y="48"/>
                    </a:lnTo>
                    <a:lnTo>
                      <a:pt x="16" y="24"/>
                    </a:lnTo>
                    <a:lnTo>
                      <a:pt x="32" y="0"/>
                    </a:lnTo>
                    <a:lnTo>
                      <a:pt x="112" y="88"/>
                    </a:lnTo>
                    <a:close/>
                  </a:path>
                </a:pathLst>
              </a:custGeom>
              <a:grpFill/>
              <a:ln w="9525">
                <a:solidFill>
                  <a:schemeClr val="bg1">
                    <a:lumMod val="65000"/>
                  </a:schemeClr>
                </a:solidFill>
                <a:round/>
                <a:headEnd/>
                <a:tailEnd/>
              </a:ln>
            </p:spPr>
            <p:txBody>
              <a:bodyPr/>
              <a:lstStyle/>
              <a:p>
                <a:endParaRPr lang="en-US"/>
              </a:p>
            </p:txBody>
          </p:sp>
          <p:sp>
            <p:nvSpPr>
              <p:cNvPr id="103703" name="Line 1173">
                <a:extLst>
                  <a:ext uri="{FF2B5EF4-FFF2-40B4-BE49-F238E27FC236}">
                    <a16:creationId xmlns:a16="http://schemas.microsoft.com/office/drawing/2014/main" id="{8A6C86E9-51D1-E173-DDC9-0435E06EB990}"/>
                  </a:ext>
                </a:extLst>
              </p:cNvPr>
              <p:cNvSpPr>
                <a:spLocks noChangeShapeType="1"/>
              </p:cNvSpPr>
              <p:nvPr/>
            </p:nvSpPr>
            <p:spPr bwMode="auto">
              <a:xfrm>
                <a:off x="3772" y="2682"/>
                <a:ext cx="72" cy="48"/>
              </a:xfrm>
              <a:prstGeom prst="line">
                <a:avLst/>
              </a:prstGeom>
              <a:grpFill/>
              <a:ln w="12700">
                <a:solidFill>
                  <a:schemeClr val="bg1">
                    <a:lumMod val="65000"/>
                  </a:schemeClr>
                </a:solidFill>
                <a:round/>
                <a:headEnd/>
                <a:tailEnd/>
              </a:ln>
            </p:spPr>
            <p:txBody>
              <a:bodyPr/>
              <a:lstStyle/>
              <a:p>
                <a:endParaRPr lang="en-US"/>
              </a:p>
            </p:txBody>
          </p:sp>
          <p:sp>
            <p:nvSpPr>
              <p:cNvPr id="103704" name="Line 1174">
                <a:extLst>
                  <a:ext uri="{FF2B5EF4-FFF2-40B4-BE49-F238E27FC236}">
                    <a16:creationId xmlns:a16="http://schemas.microsoft.com/office/drawing/2014/main" id="{B5FBCABA-0454-0A48-8984-7181CD4F99E1}"/>
                  </a:ext>
                </a:extLst>
              </p:cNvPr>
              <p:cNvSpPr>
                <a:spLocks noChangeShapeType="1"/>
              </p:cNvSpPr>
              <p:nvPr/>
            </p:nvSpPr>
            <p:spPr bwMode="auto">
              <a:xfrm>
                <a:off x="3868" y="2746"/>
                <a:ext cx="72" cy="48"/>
              </a:xfrm>
              <a:prstGeom prst="line">
                <a:avLst/>
              </a:prstGeom>
              <a:grpFill/>
              <a:ln w="12700">
                <a:solidFill>
                  <a:schemeClr val="bg1">
                    <a:lumMod val="65000"/>
                  </a:schemeClr>
                </a:solidFill>
                <a:round/>
                <a:headEnd/>
                <a:tailEnd/>
              </a:ln>
            </p:spPr>
            <p:txBody>
              <a:bodyPr/>
              <a:lstStyle/>
              <a:p>
                <a:endParaRPr lang="en-US"/>
              </a:p>
            </p:txBody>
          </p:sp>
          <p:sp>
            <p:nvSpPr>
              <p:cNvPr id="103705" name="Line 1175">
                <a:extLst>
                  <a:ext uri="{FF2B5EF4-FFF2-40B4-BE49-F238E27FC236}">
                    <a16:creationId xmlns:a16="http://schemas.microsoft.com/office/drawing/2014/main" id="{690C9368-01ED-A752-91A6-6E0D319B9323}"/>
                  </a:ext>
                </a:extLst>
              </p:cNvPr>
              <p:cNvSpPr>
                <a:spLocks noChangeShapeType="1"/>
              </p:cNvSpPr>
              <p:nvPr/>
            </p:nvSpPr>
            <p:spPr bwMode="auto">
              <a:xfrm>
                <a:off x="3957" y="2810"/>
                <a:ext cx="70" cy="46"/>
              </a:xfrm>
              <a:prstGeom prst="line">
                <a:avLst/>
              </a:prstGeom>
              <a:grpFill/>
              <a:ln w="12700">
                <a:solidFill>
                  <a:schemeClr val="bg1">
                    <a:lumMod val="65000"/>
                  </a:schemeClr>
                </a:solidFill>
                <a:round/>
                <a:headEnd/>
                <a:tailEnd/>
              </a:ln>
            </p:spPr>
            <p:txBody>
              <a:bodyPr/>
              <a:lstStyle/>
              <a:p>
                <a:endParaRPr lang="en-US"/>
              </a:p>
            </p:txBody>
          </p:sp>
          <p:sp>
            <p:nvSpPr>
              <p:cNvPr id="103706" name="Line 1176">
                <a:extLst>
                  <a:ext uri="{FF2B5EF4-FFF2-40B4-BE49-F238E27FC236}">
                    <a16:creationId xmlns:a16="http://schemas.microsoft.com/office/drawing/2014/main" id="{075D9B1F-DA5F-A1FB-9CCF-CB4DCD4C1542}"/>
                  </a:ext>
                </a:extLst>
              </p:cNvPr>
              <p:cNvSpPr>
                <a:spLocks noChangeShapeType="1"/>
              </p:cNvSpPr>
              <p:nvPr/>
            </p:nvSpPr>
            <p:spPr bwMode="auto">
              <a:xfrm>
                <a:off x="4051" y="2873"/>
                <a:ext cx="48" cy="31"/>
              </a:xfrm>
              <a:prstGeom prst="line">
                <a:avLst/>
              </a:prstGeom>
              <a:grpFill/>
              <a:ln w="12700">
                <a:solidFill>
                  <a:schemeClr val="bg1">
                    <a:lumMod val="65000"/>
                  </a:schemeClr>
                </a:solidFill>
                <a:round/>
                <a:headEnd/>
                <a:tailEnd/>
              </a:ln>
            </p:spPr>
            <p:txBody>
              <a:bodyPr/>
              <a:lstStyle/>
              <a:p>
                <a:endParaRPr lang="en-US"/>
              </a:p>
            </p:txBody>
          </p:sp>
        </p:grpSp>
        <p:grpSp>
          <p:nvGrpSpPr>
            <p:cNvPr id="103654" name="Group 1177">
              <a:extLst>
                <a:ext uri="{FF2B5EF4-FFF2-40B4-BE49-F238E27FC236}">
                  <a16:creationId xmlns:a16="http://schemas.microsoft.com/office/drawing/2014/main" id="{E94A3854-8D68-0344-FDF0-46AC71F170A6}"/>
                </a:ext>
              </a:extLst>
            </p:cNvPr>
            <p:cNvGrpSpPr>
              <a:grpSpLocks/>
            </p:cNvGrpSpPr>
            <p:nvPr/>
          </p:nvGrpSpPr>
          <p:grpSpPr bwMode="auto">
            <a:xfrm>
              <a:off x="3780" y="2387"/>
              <a:ext cx="431" cy="279"/>
              <a:chOff x="3780" y="2387"/>
              <a:chExt cx="431" cy="279"/>
            </a:xfrm>
            <a:grpFill/>
          </p:grpSpPr>
          <p:sp>
            <p:nvSpPr>
              <p:cNvPr id="103697" name="Freeform 1178">
                <a:extLst>
                  <a:ext uri="{FF2B5EF4-FFF2-40B4-BE49-F238E27FC236}">
                    <a16:creationId xmlns:a16="http://schemas.microsoft.com/office/drawing/2014/main" id="{3B71B634-77FA-1FE9-1B30-9D995CBA5C49}"/>
                  </a:ext>
                </a:extLst>
              </p:cNvPr>
              <p:cNvSpPr>
                <a:spLocks/>
              </p:cNvSpPr>
              <p:nvPr/>
            </p:nvSpPr>
            <p:spPr bwMode="auto">
              <a:xfrm>
                <a:off x="4099" y="2578"/>
                <a:ext cx="112" cy="88"/>
              </a:xfrm>
              <a:custGeom>
                <a:avLst/>
                <a:gdLst>
                  <a:gd name="T0" fmla="*/ 112 w 112"/>
                  <a:gd name="T1" fmla="*/ 88 h 88"/>
                  <a:gd name="T2" fmla="*/ 0 w 112"/>
                  <a:gd name="T3" fmla="*/ 48 h 88"/>
                  <a:gd name="T4" fmla="*/ 16 w 112"/>
                  <a:gd name="T5" fmla="*/ 24 h 88"/>
                  <a:gd name="T6" fmla="*/ 32 w 112"/>
                  <a:gd name="T7" fmla="*/ 0 h 88"/>
                  <a:gd name="T8" fmla="*/ 112 w 112"/>
                  <a:gd name="T9" fmla="*/ 88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88"/>
                    </a:moveTo>
                    <a:lnTo>
                      <a:pt x="0" y="48"/>
                    </a:lnTo>
                    <a:lnTo>
                      <a:pt x="16" y="24"/>
                    </a:lnTo>
                    <a:lnTo>
                      <a:pt x="32" y="0"/>
                    </a:lnTo>
                    <a:lnTo>
                      <a:pt x="112" y="88"/>
                    </a:lnTo>
                    <a:close/>
                  </a:path>
                </a:pathLst>
              </a:custGeom>
              <a:grpFill/>
              <a:ln w="9525">
                <a:solidFill>
                  <a:schemeClr val="bg1">
                    <a:lumMod val="65000"/>
                  </a:schemeClr>
                </a:solidFill>
                <a:round/>
                <a:headEnd/>
                <a:tailEnd/>
              </a:ln>
            </p:spPr>
            <p:txBody>
              <a:bodyPr/>
              <a:lstStyle/>
              <a:p>
                <a:endParaRPr lang="en-US"/>
              </a:p>
            </p:txBody>
          </p:sp>
          <p:sp>
            <p:nvSpPr>
              <p:cNvPr id="103698" name="Line 1179">
                <a:extLst>
                  <a:ext uri="{FF2B5EF4-FFF2-40B4-BE49-F238E27FC236}">
                    <a16:creationId xmlns:a16="http://schemas.microsoft.com/office/drawing/2014/main" id="{369993AA-F3BF-28FF-07ED-2D12D64B0D8E}"/>
                  </a:ext>
                </a:extLst>
              </p:cNvPr>
              <p:cNvSpPr>
                <a:spLocks noChangeShapeType="1"/>
              </p:cNvSpPr>
              <p:nvPr/>
            </p:nvSpPr>
            <p:spPr bwMode="auto">
              <a:xfrm>
                <a:off x="3780" y="2387"/>
                <a:ext cx="72" cy="48"/>
              </a:xfrm>
              <a:prstGeom prst="line">
                <a:avLst/>
              </a:prstGeom>
              <a:grpFill/>
              <a:ln w="12700">
                <a:solidFill>
                  <a:schemeClr val="bg1">
                    <a:lumMod val="65000"/>
                  </a:schemeClr>
                </a:solidFill>
                <a:round/>
                <a:headEnd/>
                <a:tailEnd/>
              </a:ln>
            </p:spPr>
            <p:txBody>
              <a:bodyPr/>
              <a:lstStyle/>
              <a:p>
                <a:endParaRPr lang="en-US"/>
              </a:p>
            </p:txBody>
          </p:sp>
          <p:sp>
            <p:nvSpPr>
              <p:cNvPr id="103699" name="Line 1180">
                <a:extLst>
                  <a:ext uri="{FF2B5EF4-FFF2-40B4-BE49-F238E27FC236}">
                    <a16:creationId xmlns:a16="http://schemas.microsoft.com/office/drawing/2014/main" id="{B5571E45-17F1-8FB5-4EDF-A6D1F2B55A5C}"/>
                  </a:ext>
                </a:extLst>
              </p:cNvPr>
              <p:cNvSpPr>
                <a:spLocks noChangeShapeType="1"/>
              </p:cNvSpPr>
              <p:nvPr/>
            </p:nvSpPr>
            <p:spPr bwMode="auto">
              <a:xfrm>
                <a:off x="3877" y="2451"/>
                <a:ext cx="71" cy="47"/>
              </a:xfrm>
              <a:prstGeom prst="line">
                <a:avLst/>
              </a:prstGeom>
              <a:grpFill/>
              <a:ln w="12700">
                <a:solidFill>
                  <a:schemeClr val="bg1">
                    <a:lumMod val="65000"/>
                  </a:schemeClr>
                </a:solidFill>
                <a:round/>
                <a:headEnd/>
                <a:tailEnd/>
              </a:ln>
            </p:spPr>
            <p:txBody>
              <a:bodyPr/>
              <a:lstStyle/>
              <a:p>
                <a:endParaRPr lang="en-US"/>
              </a:p>
            </p:txBody>
          </p:sp>
          <p:sp>
            <p:nvSpPr>
              <p:cNvPr id="103700" name="Line 1181">
                <a:extLst>
                  <a:ext uri="{FF2B5EF4-FFF2-40B4-BE49-F238E27FC236}">
                    <a16:creationId xmlns:a16="http://schemas.microsoft.com/office/drawing/2014/main" id="{C777569D-5865-71B9-F05B-891A25F40916}"/>
                  </a:ext>
                </a:extLst>
              </p:cNvPr>
              <p:cNvSpPr>
                <a:spLocks noChangeShapeType="1"/>
              </p:cNvSpPr>
              <p:nvPr/>
            </p:nvSpPr>
            <p:spPr bwMode="auto">
              <a:xfrm>
                <a:off x="3965" y="2507"/>
                <a:ext cx="78" cy="46"/>
              </a:xfrm>
              <a:prstGeom prst="line">
                <a:avLst/>
              </a:prstGeom>
              <a:grpFill/>
              <a:ln w="12700">
                <a:solidFill>
                  <a:schemeClr val="bg1">
                    <a:lumMod val="65000"/>
                  </a:schemeClr>
                </a:solidFill>
                <a:round/>
                <a:headEnd/>
                <a:tailEnd/>
              </a:ln>
            </p:spPr>
            <p:txBody>
              <a:bodyPr/>
              <a:lstStyle/>
              <a:p>
                <a:endParaRPr lang="en-US"/>
              </a:p>
            </p:txBody>
          </p:sp>
          <p:sp>
            <p:nvSpPr>
              <p:cNvPr id="103701" name="Line 1182">
                <a:extLst>
                  <a:ext uri="{FF2B5EF4-FFF2-40B4-BE49-F238E27FC236}">
                    <a16:creationId xmlns:a16="http://schemas.microsoft.com/office/drawing/2014/main" id="{E9150C4E-9C17-3AA9-40AE-977195DF8330}"/>
                  </a:ext>
                </a:extLst>
              </p:cNvPr>
              <p:cNvSpPr>
                <a:spLocks noChangeShapeType="1"/>
              </p:cNvSpPr>
              <p:nvPr/>
            </p:nvSpPr>
            <p:spPr bwMode="auto">
              <a:xfrm>
                <a:off x="4060" y="2570"/>
                <a:ext cx="55" cy="31"/>
              </a:xfrm>
              <a:prstGeom prst="line">
                <a:avLst/>
              </a:prstGeom>
              <a:grpFill/>
              <a:ln w="12700">
                <a:solidFill>
                  <a:schemeClr val="bg1">
                    <a:lumMod val="65000"/>
                  </a:schemeClr>
                </a:solidFill>
                <a:round/>
                <a:headEnd/>
                <a:tailEnd/>
              </a:ln>
            </p:spPr>
            <p:txBody>
              <a:bodyPr/>
              <a:lstStyle/>
              <a:p>
                <a:endParaRPr lang="en-US"/>
              </a:p>
            </p:txBody>
          </p:sp>
        </p:grpSp>
        <p:grpSp>
          <p:nvGrpSpPr>
            <p:cNvPr id="103655" name="Group 1183">
              <a:extLst>
                <a:ext uri="{FF2B5EF4-FFF2-40B4-BE49-F238E27FC236}">
                  <a16:creationId xmlns:a16="http://schemas.microsoft.com/office/drawing/2014/main" id="{1D238F2A-CE27-4AEF-0FB8-2A26D368A26A}"/>
                </a:ext>
              </a:extLst>
            </p:cNvPr>
            <p:cNvGrpSpPr>
              <a:grpSpLocks/>
            </p:cNvGrpSpPr>
            <p:nvPr/>
          </p:nvGrpSpPr>
          <p:grpSpPr bwMode="auto">
            <a:xfrm>
              <a:off x="3780" y="1781"/>
              <a:ext cx="415" cy="263"/>
              <a:chOff x="3780" y="1781"/>
              <a:chExt cx="415" cy="263"/>
            </a:xfrm>
            <a:grpFill/>
          </p:grpSpPr>
          <p:sp>
            <p:nvSpPr>
              <p:cNvPr id="103692" name="Freeform 1184">
                <a:extLst>
                  <a:ext uri="{FF2B5EF4-FFF2-40B4-BE49-F238E27FC236}">
                    <a16:creationId xmlns:a16="http://schemas.microsoft.com/office/drawing/2014/main" id="{0BF0F63C-F976-F209-A08B-34C4E09C8FF3}"/>
                  </a:ext>
                </a:extLst>
              </p:cNvPr>
              <p:cNvSpPr>
                <a:spLocks/>
              </p:cNvSpPr>
              <p:nvPr/>
            </p:nvSpPr>
            <p:spPr bwMode="auto">
              <a:xfrm>
                <a:off x="4083" y="1781"/>
                <a:ext cx="112" cy="87"/>
              </a:xfrm>
              <a:custGeom>
                <a:avLst/>
                <a:gdLst>
                  <a:gd name="T0" fmla="*/ 112 w 112"/>
                  <a:gd name="T1" fmla="*/ 0 h 87"/>
                  <a:gd name="T2" fmla="*/ 32 w 112"/>
                  <a:gd name="T3" fmla="*/ 87 h 87"/>
                  <a:gd name="T4" fmla="*/ 16 w 112"/>
                  <a:gd name="T5" fmla="*/ 64 h 87"/>
                  <a:gd name="T6" fmla="*/ 0 w 112"/>
                  <a:gd name="T7" fmla="*/ 40 h 87"/>
                  <a:gd name="T8" fmla="*/ 112 w 112"/>
                  <a:gd name="T9" fmla="*/ 0 h 87"/>
                  <a:gd name="T10" fmla="*/ 0 60000 65536"/>
                  <a:gd name="T11" fmla="*/ 0 60000 65536"/>
                  <a:gd name="T12" fmla="*/ 0 60000 65536"/>
                  <a:gd name="T13" fmla="*/ 0 60000 65536"/>
                  <a:gd name="T14" fmla="*/ 0 60000 65536"/>
                  <a:gd name="T15" fmla="*/ 0 w 112"/>
                  <a:gd name="T16" fmla="*/ 0 h 87"/>
                  <a:gd name="T17" fmla="*/ 112 w 112"/>
                  <a:gd name="T18" fmla="*/ 87 h 87"/>
                </a:gdLst>
                <a:ahLst/>
                <a:cxnLst>
                  <a:cxn ang="T10">
                    <a:pos x="T0" y="T1"/>
                  </a:cxn>
                  <a:cxn ang="T11">
                    <a:pos x="T2" y="T3"/>
                  </a:cxn>
                  <a:cxn ang="T12">
                    <a:pos x="T4" y="T5"/>
                  </a:cxn>
                  <a:cxn ang="T13">
                    <a:pos x="T6" y="T7"/>
                  </a:cxn>
                  <a:cxn ang="T14">
                    <a:pos x="T8" y="T9"/>
                  </a:cxn>
                </a:cxnLst>
                <a:rect l="T15" t="T16" r="T17" b="T18"/>
                <a:pathLst>
                  <a:path w="112" h="87">
                    <a:moveTo>
                      <a:pt x="112" y="0"/>
                    </a:moveTo>
                    <a:lnTo>
                      <a:pt x="32" y="87"/>
                    </a:lnTo>
                    <a:lnTo>
                      <a:pt x="16" y="64"/>
                    </a:lnTo>
                    <a:lnTo>
                      <a:pt x="0" y="40"/>
                    </a:lnTo>
                    <a:lnTo>
                      <a:pt x="112" y="0"/>
                    </a:lnTo>
                    <a:close/>
                  </a:path>
                </a:pathLst>
              </a:custGeom>
              <a:grpFill/>
              <a:ln w="9525">
                <a:solidFill>
                  <a:schemeClr val="bg1">
                    <a:lumMod val="65000"/>
                  </a:schemeClr>
                </a:solidFill>
                <a:round/>
                <a:headEnd/>
                <a:tailEnd/>
              </a:ln>
            </p:spPr>
            <p:txBody>
              <a:bodyPr/>
              <a:lstStyle/>
              <a:p>
                <a:endParaRPr lang="en-US"/>
              </a:p>
            </p:txBody>
          </p:sp>
          <p:sp>
            <p:nvSpPr>
              <p:cNvPr id="103693" name="Line 1185">
                <a:extLst>
                  <a:ext uri="{FF2B5EF4-FFF2-40B4-BE49-F238E27FC236}">
                    <a16:creationId xmlns:a16="http://schemas.microsoft.com/office/drawing/2014/main" id="{74307258-69EF-983C-D9E8-9D6E04731C99}"/>
                  </a:ext>
                </a:extLst>
              </p:cNvPr>
              <p:cNvSpPr>
                <a:spLocks noChangeShapeType="1"/>
              </p:cNvSpPr>
              <p:nvPr/>
            </p:nvSpPr>
            <p:spPr bwMode="auto">
              <a:xfrm flipV="1">
                <a:off x="3780" y="1996"/>
                <a:ext cx="72" cy="48"/>
              </a:xfrm>
              <a:prstGeom prst="line">
                <a:avLst/>
              </a:prstGeom>
              <a:grpFill/>
              <a:ln w="12700">
                <a:solidFill>
                  <a:schemeClr val="bg1">
                    <a:lumMod val="65000"/>
                  </a:schemeClr>
                </a:solidFill>
                <a:round/>
                <a:headEnd/>
                <a:tailEnd/>
              </a:ln>
            </p:spPr>
            <p:txBody>
              <a:bodyPr/>
              <a:lstStyle/>
              <a:p>
                <a:endParaRPr lang="en-US"/>
              </a:p>
            </p:txBody>
          </p:sp>
          <p:sp>
            <p:nvSpPr>
              <p:cNvPr id="103694" name="Line 1186">
                <a:extLst>
                  <a:ext uri="{FF2B5EF4-FFF2-40B4-BE49-F238E27FC236}">
                    <a16:creationId xmlns:a16="http://schemas.microsoft.com/office/drawing/2014/main" id="{75071E97-1AB2-4CB3-95B4-5A6D92652F4B}"/>
                  </a:ext>
                </a:extLst>
              </p:cNvPr>
              <p:cNvSpPr>
                <a:spLocks noChangeShapeType="1"/>
              </p:cNvSpPr>
              <p:nvPr/>
            </p:nvSpPr>
            <p:spPr bwMode="auto">
              <a:xfrm flipV="1">
                <a:off x="3876" y="1940"/>
                <a:ext cx="72" cy="40"/>
              </a:xfrm>
              <a:prstGeom prst="line">
                <a:avLst/>
              </a:prstGeom>
              <a:grpFill/>
              <a:ln w="12700">
                <a:solidFill>
                  <a:schemeClr val="bg1">
                    <a:lumMod val="65000"/>
                  </a:schemeClr>
                </a:solidFill>
                <a:round/>
                <a:headEnd/>
                <a:tailEnd/>
              </a:ln>
            </p:spPr>
            <p:txBody>
              <a:bodyPr/>
              <a:lstStyle/>
              <a:p>
                <a:endParaRPr lang="en-US"/>
              </a:p>
            </p:txBody>
          </p:sp>
          <p:sp>
            <p:nvSpPr>
              <p:cNvPr id="103695" name="Line 1187">
                <a:extLst>
                  <a:ext uri="{FF2B5EF4-FFF2-40B4-BE49-F238E27FC236}">
                    <a16:creationId xmlns:a16="http://schemas.microsoft.com/office/drawing/2014/main" id="{9A6A068D-BFDD-8A2C-4F42-8069E2D3D7A2}"/>
                  </a:ext>
                </a:extLst>
              </p:cNvPr>
              <p:cNvSpPr>
                <a:spLocks noChangeShapeType="1"/>
              </p:cNvSpPr>
              <p:nvPr/>
            </p:nvSpPr>
            <p:spPr bwMode="auto">
              <a:xfrm flipV="1">
                <a:off x="3973" y="1878"/>
                <a:ext cx="70" cy="46"/>
              </a:xfrm>
              <a:prstGeom prst="line">
                <a:avLst/>
              </a:prstGeom>
              <a:grpFill/>
              <a:ln w="12700">
                <a:solidFill>
                  <a:schemeClr val="bg1">
                    <a:lumMod val="65000"/>
                  </a:schemeClr>
                </a:solidFill>
                <a:round/>
                <a:headEnd/>
                <a:tailEnd/>
              </a:ln>
            </p:spPr>
            <p:txBody>
              <a:bodyPr/>
              <a:lstStyle/>
              <a:p>
                <a:endParaRPr lang="en-US"/>
              </a:p>
            </p:txBody>
          </p:sp>
          <p:sp>
            <p:nvSpPr>
              <p:cNvPr id="103696" name="Line 1188">
                <a:extLst>
                  <a:ext uri="{FF2B5EF4-FFF2-40B4-BE49-F238E27FC236}">
                    <a16:creationId xmlns:a16="http://schemas.microsoft.com/office/drawing/2014/main" id="{4D92D1B8-4CEA-07AF-F117-D4C7521AD699}"/>
                  </a:ext>
                </a:extLst>
              </p:cNvPr>
              <p:cNvSpPr>
                <a:spLocks noChangeShapeType="1"/>
              </p:cNvSpPr>
              <p:nvPr/>
            </p:nvSpPr>
            <p:spPr bwMode="auto">
              <a:xfrm flipV="1">
                <a:off x="4059" y="1846"/>
                <a:ext cx="40" cy="15"/>
              </a:xfrm>
              <a:prstGeom prst="line">
                <a:avLst/>
              </a:prstGeom>
              <a:grpFill/>
              <a:ln w="12700">
                <a:solidFill>
                  <a:schemeClr val="bg1">
                    <a:lumMod val="65000"/>
                  </a:schemeClr>
                </a:solidFill>
                <a:round/>
                <a:headEnd/>
                <a:tailEnd/>
              </a:ln>
            </p:spPr>
            <p:txBody>
              <a:bodyPr/>
              <a:lstStyle/>
              <a:p>
                <a:endParaRPr lang="en-US"/>
              </a:p>
            </p:txBody>
          </p:sp>
        </p:grpSp>
        <p:grpSp>
          <p:nvGrpSpPr>
            <p:cNvPr id="103656" name="Group 1189">
              <a:extLst>
                <a:ext uri="{FF2B5EF4-FFF2-40B4-BE49-F238E27FC236}">
                  <a16:creationId xmlns:a16="http://schemas.microsoft.com/office/drawing/2014/main" id="{AFD34A7E-F143-B4B8-952C-B1AE8EF49829}"/>
                </a:ext>
              </a:extLst>
            </p:cNvPr>
            <p:cNvGrpSpPr>
              <a:grpSpLocks/>
            </p:cNvGrpSpPr>
            <p:nvPr/>
          </p:nvGrpSpPr>
          <p:grpSpPr bwMode="auto">
            <a:xfrm>
              <a:off x="3780" y="1765"/>
              <a:ext cx="447" cy="279"/>
              <a:chOff x="3780" y="1765"/>
              <a:chExt cx="447" cy="279"/>
            </a:xfrm>
            <a:grpFill/>
          </p:grpSpPr>
          <p:sp>
            <p:nvSpPr>
              <p:cNvPr id="103687" name="Freeform 1190">
                <a:extLst>
                  <a:ext uri="{FF2B5EF4-FFF2-40B4-BE49-F238E27FC236}">
                    <a16:creationId xmlns:a16="http://schemas.microsoft.com/office/drawing/2014/main" id="{199A8889-9AF1-A950-02FB-B5E0EBB99758}"/>
                  </a:ext>
                </a:extLst>
              </p:cNvPr>
              <p:cNvSpPr>
                <a:spLocks/>
              </p:cNvSpPr>
              <p:nvPr/>
            </p:nvSpPr>
            <p:spPr bwMode="auto">
              <a:xfrm>
                <a:off x="4115" y="1964"/>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 name="T15" fmla="*/ 0 w 112"/>
                  <a:gd name="T16" fmla="*/ 0 h 80"/>
                  <a:gd name="T17" fmla="*/ 112 w 112"/>
                  <a:gd name="T18" fmla="*/ 80 h 80"/>
                </a:gdLst>
                <a:ahLst/>
                <a:cxnLst>
                  <a:cxn ang="T10">
                    <a:pos x="T0" y="T1"/>
                  </a:cxn>
                  <a:cxn ang="T11">
                    <a:pos x="T2" y="T3"/>
                  </a:cxn>
                  <a:cxn ang="T12">
                    <a:pos x="T4" y="T5"/>
                  </a:cxn>
                  <a:cxn ang="T13">
                    <a:pos x="T6" y="T7"/>
                  </a:cxn>
                  <a:cxn ang="T14">
                    <a:pos x="T8" y="T9"/>
                  </a:cxn>
                </a:cxnLst>
                <a:rect l="T15" t="T16" r="T17" b="T18"/>
                <a:pathLst>
                  <a:path w="112" h="80">
                    <a:moveTo>
                      <a:pt x="112" y="80"/>
                    </a:moveTo>
                    <a:lnTo>
                      <a:pt x="0" y="48"/>
                    </a:lnTo>
                    <a:lnTo>
                      <a:pt x="16" y="24"/>
                    </a:lnTo>
                    <a:lnTo>
                      <a:pt x="32" y="0"/>
                    </a:lnTo>
                    <a:lnTo>
                      <a:pt x="112" y="80"/>
                    </a:lnTo>
                    <a:close/>
                  </a:path>
                </a:pathLst>
              </a:custGeom>
              <a:grpFill/>
              <a:ln w="9525">
                <a:solidFill>
                  <a:schemeClr val="bg1">
                    <a:lumMod val="65000"/>
                  </a:schemeClr>
                </a:solidFill>
                <a:round/>
                <a:headEnd/>
                <a:tailEnd/>
              </a:ln>
            </p:spPr>
            <p:txBody>
              <a:bodyPr/>
              <a:lstStyle/>
              <a:p>
                <a:endParaRPr lang="en-US"/>
              </a:p>
            </p:txBody>
          </p:sp>
          <p:sp>
            <p:nvSpPr>
              <p:cNvPr id="103688" name="Line 1191">
                <a:extLst>
                  <a:ext uri="{FF2B5EF4-FFF2-40B4-BE49-F238E27FC236}">
                    <a16:creationId xmlns:a16="http://schemas.microsoft.com/office/drawing/2014/main" id="{5B952B40-2DA0-A6D4-EBB3-57D25C1565C6}"/>
                  </a:ext>
                </a:extLst>
              </p:cNvPr>
              <p:cNvSpPr>
                <a:spLocks noChangeShapeType="1"/>
              </p:cNvSpPr>
              <p:nvPr/>
            </p:nvSpPr>
            <p:spPr bwMode="auto">
              <a:xfrm>
                <a:off x="3780" y="1765"/>
                <a:ext cx="72" cy="48"/>
              </a:xfrm>
              <a:prstGeom prst="line">
                <a:avLst/>
              </a:prstGeom>
              <a:grpFill/>
              <a:ln w="12700">
                <a:solidFill>
                  <a:schemeClr val="bg1">
                    <a:lumMod val="65000"/>
                  </a:schemeClr>
                </a:solidFill>
                <a:round/>
                <a:headEnd/>
                <a:tailEnd/>
              </a:ln>
            </p:spPr>
            <p:txBody>
              <a:bodyPr/>
              <a:lstStyle/>
              <a:p>
                <a:endParaRPr lang="en-US"/>
              </a:p>
            </p:txBody>
          </p:sp>
          <p:sp>
            <p:nvSpPr>
              <p:cNvPr id="103689" name="Line 1192">
                <a:extLst>
                  <a:ext uri="{FF2B5EF4-FFF2-40B4-BE49-F238E27FC236}">
                    <a16:creationId xmlns:a16="http://schemas.microsoft.com/office/drawing/2014/main" id="{8B48C727-39B5-27CA-E98A-CB7FA09A2187}"/>
                  </a:ext>
                </a:extLst>
              </p:cNvPr>
              <p:cNvSpPr>
                <a:spLocks noChangeShapeType="1"/>
              </p:cNvSpPr>
              <p:nvPr/>
            </p:nvSpPr>
            <p:spPr bwMode="auto">
              <a:xfrm>
                <a:off x="3877" y="1821"/>
                <a:ext cx="71" cy="47"/>
              </a:xfrm>
              <a:prstGeom prst="line">
                <a:avLst/>
              </a:prstGeom>
              <a:grpFill/>
              <a:ln w="12700">
                <a:solidFill>
                  <a:schemeClr val="bg1">
                    <a:lumMod val="65000"/>
                  </a:schemeClr>
                </a:solidFill>
                <a:round/>
                <a:headEnd/>
                <a:tailEnd/>
              </a:ln>
            </p:spPr>
            <p:txBody>
              <a:bodyPr/>
              <a:lstStyle/>
              <a:p>
                <a:endParaRPr lang="en-US"/>
              </a:p>
            </p:txBody>
          </p:sp>
          <p:sp>
            <p:nvSpPr>
              <p:cNvPr id="103690" name="Line 1193">
                <a:extLst>
                  <a:ext uri="{FF2B5EF4-FFF2-40B4-BE49-F238E27FC236}">
                    <a16:creationId xmlns:a16="http://schemas.microsoft.com/office/drawing/2014/main" id="{A3467078-832C-F07B-6449-7BA0110104D7}"/>
                  </a:ext>
                </a:extLst>
              </p:cNvPr>
              <p:cNvSpPr>
                <a:spLocks noChangeShapeType="1"/>
              </p:cNvSpPr>
              <p:nvPr/>
            </p:nvSpPr>
            <p:spPr bwMode="auto">
              <a:xfrm>
                <a:off x="3972" y="1884"/>
                <a:ext cx="71" cy="47"/>
              </a:xfrm>
              <a:prstGeom prst="line">
                <a:avLst/>
              </a:prstGeom>
              <a:grpFill/>
              <a:ln w="12700">
                <a:solidFill>
                  <a:schemeClr val="bg1">
                    <a:lumMod val="65000"/>
                  </a:schemeClr>
                </a:solidFill>
                <a:round/>
                <a:headEnd/>
                <a:tailEnd/>
              </a:ln>
            </p:spPr>
            <p:txBody>
              <a:bodyPr/>
              <a:lstStyle/>
              <a:p>
                <a:endParaRPr lang="en-US"/>
              </a:p>
            </p:txBody>
          </p:sp>
          <p:sp>
            <p:nvSpPr>
              <p:cNvPr id="103691" name="Line 1194">
                <a:extLst>
                  <a:ext uri="{FF2B5EF4-FFF2-40B4-BE49-F238E27FC236}">
                    <a16:creationId xmlns:a16="http://schemas.microsoft.com/office/drawing/2014/main" id="{E50D80D2-FC8D-A0F4-737B-006D6C40C969}"/>
                  </a:ext>
                </a:extLst>
              </p:cNvPr>
              <p:cNvSpPr>
                <a:spLocks noChangeShapeType="1"/>
              </p:cNvSpPr>
              <p:nvPr/>
            </p:nvSpPr>
            <p:spPr bwMode="auto">
              <a:xfrm>
                <a:off x="4068" y="1940"/>
                <a:ext cx="63" cy="47"/>
              </a:xfrm>
              <a:prstGeom prst="line">
                <a:avLst/>
              </a:prstGeom>
              <a:grpFill/>
              <a:ln w="12700">
                <a:solidFill>
                  <a:schemeClr val="bg1">
                    <a:lumMod val="65000"/>
                  </a:schemeClr>
                </a:solidFill>
                <a:round/>
                <a:headEnd/>
                <a:tailEnd/>
              </a:ln>
            </p:spPr>
            <p:txBody>
              <a:bodyPr/>
              <a:lstStyle/>
              <a:p>
                <a:endParaRPr lang="en-US"/>
              </a:p>
            </p:txBody>
          </p:sp>
        </p:grpSp>
        <p:grpSp>
          <p:nvGrpSpPr>
            <p:cNvPr id="103657" name="Group 1195">
              <a:extLst>
                <a:ext uri="{FF2B5EF4-FFF2-40B4-BE49-F238E27FC236}">
                  <a16:creationId xmlns:a16="http://schemas.microsoft.com/office/drawing/2014/main" id="{4BEB2D43-D9D9-F441-29A0-F1F5765E430F}"/>
                </a:ext>
              </a:extLst>
            </p:cNvPr>
            <p:cNvGrpSpPr>
              <a:grpSpLocks/>
            </p:cNvGrpSpPr>
            <p:nvPr/>
          </p:nvGrpSpPr>
          <p:grpSpPr bwMode="auto">
            <a:xfrm>
              <a:off x="3326" y="1781"/>
              <a:ext cx="430" cy="255"/>
              <a:chOff x="3326" y="1781"/>
              <a:chExt cx="430" cy="255"/>
            </a:xfrm>
            <a:grpFill/>
          </p:grpSpPr>
          <p:sp>
            <p:nvSpPr>
              <p:cNvPr id="103682" name="Freeform 1196">
                <a:extLst>
                  <a:ext uri="{FF2B5EF4-FFF2-40B4-BE49-F238E27FC236}">
                    <a16:creationId xmlns:a16="http://schemas.microsoft.com/office/drawing/2014/main" id="{E163EE89-5949-B124-863E-808E1755F233}"/>
                  </a:ext>
                </a:extLst>
              </p:cNvPr>
              <p:cNvSpPr>
                <a:spLocks/>
              </p:cNvSpPr>
              <p:nvPr/>
            </p:nvSpPr>
            <p:spPr bwMode="auto">
              <a:xfrm>
                <a:off x="3644" y="1956"/>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 name="T15" fmla="*/ 0 w 112"/>
                  <a:gd name="T16" fmla="*/ 0 h 80"/>
                  <a:gd name="T17" fmla="*/ 112 w 112"/>
                  <a:gd name="T18" fmla="*/ 80 h 80"/>
                </a:gdLst>
                <a:ahLst/>
                <a:cxnLst>
                  <a:cxn ang="T10">
                    <a:pos x="T0" y="T1"/>
                  </a:cxn>
                  <a:cxn ang="T11">
                    <a:pos x="T2" y="T3"/>
                  </a:cxn>
                  <a:cxn ang="T12">
                    <a:pos x="T4" y="T5"/>
                  </a:cxn>
                  <a:cxn ang="T13">
                    <a:pos x="T6" y="T7"/>
                  </a:cxn>
                  <a:cxn ang="T14">
                    <a:pos x="T8" y="T9"/>
                  </a:cxn>
                </a:cxnLst>
                <a:rect l="T15" t="T16" r="T17" b="T18"/>
                <a:pathLst>
                  <a:path w="112" h="80">
                    <a:moveTo>
                      <a:pt x="112" y="80"/>
                    </a:moveTo>
                    <a:lnTo>
                      <a:pt x="0" y="48"/>
                    </a:lnTo>
                    <a:lnTo>
                      <a:pt x="16" y="24"/>
                    </a:lnTo>
                    <a:lnTo>
                      <a:pt x="32" y="0"/>
                    </a:lnTo>
                    <a:lnTo>
                      <a:pt x="112" y="80"/>
                    </a:lnTo>
                    <a:close/>
                  </a:path>
                </a:pathLst>
              </a:custGeom>
              <a:grpFill/>
              <a:ln w="9525">
                <a:solidFill>
                  <a:schemeClr val="bg1">
                    <a:lumMod val="65000"/>
                  </a:schemeClr>
                </a:solidFill>
                <a:round/>
                <a:headEnd/>
                <a:tailEnd/>
              </a:ln>
            </p:spPr>
            <p:txBody>
              <a:bodyPr/>
              <a:lstStyle/>
              <a:p>
                <a:endParaRPr lang="en-US"/>
              </a:p>
            </p:txBody>
          </p:sp>
          <p:sp>
            <p:nvSpPr>
              <p:cNvPr id="103683" name="Line 1197">
                <a:extLst>
                  <a:ext uri="{FF2B5EF4-FFF2-40B4-BE49-F238E27FC236}">
                    <a16:creationId xmlns:a16="http://schemas.microsoft.com/office/drawing/2014/main" id="{69060497-44CE-F07C-0743-81F1225BC907}"/>
                  </a:ext>
                </a:extLst>
              </p:cNvPr>
              <p:cNvSpPr>
                <a:spLocks noChangeShapeType="1"/>
              </p:cNvSpPr>
              <p:nvPr/>
            </p:nvSpPr>
            <p:spPr bwMode="auto">
              <a:xfrm>
                <a:off x="3326" y="1781"/>
                <a:ext cx="71" cy="47"/>
              </a:xfrm>
              <a:prstGeom prst="line">
                <a:avLst/>
              </a:prstGeom>
              <a:grpFill/>
              <a:ln w="12700">
                <a:solidFill>
                  <a:schemeClr val="bg1">
                    <a:lumMod val="65000"/>
                  </a:schemeClr>
                </a:solidFill>
                <a:round/>
                <a:headEnd/>
                <a:tailEnd/>
              </a:ln>
            </p:spPr>
            <p:txBody>
              <a:bodyPr/>
              <a:lstStyle/>
              <a:p>
                <a:endParaRPr lang="en-US"/>
              </a:p>
            </p:txBody>
          </p:sp>
          <p:sp>
            <p:nvSpPr>
              <p:cNvPr id="103684" name="Line 1198">
                <a:extLst>
                  <a:ext uri="{FF2B5EF4-FFF2-40B4-BE49-F238E27FC236}">
                    <a16:creationId xmlns:a16="http://schemas.microsoft.com/office/drawing/2014/main" id="{7BBF6847-C99C-4952-0C3E-614C82DF9050}"/>
                  </a:ext>
                </a:extLst>
              </p:cNvPr>
              <p:cNvSpPr>
                <a:spLocks noChangeShapeType="1"/>
              </p:cNvSpPr>
              <p:nvPr/>
            </p:nvSpPr>
            <p:spPr bwMode="auto">
              <a:xfrm>
                <a:off x="3422" y="1837"/>
                <a:ext cx="79" cy="47"/>
              </a:xfrm>
              <a:prstGeom prst="line">
                <a:avLst/>
              </a:prstGeom>
              <a:grpFill/>
              <a:ln w="12700">
                <a:solidFill>
                  <a:schemeClr val="bg1">
                    <a:lumMod val="65000"/>
                  </a:schemeClr>
                </a:solidFill>
                <a:round/>
                <a:headEnd/>
                <a:tailEnd/>
              </a:ln>
            </p:spPr>
            <p:txBody>
              <a:bodyPr/>
              <a:lstStyle/>
              <a:p>
                <a:endParaRPr lang="en-US"/>
              </a:p>
            </p:txBody>
          </p:sp>
          <p:sp>
            <p:nvSpPr>
              <p:cNvPr id="103685" name="Line 1199">
                <a:extLst>
                  <a:ext uri="{FF2B5EF4-FFF2-40B4-BE49-F238E27FC236}">
                    <a16:creationId xmlns:a16="http://schemas.microsoft.com/office/drawing/2014/main" id="{2FA6DDF5-A1ED-B000-C231-F20DFDD54B45}"/>
                  </a:ext>
                </a:extLst>
              </p:cNvPr>
              <p:cNvSpPr>
                <a:spLocks noChangeShapeType="1"/>
              </p:cNvSpPr>
              <p:nvPr/>
            </p:nvSpPr>
            <p:spPr bwMode="auto">
              <a:xfrm>
                <a:off x="3516" y="1892"/>
                <a:ext cx="80" cy="47"/>
              </a:xfrm>
              <a:prstGeom prst="line">
                <a:avLst/>
              </a:prstGeom>
              <a:grpFill/>
              <a:ln w="12700">
                <a:solidFill>
                  <a:schemeClr val="bg1">
                    <a:lumMod val="65000"/>
                  </a:schemeClr>
                </a:solidFill>
                <a:round/>
                <a:headEnd/>
                <a:tailEnd/>
              </a:ln>
            </p:spPr>
            <p:txBody>
              <a:bodyPr/>
              <a:lstStyle/>
              <a:p>
                <a:endParaRPr lang="en-US"/>
              </a:p>
            </p:txBody>
          </p:sp>
          <p:sp>
            <p:nvSpPr>
              <p:cNvPr id="103686" name="Line 1200">
                <a:extLst>
                  <a:ext uri="{FF2B5EF4-FFF2-40B4-BE49-F238E27FC236}">
                    <a16:creationId xmlns:a16="http://schemas.microsoft.com/office/drawing/2014/main" id="{3113A60D-A2F1-84C7-C791-28E4D0FC3234}"/>
                  </a:ext>
                </a:extLst>
              </p:cNvPr>
              <p:cNvSpPr>
                <a:spLocks noChangeShapeType="1"/>
              </p:cNvSpPr>
              <p:nvPr/>
            </p:nvSpPr>
            <p:spPr bwMode="auto">
              <a:xfrm>
                <a:off x="3612" y="1948"/>
                <a:ext cx="48" cy="32"/>
              </a:xfrm>
              <a:prstGeom prst="line">
                <a:avLst/>
              </a:prstGeom>
              <a:grpFill/>
              <a:ln w="12700">
                <a:solidFill>
                  <a:schemeClr val="bg1">
                    <a:lumMod val="65000"/>
                  </a:schemeClr>
                </a:solidFill>
                <a:round/>
                <a:headEnd/>
                <a:tailEnd/>
              </a:ln>
            </p:spPr>
            <p:txBody>
              <a:bodyPr/>
              <a:lstStyle/>
              <a:p>
                <a:endParaRPr lang="en-US"/>
              </a:p>
            </p:txBody>
          </p:sp>
        </p:grpSp>
        <p:grpSp>
          <p:nvGrpSpPr>
            <p:cNvPr id="103658" name="Group 1201">
              <a:extLst>
                <a:ext uri="{FF2B5EF4-FFF2-40B4-BE49-F238E27FC236}">
                  <a16:creationId xmlns:a16="http://schemas.microsoft.com/office/drawing/2014/main" id="{2A2F10A9-4EE8-AB82-E51D-A9DAA33A3A42}"/>
                </a:ext>
              </a:extLst>
            </p:cNvPr>
            <p:cNvGrpSpPr>
              <a:grpSpLocks/>
            </p:cNvGrpSpPr>
            <p:nvPr/>
          </p:nvGrpSpPr>
          <p:grpSpPr bwMode="auto">
            <a:xfrm>
              <a:off x="3325" y="2698"/>
              <a:ext cx="415" cy="279"/>
              <a:chOff x="3325" y="2698"/>
              <a:chExt cx="415" cy="279"/>
            </a:xfrm>
            <a:grpFill/>
          </p:grpSpPr>
          <p:sp>
            <p:nvSpPr>
              <p:cNvPr id="103677" name="Freeform 1202">
                <a:extLst>
                  <a:ext uri="{FF2B5EF4-FFF2-40B4-BE49-F238E27FC236}">
                    <a16:creationId xmlns:a16="http://schemas.microsoft.com/office/drawing/2014/main" id="{2104D4AB-B1F3-4147-8874-C8D70C052613}"/>
                  </a:ext>
                </a:extLst>
              </p:cNvPr>
              <p:cNvSpPr>
                <a:spLocks/>
              </p:cNvSpPr>
              <p:nvPr/>
            </p:nvSpPr>
            <p:spPr bwMode="auto">
              <a:xfrm>
                <a:off x="3628" y="2889"/>
                <a:ext cx="112" cy="88"/>
              </a:xfrm>
              <a:custGeom>
                <a:avLst/>
                <a:gdLst>
                  <a:gd name="T0" fmla="*/ 112 w 112"/>
                  <a:gd name="T1" fmla="*/ 88 h 88"/>
                  <a:gd name="T2" fmla="*/ 0 w 112"/>
                  <a:gd name="T3" fmla="*/ 48 h 88"/>
                  <a:gd name="T4" fmla="*/ 16 w 112"/>
                  <a:gd name="T5" fmla="*/ 24 h 88"/>
                  <a:gd name="T6" fmla="*/ 32 w 112"/>
                  <a:gd name="T7" fmla="*/ 0 h 88"/>
                  <a:gd name="T8" fmla="*/ 112 w 112"/>
                  <a:gd name="T9" fmla="*/ 88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88"/>
                    </a:moveTo>
                    <a:lnTo>
                      <a:pt x="0" y="48"/>
                    </a:lnTo>
                    <a:lnTo>
                      <a:pt x="16" y="24"/>
                    </a:lnTo>
                    <a:lnTo>
                      <a:pt x="32" y="0"/>
                    </a:lnTo>
                    <a:lnTo>
                      <a:pt x="112" y="88"/>
                    </a:lnTo>
                    <a:close/>
                  </a:path>
                </a:pathLst>
              </a:custGeom>
              <a:grpFill/>
              <a:ln w="9525">
                <a:solidFill>
                  <a:schemeClr val="bg1">
                    <a:lumMod val="65000"/>
                  </a:schemeClr>
                </a:solidFill>
                <a:round/>
                <a:headEnd/>
                <a:tailEnd/>
              </a:ln>
            </p:spPr>
            <p:txBody>
              <a:bodyPr/>
              <a:lstStyle/>
              <a:p>
                <a:endParaRPr lang="en-US"/>
              </a:p>
            </p:txBody>
          </p:sp>
          <p:sp>
            <p:nvSpPr>
              <p:cNvPr id="103678" name="Line 1203">
                <a:extLst>
                  <a:ext uri="{FF2B5EF4-FFF2-40B4-BE49-F238E27FC236}">
                    <a16:creationId xmlns:a16="http://schemas.microsoft.com/office/drawing/2014/main" id="{0942A008-D1F1-E384-6631-A0AEF3A40A4E}"/>
                  </a:ext>
                </a:extLst>
              </p:cNvPr>
              <p:cNvSpPr>
                <a:spLocks noChangeShapeType="1"/>
              </p:cNvSpPr>
              <p:nvPr/>
            </p:nvSpPr>
            <p:spPr bwMode="auto">
              <a:xfrm>
                <a:off x="3325" y="2698"/>
                <a:ext cx="72" cy="48"/>
              </a:xfrm>
              <a:prstGeom prst="line">
                <a:avLst/>
              </a:prstGeom>
              <a:grpFill/>
              <a:ln w="12700">
                <a:solidFill>
                  <a:schemeClr val="bg1">
                    <a:lumMod val="65000"/>
                  </a:schemeClr>
                </a:solidFill>
                <a:round/>
                <a:headEnd/>
                <a:tailEnd/>
              </a:ln>
            </p:spPr>
            <p:txBody>
              <a:bodyPr/>
              <a:lstStyle/>
              <a:p>
                <a:endParaRPr lang="en-US"/>
              </a:p>
            </p:txBody>
          </p:sp>
          <p:sp>
            <p:nvSpPr>
              <p:cNvPr id="103679" name="Line 1204">
                <a:extLst>
                  <a:ext uri="{FF2B5EF4-FFF2-40B4-BE49-F238E27FC236}">
                    <a16:creationId xmlns:a16="http://schemas.microsoft.com/office/drawing/2014/main" id="{15A3B13E-14EE-3B73-BC6B-476B315BC7A1}"/>
                  </a:ext>
                </a:extLst>
              </p:cNvPr>
              <p:cNvSpPr>
                <a:spLocks noChangeShapeType="1"/>
              </p:cNvSpPr>
              <p:nvPr/>
            </p:nvSpPr>
            <p:spPr bwMode="auto">
              <a:xfrm>
                <a:off x="3421" y="2762"/>
                <a:ext cx="72" cy="48"/>
              </a:xfrm>
              <a:prstGeom prst="line">
                <a:avLst/>
              </a:prstGeom>
              <a:grpFill/>
              <a:ln w="12700">
                <a:solidFill>
                  <a:schemeClr val="bg1">
                    <a:lumMod val="65000"/>
                  </a:schemeClr>
                </a:solidFill>
                <a:round/>
                <a:headEnd/>
                <a:tailEnd/>
              </a:ln>
            </p:spPr>
            <p:txBody>
              <a:bodyPr/>
              <a:lstStyle/>
              <a:p>
                <a:endParaRPr lang="en-US"/>
              </a:p>
            </p:txBody>
          </p:sp>
          <p:sp>
            <p:nvSpPr>
              <p:cNvPr id="103680" name="Line 1205">
                <a:extLst>
                  <a:ext uri="{FF2B5EF4-FFF2-40B4-BE49-F238E27FC236}">
                    <a16:creationId xmlns:a16="http://schemas.microsoft.com/office/drawing/2014/main" id="{1EFD9338-B584-692E-E94F-F0EAB034A88E}"/>
                  </a:ext>
                </a:extLst>
              </p:cNvPr>
              <p:cNvSpPr>
                <a:spLocks noChangeShapeType="1"/>
              </p:cNvSpPr>
              <p:nvPr/>
            </p:nvSpPr>
            <p:spPr bwMode="auto">
              <a:xfrm>
                <a:off x="3510" y="2826"/>
                <a:ext cx="70" cy="46"/>
              </a:xfrm>
              <a:prstGeom prst="line">
                <a:avLst/>
              </a:prstGeom>
              <a:grpFill/>
              <a:ln w="12700">
                <a:solidFill>
                  <a:schemeClr val="bg1">
                    <a:lumMod val="65000"/>
                  </a:schemeClr>
                </a:solidFill>
                <a:round/>
                <a:headEnd/>
                <a:tailEnd/>
              </a:ln>
            </p:spPr>
            <p:txBody>
              <a:bodyPr/>
              <a:lstStyle/>
              <a:p>
                <a:endParaRPr lang="en-US"/>
              </a:p>
            </p:txBody>
          </p:sp>
          <p:sp>
            <p:nvSpPr>
              <p:cNvPr id="103681" name="Line 1206">
                <a:extLst>
                  <a:ext uri="{FF2B5EF4-FFF2-40B4-BE49-F238E27FC236}">
                    <a16:creationId xmlns:a16="http://schemas.microsoft.com/office/drawing/2014/main" id="{E108C1CE-388C-3837-43B9-DF76C04D03FE}"/>
                  </a:ext>
                </a:extLst>
              </p:cNvPr>
              <p:cNvSpPr>
                <a:spLocks noChangeShapeType="1"/>
              </p:cNvSpPr>
              <p:nvPr/>
            </p:nvSpPr>
            <p:spPr bwMode="auto">
              <a:xfrm>
                <a:off x="3604" y="2881"/>
                <a:ext cx="40" cy="31"/>
              </a:xfrm>
              <a:prstGeom prst="line">
                <a:avLst/>
              </a:prstGeom>
              <a:grpFill/>
              <a:ln w="12700">
                <a:solidFill>
                  <a:schemeClr val="bg1">
                    <a:lumMod val="65000"/>
                  </a:schemeClr>
                </a:solidFill>
                <a:round/>
                <a:headEnd/>
                <a:tailEnd/>
              </a:ln>
            </p:spPr>
            <p:txBody>
              <a:bodyPr/>
              <a:lstStyle/>
              <a:p>
                <a:endParaRPr lang="en-US"/>
              </a:p>
            </p:txBody>
          </p:sp>
        </p:grpSp>
        <p:grpSp>
          <p:nvGrpSpPr>
            <p:cNvPr id="103659" name="Group 1207">
              <a:extLst>
                <a:ext uri="{FF2B5EF4-FFF2-40B4-BE49-F238E27FC236}">
                  <a16:creationId xmlns:a16="http://schemas.microsoft.com/office/drawing/2014/main" id="{B90C0278-1F33-33E9-A3EC-206A6494C23A}"/>
                </a:ext>
              </a:extLst>
            </p:cNvPr>
            <p:cNvGrpSpPr>
              <a:grpSpLocks/>
            </p:cNvGrpSpPr>
            <p:nvPr/>
          </p:nvGrpSpPr>
          <p:grpSpPr bwMode="auto">
            <a:xfrm>
              <a:off x="2878" y="2395"/>
              <a:ext cx="423" cy="271"/>
              <a:chOff x="2878" y="2395"/>
              <a:chExt cx="423" cy="271"/>
            </a:xfrm>
            <a:grpFill/>
          </p:grpSpPr>
          <p:sp>
            <p:nvSpPr>
              <p:cNvPr id="103672" name="Freeform 1208">
                <a:extLst>
                  <a:ext uri="{FF2B5EF4-FFF2-40B4-BE49-F238E27FC236}">
                    <a16:creationId xmlns:a16="http://schemas.microsoft.com/office/drawing/2014/main" id="{6FEB170E-8BCD-6049-5534-08F8CFC8359F}"/>
                  </a:ext>
                </a:extLst>
              </p:cNvPr>
              <p:cNvSpPr>
                <a:spLocks/>
              </p:cNvSpPr>
              <p:nvPr/>
            </p:nvSpPr>
            <p:spPr bwMode="auto">
              <a:xfrm>
                <a:off x="3189" y="2578"/>
                <a:ext cx="112" cy="88"/>
              </a:xfrm>
              <a:custGeom>
                <a:avLst/>
                <a:gdLst>
                  <a:gd name="T0" fmla="*/ 112 w 112"/>
                  <a:gd name="T1" fmla="*/ 88 h 88"/>
                  <a:gd name="T2" fmla="*/ 0 w 112"/>
                  <a:gd name="T3" fmla="*/ 48 h 88"/>
                  <a:gd name="T4" fmla="*/ 16 w 112"/>
                  <a:gd name="T5" fmla="*/ 24 h 88"/>
                  <a:gd name="T6" fmla="*/ 32 w 112"/>
                  <a:gd name="T7" fmla="*/ 0 h 88"/>
                  <a:gd name="T8" fmla="*/ 112 w 112"/>
                  <a:gd name="T9" fmla="*/ 88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88"/>
                    </a:moveTo>
                    <a:lnTo>
                      <a:pt x="0" y="48"/>
                    </a:lnTo>
                    <a:lnTo>
                      <a:pt x="16" y="24"/>
                    </a:lnTo>
                    <a:lnTo>
                      <a:pt x="32" y="0"/>
                    </a:lnTo>
                    <a:lnTo>
                      <a:pt x="112" y="88"/>
                    </a:lnTo>
                    <a:close/>
                  </a:path>
                </a:pathLst>
              </a:custGeom>
              <a:grpFill/>
              <a:ln w="9525">
                <a:solidFill>
                  <a:schemeClr val="bg1">
                    <a:lumMod val="65000"/>
                  </a:schemeClr>
                </a:solidFill>
                <a:round/>
                <a:headEnd/>
                <a:tailEnd/>
              </a:ln>
            </p:spPr>
            <p:txBody>
              <a:bodyPr/>
              <a:lstStyle/>
              <a:p>
                <a:endParaRPr lang="en-US"/>
              </a:p>
            </p:txBody>
          </p:sp>
          <p:sp>
            <p:nvSpPr>
              <p:cNvPr id="103673" name="Line 1209">
                <a:extLst>
                  <a:ext uri="{FF2B5EF4-FFF2-40B4-BE49-F238E27FC236}">
                    <a16:creationId xmlns:a16="http://schemas.microsoft.com/office/drawing/2014/main" id="{ABEB6245-FAA4-0DAE-635F-0F7AE8AC1C93}"/>
                  </a:ext>
                </a:extLst>
              </p:cNvPr>
              <p:cNvSpPr>
                <a:spLocks noChangeShapeType="1"/>
              </p:cNvSpPr>
              <p:nvPr/>
            </p:nvSpPr>
            <p:spPr bwMode="auto">
              <a:xfrm>
                <a:off x="2878" y="2395"/>
                <a:ext cx="72" cy="48"/>
              </a:xfrm>
              <a:prstGeom prst="line">
                <a:avLst/>
              </a:prstGeom>
              <a:grpFill/>
              <a:ln w="12700">
                <a:solidFill>
                  <a:schemeClr val="bg1">
                    <a:lumMod val="65000"/>
                  </a:schemeClr>
                </a:solidFill>
                <a:round/>
                <a:headEnd/>
                <a:tailEnd/>
              </a:ln>
            </p:spPr>
            <p:txBody>
              <a:bodyPr/>
              <a:lstStyle/>
              <a:p>
                <a:endParaRPr lang="en-US"/>
              </a:p>
            </p:txBody>
          </p:sp>
          <p:sp>
            <p:nvSpPr>
              <p:cNvPr id="103674" name="Line 1210">
                <a:extLst>
                  <a:ext uri="{FF2B5EF4-FFF2-40B4-BE49-F238E27FC236}">
                    <a16:creationId xmlns:a16="http://schemas.microsoft.com/office/drawing/2014/main" id="{26496984-503C-0122-5CE3-528A90E2DB0D}"/>
                  </a:ext>
                </a:extLst>
              </p:cNvPr>
              <p:cNvSpPr>
                <a:spLocks noChangeShapeType="1"/>
              </p:cNvSpPr>
              <p:nvPr/>
            </p:nvSpPr>
            <p:spPr bwMode="auto">
              <a:xfrm>
                <a:off x="2975" y="2459"/>
                <a:ext cx="70" cy="38"/>
              </a:xfrm>
              <a:prstGeom prst="line">
                <a:avLst/>
              </a:prstGeom>
              <a:grpFill/>
              <a:ln w="12700">
                <a:solidFill>
                  <a:schemeClr val="bg1">
                    <a:lumMod val="65000"/>
                  </a:schemeClr>
                </a:solidFill>
                <a:round/>
                <a:headEnd/>
                <a:tailEnd/>
              </a:ln>
            </p:spPr>
            <p:txBody>
              <a:bodyPr/>
              <a:lstStyle/>
              <a:p>
                <a:endParaRPr lang="en-US"/>
              </a:p>
            </p:txBody>
          </p:sp>
          <p:sp>
            <p:nvSpPr>
              <p:cNvPr id="103675" name="Line 1211">
                <a:extLst>
                  <a:ext uri="{FF2B5EF4-FFF2-40B4-BE49-F238E27FC236}">
                    <a16:creationId xmlns:a16="http://schemas.microsoft.com/office/drawing/2014/main" id="{5D81C8A6-DC5D-2DAD-2201-4EFB6DD2D30E}"/>
                  </a:ext>
                </a:extLst>
              </p:cNvPr>
              <p:cNvSpPr>
                <a:spLocks noChangeShapeType="1"/>
              </p:cNvSpPr>
              <p:nvPr/>
            </p:nvSpPr>
            <p:spPr bwMode="auto">
              <a:xfrm>
                <a:off x="3070" y="2515"/>
                <a:ext cx="71" cy="47"/>
              </a:xfrm>
              <a:prstGeom prst="line">
                <a:avLst/>
              </a:prstGeom>
              <a:grpFill/>
              <a:ln w="12700">
                <a:solidFill>
                  <a:schemeClr val="bg1">
                    <a:lumMod val="65000"/>
                  </a:schemeClr>
                </a:solidFill>
                <a:round/>
                <a:headEnd/>
                <a:tailEnd/>
              </a:ln>
            </p:spPr>
            <p:txBody>
              <a:bodyPr/>
              <a:lstStyle/>
              <a:p>
                <a:endParaRPr lang="en-US"/>
              </a:p>
            </p:txBody>
          </p:sp>
          <p:sp>
            <p:nvSpPr>
              <p:cNvPr id="103676" name="Line 1212">
                <a:extLst>
                  <a:ext uri="{FF2B5EF4-FFF2-40B4-BE49-F238E27FC236}">
                    <a16:creationId xmlns:a16="http://schemas.microsoft.com/office/drawing/2014/main" id="{204CAA98-28A5-C98A-0561-C1F9CA553C63}"/>
                  </a:ext>
                </a:extLst>
              </p:cNvPr>
              <p:cNvSpPr>
                <a:spLocks noChangeShapeType="1"/>
              </p:cNvSpPr>
              <p:nvPr/>
            </p:nvSpPr>
            <p:spPr bwMode="auto">
              <a:xfrm>
                <a:off x="3157" y="2578"/>
                <a:ext cx="48" cy="24"/>
              </a:xfrm>
              <a:prstGeom prst="line">
                <a:avLst/>
              </a:prstGeom>
              <a:grpFill/>
              <a:ln w="12700">
                <a:solidFill>
                  <a:schemeClr val="bg1">
                    <a:lumMod val="65000"/>
                  </a:schemeClr>
                </a:solidFill>
                <a:round/>
                <a:headEnd/>
                <a:tailEnd/>
              </a:ln>
            </p:spPr>
            <p:txBody>
              <a:bodyPr/>
              <a:lstStyle/>
              <a:p>
                <a:endParaRPr lang="en-US"/>
              </a:p>
            </p:txBody>
          </p:sp>
        </p:grpSp>
        <p:grpSp>
          <p:nvGrpSpPr>
            <p:cNvPr id="103660" name="Group 1213">
              <a:extLst>
                <a:ext uri="{FF2B5EF4-FFF2-40B4-BE49-F238E27FC236}">
                  <a16:creationId xmlns:a16="http://schemas.microsoft.com/office/drawing/2014/main" id="{2BCC4EB0-4A13-D5B2-8D9E-FECAE85B3C77}"/>
                </a:ext>
              </a:extLst>
            </p:cNvPr>
            <p:cNvGrpSpPr>
              <a:grpSpLocks/>
            </p:cNvGrpSpPr>
            <p:nvPr/>
          </p:nvGrpSpPr>
          <p:grpSpPr bwMode="auto">
            <a:xfrm>
              <a:off x="2862" y="3001"/>
              <a:ext cx="423" cy="263"/>
              <a:chOff x="2862" y="3001"/>
              <a:chExt cx="423" cy="263"/>
            </a:xfrm>
            <a:grpFill/>
          </p:grpSpPr>
          <p:sp>
            <p:nvSpPr>
              <p:cNvPr id="103667" name="Freeform 1214">
                <a:extLst>
                  <a:ext uri="{FF2B5EF4-FFF2-40B4-BE49-F238E27FC236}">
                    <a16:creationId xmlns:a16="http://schemas.microsoft.com/office/drawing/2014/main" id="{931AC2A4-B92A-448C-0E34-8FAF99F68BA8}"/>
                  </a:ext>
                </a:extLst>
              </p:cNvPr>
              <p:cNvSpPr>
                <a:spLocks/>
              </p:cNvSpPr>
              <p:nvPr/>
            </p:nvSpPr>
            <p:spPr bwMode="auto">
              <a:xfrm>
                <a:off x="3173" y="3185"/>
                <a:ext cx="112" cy="79"/>
              </a:xfrm>
              <a:custGeom>
                <a:avLst/>
                <a:gdLst>
                  <a:gd name="T0" fmla="*/ 112 w 112"/>
                  <a:gd name="T1" fmla="*/ 79 h 79"/>
                  <a:gd name="T2" fmla="*/ 0 w 112"/>
                  <a:gd name="T3" fmla="*/ 47 h 79"/>
                  <a:gd name="T4" fmla="*/ 16 w 112"/>
                  <a:gd name="T5" fmla="*/ 23 h 79"/>
                  <a:gd name="T6" fmla="*/ 32 w 112"/>
                  <a:gd name="T7" fmla="*/ 0 h 79"/>
                  <a:gd name="T8" fmla="*/ 112 w 112"/>
                  <a:gd name="T9" fmla="*/ 79 h 79"/>
                  <a:gd name="T10" fmla="*/ 0 60000 65536"/>
                  <a:gd name="T11" fmla="*/ 0 60000 65536"/>
                  <a:gd name="T12" fmla="*/ 0 60000 65536"/>
                  <a:gd name="T13" fmla="*/ 0 60000 65536"/>
                  <a:gd name="T14" fmla="*/ 0 60000 65536"/>
                  <a:gd name="T15" fmla="*/ 0 w 112"/>
                  <a:gd name="T16" fmla="*/ 0 h 79"/>
                  <a:gd name="T17" fmla="*/ 112 w 112"/>
                  <a:gd name="T18" fmla="*/ 79 h 79"/>
                </a:gdLst>
                <a:ahLst/>
                <a:cxnLst>
                  <a:cxn ang="T10">
                    <a:pos x="T0" y="T1"/>
                  </a:cxn>
                  <a:cxn ang="T11">
                    <a:pos x="T2" y="T3"/>
                  </a:cxn>
                  <a:cxn ang="T12">
                    <a:pos x="T4" y="T5"/>
                  </a:cxn>
                  <a:cxn ang="T13">
                    <a:pos x="T6" y="T7"/>
                  </a:cxn>
                  <a:cxn ang="T14">
                    <a:pos x="T8" y="T9"/>
                  </a:cxn>
                </a:cxnLst>
                <a:rect l="T15" t="T16" r="T17" b="T18"/>
                <a:pathLst>
                  <a:path w="112" h="79">
                    <a:moveTo>
                      <a:pt x="112" y="79"/>
                    </a:moveTo>
                    <a:lnTo>
                      <a:pt x="0" y="47"/>
                    </a:lnTo>
                    <a:lnTo>
                      <a:pt x="16" y="23"/>
                    </a:lnTo>
                    <a:lnTo>
                      <a:pt x="32" y="0"/>
                    </a:lnTo>
                    <a:lnTo>
                      <a:pt x="112" y="79"/>
                    </a:lnTo>
                    <a:close/>
                  </a:path>
                </a:pathLst>
              </a:custGeom>
              <a:grpFill/>
              <a:ln w="9525">
                <a:solidFill>
                  <a:schemeClr val="bg1">
                    <a:lumMod val="65000"/>
                  </a:schemeClr>
                </a:solidFill>
                <a:round/>
                <a:headEnd/>
                <a:tailEnd/>
              </a:ln>
            </p:spPr>
            <p:txBody>
              <a:bodyPr/>
              <a:lstStyle/>
              <a:p>
                <a:endParaRPr lang="en-US"/>
              </a:p>
            </p:txBody>
          </p:sp>
          <p:sp>
            <p:nvSpPr>
              <p:cNvPr id="103668" name="Line 1215">
                <a:extLst>
                  <a:ext uri="{FF2B5EF4-FFF2-40B4-BE49-F238E27FC236}">
                    <a16:creationId xmlns:a16="http://schemas.microsoft.com/office/drawing/2014/main" id="{33AE7C34-3FDE-862A-1D24-CB3F4082F194}"/>
                  </a:ext>
                </a:extLst>
              </p:cNvPr>
              <p:cNvSpPr>
                <a:spLocks noChangeShapeType="1"/>
              </p:cNvSpPr>
              <p:nvPr/>
            </p:nvSpPr>
            <p:spPr bwMode="auto">
              <a:xfrm>
                <a:off x="2862" y="3001"/>
                <a:ext cx="72" cy="48"/>
              </a:xfrm>
              <a:prstGeom prst="line">
                <a:avLst/>
              </a:prstGeom>
              <a:grpFill/>
              <a:ln w="12700">
                <a:solidFill>
                  <a:schemeClr val="bg1">
                    <a:lumMod val="65000"/>
                  </a:schemeClr>
                </a:solidFill>
                <a:round/>
                <a:headEnd/>
                <a:tailEnd/>
              </a:ln>
            </p:spPr>
            <p:txBody>
              <a:bodyPr/>
              <a:lstStyle/>
              <a:p>
                <a:endParaRPr lang="en-US"/>
              </a:p>
            </p:txBody>
          </p:sp>
          <p:sp>
            <p:nvSpPr>
              <p:cNvPr id="103669" name="Line 1216">
                <a:extLst>
                  <a:ext uri="{FF2B5EF4-FFF2-40B4-BE49-F238E27FC236}">
                    <a16:creationId xmlns:a16="http://schemas.microsoft.com/office/drawing/2014/main" id="{A00A67CA-4EAA-453D-CA9B-A1625AB19841}"/>
                  </a:ext>
                </a:extLst>
              </p:cNvPr>
              <p:cNvSpPr>
                <a:spLocks noChangeShapeType="1"/>
              </p:cNvSpPr>
              <p:nvPr/>
            </p:nvSpPr>
            <p:spPr bwMode="auto">
              <a:xfrm>
                <a:off x="2958" y="3057"/>
                <a:ext cx="71" cy="47"/>
              </a:xfrm>
              <a:prstGeom prst="line">
                <a:avLst/>
              </a:prstGeom>
              <a:grpFill/>
              <a:ln w="12700">
                <a:solidFill>
                  <a:schemeClr val="bg1">
                    <a:lumMod val="65000"/>
                  </a:schemeClr>
                </a:solidFill>
                <a:round/>
                <a:headEnd/>
                <a:tailEnd/>
              </a:ln>
            </p:spPr>
            <p:txBody>
              <a:bodyPr/>
              <a:lstStyle/>
              <a:p>
                <a:endParaRPr lang="en-US"/>
              </a:p>
            </p:txBody>
          </p:sp>
          <p:sp>
            <p:nvSpPr>
              <p:cNvPr id="103670" name="Line 1217">
                <a:extLst>
                  <a:ext uri="{FF2B5EF4-FFF2-40B4-BE49-F238E27FC236}">
                    <a16:creationId xmlns:a16="http://schemas.microsoft.com/office/drawing/2014/main" id="{60324EA4-BA5E-40B3-4DAA-171F1ACD9636}"/>
                  </a:ext>
                </a:extLst>
              </p:cNvPr>
              <p:cNvSpPr>
                <a:spLocks noChangeShapeType="1"/>
              </p:cNvSpPr>
              <p:nvPr/>
            </p:nvSpPr>
            <p:spPr bwMode="auto">
              <a:xfrm>
                <a:off x="3054" y="3121"/>
                <a:ext cx="71" cy="47"/>
              </a:xfrm>
              <a:prstGeom prst="line">
                <a:avLst/>
              </a:prstGeom>
              <a:grpFill/>
              <a:ln w="12700">
                <a:solidFill>
                  <a:schemeClr val="bg1">
                    <a:lumMod val="65000"/>
                  </a:schemeClr>
                </a:solidFill>
                <a:round/>
                <a:headEnd/>
                <a:tailEnd/>
              </a:ln>
            </p:spPr>
            <p:txBody>
              <a:bodyPr/>
              <a:lstStyle/>
              <a:p>
                <a:endParaRPr lang="en-US"/>
              </a:p>
            </p:txBody>
          </p:sp>
          <p:sp>
            <p:nvSpPr>
              <p:cNvPr id="103671" name="Line 1218">
                <a:extLst>
                  <a:ext uri="{FF2B5EF4-FFF2-40B4-BE49-F238E27FC236}">
                    <a16:creationId xmlns:a16="http://schemas.microsoft.com/office/drawing/2014/main" id="{76AB1537-418E-4257-B111-1DF09AFB568F}"/>
                  </a:ext>
                </a:extLst>
              </p:cNvPr>
              <p:cNvSpPr>
                <a:spLocks noChangeShapeType="1"/>
              </p:cNvSpPr>
              <p:nvPr/>
            </p:nvSpPr>
            <p:spPr bwMode="auto">
              <a:xfrm>
                <a:off x="3150" y="3177"/>
                <a:ext cx="39" cy="30"/>
              </a:xfrm>
              <a:prstGeom prst="line">
                <a:avLst/>
              </a:prstGeom>
              <a:grpFill/>
              <a:ln w="12700">
                <a:solidFill>
                  <a:schemeClr val="bg1">
                    <a:lumMod val="65000"/>
                  </a:schemeClr>
                </a:solidFill>
                <a:round/>
                <a:headEnd/>
                <a:tailEnd/>
              </a:ln>
            </p:spPr>
            <p:txBody>
              <a:bodyPr/>
              <a:lstStyle/>
              <a:p>
                <a:endParaRPr lang="en-US"/>
              </a:p>
            </p:txBody>
          </p:sp>
        </p:grpSp>
        <p:grpSp>
          <p:nvGrpSpPr>
            <p:cNvPr id="103661" name="Group 1219">
              <a:extLst>
                <a:ext uri="{FF2B5EF4-FFF2-40B4-BE49-F238E27FC236}">
                  <a16:creationId xmlns:a16="http://schemas.microsoft.com/office/drawing/2014/main" id="{3AC3F2E8-4094-45D6-F963-6E7B766E037C}"/>
                </a:ext>
              </a:extLst>
            </p:cNvPr>
            <p:cNvGrpSpPr>
              <a:grpSpLocks/>
            </p:cNvGrpSpPr>
            <p:nvPr/>
          </p:nvGrpSpPr>
          <p:grpSpPr bwMode="auto">
            <a:xfrm>
              <a:off x="3318" y="3304"/>
              <a:ext cx="422" cy="287"/>
              <a:chOff x="3318" y="3304"/>
              <a:chExt cx="422" cy="287"/>
            </a:xfrm>
            <a:grpFill/>
          </p:grpSpPr>
          <p:sp>
            <p:nvSpPr>
              <p:cNvPr id="103662" name="Freeform 1220">
                <a:extLst>
                  <a:ext uri="{FF2B5EF4-FFF2-40B4-BE49-F238E27FC236}">
                    <a16:creationId xmlns:a16="http://schemas.microsoft.com/office/drawing/2014/main" id="{B6699F68-88CC-EF19-85A8-22E7B78DF230}"/>
                  </a:ext>
                </a:extLst>
              </p:cNvPr>
              <p:cNvSpPr>
                <a:spLocks/>
              </p:cNvSpPr>
              <p:nvPr/>
            </p:nvSpPr>
            <p:spPr bwMode="auto">
              <a:xfrm>
                <a:off x="3628" y="3304"/>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32" y="88"/>
                    </a:lnTo>
                    <a:lnTo>
                      <a:pt x="16" y="64"/>
                    </a:lnTo>
                    <a:lnTo>
                      <a:pt x="0" y="40"/>
                    </a:lnTo>
                    <a:lnTo>
                      <a:pt x="112" y="0"/>
                    </a:lnTo>
                    <a:close/>
                  </a:path>
                </a:pathLst>
              </a:custGeom>
              <a:grpFill/>
              <a:ln w="9525">
                <a:solidFill>
                  <a:schemeClr val="bg1">
                    <a:lumMod val="65000"/>
                  </a:schemeClr>
                </a:solidFill>
                <a:round/>
                <a:headEnd/>
                <a:tailEnd/>
              </a:ln>
            </p:spPr>
            <p:txBody>
              <a:bodyPr/>
              <a:lstStyle/>
              <a:p>
                <a:endParaRPr lang="en-US"/>
              </a:p>
            </p:txBody>
          </p:sp>
          <p:sp>
            <p:nvSpPr>
              <p:cNvPr id="103663" name="Line 1221">
                <a:extLst>
                  <a:ext uri="{FF2B5EF4-FFF2-40B4-BE49-F238E27FC236}">
                    <a16:creationId xmlns:a16="http://schemas.microsoft.com/office/drawing/2014/main" id="{E7EC7D73-1F38-7FAC-D003-EF9A004EC86A}"/>
                  </a:ext>
                </a:extLst>
              </p:cNvPr>
              <p:cNvSpPr>
                <a:spLocks noChangeShapeType="1"/>
              </p:cNvSpPr>
              <p:nvPr/>
            </p:nvSpPr>
            <p:spPr bwMode="auto">
              <a:xfrm flipV="1">
                <a:off x="3318" y="3544"/>
                <a:ext cx="71" cy="47"/>
              </a:xfrm>
              <a:prstGeom prst="line">
                <a:avLst/>
              </a:prstGeom>
              <a:grpFill/>
              <a:ln w="12700">
                <a:solidFill>
                  <a:schemeClr val="bg1">
                    <a:lumMod val="65000"/>
                  </a:schemeClr>
                </a:solidFill>
                <a:round/>
                <a:headEnd/>
                <a:tailEnd/>
              </a:ln>
            </p:spPr>
            <p:txBody>
              <a:bodyPr/>
              <a:lstStyle/>
              <a:p>
                <a:endParaRPr lang="en-US"/>
              </a:p>
            </p:txBody>
          </p:sp>
          <p:sp>
            <p:nvSpPr>
              <p:cNvPr id="103664" name="Line 1222">
                <a:extLst>
                  <a:ext uri="{FF2B5EF4-FFF2-40B4-BE49-F238E27FC236}">
                    <a16:creationId xmlns:a16="http://schemas.microsoft.com/office/drawing/2014/main" id="{9BA10F00-C3F1-69E4-DCAA-FA14F9C7D64C}"/>
                  </a:ext>
                </a:extLst>
              </p:cNvPr>
              <p:cNvSpPr>
                <a:spLocks noChangeShapeType="1"/>
              </p:cNvSpPr>
              <p:nvPr/>
            </p:nvSpPr>
            <p:spPr bwMode="auto">
              <a:xfrm flipV="1">
                <a:off x="3413" y="3481"/>
                <a:ext cx="72" cy="47"/>
              </a:xfrm>
              <a:prstGeom prst="line">
                <a:avLst/>
              </a:prstGeom>
              <a:grpFill/>
              <a:ln w="12700">
                <a:solidFill>
                  <a:schemeClr val="bg1">
                    <a:lumMod val="65000"/>
                  </a:schemeClr>
                </a:solidFill>
                <a:round/>
                <a:headEnd/>
                <a:tailEnd/>
              </a:ln>
            </p:spPr>
            <p:txBody>
              <a:bodyPr/>
              <a:lstStyle/>
              <a:p>
                <a:endParaRPr lang="en-US"/>
              </a:p>
            </p:txBody>
          </p:sp>
          <p:sp>
            <p:nvSpPr>
              <p:cNvPr id="103665" name="Line 1223">
                <a:extLst>
                  <a:ext uri="{FF2B5EF4-FFF2-40B4-BE49-F238E27FC236}">
                    <a16:creationId xmlns:a16="http://schemas.microsoft.com/office/drawing/2014/main" id="{314939C2-60E5-D4AB-05D9-967B93AFE85B}"/>
                  </a:ext>
                </a:extLst>
              </p:cNvPr>
              <p:cNvSpPr>
                <a:spLocks noChangeShapeType="1"/>
              </p:cNvSpPr>
              <p:nvPr/>
            </p:nvSpPr>
            <p:spPr bwMode="auto">
              <a:xfrm flipV="1">
                <a:off x="3501" y="3417"/>
                <a:ext cx="71" cy="47"/>
              </a:xfrm>
              <a:prstGeom prst="line">
                <a:avLst/>
              </a:prstGeom>
              <a:grpFill/>
              <a:ln w="12700">
                <a:solidFill>
                  <a:schemeClr val="bg1">
                    <a:lumMod val="65000"/>
                  </a:schemeClr>
                </a:solidFill>
                <a:round/>
                <a:headEnd/>
                <a:tailEnd/>
              </a:ln>
            </p:spPr>
            <p:txBody>
              <a:bodyPr/>
              <a:lstStyle/>
              <a:p>
                <a:endParaRPr lang="en-US"/>
              </a:p>
            </p:txBody>
          </p:sp>
          <p:sp>
            <p:nvSpPr>
              <p:cNvPr id="103666" name="Line 1224">
                <a:extLst>
                  <a:ext uri="{FF2B5EF4-FFF2-40B4-BE49-F238E27FC236}">
                    <a16:creationId xmlns:a16="http://schemas.microsoft.com/office/drawing/2014/main" id="{C4EBA28C-B562-5756-7CA5-7A90E845F770}"/>
                  </a:ext>
                </a:extLst>
              </p:cNvPr>
              <p:cNvSpPr>
                <a:spLocks noChangeShapeType="1"/>
              </p:cNvSpPr>
              <p:nvPr/>
            </p:nvSpPr>
            <p:spPr bwMode="auto">
              <a:xfrm flipV="1">
                <a:off x="3596" y="3368"/>
                <a:ext cx="48" cy="32"/>
              </a:xfrm>
              <a:prstGeom prst="line">
                <a:avLst/>
              </a:prstGeom>
              <a:grpFill/>
              <a:ln w="12700">
                <a:solidFill>
                  <a:schemeClr val="bg1">
                    <a:lumMod val="65000"/>
                  </a:schemeClr>
                </a:solidFill>
                <a:round/>
                <a:headEnd/>
                <a:tailEnd/>
              </a:ln>
            </p:spPr>
            <p:txBody>
              <a:bodyPr/>
              <a:lstStyle/>
              <a:p>
                <a:endParaRPr lang="en-US"/>
              </a:p>
            </p:txBody>
          </p:sp>
        </p:grpSp>
      </p:grpSp>
      <p:sp>
        <p:nvSpPr>
          <p:cNvPr id="3949770" name="Line 1226">
            <a:extLst>
              <a:ext uri="{FF2B5EF4-FFF2-40B4-BE49-F238E27FC236}">
                <a16:creationId xmlns:a16="http://schemas.microsoft.com/office/drawing/2014/main" id="{11DCB318-0B56-E992-025E-4AF40CCCB9AF}"/>
              </a:ext>
            </a:extLst>
          </p:cNvPr>
          <p:cNvSpPr>
            <a:spLocks noChangeShapeType="1"/>
          </p:cNvSpPr>
          <p:nvPr/>
        </p:nvSpPr>
        <p:spPr bwMode="auto">
          <a:xfrm flipV="1">
            <a:off x="3948906" y="1955306"/>
            <a:ext cx="1325893" cy="525958"/>
          </a:xfrm>
          <a:prstGeom prst="line">
            <a:avLst/>
          </a:prstGeom>
          <a:noFill/>
          <a:ln w="76200">
            <a:solidFill>
              <a:schemeClr val="bg1"/>
            </a:solidFill>
            <a:round/>
            <a:headEnd type="none" w="lg" len="lg"/>
            <a:tailEnd type="triangle" w="med" len="lg"/>
          </a:ln>
          <a:extLst>
            <a:ext uri="{909E8E84-426E-40DD-AFC4-6F175D3DCCD1}">
              <a14:hiddenFill xmlns:a14="http://schemas.microsoft.com/office/drawing/2010/main">
                <a:noFill/>
              </a14:hiddenFill>
            </a:ext>
          </a:extLst>
        </p:spPr>
        <p:txBody>
          <a:bodyPr wrap="none" anchor="ctr"/>
          <a:lstStyle/>
          <a:p>
            <a:endParaRPr lang="en-US"/>
          </a:p>
        </p:txBody>
      </p:sp>
      <p:sp>
        <p:nvSpPr>
          <p:cNvPr id="3949771" name="Line 1227">
            <a:extLst>
              <a:ext uri="{FF2B5EF4-FFF2-40B4-BE49-F238E27FC236}">
                <a16:creationId xmlns:a16="http://schemas.microsoft.com/office/drawing/2014/main" id="{7BB6281B-FC38-9017-902C-3DA9F4BEA0F1}"/>
              </a:ext>
            </a:extLst>
          </p:cNvPr>
          <p:cNvSpPr>
            <a:spLocks noChangeShapeType="1"/>
          </p:cNvSpPr>
          <p:nvPr/>
        </p:nvSpPr>
        <p:spPr bwMode="auto">
          <a:xfrm flipV="1">
            <a:off x="3948908" y="2565347"/>
            <a:ext cx="2016248" cy="2079678"/>
          </a:xfrm>
          <a:prstGeom prst="line">
            <a:avLst/>
          </a:prstGeom>
          <a:noFill/>
          <a:ln w="76200">
            <a:solidFill>
              <a:schemeClr val="bg1"/>
            </a:solidFill>
            <a:round/>
            <a:headEnd type="none" w="lg" len="lg"/>
            <a:tailEnd type="triangle" w="med" len="lg"/>
          </a:ln>
          <a:extLst>
            <a:ext uri="{909E8E84-426E-40DD-AFC4-6F175D3DCCD1}">
              <a14:hiddenFill xmlns:a14="http://schemas.microsoft.com/office/drawing/2010/main">
                <a:noFill/>
              </a14:hiddenFill>
            </a:ext>
          </a:extLst>
        </p:spPr>
        <p:txBody>
          <a:bodyPr wrap="none" anchor="ctr"/>
          <a:lstStyle/>
          <a:p>
            <a:endParaRPr lang="en-US"/>
          </a:p>
        </p:txBody>
      </p:sp>
      <p:sp>
        <p:nvSpPr>
          <p:cNvPr id="3949772" name="Line 1228">
            <a:extLst>
              <a:ext uri="{FF2B5EF4-FFF2-40B4-BE49-F238E27FC236}">
                <a16:creationId xmlns:a16="http://schemas.microsoft.com/office/drawing/2014/main" id="{A81ECBAC-7B21-E890-5D16-0EBFD9431D88}"/>
              </a:ext>
            </a:extLst>
          </p:cNvPr>
          <p:cNvSpPr>
            <a:spLocks noChangeShapeType="1"/>
          </p:cNvSpPr>
          <p:nvPr/>
        </p:nvSpPr>
        <p:spPr bwMode="auto">
          <a:xfrm>
            <a:off x="3948906" y="1427163"/>
            <a:ext cx="1132172" cy="2688394"/>
          </a:xfrm>
          <a:prstGeom prst="line">
            <a:avLst/>
          </a:prstGeom>
          <a:noFill/>
          <a:ln w="76200">
            <a:solidFill>
              <a:schemeClr val="bg1"/>
            </a:solidFill>
            <a:round/>
            <a:headEnd type="none" w="lg" len="lg"/>
            <a:tailEnd type="triangle" w="med" len="lg"/>
          </a:ln>
          <a:extLst>
            <a:ext uri="{909E8E84-426E-40DD-AFC4-6F175D3DCCD1}">
              <a14:hiddenFill xmlns:a14="http://schemas.microsoft.com/office/drawing/2010/main">
                <a:noFill/>
              </a14:hiddenFill>
            </a:ext>
          </a:extLst>
        </p:spPr>
        <p:txBody>
          <a:bodyPr wrap="none" anchor="ctr"/>
          <a:lstStyle/>
          <a:p>
            <a:endParaRPr lang="en-US"/>
          </a:p>
        </p:txBody>
      </p:sp>
      <p:sp>
        <p:nvSpPr>
          <p:cNvPr id="3949773" name="Rectangle 1229">
            <a:extLst>
              <a:ext uri="{FF2B5EF4-FFF2-40B4-BE49-F238E27FC236}">
                <a16:creationId xmlns:a16="http://schemas.microsoft.com/office/drawing/2014/main" id="{F280263E-CB95-6525-3860-91B4885044A9}"/>
              </a:ext>
            </a:extLst>
          </p:cNvPr>
          <p:cNvSpPr>
            <a:spLocks noChangeArrowheads="1"/>
          </p:cNvSpPr>
          <p:nvPr/>
        </p:nvSpPr>
        <p:spPr bwMode="auto">
          <a:xfrm>
            <a:off x="3510756" y="1004888"/>
            <a:ext cx="736600" cy="4038600"/>
          </a:xfrm>
          <a:prstGeom prst="rect">
            <a:avLst/>
          </a:prstGeom>
          <a:solidFill>
            <a:srgbClr val="477BFD">
              <a:alpha val="50195"/>
            </a:srgbClr>
          </a:solidFill>
          <a:ln>
            <a:noFill/>
          </a:ln>
          <a:extLst>
            <a:ext uri="{91240B29-F687-4F45-9708-019B960494DF}">
              <a14:hiddenLine xmlns:a14="http://schemas.microsoft.com/office/drawing/2010/main" w="38100">
                <a:solidFill>
                  <a:srgbClr val="000000"/>
                </a:solidFill>
                <a:miter lim="800000"/>
                <a:headEnd type="none" w="lg" len="lg"/>
                <a:tailEnd type="none" w="lg" len="lg"/>
              </a14:hiddenLine>
            </a:ext>
          </a:extLst>
        </p:spPr>
        <p:txBody>
          <a:bodyPr wrap="none" anchor="ctr"/>
          <a:lstStyle/>
          <a:p>
            <a:endParaRPr lang="en-US"/>
          </a:p>
        </p:txBody>
      </p:sp>
      <p:grpSp>
        <p:nvGrpSpPr>
          <p:cNvPr id="89194" name="Group 1230">
            <a:extLst>
              <a:ext uri="{FF2B5EF4-FFF2-40B4-BE49-F238E27FC236}">
                <a16:creationId xmlns:a16="http://schemas.microsoft.com/office/drawing/2014/main" id="{C9F06956-7C87-55D1-42C1-6D57C0415FE0}"/>
              </a:ext>
            </a:extLst>
          </p:cNvPr>
          <p:cNvGrpSpPr>
            <a:grpSpLocks/>
          </p:cNvGrpSpPr>
          <p:nvPr/>
        </p:nvGrpSpPr>
        <p:grpSpPr bwMode="auto">
          <a:xfrm>
            <a:off x="5231606" y="1541464"/>
            <a:ext cx="985838" cy="811213"/>
            <a:chOff x="2700" y="1858"/>
            <a:chExt cx="948" cy="780"/>
          </a:xfrm>
        </p:grpSpPr>
        <p:sp>
          <p:nvSpPr>
            <p:cNvPr id="103448" name="Rectangle 1231">
              <a:extLst>
                <a:ext uri="{FF2B5EF4-FFF2-40B4-BE49-F238E27FC236}">
                  <a16:creationId xmlns:a16="http://schemas.microsoft.com/office/drawing/2014/main" id="{33694045-6777-D202-74C2-DEC944EB5814}"/>
                </a:ext>
              </a:extLst>
            </p:cNvPr>
            <p:cNvSpPr>
              <a:spLocks noChangeArrowheads="1"/>
            </p:cNvSpPr>
            <p:nvPr/>
          </p:nvSpPr>
          <p:spPr bwMode="auto">
            <a:xfrm>
              <a:off x="2700" y="1858"/>
              <a:ext cx="948" cy="780"/>
            </a:xfrm>
            <a:prstGeom prst="rect">
              <a:avLst/>
            </a:prstGeom>
            <a:solidFill>
              <a:srgbClr val="3770FD">
                <a:alpha val="50195"/>
              </a:srgbClr>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p>
              <a:endParaRPr lang="en-US"/>
            </a:p>
          </p:txBody>
        </p:sp>
        <p:grpSp>
          <p:nvGrpSpPr>
            <p:cNvPr id="103449" name="Group 1232">
              <a:extLst>
                <a:ext uri="{FF2B5EF4-FFF2-40B4-BE49-F238E27FC236}">
                  <a16:creationId xmlns:a16="http://schemas.microsoft.com/office/drawing/2014/main" id="{3D26C893-CFCB-4EB7-B69A-073BD401505A}"/>
                </a:ext>
              </a:extLst>
            </p:cNvPr>
            <p:cNvGrpSpPr>
              <a:grpSpLocks/>
            </p:cNvGrpSpPr>
            <p:nvPr/>
          </p:nvGrpSpPr>
          <p:grpSpPr bwMode="auto">
            <a:xfrm>
              <a:off x="2931" y="2061"/>
              <a:ext cx="506" cy="416"/>
              <a:chOff x="4101" y="2013"/>
              <a:chExt cx="506" cy="416"/>
            </a:xfrm>
          </p:grpSpPr>
          <p:sp>
            <p:nvSpPr>
              <p:cNvPr id="103450" name="Line 1233">
                <a:extLst>
                  <a:ext uri="{FF2B5EF4-FFF2-40B4-BE49-F238E27FC236}">
                    <a16:creationId xmlns:a16="http://schemas.microsoft.com/office/drawing/2014/main" id="{48B1B4A0-FE92-64BE-2344-17DA3E9072EB}"/>
                  </a:ext>
                </a:extLst>
              </p:cNvPr>
              <p:cNvSpPr>
                <a:spLocks noChangeShapeType="1"/>
              </p:cNvSpPr>
              <p:nvPr/>
            </p:nvSpPr>
            <p:spPr bwMode="auto">
              <a:xfrm flipV="1">
                <a:off x="4101" y="2013"/>
                <a:ext cx="0" cy="416"/>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3451" name="Line 1234">
                <a:extLst>
                  <a:ext uri="{FF2B5EF4-FFF2-40B4-BE49-F238E27FC236}">
                    <a16:creationId xmlns:a16="http://schemas.microsoft.com/office/drawing/2014/main" id="{D735AAAA-9EC8-88AF-8B39-624681696ABC}"/>
                  </a:ext>
                </a:extLst>
              </p:cNvPr>
              <p:cNvSpPr>
                <a:spLocks noChangeShapeType="1"/>
              </p:cNvSpPr>
              <p:nvPr/>
            </p:nvSpPr>
            <p:spPr bwMode="auto">
              <a:xfrm>
                <a:off x="4107" y="2423"/>
                <a:ext cx="500"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3452" name="Arc 1235">
                <a:extLst>
                  <a:ext uri="{FF2B5EF4-FFF2-40B4-BE49-F238E27FC236}">
                    <a16:creationId xmlns:a16="http://schemas.microsoft.com/office/drawing/2014/main" id="{538410F0-F62D-82D9-2E2B-3CDCC2939C1D}"/>
                  </a:ext>
                </a:extLst>
              </p:cNvPr>
              <p:cNvSpPr>
                <a:spLocks/>
              </p:cNvSpPr>
              <p:nvPr/>
            </p:nvSpPr>
            <p:spPr bwMode="auto">
              <a:xfrm flipH="1" flipV="1">
                <a:off x="4109" y="2068"/>
                <a:ext cx="379" cy="331"/>
              </a:xfrm>
              <a:custGeom>
                <a:avLst/>
                <a:gdLst>
                  <a:gd name="T0" fmla="*/ 7 w 21600"/>
                  <a:gd name="T1" fmla="*/ 0 h 21600"/>
                  <a:gd name="T2" fmla="*/ 0 w 21600"/>
                  <a:gd name="T3" fmla="*/ 5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21600" y="0"/>
                    </a:moveTo>
                    <a:cubicBezTo>
                      <a:pt x="21600" y="11929"/>
                      <a:pt x="11929" y="21599"/>
                      <a:pt x="0" y="21600"/>
                    </a:cubicBezTo>
                  </a:path>
                  <a:path w="21600" h="21600" stroke="0" extrusionOk="0">
                    <a:moveTo>
                      <a:pt x="21600" y="0"/>
                    </a:moveTo>
                    <a:cubicBezTo>
                      <a:pt x="21600" y="11929"/>
                      <a:pt x="11929" y="21599"/>
                      <a:pt x="0" y="21600"/>
                    </a:cubicBezTo>
                    <a:lnTo>
                      <a:pt x="0" y="0"/>
                    </a:lnTo>
                    <a:close/>
                  </a:path>
                </a:pathLst>
              </a:custGeom>
              <a:noFill/>
              <a:ln w="28575" cap="rnd">
                <a:solidFill>
                  <a:schemeClr val="bg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grpSp>
      <p:grpSp>
        <p:nvGrpSpPr>
          <p:cNvPr id="89210" name="Group 1236">
            <a:extLst>
              <a:ext uri="{FF2B5EF4-FFF2-40B4-BE49-F238E27FC236}">
                <a16:creationId xmlns:a16="http://schemas.microsoft.com/office/drawing/2014/main" id="{5D5A0935-2B8D-1712-3AAD-B1E23ACA418E}"/>
              </a:ext>
            </a:extLst>
          </p:cNvPr>
          <p:cNvGrpSpPr>
            <a:grpSpLocks/>
          </p:cNvGrpSpPr>
          <p:nvPr/>
        </p:nvGrpSpPr>
        <p:grpSpPr bwMode="auto">
          <a:xfrm>
            <a:off x="6006306" y="2162176"/>
            <a:ext cx="985838" cy="811212"/>
            <a:chOff x="2700" y="1858"/>
            <a:chExt cx="948" cy="780"/>
          </a:xfrm>
        </p:grpSpPr>
        <p:sp>
          <p:nvSpPr>
            <p:cNvPr id="103443" name="Rectangle 1237">
              <a:extLst>
                <a:ext uri="{FF2B5EF4-FFF2-40B4-BE49-F238E27FC236}">
                  <a16:creationId xmlns:a16="http://schemas.microsoft.com/office/drawing/2014/main" id="{11EB6297-1BF2-E714-C5E3-E6C113F9F76C}"/>
                </a:ext>
              </a:extLst>
            </p:cNvPr>
            <p:cNvSpPr>
              <a:spLocks noChangeArrowheads="1"/>
            </p:cNvSpPr>
            <p:nvPr/>
          </p:nvSpPr>
          <p:spPr bwMode="auto">
            <a:xfrm>
              <a:off x="2700" y="1858"/>
              <a:ext cx="948" cy="780"/>
            </a:xfrm>
            <a:prstGeom prst="rect">
              <a:avLst/>
            </a:prstGeom>
            <a:solidFill>
              <a:srgbClr val="3770FD">
                <a:alpha val="50195"/>
              </a:srgbClr>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p>
              <a:endParaRPr lang="en-US"/>
            </a:p>
          </p:txBody>
        </p:sp>
        <p:grpSp>
          <p:nvGrpSpPr>
            <p:cNvPr id="103444" name="Group 1238">
              <a:extLst>
                <a:ext uri="{FF2B5EF4-FFF2-40B4-BE49-F238E27FC236}">
                  <a16:creationId xmlns:a16="http://schemas.microsoft.com/office/drawing/2014/main" id="{FBC390DE-58E3-BC73-7FC3-4EAD834C6CD2}"/>
                </a:ext>
              </a:extLst>
            </p:cNvPr>
            <p:cNvGrpSpPr>
              <a:grpSpLocks/>
            </p:cNvGrpSpPr>
            <p:nvPr/>
          </p:nvGrpSpPr>
          <p:grpSpPr bwMode="auto">
            <a:xfrm>
              <a:off x="2931" y="2061"/>
              <a:ext cx="506" cy="416"/>
              <a:chOff x="4101" y="2013"/>
              <a:chExt cx="506" cy="416"/>
            </a:xfrm>
          </p:grpSpPr>
          <p:sp>
            <p:nvSpPr>
              <p:cNvPr id="103445" name="Line 1239">
                <a:extLst>
                  <a:ext uri="{FF2B5EF4-FFF2-40B4-BE49-F238E27FC236}">
                    <a16:creationId xmlns:a16="http://schemas.microsoft.com/office/drawing/2014/main" id="{E13711FE-BF49-8F26-F874-B565D4442A4F}"/>
                  </a:ext>
                </a:extLst>
              </p:cNvPr>
              <p:cNvSpPr>
                <a:spLocks noChangeShapeType="1"/>
              </p:cNvSpPr>
              <p:nvPr/>
            </p:nvSpPr>
            <p:spPr bwMode="auto">
              <a:xfrm flipV="1">
                <a:off x="4101" y="2013"/>
                <a:ext cx="0" cy="416"/>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3446" name="Line 1240">
                <a:extLst>
                  <a:ext uri="{FF2B5EF4-FFF2-40B4-BE49-F238E27FC236}">
                    <a16:creationId xmlns:a16="http://schemas.microsoft.com/office/drawing/2014/main" id="{93D31A4D-CF2C-287C-5C80-F6966A0F46C5}"/>
                  </a:ext>
                </a:extLst>
              </p:cNvPr>
              <p:cNvSpPr>
                <a:spLocks noChangeShapeType="1"/>
              </p:cNvSpPr>
              <p:nvPr/>
            </p:nvSpPr>
            <p:spPr bwMode="auto">
              <a:xfrm>
                <a:off x="4107" y="2423"/>
                <a:ext cx="500"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3447" name="Arc 1241">
                <a:extLst>
                  <a:ext uri="{FF2B5EF4-FFF2-40B4-BE49-F238E27FC236}">
                    <a16:creationId xmlns:a16="http://schemas.microsoft.com/office/drawing/2014/main" id="{092B4F37-CE50-F048-2619-808CAAE86A4A}"/>
                  </a:ext>
                </a:extLst>
              </p:cNvPr>
              <p:cNvSpPr>
                <a:spLocks/>
              </p:cNvSpPr>
              <p:nvPr/>
            </p:nvSpPr>
            <p:spPr bwMode="auto">
              <a:xfrm flipH="1" flipV="1">
                <a:off x="4109" y="2068"/>
                <a:ext cx="379" cy="331"/>
              </a:xfrm>
              <a:custGeom>
                <a:avLst/>
                <a:gdLst>
                  <a:gd name="T0" fmla="*/ 7 w 21600"/>
                  <a:gd name="T1" fmla="*/ 0 h 21600"/>
                  <a:gd name="T2" fmla="*/ 0 w 21600"/>
                  <a:gd name="T3" fmla="*/ 5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21600" y="0"/>
                    </a:moveTo>
                    <a:cubicBezTo>
                      <a:pt x="21600" y="11929"/>
                      <a:pt x="11929" y="21599"/>
                      <a:pt x="0" y="21600"/>
                    </a:cubicBezTo>
                  </a:path>
                  <a:path w="21600" h="21600" stroke="0" extrusionOk="0">
                    <a:moveTo>
                      <a:pt x="21600" y="0"/>
                    </a:moveTo>
                    <a:cubicBezTo>
                      <a:pt x="21600" y="11929"/>
                      <a:pt x="11929" y="21599"/>
                      <a:pt x="0" y="21600"/>
                    </a:cubicBezTo>
                    <a:lnTo>
                      <a:pt x="0" y="0"/>
                    </a:lnTo>
                    <a:close/>
                  </a:path>
                </a:pathLst>
              </a:custGeom>
              <a:noFill/>
              <a:ln w="28575" cap="rnd">
                <a:solidFill>
                  <a:schemeClr val="bg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grpSp>
      <p:grpSp>
        <p:nvGrpSpPr>
          <p:cNvPr id="3949793" name="Group 1242">
            <a:extLst>
              <a:ext uri="{FF2B5EF4-FFF2-40B4-BE49-F238E27FC236}">
                <a16:creationId xmlns:a16="http://schemas.microsoft.com/office/drawing/2014/main" id="{EF829C3D-B0C0-D009-27BF-55F186593A7E}"/>
              </a:ext>
            </a:extLst>
          </p:cNvPr>
          <p:cNvGrpSpPr>
            <a:grpSpLocks/>
          </p:cNvGrpSpPr>
          <p:nvPr/>
        </p:nvGrpSpPr>
        <p:grpSpPr bwMode="auto">
          <a:xfrm>
            <a:off x="5096670" y="3606801"/>
            <a:ext cx="985837" cy="811212"/>
            <a:chOff x="2700" y="1858"/>
            <a:chExt cx="948" cy="780"/>
          </a:xfrm>
        </p:grpSpPr>
        <p:sp>
          <p:nvSpPr>
            <p:cNvPr id="103438" name="Rectangle 1243">
              <a:extLst>
                <a:ext uri="{FF2B5EF4-FFF2-40B4-BE49-F238E27FC236}">
                  <a16:creationId xmlns:a16="http://schemas.microsoft.com/office/drawing/2014/main" id="{3632AAAE-40B5-9E48-A5FF-CFA1C723F41C}"/>
                </a:ext>
              </a:extLst>
            </p:cNvPr>
            <p:cNvSpPr>
              <a:spLocks noChangeArrowheads="1"/>
            </p:cNvSpPr>
            <p:nvPr/>
          </p:nvSpPr>
          <p:spPr bwMode="auto">
            <a:xfrm>
              <a:off x="2700" y="1858"/>
              <a:ext cx="948" cy="780"/>
            </a:xfrm>
            <a:prstGeom prst="rect">
              <a:avLst/>
            </a:prstGeom>
            <a:solidFill>
              <a:srgbClr val="3770FD">
                <a:alpha val="50195"/>
              </a:srgbClr>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p>
              <a:endParaRPr lang="en-US"/>
            </a:p>
          </p:txBody>
        </p:sp>
        <p:grpSp>
          <p:nvGrpSpPr>
            <p:cNvPr id="103439" name="Group 1244">
              <a:extLst>
                <a:ext uri="{FF2B5EF4-FFF2-40B4-BE49-F238E27FC236}">
                  <a16:creationId xmlns:a16="http://schemas.microsoft.com/office/drawing/2014/main" id="{79214D95-43AC-CE00-C610-6D47D7F53978}"/>
                </a:ext>
              </a:extLst>
            </p:cNvPr>
            <p:cNvGrpSpPr>
              <a:grpSpLocks/>
            </p:cNvGrpSpPr>
            <p:nvPr/>
          </p:nvGrpSpPr>
          <p:grpSpPr bwMode="auto">
            <a:xfrm>
              <a:off x="2931" y="2061"/>
              <a:ext cx="506" cy="416"/>
              <a:chOff x="4101" y="2013"/>
              <a:chExt cx="506" cy="416"/>
            </a:xfrm>
          </p:grpSpPr>
          <p:sp>
            <p:nvSpPr>
              <p:cNvPr id="103440" name="Line 1245">
                <a:extLst>
                  <a:ext uri="{FF2B5EF4-FFF2-40B4-BE49-F238E27FC236}">
                    <a16:creationId xmlns:a16="http://schemas.microsoft.com/office/drawing/2014/main" id="{79BC771E-0014-BF2E-B7FE-C52AB7FDF491}"/>
                  </a:ext>
                </a:extLst>
              </p:cNvPr>
              <p:cNvSpPr>
                <a:spLocks noChangeShapeType="1"/>
              </p:cNvSpPr>
              <p:nvPr/>
            </p:nvSpPr>
            <p:spPr bwMode="auto">
              <a:xfrm flipV="1">
                <a:off x="4101" y="2013"/>
                <a:ext cx="0" cy="416"/>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3441" name="Line 1246">
                <a:extLst>
                  <a:ext uri="{FF2B5EF4-FFF2-40B4-BE49-F238E27FC236}">
                    <a16:creationId xmlns:a16="http://schemas.microsoft.com/office/drawing/2014/main" id="{B4796EDC-D0FE-FFF9-03A0-3384A4B39634}"/>
                  </a:ext>
                </a:extLst>
              </p:cNvPr>
              <p:cNvSpPr>
                <a:spLocks noChangeShapeType="1"/>
              </p:cNvSpPr>
              <p:nvPr/>
            </p:nvSpPr>
            <p:spPr bwMode="auto">
              <a:xfrm>
                <a:off x="4107" y="2423"/>
                <a:ext cx="500"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3442" name="Arc 1247">
                <a:extLst>
                  <a:ext uri="{FF2B5EF4-FFF2-40B4-BE49-F238E27FC236}">
                    <a16:creationId xmlns:a16="http://schemas.microsoft.com/office/drawing/2014/main" id="{6715D881-F55C-98D6-5BF5-AC61C118D7BA}"/>
                  </a:ext>
                </a:extLst>
              </p:cNvPr>
              <p:cNvSpPr>
                <a:spLocks/>
              </p:cNvSpPr>
              <p:nvPr/>
            </p:nvSpPr>
            <p:spPr bwMode="auto">
              <a:xfrm flipH="1" flipV="1">
                <a:off x="4109" y="2068"/>
                <a:ext cx="379" cy="331"/>
              </a:xfrm>
              <a:custGeom>
                <a:avLst/>
                <a:gdLst>
                  <a:gd name="T0" fmla="*/ 7 w 21600"/>
                  <a:gd name="T1" fmla="*/ 0 h 21600"/>
                  <a:gd name="T2" fmla="*/ 0 w 21600"/>
                  <a:gd name="T3" fmla="*/ 5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21600" y="0"/>
                    </a:moveTo>
                    <a:cubicBezTo>
                      <a:pt x="21600" y="11929"/>
                      <a:pt x="11929" y="21599"/>
                      <a:pt x="0" y="21600"/>
                    </a:cubicBezTo>
                  </a:path>
                  <a:path w="21600" h="21600" stroke="0" extrusionOk="0">
                    <a:moveTo>
                      <a:pt x="21600" y="0"/>
                    </a:moveTo>
                    <a:cubicBezTo>
                      <a:pt x="21600" y="11929"/>
                      <a:pt x="11929" y="21599"/>
                      <a:pt x="0" y="21600"/>
                    </a:cubicBezTo>
                    <a:lnTo>
                      <a:pt x="0" y="0"/>
                    </a:lnTo>
                    <a:close/>
                  </a:path>
                </a:pathLst>
              </a:custGeom>
              <a:noFill/>
              <a:ln w="28575" cap="rnd">
                <a:solidFill>
                  <a:schemeClr val="bg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grpSp>
      <p:sp>
        <p:nvSpPr>
          <p:cNvPr id="103437" name="Text Box 1248">
            <a:extLst>
              <a:ext uri="{FF2B5EF4-FFF2-40B4-BE49-F238E27FC236}">
                <a16:creationId xmlns:a16="http://schemas.microsoft.com/office/drawing/2014/main" id="{1550F70F-39D5-240A-55C5-D8CEDEF7DF16}"/>
              </a:ext>
            </a:extLst>
          </p:cNvPr>
          <p:cNvSpPr txBox="1">
            <a:spLocks noChangeArrowheads="1"/>
          </p:cNvSpPr>
          <p:nvPr/>
        </p:nvSpPr>
        <p:spPr bwMode="auto">
          <a:xfrm>
            <a:off x="3400413" y="495306"/>
            <a:ext cx="95782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type="none" w="lg" len="lg"/>
                <a:tailEnd type="none" w="med" len="lg"/>
              </a14:hiddenLine>
            </a:ext>
          </a:extLst>
        </p:spPr>
        <p:txBody>
          <a:bodyPr wrap="none">
            <a:spAutoFit/>
          </a:bodyPr>
          <a:lstStyle>
            <a:lvl1pPr>
              <a:defRPr i="1">
                <a:solidFill>
                  <a:schemeClr val="tx1"/>
                </a:solidFill>
                <a:latin typeface="Times New Roman" pitchFamily="18" charset="0"/>
              </a:defRPr>
            </a:lvl1pPr>
            <a:lvl2pPr marL="742950" indent="-285750">
              <a:defRPr i="1">
                <a:solidFill>
                  <a:schemeClr val="tx1"/>
                </a:solidFill>
                <a:latin typeface="Times New Roman" pitchFamily="18" charset="0"/>
              </a:defRPr>
            </a:lvl2pPr>
            <a:lvl3pPr marL="1143000" indent="-228600">
              <a:defRPr i="1">
                <a:solidFill>
                  <a:schemeClr val="tx1"/>
                </a:solidFill>
                <a:latin typeface="Times New Roman" pitchFamily="18" charset="0"/>
              </a:defRPr>
            </a:lvl3pPr>
            <a:lvl4pPr marL="1600200" indent="-228600">
              <a:defRPr i="1">
                <a:solidFill>
                  <a:schemeClr val="tx1"/>
                </a:solidFill>
                <a:latin typeface="Times New Roman" pitchFamily="18" charset="0"/>
              </a:defRPr>
            </a:lvl4pPr>
            <a:lvl5pPr marL="2057400" indent="-228600">
              <a:defRPr i="1">
                <a:solidFill>
                  <a:schemeClr val="tx1"/>
                </a:solidFill>
                <a:latin typeface="Times New Roman" pitchFamily="18" charset="0"/>
              </a:defRPr>
            </a:lvl5pPr>
            <a:lvl6pPr marL="2514600" indent="-228600" algn="ctr" eaLnBrk="0" fontAlgn="base" hangingPunct="0">
              <a:spcBef>
                <a:spcPct val="0"/>
              </a:spcBef>
              <a:spcAft>
                <a:spcPct val="0"/>
              </a:spcAft>
              <a:defRPr i="1">
                <a:solidFill>
                  <a:schemeClr val="tx1"/>
                </a:solidFill>
                <a:latin typeface="Times New Roman" pitchFamily="18" charset="0"/>
              </a:defRPr>
            </a:lvl6pPr>
            <a:lvl7pPr marL="2971800" indent="-228600" algn="ctr" eaLnBrk="0" fontAlgn="base" hangingPunct="0">
              <a:spcBef>
                <a:spcPct val="0"/>
              </a:spcBef>
              <a:spcAft>
                <a:spcPct val="0"/>
              </a:spcAft>
              <a:defRPr i="1">
                <a:solidFill>
                  <a:schemeClr val="tx1"/>
                </a:solidFill>
                <a:latin typeface="Times New Roman" pitchFamily="18" charset="0"/>
              </a:defRPr>
            </a:lvl7pPr>
            <a:lvl8pPr marL="3429000" indent="-228600" algn="ctr" eaLnBrk="0" fontAlgn="base" hangingPunct="0">
              <a:spcBef>
                <a:spcPct val="0"/>
              </a:spcBef>
              <a:spcAft>
                <a:spcPct val="0"/>
              </a:spcAft>
              <a:defRPr i="1">
                <a:solidFill>
                  <a:schemeClr val="tx1"/>
                </a:solidFill>
                <a:latin typeface="Times New Roman" pitchFamily="18" charset="0"/>
              </a:defRPr>
            </a:lvl8pPr>
            <a:lvl9pPr marL="3886200" indent="-228600" algn="ctr" eaLnBrk="0" fontAlgn="base" hangingPunct="0">
              <a:spcBef>
                <a:spcPct val="0"/>
              </a:spcBef>
              <a:spcAft>
                <a:spcPct val="0"/>
              </a:spcAft>
              <a:defRPr i="1">
                <a:solidFill>
                  <a:schemeClr val="tx1"/>
                </a:solidFill>
                <a:latin typeface="Times New Roman" pitchFamily="18" charset="0"/>
              </a:defRPr>
            </a:lvl9pPr>
          </a:lstStyle>
          <a:p>
            <a:pPr algn="l"/>
            <a:r>
              <a:rPr lang="en-US" i="0" dirty="0">
                <a:solidFill>
                  <a:schemeClr val="bg1"/>
                </a:solidFill>
                <a:latin typeface="+mn-lt"/>
              </a:rPr>
              <a:t>Monday</a:t>
            </a:r>
          </a:p>
        </p:txBody>
      </p:sp>
      <p:grpSp>
        <p:nvGrpSpPr>
          <p:cNvPr id="1253" name="Group 1252">
            <a:extLst>
              <a:ext uri="{FF2B5EF4-FFF2-40B4-BE49-F238E27FC236}">
                <a16:creationId xmlns:a16="http://schemas.microsoft.com/office/drawing/2014/main" id="{08C6FB13-4E3E-3CAE-DB42-804ABC3CDCC3}"/>
              </a:ext>
            </a:extLst>
          </p:cNvPr>
          <p:cNvGrpSpPr/>
          <p:nvPr/>
        </p:nvGrpSpPr>
        <p:grpSpPr>
          <a:xfrm>
            <a:off x="2640626" y="1043308"/>
            <a:ext cx="882528" cy="3997799"/>
            <a:chOff x="2573918" y="2247900"/>
            <a:chExt cx="882528" cy="3997799"/>
          </a:xfrm>
        </p:grpSpPr>
        <p:cxnSp>
          <p:nvCxnSpPr>
            <p:cNvPr id="1255" name="Google Shape;16253;p172">
              <a:extLst>
                <a:ext uri="{FF2B5EF4-FFF2-40B4-BE49-F238E27FC236}">
                  <a16:creationId xmlns:a16="http://schemas.microsoft.com/office/drawing/2014/main" id="{C2C2625F-F48B-BC6E-69C4-F3424F2F2BA5}"/>
                </a:ext>
              </a:extLst>
            </p:cNvPr>
            <p:cNvCxnSpPr>
              <a:cxnSpLocks/>
            </p:cNvCxnSpPr>
            <p:nvPr/>
          </p:nvCxnSpPr>
          <p:spPr>
            <a:xfrm flipV="1">
              <a:off x="2580028" y="2247900"/>
              <a:ext cx="876418" cy="556449"/>
            </a:xfrm>
            <a:prstGeom prst="straightConnector1">
              <a:avLst/>
            </a:prstGeom>
            <a:noFill/>
            <a:ln w="12700" cap="flat" cmpd="sng">
              <a:solidFill>
                <a:schemeClr val="bg1"/>
              </a:solidFill>
              <a:prstDash val="solid"/>
              <a:round/>
              <a:headEnd type="none" w="sm" len="sm"/>
              <a:tailEnd type="stealth" w="med" len="med"/>
            </a:ln>
          </p:spPr>
        </p:cxnSp>
        <p:cxnSp>
          <p:nvCxnSpPr>
            <p:cNvPr id="1256" name="Google Shape;16254;p172">
              <a:extLst>
                <a:ext uri="{FF2B5EF4-FFF2-40B4-BE49-F238E27FC236}">
                  <a16:creationId xmlns:a16="http://schemas.microsoft.com/office/drawing/2014/main" id="{23A2BAFA-0458-3F84-DAEF-EA079DED44E3}"/>
                </a:ext>
              </a:extLst>
            </p:cNvPr>
            <p:cNvCxnSpPr>
              <a:cxnSpLocks/>
            </p:cNvCxnSpPr>
            <p:nvPr/>
          </p:nvCxnSpPr>
          <p:spPr>
            <a:xfrm>
              <a:off x="2573918" y="5499221"/>
              <a:ext cx="876418" cy="746478"/>
            </a:xfrm>
            <a:prstGeom prst="straightConnector1">
              <a:avLst/>
            </a:prstGeom>
            <a:noFill/>
            <a:ln w="12700" cap="flat" cmpd="sng">
              <a:solidFill>
                <a:schemeClr val="bg1"/>
              </a:solidFill>
              <a:prstDash val="solid"/>
              <a:round/>
              <a:headEnd type="none" w="sm" len="sm"/>
              <a:tailEnd type="stealth" w="med" len="med"/>
            </a:ln>
          </p:spPr>
        </p:cxnSp>
      </p:grpSp>
      <p:grpSp>
        <p:nvGrpSpPr>
          <p:cNvPr id="89203" name="Group 89202">
            <a:extLst>
              <a:ext uri="{FF2B5EF4-FFF2-40B4-BE49-F238E27FC236}">
                <a16:creationId xmlns:a16="http://schemas.microsoft.com/office/drawing/2014/main" id="{56874E47-3A60-F270-6623-ADB4A603A871}"/>
              </a:ext>
            </a:extLst>
          </p:cNvPr>
          <p:cNvGrpSpPr/>
          <p:nvPr/>
        </p:nvGrpSpPr>
        <p:grpSpPr>
          <a:xfrm>
            <a:off x="862429" y="1606779"/>
            <a:ext cx="1784307" cy="2687850"/>
            <a:chOff x="862429" y="1606779"/>
            <a:chExt cx="1784307" cy="2687850"/>
          </a:xfrm>
        </p:grpSpPr>
        <p:grpSp>
          <p:nvGrpSpPr>
            <p:cNvPr id="7" name="Group 6">
              <a:extLst>
                <a:ext uri="{FF2B5EF4-FFF2-40B4-BE49-F238E27FC236}">
                  <a16:creationId xmlns:a16="http://schemas.microsoft.com/office/drawing/2014/main" id="{F7585831-732F-86E5-2D5C-2D063E0893CE}"/>
                </a:ext>
              </a:extLst>
            </p:cNvPr>
            <p:cNvGrpSpPr/>
            <p:nvPr/>
          </p:nvGrpSpPr>
          <p:grpSpPr>
            <a:xfrm>
              <a:off x="935190" y="1671940"/>
              <a:ext cx="1609257" cy="2537692"/>
              <a:chOff x="2714175" y="2494105"/>
              <a:chExt cx="1609257" cy="2537692"/>
            </a:xfrm>
          </p:grpSpPr>
          <p:pic>
            <p:nvPicPr>
              <p:cNvPr id="8" name="Picture 7">
                <a:extLst>
                  <a:ext uri="{FF2B5EF4-FFF2-40B4-BE49-F238E27FC236}">
                    <a16:creationId xmlns:a16="http://schemas.microsoft.com/office/drawing/2014/main" id="{7D37CDC9-E874-BACA-3764-99B361B8A296}"/>
                  </a:ext>
                </a:extLst>
              </p:cNvPr>
              <p:cNvPicPr>
                <a:picLocks noChangeAspect="1"/>
              </p:cNvPicPr>
              <p:nvPr/>
            </p:nvPicPr>
            <p:blipFill>
              <a:blip r:embed="rId5">
                <a:biLevel thresh="25000"/>
                <a:extLst>
                  <a:ext uri="{BEBA8EAE-BF5A-486C-A8C5-ECC9F3942E4B}">
                    <a14:imgProps xmlns:a14="http://schemas.microsoft.com/office/drawing/2010/main">
                      <a14:imgLayer r:embed="rId6">
                        <a14:imgEffect>
                          <a14:backgroundRemoval t="5238" b="90000" l="6215" r="95198">
                            <a14:foregroundMark x1="66667" y1="6190" x2="66667" y2="6190"/>
                            <a14:foregroundMark x1="12429" y1="56667" x2="12429" y2="56667"/>
                            <a14:foregroundMark x1="16949" y1="59524" x2="16949" y2="59524"/>
                            <a14:foregroundMark x1="17232" y1="55238" x2="17232" y2="55238"/>
                            <a14:foregroundMark x1="14972" y1="65238" x2="14972" y2="65238"/>
                            <a14:foregroundMark x1="95198" y1="73810" x2="95198" y2="73810"/>
                            <a14:foregroundMark x1="18362" y1="82857" x2="18362" y2="82857"/>
                            <a14:foregroundMark x1="6215" y1="77143" x2="6215" y2="77143"/>
                          </a14:backgroundRemoval>
                        </a14:imgEffect>
                      </a14:imgLayer>
                    </a14:imgProps>
                  </a:ext>
                </a:extLst>
              </a:blip>
              <a:stretch>
                <a:fillRect/>
              </a:stretch>
            </p:blipFill>
            <p:spPr>
              <a:xfrm>
                <a:off x="2778478" y="2494105"/>
                <a:ext cx="412202" cy="244527"/>
              </a:xfrm>
              <a:prstGeom prst="rect">
                <a:avLst/>
              </a:prstGeom>
            </p:spPr>
          </p:pic>
          <p:pic>
            <p:nvPicPr>
              <p:cNvPr id="9" name="Picture 8">
                <a:extLst>
                  <a:ext uri="{FF2B5EF4-FFF2-40B4-BE49-F238E27FC236}">
                    <a16:creationId xmlns:a16="http://schemas.microsoft.com/office/drawing/2014/main" id="{522B9B3E-252D-C368-3A06-C62FE28847E2}"/>
                  </a:ext>
                </a:extLst>
              </p:cNvPr>
              <p:cNvPicPr>
                <a:picLocks noChangeAspect="1"/>
              </p:cNvPicPr>
              <p:nvPr/>
            </p:nvPicPr>
            <p:blipFill>
              <a:blip r:embed="rId5">
                <a:biLevel thresh="25000"/>
                <a:extLst>
                  <a:ext uri="{BEBA8EAE-BF5A-486C-A8C5-ECC9F3942E4B}">
                    <a14:imgProps xmlns:a14="http://schemas.microsoft.com/office/drawing/2010/main">
                      <a14:imgLayer r:embed="rId6">
                        <a14:imgEffect>
                          <a14:backgroundRemoval t="5238" b="90000" l="6215" r="95198">
                            <a14:foregroundMark x1="66667" y1="6190" x2="66667" y2="6190"/>
                            <a14:foregroundMark x1="12429" y1="56667" x2="12429" y2="56667"/>
                            <a14:foregroundMark x1="16949" y1="59524" x2="16949" y2="59524"/>
                            <a14:foregroundMark x1="17232" y1="55238" x2="17232" y2="55238"/>
                            <a14:foregroundMark x1="14972" y1="65238" x2="14972" y2="65238"/>
                            <a14:foregroundMark x1="95198" y1="73810" x2="95198" y2="73810"/>
                            <a14:foregroundMark x1="18362" y1="82857" x2="18362" y2="82857"/>
                            <a14:foregroundMark x1="6215" y1="77143" x2="6215" y2="77143"/>
                          </a14:backgroundRemoval>
                        </a14:imgEffect>
                      </a14:imgLayer>
                    </a14:imgProps>
                  </a:ext>
                </a:extLst>
              </a:blip>
              <a:stretch>
                <a:fillRect/>
              </a:stretch>
            </p:blipFill>
            <p:spPr>
              <a:xfrm>
                <a:off x="2759426" y="3253729"/>
                <a:ext cx="412202" cy="244527"/>
              </a:xfrm>
              <a:prstGeom prst="rect">
                <a:avLst/>
              </a:prstGeom>
            </p:spPr>
          </p:pic>
          <p:pic>
            <p:nvPicPr>
              <p:cNvPr id="10" name="Picture 9">
                <a:extLst>
                  <a:ext uri="{FF2B5EF4-FFF2-40B4-BE49-F238E27FC236}">
                    <a16:creationId xmlns:a16="http://schemas.microsoft.com/office/drawing/2014/main" id="{5F8F46CF-CC2C-B5ED-2B0A-696FA00B7AD8}"/>
                  </a:ext>
                </a:extLst>
              </p:cNvPr>
              <p:cNvPicPr>
                <a:picLocks noChangeAspect="1"/>
              </p:cNvPicPr>
              <p:nvPr/>
            </p:nvPicPr>
            <p:blipFill>
              <a:blip r:embed="rId5">
                <a:biLevel thresh="25000"/>
                <a:extLst>
                  <a:ext uri="{BEBA8EAE-BF5A-486C-A8C5-ECC9F3942E4B}">
                    <a14:imgProps xmlns:a14="http://schemas.microsoft.com/office/drawing/2010/main">
                      <a14:imgLayer r:embed="rId6">
                        <a14:imgEffect>
                          <a14:backgroundRemoval t="5238" b="90000" l="6215" r="95198">
                            <a14:foregroundMark x1="66667" y1="6190" x2="66667" y2="6190"/>
                            <a14:foregroundMark x1="12429" y1="56667" x2="12429" y2="56667"/>
                            <a14:foregroundMark x1="16949" y1="59524" x2="16949" y2="59524"/>
                            <a14:foregroundMark x1="17232" y1="55238" x2="17232" y2="55238"/>
                            <a14:foregroundMark x1="14972" y1="65238" x2="14972" y2="65238"/>
                            <a14:foregroundMark x1="95198" y1="73810" x2="95198" y2="73810"/>
                            <a14:foregroundMark x1="18362" y1="82857" x2="18362" y2="82857"/>
                            <a14:foregroundMark x1="6215" y1="77143" x2="6215" y2="77143"/>
                          </a14:backgroundRemoval>
                        </a14:imgEffect>
                      </a14:imgLayer>
                    </a14:imgProps>
                  </a:ext>
                </a:extLst>
              </a:blip>
              <a:stretch>
                <a:fillRect/>
              </a:stretch>
            </p:blipFill>
            <p:spPr>
              <a:xfrm>
                <a:off x="2733230" y="3877621"/>
                <a:ext cx="412202" cy="244527"/>
              </a:xfrm>
              <a:prstGeom prst="rect">
                <a:avLst/>
              </a:prstGeom>
            </p:spPr>
          </p:pic>
          <p:grpSp>
            <p:nvGrpSpPr>
              <p:cNvPr id="11" name="Group 4">
                <a:extLst>
                  <a:ext uri="{FF2B5EF4-FFF2-40B4-BE49-F238E27FC236}">
                    <a16:creationId xmlns:a16="http://schemas.microsoft.com/office/drawing/2014/main" id="{8D44E941-7684-3E80-4DFA-4302CEEBCBE8}"/>
                  </a:ext>
                </a:extLst>
              </p:cNvPr>
              <p:cNvGrpSpPr>
                <a:grpSpLocks/>
              </p:cNvGrpSpPr>
              <p:nvPr/>
            </p:nvGrpSpPr>
            <p:grpSpPr bwMode="auto">
              <a:xfrm>
                <a:off x="3874963" y="2835144"/>
                <a:ext cx="448469" cy="205096"/>
                <a:chOff x="2256" y="2352"/>
                <a:chExt cx="933" cy="365"/>
              </a:xfrm>
            </p:grpSpPr>
            <p:grpSp>
              <p:nvGrpSpPr>
                <p:cNvPr id="89170" name="Group 5">
                  <a:extLst>
                    <a:ext uri="{FF2B5EF4-FFF2-40B4-BE49-F238E27FC236}">
                      <a16:creationId xmlns:a16="http://schemas.microsoft.com/office/drawing/2014/main" id="{1E78F8C3-D57A-7BCA-5568-06316250ACB2}"/>
                    </a:ext>
                  </a:extLst>
                </p:cNvPr>
                <p:cNvGrpSpPr>
                  <a:grpSpLocks/>
                </p:cNvGrpSpPr>
                <p:nvPr/>
              </p:nvGrpSpPr>
              <p:grpSpPr bwMode="auto">
                <a:xfrm flipH="1">
                  <a:off x="2256" y="2352"/>
                  <a:ext cx="933" cy="249"/>
                  <a:chOff x="693" y="2029"/>
                  <a:chExt cx="836" cy="228"/>
                </a:xfrm>
              </p:grpSpPr>
              <p:sp>
                <p:nvSpPr>
                  <p:cNvPr id="89198" name="Rectangle 6">
                    <a:extLst>
                      <a:ext uri="{FF2B5EF4-FFF2-40B4-BE49-F238E27FC236}">
                        <a16:creationId xmlns:a16="http://schemas.microsoft.com/office/drawing/2014/main" id="{3C5A58EC-2A79-F2FC-CF10-AF0C6847A1A6}"/>
                      </a:ext>
                    </a:extLst>
                  </p:cNvPr>
                  <p:cNvSpPr>
                    <a:spLocks noChangeArrowheads="1"/>
                  </p:cNvSpPr>
                  <p:nvPr/>
                </p:nvSpPr>
                <p:spPr bwMode="auto">
                  <a:xfrm>
                    <a:off x="693" y="2029"/>
                    <a:ext cx="836" cy="228"/>
                  </a:xfrm>
                  <a:prstGeom prst="rect">
                    <a:avLst/>
                  </a:prstGeom>
                  <a:gradFill rotWithShape="0">
                    <a:gsLst>
                      <a:gs pos="0">
                        <a:srgbClr val="037C03"/>
                      </a:gs>
                      <a:gs pos="50000">
                        <a:srgbClr val="037C03">
                          <a:gamma/>
                          <a:shade val="6275"/>
                          <a:invGamma/>
                        </a:srgbClr>
                      </a:gs>
                      <a:gs pos="100000">
                        <a:srgbClr val="037C03"/>
                      </a:gs>
                    </a:gsLst>
                    <a:lin ang="5400000" scaled="1"/>
                  </a:gradFill>
                  <a:ln w="3175">
                    <a:solidFill>
                      <a:srgbClr val="000000"/>
                    </a:solidFill>
                    <a:miter lim="800000"/>
                    <a:headEnd/>
                    <a:tailEnd/>
                  </a:ln>
                </p:spPr>
                <p:txBody>
                  <a:bodyPr/>
                  <a:lstStyle/>
                  <a:p>
                    <a:endParaRPr lang="en-US"/>
                  </a:p>
                </p:txBody>
              </p:sp>
              <p:sp>
                <p:nvSpPr>
                  <p:cNvPr id="89199" name="Rectangle 7">
                    <a:extLst>
                      <a:ext uri="{FF2B5EF4-FFF2-40B4-BE49-F238E27FC236}">
                        <a16:creationId xmlns:a16="http://schemas.microsoft.com/office/drawing/2014/main" id="{3EB795BC-83B3-A5A1-BFC5-A72AE88AF8FC}"/>
                      </a:ext>
                    </a:extLst>
                  </p:cNvPr>
                  <p:cNvSpPr>
                    <a:spLocks noChangeArrowheads="1"/>
                  </p:cNvSpPr>
                  <p:nvPr/>
                </p:nvSpPr>
                <p:spPr bwMode="auto">
                  <a:xfrm>
                    <a:off x="693" y="2037"/>
                    <a:ext cx="836" cy="213"/>
                  </a:xfrm>
                  <a:prstGeom prst="rect">
                    <a:avLst/>
                  </a:prstGeom>
                  <a:solidFill>
                    <a:srgbClr val="C5D3ED"/>
                  </a:solidFill>
                  <a:ln w="3175">
                    <a:solidFill>
                      <a:srgbClr val="000000"/>
                    </a:solidFill>
                    <a:miter lim="800000"/>
                    <a:headEnd/>
                    <a:tailEnd/>
                  </a:ln>
                </p:spPr>
                <p:txBody>
                  <a:bodyPr/>
                  <a:lstStyle/>
                  <a:p>
                    <a:endParaRPr lang="en-US" dirty="0"/>
                  </a:p>
                </p:txBody>
              </p:sp>
            </p:grpSp>
            <p:grpSp>
              <p:nvGrpSpPr>
                <p:cNvPr id="89171" name="Group 8">
                  <a:extLst>
                    <a:ext uri="{FF2B5EF4-FFF2-40B4-BE49-F238E27FC236}">
                      <a16:creationId xmlns:a16="http://schemas.microsoft.com/office/drawing/2014/main" id="{F1C2A294-B4C7-23A4-0A41-405FE814F56F}"/>
                    </a:ext>
                  </a:extLst>
                </p:cNvPr>
                <p:cNvGrpSpPr>
                  <a:grpSpLocks/>
                </p:cNvGrpSpPr>
                <p:nvPr/>
              </p:nvGrpSpPr>
              <p:grpSpPr bwMode="auto">
                <a:xfrm flipH="1">
                  <a:off x="2413" y="2614"/>
                  <a:ext cx="624" cy="103"/>
                  <a:chOff x="926" y="2258"/>
                  <a:chExt cx="559" cy="94"/>
                </a:xfrm>
              </p:grpSpPr>
              <p:grpSp>
                <p:nvGrpSpPr>
                  <p:cNvPr id="89172" name="Group 9">
                    <a:extLst>
                      <a:ext uri="{FF2B5EF4-FFF2-40B4-BE49-F238E27FC236}">
                        <a16:creationId xmlns:a16="http://schemas.microsoft.com/office/drawing/2014/main" id="{DB9EADBB-7842-2997-5616-4342C7910C04}"/>
                      </a:ext>
                    </a:extLst>
                  </p:cNvPr>
                  <p:cNvGrpSpPr>
                    <a:grpSpLocks/>
                  </p:cNvGrpSpPr>
                  <p:nvPr/>
                </p:nvGrpSpPr>
                <p:grpSpPr bwMode="auto">
                  <a:xfrm>
                    <a:off x="926" y="2258"/>
                    <a:ext cx="559" cy="81"/>
                    <a:chOff x="926" y="2258"/>
                    <a:chExt cx="559" cy="81"/>
                  </a:xfrm>
                </p:grpSpPr>
                <p:grpSp>
                  <p:nvGrpSpPr>
                    <p:cNvPr id="89181" name="Group 10">
                      <a:extLst>
                        <a:ext uri="{FF2B5EF4-FFF2-40B4-BE49-F238E27FC236}">
                          <a16:creationId xmlns:a16="http://schemas.microsoft.com/office/drawing/2014/main" id="{0663FAA2-F481-28A0-F636-C8D5657A1FCB}"/>
                        </a:ext>
                      </a:extLst>
                    </p:cNvPr>
                    <p:cNvGrpSpPr>
                      <a:grpSpLocks/>
                    </p:cNvGrpSpPr>
                    <p:nvPr/>
                  </p:nvGrpSpPr>
                  <p:grpSpPr bwMode="auto">
                    <a:xfrm>
                      <a:off x="926" y="2258"/>
                      <a:ext cx="67" cy="62"/>
                      <a:chOff x="926" y="2258"/>
                      <a:chExt cx="67" cy="62"/>
                    </a:xfrm>
                  </p:grpSpPr>
                  <p:sp>
                    <p:nvSpPr>
                      <p:cNvPr id="89195" name="Freeform 11">
                        <a:extLst>
                          <a:ext uri="{FF2B5EF4-FFF2-40B4-BE49-F238E27FC236}">
                            <a16:creationId xmlns:a16="http://schemas.microsoft.com/office/drawing/2014/main" id="{81983A7A-19EC-634D-7DB2-5105F7CC6B3A}"/>
                          </a:ext>
                        </a:extLst>
                      </p:cNvPr>
                      <p:cNvSpPr>
                        <a:spLocks/>
                      </p:cNvSpPr>
                      <p:nvPr/>
                    </p:nvSpPr>
                    <p:spPr bwMode="auto">
                      <a:xfrm>
                        <a:off x="926" y="2258"/>
                        <a:ext cx="67" cy="10"/>
                      </a:xfrm>
                      <a:custGeom>
                        <a:avLst/>
                        <a:gdLst>
                          <a:gd name="T0" fmla="*/ 0 w 67"/>
                          <a:gd name="T1" fmla="*/ 0 h 10"/>
                          <a:gd name="T2" fmla="*/ 67 w 67"/>
                          <a:gd name="T3" fmla="*/ 0 h 10"/>
                          <a:gd name="T4" fmla="*/ 59 w 67"/>
                          <a:gd name="T5" fmla="*/ 10 h 10"/>
                          <a:gd name="T6" fmla="*/ 7 w 67"/>
                          <a:gd name="T7" fmla="*/ 10 h 10"/>
                          <a:gd name="T8" fmla="*/ 0 w 67"/>
                          <a:gd name="T9" fmla="*/ 0 h 10"/>
                        </a:gdLst>
                        <a:ahLst/>
                        <a:cxnLst>
                          <a:cxn ang="0">
                            <a:pos x="T0" y="T1"/>
                          </a:cxn>
                          <a:cxn ang="0">
                            <a:pos x="T2" y="T3"/>
                          </a:cxn>
                          <a:cxn ang="0">
                            <a:pos x="T4" y="T5"/>
                          </a:cxn>
                          <a:cxn ang="0">
                            <a:pos x="T6" y="T7"/>
                          </a:cxn>
                          <a:cxn ang="0">
                            <a:pos x="T8" y="T9"/>
                          </a:cxn>
                        </a:cxnLst>
                        <a:rect l="0" t="0" r="r" b="b"/>
                        <a:pathLst>
                          <a:path w="67" h="10">
                            <a:moveTo>
                              <a:pt x="0" y="0"/>
                            </a:moveTo>
                            <a:lnTo>
                              <a:pt x="67" y="0"/>
                            </a:lnTo>
                            <a:lnTo>
                              <a:pt x="59" y="10"/>
                            </a:lnTo>
                            <a:lnTo>
                              <a:pt x="7" y="10"/>
                            </a:lnTo>
                            <a:lnTo>
                              <a:pt x="0" y="0"/>
                            </a:lnTo>
                            <a:close/>
                          </a:path>
                        </a:pathLst>
                      </a:custGeom>
                      <a:solidFill>
                        <a:srgbClr val="606060"/>
                      </a:solidFill>
                      <a:ln w="3175">
                        <a:solidFill>
                          <a:srgbClr val="404040"/>
                        </a:solidFill>
                        <a:prstDash val="solid"/>
                        <a:round/>
                        <a:headEnd/>
                        <a:tailEnd/>
                      </a:ln>
                    </p:spPr>
                    <p:txBody>
                      <a:bodyPr/>
                      <a:lstStyle/>
                      <a:p>
                        <a:endParaRPr lang="en-US"/>
                      </a:p>
                    </p:txBody>
                  </p:sp>
                  <p:sp>
                    <p:nvSpPr>
                      <p:cNvPr id="89196" name="Freeform 12">
                        <a:extLst>
                          <a:ext uri="{FF2B5EF4-FFF2-40B4-BE49-F238E27FC236}">
                            <a16:creationId xmlns:a16="http://schemas.microsoft.com/office/drawing/2014/main" id="{A3EFEDDF-16FB-BDE5-59C3-1E8FE1119D7F}"/>
                          </a:ext>
                        </a:extLst>
                      </p:cNvPr>
                      <p:cNvSpPr>
                        <a:spLocks/>
                      </p:cNvSpPr>
                      <p:nvPr/>
                    </p:nvSpPr>
                    <p:spPr bwMode="auto">
                      <a:xfrm>
                        <a:off x="941" y="2268"/>
                        <a:ext cx="34" cy="4"/>
                      </a:xfrm>
                      <a:custGeom>
                        <a:avLst/>
                        <a:gdLst>
                          <a:gd name="T0" fmla="*/ 0 w 34"/>
                          <a:gd name="T1" fmla="*/ 0 h 4"/>
                          <a:gd name="T2" fmla="*/ 34 w 34"/>
                          <a:gd name="T3" fmla="*/ 0 h 4"/>
                          <a:gd name="T4" fmla="*/ 30 w 34"/>
                          <a:gd name="T5" fmla="*/ 4 h 4"/>
                          <a:gd name="T6" fmla="*/ 4 w 34"/>
                          <a:gd name="T7" fmla="*/ 4 h 4"/>
                          <a:gd name="T8" fmla="*/ 0 w 34"/>
                          <a:gd name="T9" fmla="*/ 0 h 4"/>
                        </a:gdLst>
                        <a:ahLst/>
                        <a:cxnLst>
                          <a:cxn ang="0">
                            <a:pos x="T0" y="T1"/>
                          </a:cxn>
                          <a:cxn ang="0">
                            <a:pos x="T2" y="T3"/>
                          </a:cxn>
                          <a:cxn ang="0">
                            <a:pos x="T4" y="T5"/>
                          </a:cxn>
                          <a:cxn ang="0">
                            <a:pos x="T6" y="T7"/>
                          </a:cxn>
                          <a:cxn ang="0">
                            <a:pos x="T8" y="T9"/>
                          </a:cxn>
                        </a:cxnLst>
                        <a:rect l="0" t="0" r="r" b="b"/>
                        <a:pathLst>
                          <a:path w="34" h="4">
                            <a:moveTo>
                              <a:pt x="0" y="0"/>
                            </a:moveTo>
                            <a:lnTo>
                              <a:pt x="34" y="0"/>
                            </a:lnTo>
                            <a:lnTo>
                              <a:pt x="30" y="4"/>
                            </a:lnTo>
                            <a:lnTo>
                              <a:pt x="4" y="4"/>
                            </a:lnTo>
                            <a:lnTo>
                              <a:pt x="0" y="0"/>
                            </a:lnTo>
                            <a:close/>
                          </a:path>
                        </a:pathLst>
                      </a:custGeom>
                      <a:solidFill>
                        <a:srgbClr val="606060"/>
                      </a:solidFill>
                      <a:ln w="3175">
                        <a:solidFill>
                          <a:srgbClr val="404040"/>
                        </a:solidFill>
                        <a:prstDash val="solid"/>
                        <a:round/>
                        <a:headEnd/>
                        <a:tailEnd/>
                      </a:ln>
                    </p:spPr>
                    <p:txBody>
                      <a:bodyPr/>
                      <a:lstStyle/>
                      <a:p>
                        <a:endParaRPr lang="en-US"/>
                      </a:p>
                    </p:txBody>
                  </p:sp>
                  <p:sp>
                    <p:nvSpPr>
                      <p:cNvPr id="89197" name="Rectangle 13">
                        <a:extLst>
                          <a:ext uri="{FF2B5EF4-FFF2-40B4-BE49-F238E27FC236}">
                            <a16:creationId xmlns:a16="http://schemas.microsoft.com/office/drawing/2014/main" id="{ED9DCFA6-11E2-F83C-EC6C-44CEDDE5D1F5}"/>
                          </a:ext>
                        </a:extLst>
                      </p:cNvPr>
                      <p:cNvSpPr>
                        <a:spLocks noChangeArrowheads="1"/>
                      </p:cNvSpPr>
                      <p:nvPr/>
                    </p:nvSpPr>
                    <p:spPr bwMode="auto">
                      <a:xfrm>
                        <a:off x="956" y="2273"/>
                        <a:ext cx="6" cy="47"/>
                      </a:xfrm>
                      <a:prstGeom prst="rect">
                        <a:avLst/>
                      </a:prstGeom>
                      <a:solidFill>
                        <a:srgbClr val="606060"/>
                      </a:solidFill>
                      <a:ln w="3175">
                        <a:solidFill>
                          <a:srgbClr val="404040"/>
                        </a:solidFill>
                        <a:miter lim="800000"/>
                        <a:headEnd/>
                        <a:tailEnd/>
                      </a:ln>
                    </p:spPr>
                    <p:txBody>
                      <a:bodyPr/>
                      <a:lstStyle/>
                      <a:p>
                        <a:endParaRPr lang="en-US"/>
                      </a:p>
                    </p:txBody>
                  </p:sp>
                </p:grpSp>
                <p:grpSp>
                  <p:nvGrpSpPr>
                    <p:cNvPr id="89182" name="Group 14">
                      <a:extLst>
                        <a:ext uri="{FF2B5EF4-FFF2-40B4-BE49-F238E27FC236}">
                          <a16:creationId xmlns:a16="http://schemas.microsoft.com/office/drawing/2014/main" id="{085EFA59-F439-8172-51E0-348FEAC3B62C}"/>
                        </a:ext>
                      </a:extLst>
                    </p:cNvPr>
                    <p:cNvGrpSpPr>
                      <a:grpSpLocks/>
                    </p:cNvGrpSpPr>
                    <p:nvPr/>
                  </p:nvGrpSpPr>
                  <p:grpSpPr bwMode="auto">
                    <a:xfrm>
                      <a:off x="1264" y="2258"/>
                      <a:ext cx="107" cy="81"/>
                      <a:chOff x="1264" y="2258"/>
                      <a:chExt cx="107" cy="81"/>
                    </a:xfrm>
                  </p:grpSpPr>
                  <p:sp>
                    <p:nvSpPr>
                      <p:cNvPr id="89189" name="Freeform 15">
                        <a:extLst>
                          <a:ext uri="{FF2B5EF4-FFF2-40B4-BE49-F238E27FC236}">
                            <a16:creationId xmlns:a16="http://schemas.microsoft.com/office/drawing/2014/main" id="{FEB712C0-2CF6-EAB0-D525-F8FEA3FB7098}"/>
                          </a:ext>
                        </a:extLst>
                      </p:cNvPr>
                      <p:cNvSpPr>
                        <a:spLocks/>
                      </p:cNvSpPr>
                      <p:nvPr/>
                    </p:nvSpPr>
                    <p:spPr bwMode="auto">
                      <a:xfrm>
                        <a:off x="1264" y="2260"/>
                        <a:ext cx="106" cy="16"/>
                      </a:xfrm>
                      <a:custGeom>
                        <a:avLst/>
                        <a:gdLst>
                          <a:gd name="T0" fmla="*/ 0 w 106"/>
                          <a:gd name="T1" fmla="*/ 0 h 16"/>
                          <a:gd name="T2" fmla="*/ 106 w 106"/>
                          <a:gd name="T3" fmla="*/ 0 h 16"/>
                          <a:gd name="T4" fmla="*/ 106 w 106"/>
                          <a:gd name="T5" fmla="*/ 16 h 16"/>
                          <a:gd name="T6" fmla="*/ 8 w 106"/>
                          <a:gd name="T7" fmla="*/ 16 h 16"/>
                          <a:gd name="T8" fmla="*/ 0 w 106"/>
                          <a:gd name="T9" fmla="*/ 0 h 16"/>
                        </a:gdLst>
                        <a:ahLst/>
                        <a:cxnLst>
                          <a:cxn ang="0">
                            <a:pos x="T0" y="T1"/>
                          </a:cxn>
                          <a:cxn ang="0">
                            <a:pos x="T2" y="T3"/>
                          </a:cxn>
                          <a:cxn ang="0">
                            <a:pos x="T4" y="T5"/>
                          </a:cxn>
                          <a:cxn ang="0">
                            <a:pos x="T6" y="T7"/>
                          </a:cxn>
                          <a:cxn ang="0">
                            <a:pos x="T8" y="T9"/>
                          </a:cxn>
                        </a:cxnLst>
                        <a:rect l="0" t="0" r="r" b="b"/>
                        <a:pathLst>
                          <a:path w="106" h="16">
                            <a:moveTo>
                              <a:pt x="0" y="0"/>
                            </a:moveTo>
                            <a:lnTo>
                              <a:pt x="106" y="0"/>
                            </a:lnTo>
                            <a:lnTo>
                              <a:pt x="106" y="16"/>
                            </a:lnTo>
                            <a:lnTo>
                              <a:pt x="8" y="16"/>
                            </a:lnTo>
                            <a:lnTo>
                              <a:pt x="0" y="0"/>
                            </a:lnTo>
                            <a:close/>
                          </a:path>
                        </a:pathLst>
                      </a:custGeom>
                      <a:solidFill>
                        <a:srgbClr val="606060"/>
                      </a:solidFill>
                      <a:ln w="3175">
                        <a:solidFill>
                          <a:srgbClr val="404040"/>
                        </a:solidFill>
                        <a:prstDash val="solid"/>
                        <a:round/>
                        <a:headEnd/>
                        <a:tailEnd/>
                      </a:ln>
                    </p:spPr>
                    <p:txBody>
                      <a:bodyPr/>
                      <a:lstStyle/>
                      <a:p>
                        <a:endParaRPr lang="en-US"/>
                      </a:p>
                    </p:txBody>
                  </p:sp>
                  <p:grpSp>
                    <p:nvGrpSpPr>
                      <p:cNvPr id="89190" name="Group 16">
                        <a:extLst>
                          <a:ext uri="{FF2B5EF4-FFF2-40B4-BE49-F238E27FC236}">
                            <a16:creationId xmlns:a16="http://schemas.microsoft.com/office/drawing/2014/main" id="{83551CEB-364C-F22B-600D-E5FA90E128DC}"/>
                          </a:ext>
                        </a:extLst>
                      </p:cNvPr>
                      <p:cNvGrpSpPr>
                        <a:grpSpLocks/>
                      </p:cNvGrpSpPr>
                      <p:nvPr/>
                    </p:nvGrpSpPr>
                    <p:grpSpPr bwMode="auto">
                      <a:xfrm>
                        <a:off x="1272" y="2258"/>
                        <a:ext cx="91" cy="18"/>
                        <a:chOff x="1272" y="2258"/>
                        <a:chExt cx="91" cy="18"/>
                      </a:xfrm>
                    </p:grpSpPr>
                    <p:sp>
                      <p:nvSpPr>
                        <p:cNvPr id="89192" name="Freeform 17">
                          <a:extLst>
                            <a:ext uri="{FF2B5EF4-FFF2-40B4-BE49-F238E27FC236}">
                              <a16:creationId xmlns:a16="http://schemas.microsoft.com/office/drawing/2014/main" id="{C4AD2671-B3C4-47AD-8274-757F2E9E7E3E}"/>
                            </a:ext>
                          </a:extLst>
                        </p:cNvPr>
                        <p:cNvSpPr>
                          <a:spLocks/>
                        </p:cNvSpPr>
                        <p:nvPr/>
                      </p:nvSpPr>
                      <p:spPr bwMode="auto">
                        <a:xfrm>
                          <a:off x="1272" y="2262"/>
                          <a:ext cx="80" cy="14"/>
                        </a:xfrm>
                        <a:custGeom>
                          <a:avLst/>
                          <a:gdLst>
                            <a:gd name="T0" fmla="*/ 0 w 80"/>
                            <a:gd name="T1" fmla="*/ 14 h 14"/>
                            <a:gd name="T2" fmla="*/ 12 w 80"/>
                            <a:gd name="T3" fmla="*/ 0 h 14"/>
                            <a:gd name="T4" fmla="*/ 80 w 80"/>
                            <a:gd name="T5" fmla="*/ 0 h 14"/>
                            <a:gd name="T6" fmla="*/ 80 w 80"/>
                            <a:gd name="T7" fmla="*/ 14 h 14"/>
                          </a:gdLst>
                          <a:ahLst/>
                          <a:cxnLst>
                            <a:cxn ang="0">
                              <a:pos x="T0" y="T1"/>
                            </a:cxn>
                            <a:cxn ang="0">
                              <a:pos x="T2" y="T3"/>
                            </a:cxn>
                            <a:cxn ang="0">
                              <a:pos x="T4" y="T5"/>
                            </a:cxn>
                            <a:cxn ang="0">
                              <a:pos x="T6" y="T7"/>
                            </a:cxn>
                          </a:cxnLst>
                          <a:rect l="0" t="0" r="r" b="b"/>
                          <a:pathLst>
                            <a:path w="80" h="14">
                              <a:moveTo>
                                <a:pt x="0" y="14"/>
                              </a:moveTo>
                              <a:lnTo>
                                <a:pt x="12" y="0"/>
                              </a:lnTo>
                              <a:lnTo>
                                <a:pt x="80" y="0"/>
                              </a:lnTo>
                              <a:lnTo>
                                <a:pt x="80" y="14"/>
                              </a:lnTo>
                            </a:path>
                          </a:pathLst>
                        </a:custGeom>
                        <a:noFill/>
                        <a:ln w="3175">
                          <a:solidFill>
                            <a:srgbClr val="40404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9193" name="Line 18">
                          <a:extLst>
                            <a:ext uri="{FF2B5EF4-FFF2-40B4-BE49-F238E27FC236}">
                              <a16:creationId xmlns:a16="http://schemas.microsoft.com/office/drawing/2014/main" id="{CB3EC5A4-E6A2-C885-DB79-1130B2A56E05}"/>
                            </a:ext>
                          </a:extLst>
                        </p:cNvPr>
                        <p:cNvSpPr>
                          <a:spLocks noChangeShapeType="1"/>
                        </p:cNvSpPr>
                        <p:nvPr/>
                      </p:nvSpPr>
                      <p:spPr bwMode="auto">
                        <a:xfrm>
                          <a:off x="1362" y="2258"/>
                          <a:ext cx="1" cy="18"/>
                        </a:xfrm>
                        <a:prstGeom prst="line">
                          <a:avLst/>
                        </a:prstGeom>
                        <a:noFill/>
                        <a:ln w="3175">
                          <a:solidFill>
                            <a:srgbClr val="40404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89191" name="Line 19">
                        <a:extLst>
                          <a:ext uri="{FF2B5EF4-FFF2-40B4-BE49-F238E27FC236}">
                            <a16:creationId xmlns:a16="http://schemas.microsoft.com/office/drawing/2014/main" id="{E73EE843-E7BE-558D-9612-A3854EB60C2D}"/>
                          </a:ext>
                        </a:extLst>
                      </p:cNvPr>
                      <p:cNvSpPr>
                        <a:spLocks noChangeShapeType="1"/>
                      </p:cNvSpPr>
                      <p:nvPr/>
                    </p:nvSpPr>
                    <p:spPr bwMode="auto">
                      <a:xfrm>
                        <a:off x="1370" y="2276"/>
                        <a:ext cx="1" cy="63"/>
                      </a:xfrm>
                      <a:prstGeom prst="line">
                        <a:avLst/>
                      </a:prstGeom>
                      <a:noFill/>
                      <a:ln w="3175">
                        <a:solidFill>
                          <a:srgbClr val="20202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89183" name="Group 20">
                      <a:extLst>
                        <a:ext uri="{FF2B5EF4-FFF2-40B4-BE49-F238E27FC236}">
                          <a16:creationId xmlns:a16="http://schemas.microsoft.com/office/drawing/2014/main" id="{5D11385A-7124-3D08-F878-8B600CB9DE02}"/>
                        </a:ext>
                      </a:extLst>
                    </p:cNvPr>
                    <p:cNvGrpSpPr>
                      <a:grpSpLocks/>
                    </p:cNvGrpSpPr>
                    <p:nvPr/>
                  </p:nvGrpSpPr>
                  <p:grpSpPr bwMode="auto">
                    <a:xfrm>
                      <a:off x="1377" y="2258"/>
                      <a:ext cx="108" cy="81"/>
                      <a:chOff x="1377" y="2258"/>
                      <a:chExt cx="108" cy="81"/>
                    </a:xfrm>
                  </p:grpSpPr>
                  <p:sp>
                    <p:nvSpPr>
                      <p:cNvPr id="89184" name="Freeform 21">
                        <a:extLst>
                          <a:ext uri="{FF2B5EF4-FFF2-40B4-BE49-F238E27FC236}">
                            <a16:creationId xmlns:a16="http://schemas.microsoft.com/office/drawing/2014/main" id="{2EE71500-E75B-E199-320F-7A31D434CA86}"/>
                          </a:ext>
                        </a:extLst>
                      </p:cNvPr>
                      <p:cNvSpPr>
                        <a:spLocks/>
                      </p:cNvSpPr>
                      <p:nvPr/>
                    </p:nvSpPr>
                    <p:spPr bwMode="auto">
                      <a:xfrm>
                        <a:off x="1377" y="2260"/>
                        <a:ext cx="107" cy="16"/>
                      </a:xfrm>
                      <a:custGeom>
                        <a:avLst/>
                        <a:gdLst>
                          <a:gd name="T0" fmla="*/ 0 w 107"/>
                          <a:gd name="T1" fmla="*/ 0 h 16"/>
                          <a:gd name="T2" fmla="*/ 107 w 107"/>
                          <a:gd name="T3" fmla="*/ 0 h 16"/>
                          <a:gd name="T4" fmla="*/ 107 w 107"/>
                          <a:gd name="T5" fmla="*/ 16 h 16"/>
                          <a:gd name="T6" fmla="*/ 10 w 107"/>
                          <a:gd name="T7" fmla="*/ 16 h 16"/>
                          <a:gd name="T8" fmla="*/ 0 w 107"/>
                          <a:gd name="T9" fmla="*/ 0 h 16"/>
                        </a:gdLst>
                        <a:ahLst/>
                        <a:cxnLst>
                          <a:cxn ang="0">
                            <a:pos x="T0" y="T1"/>
                          </a:cxn>
                          <a:cxn ang="0">
                            <a:pos x="T2" y="T3"/>
                          </a:cxn>
                          <a:cxn ang="0">
                            <a:pos x="T4" y="T5"/>
                          </a:cxn>
                          <a:cxn ang="0">
                            <a:pos x="T6" y="T7"/>
                          </a:cxn>
                          <a:cxn ang="0">
                            <a:pos x="T8" y="T9"/>
                          </a:cxn>
                        </a:cxnLst>
                        <a:rect l="0" t="0" r="r" b="b"/>
                        <a:pathLst>
                          <a:path w="107" h="16">
                            <a:moveTo>
                              <a:pt x="0" y="0"/>
                            </a:moveTo>
                            <a:lnTo>
                              <a:pt x="107" y="0"/>
                            </a:lnTo>
                            <a:lnTo>
                              <a:pt x="107" y="16"/>
                            </a:lnTo>
                            <a:lnTo>
                              <a:pt x="10" y="16"/>
                            </a:lnTo>
                            <a:lnTo>
                              <a:pt x="0" y="0"/>
                            </a:lnTo>
                            <a:close/>
                          </a:path>
                        </a:pathLst>
                      </a:custGeom>
                      <a:solidFill>
                        <a:srgbClr val="606060"/>
                      </a:solidFill>
                      <a:ln w="3175">
                        <a:solidFill>
                          <a:srgbClr val="404040"/>
                        </a:solidFill>
                        <a:prstDash val="solid"/>
                        <a:round/>
                        <a:headEnd/>
                        <a:tailEnd/>
                      </a:ln>
                    </p:spPr>
                    <p:txBody>
                      <a:bodyPr/>
                      <a:lstStyle/>
                      <a:p>
                        <a:endParaRPr lang="en-US"/>
                      </a:p>
                    </p:txBody>
                  </p:sp>
                  <p:grpSp>
                    <p:nvGrpSpPr>
                      <p:cNvPr id="89185" name="Group 22">
                        <a:extLst>
                          <a:ext uri="{FF2B5EF4-FFF2-40B4-BE49-F238E27FC236}">
                            <a16:creationId xmlns:a16="http://schemas.microsoft.com/office/drawing/2014/main" id="{E6C99E50-27F5-C788-D3B2-874EA2841C7F}"/>
                          </a:ext>
                        </a:extLst>
                      </p:cNvPr>
                      <p:cNvGrpSpPr>
                        <a:grpSpLocks/>
                      </p:cNvGrpSpPr>
                      <p:nvPr/>
                    </p:nvGrpSpPr>
                    <p:grpSpPr bwMode="auto">
                      <a:xfrm>
                        <a:off x="1387" y="2258"/>
                        <a:ext cx="89" cy="18"/>
                        <a:chOff x="1387" y="2258"/>
                        <a:chExt cx="89" cy="18"/>
                      </a:xfrm>
                    </p:grpSpPr>
                    <p:sp>
                      <p:nvSpPr>
                        <p:cNvPr id="89187" name="Freeform 23">
                          <a:extLst>
                            <a:ext uri="{FF2B5EF4-FFF2-40B4-BE49-F238E27FC236}">
                              <a16:creationId xmlns:a16="http://schemas.microsoft.com/office/drawing/2014/main" id="{8CA4ED43-40CE-FA8D-9F1D-4913577B8E65}"/>
                            </a:ext>
                          </a:extLst>
                        </p:cNvPr>
                        <p:cNvSpPr>
                          <a:spLocks/>
                        </p:cNvSpPr>
                        <p:nvPr/>
                      </p:nvSpPr>
                      <p:spPr bwMode="auto">
                        <a:xfrm>
                          <a:off x="1387" y="2262"/>
                          <a:ext cx="80" cy="14"/>
                        </a:xfrm>
                        <a:custGeom>
                          <a:avLst/>
                          <a:gdLst>
                            <a:gd name="T0" fmla="*/ 0 w 80"/>
                            <a:gd name="T1" fmla="*/ 14 h 14"/>
                            <a:gd name="T2" fmla="*/ 12 w 80"/>
                            <a:gd name="T3" fmla="*/ 0 h 14"/>
                            <a:gd name="T4" fmla="*/ 80 w 80"/>
                            <a:gd name="T5" fmla="*/ 0 h 14"/>
                            <a:gd name="T6" fmla="*/ 80 w 80"/>
                            <a:gd name="T7" fmla="*/ 14 h 14"/>
                          </a:gdLst>
                          <a:ahLst/>
                          <a:cxnLst>
                            <a:cxn ang="0">
                              <a:pos x="T0" y="T1"/>
                            </a:cxn>
                            <a:cxn ang="0">
                              <a:pos x="T2" y="T3"/>
                            </a:cxn>
                            <a:cxn ang="0">
                              <a:pos x="T4" y="T5"/>
                            </a:cxn>
                            <a:cxn ang="0">
                              <a:pos x="T6" y="T7"/>
                            </a:cxn>
                          </a:cxnLst>
                          <a:rect l="0" t="0" r="r" b="b"/>
                          <a:pathLst>
                            <a:path w="80" h="14">
                              <a:moveTo>
                                <a:pt x="0" y="14"/>
                              </a:moveTo>
                              <a:lnTo>
                                <a:pt x="12" y="0"/>
                              </a:lnTo>
                              <a:lnTo>
                                <a:pt x="80" y="0"/>
                              </a:lnTo>
                              <a:lnTo>
                                <a:pt x="80" y="14"/>
                              </a:lnTo>
                            </a:path>
                          </a:pathLst>
                        </a:custGeom>
                        <a:noFill/>
                        <a:ln w="3175">
                          <a:solidFill>
                            <a:srgbClr val="40404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9188" name="Line 24">
                          <a:extLst>
                            <a:ext uri="{FF2B5EF4-FFF2-40B4-BE49-F238E27FC236}">
                              <a16:creationId xmlns:a16="http://schemas.microsoft.com/office/drawing/2014/main" id="{EE142DA6-8508-32D9-F648-B5AF9783AD4B}"/>
                            </a:ext>
                          </a:extLst>
                        </p:cNvPr>
                        <p:cNvSpPr>
                          <a:spLocks noChangeShapeType="1"/>
                        </p:cNvSpPr>
                        <p:nvPr/>
                      </p:nvSpPr>
                      <p:spPr bwMode="auto">
                        <a:xfrm>
                          <a:off x="1475" y="2258"/>
                          <a:ext cx="1" cy="18"/>
                        </a:xfrm>
                        <a:prstGeom prst="line">
                          <a:avLst/>
                        </a:prstGeom>
                        <a:noFill/>
                        <a:ln w="3175">
                          <a:solidFill>
                            <a:srgbClr val="40404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89186" name="Line 25">
                        <a:extLst>
                          <a:ext uri="{FF2B5EF4-FFF2-40B4-BE49-F238E27FC236}">
                            <a16:creationId xmlns:a16="http://schemas.microsoft.com/office/drawing/2014/main" id="{C40FC2A1-644F-4594-776B-F6F26B7E7749}"/>
                          </a:ext>
                        </a:extLst>
                      </p:cNvPr>
                      <p:cNvSpPr>
                        <a:spLocks noChangeShapeType="1"/>
                      </p:cNvSpPr>
                      <p:nvPr/>
                    </p:nvSpPr>
                    <p:spPr bwMode="auto">
                      <a:xfrm>
                        <a:off x="1484" y="2276"/>
                        <a:ext cx="1" cy="63"/>
                      </a:xfrm>
                      <a:prstGeom prst="line">
                        <a:avLst/>
                      </a:prstGeom>
                      <a:noFill/>
                      <a:ln w="3175">
                        <a:solidFill>
                          <a:srgbClr val="20202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89173" name="Group 26">
                    <a:extLst>
                      <a:ext uri="{FF2B5EF4-FFF2-40B4-BE49-F238E27FC236}">
                        <a16:creationId xmlns:a16="http://schemas.microsoft.com/office/drawing/2014/main" id="{86724BB3-F4D7-617B-6614-BC46CF4BEB4B}"/>
                      </a:ext>
                    </a:extLst>
                  </p:cNvPr>
                  <p:cNvGrpSpPr>
                    <a:grpSpLocks/>
                  </p:cNvGrpSpPr>
                  <p:nvPr/>
                </p:nvGrpSpPr>
                <p:grpSpPr bwMode="auto">
                  <a:xfrm>
                    <a:off x="1277" y="2267"/>
                    <a:ext cx="86" cy="85"/>
                    <a:chOff x="1277" y="2267"/>
                    <a:chExt cx="86" cy="85"/>
                  </a:xfrm>
                </p:grpSpPr>
                <p:sp>
                  <p:nvSpPr>
                    <p:cNvPr id="89178" name="Oval 27">
                      <a:extLst>
                        <a:ext uri="{FF2B5EF4-FFF2-40B4-BE49-F238E27FC236}">
                          <a16:creationId xmlns:a16="http://schemas.microsoft.com/office/drawing/2014/main" id="{7F3ABE9F-A1F0-9CC4-247E-C4D151B90B3A}"/>
                        </a:ext>
                      </a:extLst>
                    </p:cNvPr>
                    <p:cNvSpPr>
                      <a:spLocks noChangeArrowheads="1"/>
                    </p:cNvSpPr>
                    <p:nvPr/>
                  </p:nvSpPr>
                  <p:spPr bwMode="auto">
                    <a:xfrm>
                      <a:off x="1277" y="2267"/>
                      <a:ext cx="86" cy="85"/>
                    </a:xfrm>
                    <a:prstGeom prst="ellipse">
                      <a:avLst/>
                    </a:prstGeom>
                    <a:solidFill>
                      <a:srgbClr val="202020"/>
                    </a:solidFill>
                    <a:ln w="3175">
                      <a:solidFill>
                        <a:srgbClr val="000000"/>
                      </a:solidFill>
                      <a:round/>
                      <a:headEnd/>
                      <a:tailEnd/>
                    </a:ln>
                  </p:spPr>
                  <p:txBody>
                    <a:bodyPr/>
                    <a:lstStyle/>
                    <a:p>
                      <a:endParaRPr lang="en-US"/>
                    </a:p>
                  </p:txBody>
                </p:sp>
                <p:sp>
                  <p:nvSpPr>
                    <p:cNvPr id="89179" name="Oval 28">
                      <a:extLst>
                        <a:ext uri="{FF2B5EF4-FFF2-40B4-BE49-F238E27FC236}">
                          <a16:creationId xmlns:a16="http://schemas.microsoft.com/office/drawing/2014/main" id="{FA10568F-911D-652A-003C-B4FCC7825928}"/>
                        </a:ext>
                      </a:extLst>
                    </p:cNvPr>
                    <p:cNvSpPr>
                      <a:spLocks noChangeArrowheads="1"/>
                    </p:cNvSpPr>
                    <p:nvPr/>
                  </p:nvSpPr>
                  <p:spPr bwMode="auto">
                    <a:xfrm>
                      <a:off x="1289" y="2279"/>
                      <a:ext cx="60" cy="59"/>
                    </a:xfrm>
                    <a:prstGeom prst="ellipse">
                      <a:avLst/>
                    </a:prstGeom>
                    <a:solidFill>
                      <a:srgbClr val="A0A0A0"/>
                    </a:solidFill>
                    <a:ln w="3175">
                      <a:solidFill>
                        <a:srgbClr val="000000"/>
                      </a:solidFill>
                      <a:round/>
                      <a:headEnd/>
                      <a:tailEnd/>
                    </a:ln>
                  </p:spPr>
                  <p:txBody>
                    <a:bodyPr/>
                    <a:lstStyle/>
                    <a:p>
                      <a:endParaRPr lang="en-US"/>
                    </a:p>
                  </p:txBody>
                </p:sp>
                <p:sp>
                  <p:nvSpPr>
                    <p:cNvPr id="89180" name="Oval 29">
                      <a:extLst>
                        <a:ext uri="{FF2B5EF4-FFF2-40B4-BE49-F238E27FC236}">
                          <a16:creationId xmlns:a16="http://schemas.microsoft.com/office/drawing/2014/main" id="{0105FDE7-1F39-5F1A-DACC-4CD650E603D4}"/>
                        </a:ext>
                      </a:extLst>
                    </p:cNvPr>
                    <p:cNvSpPr>
                      <a:spLocks noChangeArrowheads="1"/>
                    </p:cNvSpPr>
                    <p:nvPr/>
                  </p:nvSpPr>
                  <p:spPr bwMode="auto">
                    <a:xfrm>
                      <a:off x="1305" y="2297"/>
                      <a:ext cx="26" cy="25"/>
                    </a:xfrm>
                    <a:prstGeom prst="ellipse">
                      <a:avLst/>
                    </a:prstGeom>
                    <a:solidFill>
                      <a:srgbClr val="606060"/>
                    </a:solidFill>
                    <a:ln w="3175">
                      <a:solidFill>
                        <a:srgbClr val="000000"/>
                      </a:solidFill>
                      <a:round/>
                      <a:headEnd/>
                      <a:tailEnd/>
                    </a:ln>
                  </p:spPr>
                  <p:txBody>
                    <a:bodyPr/>
                    <a:lstStyle/>
                    <a:p>
                      <a:endParaRPr lang="en-US"/>
                    </a:p>
                  </p:txBody>
                </p:sp>
              </p:grpSp>
              <p:grpSp>
                <p:nvGrpSpPr>
                  <p:cNvPr id="89174" name="Group 30">
                    <a:extLst>
                      <a:ext uri="{FF2B5EF4-FFF2-40B4-BE49-F238E27FC236}">
                        <a16:creationId xmlns:a16="http://schemas.microsoft.com/office/drawing/2014/main" id="{032F5656-029C-0C02-6EF7-DD63961296CF}"/>
                      </a:ext>
                    </a:extLst>
                  </p:cNvPr>
                  <p:cNvGrpSpPr>
                    <a:grpSpLocks/>
                  </p:cNvGrpSpPr>
                  <p:nvPr/>
                </p:nvGrpSpPr>
                <p:grpSpPr bwMode="auto">
                  <a:xfrm>
                    <a:off x="1390" y="2267"/>
                    <a:ext cx="86" cy="85"/>
                    <a:chOff x="1390" y="2267"/>
                    <a:chExt cx="86" cy="85"/>
                  </a:xfrm>
                </p:grpSpPr>
                <p:sp>
                  <p:nvSpPr>
                    <p:cNvPr id="89175" name="Oval 31">
                      <a:extLst>
                        <a:ext uri="{FF2B5EF4-FFF2-40B4-BE49-F238E27FC236}">
                          <a16:creationId xmlns:a16="http://schemas.microsoft.com/office/drawing/2014/main" id="{2F5FE2CF-ADE1-BAD1-EC43-887C81713CA6}"/>
                        </a:ext>
                      </a:extLst>
                    </p:cNvPr>
                    <p:cNvSpPr>
                      <a:spLocks noChangeArrowheads="1"/>
                    </p:cNvSpPr>
                    <p:nvPr/>
                  </p:nvSpPr>
                  <p:spPr bwMode="auto">
                    <a:xfrm>
                      <a:off x="1390" y="2267"/>
                      <a:ext cx="86" cy="85"/>
                    </a:xfrm>
                    <a:prstGeom prst="ellipse">
                      <a:avLst/>
                    </a:prstGeom>
                    <a:solidFill>
                      <a:srgbClr val="202020"/>
                    </a:solidFill>
                    <a:ln w="3175">
                      <a:solidFill>
                        <a:srgbClr val="000000"/>
                      </a:solidFill>
                      <a:round/>
                      <a:headEnd/>
                      <a:tailEnd/>
                    </a:ln>
                  </p:spPr>
                  <p:txBody>
                    <a:bodyPr/>
                    <a:lstStyle/>
                    <a:p>
                      <a:endParaRPr lang="en-US"/>
                    </a:p>
                  </p:txBody>
                </p:sp>
                <p:sp>
                  <p:nvSpPr>
                    <p:cNvPr id="89176" name="Oval 32">
                      <a:extLst>
                        <a:ext uri="{FF2B5EF4-FFF2-40B4-BE49-F238E27FC236}">
                          <a16:creationId xmlns:a16="http://schemas.microsoft.com/office/drawing/2014/main" id="{F3CFBDDB-FE2C-A8D5-E8FD-4F60537A067D}"/>
                        </a:ext>
                      </a:extLst>
                    </p:cNvPr>
                    <p:cNvSpPr>
                      <a:spLocks noChangeArrowheads="1"/>
                    </p:cNvSpPr>
                    <p:nvPr/>
                  </p:nvSpPr>
                  <p:spPr bwMode="auto">
                    <a:xfrm>
                      <a:off x="1404" y="2279"/>
                      <a:ext cx="60" cy="59"/>
                    </a:xfrm>
                    <a:prstGeom prst="ellipse">
                      <a:avLst/>
                    </a:prstGeom>
                    <a:solidFill>
                      <a:srgbClr val="A0A0A0"/>
                    </a:solidFill>
                    <a:ln w="3175">
                      <a:solidFill>
                        <a:srgbClr val="000000"/>
                      </a:solidFill>
                      <a:round/>
                      <a:headEnd/>
                      <a:tailEnd/>
                    </a:ln>
                  </p:spPr>
                  <p:txBody>
                    <a:bodyPr/>
                    <a:lstStyle/>
                    <a:p>
                      <a:endParaRPr lang="en-US"/>
                    </a:p>
                  </p:txBody>
                </p:sp>
                <p:sp>
                  <p:nvSpPr>
                    <p:cNvPr id="89177" name="Oval 33">
                      <a:extLst>
                        <a:ext uri="{FF2B5EF4-FFF2-40B4-BE49-F238E27FC236}">
                          <a16:creationId xmlns:a16="http://schemas.microsoft.com/office/drawing/2014/main" id="{FC9569F6-1893-0825-E94B-0818F42DAFD2}"/>
                        </a:ext>
                      </a:extLst>
                    </p:cNvPr>
                    <p:cNvSpPr>
                      <a:spLocks noChangeArrowheads="1"/>
                    </p:cNvSpPr>
                    <p:nvPr/>
                  </p:nvSpPr>
                  <p:spPr bwMode="auto">
                    <a:xfrm>
                      <a:off x="1420" y="2297"/>
                      <a:ext cx="26" cy="25"/>
                    </a:xfrm>
                    <a:prstGeom prst="ellipse">
                      <a:avLst/>
                    </a:prstGeom>
                    <a:solidFill>
                      <a:srgbClr val="606060"/>
                    </a:solidFill>
                    <a:ln w="3175">
                      <a:solidFill>
                        <a:srgbClr val="000000"/>
                      </a:solidFill>
                      <a:round/>
                      <a:headEnd/>
                      <a:tailEnd/>
                    </a:ln>
                  </p:spPr>
                  <p:txBody>
                    <a:bodyPr/>
                    <a:lstStyle/>
                    <a:p>
                      <a:endParaRPr lang="en-US"/>
                    </a:p>
                  </p:txBody>
                </p:sp>
              </p:grpSp>
            </p:grpSp>
          </p:grpSp>
          <p:grpSp>
            <p:nvGrpSpPr>
              <p:cNvPr id="12" name="Group 4">
                <a:extLst>
                  <a:ext uri="{FF2B5EF4-FFF2-40B4-BE49-F238E27FC236}">
                    <a16:creationId xmlns:a16="http://schemas.microsoft.com/office/drawing/2014/main" id="{B7678AAE-4AAA-F492-FE31-82D6CEFBE0C7}"/>
                  </a:ext>
                </a:extLst>
              </p:cNvPr>
              <p:cNvGrpSpPr>
                <a:grpSpLocks/>
              </p:cNvGrpSpPr>
              <p:nvPr/>
            </p:nvGrpSpPr>
            <p:grpSpPr bwMode="auto">
              <a:xfrm>
                <a:off x="3870196" y="3623344"/>
                <a:ext cx="448469" cy="205096"/>
                <a:chOff x="2256" y="2352"/>
                <a:chExt cx="933" cy="365"/>
              </a:xfrm>
            </p:grpSpPr>
            <p:grpSp>
              <p:nvGrpSpPr>
                <p:cNvPr id="53" name="Group 5">
                  <a:extLst>
                    <a:ext uri="{FF2B5EF4-FFF2-40B4-BE49-F238E27FC236}">
                      <a16:creationId xmlns:a16="http://schemas.microsoft.com/office/drawing/2014/main" id="{C358F3F9-F717-29E8-C3E5-B21DC9A4CC61}"/>
                    </a:ext>
                  </a:extLst>
                </p:cNvPr>
                <p:cNvGrpSpPr>
                  <a:grpSpLocks/>
                </p:cNvGrpSpPr>
                <p:nvPr/>
              </p:nvGrpSpPr>
              <p:grpSpPr bwMode="auto">
                <a:xfrm flipH="1">
                  <a:off x="2256" y="2352"/>
                  <a:ext cx="933" cy="249"/>
                  <a:chOff x="693" y="2029"/>
                  <a:chExt cx="836" cy="228"/>
                </a:xfrm>
              </p:grpSpPr>
              <p:sp>
                <p:nvSpPr>
                  <p:cNvPr id="89168" name="Rectangle 6">
                    <a:extLst>
                      <a:ext uri="{FF2B5EF4-FFF2-40B4-BE49-F238E27FC236}">
                        <a16:creationId xmlns:a16="http://schemas.microsoft.com/office/drawing/2014/main" id="{E948BCD8-475D-EB53-1AB7-680BBE28C118}"/>
                      </a:ext>
                    </a:extLst>
                  </p:cNvPr>
                  <p:cNvSpPr>
                    <a:spLocks noChangeArrowheads="1"/>
                  </p:cNvSpPr>
                  <p:nvPr/>
                </p:nvSpPr>
                <p:spPr bwMode="auto">
                  <a:xfrm>
                    <a:off x="693" y="2029"/>
                    <a:ext cx="836" cy="228"/>
                  </a:xfrm>
                  <a:prstGeom prst="rect">
                    <a:avLst/>
                  </a:prstGeom>
                  <a:gradFill rotWithShape="0">
                    <a:gsLst>
                      <a:gs pos="0">
                        <a:srgbClr val="037C03"/>
                      </a:gs>
                      <a:gs pos="50000">
                        <a:srgbClr val="037C03">
                          <a:gamma/>
                          <a:shade val="6275"/>
                          <a:invGamma/>
                        </a:srgbClr>
                      </a:gs>
                      <a:gs pos="100000">
                        <a:srgbClr val="037C03"/>
                      </a:gs>
                    </a:gsLst>
                    <a:lin ang="5400000" scaled="1"/>
                  </a:gradFill>
                  <a:ln w="3175">
                    <a:solidFill>
                      <a:srgbClr val="000000"/>
                    </a:solidFill>
                    <a:miter lim="800000"/>
                    <a:headEnd/>
                    <a:tailEnd/>
                  </a:ln>
                </p:spPr>
                <p:txBody>
                  <a:bodyPr/>
                  <a:lstStyle/>
                  <a:p>
                    <a:endParaRPr lang="en-US"/>
                  </a:p>
                </p:txBody>
              </p:sp>
              <p:sp>
                <p:nvSpPr>
                  <p:cNvPr id="89169" name="Rectangle 7">
                    <a:extLst>
                      <a:ext uri="{FF2B5EF4-FFF2-40B4-BE49-F238E27FC236}">
                        <a16:creationId xmlns:a16="http://schemas.microsoft.com/office/drawing/2014/main" id="{57436B21-1F63-03B0-1417-28B69A6F1665}"/>
                      </a:ext>
                    </a:extLst>
                  </p:cNvPr>
                  <p:cNvSpPr>
                    <a:spLocks noChangeArrowheads="1"/>
                  </p:cNvSpPr>
                  <p:nvPr/>
                </p:nvSpPr>
                <p:spPr bwMode="auto">
                  <a:xfrm>
                    <a:off x="693" y="2037"/>
                    <a:ext cx="836" cy="213"/>
                  </a:xfrm>
                  <a:prstGeom prst="rect">
                    <a:avLst/>
                  </a:prstGeom>
                  <a:solidFill>
                    <a:srgbClr val="C5D3ED"/>
                  </a:solidFill>
                  <a:ln w="3175">
                    <a:solidFill>
                      <a:srgbClr val="000000"/>
                    </a:solidFill>
                    <a:miter lim="800000"/>
                    <a:headEnd/>
                    <a:tailEnd/>
                  </a:ln>
                </p:spPr>
                <p:txBody>
                  <a:bodyPr/>
                  <a:lstStyle/>
                  <a:p>
                    <a:endParaRPr lang="en-US" dirty="0"/>
                  </a:p>
                </p:txBody>
              </p:sp>
            </p:grpSp>
            <p:grpSp>
              <p:nvGrpSpPr>
                <p:cNvPr id="54" name="Group 8">
                  <a:extLst>
                    <a:ext uri="{FF2B5EF4-FFF2-40B4-BE49-F238E27FC236}">
                      <a16:creationId xmlns:a16="http://schemas.microsoft.com/office/drawing/2014/main" id="{792C3E47-C495-A14F-A19E-B8361570D6FE}"/>
                    </a:ext>
                  </a:extLst>
                </p:cNvPr>
                <p:cNvGrpSpPr>
                  <a:grpSpLocks/>
                </p:cNvGrpSpPr>
                <p:nvPr/>
              </p:nvGrpSpPr>
              <p:grpSpPr bwMode="auto">
                <a:xfrm flipH="1">
                  <a:off x="2413" y="2614"/>
                  <a:ext cx="624" cy="103"/>
                  <a:chOff x="926" y="2258"/>
                  <a:chExt cx="559" cy="94"/>
                </a:xfrm>
              </p:grpSpPr>
              <p:grpSp>
                <p:nvGrpSpPr>
                  <p:cNvPr id="55" name="Group 9">
                    <a:extLst>
                      <a:ext uri="{FF2B5EF4-FFF2-40B4-BE49-F238E27FC236}">
                        <a16:creationId xmlns:a16="http://schemas.microsoft.com/office/drawing/2014/main" id="{2BA3E861-F715-7FF1-2EB5-2F0D53D3EA2E}"/>
                      </a:ext>
                    </a:extLst>
                  </p:cNvPr>
                  <p:cNvGrpSpPr>
                    <a:grpSpLocks/>
                  </p:cNvGrpSpPr>
                  <p:nvPr/>
                </p:nvGrpSpPr>
                <p:grpSpPr bwMode="auto">
                  <a:xfrm>
                    <a:off x="926" y="2258"/>
                    <a:ext cx="559" cy="81"/>
                    <a:chOff x="926" y="2258"/>
                    <a:chExt cx="559" cy="81"/>
                  </a:xfrm>
                </p:grpSpPr>
                <p:grpSp>
                  <p:nvGrpSpPr>
                    <p:cNvPr id="89152" name="Group 10">
                      <a:extLst>
                        <a:ext uri="{FF2B5EF4-FFF2-40B4-BE49-F238E27FC236}">
                          <a16:creationId xmlns:a16="http://schemas.microsoft.com/office/drawing/2014/main" id="{C05B3CE8-81B2-5857-2964-7227072A5E5A}"/>
                        </a:ext>
                      </a:extLst>
                    </p:cNvPr>
                    <p:cNvGrpSpPr>
                      <a:grpSpLocks/>
                    </p:cNvGrpSpPr>
                    <p:nvPr/>
                  </p:nvGrpSpPr>
                  <p:grpSpPr bwMode="auto">
                    <a:xfrm>
                      <a:off x="926" y="2258"/>
                      <a:ext cx="67" cy="62"/>
                      <a:chOff x="926" y="2258"/>
                      <a:chExt cx="67" cy="62"/>
                    </a:xfrm>
                  </p:grpSpPr>
                  <p:sp>
                    <p:nvSpPr>
                      <p:cNvPr id="89165" name="Freeform 11">
                        <a:extLst>
                          <a:ext uri="{FF2B5EF4-FFF2-40B4-BE49-F238E27FC236}">
                            <a16:creationId xmlns:a16="http://schemas.microsoft.com/office/drawing/2014/main" id="{FD475D13-9DF9-CA17-E792-73B07491A86C}"/>
                          </a:ext>
                        </a:extLst>
                      </p:cNvPr>
                      <p:cNvSpPr>
                        <a:spLocks/>
                      </p:cNvSpPr>
                      <p:nvPr/>
                    </p:nvSpPr>
                    <p:spPr bwMode="auto">
                      <a:xfrm>
                        <a:off x="926" y="2258"/>
                        <a:ext cx="67" cy="10"/>
                      </a:xfrm>
                      <a:custGeom>
                        <a:avLst/>
                        <a:gdLst>
                          <a:gd name="T0" fmla="*/ 0 w 67"/>
                          <a:gd name="T1" fmla="*/ 0 h 10"/>
                          <a:gd name="T2" fmla="*/ 67 w 67"/>
                          <a:gd name="T3" fmla="*/ 0 h 10"/>
                          <a:gd name="T4" fmla="*/ 59 w 67"/>
                          <a:gd name="T5" fmla="*/ 10 h 10"/>
                          <a:gd name="T6" fmla="*/ 7 w 67"/>
                          <a:gd name="T7" fmla="*/ 10 h 10"/>
                          <a:gd name="T8" fmla="*/ 0 w 67"/>
                          <a:gd name="T9" fmla="*/ 0 h 10"/>
                        </a:gdLst>
                        <a:ahLst/>
                        <a:cxnLst>
                          <a:cxn ang="0">
                            <a:pos x="T0" y="T1"/>
                          </a:cxn>
                          <a:cxn ang="0">
                            <a:pos x="T2" y="T3"/>
                          </a:cxn>
                          <a:cxn ang="0">
                            <a:pos x="T4" y="T5"/>
                          </a:cxn>
                          <a:cxn ang="0">
                            <a:pos x="T6" y="T7"/>
                          </a:cxn>
                          <a:cxn ang="0">
                            <a:pos x="T8" y="T9"/>
                          </a:cxn>
                        </a:cxnLst>
                        <a:rect l="0" t="0" r="r" b="b"/>
                        <a:pathLst>
                          <a:path w="67" h="10">
                            <a:moveTo>
                              <a:pt x="0" y="0"/>
                            </a:moveTo>
                            <a:lnTo>
                              <a:pt x="67" y="0"/>
                            </a:lnTo>
                            <a:lnTo>
                              <a:pt x="59" y="10"/>
                            </a:lnTo>
                            <a:lnTo>
                              <a:pt x="7" y="10"/>
                            </a:lnTo>
                            <a:lnTo>
                              <a:pt x="0" y="0"/>
                            </a:lnTo>
                            <a:close/>
                          </a:path>
                        </a:pathLst>
                      </a:custGeom>
                      <a:solidFill>
                        <a:srgbClr val="606060"/>
                      </a:solidFill>
                      <a:ln w="3175">
                        <a:solidFill>
                          <a:srgbClr val="404040"/>
                        </a:solidFill>
                        <a:prstDash val="solid"/>
                        <a:round/>
                        <a:headEnd/>
                        <a:tailEnd/>
                      </a:ln>
                    </p:spPr>
                    <p:txBody>
                      <a:bodyPr/>
                      <a:lstStyle/>
                      <a:p>
                        <a:endParaRPr lang="en-US"/>
                      </a:p>
                    </p:txBody>
                  </p:sp>
                  <p:sp>
                    <p:nvSpPr>
                      <p:cNvPr id="89166" name="Freeform 12">
                        <a:extLst>
                          <a:ext uri="{FF2B5EF4-FFF2-40B4-BE49-F238E27FC236}">
                            <a16:creationId xmlns:a16="http://schemas.microsoft.com/office/drawing/2014/main" id="{0D36BEB8-DB08-1F18-DD79-1403DCE3BF9C}"/>
                          </a:ext>
                        </a:extLst>
                      </p:cNvPr>
                      <p:cNvSpPr>
                        <a:spLocks/>
                      </p:cNvSpPr>
                      <p:nvPr/>
                    </p:nvSpPr>
                    <p:spPr bwMode="auto">
                      <a:xfrm>
                        <a:off x="941" y="2268"/>
                        <a:ext cx="34" cy="4"/>
                      </a:xfrm>
                      <a:custGeom>
                        <a:avLst/>
                        <a:gdLst>
                          <a:gd name="T0" fmla="*/ 0 w 34"/>
                          <a:gd name="T1" fmla="*/ 0 h 4"/>
                          <a:gd name="T2" fmla="*/ 34 w 34"/>
                          <a:gd name="T3" fmla="*/ 0 h 4"/>
                          <a:gd name="T4" fmla="*/ 30 w 34"/>
                          <a:gd name="T5" fmla="*/ 4 h 4"/>
                          <a:gd name="T6" fmla="*/ 4 w 34"/>
                          <a:gd name="T7" fmla="*/ 4 h 4"/>
                          <a:gd name="T8" fmla="*/ 0 w 34"/>
                          <a:gd name="T9" fmla="*/ 0 h 4"/>
                        </a:gdLst>
                        <a:ahLst/>
                        <a:cxnLst>
                          <a:cxn ang="0">
                            <a:pos x="T0" y="T1"/>
                          </a:cxn>
                          <a:cxn ang="0">
                            <a:pos x="T2" y="T3"/>
                          </a:cxn>
                          <a:cxn ang="0">
                            <a:pos x="T4" y="T5"/>
                          </a:cxn>
                          <a:cxn ang="0">
                            <a:pos x="T6" y="T7"/>
                          </a:cxn>
                          <a:cxn ang="0">
                            <a:pos x="T8" y="T9"/>
                          </a:cxn>
                        </a:cxnLst>
                        <a:rect l="0" t="0" r="r" b="b"/>
                        <a:pathLst>
                          <a:path w="34" h="4">
                            <a:moveTo>
                              <a:pt x="0" y="0"/>
                            </a:moveTo>
                            <a:lnTo>
                              <a:pt x="34" y="0"/>
                            </a:lnTo>
                            <a:lnTo>
                              <a:pt x="30" y="4"/>
                            </a:lnTo>
                            <a:lnTo>
                              <a:pt x="4" y="4"/>
                            </a:lnTo>
                            <a:lnTo>
                              <a:pt x="0" y="0"/>
                            </a:lnTo>
                            <a:close/>
                          </a:path>
                        </a:pathLst>
                      </a:custGeom>
                      <a:solidFill>
                        <a:srgbClr val="606060"/>
                      </a:solidFill>
                      <a:ln w="3175">
                        <a:solidFill>
                          <a:srgbClr val="404040"/>
                        </a:solidFill>
                        <a:prstDash val="solid"/>
                        <a:round/>
                        <a:headEnd/>
                        <a:tailEnd/>
                      </a:ln>
                    </p:spPr>
                    <p:txBody>
                      <a:bodyPr/>
                      <a:lstStyle/>
                      <a:p>
                        <a:endParaRPr lang="en-US"/>
                      </a:p>
                    </p:txBody>
                  </p:sp>
                  <p:sp>
                    <p:nvSpPr>
                      <p:cNvPr id="89167" name="Rectangle 13">
                        <a:extLst>
                          <a:ext uri="{FF2B5EF4-FFF2-40B4-BE49-F238E27FC236}">
                            <a16:creationId xmlns:a16="http://schemas.microsoft.com/office/drawing/2014/main" id="{17CFCB5A-1621-BD4E-46C8-1D2F3A2133F9}"/>
                          </a:ext>
                        </a:extLst>
                      </p:cNvPr>
                      <p:cNvSpPr>
                        <a:spLocks noChangeArrowheads="1"/>
                      </p:cNvSpPr>
                      <p:nvPr/>
                    </p:nvSpPr>
                    <p:spPr bwMode="auto">
                      <a:xfrm>
                        <a:off x="956" y="2273"/>
                        <a:ext cx="6" cy="47"/>
                      </a:xfrm>
                      <a:prstGeom prst="rect">
                        <a:avLst/>
                      </a:prstGeom>
                      <a:solidFill>
                        <a:srgbClr val="606060"/>
                      </a:solidFill>
                      <a:ln w="3175">
                        <a:solidFill>
                          <a:srgbClr val="404040"/>
                        </a:solidFill>
                        <a:miter lim="800000"/>
                        <a:headEnd/>
                        <a:tailEnd/>
                      </a:ln>
                    </p:spPr>
                    <p:txBody>
                      <a:bodyPr/>
                      <a:lstStyle/>
                      <a:p>
                        <a:endParaRPr lang="en-US"/>
                      </a:p>
                    </p:txBody>
                  </p:sp>
                </p:grpSp>
                <p:grpSp>
                  <p:nvGrpSpPr>
                    <p:cNvPr id="89153" name="Group 14">
                      <a:extLst>
                        <a:ext uri="{FF2B5EF4-FFF2-40B4-BE49-F238E27FC236}">
                          <a16:creationId xmlns:a16="http://schemas.microsoft.com/office/drawing/2014/main" id="{16A60841-AAA9-9DFE-33A2-89D996D396A0}"/>
                        </a:ext>
                      </a:extLst>
                    </p:cNvPr>
                    <p:cNvGrpSpPr>
                      <a:grpSpLocks/>
                    </p:cNvGrpSpPr>
                    <p:nvPr/>
                  </p:nvGrpSpPr>
                  <p:grpSpPr bwMode="auto">
                    <a:xfrm>
                      <a:off x="1264" y="2258"/>
                      <a:ext cx="107" cy="81"/>
                      <a:chOff x="1264" y="2258"/>
                      <a:chExt cx="107" cy="81"/>
                    </a:xfrm>
                  </p:grpSpPr>
                  <p:sp>
                    <p:nvSpPr>
                      <p:cNvPr id="89160" name="Freeform 15">
                        <a:extLst>
                          <a:ext uri="{FF2B5EF4-FFF2-40B4-BE49-F238E27FC236}">
                            <a16:creationId xmlns:a16="http://schemas.microsoft.com/office/drawing/2014/main" id="{CA197491-68EE-3CDE-0CF7-3AEEB774455B}"/>
                          </a:ext>
                        </a:extLst>
                      </p:cNvPr>
                      <p:cNvSpPr>
                        <a:spLocks/>
                      </p:cNvSpPr>
                      <p:nvPr/>
                    </p:nvSpPr>
                    <p:spPr bwMode="auto">
                      <a:xfrm>
                        <a:off x="1264" y="2260"/>
                        <a:ext cx="106" cy="16"/>
                      </a:xfrm>
                      <a:custGeom>
                        <a:avLst/>
                        <a:gdLst>
                          <a:gd name="T0" fmla="*/ 0 w 106"/>
                          <a:gd name="T1" fmla="*/ 0 h 16"/>
                          <a:gd name="T2" fmla="*/ 106 w 106"/>
                          <a:gd name="T3" fmla="*/ 0 h 16"/>
                          <a:gd name="T4" fmla="*/ 106 w 106"/>
                          <a:gd name="T5" fmla="*/ 16 h 16"/>
                          <a:gd name="T6" fmla="*/ 8 w 106"/>
                          <a:gd name="T7" fmla="*/ 16 h 16"/>
                          <a:gd name="T8" fmla="*/ 0 w 106"/>
                          <a:gd name="T9" fmla="*/ 0 h 16"/>
                        </a:gdLst>
                        <a:ahLst/>
                        <a:cxnLst>
                          <a:cxn ang="0">
                            <a:pos x="T0" y="T1"/>
                          </a:cxn>
                          <a:cxn ang="0">
                            <a:pos x="T2" y="T3"/>
                          </a:cxn>
                          <a:cxn ang="0">
                            <a:pos x="T4" y="T5"/>
                          </a:cxn>
                          <a:cxn ang="0">
                            <a:pos x="T6" y="T7"/>
                          </a:cxn>
                          <a:cxn ang="0">
                            <a:pos x="T8" y="T9"/>
                          </a:cxn>
                        </a:cxnLst>
                        <a:rect l="0" t="0" r="r" b="b"/>
                        <a:pathLst>
                          <a:path w="106" h="16">
                            <a:moveTo>
                              <a:pt x="0" y="0"/>
                            </a:moveTo>
                            <a:lnTo>
                              <a:pt x="106" y="0"/>
                            </a:lnTo>
                            <a:lnTo>
                              <a:pt x="106" y="16"/>
                            </a:lnTo>
                            <a:lnTo>
                              <a:pt x="8" y="16"/>
                            </a:lnTo>
                            <a:lnTo>
                              <a:pt x="0" y="0"/>
                            </a:lnTo>
                            <a:close/>
                          </a:path>
                        </a:pathLst>
                      </a:custGeom>
                      <a:solidFill>
                        <a:srgbClr val="606060"/>
                      </a:solidFill>
                      <a:ln w="3175">
                        <a:solidFill>
                          <a:srgbClr val="404040"/>
                        </a:solidFill>
                        <a:prstDash val="solid"/>
                        <a:round/>
                        <a:headEnd/>
                        <a:tailEnd/>
                      </a:ln>
                    </p:spPr>
                    <p:txBody>
                      <a:bodyPr/>
                      <a:lstStyle/>
                      <a:p>
                        <a:endParaRPr lang="en-US"/>
                      </a:p>
                    </p:txBody>
                  </p:sp>
                  <p:grpSp>
                    <p:nvGrpSpPr>
                      <p:cNvPr id="89161" name="Group 16">
                        <a:extLst>
                          <a:ext uri="{FF2B5EF4-FFF2-40B4-BE49-F238E27FC236}">
                            <a16:creationId xmlns:a16="http://schemas.microsoft.com/office/drawing/2014/main" id="{6754BCB9-9E57-3B7C-FE3D-ADF0A86FD61C}"/>
                          </a:ext>
                        </a:extLst>
                      </p:cNvPr>
                      <p:cNvGrpSpPr>
                        <a:grpSpLocks/>
                      </p:cNvGrpSpPr>
                      <p:nvPr/>
                    </p:nvGrpSpPr>
                    <p:grpSpPr bwMode="auto">
                      <a:xfrm>
                        <a:off x="1272" y="2258"/>
                        <a:ext cx="91" cy="18"/>
                        <a:chOff x="1272" y="2258"/>
                        <a:chExt cx="91" cy="18"/>
                      </a:xfrm>
                    </p:grpSpPr>
                    <p:sp>
                      <p:nvSpPr>
                        <p:cNvPr id="89163" name="Freeform 17">
                          <a:extLst>
                            <a:ext uri="{FF2B5EF4-FFF2-40B4-BE49-F238E27FC236}">
                              <a16:creationId xmlns:a16="http://schemas.microsoft.com/office/drawing/2014/main" id="{DCF4DF62-C545-D971-8D81-439091AD1C3A}"/>
                            </a:ext>
                          </a:extLst>
                        </p:cNvPr>
                        <p:cNvSpPr>
                          <a:spLocks/>
                        </p:cNvSpPr>
                        <p:nvPr/>
                      </p:nvSpPr>
                      <p:spPr bwMode="auto">
                        <a:xfrm>
                          <a:off x="1272" y="2262"/>
                          <a:ext cx="80" cy="14"/>
                        </a:xfrm>
                        <a:custGeom>
                          <a:avLst/>
                          <a:gdLst>
                            <a:gd name="T0" fmla="*/ 0 w 80"/>
                            <a:gd name="T1" fmla="*/ 14 h 14"/>
                            <a:gd name="T2" fmla="*/ 12 w 80"/>
                            <a:gd name="T3" fmla="*/ 0 h 14"/>
                            <a:gd name="T4" fmla="*/ 80 w 80"/>
                            <a:gd name="T5" fmla="*/ 0 h 14"/>
                            <a:gd name="T6" fmla="*/ 80 w 80"/>
                            <a:gd name="T7" fmla="*/ 14 h 14"/>
                          </a:gdLst>
                          <a:ahLst/>
                          <a:cxnLst>
                            <a:cxn ang="0">
                              <a:pos x="T0" y="T1"/>
                            </a:cxn>
                            <a:cxn ang="0">
                              <a:pos x="T2" y="T3"/>
                            </a:cxn>
                            <a:cxn ang="0">
                              <a:pos x="T4" y="T5"/>
                            </a:cxn>
                            <a:cxn ang="0">
                              <a:pos x="T6" y="T7"/>
                            </a:cxn>
                          </a:cxnLst>
                          <a:rect l="0" t="0" r="r" b="b"/>
                          <a:pathLst>
                            <a:path w="80" h="14">
                              <a:moveTo>
                                <a:pt x="0" y="14"/>
                              </a:moveTo>
                              <a:lnTo>
                                <a:pt x="12" y="0"/>
                              </a:lnTo>
                              <a:lnTo>
                                <a:pt x="80" y="0"/>
                              </a:lnTo>
                              <a:lnTo>
                                <a:pt x="80" y="14"/>
                              </a:lnTo>
                            </a:path>
                          </a:pathLst>
                        </a:custGeom>
                        <a:noFill/>
                        <a:ln w="3175">
                          <a:solidFill>
                            <a:srgbClr val="40404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9164" name="Line 18">
                          <a:extLst>
                            <a:ext uri="{FF2B5EF4-FFF2-40B4-BE49-F238E27FC236}">
                              <a16:creationId xmlns:a16="http://schemas.microsoft.com/office/drawing/2014/main" id="{F1E75C09-6AB3-F10A-E036-6AAE499B63FF}"/>
                            </a:ext>
                          </a:extLst>
                        </p:cNvPr>
                        <p:cNvSpPr>
                          <a:spLocks noChangeShapeType="1"/>
                        </p:cNvSpPr>
                        <p:nvPr/>
                      </p:nvSpPr>
                      <p:spPr bwMode="auto">
                        <a:xfrm>
                          <a:off x="1362" y="2258"/>
                          <a:ext cx="1" cy="18"/>
                        </a:xfrm>
                        <a:prstGeom prst="line">
                          <a:avLst/>
                        </a:prstGeom>
                        <a:noFill/>
                        <a:ln w="3175">
                          <a:solidFill>
                            <a:srgbClr val="40404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89162" name="Line 19">
                        <a:extLst>
                          <a:ext uri="{FF2B5EF4-FFF2-40B4-BE49-F238E27FC236}">
                            <a16:creationId xmlns:a16="http://schemas.microsoft.com/office/drawing/2014/main" id="{8EE0154C-4C18-3600-CE40-B4BBA53CC0CB}"/>
                          </a:ext>
                        </a:extLst>
                      </p:cNvPr>
                      <p:cNvSpPr>
                        <a:spLocks noChangeShapeType="1"/>
                      </p:cNvSpPr>
                      <p:nvPr/>
                    </p:nvSpPr>
                    <p:spPr bwMode="auto">
                      <a:xfrm>
                        <a:off x="1370" y="2276"/>
                        <a:ext cx="1" cy="63"/>
                      </a:xfrm>
                      <a:prstGeom prst="line">
                        <a:avLst/>
                      </a:prstGeom>
                      <a:noFill/>
                      <a:ln w="3175">
                        <a:solidFill>
                          <a:srgbClr val="20202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89154" name="Group 20">
                      <a:extLst>
                        <a:ext uri="{FF2B5EF4-FFF2-40B4-BE49-F238E27FC236}">
                          <a16:creationId xmlns:a16="http://schemas.microsoft.com/office/drawing/2014/main" id="{DCA1EB85-C92C-60E1-FAFC-1675A44385EF}"/>
                        </a:ext>
                      </a:extLst>
                    </p:cNvPr>
                    <p:cNvGrpSpPr>
                      <a:grpSpLocks/>
                    </p:cNvGrpSpPr>
                    <p:nvPr/>
                  </p:nvGrpSpPr>
                  <p:grpSpPr bwMode="auto">
                    <a:xfrm>
                      <a:off x="1377" y="2258"/>
                      <a:ext cx="108" cy="81"/>
                      <a:chOff x="1377" y="2258"/>
                      <a:chExt cx="108" cy="81"/>
                    </a:xfrm>
                  </p:grpSpPr>
                  <p:sp>
                    <p:nvSpPr>
                      <p:cNvPr id="89155" name="Freeform 21">
                        <a:extLst>
                          <a:ext uri="{FF2B5EF4-FFF2-40B4-BE49-F238E27FC236}">
                            <a16:creationId xmlns:a16="http://schemas.microsoft.com/office/drawing/2014/main" id="{FD19B45B-8A8B-E4C3-8E7D-C6AA3E52B91A}"/>
                          </a:ext>
                        </a:extLst>
                      </p:cNvPr>
                      <p:cNvSpPr>
                        <a:spLocks/>
                      </p:cNvSpPr>
                      <p:nvPr/>
                    </p:nvSpPr>
                    <p:spPr bwMode="auto">
                      <a:xfrm>
                        <a:off x="1377" y="2260"/>
                        <a:ext cx="107" cy="16"/>
                      </a:xfrm>
                      <a:custGeom>
                        <a:avLst/>
                        <a:gdLst>
                          <a:gd name="T0" fmla="*/ 0 w 107"/>
                          <a:gd name="T1" fmla="*/ 0 h 16"/>
                          <a:gd name="T2" fmla="*/ 107 w 107"/>
                          <a:gd name="T3" fmla="*/ 0 h 16"/>
                          <a:gd name="T4" fmla="*/ 107 w 107"/>
                          <a:gd name="T5" fmla="*/ 16 h 16"/>
                          <a:gd name="T6" fmla="*/ 10 w 107"/>
                          <a:gd name="T7" fmla="*/ 16 h 16"/>
                          <a:gd name="T8" fmla="*/ 0 w 107"/>
                          <a:gd name="T9" fmla="*/ 0 h 16"/>
                        </a:gdLst>
                        <a:ahLst/>
                        <a:cxnLst>
                          <a:cxn ang="0">
                            <a:pos x="T0" y="T1"/>
                          </a:cxn>
                          <a:cxn ang="0">
                            <a:pos x="T2" y="T3"/>
                          </a:cxn>
                          <a:cxn ang="0">
                            <a:pos x="T4" y="T5"/>
                          </a:cxn>
                          <a:cxn ang="0">
                            <a:pos x="T6" y="T7"/>
                          </a:cxn>
                          <a:cxn ang="0">
                            <a:pos x="T8" y="T9"/>
                          </a:cxn>
                        </a:cxnLst>
                        <a:rect l="0" t="0" r="r" b="b"/>
                        <a:pathLst>
                          <a:path w="107" h="16">
                            <a:moveTo>
                              <a:pt x="0" y="0"/>
                            </a:moveTo>
                            <a:lnTo>
                              <a:pt x="107" y="0"/>
                            </a:lnTo>
                            <a:lnTo>
                              <a:pt x="107" y="16"/>
                            </a:lnTo>
                            <a:lnTo>
                              <a:pt x="10" y="16"/>
                            </a:lnTo>
                            <a:lnTo>
                              <a:pt x="0" y="0"/>
                            </a:lnTo>
                            <a:close/>
                          </a:path>
                        </a:pathLst>
                      </a:custGeom>
                      <a:solidFill>
                        <a:srgbClr val="606060"/>
                      </a:solidFill>
                      <a:ln w="3175">
                        <a:solidFill>
                          <a:srgbClr val="404040"/>
                        </a:solidFill>
                        <a:prstDash val="solid"/>
                        <a:round/>
                        <a:headEnd/>
                        <a:tailEnd/>
                      </a:ln>
                    </p:spPr>
                    <p:txBody>
                      <a:bodyPr/>
                      <a:lstStyle/>
                      <a:p>
                        <a:endParaRPr lang="en-US"/>
                      </a:p>
                    </p:txBody>
                  </p:sp>
                  <p:grpSp>
                    <p:nvGrpSpPr>
                      <p:cNvPr id="89156" name="Group 22">
                        <a:extLst>
                          <a:ext uri="{FF2B5EF4-FFF2-40B4-BE49-F238E27FC236}">
                            <a16:creationId xmlns:a16="http://schemas.microsoft.com/office/drawing/2014/main" id="{5CDC2EA5-2523-B2D5-50FC-F790494E53E7}"/>
                          </a:ext>
                        </a:extLst>
                      </p:cNvPr>
                      <p:cNvGrpSpPr>
                        <a:grpSpLocks/>
                      </p:cNvGrpSpPr>
                      <p:nvPr/>
                    </p:nvGrpSpPr>
                    <p:grpSpPr bwMode="auto">
                      <a:xfrm>
                        <a:off x="1387" y="2258"/>
                        <a:ext cx="89" cy="18"/>
                        <a:chOff x="1387" y="2258"/>
                        <a:chExt cx="89" cy="18"/>
                      </a:xfrm>
                    </p:grpSpPr>
                    <p:sp>
                      <p:nvSpPr>
                        <p:cNvPr id="89158" name="Freeform 23">
                          <a:extLst>
                            <a:ext uri="{FF2B5EF4-FFF2-40B4-BE49-F238E27FC236}">
                              <a16:creationId xmlns:a16="http://schemas.microsoft.com/office/drawing/2014/main" id="{26E10D9F-C120-AA17-66EA-6A84483B363A}"/>
                            </a:ext>
                          </a:extLst>
                        </p:cNvPr>
                        <p:cNvSpPr>
                          <a:spLocks/>
                        </p:cNvSpPr>
                        <p:nvPr/>
                      </p:nvSpPr>
                      <p:spPr bwMode="auto">
                        <a:xfrm>
                          <a:off x="1387" y="2262"/>
                          <a:ext cx="80" cy="14"/>
                        </a:xfrm>
                        <a:custGeom>
                          <a:avLst/>
                          <a:gdLst>
                            <a:gd name="T0" fmla="*/ 0 w 80"/>
                            <a:gd name="T1" fmla="*/ 14 h 14"/>
                            <a:gd name="T2" fmla="*/ 12 w 80"/>
                            <a:gd name="T3" fmla="*/ 0 h 14"/>
                            <a:gd name="T4" fmla="*/ 80 w 80"/>
                            <a:gd name="T5" fmla="*/ 0 h 14"/>
                            <a:gd name="T6" fmla="*/ 80 w 80"/>
                            <a:gd name="T7" fmla="*/ 14 h 14"/>
                          </a:gdLst>
                          <a:ahLst/>
                          <a:cxnLst>
                            <a:cxn ang="0">
                              <a:pos x="T0" y="T1"/>
                            </a:cxn>
                            <a:cxn ang="0">
                              <a:pos x="T2" y="T3"/>
                            </a:cxn>
                            <a:cxn ang="0">
                              <a:pos x="T4" y="T5"/>
                            </a:cxn>
                            <a:cxn ang="0">
                              <a:pos x="T6" y="T7"/>
                            </a:cxn>
                          </a:cxnLst>
                          <a:rect l="0" t="0" r="r" b="b"/>
                          <a:pathLst>
                            <a:path w="80" h="14">
                              <a:moveTo>
                                <a:pt x="0" y="14"/>
                              </a:moveTo>
                              <a:lnTo>
                                <a:pt x="12" y="0"/>
                              </a:lnTo>
                              <a:lnTo>
                                <a:pt x="80" y="0"/>
                              </a:lnTo>
                              <a:lnTo>
                                <a:pt x="80" y="14"/>
                              </a:lnTo>
                            </a:path>
                          </a:pathLst>
                        </a:custGeom>
                        <a:noFill/>
                        <a:ln w="3175">
                          <a:solidFill>
                            <a:srgbClr val="40404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9159" name="Line 24">
                          <a:extLst>
                            <a:ext uri="{FF2B5EF4-FFF2-40B4-BE49-F238E27FC236}">
                              <a16:creationId xmlns:a16="http://schemas.microsoft.com/office/drawing/2014/main" id="{09A19FD5-17AE-8292-0CEF-050AAD8587C9}"/>
                            </a:ext>
                          </a:extLst>
                        </p:cNvPr>
                        <p:cNvSpPr>
                          <a:spLocks noChangeShapeType="1"/>
                        </p:cNvSpPr>
                        <p:nvPr/>
                      </p:nvSpPr>
                      <p:spPr bwMode="auto">
                        <a:xfrm>
                          <a:off x="1475" y="2258"/>
                          <a:ext cx="1" cy="18"/>
                        </a:xfrm>
                        <a:prstGeom prst="line">
                          <a:avLst/>
                        </a:prstGeom>
                        <a:noFill/>
                        <a:ln w="3175">
                          <a:solidFill>
                            <a:srgbClr val="40404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89157" name="Line 25">
                        <a:extLst>
                          <a:ext uri="{FF2B5EF4-FFF2-40B4-BE49-F238E27FC236}">
                            <a16:creationId xmlns:a16="http://schemas.microsoft.com/office/drawing/2014/main" id="{88A6C1CD-AEF2-92CA-38EF-83D5587CFC0B}"/>
                          </a:ext>
                        </a:extLst>
                      </p:cNvPr>
                      <p:cNvSpPr>
                        <a:spLocks noChangeShapeType="1"/>
                      </p:cNvSpPr>
                      <p:nvPr/>
                    </p:nvSpPr>
                    <p:spPr bwMode="auto">
                      <a:xfrm>
                        <a:off x="1484" y="2276"/>
                        <a:ext cx="1" cy="63"/>
                      </a:xfrm>
                      <a:prstGeom prst="line">
                        <a:avLst/>
                      </a:prstGeom>
                      <a:noFill/>
                      <a:ln w="3175">
                        <a:solidFill>
                          <a:srgbClr val="20202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 name="Group 26">
                    <a:extLst>
                      <a:ext uri="{FF2B5EF4-FFF2-40B4-BE49-F238E27FC236}">
                        <a16:creationId xmlns:a16="http://schemas.microsoft.com/office/drawing/2014/main" id="{DBA77D23-D406-0D7A-89DB-D29EA540E948}"/>
                      </a:ext>
                    </a:extLst>
                  </p:cNvPr>
                  <p:cNvGrpSpPr>
                    <a:grpSpLocks/>
                  </p:cNvGrpSpPr>
                  <p:nvPr/>
                </p:nvGrpSpPr>
                <p:grpSpPr bwMode="auto">
                  <a:xfrm>
                    <a:off x="1277" y="2267"/>
                    <a:ext cx="86" cy="85"/>
                    <a:chOff x="1277" y="2267"/>
                    <a:chExt cx="86" cy="85"/>
                  </a:xfrm>
                </p:grpSpPr>
                <p:sp>
                  <p:nvSpPr>
                    <p:cNvPr id="61" name="Oval 27">
                      <a:extLst>
                        <a:ext uri="{FF2B5EF4-FFF2-40B4-BE49-F238E27FC236}">
                          <a16:creationId xmlns:a16="http://schemas.microsoft.com/office/drawing/2014/main" id="{321B5AA9-DE65-D4E6-DFF0-AD5EF6EC1729}"/>
                        </a:ext>
                      </a:extLst>
                    </p:cNvPr>
                    <p:cNvSpPr>
                      <a:spLocks noChangeArrowheads="1"/>
                    </p:cNvSpPr>
                    <p:nvPr/>
                  </p:nvSpPr>
                  <p:spPr bwMode="auto">
                    <a:xfrm>
                      <a:off x="1277" y="2267"/>
                      <a:ext cx="86" cy="85"/>
                    </a:xfrm>
                    <a:prstGeom prst="ellipse">
                      <a:avLst/>
                    </a:prstGeom>
                    <a:solidFill>
                      <a:srgbClr val="202020"/>
                    </a:solidFill>
                    <a:ln w="3175">
                      <a:solidFill>
                        <a:srgbClr val="000000"/>
                      </a:solidFill>
                      <a:round/>
                      <a:headEnd/>
                      <a:tailEnd/>
                    </a:ln>
                  </p:spPr>
                  <p:txBody>
                    <a:bodyPr/>
                    <a:lstStyle/>
                    <a:p>
                      <a:endParaRPr lang="en-US"/>
                    </a:p>
                  </p:txBody>
                </p:sp>
                <p:sp>
                  <p:nvSpPr>
                    <p:cNvPr id="62" name="Oval 28">
                      <a:extLst>
                        <a:ext uri="{FF2B5EF4-FFF2-40B4-BE49-F238E27FC236}">
                          <a16:creationId xmlns:a16="http://schemas.microsoft.com/office/drawing/2014/main" id="{E7F2B92D-CFC6-5AF0-2073-953728480FD1}"/>
                        </a:ext>
                      </a:extLst>
                    </p:cNvPr>
                    <p:cNvSpPr>
                      <a:spLocks noChangeArrowheads="1"/>
                    </p:cNvSpPr>
                    <p:nvPr/>
                  </p:nvSpPr>
                  <p:spPr bwMode="auto">
                    <a:xfrm>
                      <a:off x="1289" y="2279"/>
                      <a:ext cx="60" cy="59"/>
                    </a:xfrm>
                    <a:prstGeom prst="ellipse">
                      <a:avLst/>
                    </a:prstGeom>
                    <a:solidFill>
                      <a:srgbClr val="A0A0A0"/>
                    </a:solidFill>
                    <a:ln w="3175">
                      <a:solidFill>
                        <a:srgbClr val="000000"/>
                      </a:solidFill>
                      <a:round/>
                      <a:headEnd/>
                      <a:tailEnd/>
                    </a:ln>
                  </p:spPr>
                  <p:txBody>
                    <a:bodyPr/>
                    <a:lstStyle/>
                    <a:p>
                      <a:endParaRPr lang="en-US"/>
                    </a:p>
                  </p:txBody>
                </p:sp>
                <p:sp>
                  <p:nvSpPr>
                    <p:cNvPr id="63" name="Oval 29">
                      <a:extLst>
                        <a:ext uri="{FF2B5EF4-FFF2-40B4-BE49-F238E27FC236}">
                          <a16:creationId xmlns:a16="http://schemas.microsoft.com/office/drawing/2014/main" id="{1D3F3A6F-1A4D-F2E3-D81E-A2F9480BA342}"/>
                        </a:ext>
                      </a:extLst>
                    </p:cNvPr>
                    <p:cNvSpPr>
                      <a:spLocks noChangeArrowheads="1"/>
                    </p:cNvSpPr>
                    <p:nvPr/>
                  </p:nvSpPr>
                  <p:spPr bwMode="auto">
                    <a:xfrm>
                      <a:off x="1305" y="2297"/>
                      <a:ext cx="26" cy="25"/>
                    </a:xfrm>
                    <a:prstGeom prst="ellipse">
                      <a:avLst/>
                    </a:prstGeom>
                    <a:solidFill>
                      <a:srgbClr val="606060"/>
                    </a:solidFill>
                    <a:ln w="3175">
                      <a:solidFill>
                        <a:srgbClr val="000000"/>
                      </a:solidFill>
                      <a:round/>
                      <a:headEnd/>
                      <a:tailEnd/>
                    </a:ln>
                  </p:spPr>
                  <p:txBody>
                    <a:bodyPr/>
                    <a:lstStyle/>
                    <a:p>
                      <a:endParaRPr lang="en-US"/>
                    </a:p>
                  </p:txBody>
                </p:sp>
              </p:grpSp>
              <p:grpSp>
                <p:nvGrpSpPr>
                  <p:cNvPr id="57" name="Group 30">
                    <a:extLst>
                      <a:ext uri="{FF2B5EF4-FFF2-40B4-BE49-F238E27FC236}">
                        <a16:creationId xmlns:a16="http://schemas.microsoft.com/office/drawing/2014/main" id="{63A5D947-A132-F81F-7391-B534EDE437DC}"/>
                      </a:ext>
                    </a:extLst>
                  </p:cNvPr>
                  <p:cNvGrpSpPr>
                    <a:grpSpLocks/>
                  </p:cNvGrpSpPr>
                  <p:nvPr/>
                </p:nvGrpSpPr>
                <p:grpSpPr bwMode="auto">
                  <a:xfrm>
                    <a:off x="1390" y="2267"/>
                    <a:ext cx="86" cy="85"/>
                    <a:chOff x="1390" y="2267"/>
                    <a:chExt cx="86" cy="85"/>
                  </a:xfrm>
                </p:grpSpPr>
                <p:sp>
                  <p:nvSpPr>
                    <p:cNvPr id="58" name="Oval 31">
                      <a:extLst>
                        <a:ext uri="{FF2B5EF4-FFF2-40B4-BE49-F238E27FC236}">
                          <a16:creationId xmlns:a16="http://schemas.microsoft.com/office/drawing/2014/main" id="{50AFB1CA-E0CD-1FA0-4ACE-4B855EC7896A}"/>
                        </a:ext>
                      </a:extLst>
                    </p:cNvPr>
                    <p:cNvSpPr>
                      <a:spLocks noChangeArrowheads="1"/>
                    </p:cNvSpPr>
                    <p:nvPr/>
                  </p:nvSpPr>
                  <p:spPr bwMode="auto">
                    <a:xfrm>
                      <a:off x="1390" y="2267"/>
                      <a:ext cx="86" cy="85"/>
                    </a:xfrm>
                    <a:prstGeom prst="ellipse">
                      <a:avLst/>
                    </a:prstGeom>
                    <a:solidFill>
                      <a:srgbClr val="202020"/>
                    </a:solidFill>
                    <a:ln w="3175">
                      <a:solidFill>
                        <a:srgbClr val="000000"/>
                      </a:solidFill>
                      <a:round/>
                      <a:headEnd/>
                      <a:tailEnd/>
                    </a:ln>
                  </p:spPr>
                  <p:txBody>
                    <a:bodyPr/>
                    <a:lstStyle/>
                    <a:p>
                      <a:endParaRPr lang="en-US"/>
                    </a:p>
                  </p:txBody>
                </p:sp>
                <p:sp>
                  <p:nvSpPr>
                    <p:cNvPr id="59" name="Oval 32">
                      <a:extLst>
                        <a:ext uri="{FF2B5EF4-FFF2-40B4-BE49-F238E27FC236}">
                          <a16:creationId xmlns:a16="http://schemas.microsoft.com/office/drawing/2014/main" id="{6CF283B6-FC02-CC33-FAA1-7B2A7F5DBDCC}"/>
                        </a:ext>
                      </a:extLst>
                    </p:cNvPr>
                    <p:cNvSpPr>
                      <a:spLocks noChangeArrowheads="1"/>
                    </p:cNvSpPr>
                    <p:nvPr/>
                  </p:nvSpPr>
                  <p:spPr bwMode="auto">
                    <a:xfrm>
                      <a:off x="1404" y="2279"/>
                      <a:ext cx="60" cy="59"/>
                    </a:xfrm>
                    <a:prstGeom prst="ellipse">
                      <a:avLst/>
                    </a:prstGeom>
                    <a:solidFill>
                      <a:srgbClr val="A0A0A0"/>
                    </a:solidFill>
                    <a:ln w="3175">
                      <a:solidFill>
                        <a:srgbClr val="000000"/>
                      </a:solidFill>
                      <a:round/>
                      <a:headEnd/>
                      <a:tailEnd/>
                    </a:ln>
                  </p:spPr>
                  <p:txBody>
                    <a:bodyPr/>
                    <a:lstStyle/>
                    <a:p>
                      <a:endParaRPr lang="en-US"/>
                    </a:p>
                  </p:txBody>
                </p:sp>
                <p:sp>
                  <p:nvSpPr>
                    <p:cNvPr id="60" name="Oval 33">
                      <a:extLst>
                        <a:ext uri="{FF2B5EF4-FFF2-40B4-BE49-F238E27FC236}">
                          <a16:creationId xmlns:a16="http://schemas.microsoft.com/office/drawing/2014/main" id="{51591BAD-398A-4B76-4B59-CEDB4FD425DC}"/>
                        </a:ext>
                      </a:extLst>
                    </p:cNvPr>
                    <p:cNvSpPr>
                      <a:spLocks noChangeArrowheads="1"/>
                    </p:cNvSpPr>
                    <p:nvPr/>
                  </p:nvSpPr>
                  <p:spPr bwMode="auto">
                    <a:xfrm>
                      <a:off x="1420" y="2297"/>
                      <a:ext cx="26" cy="25"/>
                    </a:xfrm>
                    <a:prstGeom prst="ellipse">
                      <a:avLst/>
                    </a:prstGeom>
                    <a:solidFill>
                      <a:srgbClr val="606060"/>
                    </a:solidFill>
                    <a:ln w="3175">
                      <a:solidFill>
                        <a:srgbClr val="000000"/>
                      </a:solidFill>
                      <a:round/>
                      <a:headEnd/>
                      <a:tailEnd/>
                    </a:ln>
                  </p:spPr>
                  <p:txBody>
                    <a:bodyPr/>
                    <a:lstStyle/>
                    <a:p>
                      <a:endParaRPr lang="en-US"/>
                    </a:p>
                  </p:txBody>
                </p:sp>
              </p:grpSp>
            </p:grpSp>
          </p:grpSp>
          <p:grpSp>
            <p:nvGrpSpPr>
              <p:cNvPr id="13" name="Group 4">
                <a:extLst>
                  <a:ext uri="{FF2B5EF4-FFF2-40B4-BE49-F238E27FC236}">
                    <a16:creationId xmlns:a16="http://schemas.microsoft.com/office/drawing/2014/main" id="{45BBF926-9070-BC29-95E2-B9D0E0E9E66C}"/>
                  </a:ext>
                </a:extLst>
              </p:cNvPr>
              <p:cNvGrpSpPr>
                <a:grpSpLocks/>
              </p:cNvGrpSpPr>
              <p:nvPr/>
            </p:nvGrpSpPr>
            <p:grpSpPr bwMode="auto">
              <a:xfrm>
                <a:off x="3872575" y="4240093"/>
                <a:ext cx="448469" cy="205096"/>
                <a:chOff x="2256" y="2352"/>
                <a:chExt cx="933" cy="365"/>
              </a:xfrm>
            </p:grpSpPr>
            <p:grpSp>
              <p:nvGrpSpPr>
                <p:cNvPr id="24" name="Group 5">
                  <a:extLst>
                    <a:ext uri="{FF2B5EF4-FFF2-40B4-BE49-F238E27FC236}">
                      <a16:creationId xmlns:a16="http://schemas.microsoft.com/office/drawing/2014/main" id="{D3612D90-7955-07D4-C89E-D87EAB50692E}"/>
                    </a:ext>
                  </a:extLst>
                </p:cNvPr>
                <p:cNvGrpSpPr>
                  <a:grpSpLocks/>
                </p:cNvGrpSpPr>
                <p:nvPr/>
              </p:nvGrpSpPr>
              <p:grpSpPr bwMode="auto">
                <a:xfrm flipH="1">
                  <a:off x="2256" y="2352"/>
                  <a:ext cx="933" cy="249"/>
                  <a:chOff x="693" y="2029"/>
                  <a:chExt cx="836" cy="228"/>
                </a:xfrm>
              </p:grpSpPr>
              <p:sp>
                <p:nvSpPr>
                  <p:cNvPr id="51" name="Rectangle 6">
                    <a:extLst>
                      <a:ext uri="{FF2B5EF4-FFF2-40B4-BE49-F238E27FC236}">
                        <a16:creationId xmlns:a16="http://schemas.microsoft.com/office/drawing/2014/main" id="{15223C6F-195F-9D69-AD5E-9A308BE2BE21}"/>
                      </a:ext>
                    </a:extLst>
                  </p:cNvPr>
                  <p:cNvSpPr>
                    <a:spLocks noChangeArrowheads="1"/>
                  </p:cNvSpPr>
                  <p:nvPr/>
                </p:nvSpPr>
                <p:spPr bwMode="auto">
                  <a:xfrm>
                    <a:off x="693" y="2029"/>
                    <a:ext cx="836" cy="228"/>
                  </a:xfrm>
                  <a:prstGeom prst="rect">
                    <a:avLst/>
                  </a:prstGeom>
                  <a:gradFill rotWithShape="0">
                    <a:gsLst>
                      <a:gs pos="0">
                        <a:srgbClr val="037C03"/>
                      </a:gs>
                      <a:gs pos="50000">
                        <a:srgbClr val="037C03">
                          <a:gamma/>
                          <a:shade val="6275"/>
                          <a:invGamma/>
                        </a:srgbClr>
                      </a:gs>
                      <a:gs pos="100000">
                        <a:srgbClr val="037C03"/>
                      </a:gs>
                    </a:gsLst>
                    <a:lin ang="5400000" scaled="1"/>
                  </a:gradFill>
                  <a:ln w="3175">
                    <a:solidFill>
                      <a:srgbClr val="000000"/>
                    </a:solidFill>
                    <a:miter lim="800000"/>
                    <a:headEnd/>
                    <a:tailEnd/>
                  </a:ln>
                </p:spPr>
                <p:txBody>
                  <a:bodyPr/>
                  <a:lstStyle/>
                  <a:p>
                    <a:endParaRPr lang="en-US"/>
                  </a:p>
                </p:txBody>
              </p:sp>
              <p:sp>
                <p:nvSpPr>
                  <p:cNvPr id="52" name="Rectangle 7">
                    <a:extLst>
                      <a:ext uri="{FF2B5EF4-FFF2-40B4-BE49-F238E27FC236}">
                        <a16:creationId xmlns:a16="http://schemas.microsoft.com/office/drawing/2014/main" id="{8694FFA3-223D-A9ED-0648-029E58CE6D69}"/>
                      </a:ext>
                    </a:extLst>
                  </p:cNvPr>
                  <p:cNvSpPr>
                    <a:spLocks noChangeArrowheads="1"/>
                  </p:cNvSpPr>
                  <p:nvPr/>
                </p:nvSpPr>
                <p:spPr bwMode="auto">
                  <a:xfrm>
                    <a:off x="693" y="2037"/>
                    <a:ext cx="836" cy="213"/>
                  </a:xfrm>
                  <a:prstGeom prst="rect">
                    <a:avLst/>
                  </a:prstGeom>
                  <a:solidFill>
                    <a:srgbClr val="C5D3ED"/>
                  </a:solidFill>
                  <a:ln w="3175">
                    <a:solidFill>
                      <a:srgbClr val="000000"/>
                    </a:solidFill>
                    <a:miter lim="800000"/>
                    <a:headEnd/>
                    <a:tailEnd/>
                  </a:ln>
                </p:spPr>
                <p:txBody>
                  <a:bodyPr/>
                  <a:lstStyle/>
                  <a:p>
                    <a:endParaRPr lang="en-US" dirty="0"/>
                  </a:p>
                </p:txBody>
              </p:sp>
            </p:grpSp>
            <p:grpSp>
              <p:nvGrpSpPr>
                <p:cNvPr id="25" name="Group 8">
                  <a:extLst>
                    <a:ext uri="{FF2B5EF4-FFF2-40B4-BE49-F238E27FC236}">
                      <a16:creationId xmlns:a16="http://schemas.microsoft.com/office/drawing/2014/main" id="{0035B27E-9B0B-1F9E-8B0D-1AE5F4D7CBBA}"/>
                    </a:ext>
                  </a:extLst>
                </p:cNvPr>
                <p:cNvGrpSpPr>
                  <a:grpSpLocks/>
                </p:cNvGrpSpPr>
                <p:nvPr/>
              </p:nvGrpSpPr>
              <p:grpSpPr bwMode="auto">
                <a:xfrm flipH="1">
                  <a:off x="2413" y="2614"/>
                  <a:ext cx="624" cy="103"/>
                  <a:chOff x="926" y="2258"/>
                  <a:chExt cx="559" cy="94"/>
                </a:xfrm>
              </p:grpSpPr>
              <p:grpSp>
                <p:nvGrpSpPr>
                  <p:cNvPr id="26" name="Group 9">
                    <a:extLst>
                      <a:ext uri="{FF2B5EF4-FFF2-40B4-BE49-F238E27FC236}">
                        <a16:creationId xmlns:a16="http://schemas.microsoft.com/office/drawing/2014/main" id="{E71D449E-0317-145F-EF68-253EB8436E70}"/>
                      </a:ext>
                    </a:extLst>
                  </p:cNvPr>
                  <p:cNvGrpSpPr>
                    <a:grpSpLocks/>
                  </p:cNvGrpSpPr>
                  <p:nvPr/>
                </p:nvGrpSpPr>
                <p:grpSpPr bwMode="auto">
                  <a:xfrm>
                    <a:off x="926" y="2258"/>
                    <a:ext cx="559" cy="81"/>
                    <a:chOff x="926" y="2258"/>
                    <a:chExt cx="559" cy="81"/>
                  </a:xfrm>
                </p:grpSpPr>
                <p:grpSp>
                  <p:nvGrpSpPr>
                    <p:cNvPr id="35" name="Group 10">
                      <a:extLst>
                        <a:ext uri="{FF2B5EF4-FFF2-40B4-BE49-F238E27FC236}">
                          <a16:creationId xmlns:a16="http://schemas.microsoft.com/office/drawing/2014/main" id="{92B93408-7F70-0D8E-332D-CA09055EAB8F}"/>
                        </a:ext>
                      </a:extLst>
                    </p:cNvPr>
                    <p:cNvGrpSpPr>
                      <a:grpSpLocks/>
                    </p:cNvGrpSpPr>
                    <p:nvPr/>
                  </p:nvGrpSpPr>
                  <p:grpSpPr bwMode="auto">
                    <a:xfrm>
                      <a:off x="926" y="2258"/>
                      <a:ext cx="67" cy="62"/>
                      <a:chOff x="926" y="2258"/>
                      <a:chExt cx="67" cy="62"/>
                    </a:xfrm>
                  </p:grpSpPr>
                  <p:sp>
                    <p:nvSpPr>
                      <p:cNvPr id="48" name="Freeform 11">
                        <a:extLst>
                          <a:ext uri="{FF2B5EF4-FFF2-40B4-BE49-F238E27FC236}">
                            <a16:creationId xmlns:a16="http://schemas.microsoft.com/office/drawing/2014/main" id="{69E53DEF-3447-0401-259D-81F66F6F5AC2}"/>
                          </a:ext>
                        </a:extLst>
                      </p:cNvPr>
                      <p:cNvSpPr>
                        <a:spLocks/>
                      </p:cNvSpPr>
                      <p:nvPr/>
                    </p:nvSpPr>
                    <p:spPr bwMode="auto">
                      <a:xfrm>
                        <a:off x="926" y="2258"/>
                        <a:ext cx="67" cy="10"/>
                      </a:xfrm>
                      <a:custGeom>
                        <a:avLst/>
                        <a:gdLst>
                          <a:gd name="T0" fmla="*/ 0 w 67"/>
                          <a:gd name="T1" fmla="*/ 0 h 10"/>
                          <a:gd name="T2" fmla="*/ 67 w 67"/>
                          <a:gd name="T3" fmla="*/ 0 h 10"/>
                          <a:gd name="T4" fmla="*/ 59 w 67"/>
                          <a:gd name="T5" fmla="*/ 10 h 10"/>
                          <a:gd name="T6" fmla="*/ 7 w 67"/>
                          <a:gd name="T7" fmla="*/ 10 h 10"/>
                          <a:gd name="T8" fmla="*/ 0 w 67"/>
                          <a:gd name="T9" fmla="*/ 0 h 10"/>
                        </a:gdLst>
                        <a:ahLst/>
                        <a:cxnLst>
                          <a:cxn ang="0">
                            <a:pos x="T0" y="T1"/>
                          </a:cxn>
                          <a:cxn ang="0">
                            <a:pos x="T2" y="T3"/>
                          </a:cxn>
                          <a:cxn ang="0">
                            <a:pos x="T4" y="T5"/>
                          </a:cxn>
                          <a:cxn ang="0">
                            <a:pos x="T6" y="T7"/>
                          </a:cxn>
                          <a:cxn ang="0">
                            <a:pos x="T8" y="T9"/>
                          </a:cxn>
                        </a:cxnLst>
                        <a:rect l="0" t="0" r="r" b="b"/>
                        <a:pathLst>
                          <a:path w="67" h="10">
                            <a:moveTo>
                              <a:pt x="0" y="0"/>
                            </a:moveTo>
                            <a:lnTo>
                              <a:pt x="67" y="0"/>
                            </a:lnTo>
                            <a:lnTo>
                              <a:pt x="59" y="10"/>
                            </a:lnTo>
                            <a:lnTo>
                              <a:pt x="7" y="10"/>
                            </a:lnTo>
                            <a:lnTo>
                              <a:pt x="0" y="0"/>
                            </a:lnTo>
                            <a:close/>
                          </a:path>
                        </a:pathLst>
                      </a:custGeom>
                      <a:solidFill>
                        <a:srgbClr val="606060"/>
                      </a:solidFill>
                      <a:ln w="3175">
                        <a:solidFill>
                          <a:srgbClr val="404040"/>
                        </a:solidFill>
                        <a:prstDash val="solid"/>
                        <a:round/>
                        <a:headEnd/>
                        <a:tailEnd/>
                      </a:ln>
                    </p:spPr>
                    <p:txBody>
                      <a:bodyPr/>
                      <a:lstStyle/>
                      <a:p>
                        <a:endParaRPr lang="en-US"/>
                      </a:p>
                    </p:txBody>
                  </p:sp>
                  <p:sp>
                    <p:nvSpPr>
                      <p:cNvPr id="49" name="Freeform 12">
                        <a:extLst>
                          <a:ext uri="{FF2B5EF4-FFF2-40B4-BE49-F238E27FC236}">
                            <a16:creationId xmlns:a16="http://schemas.microsoft.com/office/drawing/2014/main" id="{2A72C47B-5913-065A-90BA-B230FBCCC558}"/>
                          </a:ext>
                        </a:extLst>
                      </p:cNvPr>
                      <p:cNvSpPr>
                        <a:spLocks/>
                      </p:cNvSpPr>
                      <p:nvPr/>
                    </p:nvSpPr>
                    <p:spPr bwMode="auto">
                      <a:xfrm>
                        <a:off x="941" y="2268"/>
                        <a:ext cx="34" cy="4"/>
                      </a:xfrm>
                      <a:custGeom>
                        <a:avLst/>
                        <a:gdLst>
                          <a:gd name="T0" fmla="*/ 0 w 34"/>
                          <a:gd name="T1" fmla="*/ 0 h 4"/>
                          <a:gd name="T2" fmla="*/ 34 w 34"/>
                          <a:gd name="T3" fmla="*/ 0 h 4"/>
                          <a:gd name="T4" fmla="*/ 30 w 34"/>
                          <a:gd name="T5" fmla="*/ 4 h 4"/>
                          <a:gd name="T6" fmla="*/ 4 w 34"/>
                          <a:gd name="T7" fmla="*/ 4 h 4"/>
                          <a:gd name="T8" fmla="*/ 0 w 34"/>
                          <a:gd name="T9" fmla="*/ 0 h 4"/>
                        </a:gdLst>
                        <a:ahLst/>
                        <a:cxnLst>
                          <a:cxn ang="0">
                            <a:pos x="T0" y="T1"/>
                          </a:cxn>
                          <a:cxn ang="0">
                            <a:pos x="T2" y="T3"/>
                          </a:cxn>
                          <a:cxn ang="0">
                            <a:pos x="T4" y="T5"/>
                          </a:cxn>
                          <a:cxn ang="0">
                            <a:pos x="T6" y="T7"/>
                          </a:cxn>
                          <a:cxn ang="0">
                            <a:pos x="T8" y="T9"/>
                          </a:cxn>
                        </a:cxnLst>
                        <a:rect l="0" t="0" r="r" b="b"/>
                        <a:pathLst>
                          <a:path w="34" h="4">
                            <a:moveTo>
                              <a:pt x="0" y="0"/>
                            </a:moveTo>
                            <a:lnTo>
                              <a:pt x="34" y="0"/>
                            </a:lnTo>
                            <a:lnTo>
                              <a:pt x="30" y="4"/>
                            </a:lnTo>
                            <a:lnTo>
                              <a:pt x="4" y="4"/>
                            </a:lnTo>
                            <a:lnTo>
                              <a:pt x="0" y="0"/>
                            </a:lnTo>
                            <a:close/>
                          </a:path>
                        </a:pathLst>
                      </a:custGeom>
                      <a:solidFill>
                        <a:srgbClr val="606060"/>
                      </a:solidFill>
                      <a:ln w="3175">
                        <a:solidFill>
                          <a:srgbClr val="404040"/>
                        </a:solidFill>
                        <a:prstDash val="solid"/>
                        <a:round/>
                        <a:headEnd/>
                        <a:tailEnd/>
                      </a:ln>
                    </p:spPr>
                    <p:txBody>
                      <a:bodyPr/>
                      <a:lstStyle/>
                      <a:p>
                        <a:endParaRPr lang="en-US"/>
                      </a:p>
                    </p:txBody>
                  </p:sp>
                  <p:sp>
                    <p:nvSpPr>
                      <p:cNvPr id="50" name="Rectangle 13">
                        <a:extLst>
                          <a:ext uri="{FF2B5EF4-FFF2-40B4-BE49-F238E27FC236}">
                            <a16:creationId xmlns:a16="http://schemas.microsoft.com/office/drawing/2014/main" id="{FF99DF9D-4304-1088-0909-5E21733A2093}"/>
                          </a:ext>
                        </a:extLst>
                      </p:cNvPr>
                      <p:cNvSpPr>
                        <a:spLocks noChangeArrowheads="1"/>
                      </p:cNvSpPr>
                      <p:nvPr/>
                    </p:nvSpPr>
                    <p:spPr bwMode="auto">
                      <a:xfrm>
                        <a:off x="956" y="2273"/>
                        <a:ext cx="6" cy="47"/>
                      </a:xfrm>
                      <a:prstGeom prst="rect">
                        <a:avLst/>
                      </a:prstGeom>
                      <a:solidFill>
                        <a:srgbClr val="606060"/>
                      </a:solidFill>
                      <a:ln w="3175">
                        <a:solidFill>
                          <a:srgbClr val="404040"/>
                        </a:solidFill>
                        <a:miter lim="800000"/>
                        <a:headEnd/>
                        <a:tailEnd/>
                      </a:ln>
                    </p:spPr>
                    <p:txBody>
                      <a:bodyPr/>
                      <a:lstStyle/>
                      <a:p>
                        <a:endParaRPr lang="en-US"/>
                      </a:p>
                    </p:txBody>
                  </p:sp>
                </p:grpSp>
                <p:grpSp>
                  <p:nvGrpSpPr>
                    <p:cNvPr id="36" name="Group 14">
                      <a:extLst>
                        <a:ext uri="{FF2B5EF4-FFF2-40B4-BE49-F238E27FC236}">
                          <a16:creationId xmlns:a16="http://schemas.microsoft.com/office/drawing/2014/main" id="{D09648F9-77BD-37E3-B481-47D6BD0E8505}"/>
                        </a:ext>
                      </a:extLst>
                    </p:cNvPr>
                    <p:cNvGrpSpPr>
                      <a:grpSpLocks/>
                    </p:cNvGrpSpPr>
                    <p:nvPr/>
                  </p:nvGrpSpPr>
                  <p:grpSpPr bwMode="auto">
                    <a:xfrm>
                      <a:off x="1264" y="2258"/>
                      <a:ext cx="107" cy="81"/>
                      <a:chOff x="1264" y="2258"/>
                      <a:chExt cx="107" cy="81"/>
                    </a:xfrm>
                  </p:grpSpPr>
                  <p:sp>
                    <p:nvSpPr>
                      <p:cNvPr id="43" name="Freeform 15">
                        <a:extLst>
                          <a:ext uri="{FF2B5EF4-FFF2-40B4-BE49-F238E27FC236}">
                            <a16:creationId xmlns:a16="http://schemas.microsoft.com/office/drawing/2014/main" id="{E50F3D6D-9713-469A-E301-44E02721D51C}"/>
                          </a:ext>
                        </a:extLst>
                      </p:cNvPr>
                      <p:cNvSpPr>
                        <a:spLocks/>
                      </p:cNvSpPr>
                      <p:nvPr/>
                    </p:nvSpPr>
                    <p:spPr bwMode="auto">
                      <a:xfrm>
                        <a:off x="1264" y="2260"/>
                        <a:ext cx="106" cy="16"/>
                      </a:xfrm>
                      <a:custGeom>
                        <a:avLst/>
                        <a:gdLst>
                          <a:gd name="T0" fmla="*/ 0 w 106"/>
                          <a:gd name="T1" fmla="*/ 0 h 16"/>
                          <a:gd name="T2" fmla="*/ 106 w 106"/>
                          <a:gd name="T3" fmla="*/ 0 h 16"/>
                          <a:gd name="T4" fmla="*/ 106 w 106"/>
                          <a:gd name="T5" fmla="*/ 16 h 16"/>
                          <a:gd name="T6" fmla="*/ 8 w 106"/>
                          <a:gd name="T7" fmla="*/ 16 h 16"/>
                          <a:gd name="T8" fmla="*/ 0 w 106"/>
                          <a:gd name="T9" fmla="*/ 0 h 16"/>
                        </a:gdLst>
                        <a:ahLst/>
                        <a:cxnLst>
                          <a:cxn ang="0">
                            <a:pos x="T0" y="T1"/>
                          </a:cxn>
                          <a:cxn ang="0">
                            <a:pos x="T2" y="T3"/>
                          </a:cxn>
                          <a:cxn ang="0">
                            <a:pos x="T4" y="T5"/>
                          </a:cxn>
                          <a:cxn ang="0">
                            <a:pos x="T6" y="T7"/>
                          </a:cxn>
                          <a:cxn ang="0">
                            <a:pos x="T8" y="T9"/>
                          </a:cxn>
                        </a:cxnLst>
                        <a:rect l="0" t="0" r="r" b="b"/>
                        <a:pathLst>
                          <a:path w="106" h="16">
                            <a:moveTo>
                              <a:pt x="0" y="0"/>
                            </a:moveTo>
                            <a:lnTo>
                              <a:pt x="106" y="0"/>
                            </a:lnTo>
                            <a:lnTo>
                              <a:pt x="106" y="16"/>
                            </a:lnTo>
                            <a:lnTo>
                              <a:pt x="8" y="16"/>
                            </a:lnTo>
                            <a:lnTo>
                              <a:pt x="0" y="0"/>
                            </a:lnTo>
                            <a:close/>
                          </a:path>
                        </a:pathLst>
                      </a:custGeom>
                      <a:solidFill>
                        <a:srgbClr val="606060"/>
                      </a:solidFill>
                      <a:ln w="3175">
                        <a:solidFill>
                          <a:srgbClr val="404040"/>
                        </a:solidFill>
                        <a:prstDash val="solid"/>
                        <a:round/>
                        <a:headEnd/>
                        <a:tailEnd/>
                      </a:ln>
                    </p:spPr>
                    <p:txBody>
                      <a:bodyPr/>
                      <a:lstStyle/>
                      <a:p>
                        <a:endParaRPr lang="en-US"/>
                      </a:p>
                    </p:txBody>
                  </p:sp>
                  <p:grpSp>
                    <p:nvGrpSpPr>
                      <p:cNvPr id="44" name="Group 16">
                        <a:extLst>
                          <a:ext uri="{FF2B5EF4-FFF2-40B4-BE49-F238E27FC236}">
                            <a16:creationId xmlns:a16="http://schemas.microsoft.com/office/drawing/2014/main" id="{BC3653F9-A9FA-3D33-E624-F0831B1EF698}"/>
                          </a:ext>
                        </a:extLst>
                      </p:cNvPr>
                      <p:cNvGrpSpPr>
                        <a:grpSpLocks/>
                      </p:cNvGrpSpPr>
                      <p:nvPr/>
                    </p:nvGrpSpPr>
                    <p:grpSpPr bwMode="auto">
                      <a:xfrm>
                        <a:off x="1272" y="2258"/>
                        <a:ext cx="91" cy="18"/>
                        <a:chOff x="1272" y="2258"/>
                        <a:chExt cx="91" cy="18"/>
                      </a:xfrm>
                    </p:grpSpPr>
                    <p:sp>
                      <p:nvSpPr>
                        <p:cNvPr id="46" name="Freeform 17">
                          <a:extLst>
                            <a:ext uri="{FF2B5EF4-FFF2-40B4-BE49-F238E27FC236}">
                              <a16:creationId xmlns:a16="http://schemas.microsoft.com/office/drawing/2014/main" id="{7E385262-6314-AE50-6200-89F76913E1F1}"/>
                            </a:ext>
                          </a:extLst>
                        </p:cNvPr>
                        <p:cNvSpPr>
                          <a:spLocks/>
                        </p:cNvSpPr>
                        <p:nvPr/>
                      </p:nvSpPr>
                      <p:spPr bwMode="auto">
                        <a:xfrm>
                          <a:off x="1272" y="2262"/>
                          <a:ext cx="80" cy="14"/>
                        </a:xfrm>
                        <a:custGeom>
                          <a:avLst/>
                          <a:gdLst>
                            <a:gd name="T0" fmla="*/ 0 w 80"/>
                            <a:gd name="T1" fmla="*/ 14 h 14"/>
                            <a:gd name="T2" fmla="*/ 12 w 80"/>
                            <a:gd name="T3" fmla="*/ 0 h 14"/>
                            <a:gd name="T4" fmla="*/ 80 w 80"/>
                            <a:gd name="T5" fmla="*/ 0 h 14"/>
                            <a:gd name="T6" fmla="*/ 80 w 80"/>
                            <a:gd name="T7" fmla="*/ 14 h 14"/>
                          </a:gdLst>
                          <a:ahLst/>
                          <a:cxnLst>
                            <a:cxn ang="0">
                              <a:pos x="T0" y="T1"/>
                            </a:cxn>
                            <a:cxn ang="0">
                              <a:pos x="T2" y="T3"/>
                            </a:cxn>
                            <a:cxn ang="0">
                              <a:pos x="T4" y="T5"/>
                            </a:cxn>
                            <a:cxn ang="0">
                              <a:pos x="T6" y="T7"/>
                            </a:cxn>
                          </a:cxnLst>
                          <a:rect l="0" t="0" r="r" b="b"/>
                          <a:pathLst>
                            <a:path w="80" h="14">
                              <a:moveTo>
                                <a:pt x="0" y="14"/>
                              </a:moveTo>
                              <a:lnTo>
                                <a:pt x="12" y="0"/>
                              </a:lnTo>
                              <a:lnTo>
                                <a:pt x="80" y="0"/>
                              </a:lnTo>
                              <a:lnTo>
                                <a:pt x="80" y="14"/>
                              </a:lnTo>
                            </a:path>
                          </a:pathLst>
                        </a:custGeom>
                        <a:noFill/>
                        <a:ln w="3175">
                          <a:solidFill>
                            <a:srgbClr val="40404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7" name="Line 18">
                          <a:extLst>
                            <a:ext uri="{FF2B5EF4-FFF2-40B4-BE49-F238E27FC236}">
                              <a16:creationId xmlns:a16="http://schemas.microsoft.com/office/drawing/2014/main" id="{1708407F-44CF-DA60-0767-162F24DDD8A0}"/>
                            </a:ext>
                          </a:extLst>
                        </p:cNvPr>
                        <p:cNvSpPr>
                          <a:spLocks noChangeShapeType="1"/>
                        </p:cNvSpPr>
                        <p:nvPr/>
                      </p:nvSpPr>
                      <p:spPr bwMode="auto">
                        <a:xfrm>
                          <a:off x="1362" y="2258"/>
                          <a:ext cx="1" cy="18"/>
                        </a:xfrm>
                        <a:prstGeom prst="line">
                          <a:avLst/>
                        </a:prstGeom>
                        <a:noFill/>
                        <a:ln w="3175">
                          <a:solidFill>
                            <a:srgbClr val="40404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45" name="Line 19">
                        <a:extLst>
                          <a:ext uri="{FF2B5EF4-FFF2-40B4-BE49-F238E27FC236}">
                            <a16:creationId xmlns:a16="http://schemas.microsoft.com/office/drawing/2014/main" id="{56623CE0-D302-58F0-C3F1-3732657BA74F}"/>
                          </a:ext>
                        </a:extLst>
                      </p:cNvPr>
                      <p:cNvSpPr>
                        <a:spLocks noChangeShapeType="1"/>
                      </p:cNvSpPr>
                      <p:nvPr/>
                    </p:nvSpPr>
                    <p:spPr bwMode="auto">
                      <a:xfrm>
                        <a:off x="1370" y="2276"/>
                        <a:ext cx="1" cy="63"/>
                      </a:xfrm>
                      <a:prstGeom prst="line">
                        <a:avLst/>
                      </a:prstGeom>
                      <a:noFill/>
                      <a:ln w="3175">
                        <a:solidFill>
                          <a:srgbClr val="20202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37" name="Group 20">
                      <a:extLst>
                        <a:ext uri="{FF2B5EF4-FFF2-40B4-BE49-F238E27FC236}">
                          <a16:creationId xmlns:a16="http://schemas.microsoft.com/office/drawing/2014/main" id="{917085B2-2D74-3147-44EE-E4739B3F534B}"/>
                        </a:ext>
                      </a:extLst>
                    </p:cNvPr>
                    <p:cNvGrpSpPr>
                      <a:grpSpLocks/>
                    </p:cNvGrpSpPr>
                    <p:nvPr/>
                  </p:nvGrpSpPr>
                  <p:grpSpPr bwMode="auto">
                    <a:xfrm>
                      <a:off x="1377" y="2258"/>
                      <a:ext cx="108" cy="81"/>
                      <a:chOff x="1377" y="2258"/>
                      <a:chExt cx="108" cy="81"/>
                    </a:xfrm>
                  </p:grpSpPr>
                  <p:sp>
                    <p:nvSpPr>
                      <p:cNvPr id="38" name="Freeform 21">
                        <a:extLst>
                          <a:ext uri="{FF2B5EF4-FFF2-40B4-BE49-F238E27FC236}">
                            <a16:creationId xmlns:a16="http://schemas.microsoft.com/office/drawing/2014/main" id="{94649C2F-B400-47DB-1B22-88D01DB96CC4}"/>
                          </a:ext>
                        </a:extLst>
                      </p:cNvPr>
                      <p:cNvSpPr>
                        <a:spLocks/>
                      </p:cNvSpPr>
                      <p:nvPr/>
                    </p:nvSpPr>
                    <p:spPr bwMode="auto">
                      <a:xfrm>
                        <a:off x="1377" y="2260"/>
                        <a:ext cx="107" cy="16"/>
                      </a:xfrm>
                      <a:custGeom>
                        <a:avLst/>
                        <a:gdLst>
                          <a:gd name="T0" fmla="*/ 0 w 107"/>
                          <a:gd name="T1" fmla="*/ 0 h 16"/>
                          <a:gd name="T2" fmla="*/ 107 w 107"/>
                          <a:gd name="T3" fmla="*/ 0 h 16"/>
                          <a:gd name="T4" fmla="*/ 107 w 107"/>
                          <a:gd name="T5" fmla="*/ 16 h 16"/>
                          <a:gd name="T6" fmla="*/ 10 w 107"/>
                          <a:gd name="T7" fmla="*/ 16 h 16"/>
                          <a:gd name="T8" fmla="*/ 0 w 107"/>
                          <a:gd name="T9" fmla="*/ 0 h 16"/>
                        </a:gdLst>
                        <a:ahLst/>
                        <a:cxnLst>
                          <a:cxn ang="0">
                            <a:pos x="T0" y="T1"/>
                          </a:cxn>
                          <a:cxn ang="0">
                            <a:pos x="T2" y="T3"/>
                          </a:cxn>
                          <a:cxn ang="0">
                            <a:pos x="T4" y="T5"/>
                          </a:cxn>
                          <a:cxn ang="0">
                            <a:pos x="T6" y="T7"/>
                          </a:cxn>
                          <a:cxn ang="0">
                            <a:pos x="T8" y="T9"/>
                          </a:cxn>
                        </a:cxnLst>
                        <a:rect l="0" t="0" r="r" b="b"/>
                        <a:pathLst>
                          <a:path w="107" h="16">
                            <a:moveTo>
                              <a:pt x="0" y="0"/>
                            </a:moveTo>
                            <a:lnTo>
                              <a:pt x="107" y="0"/>
                            </a:lnTo>
                            <a:lnTo>
                              <a:pt x="107" y="16"/>
                            </a:lnTo>
                            <a:lnTo>
                              <a:pt x="10" y="16"/>
                            </a:lnTo>
                            <a:lnTo>
                              <a:pt x="0" y="0"/>
                            </a:lnTo>
                            <a:close/>
                          </a:path>
                        </a:pathLst>
                      </a:custGeom>
                      <a:solidFill>
                        <a:srgbClr val="606060"/>
                      </a:solidFill>
                      <a:ln w="3175">
                        <a:solidFill>
                          <a:srgbClr val="404040"/>
                        </a:solidFill>
                        <a:prstDash val="solid"/>
                        <a:round/>
                        <a:headEnd/>
                        <a:tailEnd/>
                      </a:ln>
                    </p:spPr>
                    <p:txBody>
                      <a:bodyPr/>
                      <a:lstStyle/>
                      <a:p>
                        <a:endParaRPr lang="en-US"/>
                      </a:p>
                    </p:txBody>
                  </p:sp>
                  <p:grpSp>
                    <p:nvGrpSpPr>
                      <p:cNvPr id="39" name="Group 22">
                        <a:extLst>
                          <a:ext uri="{FF2B5EF4-FFF2-40B4-BE49-F238E27FC236}">
                            <a16:creationId xmlns:a16="http://schemas.microsoft.com/office/drawing/2014/main" id="{A1A450EB-9494-BFC5-A9FA-3B21EDD2622C}"/>
                          </a:ext>
                        </a:extLst>
                      </p:cNvPr>
                      <p:cNvGrpSpPr>
                        <a:grpSpLocks/>
                      </p:cNvGrpSpPr>
                      <p:nvPr/>
                    </p:nvGrpSpPr>
                    <p:grpSpPr bwMode="auto">
                      <a:xfrm>
                        <a:off x="1387" y="2258"/>
                        <a:ext cx="89" cy="18"/>
                        <a:chOff x="1387" y="2258"/>
                        <a:chExt cx="89" cy="18"/>
                      </a:xfrm>
                    </p:grpSpPr>
                    <p:sp>
                      <p:nvSpPr>
                        <p:cNvPr id="41" name="Freeform 23">
                          <a:extLst>
                            <a:ext uri="{FF2B5EF4-FFF2-40B4-BE49-F238E27FC236}">
                              <a16:creationId xmlns:a16="http://schemas.microsoft.com/office/drawing/2014/main" id="{746F80B7-CC81-82E1-1537-7A15253EDC81}"/>
                            </a:ext>
                          </a:extLst>
                        </p:cNvPr>
                        <p:cNvSpPr>
                          <a:spLocks/>
                        </p:cNvSpPr>
                        <p:nvPr/>
                      </p:nvSpPr>
                      <p:spPr bwMode="auto">
                        <a:xfrm>
                          <a:off x="1387" y="2262"/>
                          <a:ext cx="80" cy="14"/>
                        </a:xfrm>
                        <a:custGeom>
                          <a:avLst/>
                          <a:gdLst>
                            <a:gd name="T0" fmla="*/ 0 w 80"/>
                            <a:gd name="T1" fmla="*/ 14 h 14"/>
                            <a:gd name="T2" fmla="*/ 12 w 80"/>
                            <a:gd name="T3" fmla="*/ 0 h 14"/>
                            <a:gd name="T4" fmla="*/ 80 w 80"/>
                            <a:gd name="T5" fmla="*/ 0 h 14"/>
                            <a:gd name="T6" fmla="*/ 80 w 80"/>
                            <a:gd name="T7" fmla="*/ 14 h 14"/>
                          </a:gdLst>
                          <a:ahLst/>
                          <a:cxnLst>
                            <a:cxn ang="0">
                              <a:pos x="T0" y="T1"/>
                            </a:cxn>
                            <a:cxn ang="0">
                              <a:pos x="T2" y="T3"/>
                            </a:cxn>
                            <a:cxn ang="0">
                              <a:pos x="T4" y="T5"/>
                            </a:cxn>
                            <a:cxn ang="0">
                              <a:pos x="T6" y="T7"/>
                            </a:cxn>
                          </a:cxnLst>
                          <a:rect l="0" t="0" r="r" b="b"/>
                          <a:pathLst>
                            <a:path w="80" h="14">
                              <a:moveTo>
                                <a:pt x="0" y="14"/>
                              </a:moveTo>
                              <a:lnTo>
                                <a:pt x="12" y="0"/>
                              </a:lnTo>
                              <a:lnTo>
                                <a:pt x="80" y="0"/>
                              </a:lnTo>
                              <a:lnTo>
                                <a:pt x="80" y="14"/>
                              </a:lnTo>
                            </a:path>
                          </a:pathLst>
                        </a:custGeom>
                        <a:noFill/>
                        <a:ln w="3175">
                          <a:solidFill>
                            <a:srgbClr val="40404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2" name="Line 24">
                          <a:extLst>
                            <a:ext uri="{FF2B5EF4-FFF2-40B4-BE49-F238E27FC236}">
                              <a16:creationId xmlns:a16="http://schemas.microsoft.com/office/drawing/2014/main" id="{7011B9FE-7F01-3A6E-76FF-0D9DB2524C4E}"/>
                            </a:ext>
                          </a:extLst>
                        </p:cNvPr>
                        <p:cNvSpPr>
                          <a:spLocks noChangeShapeType="1"/>
                        </p:cNvSpPr>
                        <p:nvPr/>
                      </p:nvSpPr>
                      <p:spPr bwMode="auto">
                        <a:xfrm>
                          <a:off x="1475" y="2258"/>
                          <a:ext cx="1" cy="18"/>
                        </a:xfrm>
                        <a:prstGeom prst="line">
                          <a:avLst/>
                        </a:prstGeom>
                        <a:noFill/>
                        <a:ln w="3175">
                          <a:solidFill>
                            <a:srgbClr val="40404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40" name="Line 25">
                        <a:extLst>
                          <a:ext uri="{FF2B5EF4-FFF2-40B4-BE49-F238E27FC236}">
                            <a16:creationId xmlns:a16="http://schemas.microsoft.com/office/drawing/2014/main" id="{BCB6152A-47C3-7C7C-5D49-D1FC0FFCB813}"/>
                          </a:ext>
                        </a:extLst>
                      </p:cNvPr>
                      <p:cNvSpPr>
                        <a:spLocks noChangeShapeType="1"/>
                      </p:cNvSpPr>
                      <p:nvPr/>
                    </p:nvSpPr>
                    <p:spPr bwMode="auto">
                      <a:xfrm>
                        <a:off x="1484" y="2276"/>
                        <a:ext cx="1" cy="63"/>
                      </a:xfrm>
                      <a:prstGeom prst="line">
                        <a:avLst/>
                      </a:prstGeom>
                      <a:noFill/>
                      <a:ln w="3175">
                        <a:solidFill>
                          <a:srgbClr val="20202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27" name="Group 26">
                    <a:extLst>
                      <a:ext uri="{FF2B5EF4-FFF2-40B4-BE49-F238E27FC236}">
                        <a16:creationId xmlns:a16="http://schemas.microsoft.com/office/drawing/2014/main" id="{7109074C-1659-7200-89C8-D4510731E548}"/>
                      </a:ext>
                    </a:extLst>
                  </p:cNvPr>
                  <p:cNvGrpSpPr>
                    <a:grpSpLocks/>
                  </p:cNvGrpSpPr>
                  <p:nvPr/>
                </p:nvGrpSpPr>
                <p:grpSpPr bwMode="auto">
                  <a:xfrm>
                    <a:off x="1277" y="2267"/>
                    <a:ext cx="86" cy="85"/>
                    <a:chOff x="1277" y="2267"/>
                    <a:chExt cx="86" cy="85"/>
                  </a:xfrm>
                </p:grpSpPr>
                <p:sp>
                  <p:nvSpPr>
                    <p:cNvPr id="32" name="Oval 27">
                      <a:extLst>
                        <a:ext uri="{FF2B5EF4-FFF2-40B4-BE49-F238E27FC236}">
                          <a16:creationId xmlns:a16="http://schemas.microsoft.com/office/drawing/2014/main" id="{29305972-44FB-6160-1412-B37F64850451}"/>
                        </a:ext>
                      </a:extLst>
                    </p:cNvPr>
                    <p:cNvSpPr>
                      <a:spLocks noChangeArrowheads="1"/>
                    </p:cNvSpPr>
                    <p:nvPr/>
                  </p:nvSpPr>
                  <p:spPr bwMode="auto">
                    <a:xfrm>
                      <a:off x="1277" y="2267"/>
                      <a:ext cx="86" cy="85"/>
                    </a:xfrm>
                    <a:prstGeom prst="ellipse">
                      <a:avLst/>
                    </a:prstGeom>
                    <a:solidFill>
                      <a:srgbClr val="202020"/>
                    </a:solidFill>
                    <a:ln w="3175">
                      <a:solidFill>
                        <a:srgbClr val="000000"/>
                      </a:solidFill>
                      <a:round/>
                      <a:headEnd/>
                      <a:tailEnd/>
                    </a:ln>
                  </p:spPr>
                  <p:txBody>
                    <a:bodyPr/>
                    <a:lstStyle/>
                    <a:p>
                      <a:endParaRPr lang="en-US"/>
                    </a:p>
                  </p:txBody>
                </p:sp>
                <p:sp>
                  <p:nvSpPr>
                    <p:cNvPr id="33" name="Oval 28">
                      <a:extLst>
                        <a:ext uri="{FF2B5EF4-FFF2-40B4-BE49-F238E27FC236}">
                          <a16:creationId xmlns:a16="http://schemas.microsoft.com/office/drawing/2014/main" id="{BE6E7DA1-302E-441C-8B55-28132C7A0279}"/>
                        </a:ext>
                      </a:extLst>
                    </p:cNvPr>
                    <p:cNvSpPr>
                      <a:spLocks noChangeArrowheads="1"/>
                    </p:cNvSpPr>
                    <p:nvPr/>
                  </p:nvSpPr>
                  <p:spPr bwMode="auto">
                    <a:xfrm>
                      <a:off x="1289" y="2279"/>
                      <a:ext cx="60" cy="59"/>
                    </a:xfrm>
                    <a:prstGeom prst="ellipse">
                      <a:avLst/>
                    </a:prstGeom>
                    <a:solidFill>
                      <a:srgbClr val="A0A0A0"/>
                    </a:solidFill>
                    <a:ln w="3175">
                      <a:solidFill>
                        <a:srgbClr val="000000"/>
                      </a:solidFill>
                      <a:round/>
                      <a:headEnd/>
                      <a:tailEnd/>
                    </a:ln>
                  </p:spPr>
                  <p:txBody>
                    <a:bodyPr/>
                    <a:lstStyle/>
                    <a:p>
                      <a:endParaRPr lang="en-US"/>
                    </a:p>
                  </p:txBody>
                </p:sp>
                <p:sp>
                  <p:nvSpPr>
                    <p:cNvPr id="34" name="Oval 29">
                      <a:extLst>
                        <a:ext uri="{FF2B5EF4-FFF2-40B4-BE49-F238E27FC236}">
                          <a16:creationId xmlns:a16="http://schemas.microsoft.com/office/drawing/2014/main" id="{90858AA3-D83B-E21E-B733-E365E4FEB3D5}"/>
                        </a:ext>
                      </a:extLst>
                    </p:cNvPr>
                    <p:cNvSpPr>
                      <a:spLocks noChangeArrowheads="1"/>
                    </p:cNvSpPr>
                    <p:nvPr/>
                  </p:nvSpPr>
                  <p:spPr bwMode="auto">
                    <a:xfrm>
                      <a:off x="1305" y="2297"/>
                      <a:ext cx="26" cy="25"/>
                    </a:xfrm>
                    <a:prstGeom prst="ellipse">
                      <a:avLst/>
                    </a:prstGeom>
                    <a:solidFill>
                      <a:srgbClr val="606060"/>
                    </a:solidFill>
                    <a:ln w="3175">
                      <a:solidFill>
                        <a:srgbClr val="000000"/>
                      </a:solidFill>
                      <a:round/>
                      <a:headEnd/>
                      <a:tailEnd/>
                    </a:ln>
                  </p:spPr>
                  <p:txBody>
                    <a:bodyPr/>
                    <a:lstStyle/>
                    <a:p>
                      <a:endParaRPr lang="en-US"/>
                    </a:p>
                  </p:txBody>
                </p:sp>
              </p:grpSp>
              <p:grpSp>
                <p:nvGrpSpPr>
                  <p:cNvPr id="28" name="Group 30">
                    <a:extLst>
                      <a:ext uri="{FF2B5EF4-FFF2-40B4-BE49-F238E27FC236}">
                        <a16:creationId xmlns:a16="http://schemas.microsoft.com/office/drawing/2014/main" id="{17E26454-51DA-541D-47ED-72931418B9F8}"/>
                      </a:ext>
                    </a:extLst>
                  </p:cNvPr>
                  <p:cNvGrpSpPr>
                    <a:grpSpLocks/>
                  </p:cNvGrpSpPr>
                  <p:nvPr/>
                </p:nvGrpSpPr>
                <p:grpSpPr bwMode="auto">
                  <a:xfrm>
                    <a:off x="1390" y="2267"/>
                    <a:ext cx="86" cy="85"/>
                    <a:chOff x="1390" y="2267"/>
                    <a:chExt cx="86" cy="85"/>
                  </a:xfrm>
                </p:grpSpPr>
                <p:sp>
                  <p:nvSpPr>
                    <p:cNvPr id="29" name="Oval 31">
                      <a:extLst>
                        <a:ext uri="{FF2B5EF4-FFF2-40B4-BE49-F238E27FC236}">
                          <a16:creationId xmlns:a16="http://schemas.microsoft.com/office/drawing/2014/main" id="{D514F2E0-6E20-CE2C-6D24-90EB66F50E9C}"/>
                        </a:ext>
                      </a:extLst>
                    </p:cNvPr>
                    <p:cNvSpPr>
                      <a:spLocks noChangeArrowheads="1"/>
                    </p:cNvSpPr>
                    <p:nvPr/>
                  </p:nvSpPr>
                  <p:spPr bwMode="auto">
                    <a:xfrm>
                      <a:off x="1390" y="2267"/>
                      <a:ext cx="86" cy="85"/>
                    </a:xfrm>
                    <a:prstGeom prst="ellipse">
                      <a:avLst/>
                    </a:prstGeom>
                    <a:solidFill>
                      <a:srgbClr val="202020"/>
                    </a:solidFill>
                    <a:ln w="3175">
                      <a:solidFill>
                        <a:srgbClr val="000000"/>
                      </a:solidFill>
                      <a:round/>
                      <a:headEnd/>
                      <a:tailEnd/>
                    </a:ln>
                  </p:spPr>
                  <p:txBody>
                    <a:bodyPr/>
                    <a:lstStyle/>
                    <a:p>
                      <a:endParaRPr lang="en-US"/>
                    </a:p>
                  </p:txBody>
                </p:sp>
                <p:sp>
                  <p:nvSpPr>
                    <p:cNvPr id="30" name="Oval 32">
                      <a:extLst>
                        <a:ext uri="{FF2B5EF4-FFF2-40B4-BE49-F238E27FC236}">
                          <a16:creationId xmlns:a16="http://schemas.microsoft.com/office/drawing/2014/main" id="{862B4E79-7F47-AD07-23FB-A35618CFE567}"/>
                        </a:ext>
                      </a:extLst>
                    </p:cNvPr>
                    <p:cNvSpPr>
                      <a:spLocks noChangeArrowheads="1"/>
                    </p:cNvSpPr>
                    <p:nvPr/>
                  </p:nvSpPr>
                  <p:spPr bwMode="auto">
                    <a:xfrm>
                      <a:off x="1404" y="2279"/>
                      <a:ext cx="60" cy="59"/>
                    </a:xfrm>
                    <a:prstGeom prst="ellipse">
                      <a:avLst/>
                    </a:prstGeom>
                    <a:solidFill>
                      <a:srgbClr val="A0A0A0"/>
                    </a:solidFill>
                    <a:ln w="3175">
                      <a:solidFill>
                        <a:srgbClr val="000000"/>
                      </a:solidFill>
                      <a:round/>
                      <a:headEnd/>
                      <a:tailEnd/>
                    </a:ln>
                  </p:spPr>
                  <p:txBody>
                    <a:bodyPr/>
                    <a:lstStyle/>
                    <a:p>
                      <a:endParaRPr lang="en-US"/>
                    </a:p>
                  </p:txBody>
                </p:sp>
                <p:sp>
                  <p:nvSpPr>
                    <p:cNvPr id="31" name="Oval 33">
                      <a:extLst>
                        <a:ext uri="{FF2B5EF4-FFF2-40B4-BE49-F238E27FC236}">
                          <a16:creationId xmlns:a16="http://schemas.microsoft.com/office/drawing/2014/main" id="{2299AA56-DDCA-F145-4993-9B8646BFA367}"/>
                        </a:ext>
                      </a:extLst>
                    </p:cNvPr>
                    <p:cNvSpPr>
                      <a:spLocks noChangeArrowheads="1"/>
                    </p:cNvSpPr>
                    <p:nvPr/>
                  </p:nvSpPr>
                  <p:spPr bwMode="auto">
                    <a:xfrm>
                      <a:off x="1420" y="2297"/>
                      <a:ext cx="26" cy="25"/>
                    </a:xfrm>
                    <a:prstGeom prst="ellipse">
                      <a:avLst/>
                    </a:prstGeom>
                    <a:solidFill>
                      <a:srgbClr val="606060"/>
                    </a:solidFill>
                    <a:ln w="3175">
                      <a:solidFill>
                        <a:srgbClr val="000000"/>
                      </a:solidFill>
                      <a:round/>
                      <a:headEnd/>
                      <a:tailEnd/>
                    </a:ln>
                  </p:spPr>
                  <p:txBody>
                    <a:bodyPr/>
                    <a:lstStyle/>
                    <a:p>
                      <a:endParaRPr lang="en-US"/>
                    </a:p>
                  </p:txBody>
                </p:sp>
              </p:grpSp>
            </p:grpSp>
          </p:grpSp>
          <p:cxnSp>
            <p:nvCxnSpPr>
              <p:cNvPr id="14" name="Straight Arrow Connector 13">
                <a:extLst>
                  <a:ext uri="{FF2B5EF4-FFF2-40B4-BE49-F238E27FC236}">
                    <a16:creationId xmlns:a16="http://schemas.microsoft.com/office/drawing/2014/main" id="{9DA9621C-F0BD-3142-2859-2E201D9F9599}"/>
                  </a:ext>
                </a:extLst>
              </p:cNvPr>
              <p:cNvCxnSpPr>
                <a:cxnSpLocks/>
                <a:stCxn id="8" idx="3"/>
                <a:endCxn id="89199" idx="3"/>
              </p:cNvCxnSpPr>
              <p:nvPr/>
            </p:nvCxnSpPr>
            <p:spPr>
              <a:xfrm>
                <a:off x="3190680" y="2616369"/>
                <a:ext cx="684283" cy="289039"/>
              </a:xfrm>
              <a:prstGeom prst="straightConnector1">
                <a:avLst/>
              </a:prstGeom>
              <a:ln w="28575">
                <a:solidFill>
                  <a:schemeClr val="bg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5" name="Straight Arrow Connector 14">
                <a:extLst>
                  <a:ext uri="{FF2B5EF4-FFF2-40B4-BE49-F238E27FC236}">
                    <a16:creationId xmlns:a16="http://schemas.microsoft.com/office/drawing/2014/main" id="{7CD58F96-5742-9F0B-EF34-3B3551686F9C}"/>
                  </a:ext>
                </a:extLst>
              </p:cNvPr>
              <p:cNvCxnSpPr>
                <a:cxnSpLocks/>
                <a:stCxn id="9" idx="3"/>
                <a:endCxn id="89199" idx="3"/>
              </p:cNvCxnSpPr>
              <p:nvPr/>
            </p:nvCxnSpPr>
            <p:spPr>
              <a:xfrm flipV="1">
                <a:off x="3171628" y="2905408"/>
                <a:ext cx="703335" cy="470585"/>
              </a:xfrm>
              <a:prstGeom prst="straightConnector1">
                <a:avLst/>
              </a:prstGeom>
              <a:ln w="28575">
                <a:solidFill>
                  <a:schemeClr val="bg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6" name="Straight Arrow Connector 15">
                <a:extLst>
                  <a:ext uri="{FF2B5EF4-FFF2-40B4-BE49-F238E27FC236}">
                    <a16:creationId xmlns:a16="http://schemas.microsoft.com/office/drawing/2014/main" id="{CDED69D3-C726-821D-52A2-EE4554166F92}"/>
                  </a:ext>
                </a:extLst>
              </p:cNvPr>
              <p:cNvCxnSpPr>
                <a:cxnSpLocks/>
                <a:stCxn id="10" idx="3"/>
                <a:endCxn id="89199" idx="3"/>
              </p:cNvCxnSpPr>
              <p:nvPr/>
            </p:nvCxnSpPr>
            <p:spPr>
              <a:xfrm flipV="1">
                <a:off x="3145432" y="2905408"/>
                <a:ext cx="729531" cy="1094477"/>
              </a:xfrm>
              <a:prstGeom prst="straightConnector1">
                <a:avLst/>
              </a:prstGeom>
              <a:ln w="28575">
                <a:solidFill>
                  <a:schemeClr val="bg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7" name="Straight Arrow Connector 16">
                <a:extLst>
                  <a:ext uri="{FF2B5EF4-FFF2-40B4-BE49-F238E27FC236}">
                    <a16:creationId xmlns:a16="http://schemas.microsoft.com/office/drawing/2014/main" id="{24E96C62-9832-D2E9-DD65-CDF3B108C780}"/>
                  </a:ext>
                </a:extLst>
              </p:cNvPr>
              <p:cNvCxnSpPr>
                <a:cxnSpLocks/>
              </p:cNvCxnSpPr>
              <p:nvPr/>
            </p:nvCxnSpPr>
            <p:spPr>
              <a:xfrm>
                <a:off x="3191206" y="2616368"/>
                <a:ext cx="679516" cy="1077239"/>
              </a:xfrm>
              <a:prstGeom prst="straightConnector1">
                <a:avLst/>
              </a:prstGeom>
              <a:ln w="28575">
                <a:solidFill>
                  <a:schemeClr val="bg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8" name="Straight Arrow Connector 17">
                <a:extLst>
                  <a:ext uri="{FF2B5EF4-FFF2-40B4-BE49-F238E27FC236}">
                    <a16:creationId xmlns:a16="http://schemas.microsoft.com/office/drawing/2014/main" id="{88E4B7B4-7EE3-2915-0D83-560ADBD31180}"/>
                  </a:ext>
                </a:extLst>
              </p:cNvPr>
              <p:cNvCxnSpPr>
                <a:cxnSpLocks/>
                <a:stCxn id="9" idx="3"/>
                <a:endCxn id="89169" idx="3"/>
              </p:cNvCxnSpPr>
              <p:nvPr/>
            </p:nvCxnSpPr>
            <p:spPr>
              <a:xfrm>
                <a:off x="3171628" y="3375993"/>
                <a:ext cx="698568" cy="317615"/>
              </a:xfrm>
              <a:prstGeom prst="straightConnector1">
                <a:avLst/>
              </a:prstGeom>
              <a:ln w="28575">
                <a:solidFill>
                  <a:schemeClr val="bg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9" name="Straight Arrow Connector 18">
                <a:extLst>
                  <a:ext uri="{FF2B5EF4-FFF2-40B4-BE49-F238E27FC236}">
                    <a16:creationId xmlns:a16="http://schemas.microsoft.com/office/drawing/2014/main" id="{856432C0-6081-D75F-FA9B-7A12B8CE0894}"/>
                  </a:ext>
                </a:extLst>
              </p:cNvPr>
              <p:cNvCxnSpPr>
                <a:cxnSpLocks/>
                <a:stCxn id="10" idx="3"/>
                <a:endCxn id="89169" idx="3"/>
              </p:cNvCxnSpPr>
              <p:nvPr/>
            </p:nvCxnSpPr>
            <p:spPr>
              <a:xfrm flipV="1">
                <a:off x="3145432" y="3693608"/>
                <a:ext cx="724764" cy="306277"/>
              </a:xfrm>
              <a:prstGeom prst="straightConnector1">
                <a:avLst/>
              </a:prstGeom>
              <a:ln w="28575">
                <a:solidFill>
                  <a:schemeClr val="bg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20" name="Straight Arrow Connector 19">
                <a:extLst>
                  <a:ext uri="{FF2B5EF4-FFF2-40B4-BE49-F238E27FC236}">
                    <a16:creationId xmlns:a16="http://schemas.microsoft.com/office/drawing/2014/main" id="{8F22CE0A-CB91-2562-5D08-6C36C5237DED}"/>
                  </a:ext>
                </a:extLst>
              </p:cNvPr>
              <p:cNvCxnSpPr>
                <a:cxnSpLocks/>
                <a:stCxn id="10" idx="3"/>
                <a:endCxn id="52" idx="3"/>
              </p:cNvCxnSpPr>
              <p:nvPr/>
            </p:nvCxnSpPr>
            <p:spPr>
              <a:xfrm>
                <a:off x="3145432" y="3999885"/>
                <a:ext cx="727143" cy="310472"/>
              </a:xfrm>
              <a:prstGeom prst="straightConnector1">
                <a:avLst/>
              </a:prstGeom>
              <a:ln w="28575">
                <a:solidFill>
                  <a:schemeClr val="bg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pic>
            <p:nvPicPr>
              <p:cNvPr id="21" name="Picture 20">
                <a:extLst>
                  <a:ext uri="{FF2B5EF4-FFF2-40B4-BE49-F238E27FC236}">
                    <a16:creationId xmlns:a16="http://schemas.microsoft.com/office/drawing/2014/main" id="{F91532D5-E0C6-3697-6F2C-62B69DEFC090}"/>
                  </a:ext>
                </a:extLst>
              </p:cNvPr>
              <p:cNvPicPr>
                <a:picLocks noChangeAspect="1"/>
              </p:cNvPicPr>
              <p:nvPr/>
            </p:nvPicPr>
            <p:blipFill>
              <a:blip r:embed="rId5">
                <a:biLevel thresh="25000"/>
                <a:extLst>
                  <a:ext uri="{BEBA8EAE-BF5A-486C-A8C5-ECC9F3942E4B}">
                    <a14:imgProps xmlns:a14="http://schemas.microsoft.com/office/drawing/2010/main">
                      <a14:imgLayer r:embed="rId6">
                        <a14:imgEffect>
                          <a14:backgroundRemoval t="5238" b="90000" l="6215" r="95198">
                            <a14:foregroundMark x1="66667" y1="6190" x2="66667" y2="6190"/>
                            <a14:foregroundMark x1="12429" y1="56667" x2="12429" y2="56667"/>
                            <a14:foregroundMark x1="16949" y1="59524" x2="16949" y2="59524"/>
                            <a14:foregroundMark x1="17232" y1="55238" x2="17232" y2="55238"/>
                            <a14:foregroundMark x1="14972" y1="65238" x2="14972" y2="65238"/>
                            <a14:foregroundMark x1="95198" y1="73810" x2="95198" y2="73810"/>
                            <a14:foregroundMark x1="18362" y1="82857" x2="18362" y2="82857"/>
                            <a14:foregroundMark x1="6215" y1="77143" x2="6215" y2="77143"/>
                          </a14:backgroundRemoval>
                        </a14:imgEffect>
                      </a14:imgLayer>
                    </a14:imgProps>
                  </a:ext>
                </a:extLst>
              </a:blip>
              <a:stretch>
                <a:fillRect/>
              </a:stretch>
            </p:blipFill>
            <p:spPr>
              <a:xfrm>
                <a:off x="2714175" y="4787270"/>
                <a:ext cx="412202" cy="244527"/>
              </a:xfrm>
              <a:prstGeom prst="rect">
                <a:avLst/>
              </a:prstGeom>
            </p:spPr>
          </p:pic>
          <p:cxnSp>
            <p:nvCxnSpPr>
              <p:cNvPr id="22" name="Straight Arrow Connector 21">
                <a:extLst>
                  <a:ext uri="{FF2B5EF4-FFF2-40B4-BE49-F238E27FC236}">
                    <a16:creationId xmlns:a16="http://schemas.microsoft.com/office/drawing/2014/main" id="{BE53F654-E9FA-622E-35D1-A93A4947845C}"/>
                  </a:ext>
                </a:extLst>
              </p:cNvPr>
              <p:cNvCxnSpPr>
                <a:cxnSpLocks/>
                <a:stCxn id="21" idx="3"/>
              </p:cNvCxnSpPr>
              <p:nvPr/>
            </p:nvCxnSpPr>
            <p:spPr>
              <a:xfrm flipV="1">
                <a:off x="3126377" y="4310357"/>
                <a:ext cx="746198" cy="599177"/>
              </a:xfrm>
              <a:prstGeom prst="straightConnector1">
                <a:avLst/>
              </a:prstGeom>
              <a:ln w="28575">
                <a:solidFill>
                  <a:schemeClr val="bg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23" name="Straight Arrow Connector 22">
                <a:extLst>
                  <a:ext uri="{FF2B5EF4-FFF2-40B4-BE49-F238E27FC236}">
                    <a16:creationId xmlns:a16="http://schemas.microsoft.com/office/drawing/2014/main" id="{71F0A78D-DD37-FD5D-8AD8-88FC091F7FF0}"/>
                  </a:ext>
                </a:extLst>
              </p:cNvPr>
              <p:cNvCxnSpPr>
                <a:cxnSpLocks/>
                <a:stCxn id="21" idx="3"/>
              </p:cNvCxnSpPr>
              <p:nvPr/>
            </p:nvCxnSpPr>
            <p:spPr>
              <a:xfrm flipV="1">
                <a:off x="3126377" y="3693608"/>
                <a:ext cx="743819" cy="1215926"/>
              </a:xfrm>
              <a:prstGeom prst="straightConnector1">
                <a:avLst/>
              </a:prstGeom>
              <a:ln w="28575">
                <a:solidFill>
                  <a:schemeClr val="bg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grpSp>
        <p:sp>
          <p:nvSpPr>
            <p:cNvPr id="89200" name="Rectangle 89199">
              <a:extLst>
                <a:ext uri="{FF2B5EF4-FFF2-40B4-BE49-F238E27FC236}">
                  <a16:creationId xmlns:a16="http://schemas.microsoft.com/office/drawing/2014/main" id="{D95D540D-088E-8916-8E1C-ADB2D7F5F2D2}"/>
                </a:ext>
              </a:extLst>
            </p:cNvPr>
            <p:cNvSpPr/>
            <p:nvPr/>
          </p:nvSpPr>
          <p:spPr>
            <a:xfrm>
              <a:off x="862429" y="1606779"/>
              <a:ext cx="1784307" cy="2687850"/>
            </a:xfrm>
            <a:prstGeom prst="rect">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pic>
        <p:nvPicPr>
          <p:cNvPr id="6" name="Picture 5" descr="A picture containing text, clipart&#10;&#10;Description automatically generated">
            <a:extLst>
              <a:ext uri="{FF2B5EF4-FFF2-40B4-BE49-F238E27FC236}">
                <a16:creationId xmlns:a16="http://schemas.microsoft.com/office/drawing/2014/main" id="{1BB88E0B-1610-CE44-CF20-DCFDA1DD2435}"/>
              </a:ext>
            </a:extLst>
          </p:cNvPr>
          <p:cNvPicPr>
            <a:picLocks noChangeAspect="1"/>
          </p:cNvPicPr>
          <p:nvPr/>
        </p:nvPicPr>
        <p:blipFill>
          <a:blip r:embed="rId7">
            <a:extLst>
              <a:ext uri="{BEBA8EAE-BF5A-486C-A8C5-ECC9F3942E4B}">
                <a14:imgProps xmlns:a14="http://schemas.microsoft.com/office/drawing/2010/main">
                  <a14:imgLayer r:embed="rId8">
                    <a14:imgEffect>
                      <a14:backgroundRemoval t="5495" b="97253" l="4706" r="97059">
                        <a14:foregroundMark x1="45294" y1="24725" x2="45294" y2="24725"/>
                        <a14:foregroundMark x1="56471" y1="23626" x2="56471" y2="23626"/>
                        <a14:foregroundMark x1="41765" y1="20879" x2="41765" y2="20879"/>
                        <a14:foregroundMark x1="10000" y1="72527" x2="10000" y2="72527"/>
                        <a14:foregroundMark x1="10588" y1="79121" x2="10588" y2="79121"/>
                        <a14:foregroundMark x1="11765" y1="68681" x2="11765" y2="68681"/>
                        <a14:foregroundMark x1="6471" y1="68681" x2="6471" y2="68681"/>
                        <a14:foregroundMark x1="40000" y1="30220" x2="40000" y2="30220"/>
                        <a14:foregroundMark x1="54706" y1="20879" x2="54706" y2="20879"/>
                        <a14:foregroundMark x1="54706" y1="30220" x2="54706" y2="30220"/>
                        <a14:foregroundMark x1="54706" y1="30220" x2="54706" y2="30220"/>
                        <a14:foregroundMark x1="51765" y1="24176" x2="51765" y2="24176"/>
                        <a14:foregroundMark x1="53529" y1="30769" x2="53529" y2="30769"/>
                        <a14:foregroundMark x1="45882" y1="29670" x2="45882" y2="29670"/>
                        <a14:foregroundMark x1="8824" y1="87363" x2="8824" y2="87363"/>
                        <a14:foregroundMark x1="19412" y1="89011" x2="19412" y2="89011"/>
                        <a14:foregroundMark x1="31176" y1="93407" x2="31176" y2="93407"/>
                        <a14:foregroundMark x1="24118" y1="95604" x2="24118" y2="96154"/>
                        <a14:foregroundMark x1="24118" y1="87912" x2="24118" y2="95604"/>
                        <a14:foregroundMark x1="5882" y1="65385" x2="5882" y2="65385"/>
                        <a14:foregroundMark x1="9413" y1="62088" x2="8235" y2="61538"/>
                        <a14:foregroundMark x1="10588" y1="62637" x2="9413" y2="62088"/>
                        <a14:foregroundMark x1="16471" y1="65385" x2="10588" y2="62637"/>
                        <a14:foregroundMark x1="28235" y1="89560" x2="28235" y2="89560"/>
                        <a14:foregroundMark x1="31765" y1="96703" x2="31765" y2="96703"/>
                        <a14:foregroundMark x1="38235" y1="95604" x2="38235" y2="95604"/>
                        <a14:foregroundMark x1="35882" y1="92857" x2="35882" y2="92857"/>
                        <a14:foregroundMark x1="34118" y1="90110" x2="34118" y2="90110"/>
                        <a14:foregroundMark x1="41765" y1="90659" x2="41765" y2="90659"/>
                        <a14:foregroundMark x1="41765" y1="93956" x2="41765" y2="93956"/>
                        <a14:foregroundMark x1="45882" y1="97253" x2="45882" y2="97253"/>
                        <a14:foregroundMark x1="50000" y1="97802" x2="50000" y2="97802"/>
                        <a14:foregroundMark x1="52941" y1="97802" x2="52941" y2="97802"/>
                        <a14:foregroundMark x1="58235" y1="97253" x2="58235" y2="97253"/>
                        <a14:foregroundMark x1="61176" y1="97802" x2="61176" y2="97802"/>
                        <a14:foregroundMark x1="60000" y1="90110" x2="60000" y2="90110"/>
                        <a14:foregroundMark x1="64118" y1="90659" x2="64118" y2="90659"/>
                        <a14:foregroundMark x1="70000" y1="86813" x2="70000" y2="86813"/>
                        <a14:foregroundMark x1="74118" y1="85165" x2="74118" y2="85165"/>
                        <a14:foregroundMark x1="75882" y1="91758" x2="75882" y2="91758"/>
                        <a14:foregroundMark x1="87647" y1="75275" x2="87647" y2="75275"/>
                        <a14:foregroundMark x1="87647" y1="75275" x2="87647" y2="75275"/>
                        <a14:foregroundMark x1="87647" y1="72527" x2="87647" y2="72527"/>
                        <a14:foregroundMark x1="84706" y1="80769" x2="84706" y2="80769"/>
                        <a14:foregroundMark x1="92941" y1="82418" x2="92941" y2="82418"/>
                        <a14:foregroundMark x1="97059" y1="65934" x2="97059" y2="65934"/>
                        <a14:foregroundMark x1="88235" y1="65934" x2="88235" y2="65934"/>
                        <a14:foregroundMark x1="10000" y1="62088" x2="10000" y2="62088"/>
                        <a14:foregroundMark x1="10000" y1="62088" x2="10000" y2="62088"/>
                        <a14:foregroundMark x1="10000" y1="62088" x2="10000" y2="62088"/>
                        <a14:foregroundMark x1="10000" y1="62088" x2="10000" y2="62088"/>
                        <a14:foregroundMark x1="50000" y1="5495" x2="50000" y2="5495"/>
                        <a14:foregroundMark x1="9412" y1="62637" x2="9412" y2="62637"/>
                        <a14:foregroundMark x1="9412" y1="62088" x2="9412" y2="62088"/>
                        <a14:foregroundMark x1="9412" y1="62088" x2="9412" y2="62088"/>
                        <a14:foregroundMark x1="9412" y1="62088" x2="9412" y2="62088"/>
                        <a14:foregroundMark x1="9412" y1="62088" x2="9412" y2="62088"/>
                        <a14:backgroundMark x1="9412" y1="61538" x2="9412" y2="61538"/>
                        <a14:backgroundMark x1="8235" y1="60989" x2="8235" y2="60989"/>
                        <a14:backgroundMark x1="11765" y1="62637" x2="11765" y2="62637"/>
                        <a14:backgroundMark x1="10588" y1="62088" x2="10588" y2="62088"/>
                        <a14:backgroundMark x1="24706" y1="96154" x2="24706" y2="96154"/>
                        <a14:backgroundMark x1="24118" y1="95604" x2="24118" y2="95604"/>
                        <a14:backgroundMark x1="23529" y1="97253" x2="23529" y2="97253"/>
                        <a14:backgroundMark x1="24118" y1="97253" x2="24118" y2="97253"/>
                        <a14:backgroundMark x1="24118" y1="97253" x2="24118" y2="97253"/>
                        <a14:backgroundMark x1="23529" y1="97802" x2="23529" y2="97802"/>
                        <a14:backgroundMark x1="23529" y1="96703" x2="23529" y2="96703"/>
                        <a14:backgroundMark x1="23529" y1="96703" x2="23529" y2="96154"/>
                        <a14:backgroundMark x1="7647" y1="62088" x2="7647" y2="62088"/>
                        <a14:backgroundMark x1="8824" y1="62637" x2="8824" y2="62637"/>
                      </a14:backgroundRemoval>
                    </a14:imgEffect>
                  </a14:imgLayer>
                </a14:imgProps>
              </a:ext>
            </a:extLst>
          </a:blip>
          <a:stretch>
            <a:fillRect/>
          </a:stretch>
        </p:blipFill>
        <p:spPr>
          <a:xfrm>
            <a:off x="11521881" y="6235103"/>
            <a:ext cx="518216" cy="554796"/>
          </a:xfrm>
          <a:prstGeom prst="rect">
            <a:avLst/>
          </a:prstGeom>
        </p:spPr>
      </p:pic>
      <p:pic>
        <p:nvPicPr>
          <p:cNvPr id="89201" name="Picture 89200">
            <a:extLst>
              <a:ext uri="{FF2B5EF4-FFF2-40B4-BE49-F238E27FC236}">
                <a16:creationId xmlns:a16="http://schemas.microsoft.com/office/drawing/2014/main" id="{3682DEFE-F2C5-C14E-0A2E-5BDF50C4B0A0}"/>
              </a:ext>
            </a:extLst>
          </p:cNvPr>
          <p:cNvPicPr>
            <a:picLocks noChangeAspect="1"/>
          </p:cNvPicPr>
          <p:nvPr/>
        </p:nvPicPr>
        <p:blipFill>
          <a:blip r:embed="rId9"/>
          <a:stretch>
            <a:fillRect/>
          </a:stretch>
        </p:blipFill>
        <p:spPr>
          <a:xfrm>
            <a:off x="189185" y="6505401"/>
            <a:ext cx="1948619" cy="175408"/>
          </a:xfrm>
          <a:prstGeom prst="rect">
            <a:avLst/>
          </a:prstGeom>
        </p:spPr>
      </p:pic>
      <p:sp>
        <p:nvSpPr>
          <p:cNvPr id="89205" name="Title 1">
            <a:extLst>
              <a:ext uri="{FF2B5EF4-FFF2-40B4-BE49-F238E27FC236}">
                <a16:creationId xmlns:a16="http://schemas.microsoft.com/office/drawing/2014/main" id="{29A94D00-575B-991D-08F4-8FDB38773E9B}"/>
              </a:ext>
            </a:extLst>
          </p:cNvPr>
          <p:cNvSpPr>
            <a:spLocks noGrp="1"/>
          </p:cNvSpPr>
          <p:nvPr>
            <p:ph type="title"/>
          </p:nvPr>
        </p:nvSpPr>
        <p:spPr>
          <a:xfrm>
            <a:off x="2021700" y="14484"/>
            <a:ext cx="8283900" cy="550500"/>
          </a:xfrm>
        </p:spPr>
        <p:txBody>
          <a:bodyPr/>
          <a:lstStyle/>
          <a:p>
            <a:r>
              <a:rPr lang="en-US" dirty="0">
                <a:solidFill>
                  <a:schemeClr val="bg1"/>
                </a:solidFill>
              </a:rPr>
              <a:t>Truckload fleet planning at Schneider National</a:t>
            </a:r>
          </a:p>
        </p:txBody>
      </p:sp>
    </p:spTree>
    <p:extLst>
      <p:ext uri="{BB962C8B-B14F-4D97-AF65-F5344CB8AC3E}">
        <p14:creationId xmlns:p14="http://schemas.microsoft.com/office/powerpoint/2010/main" val="508831227"/>
      </p:ext>
    </p:extLst>
  </p:cSld>
  <p:clrMapOvr>
    <a:masterClrMapping/>
  </p:clrMapOvr>
  <p:transition spd="slow">
    <p:wipe dir="r"/>
  </p:transition>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CAB8991C-5EEE-7D63-A346-FDDDE164A5F7}"/>
              </a:ext>
            </a:extLst>
          </p:cNvPr>
          <p:cNvGrpSpPr/>
          <p:nvPr/>
        </p:nvGrpSpPr>
        <p:grpSpPr>
          <a:xfrm>
            <a:off x="0" y="0"/>
            <a:ext cx="12192000" cy="6858000"/>
            <a:chOff x="679450" y="1866900"/>
            <a:chExt cx="7200900" cy="3905250"/>
          </a:xfrm>
        </p:grpSpPr>
        <p:pic>
          <p:nvPicPr>
            <p:cNvPr id="3" name="Picture 2">
              <a:extLst>
                <a:ext uri="{FF2B5EF4-FFF2-40B4-BE49-F238E27FC236}">
                  <a16:creationId xmlns:a16="http://schemas.microsoft.com/office/drawing/2014/main" id="{B4F21996-ECF1-E606-887D-401CFFDAD8AE}"/>
                </a:ext>
              </a:extLst>
            </p:cNvPr>
            <p:cNvPicPr>
              <a:picLocks noChangeAspect="1"/>
            </p:cNvPicPr>
            <p:nvPr/>
          </p:nvPicPr>
          <p:blipFill rotWithShape="1">
            <a:blip r:embed="rId3"/>
            <a:srcRect l="5574" t="26381" r="35364" b="14572"/>
            <a:stretch/>
          </p:blipFill>
          <p:spPr>
            <a:xfrm>
              <a:off x="679450" y="1866900"/>
              <a:ext cx="7200900" cy="3905250"/>
            </a:xfrm>
            <a:prstGeom prst="rect">
              <a:avLst/>
            </a:prstGeom>
          </p:spPr>
        </p:pic>
        <p:pic>
          <p:nvPicPr>
            <p:cNvPr id="4" name="Picture 3">
              <a:extLst>
                <a:ext uri="{FF2B5EF4-FFF2-40B4-BE49-F238E27FC236}">
                  <a16:creationId xmlns:a16="http://schemas.microsoft.com/office/drawing/2014/main" id="{E8410E2B-9ECF-572F-1DDC-3829F83246A8}"/>
                </a:ext>
              </a:extLst>
            </p:cNvPr>
            <p:cNvPicPr>
              <a:picLocks noChangeAspect="1"/>
            </p:cNvPicPr>
            <p:nvPr/>
          </p:nvPicPr>
          <p:blipFill>
            <a:blip r:embed="rId4"/>
            <a:stretch>
              <a:fillRect/>
            </a:stretch>
          </p:blipFill>
          <p:spPr>
            <a:xfrm>
              <a:off x="4706911" y="4695670"/>
              <a:ext cx="451241" cy="243590"/>
            </a:xfrm>
            <a:prstGeom prst="rect">
              <a:avLst/>
            </a:prstGeom>
          </p:spPr>
        </p:pic>
      </p:grpSp>
      <p:grpSp>
        <p:nvGrpSpPr>
          <p:cNvPr id="103428" name="Group 2"/>
          <p:cNvGrpSpPr>
            <a:grpSpLocks/>
          </p:cNvGrpSpPr>
          <p:nvPr/>
        </p:nvGrpSpPr>
        <p:grpSpPr bwMode="auto">
          <a:xfrm>
            <a:off x="3055144" y="1355726"/>
            <a:ext cx="6081712" cy="3332162"/>
            <a:chOff x="1449" y="1725"/>
            <a:chExt cx="3265" cy="1898"/>
          </a:xfrm>
          <a:solidFill>
            <a:schemeClr val="bg1">
              <a:lumMod val="75000"/>
            </a:schemeClr>
          </a:solidFill>
        </p:grpSpPr>
        <p:grpSp>
          <p:nvGrpSpPr>
            <p:cNvPr id="103453" name="Group 3"/>
            <p:cNvGrpSpPr>
              <a:grpSpLocks/>
            </p:cNvGrpSpPr>
            <p:nvPr/>
          </p:nvGrpSpPr>
          <p:grpSpPr bwMode="auto">
            <a:xfrm>
              <a:off x="3772" y="2690"/>
              <a:ext cx="894" cy="596"/>
              <a:chOff x="3772" y="2690"/>
              <a:chExt cx="894" cy="596"/>
            </a:xfrm>
            <a:grpFill/>
          </p:grpSpPr>
          <p:sp>
            <p:nvSpPr>
              <p:cNvPr id="104673" name="Freeform 4"/>
              <p:cNvSpPr>
                <a:spLocks/>
              </p:cNvSpPr>
              <p:nvPr/>
            </p:nvSpPr>
            <p:spPr bwMode="auto">
              <a:xfrm>
                <a:off x="4538" y="2690"/>
                <a:ext cx="128" cy="104"/>
              </a:xfrm>
              <a:custGeom>
                <a:avLst/>
                <a:gdLst>
                  <a:gd name="T0" fmla="*/ 128 w 128"/>
                  <a:gd name="T1" fmla="*/ 0 h 104"/>
                  <a:gd name="T2" fmla="*/ 40 w 128"/>
                  <a:gd name="T3" fmla="*/ 104 h 104"/>
                  <a:gd name="T4" fmla="*/ 16 w 128"/>
                  <a:gd name="T5" fmla="*/ 72 h 104"/>
                  <a:gd name="T6" fmla="*/ 0 w 128"/>
                  <a:gd name="T7" fmla="*/ 48 h 104"/>
                  <a:gd name="T8" fmla="*/ 128 w 128"/>
                  <a:gd name="T9" fmla="*/ 0 h 104"/>
                  <a:gd name="T10" fmla="*/ 0 60000 65536"/>
                  <a:gd name="T11" fmla="*/ 0 60000 65536"/>
                  <a:gd name="T12" fmla="*/ 0 60000 65536"/>
                  <a:gd name="T13" fmla="*/ 0 60000 65536"/>
                  <a:gd name="T14" fmla="*/ 0 60000 65536"/>
                  <a:gd name="T15" fmla="*/ 0 w 128"/>
                  <a:gd name="T16" fmla="*/ 0 h 104"/>
                  <a:gd name="T17" fmla="*/ 128 w 128"/>
                  <a:gd name="T18" fmla="*/ 104 h 104"/>
                </a:gdLst>
                <a:ahLst/>
                <a:cxnLst>
                  <a:cxn ang="T10">
                    <a:pos x="T0" y="T1"/>
                  </a:cxn>
                  <a:cxn ang="T11">
                    <a:pos x="T2" y="T3"/>
                  </a:cxn>
                  <a:cxn ang="T12">
                    <a:pos x="T4" y="T5"/>
                  </a:cxn>
                  <a:cxn ang="T13">
                    <a:pos x="T6" y="T7"/>
                  </a:cxn>
                  <a:cxn ang="T14">
                    <a:pos x="T8" y="T9"/>
                  </a:cxn>
                </a:cxnLst>
                <a:rect l="T15" t="T16" r="T17" b="T18"/>
                <a:pathLst>
                  <a:path w="128" h="104">
                    <a:moveTo>
                      <a:pt x="128" y="0"/>
                    </a:moveTo>
                    <a:lnTo>
                      <a:pt x="40" y="104"/>
                    </a:lnTo>
                    <a:lnTo>
                      <a:pt x="16" y="72"/>
                    </a:lnTo>
                    <a:lnTo>
                      <a:pt x="0" y="48"/>
                    </a:lnTo>
                    <a:lnTo>
                      <a:pt x="128" y="0"/>
                    </a:lnTo>
                    <a:close/>
                  </a:path>
                </a:pathLst>
              </a:custGeom>
              <a:grpFill/>
              <a:ln w="9525">
                <a:solidFill>
                  <a:schemeClr val="bg1">
                    <a:lumMod val="65000"/>
                  </a:schemeClr>
                </a:solidFill>
                <a:round/>
                <a:headEnd/>
                <a:tailEnd/>
              </a:ln>
            </p:spPr>
            <p:txBody>
              <a:bodyPr/>
              <a:lstStyle/>
              <a:p>
                <a:endParaRPr lang="en-US"/>
              </a:p>
            </p:txBody>
          </p:sp>
          <p:sp>
            <p:nvSpPr>
              <p:cNvPr id="104674" name="Line 5"/>
              <p:cNvSpPr>
                <a:spLocks noChangeShapeType="1"/>
              </p:cNvSpPr>
              <p:nvPr/>
            </p:nvSpPr>
            <p:spPr bwMode="auto">
              <a:xfrm flipV="1">
                <a:off x="3772" y="2757"/>
                <a:ext cx="790" cy="529"/>
              </a:xfrm>
              <a:prstGeom prst="line">
                <a:avLst/>
              </a:prstGeom>
              <a:grpFill/>
              <a:ln w="25400">
                <a:solidFill>
                  <a:schemeClr val="bg1">
                    <a:lumMod val="65000"/>
                  </a:schemeClr>
                </a:solidFill>
                <a:round/>
                <a:headEnd/>
                <a:tailEnd/>
              </a:ln>
            </p:spPr>
            <p:txBody>
              <a:bodyPr/>
              <a:lstStyle/>
              <a:p>
                <a:endParaRPr lang="en-US"/>
              </a:p>
            </p:txBody>
          </p:sp>
        </p:grpSp>
        <p:grpSp>
          <p:nvGrpSpPr>
            <p:cNvPr id="103454" name="Group 6"/>
            <p:cNvGrpSpPr>
              <a:grpSpLocks/>
            </p:cNvGrpSpPr>
            <p:nvPr/>
          </p:nvGrpSpPr>
          <p:grpSpPr bwMode="auto">
            <a:xfrm>
              <a:off x="1944" y="2690"/>
              <a:ext cx="894" cy="596"/>
              <a:chOff x="1944" y="2690"/>
              <a:chExt cx="894" cy="596"/>
            </a:xfrm>
            <a:grpFill/>
          </p:grpSpPr>
          <p:sp>
            <p:nvSpPr>
              <p:cNvPr id="104671" name="Freeform 7"/>
              <p:cNvSpPr>
                <a:spLocks/>
              </p:cNvSpPr>
              <p:nvPr/>
            </p:nvSpPr>
            <p:spPr bwMode="auto">
              <a:xfrm>
                <a:off x="2702" y="2690"/>
                <a:ext cx="136" cy="104"/>
              </a:xfrm>
              <a:custGeom>
                <a:avLst/>
                <a:gdLst>
                  <a:gd name="T0" fmla="*/ 136 w 136"/>
                  <a:gd name="T1" fmla="*/ 0 h 104"/>
                  <a:gd name="T2" fmla="*/ 40 w 136"/>
                  <a:gd name="T3" fmla="*/ 104 h 104"/>
                  <a:gd name="T4" fmla="*/ 24 w 136"/>
                  <a:gd name="T5" fmla="*/ 72 h 104"/>
                  <a:gd name="T6" fmla="*/ 0 w 136"/>
                  <a:gd name="T7" fmla="*/ 48 h 104"/>
                  <a:gd name="T8" fmla="*/ 136 w 136"/>
                  <a:gd name="T9" fmla="*/ 0 h 104"/>
                  <a:gd name="T10" fmla="*/ 0 60000 65536"/>
                  <a:gd name="T11" fmla="*/ 0 60000 65536"/>
                  <a:gd name="T12" fmla="*/ 0 60000 65536"/>
                  <a:gd name="T13" fmla="*/ 0 60000 65536"/>
                  <a:gd name="T14" fmla="*/ 0 60000 65536"/>
                  <a:gd name="T15" fmla="*/ 0 w 136"/>
                  <a:gd name="T16" fmla="*/ 0 h 104"/>
                  <a:gd name="T17" fmla="*/ 136 w 136"/>
                  <a:gd name="T18" fmla="*/ 104 h 104"/>
                </a:gdLst>
                <a:ahLst/>
                <a:cxnLst>
                  <a:cxn ang="T10">
                    <a:pos x="T0" y="T1"/>
                  </a:cxn>
                  <a:cxn ang="T11">
                    <a:pos x="T2" y="T3"/>
                  </a:cxn>
                  <a:cxn ang="T12">
                    <a:pos x="T4" y="T5"/>
                  </a:cxn>
                  <a:cxn ang="T13">
                    <a:pos x="T6" y="T7"/>
                  </a:cxn>
                  <a:cxn ang="T14">
                    <a:pos x="T8" y="T9"/>
                  </a:cxn>
                </a:cxnLst>
                <a:rect l="T15" t="T16" r="T17" b="T18"/>
                <a:pathLst>
                  <a:path w="136" h="104">
                    <a:moveTo>
                      <a:pt x="136" y="0"/>
                    </a:moveTo>
                    <a:lnTo>
                      <a:pt x="40" y="104"/>
                    </a:lnTo>
                    <a:lnTo>
                      <a:pt x="24" y="72"/>
                    </a:lnTo>
                    <a:lnTo>
                      <a:pt x="0" y="48"/>
                    </a:lnTo>
                    <a:lnTo>
                      <a:pt x="136" y="0"/>
                    </a:lnTo>
                    <a:close/>
                  </a:path>
                </a:pathLst>
              </a:custGeom>
              <a:grpFill/>
              <a:ln w="9525">
                <a:solidFill>
                  <a:schemeClr val="bg1">
                    <a:lumMod val="65000"/>
                  </a:schemeClr>
                </a:solidFill>
                <a:round/>
                <a:headEnd/>
                <a:tailEnd/>
              </a:ln>
            </p:spPr>
            <p:txBody>
              <a:bodyPr/>
              <a:lstStyle/>
              <a:p>
                <a:endParaRPr lang="en-US"/>
              </a:p>
            </p:txBody>
          </p:sp>
          <p:sp>
            <p:nvSpPr>
              <p:cNvPr id="104672" name="Line 8"/>
              <p:cNvSpPr>
                <a:spLocks noChangeShapeType="1"/>
              </p:cNvSpPr>
              <p:nvPr/>
            </p:nvSpPr>
            <p:spPr bwMode="auto">
              <a:xfrm flipV="1">
                <a:off x="1944" y="2758"/>
                <a:ext cx="790" cy="528"/>
              </a:xfrm>
              <a:prstGeom prst="line">
                <a:avLst/>
              </a:prstGeom>
              <a:grpFill/>
              <a:ln w="25400">
                <a:solidFill>
                  <a:schemeClr val="bg1">
                    <a:lumMod val="65000"/>
                  </a:schemeClr>
                </a:solidFill>
                <a:round/>
                <a:headEnd/>
                <a:tailEnd/>
              </a:ln>
            </p:spPr>
            <p:txBody>
              <a:bodyPr/>
              <a:lstStyle/>
              <a:p>
                <a:endParaRPr lang="en-US"/>
              </a:p>
            </p:txBody>
          </p:sp>
        </p:grpSp>
        <p:grpSp>
          <p:nvGrpSpPr>
            <p:cNvPr id="103455" name="Group 9"/>
            <p:cNvGrpSpPr>
              <a:grpSpLocks/>
            </p:cNvGrpSpPr>
            <p:nvPr/>
          </p:nvGrpSpPr>
          <p:grpSpPr bwMode="auto">
            <a:xfrm>
              <a:off x="1483" y="2379"/>
              <a:ext cx="429" cy="598"/>
              <a:chOff x="1483" y="2379"/>
              <a:chExt cx="429" cy="598"/>
            </a:xfrm>
            <a:grpFill/>
          </p:grpSpPr>
          <p:sp>
            <p:nvSpPr>
              <p:cNvPr id="104669" name="Freeform 10"/>
              <p:cNvSpPr>
                <a:spLocks/>
              </p:cNvSpPr>
              <p:nvPr/>
            </p:nvSpPr>
            <p:spPr bwMode="auto">
              <a:xfrm>
                <a:off x="1808" y="2379"/>
                <a:ext cx="104" cy="136"/>
              </a:xfrm>
              <a:custGeom>
                <a:avLst/>
                <a:gdLst>
                  <a:gd name="T0" fmla="*/ 104 w 104"/>
                  <a:gd name="T1" fmla="*/ 0 h 136"/>
                  <a:gd name="T2" fmla="*/ 56 w 104"/>
                  <a:gd name="T3" fmla="*/ 136 h 136"/>
                  <a:gd name="T4" fmla="*/ 32 w 104"/>
                  <a:gd name="T5" fmla="*/ 112 h 136"/>
                  <a:gd name="T6" fmla="*/ 0 w 104"/>
                  <a:gd name="T7" fmla="*/ 96 h 136"/>
                  <a:gd name="T8" fmla="*/ 104 w 104"/>
                  <a:gd name="T9" fmla="*/ 0 h 136"/>
                  <a:gd name="T10" fmla="*/ 0 60000 65536"/>
                  <a:gd name="T11" fmla="*/ 0 60000 65536"/>
                  <a:gd name="T12" fmla="*/ 0 60000 65536"/>
                  <a:gd name="T13" fmla="*/ 0 60000 65536"/>
                  <a:gd name="T14" fmla="*/ 0 60000 65536"/>
                  <a:gd name="T15" fmla="*/ 0 w 104"/>
                  <a:gd name="T16" fmla="*/ 0 h 136"/>
                  <a:gd name="T17" fmla="*/ 104 w 104"/>
                  <a:gd name="T18" fmla="*/ 136 h 136"/>
                </a:gdLst>
                <a:ahLst/>
                <a:cxnLst>
                  <a:cxn ang="T10">
                    <a:pos x="T0" y="T1"/>
                  </a:cxn>
                  <a:cxn ang="T11">
                    <a:pos x="T2" y="T3"/>
                  </a:cxn>
                  <a:cxn ang="T12">
                    <a:pos x="T4" y="T5"/>
                  </a:cxn>
                  <a:cxn ang="T13">
                    <a:pos x="T6" y="T7"/>
                  </a:cxn>
                  <a:cxn ang="T14">
                    <a:pos x="T8" y="T9"/>
                  </a:cxn>
                </a:cxnLst>
                <a:rect l="T15" t="T16" r="T17" b="T18"/>
                <a:pathLst>
                  <a:path w="104" h="136">
                    <a:moveTo>
                      <a:pt x="104" y="0"/>
                    </a:moveTo>
                    <a:lnTo>
                      <a:pt x="56" y="136"/>
                    </a:lnTo>
                    <a:lnTo>
                      <a:pt x="32" y="112"/>
                    </a:lnTo>
                    <a:lnTo>
                      <a:pt x="0" y="96"/>
                    </a:lnTo>
                    <a:lnTo>
                      <a:pt x="104" y="0"/>
                    </a:lnTo>
                    <a:close/>
                  </a:path>
                </a:pathLst>
              </a:custGeom>
              <a:grpFill/>
              <a:ln w="9525">
                <a:solidFill>
                  <a:schemeClr val="bg1">
                    <a:lumMod val="65000"/>
                  </a:schemeClr>
                </a:solidFill>
                <a:round/>
                <a:headEnd/>
                <a:tailEnd/>
              </a:ln>
            </p:spPr>
            <p:txBody>
              <a:bodyPr/>
              <a:lstStyle/>
              <a:p>
                <a:endParaRPr lang="en-US"/>
              </a:p>
            </p:txBody>
          </p:sp>
          <p:sp>
            <p:nvSpPr>
              <p:cNvPr id="104670" name="Line 11"/>
              <p:cNvSpPr>
                <a:spLocks noChangeShapeType="1"/>
              </p:cNvSpPr>
              <p:nvPr/>
            </p:nvSpPr>
            <p:spPr bwMode="auto">
              <a:xfrm flipV="1">
                <a:off x="1483" y="2483"/>
                <a:ext cx="362" cy="494"/>
              </a:xfrm>
              <a:prstGeom prst="line">
                <a:avLst/>
              </a:prstGeom>
              <a:grpFill/>
              <a:ln w="25400">
                <a:solidFill>
                  <a:schemeClr val="bg1">
                    <a:lumMod val="65000"/>
                  </a:schemeClr>
                </a:solidFill>
                <a:round/>
                <a:headEnd/>
                <a:tailEnd/>
              </a:ln>
            </p:spPr>
            <p:txBody>
              <a:bodyPr/>
              <a:lstStyle/>
              <a:p>
                <a:endParaRPr lang="en-US"/>
              </a:p>
            </p:txBody>
          </p:sp>
        </p:grpSp>
        <p:grpSp>
          <p:nvGrpSpPr>
            <p:cNvPr id="103456" name="Group 12"/>
            <p:cNvGrpSpPr>
              <a:grpSpLocks/>
            </p:cNvGrpSpPr>
            <p:nvPr/>
          </p:nvGrpSpPr>
          <p:grpSpPr bwMode="auto">
            <a:xfrm>
              <a:off x="1936" y="2379"/>
              <a:ext cx="894" cy="604"/>
              <a:chOff x="1936" y="2379"/>
              <a:chExt cx="894" cy="604"/>
            </a:xfrm>
            <a:grpFill/>
          </p:grpSpPr>
          <p:sp>
            <p:nvSpPr>
              <p:cNvPr id="104667" name="Freeform 13"/>
              <p:cNvSpPr>
                <a:spLocks/>
              </p:cNvSpPr>
              <p:nvPr/>
            </p:nvSpPr>
            <p:spPr bwMode="auto">
              <a:xfrm>
                <a:off x="2702" y="2379"/>
                <a:ext cx="128" cy="104"/>
              </a:xfrm>
              <a:custGeom>
                <a:avLst/>
                <a:gdLst>
                  <a:gd name="T0" fmla="*/ 128 w 128"/>
                  <a:gd name="T1" fmla="*/ 0 h 104"/>
                  <a:gd name="T2" fmla="*/ 40 w 128"/>
                  <a:gd name="T3" fmla="*/ 104 h 104"/>
                  <a:gd name="T4" fmla="*/ 16 w 128"/>
                  <a:gd name="T5" fmla="*/ 80 h 104"/>
                  <a:gd name="T6" fmla="*/ 0 w 128"/>
                  <a:gd name="T7" fmla="*/ 48 h 104"/>
                  <a:gd name="T8" fmla="*/ 128 w 128"/>
                  <a:gd name="T9" fmla="*/ 0 h 104"/>
                  <a:gd name="T10" fmla="*/ 0 60000 65536"/>
                  <a:gd name="T11" fmla="*/ 0 60000 65536"/>
                  <a:gd name="T12" fmla="*/ 0 60000 65536"/>
                  <a:gd name="T13" fmla="*/ 0 60000 65536"/>
                  <a:gd name="T14" fmla="*/ 0 60000 65536"/>
                  <a:gd name="T15" fmla="*/ 0 w 128"/>
                  <a:gd name="T16" fmla="*/ 0 h 104"/>
                  <a:gd name="T17" fmla="*/ 128 w 128"/>
                  <a:gd name="T18" fmla="*/ 104 h 104"/>
                </a:gdLst>
                <a:ahLst/>
                <a:cxnLst>
                  <a:cxn ang="T10">
                    <a:pos x="T0" y="T1"/>
                  </a:cxn>
                  <a:cxn ang="T11">
                    <a:pos x="T2" y="T3"/>
                  </a:cxn>
                  <a:cxn ang="T12">
                    <a:pos x="T4" y="T5"/>
                  </a:cxn>
                  <a:cxn ang="T13">
                    <a:pos x="T6" y="T7"/>
                  </a:cxn>
                  <a:cxn ang="T14">
                    <a:pos x="T8" y="T9"/>
                  </a:cxn>
                </a:cxnLst>
                <a:rect l="T15" t="T16" r="T17" b="T18"/>
                <a:pathLst>
                  <a:path w="128" h="104">
                    <a:moveTo>
                      <a:pt x="128" y="0"/>
                    </a:moveTo>
                    <a:lnTo>
                      <a:pt x="40" y="104"/>
                    </a:lnTo>
                    <a:lnTo>
                      <a:pt x="16" y="80"/>
                    </a:lnTo>
                    <a:lnTo>
                      <a:pt x="0" y="48"/>
                    </a:lnTo>
                    <a:lnTo>
                      <a:pt x="128" y="0"/>
                    </a:lnTo>
                    <a:close/>
                  </a:path>
                </a:pathLst>
              </a:custGeom>
              <a:grpFill/>
              <a:ln w="9525">
                <a:solidFill>
                  <a:schemeClr val="bg1">
                    <a:lumMod val="65000"/>
                  </a:schemeClr>
                </a:solidFill>
                <a:round/>
                <a:headEnd/>
                <a:tailEnd/>
              </a:ln>
            </p:spPr>
            <p:txBody>
              <a:bodyPr/>
              <a:lstStyle/>
              <a:p>
                <a:endParaRPr lang="en-US"/>
              </a:p>
            </p:txBody>
          </p:sp>
          <p:sp>
            <p:nvSpPr>
              <p:cNvPr id="104668" name="Line 14"/>
              <p:cNvSpPr>
                <a:spLocks noChangeShapeType="1"/>
              </p:cNvSpPr>
              <p:nvPr/>
            </p:nvSpPr>
            <p:spPr bwMode="auto">
              <a:xfrm flipV="1">
                <a:off x="1936" y="2455"/>
                <a:ext cx="790" cy="528"/>
              </a:xfrm>
              <a:prstGeom prst="line">
                <a:avLst/>
              </a:prstGeom>
              <a:grpFill/>
              <a:ln w="25400">
                <a:solidFill>
                  <a:schemeClr val="bg1">
                    <a:lumMod val="65000"/>
                  </a:schemeClr>
                </a:solidFill>
                <a:round/>
                <a:headEnd/>
                <a:tailEnd/>
              </a:ln>
            </p:spPr>
            <p:txBody>
              <a:bodyPr/>
              <a:lstStyle/>
              <a:p>
                <a:endParaRPr lang="en-US"/>
              </a:p>
            </p:txBody>
          </p:sp>
        </p:grpSp>
        <p:grpSp>
          <p:nvGrpSpPr>
            <p:cNvPr id="103457" name="Group 15"/>
            <p:cNvGrpSpPr>
              <a:grpSpLocks/>
            </p:cNvGrpSpPr>
            <p:nvPr/>
          </p:nvGrpSpPr>
          <p:grpSpPr bwMode="auto">
            <a:xfrm>
              <a:off x="1952" y="2076"/>
              <a:ext cx="886" cy="290"/>
              <a:chOff x="1952" y="2076"/>
              <a:chExt cx="886" cy="290"/>
            </a:xfrm>
            <a:grpFill/>
          </p:grpSpPr>
          <p:sp>
            <p:nvSpPr>
              <p:cNvPr id="104665" name="Freeform 16"/>
              <p:cNvSpPr>
                <a:spLocks/>
              </p:cNvSpPr>
              <p:nvPr/>
            </p:nvSpPr>
            <p:spPr bwMode="auto">
              <a:xfrm>
                <a:off x="2702" y="2076"/>
                <a:ext cx="136" cy="72"/>
              </a:xfrm>
              <a:custGeom>
                <a:avLst/>
                <a:gdLst>
                  <a:gd name="T0" fmla="*/ 136 w 136"/>
                  <a:gd name="T1" fmla="*/ 0 h 72"/>
                  <a:gd name="T2" fmla="*/ 16 w 136"/>
                  <a:gd name="T3" fmla="*/ 72 h 72"/>
                  <a:gd name="T4" fmla="*/ 8 w 136"/>
                  <a:gd name="T5" fmla="*/ 40 h 72"/>
                  <a:gd name="T6" fmla="*/ 0 w 136"/>
                  <a:gd name="T7" fmla="*/ 8 h 72"/>
                  <a:gd name="T8" fmla="*/ 136 w 136"/>
                  <a:gd name="T9" fmla="*/ 0 h 72"/>
                  <a:gd name="T10" fmla="*/ 0 60000 65536"/>
                  <a:gd name="T11" fmla="*/ 0 60000 65536"/>
                  <a:gd name="T12" fmla="*/ 0 60000 65536"/>
                  <a:gd name="T13" fmla="*/ 0 60000 65536"/>
                  <a:gd name="T14" fmla="*/ 0 60000 65536"/>
                  <a:gd name="T15" fmla="*/ 0 w 136"/>
                  <a:gd name="T16" fmla="*/ 0 h 72"/>
                  <a:gd name="T17" fmla="*/ 136 w 136"/>
                  <a:gd name="T18" fmla="*/ 72 h 72"/>
                </a:gdLst>
                <a:ahLst/>
                <a:cxnLst>
                  <a:cxn ang="T10">
                    <a:pos x="T0" y="T1"/>
                  </a:cxn>
                  <a:cxn ang="T11">
                    <a:pos x="T2" y="T3"/>
                  </a:cxn>
                  <a:cxn ang="T12">
                    <a:pos x="T4" y="T5"/>
                  </a:cxn>
                  <a:cxn ang="T13">
                    <a:pos x="T6" y="T7"/>
                  </a:cxn>
                  <a:cxn ang="T14">
                    <a:pos x="T8" y="T9"/>
                  </a:cxn>
                </a:cxnLst>
                <a:rect l="T15" t="T16" r="T17" b="T18"/>
                <a:pathLst>
                  <a:path w="136" h="72">
                    <a:moveTo>
                      <a:pt x="136" y="0"/>
                    </a:moveTo>
                    <a:lnTo>
                      <a:pt x="16" y="72"/>
                    </a:lnTo>
                    <a:lnTo>
                      <a:pt x="8" y="40"/>
                    </a:lnTo>
                    <a:lnTo>
                      <a:pt x="0" y="8"/>
                    </a:lnTo>
                    <a:lnTo>
                      <a:pt x="136" y="0"/>
                    </a:lnTo>
                    <a:close/>
                  </a:path>
                </a:pathLst>
              </a:custGeom>
              <a:grpFill/>
              <a:ln w="9525">
                <a:solidFill>
                  <a:schemeClr val="bg1">
                    <a:lumMod val="65000"/>
                  </a:schemeClr>
                </a:solidFill>
                <a:round/>
                <a:headEnd/>
                <a:tailEnd/>
              </a:ln>
            </p:spPr>
            <p:txBody>
              <a:bodyPr/>
              <a:lstStyle/>
              <a:p>
                <a:endParaRPr lang="en-US"/>
              </a:p>
            </p:txBody>
          </p:sp>
          <p:sp>
            <p:nvSpPr>
              <p:cNvPr id="104666" name="Line 17"/>
              <p:cNvSpPr>
                <a:spLocks noChangeShapeType="1"/>
              </p:cNvSpPr>
              <p:nvPr/>
            </p:nvSpPr>
            <p:spPr bwMode="auto">
              <a:xfrm flipV="1">
                <a:off x="1952" y="2114"/>
                <a:ext cx="766" cy="252"/>
              </a:xfrm>
              <a:prstGeom prst="line">
                <a:avLst/>
              </a:prstGeom>
              <a:grpFill/>
              <a:ln w="25400">
                <a:solidFill>
                  <a:schemeClr val="bg1">
                    <a:lumMod val="65000"/>
                  </a:schemeClr>
                </a:solidFill>
                <a:round/>
                <a:headEnd/>
                <a:tailEnd/>
              </a:ln>
            </p:spPr>
            <p:txBody>
              <a:bodyPr/>
              <a:lstStyle/>
              <a:p>
                <a:endParaRPr lang="en-US"/>
              </a:p>
            </p:txBody>
          </p:sp>
        </p:grpSp>
        <p:grpSp>
          <p:nvGrpSpPr>
            <p:cNvPr id="103458" name="Group 18"/>
            <p:cNvGrpSpPr>
              <a:grpSpLocks/>
            </p:cNvGrpSpPr>
            <p:nvPr/>
          </p:nvGrpSpPr>
          <p:grpSpPr bwMode="auto">
            <a:xfrm>
              <a:off x="1481" y="1769"/>
              <a:ext cx="894" cy="283"/>
              <a:chOff x="1481" y="1769"/>
              <a:chExt cx="894" cy="283"/>
            </a:xfrm>
            <a:grpFill/>
          </p:grpSpPr>
          <p:sp>
            <p:nvSpPr>
              <p:cNvPr id="104663" name="Freeform 19"/>
              <p:cNvSpPr>
                <a:spLocks/>
              </p:cNvSpPr>
              <p:nvPr/>
            </p:nvSpPr>
            <p:spPr bwMode="auto">
              <a:xfrm>
                <a:off x="2231" y="1980"/>
                <a:ext cx="144" cy="72"/>
              </a:xfrm>
              <a:custGeom>
                <a:avLst/>
                <a:gdLst>
                  <a:gd name="T0" fmla="*/ 144 w 144"/>
                  <a:gd name="T1" fmla="*/ 72 h 72"/>
                  <a:gd name="T2" fmla="*/ 0 w 144"/>
                  <a:gd name="T3" fmla="*/ 64 h 72"/>
                  <a:gd name="T4" fmla="*/ 16 w 144"/>
                  <a:gd name="T5" fmla="*/ 32 h 72"/>
                  <a:gd name="T6" fmla="*/ 24 w 144"/>
                  <a:gd name="T7" fmla="*/ 0 h 72"/>
                  <a:gd name="T8" fmla="*/ 144 w 144"/>
                  <a:gd name="T9" fmla="*/ 72 h 72"/>
                  <a:gd name="T10" fmla="*/ 0 60000 65536"/>
                  <a:gd name="T11" fmla="*/ 0 60000 65536"/>
                  <a:gd name="T12" fmla="*/ 0 60000 65536"/>
                  <a:gd name="T13" fmla="*/ 0 60000 65536"/>
                  <a:gd name="T14" fmla="*/ 0 60000 65536"/>
                  <a:gd name="T15" fmla="*/ 0 w 144"/>
                  <a:gd name="T16" fmla="*/ 0 h 72"/>
                  <a:gd name="T17" fmla="*/ 144 w 144"/>
                  <a:gd name="T18" fmla="*/ 72 h 72"/>
                </a:gdLst>
                <a:ahLst/>
                <a:cxnLst>
                  <a:cxn ang="T10">
                    <a:pos x="T0" y="T1"/>
                  </a:cxn>
                  <a:cxn ang="T11">
                    <a:pos x="T2" y="T3"/>
                  </a:cxn>
                  <a:cxn ang="T12">
                    <a:pos x="T4" y="T5"/>
                  </a:cxn>
                  <a:cxn ang="T13">
                    <a:pos x="T6" y="T7"/>
                  </a:cxn>
                  <a:cxn ang="T14">
                    <a:pos x="T8" y="T9"/>
                  </a:cxn>
                </a:cxnLst>
                <a:rect l="T15" t="T16" r="T17" b="T18"/>
                <a:pathLst>
                  <a:path w="144" h="72">
                    <a:moveTo>
                      <a:pt x="144" y="72"/>
                    </a:moveTo>
                    <a:lnTo>
                      <a:pt x="0" y="64"/>
                    </a:lnTo>
                    <a:lnTo>
                      <a:pt x="16" y="32"/>
                    </a:lnTo>
                    <a:lnTo>
                      <a:pt x="24" y="0"/>
                    </a:lnTo>
                    <a:lnTo>
                      <a:pt x="144" y="72"/>
                    </a:lnTo>
                    <a:close/>
                  </a:path>
                </a:pathLst>
              </a:custGeom>
              <a:grpFill/>
              <a:ln w="9525">
                <a:solidFill>
                  <a:schemeClr val="bg1">
                    <a:lumMod val="65000"/>
                  </a:schemeClr>
                </a:solidFill>
                <a:round/>
                <a:headEnd/>
                <a:tailEnd/>
              </a:ln>
            </p:spPr>
            <p:txBody>
              <a:bodyPr/>
              <a:lstStyle/>
              <a:p>
                <a:endParaRPr lang="en-US"/>
              </a:p>
            </p:txBody>
          </p:sp>
          <p:sp>
            <p:nvSpPr>
              <p:cNvPr id="104664" name="Line 20"/>
              <p:cNvSpPr>
                <a:spLocks noChangeShapeType="1"/>
              </p:cNvSpPr>
              <p:nvPr/>
            </p:nvSpPr>
            <p:spPr bwMode="auto">
              <a:xfrm>
                <a:off x="1481" y="1769"/>
                <a:ext cx="774" cy="244"/>
              </a:xfrm>
              <a:prstGeom prst="line">
                <a:avLst/>
              </a:prstGeom>
              <a:grpFill/>
              <a:ln w="25400">
                <a:solidFill>
                  <a:schemeClr val="bg1">
                    <a:lumMod val="65000"/>
                  </a:schemeClr>
                </a:solidFill>
                <a:round/>
                <a:headEnd/>
                <a:tailEnd/>
              </a:ln>
            </p:spPr>
            <p:txBody>
              <a:bodyPr/>
              <a:lstStyle/>
              <a:p>
                <a:endParaRPr lang="en-US"/>
              </a:p>
            </p:txBody>
          </p:sp>
        </p:grpSp>
        <p:sp>
          <p:nvSpPr>
            <p:cNvPr id="103459" name="Oval 21"/>
            <p:cNvSpPr>
              <a:spLocks noChangeArrowheads="1"/>
            </p:cNvSpPr>
            <p:nvPr/>
          </p:nvSpPr>
          <p:spPr bwMode="auto">
            <a:xfrm>
              <a:off x="1457" y="1741"/>
              <a:ext cx="32" cy="40"/>
            </a:xfrm>
            <a:prstGeom prst="ellipse">
              <a:avLst/>
            </a:prstGeom>
            <a:grpFill/>
            <a:ln w="9525">
              <a:solidFill>
                <a:schemeClr val="bg1">
                  <a:lumMod val="65000"/>
                </a:schemeClr>
              </a:solidFill>
              <a:round/>
              <a:headEnd/>
              <a:tailEnd/>
            </a:ln>
          </p:spPr>
          <p:txBody>
            <a:bodyPr/>
            <a:lstStyle/>
            <a:p>
              <a:endParaRPr lang="en-US"/>
            </a:p>
          </p:txBody>
        </p:sp>
        <p:sp>
          <p:nvSpPr>
            <p:cNvPr id="103460" name="Oval 22"/>
            <p:cNvSpPr>
              <a:spLocks noChangeArrowheads="1"/>
            </p:cNvSpPr>
            <p:nvPr/>
          </p:nvSpPr>
          <p:spPr bwMode="auto">
            <a:xfrm>
              <a:off x="1457" y="1741"/>
              <a:ext cx="32" cy="40"/>
            </a:xfrm>
            <a:prstGeom prst="ellipse">
              <a:avLst/>
            </a:prstGeom>
            <a:grpFill/>
            <a:ln w="25400">
              <a:solidFill>
                <a:schemeClr val="bg1">
                  <a:lumMod val="65000"/>
                </a:schemeClr>
              </a:solidFill>
              <a:round/>
              <a:headEnd/>
              <a:tailEnd/>
            </a:ln>
          </p:spPr>
          <p:txBody>
            <a:bodyPr/>
            <a:lstStyle/>
            <a:p>
              <a:endParaRPr lang="en-US"/>
            </a:p>
          </p:txBody>
        </p:sp>
        <p:sp>
          <p:nvSpPr>
            <p:cNvPr id="103461" name="Oval 23"/>
            <p:cNvSpPr>
              <a:spLocks noChangeArrowheads="1"/>
            </p:cNvSpPr>
            <p:nvPr/>
          </p:nvSpPr>
          <p:spPr bwMode="auto">
            <a:xfrm>
              <a:off x="1457" y="2044"/>
              <a:ext cx="40" cy="40"/>
            </a:xfrm>
            <a:prstGeom prst="ellipse">
              <a:avLst/>
            </a:prstGeom>
            <a:grpFill/>
            <a:ln w="9525">
              <a:solidFill>
                <a:schemeClr val="bg1">
                  <a:lumMod val="65000"/>
                </a:schemeClr>
              </a:solidFill>
              <a:round/>
              <a:headEnd/>
              <a:tailEnd/>
            </a:ln>
          </p:spPr>
          <p:txBody>
            <a:bodyPr/>
            <a:lstStyle/>
            <a:p>
              <a:endParaRPr lang="en-US"/>
            </a:p>
          </p:txBody>
        </p:sp>
        <p:sp>
          <p:nvSpPr>
            <p:cNvPr id="103462" name="Oval 24"/>
            <p:cNvSpPr>
              <a:spLocks noChangeArrowheads="1"/>
            </p:cNvSpPr>
            <p:nvPr/>
          </p:nvSpPr>
          <p:spPr bwMode="auto">
            <a:xfrm>
              <a:off x="1457" y="2044"/>
              <a:ext cx="40" cy="40"/>
            </a:xfrm>
            <a:prstGeom prst="ellipse">
              <a:avLst/>
            </a:prstGeom>
            <a:grpFill/>
            <a:ln w="25400">
              <a:solidFill>
                <a:schemeClr val="bg1">
                  <a:lumMod val="65000"/>
                </a:schemeClr>
              </a:solidFill>
              <a:round/>
              <a:headEnd/>
              <a:tailEnd/>
            </a:ln>
          </p:spPr>
          <p:txBody>
            <a:bodyPr/>
            <a:lstStyle/>
            <a:p>
              <a:endParaRPr lang="en-US"/>
            </a:p>
          </p:txBody>
        </p:sp>
        <p:sp>
          <p:nvSpPr>
            <p:cNvPr id="103463" name="Oval 25"/>
            <p:cNvSpPr>
              <a:spLocks noChangeArrowheads="1"/>
            </p:cNvSpPr>
            <p:nvPr/>
          </p:nvSpPr>
          <p:spPr bwMode="auto">
            <a:xfrm>
              <a:off x="1457" y="2355"/>
              <a:ext cx="40" cy="32"/>
            </a:xfrm>
            <a:prstGeom prst="ellipse">
              <a:avLst/>
            </a:prstGeom>
            <a:grpFill/>
            <a:ln w="9525">
              <a:solidFill>
                <a:schemeClr val="bg1">
                  <a:lumMod val="65000"/>
                </a:schemeClr>
              </a:solidFill>
              <a:round/>
              <a:headEnd/>
              <a:tailEnd/>
            </a:ln>
          </p:spPr>
          <p:txBody>
            <a:bodyPr/>
            <a:lstStyle/>
            <a:p>
              <a:endParaRPr lang="en-US"/>
            </a:p>
          </p:txBody>
        </p:sp>
        <p:sp>
          <p:nvSpPr>
            <p:cNvPr id="103464" name="Oval 26"/>
            <p:cNvSpPr>
              <a:spLocks noChangeArrowheads="1"/>
            </p:cNvSpPr>
            <p:nvPr/>
          </p:nvSpPr>
          <p:spPr bwMode="auto">
            <a:xfrm>
              <a:off x="1457" y="2355"/>
              <a:ext cx="40" cy="32"/>
            </a:xfrm>
            <a:prstGeom prst="ellipse">
              <a:avLst/>
            </a:prstGeom>
            <a:grpFill/>
            <a:ln w="25400">
              <a:solidFill>
                <a:schemeClr val="bg1">
                  <a:lumMod val="65000"/>
                </a:schemeClr>
              </a:solidFill>
              <a:round/>
              <a:headEnd/>
              <a:tailEnd/>
            </a:ln>
          </p:spPr>
          <p:txBody>
            <a:bodyPr/>
            <a:lstStyle/>
            <a:p>
              <a:endParaRPr lang="en-US"/>
            </a:p>
          </p:txBody>
        </p:sp>
        <p:sp>
          <p:nvSpPr>
            <p:cNvPr id="103465" name="Oval 27"/>
            <p:cNvSpPr>
              <a:spLocks noChangeArrowheads="1"/>
            </p:cNvSpPr>
            <p:nvPr/>
          </p:nvSpPr>
          <p:spPr bwMode="auto">
            <a:xfrm>
              <a:off x="1457" y="2658"/>
              <a:ext cx="32" cy="32"/>
            </a:xfrm>
            <a:prstGeom prst="ellipse">
              <a:avLst/>
            </a:prstGeom>
            <a:grpFill/>
            <a:ln w="9525">
              <a:solidFill>
                <a:schemeClr val="bg1">
                  <a:lumMod val="65000"/>
                </a:schemeClr>
              </a:solidFill>
              <a:round/>
              <a:headEnd/>
              <a:tailEnd/>
            </a:ln>
          </p:spPr>
          <p:txBody>
            <a:bodyPr/>
            <a:lstStyle/>
            <a:p>
              <a:endParaRPr lang="en-US"/>
            </a:p>
          </p:txBody>
        </p:sp>
        <p:sp>
          <p:nvSpPr>
            <p:cNvPr id="103466" name="Oval 28"/>
            <p:cNvSpPr>
              <a:spLocks noChangeArrowheads="1"/>
            </p:cNvSpPr>
            <p:nvPr/>
          </p:nvSpPr>
          <p:spPr bwMode="auto">
            <a:xfrm>
              <a:off x="1457" y="2658"/>
              <a:ext cx="32" cy="32"/>
            </a:xfrm>
            <a:prstGeom prst="ellipse">
              <a:avLst/>
            </a:prstGeom>
            <a:grpFill/>
            <a:ln w="25400">
              <a:solidFill>
                <a:schemeClr val="bg1">
                  <a:lumMod val="65000"/>
                </a:schemeClr>
              </a:solidFill>
              <a:round/>
              <a:headEnd/>
              <a:tailEnd/>
            </a:ln>
          </p:spPr>
          <p:txBody>
            <a:bodyPr/>
            <a:lstStyle/>
            <a:p>
              <a:endParaRPr lang="en-US"/>
            </a:p>
          </p:txBody>
        </p:sp>
        <p:sp>
          <p:nvSpPr>
            <p:cNvPr id="103467" name="Oval 29"/>
            <p:cNvSpPr>
              <a:spLocks noChangeArrowheads="1"/>
            </p:cNvSpPr>
            <p:nvPr/>
          </p:nvSpPr>
          <p:spPr bwMode="auto">
            <a:xfrm>
              <a:off x="1449" y="2969"/>
              <a:ext cx="40" cy="32"/>
            </a:xfrm>
            <a:prstGeom prst="ellipse">
              <a:avLst/>
            </a:prstGeom>
            <a:grpFill/>
            <a:ln w="9525">
              <a:solidFill>
                <a:schemeClr val="bg1">
                  <a:lumMod val="65000"/>
                </a:schemeClr>
              </a:solidFill>
              <a:round/>
              <a:headEnd/>
              <a:tailEnd/>
            </a:ln>
          </p:spPr>
          <p:txBody>
            <a:bodyPr/>
            <a:lstStyle/>
            <a:p>
              <a:endParaRPr lang="en-US"/>
            </a:p>
          </p:txBody>
        </p:sp>
        <p:sp>
          <p:nvSpPr>
            <p:cNvPr id="103468" name="Oval 30"/>
            <p:cNvSpPr>
              <a:spLocks noChangeArrowheads="1"/>
            </p:cNvSpPr>
            <p:nvPr/>
          </p:nvSpPr>
          <p:spPr bwMode="auto">
            <a:xfrm>
              <a:off x="1449" y="2969"/>
              <a:ext cx="40" cy="32"/>
            </a:xfrm>
            <a:prstGeom prst="ellipse">
              <a:avLst/>
            </a:prstGeom>
            <a:grpFill/>
            <a:ln w="25400">
              <a:solidFill>
                <a:schemeClr val="bg1">
                  <a:lumMod val="65000"/>
                </a:schemeClr>
              </a:solidFill>
              <a:round/>
              <a:headEnd/>
              <a:tailEnd/>
            </a:ln>
          </p:spPr>
          <p:txBody>
            <a:bodyPr/>
            <a:lstStyle/>
            <a:p>
              <a:endParaRPr lang="en-US"/>
            </a:p>
          </p:txBody>
        </p:sp>
        <p:grpSp>
          <p:nvGrpSpPr>
            <p:cNvPr id="103469" name="Group 31"/>
            <p:cNvGrpSpPr>
              <a:grpSpLocks/>
            </p:cNvGrpSpPr>
            <p:nvPr/>
          </p:nvGrpSpPr>
          <p:grpSpPr bwMode="auto">
            <a:xfrm>
              <a:off x="1912" y="1741"/>
              <a:ext cx="40" cy="1260"/>
              <a:chOff x="1912" y="1741"/>
              <a:chExt cx="40" cy="1260"/>
            </a:xfrm>
            <a:grpFill/>
          </p:grpSpPr>
          <p:sp>
            <p:nvSpPr>
              <p:cNvPr id="104653" name="Oval 32"/>
              <p:cNvSpPr>
                <a:spLocks noChangeArrowheads="1"/>
              </p:cNvSpPr>
              <p:nvPr/>
            </p:nvSpPr>
            <p:spPr bwMode="auto">
              <a:xfrm>
                <a:off x="1920" y="1741"/>
                <a:ext cx="32" cy="32"/>
              </a:xfrm>
              <a:prstGeom prst="ellipse">
                <a:avLst/>
              </a:prstGeom>
              <a:grpFill/>
              <a:ln w="9525">
                <a:solidFill>
                  <a:schemeClr val="bg1">
                    <a:lumMod val="65000"/>
                  </a:schemeClr>
                </a:solidFill>
                <a:round/>
                <a:headEnd/>
                <a:tailEnd/>
              </a:ln>
            </p:spPr>
            <p:txBody>
              <a:bodyPr/>
              <a:lstStyle/>
              <a:p>
                <a:endParaRPr lang="en-US"/>
              </a:p>
            </p:txBody>
          </p:sp>
          <p:sp>
            <p:nvSpPr>
              <p:cNvPr id="104654" name="Oval 33"/>
              <p:cNvSpPr>
                <a:spLocks noChangeArrowheads="1"/>
              </p:cNvSpPr>
              <p:nvPr/>
            </p:nvSpPr>
            <p:spPr bwMode="auto">
              <a:xfrm>
                <a:off x="1920" y="1741"/>
                <a:ext cx="32" cy="32"/>
              </a:xfrm>
              <a:prstGeom prst="ellipse">
                <a:avLst/>
              </a:prstGeom>
              <a:grpFill/>
              <a:ln w="25400">
                <a:solidFill>
                  <a:schemeClr val="bg1">
                    <a:lumMod val="65000"/>
                  </a:schemeClr>
                </a:solidFill>
                <a:round/>
                <a:headEnd/>
                <a:tailEnd/>
              </a:ln>
            </p:spPr>
            <p:txBody>
              <a:bodyPr/>
              <a:lstStyle/>
              <a:p>
                <a:endParaRPr lang="en-US"/>
              </a:p>
            </p:txBody>
          </p:sp>
          <p:sp>
            <p:nvSpPr>
              <p:cNvPr id="104655" name="Oval 34"/>
              <p:cNvSpPr>
                <a:spLocks noChangeArrowheads="1"/>
              </p:cNvSpPr>
              <p:nvPr/>
            </p:nvSpPr>
            <p:spPr bwMode="auto">
              <a:xfrm>
                <a:off x="1920" y="2044"/>
                <a:ext cx="32" cy="32"/>
              </a:xfrm>
              <a:prstGeom prst="ellipse">
                <a:avLst/>
              </a:prstGeom>
              <a:grpFill/>
              <a:ln w="9525">
                <a:solidFill>
                  <a:schemeClr val="bg1">
                    <a:lumMod val="65000"/>
                  </a:schemeClr>
                </a:solidFill>
                <a:round/>
                <a:headEnd/>
                <a:tailEnd/>
              </a:ln>
            </p:spPr>
            <p:txBody>
              <a:bodyPr/>
              <a:lstStyle/>
              <a:p>
                <a:endParaRPr lang="en-US"/>
              </a:p>
            </p:txBody>
          </p:sp>
          <p:sp>
            <p:nvSpPr>
              <p:cNvPr id="104656" name="Oval 35"/>
              <p:cNvSpPr>
                <a:spLocks noChangeArrowheads="1"/>
              </p:cNvSpPr>
              <p:nvPr/>
            </p:nvSpPr>
            <p:spPr bwMode="auto">
              <a:xfrm>
                <a:off x="1920" y="2044"/>
                <a:ext cx="32" cy="32"/>
              </a:xfrm>
              <a:prstGeom prst="ellipse">
                <a:avLst/>
              </a:prstGeom>
              <a:grpFill/>
              <a:ln w="25400">
                <a:solidFill>
                  <a:schemeClr val="bg1">
                    <a:lumMod val="65000"/>
                  </a:schemeClr>
                </a:solidFill>
                <a:round/>
                <a:headEnd/>
                <a:tailEnd/>
              </a:ln>
            </p:spPr>
            <p:txBody>
              <a:bodyPr/>
              <a:lstStyle/>
              <a:p>
                <a:endParaRPr lang="en-US"/>
              </a:p>
            </p:txBody>
          </p:sp>
          <p:sp>
            <p:nvSpPr>
              <p:cNvPr id="104657" name="Oval 36"/>
              <p:cNvSpPr>
                <a:spLocks noChangeArrowheads="1"/>
              </p:cNvSpPr>
              <p:nvPr/>
            </p:nvSpPr>
            <p:spPr bwMode="auto">
              <a:xfrm>
                <a:off x="1920" y="2347"/>
                <a:ext cx="32" cy="40"/>
              </a:xfrm>
              <a:prstGeom prst="ellipse">
                <a:avLst/>
              </a:prstGeom>
              <a:grpFill/>
              <a:ln w="9525">
                <a:solidFill>
                  <a:schemeClr val="bg1">
                    <a:lumMod val="65000"/>
                  </a:schemeClr>
                </a:solidFill>
                <a:round/>
                <a:headEnd/>
                <a:tailEnd/>
              </a:ln>
            </p:spPr>
            <p:txBody>
              <a:bodyPr/>
              <a:lstStyle/>
              <a:p>
                <a:endParaRPr lang="en-US"/>
              </a:p>
            </p:txBody>
          </p:sp>
          <p:sp>
            <p:nvSpPr>
              <p:cNvPr id="104658" name="Oval 37"/>
              <p:cNvSpPr>
                <a:spLocks noChangeArrowheads="1"/>
              </p:cNvSpPr>
              <p:nvPr/>
            </p:nvSpPr>
            <p:spPr bwMode="auto">
              <a:xfrm>
                <a:off x="1920" y="2347"/>
                <a:ext cx="32" cy="40"/>
              </a:xfrm>
              <a:prstGeom prst="ellipse">
                <a:avLst/>
              </a:prstGeom>
              <a:grpFill/>
              <a:ln w="25400">
                <a:solidFill>
                  <a:schemeClr val="bg1">
                    <a:lumMod val="65000"/>
                  </a:schemeClr>
                </a:solidFill>
                <a:round/>
                <a:headEnd/>
                <a:tailEnd/>
              </a:ln>
            </p:spPr>
            <p:txBody>
              <a:bodyPr/>
              <a:lstStyle/>
              <a:p>
                <a:endParaRPr lang="en-US"/>
              </a:p>
            </p:txBody>
          </p:sp>
          <p:sp>
            <p:nvSpPr>
              <p:cNvPr id="104659" name="Oval 38"/>
              <p:cNvSpPr>
                <a:spLocks noChangeArrowheads="1"/>
              </p:cNvSpPr>
              <p:nvPr/>
            </p:nvSpPr>
            <p:spPr bwMode="auto">
              <a:xfrm>
                <a:off x="1920" y="2658"/>
                <a:ext cx="32" cy="32"/>
              </a:xfrm>
              <a:prstGeom prst="ellipse">
                <a:avLst/>
              </a:prstGeom>
              <a:grpFill/>
              <a:ln w="9525">
                <a:solidFill>
                  <a:schemeClr val="bg1">
                    <a:lumMod val="65000"/>
                  </a:schemeClr>
                </a:solidFill>
                <a:round/>
                <a:headEnd/>
                <a:tailEnd/>
              </a:ln>
            </p:spPr>
            <p:txBody>
              <a:bodyPr/>
              <a:lstStyle/>
              <a:p>
                <a:endParaRPr lang="en-US"/>
              </a:p>
            </p:txBody>
          </p:sp>
          <p:sp>
            <p:nvSpPr>
              <p:cNvPr id="104660" name="Oval 39"/>
              <p:cNvSpPr>
                <a:spLocks noChangeArrowheads="1"/>
              </p:cNvSpPr>
              <p:nvPr/>
            </p:nvSpPr>
            <p:spPr bwMode="auto">
              <a:xfrm>
                <a:off x="1920" y="2658"/>
                <a:ext cx="32" cy="32"/>
              </a:xfrm>
              <a:prstGeom prst="ellipse">
                <a:avLst/>
              </a:prstGeom>
              <a:grpFill/>
              <a:ln w="25400">
                <a:solidFill>
                  <a:schemeClr val="bg1">
                    <a:lumMod val="65000"/>
                  </a:schemeClr>
                </a:solidFill>
                <a:round/>
                <a:headEnd/>
                <a:tailEnd/>
              </a:ln>
            </p:spPr>
            <p:txBody>
              <a:bodyPr/>
              <a:lstStyle/>
              <a:p>
                <a:endParaRPr lang="en-US"/>
              </a:p>
            </p:txBody>
          </p:sp>
          <p:sp>
            <p:nvSpPr>
              <p:cNvPr id="104661" name="Oval 40"/>
              <p:cNvSpPr>
                <a:spLocks noChangeArrowheads="1"/>
              </p:cNvSpPr>
              <p:nvPr/>
            </p:nvSpPr>
            <p:spPr bwMode="auto">
              <a:xfrm>
                <a:off x="1912" y="2961"/>
                <a:ext cx="32" cy="40"/>
              </a:xfrm>
              <a:prstGeom prst="ellipse">
                <a:avLst/>
              </a:prstGeom>
              <a:grpFill/>
              <a:ln w="9525">
                <a:solidFill>
                  <a:schemeClr val="bg1">
                    <a:lumMod val="65000"/>
                  </a:schemeClr>
                </a:solidFill>
                <a:round/>
                <a:headEnd/>
                <a:tailEnd/>
              </a:ln>
            </p:spPr>
            <p:txBody>
              <a:bodyPr/>
              <a:lstStyle/>
              <a:p>
                <a:endParaRPr lang="en-US"/>
              </a:p>
            </p:txBody>
          </p:sp>
          <p:sp>
            <p:nvSpPr>
              <p:cNvPr id="104662" name="Oval 41"/>
              <p:cNvSpPr>
                <a:spLocks noChangeArrowheads="1"/>
              </p:cNvSpPr>
              <p:nvPr/>
            </p:nvSpPr>
            <p:spPr bwMode="auto">
              <a:xfrm>
                <a:off x="1912" y="2961"/>
                <a:ext cx="32" cy="40"/>
              </a:xfrm>
              <a:prstGeom prst="ellipse">
                <a:avLst/>
              </a:prstGeom>
              <a:grpFill/>
              <a:ln w="25400">
                <a:solidFill>
                  <a:schemeClr val="bg1">
                    <a:lumMod val="65000"/>
                  </a:schemeClr>
                </a:solidFill>
                <a:round/>
                <a:headEnd/>
                <a:tailEnd/>
              </a:ln>
            </p:spPr>
            <p:txBody>
              <a:bodyPr/>
              <a:lstStyle/>
              <a:p>
                <a:endParaRPr lang="en-US"/>
              </a:p>
            </p:txBody>
          </p:sp>
        </p:grpSp>
        <p:grpSp>
          <p:nvGrpSpPr>
            <p:cNvPr id="103470" name="Group 42"/>
            <p:cNvGrpSpPr>
              <a:grpSpLocks/>
            </p:cNvGrpSpPr>
            <p:nvPr/>
          </p:nvGrpSpPr>
          <p:grpSpPr bwMode="auto">
            <a:xfrm>
              <a:off x="2375" y="1749"/>
              <a:ext cx="40" cy="1252"/>
              <a:chOff x="2375" y="1749"/>
              <a:chExt cx="40" cy="1252"/>
            </a:xfrm>
            <a:grpFill/>
          </p:grpSpPr>
          <p:sp>
            <p:nvSpPr>
              <p:cNvPr id="104643" name="Oval 43"/>
              <p:cNvSpPr>
                <a:spLocks noChangeArrowheads="1"/>
              </p:cNvSpPr>
              <p:nvPr/>
            </p:nvSpPr>
            <p:spPr bwMode="auto">
              <a:xfrm>
                <a:off x="2375" y="1749"/>
                <a:ext cx="32" cy="32"/>
              </a:xfrm>
              <a:prstGeom prst="ellipse">
                <a:avLst/>
              </a:prstGeom>
              <a:grpFill/>
              <a:ln w="9525">
                <a:solidFill>
                  <a:schemeClr val="bg1">
                    <a:lumMod val="65000"/>
                  </a:schemeClr>
                </a:solidFill>
                <a:round/>
                <a:headEnd/>
                <a:tailEnd/>
              </a:ln>
            </p:spPr>
            <p:txBody>
              <a:bodyPr/>
              <a:lstStyle/>
              <a:p>
                <a:endParaRPr lang="en-US"/>
              </a:p>
            </p:txBody>
          </p:sp>
          <p:sp>
            <p:nvSpPr>
              <p:cNvPr id="104644" name="Oval 44"/>
              <p:cNvSpPr>
                <a:spLocks noChangeArrowheads="1"/>
              </p:cNvSpPr>
              <p:nvPr/>
            </p:nvSpPr>
            <p:spPr bwMode="auto">
              <a:xfrm>
                <a:off x="2375" y="1749"/>
                <a:ext cx="32" cy="32"/>
              </a:xfrm>
              <a:prstGeom prst="ellipse">
                <a:avLst/>
              </a:prstGeom>
              <a:grpFill/>
              <a:ln w="25400">
                <a:solidFill>
                  <a:schemeClr val="bg1">
                    <a:lumMod val="65000"/>
                  </a:schemeClr>
                </a:solidFill>
                <a:round/>
                <a:headEnd/>
                <a:tailEnd/>
              </a:ln>
            </p:spPr>
            <p:txBody>
              <a:bodyPr/>
              <a:lstStyle/>
              <a:p>
                <a:endParaRPr lang="en-US"/>
              </a:p>
            </p:txBody>
          </p:sp>
          <p:sp>
            <p:nvSpPr>
              <p:cNvPr id="104645" name="Oval 45"/>
              <p:cNvSpPr>
                <a:spLocks noChangeArrowheads="1"/>
              </p:cNvSpPr>
              <p:nvPr/>
            </p:nvSpPr>
            <p:spPr bwMode="auto">
              <a:xfrm>
                <a:off x="2383" y="2052"/>
                <a:ext cx="32" cy="32"/>
              </a:xfrm>
              <a:prstGeom prst="ellipse">
                <a:avLst/>
              </a:prstGeom>
              <a:grpFill/>
              <a:ln w="9525">
                <a:solidFill>
                  <a:schemeClr val="bg1">
                    <a:lumMod val="65000"/>
                  </a:schemeClr>
                </a:solidFill>
                <a:round/>
                <a:headEnd/>
                <a:tailEnd/>
              </a:ln>
            </p:spPr>
            <p:txBody>
              <a:bodyPr/>
              <a:lstStyle/>
              <a:p>
                <a:endParaRPr lang="en-US"/>
              </a:p>
            </p:txBody>
          </p:sp>
          <p:sp>
            <p:nvSpPr>
              <p:cNvPr id="104646" name="Oval 46"/>
              <p:cNvSpPr>
                <a:spLocks noChangeArrowheads="1"/>
              </p:cNvSpPr>
              <p:nvPr/>
            </p:nvSpPr>
            <p:spPr bwMode="auto">
              <a:xfrm>
                <a:off x="2383" y="2052"/>
                <a:ext cx="32" cy="32"/>
              </a:xfrm>
              <a:prstGeom prst="ellipse">
                <a:avLst/>
              </a:prstGeom>
              <a:grpFill/>
              <a:ln w="25400">
                <a:solidFill>
                  <a:schemeClr val="bg1">
                    <a:lumMod val="65000"/>
                  </a:schemeClr>
                </a:solidFill>
                <a:round/>
                <a:headEnd/>
                <a:tailEnd/>
              </a:ln>
            </p:spPr>
            <p:txBody>
              <a:bodyPr/>
              <a:lstStyle/>
              <a:p>
                <a:endParaRPr lang="en-US"/>
              </a:p>
            </p:txBody>
          </p:sp>
          <p:sp>
            <p:nvSpPr>
              <p:cNvPr id="104647" name="Oval 47"/>
              <p:cNvSpPr>
                <a:spLocks noChangeArrowheads="1"/>
              </p:cNvSpPr>
              <p:nvPr/>
            </p:nvSpPr>
            <p:spPr bwMode="auto">
              <a:xfrm>
                <a:off x="2383" y="2355"/>
                <a:ext cx="32" cy="32"/>
              </a:xfrm>
              <a:prstGeom prst="ellipse">
                <a:avLst/>
              </a:prstGeom>
              <a:grpFill/>
              <a:ln w="9525">
                <a:solidFill>
                  <a:schemeClr val="bg1">
                    <a:lumMod val="65000"/>
                  </a:schemeClr>
                </a:solidFill>
                <a:round/>
                <a:headEnd/>
                <a:tailEnd/>
              </a:ln>
            </p:spPr>
            <p:txBody>
              <a:bodyPr/>
              <a:lstStyle/>
              <a:p>
                <a:endParaRPr lang="en-US"/>
              </a:p>
            </p:txBody>
          </p:sp>
          <p:sp>
            <p:nvSpPr>
              <p:cNvPr id="104648" name="Oval 48"/>
              <p:cNvSpPr>
                <a:spLocks noChangeArrowheads="1"/>
              </p:cNvSpPr>
              <p:nvPr/>
            </p:nvSpPr>
            <p:spPr bwMode="auto">
              <a:xfrm>
                <a:off x="2383" y="2355"/>
                <a:ext cx="32" cy="32"/>
              </a:xfrm>
              <a:prstGeom prst="ellipse">
                <a:avLst/>
              </a:prstGeom>
              <a:grpFill/>
              <a:ln w="25400">
                <a:solidFill>
                  <a:schemeClr val="bg1">
                    <a:lumMod val="65000"/>
                  </a:schemeClr>
                </a:solidFill>
                <a:round/>
                <a:headEnd/>
                <a:tailEnd/>
              </a:ln>
            </p:spPr>
            <p:txBody>
              <a:bodyPr/>
              <a:lstStyle/>
              <a:p>
                <a:endParaRPr lang="en-US"/>
              </a:p>
            </p:txBody>
          </p:sp>
          <p:sp>
            <p:nvSpPr>
              <p:cNvPr id="104649" name="Oval 49"/>
              <p:cNvSpPr>
                <a:spLocks noChangeArrowheads="1"/>
              </p:cNvSpPr>
              <p:nvPr/>
            </p:nvSpPr>
            <p:spPr bwMode="auto">
              <a:xfrm>
                <a:off x="2375" y="2658"/>
                <a:ext cx="32" cy="40"/>
              </a:xfrm>
              <a:prstGeom prst="ellipse">
                <a:avLst/>
              </a:prstGeom>
              <a:grpFill/>
              <a:ln w="9525">
                <a:solidFill>
                  <a:schemeClr val="bg1">
                    <a:lumMod val="65000"/>
                  </a:schemeClr>
                </a:solidFill>
                <a:round/>
                <a:headEnd/>
                <a:tailEnd/>
              </a:ln>
            </p:spPr>
            <p:txBody>
              <a:bodyPr/>
              <a:lstStyle/>
              <a:p>
                <a:endParaRPr lang="en-US"/>
              </a:p>
            </p:txBody>
          </p:sp>
          <p:sp>
            <p:nvSpPr>
              <p:cNvPr id="104650" name="Oval 50"/>
              <p:cNvSpPr>
                <a:spLocks noChangeArrowheads="1"/>
              </p:cNvSpPr>
              <p:nvPr/>
            </p:nvSpPr>
            <p:spPr bwMode="auto">
              <a:xfrm>
                <a:off x="2375" y="2658"/>
                <a:ext cx="32" cy="40"/>
              </a:xfrm>
              <a:prstGeom prst="ellipse">
                <a:avLst/>
              </a:prstGeom>
              <a:grpFill/>
              <a:ln w="25400">
                <a:solidFill>
                  <a:schemeClr val="bg1">
                    <a:lumMod val="65000"/>
                  </a:schemeClr>
                </a:solidFill>
                <a:round/>
                <a:headEnd/>
                <a:tailEnd/>
              </a:ln>
            </p:spPr>
            <p:txBody>
              <a:bodyPr/>
              <a:lstStyle/>
              <a:p>
                <a:endParaRPr lang="en-US"/>
              </a:p>
            </p:txBody>
          </p:sp>
          <p:sp>
            <p:nvSpPr>
              <p:cNvPr id="104651" name="Oval 51"/>
              <p:cNvSpPr>
                <a:spLocks noChangeArrowheads="1"/>
              </p:cNvSpPr>
              <p:nvPr/>
            </p:nvSpPr>
            <p:spPr bwMode="auto">
              <a:xfrm>
                <a:off x="2375" y="2969"/>
                <a:ext cx="32" cy="32"/>
              </a:xfrm>
              <a:prstGeom prst="ellipse">
                <a:avLst/>
              </a:prstGeom>
              <a:grpFill/>
              <a:ln w="9525">
                <a:solidFill>
                  <a:schemeClr val="bg1">
                    <a:lumMod val="65000"/>
                  </a:schemeClr>
                </a:solidFill>
                <a:round/>
                <a:headEnd/>
                <a:tailEnd/>
              </a:ln>
            </p:spPr>
            <p:txBody>
              <a:bodyPr/>
              <a:lstStyle/>
              <a:p>
                <a:endParaRPr lang="en-US"/>
              </a:p>
            </p:txBody>
          </p:sp>
          <p:sp>
            <p:nvSpPr>
              <p:cNvPr id="104652" name="Oval 52"/>
              <p:cNvSpPr>
                <a:spLocks noChangeArrowheads="1"/>
              </p:cNvSpPr>
              <p:nvPr/>
            </p:nvSpPr>
            <p:spPr bwMode="auto">
              <a:xfrm>
                <a:off x="2375" y="2969"/>
                <a:ext cx="32" cy="32"/>
              </a:xfrm>
              <a:prstGeom prst="ellipse">
                <a:avLst/>
              </a:prstGeom>
              <a:grpFill/>
              <a:ln w="25400">
                <a:solidFill>
                  <a:schemeClr val="bg1">
                    <a:lumMod val="65000"/>
                  </a:schemeClr>
                </a:solidFill>
                <a:round/>
                <a:headEnd/>
                <a:tailEnd/>
              </a:ln>
            </p:spPr>
            <p:txBody>
              <a:bodyPr/>
              <a:lstStyle/>
              <a:p>
                <a:endParaRPr lang="en-US"/>
              </a:p>
            </p:txBody>
          </p:sp>
        </p:grpSp>
        <p:grpSp>
          <p:nvGrpSpPr>
            <p:cNvPr id="103471" name="Group 53"/>
            <p:cNvGrpSpPr>
              <a:grpSpLocks/>
            </p:cNvGrpSpPr>
            <p:nvPr/>
          </p:nvGrpSpPr>
          <p:grpSpPr bwMode="auto">
            <a:xfrm>
              <a:off x="1489" y="2076"/>
              <a:ext cx="431" cy="284"/>
              <a:chOff x="1489" y="2076"/>
              <a:chExt cx="431" cy="284"/>
            </a:xfrm>
            <a:grpFill/>
          </p:grpSpPr>
          <p:sp>
            <p:nvSpPr>
              <p:cNvPr id="104641" name="Freeform 54"/>
              <p:cNvSpPr>
                <a:spLocks/>
              </p:cNvSpPr>
              <p:nvPr/>
            </p:nvSpPr>
            <p:spPr bwMode="auto">
              <a:xfrm>
                <a:off x="1784" y="2076"/>
                <a:ext cx="136" cy="96"/>
              </a:xfrm>
              <a:custGeom>
                <a:avLst/>
                <a:gdLst>
                  <a:gd name="T0" fmla="*/ 136 w 136"/>
                  <a:gd name="T1" fmla="*/ 0 h 96"/>
                  <a:gd name="T2" fmla="*/ 40 w 136"/>
                  <a:gd name="T3" fmla="*/ 96 h 96"/>
                  <a:gd name="T4" fmla="*/ 24 w 136"/>
                  <a:gd name="T5" fmla="*/ 72 h 96"/>
                  <a:gd name="T6" fmla="*/ 0 w 136"/>
                  <a:gd name="T7" fmla="*/ 40 h 96"/>
                  <a:gd name="T8" fmla="*/ 136 w 136"/>
                  <a:gd name="T9" fmla="*/ 0 h 96"/>
                  <a:gd name="T10" fmla="*/ 0 60000 65536"/>
                  <a:gd name="T11" fmla="*/ 0 60000 65536"/>
                  <a:gd name="T12" fmla="*/ 0 60000 65536"/>
                  <a:gd name="T13" fmla="*/ 0 60000 65536"/>
                  <a:gd name="T14" fmla="*/ 0 60000 65536"/>
                  <a:gd name="T15" fmla="*/ 0 w 136"/>
                  <a:gd name="T16" fmla="*/ 0 h 96"/>
                  <a:gd name="T17" fmla="*/ 136 w 136"/>
                  <a:gd name="T18" fmla="*/ 96 h 96"/>
                </a:gdLst>
                <a:ahLst/>
                <a:cxnLst>
                  <a:cxn ang="T10">
                    <a:pos x="T0" y="T1"/>
                  </a:cxn>
                  <a:cxn ang="T11">
                    <a:pos x="T2" y="T3"/>
                  </a:cxn>
                  <a:cxn ang="T12">
                    <a:pos x="T4" y="T5"/>
                  </a:cxn>
                  <a:cxn ang="T13">
                    <a:pos x="T6" y="T7"/>
                  </a:cxn>
                  <a:cxn ang="T14">
                    <a:pos x="T8" y="T9"/>
                  </a:cxn>
                </a:cxnLst>
                <a:rect l="T15" t="T16" r="T17" b="T18"/>
                <a:pathLst>
                  <a:path w="136" h="96">
                    <a:moveTo>
                      <a:pt x="136" y="0"/>
                    </a:moveTo>
                    <a:lnTo>
                      <a:pt x="40" y="96"/>
                    </a:lnTo>
                    <a:lnTo>
                      <a:pt x="24" y="72"/>
                    </a:lnTo>
                    <a:lnTo>
                      <a:pt x="0" y="40"/>
                    </a:lnTo>
                    <a:lnTo>
                      <a:pt x="136" y="0"/>
                    </a:lnTo>
                    <a:close/>
                  </a:path>
                </a:pathLst>
              </a:custGeom>
              <a:grpFill/>
              <a:ln w="9525">
                <a:solidFill>
                  <a:schemeClr val="bg1">
                    <a:lumMod val="65000"/>
                  </a:schemeClr>
                </a:solidFill>
                <a:round/>
                <a:headEnd/>
                <a:tailEnd/>
              </a:ln>
            </p:spPr>
            <p:txBody>
              <a:bodyPr/>
              <a:lstStyle/>
              <a:p>
                <a:endParaRPr lang="en-US"/>
              </a:p>
            </p:txBody>
          </p:sp>
          <p:sp>
            <p:nvSpPr>
              <p:cNvPr id="104642" name="Line 55"/>
              <p:cNvSpPr>
                <a:spLocks noChangeShapeType="1"/>
              </p:cNvSpPr>
              <p:nvPr/>
            </p:nvSpPr>
            <p:spPr bwMode="auto">
              <a:xfrm flipV="1">
                <a:off x="1489" y="2143"/>
                <a:ext cx="327" cy="217"/>
              </a:xfrm>
              <a:prstGeom prst="line">
                <a:avLst/>
              </a:prstGeom>
              <a:grpFill/>
              <a:ln w="25400">
                <a:solidFill>
                  <a:schemeClr val="bg1">
                    <a:lumMod val="65000"/>
                  </a:schemeClr>
                </a:solidFill>
                <a:round/>
                <a:headEnd/>
                <a:tailEnd/>
              </a:ln>
            </p:spPr>
            <p:txBody>
              <a:bodyPr/>
              <a:lstStyle/>
              <a:p>
                <a:endParaRPr lang="en-US"/>
              </a:p>
            </p:txBody>
          </p:sp>
        </p:grpSp>
        <p:grpSp>
          <p:nvGrpSpPr>
            <p:cNvPr id="103472" name="Group 56"/>
            <p:cNvGrpSpPr>
              <a:grpSpLocks/>
            </p:cNvGrpSpPr>
            <p:nvPr/>
          </p:nvGrpSpPr>
          <p:grpSpPr bwMode="auto">
            <a:xfrm>
              <a:off x="1489" y="1733"/>
              <a:ext cx="423" cy="56"/>
              <a:chOff x="1489" y="1733"/>
              <a:chExt cx="423" cy="56"/>
            </a:xfrm>
            <a:grpFill/>
          </p:grpSpPr>
          <p:sp>
            <p:nvSpPr>
              <p:cNvPr id="104633" name="Freeform 57"/>
              <p:cNvSpPr>
                <a:spLocks/>
              </p:cNvSpPr>
              <p:nvPr/>
            </p:nvSpPr>
            <p:spPr bwMode="auto">
              <a:xfrm>
                <a:off x="1792" y="1733"/>
                <a:ext cx="120" cy="56"/>
              </a:xfrm>
              <a:custGeom>
                <a:avLst/>
                <a:gdLst>
                  <a:gd name="T0" fmla="*/ 120 w 120"/>
                  <a:gd name="T1" fmla="*/ 24 h 56"/>
                  <a:gd name="T2" fmla="*/ 0 w 120"/>
                  <a:gd name="T3" fmla="*/ 56 h 56"/>
                  <a:gd name="T4" fmla="*/ 0 w 120"/>
                  <a:gd name="T5" fmla="*/ 24 h 56"/>
                  <a:gd name="T6" fmla="*/ 0 w 120"/>
                  <a:gd name="T7" fmla="*/ 0 h 56"/>
                  <a:gd name="T8" fmla="*/ 120 w 120"/>
                  <a:gd name="T9" fmla="*/ 24 h 56"/>
                  <a:gd name="T10" fmla="*/ 0 60000 65536"/>
                  <a:gd name="T11" fmla="*/ 0 60000 65536"/>
                  <a:gd name="T12" fmla="*/ 0 60000 65536"/>
                  <a:gd name="T13" fmla="*/ 0 60000 65536"/>
                  <a:gd name="T14" fmla="*/ 0 60000 65536"/>
                  <a:gd name="T15" fmla="*/ 0 w 120"/>
                  <a:gd name="T16" fmla="*/ 0 h 56"/>
                  <a:gd name="T17" fmla="*/ 120 w 120"/>
                  <a:gd name="T18" fmla="*/ 56 h 56"/>
                </a:gdLst>
                <a:ahLst/>
                <a:cxnLst>
                  <a:cxn ang="T10">
                    <a:pos x="T0" y="T1"/>
                  </a:cxn>
                  <a:cxn ang="T11">
                    <a:pos x="T2" y="T3"/>
                  </a:cxn>
                  <a:cxn ang="T12">
                    <a:pos x="T4" y="T5"/>
                  </a:cxn>
                  <a:cxn ang="T13">
                    <a:pos x="T6" y="T7"/>
                  </a:cxn>
                  <a:cxn ang="T14">
                    <a:pos x="T8" y="T9"/>
                  </a:cxn>
                </a:cxnLst>
                <a:rect l="T15" t="T16" r="T17" b="T18"/>
                <a:pathLst>
                  <a:path w="120" h="56">
                    <a:moveTo>
                      <a:pt x="120" y="24"/>
                    </a:moveTo>
                    <a:lnTo>
                      <a:pt x="0" y="56"/>
                    </a:lnTo>
                    <a:lnTo>
                      <a:pt x="0" y="24"/>
                    </a:lnTo>
                    <a:lnTo>
                      <a:pt x="0" y="0"/>
                    </a:lnTo>
                    <a:lnTo>
                      <a:pt x="120" y="24"/>
                    </a:lnTo>
                    <a:close/>
                  </a:path>
                </a:pathLst>
              </a:custGeom>
              <a:grpFill/>
              <a:ln w="9525">
                <a:solidFill>
                  <a:schemeClr val="bg1">
                    <a:lumMod val="65000"/>
                  </a:schemeClr>
                </a:solidFill>
                <a:round/>
                <a:headEnd/>
                <a:tailEnd/>
              </a:ln>
            </p:spPr>
            <p:txBody>
              <a:bodyPr/>
              <a:lstStyle/>
              <a:p>
                <a:endParaRPr lang="en-US"/>
              </a:p>
            </p:txBody>
          </p:sp>
          <p:grpSp>
            <p:nvGrpSpPr>
              <p:cNvPr id="104634" name="Group 58"/>
              <p:cNvGrpSpPr>
                <a:grpSpLocks/>
              </p:cNvGrpSpPr>
              <p:nvPr/>
            </p:nvGrpSpPr>
            <p:grpSpPr bwMode="auto">
              <a:xfrm>
                <a:off x="1489" y="1757"/>
                <a:ext cx="295" cy="1"/>
                <a:chOff x="1489" y="1757"/>
                <a:chExt cx="295" cy="1"/>
              </a:xfrm>
              <a:grpFill/>
            </p:grpSpPr>
            <p:sp>
              <p:nvSpPr>
                <p:cNvPr id="104635" name="Line 59"/>
                <p:cNvSpPr>
                  <a:spLocks noChangeShapeType="1"/>
                </p:cNvSpPr>
                <p:nvPr/>
              </p:nvSpPr>
              <p:spPr bwMode="auto">
                <a:xfrm>
                  <a:off x="1489" y="1757"/>
                  <a:ext cx="24" cy="1"/>
                </a:xfrm>
                <a:prstGeom prst="line">
                  <a:avLst/>
                </a:prstGeom>
                <a:grpFill/>
                <a:ln w="12700">
                  <a:solidFill>
                    <a:schemeClr val="bg1">
                      <a:lumMod val="65000"/>
                    </a:schemeClr>
                  </a:solidFill>
                  <a:round/>
                  <a:headEnd/>
                  <a:tailEnd/>
                </a:ln>
              </p:spPr>
              <p:txBody>
                <a:bodyPr/>
                <a:lstStyle/>
                <a:p>
                  <a:endParaRPr lang="en-US"/>
                </a:p>
              </p:txBody>
            </p:sp>
            <p:sp>
              <p:nvSpPr>
                <p:cNvPr id="104636" name="Line 60"/>
                <p:cNvSpPr>
                  <a:spLocks noChangeShapeType="1"/>
                </p:cNvSpPr>
                <p:nvPr/>
              </p:nvSpPr>
              <p:spPr bwMode="auto">
                <a:xfrm>
                  <a:off x="1544" y="1757"/>
                  <a:ext cx="24" cy="1"/>
                </a:xfrm>
                <a:prstGeom prst="line">
                  <a:avLst/>
                </a:prstGeom>
                <a:grpFill/>
                <a:ln w="12700">
                  <a:solidFill>
                    <a:schemeClr val="bg1">
                      <a:lumMod val="65000"/>
                    </a:schemeClr>
                  </a:solidFill>
                  <a:round/>
                  <a:headEnd/>
                  <a:tailEnd/>
                </a:ln>
              </p:spPr>
              <p:txBody>
                <a:bodyPr/>
                <a:lstStyle/>
                <a:p>
                  <a:endParaRPr lang="en-US"/>
                </a:p>
              </p:txBody>
            </p:sp>
            <p:sp>
              <p:nvSpPr>
                <p:cNvPr id="104637" name="Line 61"/>
                <p:cNvSpPr>
                  <a:spLocks noChangeShapeType="1"/>
                </p:cNvSpPr>
                <p:nvPr/>
              </p:nvSpPr>
              <p:spPr bwMode="auto">
                <a:xfrm>
                  <a:off x="1600" y="1757"/>
                  <a:ext cx="24" cy="1"/>
                </a:xfrm>
                <a:prstGeom prst="line">
                  <a:avLst/>
                </a:prstGeom>
                <a:grpFill/>
                <a:ln w="12700">
                  <a:solidFill>
                    <a:schemeClr val="bg1">
                      <a:lumMod val="65000"/>
                    </a:schemeClr>
                  </a:solidFill>
                  <a:round/>
                  <a:headEnd/>
                  <a:tailEnd/>
                </a:ln>
              </p:spPr>
              <p:txBody>
                <a:bodyPr/>
                <a:lstStyle/>
                <a:p>
                  <a:endParaRPr lang="en-US"/>
                </a:p>
              </p:txBody>
            </p:sp>
            <p:sp>
              <p:nvSpPr>
                <p:cNvPr id="104638" name="Line 62"/>
                <p:cNvSpPr>
                  <a:spLocks noChangeShapeType="1"/>
                </p:cNvSpPr>
                <p:nvPr/>
              </p:nvSpPr>
              <p:spPr bwMode="auto">
                <a:xfrm>
                  <a:off x="1656" y="1757"/>
                  <a:ext cx="24" cy="1"/>
                </a:xfrm>
                <a:prstGeom prst="line">
                  <a:avLst/>
                </a:prstGeom>
                <a:grpFill/>
                <a:ln w="12700">
                  <a:solidFill>
                    <a:schemeClr val="bg1">
                      <a:lumMod val="65000"/>
                    </a:schemeClr>
                  </a:solidFill>
                  <a:round/>
                  <a:headEnd/>
                  <a:tailEnd/>
                </a:ln>
              </p:spPr>
              <p:txBody>
                <a:bodyPr/>
                <a:lstStyle/>
                <a:p>
                  <a:endParaRPr lang="en-US"/>
                </a:p>
              </p:txBody>
            </p:sp>
            <p:sp>
              <p:nvSpPr>
                <p:cNvPr id="104639" name="Line 63"/>
                <p:cNvSpPr>
                  <a:spLocks noChangeShapeType="1"/>
                </p:cNvSpPr>
                <p:nvPr/>
              </p:nvSpPr>
              <p:spPr bwMode="auto">
                <a:xfrm>
                  <a:off x="1712" y="1757"/>
                  <a:ext cx="24" cy="1"/>
                </a:xfrm>
                <a:prstGeom prst="line">
                  <a:avLst/>
                </a:prstGeom>
                <a:grpFill/>
                <a:ln w="12700">
                  <a:solidFill>
                    <a:schemeClr val="bg1">
                      <a:lumMod val="65000"/>
                    </a:schemeClr>
                  </a:solidFill>
                  <a:round/>
                  <a:headEnd/>
                  <a:tailEnd/>
                </a:ln>
              </p:spPr>
              <p:txBody>
                <a:bodyPr/>
                <a:lstStyle/>
                <a:p>
                  <a:endParaRPr lang="en-US"/>
                </a:p>
              </p:txBody>
            </p:sp>
            <p:sp>
              <p:nvSpPr>
                <p:cNvPr id="104640" name="Line 64"/>
                <p:cNvSpPr>
                  <a:spLocks noChangeShapeType="1"/>
                </p:cNvSpPr>
                <p:nvPr/>
              </p:nvSpPr>
              <p:spPr bwMode="auto">
                <a:xfrm>
                  <a:off x="1768" y="1757"/>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473" name="Group 65"/>
            <p:cNvGrpSpPr>
              <a:grpSpLocks/>
            </p:cNvGrpSpPr>
            <p:nvPr/>
          </p:nvGrpSpPr>
          <p:grpSpPr bwMode="auto">
            <a:xfrm>
              <a:off x="1952" y="1725"/>
              <a:ext cx="415" cy="56"/>
              <a:chOff x="1952" y="1725"/>
              <a:chExt cx="415" cy="56"/>
            </a:xfrm>
            <a:grpFill/>
          </p:grpSpPr>
          <p:sp>
            <p:nvSpPr>
              <p:cNvPr id="104625" name="Freeform 66"/>
              <p:cNvSpPr>
                <a:spLocks/>
              </p:cNvSpPr>
              <p:nvPr/>
            </p:nvSpPr>
            <p:spPr bwMode="auto">
              <a:xfrm>
                <a:off x="2255" y="1725"/>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4626" name="Group 67"/>
              <p:cNvGrpSpPr>
                <a:grpSpLocks/>
              </p:cNvGrpSpPr>
              <p:nvPr/>
            </p:nvGrpSpPr>
            <p:grpSpPr bwMode="auto">
              <a:xfrm>
                <a:off x="1952" y="1757"/>
                <a:ext cx="295" cy="1"/>
                <a:chOff x="1952" y="1757"/>
                <a:chExt cx="295" cy="1"/>
              </a:xfrm>
              <a:grpFill/>
            </p:grpSpPr>
            <p:sp>
              <p:nvSpPr>
                <p:cNvPr id="104627" name="Line 68"/>
                <p:cNvSpPr>
                  <a:spLocks noChangeShapeType="1"/>
                </p:cNvSpPr>
                <p:nvPr/>
              </p:nvSpPr>
              <p:spPr bwMode="auto">
                <a:xfrm>
                  <a:off x="1952" y="1757"/>
                  <a:ext cx="24" cy="1"/>
                </a:xfrm>
                <a:prstGeom prst="line">
                  <a:avLst/>
                </a:prstGeom>
                <a:grpFill/>
                <a:ln w="12700">
                  <a:solidFill>
                    <a:schemeClr val="bg1">
                      <a:lumMod val="65000"/>
                    </a:schemeClr>
                  </a:solidFill>
                  <a:round/>
                  <a:headEnd/>
                  <a:tailEnd/>
                </a:ln>
              </p:spPr>
              <p:txBody>
                <a:bodyPr/>
                <a:lstStyle/>
                <a:p>
                  <a:endParaRPr lang="en-US"/>
                </a:p>
              </p:txBody>
            </p:sp>
            <p:sp>
              <p:nvSpPr>
                <p:cNvPr id="104628" name="Line 69"/>
                <p:cNvSpPr>
                  <a:spLocks noChangeShapeType="1"/>
                </p:cNvSpPr>
                <p:nvPr/>
              </p:nvSpPr>
              <p:spPr bwMode="auto">
                <a:xfrm>
                  <a:off x="2008" y="1757"/>
                  <a:ext cx="23" cy="1"/>
                </a:xfrm>
                <a:prstGeom prst="line">
                  <a:avLst/>
                </a:prstGeom>
                <a:grpFill/>
                <a:ln w="12700">
                  <a:solidFill>
                    <a:schemeClr val="bg1">
                      <a:lumMod val="65000"/>
                    </a:schemeClr>
                  </a:solidFill>
                  <a:round/>
                  <a:headEnd/>
                  <a:tailEnd/>
                </a:ln>
              </p:spPr>
              <p:txBody>
                <a:bodyPr/>
                <a:lstStyle/>
                <a:p>
                  <a:endParaRPr lang="en-US"/>
                </a:p>
              </p:txBody>
            </p:sp>
            <p:sp>
              <p:nvSpPr>
                <p:cNvPr id="104629" name="Line 70"/>
                <p:cNvSpPr>
                  <a:spLocks noChangeShapeType="1"/>
                </p:cNvSpPr>
                <p:nvPr/>
              </p:nvSpPr>
              <p:spPr bwMode="auto">
                <a:xfrm>
                  <a:off x="2063" y="1757"/>
                  <a:ext cx="24" cy="1"/>
                </a:xfrm>
                <a:prstGeom prst="line">
                  <a:avLst/>
                </a:prstGeom>
                <a:grpFill/>
                <a:ln w="12700">
                  <a:solidFill>
                    <a:schemeClr val="bg1">
                      <a:lumMod val="65000"/>
                    </a:schemeClr>
                  </a:solidFill>
                  <a:round/>
                  <a:headEnd/>
                  <a:tailEnd/>
                </a:ln>
              </p:spPr>
              <p:txBody>
                <a:bodyPr/>
                <a:lstStyle/>
                <a:p>
                  <a:endParaRPr lang="en-US"/>
                </a:p>
              </p:txBody>
            </p:sp>
            <p:sp>
              <p:nvSpPr>
                <p:cNvPr id="104630" name="Line 71"/>
                <p:cNvSpPr>
                  <a:spLocks noChangeShapeType="1"/>
                </p:cNvSpPr>
                <p:nvPr/>
              </p:nvSpPr>
              <p:spPr bwMode="auto">
                <a:xfrm>
                  <a:off x="2119" y="1757"/>
                  <a:ext cx="24" cy="1"/>
                </a:xfrm>
                <a:prstGeom prst="line">
                  <a:avLst/>
                </a:prstGeom>
                <a:grpFill/>
                <a:ln w="12700">
                  <a:solidFill>
                    <a:schemeClr val="bg1">
                      <a:lumMod val="65000"/>
                    </a:schemeClr>
                  </a:solidFill>
                  <a:round/>
                  <a:headEnd/>
                  <a:tailEnd/>
                </a:ln>
              </p:spPr>
              <p:txBody>
                <a:bodyPr/>
                <a:lstStyle/>
                <a:p>
                  <a:endParaRPr lang="en-US"/>
                </a:p>
              </p:txBody>
            </p:sp>
            <p:sp>
              <p:nvSpPr>
                <p:cNvPr id="104631" name="Line 72"/>
                <p:cNvSpPr>
                  <a:spLocks noChangeShapeType="1"/>
                </p:cNvSpPr>
                <p:nvPr/>
              </p:nvSpPr>
              <p:spPr bwMode="auto">
                <a:xfrm>
                  <a:off x="2175" y="1757"/>
                  <a:ext cx="24" cy="1"/>
                </a:xfrm>
                <a:prstGeom prst="line">
                  <a:avLst/>
                </a:prstGeom>
                <a:grpFill/>
                <a:ln w="12700">
                  <a:solidFill>
                    <a:schemeClr val="bg1">
                      <a:lumMod val="65000"/>
                    </a:schemeClr>
                  </a:solidFill>
                  <a:round/>
                  <a:headEnd/>
                  <a:tailEnd/>
                </a:ln>
              </p:spPr>
              <p:txBody>
                <a:bodyPr/>
                <a:lstStyle/>
                <a:p>
                  <a:endParaRPr lang="en-US"/>
                </a:p>
              </p:txBody>
            </p:sp>
            <p:sp>
              <p:nvSpPr>
                <p:cNvPr id="104632" name="Line 73"/>
                <p:cNvSpPr>
                  <a:spLocks noChangeShapeType="1"/>
                </p:cNvSpPr>
                <p:nvPr/>
              </p:nvSpPr>
              <p:spPr bwMode="auto">
                <a:xfrm>
                  <a:off x="2231" y="1757"/>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474" name="Group 74"/>
            <p:cNvGrpSpPr>
              <a:grpSpLocks/>
            </p:cNvGrpSpPr>
            <p:nvPr/>
          </p:nvGrpSpPr>
          <p:grpSpPr bwMode="auto">
            <a:xfrm>
              <a:off x="1497" y="2036"/>
              <a:ext cx="415" cy="56"/>
              <a:chOff x="1497" y="2036"/>
              <a:chExt cx="415" cy="56"/>
            </a:xfrm>
            <a:grpFill/>
          </p:grpSpPr>
          <p:sp>
            <p:nvSpPr>
              <p:cNvPr id="104617" name="Freeform 75"/>
              <p:cNvSpPr>
                <a:spLocks/>
              </p:cNvSpPr>
              <p:nvPr/>
            </p:nvSpPr>
            <p:spPr bwMode="auto">
              <a:xfrm>
                <a:off x="1800"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4618" name="Group 76"/>
              <p:cNvGrpSpPr>
                <a:grpSpLocks/>
              </p:cNvGrpSpPr>
              <p:nvPr/>
            </p:nvGrpSpPr>
            <p:grpSpPr bwMode="auto">
              <a:xfrm>
                <a:off x="1497" y="2068"/>
                <a:ext cx="295" cy="1"/>
                <a:chOff x="1497" y="2068"/>
                <a:chExt cx="295" cy="1"/>
              </a:xfrm>
              <a:grpFill/>
            </p:grpSpPr>
            <p:sp>
              <p:nvSpPr>
                <p:cNvPr id="104619" name="Line 77"/>
                <p:cNvSpPr>
                  <a:spLocks noChangeShapeType="1"/>
                </p:cNvSpPr>
                <p:nvPr/>
              </p:nvSpPr>
              <p:spPr bwMode="auto">
                <a:xfrm>
                  <a:off x="1497" y="2068"/>
                  <a:ext cx="23" cy="1"/>
                </a:xfrm>
                <a:prstGeom prst="line">
                  <a:avLst/>
                </a:prstGeom>
                <a:grpFill/>
                <a:ln w="12700">
                  <a:solidFill>
                    <a:schemeClr val="bg1">
                      <a:lumMod val="65000"/>
                    </a:schemeClr>
                  </a:solidFill>
                  <a:round/>
                  <a:headEnd/>
                  <a:tailEnd/>
                </a:ln>
              </p:spPr>
              <p:txBody>
                <a:bodyPr/>
                <a:lstStyle/>
                <a:p>
                  <a:endParaRPr lang="en-US"/>
                </a:p>
              </p:txBody>
            </p:sp>
            <p:sp>
              <p:nvSpPr>
                <p:cNvPr id="104620" name="Line 78"/>
                <p:cNvSpPr>
                  <a:spLocks noChangeShapeType="1"/>
                </p:cNvSpPr>
                <p:nvPr/>
              </p:nvSpPr>
              <p:spPr bwMode="auto">
                <a:xfrm>
                  <a:off x="1552" y="2068"/>
                  <a:ext cx="24" cy="1"/>
                </a:xfrm>
                <a:prstGeom prst="line">
                  <a:avLst/>
                </a:prstGeom>
                <a:grpFill/>
                <a:ln w="12700">
                  <a:solidFill>
                    <a:schemeClr val="bg1">
                      <a:lumMod val="65000"/>
                    </a:schemeClr>
                  </a:solidFill>
                  <a:round/>
                  <a:headEnd/>
                  <a:tailEnd/>
                </a:ln>
              </p:spPr>
              <p:txBody>
                <a:bodyPr/>
                <a:lstStyle/>
                <a:p>
                  <a:endParaRPr lang="en-US"/>
                </a:p>
              </p:txBody>
            </p:sp>
            <p:sp>
              <p:nvSpPr>
                <p:cNvPr id="104621" name="Line 79"/>
                <p:cNvSpPr>
                  <a:spLocks noChangeShapeType="1"/>
                </p:cNvSpPr>
                <p:nvPr/>
              </p:nvSpPr>
              <p:spPr bwMode="auto">
                <a:xfrm>
                  <a:off x="1608" y="2068"/>
                  <a:ext cx="24" cy="1"/>
                </a:xfrm>
                <a:prstGeom prst="line">
                  <a:avLst/>
                </a:prstGeom>
                <a:grpFill/>
                <a:ln w="12700">
                  <a:solidFill>
                    <a:schemeClr val="bg1">
                      <a:lumMod val="65000"/>
                    </a:schemeClr>
                  </a:solidFill>
                  <a:round/>
                  <a:headEnd/>
                  <a:tailEnd/>
                </a:ln>
              </p:spPr>
              <p:txBody>
                <a:bodyPr/>
                <a:lstStyle/>
                <a:p>
                  <a:endParaRPr lang="en-US"/>
                </a:p>
              </p:txBody>
            </p:sp>
            <p:sp>
              <p:nvSpPr>
                <p:cNvPr id="104622" name="Line 80"/>
                <p:cNvSpPr>
                  <a:spLocks noChangeShapeType="1"/>
                </p:cNvSpPr>
                <p:nvPr/>
              </p:nvSpPr>
              <p:spPr bwMode="auto">
                <a:xfrm>
                  <a:off x="1664" y="2068"/>
                  <a:ext cx="24" cy="1"/>
                </a:xfrm>
                <a:prstGeom prst="line">
                  <a:avLst/>
                </a:prstGeom>
                <a:grpFill/>
                <a:ln w="12700">
                  <a:solidFill>
                    <a:schemeClr val="bg1">
                      <a:lumMod val="65000"/>
                    </a:schemeClr>
                  </a:solidFill>
                  <a:round/>
                  <a:headEnd/>
                  <a:tailEnd/>
                </a:ln>
              </p:spPr>
              <p:txBody>
                <a:bodyPr/>
                <a:lstStyle/>
                <a:p>
                  <a:endParaRPr lang="en-US"/>
                </a:p>
              </p:txBody>
            </p:sp>
            <p:sp>
              <p:nvSpPr>
                <p:cNvPr id="104623" name="Line 81"/>
                <p:cNvSpPr>
                  <a:spLocks noChangeShapeType="1"/>
                </p:cNvSpPr>
                <p:nvPr/>
              </p:nvSpPr>
              <p:spPr bwMode="auto">
                <a:xfrm>
                  <a:off x="1720" y="2068"/>
                  <a:ext cx="24" cy="1"/>
                </a:xfrm>
                <a:prstGeom prst="line">
                  <a:avLst/>
                </a:prstGeom>
                <a:grpFill/>
                <a:ln w="12700">
                  <a:solidFill>
                    <a:schemeClr val="bg1">
                      <a:lumMod val="65000"/>
                    </a:schemeClr>
                  </a:solidFill>
                  <a:round/>
                  <a:headEnd/>
                  <a:tailEnd/>
                </a:ln>
              </p:spPr>
              <p:txBody>
                <a:bodyPr/>
                <a:lstStyle/>
                <a:p>
                  <a:endParaRPr lang="en-US"/>
                </a:p>
              </p:txBody>
            </p:sp>
            <p:sp>
              <p:nvSpPr>
                <p:cNvPr id="104624" name="Line 82"/>
                <p:cNvSpPr>
                  <a:spLocks noChangeShapeType="1"/>
                </p:cNvSpPr>
                <p:nvPr/>
              </p:nvSpPr>
              <p:spPr bwMode="auto">
                <a:xfrm>
                  <a:off x="1776" y="2068"/>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475" name="Group 83"/>
            <p:cNvGrpSpPr>
              <a:grpSpLocks/>
            </p:cNvGrpSpPr>
            <p:nvPr/>
          </p:nvGrpSpPr>
          <p:grpSpPr bwMode="auto">
            <a:xfrm>
              <a:off x="1960" y="2036"/>
              <a:ext cx="423" cy="56"/>
              <a:chOff x="1960" y="2036"/>
              <a:chExt cx="423" cy="56"/>
            </a:xfrm>
            <a:grpFill/>
          </p:grpSpPr>
          <p:sp>
            <p:nvSpPr>
              <p:cNvPr id="104609" name="Freeform 84"/>
              <p:cNvSpPr>
                <a:spLocks/>
              </p:cNvSpPr>
              <p:nvPr/>
            </p:nvSpPr>
            <p:spPr bwMode="auto">
              <a:xfrm>
                <a:off x="2271"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4610" name="Group 85"/>
              <p:cNvGrpSpPr>
                <a:grpSpLocks/>
              </p:cNvGrpSpPr>
              <p:nvPr/>
            </p:nvGrpSpPr>
            <p:grpSpPr bwMode="auto">
              <a:xfrm>
                <a:off x="1960" y="2068"/>
                <a:ext cx="303" cy="1"/>
                <a:chOff x="1960" y="2068"/>
                <a:chExt cx="303" cy="1"/>
              </a:xfrm>
              <a:grpFill/>
            </p:grpSpPr>
            <p:sp>
              <p:nvSpPr>
                <p:cNvPr id="104611" name="Line 86"/>
                <p:cNvSpPr>
                  <a:spLocks noChangeShapeType="1"/>
                </p:cNvSpPr>
                <p:nvPr/>
              </p:nvSpPr>
              <p:spPr bwMode="auto">
                <a:xfrm>
                  <a:off x="1960" y="2068"/>
                  <a:ext cx="24" cy="1"/>
                </a:xfrm>
                <a:prstGeom prst="line">
                  <a:avLst/>
                </a:prstGeom>
                <a:grpFill/>
                <a:ln w="12700">
                  <a:solidFill>
                    <a:schemeClr val="bg1">
                      <a:lumMod val="65000"/>
                    </a:schemeClr>
                  </a:solidFill>
                  <a:round/>
                  <a:headEnd/>
                  <a:tailEnd/>
                </a:ln>
              </p:spPr>
              <p:txBody>
                <a:bodyPr/>
                <a:lstStyle/>
                <a:p>
                  <a:endParaRPr lang="en-US"/>
                </a:p>
              </p:txBody>
            </p:sp>
            <p:sp>
              <p:nvSpPr>
                <p:cNvPr id="104612" name="Line 87"/>
                <p:cNvSpPr>
                  <a:spLocks noChangeShapeType="1"/>
                </p:cNvSpPr>
                <p:nvPr/>
              </p:nvSpPr>
              <p:spPr bwMode="auto">
                <a:xfrm>
                  <a:off x="2015" y="2068"/>
                  <a:ext cx="24" cy="1"/>
                </a:xfrm>
                <a:prstGeom prst="line">
                  <a:avLst/>
                </a:prstGeom>
                <a:grpFill/>
                <a:ln w="12700">
                  <a:solidFill>
                    <a:schemeClr val="bg1">
                      <a:lumMod val="65000"/>
                    </a:schemeClr>
                  </a:solidFill>
                  <a:round/>
                  <a:headEnd/>
                  <a:tailEnd/>
                </a:ln>
              </p:spPr>
              <p:txBody>
                <a:bodyPr/>
                <a:lstStyle/>
                <a:p>
                  <a:endParaRPr lang="en-US"/>
                </a:p>
              </p:txBody>
            </p:sp>
            <p:sp>
              <p:nvSpPr>
                <p:cNvPr id="104613" name="Line 88"/>
                <p:cNvSpPr>
                  <a:spLocks noChangeShapeType="1"/>
                </p:cNvSpPr>
                <p:nvPr/>
              </p:nvSpPr>
              <p:spPr bwMode="auto">
                <a:xfrm>
                  <a:off x="2071" y="2068"/>
                  <a:ext cx="24" cy="1"/>
                </a:xfrm>
                <a:prstGeom prst="line">
                  <a:avLst/>
                </a:prstGeom>
                <a:grpFill/>
                <a:ln w="12700">
                  <a:solidFill>
                    <a:schemeClr val="bg1">
                      <a:lumMod val="65000"/>
                    </a:schemeClr>
                  </a:solidFill>
                  <a:round/>
                  <a:headEnd/>
                  <a:tailEnd/>
                </a:ln>
              </p:spPr>
              <p:txBody>
                <a:bodyPr/>
                <a:lstStyle/>
                <a:p>
                  <a:endParaRPr lang="en-US"/>
                </a:p>
              </p:txBody>
            </p:sp>
            <p:sp>
              <p:nvSpPr>
                <p:cNvPr id="104614" name="Line 89"/>
                <p:cNvSpPr>
                  <a:spLocks noChangeShapeType="1"/>
                </p:cNvSpPr>
                <p:nvPr/>
              </p:nvSpPr>
              <p:spPr bwMode="auto">
                <a:xfrm>
                  <a:off x="2127" y="2068"/>
                  <a:ext cx="24" cy="1"/>
                </a:xfrm>
                <a:prstGeom prst="line">
                  <a:avLst/>
                </a:prstGeom>
                <a:grpFill/>
                <a:ln w="12700">
                  <a:solidFill>
                    <a:schemeClr val="bg1">
                      <a:lumMod val="65000"/>
                    </a:schemeClr>
                  </a:solidFill>
                  <a:round/>
                  <a:headEnd/>
                  <a:tailEnd/>
                </a:ln>
              </p:spPr>
              <p:txBody>
                <a:bodyPr/>
                <a:lstStyle/>
                <a:p>
                  <a:endParaRPr lang="en-US"/>
                </a:p>
              </p:txBody>
            </p:sp>
            <p:sp>
              <p:nvSpPr>
                <p:cNvPr id="104615" name="Line 90"/>
                <p:cNvSpPr>
                  <a:spLocks noChangeShapeType="1"/>
                </p:cNvSpPr>
                <p:nvPr/>
              </p:nvSpPr>
              <p:spPr bwMode="auto">
                <a:xfrm>
                  <a:off x="2183" y="2068"/>
                  <a:ext cx="24" cy="1"/>
                </a:xfrm>
                <a:prstGeom prst="line">
                  <a:avLst/>
                </a:prstGeom>
                <a:grpFill/>
                <a:ln w="12700">
                  <a:solidFill>
                    <a:schemeClr val="bg1">
                      <a:lumMod val="65000"/>
                    </a:schemeClr>
                  </a:solidFill>
                  <a:round/>
                  <a:headEnd/>
                  <a:tailEnd/>
                </a:ln>
              </p:spPr>
              <p:txBody>
                <a:bodyPr/>
                <a:lstStyle/>
                <a:p>
                  <a:endParaRPr lang="en-US"/>
                </a:p>
              </p:txBody>
            </p:sp>
            <p:sp>
              <p:nvSpPr>
                <p:cNvPr id="104616" name="Line 91"/>
                <p:cNvSpPr>
                  <a:spLocks noChangeShapeType="1"/>
                </p:cNvSpPr>
                <p:nvPr/>
              </p:nvSpPr>
              <p:spPr bwMode="auto">
                <a:xfrm>
                  <a:off x="2239" y="2068"/>
                  <a:ext cx="24" cy="1"/>
                </a:xfrm>
                <a:prstGeom prst="line">
                  <a:avLst/>
                </a:prstGeom>
                <a:grpFill/>
                <a:ln w="12700">
                  <a:solidFill>
                    <a:schemeClr val="bg1">
                      <a:lumMod val="65000"/>
                    </a:schemeClr>
                  </a:solidFill>
                  <a:round/>
                  <a:headEnd/>
                  <a:tailEnd/>
                </a:ln>
              </p:spPr>
              <p:txBody>
                <a:bodyPr/>
                <a:lstStyle/>
                <a:p>
                  <a:endParaRPr lang="en-US"/>
                </a:p>
              </p:txBody>
            </p:sp>
          </p:grpSp>
        </p:grpSp>
        <p:grpSp>
          <p:nvGrpSpPr>
            <p:cNvPr id="103476" name="Group 92"/>
            <p:cNvGrpSpPr>
              <a:grpSpLocks/>
            </p:cNvGrpSpPr>
            <p:nvPr/>
          </p:nvGrpSpPr>
          <p:grpSpPr bwMode="auto">
            <a:xfrm>
              <a:off x="2431" y="2036"/>
              <a:ext cx="415" cy="56"/>
              <a:chOff x="2431" y="2036"/>
              <a:chExt cx="415" cy="56"/>
            </a:xfrm>
            <a:grpFill/>
          </p:grpSpPr>
          <p:sp>
            <p:nvSpPr>
              <p:cNvPr id="104601" name="Freeform 93"/>
              <p:cNvSpPr>
                <a:spLocks/>
              </p:cNvSpPr>
              <p:nvPr/>
            </p:nvSpPr>
            <p:spPr bwMode="auto">
              <a:xfrm>
                <a:off x="2734"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4602" name="Group 94"/>
              <p:cNvGrpSpPr>
                <a:grpSpLocks/>
              </p:cNvGrpSpPr>
              <p:nvPr/>
            </p:nvGrpSpPr>
            <p:grpSpPr bwMode="auto">
              <a:xfrm>
                <a:off x="2431" y="2068"/>
                <a:ext cx="295" cy="1"/>
                <a:chOff x="2431" y="2068"/>
                <a:chExt cx="295" cy="1"/>
              </a:xfrm>
              <a:grpFill/>
            </p:grpSpPr>
            <p:sp>
              <p:nvSpPr>
                <p:cNvPr id="104603" name="Line 95"/>
                <p:cNvSpPr>
                  <a:spLocks noChangeShapeType="1"/>
                </p:cNvSpPr>
                <p:nvPr/>
              </p:nvSpPr>
              <p:spPr bwMode="auto">
                <a:xfrm>
                  <a:off x="2431" y="2068"/>
                  <a:ext cx="24" cy="1"/>
                </a:xfrm>
                <a:prstGeom prst="line">
                  <a:avLst/>
                </a:prstGeom>
                <a:grpFill/>
                <a:ln w="12700">
                  <a:solidFill>
                    <a:schemeClr val="bg1">
                      <a:lumMod val="65000"/>
                    </a:schemeClr>
                  </a:solidFill>
                  <a:round/>
                  <a:headEnd/>
                  <a:tailEnd/>
                </a:ln>
              </p:spPr>
              <p:txBody>
                <a:bodyPr/>
                <a:lstStyle/>
                <a:p>
                  <a:endParaRPr lang="en-US"/>
                </a:p>
              </p:txBody>
            </p:sp>
            <p:sp>
              <p:nvSpPr>
                <p:cNvPr id="104604" name="Line 96"/>
                <p:cNvSpPr>
                  <a:spLocks noChangeShapeType="1"/>
                </p:cNvSpPr>
                <p:nvPr/>
              </p:nvSpPr>
              <p:spPr bwMode="auto">
                <a:xfrm>
                  <a:off x="2487" y="2068"/>
                  <a:ext cx="24" cy="1"/>
                </a:xfrm>
                <a:prstGeom prst="line">
                  <a:avLst/>
                </a:prstGeom>
                <a:grpFill/>
                <a:ln w="12700">
                  <a:solidFill>
                    <a:schemeClr val="bg1">
                      <a:lumMod val="65000"/>
                    </a:schemeClr>
                  </a:solidFill>
                  <a:round/>
                  <a:headEnd/>
                  <a:tailEnd/>
                </a:ln>
              </p:spPr>
              <p:txBody>
                <a:bodyPr/>
                <a:lstStyle/>
                <a:p>
                  <a:endParaRPr lang="en-US"/>
                </a:p>
              </p:txBody>
            </p:sp>
            <p:sp>
              <p:nvSpPr>
                <p:cNvPr id="104605" name="Line 97"/>
                <p:cNvSpPr>
                  <a:spLocks noChangeShapeType="1"/>
                </p:cNvSpPr>
                <p:nvPr/>
              </p:nvSpPr>
              <p:spPr bwMode="auto">
                <a:xfrm>
                  <a:off x="2542" y="2068"/>
                  <a:ext cx="24" cy="1"/>
                </a:xfrm>
                <a:prstGeom prst="line">
                  <a:avLst/>
                </a:prstGeom>
                <a:grpFill/>
                <a:ln w="12700">
                  <a:solidFill>
                    <a:schemeClr val="bg1">
                      <a:lumMod val="65000"/>
                    </a:schemeClr>
                  </a:solidFill>
                  <a:round/>
                  <a:headEnd/>
                  <a:tailEnd/>
                </a:ln>
              </p:spPr>
              <p:txBody>
                <a:bodyPr/>
                <a:lstStyle/>
                <a:p>
                  <a:endParaRPr lang="en-US"/>
                </a:p>
              </p:txBody>
            </p:sp>
            <p:sp>
              <p:nvSpPr>
                <p:cNvPr id="104606" name="Line 98"/>
                <p:cNvSpPr>
                  <a:spLocks noChangeShapeType="1"/>
                </p:cNvSpPr>
                <p:nvPr/>
              </p:nvSpPr>
              <p:spPr bwMode="auto">
                <a:xfrm>
                  <a:off x="2598" y="2068"/>
                  <a:ext cx="24" cy="1"/>
                </a:xfrm>
                <a:prstGeom prst="line">
                  <a:avLst/>
                </a:prstGeom>
                <a:grpFill/>
                <a:ln w="12700">
                  <a:solidFill>
                    <a:schemeClr val="bg1">
                      <a:lumMod val="65000"/>
                    </a:schemeClr>
                  </a:solidFill>
                  <a:round/>
                  <a:headEnd/>
                  <a:tailEnd/>
                </a:ln>
              </p:spPr>
              <p:txBody>
                <a:bodyPr/>
                <a:lstStyle/>
                <a:p>
                  <a:endParaRPr lang="en-US"/>
                </a:p>
              </p:txBody>
            </p:sp>
            <p:sp>
              <p:nvSpPr>
                <p:cNvPr id="104607" name="Line 99"/>
                <p:cNvSpPr>
                  <a:spLocks noChangeShapeType="1"/>
                </p:cNvSpPr>
                <p:nvPr/>
              </p:nvSpPr>
              <p:spPr bwMode="auto">
                <a:xfrm>
                  <a:off x="2654" y="2068"/>
                  <a:ext cx="24" cy="1"/>
                </a:xfrm>
                <a:prstGeom prst="line">
                  <a:avLst/>
                </a:prstGeom>
                <a:grpFill/>
                <a:ln w="12700">
                  <a:solidFill>
                    <a:schemeClr val="bg1">
                      <a:lumMod val="65000"/>
                    </a:schemeClr>
                  </a:solidFill>
                  <a:round/>
                  <a:headEnd/>
                  <a:tailEnd/>
                </a:ln>
              </p:spPr>
              <p:txBody>
                <a:bodyPr/>
                <a:lstStyle/>
                <a:p>
                  <a:endParaRPr lang="en-US"/>
                </a:p>
              </p:txBody>
            </p:sp>
            <p:sp>
              <p:nvSpPr>
                <p:cNvPr id="104608" name="Line 100"/>
                <p:cNvSpPr>
                  <a:spLocks noChangeShapeType="1"/>
                </p:cNvSpPr>
                <p:nvPr/>
              </p:nvSpPr>
              <p:spPr bwMode="auto">
                <a:xfrm>
                  <a:off x="2710" y="2068"/>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477" name="Group 101"/>
            <p:cNvGrpSpPr>
              <a:grpSpLocks/>
            </p:cNvGrpSpPr>
            <p:nvPr/>
          </p:nvGrpSpPr>
          <p:grpSpPr bwMode="auto">
            <a:xfrm>
              <a:off x="2423" y="2347"/>
              <a:ext cx="415" cy="56"/>
              <a:chOff x="2423" y="2347"/>
              <a:chExt cx="415" cy="56"/>
            </a:xfrm>
            <a:grpFill/>
          </p:grpSpPr>
          <p:sp>
            <p:nvSpPr>
              <p:cNvPr id="104593" name="Freeform 102"/>
              <p:cNvSpPr>
                <a:spLocks/>
              </p:cNvSpPr>
              <p:nvPr/>
            </p:nvSpPr>
            <p:spPr bwMode="auto">
              <a:xfrm>
                <a:off x="2726" y="234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lumMod val="65000"/>
                  </a:schemeClr>
                </a:solidFill>
                <a:round/>
                <a:headEnd/>
                <a:tailEnd/>
              </a:ln>
            </p:spPr>
            <p:txBody>
              <a:bodyPr/>
              <a:lstStyle/>
              <a:p>
                <a:endParaRPr lang="en-US"/>
              </a:p>
            </p:txBody>
          </p:sp>
          <p:grpSp>
            <p:nvGrpSpPr>
              <p:cNvPr id="104594" name="Group 103"/>
              <p:cNvGrpSpPr>
                <a:grpSpLocks/>
              </p:cNvGrpSpPr>
              <p:nvPr/>
            </p:nvGrpSpPr>
            <p:grpSpPr bwMode="auto">
              <a:xfrm>
                <a:off x="2423" y="2371"/>
                <a:ext cx="295" cy="1"/>
                <a:chOff x="2423" y="2371"/>
                <a:chExt cx="295" cy="1"/>
              </a:xfrm>
              <a:grpFill/>
            </p:grpSpPr>
            <p:sp>
              <p:nvSpPr>
                <p:cNvPr id="104595" name="Line 104"/>
                <p:cNvSpPr>
                  <a:spLocks noChangeShapeType="1"/>
                </p:cNvSpPr>
                <p:nvPr/>
              </p:nvSpPr>
              <p:spPr bwMode="auto">
                <a:xfrm>
                  <a:off x="2423" y="2371"/>
                  <a:ext cx="24" cy="1"/>
                </a:xfrm>
                <a:prstGeom prst="line">
                  <a:avLst/>
                </a:prstGeom>
                <a:grpFill/>
                <a:ln w="12700">
                  <a:solidFill>
                    <a:schemeClr val="bg1">
                      <a:lumMod val="65000"/>
                    </a:schemeClr>
                  </a:solidFill>
                  <a:round/>
                  <a:headEnd/>
                  <a:tailEnd/>
                </a:ln>
              </p:spPr>
              <p:txBody>
                <a:bodyPr/>
                <a:lstStyle/>
                <a:p>
                  <a:endParaRPr lang="en-US"/>
                </a:p>
              </p:txBody>
            </p:sp>
            <p:sp>
              <p:nvSpPr>
                <p:cNvPr id="104596" name="Line 105"/>
                <p:cNvSpPr>
                  <a:spLocks noChangeShapeType="1"/>
                </p:cNvSpPr>
                <p:nvPr/>
              </p:nvSpPr>
              <p:spPr bwMode="auto">
                <a:xfrm>
                  <a:off x="2479" y="2371"/>
                  <a:ext cx="24" cy="1"/>
                </a:xfrm>
                <a:prstGeom prst="line">
                  <a:avLst/>
                </a:prstGeom>
                <a:grpFill/>
                <a:ln w="12700">
                  <a:solidFill>
                    <a:schemeClr val="bg1">
                      <a:lumMod val="65000"/>
                    </a:schemeClr>
                  </a:solidFill>
                  <a:round/>
                  <a:headEnd/>
                  <a:tailEnd/>
                </a:ln>
              </p:spPr>
              <p:txBody>
                <a:bodyPr/>
                <a:lstStyle/>
                <a:p>
                  <a:endParaRPr lang="en-US"/>
                </a:p>
              </p:txBody>
            </p:sp>
            <p:sp>
              <p:nvSpPr>
                <p:cNvPr id="104597" name="Line 106"/>
                <p:cNvSpPr>
                  <a:spLocks noChangeShapeType="1"/>
                </p:cNvSpPr>
                <p:nvPr/>
              </p:nvSpPr>
              <p:spPr bwMode="auto">
                <a:xfrm>
                  <a:off x="2534" y="2371"/>
                  <a:ext cx="24" cy="1"/>
                </a:xfrm>
                <a:prstGeom prst="line">
                  <a:avLst/>
                </a:prstGeom>
                <a:grpFill/>
                <a:ln w="12700">
                  <a:solidFill>
                    <a:schemeClr val="bg1">
                      <a:lumMod val="65000"/>
                    </a:schemeClr>
                  </a:solidFill>
                  <a:round/>
                  <a:headEnd/>
                  <a:tailEnd/>
                </a:ln>
              </p:spPr>
              <p:txBody>
                <a:bodyPr/>
                <a:lstStyle/>
                <a:p>
                  <a:endParaRPr lang="en-US"/>
                </a:p>
              </p:txBody>
            </p:sp>
            <p:sp>
              <p:nvSpPr>
                <p:cNvPr id="104598" name="Line 107"/>
                <p:cNvSpPr>
                  <a:spLocks noChangeShapeType="1"/>
                </p:cNvSpPr>
                <p:nvPr/>
              </p:nvSpPr>
              <p:spPr bwMode="auto">
                <a:xfrm>
                  <a:off x="2590" y="2371"/>
                  <a:ext cx="24" cy="1"/>
                </a:xfrm>
                <a:prstGeom prst="line">
                  <a:avLst/>
                </a:prstGeom>
                <a:grpFill/>
                <a:ln w="12700">
                  <a:solidFill>
                    <a:schemeClr val="bg1">
                      <a:lumMod val="65000"/>
                    </a:schemeClr>
                  </a:solidFill>
                  <a:round/>
                  <a:headEnd/>
                  <a:tailEnd/>
                </a:ln>
              </p:spPr>
              <p:txBody>
                <a:bodyPr/>
                <a:lstStyle/>
                <a:p>
                  <a:endParaRPr lang="en-US"/>
                </a:p>
              </p:txBody>
            </p:sp>
            <p:sp>
              <p:nvSpPr>
                <p:cNvPr id="104599" name="Line 108"/>
                <p:cNvSpPr>
                  <a:spLocks noChangeShapeType="1"/>
                </p:cNvSpPr>
                <p:nvPr/>
              </p:nvSpPr>
              <p:spPr bwMode="auto">
                <a:xfrm>
                  <a:off x="2646" y="2371"/>
                  <a:ext cx="24" cy="1"/>
                </a:xfrm>
                <a:prstGeom prst="line">
                  <a:avLst/>
                </a:prstGeom>
                <a:grpFill/>
                <a:ln w="12700">
                  <a:solidFill>
                    <a:schemeClr val="bg1">
                      <a:lumMod val="65000"/>
                    </a:schemeClr>
                  </a:solidFill>
                  <a:round/>
                  <a:headEnd/>
                  <a:tailEnd/>
                </a:ln>
              </p:spPr>
              <p:txBody>
                <a:bodyPr/>
                <a:lstStyle/>
                <a:p>
                  <a:endParaRPr lang="en-US"/>
                </a:p>
              </p:txBody>
            </p:sp>
            <p:sp>
              <p:nvSpPr>
                <p:cNvPr id="104600" name="Line 109"/>
                <p:cNvSpPr>
                  <a:spLocks noChangeShapeType="1"/>
                </p:cNvSpPr>
                <p:nvPr/>
              </p:nvSpPr>
              <p:spPr bwMode="auto">
                <a:xfrm>
                  <a:off x="2702" y="2371"/>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478" name="Group 110"/>
            <p:cNvGrpSpPr>
              <a:grpSpLocks/>
            </p:cNvGrpSpPr>
            <p:nvPr/>
          </p:nvGrpSpPr>
          <p:grpSpPr bwMode="auto">
            <a:xfrm>
              <a:off x="1960" y="2347"/>
              <a:ext cx="415" cy="56"/>
              <a:chOff x="1960" y="2347"/>
              <a:chExt cx="415" cy="56"/>
            </a:xfrm>
            <a:grpFill/>
          </p:grpSpPr>
          <p:sp>
            <p:nvSpPr>
              <p:cNvPr id="104585" name="Freeform 111"/>
              <p:cNvSpPr>
                <a:spLocks/>
              </p:cNvSpPr>
              <p:nvPr/>
            </p:nvSpPr>
            <p:spPr bwMode="auto">
              <a:xfrm>
                <a:off x="2263" y="234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lumMod val="65000"/>
                  </a:schemeClr>
                </a:solidFill>
                <a:round/>
                <a:headEnd/>
                <a:tailEnd/>
              </a:ln>
            </p:spPr>
            <p:txBody>
              <a:bodyPr/>
              <a:lstStyle/>
              <a:p>
                <a:endParaRPr lang="en-US"/>
              </a:p>
            </p:txBody>
          </p:sp>
          <p:grpSp>
            <p:nvGrpSpPr>
              <p:cNvPr id="104586" name="Group 112"/>
              <p:cNvGrpSpPr>
                <a:grpSpLocks/>
              </p:cNvGrpSpPr>
              <p:nvPr/>
            </p:nvGrpSpPr>
            <p:grpSpPr bwMode="auto">
              <a:xfrm>
                <a:off x="1960" y="2371"/>
                <a:ext cx="295" cy="1"/>
                <a:chOff x="1960" y="2371"/>
                <a:chExt cx="295" cy="1"/>
              </a:xfrm>
              <a:grpFill/>
            </p:grpSpPr>
            <p:sp>
              <p:nvSpPr>
                <p:cNvPr id="104587" name="Line 113"/>
                <p:cNvSpPr>
                  <a:spLocks noChangeShapeType="1"/>
                </p:cNvSpPr>
                <p:nvPr/>
              </p:nvSpPr>
              <p:spPr bwMode="auto">
                <a:xfrm>
                  <a:off x="1960" y="2371"/>
                  <a:ext cx="24" cy="1"/>
                </a:xfrm>
                <a:prstGeom prst="line">
                  <a:avLst/>
                </a:prstGeom>
                <a:grpFill/>
                <a:ln w="12700">
                  <a:solidFill>
                    <a:schemeClr val="bg1">
                      <a:lumMod val="65000"/>
                    </a:schemeClr>
                  </a:solidFill>
                  <a:round/>
                  <a:headEnd/>
                  <a:tailEnd/>
                </a:ln>
              </p:spPr>
              <p:txBody>
                <a:bodyPr/>
                <a:lstStyle/>
                <a:p>
                  <a:endParaRPr lang="en-US"/>
                </a:p>
              </p:txBody>
            </p:sp>
            <p:sp>
              <p:nvSpPr>
                <p:cNvPr id="104588" name="Line 114"/>
                <p:cNvSpPr>
                  <a:spLocks noChangeShapeType="1"/>
                </p:cNvSpPr>
                <p:nvPr/>
              </p:nvSpPr>
              <p:spPr bwMode="auto">
                <a:xfrm>
                  <a:off x="2015" y="2371"/>
                  <a:ext cx="24" cy="1"/>
                </a:xfrm>
                <a:prstGeom prst="line">
                  <a:avLst/>
                </a:prstGeom>
                <a:grpFill/>
                <a:ln w="12700">
                  <a:solidFill>
                    <a:schemeClr val="bg1">
                      <a:lumMod val="65000"/>
                    </a:schemeClr>
                  </a:solidFill>
                  <a:round/>
                  <a:headEnd/>
                  <a:tailEnd/>
                </a:ln>
              </p:spPr>
              <p:txBody>
                <a:bodyPr/>
                <a:lstStyle/>
                <a:p>
                  <a:endParaRPr lang="en-US"/>
                </a:p>
              </p:txBody>
            </p:sp>
            <p:sp>
              <p:nvSpPr>
                <p:cNvPr id="104589" name="Line 115"/>
                <p:cNvSpPr>
                  <a:spLocks noChangeShapeType="1"/>
                </p:cNvSpPr>
                <p:nvPr/>
              </p:nvSpPr>
              <p:spPr bwMode="auto">
                <a:xfrm>
                  <a:off x="2071" y="2371"/>
                  <a:ext cx="24" cy="1"/>
                </a:xfrm>
                <a:prstGeom prst="line">
                  <a:avLst/>
                </a:prstGeom>
                <a:grpFill/>
                <a:ln w="12700">
                  <a:solidFill>
                    <a:schemeClr val="bg1">
                      <a:lumMod val="65000"/>
                    </a:schemeClr>
                  </a:solidFill>
                  <a:round/>
                  <a:headEnd/>
                  <a:tailEnd/>
                </a:ln>
              </p:spPr>
              <p:txBody>
                <a:bodyPr/>
                <a:lstStyle/>
                <a:p>
                  <a:endParaRPr lang="en-US"/>
                </a:p>
              </p:txBody>
            </p:sp>
            <p:sp>
              <p:nvSpPr>
                <p:cNvPr id="104590" name="Line 116"/>
                <p:cNvSpPr>
                  <a:spLocks noChangeShapeType="1"/>
                </p:cNvSpPr>
                <p:nvPr/>
              </p:nvSpPr>
              <p:spPr bwMode="auto">
                <a:xfrm>
                  <a:off x="2127" y="2371"/>
                  <a:ext cx="24" cy="1"/>
                </a:xfrm>
                <a:prstGeom prst="line">
                  <a:avLst/>
                </a:prstGeom>
                <a:grpFill/>
                <a:ln w="12700">
                  <a:solidFill>
                    <a:schemeClr val="bg1">
                      <a:lumMod val="65000"/>
                    </a:schemeClr>
                  </a:solidFill>
                  <a:round/>
                  <a:headEnd/>
                  <a:tailEnd/>
                </a:ln>
              </p:spPr>
              <p:txBody>
                <a:bodyPr/>
                <a:lstStyle/>
                <a:p>
                  <a:endParaRPr lang="en-US"/>
                </a:p>
              </p:txBody>
            </p:sp>
            <p:sp>
              <p:nvSpPr>
                <p:cNvPr id="104591" name="Line 117"/>
                <p:cNvSpPr>
                  <a:spLocks noChangeShapeType="1"/>
                </p:cNvSpPr>
                <p:nvPr/>
              </p:nvSpPr>
              <p:spPr bwMode="auto">
                <a:xfrm>
                  <a:off x="2183" y="2371"/>
                  <a:ext cx="24" cy="1"/>
                </a:xfrm>
                <a:prstGeom prst="line">
                  <a:avLst/>
                </a:prstGeom>
                <a:grpFill/>
                <a:ln w="12700">
                  <a:solidFill>
                    <a:schemeClr val="bg1">
                      <a:lumMod val="65000"/>
                    </a:schemeClr>
                  </a:solidFill>
                  <a:round/>
                  <a:headEnd/>
                  <a:tailEnd/>
                </a:ln>
              </p:spPr>
              <p:txBody>
                <a:bodyPr/>
                <a:lstStyle/>
                <a:p>
                  <a:endParaRPr lang="en-US"/>
                </a:p>
              </p:txBody>
            </p:sp>
            <p:sp>
              <p:nvSpPr>
                <p:cNvPr id="104592" name="Line 118"/>
                <p:cNvSpPr>
                  <a:spLocks noChangeShapeType="1"/>
                </p:cNvSpPr>
                <p:nvPr/>
              </p:nvSpPr>
              <p:spPr bwMode="auto">
                <a:xfrm>
                  <a:off x="2239" y="2371"/>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479" name="Group 119"/>
            <p:cNvGrpSpPr>
              <a:grpSpLocks/>
            </p:cNvGrpSpPr>
            <p:nvPr/>
          </p:nvGrpSpPr>
          <p:grpSpPr bwMode="auto">
            <a:xfrm>
              <a:off x="1497" y="2339"/>
              <a:ext cx="415" cy="56"/>
              <a:chOff x="1497" y="2339"/>
              <a:chExt cx="415" cy="56"/>
            </a:xfrm>
            <a:grpFill/>
          </p:grpSpPr>
          <p:sp>
            <p:nvSpPr>
              <p:cNvPr id="104577" name="Freeform 120"/>
              <p:cNvSpPr>
                <a:spLocks/>
              </p:cNvSpPr>
              <p:nvPr/>
            </p:nvSpPr>
            <p:spPr bwMode="auto">
              <a:xfrm>
                <a:off x="1800" y="2339"/>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4578" name="Group 121"/>
              <p:cNvGrpSpPr>
                <a:grpSpLocks/>
              </p:cNvGrpSpPr>
              <p:nvPr/>
            </p:nvGrpSpPr>
            <p:grpSpPr bwMode="auto">
              <a:xfrm>
                <a:off x="1497" y="2371"/>
                <a:ext cx="295" cy="1"/>
                <a:chOff x="1497" y="2371"/>
                <a:chExt cx="295" cy="1"/>
              </a:xfrm>
              <a:grpFill/>
            </p:grpSpPr>
            <p:sp>
              <p:nvSpPr>
                <p:cNvPr id="104579" name="Line 122"/>
                <p:cNvSpPr>
                  <a:spLocks noChangeShapeType="1"/>
                </p:cNvSpPr>
                <p:nvPr/>
              </p:nvSpPr>
              <p:spPr bwMode="auto">
                <a:xfrm>
                  <a:off x="1497" y="2371"/>
                  <a:ext cx="23" cy="1"/>
                </a:xfrm>
                <a:prstGeom prst="line">
                  <a:avLst/>
                </a:prstGeom>
                <a:grpFill/>
                <a:ln w="12700">
                  <a:solidFill>
                    <a:schemeClr val="bg1">
                      <a:lumMod val="65000"/>
                    </a:schemeClr>
                  </a:solidFill>
                  <a:round/>
                  <a:headEnd/>
                  <a:tailEnd/>
                </a:ln>
              </p:spPr>
              <p:txBody>
                <a:bodyPr/>
                <a:lstStyle/>
                <a:p>
                  <a:endParaRPr lang="en-US"/>
                </a:p>
              </p:txBody>
            </p:sp>
            <p:sp>
              <p:nvSpPr>
                <p:cNvPr id="104580" name="Line 123"/>
                <p:cNvSpPr>
                  <a:spLocks noChangeShapeType="1"/>
                </p:cNvSpPr>
                <p:nvPr/>
              </p:nvSpPr>
              <p:spPr bwMode="auto">
                <a:xfrm>
                  <a:off x="1552" y="2371"/>
                  <a:ext cx="24" cy="1"/>
                </a:xfrm>
                <a:prstGeom prst="line">
                  <a:avLst/>
                </a:prstGeom>
                <a:grpFill/>
                <a:ln w="12700">
                  <a:solidFill>
                    <a:schemeClr val="bg1">
                      <a:lumMod val="65000"/>
                    </a:schemeClr>
                  </a:solidFill>
                  <a:round/>
                  <a:headEnd/>
                  <a:tailEnd/>
                </a:ln>
              </p:spPr>
              <p:txBody>
                <a:bodyPr/>
                <a:lstStyle/>
                <a:p>
                  <a:endParaRPr lang="en-US"/>
                </a:p>
              </p:txBody>
            </p:sp>
            <p:sp>
              <p:nvSpPr>
                <p:cNvPr id="104581" name="Line 124"/>
                <p:cNvSpPr>
                  <a:spLocks noChangeShapeType="1"/>
                </p:cNvSpPr>
                <p:nvPr/>
              </p:nvSpPr>
              <p:spPr bwMode="auto">
                <a:xfrm>
                  <a:off x="1608" y="2371"/>
                  <a:ext cx="24" cy="1"/>
                </a:xfrm>
                <a:prstGeom prst="line">
                  <a:avLst/>
                </a:prstGeom>
                <a:grpFill/>
                <a:ln w="12700">
                  <a:solidFill>
                    <a:schemeClr val="bg1">
                      <a:lumMod val="65000"/>
                    </a:schemeClr>
                  </a:solidFill>
                  <a:round/>
                  <a:headEnd/>
                  <a:tailEnd/>
                </a:ln>
              </p:spPr>
              <p:txBody>
                <a:bodyPr/>
                <a:lstStyle/>
                <a:p>
                  <a:endParaRPr lang="en-US"/>
                </a:p>
              </p:txBody>
            </p:sp>
            <p:sp>
              <p:nvSpPr>
                <p:cNvPr id="104582" name="Line 125"/>
                <p:cNvSpPr>
                  <a:spLocks noChangeShapeType="1"/>
                </p:cNvSpPr>
                <p:nvPr/>
              </p:nvSpPr>
              <p:spPr bwMode="auto">
                <a:xfrm>
                  <a:off x="1664" y="2371"/>
                  <a:ext cx="24" cy="1"/>
                </a:xfrm>
                <a:prstGeom prst="line">
                  <a:avLst/>
                </a:prstGeom>
                <a:grpFill/>
                <a:ln w="12700">
                  <a:solidFill>
                    <a:schemeClr val="bg1">
                      <a:lumMod val="65000"/>
                    </a:schemeClr>
                  </a:solidFill>
                  <a:round/>
                  <a:headEnd/>
                  <a:tailEnd/>
                </a:ln>
              </p:spPr>
              <p:txBody>
                <a:bodyPr/>
                <a:lstStyle/>
                <a:p>
                  <a:endParaRPr lang="en-US"/>
                </a:p>
              </p:txBody>
            </p:sp>
            <p:sp>
              <p:nvSpPr>
                <p:cNvPr id="104583" name="Line 126"/>
                <p:cNvSpPr>
                  <a:spLocks noChangeShapeType="1"/>
                </p:cNvSpPr>
                <p:nvPr/>
              </p:nvSpPr>
              <p:spPr bwMode="auto">
                <a:xfrm>
                  <a:off x="1720" y="2371"/>
                  <a:ext cx="24" cy="1"/>
                </a:xfrm>
                <a:prstGeom prst="line">
                  <a:avLst/>
                </a:prstGeom>
                <a:grpFill/>
                <a:ln w="12700">
                  <a:solidFill>
                    <a:schemeClr val="bg1">
                      <a:lumMod val="65000"/>
                    </a:schemeClr>
                  </a:solidFill>
                  <a:round/>
                  <a:headEnd/>
                  <a:tailEnd/>
                </a:ln>
              </p:spPr>
              <p:txBody>
                <a:bodyPr/>
                <a:lstStyle/>
                <a:p>
                  <a:endParaRPr lang="en-US"/>
                </a:p>
              </p:txBody>
            </p:sp>
            <p:sp>
              <p:nvSpPr>
                <p:cNvPr id="104584" name="Line 127"/>
                <p:cNvSpPr>
                  <a:spLocks noChangeShapeType="1"/>
                </p:cNvSpPr>
                <p:nvPr/>
              </p:nvSpPr>
              <p:spPr bwMode="auto">
                <a:xfrm>
                  <a:off x="1776" y="2371"/>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480" name="Group 128"/>
            <p:cNvGrpSpPr>
              <a:grpSpLocks/>
            </p:cNvGrpSpPr>
            <p:nvPr/>
          </p:nvGrpSpPr>
          <p:grpSpPr bwMode="auto">
            <a:xfrm>
              <a:off x="1489" y="2650"/>
              <a:ext cx="423" cy="56"/>
              <a:chOff x="1489" y="2650"/>
              <a:chExt cx="423" cy="56"/>
            </a:xfrm>
            <a:grpFill/>
          </p:grpSpPr>
          <p:sp>
            <p:nvSpPr>
              <p:cNvPr id="104569" name="Freeform 129"/>
              <p:cNvSpPr>
                <a:spLocks/>
              </p:cNvSpPr>
              <p:nvPr/>
            </p:nvSpPr>
            <p:spPr bwMode="auto">
              <a:xfrm>
                <a:off x="1792" y="2650"/>
                <a:ext cx="120" cy="56"/>
              </a:xfrm>
              <a:custGeom>
                <a:avLst/>
                <a:gdLst>
                  <a:gd name="T0" fmla="*/ 120 w 120"/>
                  <a:gd name="T1" fmla="*/ 24 h 56"/>
                  <a:gd name="T2" fmla="*/ 0 w 120"/>
                  <a:gd name="T3" fmla="*/ 56 h 56"/>
                  <a:gd name="T4" fmla="*/ 0 w 120"/>
                  <a:gd name="T5" fmla="*/ 24 h 56"/>
                  <a:gd name="T6" fmla="*/ 0 w 120"/>
                  <a:gd name="T7" fmla="*/ 0 h 56"/>
                  <a:gd name="T8" fmla="*/ 120 w 120"/>
                  <a:gd name="T9" fmla="*/ 24 h 56"/>
                  <a:gd name="T10" fmla="*/ 0 60000 65536"/>
                  <a:gd name="T11" fmla="*/ 0 60000 65536"/>
                  <a:gd name="T12" fmla="*/ 0 60000 65536"/>
                  <a:gd name="T13" fmla="*/ 0 60000 65536"/>
                  <a:gd name="T14" fmla="*/ 0 60000 65536"/>
                  <a:gd name="T15" fmla="*/ 0 w 120"/>
                  <a:gd name="T16" fmla="*/ 0 h 56"/>
                  <a:gd name="T17" fmla="*/ 120 w 120"/>
                  <a:gd name="T18" fmla="*/ 56 h 56"/>
                </a:gdLst>
                <a:ahLst/>
                <a:cxnLst>
                  <a:cxn ang="T10">
                    <a:pos x="T0" y="T1"/>
                  </a:cxn>
                  <a:cxn ang="T11">
                    <a:pos x="T2" y="T3"/>
                  </a:cxn>
                  <a:cxn ang="T12">
                    <a:pos x="T4" y="T5"/>
                  </a:cxn>
                  <a:cxn ang="T13">
                    <a:pos x="T6" y="T7"/>
                  </a:cxn>
                  <a:cxn ang="T14">
                    <a:pos x="T8" y="T9"/>
                  </a:cxn>
                </a:cxnLst>
                <a:rect l="T15" t="T16" r="T17" b="T18"/>
                <a:pathLst>
                  <a:path w="120" h="56">
                    <a:moveTo>
                      <a:pt x="120" y="24"/>
                    </a:moveTo>
                    <a:lnTo>
                      <a:pt x="0" y="56"/>
                    </a:lnTo>
                    <a:lnTo>
                      <a:pt x="0" y="24"/>
                    </a:lnTo>
                    <a:lnTo>
                      <a:pt x="0" y="0"/>
                    </a:lnTo>
                    <a:lnTo>
                      <a:pt x="120" y="24"/>
                    </a:lnTo>
                    <a:close/>
                  </a:path>
                </a:pathLst>
              </a:custGeom>
              <a:grpFill/>
              <a:ln w="9525">
                <a:solidFill>
                  <a:schemeClr val="bg1">
                    <a:lumMod val="65000"/>
                  </a:schemeClr>
                </a:solidFill>
                <a:round/>
                <a:headEnd/>
                <a:tailEnd/>
              </a:ln>
            </p:spPr>
            <p:txBody>
              <a:bodyPr/>
              <a:lstStyle/>
              <a:p>
                <a:endParaRPr lang="en-US"/>
              </a:p>
            </p:txBody>
          </p:sp>
          <p:grpSp>
            <p:nvGrpSpPr>
              <p:cNvPr id="104570" name="Group 130"/>
              <p:cNvGrpSpPr>
                <a:grpSpLocks/>
              </p:cNvGrpSpPr>
              <p:nvPr/>
            </p:nvGrpSpPr>
            <p:grpSpPr bwMode="auto">
              <a:xfrm>
                <a:off x="1489" y="2674"/>
                <a:ext cx="295" cy="1"/>
                <a:chOff x="1489" y="2674"/>
                <a:chExt cx="295" cy="1"/>
              </a:xfrm>
              <a:grpFill/>
            </p:grpSpPr>
            <p:sp>
              <p:nvSpPr>
                <p:cNvPr id="104571" name="Line 131"/>
                <p:cNvSpPr>
                  <a:spLocks noChangeShapeType="1"/>
                </p:cNvSpPr>
                <p:nvPr/>
              </p:nvSpPr>
              <p:spPr bwMode="auto">
                <a:xfrm>
                  <a:off x="1489" y="2674"/>
                  <a:ext cx="24" cy="1"/>
                </a:xfrm>
                <a:prstGeom prst="line">
                  <a:avLst/>
                </a:prstGeom>
                <a:grpFill/>
                <a:ln w="12700">
                  <a:solidFill>
                    <a:schemeClr val="bg1">
                      <a:lumMod val="65000"/>
                    </a:schemeClr>
                  </a:solidFill>
                  <a:round/>
                  <a:headEnd/>
                  <a:tailEnd/>
                </a:ln>
              </p:spPr>
              <p:txBody>
                <a:bodyPr/>
                <a:lstStyle/>
                <a:p>
                  <a:endParaRPr lang="en-US"/>
                </a:p>
              </p:txBody>
            </p:sp>
            <p:sp>
              <p:nvSpPr>
                <p:cNvPr id="104572" name="Line 132"/>
                <p:cNvSpPr>
                  <a:spLocks noChangeShapeType="1"/>
                </p:cNvSpPr>
                <p:nvPr/>
              </p:nvSpPr>
              <p:spPr bwMode="auto">
                <a:xfrm>
                  <a:off x="1544" y="2674"/>
                  <a:ext cx="24" cy="1"/>
                </a:xfrm>
                <a:prstGeom prst="line">
                  <a:avLst/>
                </a:prstGeom>
                <a:grpFill/>
                <a:ln w="12700">
                  <a:solidFill>
                    <a:schemeClr val="bg1">
                      <a:lumMod val="65000"/>
                    </a:schemeClr>
                  </a:solidFill>
                  <a:round/>
                  <a:headEnd/>
                  <a:tailEnd/>
                </a:ln>
              </p:spPr>
              <p:txBody>
                <a:bodyPr/>
                <a:lstStyle/>
                <a:p>
                  <a:endParaRPr lang="en-US"/>
                </a:p>
              </p:txBody>
            </p:sp>
            <p:sp>
              <p:nvSpPr>
                <p:cNvPr id="104573" name="Line 133"/>
                <p:cNvSpPr>
                  <a:spLocks noChangeShapeType="1"/>
                </p:cNvSpPr>
                <p:nvPr/>
              </p:nvSpPr>
              <p:spPr bwMode="auto">
                <a:xfrm>
                  <a:off x="1600" y="2674"/>
                  <a:ext cx="24" cy="1"/>
                </a:xfrm>
                <a:prstGeom prst="line">
                  <a:avLst/>
                </a:prstGeom>
                <a:grpFill/>
                <a:ln w="12700">
                  <a:solidFill>
                    <a:schemeClr val="bg1">
                      <a:lumMod val="65000"/>
                    </a:schemeClr>
                  </a:solidFill>
                  <a:round/>
                  <a:headEnd/>
                  <a:tailEnd/>
                </a:ln>
              </p:spPr>
              <p:txBody>
                <a:bodyPr/>
                <a:lstStyle/>
                <a:p>
                  <a:endParaRPr lang="en-US"/>
                </a:p>
              </p:txBody>
            </p:sp>
            <p:sp>
              <p:nvSpPr>
                <p:cNvPr id="104574" name="Line 134"/>
                <p:cNvSpPr>
                  <a:spLocks noChangeShapeType="1"/>
                </p:cNvSpPr>
                <p:nvPr/>
              </p:nvSpPr>
              <p:spPr bwMode="auto">
                <a:xfrm>
                  <a:off x="1656" y="2674"/>
                  <a:ext cx="24" cy="1"/>
                </a:xfrm>
                <a:prstGeom prst="line">
                  <a:avLst/>
                </a:prstGeom>
                <a:grpFill/>
                <a:ln w="12700">
                  <a:solidFill>
                    <a:schemeClr val="bg1">
                      <a:lumMod val="65000"/>
                    </a:schemeClr>
                  </a:solidFill>
                  <a:round/>
                  <a:headEnd/>
                  <a:tailEnd/>
                </a:ln>
              </p:spPr>
              <p:txBody>
                <a:bodyPr/>
                <a:lstStyle/>
                <a:p>
                  <a:endParaRPr lang="en-US"/>
                </a:p>
              </p:txBody>
            </p:sp>
            <p:sp>
              <p:nvSpPr>
                <p:cNvPr id="104575" name="Line 135"/>
                <p:cNvSpPr>
                  <a:spLocks noChangeShapeType="1"/>
                </p:cNvSpPr>
                <p:nvPr/>
              </p:nvSpPr>
              <p:spPr bwMode="auto">
                <a:xfrm>
                  <a:off x="1712" y="2674"/>
                  <a:ext cx="24" cy="1"/>
                </a:xfrm>
                <a:prstGeom prst="line">
                  <a:avLst/>
                </a:prstGeom>
                <a:grpFill/>
                <a:ln w="12700">
                  <a:solidFill>
                    <a:schemeClr val="bg1">
                      <a:lumMod val="65000"/>
                    </a:schemeClr>
                  </a:solidFill>
                  <a:round/>
                  <a:headEnd/>
                  <a:tailEnd/>
                </a:ln>
              </p:spPr>
              <p:txBody>
                <a:bodyPr/>
                <a:lstStyle/>
                <a:p>
                  <a:endParaRPr lang="en-US"/>
                </a:p>
              </p:txBody>
            </p:sp>
            <p:sp>
              <p:nvSpPr>
                <p:cNvPr id="104576" name="Line 136"/>
                <p:cNvSpPr>
                  <a:spLocks noChangeShapeType="1"/>
                </p:cNvSpPr>
                <p:nvPr/>
              </p:nvSpPr>
              <p:spPr bwMode="auto">
                <a:xfrm>
                  <a:off x="1768" y="2674"/>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481" name="Group 137"/>
            <p:cNvGrpSpPr>
              <a:grpSpLocks/>
            </p:cNvGrpSpPr>
            <p:nvPr/>
          </p:nvGrpSpPr>
          <p:grpSpPr bwMode="auto">
            <a:xfrm>
              <a:off x="1968" y="2650"/>
              <a:ext cx="415" cy="56"/>
              <a:chOff x="1968" y="2650"/>
              <a:chExt cx="415" cy="56"/>
            </a:xfrm>
            <a:grpFill/>
          </p:grpSpPr>
          <p:sp>
            <p:nvSpPr>
              <p:cNvPr id="104561" name="Freeform 138"/>
              <p:cNvSpPr>
                <a:spLocks/>
              </p:cNvSpPr>
              <p:nvPr/>
            </p:nvSpPr>
            <p:spPr bwMode="auto">
              <a:xfrm>
                <a:off x="2271" y="2650"/>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lumMod val="65000"/>
                  </a:schemeClr>
                </a:solidFill>
                <a:round/>
                <a:headEnd/>
                <a:tailEnd/>
              </a:ln>
            </p:spPr>
            <p:txBody>
              <a:bodyPr/>
              <a:lstStyle/>
              <a:p>
                <a:endParaRPr lang="en-US"/>
              </a:p>
            </p:txBody>
          </p:sp>
          <p:grpSp>
            <p:nvGrpSpPr>
              <p:cNvPr id="104562" name="Group 139"/>
              <p:cNvGrpSpPr>
                <a:grpSpLocks/>
              </p:cNvGrpSpPr>
              <p:nvPr/>
            </p:nvGrpSpPr>
            <p:grpSpPr bwMode="auto">
              <a:xfrm>
                <a:off x="1968" y="2674"/>
                <a:ext cx="295" cy="1"/>
                <a:chOff x="1968" y="2674"/>
                <a:chExt cx="295" cy="1"/>
              </a:xfrm>
              <a:grpFill/>
            </p:grpSpPr>
            <p:sp>
              <p:nvSpPr>
                <p:cNvPr id="104563" name="Line 140"/>
                <p:cNvSpPr>
                  <a:spLocks noChangeShapeType="1"/>
                </p:cNvSpPr>
                <p:nvPr/>
              </p:nvSpPr>
              <p:spPr bwMode="auto">
                <a:xfrm>
                  <a:off x="1968" y="2674"/>
                  <a:ext cx="24" cy="1"/>
                </a:xfrm>
                <a:prstGeom prst="line">
                  <a:avLst/>
                </a:prstGeom>
                <a:grpFill/>
                <a:ln w="12700">
                  <a:solidFill>
                    <a:schemeClr val="bg1">
                      <a:lumMod val="65000"/>
                    </a:schemeClr>
                  </a:solidFill>
                  <a:round/>
                  <a:headEnd/>
                  <a:tailEnd/>
                </a:ln>
              </p:spPr>
              <p:txBody>
                <a:bodyPr/>
                <a:lstStyle/>
                <a:p>
                  <a:endParaRPr lang="en-US"/>
                </a:p>
              </p:txBody>
            </p:sp>
            <p:sp>
              <p:nvSpPr>
                <p:cNvPr id="104564" name="Line 141"/>
                <p:cNvSpPr>
                  <a:spLocks noChangeShapeType="1"/>
                </p:cNvSpPr>
                <p:nvPr/>
              </p:nvSpPr>
              <p:spPr bwMode="auto">
                <a:xfrm>
                  <a:off x="2023" y="2674"/>
                  <a:ext cx="24" cy="1"/>
                </a:xfrm>
                <a:prstGeom prst="line">
                  <a:avLst/>
                </a:prstGeom>
                <a:grpFill/>
                <a:ln w="12700">
                  <a:solidFill>
                    <a:schemeClr val="bg1">
                      <a:lumMod val="65000"/>
                    </a:schemeClr>
                  </a:solidFill>
                  <a:round/>
                  <a:headEnd/>
                  <a:tailEnd/>
                </a:ln>
              </p:spPr>
              <p:txBody>
                <a:bodyPr/>
                <a:lstStyle/>
                <a:p>
                  <a:endParaRPr lang="en-US"/>
                </a:p>
              </p:txBody>
            </p:sp>
            <p:sp>
              <p:nvSpPr>
                <p:cNvPr id="104565" name="Line 142"/>
                <p:cNvSpPr>
                  <a:spLocks noChangeShapeType="1"/>
                </p:cNvSpPr>
                <p:nvPr/>
              </p:nvSpPr>
              <p:spPr bwMode="auto">
                <a:xfrm>
                  <a:off x="2079" y="2674"/>
                  <a:ext cx="24" cy="1"/>
                </a:xfrm>
                <a:prstGeom prst="line">
                  <a:avLst/>
                </a:prstGeom>
                <a:grpFill/>
                <a:ln w="12700">
                  <a:solidFill>
                    <a:schemeClr val="bg1">
                      <a:lumMod val="65000"/>
                    </a:schemeClr>
                  </a:solidFill>
                  <a:round/>
                  <a:headEnd/>
                  <a:tailEnd/>
                </a:ln>
              </p:spPr>
              <p:txBody>
                <a:bodyPr/>
                <a:lstStyle/>
                <a:p>
                  <a:endParaRPr lang="en-US"/>
                </a:p>
              </p:txBody>
            </p:sp>
            <p:sp>
              <p:nvSpPr>
                <p:cNvPr id="104566" name="Line 143"/>
                <p:cNvSpPr>
                  <a:spLocks noChangeShapeType="1"/>
                </p:cNvSpPr>
                <p:nvPr/>
              </p:nvSpPr>
              <p:spPr bwMode="auto">
                <a:xfrm>
                  <a:off x="2135" y="2674"/>
                  <a:ext cx="24" cy="1"/>
                </a:xfrm>
                <a:prstGeom prst="line">
                  <a:avLst/>
                </a:prstGeom>
                <a:grpFill/>
                <a:ln w="12700">
                  <a:solidFill>
                    <a:schemeClr val="bg1">
                      <a:lumMod val="65000"/>
                    </a:schemeClr>
                  </a:solidFill>
                  <a:round/>
                  <a:headEnd/>
                  <a:tailEnd/>
                </a:ln>
              </p:spPr>
              <p:txBody>
                <a:bodyPr/>
                <a:lstStyle/>
                <a:p>
                  <a:endParaRPr lang="en-US"/>
                </a:p>
              </p:txBody>
            </p:sp>
            <p:sp>
              <p:nvSpPr>
                <p:cNvPr id="104567" name="Line 144"/>
                <p:cNvSpPr>
                  <a:spLocks noChangeShapeType="1"/>
                </p:cNvSpPr>
                <p:nvPr/>
              </p:nvSpPr>
              <p:spPr bwMode="auto">
                <a:xfrm>
                  <a:off x="2191" y="2674"/>
                  <a:ext cx="24" cy="1"/>
                </a:xfrm>
                <a:prstGeom prst="line">
                  <a:avLst/>
                </a:prstGeom>
                <a:grpFill/>
                <a:ln w="12700">
                  <a:solidFill>
                    <a:schemeClr val="bg1">
                      <a:lumMod val="65000"/>
                    </a:schemeClr>
                  </a:solidFill>
                  <a:round/>
                  <a:headEnd/>
                  <a:tailEnd/>
                </a:ln>
              </p:spPr>
              <p:txBody>
                <a:bodyPr/>
                <a:lstStyle/>
                <a:p>
                  <a:endParaRPr lang="en-US"/>
                </a:p>
              </p:txBody>
            </p:sp>
            <p:sp>
              <p:nvSpPr>
                <p:cNvPr id="104568" name="Line 145"/>
                <p:cNvSpPr>
                  <a:spLocks noChangeShapeType="1"/>
                </p:cNvSpPr>
                <p:nvPr/>
              </p:nvSpPr>
              <p:spPr bwMode="auto">
                <a:xfrm>
                  <a:off x="2247" y="2674"/>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482" name="Group 146"/>
            <p:cNvGrpSpPr>
              <a:grpSpLocks/>
            </p:cNvGrpSpPr>
            <p:nvPr/>
          </p:nvGrpSpPr>
          <p:grpSpPr bwMode="auto">
            <a:xfrm>
              <a:off x="1489" y="2953"/>
              <a:ext cx="423" cy="56"/>
              <a:chOff x="1489" y="2953"/>
              <a:chExt cx="423" cy="56"/>
            </a:xfrm>
            <a:grpFill/>
          </p:grpSpPr>
          <p:sp>
            <p:nvSpPr>
              <p:cNvPr id="104553" name="Freeform 147"/>
              <p:cNvSpPr>
                <a:spLocks/>
              </p:cNvSpPr>
              <p:nvPr/>
            </p:nvSpPr>
            <p:spPr bwMode="auto">
              <a:xfrm>
                <a:off x="1792" y="2953"/>
                <a:ext cx="120" cy="56"/>
              </a:xfrm>
              <a:custGeom>
                <a:avLst/>
                <a:gdLst>
                  <a:gd name="T0" fmla="*/ 120 w 120"/>
                  <a:gd name="T1" fmla="*/ 32 h 56"/>
                  <a:gd name="T2" fmla="*/ 0 w 120"/>
                  <a:gd name="T3" fmla="*/ 56 h 56"/>
                  <a:gd name="T4" fmla="*/ 0 w 120"/>
                  <a:gd name="T5" fmla="*/ 32 h 56"/>
                  <a:gd name="T6" fmla="*/ 0 w 120"/>
                  <a:gd name="T7" fmla="*/ 0 h 56"/>
                  <a:gd name="T8" fmla="*/ 120 w 120"/>
                  <a:gd name="T9" fmla="*/ 32 h 56"/>
                  <a:gd name="T10" fmla="*/ 0 60000 65536"/>
                  <a:gd name="T11" fmla="*/ 0 60000 65536"/>
                  <a:gd name="T12" fmla="*/ 0 60000 65536"/>
                  <a:gd name="T13" fmla="*/ 0 60000 65536"/>
                  <a:gd name="T14" fmla="*/ 0 60000 65536"/>
                  <a:gd name="T15" fmla="*/ 0 w 120"/>
                  <a:gd name="T16" fmla="*/ 0 h 56"/>
                  <a:gd name="T17" fmla="*/ 120 w 120"/>
                  <a:gd name="T18" fmla="*/ 56 h 56"/>
                </a:gdLst>
                <a:ahLst/>
                <a:cxnLst>
                  <a:cxn ang="T10">
                    <a:pos x="T0" y="T1"/>
                  </a:cxn>
                  <a:cxn ang="T11">
                    <a:pos x="T2" y="T3"/>
                  </a:cxn>
                  <a:cxn ang="T12">
                    <a:pos x="T4" y="T5"/>
                  </a:cxn>
                  <a:cxn ang="T13">
                    <a:pos x="T6" y="T7"/>
                  </a:cxn>
                  <a:cxn ang="T14">
                    <a:pos x="T8" y="T9"/>
                  </a:cxn>
                </a:cxnLst>
                <a:rect l="T15" t="T16" r="T17" b="T18"/>
                <a:pathLst>
                  <a:path w="120" h="56">
                    <a:moveTo>
                      <a:pt x="120" y="32"/>
                    </a:moveTo>
                    <a:lnTo>
                      <a:pt x="0" y="56"/>
                    </a:lnTo>
                    <a:lnTo>
                      <a:pt x="0" y="32"/>
                    </a:lnTo>
                    <a:lnTo>
                      <a:pt x="0" y="0"/>
                    </a:lnTo>
                    <a:lnTo>
                      <a:pt x="120" y="32"/>
                    </a:lnTo>
                    <a:close/>
                  </a:path>
                </a:pathLst>
              </a:custGeom>
              <a:grpFill/>
              <a:ln w="9525">
                <a:solidFill>
                  <a:schemeClr val="bg1">
                    <a:lumMod val="65000"/>
                  </a:schemeClr>
                </a:solidFill>
                <a:round/>
                <a:headEnd/>
                <a:tailEnd/>
              </a:ln>
            </p:spPr>
            <p:txBody>
              <a:bodyPr/>
              <a:lstStyle/>
              <a:p>
                <a:endParaRPr lang="en-US"/>
              </a:p>
            </p:txBody>
          </p:sp>
          <p:grpSp>
            <p:nvGrpSpPr>
              <p:cNvPr id="104554" name="Group 148"/>
              <p:cNvGrpSpPr>
                <a:grpSpLocks/>
              </p:cNvGrpSpPr>
              <p:nvPr/>
            </p:nvGrpSpPr>
            <p:grpSpPr bwMode="auto">
              <a:xfrm>
                <a:off x="1489" y="2985"/>
                <a:ext cx="295" cy="1"/>
                <a:chOff x="1489" y="2985"/>
                <a:chExt cx="295" cy="1"/>
              </a:xfrm>
              <a:grpFill/>
            </p:grpSpPr>
            <p:sp>
              <p:nvSpPr>
                <p:cNvPr id="104555" name="Line 149"/>
                <p:cNvSpPr>
                  <a:spLocks noChangeShapeType="1"/>
                </p:cNvSpPr>
                <p:nvPr/>
              </p:nvSpPr>
              <p:spPr bwMode="auto">
                <a:xfrm>
                  <a:off x="1489" y="2985"/>
                  <a:ext cx="24" cy="1"/>
                </a:xfrm>
                <a:prstGeom prst="line">
                  <a:avLst/>
                </a:prstGeom>
                <a:grpFill/>
                <a:ln w="12700">
                  <a:solidFill>
                    <a:schemeClr val="bg1">
                      <a:lumMod val="65000"/>
                    </a:schemeClr>
                  </a:solidFill>
                  <a:round/>
                  <a:headEnd/>
                  <a:tailEnd/>
                </a:ln>
              </p:spPr>
              <p:txBody>
                <a:bodyPr/>
                <a:lstStyle/>
                <a:p>
                  <a:endParaRPr lang="en-US"/>
                </a:p>
              </p:txBody>
            </p:sp>
            <p:sp>
              <p:nvSpPr>
                <p:cNvPr id="104556" name="Line 150"/>
                <p:cNvSpPr>
                  <a:spLocks noChangeShapeType="1"/>
                </p:cNvSpPr>
                <p:nvPr/>
              </p:nvSpPr>
              <p:spPr bwMode="auto">
                <a:xfrm>
                  <a:off x="1544" y="2985"/>
                  <a:ext cx="24" cy="1"/>
                </a:xfrm>
                <a:prstGeom prst="line">
                  <a:avLst/>
                </a:prstGeom>
                <a:grpFill/>
                <a:ln w="12700">
                  <a:solidFill>
                    <a:schemeClr val="bg1">
                      <a:lumMod val="65000"/>
                    </a:schemeClr>
                  </a:solidFill>
                  <a:round/>
                  <a:headEnd/>
                  <a:tailEnd/>
                </a:ln>
              </p:spPr>
              <p:txBody>
                <a:bodyPr/>
                <a:lstStyle/>
                <a:p>
                  <a:endParaRPr lang="en-US"/>
                </a:p>
              </p:txBody>
            </p:sp>
            <p:sp>
              <p:nvSpPr>
                <p:cNvPr id="104557" name="Line 151"/>
                <p:cNvSpPr>
                  <a:spLocks noChangeShapeType="1"/>
                </p:cNvSpPr>
                <p:nvPr/>
              </p:nvSpPr>
              <p:spPr bwMode="auto">
                <a:xfrm>
                  <a:off x="1600" y="2985"/>
                  <a:ext cx="24" cy="1"/>
                </a:xfrm>
                <a:prstGeom prst="line">
                  <a:avLst/>
                </a:prstGeom>
                <a:grpFill/>
                <a:ln w="12700">
                  <a:solidFill>
                    <a:schemeClr val="bg1">
                      <a:lumMod val="65000"/>
                    </a:schemeClr>
                  </a:solidFill>
                  <a:round/>
                  <a:headEnd/>
                  <a:tailEnd/>
                </a:ln>
              </p:spPr>
              <p:txBody>
                <a:bodyPr/>
                <a:lstStyle/>
                <a:p>
                  <a:endParaRPr lang="en-US"/>
                </a:p>
              </p:txBody>
            </p:sp>
            <p:sp>
              <p:nvSpPr>
                <p:cNvPr id="104558" name="Line 152"/>
                <p:cNvSpPr>
                  <a:spLocks noChangeShapeType="1"/>
                </p:cNvSpPr>
                <p:nvPr/>
              </p:nvSpPr>
              <p:spPr bwMode="auto">
                <a:xfrm>
                  <a:off x="1656" y="2985"/>
                  <a:ext cx="24" cy="1"/>
                </a:xfrm>
                <a:prstGeom prst="line">
                  <a:avLst/>
                </a:prstGeom>
                <a:grpFill/>
                <a:ln w="12700">
                  <a:solidFill>
                    <a:schemeClr val="bg1">
                      <a:lumMod val="65000"/>
                    </a:schemeClr>
                  </a:solidFill>
                  <a:round/>
                  <a:headEnd/>
                  <a:tailEnd/>
                </a:ln>
              </p:spPr>
              <p:txBody>
                <a:bodyPr/>
                <a:lstStyle/>
                <a:p>
                  <a:endParaRPr lang="en-US"/>
                </a:p>
              </p:txBody>
            </p:sp>
            <p:sp>
              <p:nvSpPr>
                <p:cNvPr id="104559" name="Line 153"/>
                <p:cNvSpPr>
                  <a:spLocks noChangeShapeType="1"/>
                </p:cNvSpPr>
                <p:nvPr/>
              </p:nvSpPr>
              <p:spPr bwMode="auto">
                <a:xfrm>
                  <a:off x="1712" y="2985"/>
                  <a:ext cx="24" cy="1"/>
                </a:xfrm>
                <a:prstGeom prst="line">
                  <a:avLst/>
                </a:prstGeom>
                <a:grpFill/>
                <a:ln w="12700">
                  <a:solidFill>
                    <a:schemeClr val="bg1">
                      <a:lumMod val="65000"/>
                    </a:schemeClr>
                  </a:solidFill>
                  <a:round/>
                  <a:headEnd/>
                  <a:tailEnd/>
                </a:ln>
              </p:spPr>
              <p:txBody>
                <a:bodyPr/>
                <a:lstStyle/>
                <a:p>
                  <a:endParaRPr lang="en-US"/>
                </a:p>
              </p:txBody>
            </p:sp>
            <p:sp>
              <p:nvSpPr>
                <p:cNvPr id="104560" name="Line 154"/>
                <p:cNvSpPr>
                  <a:spLocks noChangeShapeType="1"/>
                </p:cNvSpPr>
                <p:nvPr/>
              </p:nvSpPr>
              <p:spPr bwMode="auto">
                <a:xfrm>
                  <a:off x="1768" y="2985"/>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483" name="Group 155"/>
            <p:cNvGrpSpPr>
              <a:grpSpLocks/>
            </p:cNvGrpSpPr>
            <p:nvPr/>
          </p:nvGrpSpPr>
          <p:grpSpPr bwMode="auto">
            <a:xfrm>
              <a:off x="1952" y="2953"/>
              <a:ext cx="415" cy="56"/>
              <a:chOff x="1952" y="2953"/>
              <a:chExt cx="415" cy="56"/>
            </a:xfrm>
            <a:grpFill/>
          </p:grpSpPr>
          <p:sp>
            <p:nvSpPr>
              <p:cNvPr id="104545" name="Freeform 156"/>
              <p:cNvSpPr>
                <a:spLocks/>
              </p:cNvSpPr>
              <p:nvPr/>
            </p:nvSpPr>
            <p:spPr bwMode="auto">
              <a:xfrm>
                <a:off x="2255"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4546" name="Group 157"/>
              <p:cNvGrpSpPr>
                <a:grpSpLocks/>
              </p:cNvGrpSpPr>
              <p:nvPr/>
            </p:nvGrpSpPr>
            <p:grpSpPr bwMode="auto">
              <a:xfrm>
                <a:off x="1952" y="2985"/>
                <a:ext cx="295" cy="1"/>
                <a:chOff x="1952" y="2985"/>
                <a:chExt cx="295" cy="1"/>
              </a:xfrm>
              <a:grpFill/>
            </p:grpSpPr>
            <p:sp>
              <p:nvSpPr>
                <p:cNvPr id="104547" name="Line 158"/>
                <p:cNvSpPr>
                  <a:spLocks noChangeShapeType="1"/>
                </p:cNvSpPr>
                <p:nvPr/>
              </p:nvSpPr>
              <p:spPr bwMode="auto">
                <a:xfrm>
                  <a:off x="1952" y="2985"/>
                  <a:ext cx="24" cy="1"/>
                </a:xfrm>
                <a:prstGeom prst="line">
                  <a:avLst/>
                </a:prstGeom>
                <a:grpFill/>
                <a:ln w="12700">
                  <a:solidFill>
                    <a:schemeClr val="bg1">
                      <a:lumMod val="65000"/>
                    </a:schemeClr>
                  </a:solidFill>
                  <a:round/>
                  <a:headEnd/>
                  <a:tailEnd/>
                </a:ln>
              </p:spPr>
              <p:txBody>
                <a:bodyPr/>
                <a:lstStyle/>
                <a:p>
                  <a:endParaRPr lang="en-US"/>
                </a:p>
              </p:txBody>
            </p:sp>
            <p:sp>
              <p:nvSpPr>
                <p:cNvPr id="104548" name="Line 159"/>
                <p:cNvSpPr>
                  <a:spLocks noChangeShapeType="1"/>
                </p:cNvSpPr>
                <p:nvPr/>
              </p:nvSpPr>
              <p:spPr bwMode="auto">
                <a:xfrm>
                  <a:off x="2008" y="2985"/>
                  <a:ext cx="23" cy="1"/>
                </a:xfrm>
                <a:prstGeom prst="line">
                  <a:avLst/>
                </a:prstGeom>
                <a:grpFill/>
                <a:ln w="12700">
                  <a:solidFill>
                    <a:schemeClr val="bg1">
                      <a:lumMod val="65000"/>
                    </a:schemeClr>
                  </a:solidFill>
                  <a:round/>
                  <a:headEnd/>
                  <a:tailEnd/>
                </a:ln>
              </p:spPr>
              <p:txBody>
                <a:bodyPr/>
                <a:lstStyle/>
                <a:p>
                  <a:endParaRPr lang="en-US"/>
                </a:p>
              </p:txBody>
            </p:sp>
            <p:sp>
              <p:nvSpPr>
                <p:cNvPr id="104549" name="Line 160"/>
                <p:cNvSpPr>
                  <a:spLocks noChangeShapeType="1"/>
                </p:cNvSpPr>
                <p:nvPr/>
              </p:nvSpPr>
              <p:spPr bwMode="auto">
                <a:xfrm>
                  <a:off x="2063" y="2985"/>
                  <a:ext cx="24" cy="1"/>
                </a:xfrm>
                <a:prstGeom prst="line">
                  <a:avLst/>
                </a:prstGeom>
                <a:grpFill/>
                <a:ln w="12700">
                  <a:solidFill>
                    <a:schemeClr val="bg1">
                      <a:lumMod val="65000"/>
                    </a:schemeClr>
                  </a:solidFill>
                  <a:round/>
                  <a:headEnd/>
                  <a:tailEnd/>
                </a:ln>
              </p:spPr>
              <p:txBody>
                <a:bodyPr/>
                <a:lstStyle/>
                <a:p>
                  <a:endParaRPr lang="en-US"/>
                </a:p>
              </p:txBody>
            </p:sp>
            <p:sp>
              <p:nvSpPr>
                <p:cNvPr id="104550" name="Line 161"/>
                <p:cNvSpPr>
                  <a:spLocks noChangeShapeType="1"/>
                </p:cNvSpPr>
                <p:nvPr/>
              </p:nvSpPr>
              <p:spPr bwMode="auto">
                <a:xfrm>
                  <a:off x="2119" y="2985"/>
                  <a:ext cx="24" cy="1"/>
                </a:xfrm>
                <a:prstGeom prst="line">
                  <a:avLst/>
                </a:prstGeom>
                <a:grpFill/>
                <a:ln w="12700">
                  <a:solidFill>
                    <a:schemeClr val="bg1">
                      <a:lumMod val="65000"/>
                    </a:schemeClr>
                  </a:solidFill>
                  <a:round/>
                  <a:headEnd/>
                  <a:tailEnd/>
                </a:ln>
              </p:spPr>
              <p:txBody>
                <a:bodyPr/>
                <a:lstStyle/>
                <a:p>
                  <a:endParaRPr lang="en-US"/>
                </a:p>
              </p:txBody>
            </p:sp>
            <p:sp>
              <p:nvSpPr>
                <p:cNvPr id="104551" name="Line 162"/>
                <p:cNvSpPr>
                  <a:spLocks noChangeShapeType="1"/>
                </p:cNvSpPr>
                <p:nvPr/>
              </p:nvSpPr>
              <p:spPr bwMode="auto">
                <a:xfrm>
                  <a:off x="2175" y="2985"/>
                  <a:ext cx="24" cy="1"/>
                </a:xfrm>
                <a:prstGeom prst="line">
                  <a:avLst/>
                </a:prstGeom>
                <a:grpFill/>
                <a:ln w="12700">
                  <a:solidFill>
                    <a:schemeClr val="bg1">
                      <a:lumMod val="65000"/>
                    </a:schemeClr>
                  </a:solidFill>
                  <a:round/>
                  <a:headEnd/>
                  <a:tailEnd/>
                </a:ln>
              </p:spPr>
              <p:txBody>
                <a:bodyPr/>
                <a:lstStyle/>
                <a:p>
                  <a:endParaRPr lang="en-US"/>
                </a:p>
              </p:txBody>
            </p:sp>
            <p:sp>
              <p:nvSpPr>
                <p:cNvPr id="104552" name="Line 163"/>
                <p:cNvSpPr>
                  <a:spLocks noChangeShapeType="1"/>
                </p:cNvSpPr>
                <p:nvPr/>
              </p:nvSpPr>
              <p:spPr bwMode="auto">
                <a:xfrm>
                  <a:off x="2231" y="2985"/>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484" name="Group 164"/>
            <p:cNvGrpSpPr>
              <a:grpSpLocks/>
            </p:cNvGrpSpPr>
            <p:nvPr/>
          </p:nvGrpSpPr>
          <p:grpSpPr bwMode="auto">
            <a:xfrm>
              <a:off x="2415" y="2953"/>
              <a:ext cx="415" cy="56"/>
              <a:chOff x="2415" y="2953"/>
              <a:chExt cx="415" cy="56"/>
            </a:xfrm>
            <a:grpFill/>
          </p:grpSpPr>
          <p:sp>
            <p:nvSpPr>
              <p:cNvPr id="104537" name="Freeform 165"/>
              <p:cNvSpPr>
                <a:spLocks/>
              </p:cNvSpPr>
              <p:nvPr/>
            </p:nvSpPr>
            <p:spPr bwMode="auto">
              <a:xfrm>
                <a:off x="2718"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4538" name="Group 166"/>
              <p:cNvGrpSpPr>
                <a:grpSpLocks/>
              </p:cNvGrpSpPr>
              <p:nvPr/>
            </p:nvGrpSpPr>
            <p:grpSpPr bwMode="auto">
              <a:xfrm>
                <a:off x="2415" y="2985"/>
                <a:ext cx="295" cy="1"/>
                <a:chOff x="2415" y="2985"/>
                <a:chExt cx="295" cy="1"/>
              </a:xfrm>
              <a:grpFill/>
            </p:grpSpPr>
            <p:sp>
              <p:nvSpPr>
                <p:cNvPr id="104539" name="Line 167"/>
                <p:cNvSpPr>
                  <a:spLocks noChangeShapeType="1"/>
                </p:cNvSpPr>
                <p:nvPr/>
              </p:nvSpPr>
              <p:spPr bwMode="auto">
                <a:xfrm>
                  <a:off x="2415" y="2985"/>
                  <a:ext cx="24" cy="1"/>
                </a:xfrm>
                <a:prstGeom prst="line">
                  <a:avLst/>
                </a:prstGeom>
                <a:grpFill/>
                <a:ln w="12700">
                  <a:solidFill>
                    <a:schemeClr val="bg1">
                      <a:lumMod val="65000"/>
                    </a:schemeClr>
                  </a:solidFill>
                  <a:round/>
                  <a:headEnd/>
                  <a:tailEnd/>
                </a:ln>
              </p:spPr>
              <p:txBody>
                <a:bodyPr/>
                <a:lstStyle/>
                <a:p>
                  <a:endParaRPr lang="en-US"/>
                </a:p>
              </p:txBody>
            </p:sp>
            <p:sp>
              <p:nvSpPr>
                <p:cNvPr id="104540" name="Line 168"/>
                <p:cNvSpPr>
                  <a:spLocks noChangeShapeType="1"/>
                </p:cNvSpPr>
                <p:nvPr/>
              </p:nvSpPr>
              <p:spPr bwMode="auto">
                <a:xfrm>
                  <a:off x="2471" y="2985"/>
                  <a:ext cx="24" cy="1"/>
                </a:xfrm>
                <a:prstGeom prst="line">
                  <a:avLst/>
                </a:prstGeom>
                <a:grpFill/>
                <a:ln w="12700">
                  <a:solidFill>
                    <a:schemeClr val="bg1">
                      <a:lumMod val="65000"/>
                    </a:schemeClr>
                  </a:solidFill>
                  <a:round/>
                  <a:headEnd/>
                  <a:tailEnd/>
                </a:ln>
              </p:spPr>
              <p:txBody>
                <a:bodyPr/>
                <a:lstStyle/>
                <a:p>
                  <a:endParaRPr lang="en-US"/>
                </a:p>
              </p:txBody>
            </p:sp>
            <p:sp>
              <p:nvSpPr>
                <p:cNvPr id="104541" name="Line 169"/>
                <p:cNvSpPr>
                  <a:spLocks noChangeShapeType="1"/>
                </p:cNvSpPr>
                <p:nvPr/>
              </p:nvSpPr>
              <p:spPr bwMode="auto">
                <a:xfrm>
                  <a:off x="2526" y="2985"/>
                  <a:ext cx="24" cy="1"/>
                </a:xfrm>
                <a:prstGeom prst="line">
                  <a:avLst/>
                </a:prstGeom>
                <a:grpFill/>
                <a:ln w="12700">
                  <a:solidFill>
                    <a:schemeClr val="bg1">
                      <a:lumMod val="65000"/>
                    </a:schemeClr>
                  </a:solidFill>
                  <a:round/>
                  <a:headEnd/>
                  <a:tailEnd/>
                </a:ln>
              </p:spPr>
              <p:txBody>
                <a:bodyPr/>
                <a:lstStyle/>
                <a:p>
                  <a:endParaRPr lang="en-US"/>
                </a:p>
              </p:txBody>
            </p:sp>
            <p:sp>
              <p:nvSpPr>
                <p:cNvPr id="104542" name="Line 170"/>
                <p:cNvSpPr>
                  <a:spLocks noChangeShapeType="1"/>
                </p:cNvSpPr>
                <p:nvPr/>
              </p:nvSpPr>
              <p:spPr bwMode="auto">
                <a:xfrm>
                  <a:off x="2582" y="2985"/>
                  <a:ext cx="24" cy="1"/>
                </a:xfrm>
                <a:prstGeom prst="line">
                  <a:avLst/>
                </a:prstGeom>
                <a:grpFill/>
                <a:ln w="12700">
                  <a:solidFill>
                    <a:schemeClr val="bg1">
                      <a:lumMod val="65000"/>
                    </a:schemeClr>
                  </a:solidFill>
                  <a:round/>
                  <a:headEnd/>
                  <a:tailEnd/>
                </a:ln>
              </p:spPr>
              <p:txBody>
                <a:bodyPr/>
                <a:lstStyle/>
                <a:p>
                  <a:endParaRPr lang="en-US"/>
                </a:p>
              </p:txBody>
            </p:sp>
            <p:sp>
              <p:nvSpPr>
                <p:cNvPr id="104543" name="Line 171"/>
                <p:cNvSpPr>
                  <a:spLocks noChangeShapeType="1"/>
                </p:cNvSpPr>
                <p:nvPr/>
              </p:nvSpPr>
              <p:spPr bwMode="auto">
                <a:xfrm>
                  <a:off x="2638" y="2985"/>
                  <a:ext cx="24" cy="1"/>
                </a:xfrm>
                <a:prstGeom prst="line">
                  <a:avLst/>
                </a:prstGeom>
                <a:grpFill/>
                <a:ln w="12700">
                  <a:solidFill>
                    <a:schemeClr val="bg1">
                      <a:lumMod val="65000"/>
                    </a:schemeClr>
                  </a:solidFill>
                  <a:round/>
                  <a:headEnd/>
                  <a:tailEnd/>
                </a:ln>
              </p:spPr>
              <p:txBody>
                <a:bodyPr/>
                <a:lstStyle/>
                <a:p>
                  <a:endParaRPr lang="en-US"/>
                </a:p>
              </p:txBody>
            </p:sp>
            <p:sp>
              <p:nvSpPr>
                <p:cNvPr id="104544" name="Line 172"/>
                <p:cNvSpPr>
                  <a:spLocks noChangeShapeType="1"/>
                </p:cNvSpPr>
                <p:nvPr/>
              </p:nvSpPr>
              <p:spPr bwMode="auto">
                <a:xfrm>
                  <a:off x="2694" y="2985"/>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485" name="Group 173"/>
            <p:cNvGrpSpPr>
              <a:grpSpLocks/>
            </p:cNvGrpSpPr>
            <p:nvPr/>
          </p:nvGrpSpPr>
          <p:grpSpPr bwMode="auto">
            <a:xfrm>
              <a:off x="2838" y="1741"/>
              <a:ext cx="40" cy="1260"/>
              <a:chOff x="2838" y="1741"/>
              <a:chExt cx="40" cy="1260"/>
            </a:xfrm>
            <a:grpFill/>
          </p:grpSpPr>
          <p:sp>
            <p:nvSpPr>
              <p:cNvPr id="104527" name="Oval 174"/>
              <p:cNvSpPr>
                <a:spLocks noChangeArrowheads="1"/>
              </p:cNvSpPr>
              <p:nvPr/>
            </p:nvSpPr>
            <p:spPr bwMode="auto">
              <a:xfrm>
                <a:off x="2838" y="1741"/>
                <a:ext cx="40" cy="40"/>
              </a:xfrm>
              <a:prstGeom prst="ellipse">
                <a:avLst/>
              </a:prstGeom>
              <a:grpFill/>
              <a:ln w="9525">
                <a:solidFill>
                  <a:schemeClr val="bg1">
                    <a:lumMod val="65000"/>
                  </a:schemeClr>
                </a:solidFill>
                <a:round/>
                <a:headEnd/>
                <a:tailEnd/>
              </a:ln>
            </p:spPr>
            <p:txBody>
              <a:bodyPr/>
              <a:lstStyle/>
              <a:p>
                <a:endParaRPr lang="en-US"/>
              </a:p>
            </p:txBody>
          </p:sp>
          <p:sp>
            <p:nvSpPr>
              <p:cNvPr id="104528" name="Oval 175"/>
              <p:cNvSpPr>
                <a:spLocks noChangeArrowheads="1"/>
              </p:cNvSpPr>
              <p:nvPr/>
            </p:nvSpPr>
            <p:spPr bwMode="auto">
              <a:xfrm>
                <a:off x="2838" y="1741"/>
                <a:ext cx="40" cy="40"/>
              </a:xfrm>
              <a:prstGeom prst="ellipse">
                <a:avLst/>
              </a:prstGeom>
              <a:grpFill/>
              <a:ln w="25400">
                <a:solidFill>
                  <a:schemeClr val="bg1">
                    <a:lumMod val="65000"/>
                  </a:schemeClr>
                </a:solidFill>
                <a:round/>
                <a:headEnd/>
                <a:tailEnd/>
              </a:ln>
            </p:spPr>
            <p:txBody>
              <a:bodyPr/>
              <a:lstStyle/>
              <a:p>
                <a:endParaRPr lang="en-US"/>
              </a:p>
            </p:txBody>
          </p:sp>
          <p:sp>
            <p:nvSpPr>
              <p:cNvPr id="104529" name="Oval 176"/>
              <p:cNvSpPr>
                <a:spLocks noChangeArrowheads="1"/>
              </p:cNvSpPr>
              <p:nvPr/>
            </p:nvSpPr>
            <p:spPr bwMode="auto">
              <a:xfrm>
                <a:off x="2846" y="2044"/>
                <a:ext cx="32" cy="32"/>
              </a:xfrm>
              <a:prstGeom prst="ellipse">
                <a:avLst/>
              </a:prstGeom>
              <a:grpFill/>
              <a:ln w="9525">
                <a:solidFill>
                  <a:schemeClr val="bg1">
                    <a:lumMod val="65000"/>
                  </a:schemeClr>
                </a:solidFill>
                <a:round/>
                <a:headEnd/>
                <a:tailEnd/>
              </a:ln>
            </p:spPr>
            <p:txBody>
              <a:bodyPr/>
              <a:lstStyle/>
              <a:p>
                <a:endParaRPr lang="en-US"/>
              </a:p>
            </p:txBody>
          </p:sp>
          <p:sp>
            <p:nvSpPr>
              <p:cNvPr id="104530" name="Oval 177"/>
              <p:cNvSpPr>
                <a:spLocks noChangeArrowheads="1"/>
              </p:cNvSpPr>
              <p:nvPr/>
            </p:nvSpPr>
            <p:spPr bwMode="auto">
              <a:xfrm>
                <a:off x="2846" y="2044"/>
                <a:ext cx="32" cy="32"/>
              </a:xfrm>
              <a:prstGeom prst="ellipse">
                <a:avLst/>
              </a:prstGeom>
              <a:grpFill/>
              <a:ln w="25400">
                <a:solidFill>
                  <a:schemeClr val="bg1">
                    <a:lumMod val="65000"/>
                  </a:schemeClr>
                </a:solidFill>
                <a:round/>
                <a:headEnd/>
                <a:tailEnd/>
              </a:ln>
            </p:spPr>
            <p:txBody>
              <a:bodyPr/>
              <a:lstStyle/>
              <a:p>
                <a:endParaRPr lang="en-US"/>
              </a:p>
            </p:txBody>
          </p:sp>
          <p:sp>
            <p:nvSpPr>
              <p:cNvPr id="104531" name="Oval 178"/>
              <p:cNvSpPr>
                <a:spLocks noChangeArrowheads="1"/>
              </p:cNvSpPr>
              <p:nvPr/>
            </p:nvSpPr>
            <p:spPr bwMode="auto">
              <a:xfrm>
                <a:off x="2846" y="2355"/>
                <a:ext cx="32" cy="32"/>
              </a:xfrm>
              <a:prstGeom prst="ellipse">
                <a:avLst/>
              </a:prstGeom>
              <a:grpFill/>
              <a:ln w="9525">
                <a:solidFill>
                  <a:schemeClr val="bg1">
                    <a:lumMod val="65000"/>
                  </a:schemeClr>
                </a:solidFill>
                <a:round/>
                <a:headEnd/>
                <a:tailEnd/>
              </a:ln>
            </p:spPr>
            <p:txBody>
              <a:bodyPr/>
              <a:lstStyle/>
              <a:p>
                <a:endParaRPr lang="en-US"/>
              </a:p>
            </p:txBody>
          </p:sp>
          <p:sp>
            <p:nvSpPr>
              <p:cNvPr id="104532" name="Oval 179"/>
              <p:cNvSpPr>
                <a:spLocks noChangeArrowheads="1"/>
              </p:cNvSpPr>
              <p:nvPr/>
            </p:nvSpPr>
            <p:spPr bwMode="auto">
              <a:xfrm>
                <a:off x="2846" y="2355"/>
                <a:ext cx="32" cy="32"/>
              </a:xfrm>
              <a:prstGeom prst="ellipse">
                <a:avLst/>
              </a:prstGeom>
              <a:grpFill/>
              <a:ln w="25400">
                <a:solidFill>
                  <a:schemeClr val="bg1">
                    <a:lumMod val="65000"/>
                  </a:schemeClr>
                </a:solidFill>
                <a:round/>
                <a:headEnd/>
                <a:tailEnd/>
              </a:ln>
            </p:spPr>
            <p:txBody>
              <a:bodyPr/>
              <a:lstStyle/>
              <a:p>
                <a:endParaRPr lang="en-US"/>
              </a:p>
            </p:txBody>
          </p:sp>
          <p:sp>
            <p:nvSpPr>
              <p:cNvPr id="104533" name="Oval 180"/>
              <p:cNvSpPr>
                <a:spLocks noChangeArrowheads="1"/>
              </p:cNvSpPr>
              <p:nvPr/>
            </p:nvSpPr>
            <p:spPr bwMode="auto">
              <a:xfrm>
                <a:off x="2838" y="2658"/>
                <a:ext cx="40" cy="32"/>
              </a:xfrm>
              <a:prstGeom prst="ellipse">
                <a:avLst/>
              </a:prstGeom>
              <a:grpFill/>
              <a:ln w="9525">
                <a:solidFill>
                  <a:schemeClr val="bg1">
                    <a:lumMod val="65000"/>
                  </a:schemeClr>
                </a:solidFill>
                <a:round/>
                <a:headEnd/>
                <a:tailEnd/>
              </a:ln>
            </p:spPr>
            <p:txBody>
              <a:bodyPr/>
              <a:lstStyle/>
              <a:p>
                <a:endParaRPr lang="en-US"/>
              </a:p>
            </p:txBody>
          </p:sp>
          <p:sp>
            <p:nvSpPr>
              <p:cNvPr id="104534" name="Oval 181"/>
              <p:cNvSpPr>
                <a:spLocks noChangeArrowheads="1"/>
              </p:cNvSpPr>
              <p:nvPr/>
            </p:nvSpPr>
            <p:spPr bwMode="auto">
              <a:xfrm>
                <a:off x="2838" y="2658"/>
                <a:ext cx="40" cy="32"/>
              </a:xfrm>
              <a:prstGeom prst="ellipse">
                <a:avLst/>
              </a:prstGeom>
              <a:grpFill/>
              <a:ln w="25400">
                <a:solidFill>
                  <a:schemeClr val="bg1">
                    <a:lumMod val="65000"/>
                  </a:schemeClr>
                </a:solidFill>
                <a:round/>
                <a:headEnd/>
                <a:tailEnd/>
              </a:ln>
            </p:spPr>
            <p:txBody>
              <a:bodyPr/>
              <a:lstStyle/>
              <a:p>
                <a:endParaRPr lang="en-US"/>
              </a:p>
            </p:txBody>
          </p:sp>
          <p:sp>
            <p:nvSpPr>
              <p:cNvPr id="104535" name="Oval 182"/>
              <p:cNvSpPr>
                <a:spLocks noChangeArrowheads="1"/>
              </p:cNvSpPr>
              <p:nvPr/>
            </p:nvSpPr>
            <p:spPr bwMode="auto">
              <a:xfrm>
                <a:off x="2838" y="2969"/>
                <a:ext cx="32" cy="32"/>
              </a:xfrm>
              <a:prstGeom prst="ellipse">
                <a:avLst/>
              </a:prstGeom>
              <a:grpFill/>
              <a:ln w="9525">
                <a:solidFill>
                  <a:schemeClr val="bg1">
                    <a:lumMod val="65000"/>
                  </a:schemeClr>
                </a:solidFill>
                <a:round/>
                <a:headEnd/>
                <a:tailEnd/>
              </a:ln>
            </p:spPr>
            <p:txBody>
              <a:bodyPr/>
              <a:lstStyle/>
              <a:p>
                <a:endParaRPr lang="en-US"/>
              </a:p>
            </p:txBody>
          </p:sp>
          <p:sp>
            <p:nvSpPr>
              <p:cNvPr id="104536" name="Oval 183"/>
              <p:cNvSpPr>
                <a:spLocks noChangeArrowheads="1"/>
              </p:cNvSpPr>
              <p:nvPr/>
            </p:nvSpPr>
            <p:spPr bwMode="auto">
              <a:xfrm>
                <a:off x="2838" y="2969"/>
                <a:ext cx="32" cy="32"/>
              </a:xfrm>
              <a:prstGeom prst="ellipse">
                <a:avLst/>
              </a:prstGeom>
              <a:grpFill/>
              <a:ln w="25400">
                <a:solidFill>
                  <a:schemeClr val="bg1">
                    <a:lumMod val="65000"/>
                  </a:schemeClr>
                </a:solidFill>
                <a:round/>
                <a:headEnd/>
                <a:tailEnd/>
              </a:ln>
            </p:spPr>
            <p:txBody>
              <a:bodyPr/>
              <a:lstStyle/>
              <a:p>
                <a:endParaRPr lang="en-US"/>
              </a:p>
            </p:txBody>
          </p:sp>
        </p:grpSp>
        <p:grpSp>
          <p:nvGrpSpPr>
            <p:cNvPr id="103486" name="Group 184"/>
            <p:cNvGrpSpPr>
              <a:grpSpLocks/>
            </p:cNvGrpSpPr>
            <p:nvPr/>
          </p:nvGrpSpPr>
          <p:grpSpPr bwMode="auto">
            <a:xfrm>
              <a:off x="1912" y="3272"/>
              <a:ext cx="32" cy="335"/>
              <a:chOff x="1912" y="3272"/>
              <a:chExt cx="32" cy="335"/>
            </a:xfrm>
            <a:grpFill/>
          </p:grpSpPr>
          <p:sp>
            <p:nvSpPr>
              <p:cNvPr id="104523" name="Oval 185"/>
              <p:cNvSpPr>
                <a:spLocks noChangeArrowheads="1"/>
              </p:cNvSpPr>
              <p:nvPr/>
            </p:nvSpPr>
            <p:spPr bwMode="auto">
              <a:xfrm>
                <a:off x="1912" y="3272"/>
                <a:ext cx="32" cy="32"/>
              </a:xfrm>
              <a:prstGeom prst="ellipse">
                <a:avLst/>
              </a:prstGeom>
              <a:grpFill/>
              <a:ln w="9525">
                <a:solidFill>
                  <a:schemeClr val="bg1">
                    <a:lumMod val="65000"/>
                  </a:schemeClr>
                </a:solidFill>
                <a:round/>
                <a:headEnd/>
                <a:tailEnd/>
              </a:ln>
            </p:spPr>
            <p:txBody>
              <a:bodyPr/>
              <a:lstStyle/>
              <a:p>
                <a:endParaRPr lang="en-US"/>
              </a:p>
            </p:txBody>
          </p:sp>
          <p:sp>
            <p:nvSpPr>
              <p:cNvPr id="104524" name="Oval 186"/>
              <p:cNvSpPr>
                <a:spLocks noChangeArrowheads="1"/>
              </p:cNvSpPr>
              <p:nvPr/>
            </p:nvSpPr>
            <p:spPr bwMode="auto">
              <a:xfrm>
                <a:off x="1912" y="3272"/>
                <a:ext cx="32" cy="32"/>
              </a:xfrm>
              <a:prstGeom prst="ellipse">
                <a:avLst/>
              </a:prstGeom>
              <a:grpFill/>
              <a:ln w="25400">
                <a:solidFill>
                  <a:schemeClr val="bg1">
                    <a:lumMod val="65000"/>
                  </a:schemeClr>
                </a:solidFill>
                <a:round/>
                <a:headEnd/>
                <a:tailEnd/>
              </a:ln>
            </p:spPr>
            <p:txBody>
              <a:bodyPr/>
              <a:lstStyle/>
              <a:p>
                <a:endParaRPr lang="en-US"/>
              </a:p>
            </p:txBody>
          </p:sp>
          <p:sp>
            <p:nvSpPr>
              <p:cNvPr id="104525" name="Oval 187"/>
              <p:cNvSpPr>
                <a:spLocks noChangeArrowheads="1"/>
              </p:cNvSpPr>
              <p:nvPr/>
            </p:nvSpPr>
            <p:spPr bwMode="auto">
              <a:xfrm>
                <a:off x="1912" y="3575"/>
                <a:ext cx="32" cy="32"/>
              </a:xfrm>
              <a:prstGeom prst="ellipse">
                <a:avLst/>
              </a:prstGeom>
              <a:grpFill/>
              <a:ln w="9525">
                <a:solidFill>
                  <a:schemeClr val="bg1">
                    <a:lumMod val="65000"/>
                  </a:schemeClr>
                </a:solidFill>
                <a:round/>
                <a:headEnd/>
                <a:tailEnd/>
              </a:ln>
            </p:spPr>
            <p:txBody>
              <a:bodyPr/>
              <a:lstStyle/>
              <a:p>
                <a:endParaRPr lang="en-US"/>
              </a:p>
            </p:txBody>
          </p:sp>
          <p:sp>
            <p:nvSpPr>
              <p:cNvPr id="104526" name="Oval 188"/>
              <p:cNvSpPr>
                <a:spLocks noChangeArrowheads="1"/>
              </p:cNvSpPr>
              <p:nvPr/>
            </p:nvSpPr>
            <p:spPr bwMode="auto">
              <a:xfrm>
                <a:off x="1912" y="3575"/>
                <a:ext cx="32" cy="32"/>
              </a:xfrm>
              <a:prstGeom prst="ellipse">
                <a:avLst/>
              </a:prstGeom>
              <a:grpFill/>
              <a:ln w="25400">
                <a:solidFill>
                  <a:schemeClr val="bg1">
                    <a:lumMod val="65000"/>
                  </a:schemeClr>
                </a:solidFill>
                <a:round/>
                <a:headEnd/>
                <a:tailEnd/>
              </a:ln>
            </p:spPr>
            <p:txBody>
              <a:bodyPr/>
              <a:lstStyle/>
              <a:p>
                <a:endParaRPr lang="en-US"/>
              </a:p>
            </p:txBody>
          </p:sp>
        </p:grpSp>
        <p:grpSp>
          <p:nvGrpSpPr>
            <p:cNvPr id="103487" name="Group 189"/>
            <p:cNvGrpSpPr>
              <a:grpSpLocks/>
            </p:cNvGrpSpPr>
            <p:nvPr/>
          </p:nvGrpSpPr>
          <p:grpSpPr bwMode="auto">
            <a:xfrm>
              <a:off x="1449" y="3272"/>
              <a:ext cx="40" cy="335"/>
              <a:chOff x="1449" y="3272"/>
              <a:chExt cx="40" cy="335"/>
            </a:xfrm>
            <a:grpFill/>
          </p:grpSpPr>
          <p:sp>
            <p:nvSpPr>
              <p:cNvPr id="104519" name="Oval 190"/>
              <p:cNvSpPr>
                <a:spLocks noChangeArrowheads="1"/>
              </p:cNvSpPr>
              <p:nvPr/>
            </p:nvSpPr>
            <p:spPr bwMode="auto">
              <a:xfrm>
                <a:off x="1449" y="3272"/>
                <a:ext cx="40" cy="32"/>
              </a:xfrm>
              <a:prstGeom prst="ellipse">
                <a:avLst/>
              </a:prstGeom>
              <a:grpFill/>
              <a:ln w="9525">
                <a:solidFill>
                  <a:schemeClr val="bg1">
                    <a:lumMod val="65000"/>
                  </a:schemeClr>
                </a:solidFill>
                <a:round/>
                <a:headEnd/>
                <a:tailEnd/>
              </a:ln>
            </p:spPr>
            <p:txBody>
              <a:bodyPr/>
              <a:lstStyle/>
              <a:p>
                <a:endParaRPr lang="en-US"/>
              </a:p>
            </p:txBody>
          </p:sp>
          <p:sp>
            <p:nvSpPr>
              <p:cNvPr id="104520" name="Oval 191"/>
              <p:cNvSpPr>
                <a:spLocks noChangeArrowheads="1"/>
              </p:cNvSpPr>
              <p:nvPr/>
            </p:nvSpPr>
            <p:spPr bwMode="auto">
              <a:xfrm>
                <a:off x="1449" y="3272"/>
                <a:ext cx="40" cy="32"/>
              </a:xfrm>
              <a:prstGeom prst="ellipse">
                <a:avLst/>
              </a:prstGeom>
              <a:grpFill/>
              <a:ln w="25400">
                <a:solidFill>
                  <a:schemeClr val="bg1">
                    <a:lumMod val="65000"/>
                  </a:schemeClr>
                </a:solidFill>
                <a:round/>
                <a:headEnd/>
                <a:tailEnd/>
              </a:ln>
            </p:spPr>
            <p:txBody>
              <a:bodyPr/>
              <a:lstStyle/>
              <a:p>
                <a:endParaRPr lang="en-US"/>
              </a:p>
            </p:txBody>
          </p:sp>
          <p:sp>
            <p:nvSpPr>
              <p:cNvPr id="104521" name="Oval 192"/>
              <p:cNvSpPr>
                <a:spLocks noChangeArrowheads="1"/>
              </p:cNvSpPr>
              <p:nvPr/>
            </p:nvSpPr>
            <p:spPr bwMode="auto">
              <a:xfrm>
                <a:off x="1449" y="3575"/>
                <a:ext cx="40" cy="32"/>
              </a:xfrm>
              <a:prstGeom prst="ellipse">
                <a:avLst/>
              </a:prstGeom>
              <a:grpFill/>
              <a:ln w="9525">
                <a:solidFill>
                  <a:schemeClr val="bg1">
                    <a:lumMod val="65000"/>
                  </a:schemeClr>
                </a:solidFill>
                <a:round/>
                <a:headEnd/>
                <a:tailEnd/>
              </a:ln>
            </p:spPr>
            <p:txBody>
              <a:bodyPr/>
              <a:lstStyle/>
              <a:p>
                <a:endParaRPr lang="en-US"/>
              </a:p>
            </p:txBody>
          </p:sp>
          <p:sp>
            <p:nvSpPr>
              <p:cNvPr id="104522" name="Oval 193"/>
              <p:cNvSpPr>
                <a:spLocks noChangeArrowheads="1"/>
              </p:cNvSpPr>
              <p:nvPr/>
            </p:nvSpPr>
            <p:spPr bwMode="auto">
              <a:xfrm>
                <a:off x="1449" y="3575"/>
                <a:ext cx="40" cy="32"/>
              </a:xfrm>
              <a:prstGeom prst="ellipse">
                <a:avLst/>
              </a:prstGeom>
              <a:grpFill/>
              <a:ln w="25400">
                <a:solidFill>
                  <a:schemeClr val="bg1">
                    <a:lumMod val="65000"/>
                  </a:schemeClr>
                </a:solidFill>
                <a:round/>
                <a:headEnd/>
                <a:tailEnd/>
              </a:ln>
            </p:spPr>
            <p:txBody>
              <a:bodyPr/>
              <a:lstStyle/>
              <a:p>
                <a:endParaRPr lang="en-US"/>
              </a:p>
            </p:txBody>
          </p:sp>
        </p:grpSp>
        <p:grpSp>
          <p:nvGrpSpPr>
            <p:cNvPr id="103488" name="Group 194"/>
            <p:cNvGrpSpPr>
              <a:grpSpLocks/>
            </p:cNvGrpSpPr>
            <p:nvPr/>
          </p:nvGrpSpPr>
          <p:grpSpPr bwMode="auto">
            <a:xfrm>
              <a:off x="2367" y="3272"/>
              <a:ext cx="32" cy="335"/>
              <a:chOff x="2367" y="3272"/>
              <a:chExt cx="32" cy="335"/>
            </a:xfrm>
            <a:grpFill/>
          </p:grpSpPr>
          <p:sp>
            <p:nvSpPr>
              <p:cNvPr id="104515" name="Oval 195"/>
              <p:cNvSpPr>
                <a:spLocks noChangeArrowheads="1"/>
              </p:cNvSpPr>
              <p:nvPr/>
            </p:nvSpPr>
            <p:spPr bwMode="auto">
              <a:xfrm>
                <a:off x="2367" y="3272"/>
                <a:ext cx="32" cy="32"/>
              </a:xfrm>
              <a:prstGeom prst="ellipse">
                <a:avLst/>
              </a:prstGeom>
              <a:grpFill/>
              <a:ln w="9525">
                <a:solidFill>
                  <a:schemeClr val="bg1">
                    <a:lumMod val="65000"/>
                  </a:schemeClr>
                </a:solidFill>
                <a:round/>
                <a:headEnd/>
                <a:tailEnd/>
              </a:ln>
            </p:spPr>
            <p:txBody>
              <a:bodyPr/>
              <a:lstStyle/>
              <a:p>
                <a:endParaRPr lang="en-US"/>
              </a:p>
            </p:txBody>
          </p:sp>
          <p:sp>
            <p:nvSpPr>
              <p:cNvPr id="104516" name="Oval 196"/>
              <p:cNvSpPr>
                <a:spLocks noChangeArrowheads="1"/>
              </p:cNvSpPr>
              <p:nvPr/>
            </p:nvSpPr>
            <p:spPr bwMode="auto">
              <a:xfrm>
                <a:off x="2367" y="3272"/>
                <a:ext cx="32" cy="32"/>
              </a:xfrm>
              <a:prstGeom prst="ellipse">
                <a:avLst/>
              </a:prstGeom>
              <a:grpFill/>
              <a:ln w="25400">
                <a:solidFill>
                  <a:schemeClr val="bg1">
                    <a:lumMod val="65000"/>
                  </a:schemeClr>
                </a:solidFill>
                <a:round/>
                <a:headEnd/>
                <a:tailEnd/>
              </a:ln>
            </p:spPr>
            <p:txBody>
              <a:bodyPr/>
              <a:lstStyle/>
              <a:p>
                <a:endParaRPr lang="en-US"/>
              </a:p>
            </p:txBody>
          </p:sp>
          <p:sp>
            <p:nvSpPr>
              <p:cNvPr id="104517" name="Oval 197"/>
              <p:cNvSpPr>
                <a:spLocks noChangeArrowheads="1"/>
              </p:cNvSpPr>
              <p:nvPr/>
            </p:nvSpPr>
            <p:spPr bwMode="auto">
              <a:xfrm>
                <a:off x="2367" y="3575"/>
                <a:ext cx="32" cy="32"/>
              </a:xfrm>
              <a:prstGeom prst="ellipse">
                <a:avLst/>
              </a:prstGeom>
              <a:grpFill/>
              <a:ln w="9525">
                <a:solidFill>
                  <a:schemeClr val="bg1">
                    <a:lumMod val="65000"/>
                  </a:schemeClr>
                </a:solidFill>
                <a:round/>
                <a:headEnd/>
                <a:tailEnd/>
              </a:ln>
            </p:spPr>
            <p:txBody>
              <a:bodyPr/>
              <a:lstStyle/>
              <a:p>
                <a:endParaRPr lang="en-US"/>
              </a:p>
            </p:txBody>
          </p:sp>
          <p:sp>
            <p:nvSpPr>
              <p:cNvPr id="104518" name="Oval 198"/>
              <p:cNvSpPr>
                <a:spLocks noChangeArrowheads="1"/>
              </p:cNvSpPr>
              <p:nvPr/>
            </p:nvSpPr>
            <p:spPr bwMode="auto">
              <a:xfrm>
                <a:off x="2367" y="3575"/>
                <a:ext cx="32" cy="32"/>
              </a:xfrm>
              <a:prstGeom prst="ellipse">
                <a:avLst/>
              </a:prstGeom>
              <a:grpFill/>
              <a:ln w="25400">
                <a:solidFill>
                  <a:schemeClr val="bg1">
                    <a:lumMod val="65000"/>
                  </a:schemeClr>
                </a:solidFill>
                <a:round/>
                <a:headEnd/>
                <a:tailEnd/>
              </a:ln>
            </p:spPr>
            <p:txBody>
              <a:bodyPr/>
              <a:lstStyle/>
              <a:p>
                <a:endParaRPr lang="en-US"/>
              </a:p>
            </p:txBody>
          </p:sp>
        </p:grpSp>
        <p:grpSp>
          <p:nvGrpSpPr>
            <p:cNvPr id="103489" name="Group 199"/>
            <p:cNvGrpSpPr>
              <a:grpSpLocks/>
            </p:cNvGrpSpPr>
            <p:nvPr/>
          </p:nvGrpSpPr>
          <p:grpSpPr bwMode="auto">
            <a:xfrm>
              <a:off x="2822" y="3272"/>
              <a:ext cx="40" cy="335"/>
              <a:chOff x="2822" y="3272"/>
              <a:chExt cx="40" cy="335"/>
            </a:xfrm>
            <a:grpFill/>
          </p:grpSpPr>
          <p:sp>
            <p:nvSpPr>
              <p:cNvPr id="104511" name="Oval 200"/>
              <p:cNvSpPr>
                <a:spLocks noChangeArrowheads="1"/>
              </p:cNvSpPr>
              <p:nvPr/>
            </p:nvSpPr>
            <p:spPr bwMode="auto">
              <a:xfrm>
                <a:off x="2822" y="3272"/>
                <a:ext cx="40" cy="32"/>
              </a:xfrm>
              <a:prstGeom prst="ellipse">
                <a:avLst/>
              </a:prstGeom>
              <a:grpFill/>
              <a:ln w="9525">
                <a:solidFill>
                  <a:schemeClr val="bg1">
                    <a:lumMod val="65000"/>
                  </a:schemeClr>
                </a:solidFill>
                <a:round/>
                <a:headEnd/>
                <a:tailEnd/>
              </a:ln>
            </p:spPr>
            <p:txBody>
              <a:bodyPr/>
              <a:lstStyle/>
              <a:p>
                <a:endParaRPr lang="en-US"/>
              </a:p>
            </p:txBody>
          </p:sp>
          <p:sp>
            <p:nvSpPr>
              <p:cNvPr id="104512" name="Oval 201"/>
              <p:cNvSpPr>
                <a:spLocks noChangeArrowheads="1"/>
              </p:cNvSpPr>
              <p:nvPr/>
            </p:nvSpPr>
            <p:spPr bwMode="auto">
              <a:xfrm>
                <a:off x="2822" y="3272"/>
                <a:ext cx="40" cy="32"/>
              </a:xfrm>
              <a:prstGeom prst="ellipse">
                <a:avLst/>
              </a:prstGeom>
              <a:grpFill/>
              <a:ln w="25400">
                <a:solidFill>
                  <a:schemeClr val="bg1">
                    <a:lumMod val="65000"/>
                  </a:schemeClr>
                </a:solidFill>
                <a:round/>
                <a:headEnd/>
                <a:tailEnd/>
              </a:ln>
            </p:spPr>
            <p:txBody>
              <a:bodyPr/>
              <a:lstStyle/>
              <a:p>
                <a:endParaRPr lang="en-US"/>
              </a:p>
            </p:txBody>
          </p:sp>
          <p:sp>
            <p:nvSpPr>
              <p:cNvPr id="104513" name="Oval 202"/>
              <p:cNvSpPr>
                <a:spLocks noChangeArrowheads="1"/>
              </p:cNvSpPr>
              <p:nvPr/>
            </p:nvSpPr>
            <p:spPr bwMode="auto">
              <a:xfrm>
                <a:off x="2822" y="3575"/>
                <a:ext cx="40" cy="32"/>
              </a:xfrm>
              <a:prstGeom prst="ellipse">
                <a:avLst/>
              </a:prstGeom>
              <a:grpFill/>
              <a:ln w="9525">
                <a:solidFill>
                  <a:schemeClr val="bg1">
                    <a:lumMod val="65000"/>
                  </a:schemeClr>
                </a:solidFill>
                <a:round/>
                <a:headEnd/>
                <a:tailEnd/>
              </a:ln>
            </p:spPr>
            <p:txBody>
              <a:bodyPr/>
              <a:lstStyle/>
              <a:p>
                <a:endParaRPr lang="en-US"/>
              </a:p>
            </p:txBody>
          </p:sp>
          <p:sp>
            <p:nvSpPr>
              <p:cNvPr id="104514" name="Oval 203"/>
              <p:cNvSpPr>
                <a:spLocks noChangeArrowheads="1"/>
              </p:cNvSpPr>
              <p:nvPr/>
            </p:nvSpPr>
            <p:spPr bwMode="auto">
              <a:xfrm>
                <a:off x="2822" y="3575"/>
                <a:ext cx="40" cy="32"/>
              </a:xfrm>
              <a:prstGeom prst="ellipse">
                <a:avLst/>
              </a:prstGeom>
              <a:grpFill/>
              <a:ln w="25400">
                <a:solidFill>
                  <a:schemeClr val="bg1">
                    <a:lumMod val="65000"/>
                  </a:schemeClr>
                </a:solidFill>
                <a:round/>
                <a:headEnd/>
                <a:tailEnd/>
              </a:ln>
            </p:spPr>
            <p:txBody>
              <a:bodyPr/>
              <a:lstStyle/>
              <a:p>
                <a:endParaRPr lang="en-US"/>
              </a:p>
            </p:txBody>
          </p:sp>
        </p:grpSp>
        <p:grpSp>
          <p:nvGrpSpPr>
            <p:cNvPr id="103490" name="Group 204"/>
            <p:cNvGrpSpPr>
              <a:grpSpLocks/>
            </p:cNvGrpSpPr>
            <p:nvPr/>
          </p:nvGrpSpPr>
          <p:grpSpPr bwMode="auto">
            <a:xfrm>
              <a:off x="2415" y="2650"/>
              <a:ext cx="415" cy="56"/>
              <a:chOff x="2415" y="2650"/>
              <a:chExt cx="415" cy="56"/>
            </a:xfrm>
            <a:grpFill/>
          </p:grpSpPr>
          <p:sp>
            <p:nvSpPr>
              <p:cNvPr id="104503" name="Freeform 205"/>
              <p:cNvSpPr>
                <a:spLocks/>
              </p:cNvSpPr>
              <p:nvPr/>
            </p:nvSpPr>
            <p:spPr bwMode="auto">
              <a:xfrm>
                <a:off x="2718" y="2650"/>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lumMod val="65000"/>
                  </a:schemeClr>
                </a:solidFill>
                <a:round/>
                <a:headEnd/>
                <a:tailEnd/>
              </a:ln>
            </p:spPr>
            <p:txBody>
              <a:bodyPr/>
              <a:lstStyle/>
              <a:p>
                <a:endParaRPr lang="en-US"/>
              </a:p>
            </p:txBody>
          </p:sp>
          <p:grpSp>
            <p:nvGrpSpPr>
              <p:cNvPr id="104504" name="Group 206"/>
              <p:cNvGrpSpPr>
                <a:grpSpLocks/>
              </p:cNvGrpSpPr>
              <p:nvPr/>
            </p:nvGrpSpPr>
            <p:grpSpPr bwMode="auto">
              <a:xfrm>
                <a:off x="2415" y="2674"/>
                <a:ext cx="295" cy="1"/>
                <a:chOff x="2415" y="2674"/>
                <a:chExt cx="295" cy="1"/>
              </a:xfrm>
              <a:grpFill/>
            </p:grpSpPr>
            <p:sp>
              <p:nvSpPr>
                <p:cNvPr id="104505" name="Line 207"/>
                <p:cNvSpPr>
                  <a:spLocks noChangeShapeType="1"/>
                </p:cNvSpPr>
                <p:nvPr/>
              </p:nvSpPr>
              <p:spPr bwMode="auto">
                <a:xfrm>
                  <a:off x="2415" y="2674"/>
                  <a:ext cx="24" cy="1"/>
                </a:xfrm>
                <a:prstGeom prst="line">
                  <a:avLst/>
                </a:prstGeom>
                <a:grpFill/>
                <a:ln w="12700">
                  <a:solidFill>
                    <a:schemeClr val="bg1">
                      <a:lumMod val="65000"/>
                    </a:schemeClr>
                  </a:solidFill>
                  <a:round/>
                  <a:headEnd/>
                  <a:tailEnd/>
                </a:ln>
              </p:spPr>
              <p:txBody>
                <a:bodyPr/>
                <a:lstStyle/>
                <a:p>
                  <a:endParaRPr lang="en-US"/>
                </a:p>
              </p:txBody>
            </p:sp>
            <p:sp>
              <p:nvSpPr>
                <p:cNvPr id="104506" name="Line 208"/>
                <p:cNvSpPr>
                  <a:spLocks noChangeShapeType="1"/>
                </p:cNvSpPr>
                <p:nvPr/>
              </p:nvSpPr>
              <p:spPr bwMode="auto">
                <a:xfrm>
                  <a:off x="2471" y="2674"/>
                  <a:ext cx="24" cy="1"/>
                </a:xfrm>
                <a:prstGeom prst="line">
                  <a:avLst/>
                </a:prstGeom>
                <a:grpFill/>
                <a:ln w="12700">
                  <a:solidFill>
                    <a:schemeClr val="bg1">
                      <a:lumMod val="65000"/>
                    </a:schemeClr>
                  </a:solidFill>
                  <a:round/>
                  <a:headEnd/>
                  <a:tailEnd/>
                </a:ln>
              </p:spPr>
              <p:txBody>
                <a:bodyPr/>
                <a:lstStyle/>
                <a:p>
                  <a:endParaRPr lang="en-US"/>
                </a:p>
              </p:txBody>
            </p:sp>
            <p:sp>
              <p:nvSpPr>
                <p:cNvPr id="104507" name="Line 209"/>
                <p:cNvSpPr>
                  <a:spLocks noChangeShapeType="1"/>
                </p:cNvSpPr>
                <p:nvPr/>
              </p:nvSpPr>
              <p:spPr bwMode="auto">
                <a:xfrm>
                  <a:off x="2526" y="2674"/>
                  <a:ext cx="24" cy="1"/>
                </a:xfrm>
                <a:prstGeom prst="line">
                  <a:avLst/>
                </a:prstGeom>
                <a:grpFill/>
                <a:ln w="12700">
                  <a:solidFill>
                    <a:schemeClr val="bg1">
                      <a:lumMod val="65000"/>
                    </a:schemeClr>
                  </a:solidFill>
                  <a:round/>
                  <a:headEnd/>
                  <a:tailEnd/>
                </a:ln>
              </p:spPr>
              <p:txBody>
                <a:bodyPr/>
                <a:lstStyle/>
                <a:p>
                  <a:endParaRPr lang="en-US"/>
                </a:p>
              </p:txBody>
            </p:sp>
            <p:sp>
              <p:nvSpPr>
                <p:cNvPr id="104508" name="Line 210"/>
                <p:cNvSpPr>
                  <a:spLocks noChangeShapeType="1"/>
                </p:cNvSpPr>
                <p:nvPr/>
              </p:nvSpPr>
              <p:spPr bwMode="auto">
                <a:xfrm>
                  <a:off x="2582" y="2674"/>
                  <a:ext cx="24" cy="1"/>
                </a:xfrm>
                <a:prstGeom prst="line">
                  <a:avLst/>
                </a:prstGeom>
                <a:grpFill/>
                <a:ln w="12700">
                  <a:solidFill>
                    <a:schemeClr val="bg1">
                      <a:lumMod val="65000"/>
                    </a:schemeClr>
                  </a:solidFill>
                  <a:round/>
                  <a:headEnd/>
                  <a:tailEnd/>
                </a:ln>
              </p:spPr>
              <p:txBody>
                <a:bodyPr/>
                <a:lstStyle/>
                <a:p>
                  <a:endParaRPr lang="en-US"/>
                </a:p>
              </p:txBody>
            </p:sp>
            <p:sp>
              <p:nvSpPr>
                <p:cNvPr id="104509" name="Line 211"/>
                <p:cNvSpPr>
                  <a:spLocks noChangeShapeType="1"/>
                </p:cNvSpPr>
                <p:nvPr/>
              </p:nvSpPr>
              <p:spPr bwMode="auto">
                <a:xfrm>
                  <a:off x="2638" y="2674"/>
                  <a:ext cx="24" cy="1"/>
                </a:xfrm>
                <a:prstGeom prst="line">
                  <a:avLst/>
                </a:prstGeom>
                <a:grpFill/>
                <a:ln w="12700">
                  <a:solidFill>
                    <a:schemeClr val="bg1">
                      <a:lumMod val="65000"/>
                    </a:schemeClr>
                  </a:solidFill>
                  <a:round/>
                  <a:headEnd/>
                  <a:tailEnd/>
                </a:ln>
              </p:spPr>
              <p:txBody>
                <a:bodyPr/>
                <a:lstStyle/>
                <a:p>
                  <a:endParaRPr lang="en-US"/>
                </a:p>
              </p:txBody>
            </p:sp>
            <p:sp>
              <p:nvSpPr>
                <p:cNvPr id="104510" name="Line 212"/>
                <p:cNvSpPr>
                  <a:spLocks noChangeShapeType="1"/>
                </p:cNvSpPr>
                <p:nvPr/>
              </p:nvSpPr>
              <p:spPr bwMode="auto">
                <a:xfrm>
                  <a:off x="2694" y="2674"/>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491" name="Group 213"/>
            <p:cNvGrpSpPr>
              <a:grpSpLocks/>
            </p:cNvGrpSpPr>
            <p:nvPr/>
          </p:nvGrpSpPr>
          <p:grpSpPr bwMode="auto">
            <a:xfrm>
              <a:off x="2415" y="1733"/>
              <a:ext cx="415" cy="56"/>
              <a:chOff x="2415" y="1733"/>
              <a:chExt cx="415" cy="56"/>
            </a:xfrm>
            <a:grpFill/>
          </p:grpSpPr>
          <p:sp>
            <p:nvSpPr>
              <p:cNvPr id="104495" name="Freeform 214"/>
              <p:cNvSpPr>
                <a:spLocks/>
              </p:cNvSpPr>
              <p:nvPr/>
            </p:nvSpPr>
            <p:spPr bwMode="auto">
              <a:xfrm>
                <a:off x="2718" y="1733"/>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lumMod val="65000"/>
                  </a:schemeClr>
                </a:solidFill>
                <a:round/>
                <a:headEnd/>
                <a:tailEnd/>
              </a:ln>
            </p:spPr>
            <p:txBody>
              <a:bodyPr/>
              <a:lstStyle/>
              <a:p>
                <a:endParaRPr lang="en-US"/>
              </a:p>
            </p:txBody>
          </p:sp>
          <p:grpSp>
            <p:nvGrpSpPr>
              <p:cNvPr id="104496" name="Group 215"/>
              <p:cNvGrpSpPr>
                <a:grpSpLocks/>
              </p:cNvGrpSpPr>
              <p:nvPr/>
            </p:nvGrpSpPr>
            <p:grpSpPr bwMode="auto">
              <a:xfrm>
                <a:off x="2415" y="1757"/>
                <a:ext cx="295" cy="1"/>
                <a:chOff x="2415" y="1757"/>
                <a:chExt cx="295" cy="1"/>
              </a:xfrm>
              <a:grpFill/>
            </p:grpSpPr>
            <p:sp>
              <p:nvSpPr>
                <p:cNvPr id="104497" name="Line 216"/>
                <p:cNvSpPr>
                  <a:spLocks noChangeShapeType="1"/>
                </p:cNvSpPr>
                <p:nvPr/>
              </p:nvSpPr>
              <p:spPr bwMode="auto">
                <a:xfrm>
                  <a:off x="2415" y="1757"/>
                  <a:ext cx="24" cy="1"/>
                </a:xfrm>
                <a:prstGeom prst="line">
                  <a:avLst/>
                </a:prstGeom>
                <a:grpFill/>
                <a:ln w="12700">
                  <a:solidFill>
                    <a:schemeClr val="bg1">
                      <a:lumMod val="65000"/>
                    </a:schemeClr>
                  </a:solidFill>
                  <a:round/>
                  <a:headEnd/>
                  <a:tailEnd/>
                </a:ln>
              </p:spPr>
              <p:txBody>
                <a:bodyPr/>
                <a:lstStyle/>
                <a:p>
                  <a:endParaRPr lang="en-US"/>
                </a:p>
              </p:txBody>
            </p:sp>
            <p:sp>
              <p:nvSpPr>
                <p:cNvPr id="104498" name="Line 217"/>
                <p:cNvSpPr>
                  <a:spLocks noChangeShapeType="1"/>
                </p:cNvSpPr>
                <p:nvPr/>
              </p:nvSpPr>
              <p:spPr bwMode="auto">
                <a:xfrm>
                  <a:off x="2471" y="1757"/>
                  <a:ext cx="24" cy="1"/>
                </a:xfrm>
                <a:prstGeom prst="line">
                  <a:avLst/>
                </a:prstGeom>
                <a:grpFill/>
                <a:ln w="12700">
                  <a:solidFill>
                    <a:schemeClr val="bg1">
                      <a:lumMod val="65000"/>
                    </a:schemeClr>
                  </a:solidFill>
                  <a:round/>
                  <a:headEnd/>
                  <a:tailEnd/>
                </a:ln>
              </p:spPr>
              <p:txBody>
                <a:bodyPr/>
                <a:lstStyle/>
                <a:p>
                  <a:endParaRPr lang="en-US"/>
                </a:p>
              </p:txBody>
            </p:sp>
            <p:sp>
              <p:nvSpPr>
                <p:cNvPr id="104499" name="Line 218"/>
                <p:cNvSpPr>
                  <a:spLocks noChangeShapeType="1"/>
                </p:cNvSpPr>
                <p:nvPr/>
              </p:nvSpPr>
              <p:spPr bwMode="auto">
                <a:xfrm>
                  <a:off x="2526" y="1757"/>
                  <a:ext cx="24" cy="1"/>
                </a:xfrm>
                <a:prstGeom prst="line">
                  <a:avLst/>
                </a:prstGeom>
                <a:grpFill/>
                <a:ln w="12700">
                  <a:solidFill>
                    <a:schemeClr val="bg1">
                      <a:lumMod val="65000"/>
                    </a:schemeClr>
                  </a:solidFill>
                  <a:round/>
                  <a:headEnd/>
                  <a:tailEnd/>
                </a:ln>
              </p:spPr>
              <p:txBody>
                <a:bodyPr/>
                <a:lstStyle/>
                <a:p>
                  <a:endParaRPr lang="en-US"/>
                </a:p>
              </p:txBody>
            </p:sp>
            <p:sp>
              <p:nvSpPr>
                <p:cNvPr id="104500" name="Line 219"/>
                <p:cNvSpPr>
                  <a:spLocks noChangeShapeType="1"/>
                </p:cNvSpPr>
                <p:nvPr/>
              </p:nvSpPr>
              <p:spPr bwMode="auto">
                <a:xfrm>
                  <a:off x="2582" y="1757"/>
                  <a:ext cx="24" cy="1"/>
                </a:xfrm>
                <a:prstGeom prst="line">
                  <a:avLst/>
                </a:prstGeom>
                <a:grpFill/>
                <a:ln w="12700">
                  <a:solidFill>
                    <a:schemeClr val="bg1">
                      <a:lumMod val="65000"/>
                    </a:schemeClr>
                  </a:solidFill>
                  <a:round/>
                  <a:headEnd/>
                  <a:tailEnd/>
                </a:ln>
              </p:spPr>
              <p:txBody>
                <a:bodyPr/>
                <a:lstStyle/>
                <a:p>
                  <a:endParaRPr lang="en-US"/>
                </a:p>
              </p:txBody>
            </p:sp>
            <p:sp>
              <p:nvSpPr>
                <p:cNvPr id="104501" name="Line 220"/>
                <p:cNvSpPr>
                  <a:spLocks noChangeShapeType="1"/>
                </p:cNvSpPr>
                <p:nvPr/>
              </p:nvSpPr>
              <p:spPr bwMode="auto">
                <a:xfrm>
                  <a:off x="2638" y="1757"/>
                  <a:ext cx="24" cy="1"/>
                </a:xfrm>
                <a:prstGeom prst="line">
                  <a:avLst/>
                </a:prstGeom>
                <a:grpFill/>
                <a:ln w="12700">
                  <a:solidFill>
                    <a:schemeClr val="bg1">
                      <a:lumMod val="65000"/>
                    </a:schemeClr>
                  </a:solidFill>
                  <a:round/>
                  <a:headEnd/>
                  <a:tailEnd/>
                </a:ln>
              </p:spPr>
              <p:txBody>
                <a:bodyPr/>
                <a:lstStyle/>
                <a:p>
                  <a:endParaRPr lang="en-US"/>
                </a:p>
              </p:txBody>
            </p:sp>
            <p:sp>
              <p:nvSpPr>
                <p:cNvPr id="104502" name="Line 221"/>
                <p:cNvSpPr>
                  <a:spLocks noChangeShapeType="1"/>
                </p:cNvSpPr>
                <p:nvPr/>
              </p:nvSpPr>
              <p:spPr bwMode="auto">
                <a:xfrm>
                  <a:off x="2694" y="1757"/>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492" name="Group 222"/>
            <p:cNvGrpSpPr>
              <a:grpSpLocks/>
            </p:cNvGrpSpPr>
            <p:nvPr/>
          </p:nvGrpSpPr>
          <p:grpSpPr bwMode="auto">
            <a:xfrm>
              <a:off x="1489" y="3264"/>
              <a:ext cx="423" cy="56"/>
              <a:chOff x="1489" y="3264"/>
              <a:chExt cx="423" cy="56"/>
            </a:xfrm>
            <a:grpFill/>
          </p:grpSpPr>
          <p:sp>
            <p:nvSpPr>
              <p:cNvPr id="104487" name="Freeform 223"/>
              <p:cNvSpPr>
                <a:spLocks/>
              </p:cNvSpPr>
              <p:nvPr/>
            </p:nvSpPr>
            <p:spPr bwMode="auto">
              <a:xfrm>
                <a:off x="1792" y="3264"/>
                <a:ext cx="120" cy="56"/>
              </a:xfrm>
              <a:custGeom>
                <a:avLst/>
                <a:gdLst>
                  <a:gd name="T0" fmla="*/ 120 w 120"/>
                  <a:gd name="T1" fmla="*/ 24 h 56"/>
                  <a:gd name="T2" fmla="*/ 0 w 120"/>
                  <a:gd name="T3" fmla="*/ 56 h 56"/>
                  <a:gd name="T4" fmla="*/ 0 w 120"/>
                  <a:gd name="T5" fmla="*/ 24 h 56"/>
                  <a:gd name="T6" fmla="*/ 0 w 120"/>
                  <a:gd name="T7" fmla="*/ 0 h 56"/>
                  <a:gd name="T8" fmla="*/ 120 w 120"/>
                  <a:gd name="T9" fmla="*/ 24 h 56"/>
                  <a:gd name="T10" fmla="*/ 0 60000 65536"/>
                  <a:gd name="T11" fmla="*/ 0 60000 65536"/>
                  <a:gd name="T12" fmla="*/ 0 60000 65536"/>
                  <a:gd name="T13" fmla="*/ 0 60000 65536"/>
                  <a:gd name="T14" fmla="*/ 0 60000 65536"/>
                  <a:gd name="T15" fmla="*/ 0 w 120"/>
                  <a:gd name="T16" fmla="*/ 0 h 56"/>
                  <a:gd name="T17" fmla="*/ 120 w 120"/>
                  <a:gd name="T18" fmla="*/ 56 h 56"/>
                </a:gdLst>
                <a:ahLst/>
                <a:cxnLst>
                  <a:cxn ang="T10">
                    <a:pos x="T0" y="T1"/>
                  </a:cxn>
                  <a:cxn ang="T11">
                    <a:pos x="T2" y="T3"/>
                  </a:cxn>
                  <a:cxn ang="T12">
                    <a:pos x="T4" y="T5"/>
                  </a:cxn>
                  <a:cxn ang="T13">
                    <a:pos x="T6" y="T7"/>
                  </a:cxn>
                  <a:cxn ang="T14">
                    <a:pos x="T8" y="T9"/>
                  </a:cxn>
                </a:cxnLst>
                <a:rect l="T15" t="T16" r="T17" b="T18"/>
                <a:pathLst>
                  <a:path w="120" h="56">
                    <a:moveTo>
                      <a:pt x="120" y="24"/>
                    </a:moveTo>
                    <a:lnTo>
                      <a:pt x="0" y="56"/>
                    </a:lnTo>
                    <a:lnTo>
                      <a:pt x="0" y="24"/>
                    </a:lnTo>
                    <a:lnTo>
                      <a:pt x="0" y="0"/>
                    </a:lnTo>
                    <a:lnTo>
                      <a:pt x="120" y="24"/>
                    </a:lnTo>
                    <a:close/>
                  </a:path>
                </a:pathLst>
              </a:custGeom>
              <a:grpFill/>
              <a:ln w="9525">
                <a:solidFill>
                  <a:schemeClr val="bg1">
                    <a:lumMod val="65000"/>
                  </a:schemeClr>
                </a:solidFill>
                <a:round/>
                <a:headEnd/>
                <a:tailEnd/>
              </a:ln>
            </p:spPr>
            <p:txBody>
              <a:bodyPr/>
              <a:lstStyle/>
              <a:p>
                <a:endParaRPr lang="en-US"/>
              </a:p>
            </p:txBody>
          </p:sp>
          <p:grpSp>
            <p:nvGrpSpPr>
              <p:cNvPr id="104488" name="Group 224"/>
              <p:cNvGrpSpPr>
                <a:grpSpLocks/>
              </p:cNvGrpSpPr>
              <p:nvPr/>
            </p:nvGrpSpPr>
            <p:grpSpPr bwMode="auto">
              <a:xfrm>
                <a:off x="1489" y="3288"/>
                <a:ext cx="295" cy="1"/>
                <a:chOff x="1489" y="3288"/>
                <a:chExt cx="295" cy="1"/>
              </a:xfrm>
              <a:grpFill/>
            </p:grpSpPr>
            <p:sp>
              <p:nvSpPr>
                <p:cNvPr id="104489" name="Line 225"/>
                <p:cNvSpPr>
                  <a:spLocks noChangeShapeType="1"/>
                </p:cNvSpPr>
                <p:nvPr/>
              </p:nvSpPr>
              <p:spPr bwMode="auto">
                <a:xfrm>
                  <a:off x="1489" y="3288"/>
                  <a:ext cx="24" cy="1"/>
                </a:xfrm>
                <a:prstGeom prst="line">
                  <a:avLst/>
                </a:prstGeom>
                <a:grpFill/>
                <a:ln w="12700">
                  <a:solidFill>
                    <a:schemeClr val="bg1">
                      <a:lumMod val="65000"/>
                    </a:schemeClr>
                  </a:solidFill>
                  <a:round/>
                  <a:headEnd/>
                  <a:tailEnd/>
                </a:ln>
              </p:spPr>
              <p:txBody>
                <a:bodyPr/>
                <a:lstStyle/>
                <a:p>
                  <a:endParaRPr lang="en-US"/>
                </a:p>
              </p:txBody>
            </p:sp>
            <p:sp>
              <p:nvSpPr>
                <p:cNvPr id="104490" name="Line 226"/>
                <p:cNvSpPr>
                  <a:spLocks noChangeShapeType="1"/>
                </p:cNvSpPr>
                <p:nvPr/>
              </p:nvSpPr>
              <p:spPr bwMode="auto">
                <a:xfrm>
                  <a:off x="1544" y="3288"/>
                  <a:ext cx="24" cy="1"/>
                </a:xfrm>
                <a:prstGeom prst="line">
                  <a:avLst/>
                </a:prstGeom>
                <a:grpFill/>
                <a:ln w="12700">
                  <a:solidFill>
                    <a:schemeClr val="bg1">
                      <a:lumMod val="65000"/>
                    </a:schemeClr>
                  </a:solidFill>
                  <a:round/>
                  <a:headEnd/>
                  <a:tailEnd/>
                </a:ln>
              </p:spPr>
              <p:txBody>
                <a:bodyPr/>
                <a:lstStyle/>
                <a:p>
                  <a:endParaRPr lang="en-US"/>
                </a:p>
              </p:txBody>
            </p:sp>
            <p:sp>
              <p:nvSpPr>
                <p:cNvPr id="104491" name="Line 227"/>
                <p:cNvSpPr>
                  <a:spLocks noChangeShapeType="1"/>
                </p:cNvSpPr>
                <p:nvPr/>
              </p:nvSpPr>
              <p:spPr bwMode="auto">
                <a:xfrm>
                  <a:off x="1600" y="3288"/>
                  <a:ext cx="24" cy="1"/>
                </a:xfrm>
                <a:prstGeom prst="line">
                  <a:avLst/>
                </a:prstGeom>
                <a:grpFill/>
                <a:ln w="12700">
                  <a:solidFill>
                    <a:schemeClr val="bg1">
                      <a:lumMod val="65000"/>
                    </a:schemeClr>
                  </a:solidFill>
                  <a:round/>
                  <a:headEnd/>
                  <a:tailEnd/>
                </a:ln>
              </p:spPr>
              <p:txBody>
                <a:bodyPr/>
                <a:lstStyle/>
                <a:p>
                  <a:endParaRPr lang="en-US"/>
                </a:p>
              </p:txBody>
            </p:sp>
            <p:sp>
              <p:nvSpPr>
                <p:cNvPr id="104492" name="Line 228"/>
                <p:cNvSpPr>
                  <a:spLocks noChangeShapeType="1"/>
                </p:cNvSpPr>
                <p:nvPr/>
              </p:nvSpPr>
              <p:spPr bwMode="auto">
                <a:xfrm>
                  <a:off x="1656" y="3288"/>
                  <a:ext cx="24" cy="1"/>
                </a:xfrm>
                <a:prstGeom prst="line">
                  <a:avLst/>
                </a:prstGeom>
                <a:grpFill/>
                <a:ln w="12700">
                  <a:solidFill>
                    <a:schemeClr val="bg1">
                      <a:lumMod val="65000"/>
                    </a:schemeClr>
                  </a:solidFill>
                  <a:round/>
                  <a:headEnd/>
                  <a:tailEnd/>
                </a:ln>
              </p:spPr>
              <p:txBody>
                <a:bodyPr/>
                <a:lstStyle/>
                <a:p>
                  <a:endParaRPr lang="en-US"/>
                </a:p>
              </p:txBody>
            </p:sp>
            <p:sp>
              <p:nvSpPr>
                <p:cNvPr id="104493" name="Line 229"/>
                <p:cNvSpPr>
                  <a:spLocks noChangeShapeType="1"/>
                </p:cNvSpPr>
                <p:nvPr/>
              </p:nvSpPr>
              <p:spPr bwMode="auto">
                <a:xfrm>
                  <a:off x="1712" y="3288"/>
                  <a:ext cx="24" cy="1"/>
                </a:xfrm>
                <a:prstGeom prst="line">
                  <a:avLst/>
                </a:prstGeom>
                <a:grpFill/>
                <a:ln w="12700">
                  <a:solidFill>
                    <a:schemeClr val="bg1">
                      <a:lumMod val="65000"/>
                    </a:schemeClr>
                  </a:solidFill>
                  <a:round/>
                  <a:headEnd/>
                  <a:tailEnd/>
                </a:ln>
              </p:spPr>
              <p:txBody>
                <a:bodyPr/>
                <a:lstStyle/>
                <a:p>
                  <a:endParaRPr lang="en-US"/>
                </a:p>
              </p:txBody>
            </p:sp>
            <p:sp>
              <p:nvSpPr>
                <p:cNvPr id="104494" name="Line 230"/>
                <p:cNvSpPr>
                  <a:spLocks noChangeShapeType="1"/>
                </p:cNvSpPr>
                <p:nvPr/>
              </p:nvSpPr>
              <p:spPr bwMode="auto">
                <a:xfrm>
                  <a:off x="1768" y="3288"/>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493" name="Group 231"/>
            <p:cNvGrpSpPr>
              <a:grpSpLocks/>
            </p:cNvGrpSpPr>
            <p:nvPr/>
          </p:nvGrpSpPr>
          <p:grpSpPr bwMode="auto">
            <a:xfrm>
              <a:off x="1944" y="3256"/>
              <a:ext cx="423" cy="56"/>
              <a:chOff x="1944" y="3256"/>
              <a:chExt cx="423" cy="56"/>
            </a:xfrm>
            <a:grpFill/>
          </p:grpSpPr>
          <p:sp>
            <p:nvSpPr>
              <p:cNvPr id="104479" name="Freeform 232"/>
              <p:cNvSpPr>
                <a:spLocks/>
              </p:cNvSpPr>
              <p:nvPr/>
            </p:nvSpPr>
            <p:spPr bwMode="auto">
              <a:xfrm>
                <a:off x="2255" y="325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4480" name="Group 233"/>
              <p:cNvGrpSpPr>
                <a:grpSpLocks/>
              </p:cNvGrpSpPr>
              <p:nvPr/>
            </p:nvGrpSpPr>
            <p:grpSpPr bwMode="auto">
              <a:xfrm>
                <a:off x="1944" y="3288"/>
                <a:ext cx="303" cy="1"/>
                <a:chOff x="1944" y="3288"/>
                <a:chExt cx="303" cy="1"/>
              </a:xfrm>
              <a:grpFill/>
            </p:grpSpPr>
            <p:sp>
              <p:nvSpPr>
                <p:cNvPr id="104481" name="Line 234"/>
                <p:cNvSpPr>
                  <a:spLocks noChangeShapeType="1"/>
                </p:cNvSpPr>
                <p:nvPr/>
              </p:nvSpPr>
              <p:spPr bwMode="auto">
                <a:xfrm>
                  <a:off x="1944" y="3288"/>
                  <a:ext cx="24" cy="1"/>
                </a:xfrm>
                <a:prstGeom prst="line">
                  <a:avLst/>
                </a:prstGeom>
                <a:grpFill/>
                <a:ln w="12700">
                  <a:solidFill>
                    <a:schemeClr val="bg1">
                      <a:lumMod val="65000"/>
                    </a:schemeClr>
                  </a:solidFill>
                  <a:round/>
                  <a:headEnd/>
                  <a:tailEnd/>
                </a:ln>
              </p:spPr>
              <p:txBody>
                <a:bodyPr/>
                <a:lstStyle/>
                <a:p>
                  <a:endParaRPr lang="en-US"/>
                </a:p>
              </p:txBody>
            </p:sp>
            <p:sp>
              <p:nvSpPr>
                <p:cNvPr id="104482" name="Line 235"/>
                <p:cNvSpPr>
                  <a:spLocks noChangeShapeType="1"/>
                </p:cNvSpPr>
                <p:nvPr/>
              </p:nvSpPr>
              <p:spPr bwMode="auto">
                <a:xfrm>
                  <a:off x="2000" y="3288"/>
                  <a:ext cx="23" cy="1"/>
                </a:xfrm>
                <a:prstGeom prst="line">
                  <a:avLst/>
                </a:prstGeom>
                <a:grpFill/>
                <a:ln w="12700">
                  <a:solidFill>
                    <a:schemeClr val="bg1">
                      <a:lumMod val="65000"/>
                    </a:schemeClr>
                  </a:solidFill>
                  <a:round/>
                  <a:headEnd/>
                  <a:tailEnd/>
                </a:ln>
              </p:spPr>
              <p:txBody>
                <a:bodyPr/>
                <a:lstStyle/>
                <a:p>
                  <a:endParaRPr lang="en-US"/>
                </a:p>
              </p:txBody>
            </p:sp>
            <p:sp>
              <p:nvSpPr>
                <p:cNvPr id="104483" name="Line 236"/>
                <p:cNvSpPr>
                  <a:spLocks noChangeShapeType="1"/>
                </p:cNvSpPr>
                <p:nvPr/>
              </p:nvSpPr>
              <p:spPr bwMode="auto">
                <a:xfrm>
                  <a:off x="2055" y="3288"/>
                  <a:ext cx="24" cy="1"/>
                </a:xfrm>
                <a:prstGeom prst="line">
                  <a:avLst/>
                </a:prstGeom>
                <a:grpFill/>
                <a:ln w="12700">
                  <a:solidFill>
                    <a:schemeClr val="bg1">
                      <a:lumMod val="65000"/>
                    </a:schemeClr>
                  </a:solidFill>
                  <a:round/>
                  <a:headEnd/>
                  <a:tailEnd/>
                </a:ln>
              </p:spPr>
              <p:txBody>
                <a:bodyPr/>
                <a:lstStyle/>
                <a:p>
                  <a:endParaRPr lang="en-US"/>
                </a:p>
              </p:txBody>
            </p:sp>
            <p:sp>
              <p:nvSpPr>
                <p:cNvPr id="104484" name="Line 237"/>
                <p:cNvSpPr>
                  <a:spLocks noChangeShapeType="1"/>
                </p:cNvSpPr>
                <p:nvPr/>
              </p:nvSpPr>
              <p:spPr bwMode="auto">
                <a:xfrm>
                  <a:off x="2111" y="3288"/>
                  <a:ext cx="24" cy="1"/>
                </a:xfrm>
                <a:prstGeom prst="line">
                  <a:avLst/>
                </a:prstGeom>
                <a:grpFill/>
                <a:ln w="12700">
                  <a:solidFill>
                    <a:schemeClr val="bg1">
                      <a:lumMod val="65000"/>
                    </a:schemeClr>
                  </a:solidFill>
                  <a:round/>
                  <a:headEnd/>
                  <a:tailEnd/>
                </a:ln>
              </p:spPr>
              <p:txBody>
                <a:bodyPr/>
                <a:lstStyle/>
                <a:p>
                  <a:endParaRPr lang="en-US"/>
                </a:p>
              </p:txBody>
            </p:sp>
            <p:sp>
              <p:nvSpPr>
                <p:cNvPr id="104485" name="Line 238"/>
                <p:cNvSpPr>
                  <a:spLocks noChangeShapeType="1"/>
                </p:cNvSpPr>
                <p:nvPr/>
              </p:nvSpPr>
              <p:spPr bwMode="auto">
                <a:xfrm>
                  <a:off x="2167" y="3288"/>
                  <a:ext cx="24" cy="1"/>
                </a:xfrm>
                <a:prstGeom prst="line">
                  <a:avLst/>
                </a:prstGeom>
                <a:grpFill/>
                <a:ln w="12700">
                  <a:solidFill>
                    <a:schemeClr val="bg1">
                      <a:lumMod val="65000"/>
                    </a:schemeClr>
                  </a:solidFill>
                  <a:round/>
                  <a:headEnd/>
                  <a:tailEnd/>
                </a:ln>
              </p:spPr>
              <p:txBody>
                <a:bodyPr/>
                <a:lstStyle/>
                <a:p>
                  <a:endParaRPr lang="en-US"/>
                </a:p>
              </p:txBody>
            </p:sp>
            <p:sp>
              <p:nvSpPr>
                <p:cNvPr id="104486" name="Line 239"/>
                <p:cNvSpPr>
                  <a:spLocks noChangeShapeType="1"/>
                </p:cNvSpPr>
                <p:nvPr/>
              </p:nvSpPr>
              <p:spPr bwMode="auto">
                <a:xfrm>
                  <a:off x="2223" y="3288"/>
                  <a:ext cx="24" cy="1"/>
                </a:xfrm>
                <a:prstGeom prst="line">
                  <a:avLst/>
                </a:prstGeom>
                <a:grpFill/>
                <a:ln w="12700">
                  <a:solidFill>
                    <a:schemeClr val="bg1">
                      <a:lumMod val="65000"/>
                    </a:schemeClr>
                  </a:solidFill>
                  <a:round/>
                  <a:headEnd/>
                  <a:tailEnd/>
                </a:ln>
              </p:spPr>
              <p:txBody>
                <a:bodyPr/>
                <a:lstStyle/>
                <a:p>
                  <a:endParaRPr lang="en-US"/>
                </a:p>
              </p:txBody>
            </p:sp>
          </p:grpSp>
        </p:grpSp>
        <p:grpSp>
          <p:nvGrpSpPr>
            <p:cNvPr id="103494" name="Group 240"/>
            <p:cNvGrpSpPr>
              <a:grpSpLocks/>
            </p:cNvGrpSpPr>
            <p:nvPr/>
          </p:nvGrpSpPr>
          <p:grpSpPr bwMode="auto">
            <a:xfrm>
              <a:off x="2415" y="3256"/>
              <a:ext cx="415" cy="56"/>
              <a:chOff x="2415" y="3256"/>
              <a:chExt cx="415" cy="56"/>
            </a:xfrm>
            <a:grpFill/>
          </p:grpSpPr>
          <p:sp>
            <p:nvSpPr>
              <p:cNvPr id="104471" name="Freeform 241"/>
              <p:cNvSpPr>
                <a:spLocks/>
              </p:cNvSpPr>
              <p:nvPr/>
            </p:nvSpPr>
            <p:spPr bwMode="auto">
              <a:xfrm>
                <a:off x="2718" y="325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4472" name="Group 242"/>
              <p:cNvGrpSpPr>
                <a:grpSpLocks/>
              </p:cNvGrpSpPr>
              <p:nvPr/>
            </p:nvGrpSpPr>
            <p:grpSpPr bwMode="auto">
              <a:xfrm>
                <a:off x="2415" y="3288"/>
                <a:ext cx="295" cy="1"/>
                <a:chOff x="2415" y="3288"/>
                <a:chExt cx="295" cy="1"/>
              </a:xfrm>
              <a:grpFill/>
            </p:grpSpPr>
            <p:sp>
              <p:nvSpPr>
                <p:cNvPr id="104473" name="Line 243"/>
                <p:cNvSpPr>
                  <a:spLocks noChangeShapeType="1"/>
                </p:cNvSpPr>
                <p:nvPr/>
              </p:nvSpPr>
              <p:spPr bwMode="auto">
                <a:xfrm>
                  <a:off x="2415" y="3288"/>
                  <a:ext cx="24" cy="1"/>
                </a:xfrm>
                <a:prstGeom prst="line">
                  <a:avLst/>
                </a:prstGeom>
                <a:grpFill/>
                <a:ln w="12700">
                  <a:solidFill>
                    <a:schemeClr val="bg1">
                      <a:lumMod val="65000"/>
                    </a:schemeClr>
                  </a:solidFill>
                  <a:round/>
                  <a:headEnd/>
                  <a:tailEnd/>
                </a:ln>
              </p:spPr>
              <p:txBody>
                <a:bodyPr/>
                <a:lstStyle/>
                <a:p>
                  <a:endParaRPr lang="en-US"/>
                </a:p>
              </p:txBody>
            </p:sp>
            <p:sp>
              <p:nvSpPr>
                <p:cNvPr id="104474" name="Line 244"/>
                <p:cNvSpPr>
                  <a:spLocks noChangeShapeType="1"/>
                </p:cNvSpPr>
                <p:nvPr/>
              </p:nvSpPr>
              <p:spPr bwMode="auto">
                <a:xfrm>
                  <a:off x="2471" y="3288"/>
                  <a:ext cx="24" cy="1"/>
                </a:xfrm>
                <a:prstGeom prst="line">
                  <a:avLst/>
                </a:prstGeom>
                <a:grpFill/>
                <a:ln w="12700">
                  <a:solidFill>
                    <a:schemeClr val="bg1">
                      <a:lumMod val="65000"/>
                    </a:schemeClr>
                  </a:solidFill>
                  <a:round/>
                  <a:headEnd/>
                  <a:tailEnd/>
                </a:ln>
              </p:spPr>
              <p:txBody>
                <a:bodyPr/>
                <a:lstStyle/>
                <a:p>
                  <a:endParaRPr lang="en-US"/>
                </a:p>
              </p:txBody>
            </p:sp>
            <p:sp>
              <p:nvSpPr>
                <p:cNvPr id="104475" name="Line 245"/>
                <p:cNvSpPr>
                  <a:spLocks noChangeShapeType="1"/>
                </p:cNvSpPr>
                <p:nvPr/>
              </p:nvSpPr>
              <p:spPr bwMode="auto">
                <a:xfrm>
                  <a:off x="2526" y="3288"/>
                  <a:ext cx="24" cy="1"/>
                </a:xfrm>
                <a:prstGeom prst="line">
                  <a:avLst/>
                </a:prstGeom>
                <a:grpFill/>
                <a:ln w="12700">
                  <a:solidFill>
                    <a:schemeClr val="bg1">
                      <a:lumMod val="65000"/>
                    </a:schemeClr>
                  </a:solidFill>
                  <a:round/>
                  <a:headEnd/>
                  <a:tailEnd/>
                </a:ln>
              </p:spPr>
              <p:txBody>
                <a:bodyPr/>
                <a:lstStyle/>
                <a:p>
                  <a:endParaRPr lang="en-US"/>
                </a:p>
              </p:txBody>
            </p:sp>
            <p:sp>
              <p:nvSpPr>
                <p:cNvPr id="104476" name="Line 246"/>
                <p:cNvSpPr>
                  <a:spLocks noChangeShapeType="1"/>
                </p:cNvSpPr>
                <p:nvPr/>
              </p:nvSpPr>
              <p:spPr bwMode="auto">
                <a:xfrm>
                  <a:off x="2582" y="3288"/>
                  <a:ext cx="24" cy="1"/>
                </a:xfrm>
                <a:prstGeom prst="line">
                  <a:avLst/>
                </a:prstGeom>
                <a:grpFill/>
                <a:ln w="12700">
                  <a:solidFill>
                    <a:schemeClr val="bg1">
                      <a:lumMod val="65000"/>
                    </a:schemeClr>
                  </a:solidFill>
                  <a:round/>
                  <a:headEnd/>
                  <a:tailEnd/>
                </a:ln>
              </p:spPr>
              <p:txBody>
                <a:bodyPr/>
                <a:lstStyle/>
                <a:p>
                  <a:endParaRPr lang="en-US"/>
                </a:p>
              </p:txBody>
            </p:sp>
            <p:sp>
              <p:nvSpPr>
                <p:cNvPr id="104477" name="Line 247"/>
                <p:cNvSpPr>
                  <a:spLocks noChangeShapeType="1"/>
                </p:cNvSpPr>
                <p:nvPr/>
              </p:nvSpPr>
              <p:spPr bwMode="auto">
                <a:xfrm>
                  <a:off x="2638" y="3288"/>
                  <a:ext cx="24" cy="1"/>
                </a:xfrm>
                <a:prstGeom prst="line">
                  <a:avLst/>
                </a:prstGeom>
                <a:grpFill/>
                <a:ln w="12700">
                  <a:solidFill>
                    <a:schemeClr val="bg1">
                      <a:lumMod val="65000"/>
                    </a:schemeClr>
                  </a:solidFill>
                  <a:round/>
                  <a:headEnd/>
                  <a:tailEnd/>
                </a:ln>
              </p:spPr>
              <p:txBody>
                <a:bodyPr/>
                <a:lstStyle/>
                <a:p>
                  <a:endParaRPr lang="en-US"/>
                </a:p>
              </p:txBody>
            </p:sp>
            <p:sp>
              <p:nvSpPr>
                <p:cNvPr id="104478" name="Line 248"/>
                <p:cNvSpPr>
                  <a:spLocks noChangeShapeType="1"/>
                </p:cNvSpPr>
                <p:nvPr/>
              </p:nvSpPr>
              <p:spPr bwMode="auto">
                <a:xfrm>
                  <a:off x="2694" y="3288"/>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495" name="Group 249"/>
            <p:cNvGrpSpPr>
              <a:grpSpLocks/>
            </p:cNvGrpSpPr>
            <p:nvPr/>
          </p:nvGrpSpPr>
          <p:grpSpPr bwMode="auto">
            <a:xfrm>
              <a:off x="1489" y="3567"/>
              <a:ext cx="423" cy="56"/>
              <a:chOff x="1489" y="3567"/>
              <a:chExt cx="423" cy="56"/>
            </a:xfrm>
            <a:grpFill/>
          </p:grpSpPr>
          <p:sp>
            <p:nvSpPr>
              <p:cNvPr id="104463" name="Freeform 250"/>
              <p:cNvSpPr>
                <a:spLocks/>
              </p:cNvSpPr>
              <p:nvPr/>
            </p:nvSpPr>
            <p:spPr bwMode="auto">
              <a:xfrm>
                <a:off x="1800"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lumMod val="65000"/>
                  </a:schemeClr>
                </a:solidFill>
                <a:round/>
                <a:headEnd/>
                <a:tailEnd/>
              </a:ln>
            </p:spPr>
            <p:txBody>
              <a:bodyPr/>
              <a:lstStyle/>
              <a:p>
                <a:endParaRPr lang="en-US"/>
              </a:p>
            </p:txBody>
          </p:sp>
          <p:grpSp>
            <p:nvGrpSpPr>
              <p:cNvPr id="104464" name="Group 251"/>
              <p:cNvGrpSpPr>
                <a:grpSpLocks/>
              </p:cNvGrpSpPr>
              <p:nvPr/>
            </p:nvGrpSpPr>
            <p:grpSpPr bwMode="auto">
              <a:xfrm>
                <a:off x="1489" y="3591"/>
                <a:ext cx="303" cy="1"/>
                <a:chOff x="1489" y="3591"/>
                <a:chExt cx="303" cy="1"/>
              </a:xfrm>
              <a:grpFill/>
            </p:grpSpPr>
            <p:sp>
              <p:nvSpPr>
                <p:cNvPr id="104465" name="Line 252"/>
                <p:cNvSpPr>
                  <a:spLocks noChangeShapeType="1"/>
                </p:cNvSpPr>
                <p:nvPr/>
              </p:nvSpPr>
              <p:spPr bwMode="auto">
                <a:xfrm>
                  <a:off x="1489" y="3591"/>
                  <a:ext cx="24" cy="1"/>
                </a:xfrm>
                <a:prstGeom prst="line">
                  <a:avLst/>
                </a:prstGeom>
                <a:grpFill/>
                <a:ln w="12700">
                  <a:solidFill>
                    <a:schemeClr val="bg1">
                      <a:lumMod val="65000"/>
                    </a:schemeClr>
                  </a:solidFill>
                  <a:round/>
                  <a:headEnd/>
                  <a:tailEnd/>
                </a:ln>
              </p:spPr>
              <p:txBody>
                <a:bodyPr/>
                <a:lstStyle/>
                <a:p>
                  <a:endParaRPr lang="en-US"/>
                </a:p>
              </p:txBody>
            </p:sp>
            <p:sp>
              <p:nvSpPr>
                <p:cNvPr id="104466" name="Line 253"/>
                <p:cNvSpPr>
                  <a:spLocks noChangeShapeType="1"/>
                </p:cNvSpPr>
                <p:nvPr/>
              </p:nvSpPr>
              <p:spPr bwMode="auto">
                <a:xfrm>
                  <a:off x="1544" y="3591"/>
                  <a:ext cx="24" cy="1"/>
                </a:xfrm>
                <a:prstGeom prst="line">
                  <a:avLst/>
                </a:prstGeom>
                <a:grpFill/>
                <a:ln w="12700">
                  <a:solidFill>
                    <a:schemeClr val="bg1">
                      <a:lumMod val="65000"/>
                    </a:schemeClr>
                  </a:solidFill>
                  <a:round/>
                  <a:headEnd/>
                  <a:tailEnd/>
                </a:ln>
              </p:spPr>
              <p:txBody>
                <a:bodyPr/>
                <a:lstStyle/>
                <a:p>
                  <a:endParaRPr lang="en-US"/>
                </a:p>
              </p:txBody>
            </p:sp>
            <p:sp>
              <p:nvSpPr>
                <p:cNvPr id="104467" name="Line 254"/>
                <p:cNvSpPr>
                  <a:spLocks noChangeShapeType="1"/>
                </p:cNvSpPr>
                <p:nvPr/>
              </p:nvSpPr>
              <p:spPr bwMode="auto">
                <a:xfrm>
                  <a:off x="1600" y="3591"/>
                  <a:ext cx="24" cy="1"/>
                </a:xfrm>
                <a:prstGeom prst="line">
                  <a:avLst/>
                </a:prstGeom>
                <a:grpFill/>
                <a:ln w="12700">
                  <a:solidFill>
                    <a:schemeClr val="bg1">
                      <a:lumMod val="65000"/>
                    </a:schemeClr>
                  </a:solidFill>
                  <a:round/>
                  <a:headEnd/>
                  <a:tailEnd/>
                </a:ln>
              </p:spPr>
              <p:txBody>
                <a:bodyPr/>
                <a:lstStyle/>
                <a:p>
                  <a:endParaRPr lang="en-US"/>
                </a:p>
              </p:txBody>
            </p:sp>
            <p:sp>
              <p:nvSpPr>
                <p:cNvPr id="104468" name="Line 255"/>
                <p:cNvSpPr>
                  <a:spLocks noChangeShapeType="1"/>
                </p:cNvSpPr>
                <p:nvPr/>
              </p:nvSpPr>
              <p:spPr bwMode="auto">
                <a:xfrm>
                  <a:off x="1656" y="3591"/>
                  <a:ext cx="24" cy="1"/>
                </a:xfrm>
                <a:prstGeom prst="line">
                  <a:avLst/>
                </a:prstGeom>
                <a:grpFill/>
                <a:ln w="12700">
                  <a:solidFill>
                    <a:schemeClr val="bg1">
                      <a:lumMod val="65000"/>
                    </a:schemeClr>
                  </a:solidFill>
                  <a:round/>
                  <a:headEnd/>
                  <a:tailEnd/>
                </a:ln>
              </p:spPr>
              <p:txBody>
                <a:bodyPr/>
                <a:lstStyle/>
                <a:p>
                  <a:endParaRPr lang="en-US"/>
                </a:p>
              </p:txBody>
            </p:sp>
            <p:sp>
              <p:nvSpPr>
                <p:cNvPr id="104469" name="Line 256"/>
                <p:cNvSpPr>
                  <a:spLocks noChangeShapeType="1"/>
                </p:cNvSpPr>
                <p:nvPr/>
              </p:nvSpPr>
              <p:spPr bwMode="auto">
                <a:xfrm>
                  <a:off x="1712" y="3591"/>
                  <a:ext cx="24" cy="1"/>
                </a:xfrm>
                <a:prstGeom prst="line">
                  <a:avLst/>
                </a:prstGeom>
                <a:grpFill/>
                <a:ln w="12700">
                  <a:solidFill>
                    <a:schemeClr val="bg1">
                      <a:lumMod val="65000"/>
                    </a:schemeClr>
                  </a:solidFill>
                  <a:round/>
                  <a:headEnd/>
                  <a:tailEnd/>
                </a:ln>
              </p:spPr>
              <p:txBody>
                <a:bodyPr/>
                <a:lstStyle/>
                <a:p>
                  <a:endParaRPr lang="en-US"/>
                </a:p>
              </p:txBody>
            </p:sp>
            <p:sp>
              <p:nvSpPr>
                <p:cNvPr id="104470" name="Line 257"/>
                <p:cNvSpPr>
                  <a:spLocks noChangeShapeType="1"/>
                </p:cNvSpPr>
                <p:nvPr/>
              </p:nvSpPr>
              <p:spPr bwMode="auto">
                <a:xfrm>
                  <a:off x="1768" y="3591"/>
                  <a:ext cx="24" cy="1"/>
                </a:xfrm>
                <a:prstGeom prst="line">
                  <a:avLst/>
                </a:prstGeom>
                <a:grpFill/>
                <a:ln w="12700">
                  <a:solidFill>
                    <a:schemeClr val="bg1">
                      <a:lumMod val="65000"/>
                    </a:schemeClr>
                  </a:solidFill>
                  <a:round/>
                  <a:headEnd/>
                  <a:tailEnd/>
                </a:ln>
              </p:spPr>
              <p:txBody>
                <a:bodyPr/>
                <a:lstStyle/>
                <a:p>
                  <a:endParaRPr lang="en-US"/>
                </a:p>
              </p:txBody>
            </p:sp>
          </p:grpSp>
        </p:grpSp>
        <p:grpSp>
          <p:nvGrpSpPr>
            <p:cNvPr id="103496" name="Group 258"/>
            <p:cNvGrpSpPr>
              <a:grpSpLocks/>
            </p:cNvGrpSpPr>
            <p:nvPr/>
          </p:nvGrpSpPr>
          <p:grpSpPr bwMode="auto">
            <a:xfrm>
              <a:off x="1952" y="3567"/>
              <a:ext cx="415" cy="56"/>
              <a:chOff x="1952" y="3567"/>
              <a:chExt cx="415" cy="56"/>
            </a:xfrm>
            <a:grpFill/>
          </p:grpSpPr>
          <p:sp>
            <p:nvSpPr>
              <p:cNvPr id="104455" name="Freeform 259"/>
              <p:cNvSpPr>
                <a:spLocks/>
              </p:cNvSpPr>
              <p:nvPr/>
            </p:nvSpPr>
            <p:spPr bwMode="auto">
              <a:xfrm>
                <a:off x="2255"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lumMod val="65000"/>
                  </a:schemeClr>
                </a:solidFill>
                <a:round/>
                <a:headEnd/>
                <a:tailEnd/>
              </a:ln>
            </p:spPr>
            <p:txBody>
              <a:bodyPr/>
              <a:lstStyle/>
              <a:p>
                <a:endParaRPr lang="en-US"/>
              </a:p>
            </p:txBody>
          </p:sp>
          <p:grpSp>
            <p:nvGrpSpPr>
              <p:cNvPr id="104456" name="Group 260"/>
              <p:cNvGrpSpPr>
                <a:grpSpLocks/>
              </p:cNvGrpSpPr>
              <p:nvPr/>
            </p:nvGrpSpPr>
            <p:grpSpPr bwMode="auto">
              <a:xfrm>
                <a:off x="1952" y="3591"/>
                <a:ext cx="295" cy="1"/>
                <a:chOff x="1952" y="3591"/>
                <a:chExt cx="295" cy="1"/>
              </a:xfrm>
              <a:grpFill/>
            </p:grpSpPr>
            <p:sp>
              <p:nvSpPr>
                <p:cNvPr id="104457" name="Line 261"/>
                <p:cNvSpPr>
                  <a:spLocks noChangeShapeType="1"/>
                </p:cNvSpPr>
                <p:nvPr/>
              </p:nvSpPr>
              <p:spPr bwMode="auto">
                <a:xfrm>
                  <a:off x="1952" y="3591"/>
                  <a:ext cx="24" cy="1"/>
                </a:xfrm>
                <a:prstGeom prst="line">
                  <a:avLst/>
                </a:prstGeom>
                <a:grpFill/>
                <a:ln w="12700">
                  <a:solidFill>
                    <a:schemeClr val="bg1">
                      <a:lumMod val="65000"/>
                    </a:schemeClr>
                  </a:solidFill>
                  <a:round/>
                  <a:headEnd/>
                  <a:tailEnd/>
                </a:ln>
              </p:spPr>
              <p:txBody>
                <a:bodyPr/>
                <a:lstStyle/>
                <a:p>
                  <a:endParaRPr lang="en-US"/>
                </a:p>
              </p:txBody>
            </p:sp>
            <p:sp>
              <p:nvSpPr>
                <p:cNvPr id="104458" name="Line 262"/>
                <p:cNvSpPr>
                  <a:spLocks noChangeShapeType="1"/>
                </p:cNvSpPr>
                <p:nvPr/>
              </p:nvSpPr>
              <p:spPr bwMode="auto">
                <a:xfrm>
                  <a:off x="2008" y="3591"/>
                  <a:ext cx="23" cy="1"/>
                </a:xfrm>
                <a:prstGeom prst="line">
                  <a:avLst/>
                </a:prstGeom>
                <a:grpFill/>
                <a:ln w="12700">
                  <a:solidFill>
                    <a:schemeClr val="bg1">
                      <a:lumMod val="65000"/>
                    </a:schemeClr>
                  </a:solidFill>
                  <a:round/>
                  <a:headEnd/>
                  <a:tailEnd/>
                </a:ln>
              </p:spPr>
              <p:txBody>
                <a:bodyPr/>
                <a:lstStyle/>
                <a:p>
                  <a:endParaRPr lang="en-US"/>
                </a:p>
              </p:txBody>
            </p:sp>
            <p:sp>
              <p:nvSpPr>
                <p:cNvPr id="104459" name="Line 263"/>
                <p:cNvSpPr>
                  <a:spLocks noChangeShapeType="1"/>
                </p:cNvSpPr>
                <p:nvPr/>
              </p:nvSpPr>
              <p:spPr bwMode="auto">
                <a:xfrm>
                  <a:off x="2063" y="3591"/>
                  <a:ext cx="24" cy="1"/>
                </a:xfrm>
                <a:prstGeom prst="line">
                  <a:avLst/>
                </a:prstGeom>
                <a:grpFill/>
                <a:ln w="12700">
                  <a:solidFill>
                    <a:schemeClr val="bg1">
                      <a:lumMod val="65000"/>
                    </a:schemeClr>
                  </a:solidFill>
                  <a:round/>
                  <a:headEnd/>
                  <a:tailEnd/>
                </a:ln>
              </p:spPr>
              <p:txBody>
                <a:bodyPr/>
                <a:lstStyle/>
                <a:p>
                  <a:endParaRPr lang="en-US"/>
                </a:p>
              </p:txBody>
            </p:sp>
            <p:sp>
              <p:nvSpPr>
                <p:cNvPr id="104460" name="Line 264"/>
                <p:cNvSpPr>
                  <a:spLocks noChangeShapeType="1"/>
                </p:cNvSpPr>
                <p:nvPr/>
              </p:nvSpPr>
              <p:spPr bwMode="auto">
                <a:xfrm>
                  <a:off x="2119" y="3591"/>
                  <a:ext cx="24" cy="1"/>
                </a:xfrm>
                <a:prstGeom prst="line">
                  <a:avLst/>
                </a:prstGeom>
                <a:grpFill/>
                <a:ln w="12700">
                  <a:solidFill>
                    <a:schemeClr val="bg1">
                      <a:lumMod val="65000"/>
                    </a:schemeClr>
                  </a:solidFill>
                  <a:round/>
                  <a:headEnd/>
                  <a:tailEnd/>
                </a:ln>
              </p:spPr>
              <p:txBody>
                <a:bodyPr/>
                <a:lstStyle/>
                <a:p>
                  <a:endParaRPr lang="en-US"/>
                </a:p>
              </p:txBody>
            </p:sp>
            <p:sp>
              <p:nvSpPr>
                <p:cNvPr id="104461" name="Line 265"/>
                <p:cNvSpPr>
                  <a:spLocks noChangeShapeType="1"/>
                </p:cNvSpPr>
                <p:nvPr/>
              </p:nvSpPr>
              <p:spPr bwMode="auto">
                <a:xfrm>
                  <a:off x="2175" y="3591"/>
                  <a:ext cx="24" cy="1"/>
                </a:xfrm>
                <a:prstGeom prst="line">
                  <a:avLst/>
                </a:prstGeom>
                <a:grpFill/>
                <a:ln w="12700">
                  <a:solidFill>
                    <a:schemeClr val="bg1">
                      <a:lumMod val="65000"/>
                    </a:schemeClr>
                  </a:solidFill>
                  <a:round/>
                  <a:headEnd/>
                  <a:tailEnd/>
                </a:ln>
              </p:spPr>
              <p:txBody>
                <a:bodyPr/>
                <a:lstStyle/>
                <a:p>
                  <a:endParaRPr lang="en-US"/>
                </a:p>
              </p:txBody>
            </p:sp>
            <p:sp>
              <p:nvSpPr>
                <p:cNvPr id="104462" name="Line 266"/>
                <p:cNvSpPr>
                  <a:spLocks noChangeShapeType="1"/>
                </p:cNvSpPr>
                <p:nvPr/>
              </p:nvSpPr>
              <p:spPr bwMode="auto">
                <a:xfrm>
                  <a:off x="2231" y="3591"/>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497" name="Group 267"/>
            <p:cNvGrpSpPr>
              <a:grpSpLocks/>
            </p:cNvGrpSpPr>
            <p:nvPr/>
          </p:nvGrpSpPr>
          <p:grpSpPr bwMode="auto">
            <a:xfrm>
              <a:off x="2407" y="3567"/>
              <a:ext cx="415" cy="56"/>
              <a:chOff x="2407" y="3567"/>
              <a:chExt cx="415" cy="56"/>
            </a:xfrm>
            <a:grpFill/>
          </p:grpSpPr>
          <p:sp>
            <p:nvSpPr>
              <p:cNvPr id="104447" name="Freeform 268"/>
              <p:cNvSpPr>
                <a:spLocks/>
              </p:cNvSpPr>
              <p:nvPr/>
            </p:nvSpPr>
            <p:spPr bwMode="auto">
              <a:xfrm>
                <a:off x="2710"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lumMod val="65000"/>
                  </a:schemeClr>
                </a:solidFill>
                <a:round/>
                <a:headEnd/>
                <a:tailEnd/>
              </a:ln>
            </p:spPr>
            <p:txBody>
              <a:bodyPr/>
              <a:lstStyle/>
              <a:p>
                <a:endParaRPr lang="en-US"/>
              </a:p>
            </p:txBody>
          </p:sp>
          <p:grpSp>
            <p:nvGrpSpPr>
              <p:cNvPr id="104448" name="Group 269"/>
              <p:cNvGrpSpPr>
                <a:grpSpLocks/>
              </p:cNvGrpSpPr>
              <p:nvPr/>
            </p:nvGrpSpPr>
            <p:grpSpPr bwMode="auto">
              <a:xfrm>
                <a:off x="2407" y="3591"/>
                <a:ext cx="295" cy="1"/>
                <a:chOff x="2407" y="3591"/>
                <a:chExt cx="295" cy="1"/>
              </a:xfrm>
              <a:grpFill/>
            </p:grpSpPr>
            <p:sp>
              <p:nvSpPr>
                <p:cNvPr id="104449" name="Line 270"/>
                <p:cNvSpPr>
                  <a:spLocks noChangeShapeType="1"/>
                </p:cNvSpPr>
                <p:nvPr/>
              </p:nvSpPr>
              <p:spPr bwMode="auto">
                <a:xfrm>
                  <a:off x="2407" y="3591"/>
                  <a:ext cx="24" cy="1"/>
                </a:xfrm>
                <a:prstGeom prst="line">
                  <a:avLst/>
                </a:prstGeom>
                <a:grpFill/>
                <a:ln w="12700">
                  <a:solidFill>
                    <a:schemeClr val="bg1">
                      <a:lumMod val="65000"/>
                    </a:schemeClr>
                  </a:solidFill>
                  <a:round/>
                  <a:headEnd/>
                  <a:tailEnd/>
                </a:ln>
              </p:spPr>
              <p:txBody>
                <a:bodyPr/>
                <a:lstStyle/>
                <a:p>
                  <a:endParaRPr lang="en-US"/>
                </a:p>
              </p:txBody>
            </p:sp>
            <p:sp>
              <p:nvSpPr>
                <p:cNvPr id="104450" name="Line 271"/>
                <p:cNvSpPr>
                  <a:spLocks noChangeShapeType="1"/>
                </p:cNvSpPr>
                <p:nvPr/>
              </p:nvSpPr>
              <p:spPr bwMode="auto">
                <a:xfrm>
                  <a:off x="2463" y="3591"/>
                  <a:ext cx="24" cy="1"/>
                </a:xfrm>
                <a:prstGeom prst="line">
                  <a:avLst/>
                </a:prstGeom>
                <a:grpFill/>
                <a:ln w="12700">
                  <a:solidFill>
                    <a:schemeClr val="bg1">
                      <a:lumMod val="65000"/>
                    </a:schemeClr>
                  </a:solidFill>
                  <a:round/>
                  <a:headEnd/>
                  <a:tailEnd/>
                </a:ln>
              </p:spPr>
              <p:txBody>
                <a:bodyPr/>
                <a:lstStyle/>
                <a:p>
                  <a:endParaRPr lang="en-US"/>
                </a:p>
              </p:txBody>
            </p:sp>
            <p:sp>
              <p:nvSpPr>
                <p:cNvPr id="104451" name="Line 272"/>
                <p:cNvSpPr>
                  <a:spLocks noChangeShapeType="1"/>
                </p:cNvSpPr>
                <p:nvPr/>
              </p:nvSpPr>
              <p:spPr bwMode="auto">
                <a:xfrm>
                  <a:off x="2518" y="3591"/>
                  <a:ext cx="24" cy="1"/>
                </a:xfrm>
                <a:prstGeom prst="line">
                  <a:avLst/>
                </a:prstGeom>
                <a:grpFill/>
                <a:ln w="12700">
                  <a:solidFill>
                    <a:schemeClr val="bg1">
                      <a:lumMod val="65000"/>
                    </a:schemeClr>
                  </a:solidFill>
                  <a:round/>
                  <a:headEnd/>
                  <a:tailEnd/>
                </a:ln>
              </p:spPr>
              <p:txBody>
                <a:bodyPr/>
                <a:lstStyle/>
                <a:p>
                  <a:endParaRPr lang="en-US"/>
                </a:p>
              </p:txBody>
            </p:sp>
            <p:sp>
              <p:nvSpPr>
                <p:cNvPr id="104452" name="Line 273"/>
                <p:cNvSpPr>
                  <a:spLocks noChangeShapeType="1"/>
                </p:cNvSpPr>
                <p:nvPr/>
              </p:nvSpPr>
              <p:spPr bwMode="auto">
                <a:xfrm>
                  <a:off x="2574" y="3591"/>
                  <a:ext cx="24" cy="1"/>
                </a:xfrm>
                <a:prstGeom prst="line">
                  <a:avLst/>
                </a:prstGeom>
                <a:grpFill/>
                <a:ln w="12700">
                  <a:solidFill>
                    <a:schemeClr val="bg1">
                      <a:lumMod val="65000"/>
                    </a:schemeClr>
                  </a:solidFill>
                  <a:round/>
                  <a:headEnd/>
                  <a:tailEnd/>
                </a:ln>
              </p:spPr>
              <p:txBody>
                <a:bodyPr/>
                <a:lstStyle/>
                <a:p>
                  <a:endParaRPr lang="en-US"/>
                </a:p>
              </p:txBody>
            </p:sp>
            <p:sp>
              <p:nvSpPr>
                <p:cNvPr id="104453" name="Line 274"/>
                <p:cNvSpPr>
                  <a:spLocks noChangeShapeType="1"/>
                </p:cNvSpPr>
                <p:nvPr/>
              </p:nvSpPr>
              <p:spPr bwMode="auto">
                <a:xfrm>
                  <a:off x="2630" y="3591"/>
                  <a:ext cx="24" cy="1"/>
                </a:xfrm>
                <a:prstGeom prst="line">
                  <a:avLst/>
                </a:prstGeom>
                <a:grpFill/>
                <a:ln w="12700">
                  <a:solidFill>
                    <a:schemeClr val="bg1">
                      <a:lumMod val="65000"/>
                    </a:schemeClr>
                  </a:solidFill>
                  <a:round/>
                  <a:headEnd/>
                  <a:tailEnd/>
                </a:ln>
              </p:spPr>
              <p:txBody>
                <a:bodyPr/>
                <a:lstStyle/>
                <a:p>
                  <a:endParaRPr lang="en-US"/>
                </a:p>
              </p:txBody>
            </p:sp>
            <p:sp>
              <p:nvSpPr>
                <p:cNvPr id="104454" name="Line 275"/>
                <p:cNvSpPr>
                  <a:spLocks noChangeShapeType="1"/>
                </p:cNvSpPr>
                <p:nvPr/>
              </p:nvSpPr>
              <p:spPr bwMode="auto">
                <a:xfrm>
                  <a:off x="2686" y="3591"/>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498" name="Group 276"/>
            <p:cNvGrpSpPr>
              <a:grpSpLocks/>
            </p:cNvGrpSpPr>
            <p:nvPr/>
          </p:nvGrpSpPr>
          <p:grpSpPr bwMode="auto">
            <a:xfrm>
              <a:off x="1944" y="2690"/>
              <a:ext cx="894" cy="596"/>
              <a:chOff x="1944" y="2690"/>
              <a:chExt cx="894" cy="596"/>
            </a:xfrm>
            <a:grpFill/>
          </p:grpSpPr>
          <p:sp>
            <p:nvSpPr>
              <p:cNvPr id="104445" name="Freeform 277"/>
              <p:cNvSpPr>
                <a:spLocks/>
              </p:cNvSpPr>
              <p:nvPr/>
            </p:nvSpPr>
            <p:spPr bwMode="auto">
              <a:xfrm>
                <a:off x="2702" y="2690"/>
                <a:ext cx="136" cy="104"/>
              </a:xfrm>
              <a:custGeom>
                <a:avLst/>
                <a:gdLst>
                  <a:gd name="T0" fmla="*/ 136 w 136"/>
                  <a:gd name="T1" fmla="*/ 0 h 104"/>
                  <a:gd name="T2" fmla="*/ 40 w 136"/>
                  <a:gd name="T3" fmla="*/ 104 h 104"/>
                  <a:gd name="T4" fmla="*/ 24 w 136"/>
                  <a:gd name="T5" fmla="*/ 72 h 104"/>
                  <a:gd name="T6" fmla="*/ 0 w 136"/>
                  <a:gd name="T7" fmla="*/ 48 h 104"/>
                  <a:gd name="T8" fmla="*/ 136 w 136"/>
                  <a:gd name="T9" fmla="*/ 0 h 104"/>
                  <a:gd name="T10" fmla="*/ 0 60000 65536"/>
                  <a:gd name="T11" fmla="*/ 0 60000 65536"/>
                  <a:gd name="T12" fmla="*/ 0 60000 65536"/>
                  <a:gd name="T13" fmla="*/ 0 60000 65536"/>
                  <a:gd name="T14" fmla="*/ 0 60000 65536"/>
                  <a:gd name="T15" fmla="*/ 0 w 136"/>
                  <a:gd name="T16" fmla="*/ 0 h 104"/>
                  <a:gd name="T17" fmla="*/ 136 w 136"/>
                  <a:gd name="T18" fmla="*/ 104 h 104"/>
                </a:gdLst>
                <a:ahLst/>
                <a:cxnLst>
                  <a:cxn ang="T10">
                    <a:pos x="T0" y="T1"/>
                  </a:cxn>
                  <a:cxn ang="T11">
                    <a:pos x="T2" y="T3"/>
                  </a:cxn>
                  <a:cxn ang="T12">
                    <a:pos x="T4" y="T5"/>
                  </a:cxn>
                  <a:cxn ang="T13">
                    <a:pos x="T6" y="T7"/>
                  </a:cxn>
                  <a:cxn ang="T14">
                    <a:pos x="T8" y="T9"/>
                  </a:cxn>
                </a:cxnLst>
                <a:rect l="T15" t="T16" r="T17" b="T18"/>
                <a:pathLst>
                  <a:path w="136" h="104">
                    <a:moveTo>
                      <a:pt x="136" y="0"/>
                    </a:moveTo>
                    <a:lnTo>
                      <a:pt x="40" y="104"/>
                    </a:lnTo>
                    <a:lnTo>
                      <a:pt x="24" y="72"/>
                    </a:lnTo>
                    <a:lnTo>
                      <a:pt x="0" y="48"/>
                    </a:lnTo>
                    <a:lnTo>
                      <a:pt x="136" y="0"/>
                    </a:lnTo>
                    <a:close/>
                  </a:path>
                </a:pathLst>
              </a:custGeom>
              <a:grpFill/>
              <a:ln w="9525">
                <a:solidFill>
                  <a:schemeClr val="bg1">
                    <a:lumMod val="65000"/>
                  </a:schemeClr>
                </a:solidFill>
                <a:round/>
                <a:headEnd/>
                <a:tailEnd/>
              </a:ln>
            </p:spPr>
            <p:txBody>
              <a:bodyPr/>
              <a:lstStyle/>
              <a:p>
                <a:endParaRPr lang="en-US"/>
              </a:p>
            </p:txBody>
          </p:sp>
          <p:sp>
            <p:nvSpPr>
              <p:cNvPr id="104446" name="Line 278"/>
              <p:cNvSpPr>
                <a:spLocks noChangeShapeType="1"/>
              </p:cNvSpPr>
              <p:nvPr/>
            </p:nvSpPr>
            <p:spPr bwMode="auto">
              <a:xfrm flipV="1">
                <a:off x="1944" y="2758"/>
                <a:ext cx="790" cy="528"/>
              </a:xfrm>
              <a:prstGeom prst="line">
                <a:avLst/>
              </a:prstGeom>
              <a:grpFill/>
              <a:ln w="25400">
                <a:solidFill>
                  <a:schemeClr val="bg1">
                    <a:lumMod val="65000"/>
                  </a:schemeClr>
                </a:solidFill>
                <a:round/>
                <a:headEnd/>
                <a:tailEnd/>
              </a:ln>
            </p:spPr>
            <p:txBody>
              <a:bodyPr/>
              <a:lstStyle/>
              <a:p>
                <a:endParaRPr lang="en-US"/>
              </a:p>
            </p:txBody>
          </p:sp>
        </p:grpSp>
        <p:grpSp>
          <p:nvGrpSpPr>
            <p:cNvPr id="103499" name="Group 279"/>
            <p:cNvGrpSpPr>
              <a:grpSpLocks/>
            </p:cNvGrpSpPr>
            <p:nvPr/>
          </p:nvGrpSpPr>
          <p:grpSpPr bwMode="auto">
            <a:xfrm>
              <a:off x="1952" y="2376"/>
              <a:ext cx="886" cy="290"/>
              <a:chOff x="1952" y="2376"/>
              <a:chExt cx="886" cy="290"/>
            </a:xfrm>
            <a:grpFill/>
          </p:grpSpPr>
          <p:sp>
            <p:nvSpPr>
              <p:cNvPr id="104443" name="Freeform 280"/>
              <p:cNvSpPr>
                <a:spLocks/>
              </p:cNvSpPr>
              <p:nvPr/>
            </p:nvSpPr>
            <p:spPr bwMode="auto">
              <a:xfrm>
                <a:off x="2702" y="2586"/>
                <a:ext cx="136" cy="80"/>
              </a:xfrm>
              <a:custGeom>
                <a:avLst/>
                <a:gdLst>
                  <a:gd name="T0" fmla="*/ 136 w 136"/>
                  <a:gd name="T1" fmla="*/ 80 h 80"/>
                  <a:gd name="T2" fmla="*/ 0 w 136"/>
                  <a:gd name="T3" fmla="*/ 64 h 80"/>
                  <a:gd name="T4" fmla="*/ 8 w 136"/>
                  <a:gd name="T5" fmla="*/ 32 h 80"/>
                  <a:gd name="T6" fmla="*/ 16 w 136"/>
                  <a:gd name="T7" fmla="*/ 0 h 80"/>
                  <a:gd name="T8" fmla="*/ 136 w 136"/>
                  <a:gd name="T9" fmla="*/ 80 h 80"/>
                  <a:gd name="T10" fmla="*/ 0 60000 65536"/>
                  <a:gd name="T11" fmla="*/ 0 60000 65536"/>
                  <a:gd name="T12" fmla="*/ 0 60000 65536"/>
                  <a:gd name="T13" fmla="*/ 0 60000 65536"/>
                  <a:gd name="T14" fmla="*/ 0 60000 65536"/>
                  <a:gd name="T15" fmla="*/ 0 w 136"/>
                  <a:gd name="T16" fmla="*/ 0 h 80"/>
                  <a:gd name="T17" fmla="*/ 136 w 136"/>
                  <a:gd name="T18" fmla="*/ 80 h 80"/>
                </a:gdLst>
                <a:ahLst/>
                <a:cxnLst>
                  <a:cxn ang="T10">
                    <a:pos x="T0" y="T1"/>
                  </a:cxn>
                  <a:cxn ang="T11">
                    <a:pos x="T2" y="T3"/>
                  </a:cxn>
                  <a:cxn ang="T12">
                    <a:pos x="T4" y="T5"/>
                  </a:cxn>
                  <a:cxn ang="T13">
                    <a:pos x="T6" y="T7"/>
                  </a:cxn>
                  <a:cxn ang="T14">
                    <a:pos x="T8" y="T9"/>
                  </a:cxn>
                </a:cxnLst>
                <a:rect l="T15" t="T16" r="T17" b="T18"/>
                <a:pathLst>
                  <a:path w="136" h="80">
                    <a:moveTo>
                      <a:pt x="136" y="80"/>
                    </a:moveTo>
                    <a:lnTo>
                      <a:pt x="0" y="64"/>
                    </a:lnTo>
                    <a:lnTo>
                      <a:pt x="8" y="32"/>
                    </a:lnTo>
                    <a:lnTo>
                      <a:pt x="16" y="0"/>
                    </a:lnTo>
                    <a:lnTo>
                      <a:pt x="136" y="80"/>
                    </a:lnTo>
                    <a:close/>
                  </a:path>
                </a:pathLst>
              </a:custGeom>
              <a:grpFill/>
              <a:ln w="9525">
                <a:solidFill>
                  <a:schemeClr val="bg1">
                    <a:lumMod val="65000"/>
                  </a:schemeClr>
                </a:solidFill>
                <a:round/>
                <a:headEnd/>
                <a:tailEnd/>
              </a:ln>
            </p:spPr>
            <p:txBody>
              <a:bodyPr/>
              <a:lstStyle/>
              <a:p>
                <a:endParaRPr lang="en-US"/>
              </a:p>
            </p:txBody>
          </p:sp>
          <p:sp>
            <p:nvSpPr>
              <p:cNvPr id="104444" name="Line 281"/>
              <p:cNvSpPr>
                <a:spLocks noChangeShapeType="1"/>
              </p:cNvSpPr>
              <p:nvPr/>
            </p:nvSpPr>
            <p:spPr bwMode="auto">
              <a:xfrm>
                <a:off x="1952" y="2376"/>
                <a:ext cx="766" cy="244"/>
              </a:xfrm>
              <a:prstGeom prst="line">
                <a:avLst/>
              </a:prstGeom>
              <a:grpFill/>
              <a:ln w="25400">
                <a:solidFill>
                  <a:schemeClr val="bg1">
                    <a:lumMod val="65000"/>
                  </a:schemeClr>
                </a:solidFill>
                <a:round/>
                <a:headEnd/>
                <a:tailEnd/>
              </a:ln>
            </p:spPr>
            <p:txBody>
              <a:bodyPr/>
              <a:lstStyle/>
              <a:p>
                <a:endParaRPr lang="en-US"/>
              </a:p>
            </p:txBody>
          </p:sp>
        </p:grpSp>
        <p:grpSp>
          <p:nvGrpSpPr>
            <p:cNvPr id="103500" name="Group 282"/>
            <p:cNvGrpSpPr>
              <a:grpSpLocks/>
            </p:cNvGrpSpPr>
            <p:nvPr/>
          </p:nvGrpSpPr>
          <p:grpSpPr bwMode="auto">
            <a:xfrm>
              <a:off x="1481" y="2084"/>
              <a:ext cx="1373" cy="1507"/>
              <a:chOff x="1481" y="2084"/>
              <a:chExt cx="1373" cy="1507"/>
            </a:xfrm>
            <a:grpFill/>
          </p:grpSpPr>
          <p:sp>
            <p:nvSpPr>
              <p:cNvPr id="104441" name="Freeform 283"/>
              <p:cNvSpPr>
                <a:spLocks/>
              </p:cNvSpPr>
              <p:nvPr/>
            </p:nvSpPr>
            <p:spPr bwMode="auto">
              <a:xfrm>
                <a:off x="2742" y="2084"/>
                <a:ext cx="112" cy="119"/>
              </a:xfrm>
              <a:custGeom>
                <a:avLst/>
                <a:gdLst>
                  <a:gd name="T0" fmla="*/ 112 w 112"/>
                  <a:gd name="T1" fmla="*/ 0 h 119"/>
                  <a:gd name="T2" fmla="*/ 48 w 112"/>
                  <a:gd name="T3" fmla="*/ 119 h 119"/>
                  <a:gd name="T4" fmla="*/ 24 w 112"/>
                  <a:gd name="T5" fmla="*/ 96 h 119"/>
                  <a:gd name="T6" fmla="*/ 0 w 112"/>
                  <a:gd name="T7" fmla="*/ 72 h 119"/>
                  <a:gd name="T8" fmla="*/ 112 w 112"/>
                  <a:gd name="T9" fmla="*/ 0 h 119"/>
                  <a:gd name="T10" fmla="*/ 0 60000 65536"/>
                  <a:gd name="T11" fmla="*/ 0 60000 65536"/>
                  <a:gd name="T12" fmla="*/ 0 60000 65536"/>
                  <a:gd name="T13" fmla="*/ 0 60000 65536"/>
                  <a:gd name="T14" fmla="*/ 0 60000 65536"/>
                  <a:gd name="T15" fmla="*/ 0 w 112"/>
                  <a:gd name="T16" fmla="*/ 0 h 119"/>
                  <a:gd name="T17" fmla="*/ 112 w 112"/>
                  <a:gd name="T18" fmla="*/ 119 h 119"/>
                </a:gdLst>
                <a:ahLst/>
                <a:cxnLst>
                  <a:cxn ang="T10">
                    <a:pos x="T0" y="T1"/>
                  </a:cxn>
                  <a:cxn ang="T11">
                    <a:pos x="T2" y="T3"/>
                  </a:cxn>
                  <a:cxn ang="T12">
                    <a:pos x="T4" y="T5"/>
                  </a:cxn>
                  <a:cxn ang="T13">
                    <a:pos x="T6" y="T7"/>
                  </a:cxn>
                  <a:cxn ang="T14">
                    <a:pos x="T8" y="T9"/>
                  </a:cxn>
                </a:cxnLst>
                <a:rect l="T15" t="T16" r="T17" b="T18"/>
                <a:pathLst>
                  <a:path w="112" h="119">
                    <a:moveTo>
                      <a:pt x="112" y="0"/>
                    </a:moveTo>
                    <a:lnTo>
                      <a:pt x="48" y="119"/>
                    </a:lnTo>
                    <a:lnTo>
                      <a:pt x="24" y="96"/>
                    </a:lnTo>
                    <a:lnTo>
                      <a:pt x="0" y="72"/>
                    </a:lnTo>
                    <a:lnTo>
                      <a:pt x="112" y="0"/>
                    </a:lnTo>
                    <a:close/>
                  </a:path>
                </a:pathLst>
              </a:custGeom>
              <a:grpFill/>
              <a:ln w="9525">
                <a:solidFill>
                  <a:schemeClr val="bg1">
                    <a:lumMod val="65000"/>
                  </a:schemeClr>
                </a:solidFill>
                <a:round/>
                <a:headEnd/>
                <a:tailEnd/>
              </a:ln>
            </p:spPr>
            <p:txBody>
              <a:bodyPr/>
              <a:lstStyle/>
              <a:p>
                <a:endParaRPr lang="en-US"/>
              </a:p>
            </p:txBody>
          </p:sp>
          <p:sp>
            <p:nvSpPr>
              <p:cNvPr id="104442" name="Line 284"/>
              <p:cNvSpPr>
                <a:spLocks noChangeShapeType="1"/>
              </p:cNvSpPr>
              <p:nvPr/>
            </p:nvSpPr>
            <p:spPr bwMode="auto">
              <a:xfrm flipV="1">
                <a:off x="1481" y="2172"/>
                <a:ext cx="1291" cy="1419"/>
              </a:xfrm>
              <a:prstGeom prst="line">
                <a:avLst/>
              </a:prstGeom>
              <a:grpFill/>
              <a:ln w="25400">
                <a:solidFill>
                  <a:schemeClr val="bg1">
                    <a:lumMod val="65000"/>
                  </a:schemeClr>
                </a:solidFill>
                <a:round/>
                <a:headEnd/>
                <a:tailEnd/>
              </a:ln>
            </p:spPr>
            <p:txBody>
              <a:bodyPr/>
              <a:lstStyle/>
              <a:p>
                <a:endParaRPr lang="en-US"/>
              </a:p>
            </p:txBody>
          </p:sp>
        </p:grpSp>
        <p:grpSp>
          <p:nvGrpSpPr>
            <p:cNvPr id="103501" name="Group 285"/>
            <p:cNvGrpSpPr>
              <a:grpSpLocks/>
            </p:cNvGrpSpPr>
            <p:nvPr/>
          </p:nvGrpSpPr>
          <p:grpSpPr bwMode="auto">
            <a:xfrm>
              <a:off x="1944" y="2076"/>
              <a:ext cx="902" cy="885"/>
              <a:chOff x="1944" y="2076"/>
              <a:chExt cx="902" cy="885"/>
            </a:xfrm>
            <a:grpFill/>
          </p:grpSpPr>
          <p:sp>
            <p:nvSpPr>
              <p:cNvPr id="104439" name="Freeform 286"/>
              <p:cNvSpPr>
                <a:spLocks/>
              </p:cNvSpPr>
              <p:nvPr/>
            </p:nvSpPr>
            <p:spPr bwMode="auto">
              <a:xfrm>
                <a:off x="2726" y="2850"/>
                <a:ext cx="120" cy="111"/>
              </a:xfrm>
              <a:custGeom>
                <a:avLst/>
                <a:gdLst>
                  <a:gd name="T0" fmla="*/ 120 w 120"/>
                  <a:gd name="T1" fmla="*/ 111 h 111"/>
                  <a:gd name="T2" fmla="*/ 0 w 120"/>
                  <a:gd name="T3" fmla="*/ 47 h 111"/>
                  <a:gd name="T4" fmla="*/ 24 w 120"/>
                  <a:gd name="T5" fmla="*/ 23 h 111"/>
                  <a:gd name="T6" fmla="*/ 48 w 120"/>
                  <a:gd name="T7" fmla="*/ 0 h 111"/>
                  <a:gd name="T8" fmla="*/ 120 w 120"/>
                  <a:gd name="T9" fmla="*/ 111 h 111"/>
                  <a:gd name="T10" fmla="*/ 0 60000 65536"/>
                  <a:gd name="T11" fmla="*/ 0 60000 65536"/>
                  <a:gd name="T12" fmla="*/ 0 60000 65536"/>
                  <a:gd name="T13" fmla="*/ 0 60000 65536"/>
                  <a:gd name="T14" fmla="*/ 0 60000 65536"/>
                  <a:gd name="T15" fmla="*/ 0 w 120"/>
                  <a:gd name="T16" fmla="*/ 0 h 111"/>
                  <a:gd name="T17" fmla="*/ 120 w 120"/>
                  <a:gd name="T18" fmla="*/ 111 h 111"/>
                </a:gdLst>
                <a:ahLst/>
                <a:cxnLst>
                  <a:cxn ang="T10">
                    <a:pos x="T0" y="T1"/>
                  </a:cxn>
                  <a:cxn ang="T11">
                    <a:pos x="T2" y="T3"/>
                  </a:cxn>
                  <a:cxn ang="T12">
                    <a:pos x="T4" y="T5"/>
                  </a:cxn>
                  <a:cxn ang="T13">
                    <a:pos x="T6" y="T7"/>
                  </a:cxn>
                  <a:cxn ang="T14">
                    <a:pos x="T8" y="T9"/>
                  </a:cxn>
                </a:cxnLst>
                <a:rect l="T15" t="T16" r="T17" b="T18"/>
                <a:pathLst>
                  <a:path w="120" h="111">
                    <a:moveTo>
                      <a:pt x="120" y="111"/>
                    </a:moveTo>
                    <a:lnTo>
                      <a:pt x="0" y="47"/>
                    </a:lnTo>
                    <a:lnTo>
                      <a:pt x="24" y="23"/>
                    </a:lnTo>
                    <a:lnTo>
                      <a:pt x="48" y="0"/>
                    </a:lnTo>
                    <a:lnTo>
                      <a:pt x="120" y="111"/>
                    </a:lnTo>
                    <a:close/>
                  </a:path>
                </a:pathLst>
              </a:custGeom>
              <a:grpFill/>
              <a:ln w="9525">
                <a:solidFill>
                  <a:schemeClr val="bg1">
                    <a:lumMod val="65000"/>
                  </a:schemeClr>
                </a:solidFill>
                <a:round/>
                <a:headEnd/>
                <a:tailEnd/>
              </a:ln>
            </p:spPr>
            <p:txBody>
              <a:bodyPr/>
              <a:lstStyle/>
              <a:p>
                <a:endParaRPr lang="en-US"/>
              </a:p>
            </p:txBody>
          </p:sp>
          <p:sp>
            <p:nvSpPr>
              <p:cNvPr id="104440" name="Line 287"/>
              <p:cNvSpPr>
                <a:spLocks noChangeShapeType="1"/>
              </p:cNvSpPr>
              <p:nvPr/>
            </p:nvSpPr>
            <p:spPr bwMode="auto">
              <a:xfrm>
                <a:off x="1944" y="2076"/>
                <a:ext cx="814" cy="805"/>
              </a:xfrm>
              <a:prstGeom prst="line">
                <a:avLst/>
              </a:prstGeom>
              <a:grpFill/>
              <a:ln w="25400">
                <a:solidFill>
                  <a:schemeClr val="bg1">
                    <a:lumMod val="65000"/>
                  </a:schemeClr>
                </a:solidFill>
                <a:round/>
                <a:headEnd/>
                <a:tailEnd/>
              </a:ln>
            </p:spPr>
            <p:txBody>
              <a:bodyPr/>
              <a:lstStyle/>
              <a:p>
                <a:endParaRPr lang="en-US"/>
              </a:p>
            </p:txBody>
          </p:sp>
        </p:grpSp>
        <p:grpSp>
          <p:nvGrpSpPr>
            <p:cNvPr id="103502" name="Group 288"/>
            <p:cNvGrpSpPr>
              <a:grpSpLocks/>
            </p:cNvGrpSpPr>
            <p:nvPr/>
          </p:nvGrpSpPr>
          <p:grpSpPr bwMode="auto">
            <a:xfrm>
              <a:off x="1489" y="2379"/>
              <a:ext cx="902" cy="893"/>
              <a:chOff x="1489" y="2379"/>
              <a:chExt cx="902" cy="893"/>
            </a:xfrm>
            <a:grpFill/>
          </p:grpSpPr>
          <p:sp>
            <p:nvSpPr>
              <p:cNvPr id="104437" name="Freeform 289"/>
              <p:cNvSpPr>
                <a:spLocks/>
              </p:cNvSpPr>
              <p:nvPr/>
            </p:nvSpPr>
            <p:spPr bwMode="auto">
              <a:xfrm>
                <a:off x="2271" y="3153"/>
                <a:ext cx="120" cy="119"/>
              </a:xfrm>
              <a:custGeom>
                <a:avLst/>
                <a:gdLst>
                  <a:gd name="T0" fmla="*/ 120 w 120"/>
                  <a:gd name="T1" fmla="*/ 119 h 119"/>
                  <a:gd name="T2" fmla="*/ 0 w 120"/>
                  <a:gd name="T3" fmla="*/ 48 h 119"/>
                  <a:gd name="T4" fmla="*/ 24 w 120"/>
                  <a:gd name="T5" fmla="*/ 24 h 119"/>
                  <a:gd name="T6" fmla="*/ 48 w 120"/>
                  <a:gd name="T7" fmla="*/ 0 h 119"/>
                  <a:gd name="T8" fmla="*/ 120 w 120"/>
                  <a:gd name="T9" fmla="*/ 119 h 119"/>
                  <a:gd name="T10" fmla="*/ 0 60000 65536"/>
                  <a:gd name="T11" fmla="*/ 0 60000 65536"/>
                  <a:gd name="T12" fmla="*/ 0 60000 65536"/>
                  <a:gd name="T13" fmla="*/ 0 60000 65536"/>
                  <a:gd name="T14" fmla="*/ 0 60000 65536"/>
                  <a:gd name="T15" fmla="*/ 0 w 120"/>
                  <a:gd name="T16" fmla="*/ 0 h 119"/>
                  <a:gd name="T17" fmla="*/ 120 w 120"/>
                  <a:gd name="T18" fmla="*/ 119 h 119"/>
                </a:gdLst>
                <a:ahLst/>
                <a:cxnLst>
                  <a:cxn ang="T10">
                    <a:pos x="T0" y="T1"/>
                  </a:cxn>
                  <a:cxn ang="T11">
                    <a:pos x="T2" y="T3"/>
                  </a:cxn>
                  <a:cxn ang="T12">
                    <a:pos x="T4" y="T5"/>
                  </a:cxn>
                  <a:cxn ang="T13">
                    <a:pos x="T6" y="T7"/>
                  </a:cxn>
                  <a:cxn ang="T14">
                    <a:pos x="T8" y="T9"/>
                  </a:cxn>
                </a:cxnLst>
                <a:rect l="T15" t="T16" r="T17" b="T18"/>
                <a:pathLst>
                  <a:path w="120" h="119">
                    <a:moveTo>
                      <a:pt x="120" y="119"/>
                    </a:moveTo>
                    <a:lnTo>
                      <a:pt x="0" y="48"/>
                    </a:lnTo>
                    <a:lnTo>
                      <a:pt x="24" y="24"/>
                    </a:lnTo>
                    <a:lnTo>
                      <a:pt x="48" y="0"/>
                    </a:lnTo>
                    <a:lnTo>
                      <a:pt x="120" y="119"/>
                    </a:lnTo>
                    <a:close/>
                  </a:path>
                </a:pathLst>
              </a:custGeom>
              <a:grpFill/>
              <a:ln w="9525">
                <a:solidFill>
                  <a:schemeClr val="bg1">
                    <a:lumMod val="65000"/>
                  </a:schemeClr>
                </a:solidFill>
                <a:round/>
                <a:headEnd/>
                <a:tailEnd/>
              </a:ln>
            </p:spPr>
            <p:txBody>
              <a:bodyPr/>
              <a:lstStyle/>
              <a:p>
                <a:endParaRPr lang="en-US"/>
              </a:p>
            </p:txBody>
          </p:sp>
          <p:sp>
            <p:nvSpPr>
              <p:cNvPr id="104438" name="Line 290"/>
              <p:cNvSpPr>
                <a:spLocks noChangeShapeType="1"/>
              </p:cNvSpPr>
              <p:nvPr/>
            </p:nvSpPr>
            <p:spPr bwMode="auto">
              <a:xfrm>
                <a:off x="1489" y="2379"/>
                <a:ext cx="814" cy="805"/>
              </a:xfrm>
              <a:prstGeom prst="line">
                <a:avLst/>
              </a:prstGeom>
              <a:grpFill/>
              <a:ln w="25400">
                <a:solidFill>
                  <a:schemeClr val="bg1">
                    <a:lumMod val="65000"/>
                  </a:schemeClr>
                </a:solidFill>
                <a:round/>
                <a:headEnd/>
                <a:tailEnd/>
              </a:ln>
            </p:spPr>
            <p:txBody>
              <a:bodyPr/>
              <a:lstStyle/>
              <a:p>
                <a:endParaRPr lang="en-US"/>
              </a:p>
            </p:txBody>
          </p:sp>
        </p:grpSp>
        <p:grpSp>
          <p:nvGrpSpPr>
            <p:cNvPr id="103503" name="Group 291"/>
            <p:cNvGrpSpPr>
              <a:grpSpLocks/>
            </p:cNvGrpSpPr>
            <p:nvPr/>
          </p:nvGrpSpPr>
          <p:grpSpPr bwMode="auto">
            <a:xfrm>
              <a:off x="1483" y="2379"/>
              <a:ext cx="429" cy="598"/>
              <a:chOff x="1483" y="2379"/>
              <a:chExt cx="429" cy="598"/>
            </a:xfrm>
            <a:grpFill/>
          </p:grpSpPr>
          <p:sp>
            <p:nvSpPr>
              <p:cNvPr id="104435" name="Freeform 292"/>
              <p:cNvSpPr>
                <a:spLocks/>
              </p:cNvSpPr>
              <p:nvPr/>
            </p:nvSpPr>
            <p:spPr bwMode="auto">
              <a:xfrm>
                <a:off x="1808" y="2379"/>
                <a:ext cx="104" cy="136"/>
              </a:xfrm>
              <a:custGeom>
                <a:avLst/>
                <a:gdLst>
                  <a:gd name="T0" fmla="*/ 104 w 104"/>
                  <a:gd name="T1" fmla="*/ 0 h 136"/>
                  <a:gd name="T2" fmla="*/ 56 w 104"/>
                  <a:gd name="T3" fmla="*/ 136 h 136"/>
                  <a:gd name="T4" fmla="*/ 32 w 104"/>
                  <a:gd name="T5" fmla="*/ 112 h 136"/>
                  <a:gd name="T6" fmla="*/ 0 w 104"/>
                  <a:gd name="T7" fmla="*/ 96 h 136"/>
                  <a:gd name="T8" fmla="*/ 104 w 104"/>
                  <a:gd name="T9" fmla="*/ 0 h 136"/>
                  <a:gd name="T10" fmla="*/ 0 60000 65536"/>
                  <a:gd name="T11" fmla="*/ 0 60000 65536"/>
                  <a:gd name="T12" fmla="*/ 0 60000 65536"/>
                  <a:gd name="T13" fmla="*/ 0 60000 65536"/>
                  <a:gd name="T14" fmla="*/ 0 60000 65536"/>
                  <a:gd name="T15" fmla="*/ 0 w 104"/>
                  <a:gd name="T16" fmla="*/ 0 h 136"/>
                  <a:gd name="T17" fmla="*/ 104 w 104"/>
                  <a:gd name="T18" fmla="*/ 136 h 136"/>
                </a:gdLst>
                <a:ahLst/>
                <a:cxnLst>
                  <a:cxn ang="T10">
                    <a:pos x="T0" y="T1"/>
                  </a:cxn>
                  <a:cxn ang="T11">
                    <a:pos x="T2" y="T3"/>
                  </a:cxn>
                  <a:cxn ang="T12">
                    <a:pos x="T4" y="T5"/>
                  </a:cxn>
                  <a:cxn ang="T13">
                    <a:pos x="T6" y="T7"/>
                  </a:cxn>
                  <a:cxn ang="T14">
                    <a:pos x="T8" y="T9"/>
                  </a:cxn>
                </a:cxnLst>
                <a:rect l="T15" t="T16" r="T17" b="T18"/>
                <a:pathLst>
                  <a:path w="104" h="136">
                    <a:moveTo>
                      <a:pt x="104" y="0"/>
                    </a:moveTo>
                    <a:lnTo>
                      <a:pt x="56" y="136"/>
                    </a:lnTo>
                    <a:lnTo>
                      <a:pt x="32" y="112"/>
                    </a:lnTo>
                    <a:lnTo>
                      <a:pt x="0" y="96"/>
                    </a:lnTo>
                    <a:lnTo>
                      <a:pt x="104" y="0"/>
                    </a:lnTo>
                    <a:close/>
                  </a:path>
                </a:pathLst>
              </a:custGeom>
              <a:grpFill/>
              <a:ln w="9525">
                <a:solidFill>
                  <a:schemeClr val="bg1">
                    <a:lumMod val="65000"/>
                  </a:schemeClr>
                </a:solidFill>
                <a:round/>
                <a:headEnd/>
                <a:tailEnd/>
              </a:ln>
            </p:spPr>
            <p:txBody>
              <a:bodyPr/>
              <a:lstStyle/>
              <a:p>
                <a:endParaRPr lang="en-US"/>
              </a:p>
            </p:txBody>
          </p:sp>
          <p:sp>
            <p:nvSpPr>
              <p:cNvPr id="104436" name="Line 293"/>
              <p:cNvSpPr>
                <a:spLocks noChangeShapeType="1"/>
              </p:cNvSpPr>
              <p:nvPr/>
            </p:nvSpPr>
            <p:spPr bwMode="auto">
              <a:xfrm flipV="1">
                <a:off x="1483" y="2483"/>
                <a:ext cx="362" cy="494"/>
              </a:xfrm>
              <a:prstGeom prst="line">
                <a:avLst/>
              </a:prstGeom>
              <a:grpFill/>
              <a:ln w="25400">
                <a:solidFill>
                  <a:schemeClr val="bg1">
                    <a:lumMod val="65000"/>
                  </a:schemeClr>
                </a:solidFill>
                <a:round/>
                <a:headEnd/>
                <a:tailEnd/>
              </a:ln>
            </p:spPr>
            <p:txBody>
              <a:bodyPr/>
              <a:lstStyle/>
              <a:p>
                <a:endParaRPr lang="en-US"/>
              </a:p>
            </p:txBody>
          </p:sp>
        </p:grpSp>
        <p:grpSp>
          <p:nvGrpSpPr>
            <p:cNvPr id="103504" name="Group 294"/>
            <p:cNvGrpSpPr>
              <a:grpSpLocks/>
            </p:cNvGrpSpPr>
            <p:nvPr/>
          </p:nvGrpSpPr>
          <p:grpSpPr bwMode="auto">
            <a:xfrm>
              <a:off x="1936" y="2379"/>
              <a:ext cx="894" cy="604"/>
              <a:chOff x="1936" y="2379"/>
              <a:chExt cx="894" cy="604"/>
            </a:xfrm>
            <a:grpFill/>
          </p:grpSpPr>
          <p:sp>
            <p:nvSpPr>
              <p:cNvPr id="104433" name="Freeform 295"/>
              <p:cNvSpPr>
                <a:spLocks/>
              </p:cNvSpPr>
              <p:nvPr/>
            </p:nvSpPr>
            <p:spPr bwMode="auto">
              <a:xfrm>
                <a:off x="2702" y="2379"/>
                <a:ext cx="128" cy="104"/>
              </a:xfrm>
              <a:custGeom>
                <a:avLst/>
                <a:gdLst>
                  <a:gd name="T0" fmla="*/ 128 w 128"/>
                  <a:gd name="T1" fmla="*/ 0 h 104"/>
                  <a:gd name="T2" fmla="*/ 40 w 128"/>
                  <a:gd name="T3" fmla="*/ 104 h 104"/>
                  <a:gd name="T4" fmla="*/ 16 w 128"/>
                  <a:gd name="T5" fmla="*/ 80 h 104"/>
                  <a:gd name="T6" fmla="*/ 0 w 128"/>
                  <a:gd name="T7" fmla="*/ 48 h 104"/>
                  <a:gd name="T8" fmla="*/ 128 w 128"/>
                  <a:gd name="T9" fmla="*/ 0 h 104"/>
                  <a:gd name="T10" fmla="*/ 0 60000 65536"/>
                  <a:gd name="T11" fmla="*/ 0 60000 65536"/>
                  <a:gd name="T12" fmla="*/ 0 60000 65536"/>
                  <a:gd name="T13" fmla="*/ 0 60000 65536"/>
                  <a:gd name="T14" fmla="*/ 0 60000 65536"/>
                  <a:gd name="T15" fmla="*/ 0 w 128"/>
                  <a:gd name="T16" fmla="*/ 0 h 104"/>
                  <a:gd name="T17" fmla="*/ 128 w 128"/>
                  <a:gd name="T18" fmla="*/ 104 h 104"/>
                </a:gdLst>
                <a:ahLst/>
                <a:cxnLst>
                  <a:cxn ang="T10">
                    <a:pos x="T0" y="T1"/>
                  </a:cxn>
                  <a:cxn ang="T11">
                    <a:pos x="T2" y="T3"/>
                  </a:cxn>
                  <a:cxn ang="T12">
                    <a:pos x="T4" y="T5"/>
                  </a:cxn>
                  <a:cxn ang="T13">
                    <a:pos x="T6" y="T7"/>
                  </a:cxn>
                  <a:cxn ang="T14">
                    <a:pos x="T8" y="T9"/>
                  </a:cxn>
                </a:cxnLst>
                <a:rect l="T15" t="T16" r="T17" b="T18"/>
                <a:pathLst>
                  <a:path w="128" h="104">
                    <a:moveTo>
                      <a:pt x="128" y="0"/>
                    </a:moveTo>
                    <a:lnTo>
                      <a:pt x="40" y="104"/>
                    </a:lnTo>
                    <a:lnTo>
                      <a:pt x="16" y="80"/>
                    </a:lnTo>
                    <a:lnTo>
                      <a:pt x="0" y="48"/>
                    </a:lnTo>
                    <a:lnTo>
                      <a:pt x="128" y="0"/>
                    </a:lnTo>
                    <a:close/>
                  </a:path>
                </a:pathLst>
              </a:custGeom>
              <a:grpFill/>
              <a:ln w="9525">
                <a:solidFill>
                  <a:schemeClr val="bg1">
                    <a:lumMod val="65000"/>
                  </a:schemeClr>
                </a:solidFill>
                <a:round/>
                <a:headEnd/>
                <a:tailEnd/>
              </a:ln>
            </p:spPr>
            <p:txBody>
              <a:bodyPr/>
              <a:lstStyle/>
              <a:p>
                <a:endParaRPr lang="en-US"/>
              </a:p>
            </p:txBody>
          </p:sp>
          <p:sp>
            <p:nvSpPr>
              <p:cNvPr id="104434" name="Line 296"/>
              <p:cNvSpPr>
                <a:spLocks noChangeShapeType="1"/>
              </p:cNvSpPr>
              <p:nvPr/>
            </p:nvSpPr>
            <p:spPr bwMode="auto">
              <a:xfrm flipV="1">
                <a:off x="1936" y="2455"/>
                <a:ext cx="790" cy="528"/>
              </a:xfrm>
              <a:prstGeom prst="line">
                <a:avLst/>
              </a:prstGeom>
              <a:grpFill/>
              <a:ln w="25400">
                <a:solidFill>
                  <a:schemeClr val="bg1">
                    <a:lumMod val="65000"/>
                  </a:schemeClr>
                </a:solidFill>
                <a:round/>
                <a:headEnd/>
                <a:tailEnd/>
              </a:ln>
            </p:spPr>
            <p:txBody>
              <a:bodyPr/>
              <a:lstStyle/>
              <a:p>
                <a:endParaRPr lang="en-US"/>
              </a:p>
            </p:txBody>
          </p:sp>
        </p:grpSp>
        <p:grpSp>
          <p:nvGrpSpPr>
            <p:cNvPr id="103505" name="Group 297"/>
            <p:cNvGrpSpPr>
              <a:grpSpLocks/>
            </p:cNvGrpSpPr>
            <p:nvPr/>
          </p:nvGrpSpPr>
          <p:grpSpPr bwMode="auto">
            <a:xfrm>
              <a:off x="1952" y="2076"/>
              <a:ext cx="886" cy="290"/>
              <a:chOff x="1952" y="2076"/>
              <a:chExt cx="886" cy="290"/>
            </a:xfrm>
            <a:grpFill/>
          </p:grpSpPr>
          <p:sp>
            <p:nvSpPr>
              <p:cNvPr id="104431" name="Freeform 298"/>
              <p:cNvSpPr>
                <a:spLocks/>
              </p:cNvSpPr>
              <p:nvPr/>
            </p:nvSpPr>
            <p:spPr bwMode="auto">
              <a:xfrm>
                <a:off x="2702" y="2076"/>
                <a:ext cx="136" cy="72"/>
              </a:xfrm>
              <a:custGeom>
                <a:avLst/>
                <a:gdLst>
                  <a:gd name="T0" fmla="*/ 136 w 136"/>
                  <a:gd name="T1" fmla="*/ 0 h 72"/>
                  <a:gd name="T2" fmla="*/ 16 w 136"/>
                  <a:gd name="T3" fmla="*/ 72 h 72"/>
                  <a:gd name="T4" fmla="*/ 8 w 136"/>
                  <a:gd name="T5" fmla="*/ 40 h 72"/>
                  <a:gd name="T6" fmla="*/ 0 w 136"/>
                  <a:gd name="T7" fmla="*/ 8 h 72"/>
                  <a:gd name="T8" fmla="*/ 136 w 136"/>
                  <a:gd name="T9" fmla="*/ 0 h 72"/>
                  <a:gd name="T10" fmla="*/ 0 60000 65536"/>
                  <a:gd name="T11" fmla="*/ 0 60000 65536"/>
                  <a:gd name="T12" fmla="*/ 0 60000 65536"/>
                  <a:gd name="T13" fmla="*/ 0 60000 65536"/>
                  <a:gd name="T14" fmla="*/ 0 60000 65536"/>
                  <a:gd name="T15" fmla="*/ 0 w 136"/>
                  <a:gd name="T16" fmla="*/ 0 h 72"/>
                  <a:gd name="T17" fmla="*/ 136 w 136"/>
                  <a:gd name="T18" fmla="*/ 72 h 72"/>
                </a:gdLst>
                <a:ahLst/>
                <a:cxnLst>
                  <a:cxn ang="T10">
                    <a:pos x="T0" y="T1"/>
                  </a:cxn>
                  <a:cxn ang="T11">
                    <a:pos x="T2" y="T3"/>
                  </a:cxn>
                  <a:cxn ang="T12">
                    <a:pos x="T4" y="T5"/>
                  </a:cxn>
                  <a:cxn ang="T13">
                    <a:pos x="T6" y="T7"/>
                  </a:cxn>
                  <a:cxn ang="T14">
                    <a:pos x="T8" y="T9"/>
                  </a:cxn>
                </a:cxnLst>
                <a:rect l="T15" t="T16" r="T17" b="T18"/>
                <a:pathLst>
                  <a:path w="136" h="72">
                    <a:moveTo>
                      <a:pt x="136" y="0"/>
                    </a:moveTo>
                    <a:lnTo>
                      <a:pt x="16" y="72"/>
                    </a:lnTo>
                    <a:lnTo>
                      <a:pt x="8" y="40"/>
                    </a:lnTo>
                    <a:lnTo>
                      <a:pt x="0" y="8"/>
                    </a:lnTo>
                    <a:lnTo>
                      <a:pt x="136" y="0"/>
                    </a:lnTo>
                    <a:close/>
                  </a:path>
                </a:pathLst>
              </a:custGeom>
              <a:grpFill/>
              <a:ln w="9525">
                <a:solidFill>
                  <a:schemeClr val="bg1">
                    <a:lumMod val="65000"/>
                  </a:schemeClr>
                </a:solidFill>
                <a:round/>
                <a:headEnd/>
                <a:tailEnd/>
              </a:ln>
            </p:spPr>
            <p:txBody>
              <a:bodyPr/>
              <a:lstStyle/>
              <a:p>
                <a:endParaRPr lang="en-US"/>
              </a:p>
            </p:txBody>
          </p:sp>
          <p:sp>
            <p:nvSpPr>
              <p:cNvPr id="104432" name="Line 299"/>
              <p:cNvSpPr>
                <a:spLocks noChangeShapeType="1"/>
              </p:cNvSpPr>
              <p:nvPr/>
            </p:nvSpPr>
            <p:spPr bwMode="auto">
              <a:xfrm flipV="1">
                <a:off x="1952" y="2114"/>
                <a:ext cx="766" cy="252"/>
              </a:xfrm>
              <a:prstGeom prst="line">
                <a:avLst/>
              </a:prstGeom>
              <a:grpFill/>
              <a:ln w="25400">
                <a:solidFill>
                  <a:schemeClr val="bg1">
                    <a:lumMod val="65000"/>
                  </a:schemeClr>
                </a:solidFill>
                <a:round/>
                <a:headEnd/>
                <a:tailEnd/>
              </a:ln>
            </p:spPr>
            <p:txBody>
              <a:bodyPr/>
              <a:lstStyle/>
              <a:p>
                <a:endParaRPr lang="en-US"/>
              </a:p>
            </p:txBody>
          </p:sp>
        </p:grpSp>
        <p:grpSp>
          <p:nvGrpSpPr>
            <p:cNvPr id="103506" name="Group 300"/>
            <p:cNvGrpSpPr>
              <a:grpSpLocks/>
            </p:cNvGrpSpPr>
            <p:nvPr/>
          </p:nvGrpSpPr>
          <p:grpSpPr bwMode="auto">
            <a:xfrm>
              <a:off x="1481" y="1769"/>
              <a:ext cx="894" cy="283"/>
              <a:chOff x="1481" y="1769"/>
              <a:chExt cx="894" cy="283"/>
            </a:xfrm>
            <a:grpFill/>
          </p:grpSpPr>
          <p:sp>
            <p:nvSpPr>
              <p:cNvPr id="104429" name="Freeform 301"/>
              <p:cNvSpPr>
                <a:spLocks/>
              </p:cNvSpPr>
              <p:nvPr/>
            </p:nvSpPr>
            <p:spPr bwMode="auto">
              <a:xfrm>
                <a:off x="2231" y="1980"/>
                <a:ext cx="144" cy="72"/>
              </a:xfrm>
              <a:custGeom>
                <a:avLst/>
                <a:gdLst>
                  <a:gd name="T0" fmla="*/ 144 w 144"/>
                  <a:gd name="T1" fmla="*/ 72 h 72"/>
                  <a:gd name="T2" fmla="*/ 0 w 144"/>
                  <a:gd name="T3" fmla="*/ 64 h 72"/>
                  <a:gd name="T4" fmla="*/ 16 w 144"/>
                  <a:gd name="T5" fmla="*/ 32 h 72"/>
                  <a:gd name="T6" fmla="*/ 24 w 144"/>
                  <a:gd name="T7" fmla="*/ 0 h 72"/>
                  <a:gd name="T8" fmla="*/ 144 w 144"/>
                  <a:gd name="T9" fmla="*/ 72 h 72"/>
                  <a:gd name="T10" fmla="*/ 0 60000 65536"/>
                  <a:gd name="T11" fmla="*/ 0 60000 65536"/>
                  <a:gd name="T12" fmla="*/ 0 60000 65536"/>
                  <a:gd name="T13" fmla="*/ 0 60000 65536"/>
                  <a:gd name="T14" fmla="*/ 0 60000 65536"/>
                  <a:gd name="T15" fmla="*/ 0 w 144"/>
                  <a:gd name="T16" fmla="*/ 0 h 72"/>
                  <a:gd name="T17" fmla="*/ 144 w 144"/>
                  <a:gd name="T18" fmla="*/ 72 h 72"/>
                </a:gdLst>
                <a:ahLst/>
                <a:cxnLst>
                  <a:cxn ang="T10">
                    <a:pos x="T0" y="T1"/>
                  </a:cxn>
                  <a:cxn ang="T11">
                    <a:pos x="T2" y="T3"/>
                  </a:cxn>
                  <a:cxn ang="T12">
                    <a:pos x="T4" y="T5"/>
                  </a:cxn>
                  <a:cxn ang="T13">
                    <a:pos x="T6" y="T7"/>
                  </a:cxn>
                  <a:cxn ang="T14">
                    <a:pos x="T8" y="T9"/>
                  </a:cxn>
                </a:cxnLst>
                <a:rect l="T15" t="T16" r="T17" b="T18"/>
                <a:pathLst>
                  <a:path w="144" h="72">
                    <a:moveTo>
                      <a:pt x="144" y="72"/>
                    </a:moveTo>
                    <a:lnTo>
                      <a:pt x="0" y="64"/>
                    </a:lnTo>
                    <a:lnTo>
                      <a:pt x="16" y="32"/>
                    </a:lnTo>
                    <a:lnTo>
                      <a:pt x="24" y="0"/>
                    </a:lnTo>
                    <a:lnTo>
                      <a:pt x="144" y="72"/>
                    </a:lnTo>
                    <a:close/>
                  </a:path>
                </a:pathLst>
              </a:custGeom>
              <a:grpFill/>
              <a:ln w="9525">
                <a:solidFill>
                  <a:schemeClr val="bg1">
                    <a:lumMod val="65000"/>
                  </a:schemeClr>
                </a:solidFill>
                <a:round/>
                <a:headEnd/>
                <a:tailEnd/>
              </a:ln>
            </p:spPr>
            <p:txBody>
              <a:bodyPr/>
              <a:lstStyle/>
              <a:p>
                <a:endParaRPr lang="en-US"/>
              </a:p>
            </p:txBody>
          </p:sp>
          <p:sp>
            <p:nvSpPr>
              <p:cNvPr id="104430" name="Line 302"/>
              <p:cNvSpPr>
                <a:spLocks noChangeShapeType="1"/>
              </p:cNvSpPr>
              <p:nvPr/>
            </p:nvSpPr>
            <p:spPr bwMode="auto">
              <a:xfrm>
                <a:off x="1481" y="1769"/>
                <a:ext cx="774" cy="244"/>
              </a:xfrm>
              <a:prstGeom prst="line">
                <a:avLst/>
              </a:prstGeom>
              <a:grpFill/>
              <a:ln w="25400">
                <a:solidFill>
                  <a:schemeClr val="bg1">
                    <a:lumMod val="65000"/>
                  </a:schemeClr>
                </a:solidFill>
                <a:round/>
                <a:headEnd/>
                <a:tailEnd/>
              </a:ln>
            </p:spPr>
            <p:txBody>
              <a:bodyPr/>
              <a:lstStyle/>
              <a:p>
                <a:endParaRPr lang="en-US"/>
              </a:p>
            </p:txBody>
          </p:sp>
        </p:grpSp>
        <p:sp>
          <p:nvSpPr>
            <p:cNvPr id="103507" name="Oval 303"/>
            <p:cNvSpPr>
              <a:spLocks noChangeArrowheads="1"/>
            </p:cNvSpPr>
            <p:nvPr/>
          </p:nvSpPr>
          <p:spPr bwMode="auto">
            <a:xfrm>
              <a:off x="1457" y="1741"/>
              <a:ext cx="32" cy="40"/>
            </a:xfrm>
            <a:prstGeom prst="ellipse">
              <a:avLst/>
            </a:prstGeom>
            <a:grpFill/>
            <a:ln w="9525">
              <a:solidFill>
                <a:schemeClr val="bg1">
                  <a:lumMod val="65000"/>
                </a:schemeClr>
              </a:solidFill>
              <a:round/>
              <a:headEnd/>
              <a:tailEnd/>
            </a:ln>
          </p:spPr>
          <p:txBody>
            <a:bodyPr/>
            <a:lstStyle/>
            <a:p>
              <a:endParaRPr lang="en-US"/>
            </a:p>
          </p:txBody>
        </p:sp>
        <p:sp>
          <p:nvSpPr>
            <p:cNvPr id="103508" name="Oval 304"/>
            <p:cNvSpPr>
              <a:spLocks noChangeArrowheads="1"/>
            </p:cNvSpPr>
            <p:nvPr/>
          </p:nvSpPr>
          <p:spPr bwMode="auto">
            <a:xfrm>
              <a:off x="1457" y="1741"/>
              <a:ext cx="32" cy="40"/>
            </a:xfrm>
            <a:prstGeom prst="ellipse">
              <a:avLst/>
            </a:prstGeom>
            <a:grpFill/>
            <a:ln w="25400">
              <a:solidFill>
                <a:schemeClr val="bg1">
                  <a:lumMod val="65000"/>
                </a:schemeClr>
              </a:solidFill>
              <a:round/>
              <a:headEnd/>
              <a:tailEnd/>
            </a:ln>
          </p:spPr>
          <p:txBody>
            <a:bodyPr/>
            <a:lstStyle/>
            <a:p>
              <a:endParaRPr lang="en-US"/>
            </a:p>
          </p:txBody>
        </p:sp>
        <p:sp>
          <p:nvSpPr>
            <p:cNvPr id="103509" name="Oval 305"/>
            <p:cNvSpPr>
              <a:spLocks noChangeArrowheads="1"/>
            </p:cNvSpPr>
            <p:nvPr/>
          </p:nvSpPr>
          <p:spPr bwMode="auto">
            <a:xfrm>
              <a:off x="1457" y="2044"/>
              <a:ext cx="40" cy="40"/>
            </a:xfrm>
            <a:prstGeom prst="ellipse">
              <a:avLst/>
            </a:prstGeom>
            <a:grpFill/>
            <a:ln w="9525">
              <a:solidFill>
                <a:schemeClr val="bg1">
                  <a:lumMod val="65000"/>
                </a:schemeClr>
              </a:solidFill>
              <a:round/>
              <a:headEnd/>
              <a:tailEnd/>
            </a:ln>
          </p:spPr>
          <p:txBody>
            <a:bodyPr/>
            <a:lstStyle/>
            <a:p>
              <a:endParaRPr lang="en-US"/>
            </a:p>
          </p:txBody>
        </p:sp>
        <p:sp>
          <p:nvSpPr>
            <p:cNvPr id="103510" name="Oval 306"/>
            <p:cNvSpPr>
              <a:spLocks noChangeArrowheads="1"/>
            </p:cNvSpPr>
            <p:nvPr/>
          </p:nvSpPr>
          <p:spPr bwMode="auto">
            <a:xfrm>
              <a:off x="1457" y="2044"/>
              <a:ext cx="40" cy="40"/>
            </a:xfrm>
            <a:prstGeom prst="ellipse">
              <a:avLst/>
            </a:prstGeom>
            <a:grpFill/>
            <a:ln w="25400">
              <a:solidFill>
                <a:schemeClr val="bg1">
                  <a:lumMod val="65000"/>
                </a:schemeClr>
              </a:solidFill>
              <a:round/>
              <a:headEnd/>
              <a:tailEnd/>
            </a:ln>
          </p:spPr>
          <p:txBody>
            <a:bodyPr/>
            <a:lstStyle/>
            <a:p>
              <a:endParaRPr lang="en-US"/>
            </a:p>
          </p:txBody>
        </p:sp>
        <p:sp>
          <p:nvSpPr>
            <p:cNvPr id="103511" name="Oval 307"/>
            <p:cNvSpPr>
              <a:spLocks noChangeArrowheads="1"/>
            </p:cNvSpPr>
            <p:nvPr/>
          </p:nvSpPr>
          <p:spPr bwMode="auto">
            <a:xfrm>
              <a:off x="1457" y="2355"/>
              <a:ext cx="40" cy="32"/>
            </a:xfrm>
            <a:prstGeom prst="ellipse">
              <a:avLst/>
            </a:prstGeom>
            <a:grpFill/>
            <a:ln w="9525">
              <a:solidFill>
                <a:schemeClr val="bg1">
                  <a:lumMod val="65000"/>
                </a:schemeClr>
              </a:solidFill>
              <a:round/>
              <a:headEnd/>
              <a:tailEnd/>
            </a:ln>
          </p:spPr>
          <p:txBody>
            <a:bodyPr/>
            <a:lstStyle/>
            <a:p>
              <a:endParaRPr lang="en-US"/>
            </a:p>
          </p:txBody>
        </p:sp>
        <p:sp>
          <p:nvSpPr>
            <p:cNvPr id="103512" name="Oval 308"/>
            <p:cNvSpPr>
              <a:spLocks noChangeArrowheads="1"/>
            </p:cNvSpPr>
            <p:nvPr/>
          </p:nvSpPr>
          <p:spPr bwMode="auto">
            <a:xfrm>
              <a:off x="1457" y="2355"/>
              <a:ext cx="40" cy="32"/>
            </a:xfrm>
            <a:prstGeom prst="ellipse">
              <a:avLst/>
            </a:prstGeom>
            <a:grpFill/>
            <a:ln w="25400">
              <a:solidFill>
                <a:schemeClr val="bg1">
                  <a:lumMod val="65000"/>
                </a:schemeClr>
              </a:solidFill>
              <a:round/>
              <a:headEnd/>
              <a:tailEnd/>
            </a:ln>
          </p:spPr>
          <p:txBody>
            <a:bodyPr/>
            <a:lstStyle/>
            <a:p>
              <a:endParaRPr lang="en-US"/>
            </a:p>
          </p:txBody>
        </p:sp>
        <p:sp>
          <p:nvSpPr>
            <p:cNvPr id="103513" name="Oval 309"/>
            <p:cNvSpPr>
              <a:spLocks noChangeArrowheads="1"/>
            </p:cNvSpPr>
            <p:nvPr/>
          </p:nvSpPr>
          <p:spPr bwMode="auto">
            <a:xfrm>
              <a:off x="1457" y="2658"/>
              <a:ext cx="32" cy="32"/>
            </a:xfrm>
            <a:prstGeom prst="ellipse">
              <a:avLst/>
            </a:prstGeom>
            <a:grpFill/>
            <a:ln w="9525">
              <a:solidFill>
                <a:schemeClr val="bg1">
                  <a:lumMod val="65000"/>
                </a:schemeClr>
              </a:solidFill>
              <a:round/>
              <a:headEnd/>
              <a:tailEnd/>
            </a:ln>
          </p:spPr>
          <p:txBody>
            <a:bodyPr/>
            <a:lstStyle/>
            <a:p>
              <a:endParaRPr lang="en-US"/>
            </a:p>
          </p:txBody>
        </p:sp>
        <p:sp>
          <p:nvSpPr>
            <p:cNvPr id="103514" name="Oval 310"/>
            <p:cNvSpPr>
              <a:spLocks noChangeArrowheads="1"/>
            </p:cNvSpPr>
            <p:nvPr/>
          </p:nvSpPr>
          <p:spPr bwMode="auto">
            <a:xfrm>
              <a:off x="1457" y="2658"/>
              <a:ext cx="32" cy="32"/>
            </a:xfrm>
            <a:prstGeom prst="ellipse">
              <a:avLst/>
            </a:prstGeom>
            <a:grpFill/>
            <a:ln w="25400">
              <a:solidFill>
                <a:schemeClr val="bg1">
                  <a:lumMod val="65000"/>
                </a:schemeClr>
              </a:solidFill>
              <a:round/>
              <a:headEnd/>
              <a:tailEnd/>
            </a:ln>
          </p:spPr>
          <p:txBody>
            <a:bodyPr/>
            <a:lstStyle/>
            <a:p>
              <a:endParaRPr lang="en-US"/>
            </a:p>
          </p:txBody>
        </p:sp>
        <p:sp>
          <p:nvSpPr>
            <p:cNvPr id="103515" name="Oval 311"/>
            <p:cNvSpPr>
              <a:spLocks noChangeArrowheads="1"/>
            </p:cNvSpPr>
            <p:nvPr/>
          </p:nvSpPr>
          <p:spPr bwMode="auto">
            <a:xfrm>
              <a:off x="1449" y="2969"/>
              <a:ext cx="40" cy="32"/>
            </a:xfrm>
            <a:prstGeom prst="ellipse">
              <a:avLst/>
            </a:prstGeom>
            <a:grpFill/>
            <a:ln w="9525">
              <a:solidFill>
                <a:schemeClr val="bg1">
                  <a:lumMod val="65000"/>
                </a:schemeClr>
              </a:solidFill>
              <a:round/>
              <a:headEnd/>
              <a:tailEnd/>
            </a:ln>
          </p:spPr>
          <p:txBody>
            <a:bodyPr/>
            <a:lstStyle/>
            <a:p>
              <a:endParaRPr lang="en-US"/>
            </a:p>
          </p:txBody>
        </p:sp>
        <p:sp>
          <p:nvSpPr>
            <p:cNvPr id="103516" name="Oval 312"/>
            <p:cNvSpPr>
              <a:spLocks noChangeArrowheads="1"/>
            </p:cNvSpPr>
            <p:nvPr/>
          </p:nvSpPr>
          <p:spPr bwMode="auto">
            <a:xfrm>
              <a:off x="1449" y="2969"/>
              <a:ext cx="40" cy="32"/>
            </a:xfrm>
            <a:prstGeom prst="ellipse">
              <a:avLst/>
            </a:prstGeom>
            <a:grpFill/>
            <a:ln w="25400">
              <a:solidFill>
                <a:schemeClr val="bg1">
                  <a:lumMod val="65000"/>
                </a:schemeClr>
              </a:solidFill>
              <a:round/>
              <a:headEnd/>
              <a:tailEnd/>
            </a:ln>
          </p:spPr>
          <p:txBody>
            <a:bodyPr/>
            <a:lstStyle/>
            <a:p>
              <a:endParaRPr lang="en-US"/>
            </a:p>
          </p:txBody>
        </p:sp>
        <p:grpSp>
          <p:nvGrpSpPr>
            <p:cNvPr id="103517" name="Group 313"/>
            <p:cNvGrpSpPr>
              <a:grpSpLocks/>
            </p:cNvGrpSpPr>
            <p:nvPr/>
          </p:nvGrpSpPr>
          <p:grpSpPr bwMode="auto">
            <a:xfrm>
              <a:off x="1912" y="1741"/>
              <a:ext cx="40" cy="1260"/>
              <a:chOff x="1912" y="1741"/>
              <a:chExt cx="40" cy="1260"/>
            </a:xfrm>
            <a:grpFill/>
          </p:grpSpPr>
          <p:sp>
            <p:nvSpPr>
              <p:cNvPr id="104419" name="Oval 314"/>
              <p:cNvSpPr>
                <a:spLocks noChangeArrowheads="1"/>
              </p:cNvSpPr>
              <p:nvPr/>
            </p:nvSpPr>
            <p:spPr bwMode="auto">
              <a:xfrm>
                <a:off x="1920" y="1741"/>
                <a:ext cx="32" cy="32"/>
              </a:xfrm>
              <a:prstGeom prst="ellipse">
                <a:avLst/>
              </a:prstGeom>
              <a:grpFill/>
              <a:ln w="9525">
                <a:solidFill>
                  <a:schemeClr val="bg1">
                    <a:lumMod val="65000"/>
                  </a:schemeClr>
                </a:solidFill>
                <a:round/>
                <a:headEnd/>
                <a:tailEnd/>
              </a:ln>
            </p:spPr>
            <p:txBody>
              <a:bodyPr/>
              <a:lstStyle/>
              <a:p>
                <a:endParaRPr lang="en-US"/>
              </a:p>
            </p:txBody>
          </p:sp>
          <p:sp>
            <p:nvSpPr>
              <p:cNvPr id="104420" name="Oval 315"/>
              <p:cNvSpPr>
                <a:spLocks noChangeArrowheads="1"/>
              </p:cNvSpPr>
              <p:nvPr/>
            </p:nvSpPr>
            <p:spPr bwMode="auto">
              <a:xfrm>
                <a:off x="1920" y="1741"/>
                <a:ext cx="32" cy="32"/>
              </a:xfrm>
              <a:prstGeom prst="ellipse">
                <a:avLst/>
              </a:prstGeom>
              <a:grpFill/>
              <a:ln w="25400">
                <a:solidFill>
                  <a:schemeClr val="bg1">
                    <a:lumMod val="65000"/>
                  </a:schemeClr>
                </a:solidFill>
                <a:round/>
                <a:headEnd/>
                <a:tailEnd/>
              </a:ln>
            </p:spPr>
            <p:txBody>
              <a:bodyPr/>
              <a:lstStyle/>
              <a:p>
                <a:endParaRPr lang="en-US"/>
              </a:p>
            </p:txBody>
          </p:sp>
          <p:sp>
            <p:nvSpPr>
              <p:cNvPr id="104421" name="Oval 316"/>
              <p:cNvSpPr>
                <a:spLocks noChangeArrowheads="1"/>
              </p:cNvSpPr>
              <p:nvPr/>
            </p:nvSpPr>
            <p:spPr bwMode="auto">
              <a:xfrm>
                <a:off x="1920" y="2044"/>
                <a:ext cx="32" cy="32"/>
              </a:xfrm>
              <a:prstGeom prst="ellipse">
                <a:avLst/>
              </a:prstGeom>
              <a:grpFill/>
              <a:ln w="9525">
                <a:solidFill>
                  <a:schemeClr val="bg1">
                    <a:lumMod val="65000"/>
                  </a:schemeClr>
                </a:solidFill>
                <a:round/>
                <a:headEnd/>
                <a:tailEnd/>
              </a:ln>
            </p:spPr>
            <p:txBody>
              <a:bodyPr/>
              <a:lstStyle/>
              <a:p>
                <a:endParaRPr lang="en-US"/>
              </a:p>
            </p:txBody>
          </p:sp>
          <p:sp>
            <p:nvSpPr>
              <p:cNvPr id="104422" name="Oval 317"/>
              <p:cNvSpPr>
                <a:spLocks noChangeArrowheads="1"/>
              </p:cNvSpPr>
              <p:nvPr/>
            </p:nvSpPr>
            <p:spPr bwMode="auto">
              <a:xfrm>
                <a:off x="1920" y="2044"/>
                <a:ext cx="32" cy="32"/>
              </a:xfrm>
              <a:prstGeom prst="ellipse">
                <a:avLst/>
              </a:prstGeom>
              <a:grpFill/>
              <a:ln w="25400">
                <a:solidFill>
                  <a:schemeClr val="bg1">
                    <a:lumMod val="65000"/>
                  </a:schemeClr>
                </a:solidFill>
                <a:round/>
                <a:headEnd/>
                <a:tailEnd/>
              </a:ln>
            </p:spPr>
            <p:txBody>
              <a:bodyPr/>
              <a:lstStyle/>
              <a:p>
                <a:endParaRPr lang="en-US"/>
              </a:p>
            </p:txBody>
          </p:sp>
          <p:sp>
            <p:nvSpPr>
              <p:cNvPr id="104423" name="Oval 318"/>
              <p:cNvSpPr>
                <a:spLocks noChangeArrowheads="1"/>
              </p:cNvSpPr>
              <p:nvPr/>
            </p:nvSpPr>
            <p:spPr bwMode="auto">
              <a:xfrm>
                <a:off x="1920" y="2347"/>
                <a:ext cx="32" cy="40"/>
              </a:xfrm>
              <a:prstGeom prst="ellipse">
                <a:avLst/>
              </a:prstGeom>
              <a:grpFill/>
              <a:ln w="9525">
                <a:solidFill>
                  <a:schemeClr val="bg1">
                    <a:lumMod val="65000"/>
                  </a:schemeClr>
                </a:solidFill>
                <a:round/>
                <a:headEnd/>
                <a:tailEnd/>
              </a:ln>
            </p:spPr>
            <p:txBody>
              <a:bodyPr/>
              <a:lstStyle/>
              <a:p>
                <a:endParaRPr lang="en-US"/>
              </a:p>
            </p:txBody>
          </p:sp>
          <p:sp>
            <p:nvSpPr>
              <p:cNvPr id="104424" name="Oval 319"/>
              <p:cNvSpPr>
                <a:spLocks noChangeArrowheads="1"/>
              </p:cNvSpPr>
              <p:nvPr/>
            </p:nvSpPr>
            <p:spPr bwMode="auto">
              <a:xfrm>
                <a:off x="1920" y="2347"/>
                <a:ext cx="32" cy="40"/>
              </a:xfrm>
              <a:prstGeom prst="ellipse">
                <a:avLst/>
              </a:prstGeom>
              <a:grpFill/>
              <a:ln w="25400">
                <a:solidFill>
                  <a:schemeClr val="bg1">
                    <a:lumMod val="65000"/>
                  </a:schemeClr>
                </a:solidFill>
                <a:round/>
                <a:headEnd/>
                <a:tailEnd/>
              </a:ln>
            </p:spPr>
            <p:txBody>
              <a:bodyPr/>
              <a:lstStyle/>
              <a:p>
                <a:endParaRPr lang="en-US"/>
              </a:p>
            </p:txBody>
          </p:sp>
          <p:sp>
            <p:nvSpPr>
              <p:cNvPr id="104425" name="Oval 320"/>
              <p:cNvSpPr>
                <a:spLocks noChangeArrowheads="1"/>
              </p:cNvSpPr>
              <p:nvPr/>
            </p:nvSpPr>
            <p:spPr bwMode="auto">
              <a:xfrm>
                <a:off x="1920" y="2658"/>
                <a:ext cx="32" cy="32"/>
              </a:xfrm>
              <a:prstGeom prst="ellipse">
                <a:avLst/>
              </a:prstGeom>
              <a:grpFill/>
              <a:ln w="9525">
                <a:solidFill>
                  <a:schemeClr val="bg1">
                    <a:lumMod val="65000"/>
                  </a:schemeClr>
                </a:solidFill>
                <a:round/>
                <a:headEnd/>
                <a:tailEnd/>
              </a:ln>
            </p:spPr>
            <p:txBody>
              <a:bodyPr/>
              <a:lstStyle/>
              <a:p>
                <a:endParaRPr lang="en-US"/>
              </a:p>
            </p:txBody>
          </p:sp>
          <p:sp>
            <p:nvSpPr>
              <p:cNvPr id="104426" name="Oval 321"/>
              <p:cNvSpPr>
                <a:spLocks noChangeArrowheads="1"/>
              </p:cNvSpPr>
              <p:nvPr/>
            </p:nvSpPr>
            <p:spPr bwMode="auto">
              <a:xfrm>
                <a:off x="1920" y="2658"/>
                <a:ext cx="32" cy="32"/>
              </a:xfrm>
              <a:prstGeom prst="ellipse">
                <a:avLst/>
              </a:prstGeom>
              <a:grpFill/>
              <a:ln w="25400">
                <a:solidFill>
                  <a:schemeClr val="bg1">
                    <a:lumMod val="65000"/>
                  </a:schemeClr>
                </a:solidFill>
                <a:round/>
                <a:headEnd/>
                <a:tailEnd/>
              </a:ln>
            </p:spPr>
            <p:txBody>
              <a:bodyPr/>
              <a:lstStyle/>
              <a:p>
                <a:endParaRPr lang="en-US"/>
              </a:p>
            </p:txBody>
          </p:sp>
          <p:sp>
            <p:nvSpPr>
              <p:cNvPr id="104427" name="Oval 322"/>
              <p:cNvSpPr>
                <a:spLocks noChangeArrowheads="1"/>
              </p:cNvSpPr>
              <p:nvPr/>
            </p:nvSpPr>
            <p:spPr bwMode="auto">
              <a:xfrm>
                <a:off x="1912" y="2961"/>
                <a:ext cx="32" cy="40"/>
              </a:xfrm>
              <a:prstGeom prst="ellipse">
                <a:avLst/>
              </a:prstGeom>
              <a:grpFill/>
              <a:ln w="9525">
                <a:solidFill>
                  <a:schemeClr val="bg1">
                    <a:lumMod val="65000"/>
                  </a:schemeClr>
                </a:solidFill>
                <a:round/>
                <a:headEnd/>
                <a:tailEnd/>
              </a:ln>
            </p:spPr>
            <p:txBody>
              <a:bodyPr/>
              <a:lstStyle/>
              <a:p>
                <a:endParaRPr lang="en-US"/>
              </a:p>
            </p:txBody>
          </p:sp>
          <p:sp>
            <p:nvSpPr>
              <p:cNvPr id="104428" name="Oval 323"/>
              <p:cNvSpPr>
                <a:spLocks noChangeArrowheads="1"/>
              </p:cNvSpPr>
              <p:nvPr/>
            </p:nvSpPr>
            <p:spPr bwMode="auto">
              <a:xfrm>
                <a:off x="1912" y="2961"/>
                <a:ext cx="32" cy="40"/>
              </a:xfrm>
              <a:prstGeom prst="ellipse">
                <a:avLst/>
              </a:prstGeom>
              <a:grpFill/>
              <a:ln w="25400">
                <a:solidFill>
                  <a:schemeClr val="bg1">
                    <a:lumMod val="65000"/>
                  </a:schemeClr>
                </a:solidFill>
                <a:round/>
                <a:headEnd/>
                <a:tailEnd/>
              </a:ln>
            </p:spPr>
            <p:txBody>
              <a:bodyPr/>
              <a:lstStyle/>
              <a:p>
                <a:endParaRPr lang="en-US"/>
              </a:p>
            </p:txBody>
          </p:sp>
        </p:grpSp>
        <p:grpSp>
          <p:nvGrpSpPr>
            <p:cNvPr id="103518" name="Group 324"/>
            <p:cNvGrpSpPr>
              <a:grpSpLocks/>
            </p:cNvGrpSpPr>
            <p:nvPr/>
          </p:nvGrpSpPr>
          <p:grpSpPr bwMode="auto">
            <a:xfrm>
              <a:off x="2375" y="1749"/>
              <a:ext cx="40" cy="1252"/>
              <a:chOff x="2375" y="1749"/>
              <a:chExt cx="40" cy="1252"/>
            </a:xfrm>
            <a:grpFill/>
          </p:grpSpPr>
          <p:sp>
            <p:nvSpPr>
              <p:cNvPr id="104409" name="Oval 325"/>
              <p:cNvSpPr>
                <a:spLocks noChangeArrowheads="1"/>
              </p:cNvSpPr>
              <p:nvPr/>
            </p:nvSpPr>
            <p:spPr bwMode="auto">
              <a:xfrm>
                <a:off x="2375" y="1749"/>
                <a:ext cx="32" cy="32"/>
              </a:xfrm>
              <a:prstGeom prst="ellipse">
                <a:avLst/>
              </a:prstGeom>
              <a:grpFill/>
              <a:ln w="9525">
                <a:solidFill>
                  <a:schemeClr val="bg1">
                    <a:lumMod val="65000"/>
                  </a:schemeClr>
                </a:solidFill>
                <a:round/>
                <a:headEnd/>
                <a:tailEnd/>
              </a:ln>
            </p:spPr>
            <p:txBody>
              <a:bodyPr/>
              <a:lstStyle/>
              <a:p>
                <a:endParaRPr lang="en-US"/>
              </a:p>
            </p:txBody>
          </p:sp>
          <p:sp>
            <p:nvSpPr>
              <p:cNvPr id="104410" name="Oval 326"/>
              <p:cNvSpPr>
                <a:spLocks noChangeArrowheads="1"/>
              </p:cNvSpPr>
              <p:nvPr/>
            </p:nvSpPr>
            <p:spPr bwMode="auto">
              <a:xfrm>
                <a:off x="2375" y="1749"/>
                <a:ext cx="32" cy="32"/>
              </a:xfrm>
              <a:prstGeom prst="ellipse">
                <a:avLst/>
              </a:prstGeom>
              <a:grpFill/>
              <a:ln w="25400">
                <a:solidFill>
                  <a:schemeClr val="bg1">
                    <a:lumMod val="65000"/>
                  </a:schemeClr>
                </a:solidFill>
                <a:round/>
                <a:headEnd/>
                <a:tailEnd/>
              </a:ln>
            </p:spPr>
            <p:txBody>
              <a:bodyPr/>
              <a:lstStyle/>
              <a:p>
                <a:endParaRPr lang="en-US"/>
              </a:p>
            </p:txBody>
          </p:sp>
          <p:sp>
            <p:nvSpPr>
              <p:cNvPr id="104411" name="Oval 327"/>
              <p:cNvSpPr>
                <a:spLocks noChangeArrowheads="1"/>
              </p:cNvSpPr>
              <p:nvPr/>
            </p:nvSpPr>
            <p:spPr bwMode="auto">
              <a:xfrm>
                <a:off x="2383" y="2052"/>
                <a:ext cx="32" cy="32"/>
              </a:xfrm>
              <a:prstGeom prst="ellipse">
                <a:avLst/>
              </a:prstGeom>
              <a:grpFill/>
              <a:ln w="9525">
                <a:solidFill>
                  <a:schemeClr val="bg1">
                    <a:lumMod val="65000"/>
                  </a:schemeClr>
                </a:solidFill>
                <a:round/>
                <a:headEnd/>
                <a:tailEnd/>
              </a:ln>
            </p:spPr>
            <p:txBody>
              <a:bodyPr/>
              <a:lstStyle/>
              <a:p>
                <a:endParaRPr lang="en-US"/>
              </a:p>
            </p:txBody>
          </p:sp>
          <p:sp>
            <p:nvSpPr>
              <p:cNvPr id="104412" name="Oval 328"/>
              <p:cNvSpPr>
                <a:spLocks noChangeArrowheads="1"/>
              </p:cNvSpPr>
              <p:nvPr/>
            </p:nvSpPr>
            <p:spPr bwMode="auto">
              <a:xfrm>
                <a:off x="2383" y="2052"/>
                <a:ext cx="32" cy="32"/>
              </a:xfrm>
              <a:prstGeom prst="ellipse">
                <a:avLst/>
              </a:prstGeom>
              <a:grpFill/>
              <a:ln w="25400">
                <a:solidFill>
                  <a:schemeClr val="bg1">
                    <a:lumMod val="65000"/>
                  </a:schemeClr>
                </a:solidFill>
                <a:round/>
                <a:headEnd/>
                <a:tailEnd/>
              </a:ln>
            </p:spPr>
            <p:txBody>
              <a:bodyPr/>
              <a:lstStyle/>
              <a:p>
                <a:endParaRPr lang="en-US"/>
              </a:p>
            </p:txBody>
          </p:sp>
          <p:sp>
            <p:nvSpPr>
              <p:cNvPr id="104413" name="Oval 329"/>
              <p:cNvSpPr>
                <a:spLocks noChangeArrowheads="1"/>
              </p:cNvSpPr>
              <p:nvPr/>
            </p:nvSpPr>
            <p:spPr bwMode="auto">
              <a:xfrm>
                <a:off x="2383" y="2355"/>
                <a:ext cx="32" cy="32"/>
              </a:xfrm>
              <a:prstGeom prst="ellipse">
                <a:avLst/>
              </a:prstGeom>
              <a:grpFill/>
              <a:ln w="9525">
                <a:solidFill>
                  <a:schemeClr val="bg1">
                    <a:lumMod val="65000"/>
                  </a:schemeClr>
                </a:solidFill>
                <a:round/>
                <a:headEnd/>
                <a:tailEnd/>
              </a:ln>
            </p:spPr>
            <p:txBody>
              <a:bodyPr/>
              <a:lstStyle/>
              <a:p>
                <a:endParaRPr lang="en-US"/>
              </a:p>
            </p:txBody>
          </p:sp>
          <p:sp>
            <p:nvSpPr>
              <p:cNvPr id="104414" name="Oval 330"/>
              <p:cNvSpPr>
                <a:spLocks noChangeArrowheads="1"/>
              </p:cNvSpPr>
              <p:nvPr/>
            </p:nvSpPr>
            <p:spPr bwMode="auto">
              <a:xfrm>
                <a:off x="2383" y="2355"/>
                <a:ext cx="32" cy="32"/>
              </a:xfrm>
              <a:prstGeom prst="ellipse">
                <a:avLst/>
              </a:prstGeom>
              <a:grpFill/>
              <a:ln w="25400">
                <a:solidFill>
                  <a:schemeClr val="bg1">
                    <a:lumMod val="65000"/>
                  </a:schemeClr>
                </a:solidFill>
                <a:round/>
                <a:headEnd/>
                <a:tailEnd/>
              </a:ln>
            </p:spPr>
            <p:txBody>
              <a:bodyPr/>
              <a:lstStyle/>
              <a:p>
                <a:endParaRPr lang="en-US"/>
              </a:p>
            </p:txBody>
          </p:sp>
          <p:sp>
            <p:nvSpPr>
              <p:cNvPr id="104415" name="Oval 331"/>
              <p:cNvSpPr>
                <a:spLocks noChangeArrowheads="1"/>
              </p:cNvSpPr>
              <p:nvPr/>
            </p:nvSpPr>
            <p:spPr bwMode="auto">
              <a:xfrm>
                <a:off x="2375" y="2658"/>
                <a:ext cx="32" cy="40"/>
              </a:xfrm>
              <a:prstGeom prst="ellipse">
                <a:avLst/>
              </a:prstGeom>
              <a:grpFill/>
              <a:ln w="9525">
                <a:solidFill>
                  <a:schemeClr val="bg1">
                    <a:lumMod val="65000"/>
                  </a:schemeClr>
                </a:solidFill>
                <a:round/>
                <a:headEnd/>
                <a:tailEnd/>
              </a:ln>
            </p:spPr>
            <p:txBody>
              <a:bodyPr/>
              <a:lstStyle/>
              <a:p>
                <a:endParaRPr lang="en-US"/>
              </a:p>
            </p:txBody>
          </p:sp>
          <p:sp>
            <p:nvSpPr>
              <p:cNvPr id="104416" name="Oval 332"/>
              <p:cNvSpPr>
                <a:spLocks noChangeArrowheads="1"/>
              </p:cNvSpPr>
              <p:nvPr/>
            </p:nvSpPr>
            <p:spPr bwMode="auto">
              <a:xfrm>
                <a:off x="2375" y="2658"/>
                <a:ext cx="32" cy="40"/>
              </a:xfrm>
              <a:prstGeom prst="ellipse">
                <a:avLst/>
              </a:prstGeom>
              <a:grpFill/>
              <a:ln w="25400">
                <a:solidFill>
                  <a:schemeClr val="bg1">
                    <a:lumMod val="65000"/>
                  </a:schemeClr>
                </a:solidFill>
                <a:round/>
                <a:headEnd/>
                <a:tailEnd/>
              </a:ln>
            </p:spPr>
            <p:txBody>
              <a:bodyPr/>
              <a:lstStyle/>
              <a:p>
                <a:endParaRPr lang="en-US"/>
              </a:p>
            </p:txBody>
          </p:sp>
          <p:sp>
            <p:nvSpPr>
              <p:cNvPr id="104417" name="Oval 333"/>
              <p:cNvSpPr>
                <a:spLocks noChangeArrowheads="1"/>
              </p:cNvSpPr>
              <p:nvPr/>
            </p:nvSpPr>
            <p:spPr bwMode="auto">
              <a:xfrm>
                <a:off x="2375" y="2969"/>
                <a:ext cx="32" cy="32"/>
              </a:xfrm>
              <a:prstGeom prst="ellipse">
                <a:avLst/>
              </a:prstGeom>
              <a:grpFill/>
              <a:ln w="9525">
                <a:solidFill>
                  <a:schemeClr val="bg1">
                    <a:lumMod val="65000"/>
                  </a:schemeClr>
                </a:solidFill>
                <a:round/>
                <a:headEnd/>
                <a:tailEnd/>
              </a:ln>
            </p:spPr>
            <p:txBody>
              <a:bodyPr/>
              <a:lstStyle/>
              <a:p>
                <a:endParaRPr lang="en-US"/>
              </a:p>
            </p:txBody>
          </p:sp>
          <p:sp>
            <p:nvSpPr>
              <p:cNvPr id="104418" name="Oval 334"/>
              <p:cNvSpPr>
                <a:spLocks noChangeArrowheads="1"/>
              </p:cNvSpPr>
              <p:nvPr/>
            </p:nvSpPr>
            <p:spPr bwMode="auto">
              <a:xfrm>
                <a:off x="2375" y="2969"/>
                <a:ext cx="32" cy="32"/>
              </a:xfrm>
              <a:prstGeom prst="ellipse">
                <a:avLst/>
              </a:prstGeom>
              <a:grpFill/>
              <a:ln w="25400">
                <a:solidFill>
                  <a:schemeClr val="bg1">
                    <a:lumMod val="65000"/>
                  </a:schemeClr>
                </a:solidFill>
                <a:round/>
                <a:headEnd/>
                <a:tailEnd/>
              </a:ln>
            </p:spPr>
            <p:txBody>
              <a:bodyPr/>
              <a:lstStyle/>
              <a:p>
                <a:endParaRPr lang="en-US"/>
              </a:p>
            </p:txBody>
          </p:sp>
        </p:grpSp>
        <p:grpSp>
          <p:nvGrpSpPr>
            <p:cNvPr id="103519" name="Group 335"/>
            <p:cNvGrpSpPr>
              <a:grpSpLocks/>
            </p:cNvGrpSpPr>
            <p:nvPr/>
          </p:nvGrpSpPr>
          <p:grpSpPr bwMode="auto">
            <a:xfrm>
              <a:off x="1489" y="2076"/>
              <a:ext cx="431" cy="284"/>
              <a:chOff x="1489" y="2076"/>
              <a:chExt cx="431" cy="284"/>
            </a:xfrm>
            <a:grpFill/>
          </p:grpSpPr>
          <p:sp>
            <p:nvSpPr>
              <p:cNvPr id="104407" name="Freeform 336"/>
              <p:cNvSpPr>
                <a:spLocks/>
              </p:cNvSpPr>
              <p:nvPr/>
            </p:nvSpPr>
            <p:spPr bwMode="auto">
              <a:xfrm>
                <a:off x="1784" y="2076"/>
                <a:ext cx="136" cy="96"/>
              </a:xfrm>
              <a:custGeom>
                <a:avLst/>
                <a:gdLst>
                  <a:gd name="T0" fmla="*/ 136 w 136"/>
                  <a:gd name="T1" fmla="*/ 0 h 96"/>
                  <a:gd name="T2" fmla="*/ 40 w 136"/>
                  <a:gd name="T3" fmla="*/ 96 h 96"/>
                  <a:gd name="T4" fmla="*/ 24 w 136"/>
                  <a:gd name="T5" fmla="*/ 72 h 96"/>
                  <a:gd name="T6" fmla="*/ 0 w 136"/>
                  <a:gd name="T7" fmla="*/ 40 h 96"/>
                  <a:gd name="T8" fmla="*/ 136 w 136"/>
                  <a:gd name="T9" fmla="*/ 0 h 96"/>
                  <a:gd name="T10" fmla="*/ 0 60000 65536"/>
                  <a:gd name="T11" fmla="*/ 0 60000 65536"/>
                  <a:gd name="T12" fmla="*/ 0 60000 65536"/>
                  <a:gd name="T13" fmla="*/ 0 60000 65536"/>
                  <a:gd name="T14" fmla="*/ 0 60000 65536"/>
                  <a:gd name="T15" fmla="*/ 0 w 136"/>
                  <a:gd name="T16" fmla="*/ 0 h 96"/>
                  <a:gd name="T17" fmla="*/ 136 w 136"/>
                  <a:gd name="T18" fmla="*/ 96 h 96"/>
                </a:gdLst>
                <a:ahLst/>
                <a:cxnLst>
                  <a:cxn ang="T10">
                    <a:pos x="T0" y="T1"/>
                  </a:cxn>
                  <a:cxn ang="T11">
                    <a:pos x="T2" y="T3"/>
                  </a:cxn>
                  <a:cxn ang="T12">
                    <a:pos x="T4" y="T5"/>
                  </a:cxn>
                  <a:cxn ang="T13">
                    <a:pos x="T6" y="T7"/>
                  </a:cxn>
                  <a:cxn ang="T14">
                    <a:pos x="T8" y="T9"/>
                  </a:cxn>
                </a:cxnLst>
                <a:rect l="T15" t="T16" r="T17" b="T18"/>
                <a:pathLst>
                  <a:path w="136" h="96">
                    <a:moveTo>
                      <a:pt x="136" y="0"/>
                    </a:moveTo>
                    <a:lnTo>
                      <a:pt x="40" y="96"/>
                    </a:lnTo>
                    <a:lnTo>
                      <a:pt x="24" y="72"/>
                    </a:lnTo>
                    <a:lnTo>
                      <a:pt x="0" y="40"/>
                    </a:lnTo>
                    <a:lnTo>
                      <a:pt x="136" y="0"/>
                    </a:lnTo>
                    <a:close/>
                  </a:path>
                </a:pathLst>
              </a:custGeom>
              <a:grpFill/>
              <a:ln w="9525">
                <a:solidFill>
                  <a:schemeClr val="bg1">
                    <a:lumMod val="65000"/>
                  </a:schemeClr>
                </a:solidFill>
                <a:round/>
                <a:headEnd/>
                <a:tailEnd/>
              </a:ln>
            </p:spPr>
            <p:txBody>
              <a:bodyPr/>
              <a:lstStyle/>
              <a:p>
                <a:endParaRPr lang="en-US"/>
              </a:p>
            </p:txBody>
          </p:sp>
          <p:sp>
            <p:nvSpPr>
              <p:cNvPr id="104408" name="Line 337"/>
              <p:cNvSpPr>
                <a:spLocks noChangeShapeType="1"/>
              </p:cNvSpPr>
              <p:nvPr/>
            </p:nvSpPr>
            <p:spPr bwMode="auto">
              <a:xfrm flipV="1">
                <a:off x="1489" y="2143"/>
                <a:ext cx="327" cy="217"/>
              </a:xfrm>
              <a:prstGeom prst="line">
                <a:avLst/>
              </a:prstGeom>
              <a:grpFill/>
              <a:ln w="25400">
                <a:solidFill>
                  <a:schemeClr val="bg1">
                    <a:lumMod val="65000"/>
                  </a:schemeClr>
                </a:solidFill>
                <a:round/>
                <a:headEnd/>
                <a:tailEnd/>
              </a:ln>
            </p:spPr>
            <p:txBody>
              <a:bodyPr/>
              <a:lstStyle/>
              <a:p>
                <a:endParaRPr lang="en-US"/>
              </a:p>
            </p:txBody>
          </p:sp>
        </p:grpSp>
        <p:grpSp>
          <p:nvGrpSpPr>
            <p:cNvPr id="103520" name="Group 338"/>
            <p:cNvGrpSpPr>
              <a:grpSpLocks/>
            </p:cNvGrpSpPr>
            <p:nvPr/>
          </p:nvGrpSpPr>
          <p:grpSpPr bwMode="auto">
            <a:xfrm>
              <a:off x="1489" y="1733"/>
              <a:ext cx="423" cy="56"/>
              <a:chOff x="1489" y="1733"/>
              <a:chExt cx="423" cy="56"/>
            </a:xfrm>
            <a:grpFill/>
          </p:grpSpPr>
          <p:sp>
            <p:nvSpPr>
              <p:cNvPr id="104399" name="Freeform 339"/>
              <p:cNvSpPr>
                <a:spLocks/>
              </p:cNvSpPr>
              <p:nvPr/>
            </p:nvSpPr>
            <p:spPr bwMode="auto">
              <a:xfrm>
                <a:off x="1792" y="1733"/>
                <a:ext cx="120" cy="56"/>
              </a:xfrm>
              <a:custGeom>
                <a:avLst/>
                <a:gdLst>
                  <a:gd name="T0" fmla="*/ 120 w 120"/>
                  <a:gd name="T1" fmla="*/ 24 h 56"/>
                  <a:gd name="T2" fmla="*/ 0 w 120"/>
                  <a:gd name="T3" fmla="*/ 56 h 56"/>
                  <a:gd name="T4" fmla="*/ 0 w 120"/>
                  <a:gd name="T5" fmla="*/ 24 h 56"/>
                  <a:gd name="T6" fmla="*/ 0 w 120"/>
                  <a:gd name="T7" fmla="*/ 0 h 56"/>
                  <a:gd name="T8" fmla="*/ 120 w 120"/>
                  <a:gd name="T9" fmla="*/ 24 h 56"/>
                  <a:gd name="T10" fmla="*/ 0 60000 65536"/>
                  <a:gd name="T11" fmla="*/ 0 60000 65536"/>
                  <a:gd name="T12" fmla="*/ 0 60000 65536"/>
                  <a:gd name="T13" fmla="*/ 0 60000 65536"/>
                  <a:gd name="T14" fmla="*/ 0 60000 65536"/>
                  <a:gd name="T15" fmla="*/ 0 w 120"/>
                  <a:gd name="T16" fmla="*/ 0 h 56"/>
                  <a:gd name="T17" fmla="*/ 120 w 120"/>
                  <a:gd name="T18" fmla="*/ 56 h 56"/>
                </a:gdLst>
                <a:ahLst/>
                <a:cxnLst>
                  <a:cxn ang="T10">
                    <a:pos x="T0" y="T1"/>
                  </a:cxn>
                  <a:cxn ang="T11">
                    <a:pos x="T2" y="T3"/>
                  </a:cxn>
                  <a:cxn ang="T12">
                    <a:pos x="T4" y="T5"/>
                  </a:cxn>
                  <a:cxn ang="T13">
                    <a:pos x="T6" y="T7"/>
                  </a:cxn>
                  <a:cxn ang="T14">
                    <a:pos x="T8" y="T9"/>
                  </a:cxn>
                </a:cxnLst>
                <a:rect l="T15" t="T16" r="T17" b="T18"/>
                <a:pathLst>
                  <a:path w="120" h="56">
                    <a:moveTo>
                      <a:pt x="120" y="24"/>
                    </a:moveTo>
                    <a:lnTo>
                      <a:pt x="0" y="56"/>
                    </a:lnTo>
                    <a:lnTo>
                      <a:pt x="0" y="24"/>
                    </a:lnTo>
                    <a:lnTo>
                      <a:pt x="0" y="0"/>
                    </a:lnTo>
                    <a:lnTo>
                      <a:pt x="120" y="24"/>
                    </a:lnTo>
                    <a:close/>
                  </a:path>
                </a:pathLst>
              </a:custGeom>
              <a:grpFill/>
              <a:ln w="9525">
                <a:solidFill>
                  <a:schemeClr val="bg1">
                    <a:lumMod val="65000"/>
                  </a:schemeClr>
                </a:solidFill>
                <a:round/>
                <a:headEnd/>
                <a:tailEnd/>
              </a:ln>
            </p:spPr>
            <p:txBody>
              <a:bodyPr/>
              <a:lstStyle/>
              <a:p>
                <a:endParaRPr lang="en-US"/>
              </a:p>
            </p:txBody>
          </p:sp>
          <p:grpSp>
            <p:nvGrpSpPr>
              <p:cNvPr id="104400" name="Group 340"/>
              <p:cNvGrpSpPr>
                <a:grpSpLocks/>
              </p:cNvGrpSpPr>
              <p:nvPr/>
            </p:nvGrpSpPr>
            <p:grpSpPr bwMode="auto">
              <a:xfrm>
                <a:off x="1489" y="1757"/>
                <a:ext cx="295" cy="1"/>
                <a:chOff x="1489" y="1757"/>
                <a:chExt cx="295" cy="1"/>
              </a:xfrm>
              <a:grpFill/>
            </p:grpSpPr>
            <p:sp>
              <p:nvSpPr>
                <p:cNvPr id="104401" name="Line 341"/>
                <p:cNvSpPr>
                  <a:spLocks noChangeShapeType="1"/>
                </p:cNvSpPr>
                <p:nvPr/>
              </p:nvSpPr>
              <p:spPr bwMode="auto">
                <a:xfrm>
                  <a:off x="1489" y="1757"/>
                  <a:ext cx="24" cy="1"/>
                </a:xfrm>
                <a:prstGeom prst="line">
                  <a:avLst/>
                </a:prstGeom>
                <a:grpFill/>
                <a:ln w="12700">
                  <a:solidFill>
                    <a:schemeClr val="bg1">
                      <a:lumMod val="65000"/>
                    </a:schemeClr>
                  </a:solidFill>
                  <a:round/>
                  <a:headEnd/>
                  <a:tailEnd/>
                </a:ln>
              </p:spPr>
              <p:txBody>
                <a:bodyPr/>
                <a:lstStyle/>
                <a:p>
                  <a:endParaRPr lang="en-US"/>
                </a:p>
              </p:txBody>
            </p:sp>
            <p:sp>
              <p:nvSpPr>
                <p:cNvPr id="104402" name="Line 342"/>
                <p:cNvSpPr>
                  <a:spLocks noChangeShapeType="1"/>
                </p:cNvSpPr>
                <p:nvPr/>
              </p:nvSpPr>
              <p:spPr bwMode="auto">
                <a:xfrm>
                  <a:off x="1544" y="1757"/>
                  <a:ext cx="24" cy="1"/>
                </a:xfrm>
                <a:prstGeom prst="line">
                  <a:avLst/>
                </a:prstGeom>
                <a:grpFill/>
                <a:ln w="12700">
                  <a:solidFill>
                    <a:schemeClr val="bg1">
                      <a:lumMod val="65000"/>
                    </a:schemeClr>
                  </a:solidFill>
                  <a:round/>
                  <a:headEnd/>
                  <a:tailEnd/>
                </a:ln>
              </p:spPr>
              <p:txBody>
                <a:bodyPr/>
                <a:lstStyle/>
                <a:p>
                  <a:endParaRPr lang="en-US"/>
                </a:p>
              </p:txBody>
            </p:sp>
            <p:sp>
              <p:nvSpPr>
                <p:cNvPr id="104403" name="Line 343"/>
                <p:cNvSpPr>
                  <a:spLocks noChangeShapeType="1"/>
                </p:cNvSpPr>
                <p:nvPr/>
              </p:nvSpPr>
              <p:spPr bwMode="auto">
                <a:xfrm>
                  <a:off x="1600" y="1757"/>
                  <a:ext cx="24" cy="1"/>
                </a:xfrm>
                <a:prstGeom prst="line">
                  <a:avLst/>
                </a:prstGeom>
                <a:grpFill/>
                <a:ln w="12700">
                  <a:solidFill>
                    <a:schemeClr val="bg1">
                      <a:lumMod val="65000"/>
                    </a:schemeClr>
                  </a:solidFill>
                  <a:round/>
                  <a:headEnd/>
                  <a:tailEnd/>
                </a:ln>
              </p:spPr>
              <p:txBody>
                <a:bodyPr/>
                <a:lstStyle/>
                <a:p>
                  <a:endParaRPr lang="en-US"/>
                </a:p>
              </p:txBody>
            </p:sp>
            <p:sp>
              <p:nvSpPr>
                <p:cNvPr id="104404" name="Line 344"/>
                <p:cNvSpPr>
                  <a:spLocks noChangeShapeType="1"/>
                </p:cNvSpPr>
                <p:nvPr/>
              </p:nvSpPr>
              <p:spPr bwMode="auto">
                <a:xfrm>
                  <a:off x="1656" y="1757"/>
                  <a:ext cx="24" cy="1"/>
                </a:xfrm>
                <a:prstGeom prst="line">
                  <a:avLst/>
                </a:prstGeom>
                <a:grpFill/>
                <a:ln w="12700">
                  <a:solidFill>
                    <a:schemeClr val="bg1">
                      <a:lumMod val="65000"/>
                    </a:schemeClr>
                  </a:solidFill>
                  <a:round/>
                  <a:headEnd/>
                  <a:tailEnd/>
                </a:ln>
              </p:spPr>
              <p:txBody>
                <a:bodyPr/>
                <a:lstStyle/>
                <a:p>
                  <a:endParaRPr lang="en-US"/>
                </a:p>
              </p:txBody>
            </p:sp>
            <p:sp>
              <p:nvSpPr>
                <p:cNvPr id="104405" name="Line 345"/>
                <p:cNvSpPr>
                  <a:spLocks noChangeShapeType="1"/>
                </p:cNvSpPr>
                <p:nvPr/>
              </p:nvSpPr>
              <p:spPr bwMode="auto">
                <a:xfrm>
                  <a:off x="1712" y="1757"/>
                  <a:ext cx="24" cy="1"/>
                </a:xfrm>
                <a:prstGeom prst="line">
                  <a:avLst/>
                </a:prstGeom>
                <a:grpFill/>
                <a:ln w="12700">
                  <a:solidFill>
                    <a:schemeClr val="bg1">
                      <a:lumMod val="65000"/>
                    </a:schemeClr>
                  </a:solidFill>
                  <a:round/>
                  <a:headEnd/>
                  <a:tailEnd/>
                </a:ln>
              </p:spPr>
              <p:txBody>
                <a:bodyPr/>
                <a:lstStyle/>
                <a:p>
                  <a:endParaRPr lang="en-US"/>
                </a:p>
              </p:txBody>
            </p:sp>
            <p:sp>
              <p:nvSpPr>
                <p:cNvPr id="104406" name="Line 346"/>
                <p:cNvSpPr>
                  <a:spLocks noChangeShapeType="1"/>
                </p:cNvSpPr>
                <p:nvPr/>
              </p:nvSpPr>
              <p:spPr bwMode="auto">
                <a:xfrm>
                  <a:off x="1768" y="1757"/>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21" name="Group 347"/>
            <p:cNvGrpSpPr>
              <a:grpSpLocks/>
            </p:cNvGrpSpPr>
            <p:nvPr/>
          </p:nvGrpSpPr>
          <p:grpSpPr bwMode="auto">
            <a:xfrm>
              <a:off x="1952" y="1725"/>
              <a:ext cx="415" cy="56"/>
              <a:chOff x="1952" y="1725"/>
              <a:chExt cx="415" cy="56"/>
            </a:xfrm>
            <a:grpFill/>
          </p:grpSpPr>
          <p:sp>
            <p:nvSpPr>
              <p:cNvPr id="104391" name="Freeform 348"/>
              <p:cNvSpPr>
                <a:spLocks/>
              </p:cNvSpPr>
              <p:nvPr/>
            </p:nvSpPr>
            <p:spPr bwMode="auto">
              <a:xfrm>
                <a:off x="2255" y="1725"/>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4392" name="Group 349"/>
              <p:cNvGrpSpPr>
                <a:grpSpLocks/>
              </p:cNvGrpSpPr>
              <p:nvPr/>
            </p:nvGrpSpPr>
            <p:grpSpPr bwMode="auto">
              <a:xfrm>
                <a:off x="1952" y="1757"/>
                <a:ext cx="295" cy="1"/>
                <a:chOff x="1952" y="1757"/>
                <a:chExt cx="295" cy="1"/>
              </a:xfrm>
              <a:grpFill/>
            </p:grpSpPr>
            <p:sp>
              <p:nvSpPr>
                <p:cNvPr id="104393" name="Line 350"/>
                <p:cNvSpPr>
                  <a:spLocks noChangeShapeType="1"/>
                </p:cNvSpPr>
                <p:nvPr/>
              </p:nvSpPr>
              <p:spPr bwMode="auto">
                <a:xfrm>
                  <a:off x="1952" y="1757"/>
                  <a:ext cx="24" cy="1"/>
                </a:xfrm>
                <a:prstGeom prst="line">
                  <a:avLst/>
                </a:prstGeom>
                <a:grpFill/>
                <a:ln w="12700">
                  <a:solidFill>
                    <a:schemeClr val="bg1">
                      <a:lumMod val="65000"/>
                    </a:schemeClr>
                  </a:solidFill>
                  <a:round/>
                  <a:headEnd/>
                  <a:tailEnd/>
                </a:ln>
              </p:spPr>
              <p:txBody>
                <a:bodyPr/>
                <a:lstStyle/>
                <a:p>
                  <a:endParaRPr lang="en-US"/>
                </a:p>
              </p:txBody>
            </p:sp>
            <p:sp>
              <p:nvSpPr>
                <p:cNvPr id="104394" name="Line 351"/>
                <p:cNvSpPr>
                  <a:spLocks noChangeShapeType="1"/>
                </p:cNvSpPr>
                <p:nvPr/>
              </p:nvSpPr>
              <p:spPr bwMode="auto">
                <a:xfrm>
                  <a:off x="2008" y="1757"/>
                  <a:ext cx="23" cy="1"/>
                </a:xfrm>
                <a:prstGeom prst="line">
                  <a:avLst/>
                </a:prstGeom>
                <a:grpFill/>
                <a:ln w="12700">
                  <a:solidFill>
                    <a:schemeClr val="bg1">
                      <a:lumMod val="65000"/>
                    </a:schemeClr>
                  </a:solidFill>
                  <a:round/>
                  <a:headEnd/>
                  <a:tailEnd/>
                </a:ln>
              </p:spPr>
              <p:txBody>
                <a:bodyPr/>
                <a:lstStyle/>
                <a:p>
                  <a:endParaRPr lang="en-US"/>
                </a:p>
              </p:txBody>
            </p:sp>
            <p:sp>
              <p:nvSpPr>
                <p:cNvPr id="104395" name="Line 352"/>
                <p:cNvSpPr>
                  <a:spLocks noChangeShapeType="1"/>
                </p:cNvSpPr>
                <p:nvPr/>
              </p:nvSpPr>
              <p:spPr bwMode="auto">
                <a:xfrm>
                  <a:off x="2063" y="1757"/>
                  <a:ext cx="24" cy="1"/>
                </a:xfrm>
                <a:prstGeom prst="line">
                  <a:avLst/>
                </a:prstGeom>
                <a:grpFill/>
                <a:ln w="12700">
                  <a:solidFill>
                    <a:schemeClr val="bg1">
                      <a:lumMod val="65000"/>
                    </a:schemeClr>
                  </a:solidFill>
                  <a:round/>
                  <a:headEnd/>
                  <a:tailEnd/>
                </a:ln>
              </p:spPr>
              <p:txBody>
                <a:bodyPr/>
                <a:lstStyle/>
                <a:p>
                  <a:endParaRPr lang="en-US"/>
                </a:p>
              </p:txBody>
            </p:sp>
            <p:sp>
              <p:nvSpPr>
                <p:cNvPr id="104396" name="Line 353"/>
                <p:cNvSpPr>
                  <a:spLocks noChangeShapeType="1"/>
                </p:cNvSpPr>
                <p:nvPr/>
              </p:nvSpPr>
              <p:spPr bwMode="auto">
                <a:xfrm>
                  <a:off x="2119" y="1757"/>
                  <a:ext cx="24" cy="1"/>
                </a:xfrm>
                <a:prstGeom prst="line">
                  <a:avLst/>
                </a:prstGeom>
                <a:grpFill/>
                <a:ln w="12700">
                  <a:solidFill>
                    <a:schemeClr val="bg1">
                      <a:lumMod val="65000"/>
                    </a:schemeClr>
                  </a:solidFill>
                  <a:round/>
                  <a:headEnd/>
                  <a:tailEnd/>
                </a:ln>
              </p:spPr>
              <p:txBody>
                <a:bodyPr/>
                <a:lstStyle/>
                <a:p>
                  <a:endParaRPr lang="en-US"/>
                </a:p>
              </p:txBody>
            </p:sp>
            <p:sp>
              <p:nvSpPr>
                <p:cNvPr id="104397" name="Line 354"/>
                <p:cNvSpPr>
                  <a:spLocks noChangeShapeType="1"/>
                </p:cNvSpPr>
                <p:nvPr/>
              </p:nvSpPr>
              <p:spPr bwMode="auto">
                <a:xfrm>
                  <a:off x="2175" y="1757"/>
                  <a:ext cx="24" cy="1"/>
                </a:xfrm>
                <a:prstGeom prst="line">
                  <a:avLst/>
                </a:prstGeom>
                <a:grpFill/>
                <a:ln w="12700">
                  <a:solidFill>
                    <a:schemeClr val="bg1">
                      <a:lumMod val="65000"/>
                    </a:schemeClr>
                  </a:solidFill>
                  <a:round/>
                  <a:headEnd/>
                  <a:tailEnd/>
                </a:ln>
              </p:spPr>
              <p:txBody>
                <a:bodyPr/>
                <a:lstStyle/>
                <a:p>
                  <a:endParaRPr lang="en-US"/>
                </a:p>
              </p:txBody>
            </p:sp>
            <p:sp>
              <p:nvSpPr>
                <p:cNvPr id="104398" name="Line 355"/>
                <p:cNvSpPr>
                  <a:spLocks noChangeShapeType="1"/>
                </p:cNvSpPr>
                <p:nvPr/>
              </p:nvSpPr>
              <p:spPr bwMode="auto">
                <a:xfrm>
                  <a:off x="2231" y="1757"/>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22" name="Group 356"/>
            <p:cNvGrpSpPr>
              <a:grpSpLocks/>
            </p:cNvGrpSpPr>
            <p:nvPr/>
          </p:nvGrpSpPr>
          <p:grpSpPr bwMode="auto">
            <a:xfrm>
              <a:off x="1497" y="2036"/>
              <a:ext cx="415" cy="56"/>
              <a:chOff x="1497" y="2036"/>
              <a:chExt cx="415" cy="56"/>
            </a:xfrm>
            <a:grpFill/>
          </p:grpSpPr>
          <p:sp>
            <p:nvSpPr>
              <p:cNvPr id="104383" name="Freeform 357"/>
              <p:cNvSpPr>
                <a:spLocks/>
              </p:cNvSpPr>
              <p:nvPr/>
            </p:nvSpPr>
            <p:spPr bwMode="auto">
              <a:xfrm>
                <a:off x="1800"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4384" name="Group 358"/>
              <p:cNvGrpSpPr>
                <a:grpSpLocks/>
              </p:cNvGrpSpPr>
              <p:nvPr/>
            </p:nvGrpSpPr>
            <p:grpSpPr bwMode="auto">
              <a:xfrm>
                <a:off x="1497" y="2068"/>
                <a:ext cx="295" cy="1"/>
                <a:chOff x="1497" y="2068"/>
                <a:chExt cx="295" cy="1"/>
              </a:xfrm>
              <a:grpFill/>
            </p:grpSpPr>
            <p:sp>
              <p:nvSpPr>
                <p:cNvPr id="104385" name="Line 359"/>
                <p:cNvSpPr>
                  <a:spLocks noChangeShapeType="1"/>
                </p:cNvSpPr>
                <p:nvPr/>
              </p:nvSpPr>
              <p:spPr bwMode="auto">
                <a:xfrm>
                  <a:off x="1497" y="2068"/>
                  <a:ext cx="23" cy="1"/>
                </a:xfrm>
                <a:prstGeom prst="line">
                  <a:avLst/>
                </a:prstGeom>
                <a:grpFill/>
                <a:ln w="12700">
                  <a:solidFill>
                    <a:schemeClr val="bg1">
                      <a:lumMod val="65000"/>
                    </a:schemeClr>
                  </a:solidFill>
                  <a:round/>
                  <a:headEnd/>
                  <a:tailEnd/>
                </a:ln>
              </p:spPr>
              <p:txBody>
                <a:bodyPr/>
                <a:lstStyle/>
                <a:p>
                  <a:endParaRPr lang="en-US"/>
                </a:p>
              </p:txBody>
            </p:sp>
            <p:sp>
              <p:nvSpPr>
                <p:cNvPr id="104386" name="Line 360"/>
                <p:cNvSpPr>
                  <a:spLocks noChangeShapeType="1"/>
                </p:cNvSpPr>
                <p:nvPr/>
              </p:nvSpPr>
              <p:spPr bwMode="auto">
                <a:xfrm>
                  <a:off x="1552" y="2068"/>
                  <a:ext cx="24" cy="1"/>
                </a:xfrm>
                <a:prstGeom prst="line">
                  <a:avLst/>
                </a:prstGeom>
                <a:grpFill/>
                <a:ln w="12700">
                  <a:solidFill>
                    <a:schemeClr val="bg1">
                      <a:lumMod val="65000"/>
                    </a:schemeClr>
                  </a:solidFill>
                  <a:round/>
                  <a:headEnd/>
                  <a:tailEnd/>
                </a:ln>
              </p:spPr>
              <p:txBody>
                <a:bodyPr/>
                <a:lstStyle/>
                <a:p>
                  <a:endParaRPr lang="en-US"/>
                </a:p>
              </p:txBody>
            </p:sp>
            <p:sp>
              <p:nvSpPr>
                <p:cNvPr id="104387" name="Line 361"/>
                <p:cNvSpPr>
                  <a:spLocks noChangeShapeType="1"/>
                </p:cNvSpPr>
                <p:nvPr/>
              </p:nvSpPr>
              <p:spPr bwMode="auto">
                <a:xfrm>
                  <a:off x="1608" y="2068"/>
                  <a:ext cx="24" cy="1"/>
                </a:xfrm>
                <a:prstGeom prst="line">
                  <a:avLst/>
                </a:prstGeom>
                <a:grpFill/>
                <a:ln w="12700">
                  <a:solidFill>
                    <a:schemeClr val="bg1">
                      <a:lumMod val="65000"/>
                    </a:schemeClr>
                  </a:solidFill>
                  <a:round/>
                  <a:headEnd/>
                  <a:tailEnd/>
                </a:ln>
              </p:spPr>
              <p:txBody>
                <a:bodyPr/>
                <a:lstStyle/>
                <a:p>
                  <a:endParaRPr lang="en-US"/>
                </a:p>
              </p:txBody>
            </p:sp>
            <p:sp>
              <p:nvSpPr>
                <p:cNvPr id="104388" name="Line 362"/>
                <p:cNvSpPr>
                  <a:spLocks noChangeShapeType="1"/>
                </p:cNvSpPr>
                <p:nvPr/>
              </p:nvSpPr>
              <p:spPr bwMode="auto">
                <a:xfrm>
                  <a:off x="1664" y="2068"/>
                  <a:ext cx="24" cy="1"/>
                </a:xfrm>
                <a:prstGeom prst="line">
                  <a:avLst/>
                </a:prstGeom>
                <a:grpFill/>
                <a:ln w="12700">
                  <a:solidFill>
                    <a:schemeClr val="bg1">
                      <a:lumMod val="65000"/>
                    </a:schemeClr>
                  </a:solidFill>
                  <a:round/>
                  <a:headEnd/>
                  <a:tailEnd/>
                </a:ln>
              </p:spPr>
              <p:txBody>
                <a:bodyPr/>
                <a:lstStyle/>
                <a:p>
                  <a:endParaRPr lang="en-US"/>
                </a:p>
              </p:txBody>
            </p:sp>
            <p:sp>
              <p:nvSpPr>
                <p:cNvPr id="104389" name="Line 363"/>
                <p:cNvSpPr>
                  <a:spLocks noChangeShapeType="1"/>
                </p:cNvSpPr>
                <p:nvPr/>
              </p:nvSpPr>
              <p:spPr bwMode="auto">
                <a:xfrm>
                  <a:off x="1720" y="2068"/>
                  <a:ext cx="24" cy="1"/>
                </a:xfrm>
                <a:prstGeom prst="line">
                  <a:avLst/>
                </a:prstGeom>
                <a:grpFill/>
                <a:ln w="12700">
                  <a:solidFill>
                    <a:schemeClr val="bg1">
                      <a:lumMod val="65000"/>
                    </a:schemeClr>
                  </a:solidFill>
                  <a:round/>
                  <a:headEnd/>
                  <a:tailEnd/>
                </a:ln>
              </p:spPr>
              <p:txBody>
                <a:bodyPr/>
                <a:lstStyle/>
                <a:p>
                  <a:endParaRPr lang="en-US"/>
                </a:p>
              </p:txBody>
            </p:sp>
            <p:sp>
              <p:nvSpPr>
                <p:cNvPr id="104390" name="Line 364"/>
                <p:cNvSpPr>
                  <a:spLocks noChangeShapeType="1"/>
                </p:cNvSpPr>
                <p:nvPr/>
              </p:nvSpPr>
              <p:spPr bwMode="auto">
                <a:xfrm>
                  <a:off x="1776" y="2068"/>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23" name="Group 365"/>
            <p:cNvGrpSpPr>
              <a:grpSpLocks/>
            </p:cNvGrpSpPr>
            <p:nvPr/>
          </p:nvGrpSpPr>
          <p:grpSpPr bwMode="auto">
            <a:xfrm>
              <a:off x="1960" y="2036"/>
              <a:ext cx="423" cy="56"/>
              <a:chOff x="1960" y="2036"/>
              <a:chExt cx="423" cy="56"/>
            </a:xfrm>
            <a:grpFill/>
          </p:grpSpPr>
          <p:sp>
            <p:nvSpPr>
              <p:cNvPr id="104375" name="Freeform 366"/>
              <p:cNvSpPr>
                <a:spLocks/>
              </p:cNvSpPr>
              <p:nvPr/>
            </p:nvSpPr>
            <p:spPr bwMode="auto">
              <a:xfrm>
                <a:off x="2271"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4376" name="Group 367"/>
              <p:cNvGrpSpPr>
                <a:grpSpLocks/>
              </p:cNvGrpSpPr>
              <p:nvPr/>
            </p:nvGrpSpPr>
            <p:grpSpPr bwMode="auto">
              <a:xfrm>
                <a:off x="1960" y="2068"/>
                <a:ext cx="303" cy="1"/>
                <a:chOff x="1960" y="2068"/>
                <a:chExt cx="303" cy="1"/>
              </a:xfrm>
              <a:grpFill/>
            </p:grpSpPr>
            <p:sp>
              <p:nvSpPr>
                <p:cNvPr id="104377" name="Line 368"/>
                <p:cNvSpPr>
                  <a:spLocks noChangeShapeType="1"/>
                </p:cNvSpPr>
                <p:nvPr/>
              </p:nvSpPr>
              <p:spPr bwMode="auto">
                <a:xfrm>
                  <a:off x="1960" y="2068"/>
                  <a:ext cx="24" cy="1"/>
                </a:xfrm>
                <a:prstGeom prst="line">
                  <a:avLst/>
                </a:prstGeom>
                <a:grpFill/>
                <a:ln w="12700">
                  <a:solidFill>
                    <a:schemeClr val="bg1">
                      <a:lumMod val="65000"/>
                    </a:schemeClr>
                  </a:solidFill>
                  <a:round/>
                  <a:headEnd/>
                  <a:tailEnd/>
                </a:ln>
              </p:spPr>
              <p:txBody>
                <a:bodyPr/>
                <a:lstStyle/>
                <a:p>
                  <a:endParaRPr lang="en-US"/>
                </a:p>
              </p:txBody>
            </p:sp>
            <p:sp>
              <p:nvSpPr>
                <p:cNvPr id="104378" name="Line 369"/>
                <p:cNvSpPr>
                  <a:spLocks noChangeShapeType="1"/>
                </p:cNvSpPr>
                <p:nvPr/>
              </p:nvSpPr>
              <p:spPr bwMode="auto">
                <a:xfrm>
                  <a:off x="2015" y="2068"/>
                  <a:ext cx="24" cy="1"/>
                </a:xfrm>
                <a:prstGeom prst="line">
                  <a:avLst/>
                </a:prstGeom>
                <a:grpFill/>
                <a:ln w="12700">
                  <a:solidFill>
                    <a:schemeClr val="bg1">
                      <a:lumMod val="65000"/>
                    </a:schemeClr>
                  </a:solidFill>
                  <a:round/>
                  <a:headEnd/>
                  <a:tailEnd/>
                </a:ln>
              </p:spPr>
              <p:txBody>
                <a:bodyPr/>
                <a:lstStyle/>
                <a:p>
                  <a:endParaRPr lang="en-US"/>
                </a:p>
              </p:txBody>
            </p:sp>
            <p:sp>
              <p:nvSpPr>
                <p:cNvPr id="104379" name="Line 370"/>
                <p:cNvSpPr>
                  <a:spLocks noChangeShapeType="1"/>
                </p:cNvSpPr>
                <p:nvPr/>
              </p:nvSpPr>
              <p:spPr bwMode="auto">
                <a:xfrm>
                  <a:off x="2071" y="2068"/>
                  <a:ext cx="24" cy="1"/>
                </a:xfrm>
                <a:prstGeom prst="line">
                  <a:avLst/>
                </a:prstGeom>
                <a:grpFill/>
                <a:ln w="12700">
                  <a:solidFill>
                    <a:schemeClr val="bg1">
                      <a:lumMod val="65000"/>
                    </a:schemeClr>
                  </a:solidFill>
                  <a:round/>
                  <a:headEnd/>
                  <a:tailEnd/>
                </a:ln>
              </p:spPr>
              <p:txBody>
                <a:bodyPr/>
                <a:lstStyle/>
                <a:p>
                  <a:endParaRPr lang="en-US"/>
                </a:p>
              </p:txBody>
            </p:sp>
            <p:sp>
              <p:nvSpPr>
                <p:cNvPr id="104380" name="Line 371"/>
                <p:cNvSpPr>
                  <a:spLocks noChangeShapeType="1"/>
                </p:cNvSpPr>
                <p:nvPr/>
              </p:nvSpPr>
              <p:spPr bwMode="auto">
                <a:xfrm>
                  <a:off x="2127" y="2068"/>
                  <a:ext cx="24" cy="1"/>
                </a:xfrm>
                <a:prstGeom prst="line">
                  <a:avLst/>
                </a:prstGeom>
                <a:grpFill/>
                <a:ln w="12700">
                  <a:solidFill>
                    <a:schemeClr val="bg1">
                      <a:lumMod val="65000"/>
                    </a:schemeClr>
                  </a:solidFill>
                  <a:round/>
                  <a:headEnd/>
                  <a:tailEnd/>
                </a:ln>
              </p:spPr>
              <p:txBody>
                <a:bodyPr/>
                <a:lstStyle/>
                <a:p>
                  <a:endParaRPr lang="en-US"/>
                </a:p>
              </p:txBody>
            </p:sp>
            <p:sp>
              <p:nvSpPr>
                <p:cNvPr id="104381" name="Line 372"/>
                <p:cNvSpPr>
                  <a:spLocks noChangeShapeType="1"/>
                </p:cNvSpPr>
                <p:nvPr/>
              </p:nvSpPr>
              <p:spPr bwMode="auto">
                <a:xfrm>
                  <a:off x="2183" y="2068"/>
                  <a:ext cx="24" cy="1"/>
                </a:xfrm>
                <a:prstGeom prst="line">
                  <a:avLst/>
                </a:prstGeom>
                <a:grpFill/>
                <a:ln w="12700">
                  <a:solidFill>
                    <a:schemeClr val="bg1">
                      <a:lumMod val="65000"/>
                    </a:schemeClr>
                  </a:solidFill>
                  <a:round/>
                  <a:headEnd/>
                  <a:tailEnd/>
                </a:ln>
              </p:spPr>
              <p:txBody>
                <a:bodyPr/>
                <a:lstStyle/>
                <a:p>
                  <a:endParaRPr lang="en-US"/>
                </a:p>
              </p:txBody>
            </p:sp>
            <p:sp>
              <p:nvSpPr>
                <p:cNvPr id="104382" name="Line 373"/>
                <p:cNvSpPr>
                  <a:spLocks noChangeShapeType="1"/>
                </p:cNvSpPr>
                <p:nvPr/>
              </p:nvSpPr>
              <p:spPr bwMode="auto">
                <a:xfrm>
                  <a:off x="2239" y="2068"/>
                  <a:ext cx="24"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24" name="Group 374"/>
            <p:cNvGrpSpPr>
              <a:grpSpLocks/>
            </p:cNvGrpSpPr>
            <p:nvPr/>
          </p:nvGrpSpPr>
          <p:grpSpPr bwMode="auto">
            <a:xfrm>
              <a:off x="2431" y="2036"/>
              <a:ext cx="415" cy="56"/>
              <a:chOff x="2431" y="2036"/>
              <a:chExt cx="415" cy="56"/>
            </a:xfrm>
            <a:grpFill/>
          </p:grpSpPr>
          <p:sp>
            <p:nvSpPr>
              <p:cNvPr id="104367" name="Freeform 375"/>
              <p:cNvSpPr>
                <a:spLocks/>
              </p:cNvSpPr>
              <p:nvPr/>
            </p:nvSpPr>
            <p:spPr bwMode="auto">
              <a:xfrm>
                <a:off x="2734"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4368" name="Group 376"/>
              <p:cNvGrpSpPr>
                <a:grpSpLocks/>
              </p:cNvGrpSpPr>
              <p:nvPr/>
            </p:nvGrpSpPr>
            <p:grpSpPr bwMode="auto">
              <a:xfrm>
                <a:off x="2431" y="2068"/>
                <a:ext cx="295" cy="1"/>
                <a:chOff x="2431" y="2068"/>
                <a:chExt cx="295" cy="1"/>
              </a:xfrm>
              <a:grpFill/>
            </p:grpSpPr>
            <p:sp>
              <p:nvSpPr>
                <p:cNvPr id="104369" name="Line 377"/>
                <p:cNvSpPr>
                  <a:spLocks noChangeShapeType="1"/>
                </p:cNvSpPr>
                <p:nvPr/>
              </p:nvSpPr>
              <p:spPr bwMode="auto">
                <a:xfrm>
                  <a:off x="2431" y="2068"/>
                  <a:ext cx="24" cy="1"/>
                </a:xfrm>
                <a:prstGeom prst="line">
                  <a:avLst/>
                </a:prstGeom>
                <a:grpFill/>
                <a:ln w="12700">
                  <a:solidFill>
                    <a:schemeClr val="bg1">
                      <a:lumMod val="65000"/>
                    </a:schemeClr>
                  </a:solidFill>
                  <a:round/>
                  <a:headEnd/>
                  <a:tailEnd/>
                </a:ln>
              </p:spPr>
              <p:txBody>
                <a:bodyPr/>
                <a:lstStyle/>
                <a:p>
                  <a:endParaRPr lang="en-US"/>
                </a:p>
              </p:txBody>
            </p:sp>
            <p:sp>
              <p:nvSpPr>
                <p:cNvPr id="104370" name="Line 378"/>
                <p:cNvSpPr>
                  <a:spLocks noChangeShapeType="1"/>
                </p:cNvSpPr>
                <p:nvPr/>
              </p:nvSpPr>
              <p:spPr bwMode="auto">
                <a:xfrm>
                  <a:off x="2487" y="2068"/>
                  <a:ext cx="24" cy="1"/>
                </a:xfrm>
                <a:prstGeom prst="line">
                  <a:avLst/>
                </a:prstGeom>
                <a:grpFill/>
                <a:ln w="12700">
                  <a:solidFill>
                    <a:schemeClr val="bg1">
                      <a:lumMod val="65000"/>
                    </a:schemeClr>
                  </a:solidFill>
                  <a:round/>
                  <a:headEnd/>
                  <a:tailEnd/>
                </a:ln>
              </p:spPr>
              <p:txBody>
                <a:bodyPr/>
                <a:lstStyle/>
                <a:p>
                  <a:endParaRPr lang="en-US"/>
                </a:p>
              </p:txBody>
            </p:sp>
            <p:sp>
              <p:nvSpPr>
                <p:cNvPr id="104371" name="Line 379"/>
                <p:cNvSpPr>
                  <a:spLocks noChangeShapeType="1"/>
                </p:cNvSpPr>
                <p:nvPr/>
              </p:nvSpPr>
              <p:spPr bwMode="auto">
                <a:xfrm>
                  <a:off x="2542" y="2068"/>
                  <a:ext cx="24" cy="1"/>
                </a:xfrm>
                <a:prstGeom prst="line">
                  <a:avLst/>
                </a:prstGeom>
                <a:grpFill/>
                <a:ln w="12700">
                  <a:solidFill>
                    <a:schemeClr val="bg1">
                      <a:lumMod val="65000"/>
                    </a:schemeClr>
                  </a:solidFill>
                  <a:round/>
                  <a:headEnd/>
                  <a:tailEnd/>
                </a:ln>
              </p:spPr>
              <p:txBody>
                <a:bodyPr/>
                <a:lstStyle/>
                <a:p>
                  <a:endParaRPr lang="en-US"/>
                </a:p>
              </p:txBody>
            </p:sp>
            <p:sp>
              <p:nvSpPr>
                <p:cNvPr id="104372" name="Line 380"/>
                <p:cNvSpPr>
                  <a:spLocks noChangeShapeType="1"/>
                </p:cNvSpPr>
                <p:nvPr/>
              </p:nvSpPr>
              <p:spPr bwMode="auto">
                <a:xfrm>
                  <a:off x="2598" y="2068"/>
                  <a:ext cx="24" cy="1"/>
                </a:xfrm>
                <a:prstGeom prst="line">
                  <a:avLst/>
                </a:prstGeom>
                <a:grpFill/>
                <a:ln w="12700">
                  <a:solidFill>
                    <a:schemeClr val="bg1">
                      <a:lumMod val="65000"/>
                    </a:schemeClr>
                  </a:solidFill>
                  <a:round/>
                  <a:headEnd/>
                  <a:tailEnd/>
                </a:ln>
              </p:spPr>
              <p:txBody>
                <a:bodyPr/>
                <a:lstStyle/>
                <a:p>
                  <a:endParaRPr lang="en-US"/>
                </a:p>
              </p:txBody>
            </p:sp>
            <p:sp>
              <p:nvSpPr>
                <p:cNvPr id="104373" name="Line 381"/>
                <p:cNvSpPr>
                  <a:spLocks noChangeShapeType="1"/>
                </p:cNvSpPr>
                <p:nvPr/>
              </p:nvSpPr>
              <p:spPr bwMode="auto">
                <a:xfrm>
                  <a:off x="2654" y="2068"/>
                  <a:ext cx="24" cy="1"/>
                </a:xfrm>
                <a:prstGeom prst="line">
                  <a:avLst/>
                </a:prstGeom>
                <a:grpFill/>
                <a:ln w="12700">
                  <a:solidFill>
                    <a:schemeClr val="bg1">
                      <a:lumMod val="65000"/>
                    </a:schemeClr>
                  </a:solidFill>
                  <a:round/>
                  <a:headEnd/>
                  <a:tailEnd/>
                </a:ln>
              </p:spPr>
              <p:txBody>
                <a:bodyPr/>
                <a:lstStyle/>
                <a:p>
                  <a:endParaRPr lang="en-US"/>
                </a:p>
              </p:txBody>
            </p:sp>
            <p:sp>
              <p:nvSpPr>
                <p:cNvPr id="104374" name="Line 382"/>
                <p:cNvSpPr>
                  <a:spLocks noChangeShapeType="1"/>
                </p:cNvSpPr>
                <p:nvPr/>
              </p:nvSpPr>
              <p:spPr bwMode="auto">
                <a:xfrm>
                  <a:off x="2710" y="2068"/>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25" name="Group 383"/>
            <p:cNvGrpSpPr>
              <a:grpSpLocks/>
            </p:cNvGrpSpPr>
            <p:nvPr/>
          </p:nvGrpSpPr>
          <p:grpSpPr bwMode="auto">
            <a:xfrm>
              <a:off x="2423" y="2347"/>
              <a:ext cx="415" cy="56"/>
              <a:chOff x="2423" y="2347"/>
              <a:chExt cx="415" cy="56"/>
            </a:xfrm>
            <a:grpFill/>
          </p:grpSpPr>
          <p:sp>
            <p:nvSpPr>
              <p:cNvPr id="104359" name="Freeform 384"/>
              <p:cNvSpPr>
                <a:spLocks/>
              </p:cNvSpPr>
              <p:nvPr/>
            </p:nvSpPr>
            <p:spPr bwMode="auto">
              <a:xfrm>
                <a:off x="2726" y="234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lumMod val="65000"/>
                  </a:schemeClr>
                </a:solidFill>
                <a:round/>
                <a:headEnd/>
                <a:tailEnd/>
              </a:ln>
            </p:spPr>
            <p:txBody>
              <a:bodyPr/>
              <a:lstStyle/>
              <a:p>
                <a:endParaRPr lang="en-US"/>
              </a:p>
            </p:txBody>
          </p:sp>
          <p:grpSp>
            <p:nvGrpSpPr>
              <p:cNvPr id="104360" name="Group 385"/>
              <p:cNvGrpSpPr>
                <a:grpSpLocks/>
              </p:cNvGrpSpPr>
              <p:nvPr/>
            </p:nvGrpSpPr>
            <p:grpSpPr bwMode="auto">
              <a:xfrm>
                <a:off x="2423" y="2371"/>
                <a:ext cx="295" cy="1"/>
                <a:chOff x="2423" y="2371"/>
                <a:chExt cx="295" cy="1"/>
              </a:xfrm>
              <a:grpFill/>
            </p:grpSpPr>
            <p:sp>
              <p:nvSpPr>
                <p:cNvPr id="104361" name="Line 386"/>
                <p:cNvSpPr>
                  <a:spLocks noChangeShapeType="1"/>
                </p:cNvSpPr>
                <p:nvPr/>
              </p:nvSpPr>
              <p:spPr bwMode="auto">
                <a:xfrm>
                  <a:off x="2423" y="2371"/>
                  <a:ext cx="24" cy="1"/>
                </a:xfrm>
                <a:prstGeom prst="line">
                  <a:avLst/>
                </a:prstGeom>
                <a:grpFill/>
                <a:ln w="12700">
                  <a:solidFill>
                    <a:schemeClr val="bg1">
                      <a:lumMod val="65000"/>
                    </a:schemeClr>
                  </a:solidFill>
                  <a:round/>
                  <a:headEnd/>
                  <a:tailEnd/>
                </a:ln>
              </p:spPr>
              <p:txBody>
                <a:bodyPr/>
                <a:lstStyle/>
                <a:p>
                  <a:endParaRPr lang="en-US"/>
                </a:p>
              </p:txBody>
            </p:sp>
            <p:sp>
              <p:nvSpPr>
                <p:cNvPr id="104362" name="Line 387"/>
                <p:cNvSpPr>
                  <a:spLocks noChangeShapeType="1"/>
                </p:cNvSpPr>
                <p:nvPr/>
              </p:nvSpPr>
              <p:spPr bwMode="auto">
                <a:xfrm>
                  <a:off x="2479" y="2371"/>
                  <a:ext cx="24" cy="1"/>
                </a:xfrm>
                <a:prstGeom prst="line">
                  <a:avLst/>
                </a:prstGeom>
                <a:grpFill/>
                <a:ln w="12700">
                  <a:solidFill>
                    <a:schemeClr val="bg1">
                      <a:lumMod val="65000"/>
                    </a:schemeClr>
                  </a:solidFill>
                  <a:round/>
                  <a:headEnd/>
                  <a:tailEnd/>
                </a:ln>
              </p:spPr>
              <p:txBody>
                <a:bodyPr/>
                <a:lstStyle/>
                <a:p>
                  <a:endParaRPr lang="en-US"/>
                </a:p>
              </p:txBody>
            </p:sp>
            <p:sp>
              <p:nvSpPr>
                <p:cNvPr id="104363" name="Line 388"/>
                <p:cNvSpPr>
                  <a:spLocks noChangeShapeType="1"/>
                </p:cNvSpPr>
                <p:nvPr/>
              </p:nvSpPr>
              <p:spPr bwMode="auto">
                <a:xfrm>
                  <a:off x="2534" y="2371"/>
                  <a:ext cx="24" cy="1"/>
                </a:xfrm>
                <a:prstGeom prst="line">
                  <a:avLst/>
                </a:prstGeom>
                <a:grpFill/>
                <a:ln w="12700">
                  <a:solidFill>
                    <a:schemeClr val="bg1">
                      <a:lumMod val="65000"/>
                    </a:schemeClr>
                  </a:solidFill>
                  <a:round/>
                  <a:headEnd/>
                  <a:tailEnd/>
                </a:ln>
              </p:spPr>
              <p:txBody>
                <a:bodyPr/>
                <a:lstStyle/>
                <a:p>
                  <a:endParaRPr lang="en-US"/>
                </a:p>
              </p:txBody>
            </p:sp>
            <p:sp>
              <p:nvSpPr>
                <p:cNvPr id="104364" name="Line 389"/>
                <p:cNvSpPr>
                  <a:spLocks noChangeShapeType="1"/>
                </p:cNvSpPr>
                <p:nvPr/>
              </p:nvSpPr>
              <p:spPr bwMode="auto">
                <a:xfrm>
                  <a:off x="2590" y="2371"/>
                  <a:ext cx="24" cy="1"/>
                </a:xfrm>
                <a:prstGeom prst="line">
                  <a:avLst/>
                </a:prstGeom>
                <a:grpFill/>
                <a:ln w="12700">
                  <a:solidFill>
                    <a:schemeClr val="bg1">
                      <a:lumMod val="65000"/>
                    </a:schemeClr>
                  </a:solidFill>
                  <a:round/>
                  <a:headEnd/>
                  <a:tailEnd/>
                </a:ln>
              </p:spPr>
              <p:txBody>
                <a:bodyPr/>
                <a:lstStyle/>
                <a:p>
                  <a:endParaRPr lang="en-US"/>
                </a:p>
              </p:txBody>
            </p:sp>
            <p:sp>
              <p:nvSpPr>
                <p:cNvPr id="104365" name="Line 390"/>
                <p:cNvSpPr>
                  <a:spLocks noChangeShapeType="1"/>
                </p:cNvSpPr>
                <p:nvPr/>
              </p:nvSpPr>
              <p:spPr bwMode="auto">
                <a:xfrm>
                  <a:off x="2646" y="2371"/>
                  <a:ext cx="24" cy="1"/>
                </a:xfrm>
                <a:prstGeom prst="line">
                  <a:avLst/>
                </a:prstGeom>
                <a:grpFill/>
                <a:ln w="12700">
                  <a:solidFill>
                    <a:schemeClr val="bg1">
                      <a:lumMod val="65000"/>
                    </a:schemeClr>
                  </a:solidFill>
                  <a:round/>
                  <a:headEnd/>
                  <a:tailEnd/>
                </a:ln>
              </p:spPr>
              <p:txBody>
                <a:bodyPr/>
                <a:lstStyle/>
                <a:p>
                  <a:endParaRPr lang="en-US"/>
                </a:p>
              </p:txBody>
            </p:sp>
            <p:sp>
              <p:nvSpPr>
                <p:cNvPr id="104366" name="Line 391"/>
                <p:cNvSpPr>
                  <a:spLocks noChangeShapeType="1"/>
                </p:cNvSpPr>
                <p:nvPr/>
              </p:nvSpPr>
              <p:spPr bwMode="auto">
                <a:xfrm>
                  <a:off x="2702" y="2371"/>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26" name="Group 392"/>
            <p:cNvGrpSpPr>
              <a:grpSpLocks/>
            </p:cNvGrpSpPr>
            <p:nvPr/>
          </p:nvGrpSpPr>
          <p:grpSpPr bwMode="auto">
            <a:xfrm>
              <a:off x="1960" y="2347"/>
              <a:ext cx="415" cy="56"/>
              <a:chOff x="1960" y="2347"/>
              <a:chExt cx="415" cy="56"/>
            </a:xfrm>
            <a:grpFill/>
          </p:grpSpPr>
          <p:sp>
            <p:nvSpPr>
              <p:cNvPr id="104351" name="Freeform 393"/>
              <p:cNvSpPr>
                <a:spLocks/>
              </p:cNvSpPr>
              <p:nvPr/>
            </p:nvSpPr>
            <p:spPr bwMode="auto">
              <a:xfrm>
                <a:off x="2263" y="234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lumMod val="65000"/>
                  </a:schemeClr>
                </a:solidFill>
                <a:round/>
                <a:headEnd/>
                <a:tailEnd/>
              </a:ln>
            </p:spPr>
            <p:txBody>
              <a:bodyPr/>
              <a:lstStyle/>
              <a:p>
                <a:endParaRPr lang="en-US"/>
              </a:p>
            </p:txBody>
          </p:sp>
          <p:grpSp>
            <p:nvGrpSpPr>
              <p:cNvPr id="104352" name="Group 394"/>
              <p:cNvGrpSpPr>
                <a:grpSpLocks/>
              </p:cNvGrpSpPr>
              <p:nvPr/>
            </p:nvGrpSpPr>
            <p:grpSpPr bwMode="auto">
              <a:xfrm>
                <a:off x="1960" y="2371"/>
                <a:ext cx="295" cy="1"/>
                <a:chOff x="1960" y="2371"/>
                <a:chExt cx="295" cy="1"/>
              </a:xfrm>
              <a:grpFill/>
            </p:grpSpPr>
            <p:sp>
              <p:nvSpPr>
                <p:cNvPr id="104353" name="Line 395"/>
                <p:cNvSpPr>
                  <a:spLocks noChangeShapeType="1"/>
                </p:cNvSpPr>
                <p:nvPr/>
              </p:nvSpPr>
              <p:spPr bwMode="auto">
                <a:xfrm>
                  <a:off x="1960" y="2371"/>
                  <a:ext cx="24" cy="1"/>
                </a:xfrm>
                <a:prstGeom prst="line">
                  <a:avLst/>
                </a:prstGeom>
                <a:grpFill/>
                <a:ln w="12700">
                  <a:solidFill>
                    <a:schemeClr val="bg1">
                      <a:lumMod val="65000"/>
                    </a:schemeClr>
                  </a:solidFill>
                  <a:round/>
                  <a:headEnd/>
                  <a:tailEnd/>
                </a:ln>
              </p:spPr>
              <p:txBody>
                <a:bodyPr/>
                <a:lstStyle/>
                <a:p>
                  <a:endParaRPr lang="en-US"/>
                </a:p>
              </p:txBody>
            </p:sp>
            <p:sp>
              <p:nvSpPr>
                <p:cNvPr id="104354" name="Line 396"/>
                <p:cNvSpPr>
                  <a:spLocks noChangeShapeType="1"/>
                </p:cNvSpPr>
                <p:nvPr/>
              </p:nvSpPr>
              <p:spPr bwMode="auto">
                <a:xfrm>
                  <a:off x="2015" y="2371"/>
                  <a:ext cx="24" cy="1"/>
                </a:xfrm>
                <a:prstGeom prst="line">
                  <a:avLst/>
                </a:prstGeom>
                <a:grpFill/>
                <a:ln w="12700">
                  <a:solidFill>
                    <a:schemeClr val="bg1">
                      <a:lumMod val="65000"/>
                    </a:schemeClr>
                  </a:solidFill>
                  <a:round/>
                  <a:headEnd/>
                  <a:tailEnd/>
                </a:ln>
              </p:spPr>
              <p:txBody>
                <a:bodyPr/>
                <a:lstStyle/>
                <a:p>
                  <a:endParaRPr lang="en-US"/>
                </a:p>
              </p:txBody>
            </p:sp>
            <p:sp>
              <p:nvSpPr>
                <p:cNvPr id="104355" name="Line 397"/>
                <p:cNvSpPr>
                  <a:spLocks noChangeShapeType="1"/>
                </p:cNvSpPr>
                <p:nvPr/>
              </p:nvSpPr>
              <p:spPr bwMode="auto">
                <a:xfrm>
                  <a:off x="2071" y="2371"/>
                  <a:ext cx="24" cy="1"/>
                </a:xfrm>
                <a:prstGeom prst="line">
                  <a:avLst/>
                </a:prstGeom>
                <a:grpFill/>
                <a:ln w="12700">
                  <a:solidFill>
                    <a:schemeClr val="bg1">
                      <a:lumMod val="65000"/>
                    </a:schemeClr>
                  </a:solidFill>
                  <a:round/>
                  <a:headEnd/>
                  <a:tailEnd/>
                </a:ln>
              </p:spPr>
              <p:txBody>
                <a:bodyPr/>
                <a:lstStyle/>
                <a:p>
                  <a:endParaRPr lang="en-US"/>
                </a:p>
              </p:txBody>
            </p:sp>
            <p:sp>
              <p:nvSpPr>
                <p:cNvPr id="104356" name="Line 398"/>
                <p:cNvSpPr>
                  <a:spLocks noChangeShapeType="1"/>
                </p:cNvSpPr>
                <p:nvPr/>
              </p:nvSpPr>
              <p:spPr bwMode="auto">
                <a:xfrm>
                  <a:off x="2127" y="2371"/>
                  <a:ext cx="24" cy="1"/>
                </a:xfrm>
                <a:prstGeom prst="line">
                  <a:avLst/>
                </a:prstGeom>
                <a:grpFill/>
                <a:ln w="12700">
                  <a:solidFill>
                    <a:schemeClr val="bg1">
                      <a:lumMod val="65000"/>
                    </a:schemeClr>
                  </a:solidFill>
                  <a:round/>
                  <a:headEnd/>
                  <a:tailEnd/>
                </a:ln>
              </p:spPr>
              <p:txBody>
                <a:bodyPr/>
                <a:lstStyle/>
                <a:p>
                  <a:endParaRPr lang="en-US"/>
                </a:p>
              </p:txBody>
            </p:sp>
            <p:sp>
              <p:nvSpPr>
                <p:cNvPr id="104357" name="Line 399"/>
                <p:cNvSpPr>
                  <a:spLocks noChangeShapeType="1"/>
                </p:cNvSpPr>
                <p:nvPr/>
              </p:nvSpPr>
              <p:spPr bwMode="auto">
                <a:xfrm>
                  <a:off x="2183" y="2371"/>
                  <a:ext cx="24" cy="1"/>
                </a:xfrm>
                <a:prstGeom prst="line">
                  <a:avLst/>
                </a:prstGeom>
                <a:grpFill/>
                <a:ln w="12700">
                  <a:solidFill>
                    <a:schemeClr val="bg1">
                      <a:lumMod val="65000"/>
                    </a:schemeClr>
                  </a:solidFill>
                  <a:round/>
                  <a:headEnd/>
                  <a:tailEnd/>
                </a:ln>
              </p:spPr>
              <p:txBody>
                <a:bodyPr/>
                <a:lstStyle/>
                <a:p>
                  <a:endParaRPr lang="en-US"/>
                </a:p>
              </p:txBody>
            </p:sp>
            <p:sp>
              <p:nvSpPr>
                <p:cNvPr id="104358" name="Line 400"/>
                <p:cNvSpPr>
                  <a:spLocks noChangeShapeType="1"/>
                </p:cNvSpPr>
                <p:nvPr/>
              </p:nvSpPr>
              <p:spPr bwMode="auto">
                <a:xfrm>
                  <a:off x="2239" y="2371"/>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27" name="Group 401"/>
            <p:cNvGrpSpPr>
              <a:grpSpLocks/>
            </p:cNvGrpSpPr>
            <p:nvPr/>
          </p:nvGrpSpPr>
          <p:grpSpPr bwMode="auto">
            <a:xfrm>
              <a:off x="1497" y="2339"/>
              <a:ext cx="415" cy="56"/>
              <a:chOff x="1497" y="2339"/>
              <a:chExt cx="415" cy="56"/>
            </a:xfrm>
            <a:grpFill/>
          </p:grpSpPr>
          <p:sp>
            <p:nvSpPr>
              <p:cNvPr id="104343" name="Freeform 402"/>
              <p:cNvSpPr>
                <a:spLocks/>
              </p:cNvSpPr>
              <p:nvPr/>
            </p:nvSpPr>
            <p:spPr bwMode="auto">
              <a:xfrm>
                <a:off x="1800" y="2339"/>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4344" name="Group 403"/>
              <p:cNvGrpSpPr>
                <a:grpSpLocks/>
              </p:cNvGrpSpPr>
              <p:nvPr/>
            </p:nvGrpSpPr>
            <p:grpSpPr bwMode="auto">
              <a:xfrm>
                <a:off x="1497" y="2371"/>
                <a:ext cx="295" cy="1"/>
                <a:chOff x="1497" y="2371"/>
                <a:chExt cx="295" cy="1"/>
              </a:xfrm>
              <a:grpFill/>
            </p:grpSpPr>
            <p:sp>
              <p:nvSpPr>
                <p:cNvPr id="104345" name="Line 404"/>
                <p:cNvSpPr>
                  <a:spLocks noChangeShapeType="1"/>
                </p:cNvSpPr>
                <p:nvPr/>
              </p:nvSpPr>
              <p:spPr bwMode="auto">
                <a:xfrm>
                  <a:off x="1497" y="2371"/>
                  <a:ext cx="23" cy="1"/>
                </a:xfrm>
                <a:prstGeom prst="line">
                  <a:avLst/>
                </a:prstGeom>
                <a:grpFill/>
                <a:ln w="12700">
                  <a:solidFill>
                    <a:schemeClr val="bg1">
                      <a:lumMod val="65000"/>
                    </a:schemeClr>
                  </a:solidFill>
                  <a:round/>
                  <a:headEnd/>
                  <a:tailEnd/>
                </a:ln>
              </p:spPr>
              <p:txBody>
                <a:bodyPr/>
                <a:lstStyle/>
                <a:p>
                  <a:endParaRPr lang="en-US"/>
                </a:p>
              </p:txBody>
            </p:sp>
            <p:sp>
              <p:nvSpPr>
                <p:cNvPr id="104346" name="Line 405"/>
                <p:cNvSpPr>
                  <a:spLocks noChangeShapeType="1"/>
                </p:cNvSpPr>
                <p:nvPr/>
              </p:nvSpPr>
              <p:spPr bwMode="auto">
                <a:xfrm>
                  <a:off x="1552" y="2371"/>
                  <a:ext cx="24" cy="1"/>
                </a:xfrm>
                <a:prstGeom prst="line">
                  <a:avLst/>
                </a:prstGeom>
                <a:grpFill/>
                <a:ln w="12700">
                  <a:solidFill>
                    <a:schemeClr val="bg1">
                      <a:lumMod val="65000"/>
                    </a:schemeClr>
                  </a:solidFill>
                  <a:round/>
                  <a:headEnd/>
                  <a:tailEnd/>
                </a:ln>
              </p:spPr>
              <p:txBody>
                <a:bodyPr/>
                <a:lstStyle/>
                <a:p>
                  <a:endParaRPr lang="en-US"/>
                </a:p>
              </p:txBody>
            </p:sp>
            <p:sp>
              <p:nvSpPr>
                <p:cNvPr id="104347" name="Line 406"/>
                <p:cNvSpPr>
                  <a:spLocks noChangeShapeType="1"/>
                </p:cNvSpPr>
                <p:nvPr/>
              </p:nvSpPr>
              <p:spPr bwMode="auto">
                <a:xfrm>
                  <a:off x="1608" y="2371"/>
                  <a:ext cx="24" cy="1"/>
                </a:xfrm>
                <a:prstGeom prst="line">
                  <a:avLst/>
                </a:prstGeom>
                <a:grpFill/>
                <a:ln w="12700">
                  <a:solidFill>
                    <a:schemeClr val="bg1">
                      <a:lumMod val="65000"/>
                    </a:schemeClr>
                  </a:solidFill>
                  <a:round/>
                  <a:headEnd/>
                  <a:tailEnd/>
                </a:ln>
              </p:spPr>
              <p:txBody>
                <a:bodyPr/>
                <a:lstStyle/>
                <a:p>
                  <a:endParaRPr lang="en-US"/>
                </a:p>
              </p:txBody>
            </p:sp>
            <p:sp>
              <p:nvSpPr>
                <p:cNvPr id="104348" name="Line 407"/>
                <p:cNvSpPr>
                  <a:spLocks noChangeShapeType="1"/>
                </p:cNvSpPr>
                <p:nvPr/>
              </p:nvSpPr>
              <p:spPr bwMode="auto">
                <a:xfrm>
                  <a:off x="1664" y="2371"/>
                  <a:ext cx="24" cy="1"/>
                </a:xfrm>
                <a:prstGeom prst="line">
                  <a:avLst/>
                </a:prstGeom>
                <a:grpFill/>
                <a:ln w="12700">
                  <a:solidFill>
                    <a:schemeClr val="bg1">
                      <a:lumMod val="65000"/>
                    </a:schemeClr>
                  </a:solidFill>
                  <a:round/>
                  <a:headEnd/>
                  <a:tailEnd/>
                </a:ln>
              </p:spPr>
              <p:txBody>
                <a:bodyPr/>
                <a:lstStyle/>
                <a:p>
                  <a:endParaRPr lang="en-US"/>
                </a:p>
              </p:txBody>
            </p:sp>
            <p:sp>
              <p:nvSpPr>
                <p:cNvPr id="104349" name="Line 408"/>
                <p:cNvSpPr>
                  <a:spLocks noChangeShapeType="1"/>
                </p:cNvSpPr>
                <p:nvPr/>
              </p:nvSpPr>
              <p:spPr bwMode="auto">
                <a:xfrm>
                  <a:off x="1720" y="2371"/>
                  <a:ext cx="24" cy="1"/>
                </a:xfrm>
                <a:prstGeom prst="line">
                  <a:avLst/>
                </a:prstGeom>
                <a:grpFill/>
                <a:ln w="12700">
                  <a:solidFill>
                    <a:schemeClr val="bg1">
                      <a:lumMod val="65000"/>
                    </a:schemeClr>
                  </a:solidFill>
                  <a:round/>
                  <a:headEnd/>
                  <a:tailEnd/>
                </a:ln>
              </p:spPr>
              <p:txBody>
                <a:bodyPr/>
                <a:lstStyle/>
                <a:p>
                  <a:endParaRPr lang="en-US"/>
                </a:p>
              </p:txBody>
            </p:sp>
            <p:sp>
              <p:nvSpPr>
                <p:cNvPr id="104350" name="Line 409"/>
                <p:cNvSpPr>
                  <a:spLocks noChangeShapeType="1"/>
                </p:cNvSpPr>
                <p:nvPr/>
              </p:nvSpPr>
              <p:spPr bwMode="auto">
                <a:xfrm>
                  <a:off x="1776" y="2371"/>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28" name="Group 410"/>
            <p:cNvGrpSpPr>
              <a:grpSpLocks/>
            </p:cNvGrpSpPr>
            <p:nvPr/>
          </p:nvGrpSpPr>
          <p:grpSpPr bwMode="auto">
            <a:xfrm>
              <a:off x="1489" y="2650"/>
              <a:ext cx="423" cy="56"/>
              <a:chOff x="1489" y="2650"/>
              <a:chExt cx="423" cy="56"/>
            </a:xfrm>
            <a:grpFill/>
          </p:grpSpPr>
          <p:sp>
            <p:nvSpPr>
              <p:cNvPr id="104335" name="Freeform 411"/>
              <p:cNvSpPr>
                <a:spLocks/>
              </p:cNvSpPr>
              <p:nvPr/>
            </p:nvSpPr>
            <p:spPr bwMode="auto">
              <a:xfrm>
                <a:off x="1792" y="2650"/>
                <a:ext cx="120" cy="56"/>
              </a:xfrm>
              <a:custGeom>
                <a:avLst/>
                <a:gdLst>
                  <a:gd name="T0" fmla="*/ 120 w 120"/>
                  <a:gd name="T1" fmla="*/ 24 h 56"/>
                  <a:gd name="T2" fmla="*/ 0 w 120"/>
                  <a:gd name="T3" fmla="*/ 56 h 56"/>
                  <a:gd name="T4" fmla="*/ 0 w 120"/>
                  <a:gd name="T5" fmla="*/ 24 h 56"/>
                  <a:gd name="T6" fmla="*/ 0 w 120"/>
                  <a:gd name="T7" fmla="*/ 0 h 56"/>
                  <a:gd name="T8" fmla="*/ 120 w 120"/>
                  <a:gd name="T9" fmla="*/ 24 h 56"/>
                  <a:gd name="T10" fmla="*/ 0 60000 65536"/>
                  <a:gd name="T11" fmla="*/ 0 60000 65536"/>
                  <a:gd name="T12" fmla="*/ 0 60000 65536"/>
                  <a:gd name="T13" fmla="*/ 0 60000 65536"/>
                  <a:gd name="T14" fmla="*/ 0 60000 65536"/>
                  <a:gd name="T15" fmla="*/ 0 w 120"/>
                  <a:gd name="T16" fmla="*/ 0 h 56"/>
                  <a:gd name="T17" fmla="*/ 120 w 120"/>
                  <a:gd name="T18" fmla="*/ 56 h 56"/>
                </a:gdLst>
                <a:ahLst/>
                <a:cxnLst>
                  <a:cxn ang="T10">
                    <a:pos x="T0" y="T1"/>
                  </a:cxn>
                  <a:cxn ang="T11">
                    <a:pos x="T2" y="T3"/>
                  </a:cxn>
                  <a:cxn ang="T12">
                    <a:pos x="T4" y="T5"/>
                  </a:cxn>
                  <a:cxn ang="T13">
                    <a:pos x="T6" y="T7"/>
                  </a:cxn>
                  <a:cxn ang="T14">
                    <a:pos x="T8" y="T9"/>
                  </a:cxn>
                </a:cxnLst>
                <a:rect l="T15" t="T16" r="T17" b="T18"/>
                <a:pathLst>
                  <a:path w="120" h="56">
                    <a:moveTo>
                      <a:pt x="120" y="24"/>
                    </a:moveTo>
                    <a:lnTo>
                      <a:pt x="0" y="56"/>
                    </a:lnTo>
                    <a:lnTo>
                      <a:pt x="0" y="24"/>
                    </a:lnTo>
                    <a:lnTo>
                      <a:pt x="0" y="0"/>
                    </a:lnTo>
                    <a:lnTo>
                      <a:pt x="120" y="24"/>
                    </a:lnTo>
                    <a:close/>
                  </a:path>
                </a:pathLst>
              </a:custGeom>
              <a:grpFill/>
              <a:ln w="9525">
                <a:solidFill>
                  <a:schemeClr val="bg1">
                    <a:lumMod val="65000"/>
                  </a:schemeClr>
                </a:solidFill>
                <a:round/>
                <a:headEnd/>
                <a:tailEnd/>
              </a:ln>
            </p:spPr>
            <p:txBody>
              <a:bodyPr/>
              <a:lstStyle/>
              <a:p>
                <a:endParaRPr lang="en-US"/>
              </a:p>
            </p:txBody>
          </p:sp>
          <p:grpSp>
            <p:nvGrpSpPr>
              <p:cNvPr id="104336" name="Group 412"/>
              <p:cNvGrpSpPr>
                <a:grpSpLocks/>
              </p:cNvGrpSpPr>
              <p:nvPr/>
            </p:nvGrpSpPr>
            <p:grpSpPr bwMode="auto">
              <a:xfrm>
                <a:off x="1489" y="2674"/>
                <a:ext cx="295" cy="1"/>
                <a:chOff x="1489" y="2674"/>
                <a:chExt cx="295" cy="1"/>
              </a:xfrm>
              <a:grpFill/>
            </p:grpSpPr>
            <p:sp>
              <p:nvSpPr>
                <p:cNvPr id="104337" name="Line 413"/>
                <p:cNvSpPr>
                  <a:spLocks noChangeShapeType="1"/>
                </p:cNvSpPr>
                <p:nvPr/>
              </p:nvSpPr>
              <p:spPr bwMode="auto">
                <a:xfrm>
                  <a:off x="1489" y="2674"/>
                  <a:ext cx="24" cy="1"/>
                </a:xfrm>
                <a:prstGeom prst="line">
                  <a:avLst/>
                </a:prstGeom>
                <a:grpFill/>
                <a:ln w="12700">
                  <a:solidFill>
                    <a:schemeClr val="bg1">
                      <a:lumMod val="65000"/>
                    </a:schemeClr>
                  </a:solidFill>
                  <a:round/>
                  <a:headEnd/>
                  <a:tailEnd/>
                </a:ln>
              </p:spPr>
              <p:txBody>
                <a:bodyPr/>
                <a:lstStyle/>
                <a:p>
                  <a:endParaRPr lang="en-US"/>
                </a:p>
              </p:txBody>
            </p:sp>
            <p:sp>
              <p:nvSpPr>
                <p:cNvPr id="104338" name="Line 414"/>
                <p:cNvSpPr>
                  <a:spLocks noChangeShapeType="1"/>
                </p:cNvSpPr>
                <p:nvPr/>
              </p:nvSpPr>
              <p:spPr bwMode="auto">
                <a:xfrm>
                  <a:off x="1544" y="2674"/>
                  <a:ext cx="24" cy="1"/>
                </a:xfrm>
                <a:prstGeom prst="line">
                  <a:avLst/>
                </a:prstGeom>
                <a:grpFill/>
                <a:ln w="12700">
                  <a:solidFill>
                    <a:schemeClr val="bg1">
                      <a:lumMod val="65000"/>
                    </a:schemeClr>
                  </a:solidFill>
                  <a:round/>
                  <a:headEnd/>
                  <a:tailEnd/>
                </a:ln>
              </p:spPr>
              <p:txBody>
                <a:bodyPr/>
                <a:lstStyle/>
                <a:p>
                  <a:endParaRPr lang="en-US"/>
                </a:p>
              </p:txBody>
            </p:sp>
            <p:sp>
              <p:nvSpPr>
                <p:cNvPr id="104339" name="Line 415"/>
                <p:cNvSpPr>
                  <a:spLocks noChangeShapeType="1"/>
                </p:cNvSpPr>
                <p:nvPr/>
              </p:nvSpPr>
              <p:spPr bwMode="auto">
                <a:xfrm>
                  <a:off x="1600" y="2674"/>
                  <a:ext cx="24" cy="1"/>
                </a:xfrm>
                <a:prstGeom prst="line">
                  <a:avLst/>
                </a:prstGeom>
                <a:grpFill/>
                <a:ln w="12700">
                  <a:solidFill>
                    <a:schemeClr val="bg1">
                      <a:lumMod val="65000"/>
                    </a:schemeClr>
                  </a:solidFill>
                  <a:round/>
                  <a:headEnd/>
                  <a:tailEnd/>
                </a:ln>
              </p:spPr>
              <p:txBody>
                <a:bodyPr/>
                <a:lstStyle/>
                <a:p>
                  <a:endParaRPr lang="en-US"/>
                </a:p>
              </p:txBody>
            </p:sp>
            <p:sp>
              <p:nvSpPr>
                <p:cNvPr id="104340" name="Line 416"/>
                <p:cNvSpPr>
                  <a:spLocks noChangeShapeType="1"/>
                </p:cNvSpPr>
                <p:nvPr/>
              </p:nvSpPr>
              <p:spPr bwMode="auto">
                <a:xfrm>
                  <a:off x="1656" y="2674"/>
                  <a:ext cx="24" cy="1"/>
                </a:xfrm>
                <a:prstGeom prst="line">
                  <a:avLst/>
                </a:prstGeom>
                <a:grpFill/>
                <a:ln w="12700">
                  <a:solidFill>
                    <a:schemeClr val="bg1">
                      <a:lumMod val="65000"/>
                    </a:schemeClr>
                  </a:solidFill>
                  <a:round/>
                  <a:headEnd/>
                  <a:tailEnd/>
                </a:ln>
              </p:spPr>
              <p:txBody>
                <a:bodyPr/>
                <a:lstStyle/>
                <a:p>
                  <a:endParaRPr lang="en-US"/>
                </a:p>
              </p:txBody>
            </p:sp>
            <p:sp>
              <p:nvSpPr>
                <p:cNvPr id="104341" name="Line 417"/>
                <p:cNvSpPr>
                  <a:spLocks noChangeShapeType="1"/>
                </p:cNvSpPr>
                <p:nvPr/>
              </p:nvSpPr>
              <p:spPr bwMode="auto">
                <a:xfrm>
                  <a:off x="1712" y="2674"/>
                  <a:ext cx="24" cy="1"/>
                </a:xfrm>
                <a:prstGeom prst="line">
                  <a:avLst/>
                </a:prstGeom>
                <a:grpFill/>
                <a:ln w="12700">
                  <a:solidFill>
                    <a:schemeClr val="bg1">
                      <a:lumMod val="65000"/>
                    </a:schemeClr>
                  </a:solidFill>
                  <a:round/>
                  <a:headEnd/>
                  <a:tailEnd/>
                </a:ln>
              </p:spPr>
              <p:txBody>
                <a:bodyPr/>
                <a:lstStyle/>
                <a:p>
                  <a:endParaRPr lang="en-US"/>
                </a:p>
              </p:txBody>
            </p:sp>
            <p:sp>
              <p:nvSpPr>
                <p:cNvPr id="104342" name="Line 418"/>
                <p:cNvSpPr>
                  <a:spLocks noChangeShapeType="1"/>
                </p:cNvSpPr>
                <p:nvPr/>
              </p:nvSpPr>
              <p:spPr bwMode="auto">
                <a:xfrm>
                  <a:off x="1768" y="2674"/>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29" name="Group 419"/>
            <p:cNvGrpSpPr>
              <a:grpSpLocks/>
            </p:cNvGrpSpPr>
            <p:nvPr/>
          </p:nvGrpSpPr>
          <p:grpSpPr bwMode="auto">
            <a:xfrm>
              <a:off x="1968" y="2650"/>
              <a:ext cx="415" cy="56"/>
              <a:chOff x="1968" y="2650"/>
              <a:chExt cx="415" cy="56"/>
            </a:xfrm>
            <a:grpFill/>
          </p:grpSpPr>
          <p:sp>
            <p:nvSpPr>
              <p:cNvPr id="104327" name="Freeform 420"/>
              <p:cNvSpPr>
                <a:spLocks/>
              </p:cNvSpPr>
              <p:nvPr/>
            </p:nvSpPr>
            <p:spPr bwMode="auto">
              <a:xfrm>
                <a:off x="2271" y="2650"/>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lumMod val="65000"/>
                  </a:schemeClr>
                </a:solidFill>
                <a:round/>
                <a:headEnd/>
                <a:tailEnd/>
              </a:ln>
            </p:spPr>
            <p:txBody>
              <a:bodyPr/>
              <a:lstStyle/>
              <a:p>
                <a:endParaRPr lang="en-US"/>
              </a:p>
            </p:txBody>
          </p:sp>
          <p:grpSp>
            <p:nvGrpSpPr>
              <p:cNvPr id="104328" name="Group 421"/>
              <p:cNvGrpSpPr>
                <a:grpSpLocks/>
              </p:cNvGrpSpPr>
              <p:nvPr/>
            </p:nvGrpSpPr>
            <p:grpSpPr bwMode="auto">
              <a:xfrm>
                <a:off x="1968" y="2674"/>
                <a:ext cx="295" cy="1"/>
                <a:chOff x="1968" y="2674"/>
                <a:chExt cx="295" cy="1"/>
              </a:xfrm>
              <a:grpFill/>
            </p:grpSpPr>
            <p:sp>
              <p:nvSpPr>
                <p:cNvPr id="104329" name="Line 422"/>
                <p:cNvSpPr>
                  <a:spLocks noChangeShapeType="1"/>
                </p:cNvSpPr>
                <p:nvPr/>
              </p:nvSpPr>
              <p:spPr bwMode="auto">
                <a:xfrm>
                  <a:off x="1968" y="2674"/>
                  <a:ext cx="24" cy="1"/>
                </a:xfrm>
                <a:prstGeom prst="line">
                  <a:avLst/>
                </a:prstGeom>
                <a:grpFill/>
                <a:ln w="12700">
                  <a:solidFill>
                    <a:schemeClr val="bg1">
                      <a:lumMod val="65000"/>
                    </a:schemeClr>
                  </a:solidFill>
                  <a:round/>
                  <a:headEnd/>
                  <a:tailEnd/>
                </a:ln>
              </p:spPr>
              <p:txBody>
                <a:bodyPr/>
                <a:lstStyle/>
                <a:p>
                  <a:endParaRPr lang="en-US"/>
                </a:p>
              </p:txBody>
            </p:sp>
            <p:sp>
              <p:nvSpPr>
                <p:cNvPr id="104330" name="Line 423"/>
                <p:cNvSpPr>
                  <a:spLocks noChangeShapeType="1"/>
                </p:cNvSpPr>
                <p:nvPr/>
              </p:nvSpPr>
              <p:spPr bwMode="auto">
                <a:xfrm>
                  <a:off x="2023" y="2674"/>
                  <a:ext cx="24" cy="1"/>
                </a:xfrm>
                <a:prstGeom prst="line">
                  <a:avLst/>
                </a:prstGeom>
                <a:grpFill/>
                <a:ln w="12700">
                  <a:solidFill>
                    <a:schemeClr val="bg1">
                      <a:lumMod val="65000"/>
                    </a:schemeClr>
                  </a:solidFill>
                  <a:round/>
                  <a:headEnd/>
                  <a:tailEnd/>
                </a:ln>
              </p:spPr>
              <p:txBody>
                <a:bodyPr/>
                <a:lstStyle/>
                <a:p>
                  <a:endParaRPr lang="en-US"/>
                </a:p>
              </p:txBody>
            </p:sp>
            <p:sp>
              <p:nvSpPr>
                <p:cNvPr id="104331" name="Line 424"/>
                <p:cNvSpPr>
                  <a:spLocks noChangeShapeType="1"/>
                </p:cNvSpPr>
                <p:nvPr/>
              </p:nvSpPr>
              <p:spPr bwMode="auto">
                <a:xfrm>
                  <a:off x="2079" y="2674"/>
                  <a:ext cx="24" cy="1"/>
                </a:xfrm>
                <a:prstGeom prst="line">
                  <a:avLst/>
                </a:prstGeom>
                <a:grpFill/>
                <a:ln w="12700">
                  <a:solidFill>
                    <a:schemeClr val="bg1">
                      <a:lumMod val="65000"/>
                    </a:schemeClr>
                  </a:solidFill>
                  <a:round/>
                  <a:headEnd/>
                  <a:tailEnd/>
                </a:ln>
              </p:spPr>
              <p:txBody>
                <a:bodyPr/>
                <a:lstStyle/>
                <a:p>
                  <a:endParaRPr lang="en-US"/>
                </a:p>
              </p:txBody>
            </p:sp>
            <p:sp>
              <p:nvSpPr>
                <p:cNvPr id="104332" name="Line 425"/>
                <p:cNvSpPr>
                  <a:spLocks noChangeShapeType="1"/>
                </p:cNvSpPr>
                <p:nvPr/>
              </p:nvSpPr>
              <p:spPr bwMode="auto">
                <a:xfrm>
                  <a:off x="2135" y="2674"/>
                  <a:ext cx="24" cy="1"/>
                </a:xfrm>
                <a:prstGeom prst="line">
                  <a:avLst/>
                </a:prstGeom>
                <a:grpFill/>
                <a:ln w="12700">
                  <a:solidFill>
                    <a:schemeClr val="bg1">
                      <a:lumMod val="65000"/>
                    </a:schemeClr>
                  </a:solidFill>
                  <a:round/>
                  <a:headEnd/>
                  <a:tailEnd/>
                </a:ln>
              </p:spPr>
              <p:txBody>
                <a:bodyPr/>
                <a:lstStyle/>
                <a:p>
                  <a:endParaRPr lang="en-US"/>
                </a:p>
              </p:txBody>
            </p:sp>
            <p:sp>
              <p:nvSpPr>
                <p:cNvPr id="104333" name="Line 426"/>
                <p:cNvSpPr>
                  <a:spLocks noChangeShapeType="1"/>
                </p:cNvSpPr>
                <p:nvPr/>
              </p:nvSpPr>
              <p:spPr bwMode="auto">
                <a:xfrm>
                  <a:off x="2191" y="2674"/>
                  <a:ext cx="24" cy="1"/>
                </a:xfrm>
                <a:prstGeom prst="line">
                  <a:avLst/>
                </a:prstGeom>
                <a:grpFill/>
                <a:ln w="12700">
                  <a:solidFill>
                    <a:schemeClr val="bg1">
                      <a:lumMod val="65000"/>
                    </a:schemeClr>
                  </a:solidFill>
                  <a:round/>
                  <a:headEnd/>
                  <a:tailEnd/>
                </a:ln>
              </p:spPr>
              <p:txBody>
                <a:bodyPr/>
                <a:lstStyle/>
                <a:p>
                  <a:endParaRPr lang="en-US"/>
                </a:p>
              </p:txBody>
            </p:sp>
            <p:sp>
              <p:nvSpPr>
                <p:cNvPr id="104334" name="Line 427"/>
                <p:cNvSpPr>
                  <a:spLocks noChangeShapeType="1"/>
                </p:cNvSpPr>
                <p:nvPr/>
              </p:nvSpPr>
              <p:spPr bwMode="auto">
                <a:xfrm>
                  <a:off x="2247" y="2674"/>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30" name="Group 428"/>
            <p:cNvGrpSpPr>
              <a:grpSpLocks/>
            </p:cNvGrpSpPr>
            <p:nvPr/>
          </p:nvGrpSpPr>
          <p:grpSpPr bwMode="auto">
            <a:xfrm>
              <a:off x="1489" y="2953"/>
              <a:ext cx="423" cy="56"/>
              <a:chOff x="1489" y="2953"/>
              <a:chExt cx="423" cy="56"/>
            </a:xfrm>
            <a:grpFill/>
          </p:grpSpPr>
          <p:sp>
            <p:nvSpPr>
              <p:cNvPr id="104319" name="Freeform 429"/>
              <p:cNvSpPr>
                <a:spLocks/>
              </p:cNvSpPr>
              <p:nvPr/>
            </p:nvSpPr>
            <p:spPr bwMode="auto">
              <a:xfrm>
                <a:off x="1792" y="2953"/>
                <a:ext cx="120" cy="56"/>
              </a:xfrm>
              <a:custGeom>
                <a:avLst/>
                <a:gdLst>
                  <a:gd name="T0" fmla="*/ 120 w 120"/>
                  <a:gd name="T1" fmla="*/ 32 h 56"/>
                  <a:gd name="T2" fmla="*/ 0 w 120"/>
                  <a:gd name="T3" fmla="*/ 56 h 56"/>
                  <a:gd name="T4" fmla="*/ 0 w 120"/>
                  <a:gd name="T5" fmla="*/ 32 h 56"/>
                  <a:gd name="T6" fmla="*/ 0 w 120"/>
                  <a:gd name="T7" fmla="*/ 0 h 56"/>
                  <a:gd name="T8" fmla="*/ 120 w 120"/>
                  <a:gd name="T9" fmla="*/ 32 h 56"/>
                  <a:gd name="T10" fmla="*/ 0 60000 65536"/>
                  <a:gd name="T11" fmla="*/ 0 60000 65536"/>
                  <a:gd name="T12" fmla="*/ 0 60000 65536"/>
                  <a:gd name="T13" fmla="*/ 0 60000 65536"/>
                  <a:gd name="T14" fmla="*/ 0 60000 65536"/>
                  <a:gd name="T15" fmla="*/ 0 w 120"/>
                  <a:gd name="T16" fmla="*/ 0 h 56"/>
                  <a:gd name="T17" fmla="*/ 120 w 120"/>
                  <a:gd name="T18" fmla="*/ 56 h 56"/>
                </a:gdLst>
                <a:ahLst/>
                <a:cxnLst>
                  <a:cxn ang="T10">
                    <a:pos x="T0" y="T1"/>
                  </a:cxn>
                  <a:cxn ang="T11">
                    <a:pos x="T2" y="T3"/>
                  </a:cxn>
                  <a:cxn ang="T12">
                    <a:pos x="T4" y="T5"/>
                  </a:cxn>
                  <a:cxn ang="T13">
                    <a:pos x="T6" y="T7"/>
                  </a:cxn>
                  <a:cxn ang="T14">
                    <a:pos x="T8" y="T9"/>
                  </a:cxn>
                </a:cxnLst>
                <a:rect l="T15" t="T16" r="T17" b="T18"/>
                <a:pathLst>
                  <a:path w="120" h="56">
                    <a:moveTo>
                      <a:pt x="120" y="32"/>
                    </a:moveTo>
                    <a:lnTo>
                      <a:pt x="0" y="56"/>
                    </a:lnTo>
                    <a:lnTo>
                      <a:pt x="0" y="32"/>
                    </a:lnTo>
                    <a:lnTo>
                      <a:pt x="0" y="0"/>
                    </a:lnTo>
                    <a:lnTo>
                      <a:pt x="120" y="32"/>
                    </a:lnTo>
                    <a:close/>
                  </a:path>
                </a:pathLst>
              </a:custGeom>
              <a:grpFill/>
              <a:ln w="9525">
                <a:solidFill>
                  <a:schemeClr val="bg1">
                    <a:lumMod val="65000"/>
                  </a:schemeClr>
                </a:solidFill>
                <a:round/>
                <a:headEnd/>
                <a:tailEnd/>
              </a:ln>
            </p:spPr>
            <p:txBody>
              <a:bodyPr/>
              <a:lstStyle/>
              <a:p>
                <a:endParaRPr lang="en-US"/>
              </a:p>
            </p:txBody>
          </p:sp>
          <p:grpSp>
            <p:nvGrpSpPr>
              <p:cNvPr id="104320" name="Group 430"/>
              <p:cNvGrpSpPr>
                <a:grpSpLocks/>
              </p:cNvGrpSpPr>
              <p:nvPr/>
            </p:nvGrpSpPr>
            <p:grpSpPr bwMode="auto">
              <a:xfrm>
                <a:off x="1489" y="2985"/>
                <a:ext cx="295" cy="1"/>
                <a:chOff x="1489" y="2985"/>
                <a:chExt cx="295" cy="1"/>
              </a:xfrm>
              <a:grpFill/>
            </p:grpSpPr>
            <p:sp>
              <p:nvSpPr>
                <p:cNvPr id="104321" name="Line 431"/>
                <p:cNvSpPr>
                  <a:spLocks noChangeShapeType="1"/>
                </p:cNvSpPr>
                <p:nvPr/>
              </p:nvSpPr>
              <p:spPr bwMode="auto">
                <a:xfrm>
                  <a:off x="1489" y="2985"/>
                  <a:ext cx="24" cy="1"/>
                </a:xfrm>
                <a:prstGeom prst="line">
                  <a:avLst/>
                </a:prstGeom>
                <a:grpFill/>
                <a:ln w="12700">
                  <a:solidFill>
                    <a:schemeClr val="bg1">
                      <a:lumMod val="65000"/>
                    </a:schemeClr>
                  </a:solidFill>
                  <a:round/>
                  <a:headEnd/>
                  <a:tailEnd/>
                </a:ln>
              </p:spPr>
              <p:txBody>
                <a:bodyPr/>
                <a:lstStyle/>
                <a:p>
                  <a:endParaRPr lang="en-US"/>
                </a:p>
              </p:txBody>
            </p:sp>
            <p:sp>
              <p:nvSpPr>
                <p:cNvPr id="104322" name="Line 432"/>
                <p:cNvSpPr>
                  <a:spLocks noChangeShapeType="1"/>
                </p:cNvSpPr>
                <p:nvPr/>
              </p:nvSpPr>
              <p:spPr bwMode="auto">
                <a:xfrm>
                  <a:off x="1544" y="2985"/>
                  <a:ext cx="24" cy="1"/>
                </a:xfrm>
                <a:prstGeom prst="line">
                  <a:avLst/>
                </a:prstGeom>
                <a:grpFill/>
                <a:ln w="12700">
                  <a:solidFill>
                    <a:schemeClr val="bg1">
                      <a:lumMod val="65000"/>
                    </a:schemeClr>
                  </a:solidFill>
                  <a:round/>
                  <a:headEnd/>
                  <a:tailEnd/>
                </a:ln>
              </p:spPr>
              <p:txBody>
                <a:bodyPr/>
                <a:lstStyle/>
                <a:p>
                  <a:endParaRPr lang="en-US"/>
                </a:p>
              </p:txBody>
            </p:sp>
            <p:sp>
              <p:nvSpPr>
                <p:cNvPr id="104323" name="Line 433"/>
                <p:cNvSpPr>
                  <a:spLocks noChangeShapeType="1"/>
                </p:cNvSpPr>
                <p:nvPr/>
              </p:nvSpPr>
              <p:spPr bwMode="auto">
                <a:xfrm>
                  <a:off x="1600" y="2985"/>
                  <a:ext cx="24" cy="1"/>
                </a:xfrm>
                <a:prstGeom prst="line">
                  <a:avLst/>
                </a:prstGeom>
                <a:grpFill/>
                <a:ln w="12700">
                  <a:solidFill>
                    <a:schemeClr val="bg1">
                      <a:lumMod val="65000"/>
                    </a:schemeClr>
                  </a:solidFill>
                  <a:round/>
                  <a:headEnd/>
                  <a:tailEnd/>
                </a:ln>
              </p:spPr>
              <p:txBody>
                <a:bodyPr/>
                <a:lstStyle/>
                <a:p>
                  <a:endParaRPr lang="en-US"/>
                </a:p>
              </p:txBody>
            </p:sp>
            <p:sp>
              <p:nvSpPr>
                <p:cNvPr id="104324" name="Line 434"/>
                <p:cNvSpPr>
                  <a:spLocks noChangeShapeType="1"/>
                </p:cNvSpPr>
                <p:nvPr/>
              </p:nvSpPr>
              <p:spPr bwMode="auto">
                <a:xfrm>
                  <a:off x="1656" y="2985"/>
                  <a:ext cx="24" cy="1"/>
                </a:xfrm>
                <a:prstGeom prst="line">
                  <a:avLst/>
                </a:prstGeom>
                <a:grpFill/>
                <a:ln w="12700">
                  <a:solidFill>
                    <a:schemeClr val="bg1">
                      <a:lumMod val="65000"/>
                    </a:schemeClr>
                  </a:solidFill>
                  <a:round/>
                  <a:headEnd/>
                  <a:tailEnd/>
                </a:ln>
              </p:spPr>
              <p:txBody>
                <a:bodyPr/>
                <a:lstStyle/>
                <a:p>
                  <a:endParaRPr lang="en-US"/>
                </a:p>
              </p:txBody>
            </p:sp>
            <p:sp>
              <p:nvSpPr>
                <p:cNvPr id="104325" name="Line 435"/>
                <p:cNvSpPr>
                  <a:spLocks noChangeShapeType="1"/>
                </p:cNvSpPr>
                <p:nvPr/>
              </p:nvSpPr>
              <p:spPr bwMode="auto">
                <a:xfrm>
                  <a:off x="1712" y="2985"/>
                  <a:ext cx="24" cy="1"/>
                </a:xfrm>
                <a:prstGeom prst="line">
                  <a:avLst/>
                </a:prstGeom>
                <a:grpFill/>
                <a:ln w="12700">
                  <a:solidFill>
                    <a:schemeClr val="bg1">
                      <a:lumMod val="65000"/>
                    </a:schemeClr>
                  </a:solidFill>
                  <a:round/>
                  <a:headEnd/>
                  <a:tailEnd/>
                </a:ln>
              </p:spPr>
              <p:txBody>
                <a:bodyPr/>
                <a:lstStyle/>
                <a:p>
                  <a:endParaRPr lang="en-US"/>
                </a:p>
              </p:txBody>
            </p:sp>
            <p:sp>
              <p:nvSpPr>
                <p:cNvPr id="104326" name="Line 436"/>
                <p:cNvSpPr>
                  <a:spLocks noChangeShapeType="1"/>
                </p:cNvSpPr>
                <p:nvPr/>
              </p:nvSpPr>
              <p:spPr bwMode="auto">
                <a:xfrm>
                  <a:off x="1768" y="2985"/>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31" name="Group 437"/>
            <p:cNvGrpSpPr>
              <a:grpSpLocks/>
            </p:cNvGrpSpPr>
            <p:nvPr/>
          </p:nvGrpSpPr>
          <p:grpSpPr bwMode="auto">
            <a:xfrm>
              <a:off x="1952" y="2953"/>
              <a:ext cx="415" cy="56"/>
              <a:chOff x="1952" y="2953"/>
              <a:chExt cx="415" cy="56"/>
            </a:xfrm>
            <a:grpFill/>
          </p:grpSpPr>
          <p:sp>
            <p:nvSpPr>
              <p:cNvPr id="104311" name="Freeform 438"/>
              <p:cNvSpPr>
                <a:spLocks/>
              </p:cNvSpPr>
              <p:nvPr/>
            </p:nvSpPr>
            <p:spPr bwMode="auto">
              <a:xfrm>
                <a:off x="2255"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4312" name="Group 439"/>
              <p:cNvGrpSpPr>
                <a:grpSpLocks/>
              </p:cNvGrpSpPr>
              <p:nvPr/>
            </p:nvGrpSpPr>
            <p:grpSpPr bwMode="auto">
              <a:xfrm>
                <a:off x="1952" y="2985"/>
                <a:ext cx="295" cy="1"/>
                <a:chOff x="1952" y="2985"/>
                <a:chExt cx="295" cy="1"/>
              </a:xfrm>
              <a:grpFill/>
            </p:grpSpPr>
            <p:sp>
              <p:nvSpPr>
                <p:cNvPr id="104313" name="Line 440"/>
                <p:cNvSpPr>
                  <a:spLocks noChangeShapeType="1"/>
                </p:cNvSpPr>
                <p:nvPr/>
              </p:nvSpPr>
              <p:spPr bwMode="auto">
                <a:xfrm>
                  <a:off x="1952" y="2985"/>
                  <a:ext cx="24" cy="1"/>
                </a:xfrm>
                <a:prstGeom prst="line">
                  <a:avLst/>
                </a:prstGeom>
                <a:grpFill/>
                <a:ln w="12700">
                  <a:solidFill>
                    <a:schemeClr val="bg1">
                      <a:lumMod val="65000"/>
                    </a:schemeClr>
                  </a:solidFill>
                  <a:round/>
                  <a:headEnd/>
                  <a:tailEnd/>
                </a:ln>
              </p:spPr>
              <p:txBody>
                <a:bodyPr/>
                <a:lstStyle/>
                <a:p>
                  <a:endParaRPr lang="en-US"/>
                </a:p>
              </p:txBody>
            </p:sp>
            <p:sp>
              <p:nvSpPr>
                <p:cNvPr id="104314" name="Line 441"/>
                <p:cNvSpPr>
                  <a:spLocks noChangeShapeType="1"/>
                </p:cNvSpPr>
                <p:nvPr/>
              </p:nvSpPr>
              <p:spPr bwMode="auto">
                <a:xfrm>
                  <a:off x="2008" y="2985"/>
                  <a:ext cx="23" cy="1"/>
                </a:xfrm>
                <a:prstGeom prst="line">
                  <a:avLst/>
                </a:prstGeom>
                <a:grpFill/>
                <a:ln w="12700">
                  <a:solidFill>
                    <a:schemeClr val="bg1">
                      <a:lumMod val="65000"/>
                    </a:schemeClr>
                  </a:solidFill>
                  <a:round/>
                  <a:headEnd/>
                  <a:tailEnd/>
                </a:ln>
              </p:spPr>
              <p:txBody>
                <a:bodyPr/>
                <a:lstStyle/>
                <a:p>
                  <a:endParaRPr lang="en-US"/>
                </a:p>
              </p:txBody>
            </p:sp>
            <p:sp>
              <p:nvSpPr>
                <p:cNvPr id="104315" name="Line 442"/>
                <p:cNvSpPr>
                  <a:spLocks noChangeShapeType="1"/>
                </p:cNvSpPr>
                <p:nvPr/>
              </p:nvSpPr>
              <p:spPr bwMode="auto">
                <a:xfrm>
                  <a:off x="2063" y="2985"/>
                  <a:ext cx="24" cy="1"/>
                </a:xfrm>
                <a:prstGeom prst="line">
                  <a:avLst/>
                </a:prstGeom>
                <a:grpFill/>
                <a:ln w="12700">
                  <a:solidFill>
                    <a:schemeClr val="bg1">
                      <a:lumMod val="65000"/>
                    </a:schemeClr>
                  </a:solidFill>
                  <a:round/>
                  <a:headEnd/>
                  <a:tailEnd/>
                </a:ln>
              </p:spPr>
              <p:txBody>
                <a:bodyPr/>
                <a:lstStyle/>
                <a:p>
                  <a:endParaRPr lang="en-US"/>
                </a:p>
              </p:txBody>
            </p:sp>
            <p:sp>
              <p:nvSpPr>
                <p:cNvPr id="104316" name="Line 443"/>
                <p:cNvSpPr>
                  <a:spLocks noChangeShapeType="1"/>
                </p:cNvSpPr>
                <p:nvPr/>
              </p:nvSpPr>
              <p:spPr bwMode="auto">
                <a:xfrm>
                  <a:off x="2119" y="2985"/>
                  <a:ext cx="24" cy="1"/>
                </a:xfrm>
                <a:prstGeom prst="line">
                  <a:avLst/>
                </a:prstGeom>
                <a:grpFill/>
                <a:ln w="12700">
                  <a:solidFill>
                    <a:schemeClr val="bg1">
                      <a:lumMod val="65000"/>
                    </a:schemeClr>
                  </a:solidFill>
                  <a:round/>
                  <a:headEnd/>
                  <a:tailEnd/>
                </a:ln>
              </p:spPr>
              <p:txBody>
                <a:bodyPr/>
                <a:lstStyle/>
                <a:p>
                  <a:endParaRPr lang="en-US"/>
                </a:p>
              </p:txBody>
            </p:sp>
            <p:sp>
              <p:nvSpPr>
                <p:cNvPr id="104317" name="Line 444"/>
                <p:cNvSpPr>
                  <a:spLocks noChangeShapeType="1"/>
                </p:cNvSpPr>
                <p:nvPr/>
              </p:nvSpPr>
              <p:spPr bwMode="auto">
                <a:xfrm>
                  <a:off x="2175" y="2985"/>
                  <a:ext cx="24" cy="1"/>
                </a:xfrm>
                <a:prstGeom prst="line">
                  <a:avLst/>
                </a:prstGeom>
                <a:grpFill/>
                <a:ln w="12700">
                  <a:solidFill>
                    <a:schemeClr val="bg1">
                      <a:lumMod val="65000"/>
                    </a:schemeClr>
                  </a:solidFill>
                  <a:round/>
                  <a:headEnd/>
                  <a:tailEnd/>
                </a:ln>
              </p:spPr>
              <p:txBody>
                <a:bodyPr/>
                <a:lstStyle/>
                <a:p>
                  <a:endParaRPr lang="en-US"/>
                </a:p>
              </p:txBody>
            </p:sp>
            <p:sp>
              <p:nvSpPr>
                <p:cNvPr id="104318" name="Line 445"/>
                <p:cNvSpPr>
                  <a:spLocks noChangeShapeType="1"/>
                </p:cNvSpPr>
                <p:nvPr/>
              </p:nvSpPr>
              <p:spPr bwMode="auto">
                <a:xfrm>
                  <a:off x="2231" y="2985"/>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32" name="Group 446"/>
            <p:cNvGrpSpPr>
              <a:grpSpLocks/>
            </p:cNvGrpSpPr>
            <p:nvPr/>
          </p:nvGrpSpPr>
          <p:grpSpPr bwMode="auto">
            <a:xfrm>
              <a:off x="2415" y="2953"/>
              <a:ext cx="415" cy="56"/>
              <a:chOff x="2415" y="2953"/>
              <a:chExt cx="415" cy="56"/>
            </a:xfrm>
            <a:grpFill/>
          </p:grpSpPr>
          <p:sp>
            <p:nvSpPr>
              <p:cNvPr id="104303" name="Freeform 447"/>
              <p:cNvSpPr>
                <a:spLocks/>
              </p:cNvSpPr>
              <p:nvPr/>
            </p:nvSpPr>
            <p:spPr bwMode="auto">
              <a:xfrm>
                <a:off x="2718"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4304" name="Group 448"/>
              <p:cNvGrpSpPr>
                <a:grpSpLocks/>
              </p:cNvGrpSpPr>
              <p:nvPr/>
            </p:nvGrpSpPr>
            <p:grpSpPr bwMode="auto">
              <a:xfrm>
                <a:off x="2415" y="2985"/>
                <a:ext cx="295" cy="1"/>
                <a:chOff x="2415" y="2985"/>
                <a:chExt cx="295" cy="1"/>
              </a:xfrm>
              <a:grpFill/>
            </p:grpSpPr>
            <p:sp>
              <p:nvSpPr>
                <p:cNvPr id="104305" name="Line 449"/>
                <p:cNvSpPr>
                  <a:spLocks noChangeShapeType="1"/>
                </p:cNvSpPr>
                <p:nvPr/>
              </p:nvSpPr>
              <p:spPr bwMode="auto">
                <a:xfrm>
                  <a:off x="2415" y="2985"/>
                  <a:ext cx="24" cy="1"/>
                </a:xfrm>
                <a:prstGeom prst="line">
                  <a:avLst/>
                </a:prstGeom>
                <a:grpFill/>
                <a:ln w="12700">
                  <a:solidFill>
                    <a:schemeClr val="bg1">
                      <a:lumMod val="65000"/>
                    </a:schemeClr>
                  </a:solidFill>
                  <a:round/>
                  <a:headEnd/>
                  <a:tailEnd/>
                </a:ln>
              </p:spPr>
              <p:txBody>
                <a:bodyPr/>
                <a:lstStyle/>
                <a:p>
                  <a:endParaRPr lang="en-US"/>
                </a:p>
              </p:txBody>
            </p:sp>
            <p:sp>
              <p:nvSpPr>
                <p:cNvPr id="104306" name="Line 450"/>
                <p:cNvSpPr>
                  <a:spLocks noChangeShapeType="1"/>
                </p:cNvSpPr>
                <p:nvPr/>
              </p:nvSpPr>
              <p:spPr bwMode="auto">
                <a:xfrm>
                  <a:off x="2471" y="2985"/>
                  <a:ext cx="24" cy="1"/>
                </a:xfrm>
                <a:prstGeom prst="line">
                  <a:avLst/>
                </a:prstGeom>
                <a:grpFill/>
                <a:ln w="12700">
                  <a:solidFill>
                    <a:schemeClr val="bg1">
                      <a:lumMod val="65000"/>
                    </a:schemeClr>
                  </a:solidFill>
                  <a:round/>
                  <a:headEnd/>
                  <a:tailEnd/>
                </a:ln>
              </p:spPr>
              <p:txBody>
                <a:bodyPr/>
                <a:lstStyle/>
                <a:p>
                  <a:endParaRPr lang="en-US"/>
                </a:p>
              </p:txBody>
            </p:sp>
            <p:sp>
              <p:nvSpPr>
                <p:cNvPr id="104307" name="Line 451"/>
                <p:cNvSpPr>
                  <a:spLocks noChangeShapeType="1"/>
                </p:cNvSpPr>
                <p:nvPr/>
              </p:nvSpPr>
              <p:spPr bwMode="auto">
                <a:xfrm>
                  <a:off x="2526" y="2985"/>
                  <a:ext cx="24" cy="1"/>
                </a:xfrm>
                <a:prstGeom prst="line">
                  <a:avLst/>
                </a:prstGeom>
                <a:grpFill/>
                <a:ln w="12700">
                  <a:solidFill>
                    <a:schemeClr val="bg1">
                      <a:lumMod val="65000"/>
                    </a:schemeClr>
                  </a:solidFill>
                  <a:round/>
                  <a:headEnd/>
                  <a:tailEnd/>
                </a:ln>
              </p:spPr>
              <p:txBody>
                <a:bodyPr/>
                <a:lstStyle/>
                <a:p>
                  <a:endParaRPr lang="en-US"/>
                </a:p>
              </p:txBody>
            </p:sp>
            <p:sp>
              <p:nvSpPr>
                <p:cNvPr id="104308" name="Line 452"/>
                <p:cNvSpPr>
                  <a:spLocks noChangeShapeType="1"/>
                </p:cNvSpPr>
                <p:nvPr/>
              </p:nvSpPr>
              <p:spPr bwMode="auto">
                <a:xfrm>
                  <a:off x="2582" y="2985"/>
                  <a:ext cx="24" cy="1"/>
                </a:xfrm>
                <a:prstGeom prst="line">
                  <a:avLst/>
                </a:prstGeom>
                <a:grpFill/>
                <a:ln w="12700">
                  <a:solidFill>
                    <a:schemeClr val="bg1">
                      <a:lumMod val="65000"/>
                    </a:schemeClr>
                  </a:solidFill>
                  <a:round/>
                  <a:headEnd/>
                  <a:tailEnd/>
                </a:ln>
              </p:spPr>
              <p:txBody>
                <a:bodyPr/>
                <a:lstStyle/>
                <a:p>
                  <a:endParaRPr lang="en-US"/>
                </a:p>
              </p:txBody>
            </p:sp>
            <p:sp>
              <p:nvSpPr>
                <p:cNvPr id="104309" name="Line 453"/>
                <p:cNvSpPr>
                  <a:spLocks noChangeShapeType="1"/>
                </p:cNvSpPr>
                <p:nvPr/>
              </p:nvSpPr>
              <p:spPr bwMode="auto">
                <a:xfrm>
                  <a:off x="2638" y="2985"/>
                  <a:ext cx="24" cy="1"/>
                </a:xfrm>
                <a:prstGeom prst="line">
                  <a:avLst/>
                </a:prstGeom>
                <a:grpFill/>
                <a:ln w="12700">
                  <a:solidFill>
                    <a:schemeClr val="bg1">
                      <a:lumMod val="65000"/>
                    </a:schemeClr>
                  </a:solidFill>
                  <a:round/>
                  <a:headEnd/>
                  <a:tailEnd/>
                </a:ln>
              </p:spPr>
              <p:txBody>
                <a:bodyPr/>
                <a:lstStyle/>
                <a:p>
                  <a:endParaRPr lang="en-US"/>
                </a:p>
              </p:txBody>
            </p:sp>
            <p:sp>
              <p:nvSpPr>
                <p:cNvPr id="104310" name="Line 454"/>
                <p:cNvSpPr>
                  <a:spLocks noChangeShapeType="1"/>
                </p:cNvSpPr>
                <p:nvPr/>
              </p:nvSpPr>
              <p:spPr bwMode="auto">
                <a:xfrm>
                  <a:off x="2694" y="2985"/>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33" name="Group 455"/>
            <p:cNvGrpSpPr>
              <a:grpSpLocks/>
            </p:cNvGrpSpPr>
            <p:nvPr/>
          </p:nvGrpSpPr>
          <p:grpSpPr bwMode="auto">
            <a:xfrm>
              <a:off x="2838" y="1741"/>
              <a:ext cx="40" cy="1260"/>
              <a:chOff x="2838" y="1741"/>
              <a:chExt cx="40" cy="1260"/>
            </a:xfrm>
            <a:grpFill/>
          </p:grpSpPr>
          <p:sp>
            <p:nvSpPr>
              <p:cNvPr id="104293" name="Oval 456"/>
              <p:cNvSpPr>
                <a:spLocks noChangeArrowheads="1"/>
              </p:cNvSpPr>
              <p:nvPr/>
            </p:nvSpPr>
            <p:spPr bwMode="auto">
              <a:xfrm>
                <a:off x="2838" y="1741"/>
                <a:ext cx="40" cy="40"/>
              </a:xfrm>
              <a:prstGeom prst="ellipse">
                <a:avLst/>
              </a:prstGeom>
              <a:grpFill/>
              <a:ln w="9525">
                <a:solidFill>
                  <a:schemeClr val="bg1">
                    <a:lumMod val="65000"/>
                  </a:schemeClr>
                </a:solidFill>
                <a:round/>
                <a:headEnd/>
                <a:tailEnd/>
              </a:ln>
            </p:spPr>
            <p:txBody>
              <a:bodyPr/>
              <a:lstStyle/>
              <a:p>
                <a:endParaRPr lang="en-US"/>
              </a:p>
            </p:txBody>
          </p:sp>
          <p:sp>
            <p:nvSpPr>
              <p:cNvPr id="104294" name="Oval 457"/>
              <p:cNvSpPr>
                <a:spLocks noChangeArrowheads="1"/>
              </p:cNvSpPr>
              <p:nvPr/>
            </p:nvSpPr>
            <p:spPr bwMode="auto">
              <a:xfrm>
                <a:off x="2838" y="1741"/>
                <a:ext cx="40" cy="40"/>
              </a:xfrm>
              <a:prstGeom prst="ellipse">
                <a:avLst/>
              </a:prstGeom>
              <a:grpFill/>
              <a:ln w="25400">
                <a:solidFill>
                  <a:schemeClr val="bg1">
                    <a:lumMod val="65000"/>
                  </a:schemeClr>
                </a:solidFill>
                <a:round/>
                <a:headEnd/>
                <a:tailEnd/>
              </a:ln>
            </p:spPr>
            <p:txBody>
              <a:bodyPr/>
              <a:lstStyle/>
              <a:p>
                <a:endParaRPr lang="en-US"/>
              </a:p>
            </p:txBody>
          </p:sp>
          <p:sp>
            <p:nvSpPr>
              <p:cNvPr id="104295" name="Oval 458"/>
              <p:cNvSpPr>
                <a:spLocks noChangeArrowheads="1"/>
              </p:cNvSpPr>
              <p:nvPr/>
            </p:nvSpPr>
            <p:spPr bwMode="auto">
              <a:xfrm>
                <a:off x="2846" y="2044"/>
                <a:ext cx="32" cy="32"/>
              </a:xfrm>
              <a:prstGeom prst="ellipse">
                <a:avLst/>
              </a:prstGeom>
              <a:grpFill/>
              <a:ln w="9525">
                <a:solidFill>
                  <a:schemeClr val="bg1">
                    <a:lumMod val="65000"/>
                  </a:schemeClr>
                </a:solidFill>
                <a:round/>
                <a:headEnd/>
                <a:tailEnd/>
              </a:ln>
            </p:spPr>
            <p:txBody>
              <a:bodyPr/>
              <a:lstStyle/>
              <a:p>
                <a:endParaRPr lang="en-US"/>
              </a:p>
            </p:txBody>
          </p:sp>
          <p:sp>
            <p:nvSpPr>
              <p:cNvPr id="104296" name="Oval 459"/>
              <p:cNvSpPr>
                <a:spLocks noChangeArrowheads="1"/>
              </p:cNvSpPr>
              <p:nvPr/>
            </p:nvSpPr>
            <p:spPr bwMode="auto">
              <a:xfrm>
                <a:off x="2846" y="2044"/>
                <a:ext cx="32" cy="32"/>
              </a:xfrm>
              <a:prstGeom prst="ellipse">
                <a:avLst/>
              </a:prstGeom>
              <a:grpFill/>
              <a:ln w="25400">
                <a:solidFill>
                  <a:schemeClr val="bg1">
                    <a:lumMod val="65000"/>
                  </a:schemeClr>
                </a:solidFill>
                <a:round/>
                <a:headEnd/>
                <a:tailEnd/>
              </a:ln>
            </p:spPr>
            <p:txBody>
              <a:bodyPr/>
              <a:lstStyle/>
              <a:p>
                <a:endParaRPr lang="en-US"/>
              </a:p>
            </p:txBody>
          </p:sp>
          <p:sp>
            <p:nvSpPr>
              <p:cNvPr id="104297" name="Oval 460"/>
              <p:cNvSpPr>
                <a:spLocks noChangeArrowheads="1"/>
              </p:cNvSpPr>
              <p:nvPr/>
            </p:nvSpPr>
            <p:spPr bwMode="auto">
              <a:xfrm>
                <a:off x="2846" y="2355"/>
                <a:ext cx="32" cy="32"/>
              </a:xfrm>
              <a:prstGeom prst="ellipse">
                <a:avLst/>
              </a:prstGeom>
              <a:grpFill/>
              <a:ln w="9525">
                <a:solidFill>
                  <a:schemeClr val="bg1">
                    <a:lumMod val="65000"/>
                  </a:schemeClr>
                </a:solidFill>
                <a:round/>
                <a:headEnd/>
                <a:tailEnd/>
              </a:ln>
            </p:spPr>
            <p:txBody>
              <a:bodyPr/>
              <a:lstStyle/>
              <a:p>
                <a:endParaRPr lang="en-US"/>
              </a:p>
            </p:txBody>
          </p:sp>
          <p:sp>
            <p:nvSpPr>
              <p:cNvPr id="104298" name="Oval 461"/>
              <p:cNvSpPr>
                <a:spLocks noChangeArrowheads="1"/>
              </p:cNvSpPr>
              <p:nvPr/>
            </p:nvSpPr>
            <p:spPr bwMode="auto">
              <a:xfrm>
                <a:off x="2846" y="2355"/>
                <a:ext cx="32" cy="32"/>
              </a:xfrm>
              <a:prstGeom prst="ellipse">
                <a:avLst/>
              </a:prstGeom>
              <a:grpFill/>
              <a:ln w="25400">
                <a:solidFill>
                  <a:schemeClr val="bg1">
                    <a:lumMod val="65000"/>
                  </a:schemeClr>
                </a:solidFill>
                <a:round/>
                <a:headEnd/>
                <a:tailEnd/>
              </a:ln>
            </p:spPr>
            <p:txBody>
              <a:bodyPr/>
              <a:lstStyle/>
              <a:p>
                <a:endParaRPr lang="en-US"/>
              </a:p>
            </p:txBody>
          </p:sp>
          <p:sp>
            <p:nvSpPr>
              <p:cNvPr id="104299" name="Oval 462"/>
              <p:cNvSpPr>
                <a:spLocks noChangeArrowheads="1"/>
              </p:cNvSpPr>
              <p:nvPr/>
            </p:nvSpPr>
            <p:spPr bwMode="auto">
              <a:xfrm>
                <a:off x="2838" y="2658"/>
                <a:ext cx="40" cy="32"/>
              </a:xfrm>
              <a:prstGeom prst="ellipse">
                <a:avLst/>
              </a:prstGeom>
              <a:grpFill/>
              <a:ln w="9525">
                <a:solidFill>
                  <a:schemeClr val="bg1">
                    <a:lumMod val="65000"/>
                  </a:schemeClr>
                </a:solidFill>
                <a:round/>
                <a:headEnd/>
                <a:tailEnd/>
              </a:ln>
            </p:spPr>
            <p:txBody>
              <a:bodyPr/>
              <a:lstStyle/>
              <a:p>
                <a:endParaRPr lang="en-US"/>
              </a:p>
            </p:txBody>
          </p:sp>
          <p:sp>
            <p:nvSpPr>
              <p:cNvPr id="104300" name="Oval 463"/>
              <p:cNvSpPr>
                <a:spLocks noChangeArrowheads="1"/>
              </p:cNvSpPr>
              <p:nvPr/>
            </p:nvSpPr>
            <p:spPr bwMode="auto">
              <a:xfrm>
                <a:off x="2838" y="2658"/>
                <a:ext cx="40" cy="32"/>
              </a:xfrm>
              <a:prstGeom prst="ellipse">
                <a:avLst/>
              </a:prstGeom>
              <a:grpFill/>
              <a:ln w="25400">
                <a:solidFill>
                  <a:schemeClr val="bg1">
                    <a:lumMod val="65000"/>
                  </a:schemeClr>
                </a:solidFill>
                <a:round/>
                <a:headEnd/>
                <a:tailEnd/>
              </a:ln>
            </p:spPr>
            <p:txBody>
              <a:bodyPr/>
              <a:lstStyle/>
              <a:p>
                <a:endParaRPr lang="en-US"/>
              </a:p>
            </p:txBody>
          </p:sp>
          <p:sp>
            <p:nvSpPr>
              <p:cNvPr id="104301" name="Oval 464"/>
              <p:cNvSpPr>
                <a:spLocks noChangeArrowheads="1"/>
              </p:cNvSpPr>
              <p:nvPr/>
            </p:nvSpPr>
            <p:spPr bwMode="auto">
              <a:xfrm>
                <a:off x="2838" y="2969"/>
                <a:ext cx="32" cy="32"/>
              </a:xfrm>
              <a:prstGeom prst="ellipse">
                <a:avLst/>
              </a:prstGeom>
              <a:grpFill/>
              <a:ln w="9525">
                <a:solidFill>
                  <a:schemeClr val="bg1">
                    <a:lumMod val="65000"/>
                  </a:schemeClr>
                </a:solidFill>
                <a:round/>
                <a:headEnd/>
                <a:tailEnd/>
              </a:ln>
            </p:spPr>
            <p:txBody>
              <a:bodyPr/>
              <a:lstStyle/>
              <a:p>
                <a:endParaRPr lang="en-US"/>
              </a:p>
            </p:txBody>
          </p:sp>
          <p:sp>
            <p:nvSpPr>
              <p:cNvPr id="104302" name="Oval 465"/>
              <p:cNvSpPr>
                <a:spLocks noChangeArrowheads="1"/>
              </p:cNvSpPr>
              <p:nvPr/>
            </p:nvSpPr>
            <p:spPr bwMode="auto">
              <a:xfrm>
                <a:off x="2838" y="2969"/>
                <a:ext cx="32" cy="32"/>
              </a:xfrm>
              <a:prstGeom prst="ellipse">
                <a:avLst/>
              </a:prstGeom>
              <a:grpFill/>
              <a:ln w="25400">
                <a:solidFill>
                  <a:schemeClr val="bg1">
                    <a:lumMod val="65000"/>
                  </a:schemeClr>
                </a:solidFill>
                <a:round/>
                <a:headEnd/>
                <a:tailEnd/>
              </a:ln>
            </p:spPr>
            <p:txBody>
              <a:bodyPr/>
              <a:lstStyle/>
              <a:p>
                <a:endParaRPr lang="en-US"/>
              </a:p>
            </p:txBody>
          </p:sp>
        </p:grpSp>
        <p:grpSp>
          <p:nvGrpSpPr>
            <p:cNvPr id="103534" name="Group 466"/>
            <p:cNvGrpSpPr>
              <a:grpSpLocks/>
            </p:cNvGrpSpPr>
            <p:nvPr/>
          </p:nvGrpSpPr>
          <p:grpSpPr bwMode="auto">
            <a:xfrm>
              <a:off x="1912" y="3272"/>
              <a:ext cx="32" cy="335"/>
              <a:chOff x="1912" y="3272"/>
              <a:chExt cx="32" cy="335"/>
            </a:xfrm>
            <a:grpFill/>
          </p:grpSpPr>
          <p:sp>
            <p:nvSpPr>
              <p:cNvPr id="104289" name="Oval 467"/>
              <p:cNvSpPr>
                <a:spLocks noChangeArrowheads="1"/>
              </p:cNvSpPr>
              <p:nvPr/>
            </p:nvSpPr>
            <p:spPr bwMode="auto">
              <a:xfrm>
                <a:off x="1912" y="3272"/>
                <a:ext cx="32" cy="32"/>
              </a:xfrm>
              <a:prstGeom prst="ellipse">
                <a:avLst/>
              </a:prstGeom>
              <a:grpFill/>
              <a:ln w="9525">
                <a:solidFill>
                  <a:schemeClr val="bg1">
                    <a:lumMod val="65000"/>
                  </a:schemeClr>
                </a:solidFill>
                <a:round/>
                <a:headEnd/>
                <a:tailEnd/>
              </a:ln>
            </p:spPr>
            <p:txBody>
              <a:bodyPr/>
              <a:lstStyle/>
              <a:p>
                <a:endParaRPr lang="en-US"/>
              </a:p>
            </p:txBody>
          </p:sp>
          <p:sp>
            <p:nvSpPr>
              <p:cNvPr id="104290" name="Oval 468"/>
              <p:cNvSpPr>
                <a:spLocks noChangeArrowheads="1"/>
              </p:cNvSpPr>
              <p:nvPr/>
            </p:nvSpPr>
            <p:spPr bwMode="auto">
              <a:xfrm>
                <a:off x="1912" y="3272"/>
                <a:ext cx="32" cy="32"/>
              </a:xfrm>
              <a:prstGeom prst="ellipse">
                <a:avLst/>
              </a:prstGeom>
              <a:grpFill/>
              <a:ln w="25400">
                <a:solidFill>
                  <a:schemeClr val="bg1">
                    <a:lumMod val="65000"/>
                  </a:schemeClr>
                </a:solidFill>
                <a:round/>
                <a:headEnd/>
                <a:tailEnd/>
              </a:ln>
            </p:spPr>
            <p:txBody>
              <a:bodyPr/>
              <a:lstStyle/>
              <a:p>
                <a:endParaRPr lang="en-US"/>
              </a:p>
            </p:txBody>
          </p:sp>
          <p:sp>
            <p:nvSpPr>
              <p:cNvPr id="104291" name="Oval 469"/>
              <p:cNvSpPr>
                <a:spLocks noChangeArrowheads="1"/>
              </p:cNvSpPr>
              <p:nvPr/>
            </p:nvSpPr>
            <p:spPr bwMode="auto">
              <a:xfrm>
                <a:off x="1912" y="3575"/>
                <a:ext cx="32" cy="32"/>
              </a:xfrm>
              <a:prstGeom prst="ellipse">
                <a:avLst/>
              </a:prstGeom>
              <a:grpFill/>
              <a:ln w="9525">
                <a:solidFill>
                  <a:schemeClr val="bg1">
                    <a:lumMod val="65000"/>
                  </a:schemeClr>
                </a:solidFill>
                <a:round/>
                <a:headEnd/>
                <a:tailEnd/>
              </a:ln>
            </p:spPr>
            <p:txBody>
              <a:bodyPr/>
              <a:lstStyle/>
              <a:p>
                <a:endParaRPr lang="en-US"/>
              </a:p>
            </p:txBody>
          </p:sp>
          <p:sp>
            <p:nvSpPr>
              <p:cNvPr id="104292" name="Oval 470"/>
              <p:cNvSpPr>
                <a:spLocks noChangeArrowheads="1"/>
              </p:cNvSpPr>
              <p:nvPr/>
            </p:nvSpPr>
            <p:spPr bwMode="auto">
              <a:xfrm>
                <a:off x="1912" y="3575"/>
                <a:ext cx="32" cy="32"/>
              </a:xfrm>
              <a:prstGeom prst="ellipse">
                <a:avLst/>
              </a:prstGeom>
              <a:grpFill/>
              <a:ln w="25400">
                <a:solidFill>
                  <a:schemeClr val="bg1">
                    <a:lumMod val="65000"/>
                  </a:schemeClr>
                </a:solidFill>
                <a:round/>
                <a:headEnd/>
                <a:tailEnd/>
              </a:ln>
            </p:spPr>
            <p:txBody>
              <a:bodyPr/>
              <a:lstStyle/>
              <a:p>
                <a:endParaRPr lang="en-US"/>
              </a:p>
            </p:txBody>
          </p:sp>
        </p:grpSp>
        <p:grpSp>
          <p:nvGrpSpPr>
            <p:cNvPr id="103535" name="Group 471"/>
            <p:cNvGrpSpPr>
              <a:grpSpLocks/>
            </p:cNvGrpSpPr>
            <p:nvPr/>
          </p:nvGrpSpPr>
          <p:grpSpPr bwMode="auto">
            <a:xfrm>
              <a:off x="1449" y="3272"/>
              <a:ext cx="40" cy="335"/>
              <a:chOff x="1449" y="3272"/>
              <a:chExt cx="40" cy="335"/>
            </a:xfrm>
            <a:grpFill/>
          </p:grpSpPr>
          <p:sp>
            <p:nvSpPr>
              <p:cNvPr id="104285" name="Oval 472"/>
              <p:cNvSpPr>
                <a:spLocks noChangeArrowheads="1"/>
              </p:cNvSpPr>
              <p:nvPr/>
            </p:nvSpPr>
            <p:spPr bwMode="auto">
              <a:xfrm>
                <a:off x="1449" y="3272"/>
                <a:ext cx="40" cy="32"/>
              </a:xfrm>
              <a:prstGeom prst="ellipse">
                <a:avLst/>
              </a:prstGeom>
              <a:grpFill/>
              <a:ln w="9525">
                <a:solidFill>
                  <a:schemeClr val="bg1">
                    <a:lumMod val="65000"/>
                  </a:schemeClr>
                </a:solidFill>
                <a:round/>
                <a:headEnd/>
                <a:tailEnd/>
              </a:ln>
            </p:spPr>
            <p:txBody>
              <a:bodyPr/>
              <a:lstStyle/>
              <a:p>
                <a:endParaRPr lang="en-US"/>
              </a:p>
            </p:txBody>
          </p:sp>
          <p:sp>
            <p:nvSpPr>
              <p:cNvPr id="104286" name="Oval 473"/>
              <p:cNvSpPr>
                <a:spLocks noChangeArrowheads="1"/>
              </p:cNvSpPr>
              <p:nvPr/>
            </p:nvSpPr>
            <p:spPr bwMode="auto">
              <a:xfrm>
                <a:off x="1449" y="3272"/>
                <a:ext cx="40" cy="32"/>
              </a:xfrm>
              <a:prstGeom prst="ellipse">
                <a:avLst/>
              </a:prstGeom>
              <a:grpFill/>
              <a:ln w="25400">
                <a:solidFill>
                  <a:schemeClr val="bg1">
                    <a:lumMod val="65000"/>
                  </a:schemeClr>
                </a:solidFill>
                <a:round/>
                <a:headEnd/>
                <a:tailEnd/>
              </a:ln>
            </p:spPr>
            <p:txBody>
              <a:bodyPr/>
              <a:lstStyle/>
              <a:p>
                <a:endParaRPr lang="en-US"/>
              </a:p>
            </p:txBody>
          </p:sp>
          <p:sp>
            <p:nvSpPr>
              <p:cNvPr id="104287" name="Oval 474"/>
              <p:cNvSpPr>
                <a:spLocks noChangeArrowheads="1"/>
              </p:cNvSpPr>
              <p:nvPr/>
            </p:nvSpPr>
            <p:spPr bwMode="auto">
              <a:xfrm>
                <a:off x="1449" y="3575"/>
                <a:ext cx="40" cy="32"/>
              </a:xfrm>
              <a:prstGeom prst="ellipse">
                <a:avLst/>
              </a:prstGeom>
              <a:grpFill/>
              <a:ln w="9525">
                <a:solidFill>
                  <a:schemeClr val="bg1">
                    <a:lumMod val="65000"/>
                  </a:schemeClr>
                </a:solidFill>
                <a:round/>
                <a:headEnd/>
                <a:tailEnd/>
              </a:ln>
            </p:spPr>
            <p:txBody>
              <a:bodyPr/>
              <a:lstStyle/>
              <a:p>
                <a:endParaRPr lang="en-US"/>
              </a:p>
            </p:txBody>
          </p:sp>
          <p:sp>
            <p:nvSpPr>
              <p:cNvPr id="104288" name="Oval 475"/>
              <p:cNvSpPr>
                <a:spLocks noChangeArrowheads="1"/>
              </p:cNvSpPr>
              <p:nvPr/>
            </p:nvSpPr>
            <p:spPr bwMode="auto">
              <a:xfrm>
                <a:off x="1449" y="3575"/>
                <a:ext cx="40" cy="32"/>
              </a:xfrm>
              <a:prstGeom prst="ellipse">
                <a:avLst/>
              </a:prstGeom>
              <a:grpFill/>
              <a:ln w="25400">
                <a:solidFill>
                  <a:schemeClr val="bg1">
                    <a:lumMod val="65000"/>
                  </a:schemeClr>
                </a:solidFill>
                <a:round/>
                <a:headEnd/>
                <a:tailEnd/>
              </a:ln>
            </p:spPr>
            <p:txBody>
              <a:bodyPr/>
              <a:lstStyle/>
              <a:p>
                <a:endParaRPr lang="en-US"/>
              </a:p>
            </p:txBody>
          </p:sp>
        </p:grpSp>
        <p:grpSp>
          <p:nvGrpSpPr>
            <p:cNvPr id="103536" name="Group 476"/>
            <p:cNvGrpSpPr>
              <a:grpSpLocks/>
            </p:cNvGrpSpPr>
            <p:nvPr/>
          </p:nvGrpSpPr>
          <p:grpSpPr bwMode="auto">
            <a:xfrm>
              <a:off x="2367" y="3272"/>
              <a:ext cx="32" cy="335"/>
              <a:chOff x="2367" y="3272"/>
              <a:chExt cx="32" cy="335"/>
            </a:xfrm>
            <a:grpFill/>
          </p:grpSpPr>
          <p:sp>
            <p:nvSpPr>
              <p:cNvPr id="104281" name="Oval 477"/>
              <p:cNvSpPr>
                <a:spLocks noChangeArrowheads="1"/>
              </p:cNvSpPr>
              <p:nvPr/>
            </p:nvSpPr>
            <p:spPr bwMode="auto">
              <a:xfrm>
                <a:off x="2367" y="3272"/>
                <a:ext cx="32" cy="32"/>
              </a:xfrm>
              <a:prstGeom prst="ellipse">
                <a:avLst/>
              </a:prstGeom>
              <a:grpFill/>
              <a:ln w="9525">
                <a:solidFill>
                  <a:schemeClr val="bg1">
                    <a:lumMod val="65000"/>
                  </a:schemeClr>
                </a:solidFill>
                <a:round/>
                <a:headEnd/>
                <a:tailEnd/>
              </a:ln>
            </p:spPr>
            <p:txBody>
              <a:bodyPr/>
              <a:lstStyle/>
              <a:p>
                <a:endParaRPr lang="en-US"/>
              </a:p>
            </p:txBody>
          </p:sp>
          <p:sp>
            <p:nvSpPr>
              <p:cNvPr id="104282" name="Oval 478"/>
              <p:cNvSpPr>
                <a:spLocks noChangeArrowheads="1"/>
              </p:cNvSpPr>
              <p:nvPr/>
            </p:nvSpPr>
            <p:spPr bwMode="auto">
              <a:xfrm>
                <a:off x="2367" y="3272"/>
                <a:ext cx="32" cy="32"/>
              </a:xfrm>
              <a:prstGeom prst="ellipse">
                <a:avLst/>
              </a:prstGeom>
              <a:grpFill/>
              <a:ln w="25400">
                <a:solidFill>
                  <a:schemeClr val="bg1">
                    <a:lumMod val="65000"/>
                  </a:schemeClr>
                </a:solidFill>
                <a:round/>
                <a:headEnd/>
                <a:tailEnd/>
              </a:ln>
            </p:spPr>
            <p:txBody>
              <a:bodyPr/>
              <a:lstStyle/>
              <a:p>
                <a:endParaRPr lang="en-US"/>
              </a:p>
            </p:txBody>
          </p:sp>
          <p:sp>
            <p:nvSpPr>
              <p:cNvPr id="104283" name="Oval 479"/>
              <p:cNvSpPr>
                <a:spLocks noChangeArrowheads="1"/>
              </p:cNvSpPr>
              <p:nvPr/>
            </p:nvSpPr>
            <p:spPr bwMode="auto">
              <a:xfrm>
                <a:off x="2367" y="3575"/>
                <a:ext cx="32" cy="32"/>
              </a:xfrm>
              <a:prstGeom prst="ellipse">
                <a:avLst/>
              </a:prstGeom>
              <a:grpFill/>
              <a:ln w="9525">
                <a:solidFill>
                  <a:schemeClr val="bg1">
                    <a:lumMod val="65000"/>
                  </a:schemeClr>
                </a:solidFill>
                <a:round/>
                <a:headEnd/>
                <a:tailEnd/>
              </a:ln>
            </p:spPr>
            <p:txBody>
              <a:bodyPr/>
              <a:lstStyle/>
              <a:p>
                <a:endParaRPr lang="en-US"/>
              </a:p>
            </p:txBody>
          </p:sp>
          <p:sp>
            <p:nvSpPr>
              <p:cNvPr id="104284" name="Oval 480"/>
              <p:cNvSpPr>
                <a:spLocks noChangeArrowheads="1"/>
              </p:cNvSpPr>
              <p:nvPr/>
            </p:nvSpPr>
            <p:spPr bwMode="auto">
              <a:xfrm>
                <a:off x="2367" y="3575"/>
                <a:ext cx="32" cy="32"/>
              </a:xfrm>
              <a:prstGeom prst="ellipse">
                <a:avLst/>
              </a:prstGeom>
              <a:grpFill/>
              <a:ln w="25400">
                <a:solidFill>
                  <a:schemeClr val="bg1">
                    <a:lumMod val="65000"/>
                  </a:schemeClr>
                </a:solidFill>
                <a:round/>
                <a:headEnd/>
                <a:tailEnd/>
              </a:ln>
            </p:spPr>
            <p:txBody>
              <a:bodyPr/>
              <a:lstStyle/>
              <a:p>
                <a:endParaRPr lang="en-US"/>
              </a:p>
            </p:txBody>
          </p:sp>
        </p:grpSp>
        <p:grpSp>
          <p:nvGrpSpPr>
            <p:cNvPr id="103537" name="Group 481"/>
            <p:cNvGrpSpPr>
              <a:grpSpLocks/>
            </p:cNvGrpSpPr>
            <p:nvPr/>
          </p:nvGrpSpPr>
          <p:grpSpPr bwMode="auto">
            <a:xfrm>
              <a:off x="2822" y="3272"/>
              <a:ext cx="40" cy="335"/>
              <a:chOff x="2822" y="3272"/>
              <a:chExt cx="40" cy="335"/>
            </a:xfrm>
            <a:grpFill/>
          </p:grpSpPr>
          <p:sp>
            <p:nvSpPr>
              <p:cNvPr id="104277" name="Oval 482"/>
              <p:cNvSpPr>
                <a:spLocks noChangeArrowheads="1"/>
              </p:cNvSpPr>
              <p:nvPr/>
            </p:nvSpPr>
            <p:spPr bwMode="auto">
              <a:xfrm>
                <a:off x="2822" y="3272"/>
                <a:ext cx="40" cy="32"/>
              </a:xfrm>
              <a:prstGeom prst="ellipse">
                <a:avLst/>
              </a:prstGeom>
              <a:grpFill/>
              <a:ln w="9525">
                <a:solidFill>
                  <a:schemeClr val="bg1">
                    <a:lumMod val="65000"/>
                  </a:schemeClr>
                </a:solidFill>
                <a:round/>
                <a:headEnd/>
                <a:tailEnd/>
              </a:ln>
            </p:spPr>
            <p:txBody>
              <a:bodyPr/>
              <a:lstStyle/>
              <a:p>
                <a:endParaRPr lang="en-US"/>
              </a:p>
            </p:txBody>
          </p:sp>
          <p:sp>
            <p:nvSpPr>
              <p:cNvPr id="104278" name="Oval 483"/>
              <p:cNvSpPr>
                <a:spLocks noChangeArrowheads="1"/>
              </p:cNvSpPr>
              <p:nvPr/>
            </p:nvSpPr>
            <p:spPr bwMode="auto">
              <a:xfrm>
                <a:off x="2822" y="3272"/>
                <a:ext cx="40" cy="32"/>
              </a:xfrm>
              <a:prstGeom prst="ellipse">
                <a:avLst/>
              </a:prstGeom>
              <a:grpFill/>
              <a:ln w="25400">
                <a:solidFill>
                  <a:schemeClr val="bg1">
                    <a:lumMod val="65000"/>
                  </a:schemeClr>
                </a:solidFill>
                <a:round/>
                <a:headEnd/>
                <a:tailEnd/>
              </a:ln>
            </p:spPr>
            <p:txBody>
              <a:bodyPr/>
              <a:lstStyle/>
              <a:p>
                <a:endParaRPr lang="en-US"/>
              </a:p>
            </p:txBody>
          </p:sp>
          <p:sp>
            <p:nvSpPr>
              <p:cNvPr id="104279" name="Oval 484"/>
              <p:cNvSpPr>
                <a:spLocks noChangeArrowheads="1"/>
              </p:cNvSpPr>
              <p:nvPr/>
            </p:nvSpPr>
            <p:spPr bwMode="auto">
              <a:xfrm>
                <a:off x="2822" y="3575"/>
                <a:ext cx="40" cy="32"/>
              </a:xfrm>
              <a:prstGeom prst="ellipse">
                <a:avLst/>
              </a:prstGeom>
              <a:grpFill/>
              <a:ln w="9525">
                <a:solidFill>
                  <a:schemeClr val="bg1">
                    <a:lumMod val="65000"/>
                  </a:schemeClr>
                </a:solidFill>
                <a:round/>
                <a:headEnd/>
                <a:tailEnd/>
              </a:ln>
            </p:spPr>
            <p:txBody>
              <a:bodyPr/>
              <a:lstStyle/>
              <a:p>
                <a:endParaRPr lang="en-US"/>
              </a:p>
            </p:txBody>
          </p:sp>
          <p:sp>
            <p:nvSpPr>
              <p:cNvPr id="104280" name="Oval 485"/>
              <p:cNvSpPr>
                <a:spLocks noChangeArrowheads="1"/>
              </p:cNvSpPr>
              <p:nvPr/>
            </p:nvSpPr>
            <p:spPr bwMode="auto">
              <a:xfrm>
                <a:off x="2822" y="3575"/>
                <a:ext cx="40" cy="32"/>
              </a:xfrm>
              <a:prstGeom prst="ellipse">
                <a:avLst/>
              </a:prstGeom>
              <a:grpFill/>
              <a:ln w="25400">
                <a:solidFill>
                  <a:schemeClr val="bg1">
                    <a:lumMod val="65000"/>
                  </a:schemeClr>
                </a:solidFill>
                <a:round/>
                <a:headEnd/>
                <a:tailEnd/>
              </a:ln>
            </p:spPr>
            <p:txBody>
              <a:bodyPr/>
              <a:lstStyle/>
              <a:p>
                <a:endParaRPr lang="en-US"/>
              </a:p>
            </p:txBody>
          </p:sp>
        </p:grpSp>
        <p:grpSp>
          <p:nvGrpSpPr>
            <p:cNvPr id="103538" name="Group 486"/>
            <p:cNvGrpSpPr>
              <a:grpSpLocks/>
            </p:cNvGrpSpPr>
            <p:nvPr/>
          </p:nvGrpSpPr>
          <p:grpSpPr bwMode="auto">
            <a:xfrm>
              <a:off x="2415" y="2650"/>
              <a:ext cx="415" cy="56"/>
              <a:chOff x="2415" y="2650"/>
              <a:chExt cx="415" cy="56"/>
            </a:xfrm>
            <a:grpFill/>
          </p:grpSpPr>
          <p:sp>
            <p:nvSpPr>
              <p:cNvPr id="104269" name="Freeform 487"/>
              <p:cNvSpPr>
                <a:spLocks/>
              </p:cNvSpPr>
              <p:nvPr/>
            </p:nvSpPr>
            <p:spPr bwMode="auto">
              <a:xfrm>
                <a:off x="2718" y="2650"/>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lumMod val="65000"/>
                  </a:schemeClr>
                </a:solidFill>
                <a:round/>
                <a:headEnd/>
                <a:tailEnd/>
              </a:ln>
            </p:spPr>
            <p:txBody>
              <a:bodyPr/>
              <a:lstStyle/>
              <a:p>
                <a:endParaRPr lang="en-US"/>
              </a:p>
            </p:txBody>
          </p:sp>
          <p:grpSp>
            <p:nvGrpSpPr>
              <p:cNvPr id="104270" name="Group 488"/>
              <p:cNvGrpSpPr>
                <a:grpSpLocks/>
              </p:cNvGrpSpPr>
              <p:nvPr/>
            </p:nvGrpSpPr>
            <p:grpSpPr bwMode="auto">
              <a:xfrm>
                <a:off x="2415" y="2674"/>
                <a:ext cx="295" cy="1"/>
                <a:chOff x="2415" y="2674"/>
                <a:chExt cx="295" cy="1"/>
              </a:xfrm>
              <a:grpFill/>
            </p:grpSpPr>
            <p:sp>
              <p:nvSpPr>
                <p:cNvPr id="104271" name="Line 489"/>
                <p:cNvSpPr>
                  <a:spLocks noChangeShapeType="1"/>
                </p:cNvSpPr>
                <p:nvPr/>
              </p:nvSpPr>
              <p:spPr bwMode="auto">
                <a:xfrm>
                  <a:off x="2415" y="2674"/>
                  <a:ext cx="24" cy="1"/>
                </a:xfrm>
                <a:prstGeom prst="line">
                  <a:avLst/>
                </a:prstGeom>
                <a:grpFill/>
                <a:ln w="12700">
                  <a:solidFill>
                    <a:schemeClr val="bg1">
                      <a:lumMod val="65000"/>
                    </a:schemeClr>
                  </a:solidFill>
                  <a:round/>
                  <a:headEnd/>
                  <a:tailEnd/>
                </a:ln>
              </p:spPr>
              <p:txBody>
                <a:bodyPr/>
                <a:lstStyle/>
                <a:p>
                  <a:endParaRPr lang="en-US"/>
                </a:p>
              </p:txBody>
            </p:sp>
            <p:sp>
              <p:nvSpPr>
                <p:cNvPr id="104272" name="Line 490"/>
                <p:cNvSpPr>
                  <a:spLocks noChangeShapeType="1"/>
                </p:cNvSpPr>
                <p:nvPr/>
              </p:nvSpPr>
              <p:spPr bwMode="auto">
                <a:xfrm>
                  <a:off x="2471" y="2674"/>
                  <a:ext cx="24" cy="1"/>
                </a:xfrm>
                <a:prstGeom prst="line">
                  <a:avLst/>
                </a:prstGeom>
                <a:grpFill/>
                <a:ln w="12700">
                  <a:solidFill>
                    <a:schemeClr val="bg1">
                      <a:lumMod val="65000"/>
                    </a:schemeClr>
                  </a:solidFill>
                  <a:round/>
                  <a:headEnd/>
                  <a:tailEnd/>
                </a:ln>
              </p:spPr>
              <p:txBody>
                <a:bodyPr/>
                <a:lstStyle/>
                <a:p>
                  <a:endParaRPr lang="en-US"/>
                </a:p>
              </p:txBody>
            </p:sp>
            <p:sp>
              <p:nvSpPr>
                <p:cNvPr id="104273" name="Line 491"/>
                <p:cNvSpPr>
                  <a:spLocks noChangeShapeType="1"/>
                </p:cNvSpPr>
                <p:nvPr/>
              </p:nvSpPr>
              <p:spPr bwMode="auto">
                <a:xfrm>
                  <a:off x="2526" y="2674"/>
                  <a:ext cx="24" cy="1"/>
                </a:xfrm>
                <a:prstGeom prst="line">
                  <a:avLst/>
                </a:prstGeom>
                <a:grpFill/>
                <a:ln w="12700">
                  <a:solidFill>
                    <a:schemeClr val="bg1">
                      <a:lumMod val="65000"/>
                    </a:schemeClr>
                  </a:solidFill>
                  <a:round/>
                  <a:headEnd/>
                  <a:tailEnd/>
                </a:ln>
              </p:spPr>
              <p:txBody>
                <a:bodyPr/>
                <a:lstStyle/>
                <a:p>
                  <a:endParaRPr lang="en-US"/>
                </a:p>
              </p:txBody>
            </p:sp>
            <p:sp>
              <p:nvSpPr>
                <p:cNvPr id="104274" name="Line 492"/>
                <p:cNvSpPr>
                  <a:spLocks noChangeShapeType="1"/>
                </p:cNvSpPr>
                <p:nvPr/>
              </p:nvSpPr>
              <p:spPr bwMode="auto">
                <a:xfrm>
                  <a:off x="2582" y="2674"/>
                  <a:ext cx="24" cy="1"/>
                </a:xfrm>
                <a:prstGeom prst="line">
                  <a:avLst/>
                </a:prstGeom>
                <a:grpFill/>
                <a:ln w="12700">
                  <a:solidFill>
                    <a:schemeClr val="bg1">
                      <a:lumMod val="65000"/>
                    </a:schemeClr>
                  </a:solidFill>
                  <a:round/>
                  <a:headEnd/>
                  <a:tailEnd/>
                </a:ln>
              </p:spPr>
              <p:txBody>
                <a:bodyPr/>
                <a:lstStyle/>
                <a:p>
                  <a:endParaRPr lang="en-US"/>
                </a:p>
              </p:txBody>
            </p:sp>
            <p:sp>
              <p:nvSpPr>
                <p:cNvPr id="104275" name="Line 493"/>
                <p:cNvSpPr>
                  <a:spLocks noChangeShapeType="1"/>
                </p:cNvSpPr>
                <p:nvPr/>
              </p:nvSpPr>
              <p:spPr bwMode="auto">
                <a:xfrm>
                  <a:off x="2638" y="2674"/>
                  <a:ext cx="24" cy="1"/>
                </a:xfrm>
                <a:prstGeom prst="line">
                  <a:avLst/>
                </a:prstGeom>
                <a:grpFill/>
                <a:ln w="12700">
                  <a:solidFill>
                    <a:schemeClr val="bg1">
                      <a:lumMod val="65000"/>
                    </a:schemeClr>
                  </a:solidFill>
                  <a:round/>
                  <a:headEnd/>
                  <a:tailEnd/>
                </a:ln>
              </p:spPr>
              <p:txBody>
                <a:bodyPr/>
                <a:lstStyle/>
                <a:p>
                  <a:endParaRPr lang="en-US"/>
                </a:p>
              </p:txBody>
            </p:sp>
            <p:sp>
              <p:nvSpPr>
                <p:cNvPr id="104276" name="Line 494"/>
                <p:cNvSpPr>
                  <a:spLocks noChangeShapeType="1"/>
                </p:cNvSpPr>
                <p:nvPr/>
              </p:nvSpPr>
              <p:spPr bwMode="auto">
                <a:xfrm>
                  <a:off x="2694" y="2674"/>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39" name="Group 495"/>
            <p:cNvGrpSpPr>
              <a:grpSpLocks/>
            </p:cNvGrpSpPr>
            <p:nvPr/>
          </p:nvGrpSpPr>
          <p:grpSpPr bwMode="auto">
            <a:xfrm>
              <a:off x="2415" y="1733"/>
              <a:ext cx="415" cy="56"/>
              <a:chOff x="2415" y="1733"/>
              <a:chExt cx="415" cy="56"/>
            </a:xfrm>
            <a:grpFill/>
          </p:grpSpPr>
          <p:sp>
            <p:nvSpPr>
              <p:cNvPr id="104261" name="Freeform 496"/>
              <p:cNvSpPr>
                <a:spLocks/>
              </p:cNvSpPr>
              <p:nvPr/>
            </p:nvSpPr>
            <p:spPr bwMode="auto">
              <a:xfrm>
                <a:off x="2718" y="1733"/>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lumMod val="65000"/>
                  </a:schemeClr>
                </a:solidFill>
                <a:round/>
                <a:headEnd/>
                <a:tailEnd/>
              </a:ln>
            </p:spPr>
            <p:txBody>
              <a:bodyPr/>
              <a:lstStyle/>
              <a:p>
                <a:endParaRPr lang="en-US"/>
              </a:p>
            </p:txBody>
          </p:sp>
          <p:grpSp>
            <p:nvGrpSpPr>
              <p:cNvPr id="104262" name="Group 497"/>
              <p:cNvGrpSpPr>
                <a:grpSpLocks/>
              </p:cNvGrpSpPr>
              <p:nvPr/>
            </p:nvGrpSpPr>
            <p:grpSpPr bwMode="auto">
              <a:xfrm>
                <a:off x="2415" y="1757"/>
                <a:ext cx="295" cy="1"/>
                <a:chOff x="2415" y="1757"/>
                <a:chExt cx="295" cy="1"/>
              </a:xfrm>
              <a:grpFill/>
            </p:grpSpPr>
            <p:sp>
              <p:nvSpPr>
                <p:cNvPr id="104263" name="Line 498"/>
                <p:cNvSpPr>
                  <a:spLocks noChangeShapeType="1"/>
                </p:cNvSpPr>
                <p:nvPr/>
              </p:nvSpPr>
              <p:spPr bwMode="auto">
                <a:xfrm>
                  <a:off x="2415" y="1757"/>
                  <a:ext cx="24" cy="1"/>
                </a:xfrm>
                <a:prstGeom prst="line">
                  <a:avLst/>
                </a:prstGeom>
                <a:grpFill/>
                <a:ln w="12700">
                  <a:solidFill>
                    <a:schemeClr val="bg1">
                      <a:lumMod val="65000"/>
                    </a:schemeClr>
                  </a:solidFill>
                  <a:round/>
                  <a:headEnd/>
                  <a:tailEnd/>
                </a:ln>
              </p:spPr>
              <p:txBody>
                <a:bodyPr/>
                <a:lstStyle/>
                <a:p>
                  <a:endParaRPr lang="en-US"/>
                </a:p>
              </p:txBody>
            </p:sp>
            <p:sp>
              <p:nvSpPr>
                <p:cNvPr id="104264" name="Line 499"/>
                <p:cNvSpPr>
                  <a:spLocks noChangeShapeType="1"/>
                </p:cNvSpPr>
                <p:nvPr/>
              </p:nvSpPr>
              <p:spPr bwMode="auto">
                <a:xfrm>
                  <a:off x="2471" y="1757"/>
                  <a:ext cx="24" cy="1"/>
                </a:xfrm>
                <a:prstGeom prst="line">
                  <a:avLst/>
                </a:prstGeom>
                <a:grpFill/>
                <a:ln w="12700">
                  <a:solidFill>
                    <a:schemeClr val="bg1">
                      <a:lumMod val="65000"/>
                    </a:schemeClr>
                  </a:solidFill>
                  <a:round/>
                  <a:headEnd/>
                  <a:tailEnd/>
                </a:ln>
              </p:spPr>
              <p:txBody>
                <a:bodyPr/>
                <a:lstStyle/>
                <a:p>
                  <a:endParaRPr lang="en-US"/>
                </a:p>
              </p:txBody>
            </p:sp>
            <p:sp>
              <p:nvSpPr>
                <p:cNvPr id="104265" name="Line 500"/>
                <p:cNvSpPr>
                  <a:spLocks noChangeShapeType="1"/>
                </p:cNvSpPr>
                <p:nvPr/>
              </p:nvSpPr>
              <p:spPr bwMode="auto">
                <a:xfrm>
                  <a:off x="2526" y="1757"/>
                  <a:ext cx="24" cy="1"/>
                </a:xfrm>
                <a:prstGeom prst="line">
                  <a:avLst/>
                </a:prstGeom>
                <a:grpFill/>
                <a:ln w="12700">
                  <a:solidFill>
                    <a:schemeClr val="bg1">
                      <a:lumMod val="65000"/>
                    </a:schemeClr>
                  </a:solidFill>
                  <a:round/>
                  <a:headEnd/>
                  <a:tailEnd/>
                </a:ln>
              </p:spPr>
              <p:txBody>
                <a:bodyPr/>
                <a:lstStyle/>
                <a:p>
                  <a:endParaRPr lang="en-US"/>
                </a:p>
              </p:txBody>
            </p:sp>
            <p:sp>
              <p:nvSpPr>
                <p:cNvPr id="104266" name="Line 501"/>
                <p:cNvSpPr>
                  <a:spLocks noChangeShapeType="1"/>
                </p:cNvSpPr>
                <p:nvPr/>
              </p:nvSpPr>
              <p:spPr bwMode="auto">
                <a:xfrm>
                  <a:off x="2582" y="1757"/>
                  <a:ext cx="24" cy="1"/>
                </a:xfrm>
                <a:prstGeom prst="line">
                  <a:avLst/>
                </a:prstGeom>
                <a:grpFill/>
                <a:ln w="12700">
                  <a:solidFill>
                    <a:schemeClr val="bg1">
                      <a:lumMod val="65000"/>
                    </a:schemeClr>
                  </a:solidFill>
                  <a:round/>
                  <a:headEnd/>
                  <a:tailEnd/>
                </a:ln>
              </p:spPr>
              <p:txBody>
                <a:bodyPr/>
                <a:lstStyle/>
                <a:p>
                  <a:endParaRPr lang="en-US"/>
                </a:p>
              </p:txBody>
            </p:sp>
            <p:sp>
              <p:nvSpPr>
                <p:cNvPr id="104267" name="Line 502"/>
                <p:cNvSpPr>
                  <a:spLocks noChangeShapeType="1"/>
                </p:cNvSpPr>
                <p:nvPr/>
              </p:nvSpPr>
              <p:spPr bwMode="auto">
                <a:xfrm>
                  <a:off x="2638" y="1757"/>
                  <a:ext cx="24" cy="1"/>
                </a:xfrm>
                <a:prstGeom prst="line">
                  <a:avLst/>
                </a:prstGeom>
                <a:grpFill/>
                <a:ln w="12700">
                  <a:solidFill>
                    <a:schemeClr val="bg1">
                      <a:lumMod val="65000"/>
                    </a:schemeClr>
                  </a:solidFill>
                  <a:round/>
                  <a:headEnd/>
                  <a:tailEnd/>
                </a:ln>
              </p:spPr>
              <p:txBody>
                <a:bodyPr/>
                <a:lstStyle/>
                <a:p>
                  <a:endParaRPr lang="en-US"/>
                </a:p>
              </p:txBody>
            </p:sp>
            <p:sp>
              <p:nvSpPr>
                <p:cNvPr id="104268" name="Line 503"/>
                <p:cNvSpPr>
                  <a:spLocks noChangeShapeType="1"/>
                </p:cNvSpPr>
                <p:nvPr/>
              </p:nvSpPr>
              <p:spPr bwMode="auto">
                <a:xfrm>
                  <a:off x="2694" y="1757"/>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40" name="Group 504"/>
            <p:cNvGrpSpPr>
              <a:grpSpLocks/>
            </p:cNvGrpSpPr>
            <p:nvPr/>
          </p:nvGrpSpPr>
          <p:grpSpPr bwMode="auto">
            <a:xfrm>
              <a:off x="1489" y="3264"/>
              <a:ext cx="423" cy="56"/>
              <a:chOff x="1489" y="3264"/>
              <a:chExt cx="423" cy="56"/>
            </a:xfrm>
            <a:grpFill/>
          </p:grpSpPr>
          <p:sp>
            <p:nvSpPr>
              <p:cNvPr id="104253" name="Freeform 505"/>
              <p:cNvSpPr>
                <a:spLocks/>
              </p:cNvSpPr>
              <p:nvPr/>
            </p:nvSpPr>
            <p:spPr bwMode="auto">
              <a:xfrm>
                <a:off x="1792" y="3264"/>
                <a:ext cx="120" cy="56"/>
              </a:xfrm>
              <a:custGeom>
                <a:avLst/>
                <a:gdLst>
                  <a:gd name="T0" fmla="*/ 120 w 120"/>
                  <a:gd name="T1" fmla="*/ 24 h 56"/>
                  <a:gd name="T2" fmla="*/ 0 w 120"/>
                  <a:gd name="T3" fmla="*/ 56 h 56"/>
                  <a:gd name="T4" fmla="*/ 0 w 120"/>
                  <a:gd name="T5" fmla="*/ 24 h 56"/>
                  <a:gd name="T6" fmla="*/ 0 w 120"/>
                  <a:gd name="T7" fmla="*/ 0 h 56"/>
                  <a:gd name="T8" fmla="*/ 120 w 120"/>
                  <a:gd name="T9" fmla="*/ 24 h 56"/>
                  <a:gd name="T10" fmla="*/ 0 60000 65536"/>
                  <a:gd name="T11" fmla="*/ 0 60000 65536"/>
                  <a:gd name="T12" fmla="*/ 0 60000 65536"/>
                  <a:gd name="T13" fmla="*/ 0 60000 65536"/>
                  <a:gd name="T14" fmla="*/ 0 60000 65536"/>
                  <a:gd name="T15" fmla="*/ 0 w 120"/>
                  <a:gd name="T16" fmla="*/ 0 h 56"/>
                  <a:gd name="T17" fmla="*/ 120 w 120"/>
                  <a:gd name="T18" fmla="*/ 56 h 56"/>
                </a:gdLst>
                <a:ahLst/>
                <a:cxnLst>
                  <a:cxn ang="T10">
                    <a:pos x="T0" y="T1"/>
                  </a:cxn>
                  <a:cxn ang="T11">
                    <a:pos x="T2" y="T3"/>
                  </a:cxn>
                  <a:cxn ang="T12">
                    <a:pos x="T4" y="T5"/>
                  </a:cxn>
                  <a:cxn ang="T13">
                    <a:pos x="T6" y="T7"/>
                  </a:cxn>
                  <a:cxn ang="T14">
                    <a:pos x="T8" y="T9"/>
                  </a:cxn>
                </a:cxnLst>
                <a:rect l="T15" t="T16" r="T17" b="T18"/>
                <a:pathLst>
                  <a:path w="120" h="56">
                    <a:moveTo>
                      <a:pt x="120" y="24"/>
                    </a:moveTo>
                    <a:lnTo>
                      <a:pt x="0" y="56"/>
                    </a:lnTo>
                    <a:lnTo>
                      <a:pt x="0" y="24"/>
                    </a:lnTo>
                    <a:lnTo>
                      <a:pt x="0" y="0"/>
                    </a:lnTo>
                    <a:lnTo>
                      <a:pt x="120" y="24"/>
                    </a:lnTo>
                    <a:close/>
                  </a:path>
                </a:pathLst>
              </a:custGeom>
              <a:grpFill/>
              <a:ln w="9525">
                <a:solidFill>
                  <a:schemeClr val="bg1">
                    <a:lumMod val="65000"/>
                  </a:schemeClr>
                </a:solidFill>
                <a:round/>
                <a:headEnd/>
                <a:tailEnd/>
              </a:ln>
            </p:spPr>
            <p:txBody>
              <a:bodyPr/>
              <a:lstStyle/>
              <a:p>
                <a:endParaRPr lang="en-US"/>
              </a:p>
            </p:txBody>
          </p:sp>
          <p:grpSp>
            <p:nvGrpSpPr>
              <p:cNvPr id="104254" name="Group 506"/>
              <p:cNvGrpSpPr>
                <a:grpSpLocks/>
              </p:cNvGrpSpPr>
              <p:nvPr/>
            </p:nvGrpSpPr>
            <p:grpSpPr bwMode="auto">
              <a:xfrm>
                <a:off x="1489" y="3288"/>
                <a:ext cx="295" cy="1"/>
                <a:chOff x="1489" y="3288"/>
                <a:chExt cx="295" cy="1"/>
              </a:xfrm>
              <a:grpFill/>
            </p:grpSpPr>
            <p:sp>
              <p:nvSpPr>
                <p:cNvPr id="104255" name="Line 507"/>
                <p:cNvSpPr>
                  <a:spLocks noChangeShapeType="1"/>
                </p:cNvSpPr>
                <p:nvPr/>
              </p:nvSpPr>
              <p:spPr bwMode="auto">
                <a:xfrm>
                  <a:off x="1489" y="3288"/>
                  <a:ext cx="24" cy="1"/>
                </a:xfrm>
                <a:prstGeom prst="line">
                  <a:avLst/>
                </a:prstGeom>
                <a:grpFill/>
                <a:ln w="12700">
                  <a:solidFill>
                    <a:schemeClr val="bg1">
                      <a:lumMod val="65000"/>
                    </a:schemeClr>
                  </a:solidFill>
                  <a:round/>
                  <a:headEnd/>
                  <a:tailEnd/>
                </a:ln>
              </p:spPr>
              <p:txBody>
                <a:bodyPr/>
                <a:lstStyle/>
                <a:p>
                  <a:endParaRPr lang="en-US"/>
                </a:p>
              </p:txBody>
            </p:sp>
            <p:sp>
              <p:nvSpPr>
                <p:cNvPr id="104256" name="Line 508"/>
                <p:cNvSpPr>
                  <a:spLocks noChangeShapeType="1"/>
                </p:cNvSpPr>
                <p:nvPr/>
              </p:nvSpPr>
              <p:spPr bwMode="auto">
                <a:xfrm>
                  <a:off x="1544" y="3288"/>
                  <a:ext cx="24" cy="1"/>
                </a:xfrm>
                <a:prstGeom prst="line">
                  <a:avLst/>
                </a:prstGeom>
                <a:grpFill/>
                <a:ln w="12700">
                  <a:solidFill>
                    <a:schemeClr val="bg1">
                      <a:lumMod val="65000"/>
                    </a:schemeClr>
                  </a:solidFill>
                  <a:round/>
                  <a:headEnd/>
                  <a:tailEnd/>
                </a:ln>
              </p:spPr>
              <p:txBody>
                <a:bodyPr/>
                <a:lstStyle/>
                <a:p>
                  <a:endParaRPr lang="en-US"/>
                </a:p>
              </p:txBody>
            </p:sp>
            <p:sp>
              <p:nvSpPr>
                <p:cNvPr id="104257" name="Line 509"/>
                <p:cNvSpPr>
                  <a:spLocks noChangeShapeType="1"/>
                </p:cNvSpPr>
                <p:nvPr/>
              </p:nvSpPr>
              <p:spPr bwMode="auto">
                <a:xfrm>
                  <a:off x="1600" y="3288"/>
                  <a:ext cx="24" cy="1"/>
                </a:xfrm>
                <a:prstGeom prst="line">
                  <a:avLst/>
                </a:prstGeom>
                <a:grpFill/>
                <a:ln w="12700">
                  <a:solidFill>
                    <a:schemeClr val="bg1">
                      <a:lumMod val="65000"/>
                    </a:schemeClr>
                  </a:solidFill>
                  <a:round/>
                  <a:headEnd/>
                  <a:tailEnd/>
                </a:ln>
              </p:spPr>
              <p:txBody>
                <a:bodyPr/>
                <a:lstStyle/>
                <a:p>
                  <a:endParaRPr lang="en-US"/>
                </a:p>
              </p:txBody>
            </p:sp>
            <p:sp>
              <p:nvSpPr>
                <p:cNvPr id="104258" name="Line 510"/>
                <p:cNvSpPr>
                  <a:spLocks noChangeShapeType="1"/>
                </p:cNvSpPr>
                <p:nvPr/>
              </p:nvSpPr>
              <p:spPr bwMode="auto">
                <a:xfrm>
                  <a:off x="1656" y="3288"/>
                  <a:ext cx="24" cy="1"/>
                </a:xfrm>
                <a:prstGeom prst="line">
                  <a:avLst/>
                </a:prstGeom>
                <a:grpFill/>
                <a:ln w="12700">
                  <a:solidFill>
                    <a:schemeClr val="bg1">
                      <a:lumMod val="65000"/>
                    </a:schemeClr>
                  </a:solidFill>
                  <a:round/>
                  <a:headEnd/>
                  <a:tailEnd/>
                </a:ln>
              </p:spPr>
              <p:txBody>
                <a:bodyPr/>
                <a:lstStyle/>
                <a:p>
                  <a:endParaRPr lang="en-US"/>
                </a:p>
              </p:txBody>
            </p:sp>
            <p:sp>
              <p:nvSpPr>
                <p:cNvPr id="104259" name="Line 511"/>
                <p:cNvSpPr>
                  <a:spLocks noChangeShapeType="1"/>
                </p:cNvSpPr>
                <p:nvPr/>
              </p:nvSpPr>
              <p:spPr bwMode="auto">
                <a:xfrm>
                  <a:off x="1712" y="3288"/>
                  <a:ext cx="24" cy="1"/>
                </a:xfrm>
                <a:prstGeom prst="line">
                  <a:avLst/>
                </a:prstGeom>
                <a:grpFill/>
                <a:ln w="12700">
                  <a:solidFill>
                    <a:schemeClr val="bg1">
                      <a:lumMod val="65000"/>
                    </a:schemeClr>
                  </a:solidFill>
                  <a:round/>
                  <a:headEnd/>
                  <a:tailEnd/>
                </a:ln>
              </p:spPr>
              <p:txBody>
                <a:bodyPr/>
                <a:lstStyle/>
                <a:p>
                  <a:endParaRPr lang="en-US"/>
                </a:p>
              </p:txBody>
            </p:sp>
            <p:sp>
              <p:nvSpPr>
                <p:cNvPr id="104260" name="Line 512"/>
                <p:cNvSpPr>
                  <a:spLocks noChangeShapeType="1"/>
                </p:cNvSpPr>
                <p:nvPr/>
              </p:nvSpPr>
              <p:spPr bwMode="auto">
                <a:xfrm>
                  <a:off x="1768" y="3288"/>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41" name="Group 513"/>
            <p:cNvGrpSpPr>
              <a:grpSpLocks/>
            </p:cNvGrpSpPr>
            <p:nvPr/>
          </p:nvGrpSpPr>
          <p:grpSpPr bwMode="auto">
            <a:xfrm>
              <a:off x="1944" y="3256"/>
              <a:ext cx="423" cy="56"/>
              <a:chOff x="1944" y="3256"/>
              <a:chExt cx="423" cy="56"/>
            </a:xfrm>
            <a:grpFill/>
          </p:grpSpPr>
          <p:sp>
            <p:nvSpPr>
              <p:cNvPr id="104245" name="Freeform 514"/>
              <p:cNvSpPr>
                <a:spLocks/>
              </p:cNvSpPr>
              <p:nvPr/>
            </p:nvSpPr>
            <p:spPr bwMode="auto">
              <a:xfrm>
                <a:off x="2255" y="325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4246" name="Group 515"/>
              <p:cNvGrpSpPr>
                <a:grpSpLocks/>
              </p:cNvGrpSpPr>
              <p:nvPr/>
            </p:nvGrpSpPr>
            <p:grpSpPr bwMode="auto">
              <a:xfrm>
                <a:off x="1944" y="3288"/>
                <a:ext cx="303" cy="1"/>
                <a:chOff x="1944" y="3288"/>
                <a:chExt cx="303" cy="1"/>
              </a:xfrm>
              <a:grpFill/>
            </p:grpSpPr>
            <p:sp>
              <p:nvSpPr>
                <p:cNvPr id="104247" name="Line 516"/>
                <p:cNvSpPr>
                  <a:spLocks noChangeShapeType="1"/>
                </p:cNvSpPr>
                <p:nvPr/>
              </p:nvSpPr>
              <p:spPr bwMode="auto">
                <a:xfrm>
                  <a:off x="1944" y="3288"/>
                  <a:ext cx="24" cy="1"/>
                </a:xfrm>
                <a:prstGeom prst="line">
                  <a:avLst/>
                </a:prstGeom>
                <a:grpFill/>
                <a:ln w="12700">
                  <a:solidFill>
                    <a:schemeClr val="bg1">
                      <a:lumMod val="65000"/>
                    </a:schemeClr>
                  </a:solidFill>
                  <a:round/>
                  <a:headEnd/>
                  <a:tailEnd/>
                </a:ln>
              </p:spPr>
              <p:txBody>
                <a:bodyPr/>
                <a:lstStyle/>
                <a:p>
                  <a:endParaRPr lang="en-US"/>
                </a:p>
              </p:txBody>
            </p:sp>
            <p:sp>
              <p:nvSpPr>
                <p:cNvPr id="104248" name="Line 517"/>
                <p:cNvSpPr>
                  <a:spLocks noChangeShapeType="1"/>
                </p:cNvSpPr>
                <p:nvPr/>
              </p:nvSpPr>
              <p:spPr bwMode="auto">
                <a:xfrm>
                  <a:off x="2000" y="3288"/>
                  <a:ext cx="23" cy="1"/>
                </a:xfrm>
                <a:prstGeom prst="line">
                  <a:avLst/>
                </a:prstGeom>
                <a:grpFill/>
                <a:ln w="12700">
                  <a:solidFill>
                    <a:schemeClr val="bg1">
                      <a:lumMod val="65000"/>
                    </a:schemeClr>
                  </a:solidFill>
                  <a:round/>
                  <a:headEnd/>
                  <a:tailEnd/>
                </a:ln>
              </p:spPr>
              <p:txBody>
                <a:bodyPr/>
                <a:lstStyle/>
                <a:p>
                  <a:endParaRPr lang="en-US"/>
                </a:p>
              </p:txBody>
            </p:sp>
            <p:sp>
              <p:nvSpPr>
                <p:cNvPr id="104249" name="Line 518"/>
                <p:cNvSpPr>
                  <a:spLocks noChangeShapeType="1"/>
                </p:cNvSpPr>
                <p:nvPr/>
              </p:nvSpPr>
              <p:spPr bwMode="auto">
                <a:xfrm>
                  <a:off x="2055" y="3288"/>
                  <a:ext cx="24" cy="1"/>
                </a:xfrm>
                <a:prstGeom prst="line">
                  <a:avLst/>
                </a:prstGeom>
                <a:grpFill/>
                <a:ln w="12700">
                  <a:solidFill>
                    <a:schemeClr val="bg1">
                      <a:lumMod val="65000"/>
                    </a:schemeClr>
                  </a:solidFill>
                  <a:round/>
                  <a:headEnd/>
                  <a:tailEnd/>
                </a:ln>
              </p:spPr>
              <p:txBody>
                <a:bodyPr/>
                <a:lstStyle/>
                <a:p>
                  <a:endParaRPr lang="en-US"/>
                </a:p>
              </p:txBody>
            </p:sp>
            <p:sp>
              <p:nvSpPr>
                <p:cNvPr id="104250" name="Line 519"/>
                <p:cNvSpPr>
                  <a:spLocks noChangeShapeType="1"/>
                </p:cNvSpPr>
                <p:nvPr/>
              </p:nvSpPr>
              <p:spPr bwMode="auto">
                <a:xfrm>
                  <a:off x="2111" y="3288"/>
                  <a:ext cx="24" cy="1"/>
                </a:xfrm>
                <a:prstGeom prst="line">
                  <a:avLst/>
                </a:prstGeom>
                <a:grpFill/>
                <a:ln w="12700">
                  <a:solidFill>
                    <a:schemeClr val="bg1">
                      <a:lumMod val="65000"/>
                    </a:schemeClr>
                  </a:solidFill>
                  <a:round/>
                  <a:headEnd/>
                  <a:tailEnd/>
                </a:ln>
              </p:spPr>
              <p:txBody>
                <a:bodyPr/>
                <a:lstStyle/>
                <a:p>
                  <a:endParaRPr lang="en-US"/>
                </a:p>
              </p:txBody>
            </p:sp>
            <p:sp>
              <p:nvSpPr>
                <p:cNvPr id="104251" name="Line 520"/>
                <p:cNvSpPr>
                  <a:spLocks noChangeShapeType="1"/>
                </p:cNvSpPr>
                <p:nvPr/>
              </p:nvSpPr>
              <p:spPr bwMode="auto">
                <a:xfrm>
                  <a:off x="2167" y="3288"/>
                  <a:ext cx="24" cy="1"/>
                </a:xfrm>
                <a:prstGeom prst="line">
                  <a:avLst/>
                </a:prstGeom>
                <a:grpFill/>
                <a:ln w="12700">
                  <a:solidFill>
                    <a:schemeClr val="bg1">
                      <a:lumMod val="65000"/>
                    </a:schemeClr>
                  </a:solidFill>
                  <a:round/>
                  <a:headEnd/>
                  <a:tailEnd/>
                </a:ln>
              </p:spPr>
              <p:txBody>
                <a:bodyPr/>
                <a:lstStyle/>
                <a:p>
                  <a:endParaRPr lang="en-US"/>
                </a:p>
              </p:txBody>
            </p:sp>
            <p:sp>
              <p:nvSpPr>
                <p:cNvPr id="104252" name="Line 521"/>
                <p:cNvSpPr>
                  <a:spLocks noChangeShapeType="1"/>
                </p:cNvSpPr>
                <p:nvPr/>
              </p:nvSpPr>
              <p:spPr bwMode="auto">
                <a:xfrm>
                  <a:off x="2223" y="3288"/>
                  <a:ext cx="24"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42" name="Group 522"/>
            <p:cNvGrpSpPr>
              <a:grpSpLocks/>
            </p:cNvGrpSpPr>
            <p:nvPr/>
          </p:nvGrpSpPr>
          <p:grpSpPr bwMode="auto">
            <a:xfrm>
              <a:off x="2415" y="3256"/>
              <a:ext cx="415" cy="56"/>
              <a:chOff x="2415" y="3256"/>
              <a:chExt cx="415" cy="56"/>
            </a:xfrm>
            <a:grpFill/>
          </p:grpSpPr>
          <p:sp>
            <p:nvSpPr>
              <p:cNvPr id="104237" name="Freeform 523"/>
              <p:cNvSpPr>
                <a:spLocks/>
              </p:cNvSpPr>
              <p:nvPr/>
            </p:nvSpPr>
            <p:spPr bwMode="auto">
              <a:xfrm>
                <a:off x="2718" y="325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4238" name="Group 524"/>
              <p:cNvGrpSpPr>
                <a:grpSpLocks/>
              </p:cNvGrpSpPr>
              <p:nvPr/>
            </p:nvGrpSpPr>
            <p:grpSpPr bwMode="auto">
              <a:xfrm>
                <a:off x="2415" y="3288"/>
                <a:ext cx="295" cy="1"/>
                <a:chOff x="2415" y="3288"/>
                <a:chExt cx="295" cy="1"/>
              </a:xfrm>
              <a:grpFill/>
            </p:grpSpPr>
            <p:sp>
              <p:nvSpPr>
                <p:cNvPr id="104239" name="Line 525"/>
                <p:cNvSpPr>
                  <a:spLocks noChangeShapeType="1"/>
                </p:cNvSpPr>
                <p:nvPr/>
              </p:nvSpPr>
              <p:spPr bwMode="auto">
                <a:xfrm>
                  <a:off x="2415" y="3288"/>
                  <a:ext cx="24" cy="1"/>
                </a:xfrm>
                <a:prstGeom prst="line">
                  <a:avLst/>
                </a:prstGeom>
                <a:grpFill/>
                <a:ln w="12700">
                  <a:solidFill>
                    <a:schemeClr val="bg1">
                      <a:lumMod val="65000"/>
                    </a:schemeClr>
                  </a:solidFill>
                  <a:round/>
                  <a:headEnd/>
                  <a:tailEnd/>
                </a:ln>
              </p:spPr>
              <p:txBody>
                <a:bodyPr/>
                <a:lstStyle/>
                <a:p>
                  <a:endParaRPr lang="en-US"/>
                </a:p>
              </p:txBody>
            </p:sp>
            <p:sp>
              <p:nvSpPr>
                <p:cNvPr id="104240" name="Line 526"/>
                <p:cNvSpPr>
                  <a:spLocks noChangeShapeType="1"/>
                </p:cNvSpPr>
                <p:nvPr/>
              </p:nvSpPr>
              <p:spPr bwMode="auto">
                <a:xfrm>
                  <a:off x="2471" y="3288"/>
                  <a:ext cx="24" cy="1"/>
                </a:xfrm>
                <a:prstGeom prst="line">
                  <a:avLst/>
                </a:prstGeom>
                <a:grpFill/>
                <a:ln w="12700">
                  <a:solidFill>
                    <a:schemeClr val="bg1">
                      <a:lumMod val="65000"/>
                    </a:schemeClr>
                  </a:solidFill>
                  <a:round/>
                  <a:headEnd/>
                  <a:tailEnd/>
                </a:ln>
              </p:spPr>
              <p:txBody>
                <a:bodyPr/>
                <a:lstStyle/>
                <a:p>
                  <a:endParaRPr lang="en-US"/>
                </a:p>
              </p:txBody>
            </p:sp>
            <p:sp>
              <p:nvSpPr>
                <p:cNvPr id="104241" name="Line 527"/>
                <p:cNvSpPr>
                  <a:spLocks noChangeShapeType="1"/>
                </p:cNvSpPr>
                <p:nvPr/>
              </p:nvSpPr>
              <p:spPr bwMode="auto">
                <a:xfrm>
                  <a:off x="2526" y="3288"/>
                  <a:ext cx="24" cy="1"/>
                </a:xfrm>
                <a:prstGeom prst="line">
                  <a:avLst/>
                </a:prstGeom>
                <a:grpFill/>
                <a:ln w="12700">
                  <a:solidFill>
                    <a:schemeClr val="bg1">
                      <a:lumMod val="65000"/>
                    </a:schemeClr>
                  </a:solidFill>
                  <a:round/>
                  <a:headEnd/>
                  <a:tailEnd/>
                </a:ln>
              </p:spPr>
              <p:txBody>
                <a:bodyPr/>
                <a:lstStyle/>
                <a:p>
                  <a:endParaRPr lang="en-US"/>
                </a:p>
              </p:txBody>
            </p:sp>
            <p:sp>
              <p:nvSpPr>
                <p:cNvPr id="104242" name="Line 528"/>
                <p:cNvSpPr>
                  <a:spLocks noChangeShapeType="1"/>
                </p:cNvSpPr>
                <p:nvPr/>
              </p:nvSpPr>
              <p:spPr bwMode="auto">
                <a:xfrm>
                  <a:off x="2582" y="3288"/>
                  <a:ext cx="24" cy="1"/>
                </a:xfrm>
                <a:prstGeom prst="line">
                  <a:avLst/>
                </a:prstGeom>
                <a:grpFill/>
                <a:ln w="12700">
                  <a:solidFill>
                    <a:schemeClr val="bg1">
                      <a:lumMod val="65000"/>
                    </a:schemeClr>
                  </a:solidFill>
                  <a:round/>
                  <a:headEnd/>
                  <a:tailEnd/>
                </a:ln>
              </p:spPr>
              <p:txBody>
                <a:bodyPr/>
                <a:lstStyle/>
                <a:p>
                  <a:endParaRPr lang="en-US"/>
                </a:p>
              </p:txBody>
            </p:sp>
            <p:sp>
              <p:nvSpPr>
                <p:cNvPr id="104243" name="Line 529"/>
                <p:cNvSpPr>
                  <a:spLocks noChangeShapeType="1"/>
                </p:cNvSpPr>
                <p:nvPr/>
              </p:nvSpPr>
              <p:spPr bwMode="auto">
                <a:xfrm>
                  <a:off x="2638" y="3288"/>
                  <a:ext cx="24" cy="1"/>
                </a:xfrm>
                <a:prstGeom prst="line">
                  <a:avLst/>
                </a:prstGeom>
                <a:grpFill/>
                <a:ln w="12700">
                  <a:solidFill>
                    <a:schemeClr val="bg1">
                      <a:lumMod val="65000"/>
                    </a:schemeClr>
                  </a:solidFill>
                  <a:round/>
                  <a:headEnd/>
                  <a:tailEnd/>
                </a:ln>
              </p:spPr>
              <p:txBody>
                <a:bodyPr/>
                <a:lstStyle/>
                <a:p>
                  <a:endParaRPr lang="en-US"/>
                </a:p>
              </p:txBody>
            </p:sp>
            <p:sp>
              <p:nvSpPr>
                <p:cNvPr id="104244" name="Line 530"/>
                <p:cNvSpPr>
                  <a:spLocks noChangeShapeType="1"/>
                </p:cNvSpPr>
                <p:nvPr/>
              </p:nvSpPr>
              <p:spPr bwMode="auto">
                <a:xfrm>
                  <a:off x="2694" y="3288"/>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43" name="Group 531"/>
            <p:cNvGrpSpPr>
              <a:grpSpLocks/>
            </p:cNvGrpSpPr>
            <p:nvPr/>
          </p:nvGrpSpPr>
          <p:grpSpPr bwMode="auto">
            <a:xfrm>
              <a:off x="1489" y="3567"/>
              <a:ext cx="423" cy="56"/>
              <a:chOff x="1489" y="3567"/>
              <a:chExt cx="423" cy="56"/>
            </a:xfrm>
            <a:grpFill/>
          </p:grpSpPr>
          <p:sp>
            <p:nvSpPr>
              <p:cNvPr id="104229" name="Freeform 532"/>
              <p:cNvSpPr>
                <a:spLocks/>
              </p:cNvSpPr>
              <p:nvPr/>
            </p:nvSpPr>
            <p:spPr bwMode="auto">
              <a:xfrm>
                <a:off x="1800"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lumMod val="65000"/>
                  </a:schemeClr>
                </a:solidFill>
                <a:round/>
                <a:headEnd/>
                <a:tailEnd/>
              </a:ln>
            </p:spPr>
            <p:txBody>
              <a:bodyPr/>
              <a:lstStyle/>
              <a:p>
                <a:endParaRPr lang="en-US"/>
              </a:p>
            </p:txBody>
          </p:sp>
          <p:grpSp>
            <p:nvGrpSpPr>
              <p:cNvPr id="104230" name="Group 533"/>
              <p:cNvGrpSpPr>
                <a:grpSpLocks/>
              </p:cNvGrpSpPr>
              <p:nvPr/>
            </p:nvGrpSpPr>
            <p:grpSpPr bwMode="auto">
              <a:xfrm>
                <a:off x="1489" y="3591"/>
                <a:ext cx="303" cy="1"/>
                <a:chOff x="1489" y="3591"/>
                <a:chExt cx="303" cy="1"/>
              </a:xfrm>
              <a:grpFill/>
            </p:grpSpPr>
            <p:sp>
              <p:nvSpPr>
                <p:cNvPr id="104231" name="Line 534"/>
                <p:cNvSpPr>
                  <a:spLocks noChangeShapeType="1"/>
                </p:cNvSpPr>
                <p:nvPr/>
              </p:nvSpPr>
              <p:spPr bwMode="auto">
                <a:xfrm>
                  <a:off x="1489" y="3591"/>
                  <a:ext cx="24" cy="1"/>
                </a:xfrm>
                <a:prstGeom prst="line">
                  <a:avLst/>
                </a:prstGeom>
                <a:grpFill/>
                <a:ln w="12700">
                  <a:solidFill>
                    <a:schemeClr val="bg1">
                      <a:lumMod val="65000"/>
                    </a:schemeClr>
                  </a:solidFill>
                  <a:round/>
                  <a:headEnd/>
                  <a:tailEnd/>
                </a:ln>
              </p:spPr>
              <p:txBody>
                <a:bodyPr/>
                <a:lstStyle/>
                <a:p>
                  <a:endParaRPr lang="en-US"/>
                </a:p>
              </p:txBody>
            </p:sp>
            <p:sp>
              <p:nvSpPr>
                <p:cNvPr id="104232" name="Line 535"/>
                <p:cNvSpPr>
                  <a:spLocks noChangeShapeType="1"/>
                </p:cNvSpPr>
                <p:nvPr/>
              </p:nvSpPr>
              <p:spPr bwMode="auto">
                <a:xfrm>
                  <a:off x="1544" y="3591"/>
                  <a:ext cx="24" cy="1"/>
                </a:xfrm>
                <a:prstGeom prst="line">
                  <a:avLst/>
                </a:prstGeom>
                <a:grpFill/>
                <a:ln w="12700">
                  <a:solidFill>
                    <a:schemeClr val="bg1">
                      <a:lumMod val="65000"/>
                    </a:schemeClr>
                  </a:solidFill>
                  <a:round/>
                  <a:headEnd/>
                  <a:tailEnd/>
                </a:ln>
              </p:spPr>
              <p:txBody>
                <a:bodyPr/>
                <a:lstStyle/>
                <a:p>
                  <a:endParaRPr lang="en-US"/>
                </a:p>
              </p:txBody>
            </p:sp>
            <p:sp>
              <p:nvSpPr>
                <p:cNvPr id="104233" name="Line 536"/>
                <p:cNvSpPr>
                  <a:spLocks noChangeShapeType="1"/>
                </p:cNvSpPr>
                <p:nvPr/>
              </p:nvSpPr>
              <p:spPr bwMode="auto">
                <a:xfrm>
                  <a:off x="1600" y="3591"/>
                  <a:ext cx="24" cy="1"/>
                </a:xfrm>
                <a:prstGeom prst="line">
                  <a:avLst/>
                </a:prstGeom>
                <a:grpFill/>
                <a:ln w="12700">
                  <a:solidFill>
                    <a:schemeClr val="bg1">
                      <a:lumMod val="65000"/>
                    </a:schemeClr>
                  </a:solidFill>
                  <a:round/>
                  <a:headEnd/>
                  <a:tailEnd/>
                </a:ln>
              </p:spPr>
              <p:txBody>
                <a:bodyPr/>
                <a:lstStyle/>
                <a:p>
                  <a:endParaRPr lang="en-US"/>
                </a:p>
              </p:txBody>
            </p:sp>
            <p:sp>
              <p:nvSpPr>
                <p:cNvPr id="104234" name="Line 537"/>
                <p:cNvSpPr>
                  <a:spLocks noChangeShapeType="1"/>
                </p:cNvSpPr>
                <p:nvPr/>
              </p:nvSpPr>
              <p:spPr bwMode="auto">
                <a:xfrm>
                  <a:off x="1656" y="3591"/>
                  <a:ext cx="24" cy="1"/>
                </a:xfrm>
                <a:prstGeom prst="line">
                  <a:avLst/>
                </a:prstGeom>
                <a:grpFill/>
                <a:ln w="12700">
                  <a:solidFill>
                    <a:schemeClr val="bg1">
                      <a:lumMod val="65000"/>
                    </a:schemeClr>
                  </a:solidFill>
                  <a:round/>
                  <a:headEnd/>
                  <a:tailEnd/>
                </a:ln>
              </p:spPr>
              <p:txBody>
                <a:bodyPr/>
                <a:lstStyle/>
                <a:p>
                  <a:endParaRPr lang="en-US"/>
                </a:p>
              </p:txBody>
            </p:sp>
            <p:sp>
              <p:nvSpPr>
                <p:cNvPr id="104235" name="Line 538"/>
                <p:cNvSpPr>
                  <a:spLocks noChangeShapeType="1"/>
                </p:cNvSpPr>
                <p:nvPr/>
              </p:nvSpPr>
              <p:spPr bwMode="auto">
                <a:xfrm>
                  <a:off x="1712" y="3591"/>
                  <a:ext cx="24" cy="1"/>
                </a:xfrm>
                <a:prstGeom prst="line">
                  <a:avLst/>
                </a:prstGeom>
                <a:grpFill/>
                <a:ln w="12700">
                  <a:solidFill>
                    <a:schemeClr val="bg1">
                      <a:lumMod val="65000"/>
                    </a:schemeClr>
                  </a:solidFill>
                  <a:round/>
                  <a:headEnd/>
                  <a:tailEnd/>
                </a:ln>
              </p:spPr>
              <p:txBody>
                <a:bodyPr/>
                <a:lstStyle/>
                <a:p>
                  <a:endParaRPr lang="en-US"/>
                </a:p>
              </p:txBody>
            </p:sp>
            <p:sp>
              <p:nvSpPr>
                <p:cNvPr id="104236" name="Line 539"/>
                <p:cNvSpPr>
                  <a:spLocks noChangeShapeType="1"/>
                </p:cNvSpPr>
                <p:nvPr/>
              </p:nvSpPr>
              <p:spPr bwMode="auto">
                <a:xfrm>
                  <a:off x="1768" y="3591"/>
                  <a:ext cx="24"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44" name="Group 540"/>
            <p:cNvGrpSpPr>
              <a:grpSpLocks/>
            </p:cNvGrpSpPr>
            <p:nvPr/>
          </p:nvGrpSpPr>
          <p:grpSpPr bwMode="auto">
            <a:xfrm>
              <a:off x="1952" y="3567"/>
              <a:ext cx="415" cy="56"/>
              <a:chOff x="1952" y="3567"/>
              <a:chExt cx="415" cy="56"/>
            </a:xfrm>
            <a:grpFill/>
          </p:grpSpPr>
          <p:sp>
            <p:nvSpPr>
              <p:cNvPr id="104221" name="Freeform 541"/>
              <p:cNvSpPr>
                <a:spLocks/>
              </p:cNvSpPr>
              <p:nvPr/>
            </p:nvSpPr>
            <p:spPr bwMode="auto">
              <a:xfrm>
                <a:off x="2255"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lumMod val="65000"/>
                  </a:schemeClr>
                </a:solidFill>
                <a:round/>
                <a:headEnd/>
                <a:tailEnd/>
              </a:ln>
            </p:spPr>
            <p:txBody>
              <a:bodyPr/>
              <a:lstStyle/>
              <a:p>
                <a:endParaRPr lang="en-US"/>
              </a:p>
            </p:txBody>
          </p:sp>
          <p:grpSp>
            <p:nvGrpSpPr>
              <p:cNvPr id="104222" name="Group 542"/>
              <p:cNvGrpSpPr>
                <a:grpSpLocks/>
              </p:cNvGrpSpPr>
              <p:nvPr/>
            </p:nvGrpSpPr>
            <p:grpSpPr bwMode="auto">
              <a:xfrm>
                <a:off x="1952" y="3591"/>
                <a:ext cx="295" cy="1"/>
                <a:chOff x="1952" y="3591"/>
                <a:chExt cx="295" cy="1"/>
              </a:xfrm>
              <a:grpFill/>
            </p:grpSpPr>
            <p:sp>
              <p:nvSpPr>
                <p:cNvPr id="104223" name="Line 543"/>
                <p:cNvSpPr>
                  <a:spLocks noChangeShapeType="1"/>
                </p:cNvSpPr>
                <p:nvPr/>
              </p:nvSpPr>
              <p:spPr bwMode="auto">
                <a:xfrm>
                  <a:off x="1952" y="3591"/>
                  <a:ext cx="24" cy="1"/>
                </a:xfrm>
                <a:prstGeom prst="line">
                  <a:avLst/>
                </a:prstGeom>
                <a:grpFill/>
                <a:ln w="12700">
                  <a:solidFill>
                    <a:schemeClr val="bg1">
                      <a:lumMod val="65000"/>
                    </a:schemeClr>
                  </a:solidFill>
                  <a:round/>
                  <a:headEnd/>
                  <a:tailEnd/>
                </a:ln>
              </p:spPr>
              <p:txBody>
                <a:bodyPr/>
                <a:lstStyle/>
                <a:p>
                  <a:endParaRPr lang="en-US"/>
                </a:p>
              </p:txBody>
            </p:sp>
            <p:sp>
              <p:nvSpPr>
                <p:cNvPr id="104224" name="Line 544"/>
                <p:cNvSpPr>
                  <a:spLocks noChangeShapeType="1"/>
                </p:cNvSpPr>
                <p:nvPr/>
              </p:nvSpPr>
              <p:spPr bwMode="auto">
                <a:xfrm>
                  <a:off x="2008" y="3591"/>
                  <a:ext cx="23" cy="1"/>
                </a:xfrm>
                <a:prstGeom prst="line">
                  <a:avLst/>
                </a:prstGeom>
                <a:grpFill/>
                <a:ln w="12700">
                  <a:solidFill>
                    <a:schemeClr val="bg1">
                      <a:lumMod val="65000"/>
                    </a:schemeClr>
                  </a:solidFill>
                  <a:round/>
                  <a:headEnd/>
                  <a:tailEnd/>
                </a:ln>
              </p:spPr>
              <p:txBody>
                <a:bodyPr/>
                <a:lstStyle/>
                <a:p>
                  <a:endParaRPr lang="en-US"/>
                </a:p>
              </p:txBody>
            </p:sp>
            <p:sp>
              <p:nvSpPr>
                <p:cNvPr id="104225" name="Line 545"/>
                <p:cNvSpPr>
                  <a:spLocks noChangeShapeType="1"/>
                </p:cNvSpPr>
                <p:nvPr/>
              </p:nvSpPr>
              <p:spPr bwMode="auto">
                <a:xfrm>
                  <a:off x="2063" y="3591"/>
                  <a:ext cx="24" cy="1"/>
                </a:xfrm>
                <a:prstGeom prst="line">
                  <a:avLst/>
                </a:prstGeom>
                <a:grpFill/>
                <a:ln w="12700">
                  <a:solidFill>
                    <a:schemeClr val="bg1">
                      <a:lumMod val="65000"/>
                    </a:schemeClr>
                  </a:solidFill>
                  <a:round/>
                  <a:headEnd/>
                  <a:tailEnd/>
                </a:ln>
              </p:spPr>
              <p:txBody>
                <a:bodyPr/>
                <a:lstStyle/>
                <a:p>
                  <a:endParaRPr lang="en-US"/>
                </a:p>
              </p:txBody>
            </p:sp>
            <p:sp>
              <p:nvSpPr>
                <p:cNvPr id="104226" name="Line 546"/>
                <p:cNvSpPr>
                  <a:spLocks noChangeShapeType="1"/>
                </p:cNvSpPr>
                <p:nvPr/>
              </p:nvSpPr>
              <p:spPr bwMode="auto">
                <a:xfrm>
                  <a:off x="2119" y="3591"/>
                  <a:ext cx="24" cy="1"/>
                </a:xfrm>
                <a:prstGeom prst="line">
                  <a:avLst/>
                </a:prstGeom>
                <a:grpFill/>
                <a:ln w="12700">
                  <a:solidFill>
                    <a:schemeClr val="bg1">
                      <a:lumMod val="65000"/>
                    </a:schemeClr>
                  </a:solidFill>
                  <a:round/>
                  <a:headEnd/>
                  <a:tailEnd/>
                </a:ln>
              </p:spPr>
              <p:txBody>
                <a:bodyPr/>
                <a:lstStyle/>
                <a:p>
                  <a:endParaRPr lang="en-US"/>
                </a:p>
              </p:txBody>
            </p:sp>
            <p:sp>
              <p:nvSpPr>
                <p:cNvPr id="104227" name="Line 547"/>
                <p:cNvSpPr>
                  <a:spLocks noChangeShapeType="1"/>
                </p:cNvSpPr>
                <p:nvPr/>
              </p:nvSpPr>
              <p:spPr bwMode="auto">
                <a:xfrm>
                  <a:off x="2175" y="3591"/>
                  <a:ext cx="24" cy="1"/>
                </a:xfrm>
                <a:prstGeom prst="line">
                  <a:avLst/>
                </a:prstGeom>
                <a:grpFill/>
                <a:ln w="12700">
                  <a:solidFill>
                    <a:schemeClr val="bg1">
                      <a:lumMod val="65000"/>
                    </a:schemeClr>
                  </a:solidFill>
                  <a:round/>
                  <a:headEnd/>
                  <a:tailEnd/>
                </a:ln>
              </p:spPr>
              <p:txBody>
                <a:bodyPr/>
                <a:lstStyle/>
                <a:p>
                  <a:endParaRPr lang="en-US"/>
                </a:p>
              </p:txBody>
            </p:sp>
            <p:sp>
              <p:nvSpPr>
                <p:cNvPr id="104228" name="Line 548"/>
                <p:cNvSpPr>
                  <a:spLocks noChangeShapeType="1"/>
                </p:cNvSpPr>
                <p:nvPr/>
              </p:nvSpPr>
              <p:spPr bwMode="auto">
                <a:xfrm>
                  <a:off x="2231" y="3591"/>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45" name="Group 549"/>
            <p:cNvGrpSpPr>
              <a:grpSpLocks/>
            </p:cNvGrpSpPr>
            <p:nvPr/>
          </p:nvGrpSpPr>
          <p:grpSpPr bwMode="auto">
            <a:xfrm>
              <a:off x="2407" y="3567"/>
              <a:ext cx="415" cy="56"/>
              <a:chOff x="2407" y="3567"/>
              <a:chExt cx="415" cy="56"/>
            </a:xfrm>
            <a:grpFill/>
          </p:grpSpPr>
          <p:sp>
            <p:nvSpPr>
              <p:cNvPr id="104213" name="Freeform 550"/>
              <p:cNvSpPr>
                <a:spLocks/>
              </p:cNvSpPr>
              <p:nvPr/>
            </p:nvSpPr>
            <p:spPr bwMode="auto">
              <a:xfrm>
                <a:off x="2710"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lumMod val="65000"/>
                  </a:schemeClr>
                </a:solidFill>
                <a:round/>
                <a:headEnd/>
                <a:tailEnd/>
              </a:ln>
            </p:spPr>
            <p:txBody>
              <a:bodyPr/>
              <a:lstStyle/>
              <a:p>
                <a:endParaRPr lang="en-US"/>
              </a:p>
            </p:txBody>
          </p:sp>
          <p:grpSp>
            <p:nvGrpSpPr>
              <p:cNvPr id="104214" name="Group 551"/>
              <p:cNvGrpSpPr>
                <a:grpSpLocks/>
              </p:cNvGrpSpPr>
              <p:nvPr/>
            </p:nvGrpSpPr>
            <p:grpSpPr bwMode="auto">
              <a:xfrm>
                <a:off x="2407" y="3591"/>
                <a:ext cx="295" cy="1"/>
                <a:chOff x="2407" y="3591"/>
                <a:chExt cx="295" cy="1"/>
              </a:xfrm>
              <a:grpFill/>
            </p:grpSpPr>
            <p:sp>
              <p:nvSpPr>
                <p:cNvPr id="104215" name="Line 552"/>
                <p:cNvSpPr>
                  <a:spLocks noChangeShapeType="1"/>
                </p:cNvSpPr>
                <p:nvPr/>
              </p:nvSpPr>
              <p:spPr bwMode="auto">
                <a:xfrm>
                  <a:off x="2407" y="3591"/>
                  <a:ext cx="24" cy="1"/>
                </a:xfrm>
                <a:prstGeom prst="line">
                  <a:avLst/>
                </a:prstGeom>
                <a:grpFill/>
                <a:ln w="12700">
                  <a:solidFill>
                    <a:schemeClr val="bg1">
                      <a:lumMod val="65000"/>
                    </a:schemeClr>
                  </a:solidFill>
                  <a:round/>
                  <a:headEnd/>
                  <a:tailEnd/>
                </a:ln>
              </p:spPr>
              <p:txBody>
                <a:bodyPr/>
                <a:lstStyle/>
                <a:p>
                  <a:endParaRPr lang="en-US"/>
                </a:p>
              </p:txBody>
            </p:sp>
            <p:sp>
              <p:nvSpPr>
                <p:cNvPr id="104216" name="Line 553"/>
                <p:cNvSpPr>
                  <a:spLocks noChangeShapeType="1"/>
                </p:cNvSpPr>
                <p:nvPr/>
              </p:nvSpPr>
              <p:spPr bwMode="auto">
                <a:xfrm>
                  <a:off x="2463" y="3591"/>
                  <a:ext cx="24" cy="1"/>
                </a:xfrm>
                <a:prstGeom prst="line">
                  <a:avLst/>
                </a:prstGeom>
                <a:grpFill/>
                <a:ln w="12700">
                  <a:solidFill>
                    <a:schemeClr val="bg1">
                      <a:lumMod val="65000"/>
                    </a:schemeClr>
                  </a:solidFill>
                  <a:round/>
                  <a:headEnd/>
                  <a:tailEnd/>
                </a:ln>
              </p:spPr>
              <p:txBody>
                <a:bodyPr/>
                <a:lstStyle/>
                <a:p>
                  <a:endParaRPr lang="en-US"/>
                </a:p>
              </p:txBody>
            </p:sp>
            <p:sp>
              <p:nvSpPr>
                <p:cNvPr id="104217" name="Line 554"/>
                <p:cNvSpPr>
                  <a:spLocks noChangeShapeType="1"/>
                </p:cNvSpPr>
                <p:nvPr/>
              </p:nvSpPr>
              <p:spPr bwMode="auto">
                <a:xfrm>
                  <a:off x="2518" y="3591"/>
                  <a:ext cx="24" cy="1"/>
                </a:xfrm>
                <a:prstGeom prst="line">
                  <a:avLst/>
                </a:prstGeom>
                <a:grpFill/>
                <a:ln w="12700">
                  <a:solidFill>
                    <a:schemeClr val="bg1">
                      <a:lumMod val="65000"/>
                    </a:schemeClr>
                  </a:solidFill>
                  <a:round/>
                  <a:headEnd/>
                  <a:tailEnd/>
                </a:ln>
              </p:spPr>
              <p:txBody>
                <a:bodyPr/>
                <a:lstStyle/>
                <a:p>
                  <a:endParaRPr lang="en-US"/>
                </a:p>
              </p:txBody>
            </p:sp>
            <p:sp>
              <p:nvSpPr>
                <p:cNvPr id="104218" name="Line 555"/>
                <p:cNvSpPr>
                  <a:spLocks noChangeShapeType="1"/>
                </p:cNvSpPr>
                <p:nvPr/>
              </p:nvSpPr>
              <p:spPr bwMode="auto">
                <a:xfrm>
                  <a:off x="2574" y="3591"/>
                  <a:ext cx="24" cy="1"/>
                </a:xfrm>
                <a:prstGeom prst="line">
                  <a:avLst/>
                </a:prstGeom>
                <a:grpFill/>
                <a:ln w="12700">
                  <a:solidFill>
                    <a:schemeClr val="bg1">
                      <a:lumMod val="65000"/>
                    </a:schemeClr>
                  </a:solidFill>
                  <a:round/>
                  <a:headEnd/>
                  <a:tailEnd/>
                </a:ln>
              </p:spPr>
              <p:txBody>
                <a:bodyPr/>
                <a:lstStyle/>
                <a:p>
                  <a:endParaRPr lang="en-US"/>
                </a:p>
              </p:txBody>
            </p:sp>
            <p:sp>
              <p:nvSpPr>
                <p:cNvPr id="104219" name="Line 556"/>
                <p:cNvSpPr>
                  <a:spLocks noChangeShapeType="1"/>
                </p:cNvSpPr>
                <p:nvPr/>
              </p:nvSpPr>
              <p:spPr bwMode="auto">
                <a:xfrm>
                  <a:off x="2630" y="3591"/>
                  <a:ext cx="24" cy="1"/>
                </a:xfrm>
                <a:prstGeom prst="line">
                  <a:avLst/>
                </a:prstGeom>
                <a:grpFill/>
                <a:ln w="12700">
                  <a:solidFill>
                    <a:schemeClr val="bg1">
                      <a:lumMod val="65000"/>
                    </a:schemeClr>
                  </a:solidFill>
                  <a:round/>
                  <a:headEnd/>
                  <a:tailEnd/>
                </a:ln>
              </p:spPr>
              <p:txBody>
                <a:bodyPr/>
                <a:lstStyle/>
                <a:p>
                  <a:endParaRPr lang="en-US"/>
                </a:p>
              </p:txBody>
            </p:sp>
            <p:sp>
              <p:nvSpPr>
                <p:cNvPr id="104220" name="Line 557"/>
                <p:cNvSpPr>
                  <a:spLocks noChangeShapeType="1"/>
                </p:cNvSpPr>
                <p:nvPr/>
              </p:nvSpPr>
              <p:spPr bwMode="auto">
                <a:xfrm>
                  <a:off x="2686" y="3591"/>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46" name="Group 558"/>
            <p:cNvGrpSpPr>
              <a:grpSpLocks/>
            </p:cNvGrpSpPr>
            <p:nvPr/>
          </p:nvGrpSpPr>
          <p:grpSpPr bwMode="auto">
            <a:xfrm>
              <a:off x="1952" y="2376"/>
              <a:ext cx="886" cy="290"/>
              <a:chOff x="1952" y="2376"/>
              <a:chExt cx="886" cy="290"/>
            </a:xfrm>
            <a:grpFill/>
          </p:grpSpPr>
          <p:sp>
            <p:nvSpPr>
              <p:cNvPr id="104211" name="Freeform 559"/>
              <p:cNvSpPr>
                <a:spLocks/>
              </p:cNvSpPr>
              <p:nvPr/>
            </p:nvSpPr>
            <p:spPr bwMode="auto">
              <a:xfrm>
                <a:off x="2702" y="2586"/>
                <a:ext cx="136" cy="80"/>
              </a:xfrm>
              <a:custGeom>
                <a:avLst/>
                <a:gdLst>
                  <a:gd name="T0" fmla="*/ 136 w 136"/>
                  <a:gd name="T1" fmla="*/ 80 h 80"/>
                  <a:gd name="T2" fmla="*/ 0 w 136"/>
                  <a:gd name="T3" fmla="*/ 64 h 80"/>
                  <a:gd name="T4" fmla="*/ 8 w 136"/>
                  <a:gd name="T5" fmla="*/ 32 h 80"/>
                  <a:gd name="T6" fmla="*/ 16 w 136"/>
                  <a:gd name="T7" fmla="*/ 0 h 80"/>
                  <a:gd name="T8" fmla="*/ 136 w 136"/>
                  <a:gd name="T9" fmla="*/ 80 h 80"/>
                  <a:gd name="T10" fmla="*/ 0 60000 65536"/>
                  <a:gd name="T11" fmla="*/ 0 60000 65536"/>
                  <a:gd name="T12" fmla="*/ 0 60000 65536"/>
                  <a:gd name="T13" fmla="*/ 0 60000 65536"/>
                  <a:gd name="T14" fmla="*/ 0 60000 65536"/>
                  <a:gd name="T15" fmla="*/ 0 w 136"/>
                  <a:gd name="T16" fmla="*/ 0 h 80"/>
                  <a:gd name="T17" fmla="*/ 136 w 136"/>
                  <a:gd name="T18" fmla="*/ 80 h 80"/>
                </a:gdLst>
                <a:ahLst/>
                <a:cxnLst>
                  <a:cxn ang="T10">
                    <a:pos x="T0" y="T1"/>
                  </a:cxn>
                  <a:cxn ang="T11">
                    <a:pos x="T2" y="T3"/>
                  </a:cxn>
                  <a:cxn ang="T12">
                    <a:pos x="T4" y="T5"/>
                  </a:cxn>
                  <a:cxn ang="T13">
                    <a:pos x="T6" y="T7"/>
                  </a:cxn>
                  <a:cxn ang="T14">
                    <a:pos x="T8" y="T9"/>
                  </a:cxn>
                </a:cxnLst>
                <a:rect l="T15" t="T16" r="T17" b="T18"/>
                <a:pathLst>
                  <a:path w="136" h="80">
                    <a:moveTo>
                      <a:pt x="136" y="80"/>
                    </a:moveTo>
                    <a:lnTo>
                      <a:pt x="0" y="64"/>
                    </a:lnTo>
                    <a:lnTo>
                      <a:pt x="8" y="32"/>
                    </a:lnTo>
                    <a:lnTo>
                      <a:pt x="16" y="0"/>
                    </a:lnTo>
                    <a:lnTo>
                      <a:pt x="136" y="80"/>
                    </a:lnTo>
                    <a:close/>
                  </a:path>
                </a:pathLst>
              </a:custGeom>
              <a:grpFill/>
              <a:ln w="9525">
                <a:solidFill>
                  <a:schemeClr val="bg1">
                    <a:lumMod val="65000"/>
                  </a:schemeClr>
                </a:solidFill>
                <a:round/>
                <a:headEnd/>
                <a:tailEnd/>
              </a:ln>
            </p:spPr>
            <p:txBody>
              <a:bodyPr/>
              <a:lstStyle/>
              <a:p>
                <a:endParaRPr lang="en-US"/>
              </a:p>
            </p:txBody>
          </p:sp>
          <p:sp>
            <p:nvSpPr>
              <p:cNvPr id="104212" name="Line 560"/>
              <p:cNvSpPr>
                <a:spLocks noChangeShapeType="1"/>
              </p:cNvSpPr>
              <p:nvPr/>
            </p:nvSpPr>
            <p:spPr bwMode="auto">
              <a:xfrm>
                <a:off x="1952" y="2376"/>
                <a:ext cx="766" cy="244"/>
              </a:xfrm>
              <a:prstGeom prst="line">
                <a:avLst/>
              </a:prstGeom>
              <a:grpFill/>
              <a:ln w="25400">
                <a:solidFill>
                  <a:schemeClr val="bg1">
                    <a:lumMod val="65000"/>
                  </a:schemeClr>
                </a:solidFill>
                <a:round/>
                <a:headEnd/>
                <a:tailEnd/>
              </a:ln>
            </p:spPr>
            <p:txBody>
              <a:bodyPr/>
              <a:lstStyle/>
              <a:p>
                <a:endParaRPr lang="en-US"/>
              </a:p>
            </p:txBody>
          </p:sp>
        </p:grpSp>
        <p:grpSp>
          <p:nvGrpSpPr>
            <p:cNvPr id="103547" name="Group 561"/>
            <p:cNvGrpSpPr>
              <a:grpSpLocks/>
            </p:cNvGrpSpPr>
            <p:nvPr/>
          </p:nvGrpSpPr>
          <p:grpSpPr bwMode="auto">
            <a:xfrm>
              <a:off x="1481" y="2084"/>
              <a:ext cx="1373" cy="1507"/>
              <a:chOff x="1481" y="2084"/>
              <a:chExt cx="1373" cy="1507"/>
            </a:xfrm>
            <a:grpFill/>
          </p:grpSpPr>
          <p:sp>
            <p:nvSpPr>
              <p:cNvPr id="104209" name="Freeform 562"/>
              <p:cNvSpPr>
                <a:spLocks/>
              </p:cNvSpPr>
              <p:nvPr/>
            </p:nvSpPr>
            <p:spPr bwMode="auto">
              <a:xfrm>
                <a:off x="2742" y="2084"/>
                <a:ext cx="112" cy="119"/>
              </a:xfrm>
              <a:custGeom>
                <a:avLst/>
                <a:gdLst>
                  <a:gd name="T0" fmla="*/ 112 w 112"/>
                  <a:gd name="T1" fmla="*/ 0 h 119"/>
                  <a:gd name="T2" fmla="*/ 48 w 112"/>
                  <a:gd name="T3" fmla="*/ 119 h 119"/>
                  <a:gd name="T4" fmla="*/ 24 w 112"/>
                  <a:gd name="T5" fmla="*/ 96 h 119"/>
                  <a:gd name="T6" fmla="*/ 0 w 112"/>
                  <a:gd name="T7" fmla="*/ 72 h 119"/>
                  <a:gd name="T8" fmla="*/ 112 w 112"/>
                  <a:gd name="T9" fmla="*/ 0 h 119"/>
                  <a:gd name="T10" fmla="*/ 0 60000 65536"/>
                  <a:gd name="T11" fmla="*/ 0 60000 65536"/>
                  <a:gd name="T12" fmla="*/ 0 60000 65536"/>
                  <a:gd name="T13" fmla="*/ 0 60000 65536"/>
                  <a:gd name="T14" fmla="*/ 0 60000 65536"/>
                  <a:gd name="T15" fmla="*/ 0 w 112"/>
                  <a:gd name="T16" fmla="*/ 0 h 119"/>
                  <a:gd name="T17" fmla="*/ 112 w 112"/>
                  <a:gd name="T18" fmla="*/ 119 h 119"/>
                </a:gdLst>
                <a:ahLst/>
                <a:cxnLst>
                  <a:cxn ang="T10">
                    <a:pos x="T0" y="T1"/>
                  </a:cxn>
                  <a:cxn ang="T11">
                    <a:pos x="T2" y="T3"/>
                  </a:cxn>
                  <a:cxn ang="T12">
                    <a:pos x="T4" y="T5"/>
                  </a:cxn>
                  <a:cxn ang="T13">
                    <a:pos x="T6" y="T7"/>
                  </a:cxn>
                  <a:cxn ang="T14">
                    <a:pos x="T8" y="T9"/>
                  </a:cxn>
                </a:cxnLst>
                <a:rect l="T15" t="T16" r="T17" b="T18"/>
                <a:pathLst>
                  <a:path w="112" h="119">
                    <a:moveTo>
                      <a:pt x="112" y="0"/>
                    </a:moveTo>
                    <a:lnTo>
                      <a:pt x="48" y="119"/>
                    </a:lnTo>
                    <a:lnTo>
                      <a:pt x="24" y="96"/>
                    </a:lnTo>
                    <a:lnTo>
                      <a:pt x="0" y="72"/>
                    </a:lnTo>
                    <a:lnTo>
                      <a:pt x="112" y="0"/>
                    </a:lnTo>
                    <a:close/>
                  </a:path>
                </a:pathLst>
              </a:custGeom>
              <a:grpFill/>
              <a:ln w="9525">
                <a:solidFill>
                  <a:schemeClr val="bg1">
                    <a:lumMod val="65000"/>
                  </a:schemeClr>
                </a:solidFill>
                <a:round/>
                <a:headEnd/>
                <a:tailEnd/>
              </a:ln>
            </p:spPr>
            <p:txBody>
              <a:bodyPr/>
              <a:lstStyle/>
              <a:p>
                <a:endParaRPr lang="en-US"/>
              </a:p>
            </p:txBody>
          </p:sp>
          <p:sp>
            <p:nvSpPr>
              <p:cNvPr id="104210" name="Line 563"/>
              <p:cNvSpPr>
                <a:spLocks noChangeShapeType="1"/>
              </p:cNvSpPr>
              <p:nvPr/>
            </p:nvSpPr>
            <p:spPr bwMode="auto">
              <a:xfrm flipV="1">
                <a:off x="1481" y="2172"/>
                <a:ext cx="1291" cy="1419"/>
              </a:xfrm>
              <a:prstGeom prst="line">
                <a:avLst/>
              </a:prstGeom>
              <a:grpFill/>
              <a:ln w="25400">
                <a:solidFill>
                  <a:schemeClr val="bg1">
                    <a:lumMod val="65000"/>
                  </a:schemeClr>
                </a:solidFill>
                <a:round/>
                <a:headEnd/>
                <a:tailEnd/>
              </a:ln>
            </p:spPr>
            <p:txBody>
              <a:bodyPr/>
              <a:lstStyle/>
              <a:p>
                <a:endParaRPr lang="en-US"/>
              </a:p>
            </p:txBody>
          </p:sp>
        </p:grpSp>
        <p:grpSp>
          <p:nvGrpSpPr>
            <p:cNvPr id="103548" name="Group 564"/>
            <p:cNvGrpSpPr>
              <a:grpSpLocks/>
            </p:cNvGrpSpPr>
            <p:nvPr/>
          </p:nvGrpSpPr>
          <p:grpSpPr bwMode="auto">
            <a:xfrm>
              <a:off x="1944" y="2076"/>
              <a:ext cx="902" cy="885"/>
              <a:chOff x="1944" y="2076"/>
              <a:chExt cx="902" cy="885"/>
            </a:xfrm>
            <a:grpFill/>
          </p:grpSpPr>
          <p:sp>
            <p:nvSpPr>
              <p:cNvPr id="104207" name="Freeform 565"/>
              <p:cNvSpPr>
                <a:spLocks/>
              </p:cNvSpPr>
              <p:nvPr/>
            </p:nvSpPr>
            <p:spPr bwMode="auto">
              <a:xfrm>
                <a:off x="2726" y="2850"/>
                <a:ext cx="120" cy="111"/>
              </a:xfrm>
              <a:custGeom>
                <a:avLst/>
                <a:gdLst>
                  <a:gd name="T0" fmla="*/ 120 w 120"/>
                  <a:gd name="T1" fmla="*/ 111 h 111"/>
                  <a:gd name="T2" fmla="*/ 0 w 120"/>
                  <a:gd name="T3" fmla="*/ 47 h 111"/>
                  <a:gd name="T4" fmla="*/ 24 w 120"/>
                  <a:gd name="T5" fmla="*/ 23 h 111"/>
                  <a:gd name="T6" fmla="*/ 48 w 120"/>
                  <a:gd name="T7" fmla="*/ 0 h 111"/>
                  <a:gd name="T8" fmla="*/ 120 w 120"/>
                  <a:gd name="T9" fmla="*/ 111 h 111"/>
                  <a:gd name="T10" fmla="*/ 0 60000 65536"/>
                  <a:gd name="T11" fmla="*/ 0 60000 65536"/>
                  <a:gd name="T12" fmla="*/ 0 60000 65536"/>
                  <a:gd name="T13" fmla="*/ 0 60000 65536"/>
                  <a:gd name="T14" fmla="*/ 0 60000 65536"/>
                  <a:gd name="T15" fmla="*/ 0 w 120"/>
                  <a:gd name="T16" fmla="*/ 0 h 111"/>
                  <a:gd name="T17" fmla="*/ 120 w 120"/>
                  <a:gd name="T18" fmla="*/ 111 h 111"/>
                </a:gdLst>
                <a:ahLst/>
                <a:cxnLst>
                  <a:cxn ang="T10">
                    <a:pos x="T0" y="T1"/>
                  </a:cxn>
                  <a:cxn ang="T11">
                    <a:pos x="T2" y="T3"/>
                  </a:cxn>
                  <a:cxn ang="T12">
                    <a:pos x="T4" y="T5"/>
                  </a:cxn>
                  <a:cxn ang="T13">
                    <a:pos x="T6" y="T7"/>
                  </a:cxn>
                  <a:cxn ang="T14">
                    <a:pos x="T8" y="T9"/>
                  </a:cxn>
                </a:cxnLst>
                <a:rect l="T15" t="T16" r="T17" b="T18"/>
                <a:pathLst>
                  <a:path w="120" h="111">
                    <a:moveTo>
                      <a:pt x="120" y="111"/>
                    </a:moveTo>
                    <a:lnTo>
                      <a:pt x="0" y="47"/>
                    </a:lnTo>
                    <a:lnTo>
                      <a:pt x="24" y="23"/>
                    </a:lnTo>
                    <a:lnTo>
                      <a:pt x="48" y="0"/>
                    </a:lnTo>
                    <a:lnTo>
                      <a:pt x="120" y="111"/>
                    </a:lnTo>
                    <a:close/>
                  </a:path>
                </a:pathLst>
              </a:custGeom>
              <a:grpFill/>
              <a:ln w="9525">
                <a:solidFill>
                  <a:schemeClr val="bg1">
                    <a:lumMod val="65000"/>
                  </a:schemeClr>
                </a:solidFill>
                <a:round/>
                <a:headEnd/>
                <a:tailEnd/>
              </a:ln>
            </p:spPr>
            <p:txBody>
              <a:bodyPr/>
              <a:lstStyle/>
              <a:p>
                <a:endParaRPr lang="en-US"/>
              </a:p>
            </p:txBody>
          </p:sp>
          <p:sp>
            <p:nvSpPr>
              <p:cNvPr id="104208" name="Line 566"/>
              <p:cNvSpPr>
                <a:spLocks noChangeShapeType="1"/>
              </p:cNvSpPr>
              <p:nvPr/>
            </p:nvSpPr>
            <p:spPr bwMode="auto">
              <a:xfrm>
                <a:off x="1944" y="2076"/>
                <a:ext cx="814" cy="805"/>
              </a:xfrm>
              <a:prstGeom prst="line">
                <a:avLst/>
              </a:prstGeom>
              <a:grpFill/>
              <a:ln w="25400">
                <a:solidFill>
                  <a:schemeClr val="bg1">
                    <a:lumMod val="65000"/>
                  </a:schemeClr>
                </a:solidFill>
                <a:round/>
                <a:headEnd/>
                <a:tailEnd/>
              </a:ln>
            </p:spPr>
            <p:txBody>
              <a:bodyPr/>
              <a:lstStyle/>
              <a:p>
                <a:endParaRPr lang="en-US"/>
              </a:p>
            </p:txBody>
          </p:sp>
        </p:grpSp>
        <p:grpSp>
          <p:nvGrpSpPr>
            <p:cNvPr id="103549" name="Group 567"/>
            <p:cNvGrpSpPr>
              <a:grpSpLocks/>
            </p:cNvGrpSpPr>
            <p:nvPr/>
          </p:nvGrpSpPr>
          <p:grpSpPr bwMode="auto">
            <a:xfrm>
              <a:off x="1489" y="2379"/>
              <a:ext cx="902" cy="893"/>
              <a:chOff x="1489" y="2379"/>
              <a:chExt cx="902" cy="893"/>
            </a:xfrm>
            <a:grpFill/>
          </p:grpSpPr>
          <p:sp>
            <p:nvSpPr>
              <p:cNvPr id="104205" name="Freeform 568"/>
              <p:cNvSpPr>
                <a:spLocks/>
              </p:cNvSpPr>
              <p:nvPr/>
            </p:nvSpPr>
            <p:spPr bwMode="auto">
              <a:xfrm>
                <a:off x="2271" y="3153"/>
                <a:ext cx="120" cy="119"/>
              </a:xfrm>
              <a:custGeom>
                <a:avLst/>
                <a:gdLst>
                  <a:gd name="T0" fmla="*/ 120 w 120"/>
                  <a:gd name="T1" fmla="*/ 119 h 119"/>
                  <a:gd name="T2" fmla="*/ 0 w 120"/>
                  <a:gd name="T3" fmla="*/ 48 h 119"/>
                  <a:gd name="T4" fmla="*/ 24 w 120"/>
                  <a:gd name="T5" fmla="*/ 24 h 119"/>
                  <a:gd name="T6" fmla="*/ 48 w 120"/>
                  <a:gd name="T7" fmla="*/ 0 h 119"/>
                  <a:gd name="T8" fmla="*/ 120 w 120"/>
                  <a:gd name="T9" fmla="*/ 119 h 119"/>
                  <a:gd name="T10" fmla="*/ 0 60000 65536"/>
                  <a:gd name="T11" fmla="*/ 0 60000 65536"/>
                  <a:gd name="T12" fmla="*/ 0 60000 65536"/>
                  <a:gd name="T13" fmla="*/ 0 60000 65536"/>
                  <a:gd name="T14" fmla="*/ 0 60000 65536"/>
                  <a:gd name="T15" fmla="*/ 0 w 120"/>
                  <a:gd name="T16" fmla="*/ 0 h 119"/>
                  <a:gd name="T17" fmla="*/ 120 w 120"/>
                  <a:gd name="T18" fmla="*/ 119 h 119"/>
                </a:gdLst>
                <a:ahLst/>
                <a:cxnLst>
                  <a:cxn ang="T10">
                    <a:pos x="T0" y="T1"/>
                  </a:cxn>
                  <a:cxn ang="T11">
                    <a:pos x="T2" y="T3"/>
                  </a:cxn>
                  <a:cxn ang="T12">
                    <a:pos x="T4" y="T5"/>
                  </a:cxn>
                  <a:cxn ang="T13">
                    <a:pos x="T6" y="T7"/>
                  </a:cxn>
                  <a:cxn ang="T14">
                    <a:pos x="T8" y="T9"/>
                  </a:cxn>
                </a:cxnLst>
                <a:rect l="T15" t="T16" r="T17" b="T18"/>
                <a:pathLst>
                  <a:path w="120" h="119">
                    <a:moveTo>
                      <a:pt x="120" y="119"/>
                    </a:moveTo>
                    <a:lnTo>
                      <a:pt x="0" y="48"/>
                    </a:lnTo>
                    <a:lnTo>
                      <a:pt x="24" y="24"/>
                    </a:lnTo>
                    <a:lnTo>
                      <a:pt x="48" y="0"/>
                    </a:lnTo>
                    <a:lnTo>
                      <a:pt x="120" y="119"/>
                    </a:lnTo>
                    <a:close/>
                  </a:path>
                </a:pathLst>
              </a:custGeom>
              <a:grpFill/>
              <a:ln w="9525">
                <a:solidFill>
                  <a:schemeClr val="bg1">
                    <a:lumMod val="65000"/>
                  </a:schemeClr>
                </a:solidFill>
                <a:round/>
                <a:headEnd/>
                <a:tailEnd/>
              </a:ln>
            </p:spPr>
            <p:txBody>
              <a:bodyPr/>
              <a:lstStyle/>
              <a:p>
                <a:endParaRPr lang="en-US"/>
              </a:p>
            </p:txBody>
          </p:sp>
          <p:sp>
            <p:nvSpPr>
              <p:cNvPr id="104206" name="Line 569"/>
              <p:cNvSpPr>
                <a:spLocks noChangeShapeType="1"/>
              </p:cNvSpPr>
              <p:nvPr/>
            </p:nvSpPr>
            <p:spPr bwMode="auto">
              <a:xfrm>
                <a:off x="1489" y="2379"/>
                <a:ext cx="814" cy="805"/>
              </a:xfrm>
              <a:prstGeom prst="line">
                <a:avLst/>
              </a:prstGeom>
              <a:grpFill/>
              <a:ln w="25400">
                <a:solidFill>
                  <a:schemeClr val="bg1">
                    <a:lumMod val="65000"/>
                  </a:schemeClr>
                </a:solidFill>
                <a:round/>
                <a:headEnd/>
                <a:tailEnd/>
              </a:ln>
            </p:spPr>
            <p:txBody>
              <a:bodyPr/>
              <a:lstStyle/>
              <a:p>
                <a:endParaRPr lang="en-US"/>
              </a:p>
            </p:txBody>
          </p:sp>
        </p:grpSp>
        <p:grpSp>
          <p:nvGrpSpPr>
            <p:cNvPr id="103550" name="Group 570"/>
            <p:cNvGrpSpPr>
              <a:grpSpLocks/>
            </p:cNvGrpSpPr>
            <p:nvPr/>
          </p:nvGrpSpPr>
          <p:grpSpPr bwMode="auto">
            <a:xfrm>
              <a:off x="3311" y="2387"/>
              <a:ext cx="437" cy="590"/>
              <a:chOff x="3311" y="2387"/>
              <a:chExt cx="437" cy="590"/>
            </a:xfrm>
            <a:grpFill/>
          </p:grpSpPr>
          <p:sp>
            <p:nvSpPr>
              <p:cNvPr id="104203" name="Freeform 571"/>
              <p:cNvSpPr>
                <a:spLocks/>
              </p:cNvSpPr>
              <p:nvPr/>
            </p:nvSpPr>
            <p:spPr bwMode="auto">
              <a:xfrm>
                <a:off x="3644" y="2387"/>
                <a:ext cx="104" cy="128"/>
              </a:xfrm>
              <a:custGeom>
                <a:avLst/>
                <a:gdLst>
                  <a:gd name="T0" fmla="*/ 104 w 104"/>
                  <a:gd name="T1" fmla="*/ 0 h 128"/>
                  <a:gd name="T2" fmla="*/ 56 w 104"/>
                  <a:gd name="T3" fmla="*/ 128 h 128"/>
                  <a:gd name="T4" fmla="*/ 24 w 104"/>
                  <a:gd name="T5" fmla="*/ 104 h 128"/>
                  <a:gd name="T6" fmla="*/ 0 w 104"/>
                  <a:gd name="T7" fmla="*/ 88 h 128"/>
                  <a:gd name="T8" fmla="*/ 104 w 104"/>
                  <a:gd name="T9" fmla="*/ 0 h 128"/>
                  <a:gd name="T10" fmla="*/ 0 60000 65536"/>
                  <a:gd name="T11" fmla="*/ 0 60000 65536"/>
                  <a:gd name="T12" fmla="*/ 0 60000 65536"/>
                  <a:gd name="T13" fmla="*/ 0 60000 65536"/>
                  <a:gd name="T14" fmla="*/ 0 60000 65536"/>
                  <a:gd name="T15" fmla="*/ 0 w 104"/>
                  <a:gd name="T16" fmla="*/ 0 h 128"/>
                  <a:gd name="T17" fmla="*/ 104 w 104"/>
                  <a:gd name="T18" fmla="*/ 128 h 128"/>
                </a:gdLst>
                <a:ahLst/>
                <a:cxnLst>
                  <a:cxn ang="T10">
                    <a:pos x="T0" y="T1"/>
                  </a:cxn>
                  <a:cxn ang="T11">
                    <a:pos x="T2" y="T3"/>
                  </a:cxn>
                  <a:cxn ang="T12">
                    <a:pos x="T4" y="T5"/>
                  </a:cxn>
                  <a:cxn ang="T13">
                    <a:pos x="T6" y="T7"/>
                  </a:cxn>
                  <a:cxn ang="T14">
                    <a:pos x="T8" y="T9"/>
                  </a:cxn>
                </a:cxnLst>
                <a:rect l="T15" t="T16" r="T17" b="T18"/>
                <a:pathLst>
                  <a:path w="104" h="128">
                    <a:moveTo>
                      <a:pt x="104" y="0"/>
                    </a:moveTo>
                    <a:lnTo>
                      <a:pt x="56" y="128"/>
                    </a:lnTo>
                    <a:lnTo>
                      <a:pt x="24" y="104"/>
                    </a:lnTo>
                    <a:lnTo>
                      <a:pt x="0" y="88"/>
                    </a:lnTo>
                    <a:lnTo>
                      <a:pt x="104" y="0"/>
                    </a:lnTo>
                    <a:close/>
                  </a:path>
                </a:pathLst>
              </a:custGeom>
              <a:grpFill/>
              <a:ln w="9525">
                <a:solidFill>
                  <a:schemeClr val="bg1">
                    <a:lumMod val="65000"/>
                  </a:schemeClr>
                </a:solidFill>
                <a:round/>
                <a:headEnd/>
                <a:tailEnd/>
              </a:ln>
            </p:spPr>
            <p:txBody>
              <a:bodyPr/>
              <a:lstStyle/>
              <a:p>
                <a:endParaRPr lang="en-US"/>
              </a:p>
            </p:txBody>
          </p:sp>
          <p:sp>
            <p:nvSpPr>
              <p:cNvPr id="104204" name="Line 572"/>
              <p:cNvSpPr>
                <a:spLocks noChangeShapeType="1"/>
              </p:cNvSpPr>
              <p:nvPr/>
            </p:nvSpPr>
            <p:spPr bwMode="auto">
              <a:xfrm flipV="1">
                <a:off x="3311" y="2483"/>
                <a:ext cx="362" cy="494"/>
              </a:xfrm>
              <a:prstGeom prst="line">
                <a:avLst/>
              </a:prstGeom>
              <a:grpFill/>
              <a:ln w="25400">
                <a:solidFill>
                  <a:schemeClr val="bg1">
                    <a:lumMod val="65000"/>
                  </a:schemeClr>
                </a:solidFill>
                <a:round/>
                <a:headEnd/>
                <a:tailEnd/>
              </a:ln>
            </p:spPr>
            <p:txBody>
              <a:bodyPr/>
              <a:lstStyle/>
              <a:p>
                <a:endParaRPr lang="en-US"/>
              </a:p>
            </p:txBody>
          </p:sp>
        </p:grpSp>
        <p:grpSp>
          <p:nvGrpSpPr>
            <p:cNvPr id="103551" name="Group 573"/>
            <p:cNvGrpSpPr>
              <a:grpSpLocks/>
            </p:cNvGrpSpPr>
            <p:nvPr/>
          </p:nvGrpSpPr>
          <p:grpSpPr bwMode="auto">
            <a:xfrm>
              <a:off x="3772" y="2387"/>
              <a:ext cx="894" cy="596"/>
              <a:chOff x="3772" y="2387"/>
              <a:chExt cx="894" cy="596"/>
            </a:xfrm>
            <a:grpFill/>
          </p:grpSpPr>
          <p:sp>
            <p:nvSpPr>
              <p:cNvPr id="104201" name="Freeform 574"/>
              <p:cNvSpPr>
                <a:spLocks/>
              </p:cNvSpPr>
              <p:nvPr/>
            </p:nvSpPr>
            <p:spPr bwMode="auto">
              <a:xfrm>
                <a:off x="4538" y="2387"/>
                <a:ext cx="128" cy="96"/>
              </a:xfrm>
              <a:custGeom>
                <a:avLst/>
                <a:gdLst>
                  <a:gd name="T0" fmla="*/ 128 w 128"/>
                  <a:gd name="T1" fmla="*/ 0 h 96"/>
                  <a:gd name="T2" fmla="*/ 32 w 128"/>
                  <a:gd name="T3" fmla="*/ 96 h 96"/>
                  <a:gd name="T4" fmla="*/ 16 w 128"/>
                  <a:gd name="T5" fmla="*/ 72 h 96"/>
                  <a:gd name="T6" fmla="*/ 0 w 128"/>
                  <a:gd name="T7" fmla="*/ 40 h 96"/>
                  <a:gd name="T8" fmla="*/ 128 w 128"/>
                  <a:gd name="T9" fmla="*/ 0 h 96"/>
                  <a:gd name="T10" fmla="*/ 0 60000 65536"/>
                  <a:gd name="T11" fmla="*/ 0 60000 65536"/>
                  <a:gd name="T12" fmla="*/ 0 60000 65536"/>
                  <a:gd name="T13" fmla="*/ 0 60000 65536"/>
                  <a:gd name="T14" fmla="*/ 0 60000 65536"/>
                  <a:gd name="T15" fmla="*/ 0 w 128"/>
                  <a:gd name="T16" fmla="*/ 0 h 96"/>
                  <a:gd name="T17" fmla="*/ 128 w 128"/>
                  <a:gd name="T18" fmla="*/ 96 h 96"/>
                </a:gdLst>
                <a:ahLst/>
                <a:cxnLst>
                  <a:cxn ang="T10">
                    <a:pos x="T0" y="T1"/>
                  </a:cxn>
                  <a:cxn ang="T11">
                    <a:pos x="T2" y="T3"/>
                  </a:cxn>
                  <a:cxn ang="T12">
                    <a:pos x="T4" y="T5"/>
                  </a:cxn>
                  <a:cxn ang="T13">
                    <a:pos x="T6" y="T7"/>
                  </a:cxn>
                  <a:cxn ang="T14">
                    <a:pos x="T8" y="T9"/>
                  </a:cxn>
                </a:cxnLst>
                <a:rect l="T15" t="T16" r="T17" b="T18"/>
                <a:pathLst>
                  <a:path w="128" h="96">
                    <a:moveTo>
                      <a:pt x="128" y="0"/>
                    </a:moveTo>
                    <a:lnTo>
                      <a:pt x="32" y="96"/>
                    </a:lnTo>
                    <a:lnTo>
                      <a:pt x="16" y="72"/>
                    </a:lnTo>
                    <a:lnTo>
                      <a:pt x="0" y="40"/>
                    </a:lnTo>
                    <a:lnTo>
                      <a:pt x="128" y="0"/>
                    </a:lnTo>
                    <a:close/>
                  </a:path>
                </a:pathLst>
              </a:custGeom>
              <a:grpFill/>
              <a:ln w="9525">
                <a:solidFill>
                  <a:schemeClr val="bg1">
                    <a:lumMod val="65000"/>
                  </a:schemeClr>
                </a:solidFill>
                <a:round/>
                <a:headEnd/>
                <a:tailEnd/>
              </a:ln>
            </p:spPr>
            <p:txBody>
              <a:bodyPr/>
              <a:lstStyle/>
              <a:p>
                <a:endParaRPr lang="en-US"/>
              </a:p>
            </p:txBody>
          </p:sp>
          <p:sp>
            <p:nvSpPr>
              <p:cNvPr id="104202" name="Line 575"/>
              <p:cNvSpPr>
                <a:spLocks noChangeShapeType="1"/>
              </p:cNvSpPr>
              <p:nvPr/>
            </p:nvSpPr>
            <p:spPr bwMode="auto">
              <a:xfrm flipV="1">
                <a:off x="3772" y="2454"/>
                <a:ext cx="790" cy="529"/>
              </a:xfrm>
              <a:prstGeom prst="line">
                <a:avLst/>
              </a:prstGeom>
              <a:grpFill/>
              <a:ln w="25400">
                <a:solidFill>
                  <a:schemeClr val="bg1">
                    <a:lumMod val="65000"/>
                  </a:schemeClr>
                </a:solidFill>
                <a:round/>
                <a:headEnd/>
                <a:tailEnd/>
              </a:ln>
            </p:spPr>
            <p:txBody>
              <a:bodyPr/>
              <a:lstStyle/>
              <a:p>
                <a:endParaRPr lang="en-US"/>
              </a:p>
            </p:txBody>
          </p:sp>
        </p:grpSp>
        <p:grpSp>
          <p:nvGrpSpPr>
            <p:cNvPr id="103552" name="Group 576"/>
            <p:cNvGrpSpPr>
              <a:grpSpLocks/>
            </p:cNvGrpSpPr>
            <p:nvPr/>
          </p:nvGrpSpPr>
          <p:grpSpPr bwMode="auto">
            <a:xfrm>
              <a:off x="3788" y="2076"/>
              <a:ext cx="886" cy="290"/>
              <a:chOff x="3788" y="2076"/>
              <a:chExt cx="886" cy="290"/>
            </a:xfrm>
            <a:grpFill/>
          </p:grpSpPr>
          <p:sp>
            <p:nvSpPr>
              <p:cNvPr id="104199" name="Freeform 577"/>
              <p:cNvSpPr>
                <a:spLocks/>
              </p:cNvSpPr>
              <p:nvPr/>
            </p:nvSpPr>
            <p:spPr bwMode="auto">
              <a:xfrm>
                <a:off x="4530" y="2076"/>
                <a:ext cx="144" cy="80"/>
              </a:xfrm>
              <a:custGeom>
                <a:avLst/>
                <a:gdLst>
                  <a:gd name="T0" fmla="*/ 144 w 144"/>
                  <a:gd name="T1" fmla="*/ 0 h 80"/>
                  <a:gd name="T2" fmla="*/ 24 w 144"/>
                  <a:gd name="T3" fmla="*/ 80 h 80"/>
                  <a:gd name="T4" fmla="*/ 16 w 144"/>
                  <a:gd name="T5" fmla="*/ 48 h 80"/>
                  <a:gd name="T6" fmla="*/ 0 w 144"/>
                  <a:gd name="T7" fmla="*/ 16 h 80"/>
                  <a:gd name="T8" fmla="*/ 144 w 144"/>
                  <a:gd name="T9" fmla="*/ 0 h 80"/>
                  <a:gd name="T10" fmla="*/ 0 60000 65536"/>
                  <a:gd name="T11" fmla="*/ 0 60000 65536"/>
                  <a:gd name="T12" fmla="*/ 0 60000 65536"/>
                  <a:gd name="T13" fmla="*/ 0 60000 65536"/>
                  <a:gd name="T14" fmla="*/ 0 60000 65536"/>
                  <a:gd name="T15" fmla="*/ 0 w 144"/>
                  <a:gd name="T16" fmla="*/ 0 h 80"/>
                  <a:gd name="T17" fmla="*/ 144 w 144"/>
                  <a:gd name="T18" fmla="*/ 80 h 80"/>
                </a:gdLst>
                <a:ahLst/>
                <a:cxnLst>
                  <a:cxn ang="T10">
                    <a:pos x="T0" y="T1"/>
                  </a:cxn>
                  <a:cxn ang="T11">
                    <a:pos x="T2" y="T3"/>
                  </a:cxn>
                  <a:cxn ang="T12">
                    <a:pos x="T4" y="T5"/>
                  </a:cxn>
                  <a:cxn ang="T13">
                    <a:pos x="T6" y="T7"/>
                  </a:cxn>
                  <a:cxn ang="T14">
                    <a:pos x="T8" y="T9"/>
                  </a:cxn>
                </a:cxnLst>
                <a:rect l="T15" t="T16" r="T17" b="T18"/>
                <a:pathLst>
                  <a:path w="144" h="80">
                    <a:moveTo>
                      <a:pt x="144" y="0"/>
                    </a:moveTo>
                    <a:lnTo>
                      <a:pt x="24" y="80"/>
                    </a:lnTo>
                    <a:lnTo>
                      <a:pt x="16" y="48"/>
                    </a:lnTo>
                    <a:lnTo>
                      <a:pt x="0" y="16"/>
                    </a:lnTo>
                    <a:lnTo>
                      <a:pt x="144" y="0"/>
                    </a:lnTo>
                    <a:close/>
                  </a:path>
                </a:pathLst>
              </a:custGeom>
              <a:grpFill/>
              <a:ln w="9525">
                <a:solidFill>
                  <a:schemeClr val="bg1">
                    <a:lumMod val="65000"/>
                  </a:schemeClr>
                </a:solidFill>
                <a:round/>
                <a:headEnd/>
                <a:tailEnd/>
              </a:ln>
            </p:spPr>
            <p:txBody>
              <a:bodyPr/>
              <a:lstStyle/>
              <a:p>
                <a:endParaRPr lang="en-US"/>
              </a:p>
            </p:txBody>
          </p:sp>
          <p:sp>
            <p:nvSpPr>
              <p:cNvPr id="104200" name="Line 578"/>
              <p:cNvSpPr>
                <a:spLocks noChangeShapeType="1"/>
              </p:cNvSpPr>
              <p:nvPr/>
            </p:nvSpPr>
            <p:spPr bwMode="auto">
              <a:xfrm flipV="1">
                <a:off x="3788" y="2122"/>
                <a:ext cx="766" cy="244"/>
              </a:xfrm>
              <a:prstGeom prst="line">
                <a:avLst/>
              </a:prstGeom>
              <a:grpFill/>
              <a:ln w="25400">
                <a:solidFill>
                  <a:schemeClr val="bg1">
                    <a:lumMod val="65000"/>
                  </a:schemeClr>
                </a:solidFill>
                <a:round/>
                <a:headEnd/>
                <a:tailEnd/>
              </a:ln>
            </p:spPr>
            <p:txBody>
              <a:bodyPr/>
              <a:lstStyle/>
              <a:p>
                <a:endParaRPr lang="en-US"/>
              </a:p>
            </p:txBody>
          </p:sp>
        </p:grpSp>
        <p:grpSp>
          <p:nvGrpSpPr>
            <p:cNvPr id="103553" name="Group 579"/>
            <p:cNvGrpSpPr>
              <a:grpSpLocks/>
            </p:cNvGrpSpPr>
            <p:nvPr/>
          </p:nvGrpSpPr>
          <p:grpSpPr bwMode="auto">
            <a:xfrm>
              <a:off x="3317" y="1769"/>
              <a:ext cx="886" cy="283"/>
              <a:chOff x="3317" y="1769"/>
              <a:chExt cx="886" cy="283"/>
            </a:xfrm>
            <a:grpFill/>
          </p:grpSpPr>
          <p:sp>
            <p:nvSpPr>
              <p:cNvPr id="104197" name="Freeform 580"/>
              <p:cNvSpPr>
                <a:spLocks/>
              </p:cNvSpPr>
              <p:nvPr/>
            </p:nvSpPr>
            <p:spPr bwMode="auto">
              <a:xfrm>
                <a:off x="4067" y="1980"/>
                <a:ext cx="136" cy="72"/>
              </a:xfrm>
              <a:custGeom>
                <a:avLst/>
                <a:gdLst>
                  <a:gd name="T0" fmla="*/ 136 w 136"/>
                  <a:gd name="T1" fmla="*/ 72 h 72"/>
                  <a:gd name="T2" fmla="*/ 0 w 136"/>
                  <a:gd name="T3" fmla="*/ 64 h 72"/>
                  <a:gd name="T4" fmla="*/ 8 w 136"/>
                  <a:gd name="T5" fmla="*/ 32 h 72"/>
                  <a:gd name="T6" fmla="*/ 24 w 136"/>
                  <a:gd name="T7" fmla="*/ 0 h 72"/>
                  <a:gd name="T8" fmla="*/ 136 w 136"/>
                  <a:gd name="T9" fmla="*/ 72 h 72"/>
                  <a:gd name="T10" fmla="*/ 0 60000 65536"/>
                  <a:gd name="T11" fmla="*/ 0 60000 65536"/>
                  <a:gd name="T12" fmla="*/ 0 60000 65536"/>
                  <a:gd name="T13" fmla="*/ 0 60000 65536"/>
                  <a:gd name="T14" fmla="*/ 0 60000 65536"/>
                  <a:gd name="T15" fmla="*/ 0 w 136"/>
                  <a:gd name="T16" fmla="*/ 0 h 72"/>
                  <a:gd name="T17" fmla="*/ 136 w 136"/>
                  <a:gd name="T18" fmla="*/ 72 h 72"/>
                </a:gdLst>
                <a:ahLst/>
                <a:cxnLst>
                  <a:cxn ang="T10">
                    <a:pos x="T0" y="T1"/>
                  </a:cxn>
                  <a:cxn ang="T11">
                    <a:pos x="T2" y="T3"/>
                  </a:cxn>
                  <a:cxn ang="T12">
                    <a:pos x="T4" y="T5"/>
                  </a:cxn>
                  <a:cxn ang="T13">
                    <a:pos x="T6" y="T7"/>
                  </a:cxn>
                  <a:cxn ang="T14">
                    <a:pos x="T8" y="T9"/>
                  </a:cxn>
                </a:cxnLst>
                <a:rect l="T15" t="T16" r="T17" b="T18"/>
                <a:pathLst>
                  <a:path w="136" h="72">
                    <a:moveTo>
                      <a:pt x="136" y="72"/>
                    </a:moveTo>
                    <a:lnTo>
                      <a:pt x="0" y="64"/>
                    </a:lnTo>
                    <a:lnTo>
                      <a:pt x="8" y="32"/>
                    </a:lnTo>
                    <a:lnTo>
                      <a:pt x="24" y="0"/>
                    </a:lnTo>
                    <a:lnTo>
                      <a:pt x="136" y="72"/>
                    </a:lnTo>
                    <a:close/>
                  </a:path>
                </a:pathLst>
              </a:custGeom>
              <a:grpFill/>
              <a:ln w="9525">
                <a:solidFill>
                  <a:schemeClr val="bg1">
                    <a:lumMod val="65000"/>
                  </a:schemeClr>
                </a:solidFill>
                <a:round/>
                <a:headEnd/>
                <a:tailEnd/>
              </a:ln>
            </p:spPr>
            <p:txBody>
              <a:bodyPr/>
              <a:lstStyle/>
              <a:p>
                <a:endParaRPr lang="en-US"/>
              </a:p>
            </p:txBody>
          </p:sp>
          <p:sp>
            <p:nvSpPr>
              <p:cNvPr id="104198" name="Line 581"/>
              <p:cNvSpPr>
                <a:spLocks noChangeShapeType="1"/>
              </p:cNvSpPr>
              <p:nvPr/>
            </p:nvSpPr>
            <p:spPr bwMode="auto">
              <a:xfrm>
                <a:off x="3317" y="1769"/>
                <a:ext cx="766" cy="244"/>
              </a:xfrm>
              <a:prstGeom prst="line">
                <a:avLst/>
              </a:prstGeom>
              <a:grpFill/>
              <a:ln w="25400">
                <a:solidFill>
                  <a:schemeClr val="bg1">
                    <a:lumMod val="65000"/>
                  </a:schemeClr>
                </a:solidFill>
                <a:round/>
                <a:headEnd/>
                <a:tailEnd/>
              </a:ln>
            </p:spPr>
            <p:txBody>
              <a:bodyPr/>
              <a:lstStyle/>
              <a:p>
                <a:endParaRPr lang="en-US"/>
              </a:p>
            </p:txBody>
          </p:sp>
        </p:grpSp>
        <p:sp>
          <p:nvSpPr>
            <p:cNvPr id="103554" name="Oval 582"/>
            <p:cNvSpPr>
              <a:spLocks noChangeArrowheads="1"/>
            </p:cNvSpPr>
            <p:nvPr/>
          </p:nvSpPr>
          <p:spPr bwMode="auto">
            <a:xfrm>
              <a:off x="3293" y="1741"/>
              <a:ext cx="32" cy="40"/>
            </a:xfrm>
            <a:prstGeom prst="ellipse">
              <a:avLst/>
            </a:prstGeom>
            <a:grpFill/>
            <a:ln w="9525">
              <a:solidFill>
                <a:schemeClr val="bg1">
                  <a:lumMod val="65000"/>
                </a:schemeClr>
              </a:solidFill>
              <a:round/>
              <a:headEnd/>
              <a:tailEnd/>
            </a:ln>
          </p:spPr>
          <p:txBody>
            <a:bodyPr/>
            <a:lstStyle/>
            <a:p>
              <a:endParaRPr lang="en-US"/>
            </a:p>
          </p:txBody>
        </p:sp>
        <p:sp>
          <p:nvSpPr>
            <p:cNvPr id="103555" name="Oval 583"/>
            <p:cNvSpPr>
              <a:spLocks noChangeArrowheads="1"/>
            </p:cNvSpPr>
            <p:nvPr/>
          </p:nvSpPr>
          <p:spPr bwMode="auto">
            <a:xfrm>
              <a:off x="3293" y="1741"/>
              <a:ext cx="32" cy="40"/>
            </a:xfrm>
            <a:prstGeom prst="ellipse">
              <a:avLst/>
            </a:prstGeom>
            <a:grpFill/>
            <a:ln w="25400">
              <a:solidFill>
                <a:schemeClr val="bg1">
                  <a:lumMod val="65000"/>
                </a:schemeClr>
              </a:solidFill>
              <a:round/>
              <a:headEnd/>
              <a:tailEnd/>
            </a:ln>
          </p:spPr>
          <p:txBody>
            <a:bodyPr/>
            <a:lstStyle/>
            <a:p>
              <a:endParaRPr lang="en-US"/>
            </a:p>
          </p:txBody>
        </p:sp>
        <p:sp>
          <p:nvSpPr>
            <p:cNvPr id="103556" name="Oval 584"/>
            <p:cNvSpPr>
              <a:spLocks noChangeArrowheads="1"/>
            </p:cNvSpPr>
            <p:nvPr/>
          </p:nvSpPr>
          <p:spPr bwMode="auto">
            <a:xfrm>
              <a:off x="3293" y="2044"/>
              <a:ext cx="32" cy="40"/>
            </a:xfrm>
            <a:prstGeom prst="ellipse">
              <a:avLst/>
            </a:prstGeom>
            <a:grpFill/>
            <a:ln w="9525">
              <a:solidFill>
                <a:schemeClr val="bg1">
                  <a:lumMod val="65000"/>
                </a:schemeClr>
              </a:solidFill>
              <a:round/>
              <a:headEnd/>
              <a:tailEnd/>
            </a:ln>
          </p:spPr>
          <p:txBody>
            <a:bodyPr/>
            <a:lstStyle/>
            <a:p>
              <a:endParaRPr lang="en-US"/>
            </a:p>
          </p:txBody>
        </p:sp>
        <p:sp>
          <p:nvSpPr>
            <p:cNvPr id="103557" name="Oval 585"/>
            <p:cNvSpPr>
              <a:spLocks noChangeArrowheads="1"/>
            </p:cNvSpPr>
            <p:nvPr/>
          </p:nvSpPr>
          <p:spPr bwMode="auto">
            <a:xfrm>
              <a:off x="3293" y="2044"/>
              <a:ext cx="32" cy="40"/>
            </a:xfrm>
            <a:prstGeom prst="ellipse">
              <a:avLst/>
            </a:prstGeom>
            <a:grpFill/>
            <a:ln w="25400">
              <a:solidFill>
                <a:schemeClr val="bg1">
                  <a:lumMod val="65000"/>
                </a:schemeClr>
              </a:solidFill>
              <a:round/>
              <a:headEnd/>
              <a:tailEnd/>
            </a:ln>
          </p:spPr>
          <p:txBody>
            <a:bodyPr/>
            <a:lstStyle/>
            <a:p>
              <a:endParaRPr lang="en-US"/>
            </a:p>
          </p:txBody>
        </p:sp>
        <p:sp>
          <p:nvSpPr>
            <p:cNvPr id="103558" name="Oval 586"/>
            <p:cNvSpPr>
              <a:spLocks noChangeArrowheads="1"/>
            </p:cNvSpPr>
            <p:nvPr/>
          </p:nvSpPr>
          <p:spPr bwMode="auto">
            <a:xfrm>
              <a:off x="3293" y="2355"/>
              <a:ext cx="32" cy="32"/>
            </a:xfrm>
            <a:prstGeom prst="ellipse">
              <a:avLst/>
            </a:prstGeom>
            <a:grpFill/>
            <a:ln w="9525">
              <a:solidFill>
                <a:schemeClr val="bg1">
                  <a:lumMod val="65000"/>
                </a:schemeClr>
              </a:solidFill>
              <a:round/>
              <a:headEnd/>
              <a:tailEnd/>
            </a:ln>
          </p:spPr>
          <p:txBody>
            <a:bodyPr/>
            <a:lstStyle/>
            <a:p>
              <a:endParaRPr lang="en-US"/>
            </a:p>
          </p:txBody>
        </p:sp>
        <p:sp>
          <p:nvSpPr>
            <p:cNvPr id="103559" name="Oval 587"/>
            <p:cNvSpPr>
              <a:spLocks noChangeArrowheads="1"/>
            </p:cNvSpPr>
            <p:nvPr/>
          </p:nvSpPr>
          <p:spPr bwMode="auto">
            <a:xfrm>
              <a:off x="3293" y="2355"/>
              <a:ext cx="32" cy="32"/>
            </a:xfrm>
            <a:prstGeom prst="ellipse">
              <a:avLst/>
            </a:prstGeom>
            <a:grpFill/>
            <a:ln w="25400">
              <a:solidFill>
                <a:schemeClr val="bg1">
                  <a:lumMod val="65000"/>
                </a:schemeClr>
              </a:solidFill>
              <a:round/>
              <a:headEnd/>
              <a:tailEnd/>
            </a:ln>
          </p:spPr>
          <p:txBody>
            <a:bodyPr/>
            <a:lstStyle/>
            <a:p>
              <a:endParaRPr lang="en-US"/>
            </a:p>
          </p:txBody>
        </p:sp>
        <p:sp>
          <p:nvSpPr>
            <p:cNvPr id="103560" name="Oval 588"/>
            <p:cNvSpPr>
              <a:spLocks noChangeArrowheads="1"/>
            </p:cNvSpPr>
            <p:nvPr/>
          </p:nvSpPr>
          <p:spPr bwMode="auto">
            <a:xfrm>
              <a:off x="3293" y="2658"/>
              <a:ext cx="32" cy="40"/>
            </a:xfrm>
            <a:prstGeom prst="ellipse">
              <a:avLst/>
            </a:prstGeom>
            <a:grpFill/>
            <a:ln w="9525">
              <a:solidFill>
                <a:schemeClr val="bg1">
                  <a:lumMod val="65000"/>
                </a:schemeClr>
              </a:solidFill>
              <a:round/>
              <a:headEnd/>
              <a:tailEnd/>
            </a:ln>
          </p:spPr>
          <p:txBody>
            <a:bodyPr/>
            <a:lstStyle/>
            <a:p>
              <a:endParaRPr lang="en-US"/>
            </a:p>
          </p:txBody>
        </p:sp>
        <p:sp>
          <p:nvSpPr>
            <p:cNvPr id="103561" name="Oval 589"/>
            <p:cNvSpPr>
              <a:spLocks noChangeArrowheads="1"/>
            </p:cNvSpPr>
            <p:nvPr/>
          </p:nvSpPr>
          <p:spPr bwMode="auto">
            <a:xfrm>
              <a:off x="3293" y="2658"/>
              <a:ext cx="32" cy="40"/>
            </a:xfrm>
            <a:prstGeom prst="ellipse">
              <a:avLst/>
            </a:prstGeom>
            <a:grpFill/>
            <a:ln w="25400">
              <a:solidFill>
                <a:schemeClr val="bg1">
                  <a:lumMod val="65000"/>
                </a:schemeClr>
              </a:solidFill>
              <a:round/>
              <a:headEnd/>
              <a:tailEnd/>
            </a:ln>
          </p:spPr>
          <p:txBody>
            <a:bodyPr/>
            <a:lstStyle/>
            <a:p>
              <a:endParaRPr lang="en-US"/>
            </a:p>
          </p:txBody>
        </p:sp>
        <p:sp>
          <p:nvSpPr>
            <p:cNvPr id="103562" name="Oval 590"/>
            <p:cNvSpPr>
              <a:spLocks noChangeArrowheads="1"/>
            </p:cNvSpPr>
            <p:nvPr/>
          </p:nvSpPr>
          <p:spPr bwMode="auto">
            <a:xfrm>
              <a:off x="3285" y="2969"/>
              <a:ext cx="32" cy="32"/>
            </a:xfrm>
            <a:prstGeom prst="ellipse">
              <a:avLst/>
            </a:prstGeom>
            <a:grpFill/>
            <a:ln w="9525">
              <a:solidFill>
                <a:schemeClr val="bg1">
                  <a:lumMod val="65000"/>
                </a:schemeClr>
              </a:solidFill>
              <a:round/>
              <a:headEnd/>
              <a:tailEnd/>
            </a:ln>
          </p:spPr>
          <p:txBody>
            <a:bodyPr/>
            <a:lstStyle/>
            <a:p>
              <a:endParaRPr lang="en-US"/>
            </a:p>
          </p:txBody>
        </p:sp>
        <p:sp>
          <p:nvSpPr>
            <p:cNvPr id="103563" name="Oval 591"/>
            <p:cNvSpPr>
              <a:spLocks noChangeArrowheads="1"/>
            </p:cNvSpPr>
            <p:nvPr/>
          </p:nvSpPr>
          <p:spPr bwMode="auto">
            <a:xfrm>
              <a:off x="3285" y="2969"/>
              <a:ext cx="32" cy="32"/>
            </a:xfrm>
            <a:prstGeom prst="ellipse">
              <a:avLst/>
            </a:prstGeom>
            <a:grpFill/>
            <a:ln w="25400">
              <a:solidFill>
                <a:schemeClr val="bg1">
                  <a:lumMod val="65000"/>
                </a:schemeClr>
              </a:solidFill>
              <a:round/>
              <a:headEnd/>
              <a:tailEnd/>
            </a:ln>
          </p:spPr>
          <p:txBody>
            <a:bodyPr/>
            <a:lstStyle/>
            <a:p>
              <a:endParaRPr lang="en-US"/>
            </a:p>
          </p:txBody>
        </p:sp>
        <p:grpSp>
          <p:nvGrpSpPr>
            <p:cNvPr id="103564" name="Group 592"/>
            <p:cNvGrpSpPr>
              <a:grpSpLocks/>
            </p:cNvGrpSpPr>
            <p:nvPr/>
          </p:nvGrpSpPr>
          <p:grpSpPr bwMode="auto">
            <a:xfrm>
              <a:off x="3748" y="1741"/>
              <a:ext cx="40" cy="1260"/>
              <a:chOff x="3748" y="1741"/>
              <a:chExt cx="40" cy="1260"/>
            </a:xfrm>
            <a:grpFill/>
          </p:grpSpPr>
          <p:sp>
            <p:nvSpPr>
              <p:cNvPr id="104187" name="Oval 593"/>
              <p:cNvSpPr>
                <a:spLocks noChangeArrowheads="1"/>
              </p:cNvSpPr>
              <p:nvPr/>
            </p:nvSpPr>
            <p:spPr bwMode="auto">
              <a:xfrm>
                <a:off x="3748" y="1741"/>
                <a:ext cx="40" cy="32"/>
              </a:xfrm>
              <a:prstGeom prst="ellipse">
                <a:avLst/>
              </a:prstGeom>
              <a:grpFill/>
              <a:ln w="9525">
                <a:solidFill>
                  <a:schemeClr val="bg1">
                    <a:lumMod val="65000"/>
                  </a:schemeClr>
                </a:solidFill>
                <a:round/>
                <a:headEnd/>
                <a:tailEnd/>
              </a:ln>
            </p:spPr>
            <p:txBody>
              <a:bodyPr/>
              <a:lstStyle/>
              <a:p>
                <a:endParaRPr lang="en-US"/>
              </a:p>
            </p:txBody>
          </p:sp>
          <p:sp>
            <p:nvSpPr>
              <p:cNvPr id="104188" name="Oval 594"/>
              <p:cNvSpPr>
                <a:spLocks noChangeArrowheads="1"/>
              </p:cNvSpPr>
              <p:nvPr/>
            </p:nvSpPr>
            <p:spPr bwMode="auto">
              <a:xfrm>
                <a:off x="3748" y="1741"/>
                <a:ext cx="40" cy="32"/>
              </a:xfrm>
              <a:prstGeom prst="ellipse">
                <a:avLst/>
              </a:prstGeom>
              <a:grpFill/>
              <a:ln w="25400">
                <a:solidFill>
                  <a:schemeClr val="bg1">
                    <a:lumMod val="65000"/>
                  </a:schemeClr>
                </a:solidFill>
                <a:round/>
                <a:headEnd/>
                <a:tailEnd/>
              </a:ln>
            </p:spPr>
            <p:txBody>
              <a:bodyPr/>
              <a:lstStyle/>
              <a:p>
                <a:endParaRPr lang="en-US"/>
              </a:p>
            </p:txBody>
          </p:sp>
          <p:sp>
            <p:nvSpPr>
              <p:cNvPr id="104189" name="Oval 595"/>
              <p:cNvSpPr>
                <a:spLocks noChangeArrowheads="1"/>
              </p:cNvSpPr>
              <p:nvPr/>
            </p:nvSpPr>
            <p:spPr bwMode="auto">
              <a:xfrm>
                <a:off x="3756" y="2044"/>
                <a:ext cx="32" cy="32"/>
              </a:xfrm>
              <a:prstGeom prst="ellipse">
                <a:avLst/>
              </a:prstGeom>
              <a:grpFill/>
              <a:ln w="9525">
                <a:solidFill>
                  <a:schemeClr val="bg1">
                    <a:lumMod val="65000"/>
                  </a:schemeClr>
                </a:solidFill>
                <a:round/>
                <a:headEnd/>
                <a:tailEnd/>
              </a:ln>
            </p:spPr>
            <p:txBody>
              <a:bodyPr/>
              <a:lstStyle/>
              <a:p>
                <a:endParaRPr lang="en-US"/>
              </a:p>
            </p:txBody>
          </p:sp>
          <p:sp>
            <p:nvSpPr>
              <p:cNvPr id="104190" name="Oval 596"/>
              <p:cNvSpPr>
                <a:spLocks noChangeArrowheads="1"/>
              </p:cNvSpPr>
              <p:nvPr/>
            </p:nvSpPr>
            <p:spPr bwMode="auto">
              <a:xfrm>
                <a:off x="3756" y="2044"/>
                <a:ext cx="32" cy="32"/>
              </a:xfrm>
              <a:prstGeom prst="ellipse">
                <a:avLst/>
              </a:prstGeom>
              <a:grpFill/>
              <a:ln w="25400">
                <a:solidFill>
                  <a:schemeClr val="bg1">
                    <a:lumMod val="65000"/>
                  </a:schemeClr>
                </a:solidFill>
                <a:round/>
                <a:headEnd/>
                <a:tailEnd/>
              </a:ln>
            </p:spPr>
            <p:txBody>
              <a:bodyPr/>
              <a:lstStyle/>
              <a:p>
                <a:endParaRPr lang="en-US"/>
              </a:p>
            </p:txBody>
          </p:sp>
          <p:sp>
            <p:nvSpPr>
              <p:cNvPr id="104191" name="Oval 597"/>
              <p:cNvSpPr>
                <a:spLocks noChangeArrowheads="1"/>
              </p:cNvSpPr>
              <p:nvPr/>
            </p:nvSpPr>
            <p:spPr bwMode="auto">
              <a:xfrm>
                <a:off x="3756" y="2355"/>
                <a:ext cx="32" cy="32"/>
              </a:xfrm>
              <a:prstGeom prst="ellipse">
                <a:avLst/>
              </a:prstGeom>
              <a:grpFill/>
              <a:ln w="9525">
                <a:solidFill>
                  <a:schemeClr val="bg1">
                    <a:lumMod val="65000"/>
                  </a:schemeClr>
                </a:solidFill>
                <a:round/>
                <a:headEnd/>
                <a:tailEnd/>
              </a:ln>
            </p:spPr>
            <p:txBody>
              <a:bodyPr/>
              <a:lstStyle/>
              <a:p>
                <a:endParaRPr lang="en-US"/>
              </a:p>
            </p:txBody>
          </p:sp>
          <p:sp>
            <p:nvSpPr>
              <p:cNvPr id="104192" name="Oval 598"/>
              <p:cNvSpPr>
                <a:spLocks noChangeArrowheads="1"/>
              </p:cNvSpPr>
              <p:nvPr/>
            </p:nvSpPr>
            <p:spPr bwMode="auto">
              <a:xfrm>
                <a:off x="3756" y="2355"/>
                <a:ext cx="32" cy="32"/>
              </a:xfrm>
              <a:prstGeom prst="ellipse">
                <a:avLst/>
              </a:prstGeom>
              <a:grpFill/>
              <a:ln w="25400">
                <a:solidFill>
                  <a:schemeClr val="bg1">
                    <a:lumMod val="65000"/>
                  </a:schemeClr>
                </a:solidFill>
                <a:round/>
                <a:headEnd/>
                <a:tailEnd/>
              </a:ln>
            </p:spPr>
            <p:txBody>
              <a:bodyPr/>
              <a:lstStyle/>
              <a:p>
                <a:endParaRPr lang="en-US"/>
              </a:p>
            </p:txBody>
          </p:sp>
          <p:sp>
            <p:nvSpPr>
              <p:cNvPr id="104193" name="Oval 599"/>
              <p:cNvSpPr>
                <a:spLocks noChangeArrowheads="1"/>
              </p:cNvSpPr>
              <p:nvPr/>
            </p:nvSpPr>
            <p:spPr bwMode="auto">
              <a:xfrm>
                <a:off x="3748" y="2658"/>
                <a:ext cx="40" cy="32"/>
              </a:xfrm>
              <a:prstGeom prst="ellipse">
                <a:avLst/>
              </a:prstGeom>
              <a:grpFill/>
              <a:ln w="9525">
                <a:solidFill>
                  <a:schemeClr val="bg1">
                    <a:lumMod val="65000"/>
                  </a:schemeClr>
                </a:solidFill>
                <a:round/>
                <a:headEnd/>
                <a:tailEnd/>
              </a:ln>
            </p:spPr>
            <p:txBody>
              <a:bodyPr/>
              <a:lstStyle/>
              <a:p>
                <a:endParaRPr lang="en-US"/>
              </a:p>
            </p:txBody>
          </p:sp>
          <p:sp>
            <p:nvSpPr>
              <p:cNvPr id="104194" name="Oval 600"/>
              <p:cNvSpPr>
                <a:spLocks noChangeArrowheads="1"/>
              </p:cNvSpPr>
              <p:nvPr/>
            </p:nvSpPr>
            <p:spPr bwMode="auto">
              <a:xfrm>
                <a:off x="3748" y="2658"/>
                <a:ext cx="40" cy="32"/>
              </a:xfrm>
              <a:prstGeom prst="ellipse">
                <a:avLst/>
              </a:prstGeom>
              <a:grpFill/>
              <a:ln w="25400">
                <a:solidFill>
                  <a:schemeClr val="bg1">
                    <a:lumMod val="65000"/>
                  </a:schemeClr>
                </a:solidFill>
                <a:round/>
                <a:headEnd/>
                <a:tailEnd/>
              </a:ln>
            </p:spPr>
            <p:txBody>
              <a:bodyPr/>
              <a:lstStyle/>
              <a:p>
                <a:endParaRPr lang="en-US"/>
              </a:p>
            </p:txBody>
          </p:sp>
          <p:sp>
            <p:nvSpPr>
              <p:cNvPr id="104195" name="Oval 601"/>
              <p:cNvSpPr>
                <a:spLocks noChangeArrowheads="1"/>
              </p:cNvSpPr>
              <p:nvPr/>
            </p:nvSpPr>
            <p:spPr bwMode="auto">
              <a:xfrm>
                <a:off x="3748" y="2969"/>
                <a:ext cx="32" cy="32"/>
              </a:xfrm>
              <a:prstGeom prst="ellipse">
                <a:avLst/>
              </a:prstGeom>
              <a:grpFill/>
              <a:ln w="9525">
                <a:solidFill>
                  <a:schemeClr val="bg1">
                    <a:lumMod val="65000"/>
                  </a:schemeClr>
                </a:solidFill>
                <a:round/>
                <a:headEnd/>
                <a:tailEnd/>
              </a:ln>
            </p:spPr>
            <p:txBody>
              <a:bodyPr/>
              <a:lstStyle/>
              <a:p>
                <a:endParaRPr lang="en-US"/>
              </a:p>
            </p:txBody>
          </p:sp>
          <p:sp>
            <p:nvSpPr>
              <p:cNvPr id="104196" name="Oval 602"/>
              <p:cNvSpPr>
                <a:spLocks noChangeArrowheads="1"/>
              </p:cNvSpPr>
              <p:nvPr/>
            </p:nvSpPr>
            <p:spPr bwMode="auto">
              <a:xfrm>
                <a:off x="3748" y="2969"/>
                <a:ext cx="32" cy="32"/>
              </a:xfrm>
              <a:prstGeom prst="ellipse">
                <a:avLst/>
              </a:prstGeom>
              <a:grpFill/>
              <a:ln w="25400">
                <a:solidFill>
                  <a:schemeClr val="bg1">
                    <a:lumMod val="65000"/>
                  </a:schemeClr>
                </a:solidFill>
                <a:round/>
                <a:headEnd/>
                <a:tailEnd/>
              </a:ln>
            </p:spPr>
            <p:txBody>
              <a:bodyPr/>
              <a:lstStyle/>
              <a:p>
                <a:endParaRPr lang="en-US"/>
              </a:p>
            </p:txBody>
          </p:sp>
        </p:grpSp>
        <p:grpSp>
          <p:nvGrpSpPr>
            <p:cNvPr id="103565" name="Group 603"/>
            <p:cNvGrpSpPr>
              <a:grpSpLocks/>
            </p:cNvGrpSpPr>
            <p:nvPr/>
          </p:nvGrpSpPr>
          <p:grpSpPr bwMode="auto">
            <a:xfrm>
              <a:off x="4203" y="1749"/>
              <a:ext cx="48" cy="1252"/>
              <a:chOff x="4203" y="1749"/>
              <a:chExt cx="48" cy="1252"/>
            </a:xfrm>
            <a:grpFill/>
          </p:grpSpPr>
          <p:sp>
            <p:nvSpPr>
              <p:cNvPr id="104177" name="Oval 604"/>
              <p:cNvSpPr>
                <a:spLocks noChangeArrowheads="1"/>
              </p:cNvSpPr>
              <p:nvPr/>
            </p:nvSpPr>
            <p:spPr bwMode="auto">
              <a:xfrm>
                <a:off x="4211" y="1749"/>
                <a:ext cx="32" cy="32"/>
              </a:xfrm>
              <a:prstGeom prst="ellipse">
                <a:avLst/>
              </a:prstGeom>
              <a:grpFill/>
              <a:ln w="9525">
                <a:solidFill>
                  <a:schemeClr val="bg1">
                    <a:lumMod val="65000"/>
                  </a:schemeClr>
                </a:solidFill>
                <a:round/>
                <a:headEnd/>
                <a:tailEnd/>
              </a:ln>
            </p:spPr>
            <p:txBody>
              <a:bodyPr/>
              <a:lstStyle/>
              <a:p>
                <a:endParaRPr lang="en-US"/>
              </a:p>
            </p:txBody>
          </p:sp>
          <p:sp>
            <p:nvSpPr>
              <p:cNvPr id="104178" name="Oval 605"/>
              <p:cNvSpPr>
                <a:spLocks noChangeArrowheads="1"/>
              </p:cNvSpPr>
              <p:nvPr/>
            </p:nvSpPr>
            <p:spPr bwMode="auto">
              <a:xfrm>
                <a:off x="4211" y="1749"/>
                <a:ext cx="32" cy="32"/>
              </a:xfrm>
              <a:prstGeom prst="ellipse">
                <a:avLst/>
              </a:prstGeom>
              <a:grpFill/>
              <a:ln w="25400">
                <a:solidFill>
                  <a:schemeClr val="bg1">
                    <a:lumMod val="65000"/>
                  </a:schemeClr>
                </a:solidFill>
                <a:round/>
                <a:headEnd/>
                <a:tailEnd/>
              </a:ln>
            </p:spPr>
            <p:txBody>
              <a:bodyPr/>
              <a:lstStyle/>
              <a:p>
                <a:endParaRPr lang="en-US"/>
              </a:p>
            </p:txBody>
          </p:sp>
          <p:sp>
            <p:nvSpPr>
              <p:cNvPr id="104179" name="Oval 606"/>
              <p:cNvSpPr>
                <a:spLocks noChangeArrowheads="1"/>
              </p:cNvSpPr>
              <p:nvPr/>
            </p:nvSpPr>
            <p:spPr bwMode="auto">
              <a:xfrm>
                <a:off x="4219" y="2052"/>
                <a:ext cx="32" cy="32"/>
              </a:xfrm>
              <a:prstGeom prst="ellipse">
                <a:avLst/>
              </a:prstGeom>
              <a:grpFill/>
              <a:ln w="9525">
                <a:solidFill>
                  <a:schemeClr val="bg1">
                    <a:lumMod val="65000"/>
                  </a:schemeClr>
                </a:solidFill>
                <a:round/>
                <a:headEnd/>
                <a:tailEnd/>
              </a:ln>
            </p:spPr>
            <p:txBody>
              <a:bodyPr/>
              <a:lstStyle/>
              <a:p>
                <a:endParaRPr lang="en-US"/>
              </a:p>
            </p:txBody>
          </p:sp>
          <p:sp>
            <p:nvSpPr>
              <p:cNvPr id="104180" name="Oval 607"/>
              <p:cNvSpPr>
                <a:spLocks noChangeArrowheads="1"/>
              </p:cNvSpPr>
              <p:nvPr/>
            </p:nvSpPr>
            <p:spPr bwMode="auto">
              <a:xfrm>
                <a:off x="4219" y="2052"/>
                <a:ext cx="32" cy="32"/>
              </a:xfrm>
              <a:prstGeom prst="ellipse">
                <a:avLst/>
              </a:prstGeom>
              <a:grpFill/>
              <a:ln w="25400">
                <a:solidFill>
                  <a:schemeClr val="bg1">
                    <a:lumMod val="65000"/>
                  </a:schemeClr>
                </a:solidFill>
                <a:round/>
                <a:headEnd/>
                <a:tailEnd/>
              </a:ln>
            </p:spPr>
            <p:txBody>
              <a:bodyPr/>
              <a:lstStyle/>
              <a:p>
                <a:endParaRPr lang="en-US"/>
              </a:p>
            </p:txBody>
          </p:sp>
          <p:sp>
            <p:nvSpPr>
              <p:cNvPr id="104181" name="Oval 608"/>
              <p:cNvSpPr>
                <a:spLocks noChangeArrowheads="1"/>
              </p:cNvSpPr>
              <p:nvPr/>
            </p:nvSpPr>
            <p:spPr bwMode="auto">
              <a:xfrm>
                <a:off x="4219" y="2355"/>
                <a:ext cx="32" cy="32"/>
              </a:xfrm>
              <a:prstGeom prst="ellipse">
                <a:avLst/>
              </a:prstGeom>
              <a:grpFill/>
              <a:ln w="9525">
                <a:solidFill>
                  <a:schemeClr val="bg1">
                    <a:lumMod val="65000"/>
                  </a:schemeClr>
                </a:solidFill>
                <a:round/>
                <a:headEnd/>
                <a:tailEnd/>
              </a:ln>
            </p:spPr>
            <p:txBody>
              <a:bodyPr/>
              <a:lstStyle/>
              <a:p>
                <a:endParaRPr lang="en-US"/>
              </a:p>
            </p:txBody>
          </p:sp>
          <p:sp>
            <p:nvSpPr>
              <p:cNvPr id="104182" name="Oval 609"/>
              <p:cNvSpPr>
                <a:spLocks noChangeArrowheads="1"/>
              </p:cNvSpPr>
              <p:nvPr/>
            </p:nvSpPr>
            <p:spPr bwMode="auto">
              <a:xfrm>
                <a:off x="4219" y="2355"/>
                <a:ext cx="32" cy="32"/>
              </a:xfrm>
              <a:prstGeom prst="ellipse">
                <a:avLst/>
              </a:prstGeom>
              <a:grpFill/>
              <a:ln w="25400">
                <a:solidFill>
                  <a:schemeClr val="bg1">
                    <a:lumMod val="65000"/>
                  </a:schemeClr>
                </a:solidFill>
                <a:round/>
                <a:headEnd/>
                <a:tailEnd/>
              </a:ln>
            </p:spPr>
            <p:txBody>
              <a:bodyPr/>
              <a:lstStyle/>
              <a:p>
                <a:endParaRPr lang="en-US"/>
              </a:p>
            </p:txBody>
          </p:sp>
          <p:sp>
            <p:nvSpPr>
              <p:cNvPr id="104183" name="Oval 610"/>
              <p:cNvSpPr>
                <a:spLocks noChangeArrowheads="1"/>
              </p:cNvSpPr>
              <p:nvPr/>
            </p:nvSpPr>
            <p:spPr bwMode="auto">
              <a:xfrm>
                <a:off x="4211" y="2666"/>
                <a:ext cx="32" cy="32"/>
              </a:xfrm>
              <a:prstGeom prst="ellipse">
                <a:avLst/>
              </a:prstGeom>
              <a:grpFill/>
              <a:ln w="9525">
                <a:solidFill>
                  <a:schemeClr val="bg1">
                    <a:lumMod val="65000"/>
                  </a:schemeClr>
                </a:solidFill>
                <a:round/>
                <a:headEnd/>
                <a:tailEnd/>
              </a:ln>
            </p:spPr>
            <p:txBody>
              <a:bodyPr/>
              <a:lstStyle/>
              <a:p>
                <a:endParaRPr lang="en-US"/>
              </a:p>
            </p:txBody>
          </p:sp>
          <p:sp>
            <p:nvSpPr>
              <p:cNvPr id="104184" name="Oval 611"/>
              <p:cNvSpPr>
                <a:spLocks noChangeArrowheads="1"/>
              </p:cNvSpPr>
              <p:nvPr/>
            </p:nvSpPr>
            <p:spPr bwMode="auto">
              <a:xfrm>
                <a:off x="4211" y="2666"/>
                <a:ext cx="32" cy="32"/>
              </a:xfrm>
              <a:prstGeom prst="ellipse">
                <a:avLst/>
              </a:prstGeom>
              <a:grpFill/>
              <a:ln w="25400">
                <a:solidFill>
                  <a:schemeClr val="bg1">
                    <a:lumMod val="65000"/>
                  </a:schemeClr>
                </a:solidFill>
                <a:round/>
                <a:headEnd/>
                <a:tailEnd/>
              </a:ln>
            </p:spPr>
            <p:txBody>
              <a:bodyPr/>
              <a:lstStyle/>
              <a:p>
                <a:endParaRPr lang="en-US"/>
              </a:p>
            </p:txBody>
          </p:sp>
          <p:sp>
            <p:nvSpPr>
              <p:cNvPr id="104185" name="Oval 612"/>
              <p:cNvSpPr>
                <a:spLocks noChangeArrowheads="1"/>
              </p:cNvSpPr>
              <p:nvPr/>
            </p:nvSpPr>
            <p:spPr bwMode="auto">
              <a:xfrm>
                <a:off x="4203" y="2969"/>
                <a:ext cx="40" cy="32"/>
              </a:xfrm>
              <a:prstGeom prst="ellipse">
                <a:avLst/>
              </a:prstGeom>
              <a:grpFill/>
              <a:ln w="9525">
                <a:solidFill>
                  <a:schemeClr val="bg1">
                    <a:lumMod val="65000"/>
                  </a:schemeClr>
                </a:solidFill>
                <a:round/>
                <a:headEnd/>
                <a:tailEnd/>
              </a:ln>
            </p:spPr>
            <p:txBody>
              <a:bodyPr/>
              <a:lstStyle/>
              <a:p>
                <a:endParaRPr lang="en-US"/>
              </a:p>
            </p:txBody>
          </p:sp>
          <p:sp>
            <p:nvSpPr>
              <p:cNvPr id="104186" name="Oval 613"/>
              <p:cNvSpPr>
                <a:spLocks noChangeArrowheads="1"/>
              </p:cNvSpPr>
              <p:nvPr/>
            </p:nvSpPr>
            <p:spPr bwMode="auto">
              <a:xfrm>
                <a:off x="4203" y="2969"/>
                <a:ext cx="40" cy="32"/>
              </a:xfrm>
              <a:prstGeom prst="ellipse">
                <a:avLst/>
              </a:prstGeom>
              <a:grpFill/>
              <a:ln w="25400">
                <a:solidFill>
                  <a:schemeClr val="bg1">
                    <a:lumMod val="65000"/>
                  </a:schemeClr>
                </a:solidFill>
                <a:round/>
                <a:headEnd/>
                <a:tailEnd/>
              </a:ln>
            </p:spPr>
            <p:txBody>
              <a:bodyPr/>
              <a:lstStyle/>
              <a:p>
                <a:endParaRPr lang="en-US"/>
              </a:p>
            </p:txBody>
          </p:sp>
        </p:grpSp>
        <p:grpSp>
          <p:nvGrpSpPr>
            <p:cNvPr id="103566" name="Group 614"/>
            <p:cNvGrpSpPr>
              <a:grpSpLocks/>
            </p:cNvGrpSpPr>
            <p:nvPr/>
          </p:nvGrpSpPr>
          <p:grpSpPr bwMode="auto">
            <a:xfrm>
              <a:off x="3317" y="2076"/>
              <a:ext cx="431" cy="284"/>
              <a:chOff x="3317" y="2076"/>
              <a:chExt cx="431" cy="284"/>
            </a:xfrm>
            <a:grpFill/>
          </p:grpSpPr>
          <p:sp>
            <p:nvSpPr>
              <p:cNvPr id="104175" name="Freeform 615"/>
              <p:cNvSpPr>
                <a:spLocks/>
              </p:cNvSpPr>
              <p:nvPr/>
            </p:nvSpPr>
            <p:spPr bwMode="auto">
              <a:xfrm>
                <a:off x="3620" y="2076"/>
                <a:ext cx="128" cy="104"/>
              </a:xfrm>
              <a:custGeom>
                <a:avLst/>
                <a:gdLst>
                  <a:gd name="T0" fmla="*/ 128 w 128"/>
                  <a:gd name="T1" fmla="*/ 0 h 104"/>
                  <a:gd name="T2" fmla="*/ 40 w 128"/>
                  <a:gd name="T3" fmla="*/ 104 h 104"/>
                  <a:gd name="T4" fmla="*/ 16 w 128"/>
                  <a:gd name="T5" fmla="*/ 72 h 104"/>
                  <a:gd name="T6" fmla="*/ 0 w 128"/>
                  <a:gd name="T7" fmla="*/ 48 h 104"/>
                  <a:gd name="T8" fmla="*/ 128 w 128"/>
                  <a:gd name="T9" fmla="*/ 0 h 104"/>
                  <a:gd name="T10" fmla="*/ 0 60000 65536"/>
                  <a:gd name="T11" fmla="*/ 0 60000 65536"/>
                  <a:gd name="T12" fmla="*/ 0 60000 65536"/>
                  <a:gd name="T13" fmla="*/ 0 60000 65536"/>
                  <a:gd name="T14" fmla="*/ 0 60000 65536"/>
                  <a:gd name="T15" fmla="*/ 0 w 128"/>
                  <a:gd name="T16" fmla="*/ 0 h 104"/>
                  <a:gd name="T17" fmla="*/ 128 w 128"/>
                  <a:gd name="T18" fmla="*/ 104 h 104"/>
                </a:gdLst>
                <a:ahLst/>
                <a:cxnLst>
                  <a:cxn ang="T10">
                    <a:pos x="T0" y="T1"/>
                  </a:cxn>
                  <a:cxn ang="T11">
                    <a:pos x="T2" y="T3"/>
                  </a:cxn>
                  <a:cxn ang="T12">
                    <a:pos x="T4" y="T5"/>
                  </a:cxn>
                  <a:cxn ang="T13">
                    <a:pos x="T6" y="T7"/>
                  </a:cxn>
                  <a:cxn ang="T14">
                    <a:pos x="T8" y="T9"/>
                  </a:cxn>
                </a:cxnLst>
                <a:rect l="T15" t="T16" r="T17" b="T18"/>
                <a:pathLst>
                  <a:path w="128" h="104">
                    <a:moveTo>
                      <a:pt x="128" y="0"/>
                    </a:moveTo>
                    <a:lnTo>
                      <a:pt x="40" y="104"/>
                    </a:lnTo>
                    <a:lnTo>
                      <a:pt x="16" y="72"/>
                    </a:lnTo>
                    <a:lnTo>
                      <a:pt x="0" y="48"/>
                    </a:lnTo>
                    <a:lnTo>
                      <a:pt x="128" y="0"/>
                    </a:lnTo>
                    <a:close/>
                  </a:path>
                </a:pathLst>
              </a:custGeom>
              <a:grpFill/>
              <a:ln w="9525">
                <a:solidFill>
                  <a:schemeClr val="bg1">
                    <a:lumMod val="65000"/>
                  </a:schemeClr>
                </a:solidFill>
                <a:round/>
                <a:headEnd/>
                <a:tailEnd/>
              </a:ln>
            </p:spPr>
            <p:txBody>
              <a:bodyPr/>
              <a:lstStyle/>
              <a:p>
                <a:endParaRPr lang="en-US"/>
              </a:p>
            </p:txBody>
          </p:sp>
          <p:sp>
            <p:nvSpPr>
              <p:cNvPr id="104176" name="Line 616"/>
              <p:cNvSpPr>
                <a:spLocks noChangeShapeType="1"/>
              </p:cNvSpPr>
              <p:nvPr/>
            </p:nvSpPr>
            <p:spPr bwMode="auto">
              <a:xfrm flipV="1">
                <a:off x="3317" y="2143"/>
                <a:ext cx="327" cy="217"/>
              </a:xfrm>
              <a:prstGeom prst="line">
                <a:avLst/>
              </a:prstGeom>
              <a:grpFill/>
              <a:ln w="25400">
                <a:solidFill>
                  <a:schemeClr val="bg1">
                    <a:lumMod val="65000"/>
                  </a:schemeClr>
                </a:solidFill>
                <a:round/>
                <a:headEnd/>
                <a:tailEnd/>
              </a:ln>
            </p:spPr>
            <p:txBody>
              <a:bodyPr/>
              <a:lstStyle/>
              <a:p>
                <a:endParaRPr lang="en-US"/>
              </a:p>
            </p:txBody>
          </p:sp>
        </p:grpSp>
        <p:grpSp>
          <p:nvGrpSpPr>
            <p:cNvPr id="103567" name="Group 617"/>
            <p:cNvGrpSpPr>
              <a:grpSpLocks/>
            </p:cNvGrpSpPr>
            <p:nvPr/>
          </p:nvGrpSpPr>
          <p:grpSpPr bwMode="auto">
            <a:xfrm>
              <a:off x="3325" y="1733"/>
              <a:ext cx="415" cy="56"/>
              <a:chOff x="3325" y="1733"/>
              <a:chExt cx="415" cy="56"/>
            </a:xfrm>
            <a:grpFill/>
          </p:grpSpPr>
          <p:sp>
            <p:nvSpPr>
              <p:cNvPr id="104167" name="Freeform 618"/>
              <p:cNvSpPr>
                <a:spLocks/>
              </p:cNvSpPr>
              <p:nvPr/>
            </p:nvSpPr>
            <p:spPr bwMode="auto">
              <a:xfrm>
                <a:off x="3628" y="1733"/>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lumMod val="65000"/>
                  </a:schemeClr>
                </a:solidFill>
                <a:round/>
                <a:headEnd/>
                <a:tailEnd/>
              </a:ln>
            </p:spPr>
            <p:txBody>
              <a:bodyPr/>
              <a:lstStyle/>
              <a:p>
                <a:endParaRPr lang="en-US"/>
              </a:p>
            </p:txBody>
          </p:sp>
          <p:grpSp>
            <p:nvGrpSpPr>
              <p:cNvPr id="104168" name="Group 619"/>
              <p:cNvGrpSpPr>
                <a:grpSpLocks/>
              </p:cNvGrpSpPr>
              <p:nvPr/>
            </p:nvGrpSpPr>
            <p:grpSpPr bwMode="auto">
              <a:xfrm>
                <a:off x="3325" y="1757"/>
                <a:ext cx="295" cy="1"/>
                <a:chOff x="3325" y="1757"/>
                <a:chExt cx="295" cy="1"/>
              </a:xfrm>
              <a:grpFill/>
            </p:grpSpPr>
            <p:sp>
              <p:nvSpPr>
                <p:cNvPr id="104169" name="Line 620"/>
                <p:cNvSpPr>
                  <a:spLocks noChangeShapeType="1"/>
                </p:cNvSpPr>
                <p:nvPr/>
              </p:nvSpPr>
              <p:spPr bwMode="auto">
                <a:xfrm>
                  <a:off x="3325" y="1757"/>
                  <a:ext cx="24" cy="1"/>
                </a:xfrm>
                <a:prstGeom prst="line">
                  <a:avLst/>
                </a:prstGeom>
                <a:grpFill/>
                <a:ln w="12700">
                  <a:solidFill>
                    <a:schemeClr val="bg1">
                      <a:lumMod val="65000"/>
                    </a:schemeClr>
                  </a:solidFill>
                  <a:round/>
                  <a:headEnd/>
                  <a:tailEnd/>
                </a:ln>
              </p:spPr>
              <p:txBody>
                <a:bodyPr/>
                <a:lstStyle/>
                <a:p>
                  <a:endParaRPr lang="en-US"/>
                </a:p>
              </p:txBody>
            </p:sp>
            <p:sp>
              <p:nvSpPr>
                <p:cNvPr id="104170" name="Line 621"/>
                <p:cNvSpPr>
                  <a:spLocks noChangeShapeType="1"/>
                </p:cNvSpPr>
                <p:nvPr/>
              </p:nvSpPr>
              <p:spPr bwMode="auto">
                <a:xfrm>
                  <a:off x="3381" y="1757"/>
                  <a:ext cx="24" cy="1"/>
                </a:xfrm>
                <a:prstGeom prst="line">
                  <a:avLst/>
                </a:prstGeom>
                <a:grpFill/>
                <a:ln w="12700">
                  <a:solidFill>
                    <a:schemeClr val="bg1">
                      <a:lumMod val="65000"/>
                    </a:schemeClr>
                  </a:solidFill>
                  <a:round/>
                  <a:headEnd/>
                  <a:tailEnd/>
                </a:ln>
              </p:spPr>
              <p:txBody>
                <a:bodyPr/>
                <a:lstStyle/>
                <a:p>
                  <a:endParaRPr lang="en-US"/>
                </a:p>
              </p:txBody>
            </p:sp>
            <p:sp>
              <p:nvSpPr>
                <p:cNvPr id="104171" name="Line 622"/>
                <p:cNvSpPr>
                  <a:spLocks noChangeShapeType="1"/>
                </p:cNvSpPr>
                <p:nvPr/>
              </p:nvSpPr>
              <p:spPr bwMode="auto">
                <a:xfrm>
                  <a:off x="3437" y="1757"/>
                  <a:ext cx="24" cy="1"/>
                </a:xfrm>
                <a:prstGeom prst="line">
                  <a:avLst/>
                </a:prstGeom>
                <a:grpFill/>
                <a:ln w="12700">
                  <a:solidFill>
                    <a:schemeClr val="bg1">
                      <a:lumMod val="65000"/>
                    </a:schemeClr>
                  </a:solidFill>
                  <a:round/>
                  <a:headEnd/>
                  <a:tailEnd/>
                </a:ln>
              </p:spPr>
              <p:txBody>
                <a:bodyPr/>
                <a:lstStyle/>
                <a:p>
                  <a:endParaRPr lang="en-US"/>
                </a:p>
              </p:txBody>
            </p:sp>
            <p:sp>
              <p:nvSpPr>
                <p:cNvPr id="104172" name="Line 623"/>
                <p:cNvSpPr>
                  <a:spLocks noChangeShapeType="1"/>
                </p:cNvSpPr>
                <p:nvPr/>
              </p:nvSpPr>
              <p:spPr bwMode="auto">
                <a:xfrm>
                  <a:off x="3493" y="1757"/>
                  <a:ext cx="23" cy="1"/>
                </a:xfrm>
                <a:prstGeom prst="line">
                  <a:avLst/>
                </a:prstGeom>
                <a:grpFill/>
                <a:ln w="12700">
                  <a:solidFill>
                    <a:schemeClr val="bg1">
                      <a:lumMod val="65000"/>
                    </a:schemeClr>
                  </a:solidFill>
                  <a:round/>
                  <a:headEnd/>
                  <a:tailEnd/>
                </a:ln>
              </p:spPr>
              <p:txBody>
                <a:bodyPr/>
                <a:lstStyle/>
                <a:p>
                  <a:endParaRPr lang="en-US"/>
                </a:p>
              </p:txBody>
            </p:sp>
            <p:sp>
              <p:nvSpPr>
                <p:cNvPr id="104173" name="Line 624"/>
                <p:cNvSpPr>
                  <a:spLocks noChangeShapeType="1"/>
                </p:cNvSpPr>
                <p:nvPr/>
              </p:nvSpPr>
              <p:spPr bwMode="auto">
                <a:xfrm>
                  <a:off x="3548" y="1757"/>
                  <a:ext cx="24" cy="1"/>
                </a:xfrm>
                <a:prstGeom prst="line">
                  <a:avLst/>
                </a:prstGeom>
                <a:grpFill/>
                <a:ln w="12700">
                  <a:solidFill>
                    <a:schemeClr val="bg1">
                      <a:lumMod val="65000"/>
                    </a:schemeClr>
                  </a:solidFill>
                  <a:round/>
                  <a:headEnd/>
                  <a:tailEnd/>
                </a:ln>
              </p:spPr>
              <p:txBody>
                <a:bodyPr/>
                <a:lstStyle/>
                <a:p>
                  <a:endParaRPr lang="en-US"/>
                </a:p>
              </p:txBody>
            </p:sp>
            <p:sp>
              <p:nvSpPr>
                <p:cNvPr id="104174" name="Line 625"/>
                <p:cNvSpPr>
                  <a:spLocks noChangeShapeType="1"/>
                </p:cNvSpPr>
                <p:nvPr/>
              </p:nvSpPr>
              <p:spPr bwMode="auto">
                <a:xfrm>
                  <a:off x="3604" y="1757"/>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68" name="Group 626"/>
            <p:cNvGrpSpPr>
              <a:grpSpLocks/>
            </p:cNvGrpSpPr>
            <p:nvPr/>
          </p:nvGrpSpPr>
          <p:grpSpPr bwMode="auto">
            <a:xfrm>
              <a:off x="3788" y="1733"/>
              <a:ext cx="415" cy="56"/>
              <a:chOff x="3788" y="1733"/>
              <a:chExt cx="415" cy="56"/>
            </a:xfrm>
            <a:grpFill/>
          </p:grpSpPr>
          <p:sp>
            <p:nvSpPr>
              <p:cNvPr id="104159" name="Freeform 627"/>
              <p:cNvSpPr>
                <a:spLocks/>
              </p:cNvSpPr>
              <p:nvPr/>
            </p:nvSpPr>
            <p:spPr bwMode="auto">
              <a:xfrm>
                <a:off x="4091" y="1733"/>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lumMod val="65000"/>
                  </a:schemeClr>
                </a:solidFill>
                <a:round/>
                <a:headEnd/>
                <a:tailEnd/>
              </a:ln>
            </p:spPr>
            <p:txBody>
              <a:bodyPr/>
              <a:lstStyle/>
              <a:p>
                <a:endParaRPr lang="en-US"/>
              </a:p>
            </p:txBody>
          </p:sp>
          <p:grpSp>
            <p:nvGrpSpPr>
              <p:cNvPr id="104160" name="Group 628"/>
              <p:cNvGrpSpPr>
                <a:grpSpLocks/>
              </p:cNvGrpSpPr>
              <p:nvPr/>
            </p:nvGrpSpPr>
            <p:grpSpPr bwMode="auto">
              <a:xfrm>
                <a:off x="3788" y="1757"/>
                <a:ext cx="295" cy="1"/>
                <a:chOff x="3788" y="1757"/>
                <a:chExt cx="295" cy="1"/>
              </a:xfrm>
              <a:grpFill/>
            </p:grpSpPr>
            <p:sp>
              <p:nvSpPr>
                <p:cNvPr id="104161" name="Line 629"/>
                <p:cNvSpPr>
                  <a:spLocks noChangeShapeType="1"/>
                </p:cNvSpPr>
                <p:nvPr/>
              </p:nvSpPr>
              <p:spPr bwMode="auto">
                <a:xfrm>
                  <a:off x="3788" y="1757"/>
                  <a:ext cx="24" cy="1"/>
                </a:xfrm>
                <a:prstGeom prst="line">
                  <a:avLst/>
                </a:prstGeom>
                <a:grpFill/>
                <a:ln w="12700">
                  <a:solidFill>
                    <a:schemeClr val="bg1">
                      <a:lumMod val="65000"/>
                    </a:schemeClr>
                  </a:solidFill>
                  <a:round/>
                  <a:headEnd/>
                  <a:tailEnd/>
                </a:ln>
              </p:spPr>
              <p:txBody>
                <a:bodyPr/>
                <a:lstStyle/>
                <a:p>
                  <a:endParaRPr lang="en-US"/>
                </a:p>
              </p:txBody>
            </p:sp>
            <p:sp>
              <p:nvSpPr>
                <p:cNvPr id="104162" name="Line 630"/>
                <p:cNvSpPr>
                  <a:spLocks noChangeShapeType="1"/>
                </p:cNvSpPr>
                <p:nvPr/>
              </p:nvSpPr>
              <p:spPr bwMode="auto">
                <a:xfrm>
                  <a:off x="3844" y="1757"/>
                  <a:ext cx="24" cy="1"/>
                </a:xfrm>
                <a:prstGeom prst="line">
                  <a:avLst/>
                </a:prstGeom>
                <a:grpFill/>
                <a:ln w="12700">
                  <a:solidFill>
                    <a:schemeClr val="bg1">
                      <a:lumMod val="65000"/>
                    </a:schemeClr>
                  </a:solidFill>
                  <a:round/>
                  <a:headEnd/>
                  <a:tailEnd/>
                </a:ln>
              </p:spPr>
              <p:txBody>
                <a:bodyPr/>
                <a:lstStyle/>
                <a:p>
                  <a:endParaRPr lang="en-US"/>
                </a:p>
              </p:txBody>
            </p:sp>
            <p:sp>
              <p:nvSpPr>
                <p:cNvPr id="104163" name="Line 631"/>
                <p:cNvSpPr>
                  <a:spLocks noChangeShapeType="1"/>
                </p:cNvSpPr>
                <p:nvPr/>
              </p:nvSpPr>
              <p:spPr bwMode="auto">
                <a:xfrm>
                  <a:off x="3900" y="1757"/>
                  <a:ext cx="24" cy="1"/>
                </a:xfrm>
                <a:prstGeom prst="line">
                  <a:avLst/>
                </a:prstGeom>
                <a:grpFill/>
                <a:ln w="12700">
                  <a:solidFill>
                    <a:schemeClr val="bg1">
                      <a:lumMod val="65000"/>
                    </a:schemeClr>
                  </a:solidFill>
                  <a:round/>
                  <a:headEnd/>
                  <a:tailEnd/>
                </a:ln>
              </p:spPr>
              <p:txBody>
                <a:bodyPr/>
                <a:lstStyle/>
                <a:p>
                  <a:endParaRPr lang="en-US"/>
                </a:p>
              </p:txBody>
            </p:sp>
            <p:sp>
              <p:nvSpPr>
                <p:cNvPr id="104164" name="Line 632"/>
                <p:cNvSpPr>
                  <a:spLocks noChangeShapeType="1"/>
                </p:cNvSpPr>
                <p:nvPr/>
              </p:nvSpPr>
              <p:spPr bwMode="auto">
                <a:xfrm>
                  <a:off x="3956" y="1757"/>
                  <a:ext cx="24" cy="1"/>
                </a:xfrm>
                <a:prstGeom prst="line">
                  <a:avLst/>
                </a:prstGeom>
                <a:grpFill/>
                <a:ln w="12700">
                  <a:solidFill>
                    <a:schemeClr val="bg1">
                      <a:lumMod val="65000"/>
                    </a:schemeClr>
                  </a:solidFill>
                  <a:round/>
                  <a:headEnd/>
                  <a:tailEnd/>
                </a:ln>
              </p:spPr>
              <p:txBody>
                <a:bodyPr/>
                <a:lstStyle/>
                <a:p>
                  <a:endParaRPr lang="en-US"/>
                </a:p>
              </p:txBody>
            </p:sp>
            <p:sp>
              <p:nvSpPr>
                <p:cNvPr id="104165" name="Line 633"/>
                <p:cNvSpPr>
                  <a:spLocks noChangeShapeType="1"/>
                </p:cNvSpPr>
                <p:nvPr/>
              </p:nvSpPr>
              <p:spPr bwMode="auto">
                <a:xfrm>
                  <a:off x="4011" y="1757"/>
                  <a:ext cx="24" cy="1"/>
                </a:xfrm>
                <a:prstGeom prst="line">
                  <a:avLst/>
                </a:prstGeom>
                <a:grpFill/>
                <a:ln w="12700">
                  <a:solidFill>
                    <a:schemeClr val="bg1">
                      <a:lumMod val="65000"/>
                    </a:schemeClr>
                  </a:solidFill>
                  <a:round/>
                  <a:headEnd/>
                  <a:tailEnd/>
                </a:ln>
              </p:spPr>
              <p:txBody>
                <a:bodyPr/>
                <a:lstStyle/>
                <a:p>
                  <a:endParaRPr lang="en-US"/>
                </a:p>
              </p:txBody>
            </p:sp>
            <p:sp>
              <p:nvSpPr>
                <p:cNvPr id="104166" name="Line 634"/>
                <p:cNvSpPr>
                  <a:spLocks noChangeShapeType="1"/>
                </p:cNvSpPr>
                <p:nvPr/>
              </p:nvSpPr>
              <p:spPr bwMode="auto">
                <a:xfrm>
                  <a:off x="4067" y="1757"/>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69" name="Group 635"/>
            <p:cNvGrpSpPr>
              <a:grpSpLocks/>
            </p:cNvGrpSpPr>
            <p:nvPr/>
          </p:nvGrpSpPr>
          <p:grpSpPr bwMode="auto">
            <a:xfrm>
              <a:off x="3325" y="2044"/>
              <a:ext cx="423" cy="56"/>
              <a:chOff x="3325" y="2044"/>
              <a:chExt cx="423" cy="56"/>
            </a:xfrm>
            <a:grpFill/>
          </p:grpSpPr>
          <p:sp>
            <p:nvSpPr>
              <p:cNvPr id="104151" name="Freeform 636"/>
              <p:cNvSpPr>
                <a:spLocks/>
              </p:cNvSpPr>
              <p:nvPr/>
            </p:nvSpPr>
            <p:spPr bwMode="auto">
              <a:xfrm>
                <a:off x="3628" y="2044"/>
                <a:ext cx="120" cy="56"/>
              </a:xfrm>
              <a:custGeom>
                <a:avLst/>
                <a:gdLst>
                  <a:gd name="T0" fmla="*/ 120 w 120"/>
                  <a:gd name="T1" fmla="*/ 24 h 56"/>
                  <a:gd name="T2" fmla="*/ 0 w 120"/>
                  <a:gd name="T3" fmla="*/ 56 h 56"/>
                  <a:gd name="T4" fmla="*/ 0 w 120"/>
                  <a:gd name="T5" fmla="*/ 24 h 56"/>
                  <a:gd name="T6" fmla="*/ 0 w 120"/>
                  <a:gd name="T7" fmla="*/ 0 h 56"/>
                  <a:gd name="T8" fmla="*/ 120 w 120"/>
                  <a:gd name="T9" fmla="*/ 24 h 56"/>
                  <a:gd name="T10" fmla="*/ 0 60000 65536"/>
                  <a:gd name="T11" fmla="*/ 0 60000 65536"/>
                  <a:gd name="T12" fmla="*/ 0 60000 65536"/>
                  <a:gd name="T13" fmla="*/ 0 60000 65536"/>
                  <a:gd name="T14" fmla="*/ 0 60000 65536"/>
                  <a:gd name="T15" fmla="*/ 0 w 120"/>
                  <a:gd name="T16" fmla="*/ 0 h 56"/>
                  <a:gd name="T17" fmla="*/ 120 w 120"/>
                  <a:gd name="T18" fmla="*/ 56 h 56"/>
                </a:gdLst>
                <a:ahLst/>
                <a:cxnLst>
                  <a:cxn ang="T10">
                    <a:pos x="T0" y="T1"/>
                  </a:cxn>
                  <a:cxn ang="T11">
                    <a:pos x="T2" y="T3"/>
                  </a:cxn>
                  <a:cxn ang="T12">
                    <a:pos x="T4" y="T5"/>
                  </a:cxn>
                  <a:cxn ang="T13">
                    <a:pos x="T6" y="T7"/>
                  </a:cxn>
                  <a:cxn ang="T14">
                    <a:pos x="T8" y="T9"/>
                  </a:cxn>
                </a:cxnLst>
                <a:rect l="T15" t="T16" r="T17" b="T18"/>
                <a:pathLst>
                  <a:path w="120" h="56">
                    <a:moveTo>
                      <a:pt x="120" y="24"/>
                    </a:moveTo>
                    <a:lnTo>
                      <a:pt x="0" y="56"/>
                    </a:lnTo>
                    <a:lnTo>
                      <a:pt x="0" y="24"/>
                    </a:lnTo>
                    <a:lnTo>
                      <a:pt x="0" y="0"/>
                    </a:lnTo>
                    <a:lnTo>
                      <a:pt x="120" y="24"/>
                    </a:lnTo>
                    <a:close/>
                  </a:path>
                </a:pathLst>
              </a:custGeom>
              <a:grpFill/>
              <a:ln w="9525">
                <a:solidFill>
                  <a:schemeClr val="bg1">
                    <a:lumMod val="65000"/>
                  </a:schemeClr>
                </a:solidFill>
                <a:round/>
                <a:headEnd/>
                <a:tailEnd/>
              </a:ln>
            </p:spPr>
            <p:txBody>
              <a:bodyPr/>
              <a:lstStyle/>
              <a:p>
                <a:endParaRPr lang="en-US"/>
              </a:p>
            </p:txBody>
          </p:sp>
          <p:grpSp>
            <p:nvGrpSpPr>
              <p:cNvPr id="104152" name="Group 637"/>
              <p:cNvGrpSpPr>
                <a:grpSpLocks/>
              </p:cNvGrpSpPr>
              <p:nvPr/>
            </p:nvGrpSpPr>
            <p:grpSpPr bwMode="auto">
              <a:xfrm>
                <a:off x="3325" y="2068"/>
                <a:ext cx="295" cy="1"/>
                <a:chOff x="3325" y="2068"/>
                <a:chExt cx="295" cy="1"/>
              </a:xfrm>
              <a:grpFill/>
            </p:grpSpPr>
            <p:sp>
              <p:nvSpPr>
                <p:cNvPr id="104153" name="Line 638"/>
                <p:cNvSpPr>
                  <a:spLocks noChangeShapeType="1"/>
                </p:cNvSpPr>
                <p:nvPr/>
              </p:nvSpPr>
              <p:spPr bwMode="auto">
                <a:xfrm>
                  <a:off x="3325" y="2068"/>
                  <a:ext cx="24" cy="1"/>
                </a:xfrm>
                <a:prstGeom prst="line">
                  <a:avLst/>
                </a:prstGeom>
                <a:grpFill/>
                <a:ln w="12700">
                  <a:solidFill>
                    <a:schemeClr val="bg1">
                      <a:lumMod val="65000"/>
                    </a:schemeClr>
                  </a:solidFill>
                  <a:round/>
                  <a:headEnd/>
                  <a:tailEnd/>
                </a:ln>
              </p:spPr>
              <p:txBody>
                <a:bodyPr/>
                <a:lstStyle/>
                <a:p>
                  <a:endParaRPr lang="en-US"/>
                </a:p>
              </p:txBody>
            </p:sp>
            <p:sp>
              <p:nvSpPr>
                <p:cNvPr id="104154" name="Line 639"/>
                <p:cNvSpPr>
                  <a:spLocks noChangeShapeType="1"/>
                </p:cNvSpPr>
                <p:nvPr/>
              </p:nvSpPr>
              <p:spPr bwMode="auto">
                <a:xfrm>
                  <a:off x="3381" y="2068"/>
                  <a:ext cx="24" cy="1"/>
                </a:xfrm>
                <a:prstGeom prst="line">
                  <a:avLst/>
                </a:prstGeom>
                <a:grpFill/>
                <a:ln w="12700">
                  <a:solidFill>
                    <a:schemeClr val="bg1">
                      <a:lumMod val="65000"/>
                    </a:schemeClr>
                  </a:solidFill>
                  <a:round/>
                  <a:headEnd/>
                  <a:tailEnd/>
                </a:ln>
              </p:spPr>
              <p:txBody>
                <a:bodyPr/>
                <a:lstStyle/>
                <a:p>
                  <a:endParaRPr lang="en-US"/>
                </a:p>
              </p:txBody>
            </p:sp>
            <p:sp>
              <p:nvSpPr>
                <p:cNvPr id="104155" name="Line 640"/>
                <p:cNvSpPr>
                  <a:spLocks noChangeShapeType="1"/>
                </p:cNvSpPr>
                <p:nvPr/>
              </p:nvSpPr>
              <p:spPr bwMode="auto">
                <a:xfrm>
                  <a:off x="3437" y="2068"/>
                  <a:ext cx="24" cy="1"/>
                </a:xfrm>
                <a:prstGeom prst="line">
                  <a:avLst/>
                </a:prstGeom>
                <a:grpFill/>
                <a:ln w="12700">
                  <a:solidFill>
                    <a:schemeClr val="bg1">
                      <a:lumMod val="65000"/>
                    </a:schemeClr>
                  </a:solidFill>
                  <a:round/>
                  <a:headEnd/>
                  <a:tailEnd/>
                </a:ln>
              </p:spPr>
              <p:txBody>
                <a:bodyPr/>
                <a:lstStyle/>
                <a:p>
                  <a:endParaRPr lang="en-US"/>
                </a:p>
              </p:txBody>
            </p:sp>
            <p:sp>
              <p:nvSpPr>
                <p:cNvPr id="104156" name="Line 641"/>
                <p:cNvSpPr>
                  <a:spLocks noChangeShapeType="1"/>
                </p:cNvSpPr>
                <p:nvPr/>
              </p:nvSpPr>
              <p:spPr bwMode="auto">
                <a:xfrm>
                  <a:off x="3493" y="2068"/>
                  <a:ext cx="23" cy="1"/>
                </a:xfrm>
                <a:prstGeom prst="line">
                  <a:avLst/>
                </a:prstGeom>
                <a:grpFill/>
                <a:ln w="12700">
                  <a:solidFill>
                    <a:schemeClr val="bg1">
                      <a:lumMod val="65000"/>
                    </a:schemeClr>
                  </a:solidFill>
                  <a:round/>
                  <a:headEnd/>
                  <a:tailEnd/>
                </a:ln>
              </p:spPr>
              <p:txBody>
                <a:bodyPr/>
                <a:lstStyle/>
                <a:p>
                  <a:endParaRPr lang="en-US"/>
                </a:p>
              </p:txBody>
            </p:sp>
            <p:sp>
              <p:nvSpPr>
                <p:cNvPr id="104157" name="Line 642"/>
                <p:cNvSpPr>
                  <a:spLocks noChangeShapeType="1"/>
                </p:cNvSpPr>
                <p:nvPr/>
              </p:nvSpPr>
              <p:spPr bwMode="auto">
                <a:xfrm>
                  <a:off x="3548" y="2068"/>
                  <a:ext cx="24" cy="1"/>
                </a:xfrm>
                <a:prstGeom prst="line">
                  <a:avLst/>
                </a:prstGeom>
                <a:grpFill/>
                <a:ln w="12700">
                  <a:solidFill>
                    <a:schemeClr val="bg1">
                      <a:lumMod val="65000"/>
                    </a:schemeClr>
                  </a:solidFill>
                  <a:round/>
                  <a:headEnd/>
                  <a:tailEnd/>
                </a:ln>
              </p:spPr>
              <p:txBody>
                <a:bodyPr/>
                <a:lstStyle/>
                <a:p>
                  <a:endParaRPr lang="en-US"/>
                </a:p>
              </p:txBody>
            </p:sp>
            <p:sp>
              <p:nvSpPr>
                <p:cNvPr id="104158" name="Line 643"/>
                <p:cNvSpPr>
                  <a:spLocks noChangeShapeType="1"/>
                </p:cNvSpPr>
                <p:nvPr/>
              </p:nvSpPr>
              <p:spPr bwMode="auto">
                <a:xfrm>
                  <a:off x="3604" y="2068"/>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70" name="Group 644"/>
            <p:cNvGrpSpPr>
              <a:grpSpLocks/>
            </p:cNvGrpSpPr>
            <p:nvPr/>
          </p:nvGrpSpPr>
          <p:grpSpPr bwMode="auto">
            <a:xfrm>
              <a:off x="3796" y="2036"/>
              <a:ext cx="415" cy="56"/>
              <a:chOff x="3796" y="2036"/>
              <a:chExt cx="415" cy="56"/>
            </a:xfrm>
            <a:grpFill/>
          </p:grpSpPr>
          <p:sp>
            <p:nvSpPr>
              <p:cNvPr id="104143" name="Freeform 645"/>
              <p:cNvSpPr>
                <a:spLocks/>
              </p:cNvSpPr>
              <p:nvPr/>
            </p:nvSpPr>
            <p:spPr bwMode="auto">
              <a:xfrm>
                <a:off x="4099"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4144" name="Group 646"/>
              <p:cNvGrpSpPr>
                <a:grpSpLocks/>
              </p:cNvGrpSpPr>
              <p:nvPr/>
            </p:nvGrpSpPr>
            <p:grpSpPr bwMode="auto">
              <a:xfrm>
                <a:off x="3796" y="2068"/>
                <a:ext cx="295" cy="1"/>
                <a:chOff x="3796" y="2068"/>
                <a:chExt cx="295" cy="1"/>
              </a:xfrm>
              <a:grpFill/>
            </p:grpSpPr>
            <p:sp>
              <p:nvSpPr>
                <p:cNvPr id="104145" name="Line 647"/>
                <p:cNvSpPr>
                  <a:spLocks noChangeShapeType="1"/>
                </p:cNvSpPr>
                <p:nvPr/>
              </p:nvSpPr>
              <p:spPr bwMode="auto">
                <a:xfrm>
                  <a:off x="3796" y="2068"/>
                  <a:ext cx="24" cy="1"/>
                </a:xfrm>
                <a:prstGeom prst="line">
                  <a:avLst/>
                </a:prstGeom>
                <a:grpFill/>
                <a:ln w="12700">
                  <a:solidFill>
                    <a:schemeClr val="bg1">
                      <a:lumMod val="65000"/>
                    </a:schemeClr>
                  </a:solidFill>
                  <a:round/>
                  <a:headEnd/>
                  <a:tailEnd/>
                </a:ln>
              </p:spPr>
              <p:txBody>
                <a:bodyPr/>
                <a:lstStyle/>
                <a:p>
                  <a:endParaRPr lang="en-US"/>
                </a:p>
              </p:txBody>
            </p:sp>
            <p:sp>
              <p:nvSpPr>
                <p:cNvPr id="104146" name="Line 648"/>
                <p:cNvSpPr>
                  <a:spLocks noChangeShapeType="1"/>
                </p:cNvSpPr>
                <p:nvPr/>
              </p:nvSpPr>
              <p:spPr bwMode="auto">
                <a:xfrm>
                  <a:off x="3852" y="2068"/>
                  <a:ext cx="24" cy="1"/>
                </a:xfrm>
                <a:prstGeom prst="line">
                  <a:avLst/>
                </a:prstGeom>
                <a:grpFill/>
                <a:ln w="12700">
                  <a:solidFill>
                    <a:schemeClr val="bg1">
                      <a:lumMod val="65000"/>
                    </a:schemeClr>
                  </a:solidFill>
                  <a:round/>
                  <a:headEnd/>
                  <a:tailEnd/>
                </a:ln>
              </p:spPr>
              <p:txBody>
                <a:bodyPr/>
                <a:lstStyle/>
                <a:p>
                  <a:endParaRPr lang="en-US"/>
                </a:p>
              </p:txBody>
            </p:sp>
            <p:sp>
              <p:nvSpPr>
                <p:cNvPr id="104147" name="Line 649"/>
                <p:cNvSpPr>
                  <a:spLocks noChangeShapeType="1"/>
                </p:cNvSpPr>
                <p:nvPr/>
              </p:nvSpPr>
              <p:spPr bwMode="auto">
                <a:xfrm>
                  <a:off x="3908" y="2068"/>
                  <a:ext cx="24" cy="1"/>
                </a:xfrm>
                <a:prstGeom prst="line">
                  <a:avLst/>
                </a:prstGeom>
                <a:grpFill/>
                <a:ln w="12700">
                  <a:solidFill>
                    <a:schemeClr val="bg1">
                      <a:lumMod val="65000"/>
                    </a:schemeClr>
                  </a:solidFill>
                  <a:round/>
                  <a:headEnd/>
                  <a:tailEnd/>
                </a:ln>
              </p:spPr>
              <p:txBody>
                <a:bodyPr/>
                <a:lstStyle/>
                <a:p>
                  <a:endParaRPr lang="en-US"/>
                </a:p>
              </p:txBody>
            </p:sp>
            <p:sp>
              <p:nvSpPr>
                <p:cNvPr id="104148" name="Line 650"/>
                <p:cNvSpPr>
                  <a:spLocks noChangeShapeType="1"/>
                </p:cNvSpPr>
                <p:nvPr/>
              </p:nvSpPr>
              <p:spPr bwMode="auto">
                <a:xfrm>
                  <a:off x="3964" y="2068"/>
                  <a:ext cx="24" cy="1"/>
                </a:xfrm>
                <a:prstGeom prst="line">
                  <a:avLst/>
                </a:prstGeom>
                <a:grpFill/>
                <a:ln w="12700">
                  <a:solidFill>
                    <a:schemeClr val="bg1">
                      <a:lumMod val="65000"/>
                    </a:schemeClr>
                  </a:solidFill>
                  <a:round/>
                  <a:headEnd/>
                  <a:tailEnd/>
                </a:ln>
              </p:spPr>
              <p:txBody>
                <a:bodyPr/>
                <a:lstStyle/>
                <a:p>
                  <a:endParaRPr lang="en-US"/>
                </a:p>
              </p:txBody>
            </p:sp>
            <p:sp>
              <p:nvSpPr>
                <p:cNvPr id="104149" name="Line 651"/>
                <p:cNvSpPr>
                  <a:spLocks noChangeShapeType="1"/>
                </p:cNvSpPr>
                <p:nvPr/>
              </p:nvSpPr>
              <p:spPr bwMode="auto">
                <a:xfrm>
                  <a:off x="4019" y="2068"/>
                  <a:ext cx="24" cy="1"/>
                </a:xfrm>
                <a:prstGeom prst="line">
                  <a:avLst/>
                </a:prstGeom>
                <a:grpFill/>
                <a:ln w="12700">
                  <a:solidFill>
                    <a:schemeClr val="bg1">
                      <a:lumMod val="65000"/>
                    </a:schemeClr>
                  </a:solidFill>
                  <a:round/>
                  <a:headEnd/>
                  <a:tailEnd/>
                </a:ln>
              </p:spPr>
              <p:txBody>
                <a:bodyPr/>
                <a:lstStyle/>
                <a:p>
                  <a:endParaRPr lang="en-US"/>
                </a:p>
              </p:txBody>
            </p:sp>
            <p:sp>
              <p:nvSpPr>
                <p:cNvPr id="104150" name="Line 652"/>
                <p:cNvSpPr>
                  <a:spLocks noChangeShapeType="1"/>
                </p:cNvSpPr>
                <p:nvPr/>
              </p:nvSpPr>
              <p:spPr bwMode="auto">
                <a:xfrm>
                  <a:off x="4075" y="2068"/>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71" name="Group 653"/>
            <p:cNvGrpSpPr>
              <a:grpSpLocks/>
            </p:cNvGrpSpPr>
            <p:nvPr/>
          </p:nvGrpSpPr>
          <p:grpSpPr bwMode="auto">
            <a:xfrm>
              <a:off x="4267" y="2036"/>
              <a:ext cx="415" cy="56"/>
              <a:chOff x="4267" y="2036"/>
              <a:chExt cx="415" cy="56"/>
            </a:xfrm>
            <a:grpFill/>
          </p:grpSpPr>
          <p:sp>
            <p:nvSpPr>
              <p:cNvPr id="104135" name="Freeform 654"/>
              <p:cNvSpPr>
                <a:spLocks/>
              </p:cNvSpPr>
              <p:nvPr/>
            </p:nvSpPr>
            <p:spPr bwMode="auto">
              <a:xfrm>
                <a:off x="4570"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4136" name="Group 655"/>
              <p:cNvGrpSpPr>
                <a:grpSpLocks/>
              </p:cNvGrpSpPr>
              <p:nvPr/>
            </p:nvGrpSpPr>
            <p:grpSpPr bwMode="auto">
              <a:xfrm>
                <a:off x="4267" y="2068"/>
                <a:ext cx="295" cy="1"/>
                <a:chOff x="4267" y="2068"/>
                <a:chExt cx="295" cy="1"/>
              </a:xfrm>
              <a:grpFill/>
            </p:grpSpPr>
            <p:sp>
              <p:nvSpPr>
                <p:cNvPr id="104137" name="Line 656"/>
                <p:cNvSpPr>
                  <a:spLocks noChangeShapeType="1"/>
                </p:cNvSpPr>
                <p:nvPr/>
              </p:nvSpPr>
              <p:spPr bwMode="auto">
                <a:xfrm>
                  <a:off x="4267" y="2068"/>
                  <a:ext cx="24" cy="1"/>
                </a:xfrm>
                <a:prstGeom prst="line">
                  <a:avLst/>
                </a:prstGeom>
                <a:grpFill/>
                <a:ln w="12700">
                  <a:solidFill>
                    <a:schemeClr val="bg1">
                      <a:lumMod val="65000"/>
                    </a:schemeClr>
                  </a:solidFill>
                  <a:round/>
                  <a:headEnd/>
                  <a:tailEnd/>
                </a:ln>
              </p:spPr>
              <p:txBody>
                <a:bodyPr/>
                <a:lstStyle/>
                <a:p>
                  <a:endParaRPr lang="en-US"/>
                </a:p>
              </p:txBody>
            </p:sp>
            <p:sp>
              <p:nvSpPr>
                <p:cNvPr id="104138" name="Line 657"/>
                <p:cNvSpPr>
                  <a:spLocks noChangeShapeType="1"/>
                </p:cNvSpPr>
                <p:nvPr/>
              </p:nvSpPr>
              <p:spPr bwMode="auto">
                <a:xfrm>
                  <a:off x="4323" y="2068"/>
                  <a:ext cx="24" cy="1"/>
                </a:xfrm>
                <a:prstGeom prst="line">
                  <a:avLst/>
                </a:prstGeom>
                <a:grpFill/>
                <a:ln w="12700">
                  <a:solidFill>
                    <a:schemeClr val="bg1">
                      <a:lumMod val="65000"/>
                    </a:schemeClr>
                  </a:solidFill>
                  <a:round/>
                  <a:headEnd/>
                  <a:tailEnd/>
                </a:ln>
              </p:spPr>
              <p:txBody>
                <a:bodyPr/>
                <a:lstStyle/>
                <a:p>
                  <a:endParaRPr lang="en-US"/>
                </a:p>
              </p:txBody>
            </p:sp>
            <p:sp>
              <p:nvSpPr>
                <p:cNvPr id="104139" name="Line 658"/>
                <p:cNvSpPr>
                  <a:spLocks noChangeShapeType="1"/>
                </p:cNvSpPr>
                <p:nvPr/>
              </p:nvSpPr>
              <p:spPr bwMode="auto">
                <a:xfrm>
                  <a:off x="4379" y="2068"/>
                  <a:ext cx="24" cy="1"/>
                </a:xfrm>
                <a:prstGeom prst="line">
                  <a:avLst/>
                </a:prstGeom>
                <a:grpFill/>
                <a:ln w="12700">
                  <a:solidFill>
                    <a:schemeClr val="bg1">
                      <a:lumMod val="65000"/>
                    </a:schemeClr>
                  </a:solidFill>
                  <a:round/>
                  <a:headEnd/>
                  <a:tailEnd/>
                </a:ln>
              </p:spPr>
              <p:txBody>
                <a:bodyPr/>
                <a:lstStyle/>
                <a:p>
                  <a:endParaRPr lang="en-US"/>
                </a:p>
              </p:txBody>
            </p:sp>
            <p:sp>
              <p:nvSpPr>
                <p:cNvPr id="104140" name="Line 659"/>
                <p:cNvSpPr>
                  <a:spLocks noChangeShapeType="1"/>
                </p:cNvSpPr>
                <p:nvPr/>
              </p:nvSpPr>
              <p:spPr bwMode="auto">
                <a:xfrm>
                  <a:off x="4435" y="2068"/>
                  <a:ext cx="24" cy="1"/>
                </a:xfrm>
                <a:prstGeom prst="line">
                  <a:avLst/>
                </a:prstGeom>
                <a:grpFill/>
                <a:ln w="12700">
                  <a:solidFill>
                    <a:schemeClr val="bg1">
                      <a:lumMod val="65000"/>
                    </a:schemeClr>
                  </a:solidFill>
                  <a:round/>
                  <a:headEnd/>
                  <a:tailEnd/>
                </a:ln>
              </p:spPr>
              <p:txBody>
                <a:bodyPr/>
                <a:lstStyle/>
                <a:p>
                  <a:endParaRPr lang="en-US"/>
                </a:p>
              </p:txBody>
            </p:sp>
            <p:sp>
              <p:nvSpPr>
                <p:cNvPr id="104141" name="Line 660"/>
                <p:cNvSpPr>
                  <a:spLocks noChangeShapeType="1"/>
                </p:cNvSpPr>
                <p:nvPr/>
              </p:nvSpPr>
              <p:spPr bwMode="auto">
                <a:xfrm>
                  <a:off x="4491" y="2068"/>
                  <a:ext cx="23" cy="1"/>
                </a:xfrm>
                <a:prstGeom prst="line">
                  <a:avLst/>
                </a:prstGeom>
                <a:grpFill/>
                <a:ln w="12700">
                  <a:solidFill>
                    <a:schemeClr val="bg1">
                      <a:lumMod val="65000"/>
                    </a:schemeClr>
                  </a:solidFill>
                  <a:round/>
                  <a:headEnd/>
                  <a:tailEnd/>
                </a:ln>
              </p:spPr>
              <p:txBody>
                <a:bodyPr/>
                <a:lstStyle/>
                <a:p>
                  <a:endParaRPr lang="en-US"/>
                </a:p>
              </p:txBody>
            </p:sp>
            <p:sp>
              <p:nvSpPr>
                <p:cNvPr id="104142" name="Line 661"/>
                <p:cNvSpPr>
                  <a:spLocks noChangeShapeType="1"/>
                </p:cNvSpPr>
                <p:nvPr/>
              </p:nvSpPr>
              <p:spPr bwMode="auto">
                <a:xfrm>
                  <a:off x="4546" y="2068"/>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72" name="Group 662"/>
            <p:cNvGrpSpPr>
              <a:grpSpLocks/>
            </p:cNvGrpSpPr>
            <p:nvPr/>
          </p:nvGrpSpPr>
          <p:grpSpPr bwMode="auto">
            <a:xfrm>
              <a:off x="4259" y="2347"/>
              <a:ext cx="415" cy="56"/>
              <a:chOff x="4259" y="2347"/>
              <a:chExt cx="415" cy="56"/>
            </a:xfrm>
            <a:grpFill/>
          </p:grpSpPr>
          <p:sp>
            <p:nvSpPr>
              <p:cNvPr id="104127" name="Freeform 663"/>
              <p:cNvSpPr>
                <a:spLocks/>
              </p:cNvSpPr>
              <p:nvPr/>
            </p:nvSpPr>
            <p:spPr bwMode="auto">
              <a:xfrm>
                <a:off x="4562" y="234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lumMod val="65000"/>
                  </a:schemeClr>
                </a:solidFill>
                <a:round/>
                <a:headEnd/>
                <a:tailEnd/>
              </a:ln>
            </p:spPr>
            <p:txBody>
              <a:bodyPr/>
              <a:lstStyle/>
              <a:p>
                <a:endParaRPr lang="en-US"/>
              </a:p>
            </p:txBody>
          </p:sp>
          <p:grpSp>
            <p:nvGrpSpPr>
              <p:cNvPr id="104128" name="Group 664"/>
              <p:cNvGrpSpPr>
                <a:grpSpLocks/>
              </p:cNvGrpSpPr>
              <p:nvPr/>
            </p:nvGrpSpPr>
            <p:grpSpPr bwMode="auto">
              <a:xfrm>
                <a:off x="4259" y="2371"/>
                <a:ext cx="295" cy="1"/>
                <a:chOff x="4259" y="2371"/>
                <a:chExt cx="295" cy="1"/>
              </a:xfrm>
              <a:grpFill/>
            </p:grpSpPr>
            <p:sp>
              <p:nvSpPr>
                <p:cNvPr id="104129" name="Line 665"/>
                <p:cNvSpPr>
                  <a:spLocks noChangeShapeType="1"/>
                </p:cNvSpPr>
                <p:nvPr/>
              </p:nvSpPr>
              <p:spPr bwMode="auto">
                <a:xfrm>
                  <a:off x="4259" y="2371"/>
                  <a:ext cx="24" cy="1"/>
                </a:xfrm>
                <a:prstGeom prst="line">
                  <a:avLst/>
                </a:prstGeom>
                <a:grpFill/>
                <a:ln w="12700">
                  <a:solidFill>
                    <a:schemeClr val="bg1">
                      <a:lumMod val="65000"/>
                    </a:schemeClr>
                  </a:solidFill>
                  <a:round/>
                  <a:headEnd/>
                  <a:tailEnd/>
                </a:ln>
              </p:spPr>
              <p:txBody>
                <a:bodyPr/>
                <a:lstStyle/>
                <a:p>
                  <a:endParaRPr lang="en-US"/>
                </a:p>
              </p:txBody>
            </p:sp>
            <p:sp>
              <p:nvSpPr>
                <p:cNvPr id="104130" name="Line 666"/>
                <p:cNvSpPr>
                  <a:spLocks noChangeShapeType="1"/>
                </p:cNvSpPr>
                <p:nvPr/>
              </p:nvSpPr>
              <p:spPr bwMode="auto">
                <a:xfrm>
                  <a:off x="4315" y="2371"/>
                  <a:ext cx="24" cy="1"/>
                </a:xfrm>
                <a:prstGeom prst="line">
                  <a:avLst/>
                </a:prstGeom>
                <a:grpFill/>
                <a:ln w="12700">
                  <a:solidFill>
                    <a:schemeClr val="bg1">
                      <a:lumMod val="65000"/>
                    </a:schemeClr>
                  </a:solidFill>
                  <a:round/>
                  <a:headEnd/>
                  <a:tailEnd/>
                </a:ln>
              </p:spPr>
              <p:txBody>
                <a:bodyPr/>
                <a:lstStyle/>
                <a:p>
                  <a:endParaRPr lang="en-US"/>
                </a:p>
              </p:txBody>
            </p:sp>
            <p:sp>
              <p:nvSpPr>
                <p:cNvPr id="104131" name="Line 667"/>
                <p:cNvSpPr>
                  <a:spLocks noChangeShapeType="1"/>
                </p:cNvSpPr>
                <p:nvPr/>
              </p:nvSpPr>
              <p:spPr bwMode="auto">
                <a:xfrm>
                  <a:off x="4371" y="2371"/>
                  <a:ext cx="24" cy="1"/>
                </a:xfrm>
                <a:prstGeom prst="line">
                  <a:avLst/>
                </a:prstGeom>
                <a:grpFill/>
                <a:ln w="12700">
                  <a:solidFill>
                    <a:schemeClr val="bg1">
                      <a:lumMod val="65000"/>
                    </a:schemeClr>
                  </a:solidFill>
                  <a:round/>
                  <a:headEnd/>
                  <a:tailEnd/>
                </a:ln>
              </p:spPr>
              <p:txBody>
                <a:bodyPr/>
                <a:lstStyle/>
                <a:p>
                  <a:endParaRPr lang="en-US"/>
                </a:p>
              </p:txBody>
            </p:sp>
            <p:sp>
              <p:nvSpPr>
                <p:cNvPr id="104132" name="Line 668"/>
                <p:cNvSpPr>
                  <a:spLocks noChangeShapeType="1"/>
                </p:cNvSpPr>
                <p:nvPr/>
              </p:nvSpPr>
              <p:spPr bwMode="auto">
                <a:xfrm>
                  <a:off x="4427" y="2371"/>
                  <a:ext cx="24" cy="1"/>
                </a:xfrm>
                <a:prstGeom prst="line">
                  <a:avLst/>
                </a:prstGeom>
                <a:grpFill/>
                <a:ln w="12700">
                  <a:solidFill>
                    <a:schemeClr val="bg1">
                      <a:lumMod val="65000"/>
                    </a:schemeClr>
                  </a:solidFill>
                  <a:round/>
                  <a:headEnd/>
                  <a:tailEnd/>
                </a:ln>
              </p:spPr>
              <p:txBody>
                <a:bodyPr/>
                <a:lstStyle/>
                <a:p>
                  <a:endParaRPr lang="en-US"/>
                </a:p>
              </p:txBody>
            </p:sp>
            <p:sp>
              <p:nvSpPr>
                <p:cNvPr id="104133" name="Line 669"/>
                <p:cNvSpPr>
                  <a:spLocks noChangeShapeType="1"/>
                </p:cNvSpPr>
                <p:nvPr/>
              </p:nvSpPr>
              <p:spPr bwMode="auto">
                <a:xfrm>
                  <a:off x="4483" y="2371"/>
                  <a:ext cx="23" cy="1"/>
                </a:xfrm>
                <a:prstGeom prst="line">
                  <a:avLst/>
                </a:prstGeom>
                <a:grpFill/>
                <a:ln w="12700">
                  <a:solidFill>
                    <a:schemeClr val="bg1">
                      <a:lumMod val="65000"/>
                    </a:schemeClr>
                  </a:solidFill>
                  <a:round/>
                  <a:headEnd/>
                  <a:tailEnd/>
                </a:ln>
              </p:spPr>
              <p:txBody>
                <a:bodyPr/>
                <a:lstStyle/>
                <a:p>
                  <a:endParaRPr lang="en-US"/>
                </a:p>
              </p:txBody>
            </p:sp>
            <p:sp>
              <p:nvSpPr>
                <p:cNvPr id="104134" name="Line 670"/>
                <p:cNvSpPr>
                  <a:spLocks noChangeShapeType="1"/>
                </p:cNvSpPr>
                <p:nvPr/>
              </p:nvSpPr>
              <p:spPr bwMode="auto">
                <a:xfrm>
                  <a:off x="4538" y="2371"/>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73" name="Group 671"/>
            <p:cNvGrpSpPr>
              <a:grpSpLocks/>
            </p:cNvGrpSpPr>
            <p:nvPr/>
          </p:nvGrpSpPr>
          <p:grpSpPr bwMode="auto">
            <a:xfrm>
              <a:off x="3796" y="2347"/>
              <a:ext cx="415" cy="56"/>
              <a:chOff x="3796" y="2347"/>
              <a:chExt cx="415" cy="56"/>
            </a:xfrm>
            <a:grpFill/>
          </p:grpSpPr>
          <p:sp>
            <p:nvSpPr>
              <p:cNvPr id="104119" name="Freeform 672"/>
              <p:cNvSpPr>
                <a:spLocks/>
              </p:cNvSpPr>
              <p:nvPr/>
            </p:nvSpPr>
            <p:spPr bwMode="auto">
              <a:xfrm>
                <a:off x="4099" y="234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lumMod val="65000"/>
                  </a:schemeClr>
                </a:solidFill>
                <a:round/>
                <a:headEnd/>
                <a:tailEnd/>
              </a:ln>
            </p:spPr>
            <p:txBody>
              <a:bodyPr/>
              <a:lstStyle/>
              <a:p>
                <a:endParaRPr lang="en-US"/>
              </a:p>
            </p:txBody>
          </p:sp>
          <p:grpSp>
            <p:nvGrpSpPr>
              <p:cNvPr id="104120" name="Group 673"/>
              <p:cNvGrpSpPr>
                <a:grpSpLocks/>
              </p:cNvGrpSpPr>
              <p:nvPr/>
            </p:nvGrpSpPr>
            <p:grpSpPr bwMode="auto">
              <a:xfrm>
                <a:off x="3796" y="2371"/>
                <a:ext cx="295" cy="1"/>
                <a:chOff x="3796" y="2371"/>
                <a:chExt cx="295" cy="1"/>
              </a:xfrm>
              <a:grpFill/>
            </p:grpSpPr>
            <p:sp>
              <p:nvSpPr>
                <p:cNvPr id="104121" name="Line 674"/>
                <p:cNvSpPr>
                  <a:spLocks noChangeShapeType="1"/>
                </p:cNvSpPr>
                <p:nvPr/>
              </p:nvSpPr>
              <p:spPr bwMode="auto">
                <a:xfrm>
                  <a:off x="3796" y="2371"/>
                  <a:ext cx="24" cy="1"/>
                </a:xfrm>
                <a:prstGeom prst="line">
                  <a:avLst/>
                </a:prstGeom>
                <a:grpFill/>
                <a:ln w="12700">
                  <a:solidFill>
                    <a:schemeClr val="bg1">
                      <a:lumMod val="65000"/>
                    </a:schemeClr>
                  </a:solidFill>
                  <a:round/>
                  <a:headEnd/>
                  <a:tailEnd/>
                </a:ln>
              </p:spPr>
              <p:txBody>
                <a:bodyPr/>
                <a:lstStyle/>
                <a:p>
                  <a:endParaRPr lang="en-US"/>
                </a:p>
              </p:txBody>
            </p:sp>
            <p:sp>
              <p:nvSpPr>
                <p:cNvPr id="104122" name="Line 675"/>
                <p:cNvSpPr>
                  <a:spLocks noChangeShapeType="1"/>
                </p:cNvSpPr>
                <p:nvPr/>
              </p:nvSpPr>
              <p:spPr bwMode="auto">
                <a:xfrm>
                  <a:off x="3852" y="2371"/>
                  <a:ext cx="24" cy="1"/>
                </a:xfrm>
                <a:prstGeom prst="line">
                  <a:avLst/>
                </a:prstGeom>
                <a:grpFill/>
                <a:ln w="12700">
                  <a:solidFill>
                    <a:schemeClr val="bg1">
                      <a:lumMod val="65000"/>
                    </a:schemeClr>
                  </a:solidFill>
                  <a:round/>
                  <a:headEnd/>
                  <a:tailEnd/>
                </a:ln>
              </p:spPr>
              <p:txBody>
                <a:bodyPr/>
                <a:lstStyle/>
                <a:p>
                  <a:endParaRPr lang="en-US"/>
                </a:p>
              </p:txBody>
            </p:sp>
            <p:sp>
              <p:nvSpPr>
                <p:cNvPr id="104123" name="Line 676"/>
                <p:cNvSpPr>
                  <a:spLocks noChangeShapeType="1"/>
                </p:cNvSpPr>
                <p:nvPr/>
              </p:nvSpPr>
              <p:spPr bwMode="auto">
                <a:xfrm>
                  <a:off x="3908" y="2371"/>
                  <a:ext cx="24" cy="1"/>
                </a:xfrm>
                <a:prstGeom prst="line">
                  <a:avLst/>
                </a:prstGeom>
                <a:grpFill/>
                <a:ln w="12700">
                  <a:solidFill>
                    <a:schemeClr val="bg1">
                      <a:lumMod val="65000"/>
                    </a:schemeClr>
                  </a:solidFill>
                  <a:round/>
                  <a:headEnd/>
                  <a:tailEnd/>
                </a:ln>
              </p:spPr>
              <p:txBody>
                <a:bodyPr/>
                <a:lstStyle/>
                <a:p>
                  <a:endParaRPr lang="en-US"/>
                </a:p>
              </p:txBody>
            </p:sp>
            <p:sp>
              <p:nvSpPr>
                <p:cNvPr id="104124" name="Line 677"/>
                <p:cNvSpPr>
                  <a:spLocks noChangeShapeType="1"/>
                </p:cNvSpPr>
                <p:nvPr/>
              </p:nvSpPr>
              <p:spPr bwMode="auto">
                <a:xfrm>
                  <a:off x="3964" y="2371"/>
                  <a:ext cx="24" cy="1"/>
                </a:xfrm>
                <a:prstGeom prst="line">
                  <a:avLst/>
                </a:prstGeom>
                <a:grpFill/>
                <a:ln w="12700">
                  <a:solidFill>
                    <a:schemeClr val="bg1">
                      <a:lumMod val="65000"/>
                    </a:schemeClr>
                  </a:solidFill>
                  <a:round/>
                  <a:headEnd/>
                  <a:tailEnd/>
                </a:ln>
              </p:spPr>
              <p:txBody>
                <a:bodyPr/>
                <a:lstStyle/>
                <a:p>
                  <a:endParaRPr lang="en-US"/>
                </a:p>
              </p:txBody>
            </p:sp>
            <p:sp>
              <p:nvSpPr>
                <p:cNvPr id="104125" name="Line 678"/>
                <p:cNvSpPr>
                  <a:spLocks noChangeShapeType="1"/>
                </p:cNvSpPr>
                <p:nvPr/>
              </p:nvSpPr>
              <p:spPr bwMode="auto">
                <a:xfrm>
                  <a:off x="4019" y="2371"/>
                  <a:ext cx="24" cy="1"/>
                </a:xfrm>
                <a:prstGeom prst="line">
                  <a:avLst/>
                </a:prstGeom>
                <a:grpFill/>
                <a:ln w="12700">
                  <a:solidFill>
                    <a:schemeClr val="bg1">
                      <a:lumMod val="65000"/>
                    </a:schemeClr>
                  </a:solidFill>
                  <a:round/>
                  <a:headEnd/>
                  <a:tailEnd/>
                </a:ln>
              </p:spPr>
              <p:txBody>
                <a:bodyPr/>
                <a:lstStyle/>
                <a:p>
                  <a:endParaRPr lang="en-US"/>
                </a:p>
              </p:txBody>
            </p:sp>
            <p:sp>
              <p:nvSpPr>
                <p:cNvPr id="104126" name="Line 679"/>
                <p:cNvSpPr>
                  <a:spLocks noChangeShapeType="1"/>
                </p:cNvSpPr>
                <p:nvPr/>
              </p:nvSpPr>
              <p:spPr bwMode="auto">
                <a:xfrm>
                  <a:off x="4075" y="2371"/>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74" name="Group 680"/>
            <p:cNvGrpSpPr>
              <a:grpSpLocks/>
            </p:cNvGrpSpPr>
            <p:nvPr/>
          </p:nvGrpSpPr>
          <p:grpSpPr bwMode="auto">
            <a:xfrm>
              <a:off x="3333" y="2339"/>
              <a:ext cx="415" cy="64"/>
              <a:chOff x="3333" y="2339"/>
              <a:chExt cx="415" cy="64"/>
            </a:xfrm>
            <a:grpFill/>
          </p:grpSpPr>
          <p:sp>
            <p:nvSpPr>
              <p:cNvPr id="104111" name="Freeform 681"/>
              <p:cNvSpPr>
                <a:spLocks/>
              </p:cNvSpPr>
              <p:nvPr/>
            </p:nvSpPr>
            <p:spPr bwMode="auto">
              <a:xfrm>
                <a:off x="3636" y="2339"/>
                <a:ext cx="112" cy="64"/>
              </a:xfrm>
              <a:custGeom>
                <a:avLst/>
                <a:gdLst>
                  <a:gd name="T0" fmla="*/ 112 w 112"/>
                  <a:gd name="T1" fmla="*/ 32 h 64"/>
                  <a:gd name="T2" fmla="*/ 0 w 112"/>
                  <a:gd name="T3" fmla="*/ 64 h 64"/>
                  <a:gd name="T4" fmla="*/ 0 w 112"/>
                  <a:gd name="T5" fmla="*/ 32 h 64"/>
                  <a:gd name="T6" fmla="*/ 0 w 112"/>
                  <a:gd name="T7" fmla="*/ 0 h 64"/>
                  <a:gd name="T8" fmla="*/ 112 w 112"/>
                  <a:gd name="T9" fmla="*/ 32 h 64"/>
                  <a:gd name="T10" fmla="*/ 0 60000 65536"/>
                  <a:gd name="T11" fmla="*/ 0 60000 65536"/>
                  <a:gd name="T12" fmla="*/ 0 60000 65536"/>
                  <a:gd name="T13" fmla="*/ 0 60000 65536"/>
                  <a:gd name="T14" fmla="*/ 0 60000 65536"/>
                  <a:gd name="T15" fmla="*/ 0 w 112"/>
                  <a:gd name="T16" fmla="*/ 0 h 64"/>
                  <a:gd name="T17" fmla="*/ 112 w 112"/>
                  <a:gd name="T18" fmla="*/ 64 h 64"/>
                </a:gdLst>
                <a:ahLst/>
                <a:cxnLst>
                  <a:cxn ang="T10">
                    <a:pos x="T0" y="T1"/>
                  </a:cxn>
                  <a:cxn ang="T11">
                    <a:pos x="T2" y="T3"/>
                  </a:cxn>
                  <a:cxn ang="T12">
                    <a:pos x="T4" y="T5"/>
                  </a:cxn>
                  <a:cxn ang="T13">
                    <a:pos x="T6" y="T7"/>
                  </a:cxn>
                  <a:cxn ang="T14">
                    <a:pos x="T8" y="T9"/>
                  </a:cxn>
                </a:cxnLst>
                <a:rect l="T15" t="T16" r="T17" b="T18"/>
                <a:pathLst>
                  <a:path w="112" h="64">
                    <a:moveTo>
                      <a:pt x="112" y="32"/>
                    </a:moveTo>
                    <a:lnTo>
                      <a:pt x="0" y="64"/>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4112" name="Group 682"/>
              <p:cNvGrpSpPr>
                <a:grpSpLocks/>
              </p:cNvGrpSpPr>
              <p:nvPr/>
            </p:nvGrpSpPr>
            <p:grpSpPr bwMode="auto">
              <a:xfrm>
                <a:off x="3333" y="2371"/>
                <a:ext cx="295" cy="1"/>
                <a:chOff x="3333" y="2371"/>
                <a:chExt cx="295" cy="1"/>
              </a:xfrm>
              <a:grpFill/>
            </p:grpSpPr>
            <p:sp>
              <p:nvSpPr>
                <p:cNvPr id="104113" name="Line 683"/>
                <p:cNvSpPr>
                  <a:spLocks noChangeShapeType="1"/>
                </p:cNvSpPr>
                <p:nvPr/>
              </p:nvSpPr>
              <p:spPr bwMode="auto">
                <a:xfrm>
                  <a:off x="3333" y="2371"/>
                  <a:ext cx="24" cy="1"/>
                </a:xfrm>
                <a:prstGeom prst="line">
                  <a:avLst/>
                </a:prstGeom>
                <a:grpFill/>
                <a:ln w="12700">
                  <a:solidFill>
                    <a:schemeClr val="bg1">
                      <a:lumMod val="65000"/>
                    </a:schemeClr>
                  </a:solidFill>
                  <a:round/>
                  <a:headEnd/>
                  <a:tailEnd/>
                </a:ln>
              </p:spPr>
              <p:txBody>
                <a:bodyPr/>
                <a:lstStyle/>
                <a:p>
                  <a:endParaRPr lang="en-US"/>
                </a:p>
              </p:txBody>
            </p:sp>
            <p:sp>
              <p:nvSpPr>
                <p:cNvPr id="104114" name="Line 684"/>
                <p:cNvSpPr>
                  <a:spLocks noChangeShapeType="1"/>
                </p:cNvSpPr>
                <p:nvPr/>
              </p:nvSpPr>
              <p:spPr bwMode="auto">
                <a:xfrm>
                  <a:off x="3389" y="2371"/>
                  <a:ext cx="24" cy="1"/>
                </a:xfrm>
                <a:prstGeom prst="line">
                  <a:avLst/>
                </a:prstGeom>
                <a:grpFill/>
                <a:ln w="12700">
                  <a:solidFill>
                    <a:schemeClr val="bg1">
                      <a:lumMod val="65000"/>
                    </a:schemeClr>
                  </a:solidFill>
                  <a:round/>
                  <a:headEnd/>
                  <a:tailEnd/>
                </a:ln>
              </p:spPr>
              <p:txBody>
                <a:bodyPr/>
                <a:lstStyle/>
                <a:p>
                  <a:endParaRPr lang="en-US"/>
                </a:p>
              </p:txBody>
            </p:sp>
            <p:sp>
              <p:nvSpPr>
                <p:cNvPr id="104115" name="Line 685"/>
                <p:cNvSpPr>
                  <a:spLocks noChangeShapeType="1"/>
                </p:cNvSpPr>
                <p:nvPr/>
              </p:nvSpPr>
              <p:spPr bwMode="auto">
                <a:xfrm>
                  <a:off x="3445" y="2371"/>
                  <a:ext cx="24" cy="1"/>
                </a:xfrm>
                <a:prstGeom prst="line">
                  <a:avLst/>
                </a:prstGeom>
                <a:grpFill/>
                <a:ln w="12700">
                  <a:solidFill>
                    <a:schemeClr val="bg1">
                      <a:lumMod val="65000"/>
                    </a:schemeClr>
                  </a:solidFill>
                  <a:round/>
                  <a:headEnd/>
                  <a:tailEnd/>
                </a:ln>
              </p:spPr>
              <p:txBody>
                <a:bodyPr/>
                <a:lstStyle/>
                <a:p>
                  <a:endParaRPr lang="en-US"/>
                </a:p>
              </p:txBody>
            </p:sp>
            <p:sp>
              <p:nvSpPr>
                <p:cNvPr id="104116" name="Line 686"/>
                <p:cNvSpPr>
                  <a:spLocks noChangeShapeType="1"/>
                </p:cNvSpPr>
                <p:nvPr/>
              </p:nvSpPr>
              <p:spPr bwMode="auto">
                <a:xfrm>
                  <a:off x="3501" y="2371"/>
                  <a:ext cx="23" cy="1"/>
                </a:xfrm>
                <a:prstGeom prst="line">
                  <a:avLst/>
                </a:prstGeom>
                <a:grpFill/>
                <a:ln w="12700">
                  <a:solidFill>
                    <a:schemeClr val="bg1">
                      <a:lumMod val="65000"/>
                    </a:schemeClr>
                  </a:solidFill>
                  <a:round/>
                  <a:headEnd/>
                  <a:tailEnd/>
                </a:ln>
              </p:spPr>
              <p:txBody>
                <a:bodyPr/>
                <a:lstStyle/>
                <a:p>
                  <a:endParaRPr lang="en-US"/>
                </a:p>
              </p:txBody>
            </p:sp>
            <p:sp>
              <p:nvSpPr>
                <p:cNvPr id="104117" name="Line 687"/>
                <p:cNvSpPr>
                  <a:spLocks noChangeShapeType="1"/>
                </p:cNvSpPr>
                <p:nvPr/>
              </p:nvSpPr>
              <p:spPr bwMode="auto">
                <a:xfrm>
                  <a:off x="3556" y="2371"/>
                  <a:ext cx="24" cy="1"/>
                </a:xfrm>
                <a:prstGeom prst="line">
                  <a:avLst/>
                </a:prstGeom>
                <a:grpFill/>
                <a:ln w="12700">
                  <a:solidFill>
                    <a:schemeClr val="bg1">
                      <a:lumMod val="65000"/>
                    </a:schemeClr>
                  </a:solidFill>
                  <a:round/>
                  <a:headEnd/>
                  <a:tailEnd/>
                </a:ln>
              </p:spPr>
              <p:txBody>
                <a:bodyPr/>
                <a:lstStyle/>
                <a:p>
                  <a:endParaRPr lang="en-US"/>
                </a:p>
              </p:txBody>
            </p:sp>
            <p:sp>
              <p:nvSpPr>
                <p:cNvPr id="104118" name="Line 688"/>
                <p:cNvSpPr>
                  <a:spLocks noChangeShapeType="1"/>
                </p:cNvSpPr>
                <p:nvPr/>
              </p:nvSpPr>
              <p:spPr bwMode="auto">
                <a:xfrm>
                  <a:off x="3612" y="2371"/>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75" name="Group 689"/>
            <p:cNvGrpSpPr>
              <a:grpSpLocks/>
            </p:cNvGrpSpPr>
            <p:nvPr/>
          </p:nvGrpSpPr>
          <p:grpSpPr bwMode="auto">
            <a:xfrm>
              <a:off x="3325" y="2650"/>
              <a:ext cx="415" cy="56"/>
              <a:chOff x="3325" y="2650"/>
              <a:chExt cx="415" cy="56"/>
            </a:xfrm>
            <a:grpFill/>
          </p:grpSpPr>
          <p:sp>
            <p:nvSpPr>
              <p:cNvPr id="104103" name="Freeform 690"/>
              <p:cNvSpPr>
                <a:spLocks/>
              </p:cNvSpPr>
              <p:nvPr/>
            </p:nvSpPr>
            <p:spPr bwMode="auto">
              <a:xfrm>
                <a:off x="3628" y="2650"/>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lumMod val="65000"/>
                  </a:schemeClr>
                </a:solidFill>
                <a:round/>
                <a:headEnd/>
                <a:tailEnd/>
              </a:ln>
            </p:spPr>
            <p:txBody>
              <a:bodyPr/>
              <a:lstStyle/>
              <a:p>
                <a:endParaRPr lang="en-US"/>
              </a:p>
            </p:txBody>
          </p:sp>
          <p:grpSp>
            <p:nvGrpSpPr>
              <p:cNvPr id="104104" name="Group 691"/>
              <p:cNvGrpSpPr>
                <a:grpSpLocks/>
              </p:cNvGrpSpPr>
              <p:nvPr/>
            </p:nvGrpSpPr>
            <p:grpSpPr bwMode="auto">
              <a:xfrm>
                <a:off x="3325" y="2674"/>
                <a:ext cx="295" cy="1"/>
                <a:chOff x="3325" y="2674"/>
                <a:chExt cx="295" cy="1"/>
              </a:xfrm>
              <a:grpFill/>
            </p:grpSpPr>
            <p:sp>
              <p:nvSpPr>
                <p:cNvPr id="104105" name="Line 692"/>
                <p:cNvSpPr>
                  <a:spLocks noChangeShapeType="1"/>
                </p:cNvSpPr>
                <p:nvPr/>
              </p:nvSpPr>
              <p:spPr bwMode="auto">
                <a:xfrm>
                  <a:off x="3325" y="2674"/>
                  <a:ext cx="24" cy="1"/>
                </a:xfrm>
                <a:prstGeom prst="line">
                  <a:avLst/>
                </a:prstGeom>
                <a:grpFill/>
                <a:ln w="12700">
                  <a:solidFill>
                    <a:schemeClr val="bg1">
                      <a:lumMod val="65000"/>
                    </a:schemeClr>
                  </a:solidFill>
                  <a:round/>
                  <a:headEnd/>
                  <a:tailEnd/>
                </a:ln>
              </p:spPr>
              <p:txBody>
                <a:bodyPr/>
                <a:lstStyle/>
                <a:p>
                  <a:endParaRPr lang="en-US"/>
                </a:p>
              </p:txBody>
            </p:sp>
            <p:sp>
              <p:nvSpPr>
                <p:cNvPr id="104106" name="Line 693"/>
                <p:cNvSpPr>
                  <a:spLocks noChangeShapeType="1"/>
                </p:cNvSpPr>
                <p:nvPr/>
              </p:nvSpPr>
              <p:spPr bwMode="auto">
                <a:xfrm>
                  <a:off x="3381" y="2674"/>
                  <a:ext cx="24" cy="1"/>
                </a:xfrm>
                <a:prstGeom prst="line">
                  <a:avLst/>
                </a:prstGeom>
                <a:grpFill/>
                <a:ln w="12700">
                  <a:solidFill>
                    <a:schemeClr val="bg1">
                      <a:lumMod val="65000"/>
                    </a:schemeClr>
                  </a:solidFill>
                  <a:round/>
                  <a:headEnd/>
                  <a:tailEnd/>
                </a:ln>
              </p:spPr>
              <p:txBody>
                <a:bodyPr/>
                <a:lstStyle/>
                <a:p>
                  <a:endParaRPr lang="en-US"/>
                </a:p>
              </p:txBody>
            </p:sp>
            <p:sp>
              <p:nvSpPr>
                <p:cNvPr id="104107" name="Line 694"/>
                <p:cNvSpPr>
                  <a:spLocks noChangeShapeType="1"/>
                </p:cNvSpPr>
                <p:nvPr/>
              </p:nvSpPr>
              <p:spPr bwMode="auto">
                <a:xfrm>
                  <a:off x="3437" y="2674"/>
                  <a:ext cx="24" cy="1"/>
                </a:xfrm>
                <a:prstGeom prst="line">
                  <a:avLst/>
                </a:prstGeom>
                <a:grpFill/>
                <a:ln w="12700">
                  <a:solidFill>
                    <a:schemeClr val="bg1">
                      <a:lumMod val="65000"/>
                    </a:schemeClr>
                  </a:solidFill>
                  <a:round/>
                  <a:headEnd/>
                  <a:tailEnd/>
                </a:ln>
              </p:spPr>
              <p:txBody>
                <a:bodyPr/>
                <a:lstStyle/>
                <a:p>
                  <a:endParaRPr lang="en-US"/>
                </a:p>
              </p:txBody>
            </p:sp>
            <p:sp>
              <p:nvSpPr>
                <p:cNvPr id="104108" name="Line 695"/>
                <p:cNvSpPr>
                  <a:spLocks noChangeShapeType="1"/>
                </p:cNvSpPr>
                <p:nvPr/>
              </p:nvSpPr>
              <p:spPr bwMode="auto">
                <a:xfrm>
                  <a:off x="3493" y="2674"/>
                  <a:ext cx="23" cy="1"/>
                </a:xfrm>
                <a:prstGeom prst="line">
                  <a:avLst/>
                </a:prstGeom>
                <a:grpFill/>
                <a:ln w="12700">
                  <a:solidFill>
                    <a:schemeClr val="bg1">
                      <a:lumMod val="65000"/>
                    </a:schemeClr>
                  </a:solidFill>
                  <a:round/>
                  <a:headEnd/>
                  <a:tailEnd/>
                </a:ln>
              </p:spPr>
              <p:txBody>
                <a:bodyPr/>
                <a:lstStyle/>
                <a:p>
                  <a:endParaRPr lang="en-US"/>
                </a:p>
              </p:txBody>
            </p:sp>
            <p:sp>
              <p:nvSpPr>
                <p:cNvPr id="104109" name="Line 696"/>
                <p:cNvSpPr>
                  <a:spLocks noChangeShapeType="1"/>
                </p:cNvSpPr>
                <p:nvPr/>
              </p:nvSpPr>
              <p:spPr bwMode="auto">
                <a:xfrm>
                  <a:off x="3548" y="2674"/>
                  <a:ext cx="24" cy="1"/>
                </a:xfrm>
                <a:prstGeom prst="line">
                  <a:avLst/>
                </a:prstGeom>
                <a:grpFill/>
                <a:ln w="12700">
                  <a:solidFill>
                    <a:schemeClr val="bg1">
                      <a:lumMod val="65000"/>
                    </a:schemeClr>
                  </a:solidFill>
                  <a:round/>
                  <a:headEnd/>
                  <a:tailEnd/>
                </a:ln>
              </p:spPr>
              <p:txBody>
                <a:bodyPr/>
                <a:lstStyle/>
                <a:p>
                  <a:endParaRPr lang="en-US"/>
                </a:p>
              </p:txBody>
            </p:sp>
            <p:sp>
              <p:nvSpPr>
                <p:cNvPr id="104110" name="Line 697"/>
                <p:cNvSpPr>
                  <a:spLocks noChangeShapeType="1"/>
                </p:cNvSpPr>
                <p:nvPr/>
              </p:nvSpPr>
              <p:spPr bwMode="auto">
                <a:xfrm>
                  <a:off x="3604" y="2674"/>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76" name="Group 698"/>
            <p:cNvGrpSpPr>
              <a:grpSpLocks/>
            </p:cNvGrpSpPr>
            <p:nvPr/>
          </p:nvGrpSpPr>
          <p:grpSpPr bwMode="auto">
            <a:xfrm>
              <a:off x="3788" y="2650"/>
              <a:ext cx="415" cy="56"/>
              <a:chOff x="3788" y="2650"/>
              <a:chExt cx="415" cy="56"/>
            </a:xfrm>
            <a:grpFill/>
          </p:grpSpPr>
          <p:sp>
            <p:nvSpPr>
              <p:cNvPr id="104095" name="Freeform 699"/>
              <p:cNvSpPr>
                <a:spLocks/>
              </p:cNvSpPr>
              <p:nvPr/>
            </p:nvSpPr>
            <p:spPr bwMode="auto">
              <a:xfrm>
                <a:off x="4091" y="2650"/>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lumMod val="65000"/>
                  </a:schemeClr>
                </a:solidFill>
                <a:round/>
                <a:headEnd/>
                <a:tailEnd/>
              </a:ln>
            </p:spPr>
            <p:txBody>
              <a:bodyPr/>
              <a:lstStyle/>
              <a:p>
                <a:endParaRPr lang="en-US"/>
              </a:p>
            </p:txBody>
          </p:sp>
          <p:grpSp>
            <p:nvGrpSpPr>
              <p:cNvPr id="104096" name="Group 700"/>
              <p:cNvGrpSpPr>
                <a:grpSpLocks/>
              </p:cNvGrpSpPr>
              <p:nvPr/>
            </p:nvGrpSpPr>
            <p:grpSpPr bwMode="auto">
              <a:xfrm>
                <a:off x="3788" y="2674"/>
                <a:ext cx="295" cy="1"/>
                <a:chOff x="3788" y="2674"/>
                <a:chExt cx="295" cy="1"/>
              </a:xfrm>
              <a:grpFill/>
            </p:grpSpPr>
            <p:sp>
              <p:nvSpPr>
                <p:cNvPr id="104097" name="Line 701"/>
                <p:cNvSpPr>
                  <a:spLocks noChangeShapeType="1"/>
                </p:cNvSpPr>
                <p:nvPr/>
              </p:nvSpPr>
              <p:spPr bwMode="auto">
                <a:xfrm>
                  <a:off x="3788" y="2674"/>
                  <a:ext cx="24" cy="1"/>
                </a:xfrm>
                <a:prstGeom prst="line">
                  <a:avLst/>
                </a:prstGeom>
                <a:grpFill/>
                <a:ln w="12700">
                  <a:solidFill>
                    <a:schemeClr val="bg1">
                      <a:lumMod val="65000"/>
                    </a:schemeClr>
                  </a:solidFill>
                  <a:round/>
                  <a:headEnd/>
                  <a:tailEnd/>
                </a:ln>
              </p:spPr>
              <p:txBody>
                <a:bodyPr/>
                <a:lstStyle/>
                <a:p>
                  <a:endParaRPr lang="en-US"/>
                </a:p>
              </p:txBody>
            </p:sp>
            <p:sp>
              <p:nvSpPr>
                <p:cNvPr id="104098" name="Line 702"/>
                <p:cNvSpPr>
                  <a:spLocks noChangeShapeType="1"/>
                </p:cNvSpPr>
                <p:nvPr/>
              </p:nvSpPr>
              <p:spPr bwMode="auto">
                <a:xfrm>
                  <a:off x="3844" y="2674"/>
                  <a:ext cx="24" cy="1"/>
                </a:xfrm>
                <a:prstGeom prst="line">
                  <a:avLst/>
                </a:prstGeom>
                <a:grpFill/>
                <a:ln w="12700">
                  <a:solidFill>
                    <a:schemeClr val="bg1">
                      <a:lumMod val="65000"/>
                    </a:schemeClr>
                  </a:solidFill>
                  <a:round/>
                  <a:headEnd/>
                  <a:tailEnd/>
                </a:ln>
              </p:spPr>
              <p:txBody>
                <a:bodyPr/>
                <a:lstStyle/>
                <a:p>
                  <a:endParaRPr lang="en-US"/>
                </a:p>
              </p:txBody>
            </p:sp>
            <p:sp>
              <p:nvSpPr>
                <p:cNvPr id="104099" name="Line 703"/>
                <p:cNvSpPr>
                  <a:spLocks noChangeShapeType="1"/>
                </p:cNvSpPr>
                <p:nvPr/>
              </p:nvSpPr>
              <p:spPr bwMode="auto">
                <a:xfrm>
                  <a:off x="3900" y="2674"/>
                  <a:ext cx="24" cy="1"/>
                </a:xfrm>
                <a:prstGeom prst="line">
                  <a:avLst/>
                </a:prstGeom>
                <a:grpFill/>
                <a:ln w="12700">
                  <a:solidFill>
                    <a:schemeClr val="bg1">
                      <a:lumMod val="65000"/>
                    </a:schemeClr>
                  </a:solidFill>
                  <a:round/>
                  <a:headEnd/>
                  <a:tailEnd/>
                </a:ln>
              </p:spPr>
              <p:txBody>
                <a:bodyPr/>
                <a:lstStyle/>
                <a:p>
                  <a:endParaRPr lang="en-US"/>
                </a:p>
              </p:txBody>
            </p:sp>
            <p:sp>
              <p:nvSpPr>
                <p:cNvPr id="104100" name="Line 704"/>
                <p:cNvSpPr>
                  <a:spLocks noChangeShapeType="1"/>
                </p:cNvSpPr>
                <p:nvPr/>
              </p:nvSpPr>
              <p:spPr bwMode="auto">
                <a:xfrm>
                  <a:off x="3956" y="2674"/>
                  <a:ext cx="24" cy="1"/>
                </a:xfrm>
                <a:prstGeom prst="line">
                  <a:avLst/>
                </a:prstGeom>
                <a:grpFill/>
                <a:ln w="12700">
                  <a:solidFill>
                    <a:schemeClr val="bg1">
                      <a:lumMod val="65000"/>
                    </a:schemeClr>
                  </a:solidFill>
                  <a:round/>
                  <a:headEnd/>
                  <a:tailEnd/>
                </a:ln>
              </p:spPr>
              <p:txBody>
                <a:bodyPr/>
                <a:lstStyle/>
                <a:p>
                  <a:endParaRPr lang="en-US"/>
                </a:p>
              </p:txBody>
            </p:sp>
            <p:sp>
              <p:nvSpPr>
                <p:cNvPr id="104101" name="Line 705"/>
                <p:cNvSpPr>
                  <a:spLocks noChangeShapeType="1"/>
                </p:cNvSpPr>
                <p:nvPr/>
              </p:nvSpPr>
              <p:spPr bwMode="auto">
                <a:xfrm>
                  <a:off x="4011" y="2674"/>
                  <a:ext cx="24" cy="1"/>
                </a:xfrm>
                <a:prstGeom prst="line">
                  <a:avLst/>
                </a:prstGeom>
                <a:grpFill/>
                <a:ln w="12700">
                  <a:solidFill>
                    <a:schemeClr val="bg1">
                      <a:lumMod val="65000"/>
                    </a:schemeClr>
                  </a:solidFill>
                  <a:round/>
                  <a:headEnd/>
                  <a:tailEnd/>
                </a:ln>
              </p:spPr>
              <p:txBody>
                <a:bodyPr/>
                <a:lstStyle/>
                <a:p>
                  <a:endParaRPr lang="en-US"/>
                </a:p>
              </p:txBody>
            </p:sp>
            <p:sp>
              <p:nvSpPr>
                <p:cNvPr id="104102" name="Line 706"/>
                <p:cNvSpPr>
                  <a:spLocks noChangeShapeType="1"/>
                </p:cNvSpPr>
                <p:nvPr/>
              </p:nvSpPr>
              <p:spPr bwMode="auto">
                <a:xfrm>
                  <a:off x="4067" y="2674"/>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77" name="Group 707"/>
            <p:cNvGrpSpPr>
              <a:grpSpLocks/>
            </p:cNvGrpSpPr>
            <p:nvPr/>
          </p:nvGrpSpPr>
          <p:grpSpPr bwMode="auto">
            <a:xfrm>
              <a:off x="3325" y="2953"/>
              <a:ext cx="415" cy="56"/>
              <a:chOff x="3325" y="2953"/>
              <a:chExt cx="415" cy="56"/>
            </a:xfrm>
            <a:grpFill/>
          </p:grpSpPr>
          <p:sp>
            <p:nvSpPr>
              <p:cNvPr id="104087" name="Freeform 708"/>
              <p:cNvSpPr>
                <a:spLocks/>
              </p:cNvSpPr>
              <p:nvPr/>
            </p:nvSpPr>
            <p:spPr bwMode="auto">
              <a:xfrm>
                <a:off x="3628"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4088" name="Group 709"/>
              <p:cNvGrpSpPr>
                <a:grpSpLocks/>
              </p:cNvGrpSpPr>
              <p:nvPr/>
            </p:nvGrpSpPr>
            <p:grpSpPr bwMode="auto">
              <a:xfrm>
                <a:off x="3325" y="2985"/>
                <a:ext cx="295" cy="1"/>
                <a:chOff x="3325" y="2985"/>
                <a:chExt cx="295" cy="1"/>
              </a:xfrm>
              <a:grpFill/>
            </p:grpSpPr>
            <p:sp>
              <p:nvSpPr>
                <p:cNvPr id="104089" name="Line 710"/>
                <p:cNvSpPr>
                  <a:spLocks noChangeShapeType="1"/>
                </p:cNvSpPr>
                <p:nvPr/>
              </p:nvSpPr>
              <p:spPr bwMode="auto">
                <a:xfrm>
                  <a:off x="3325" y="2985"/>
                  <a:ext cx="24" cy="1"/>
                </a:xfrm>
                <a:prstGeom prst="line">
                  <a:avLst/>
                </a:prstGeom>
                <a:grpFill/>
                <a:ln w="12700">
                  <a:solidFill>
                    <a:schemeClr val="bg1">
                      <a:lumMod val="65000"/>
                    </a:schemeClr>
                  </a:solidFill>
                  <a:round/>
                  <a:headEnd/>
                  <a:tailEnd/>
                </a:ln>
              </p:spPr>
              <p:txBody>
                <a:bodyPr/>
                <a:lstStyle/>
                <a:p>
                  <a:endParaRPr lang="en-US"/>
                </a:p>
              </p:txBody>
            </p:sp>
            <p:sp>
              <p:nvSpPr>
                <p:cNvPr id="104090" name="Line 711"/>
                <p:cNvSpPr>
                  <a:spLocks noChangeShapeType="1"/>
                </p:cNvSpPr>
                <p:nvPr/>
              </p:nvSpPr>
              <p:spPr bwMode="auto">
                <a:xfrm>
                  <a:off x="3381" y="2985"/>
                  <a:ext cx="24" cy="1"/>
                </a:xfrm>
                <a:prstGeom prst="line">
                  <a:avLst/>
                </a:prstGeom>
                <a:grpFill/>
                <a:ln w="12700">
                  <a:solidFill>
                    <a:schemeClr val="bg1">
                      <a:lumMod val="65000"/>
                    </a:schemeClr>
                  </a:solidFill>
                  <a:round/>
                  <a:headEnd/>
                  <a:tailEnd/>
                </a:ln>
              </p:spPr>
              <p:txBody>
                <a:bodyPr/>
                <a:lstStyle/>
                <a:p>
                  <a:endParaRPr lang="en-US"/>
                </a:p>
              </p:txBody>
            </p:sp>
            <p:sp>
              <p:nvSpPr>
                <p:cNvPr id="104091" name="Line 712"/>
                <p:cNvSpPr>
                  <a:spLocks noChangeShapeType="1"/>
                </p:cNvSpPr>
                <p:nvPr/>
              </p:nvSpPr>
              <p:spPr bwMode="auto">
                <a:xfrm>
                  <a:off x="3437" y="2985"/>
                  <a:ext cx="24" cy="1"/>
                </a:xfrm>
                <a:prstGeom prst="line">
                  <a:avLst/>
                </a:prstGeom>
                <a:grpFill/>
                <a:ln w="12700">
                  <a:solidFill>
                    <a:schemeClr val="bg1">
                      <a:lumMod val="65000"/>
                    </a:schemeClr>
                  </a:solidFill>
                  <a:round/>
                  <a:headEnd/>
                  <a:tailEnd/>
                </a:ln>
              </p:spPr>
              <p:txBody>
                <a:bodyPr/>
                <a:lstStyle/>
                <a:p>
                  <a:endParaRPr lang="en-US"/>
                </a:p>
              </p:txBody>
            </p:sp>
            <p:sp>
              <p:nvSpPr>
                <p:cNvPr id="104092" name="Line 713"/>
                <p:cNvSpPr>
                  <a:spLocks noChangeShapeType="1"/>
                </p:cNvSpPr>
                <p:nvPr/>
              </p:nvSpPr>
              <p:spPr bwMode="auto">
                <a:xfrm>
                  <a:off x="3493" y="2985"/>
                  <a:ext cx="23" cy="1"/>
                </a:xfrm>
                <a:prstGeom prst="line">
                  <a:avLst/>
                </a:prstGeom>
                <a:grpFill/>
                <a:ln w="12700">
                  <a:solidFill>
                    <a:schemeClr val="bg1">
                      <a:lumMod val="65000"/>
                    </a:schemeClr>
                  </a:solidFill>
                  <a:round/>
                  <a:headEnd/>
                  <a:tailEnd/>
                </a:ln>
              </p:spPr>
              <p:txBody>
                <a:bodyPr/>
                <a:lstStyle/>
                <a:p>
                  <a:endParaRPr lang="en-US"/>
                </a:p>
              </p:txBody>
            </p:sp>
            <p:sp>
              <p:nvSpPr>
                <p:cNvPr id="104093" name="Line 714"/>
                <p:cNvSpPr>
                  <a:spLocks noChangeShapeType="1"/>
                </p:cNvSpPr>
                <p:nvPr/>
              </p:nvSpPr>
              <p:spPr bwMode="auto">
                <a:xfrm>
                  <a:off x="3548" y="2985"/>
                  <a:ext cx="24" cy="1"/>
                </a:xfrm>
                <a:prstGeom prst="line">
                  <a:avLst/>
                </a:prstGeom>
                <a:grpFill/>
                <a:ln w="12700">
                  <a:solidFill>
                    <a:schemeClr val="bg1">
                      <a:lumMod val="65000"/>
                    </a:schemeClr>
                  </a:solidFill>
                  <a:round/>
                  <a:headEnd/>
                  <a:tailEnd/>
                </a:ln>
              </p:spPr>
              <p:txBody>
                <a:bodyPr/>
                <a:lstStyle/>
                <a:p>
                  <a:endParaRPr lang="en-US"/>
                </a:p>
              </p:txBody>
            </p:sp>
            <p:sp>
              <p:nvSpPr>
                <p:cNvPr id="104094" name="Line 715"/>
                <p:cNvSpPr>
                  <a:spLocks noChangeShapeType="1"/>
                </p:cNvSpPr>
                <p:nvPr/>
              </p:nvSpPr>
              <p:spPr bwMode="auto">
                <a:xfrm>
                  <a:off x="3604" y="2985"/>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78" name="Group 716"/>
            <p:cNvGrpSpPr>
              <a:grpSpLocks/>
            </p:cNvGrpSpPr>
            <p:nvPr/>
          </p:nvGrpSpPr>
          <p:grpSpPr bwMode="auto">
            <a:xfrm>
              <a:off x="3788" y="2953"/>
              <a:ext cx="415" cy="56"/>
              <a:chOff x="3788" y="2953"/>
              <a:chExt cx="415" cy="56"/>
            </a:xfrm>
            <a:grpFill/>
          </p:grpSpPr>
          <p:sp>
            <p:nvSpPr>
              <p:cNvPr id="104079" name="Freeform 717"/>
              <p:cNvSpPr>
                <a:spLocks/>
              </p:cNvSpPr>
              <p:nvPr/>
            </p:nvSpPr>
            <p:spPr bwMode="auto">
              <a:xfrm>
                <a:off x="4091"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4080" name="Group 718"/>
              <p:cNvGrpSpPr>
                <a:grpSpLocks/>
              </p:cNvGrpSpPr>
              <p:nvPr/>
            </p:nvGrpSpPr>
            <p:grpSpPr bwMode="auto">
              <a:xfrm>
                <a:off x="3788" y="2985"/>
                <a:ext cx="295" cy="1"/>
                <a:chOff x="3788" y="2985"/>
                <a:chExt cx="295" cy="1"/>
              </a:xfrm>
              <a:grpFill/>
            </p:grpSpPr>
            <p:sp>
              <p:nvSpPr>
                <p:cNvPr id="104081" name="Line 719"/>
                <p:cNvSpPr>
                  <a:spLocks noChangeShapeType="1"/>
                </p:cNvSpPr>
                <p:nvPr/>
              </p:nvSpPr>
              <p:spPr bwMode="auto">
                <a:xfrm>
                  <a:off x="3788" y="2985"/>
                  <a:ext cx="24" cy="1"/>
                </a:xfrm>
                <a:prstGeom prst="line">
                  <a:avLst/>
                </a:prstGeom>
                <a:grpFill/>
                <a:ln w="12700">
                  <a:solidFill>
                    <a:schemeClr val="bg1">
                      <a:lumMod val="65000"/>
                    </a:schemeClr>
                  </a:solidFill>
                  <a:round/>
                  <a:headEnd/>
                  <a:tailEnd/>
                </a:ln>
              </p:spPr>
              <p:txBody>
                <a:bodyPr/>
                <a:lstStyle/>
                <a:p>
                  <a:endParaRPr lang="en-US"/>
                </a:p>
              </p:txBody>
            </p:sp>
            <p:sp>
              <p:nvSpPr>
                <p:cNvPr id="104082" name="Line 720"/>
                <p:cNvSpPr>
                  <a:spLocks noChangeShapeType="1"/>
                </p:cNvSpPr>
                <p:nvPr/>
              </p:nvSpPr>
              <p:spPr bwMode="auto">
                <a:xfrm>
                  <a:off x="3844" y="2985"/>
                  <a:ext cx="24" cy="1"/>
                </a:xfrm>
                <a:prstGeom prst="line">
                  <a:avLst/>
                </a:prstGeom>
                <a:grpFill/>
                <a:ln w="12700">
                  <a:solidFill>
                    <a:schemeClr val="bg1">
                      <a:lumMod val="65000"/>
                    </a:schemeClr>
                  </a:solidFill>
                  <a:round/>
                  <a:headEnd/>
                  <a:tailEnd/>
                </a:ln>
              </p:spPr>
              <p:txBody>
                <a:bodyPr/>
                <a:lstStyle/>
                <a:p>
                  <a:endParaRPr lang="en-US"/>
                </a:p>
              </p:txBody>
            </p:sp>
            <p:sp>
              <p:nvSpPr>
                <p:cNvPr id="104083" name="Line 721"/>
                <p:cNvSpPr>
                  <a:spLocks noChangeShapeType="1"/>
                </p:cNvSpPr>
                <p:nvPr/>
              </p:nvSpPr>
              <p:spPr bwMode="auto">
                <a:xfrm>
                  <a:off x="3900" y="2985"/>
                  <a:ext cx="24" cy="1"/>
                </a:xfrm>
                <a:prstGeom prst="line">
                  <a:avLst/>
                </a:prstGeom>
                <a:grpFill/>
                <a:ln w="12700">
                  <a:solidFill>
                    <a:schemeClr val="bg1">
                      <a:lumMod val="65000"/>
                    </a:schemeClr>
                  </a:solidFill>
                  <a:round/>
                  <a:headEnd/>
                  <a:tailEnd/>
                </a:ln>
              </p:spPr>
              <p:txBody>
                <a:bodyPr/>
                <a:lstStyle/>
                <a:p>
                  <a:endParaRPr lang="en-US"/>
                </a:p>
              </p:txBody>
            </p:sp>
            <p:sp>
              <p:nvSpPr>
                <p:cNvPr id="104084" name="Line 722"/>
                <p:cNvSpPr>
                  <a:spLocks noChangeShapeType="1"/>
                </p:cNvSpPr>
                <p:nvPr/>
              </p:nvSpPr>
              <p:spPr bwMode="auto">
                <a:xfrm>
                  <a:off x="3956" y="2985"/>
                  <a:ext cx="24" cy="1"/>
                </a:xfrm>
                <a:prstGeom prst="line">
                  <a:avLst/>
                </a:prstGeom>
                <a:grpFill/>
                <a:ln w="12700">
                  <a:solidFill>
                    <a:schemeClr val="bg1">
                      <a:lumMod val="65000"/>
                    </a:schemeClr>
                  </a:solidFill>
                  <a:round/>
                  <a:headEnd/>
                  <a:tailEnd/>
                </a:ln>
              </p:spPr>
              <p:txBody>
                <a:bodyPr/>
                <a:lstStyle/>
                <a:p>
                  <a:endParaRPr lang="en-US"/>
                </a:p>
              </p:txBody>
            </p:sp>
            <p:sp>
              <p:nvSpPr>
                <p:cNvPr id="104085" name="Line 723"/>
                <p:cNvSpPr>
                  <a:spLocks noChangeShapeType="1"/>
                </p:cNvSpPr>
                <p:nvPr/>
              </p:nvSpPr>
              <p:spPr bwMode="auto">
                <a:xfrm>
                  <a:off x="4011" y="2985"/>
                  <a:ext cx="24" cy="1"/>
                </a:xfrm>
                <a:prstGeom prst="line">
                  <a:avLst/>
                </a:prstGeom>
                <a:grpFill/>
                <a:ln w="12700">
                  <a:solidFill>
                    <a:schemeClr val="bg1">
                      <a:lumMod val="65000"/>
                    </a:schemeClr>
                  </a:solidFill>
                  <a:round/>
                  <a:headEnd/>
                  <a:tailEnd/>
                </a:ln>
              </p:spPr>
              <p:txBody>
                <a:bodyPr/>
                <a:lstStyle/>
                <a:p>
                  <a:endParaRPr lang="en-US"/>
                </a:p>
              </p:txBody>
            </p:sp>
            <p:sp>
              <p:nvSpPr>
                <p:cNvPr id="104086" name="Line 724"/>
                <p:cNvSpPr>
                  <a:spLocks noChangeShapeType="1"/>
                </p:cNvSpPr>
                <p:nvPr/>
              </p:nvSpPr>
              <p:spPr bwMode="auto">
                <a:xfrm>
                  <a:off x="4067" y="2985"/>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79" name="Group 725"/>
            <p:cNvGrpSpPr>
              <a:grpSpLocks/>
            </p:cNvGrpSpPr>
            <p:nvPr/>
          </p:nvGrpSpPr>
          <p:grpSpPr bwMode="auto">
            <a:xfrm>
              <a:off x="4251" y="2953"/>
              <a:ext cx="415" cy="56"/>
              <a:chOff x="4251" y="2953"/>
              <a:chExt cx="415" cy="56"/>
            </a:xfrm>
            <a:grpFill/>
          </p:grpSpPr>
          <p:sp>
            <p:nvSpPr>
              <p:cNvPr id="104071" name="Freeform 726"/>
              <p:cNvSpPr>
                <a:spLocks/>
              </p:cNvSpPr>
              <p:nvPr/>
            </p:nvSpPr>
            <p:spPr bwMode="auto">
              <a:xfrm>
                <a:off x="4554"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4072" name="Group 727"/>
              <p:cNvGrpSpPr>
                <a:grpSpLocks/>
              </p:cNvGrpSpPr>
              <p:nvPr/>
            </p:nvGrpSpPr>
            <p:grpSpPr bwMode="auto">
              <a:xfrm>
                <a:off x="4251" y="2985"/>
                <a:ext cx="295" cy="1"/>
                <a:chOff x="4251" y="2985"/>
                <a:chExt cx="295" cy="1"/>
              </a:xfrm>
              <a:grpFill/>
            </p:grpSpPr>
            <p:sp>
              <p:nvSpPr>
                <p:cNvPr id="104073" name="Line 728"/>
                <p:cNvSpPr>
                  <a:spLocks noChangeShapeType="1"/>
                </p:cNvSpPr>
                <p:nvPr/>
              </p:nvSpPr>
              <p:spPr bwMode="auto">
                <a:xfrm>
                  <a:off x="4251" y="2985"/>
                  <a:ext cx="24" cy="1"/>
                </a:xfrm>
                <a:prstGeom prst="line">
                  <a:avLst/>
                </a:prstGeom>
                <a:grpFill/>
                <a:ln w="12700">
                  <a:solidFill>
                    <a:schemeClr val="bg1">
                      <a:lumMod val="65000"/>
                    </a:schemeClr>
                  </a:solidFill>
                  <a:round/>
                  <a:headEnd/>
                  <a:tailEnd/>
                </a:ln>
              </p:spPr>
              <p:txBody>
                <a:bodyPr/>
                <a:lstStyle/>
                <a:p>
                  <a:endParaRPr lang="en-US"/>
                </a:p>
              </p:txBody>
            </p:sp>
            <p:sp>
              <p:nvSpPr>
                <p:cNvPr id="104074" name="Line 729"/>
                <p:cNvSpPr>
                  <a:spLocks noChangeShapeType="1"/>
                </p:cNvSpPr>
                <p:nvPr/>
              </p:nvSpPr>
              <p:spPr bwMode="auto">
                <a:xfrm>
                  <a:off x="4307" y="2985"/>
                  <a:ext cx="24" cy="1"/>
                </a:xfrm>
                <a:prstGeom prst="line">
                  <a:avLst/>
                </a:prstGeom>
                <a:grpFill/>
                <a:ln w="12700">
                  <a:solidFill>
                    <a:schemeClr val="bg1">
                      <a:lumMod val="65000"/>
                    </a:schemeClr>
                  </a:solidFill>
                  <a:round/>
                  <a:headEnd/>
                  <a:tailEnd/>
                </a:ln>
              </p:spPr>
              <p:txBody>
                <a:bodyPr/>
                <a:lstStyle/>
                <a:p>
                  <a:endParaRPr lang="en-US"/>
                </a:p>
              </p:txBody>
            </p:sp>
            <p:sp>
              <p:nvSpPr>
                <p:cNvPr id="104075" name="Line 730"/>
                <p:cNvSpPr>
                  <a:spLocks noChangeShapeType="1"/>
                </p:cNvSpPr>
                <p:nvPr/>
              </p:nvSpPr>
              <p:spPr bwMode="auto">
                <a:xfrm>
                  <a:off x="4363" y="2985"/>
                  <a:ext cx="24" cy="1"/>
                </a:xfrm>
                <a:prstGeom prst="line">
                  <a:avLst/>
                </a:prstGeom>
                <a:grpFill/>
                <a:ln w="12700">
                  <a:solidFill>
                    <a:schemeClr val="bg1">
                      <a:lumMod val="65000"/>
                    </a:schemeClr>
                  </a:solidFill>
                  <a:round/>
                  <a:headEnd/>
                  <a:tailEnd/>
                </a:ln>
              </p:spPr>
              <p:txBody>
                <a:bodyPr/>
                <a:lstStyle/>
                <a:p>
                  <a:endParaRPr lang="en-US"/>
                </a:p>
              </p:txBody>
            </p:sp>
            <p:sp>
              <p:nvSpPr>
                <p:cNvPr id="104076" name="Line 731"/>
                <p:cNvSpPr>
                  <a:spLocks noChangeShapeType="1"/>
                </p:cNvSpPr>
                <p:nvPr/>
              </p:nvSpPr>
              <p:spPr bwMode="auto">
                <a:xfrm>
                  <a:off x="4419" y="2985"/>
                  <a:ext cx="24" cy="1"/>
                </a:xfrm>
                <a:prstGeom prst="line">
                  <a:avLst/>
                </a:prstGeom>
                <a:grpFill/>
                <a:ln w="12700">
                  <a:solidFill>
                    <a:schemeClr val="bg1">
                      <a:lumMod val="65000"/>
                    </a:schemeClr>
                  </a:solidFill>
                  <a:round/>
                  <a:headEnd/>
                  <a:tailEnd/>
                </a:ln>
              </p:spPr>
              <p:txBody>
                <a:bodyPr/>
                <a:lstStyle/>
                <a:p>
                  <a:endParaRPr lang="en-US"/>
                </a:p>
              </p:txBody>
            </p:sp>
            <p:sp>
              <p:nvSpPr>
                <p:cNvPr id="104077" name="Line 732"/>
                <p:cNvSpPr>
                  <a:spLocks noChangeShapeType="1"/>
                </p:cNvSpPr>
                <p:nvPr/>
              </p:nvSpPr>
              <p:spPr bwMode="auto">
                <a:xfrm>
                  <a:off x="4475" y="2985"/>
                  <a:ext cx="24" cy="1"/>
                </a:xfrm>
                <a:prstGeom prst="line">
                  <a:avLst/>
                </a:prstGeom>
                <a:grpFill/>
                <a:ln w="12700">
                  <a:solidFill>
                    <a:schemeClr val="bg1">
                      <a:lumMod val="65000"/>
                    </a:schemeClr>
                  </a:solidFill>
                  <a:round/>
                  <a:headEnd/>
                  <a:tailEnd/>
                </a:ln>
              </p:spPr>
              <p:txBody>
                <a:bodyPr/>
                <a:lstStyle/>
                <a:p>
                  <a:endParaRPr lang="en-US"/>
                </a:p>
              </p:txBody>
            </p:sp>
            <p:sp>
              <p:nvSpPr>
                <p:cNvPr id="104078" name="Line 733"/>
                <p:cNvSpPr>
                  <a:spLocks noChangeShapeType="1"/>
                </p:cNvSpPr>
                <p:nvPr/>
              </p:nvSpPr>
              <p:spPr bwMode="auto">
                <a:xfrm>
                  <a:off x="4530" y="2985"/>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80" name="Group 734"/>
            <p:cNvGrpSpPr>
              <a:grpSpLocks/>
            </p:cNvGrpSpPr>
            <p:nvPr/>
          </p:nvGrpSpPr>
          <p:grpSpPr bwMode="auto">
            <a:xfrm>
              <a:off x="4674" y="1741"/>
              <a:ext cx="40" cy="1260"/>
              <a:chOff x="4674" y="1741"/>
              <a:chExt cx="40" cy="1260"/>
            </a:xfrm>
            <a:grpFill/>
          </p:grpSpPr>
          <p:sp>
            <p:nvSpPr>
              <p:cNvPr id="104061" name="Oval 735"/>
              <p:cNvSpPr>
                <a:spLocks noChangeArrowheads="1"/>
              </p:cNvSpPr>
              <p:nvPr/>
            </p:nvSpPr>
            <p:spPr bwMode="auto">
              <a:xfrm>
                <a:off x="4674" y="1741"/>
                <a:ext cx="32" cy="40"/>
              </a:xfrm>
              <a:prstGeom prst="ellipse">
                <a:avLst/>
              </a:prstGeom>
              <a:grpFill/>
              <a:ln w="9525">
                <a:solidFill>
                  <a:schemeClr val="bg1">
                    <a:lumMod val="65000"/>
                  </a:schemeClr>
                </a:solidFill>
                <a:round/>
                <a:headEnd/>
                <a:tailEnd/>
              </a:ln>
            </p:spPr>
            <p:txBody>
              <a:bodyPr/>
              <a:lstStyle/>
              <a:p>
                <a:endParaRPr lang="en-US"/>
              </a:p>
            </p:txBody>
          </p:sp>
          <p:sp>
            <p:nvSpPr>
              <p:cNvPr id="104062" name="Oval 736"/>
              <p:cNvSpPr>
                <a:spLocks noChangeArrowheads="1"/>
              </p:cNvSpPr>
              <p:nvPr/>
            </p:nvSpPr>
            <p:spPr bwMode="auto">
              <a:xfrm>
                <a:off x="4674" y="1741"/>
                <a:ext cx="32" cy="40"/>
              </a:xfrm>
              <a:prstGeom prst="ellipse">
                <a:avLst/>
              </a:prstGeom>
              <a:grpFill/>
              <a:ln w="25400">
                <a:solidFill>
                  <a:schemeClr val="bg1">
                    <a:lumMod val="65000"/>
                  </a:schemeClr>
                </a:solidFill>
                <a:round/>
                <a:headEnd/>
                <a:tailEnd/>
              </a:ln>
            </p:spPr>
            <p:txBody>
              <a:bodyPr/>
              <a:lstStyle/>
              <a:p>
                <a:endParaRPr lang="en-US"/>
              </a:p>
            </p:txBody>
          </p:sp>
          <p:sp>
            <p:nvSpPr>
              <p:cNvPr id="104063" name="Oval 737"/>
              <p:cNvSpPr>
                <a:spLocks noChangeArrowheads="1"/>
              </p:cNvSpPr>
              <p:nvPr/>
            </p:nvSpPr>
            <p:spPr bwMode="auto">
              <a:xfrm>
                <a:off x="4682" y="2044"/>
                <a:ext cx="32" cy="40"/>
              </a:xfrm>
              <a:prstGeom prst="ellipse">
                <a:avLst/>
              </a:prstGeom>
              <a:grpFill/>
              <a:ln w="9525">
                <a:solidFill>
                  <a:schemeClr val="bg1">
                    <a:lumMod val="65000"/>
                  </a:schemeClr>
                </a:solidFill>
                <a:round/>
                <a:headEnd/>
                <a:tailEnd/>
              </a:ln>
            </p:spPr>
            <p:txBody>
              <a:bodyPr/>
              <a:lstStyle/>
              <a:p>
                <a:endParaRPr lang="en-US"/>
              </a:p>
            </p:txBody>
          </p:sp>
          <p:sp>
            <p:nvSpPr>
              <p:cNvPr id="104064" name="Oval 738"/>
              <p:cNvSpPr>
                <a:spLocks noChangeArrowheads="1"/>
              </p:cNvSpPr>
              <p:nvPr/>
            </p:nvSpPr>
            <p:spPr bwMode="auto">
              <a:xfrm>
                <a:off x="4682" y="2044"/>
                <a:ext cx="32" cy="40"/>
              </a:xfrm>
              <a:prstGeom prst="ellipse">
                <a:avLst/>
              </a:prstGeom>
              <a:grpFill/>
              <a:ln w="25400">
                <a:solidFill>
                  <a:schemeClr val="bg1">
                    <a:lumMod val="65000"/>
                  </a:schemeClr>
                </a:solidFill>
                <a:round/>
                <a:headEnd/>
                <a:tailEnd/>
              </a:ln>
            </p:spPr>
            <p:txBody>
              <a:bodyPr/>
              <a:lstStyle/>
              <a:p>
                <a:endParaRPr lang="en-US"/>
              </a:p>
            </p:txBody>
          </p:sp>
          <p:sp>
            <p:nvSpPr>
              <p:cNvPr id="104065" name="Oval 739"/>
              <p:cNvSpPr>
                <a:spLocks noChangeArrowheads="1"/>
              </p:cNvSpPr>
              <p:nvPr/>
            </p:nvSpPr>
            <p:spPr bwMode="auto">
              <a:xfrm>
                <a:off x="4682" y="2355"/>
                <a:ext cx="32" cy="32"/>
              </a:xfrm>
              <a:prstGeom prst="ellipse">
                <a:avLst/>
              </a:prstGeom>
              <a:grpFill/>
              <a:ln w="9525">
                <a:solidFill>
                  <a:schemeClr val="bg1">
                    <a:lumMod val="65000"/>
                  </a:schemeClr>
                </a:solidFill>
                <a:round/>
                <a:headEnd/>
                <a:tailEnd/>
              </a:ln>
            </p:spPr>
            <p:txBody>
              <a:bodyPr/>
              <a:lstStyle/>
              <a:p>
                <a:endParaRPr lang="en-US"/>
              </a:p>
            </p:txBody>
          </p:sp>
          <p:sp>
            <p:nvSpPr>
              <p:cNvPr id="104066" name="Oval 740"/>
              <p:cNvSpPr>
                <a:spLocks noChangeArrowheads="1"/>
              </p:cNvSpPr>
              <p:nvPr/>
            </p:nvSpPr>
            <p:spPr bwMode="auto">
              <a:xfrm>
                <a:off x="4682" y="2355"/>
                <a:ext cx="32" cy="32"/>
              </a:xfrm>
              <a:prstGeom prst="ellipse">
                <a:avLst/>
              </a:prstGeom>
              <a:grpFill/>
              <a:ln w="25400">
                <a:solidFill>
                  <a:schemeClr val="bg1">
                    <a:lumMod val="65000"/>
                  </a:schemeClr>
                </a:solidFill>
                <a:round/>
                <a:headEnd/>
                <a:tailEnd/>
              </a:ln>
            </p:spPr>
            <p:txBody>
              <a:bodyPr/>
              <a:lstStyle/>
              <a:p>
                <a:endParaRPr lang="en-US"/>
              </a:p>
            </p:txBody>
          </p:sp>
          <p:sp>
            <p:nvSpPr>
              <p:cNvPr id="104067" name="Oval 741"/>
              <p:cNvSpPr>
                <a:spLocks noChangeArrowheads="1"/>
              </p:cNvSpPr>
              <p:nvPr/>
            </p:nvSpPr>
            <p:spPr bwMode="auto">
              <a:xfrm>
                <a:off x="4674" y="2658"/>
                <a:ext cx="32" cy="40"/>
              </a:xfrm>
              <a:prstGeom prst="ellipse">
                <a:avLst/>
              </a:prstGeom>
              <a:grpFill/>
              <a:ln w="9525">
                <a:solidFill>
                  <a:schemeClr val="bg1">
                    <a:lumMod val="65000"/>
                  </a:schemeClr>
                </a:solidFill>
                <a:round/>
                <a:headEnd/>
                <a:tailEnd/>
              </a:ln>
            </p:spPr>
            <p:txBody>
              <a:bodyPr/>
              <a:lstStyle/>
              <a:p>
                <a:endParaRPr lang="en-US"/>
              </a:p>
            </p:txBody>
          </p:sp>
          <p:sp>
            <p:nvSpPr>
              <p:cNvPr id="104068" name="Oval 742"/>
              <p:cNvSpPr>
                <a:spLocks noChangeArrowheads="1"/>
              </p:cNvSpPr>
              <p:nvPr/>
            </p:nvSpPr>
            <p:spPr bwMode="auto">
              <a:xfrm>
                <a:off x="4674" y="2658"/>
                <a:ext cx="32" cy="40"/>
              </a:xfrm>
              <a:prstGeom prst="ellipse">
                <a:avLst/>
              </a:prstGeom>
              <a:grpFill/>
              <a:ln w="25400">
                <a:solidFill>
                  <a:schemeClr val="bg1">
                    <a:lumMod val="65000"/>
                  </a:schemeClr>
                </a:solidFill>
                <a:round/>
                <a:headEnd/>
                <a:tailEnd/>
              </a:ln>
            </p:spPr>
            <p:txBody>
              <a:bodyPr/>
              <a:lstStyle/>
              <a:p>
                <a:endParaRPr lang="en-US"/>
              </a:p>
            </p:txBody>
          </p:sp>
          <p:sp>
            <p:nvSpPr>
              <p:cNvPr id="104069" name="Oval 743"/>
              <p:cNvSpPr>
                <a:spLocks noChangeArrowheads="1"/>
              </p:cNvSpPr>
              <p:nvPr/>
            </p:nvSpPr>
            <p:spPr bwMode="auto">
              <a:xfrm>
                <a:off x="4674" y="2969"/>
                <a:ext cx="32" cy="32"/>
              </a:xfrm>
              <a:prstGeom prst="ellipse">
                <a:avLst/>
              </a:prstGeom>
              <a:grpFill/>
              <a:ln w="9525">
                <a:solidFill>
                  <a:schemeClr val="bg1">
                    <a:lumMod val="65000"/>
                  </a:schemeClr>
                </a:solidFill>
                <a:round/>
                <a:headEnd/>
                <a:tailEnd/>
              </a:ln>
            </p:spPr>
            <p:txBody>
              <a:bodyPr/>
              <a:lstStyle/>
              <a:p>
                <a:endParaRPr lang="en-US"/>
              </a:p>
            </p:txBody>
          </p:sp>
          <p:sp>
            <p:nvSpPr>
              <p:cNvPr id="104070" name="Oval 744"/>
              <p:cNvSpPr>
                <a:spLocks noChangeArrowheads="1"/>
              </p:cNvSpPr>
              <p:nvPr/>
            </p:nvSpPr>
            <p:spPr bwMode="auto">
              <a:xfrm>
                <a:off x="4674" y="2969"/>
                <a:ext cx="32" cy="32"/>
              </a:xfrm>
              <a:prstGeom prst="ellipse">
                <a:avLst/>
              </a:prstGeom>
              <a:grpFill/>
              <a:ln w="25400">
                <a:solidFill>
                  <a:schemeClr val="bg1">
                    <a:lumMod val="65000"/>
                  </a:schemeClr>
                </a:solidFill>
                <a:round/>
                <a:headEnd/>
                <a:tailEnd/>
              </a:ln>
            </p:spPr>
            <p:txBody>
              <a:bodyPr/>
              <a:lstStyle/>
              <a:p>
                <a:endParaRPr lang="en-US"/>
              </a:p>
            </p:txBody>
          </p:sp>
        </p:grpSp>
        <p:grpSp>
          <p:nvGrpSpPr>
            <p:cNvPr id="103581" name="Group 745"/>
            <p:cNvGrpSpPr>
              <a:grpSpLocks/>
            </p:cNvGrpSpPr>
            <p:nvPr/>
          </p:nvGrpSpPr>
          <p:grpSpPr bwMode="auto">
            <a:xfrm>
              <a:off x="3740" y="3272"/>
              <a:ext cx="40" cy="343"/>
              <a:chOff x="3740" y="3272"/>
              <a:chExt cx="40" cy="343"/>
            </a:xfrm>
            <a:grpFill/>
          </p:grpSpPr>
          <p:sp>
            <p:nvSpPr>
              <p:cNvPr id="104057" name="Oval 746"/>
              <p:cNvSpPr>
                <a:spLocks noChangeArrowheads="1"/>
              </p:cNvSpPr>
              <p:nvPr/>
            </p:nvSpPr>
            <p:spPr bwMode="auto">
              <a:xfrm>
                <a:off x="3740" y="3272"/>
                <a:ext cx="40" cy="32"/>
              </a:xfrm>
              <a:prstGeom prst="ellipse">
                <a:avLst/>
              </a:prstGeom>
              <a:grpFill/>
              <a:ln w="9525">
                <a:solidFill>
                  <a:schemeClr val="bg1">
                    <a:lumMod val="65000"/>
                  </a:schemeClr>
                </a:solidFill>
                <a:round/>
                <a:headEnd/>
                <a:tailEnd/>
              </a:ln>
            </p:spPr>
            <p:txBody>
              <a:bodyPr/>
              <a:lstStyle/>
              <a:p>
                <a:endParaRPr lang="en-US"/>
              </a:p>
            </p:txBody>
          </p:sp>
          <p:sp>
            <p:nvSpPr>
              <p:cNvPr id="104058" name="Oval 747"/>
              <p:cNvSpPr>
                <a:spLocks noChangeArrowheads="1"/>
              </p:cNvSpPr>
              <p:nvPr/>
            </p:nvSpPr>
            <p:spPr bwMode="auto">
              <a:xfrm>
                <a:off x="3740" y="3272"/>
                <a:ext cx="40" cy="32"/>
              </a:xfrm>
              <a:prstGeom prst="ellipse">
                <a:avLst/>
              </a:prstGeom>
              <a:grpFill/>
              <a:ln w="25400">
                <a:solidFill>
                  <a:schemeClr val="bg1">
                    <a:lumMod val="65000"/>
                  </a:schemeClr>
                </a:solidFill>
                <a:round/>
                <a:headEnd/>
                <a:tailEnd/>
              </a:ln>
            </p:spPr>
            <p:txBody>
              <a:bodyPr/>
              <a:lstStyle/>
              <a:p>
                <a:endParaRPr lang="en-US"/>
              </a:p>
            </p:txBody>
          </p:sp>
          <p:sp>
            <p:nvSpPr>
              <p:cNvPr id="104059" name="Oval 748"/>
              <p:cNvSpPr>
                <a:spLocks noChangeArrowheads="1"/>
              </p:cNvSpPr>
              <p:nvPr/>
            </p:nvSpPr>
            <p:spPr bwMode="auto">
              <a:xfrm>
                <a:off x="3740" y="3575"/>
                <a:ext cx="40" cy="40"/>
              </a:xfrm>
              <a:prstGeom prst="ellipse">
                <a:avLst/>
              </a:prstGeom>
              <a:grpFill/>
              <a:ln w="9525">
                <a:solidFill>
                  <a:schemeClr val="bg1">
                    <a:lumMod val="65000"/>
                  </a:schemeClr>
                </a:solidFill>
                <a:round/>
                <a:headEnd/>
                <a:tailEnd/>
              </a:ln>
            </p:spPr>
            <p:txBody>
              <a:bodyPr/>
              <a:lstStyle/>
              <a:p>
                <a:endParaRPr lang="en-US"/>
              </a:p>
            </p:txBody>
          </p:sp>
          <p:sp>
            <p:nvSpPr>
              <p:cNvPr id="104060" name="Oval 749"/>
              <p:cNvSpPr>
                <a:spLocks noChangeArrowheads="1"/>
              </p:cNvSpPr>
              <p:nvPr/>
            </p:nvSpPr>
            <p:spPr bwMode="auto">
              <a:xfrm>
                <a:off x="3740" y="3575"/>
                <a:ext cx="40" cy="40"/>
              </a:xfrm>
              <a:prstGeom prst="ellipse">
                <a:avLst/>
              </a:prstGeom>
              <a:grpFill/>
              <a:ln w="25400">
                <a:solidFill>
                  <a:schemeClr val="bg1">
                    <a:lumMod val="65000"/>
                  </a:schemeClr>
                </a:solidFill>
                <a:round/>
                <a:headEnd/>
                <a:tailEnd/>
              </a:ln>
            </p:spPr>
            <p:txBody>
              <a:bodyPr/>
              <a:lstStyle/>
              <a:p>
                <a:endParaRPr lang="en-US"/>
              </a:p>
            </p:txBody>
          </p:sp>
        </p:grpSp>
        <p:grpSp>
          <p:nvGrpSpPr>
            <p:cNvPr id="103582" name="Group 750"/>
            <p:cNvGrpSpPr>
              <a:grpSpLocks/>
            </p:cNvGrpSpPr>
            <p:nvPr/>
          </p:nvGrpSpPr>
          <p:grpSpPr bwMode="auto">
            <a:xfrm>
              <a:off x="3285" y="3272"/>
              <a:ext cx="32" cy="343"/>
              <a:chOff x="3285" y="3272"/>
              <a:chExt cx="32" cy="343"/>
            </a:xfrm>
            <a:grpFill/>
          </p:grpSpPr>
          <p:sp>
            <p:nvSpPr>
              <p:cNvPr id="104053" name="Oval 751"/>
              <p:cNvSpPr>
                <a:spLocks noChangeArrowheads="1"/>
              </p:cNvSpPr>
              <p:nvPr/>
            </p:nvSpPr>
            <p:spPr bwMode="auto">
              <a:xfrm>
                <a:off x="3285" y="3272"/>
                <a:ext cx="32" cy="32"/>
              </a:xfrm>
              <a:prstGeom prst="ellipse">
                <a:avLst/>
              </a:prstGeom>
              <a:grpFill/>
              <a:ln w="9525">
                <a:solidFill>
                  <a:schemeClr val="bg1">
                    <a:lumMod val="65000"/>
                  </a:schemeClr>
                </a:solidFill>
                <a:round/>
                <a:headEnd/>
                <a:tailEnd/>
              </a:ln>
            </p:spPr>
            <p:txBody>
              <a:bodyPr/>
              <a:lstStyle/>
              <a:p>
                <a:endParaRPr lang="en-US"/>
              </a:p>
            </p:txBody>
          </p:sp>
          <p:sp>
            <p:nvSpPr>
              <p:cNvPr id="104054" name="Oval 752"/>
              <p:cNvSpPr>
                <a:spLocks noChangeArrowheads="1"/>
              </p:cNvSpPr>
              <p:nvPr/>
            </p:nvSpPr>
            <p:spPr bwMode="auto">
              <a:xfrm>
                <a:off x="3285" y="3272"/>
                <a:ext cx="32" cy="32"/>
              </a:xfrm>
              <a:prstGeom prst="ellipse">
                <a:avLst/>
              </a:prstGeom>
              <a:grpFill/>
              <a:ln w="25400">
                <a:solidFill>
                  <a:schemeClr val="bg1">
                    <a:lumMod val="65000"/>
                  </a:schemeClr>
                </a:solidFill>
                <a:round/>
                <a:headEnd/>
                <a:tailEnd/>
              </a:ln>
            </p:spPr>
            <p:txBody>
              <a:bodyPr/>
              <a:lstStyle/>
              <a:p>
                <a:endParaRPr lang="en-US"/>
              </a:p>
            </p:txBody>
          </p:sp>
          <p:sp>
            <p:nvSpPr>
              <p:cNvPr id="104055" name="Oval 753"/>
              <p:cNvSpPr>
                <a:spLocks noChangeArrowheads="1"/>
              </p:cNvSpPr>
              <p:nvPr/>
            </p:nvSpPr>
            <p:spPr bwMode="auto">
              <a:xfrm>
                <a:off x="3285" y="3575"/>
                <a:ext cx="32" cy="40"/>
              </a:xfrm>
              <a:prstGeom prst="ellipse">
                <a:avLst/>
              </a:prstGeom>
              <a:grpFill/>
              <a:ln w="9525">
                <a:solidFill>
                  <a:schemeClr val="bg1">
                    <a:lumMod val="65000"/>
                  </a:schemeClr>
                </a:solidFill>
                <a:round/>
                <a:headEnd/>
                <a:tailEnd/>
              </a:ln>
            </p:spPr>
            <p:txBody>
              <a:bodyPr/>
              <a:lstStyle/>
              <a:p>
                <a:endParaRPr lang="en-US"/>
              </a:p>
            </p:txBody>
          </p:sp>
          <p:sp>
            <p:nvSpPr>
              <p:cNvPr id="104056" name="Oval 754"/>
              <p:cNvSpPr>
                <a:spLocks noChangeArrowheads="1"/>
              </p:cNvSpPr>
              <p:nvPr/>
            </p:nvSpPr>
            <p:spPr bwMode="auto">
              <a:xfrm>
                <a:off x="3285" y="3575"/>
                <a:ext cx="32" cy="40"/>
              </a:xfrm>
              <a:prstGeom prst="ellipse">
                <a:avLst/>
              </a:prstGeom>
              <a:grpFill/>
              <a:ln w="25400">
                <a:solidFill>
                  <a:schemeClr val="bg1">
                    <a:lumMod val="65000"/>
                  </a:schemeClr>
                </a:solidFill>
                <a:round/>
                <a:headEnd/>
                <a:tailEnd/>
              </a:ln>
            </p:spPr>
            <p:txBody>
              <a:bodyPr/>
              <a:lstStyle/>
              <a:p>
                <a:endParaRPr lang="en-US"/>
              </a:p>
            </p:txBody>
          </p:sp>
        </p:grpSp>
        <p:grpSp>
          <p:nvGrpSpPr>
            <p:cNvPr id="103583" name="Group 755"/>
            <p:cNvGrpSpPr>
              <a:grpSpLocks/>
            </p:cNvGrpSpPr>
            <p:nvPr/>
          </p:nvGrpSpPr>
          <p:grpSpPr bwMode="auto">
            <a:xfrm>
              <a:off x="4203" y="3272"/>
              <a:ext cx="32" cy="343"/>
              <a:chOff x="4203" y="3272"/>
              <a:chExt cx="32" cy="343"/>
            </a:xfrm>
            <a:grpFill/>
          </p:grpSpPr>
          <p:sp>
            <p:nvSpPr>
              <p:cNvPr id="104049" name="Oval 756"/>
              <p:cNvSpPr>
                <a:spLocks noChangeArrowheads="1"/>
              </p:cNvSpPr>
              <p:nvPr/>
            </p:nvSpPr>
            <p:spPr bwMode="auto">
              <a:xfrm>
                <a:off x="4203" y="3272"/>
                <a:ext cx="32" cy="32"/>
              </a:xfrm>
              <a:prstGeom prst="ellipse">
                <a:avLst/>
              </a:prstGeom>
              <a:grpFill/>
              <a:ln w="9525">
                <a:solidFill>
                  <a:schemeClr val="bg1">
                    <a:lumMod val="65000"/>
                  </a:schemeClr>
                </a:solidFill>
                <a:round/>
                <a:headEnd/>
                <a:tailEnd/>
              </a:ln>
            </p:spPr>
            <p:txBody>
              <a:bodyPr/>
              <a:lstStyle/>
              <a:p>
                <a:endParaRPr lang="en-US"/>
              </a:p>
            </p:txBody>
          </p:sp>
          <p:sp>
            <p:nvSpPr>
              <p:cNvPr id="104050" name="Oval 757"/>
              <p:cNvSpPr>
                <a:spLocks noChangeArrowheads="1"/>
              </p:cNvSpPr>
              <p:nvPr/>
            </p:nvSpPr>
            <p:spPr bwMode="auto">
              <a:xfrm>
                <a:off x="4203" y="3272"/>
                <a:ext cx="32" cy="32"/>
              </a:xfrm>
              <a:prstGeom prst="ellipse">
                <a:avLst/>
              </a:prstGeom>
              <a:grpFill/>
              <a:ln w="25400">
                <a:solidFill>
                  <a:schemeClr val="bg1">
                    <a:lumMod val="65000"/>
                  </a:schemeClr>
                </a:solidFill>
                <a:round/>
                <a:headEnd/>
                <a:tailEnd/>
              </a:ln>
            </p:spPr>
            <p:txBody>
              <a:bodyPr/>
              <a:lstStyle/>
              <a:p>
                <a:endParaRPr lang="en-US"/>
              </a:p>
            </p:txBody>
          </p:sp>
          <p:sp>
            <p:nvSpPr>
              <p:cNvPr id="104051" name="Oval 758"/>
              <p:cNvSpPr>
                <a:spLocks noChangeArrowheads="1"/>
              </p:cNvSpPr>
              <p:nvPr/>
            </p:nvSpPr>
            <p:spPr bwMode="auto">
              <a:xfrm>
                <a:off x="4203" y="3575"/>
                <a:ext cx="32" cy="40"/>
              </a:xfrm>
              <a:prstGeom prst="ellipse">
                <a:avLst/>
              </a:prstGeom>
              <a:grpFill/>
              <a:ln w="9525">
                <a:solidFill>
                  <a:schemeClr val="bg1">
                    <a:lumMod val="65000"/>
                  </a:schemeClr>
                </a:solidFill>
                <a:round/>
                <a:headEnd/>
                <a:tailEnd/>
              </a:ln>
            </p:spPr>
            <p:txBody>
              <a:bodyPr/>
              <a:lstStyle/>
              <a:p>
                <a:endParaRPr lang="en-US"/>
              </a:p>
            </p:txBody>
          </p:sp>
          <p:sp>
            <p:nvSpPr>
              <p:cNvPr id="104052" name="Oval 759"/>
              <p:cNvSpPr>
                <a:spLocks noChangeArrowheads="1"/>
              </p:cNvSpPr>
              <p:nvPr/>
            </p:nvSpPr>
            <p:spPr bwMode="auto">
              <a:xfrm>
                <a:off x="4203" y="3575"/>
                <a:ext cx="32" cy="40"/>
              </a:xfrm>
              <a:prstGeom prst="ellipse">
                <a:avLst/>
              </a:prstGeom>
              <a:grpFill/>
              <a:ln w="25400">
                <a:solidFill>
                  <a:schemeClr val="bg1">
                    <a:lumMod val="65000"/>
                  </a:schemeClr>
                </a:solidFill>
                <a:round/>
                <a:headEnd/>
                <a:tailEnd/>
              </a:ln>
            </p:spPr>
            <p:txBody>
              <a:bodyPr/>
              <a:lstStyle/>
              <a:p>
                <a:endParaRPr lang="en-US"/>
              </a:p>
            </p:txBody>
          </p:sp>
        </p:grpSp>
        <p:grpSp>
          <p:nvGrpSpPr>
            <p:cNvPr id="103584" name="Group 760"/>
            <p:cNvGrpSpPr>
              <a:grpSpLocks/>
            </p:cNvGrpSpPr>
            <p:nvPr/>
          </p:nvGrpSpPr>
          <p:grpSpPr bwMode="auto">
            <a:xfrm>
              <a:off x="4658" y="3272"/>
              <a:ext cx="32" cy="343"/>
              <a:chOff x="4658" y="3272"/>
              <a:chExt cx="32" cy="343"/>
            </a:xfrm>
            <a:grpFill/>
          </p:grpSpPr>
          <p:sp>
            <p:nvSpPr>
              <p:cNvPr id="104045" name="Oval 761"/>
              <p:cNvSpPr>
                <a:spLocks noChangeArrowheads="1"/>
              </p:cNvSpPr>
              <p:nvPr/>
            </p:nvSpPr>
            <p:spPr bwMode="auto">
              <a:xfrm>
                <a:off x="4658" y="3272"/>
                <a:ext cx="32" cy="32"/>
              </a:xfrm>
              <a:prstGeom prst="ellipse">
                <a:avLst/>
              </a:prstGeom>
              <a:grpFill/>
              <a:ln w="9525">
                <a:solidFill>
                  <a:schemeClr val="bg1">
                    <a:lumMod val="65000"/>
                  </a:schemeClr>
                </a:solidFill>
                <a:round/>
                <a:headEnd/>
                <a:tailEnd/>
              </a:ln>
            </p:spPr>
            <p:txBody>
              <a:bodyPr/>
              <a:lstStyle/>
              <a:p>
                <a:endParaRPr lang="en-US"/>
              </a:p>
            </p:txBody>
          </p:sp>
          <p:sp>
            <p:nvSpPr>
              <p:cNvPr id="104046" name="Oval 762"/>
              <p:cNvSpPr>
                <a:spLocks noChangeArrowheads="1"/>
              </p:cNvSpPr>
              <p:nvPr/>
            </p:nvSpPr>
            <p:spPr bwMode="auto">
              <a:xfrm>
                <a:off x="4658" y="3272"/>
                <a:ext cx="32" cy="32"/>
              </a:xfrm>
              <a:prstGeom prst="ellipse">
                <a:avLst/>
              </a:prstGeom>
              <a:grpFill/>
              <a:ln w="25400">
                <a:solidFill>
                  <a:schemeClr val="bg1">
                    <a:lumMod val="65000"/>
                  </a:schemeClr>
                </a:solidFill>
                <a:round/>
                <a:headEnd/>
                <a:tailEnd/>
              </a:ln>
            </p:spPr>
            <p:txBody>
              <a:bodyPr/>
              <a:lstStyle/>
              <a:p>
                <a:endParaRPr lang="en-US"/>
              </a:p>
            </p:txBody>
          </p:sp>
          <p:sp>
            <p:nvSpPr>
              <p:cNvPr id="104047" name="Oval 763"/>
              <p:cNvSpPr>
                <a:spLocks noChangeArrowheads="1"/>
              </p:cNvSpPr>
              <p:nvPr/>
            </p:nvSpPr>
            <p:spPr bwMode="auto">
              <a:xfrm>
                <a:off x="4658" y="3575"/>
                <a:ext cx="32" cy="40"/>
              </a:xfrm>
              <a:prstGeom prst="ellipse">
                <a:avLst/>
              </a:prstGeom>
              <a:grpFill/>
              <a:ln w="9525">
                <a:solidFill>
                  <a:schemeClr val="bg1">
                    <a:lumMod val="65000"/>
                  </a:schemeClr>
                </a:solidFill>
                <a:round/>
                <a:headEnd/>
                <a:tailEnd/>
              </a:ln>
            </p:spPr>
            <p:txBody>
              <a:bodyPr/>
              <a:lstStyle/>
              <a:p>
                <a:endParaRPr lang="en-US"/>
              </a:p>
            </p:txBody>
          </p:sp>
          <p:sp>
            <p:nvSpPr>
              <p:cNvPr id="104048" name="Oval 764"/>
              <p:cNvSpPr>
                <a:spLocks noChangeArrowheads="1"/>
              </p:cNvSpPr>
              <p:nvPr/>
            </p:nvSpPr>
            <p:spPr bwMode="auto">
              <a:xfrm>
                <a:off x="4658" y="3575"/>
                <a:ext cx="32" cy="40"/>
              </a:xfrm>
              <a:prstGeom prst="ellipse">
                <a:avLst/>
              </a:prstGeom>
              <a:grpFill/>
              <a:ln w="25400">
                <a:solidFill>
                  <a:schemeClr val="bg1">
                    <a:lumMod val="65000"/>
                  </a:schemeClr>
                </a:solidFill>
                <a:round/>
                <a:headEnd/>
                <a:tailEnd/>
              </a:ln>
            </p:spPr>
            <p:txBody>
              <a:bodyPr/>
              <a:lstStyle/>
              <a:p>
                <a:endParaRPr lang="en-US"/>
              </a:p>
            </p:txBody>
          </p:sp>
        </p:grpSp>
        <p:grpSp>
          <p:nvGrpSpPr>
            <p:cNvPr id="103585" name="Group 765"/>
            <p:cNvGrpSpPr>
              <a:grpSpLocks/>
            </p:cNvGrpSpPr>
            <p:nvPr/>
          </p:nvGrpSpPr>
          <p:grpSpPr bwMode="auto">
            <a:xfrm>
              <a:off x="4251" y="2650"/>
              <a:ext cx="415" cy="56"/>
              <a:chOff x="4251" y="2650"/>
              <a:chExt cx="415" cy="56"/>
            </a:xfrm>
            <a:grpFill/>
          </p:grpSpPr>
          <p:sp>
            <p:nvSpPr>
              <p:cNvPr id="104037" name="Freeform 766"/>
              <p:cNvSpPr>
                <a:spLocks/>
              </p:cNvSpPr>
              <p:nvPr/>
            </p:nvSpPr>
            <p:spPr bwMode="auto">
              <a:xfrm>
                <a:off x="4554" y="2650"/>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lumMod val="65000"/>
                  </a:schemeClr>
                </a:solidFill>
                <a:round/>
                <a:headEnd/>
                <a:tailEnd/>
              </a:ln>
            </p:spPr>
            <p:txBody>
              <a:bodyPr/>
              <a:lstStyle/>
              <a:p>
                <a:endParaRPr lang="en-US"/>
              </a:p>
            </p:txBody>
          </p:sp>
          <p:grpSp>
            <p:nvGrpSpPr>
              <p:cNvPr id="104038" name="Group 767"/>
              <p:cNvGrpSpPr>
                <a:grpSpLocks/>
              </p:cNvGrpSpPr>
              <p:nvPr/>
            </p:nvGrpSpPr>
            <p:grpSpPr bwMode="auto">
              <a:xfrm>
                <a:off x="4251" y="2674"/>
                <a:ext cx="295" cy="1"/>
                <a:chOff x="4251" y="2674"/>
                <a:chExt cx="295" cy="1"/>
              </a:xfrm>
              <a:grpFill/>
            </p:grpSpPr>
            <p:sp>
              <p:nvSpPr>
                <p:cNvPr id="104039" name="Line 768"/>
                <p:cNvSpPr>
                  <a:spLocks noChangeShapeType="1"/>
                </p:cNvSpPr>
                <p:nvPr/>
              </p:nvSpPr>
              <p:spPr bwMode="auto">
                <a:xfrm>
                  <a:off x="4251" y="2674"/>
                  <a:ext cx="24" cy="1"/>
                </a:xfrm>
                <a:prstGeom prst="line">
                  <a:avLst/>
                </a:prstGeom>
                <a:grpFill/>
                <a:ln w="12700">
                  <a:solidFill>
                    <a:schemeClr val="bg1">
                      <a:lumMod val="65000"/>
                    </a:schemeClr>
                  </a:solidFill>
                  <a:round/>
                  <a:headEnd/>
                  <a:tailEnd/>
                </a:ln>
              </p:spPr>
              <p:txBody>
                <a:bodyPr/>
                <a:lstStyle/>
                <a:p>
                  <a:endParaRPr lang="en-US"/>
                </a:p>
              </p:txBody>
            </p:sp>
            <p:sp>
              <p:nvSpPr>
                <p:cNvPr id="104040" name="Line 769"/>
                <p:cNvSpPr>
                  <a:spLocks noChangeShapeType="1"/>
                </p:cNvSpPr>
                <p:nvPr/>
              </p:nvSpPr>
              <p:spPr bwMode="auto">
                <a:xfrm>
                  <a:off x="4307" y="2674"/>
                  <a:ext cx="24" cy="1"/>
                </a:xfrm>
                <a:prstGeom prst="line">
                  <a:avLst/>
                </a:prstGeom>
                <a:grpFill/>
                <a:ln w="12700">
                  <a:solidFill>
                    <a:schemeClr val="bg1">
                      <a:lumMod val="65000"/>
                    </a:schemeClr>
                  </a:solidFill>
                  <a:round/>
                  <a:headEnd/>
                  <a:tailEnd/>
                </a:ln>
              </p:spPr>
              <p:txBody>
                <a:bodyPr/>
                <a:lstStyle/>
                <a:p>
                  <a:endParaRPr lang="en-US"/>
                </a:p>
              </p:txBody>
            </p:sp>
            <p:sp>
              <p:nvSpPr>
                <p:cNvPr id="104041" name="Line 770"/>
                <p:cNvSpPr>
                  <a:spLocks noChangeShapeType="1"/>
                </p:cNvSpPr>
                <p:nvPr/>
              </p:nvSpPr>
              <p:spPr bwMode="auto">
                <a:xfrm>
                  <a:off x="4363" y="2674"/>
                  <a:ext cx="24" cy="1"/>
                </a:xfrm>
                <a:prstGeom prst="line">
                  <a:avLst/>
                </a:prstGeom>
                <a:grpFill/>
                <a:ln w="12700">
                  <a:solidFill>
                    <a:schemeClr val="bg1">
                      <a:lumMod val="65000"/>
                    </a:schemeClr>
                  </a:solidFill>
                  <a:round/>
                  <a:headEnd/>
                  <a:tailEnd/>
                </a:ln>
              </p:spPr>
              <p:txBody>
                <a:bodyPr/>
                <a:lstStyle/>
                <a:p>
                  <a:endParaRPr lang="en-US"/>
                </a:p>
              </p:txBody>
            </p:sp>
            <p:sp>
              <p:nvSpPr>
                <p:cNvPr id="104042" name="Line 771"/>
                <p:cNvSpPr>
                  <a:spLocks noChangeShapeType="1"/>
                </p:cNvSpPr>
                <p:nvPr/>
              </p:nvSpPr>
              <p:spPr bwMode="auto">
                <a:xfrm>
                  <a:off x="4419" y="2674"/>
                  <a:ext cx="24" cy="1"/>
                </a:xfrm>
                <a:prstGeom prst="line">
                  <a:avLst/>
                </a:prstGeom>
                <a:grpFill/>
                <a:ln w="12700">
                  <a:solidFill>
                    <a:schemeClr val="bg1">
                      <a:lumMod val="65000"/>
                    </a:schemeClr>
                  </a:solidFill>
                  <a:round/>
                  <a:headEnd/>
                  <a:tailEnd/>
                </a:ln>
              </p:spPr>
              <p:txBody>
                <a:bodyPr/>
                <a:lstStyle/>
                <a:p>
                  <a:endParaRPr lang="en-US"/>
                </a:p>
              </p:txBody>
            </p:sp>
            <p:sp>
              <p:nvSpPr>
                <p:cNvPr id="104043" name="Line 772"/>
                <p:cNvSpPr>
                  <a:spLocks noChangeShapeType="1"/>
                </p:cNvSpPr>
                <p:nvPr/>
              </p:nvSpPr>
              <p:spPr bwMode="auto">
                <a:xfrm>
                  <a:off x="4475" y="2674"/>
                  <a:ext cx="24" cy="1"/>
                </a:xfrm>
                <a:prstGeom prst="line">
                  <a:avLst/>
                </a:prstGeom>
                <a:grpFill/>
                <a:ln w="12700">
                  <a:solidFill>
                    <a:schemeClr val="bg1">
                      <a:lumMod val="65000"/>
                    </a:schemeClr>
                  </a:solidFill>
                  <a:round/>
                  <a:headEnd/>
                  <a:tailEnd/>
                </a:ln>
              </p:spPr>
              <p:txBody>
                <a:bodyPr/>
                <a:lstStyle/>
                <a:p>
                  <a:endParaRPr lang="en-US"/>
                </a:p>
              </p:txBody>
            </p:sp>
            <p:sp>
              <p:nvSpPr>
                <p:cNvPr id="104044" name="Line 773"/>
                <p:cNvSpPr>
                  <a:spLocks noChangeShapeType="1"/>
                </p:cNvSpPr>
                <p:nvPr/>
              </p:nvSpPr>
              <p:spPr bwMode="auto">
                <a:xfrm>
                  <a:off x="4530" y="2674"/>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86" name="Group 774"/>
            <p:cNvGrpSpPr>
              <a:grpSpLocks/>
            </p:cNvGrpSpPr>
            <p:nvPr/>
          </p:nvGrpSpPr>
          <p:grpSpPr bwMode="auto">
            <a:xfrm>
              <a:off x="4251" y="1733"/>
              <a:ext cx="415" cy="56"/>
              <a:chOff x="4251" y="1733"/>
              <a:chExt cx="415" cy="56"/>
            </a:xfrm>
            <a:grpFill/>
          </p:grpSpPr>
          <p:sp>
            <p:nvSpPr>
              <p:cNvPr id="104029" name="Freeform 775"/>
              <p:cNvSpPr>
                <a:spLocks/>
              </p:cNvSpPr>
              <p:nvPr/>
            </p:nvSpPr>
            <p:spPr bwMode="auto">
              <a:xfrm>
                <a:off x="4554" y="1733"/>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lumMod val="65000"/>
                  </a:schemeClr>
                </a:solidFill>
                <a:round/>
                <a:headEnd/>
                <a:tailEnd/>
              </a:ln>
            </p:spPr>
            <p:txBody>
              <a:bodyPr/>
              <a:lstStyle/>
              <a:p>
                <a:endParaRPr lang="en-US"/>
              </a:p>
            </p:txBody>
          </p:sp>
          <p:grpSp>
            <p:nvGrpSpPr>
              <p:cNvPr id="104030" name="Group 776"/>
              <p:cNvGrpSpPr>
                <a:grpSpLocks/>
              </p:cNvGrpSpPr>
              <p:nvPr/>
            </p:nvGrpSpPr>
            <p:grpSpPr bwMode="auto">
              <a:xfrm>
                <a:off x="4251" y="1757"/>
                <a:ext cx="295" cy="1"/>
                <a:chOff x="4251" y="1757"/>
                <a:chExt cx="295" cy="1"/>
              </a:xfrm>
              <a:grpFill/>
            </p:grpSpPr>
            <p:sp>
              <p:nvSpPr>
                <p:cNvPr id="104031" name="Line 777"/>
                <p:cNvSpPr>
                  <a:spLocks noChangeShapeType="1"/>
                </p:cNvSpPr>
                <p:nvPr/>
              </p:nvSpPr>
              <p:spPr bwMode="auto">
                <a:xfrm>
                  <a:off x="4251" y="1757"/>
                  <a:ext cx="24" cy="1"/>
                </a:xfrm>
                <a:prstGeom prst="line">
                  <a:avLst/>
                </a:prstGeom>
                <a:grpFill/>
                <a:ln w="12700">
                  <a:solidFill>
                    <a:schemeClr val="bg1">
                      <a:lumMod val="65000"/>
                    </a:schemeClr>
                  </a:solidFill>
                  <a:round/>
                  <a:headEnd/>
                  <a:tailEnd/>
                </a:ln>
              </p:spPr>
              <p:txBody>
                <a:bodyPr/>
                <a:lstStyle/>
                <a:p>
                  <a:endParaRPr lang="en-US"/>
                </a:p>
              </p:txBody>
            </p:sp>
            <p:sp>
              <p:nvSpPr>
                <p:cNvPr id="104032" name="Line 778"/>
                <p:cNvSpPr>
                  <a:spLocks noChangeShapeType="1"/>
                </p:cNvSpPr>
                <p:nvPr/>
              </p:nvSpPr>
              <p:spPr bwMode="auto">
                <a:xfrm>
                  <a:off x="4307" y="1757"/>
                  <a:ext cx="24" cy="1"/>
                </a:xfrm>
                <a:prstGeom prst="line">
                  <a:avLst/>
                </a:prstGeom>
                <a:grpFill/>
                <a:ln w="12700">
                  <a:solidFill>
                    <a:schemeClr val="bg1">
                      <a:lumMod val="65000"/>
                    </a:schemeClr>
                  </a:solidFill>
                  <a:round/>
                  <a:headEnd/>
                  <a:tailEnd/>
                </a:ln>
              </p:spPr>
              <p:txBody>
                <a:bodyPr/>
                <a:lstStyle/>
                <a:p>
                  <a:endParaRPr lang="en-US"/>
                </a:p>
              </p:txBody>
            </p:sp>
            <p:sp>
              <p:nvSpPr>
                <p:cNvPr id="104033" name="Line 779"/>
                <p:cNvSpPr>
                  <a:spLocks noChangeShapeType="1"/>
                </p:cNvSpPr>
                <p:nvPr/>
              </p:nvSpPr>
              <p:spPr bwMode="auto">
                <a:xfrm>
                  <a:off x="4363" y="1757"/>
                  <a:ext cx="24" cy="1"/>
                </a:xfrm>
                <a:prstGeom prst="line">
                  <a:avLst/>
                </a:prstGeom>
                <a:grpFill/>
                <a:ln w="12700">
                  <a:solidFill>
                    <a:schemeClr val="bg1">
                      <a:lumMod val="65000"/>
                    </a:schemeClr>
                  </a:solidFill>
                  <a:round/>
                  <a:headEnd/>
                  <a:tailEnd/>
                </a:ln>
              </p:spPr>
              <p:txBody>
                <a:bodyPr/>
                <a:lstStyle/>
                <a:p>
                  <a:endParaRPr lang="en-US"/>
                </a:p>
              </p:txBody>
            </p:sp>
            <p:sp>
              <p:nvSpPr>
                <p:cNvPr id="104034" name="Line 780"/>
                <p:cNvSpPr>
                  <a:spLocks noChangeShapeType="1"/>
                </p:cNvSpPr>
                <p:nvPr/>
              </p:nvSpPr>
              <p:spPr bwMode="auto">
                <a:xfrm>
                  <a:off x="4419" y="1757"/>
                  <a:ext cx="24" cy="1"/>
                </a:xfrm>
                <a:prstGeom prst="line">
                  <a:avLst/>
                </a:prstGeom>
                <a:grpFill/>
                <a:ln w="12700">
                  <a:solidFill>
                    <a:schemeClr val="bg1">
                      <a:lumMod val="65000"/>
                    </a:schemeClr>
                  </a:solidFill>
                  <a:round/>
                  <a:headEnd/>
                  <a:tailEnd/>
                </a:ln>
              </p:spPr>
              <p:txBody>
                <a:bodyPr/>
                <a:lstStyle/>
                <a:p>
                  <a:endParaRPr lang="en-US"/>
                </a:p>
              </p:txBody>
            </p:sp>
            <p:sp>
              <p:nvSpPr>
                <p:cNvPr id="104035" name="Line 781"/>
                <p:cNvSpPr>
                  <a:spLocks noChangeShapeType="1"/>
                </p:cNvSpPr>
                <p:nvPr/>
              </p:nvSpPr>
              <p:spPr bwMode="auto">
                <a:xfrm>
                  <a:off x="4475" y="1757"/>
                  <a:ext cx="24" cy="1"/>
                </a:xfrm>
                <a:prstGeom prst="line">
                  <a:avLst/>
                </a:prstGeom>
                <a:grpFill/>
                <a:ln w="12700">
                  <a:solidFill>
                    <a:schemeClr val="bg1">
                      <a:lumMod val="65000"/>
                    </a:schemeClr>
                  </a:solidFill>
                  <a:round/>
                  <a:headEnd/>
                  <a:tailEnd/>
                </a:ln>
              </p:spPr>
              <p:txBody>
                <a:bodyPr/>
                <a:lstStyle/>
                <a:p>
                  <a:endParaRPr lang="en-US"/>
                </a:p>
              </p:txBody>
            </p:sp>
            <p:sp>
              <p:nvSpPr>
                <p:cNvPr id="104036" name="Line 782"/>
                <p:cNvSpPr>
                  <a:spLocks noChangeShapeType="1"/>
                </p:cNvSpPr>
                <p:nvPr/>
              </p:nvSpPr>
              <p:spPr bwMode="auto">
                <a:xfrm>
                  <a:off x="4530" y="1757"/>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87" name="Group 783"/>
            <p:cNvGrpSpPr>
              <a:grpSpLocks/>
            </p:cNvGrpSpPr>
            <p:nvPr/>
          </p:nvGrpSpPr>
          <p:grpSpPr bwMode="auto">
            <a:xfrm>
              <a:off x="3325" y="3264"/>
              <a:ext cx="415" cy="56"/>
              <a:chOff x="3325" y="3264"/>
              <a:chExt cx="415" cy="56"/>
            </a:xfrm>
            <a:grpFill/>
          </p:grpSpPr>
          <p:sp>
            <p:nvSpPr>
              <p:cNvPr id="104021" name="Freeform 784"/>
              <p:cNvSpPr>
                <a:spLocks/>
              </p:cNvSpPr>
              <p:nvPr/>
            </p:nvSpPr>
            <p:spPr bwMode="auto">
              <a:xfrm>
                <a:off x="3628" y="3264"/>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lumMod val="65000"/>
                  </a:schemeClr>
                </a:solidFill>
                <a:round/>
                <a:headEnd/>
                <a:tailEnd/>
              </a:ln>
            </p:spPr>
            <p:txBody>
              <a:bodyPr/>
              <a:lstStyle/>
              <a:p>
                <a:endParaRPr lang="en-US"/>
              </a:p>
            </p:txBody>
          </p:sp>
          <p:grpSp>
            <p:nvGrpSpPr>
              <p:cNvPr id="104022" name="Group 785"/>
              <p:cNvGrpSpPr>
                <a:grpSpLocks/>
              </p:cNvGrpSpPr>
              <p:nvPr/>
            </p:nvGrpSpPr>
            <p:grpSpPr bwMode="auto">
              <a:xfrm>
                <a:off x="3325" y="3288"/>
                <a:ext cx="295" cy="1"/>
                <a:chOff x="3325" y="3288"/>
                <a:chExt cx="295" cy="1"/>
              </a:xfrm>
              <a:grpFill/>
            </p:grpSpPr>
            <p:sp>
              <p:nvSpPr>
                <p:cNvPr id="104023" name="Line 786"/>
                <p:cNvSpPr>
                  <a:spLocks noChangeShapeType="1"/>
                </p:cNvSpPr>
                <p:nvPr/>
              </p:nvSpPr>
              <p:spPr bwMode="auto">
                <a:xfrm>
                  <a:off x="3325" y="3288"/>
                  <a:ext cx="24" cy="1"/>
                </a:xfrm>
                <a:prstGeom prst="line">
                  <a:avLst/>
                </a:prstGeom>
                <a:grpFill/>
                <a:ln w="12700">
                  <a:solidFill>
                    <a:schemeClr val="bg1">
                      <a:lumMod val="65000"/>
                    </a:schemeClr>
                  </a:solidFill>
                  <a:round/>
                  <a:headEnd/>
                  <a:tailEnd/>
                </a:ln>
              </p:spPr>
              <p:txBody>
                <a:bodyPr/>
                <a:lstStyle/>
                <a:p>
                  <a:endParaRPr lang="en-US"/>
                </a:p>
              </p:txBody>
            </p:sp>
            <p:sp>
              <p:nvSpPr>
                <p:cNvPr id="104024" name="Line 787"/>
                <p:cNvSpPr>
                  <a:spLocks noChangeShapeType="1"/>
                </p:cNvSpPr>
                <p:nvPr/>
              </p:nvSpPr>
              <p:spPr bwMode="auto">
                <a:xfrm>
                  <a:off x="3381" y="3288"/>
                  <a:ext cx="24" cy="1"/>
                </a:xfrm>
                <a:prstGeom prst="line">
                  <a:avLst/>
                </a:prstGeom>
                <a:grpFill/>
                <a:ln w="12700">
                  <a:solidFill>
                    <a:schemeClr val="bg1">
                      <a:lumMod val="65000"/>
                    </a:schemeClr>
                  </a:solidFill>
                  <a:round/>
                  <a:headEnd/>
                  <a:tailEnd/>
                </a:ln>
              </p:spPr>
              <p:txBody>
                <a:bodyPr/>
                <a:lstStyle/>
                <a:p>
                  <a:endParaRPr lang="en-US"/>
                </a:p>
              </p:txBody>
            </p:sp>
            <p:sp>
              <p:nvSpPr>
                <p:cNvPr id="104025" name="Line 788"/>
                <p:cNvSpPr>
                  <a:spLocks noChangeShapeType="1"/>
                </p:cNvSpPr>
                <p:nvPr/>
              </p:nvSpPr>
              <p:spPr bwMode="auto">
                <a:xfrm>
                  <a:off x="3437" y="3288"/>
                  <a:ext cx="24" cy="1"/>
                </a:xfrm>
                <a:prstGeom prst="line">
                  <a:avLst/>
                </a:prstGeom>
                <a:grpFill/>
                <a:ln w="12700">
                  <a:solidFill>
                    <a:schemeClr val="bg1">
                      <a:lumMod val="65000"/>
                    </a:schemeClr>
                  </a:solidFill>
                  <a:round/>
                  <a:headEnd/>
                  <a:tailEnd/>
                </a:ln>
              </p:spPr>
              <p:txBody>
                <a:bodyPr/>
                <a:lstStyle/>
                <a:p>
                  <a:endParaRPr lang="en-US"/>
                </a:p>
              </p:txBody>
            </p:sp>
            <p:sp>
              <p:nvSpPr>
                <p:cNvPr id="104026" name="Line 789"/>
                <p:cNvSpPr>
                  <a:spLocks noChangeShapeType="1"/>
                </p:cNvSpPr>
                <p:nvPr/>
              </p:nvSpPr>
              <p:spPr bwMode="auto">
                <a:xfrm>
                  <a:off x="3493" y="3288"/>
                  <a:ext cx="23" cy="1"/>
                </a:xfrm>
                <a:prstGeom prst="line">
                  <a:avLst/>
                </a:prstGeom>
                <a:grpFill/>
                <a:ln w="12700">
                  <a:solidFill>
                    <a:schemeClr val="bg1">
                      <a:lumMod val="65000"/>
                    </a:schemeClr>
                  </a:solidFill>
                  <a:round/>
                  <a:headEnd/>
                  <a:tailEnd/>
                </a:ln>
              </p:spPr>
              <p:txBody>
                <a:bodyPr/>
                <a:lstStyle/>
                <a:p>
                  <a:endParaRPr lang="en-US"/>
                </a:p>
              </p:txBody>
            </p:sp>
            <p:sp>
              <p:nvSpPr>
                <p:cNvPr id="104027" name="Line 790"/>
                <p:cNvSpPr>
                  <a:spLocks noChangeShapeType="1"/>
                </p:cNvSpPr>
                <p:nvPr/>
              </p:nvSpPr>
              <p:spPr bwMode="auto">
                <a:xfrm>
                  <a:off x="3548" y="3288"/>
                  <a:ext cx="24" cy="1"/>
                </a:xfrm>
                <a:prstGeom prst="line">
                  <a:avLst/>
                </a:prstGeom>
                <a:grpFill/>
                <a:ln w="12700">
                  <a:solidFill>
                    <a:schemeClr val="bg1">
                      <a:lumMod val="65000"/>
                    </a:schemeClr>
                  </a:solidFill>
                  <a:round/>
                  <a:headEnd/>
                  <a:tailEnd/>
                </a:ln>
              </p:spPr>
              <p:txBody>
                <a:bodyPr/>
                <a:lstStyle/>
                <a:p>
                  <a:endParaRPr lang="en-US"/>
                </a:p>
              </p:txBody>
            </p:sp>
            <p:sp>
              <p:nvSpPr>
                <p:cNvPr id="104028" name="Line 791"/>
                <p:cNvSpPr>
                  <a:spLocks noChangeShapeType="1"/>
                </p:cNvSpPr>
                <p:nvPr/>
              </p:nvSpPr>
              <p:spPr bwMode="auto">
                <a:xfrm>
                  <a:off x="3604" y="3288"/>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88" name="Group 792"/>
            <p:cNvGrpSpPr>
              <a:grpSpLocks/>
            </p:cNvGrpSpPr>
            <p:nvPr/>
          </p:nvGrpSpPr>
          <p:grpSpPr bwMode="auto">
            <a:xfrm>
              <a:off x="3780" y="3256"/>
              <a:ext cx="415" cy="56"/>
              <a:chOff x="3780" y="3256"/>
              <a:chExt cx="415" cy="56"/>
            </a:xfrm>
            <a:grpFill/>
          </p:grpSpPr>
          <p:sp>
            <p:nvSpPr>
              <p:cNvPr id="104013" name="Freeform 793"/>
              <p:cNvSpPr>
                <a:spLocks/>
              </p:cNvSpPr>
              <p:nvPr/>
            </p:nvSpPr>
            <p:spPr bwMode="auto">
              <a:xfrm>
                <a:off x="4083" y="325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4014" name="Group 794"/>
              <p:cNvGrpSpPr>
                <a:grpSpLocks/>
              </p:cNvGrpSpPr>
              <p:nvPr/>
            </p:nvGrpSpPr>
            <p:grpSpPr bwMode="auto">
              <a:xfrm>
                <a:off x="3780" y="3288"/>
                <a:ext cx="295" cy="1"/>
                <a:chOff x="3780" y="3288"/>
                <a:chExt cx="295" cy="1"/>
              </a:xfrm>
              <a:grpFill/>
            </p:grpSpPr>
            <p:sp>
              <p:nvSpPr>
                <p:cNvPr id="104015" name="Line 795"/>
                <p:cNvSpPr>
                  <a:spLocks noChangeShapeType="1"/>
                </p:cNvSpPr>
                <p:nvPr/>
              </p:nvSpPr>
              <p:spPr bwMode="auto">
                <a:xfrm>
                  <a:off x="3780" y="3288"/>
                  <a:ext cx="24" cy="1"/>
                </a:xfrm>
                <a:prstGeom prst="line">
                  <a:avLst/>
                </a:prstGeom>
                <a:grpFill/>
                <a:ln w="12700">
                  <a:solidFill>
                    <a:schemeClr val="bg1">
                      <a:lumMod val="65000"/>
                    </a:schemeClr>
                  </a:solidFill>
                  <a:round/>
                  <a:headEnd/>
                  <a:tailEnd/>
                </a:ln>
              </p:spPr>
              <p:txBody>
                <a:bodyPr/>
                <a:lstStyle/>
                <a:p>
                  <a:endParaRPr lang="en-US"/>
                </a:p>
              </p:txBody>
            </p:sp>
            <p:sp>
              <p:nvSpPr>
                <p:cNvPr id="104016" name="Line 796"/>
                <p:cNvSpPr>
                  <a:spLocks noChangeShapeType="1"/>
                </p:cNvSpPr>
                <p:nvPr/>
              </p:nvSpPr>
              <p:spPr bwMode="auto">
                <a:xfrm>
                  <a:off x="3836" y="3288"/>
                  <a:ext cx="24" cy="1"/>
                </a:xfrm>
                <a:prstGeom prst="line">
                  <a:avLst/>
                </a:prstGeom>
                <a:grpFill/>
                <a:ln w="12700">
                  <a:solidFill>
                    <a:schemeClr val="bg1">
                      <a:lumMod val="65000"/>
                    </a:schemeClr>
                  </a:solidFill>
                  <a:round/>
                  <a:headEnd/>
                  <a:tailEnd/>
                </a:ln>
              </p:spPr>
              <p:txBody>
                <a:bodyPr/>
                <a:lstStyle/>
                <a:p>
                  <a:endParaRPr lang="en-US"/>
                </a:p>
              </p:txBody>
            </p:sp>
            <p:sp>
              <p:nvSpPr>
                <p:cNvPr id="104017" name="Line 797"/>
                <p:cNvSpPr>
                  <a:spLocks noChangeShapeType="1"/>
                </p:cNvSpPr>
                <p:nvPr/>
              </p:nvSpPr>
              <p:spPr bwMode="auto">
                <a:xfrm>
                  <a:off x="3892" y="3288"/>
                  <a:ext cx="24" cy="1"/>
                </a:xfrm>
                <a:prstGeom prst="line">
                  <a:avLst/>
                </a:prstGeom>
                <a:grpFill/>
                <a:ln w="12700">
                  <a:solidFill>
                    <a:schemeClr val="bg1">
                      <a:lumMod val="65000"/>
                    </a:schemeClr>
                  </a:solidFill>
                  <a:round/>
                  <a:headEnd/>
                  <a:tailEnd/>
                </a:ln>
              </p:spPr>
              <p:txBody>
                <a:bodyPr/>
                <a:lstStyle/>
                <a:p>
                  <a:endParaRPr lang="en-US"/>
                </a:p>
              </p:txBody>
            </p:sp>
            <p:sp>
              <p:nvSpPr>
                <p:cNvPr id="104018" name="Line 798"/>
                <p:cNvSpPr>
                  <a:spLocks noChangeShapeType="1"/>
                </p:cNvSpPr>
                <p:nvPr/>
              </p:nvSpPr>
              <p:spPr bwMode="auto">
                <a:xfrm>
                  <a:off x="3948" y="3288"/>
                  <a:ext cx="24" cy="1"/>
                </a:xfrm>
                <a:prstGeom prst="line">
                  <a:avLst/>
                </a:prstGeom>
                <a:grpFill/>
                <a:ln w="12700">
                  <a:solidFill>
                    <a:schemeClr val="bg1">
                      <a:lumMod val="65000"/>
                    </a:schemeClr>
                  </a:solidFill>
                  <a:round/>
                  <a:headEnd/>
                  <a:tailEnd/>
                </a:ln>
              </p:spPr>
              <p:txBody>
                <a:bodyPr/>
                <a:lstStyle/>
                <a:p>
                  <a:endParaRPr lang="en-US"/>
                </a:p>
              </p:txBody>
            </p:sp>
            <p:sp>
              <p:nvSpPr>
                <p:cNvPr id="104019" name="Line 799"/>
                <p:cNvSpPr>
                  <a:spLocks noChangeShapeType="1"/>
                </p:cNvSpPr>
                <p:nvPr/>
              </p:nvSpPr>
              <p:spPr bwMode="auto">
                <a:xfrm>
                  <a:off x="4004" y="3288"/>
                  <a:ext cx="23" cy="1"/>
                </a:xfrm>
                <a:prstGeom prst="line">
                  <a:avLst/>
                </a:prstGeom>
                <a:grpFill/>
                <a:ln w="12700">
                  <a:solidFill>
                    <a:schemeClr val="bg1">
                      <a:lumMod val="65000"/>
                    </a:schemeClr>
                  </a:solidFill>
                  <a:round/>
                  <a:headEnd/>
                  <a:tailEnd/>
                </a:ln>
              </p:spPr>
              <p:txBody>
                <a:bodyPr/>
                <a:lstStyle/>
                <a:p>
                  <a:endParaRPr lang="en-US"/>
                </a:p>
              </p:txBody>
            </p:sp>
            <p:sp>
              <p:nvSpPr>
                <p:cNvPr id="104020" name="Line 800"/>
                <p:cNvSpPr>
                  <a:spLocks noChangeShapeType="1"/>
                </p:cNvSpPr>
                <p:nvPr/>
              </p:nvSpPr>
              <p:spPr bwMode="auto">
                <a:xfrm>
                  <a:off x="4059" y="3288"/>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89" name="Group 801"/>
            <p:cNvGrpSpPr>
              <a:grpSpLocks/>
            </p:cNvGrpSpPr>
            <p:nvPr/>
          </p:nvGrpSpPr>
          <p:grpSpPr bwMode="auto">
            <a:xfrm>
              <a:off x="4251" y="3256"/>
              <a:ext cx="415" cy="56"/>
              <a:chOff x="4251" y="3256"/>
              <a:chExt cx="415" cy="56"/>
            </a:xfrm>
            <a:grpFill/>
          </p:grpSpPr>
          <p:sp>
            <p:nvSpPr>
              <p:cNvPr id="104005" name="Freeform 802"/>
              <p:cNvSpPr>
                <a:spLocks/>
              </p:cNvSpPr>
              <p:nvPr/>
            </p:nvSpPr>
            <p:spPr bwMode="auto">
              <a:xfrm>
                <a:off x="4554" y="325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4006" name="Group 803"/>
              <p:cNvGrpSpPr>
                <a:grpSpLocks/>
              </p:cNvGrpSpPr>
              <p:nvPr/>
            </p:nvGrpSpPr>
            <p:grpSpPr bwMode="auto">
              <a:xfrm>
                <a:off x="4251" y="3288"/>
                <a:ext cx="295" cy="1"/>
                <a:chOff x="4251" y="3288"/>
                <a:chExt cx="295" cy="1"/>
              </a:xfrm>
              <a:grpFill/>
            </p:grpSpPr>
            <p:sp>
              <p:nvSpPr>
                <p:cNvPr id="104007" name="Line 804"/>
                <p:cNvSpPr>
                  <a:spLocks noChangeShapeType="1"/>
                </p:cNvSpPr>
                <p:nvPr/>
              </p:nvSpPr>
              <p:spPr bwMode="auto">
                <a:xfrm>
                  <a:off x="4251" y="3288"/>
                  <a:ext cx="24" cy="1"/>
                </a:xfrm>
                <a:prstGeom prst="line">
                  <a:avLst/>
                </a:prstGeom>
                <a:grpFill/>
                <a:ln w="12700">
                  <a:solidFill>
                    <a:schemeClr val="bg1">
                      <a:lumMod val="65000"/>
                    </a:schemeClr>
                  </a:solidFill>
                  <a:round/>
                  <a:headEnd/>
                  <a:tailEnd/>
                </a:ln>
              </p:spPr>
              <p:txBody>
                <a:bodyPr/>
                <a:lstStyle/>
                <a:p>
                  <a:endParaRPr lang="en-US"/>
                </a:p>
              </p:txBody>
            </p:sp>
            <p:sp>
              <p:nvSpPr>
                <p:cNvPr id="104008" name="Line 805"/>
                <p:cNvSpPr>
                  <a:spLocks noChangeShapeType="1"/>
                </p:cNvSpPr>
                <p:nvPr/>
              </p:nvSpPr>
              <p:spPr bwMode="auto">
                <a:xfrm>
                  <a:off x="4307" y="3288"/>
                  <a:ext cx="24" cy="1"/>
                </a:xfrm>
                <a:prstGeom prst="line">
                  <a:avLst/>
                </a:prstGeom>
                <a:grpFill/>
                <a:ln w="12700">
                  <a:solidFill>
                    <a:schemeClr val="bg1">
                      <a:lumMod val="65000"/>
                    </a:schemeClr>
                  </a:solidFill>
                  <a:round/>
                  <a:headEnd/>
                  <a:tailEnd/>
                </a:ln>
              </p:spPr>
              <p:txBody>
                <a:bodyPr/>
                <a:lstStyle/>
                <a:p>
                  <a:endParaRPr lang="en-US"/>
                </a:p>
              </p:txBody>
            </p:sp>
            <p:sp>
              <p:nvSpPr>
                <p:cNvPr id="104009" name="Line 806"/>
                <p:cNvSpPr>
                  <a:spLocks noChangeShapeType="1"/>
                </p:cNvSpPr>
                <p:nvPr/>
              </p:nvSpPr>
              <p:spPr bwMode="auto">
                <a:xfrm>
                  <a:off x="4363" y="3288"/>
                  <a:ext cx="24" cy="1"/>
                </a:xfrm>
                <a:prstGeom prst="line">
                  <a:avLst/>
                </a:prstGeom>
                <a:grpFill/>
                <a:ln w="12700">
                  <a:solidFill>
                    <a:schemeClr val="bg1">
                      <a:lumMod val="65000"/>
                    </a:schemeClr>
                  </a:solidFill>
                  <a:round/>
                  <a:headEnd/>
                  <a:tailEnd/>
                </a:ln>
              </p:spPr>
              <p:txBody>
                <a:bodyPr/>
                <a:lstStyle/>
                <a:p>
                  <a:endParaRPr lang="en-US"/>
                </a:p>
              </p:txBody>
            </p:sp>
            <p:sp>
              <p:nvSpPr>
                <p:cNvPr id="104010" name="Line 807"/>
                <p:cNvSpPr>
                  <a:spLocks noChangeShapeType="1"/>
                </p:cNvSpPr>
                <p:nvPr/>
              </p:nvSpPr>
              <p:spPr bwMode="auto">
                <a:xfrm>
                  <a:off x="4419" y="3288"/>
                  <a:ext cx="24" cy="1"/>
                </a:xfrm>
                <a:prstGeom prst="line">
                  <a:avLst/>
                </a:prstGeom>
                <a:grpFill/>
                <a:ln w="12700">
                  <a:solidFill>
                    <a:schemeClr val="bg1">
                      <a:lumMod val="65000"/>
                    </a:schemeClr>
                  </a:solidFill>
                  <a:round/>
                  <a:headEnd/>
                  <a:tailEnd/>
                </a:ln>
              </p:spPr>
              <p:txBody>
                <a:bodyPr/>
                <a:lstStyle/>
                <a:p>
                  <a:endParaRPr lang="en-US"/>
                </a:p>
              </p:txBody>
            </p:sp>
            <p:sp>
              <p:nvSpPr>
                <p:cNvPr id="104011" name="Line 808"/>
                <p:cNvSpPr>
                  <a:spLocks noChangeShapeType="1"/>
                </p:cNvSpPr>
                <p:nvPr/>
              </p:nvSpPr>
              <p:spPr bwMode="auto">
                <a:xfrm>
                  <a:off x="4475" y="3288"/>
                  <a:ext cx="24" cy="1"/>
                </a:xfrm>
                <a:prstGeom prst="line">
                  <a:avLst/>
                </a:prstGeom>
                <a:grpFill/>
                <a:ln w="12700">
                  <a:solidFill>
                    <a:schemeClr val="bg1">
                      <a:lumMod val="65000"/>
                    </a:schemeClr>
                  </a:solidFill>
                  <a:round/>
                  <a:headEnd/>
                  <a:tailEnd/>
                </a:ln>
              </p:spPr>
              <p:txBody>
                <a:bodyPr/>
                <a:lstStyle/>
                <a:p>
                  <a:endParaRPr lang="en-US"/>
                </a:p>
              </p:txBody>
            </p:sp>
            <p:sp>
              <p:nvSpPr>
                <p:cNvPr id="104012" name="Line 809"/>
                <p:cNvSpPr>
                  <a:spLocks noChangeShapeType="1"/>
                </p:cNvSpPr>
                <p:nvPr/>
              </p:nvSpPr>
              <p:spPr bwMode="auto">
                <a:xfrm>
                  <a:off x="4530" y="3288"/>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90" name="Group 810"/>
            <p:cNvGrpSpPr>
              <a:grpSpLocks/>
            </p:cNvGrpSpPr>
            <p:nvPr/>
          </p:nvGrpSpPr>
          <p:grpSpPr bwMode="auto">
            <a:xfrm>
              <a:off x="3325" y="3567"/>
              <a:ext cx="415" cy="56"/>
              <a:chOff x="3325" y="3567"/>
              <a:chExt cx="415" cy="56"/>
            </a:xfrm>
            <a:grpFill/>
          </p:grpSpPr>
          <p:sp>
            <p:nvSpPr>
              <p:cNvPr id="103997" name="Freeform 811"/>
              <p:cNvSpPr>
                <a:spLocks/>
              </p:cNvSpPr>
              <p:nvPr/>
            </p:nvSpPr>
            <p:spPr bwMode="auto">
              <a:xfrm>
                <a:off x="3628" y="3567"/>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3998" name="Group 812"/>
              <p:cNvGrpSpPr>
                <a:grpSpLocks/>
              </p:cNvGrpSpPr>
              <p:nvPr/>
            </p:nvGrpSpPr>
            <p:grpSpPr bwMode="auto">
              <a:xfrm>
                <a:off x="3325" y="3599"/>
                <a:ext cx="295" cy="1"/>
                <a:chOff x="3325" y="3599"/>
                <a:chExt cx="295" cy="1"/>
              </a:xfrm>
              <a:grpFill/>
            </p:grpSpPr>
            <p:sp>
              <p:nvSpPr>
                <p:cNvPr id="103999" name="Line 813"/>
                <p:cNvSpPr>
                  <a:spLocks noChangeShapeType="1"/>
                </p:cNvSpPr>
                <p:nvPr/>
              </p:nvSpPr>
              <p:spPr bwMode="auto">
                <a:xfrm>
                  <a:off x="3325" y="3599"/>
                  <a:ext cx="24" cy="1"/>
                </a:xfrm>
                <a:prstGeom prst="line">
                  <a:avLst/>
                </a:prstGeom>
                <a:grpFill/>
                <a:ln w="12700">
                  <a:solidFill>
                    <a:schemeClr val="bg1">
                      <a:lumMod val="65000"/>
                    </a:schemeClr>
                  </a:solidFill>
                  <a:round/>
                  <a:headEnd/>
                  <a:tailEnd/>
                </a:ln>
              </p:spPr>
              <p:txBody>
                <a:bodyPr/>
                <a:lstStyle/>
                <a:p>
                  <a:endParaRPr lang="en-US"/>
                </a:p>
              </p:txBody>
            </p:sp>
            <p:sp>
              <p:nvSpPr>
                <p:cNvPr id="104000" name="Line 814"/>
                <p:cNvSpPr>
                  <a:spLocks noChangeShapeType="1"/>
                </p:cNvSpPr>
                <p:nvPr/>
              </p:nvSpPr>
              <p:spPr bwMode="auto">
                <a:xfrm>
                  <a:off x="3381" y="3599"/>
                  <a:ext cx="24" cy="1"/>
                </a:xfrm>
                <a:prstGeom prst="line">
                  <a:avLst/>
                </a:prstGeom>
                <a:grpFill/>
                <a:ln w="12700">
                  <a:solidFill>
                    <a:schemeClr val="bg1">
                      <a:lumMod val="65000"/>
                    </a:schemeClr>
                  </a:solidFill>
                  <a:round/>
                  <a:headEnd/>
                  <a:tailEnd/>
                </a:ln>
              </p:spPr>
              <p:txBody>
                <a:bodyPr/>
                <a:lstStyle/>
                <a:p>
                  <a:endParaRPr lang="en-US"/>
                </a:p>
              </p:txBody>
            </p:sp>
            <p:sp>
              <p:nvSpPr>
                <p:cNvPr id="104001" name="Line 815"/>
                <p:cNvSpPr>
                  <a:spLocks noChangeShapeType="1"/>
                </p:cNvSpPr>
                <p:nvPr/>
              </p:nvSpPr>
              <p:spPr bwMode="auto">
                <a:xfrm>
                  <a:off x="3437" y="3599"/>
                  <a:ext cx="24" cy="1"/>
                </a:xfrm>
                <a:prstGeom prst="line">
                  <a:avLst/>
                </a:prstGeom>
                <a:grpFill/>
                <a:ln w="12700">
                  <a:solidFill>
                    <a:schemeClr val="bg1">
                      <a:lumMod val="65000"/>
                    </a:schemeClr>
                  </a:solidFill>
                  <a:round/>
                  <a:headEnd/>
                  <a:tailEnd/>
                </a:ln>
              </p:spPr>
              <p:txBody>
                <a:bodyPr/>
                <a:lstStyle/>
                <a:p>
                  <a:endParaRPr lang="en-US"/>
                </a:p>
              </p:txBody>
            </p:sp>
            <p:sp>
              <p:nvSpPr>
                <p:cNvPr id="104002" name="Line 816"/>
                <p:cNvSpPr>
                  <a:spLocks noChangeShapeType="1"/>
                </p:cNvSpPr>
                <p:nvPr/>
              </p:nvSpPr>
              <p:spPr bwMode="auto">
                <a:xfrm>
                  <a:off x="3493" y="3599"/>
                  <a:ext cx="23" cy="1"/>
                </a:xfrm>
                <a:prstGeom prst="line">
                  <a:avLst/>
                </a:prstGeom>
                <a:grpFill/>
                <a:ln w="12700">
                  <a:solidFill>
                    <a:schemeClr val="bg1">
                      <a:lumMod val="65000"/>
                    </a:schemeClr>
                  </a:solidFill>
                  <a:round/>
                  <a:headEnd/>
                  <a:tailEnd/>
                </a:ln>
              </p:spPr>
              <p:txBody>
                <a:bodyPr/>
                <a:lstStyle/>
                <a:p>
                  <a:endParaRPr lang="en-US"/>
                </a:p>
              </p:txBody>
            </p:sp>
            <p:sp>
              <p:nvSpPr>
                <p:cNvPr id="104003" name="Line 817"/>
                <p:cNvSpPr>
                  <a:spLocks noChangeShapeType="1"/>
                </p:cNvSpPr>
                <p:nvPr/>
              </p:nvSpPr>
              <p:spPr bwMode="auto">
                <a:xfrm>
                  <a:off x="3548" y="3599"/>
                  <a:ext cx="24" cy="1"/>
                </a:xfrm>
                <a:prstGeom prst="line">
                  <a:avLst/>
                </a:prstGeom>
                <a:grpFill/>
                <a:ln w="12700">
                  <a:solidFill>
                    <a:schemeClr val="bg1">
                      <a:lumMod val="65000"/>
                    </a:schemeClr>
                  </a:solidFill>
                  <a:round/>
                  <a:headEnd/>
                  <a:tailEnd/>
                </a:ln>
              </p:spPr>
              <p:txBody>
                <a:bodyPr/>
                <a:lstStyle/>
                <a:p>
                  <a:endParaRPr lang="en-US"/>
                </a:p>
              </p:txBody>
            </p:sp>
            <p:sp>
              <p:nvSpPr>
                <p:cNvPr id="104004" name="Line 818"/>
                <p:cNvSpPr>
                  <a:spLocks noChangeShapeType="1"/>
                </p:cNvSpPr>
                <p:nvPr/>
              </p:nvSpPr>
              <p:spPr bwMode="auto">
                <a:xfrm>
                  <a:off x="3604" y="3599"/>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91" name="Group 819"/>
            <p:cNvGrpSpPr>
              <a:grpSpLocks/>
            </p:cNvGrpSpPr>
            <p:nvPr/>
          </p:nvGrpSpPr>
          <p:grpSpPr bwMode="auto">
            <a:xfrm>
              <a:off x="3788" y="3567"/>
              <a:ext cx="415" cy="56"/>
              <a:chOff x="3788" y="3567"/>
              <a:chExt cx="415" cy="56"/>
            </a:xfrm>
            <a:grpFill/>
          </p:grpSpPr>
          <p:sp>
            <p:nvSpPr>
              <p:cNvPr id="103989" name="Freeform 820"/>
              <p:cNvSpPr>
                <a:spLocks/>
              </p:cNvSpPr>
              <p:nvPr/>
            </p:nvSpPr>
            <p:spPr bwMode="auto">
              <a:xfrm>
                <a:off x="4091"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lumMod val="65000"/>
                  </a:schemeClr>
                </a:solidFill>
                <a:round/>
                <a:headEnd/>
                <a:tailEnd/>
              </a:ln>
            </p:spPr>
            <p:txBody>
              <a:bodyPr/>
              <a:lstStyle/>
              <a:p>
                <a:endParaRPr lang="en-US"/>
              </a:p>
            </p:txBody>
          </p:sp>
          <p:grpSp>
            <p:nvGrpSpPr>
              <p:cNvPr id="103990" name="Group 821"/>
              <p:cNvGrpSpPr>
                <a:grpSpLocks/>
              </p:cNvGrpSpPr>
              <p:nvPr/>
            </p:nvGrpSpPr>
            <p:grpSpPr bwMode="auto">
              <a:xfrm>
                <a:off x="3788" y="3591"/>
                <a:ext cx="295" cy="1"/>
                <a:chOff x="3788" y="3591"/>
                <a:chExt cx="295" cy="1"/>
              </a:xfrm>
              <a:grpFill/>
            </p:grpSpPr>
            <p:sp>
              <p:nvSpPr>
                <p:cNvPr id="103991" name="Line 822"/>
                <p:cNvSpPr>
                  <a:spLocks noChangeShapeType="1"/>
                </p:cNvSpPr>
                <p:nvPr/>
              </p:nvSpPr>
              <p:spPr bwMode="auto">
                <a:xfrm>
                  <a:off x="3788" y="3591"/>
                  <a:ext cx="24" cy="1"/>
                </a:xfrm>
                <a:prstGeom prst="line">
                  <a:avLst/>
                </a:prstGeom>
                <a:grpFill/>
                <a:ln w="12700">
                  <a:solidFill>
                    <a:schemeClr val="bg1">
                      <a:lumMod val="65000"/>
                    </a:schemeClr>
                  </a:solidFill>
                  <a:round/>
                  <a:headEnd/>
                  <a:tailEnd/>
                </a:ln>
              </p:spPr>
              <p:txBody>
                <a:bodyPr/>
                <a:lstStyle/>
                <a:p>
                  <a:endParaRPr lang="en-US"/>
                </a:p>
              </p:txBody>
            </p:sp>
            <p:sp>
              <p:nvSpPr>
                <p:cNvPr id="103992" name="Line 823"/>
                <p:cNvSpPr>
                  <a:spLocks noChangeShapeType="1"/>
                </p:cNvSpPr>
                <p:nvPr/>
              </p:nvSpPr>
              <p:spPr bwMode="auto">
                <a:xfrm>
                  <a:off x="3844" y="3591"/>
                  <a:ext cx="24" cy="1"/>
                </a:xfrm>
                <a:prstGeom prst="line">
                  <a:avLst/>
                </a:prstGeom>
                <a:grpFill/>
                <a:ln w="12700">
                  <a:solidFill>
                    <a:schemeClr val="bg1">
                      <a:lumMod val="65000"/>
                    </a:schemeClr>
                  </a:solidFill>
                  <a:round/>
                  <a:headEnd/>
                  <a:tailEnd/>
                </a:ln>
              </p:spPr>
              <p:txBody>
                <a:bodyPr/>
                <a:lstStyle/>
                <a:p>
                  <a:endParaRPr lang="en-US"/>
                </a:p>
              </p:txBody>
            </p:sp>
            <p:sp>
              <p:nvSpPr>
                <p:cNvPr id="103993" name="Line 824"/>
                <p:cNvSpPr>
                  <a:spLocks noChangeShapeType="1"/>
                </p:cNvSpPr>
                <p:nvPr/>
              </p:nvSpPr>
              <p:spPr bwMode="auto">
                <a:xfrm>
                  <a:off x="3900" y="3591"/>
                  <a:ext cx="24" cy="1"/>
                </a:xfrm>
                <a:prstGeom prst="line">
                  <a:avLst/>
                </a:prstGeom>
                <a:grpFill/>
                <a:ln w="12700">
                  <a:solidFill>
                    <a:schemeClr val="bg1">
                      <a:lumMod val="65000"/>
                    </a:schemeClr>
                  </a:solidFill>
                  <a:round/>
                  <a:headEnd/>
                  <a:tailEnd/>
                </a:ln>
              </p:spPr>
              <p:txBody>
                <a:bodyPr/>
                <a:lstStyle/>
                <a:p>
                  <a:endParaRPr lang="en-US"/>
                </a:p>
              </p:txBody>
            </p:sp>
            <p:sp>
              <p:nvSpPr>
                <p:cNvPr id="103994" name="Line 825"/>
                <p:cNvSpPr>
                  <a:spLocks noChangeShapeType="1"/>
                </p:cNvSpPr>
                <p:nvPr/>
              </p:nvSpPr>
              <p:spPr bwMode="auto">
                <a:xfrm>
                  <a:off x="3956" y="3591"/>
                  <a:ext cx="24" cy="1"/>
                </a:xfrm>
                <a:prstGeom prst="line">
                  <a:avLst/>
                </a:prstGeom>
                <a:grpFill/>
                <a:ln w="12700">
                  <a:solidFill>
                    <a:schemeClr val="bg1">
                      <a:lumMod val="65000"/>
                    </a:schemeClr>
                  </a:solidFill>
                  <a:round/>
                  <a:headEnd/>
                  <a:tailEnd/>
                </a:ln>
              </p:spPr>
              <p:txBody>
                <a:bodyPr/>
                <a:lstStyle/>
                <a:p>
                  <a:endParaRPr lang="en-US"/>
                </a:p>
              </p:txBody>
            </p:sp>
            <p:sp>
              <p:nvSpPr>
                <p:cNvPr id="103995" name="Line 826"/>
                <p:cNvSpPr>
                  <a:spLocks noChangeShapeType="1"/>
                </p:cNvSpPr>
                <p:nvPr/>
              </p:nvSpPr>
              <p:spPr bwMode="auto">
                <a:xfrm>
                  <a:off x="4011" y="3591"/>
                  <a:ext cx="24" cy="1"/>
                </a:xfrm>
                <a:prstGeom prst="line">
                  <a:avLst/>
                </a:prstGeom>
                <a:grpFill/>
                <a:ln w="12700">
                  <a:solidFill>
                    <a:schemeClr val="bg1">
                      <a:lumMod val="65000"/>
                    </a:schemeClr>
                  </a:solidFill>
                  <a:round/>
                  <a:headEnd/>
                  <a:tailEnd/>
                </a:ln>
              </p:spPr>
              <p:txBody>
                <a:bodyPr/>
                <a:lstStyle/>
                <a:p>
                  <a:endParaRPr lang="en-US"/>
                </a:p>
              </p:txBody>
            </p:sp>
            <p:sp>
              <p:nvSpPr>
                <p:cNvPr id="103996" name="Line 827"/>
                <p:cNvSpPr>
                  <a:spLocks noChangeShapeType="1"/>
                </p:cNvSpPr>
                <p:nvPr/>
              </p:nvSpPr>
              <p:spPr bwMode="auto">
                <a:xfrm>
                  <a:off x="4067" y="3591"/>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92" name="Group 828"/>
            <p:cNvGrpSpPr>
              <a:grpSpLocks/>
            </p:cNvGrpSpPr>
            <p:nvPr/>
          </p:nvGrpSpPr>
          <p:grpSpPr bwMode="auto">
            <a:xfrm>
              <a:off x="4243" y="3567"/>
              <a:ext cx="415" cy="56"/>
              <a:chOff x="4243" y="3567"/>
              <a:chExt cx="415" cy="56"/>
            </a:xfrm>
            <a:grpFill/>
          </p:grpSpPr>
          <p:sp>
            <p:nvSpPr>
              <p:cNvPr id="103981" name="Freeform 829"/>
              <p:cNvSpPr>
                <a:spLocks/>
              </p:cNvSpPr>
              <p:nvPr/>
            </p:nvSpPr>
            <p:spPr bwMode="auto">
              <a:xfrm>
                <a:off x="4546" y="3567"/>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3982" name="Group 830"/>
              <p:cNvGrpSpPr>
                <a:grpSpLocks/>
              </p:cNvGrpSpPr>
              <p:nvPr/>
            </p:nvGrpSpPr>
            <p:grpSpPr bwMode="auto">
              <a:xfrm>
                <a:off x="4243" y="3599"/>
                <a:ext cx="295" cy="1"/>
                <a:chOff x="4243" y="3599"/>
                <a:chExt cx="295" cy="1"/>
              </a:xfrm>
              <a:grpFill/>
            </p:grpSpPr>
            <p:sp>
              <p:nvSpPr>
                <p:cNvPr id="103983" name="Line 831"/>
                <p:cNvSpPr>
                  <a:spLocks noChangeShapeType="1"/>
                </p:cNvSpPr>
                <p:nvPr/>
              </p:nvSpPr>
              <p:spPr bwMode="auto">
                <a:xfrm>
                  <a:off x="4243" y="3599"/>
                  <a:ext cx="24" cy="1"/>
                </a:xfrm>
                <a:prstGeom prst="line">
                  <a:avLst/>
                </a:prstGeom>
                <a:grpFill/>
                <a:ln w="12700">
                  <a:solidFill>
                    <a:schemeClr val="bg1">
                      <a:lumMod val="65000"/>
                    </a:schemeClr>
                  </a:solidFill>
                  <a:round/>
                  <a:headEnd/>
                  <a:tailEnd/>
                </a:ln>
              </p:spPr>
              <p:txBody>
                <a:bodyPr/>
                <a:lstStyle/>
                <a:p>
                  <a:endParaRPr lang="en-US"/>
                </a:p>
              </p:txBody>
            </p:sp>
            <p:sp>
              <p:nvSpPr>
                <p:cNvPr id="103984" name="Line 832"/>
                <p:cNvSpPr>
                  <a:spLocks noChangeShapeType="1"/>
                </p:cNvSpPr>
                <p:nvPr/>
              </p:nvSpPr>
              <p:spPr bwMode="auto">
                <a:xfrm>
                  <a:off x="4299" y="3599"/>
                  <a:ext cx="24" cy="1"/>
                </a:xfrm>
                <a:prstGeom prst="line">
                  <a:avLst/>
                </a:prstGeom>
                <a:grpFill/>
                <a:ln w="12700">
                  <a:solidFill>
                    <a:schemeClr val="bg1">
                      <a:lumMod val="65000"/>
                    </a:schemeClr>
                  </a:solidFill>
                  <a:round/>
                  <a:headEnd/>
                  <a:tailEnd/>
                </a:ln>
              </p:spPr>
              <p:txBody>
                <a:bodyPr/>
                <a:lstStyle/>
                <a:p>
                  <a:endParaRPr lang="en-US"/>
                </a:p>
              </p:txBody>
            </p:sp>
            <p:sp>
              <p:nvSpPr>
                <p:cNvPr id="103985" name="Line 833"/>
                <p:cNvSpPr>
                  <a:spLocks noChangeShapeType="1"/>
                </p:cNvSpPr>
                <p:nvPr/>
              </p:nvSpPr>
              <p:spPr bwMode="auto">
                <a:xfrm>
                  <a:off x="4355" y="3599"/>
                  <a:ext cx="24" cy="1"/>
                </a:xfrm>
                <a:prstGeom prst="line">
                  <a:avLst/>
                </a:prstGeom>
                <a:grpFill/>
                <a:ln w="12700">
                  <a:solidFill>
                    <a:schemeClr val="bg1">
                      <a:lumMod val="65000"/>
                    </a:schemeClr>
                  </a:solidFill>
                  <a:round/>
                  <a:headEnd/>
                  <a:tailEnd/>
                </a:ln>
              </p:spPr>
              <p:txBody>
                <a:bodyPr/>
                <a:lstStyle/>
                <a:p>
                  <a:endParaRPr lang="en-US"/>
                </a:p>
              </p:txBody>
            </p:sp>
            <p:sp>
              <p:nvSpPr>
                <p:cNvPr id="103986" name="Line 834"/>
                <p:cNvSpPr>
                  <a:spLocks noChangeShapeType="1"/>
                </p:cNvSpPr>
                <p:nvPr/>
              </p:nvSpPr>
              <p:spPr bwMode="auto">
                <a:xfrm>
                  <a:off x="4411" y="3599"/>
                  <a:ext cx="24" cy="1"/>
                </a:xfrm>
                <a:prstGeom prst="line">
                  <a:avLst/>
                </a:prstGeom>
                <a:grpFill/>
                <a:ln w="12700">
                  <a:solidFill>
                    <a:schemeClr val="bg1">
                      <a:lumMod val="65000"/>
                    </a:schemeClr>
                  </a:solidFill>
                  <a:round/>
                  <a:headEnd/>
                  <a:tailEnd/>
                </a:ln>
              </p:spPr>
              <p:txBody>
                <a:bodyPr/>
                <a:lstStyle/>
                <a:p>
                  <a:endParaRPr lang="en-US"/>
                </a:p>
              </p:txBody>
            </p:sp>
            <p:sp>
              <p:nvSpPr>
                <p:cNvPr id="103987" name="Line 835"/>
                <p:cNvSpPr>
                  <a:spLocks noChangeShapeType="1"/>
                </p:cNvSpPr>
                <p:nvPr/>
              </p:nvSpPr>
              <p:spPr bwMode="auto">
                <a:xfrm>
                  <a:off x="4467" y="3599"/>
                  <a:ext cx="24" cy="1"/>
                </a:xfrm>
                <a:prstGeom prst="line">
                  <a:avLst/>
                </a:prstGeom>
                <a:grpFill/>
                <a:ln w="12700">
                  <a:solidFill>
                    <a:schemeClr val="bg1">
                      <a:lumMod val="65000"/>
                    </a:schemeClr>
                  </a:solidFill>
                  <a:round/>
                  <a:headEnd/>
                  <a:tailEnd/>
                </a:ln>
              </p:spPr>
              <p:txBody>
                <a:bodyPr/>
                <a:lstStyle/>
                <a:p>
                  <a:endParaRPr lang="en-US"/>
                </a:p>
              </p:txBody>
            </p:sp>
            <p:sp>
              <p:nvSpPr>
                <p:cNvPr id="103988" name="Line 836"/>
                <p:cNvSpPr>
                  <a:spLocks noChangeShapeType="1"/>
                </p:cNvSpPr>
                <p:nvPr/>
              </p:nvSpPr>
              <p:spPr bwMode="auto">
                <a:xfrm>
                  <a:off x="4522" y="3599"/>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93" name="Group 837"/>
            <p:cNvGrpSpPr>
              <a:grpSpLocks/>
            </p:cNvGrpSpPr>
            <p:nvPr/>
          </p:nvGrpSpPr>
          <p:grpSpPr bwMode="auto">
            <a:xfrm>
              <a:off x="3788" y="2376"/>
              <a:ext cx="886" cy="290"/>
              <a:chOff x="3788" y="2376"/>
              <a:chExt cx="886" cy="290"/>
            </a:xfrm>
            <a:grpFill/>
          </p:grpSpPr>
          <p:sp>
            <p:nvSpPr>
              <p:cNvPr id="103979" name="Freeform 838"/>
              <p:cNvSpPr>
                <a:spLocks/>
              </p:cNvSpPr>
              <p:nvPr/>
            </p:nvSpPr>
            <p:spPr bwMode="auto">
              <a:xfrm>
                <a:off x="4530" y="2594"/>
                <a:ext cx="144" cy="72"/>
              </a:xfrm>
              <a:custGeom>
                <a:avLst/>
                <a:gdLst>
                  <a:gd name="T0" fmla="*/ 144 w 144"/>
                  <a:gd name="T1" fmla="*/ 72 h 72"/>
                  <a:gd name="T2" fmla="*/ 0 w 144"/>
                  <a:gd name="T3" fmla="*/ 64 h 72"/>
                  <a:gd name="T4" fmla="*/ 16 w 144"/>
                  <a:gd name="T5" fmla="*/ 32 h 72"/>
                  <a:gd name="T6" fmla="*/ 24 w 144"/>
                  <a:gd name="T7" fmla="*/ 0 h 72"/>
                  <a:gd name="T8" fmla="*/ 144 w 144"/>
                  <a:gd name="T9" fmla="*/ 72 h 72"/>
                  <a:gd name="T10" fmla="*/ 0 60000 65536"/>
                  <a:gd name="T11" fmla="*/ 0 60000 65536"/>
                  <a:gd name="T12" fmla="*/ 0 60000 65536"/>
                  <a:gd name="T13" fmla="*/ 0 60000 65536"/>
                  <a:gd name="T14" fmla="*/ 0 60000 65536"/>
                  <a:gd name="T15" fmla="*/ 0 w 144"/>
                  <a:gd name="T16" fmla="*/ 0 h 72"/>
                  <a:gd name="T17" fmla="*/ 144 w 144"/>
                  <a:gd name="T18" fmla="*/ 72 h 72"/>
                </a:gdLst>
                <a:ahLst/>
                <a:cxnLst>
                  <a:cxn ang="T10">
                    <a:pos x="T0" y="T1"/>
                  </a:cxn>
                  <a:cxn ang="T11">
                    <a:pos x="T2" y="T3"/>
                  </a:cxn>
                  <a:cxn ang="T12">
                    <a:pos x="T4" y="T5"/>
                  </a:cxn>
                  <a:cxn ang="T13">
                    <a:pos x="T6" y="T7"/>
                  </a:cxn>
                  <a:cxn ang="T14">
                    <a:pos x="T8" y="T9"/>
                  </a:cxn>
                </a:cxnLst>
                <a:rect l="T15" t="T16" r="T17" b="T18"/>
                <a:pathLst>
                  <a:path w="144" h="72">
                    <a:moveTo>
                      <a:pt x="144" y="72"/>
                    </a:moveTo>
                    <a:lnTo>
                      <a:pt x="0" y="64"/>
                    </a:lnTo>
                    <a:lnTo>
                      <a:pt x="16" y="32"/>
                    </a:lnTo>
                    <a:lnTo>
                      <a:pt x="24" y="0"/>
                    </a:lnTo>
                    <a:lnTo>
                      <a:pt x="144" y="72"/>
                    </a:lnTo>
                    <a:close/>
                  </a:path>
                </a:pathLst>
              </a:custGeom>
              <a:grpFill/>
              <a:ln w="9525">
                <a:solidFill>
                  <a:schemeClr val="bg1">
                    <a:lumMod val="65000"/>
                  </a:schemeClr>
                </a:solidFill>
                <a:round/>
                <a:headEnd/>
                <a:tailEnd/>
              </a:ln>
            </p:spPr>
            <p:txBody>
              <a:bodyPr/>
              <a:lstStyle/>
              <a:p>
                <a:endParaRPr lang="en-US"/>
              </a:p>
            </p:txBody>
          </p:sp>
          <p:sp>
            <p:nvSpPr>
              <p:cNvPr id="103980" name="Line 839"/>
              <p:cNvSpPr>
                <a:spLocks noChangeShapeType="1"/>
              </p:cNvSpPr>
              <p:nvPr/>
            </p:nvSpPr>
            <p:spPr bwMode="auto">
              <a:xfrm>
                <a:off x="3788" y="2376"/>
                <a:ext cx="766" cy="252"/>
              </a:xfrm>
              <a:prstGeom prst="line">
                <a:avLst/>
              </a:prstGeom>
              <a:grpFill/>
              <a:ln w="25400">
                <a:solidFill>
                  <a:schemeClr val="bg1">
                    <a:lumMod val="65000"/>
                  </a:schemeClr>
                </a:solidFill>
                <a:round/>
                <a:headEnd/>
                <a:tailEnd/>
              </a:ln>
            </p:spPr>
            <p:txBody>
              <a:bodyPr/>
              <a:lstStyle/>
              <a:p>
                <a:endParaRPr lang="en-US"/>
              </a:p>
            </p:txBody>
          </p:sp>
        </p:grpSp>
        <p:grpSp>
          <p:nvGrpSpPr>
            <p:cNvPr id="103594" name="Group 840"/>
            <p:cNvGrpSpPr>
              <a:grpSpLocks/>
            </p:cNvGrpSpPr>
            <p:nvPr/>
          </p:nvGrpSpPr>
          <p:grpSpPr bwMode="auto">
            <a:xfrm>
              <a:off x="3309" y="2084"/>
              <a:ext cx="1381" cy="1507"/>
              <a:chOff x="3309" y="2084"/>
              <a:chExt cx="1381" cy="1507"/>
            </a:xfrm>
            <a:grpFill/>
          </p:grpSpPr>
          <p:sp>
            <p:nvSpPr>
              <p:cNvPr id="103977" name="Freeform 841"/>
              <p:cNvSpPr>
                <a:spLocks/>
              </p:cNvSpPr>
              <p:nvPr/>
            </p:nvSpPr>
            <p:spPr bwMode="auto">
              <a:xfrm>
                <a:off x="4570" y="2084"/>
                <a:ext cx="120" cy="119"/>
              </a:xfrm>
              <a:custGeom>
                <a:avLst/>
                <a:gdLst>
                  <a:gd name="T0" fmla="*/ 120 w 120"/>
                  <a:gd name="T1" fmla="*/ 0 h 119"/>
                  <a:gd name="T2" fmla="*/ 56 w 120"/>
                  <a:gd name="T3" fmla="*/ 119 h 119"/>
                  <a:gd name="T4" fmla="*/ 24 w 120"/>
                  <a:gd name="T5" fmla="*/ 96 h 119"/>
                  <a:gd name="T6" fmla="*/ 0 w 120"/>
                  <a:gd name="T7" fmla="*/ 72 h 119"/>
                  <a:gd name="T8" fmla="*/ 120 w 120"/>
                  <a:gd name="T9" fmla="*/ 0 h 119"/>
                  <a:gd name="T10" fmla="*/ 0 60000 65536"/>
                  <a:gd name="T11" fmla="*/ 0 60000 65536"/>
                  <a:gd name="T12" fmla="*/ 0 60000 65536"/>
                  <a:gd name="T13" fmla="*/ 0 60000 65536"/>
                  <a:gd name="T14" fmla="*/ 0 60000 65536"/>
                  <a:gd name="T15" fmla="*/ 0 w 120"/>
                  <a:gd name="T16" fmla="*/ 0 h 119"/>
                  <a:gd name="T17" fmla="*/ 120 w 120"/>
                  <a:gd name="T18" fmla="*/ 119 h 119"/>
                </a:gdLst>
                <a:ahLst/>
                <a:cxnLst>
                  <a:cxn ang="T10">
                    <a:pos x="T0" y="T1"/>
                  </a:cxn>
                  <a:cxn ang="T11">
                    <a:pos x="T2" y="T3"/>
                  </a:cxn>
                  <a:cxn ang="T12">
                    <a:pos x="T4" y="T5"/>
                  </a:cxn>
                  <a:cxn ang="T13">
                    <a:pos x="T6" y="T7"/>
                  </a:cxn>
                  <a:cxn ang="T14">
                    <a:pos x="T8" y="T9"/>
                  </a:cxn>
                </a:cxnLst>
                <a:rect l="T15" t="T16" r="T17" b="T18"/>
                <a:pathLst>
                  <a:path w="120" h="119">
                    <a:moveTo>
                      <a:pt x="120" y="0"/>
                    </a:moveTo>
                    <a:lnTo>
                      <a:pt x="56" y="119"/>
                    </a:lnTo>
                    <a:lnTo>
                      <a:pt x="24" y="96"/>
                    </a:lnTo>
                    <a:lnTo>
                      <a:pt x="0" y="72"/>
                    </a:lnTo>
                    <a:lnTo>
                      <a:pt x="120" y="0"/>
                    </a:lnTo>
                    <a:close/>
                  </a:path>
                </a:pathLst>
              </a:custGeom>
              <a:grpFill/>
              <a:ln w="9525">
                <a:solidFill>
                  <a:schemeClr val="bg1">
                    <a:lumMod val="65000"/>
                  </a:schemeClr>
                </a:solidFill>
                <a:round/>
                <a:headEnd/>
                <a:tailEnd/>
              </a:ln>
            </p:spPr>
            <p:txBody>
              <a:bodyPr/>
              <a:lstStyle/>
              <a:p>
                <a:endParaRPr lang="en-US"/>
              </a:p>
            </p:txBody>
          </p:sp>
          <p:sp>
            <p:nvSpPr>
              <p:cNvPr id="103978" name="Line 842"/>
              <p:cNvSpPr>
                <a:spLocks noChangeShapeType="1"/>
              </p:cNvSpPr>
              <p:nvPr/>
            </p:nvSpPr>
            <p:spPr bwMode="auto">
              <a:xfrm flipV="1">
                <a:off x="3309" y="2172"/>
                <a:ext cx="1291" cy="1419"/>
              </a:xfrm>
              <a:prstGeom prst="line">
                <a:avLst/>
              </a:prstGeom>
              <a:grpFill/>
              <a:ln w="25400">
                <a:solidFill>
                  <a:schemeClr val="bg1">
                    <a:lumMod val="65000"/>
                  </a:schemeClr>
                </a:solidFill>
                <a:round/>
                <a:headEnd/>
                <a:tailEnd/>
              </a:ln>
            </p:spPr>
            <p:txBody>
              <a:bodyPr/>
              <a:lstStyle/>
              <a:p>
                <a:endParaRPr lang="en-US"/>
              </a:p>
            </p:txBody>
          </p:sp>
        </p:grpSp>
        <p:grpSp>
          <p:nvGrpSpPr>
            <p:cNvPr id="103595" name="Group 843"/>
            <p:cNvGrpSpPr>
              <a:grpSpLocks/>
            </p:cNvGrpSpPr>
            <p:nvPr/>
          </p:nvGrpSpPr>
          <p:grpSpPr bwMode="auto">
            <a:xfrm>
              <a:off x="3773" y="2076"/>
              <a:ext cx="909" cy="893"/>
              <a:chOff x="3773" y="2076"/>
              <a:chExt cx="909" cy="893"/>
            </a:xfrm>
            <a:grpFill/>
          </p:grpSpPr>
          <p:sp>
            <p:nvSpPr>
              <p:cNvPr id="103975" name="Freeform 844"/>
              <p:cNvSpPr>
                <a:spLocks/>
              </p:cNvSpPr>
              <p:nvPr/>
            </p:nvSpPr>
            <p:spPr bwMode="auto">
              <a:xfrm>
                <a:off x="4562" y="2850"/>
                <a:ext cx="120" cy="119"/>
              </a:xfrm>
              <a:custGeom>
                <a:avLst/>
                <a:gdLst>
                  <a:gd name="T0" fmla="*/ 120 w 120"/>
                  <a:gd name="T1" fmla="*/ 119 h 119"/>
                  <a:gd name="T2" fmla="*/ 0 w 120"/>
                  <a:gd name="T3" fmla="*/ 47 h 119"/>
                  <a:gd name="T4" fmla="*/ 24 w 120"/>
                  <a:gd name="T5" fmla="*/ 23 h 119"/>
                  <a:gd name="T6" fmla="*/ 48 w 120"/>
                  <a:gd name="T7" fmla="*/ 0 h 119"/>
                  <a:gd name="T8" fmla="*/ 120 w 120"/>
                  <a:gd name="T9" fmla="*/ 119 h 119"/>
                  <a:gd name="T10" fmla="*/ 0 60000 65536"/>
                  <a:gd name="T11" fmla="*/ 0 60000 65536"/>
                  <a:gd name="T12" fmla="*/ 0 60000 65536"/>
                  <a:gd name="T13" fmla="*/ 0 60000 65536"/>
                  <a:gd name="T14" fmla="*/ 0 60000 65536"/>
                  <a:gd name="T15" fmla="*/ 0 w 120"/>
                  <a:gd name="T16" fmla="*/ 0 h 119"/>
                  <a:gd name="T17" fmla="*/ 120 w 120"/>
                  <a:gd name="T18" fmla="*/ 119 h 119"/>
                </a:gdLst>
                <a:ahLst/>
                <a:cxnLst>
                  <a:cxn ang="T10">
                    <a:pos x="T0" y="T1"/>
                  </a:cxn>
                  <a:cxn ang="T11">
                    <a:pos x="T2" y="T3"/>
                  </a:cxn>
                  <a:cxn ang="T12">
                    <a:pos x="T4" y="T5"/>
                  </a:cxn>
                  <a:cxn ang="T13">
                    <a:pos x="T6" y="T7"/>
                  </a:cxn>
                  <a:cxn ang="T14">
                    <a:pos x="T8" y="T9"/>
                  </a:cxn>
                </a:cxnLst>
                <a:rect l="T15" t="T16" r="T17" b="T18"/>
                <a:pathLst>
                  <a:path w="120" h="119">
                    <a:moveTo>
                      <a:pt x="120" y="119"/>
                    </a:moveTo>
                    <a:lnTo>
                      <a:pt x="0" y="47"/>
                    </a:lnTo>
                    <a:lnTo>
                      <a:pt x="24" y="23"/>
                    </a:lnTo>
                    <a:lnTo>
                      <a:pt x="48" y="0"/>
                    </a:lnTo>
                    <a:lnTo>
                      <a:pt x="120" y="119"/>
                    </a:lnTo>
                    <a:close/>
                  </a:path>
                </a:pathLst>
              </a:custGeom>
              <a:grpFill/>
              <a:ln w="9525">
                <a:solidFill>
                  <a:schemeClr val="bg1">
                    <a:lumMod val="65000"/>
                  </a:schemeClr>
                </a:solidFill>
                <a:round/>
                <a:headEnd/>
                <a:tailEnd/>
              </a:ln>
            </p:spPr>
            <p:txBody>
              <a:bodyPr/>
              <a:lstStyle/>
              <a:p>
                <a:endParaRPr lang="en-US"/>
              </a:p>
            </p:txBody>
          </p:sp>
          <p:sp>
            <p:nvSpPr>
              <p:cNvPr id="103976" name="Line 845"/>
              <p:cNvSpPr>
                <a:spLocks noChangeShapeType="1"/>
              </p:cNvSpPr>
              <p:nvPr/>
            </p:nvSpPr>
            <p:spPr bwMode="auto">
              <a:xfrm>
                <a:off x="3773" y="2076"/>
                <a:ext cx="821" cy="804"/>
              </a:xfrm>
              <a:prstGeom prst="line">
                <a:avLst/>
              </a:prstGeom>
              <a:grpFill/>
              <a:ln w="25400">
                <a:solidFill>
                  <a:schemeClr val="bg1">
                    <a:lumMod val="65000"/>
                  </a:schemeClr>
                </a:solidFill>
                <a:round/>
                <a:headEnd/>
                <a:tailEnd/>
              </a:ln>
            </p:spPr>
            <p:txBody>
              <a:bodyPr/>
              <a:lstStyle/>
              <a:p>
                <a:endParaRPr lang="en-US"/>
              </a:p>
            </p:txBody>
          </p:sp>
        </p:grpSp>
        <p:grpSp>
          <p:nvGrpSpPr>
            <p:cNvPr id="103596" name="Group 846"/>
            <p:cNvGrpSpPr>
              <a:grpSpLocks/>
            </p:cNvGrpSpPr>
            <p:nvPr/>
          </p:nvGrpSpPr>
          <p:grpSpPr bwMode="auto">
            <a:xfrm>
              <a:off x="3317" y="2379"/>
              <a:ext cx="910" cy="893"/>
              <a:chOff x="3317" y="2379"/>
              <a:chExt cx="910" cy="893"/>
            </a:xfrm>
            <a:grpFill/>
          </p:grpSpPr>
          <p:sp>
            <p:nvSpPr>
              <p:cNvPr id="103973" name="Freeform 847"/>
              <p:cNvSpPr>
                <a:spLocks/>
              </p:cNvSpPr>
              <p:nvPr/>
            </p:nvSpPr>
            <p:spPr bwMode="auto">
              <a:xfrm>
                <a:off x="4107" y="3153"/>
                <a:ext cx="120" cy="119"/>
              </a:xfrm>
              <a:custGeom>
                <a:avLst/>
                <a:gdLst>
                  <a:gd name="T0" fmla="*/ 120 w 120"/>
                  <a:gd name="T1" fmla="*/ 119 h 119"/>
                  <a:gd name="T2" fmla="*/ 0 w 120"/>
                  <a:gd name="T3" fmla="*/ 48 h 119"/>
                  <a:gd name="T4" fmla="*/ 24 w 120"/>
                  <a:gd name="T5" fmla="*/ 24 h 119"/>
                  <a:gd name="T6" fmla="*/ 48 w 120"/>
                  <a:gd name="T7" fmla="*/ 0 h 119"/>
                  <a:gd name="T8" fmla="*/ 120 w 120"/>
                  <a:gd name="T9" fmla="*/ 119 h 119"/>
                  <a:gd name="T10" fmla="*/ 0 60000 65536"/>
                  <a:gd name="T11" fmla="*/ 0 60000 65536"/>
                  <a:gd name="T12" fmla="*/ 0 60000 65536"/>
                  <a:gd name="T13" fmla="*/ 0 60000 65536"/>
                  <a:gd name="T14" fmla="*/ 0 60000 65536"/>
                  <a:gd name="T15" fmla="*/ 0 w 120"/>
                  <a:gd name="T16" fmla="*/ 0 h 119"/>
                  <a:gd name="T17" fmla="*/ 120 w 120"/>
                  <a:gd name="T18" fmla="*/ 119 h 119"/>
                </a:gdLst>
                <a:ahLst/>
                <a:cxnLst>
                  <a:cxn ang="T10">
                    <a:pos x="T0" y="T1"/>
                  </a:cxn>
                  <a:cxn ang="T11">
                    <a:pos x="T2" y="T3"/>
                  </a:cxn>
                  <a:cxn ang="T12">
                    <a:pos x="T4" y="T5"/>
                  </a:cxn>
                  <a:cxn ang="T13">
                    <a:pos x="T6" y="T7"/>
                  </a:cxn>
                  <a:cxn ang="T14">
                    <a:pos x="T8" y="T9"/>
                  </a:cxn>
                </a:cxnLst>
                <a:rect l="T15" t="T16" r="T17" b="T18"/>
                <a:pathLst>
                  <a:path w="120" h="119">
                    <a:moveTo>
                      <a:pt x="120" y="119"/>
                    </a:moveTo>
                    <a:lnTo>
                      <a:pt x="0" y="48"/>
                    </a:lnTo>
                    <a:lnTo>
                      <a:pt x="24" y="24"/>
                    </a:lnTo>
                    <a:lnTo>
                      <a:pt x="48" y="0"/>
                    </a:lnTo>
                    <a:lnTo>
                      <a:pt x="120" y="119"/>
                    </a:lnTo>
                    <a:close/>
                  </a:path>
                </a:pathLst>
              </a:custGeom>
              <a:grpFill/>
              <a:ln w="9525">
                <a:solidFill>
                  <a:schemeClr val="bg1">
                    <a:lumMod val="65000"/>
                  </a:schemeClr>
                </a:solidFill>
                <a:round/>
                <a:headEnd/>
                <a:tailEnd/>
              </a:ln>
            </p:spPr>
            <p:txBody>
              <a:bodyPr/>
              <a:lstStyle/>
              <a:p>
                <a:endParaRPr lang="en-US"/>
              </a:p>
            </p:txBody>
          </p:sp>
          <p:sp>
            <p:nvSpPr>
              <p:cNvPr id="103974" name="Line 848"/>
              <p:cNvSpPr>
                <a:spLocks noChangeShapeType="1"/>
              </p:cNvSpPr>
              <p:nvPr/>
            </p:nvSpPr>
            <p:spPr bwMode="auto">
              <a:xfrm>
                <a:off x="3317" y="2379"/>
                <a:ext cx="822" cy="804"/>
              </a:xfrm>
              <a:prstGeom prst="line">
                <a:avLst/>
              </a:prstGeom>
              <a:grpFill/>
              <a:ln w="25400">
                <a:solidFill>
                  <a:schemeClr val="bg1">
                    <a:lumMod val="65000"/>
                  </a:schemeClr>
                </a:solidFill>
                <a:round/>
                <a:headEnd/>
                <a:tailEnd/>
              </a:ln>
            </p:spPr>
            <p:txBody>
              <a:bodyPr/>
              <a:lstStyle/>
              <a:p>
                <a:endParaRPr lang="en-US"/>
              </a:p>
            </p:txBody>
          </p:sp>
        </p:grpSp>
        <p:grpSp>
          <p:nvGrpSpPr>
            <p:cNvPr id="103597" name="Group 849"/>
            <p:cNvGrpSpPr>
              <a:grpSpLocks/>
            </p:cNvGrpSpPr>
            <p:nvPr/>
          </p:nvGrpSpPr>
          <p:grpSpPr bwMode="auto">
            <a:xfrm>
              <a:off x="2878" y="1725"/>
              <a:ext cx="415" cy="56"/>
              <a:chOff x="2878" y="1725"/>
              <a:chExt cx="415" cy="56"/>
            </a:xfrm>
            <a:grpFill/>
          </p:grpSpPr>
          <p:sp>
            <p:nvSpPr>
              <p:cNvPr id="103965" name="Freeform 850"/>
              <p:cNvSpPr>
                <a:spLocks/>
              </p:cNvSpPr>
              <p:nvPr/>
            </p:nvSpPr>
            <p:spPr bwMode="auto">
              <a:xfrm>
                <a:off x="3181" y="1725"/>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3966" name="Group 851"/>
              <p:cNvGrpSpPr>
                <a:grpSpLocks/>
              </p:cNvGrpSpPr>
              <p:nvPr/>
            </p:nvGrpSpPr>
            <p:grpSpPr bwMode="auto">
              <a:xfrm>
                <a:off x="2878" y="1757"/>
                <a:ext cx="295" cy="1"/>
                <a:chOff x="2878" y="1757"/>
                <a:chExt cx="295" cy="1"/>
              </a:xfrm>
              <a:grpFill/>
            </p:grpSpPr>
            <p:sp>
              <p:nvSpPr>
                <p:cNvPr id="103967" name="Line 852"/>
                <p:cNvSpPr>
                  <a:spLocks noChangeShapeType="1"/>
                </p:cNvSpPr>
                <p:nvPr/>
              </p:nvSpPr>
              <p:spPr bwMode="auto">
                <a:xfrm>
                  <a:off x="2878" y="1757"/>
                  <a:ext cx="24" cy="1"/>
                </a:xfrm>
                <a:prstGeom prst="line">
                  <a:avLst/>
                </a:prstGeom>
                <a:grpFill/>
                <a:ln w="12700">
                  <a:solidFill>
                    <a:schemeClr val="bg1">
                      <a:lumMod val="65000"/>
                    </a:schemeClr>
                  </a:solidFill>
                  <a:round/>
                  <a:headEnd/>
                  <a:tailEnd/>
                </a:ln>
              </p:spPr>
              <p:txBody>
                <a:bodyPr/>
                <a:lstStyle/>
                <a:p>
                  <a:endParaRPr lang="en-US"/>
                </a:p>
              </p:txBody>
            </p:sp>
            <p:sp>
              <p:nvSpPr>
                <p:cNvPr id="103968" name="Line 853"/>
                <p:cNvSpPr>
                  <a:spLocks noChangeShapeType="1"/>
                </p:cNvSpPr>
                <p:nvPr/>
              </p:nvSpPr>
              <p:spPr bwMode="auto">
                <a:xfrm>
                  <a:off x="2934" y="1757"/>
                  <a:ext cx="24" cy="1"/>
                </a:xfrm>
                <a:prstGeom prst="line">
                  <a:avLst/>
                </a:prstGeom>
                <a:grpFill/>
                <a:ln w="12700">
                  <a:solidFill>
                    <a:schemeClr val="bg1">
                      <a:lumMod val="65000"/>
                    </a:schemeClr>
                  </a:solidFill>
                  <a:round/>
                  <a:headEnd/>
                  <a:tailEnd/>
                </a:ln>
              </p:spPr>
              <p:txBody>
                <a:bodyPr/>
                <a:lstStyle/>
                <a:p>
                  <a:endParaRPr lang="en-US"/>
                </a:p>
              </p:txBody>
            </p:sp>
            <p:sp>
              <p:nvSpPr>
                <p:cNvPr id="103969" name="Line 854"/>
                <p:cNvSpPr>
                  <a:spLocks noChangeShapeType="1"/>
                </p:cNvSpPr>
                <p:nvPr/>
              </p:nvSpPr>
              <p:spPr bwMode="auto">
                <a:xfrm>
                  <a:off x="2990" y="1757"/>
                  <a:ext cx="23" cy="1"/>
                </a:xfrm>
                <a:prstGeom prst="line">
                  <a:avLst/>
                </a:prstGeom>
                <a:grpFill/>
                <a:ln w="12700">
                  <a:solidFill>
                    <a:schemeClr val="bg1">
                      <a:lumMod val="65000"/>
                    </a:schemeClr>
                  </a:solidFill>
                  <a:round/>
                  <a:headEnd/>
                  <a:tailEnd/>
                </a:ln>
              </p:spPr>
              <p:txBody>
                <a:bodyPr/>
                <a:lstStyle/>
                <a:p>
                  <a:endParaRPr lang="en-US"/>
                </a:p>
              </p:txBody>
            </p:sp>
            <p:sp>
              <p:nvSpPr>
                <p:cNvPr id="103970" name="Line 855"/>
                <p:cNvSpPr>
                  <a:spLocks noChangeShapeType="1"/>
                </p:cNvSpPr>
                <p:nvPr/>
              </p:nvSpPr>
              <p:spPr bwMode="auto">
                <a:xfrm>
                  <a:off x="3045" y="1757"/>
                  <a:ext cx="24" cy="1"/>
                </a:xfrm>
                <a:prstGeom prst="line">
                  <a:avLst/>
                </a:prstGeom>
                <a:grpFill/>
                <a:ln w="12700">
                  <a:solidFill>
                    <a:schemeClr val="bg1">
                      <a:lumMod val="65000"/>
                    </a:schemeClr>
                  </a:solidFill>
                  <a:round/>
                  <a:headEnd/>
                  <a:tailEnd/>
                </a:ln>
              </p:spPr>
              <p:txBody>
                <a:bodyPr/>
                <a:lstStyle/>
                <a:p>
                  <a:endParaRPr lang="en-US"/>
                </a:p>
              </p:txBody>
            </p:sp>
            <p:sp>
              <p:nvSpPr>
                <p:cNvPr id="103971" name="Line 856"/>
                <p:cNvSpPr>
                  <a:spLocks noChangeShapeType="1"/>
                </p:cNvSpPr>
                <p:nvPr/>
              </p:nvSpPr>
              <p:spPr bwMode="auto">
                <a:xfrm>
                  <a:off x="3101" y="1757"/>
                  <a:ext cx="24" cy="1"/>
                </a:xfrm>
                <a:prstGeom prst="line">
                  <a:avLst/>
                </a:prstGeom>
                <a:grpFill/>
                <a:ln w="12700">
                  <a:solidFill>
                    <a:schemeClr val="bg1">
                      <a:lumMod val="65000"/>
                    </a:schemeClr>
                  </a:solidFill>
                  <a:round/>
                  <a:headEnd/>
                  <a:tailEnd/>
                </a:ln>
              </p:spPr>
              <p:txBody>
                <a:bodyPr/>
                <a:lstStyle/>
                <a:p>
                  <a:endParaRPr lang="en-US"/>
                </a:p>
              </p:txBody>
            </p:sp>
            <p:sp>
              <p:nvSpPr>
                <p:cNvPr id="103972" name="Line 857"/>
                <p:cNvSpPr>
                  <a:spLocks noChangeShapeType="1"/>
                </p:cNvSpPr>
                <p:nvPr/>
              </p:nvSpPr>
              <p:spPr bwMode="auto">
                <a:xfrm>
                  <a:off x="3157" y="1757"/>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98" name="Group 858"/>
            <p:cNvGrpSpPr>
              <a:grpSpLocks/>
            </p:cNvGrpSpPr>
            <p:nvPr/>
          </p:nvGrpSpPr>
          <p:grpSpPr bwMode="auto">
            <a:xfrm>
              <a:off x="2878" y="2036"/>
              <a:ext cx="415" cy="56"/>
              <a:chOff x="2878" y="2036"/>
              <a:chExt cx="415" cy="56"/>
            </a:xfrm>
            <a:grpFill/>
          </p:grpSpPr>
          <p:sp>
            <p:nvSpPr>
              <p:cNvPr id="103957" name="Freeform 859"/>
              <p:cNvSpPr>
                <a:spLocks/>
              </p:cNvSpPr>
              <p:nvPr/>
            </p:nvSpPr>
            <p:spPr bwMode="auto">
              <a:xfrm>
                <a:off x="3181" y="2036"/>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lumMod val="65000"/>
                  </a:schemeClr>
                </a:solidFill>
                <a:round/>
                <a:headEnd/>
                <a:tailEnd/>
              </a:ln>
            </p:spPr>
            <p:txBody>
              <a:bodyPr/>
              <a:lstStyle/>
              <a:p>
                <a:endParaRPr lang="en-US"/>
              </a:p>
            </p:txBody>
          </p:sp>
          <p:grpSp>
            <p:nvGrpSpPr>
              <p:cNvPr id="103958" name="Group 860"/>
              <p:cNvGrpSpPr>
                <a:grpSpLocks/>
              </p:cNvGrpSpPr>
              <p:nvPr/>
            </p:nvGrpSpPr>
            <p:grpSpPr bwMode="auto">
              <a:xfrm>
                <a:off x="2878" y="2060"/>
                <a:ext cx="295" cy="1"/>
                <a:chOff x="2878" y="2060"/>
                <a:chExt cx="295" cy="1"/>
              </a:xfrm>
              <a:grpFill/>
            </p:grpSpPr>
            <p:sp>
              <p:nvSpPr>
                <p:cNvPr id="103959" name="Line 861"/>
                <p:cNvSpPr>
                  <a:spLocks noChangeShapeType="1"/>
                </p:cNvSpPr>
                <p:nvPr/>
              </p:nvSpPr>
              <p:spPr bwMode="auto">
                <a:xfrm>
                  <a:off x="2878" y="2060"/>
                  <a:ext cx="24" cy="1"/>
                </a:xfrm>
                <a:prstGeom prst="line">
                  <a:avLst/>
                </a:prstGeom>
                <a:grpFill/>
                <a:ln w="12700">
                  <a:solidFill>
                    <a:schemeClr val="bg1">
                      <a:lumMod val="65000"/>
                    </a:schemeClr>
                  </a:solidFill>
                  <a:round/>
                  <a:headEnd/>
                  <a:tailEnd/>
                </a:ln>
              </p:spPr>
              <p:txBody>
                <a:bodyPr/>
                <a:lstStyle/>
                <a:p>
                  <a:endParaRPr lang="en-US"/>
                </a:p>
              </p:txBody>
            </p:sp>
            <p:sp>
              <p:nvSpPr>
                <p:cNvPr id="103960" name="Line 862"/>
                <p:cNvSpPr>
                  <a:spLocks noChangeShapeType="1"/>
                </p:cNvSpPr>
                <p:nvPr/>
              </p:nvSpPr>
              <p:spPr bwMode="auto">
                <a:xfrm>
                  <a:off x="2934" y="2060"/>
                  <a:ext cx="24" cy="1"/>
                </a:xfrm>
                <a:prstGeom prst="line">
                  <a:avLst/>
                </a:prstGeom>
                <a:grpFill/>
                <a:ln w="12700">
                  <a:solidFill>
                    <a:schemeClr val="bg1">
                      <a:lumMod val="65000"/>
                    </a:schemeClr>
                  </a:solidFill>
                  <a:round/>
                  <a:headEnd/>
                  <a:tailEnd/>
                </a:ln>
              </p:spPr>
              <p:txBody>
                <a:bodyPr/>
                <a:lstStyle/>
                <a:p>
                  <a:endParaRPr lang="en-US"/>
                </a:p>
              </p:txBody>
            </p:sp>
            <p:sp>
              <p:nvSpPr>
                <p:cNvPr id="103961" name="Line 863"/>
                <p:cNvSpPr>
                  <a:spLocks noChangeShapeType="1"/>
                </p:cNvSpPr>
                <p:nvPr/>
              </p:nvSpPr>
              <p:spPr bwMode="auto">
                <a:xfrm>
                  <a:off x="2990" y="2060"/>
                  <a:ext cx="23" cy="1"/>
                </a:xfrm>
                <a:prstGeom prst="line">
                  <a:avLst/>
                </a:prstGeom>
                <a:grpFill/>
                <a:ln w="12700">
                  <a:solidFill>
                    <a:schemeClr val="bg1">
                      <a:lumMod val="65000"/>
                    </a:schemeClr>
                  </a:solidFill>
                  <a:round/>
                  <a:headEnd/>
                  <a:tailEnd/>
                </a:ln>
              </p:spPr>
              <p:txBody>
                <a:bodyPr/>
                <a:lstStyle/>
                <a:p>
                  <a:endParaRPr lang="en-US"/>
                </a:p>
              </p:txBody>
            </p:sp>
            <p:sp>
              <p:nvSpPr>
                <p:cNvPr id="103962" name="Line 864"/>
                <p:cNvSpPr>
                  <a:spLocks noChangeShapeType="1"/>
                </p:cNvSpPr>
                <p:nvPr/>
              </p:nvSpPr>
              <p:spPr bwMode="auto">
                <a:xfrm>
                  <a:off x="3045" y="2060"/>
                  <a:ext cx="24" cy="1"/>
                </a:xfrm>
                <a:prstGeom prst="line">
                  <a:avLst/>
                </a:prstGeom>
                <a:grpFill/>
                <a:ln w="12700">
                  <a:solidFill>
                    <a:schemeClr val="bg1">
                      <a:lumMod val="65000"/>
                    </a:schemeClr>
                  </a:solidFill>
                  <a:round/>
                  <a:headEnd/>
                  <a:tailEnd/>
                </a:ln>
              </p:spPr>
              <p:txBody>
                <a:bodyPr/>
                <a:lstStyle/>
                <a:p>
                  <a:endParaRPr lang="en-US"/>
                </a:p>
              </p:txBody>
            </p:sp>
            <p:sp>
              <p:nvSpPr>
                <p:cNvPr id="103963" name="Line 865"/>
                <p:cNvSpPr>
                  <a:spLocks noChangeShapeType="1"/>
                </p:cNvSpPr>
                <p:nvPr/>
              </p:nvSpPr>
              <p:spPr bwMode="auto">
                <a:xfrm>
                  <a:off x="3101" y="2060"/>
                  <a:ext cx="24" cy="1"/>
                </a:xfrm>
                <a:prstGeom prst="line">
                  <a:avLst/>
                </a:prstGeom>
                <a:grpFill/>
                <a:ln w="12700">
                  <a:solidFill>
                    <a:schemeClr val="bg1">
                      <a:lumMod val="65000"/>
                    </a:schemeClr>
                  </a:solidFill>
                  <a:round/>
                  <a:headEnd/>
                  <a:tailEnd/>
                </a:ln>
              </p:spPr>
              <p:txBody>
                <a:bodyPr/>
                <a:lstStyle/>
                <a:p>
                  <a:endParaRPr lang="en-US"/>
                </a:p>
              </p:txBody>
            </p:sp>
            <p:sp>
              <p:nvSpPr>
                <p:cNvPr id="103964" name="Line 866"/>
                <p:cNvSpPr>
                  <a:spLocks noChangeShapeType="1"/>
                </p:cNvSpPr>
                <p:nvPr/>
              </p:nvSpPr>
              <p:spPr bwMode="auto">
                <a:xfrm>
                  <a:off x="3157" y="2060"/>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99" name="Group 867"/>
            <p:cNvGrpSpPr>
              <a:grpSpLocks/>
            </p:cNvGrpSpPr>
            <p:nvPr/>
          </p:nvGrpSpPr>
          <p:grpSpPr bwMode="auto">
            <a:xfrm>
              <a:off x="2886" y="2339"/>
              <a:ext cx="415" cy="56"/>
              <a:chOff x="2886" y="2339"/>
              <a:chExt cx="415" cy="56"/>
            </a:xfrm>
            <a:grpFill/>
          </p:grpSpPr>
          <p:sp>
            <p:nvSpPr>
              <p:cNvPr id="103949" name="Freeform 868"/>
              <p:cNvSpPr>
                <a:spLocks/>
              </p:cNvSpPr>
              <p:nvPr/>
            </p:nvSpPr>
            <p:spPr bwMode="auto">
              <a:xfrm>
                <a:off x="3189" y="2339"/>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3950" name="Group 869"/>
              <p:cNvGrpSpPr>
                <a:grpSpLocks/>
              </p:cNvGrpSpPr>
              <p:nvPr/>
            </p:nvGrpSpPr>
            <p:grpSpPr bwMode="auto">
              <a:xfrm>
                <a:off x="2886" y="2371"/>
                <a:ext cx="295" cy="1"/>
                <a:chOff x="2886" y="2371"/>
                <a:chExt cx="295" cy="1"/>
              </a:xfrm>
              <a:grpFill/>
            </p:grpSpPr>
            <p:sp>
              <p:nvSpPr>
                <p:cNvPr id="103951" name="Line 870"/>
                <p:cNvSpPr>
                  <a:spLocks noChangeShapeType="1"/>
                </p:cNvSpPr>
                <p:nvPr/>
              </p:nvSpPr>
              <p:spPr bwMode="auto">
                <a:xfrm>
                  <a:off x="2886" y="2371"/>
                  <a:ext cx="24" cy="1"/>
                </a:xfrm>
                <a:prstGeom prst="line">
                  <a:avLst/>
                </a:prstGeom>
                <a:grpFill/>
                <a:ln w="12700">
                  <a:solidFill>
                    <a:schemeClr val="bg1">
                      <a:lumMod val="65000"/>
                    </a:schemeClr>
                  </a:solidFill>
                  <a:round/>
                  <a:headEnd/>
                  <a:tailEnd/>
                </a:ln>
              </p:spPr>
              <p:txBody>
                <a:bodyPr/>
                <a:lstStyle/>
                <a:p>
                  <a:endParaRPr lang="en-US"/>
                </a:p>
              </p:txBody>
            </p:sp>
            <p:sp>
              <p:nvSpPr>
                <p:cNvPr id="103952" name="Line 871"/>
                <p:cNvSpPr>
                  <a:spLocks noChangeShapeType="1"/>
                </p:cNvSpPr>
                <p:nvPr/>
              </p:nvSpPr>
              <p:spPr bwMode="auto">
                <a:xfrm>
                  <a:off x="2942" y="2371"/>
                  <a:ext cx="24" cy="1"/>
                </a:xfrm>
                <a:prstGeom prst="line">
                  <a:avLst/>
                </a:prstGeom>
                <a:grpFill/>
                <a:ln w="12700">
                  <a:solidFill>
                    <a:schemeClr val="bg1">
                      <a:lumMod val="65000"/>
                    </a:schemeClr>
                  </a:solidFill>
                  <a:round/>
                  <a:headEnd/>
                  <a:tailEnd/>
                </a:ln>
              </p:spPr>
              <p:txBody>
                <a:bodyPr/>
                <a:lstStyle/>
                <a:p>
                  <a:endParaRPr lang="en-US"/>
                </a:p>
              </p:txBody>
            </p:sp>
            <p:sp>
              <p:nvSpPr>
                <p:cNvPr id="103953" name="Line 872"/>
                <p:cNvSpPr>
                  <a:spLocks noChangeShapeType="1"/>
                </p:cNvSpPr>
                <p:nvPr/>
              </p:nvSpPr>
              <p:spPr bwMode="auto">
                <a:xfrm>
                  <a:off x="2998" y="2371"/>
                  <a:ext cx="23" cy="1"/>
                </a:xfrm>
                <a:prstGeom prst="line">
                  <a:avLst/>
                </a:prstGeom>
                <a:grpFill/>
                <a:ln w="12700">
                  <a:solidFill>
                    <a:schemeClr val="bg1">
                      <a:lumMod val="65000"/>
                    </a:schemeClr>
                  </a:solidFill>
                  <a:round/>
                  <a:headEnd/>
                  <a:tailEnd/>
                </a:ln>
              </p:spPr>
              <p:txBody>
                <a:bodyPr/>
                <a:lstStyle/>
                <a:p>
                  <a:endParaRPr lang="en-US"/>
                </a:p>
              </p:txBody>
            </p:sp>
            <p:sp>
              <p:nvSpPr>
                <p:cNvPr id="103954" name="Line 873"/>
                <p:cNvSpPr>
                  <a:spLocks noChangeShapeType="1"/>
                </p:cNvSpPr>
                <p:nvPr/>
              </p:nvSpPr>
              <p:spPr bwMode="auto">
                <a:xfrm>
                  <a:off x="3053" y="2371"/>
                  <a:ext cx="24" cy="1"/>
                </a:xfrm>
                <a:prstGeom prst="line">
                  <a:avLst/>
                </a:prstGeom>
                <a:grpFill/>
                <a:ln w="12700">
                  <a:solidFill>
                    <a:schemeClr val="bg1">
                      <a:lumMod val="65000"/>
                    </a:schemeClr>
                  </a:solidFill>
                  <a:round/>
                  <a:headEnd/>
                  <a:tailEnd/>
                </a:ln>
              </p:spPr>
              <p:txBody>
                <a:bodyPr/>
                <a:lstStyle/>
                <a:p>
                  <a:endParaRPr lang="en-US"/>
                </a:p>
              </p:txBody>
            </p:sp>
            <p:sp>
              <p:nvSpPr>
                <p:cNvPr id="103955" name="Line 874"/>
                <p:cNvSpPr>
                  <a:spLocks noChangeShapeType="1"/>
                </p:cNvSpPr>
                <p:nvPr/>
              </p:nvSpPr>
              <p:spPr bwMode="auto">
                <a:xfrm>
                  <a:off x="3109" y="2371"/>
                  <a:ext cx="24" cy="1"/>
                </a:xfrm>
                <a:prstGeom prst="line">
                  <a:avLst/>
                </a:prstGeom>
                <a:grpFill/>
                <a:ln w="12700">
                  <a:solidFill>
                    <a:schemeClr val="bg1">
                      <a:lumMod val="65000"/>
                    </a:schemeClr>
                  </a:solidFill>
                  <a:round/>
                  <a:headEnd/>
                  <a:tailEnd/>
                </a:ln>
              </p:spPr>
              <p:txBody>
                <a:bodyPr/>
                <a:lstStyle/>
                <a:p>
                  <a:endParaRPr lang="en-US"/>
                </a:p>
              </p:txBody>
            </p:sp>
            <p:sp>
              <p:nvSpPr>
                <p:cNvPr id="103956" name="Line 875"/>
                <p:cNvSpPr>
                  <a:spLocks noChangeShapeType="1"/>
                </p:cNvSpPr>
                <p:nvPr/>
              </p:nvSpPr>
              <p:spPr bwMode="auto">
                <a:xfrm>
                  <a:off x="3165" y="2371"/>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600" name="Group 876"/>
            <p:cNvGrpSpPr>
              <a:grpSpLocks/>
            </p:cNvGrpSpPr>
            <p:nvPr/>
          </p:nvGrpSpPr>
          <p:grpSpPr bwMode="auto">
            <a:xfrm>
              <a:off x="2878" y="2642"/>
              <a:ext cx="415" cy="56"/>
              <a:chOff x="2878" y="2642"/>
              <a:chExt cx="415" cy="56"/>
            </a:xfrm>
            <a:grpFill/>
          </p:grpSpPr>
          <p:sp>
            <p:nvSpPr>
              <p:cNvPr id="103941" name="Freeform 877"/>
              <p:cNvSpPr>
                <a:spLocks/>
              </p:cNvSpPr>
              <p:nvPr/>
            </p:nvSpPr>
            <p:spPr bwMode="auto">
              <a:xfrm>
                <a:off x="3181" y="2642"/>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3942" name="Group 878"/>
              <p:cNvGrpSpPr>
                <a:grpSpLocks/>
              </p:cNvGrpSpPr>
              <p:nvPr/>
            </p:nvGrpSpPr>
            <p:grpSpPr bwMode="auto">
              <a:xfrm>
                <a:off x="2878" y="2674"/>
                <a:ext cx="295" cy="1"/>
                <a:chOff x="2878" y="2674"/>
                <a:chExt cx="295" cy="1"/>
              </a:xfrm>
              <a:grpFill/>
            </p:grpSpPr>
            <p:sp>
              <p:nvSpPr>
                <p:cNvPr id="103943" name="Line 879"/>
                <p:cNvSpPr>
                  <a:spLocks noChangeShapeType="1"/>
                </p:cNvSpPr>
                <p:nvPr/>
              </p:nvSpPr>
              <p:spPr bwMode="auto">
                <a:xfrm>
                  <a:off x="2878" y="2674"/>
                  <a:ext cx="24" cy="1"/>
                </a:xfrm>
                <a:prstGeom prst="line">
                  <a:avLst/>
                </a:prstGeom>
                <a:grpFill/>
                <a:ln w="12700">
                  <a:solidFill>
                    <a:schemeClr val="bg1">
                      <a:lumMod val="65000"/>
                    </a:schemeClr>
                  </a:solidFill>
                  <a:round/>
                  <a:headEnd/>
                  <a:tailEnd/>
                </a:ln>
              </p:spPr>
              <p:txBody>
                <a:bodyPr/>
                <a:lstStyle/>
                <a:p>
                  <a:endParaRPr lang="en-US"/>
                </a:p>
              </p:txBody>
            </p:sp>
            <p:sp>
              <p:nvSpPr>
                <p:cNvPr id="103944" name="Line 880"/>
                <p:cNvSpPr>
                  <a:spLocks noChangeShapeType="1"/>
                </p:cNvSpPr>
                <p:nvPr/>
              </p:nvSpPr>
              <p:spPr bwMode="auto">
                <a:xfrm>
                  <a:off x="2934" y="2674"/>
                  <a:ext cx="24" cy="1"/>
                </a:xfrm>
                <a:prstGeom prst="line">
                  <a:avLst/>
                </a:prstGeom>
                <a:grpFill/>
                <a:ln w="12700">
                  <a:solidFill>
                    <a:schemeClr val="bg1">
                      <a:lumMod val="65000"/>
                    </a:schemeClr>
                  </a:solidFill>
                  <a:round/>
                  <a:headEnd/>
                  <a:tailEnd/>
                </a:ln>
              </p:spPr>
              <p:txBody>
                <a:bodyPr/>
                <a:lstStyle/>
                <a:p>
                  <a:endParaRPr lang="en-US"/>
                </a:p>
              </p:txBody>
            </p:sp>
            <p:sp>
              <p:nvSpPr>
                <p:cNvPr id="103945" name="Line 881"/>
                <p:cNvSpPr>
                  <a:spLocks noChangeShapeType="1"/>
                </p:cNvSpPr>
                <p:nvPr/>
              </p:nvSpPr>
              <p:spPr bwMode="auto">
                <a:xfrm>
                  <a:off x="2990" y="2674"/>
                  <a:ext cx="23" cy="1"/>
                </a:xfrm>
                <a:prstGeom prst="line">
                  <a:avLst/>
                </a:prstGeom>
                <a:grpFill/>
                <a:ln w="12700">
                  <a:solidFill>
                    <a:schemeClr val="bg1">
                      <a:lumMod val="65000"/>
                    </a:schemeClr>
                  </a:solidFill>
                  <a:round/>
                  <a:headEnd/>
                  <a:tailEnd/>
                </a:ln>
              </p:spPr>
              <p:txBody>
                <a:bodyPr/>
                <a:lstStyle/>
                <a:p>
                  <a:endParaRPr lang="en-US"/>
                </a:p>
              </p:txBody>
            </p:sp>
            <p:sp>
              <p:nvSpPr>
                <p:cNvPr id="103946" name="Line 882"/>
                <p:cNvSpPr>
                  <a:spLocks noChangeShapeType="1"/>
                </p:cNvSpPr>
                <p:nvPr/>
              </p:nvSpPr>
              <p:spPr bwMode="auto">
                <a:xfrm>
                  <a:off x="3045" y="2674"/>
                  <a:ext cx="24" cy="1"/>
                </a:xfrm>
                <a:prstGeom prst="line">
                  <a:avLst/>
                </a:prstGeom>
                <a:grpFill/>
                <a:ln w="12700">
                  <a:solidFill>
                    <a:schemeClr val="bg1">
                      <a:lumMod val="65000"/>
                    </a:schemeClr>
                  </a:solidFill>
                  <a:round/>
                  <a:headEnd/>
                  <a:tailEnd/>
                </a:ln>
              </p:spPr>
              <p:txBody>
                <a:bodyPr/>
                <a:lstStyle/>
                <a:p>
                  <a:endParaRPr lang="en-US"/>
                </a:p>
              </p:txBody>
            </p:sp>
            <p:sp>
              <p:nvSpPr>
                <p:cNvPr id="103947" name="Line 883"/>
                <p:cNvSpPr>
                  <a:spLocks noChangeShapeType="1"/>
                </p:cNvSpPr>
                <p:nvPr/>
              </p:nvSpPr>
              <p:spPr bwMode="auto">
                <a:xfrm>
                  <a:off x="3101" y="2674"/>
                  <a:ext cx="24" cy="1"/>
                </a:xfrm>
                <a:prstGeom prst="line">
                  <a:avLst/>
                </a:prstGeom>
                <a:grpFill/>
                <a:ln w="12700">
                  <a:solidFill>
                    <a:schemeClr val="bg1">
                      <a:lumMod val="65000"/>
                    </a:schemeClr>
                  </a:solidFill>
                  <a:round/>
                  <a:headEnd/>
                  <a:tailEnd/>
                </a:ln>
              </p:spPr>
              <p:txBody>
                <a:bodyPr/>
                <a:lstStyle/>
                <a:p>
                  <a:endParaRPr lang="en-US"/>
                </a:p>
              </p:txBody>
            </p:sp>
            <p:sp>
              <p:nvSpPr>
                <p:cNvPr id="103948" name="Line 884"/>
                <p:cNvSpPr>
                  <a:spLocks noChangeShapeType="1"/>
                </p:cNvSpPr>
                <p:nvPr/>
              </p:nvSpPr>
              <p:spPr bwMode="auto">
                <a:xfrm>
                  <a:off x="3157" y="2674"/>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601" name="Group 885"/>
            <p:cNvGrpSpPr>
              <a:grpSpLocks/>
            </p:cNvGrpSpPr>
            <p:nvPr/>
          </p:nvGrpSpPr>
          <p:grpSpPr bwMode="auto">
            <a:xfrm>
              <a:off x="2878" y="2953"/>
              <a:ext cx="415" cy="56"/>
              <a:chOff x="2878" y="2953"/>
              <a:chExt cx="415" cy="56"/>
            </a:xfrm>
            <a:grpFill/>
          </p:grpSpPr>
          <p:sp>
            <p:nvSpPr>
              <p:cNvPr id="103933" name="Freeform 886"/>
              <p:cNvSpPr>
                <a:spLocks/>
              </p:cNvSpPr>
              <p:nvPr/>
            </p:nvSpPr>
            <p:spPr bwMode="auto">
              <a:xfrm>
                <a:off x="3181"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3934" name="Group 887"/>
              <p:cNvGrpSpPr>
                <a:grpSpLocks/>
              </p:cNvGrpSpPr>
              <p:nvPr/>
            </p:nvGrpSpPr>
            <p:grpSpPr bwMode="auto">
              <a:xfrm>
                <a:off x="2878" y="2985"/>
                <a:ext cx="295" cy="1"/>
                <a:chOff x="2878" y="2985"/>
                <a:chExt cx="295" cy="1"/>
              </a:xfrm>
              <a:grpFill/>
            </p:grpSpPr>
            <p:sp>
              <p:nvSpPr>
                <p:cNvPr id="103935" name="Line 888"/>
                <p:cNvSpPr>
                  <a:spLocks noChangeShapeType="1"/>
                </p:cNvSpPr>
                <p:nvPr/>
              </p:nvSpPr>
              <p:spPr bwMode="auto">
                <a:xfrm>
                  <a:off x="2878" y="2985"/>
                  <a:ext cx="24" cy="1"/>
                </a:xfrm>
                <a:prstGeom prst="line">
                  <a:avLst/>
                </a:prstGeom>
                <a:grpFill/>
                <a:ln w="12700">
                  <a:solidFill>
                    <a:schemeClr val="bg1">
                      <a:lumMod val="65000"/>
                    </a:schemeClr>
                  </a:solidFill>
                  <a:round/>
                  <a:headEnd/>
                  <a:tailEnd/>
                </a:ln>
              </p:spPr>
              <p:txBody>
                <a:bodyPr/>
                <a:lstStyle/>
                <a:p>
                  <a:endParaRPr lang="en-US"/>
                </a:p>
              </p:txBody>
            </p:sp>
            <p:sp>
              <p:nvSpPr>
                <p:cNvPr id="103936" name="Line 889"/>
                <p:cNvSpPr>
                  <a:spLocks noChangeShapeType="1"/>
                </p:cNvSpPr>
                <p:nvPr/>
              </p:nvSpPr>
              <p:spPr bwMode="auto">
                <a:xfrm>
                  <a:off x="2934" y="2985"/>
                  <a:ext cx="24" cy="1"/>
                </a:xfrm>
                <a:prstGeom prst="line">
                  <a:avLst/>
                </a:prstGeom>
                <a:grpFill/>
                <a:ln w="12700">
                  <a:solidFill>
                    <a:schemeClr val="bg1">
                      <a:lumMod val="65000"/>
                    </a:schemeClr>
                  </a:solidFill>
                  <a:round/>
                  <a:headEnd/>
                  <a:tailEnd/>
                </a:ln>
              </p:spPr>
              <p:txBody>
                <a:bodyPr/>
                <a:lstStyle/>
                <a:p>
                  <a:endParaRPr lang="en-US"/>
                </a:p>
              </p:txBody>
            </p:sp>
            <p:sp>
              <p:nvSpPr>
                <p:cNvPr id="103937" name="Line 890"/>
                <p:cNvSpPr>
                  <a:spLocks noChangeShapeType="1"/>
                </p:cNvSpPr>
                <p:nvPr/>
              </p:nvSpPr>
              <p:spPr bwMode="auto">
                <a:xfrm>
                  <a:off x="2990" y="2985"/>
                  <a:ext cx="23" cy="1"/>
                </a:xfrm>
                <a:prstGeom prst="line">
                  <a:avLst/>
                </a:prstGeom>
                <a:grpFill/>
                <a:ln w="12700">
                  <a:solidFill>
                    <a:schemeClr val="bg1">
                      <a:lumMod val="65000"/>
                    </a:schemeClr>
                  </a:solidFill>
                  <a:round/>
                  <a:headEnd/>
                  <a:tailEnd/>
                </a:ln>
              </p:spPr>
              <p:txBody>
                <a:bodyPr/>
                <a:lstStyle/>
                <a:p>
                  <a:endParaRPr lang="en-US"/>
                </a:p>
              </p:txBody>
            </p:sp>
            <p:sp>
              <p:nvSpPr>
                <p:cNvPr id="103938" name="Line 891"/>
                <p:cNvSpPr>
                  <a:spLocks noChangeShapeType="1"/>
                </p:cNvSpPr>
                <p:nvPr/>
              </p:nvSpPr>
              <p:spPr bwMode="auto">
                <a:xfrm>
                  <a:off x="3045" y="2985"/>
                  <a:ext cx="24" cy="1"/>
                </a:xfrm>
                <a:prstGeom prst="line">
                  <a:avLst/>
                </a:prstGeom>
                <a:grpFill/>
                <a:ln w="12700">
                  <a:solidFill>
                    <a:schemeClr val="bg1">
                      <a:lumMod val="65000"/>
                    </a:schemeClr>
                  </a:solidFill>
                  <a:round/>
                  <a:headEnd/>
                  <a:tailEnd/>
                </a:ln>
              </p:spPr>
              <p:txBody>
                <a:bodyPr/>
                <a:lstStyle/>
                <a:p>
                  <a:endParaRPr lang="en-US"/>
                </a:p>
              </p:txBody>
            </p:sp>
            <p:sp>
              <p:nvSpPr>
                <p:cNvPr id="103939" name="Line 892"/>
                <p:cNvSpPr>
                  <a:spLocks noChangeShapeType="1"/>
                </p:cNvSpPr>
                <p:nvPr/>
              </p:nvSpPr>
              <p:spPr bwMode="auto">
                <a:xfrm>
                  <a:off x="3101" y="2985"/>
                  <a:ext cx="24" cy="1"/>
                </a:xfrm>
                <a:prstGeom prst="line">
                  <a:avLst/>
                </a:prstGeom>
                <a:grpFill/>
                <a:ln w="12700">
                  <a:solidFill>
                    <a:schemeClr val="bg1">
                      <a:lumMod val="65000"/>
                    </a:schemeClr>
                  </a:solidFill>
                  <a:round/>
                  <a:headEnd/>
                  <a:tailEnd/>
                </a:ln>
              </p:spPr>
              <p:txBody>
                <a:bodyPr/>
                <a:lstStyle/>
                <a:p>
                  <a:endParaRPr lang="en-US"/>
                </a:p>
              </p:txBody>
            </p:sp>
            <p:sp>
              <p:nvSpPr>
                <p:cNvPr id="103940" name="Line 893"/>
                <p:cNvSpPr>
                  <a:spLocks noChangeShapeType="1"/>
                </p:cNvSpPr>
                <p:nvPr/>
              </p:nvSpPr>
              <p:spPr bwMode="auto">
                <a:xfrm>
                  <a:off x="3157" y="2985"/>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602" name="Group 894"/>
            <p:cNvGrpSpPr>
              <a:grpSpLocks/>
            </p:cNvGrpSpPr>
            <p:nvPr/>
          </p:nvGrpSpPr>
          <p:grpSpPr bwMode="auto">
            <a:xfrm>
              <a:off x="2870" y="3256"/>
              <a:ext cx="415" cy="56"/>
              <a:chOff x="2870" y="3256"/>
              <a:chExt cx="415" cy="56"/>
            </a:xfrm>
            <a:grpFill/>
          </p:grpSpPr>
          <p:sp>
            <p:nvSpPr>
              <p:cNvPr id="103925" name="Freeform 895"/>
              <p:cNvSpPr>
                <a:spLocks/>
              </p:cNvSpPr>
              <p:nvPr/>
            </p:nvSpPr>
            <p:spPr bwMode="auto">
              <a:xfrm>
                <a:off x="3173" y="3256"/>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lumMod val="65000"/>
                  </a:schemeClr>
                </a:solidFill>
                <a:round/>
                <a:headEnd/>
                <a:tailEnd/>
              </a:ln>
            </p:spPr>
            <p:txBody>
              <a:bodyPr/>
              <a:lstStyle/>
              <a:p>
                <a:endParaRPr lang="en-US"/>
              </a:p>
            </p:txBody>
          </p:sp>
          <p:grpSp>
            <p:nvGrpSpPr>
              <p:cNvPr id="103926" name="Group 896"/>
              <p:cNvGrpSpPr>
                <a:grpSpLocks/>
              </p:cNvGrpSpPr>
              <p:nvPr/>
            </p:nvGrpSpPr>
            <p:grpSpPr bwMode="auto">
              <a:xfrm>
                <a:off x="2870" y="3280"/>
                <a:ext cx="295" cy="1"/>
                <a:chOff x="2870" y="3280"/>
                <a:chExt cx="295" cy="1"/>
              </a:xfrm>
              <a:grpFill/>
            </p:grpSpPr>
            <p:sp>
              <p:nvSpPr>
                <p:cNvPr id="103927" name="Line 897"/>
                <p:cNvSpPr>
                  <a:spLocks noChangeShapeType="1"/>
                </p:cNvSpPr>
                <p:nvPr/>
              </p:nvSpPr>
              <p:spPr bwMode="auto">
                <a:xfrm>
                  <a:off x="2870" y="3280"/>
                  <a:ext cx="24" cy="1"/>
                </a:xfrm>
                <a:prstGeom prst="line">
                  <a:avLst/>
                </a:prstGeom>
                <a:grpFill/>
                <a:ln w="12700">
                  <a:solidFill>
                    <a:schemeClr val="bg1">
                      <a:lumMod val="65000"/>
                    </a:schemeClr>
                  </a:solidFill>
                  <a:round/>
                  <a:headEnd/>
                  <a:tailEnd/>
                </a:ln>
              </p:spPr>
              <p:txBody>
                <a:bodyPr/>
                <a:lstStyle/>
                <a:p>
                  <a:endParaRPr lang="en-US"/>
                </a:p>
              </p:txBody>
            </p:sp>
            <p:sp>
              <p:nvSpPr>
                <p:cNvPr id="103928" name="Line 898"/>
                <p:cNvSpPr>
                  <a:spLocks noChangeShapeType="1"/>
                </p:cNvSpPr>
                <p:nvPr/>
              </p:nvSpPr>
              <p:spPr bwMode="auto">
                <a:xfrm>
                  <a:off x="2926" y="3280"/>
                  <a:ext cx="24" cy="1"/>
                </a:xfrm>
                <a:prstGeom prst="line">
                  <a:avLst/>
                </a:prstGeom>
                <a:grpFill/>
                <a:ln w="12700">
                  <a:solidFill>
                    <a:schemeClr val="bg1">
                      <a:lumMod val="65000"/>
                    </a:schemeClr>
                  </a:solidFill>
                  <a:round/>
                  <a:headEnd/>
                  <a:tailEnd/>
                </a:ln>
              </p:spPr>
              <p:txBody>
                <a:bodyPr/>
                <a:lstStyle/>
                <a:p>
                  <a:endParaRPr lang="en-US"/>
                </a:p>
              </p:txBody>
            </p:sp>
            <p:sp>
              <p:nvSpPr>
                <p:cNvPr id="103929" name="Line 899"/>
                <p:cNvSpPr>
                  <a:spLocks noChangeShapeType="1"/>
                </p:cNvSpPr>
                <p:nvPr/>
              </p:nvSpPr>
              <p:spPr bwMode="auto">
                <a:xfrm>
                  <a:off x="2982" y="3280"/>
                  <a:ext cx="24" cy="1"/>
                </a:xfrm>
                <a:prstGeom prst="line">
                  <a:avLst/>
                </a:prstGeom>
                <a:grpFill/>
                <a:ln w="12700">
                  <a:solidFill>
                    <a:schemeClr val="bg1">
                      <a:lumMod val="65000"/>
                    </a:schemeClr>
                  </a:solidFill>
                  <a:round/>
                  <a:headEnd/>
                  <a:tailEnd/>
                </a:ln>
              </p:spPr>
              <p:txBody>
                <a:bodyPr/>
                <a:lstStyle/>
                <a:p>
                  <a:endParaRPr lang="en-US"/>
                </a:p>
              </p:txBody>
            </p:sp>
            <p:sp>
              <p:nvSpPr>
                <p:cNvPr id="103930" name="Line 900"/>
                <p:cNvSpPr>
                  <a:spLocks noChangeShapeType="1"/>
                </p:cNvSpPr>
                <p:nvPr/>
              </p:nvSpPr>
              <p:spPr bwMode="auto">
                <a:xfrm>
                  <a:off x="3037" y="3280"/>
                  <a:ext cx="24" cy="1"/>
                </a:xfrm>
                <a:prstGeom prst="line">
                  <a:avLst/>
                </a:prstGeom>
                <a:grpFill/>
                <a:ln w="12700">
                  <a:solidFill>
                    <a:schemeClr val="bg1">
                      <a:lumMod val="65000"/>
                    </a:schemeClr>
                  </a:solidFill>
                  <a:round/>
                  <a:headEnd/>
                  <a:tailEnd/>
                </a:ln>
              </p:spPr>
              <p:txBody>
                <a:bodyPr/>
                <a:lstStyle/>
                <a:p>
                  <a:endParaRPr lang="en-US"/>
                </a:p>
              </p:txBody>
            </p:sp>
            <p:sp>
              <p:nvSpPr>
                <p:cNvPr id="103931" name="Line 901"/>
                <p:cNvSpPr>
                  <a:spLocks noChangeShapeType="1"/>
                </p:cNvSpPr>
                <p:nvPr/>
              </p:nvSpPr>
              <p:spPr bwMode="auto">
                <a:xfrm>
                  <a:off x="3093" y="3280"/>
                  <a:ext cx="24" cy="1"/>
                </a:xfrm>
                <a:prstGeom prst="line">
                  <a:avLst/>
                </a:prstGeom>
                <a:grpFill/>
                <a:ln w="12700">
                  <a:solidFill>
                    <a:schemeClr val="bg1">
                      <a:lumMod val="65000"/>
                    </a:schemeClr>
                  </a:solidFill>
                  <a:round/>
                  <a:headEnd/>
                  <a:tailEnd/>
                </a:ln>
              </p:spPr>
              <p:txBody>
                <a:bodyPr/>
                <a:lstStyle/>
                <a:p>
                  <a:endParaRPr lang="en-US"/>
                </a:p>
              </p:txBody>
            </p:sp>
            <p:sp>
              <p:nvSpPr>
                <p:cNvPr id="103932" name="Line 902"/>
                <p:cNvSpPr>
                  <a:spLocks noChangeShapeType="1"/>
                </p:cNvSpPr>
                <p:nvPr/>
              </p:nvSpPr>
              <p:spPr bwMode="auto">
                <a:xfrm>
                  <a:off x="3149" y="3280"/>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603" name="Group 903"/>
            <p:cNvGrpSpPr>
              <a:grpSpLocks/>
            </p:cNvGrpSpPr>
            <p:nvPr/>
          </p:nvGrpSpPr>
          <p:grpSpPr bwMode="auto">
            <a:xfrm>
              <a:off x="2870" y="3567"/>
              <a:ext cx="415" cy="56"/>
              <a:chOff x="2870" y="3567"/>
              <a:chExt cx="415" cy="56"/>
            </a:xfrm>
            <a:grpFill/>
          </p:grpSpPr>
          <p:sp>
            <p:nvSpPr>
              <p:cNvPr id="103917" name="Freeform 904"/>
              <p:cNvSpPr>
                <a:spLocks/>
              </p:cNvSpPr>
              <p:nvPr/>
            </p:nvSpPr>
            <p:spPr bwMode="auto">
              <a:xfrm>
                <a:off x="3173"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lumMod val="65000"/>
                  </a:schemeClr>
                </a:solidFill>
                <a:round/>
                <a:headEnd/>
                <a:tailEnd/>
              </a:ln>
            </p:spPr>
            <p:txBody>
              <a:bodyPr/>
              <a:lstStyle/>
              <a:p>
                <a:endParaRPr lang="en-US"/>
              </a:p>
            </p:txBody>
          </p:sp>
          <p:grpSp>
            <p:nvGrpSpPr>
              <p:cNvPr id="103918" name="Group 905"/>
              <p:cNvGrpSpPr>
                <a:grpSpLocks/>
              </p:cNvGrpSpPr>
              <p:nvPr/>
            </p:nvGrpSpPr>
            <p:grpSpPr bwMode="auto">
              <a:xfrm>
                <a:off x="2870" y="3591"/>
                <a:ext cx="295" cy="1"/>
                <a:chOff x="2870" y="3591"/>
                <a:chExt cx="295" cy="1"/>
              </a:xfrm>
              <a:grpFill/>
            </p:grpSpPr>
            <p:sp>
              <p:nvSpPr>
                <p:cNvPr id="103919" name="Line 906"/>
                <p:cNvSpPr>
                  <a:spLocks noChangeShapeType="1"/>
                </p:cNvSpPr>
                <p:nvPr/>
              </p:nvSpPr>
              <p:spPr bwMode="auto">
                <a:xfrm>
                  <a:off x="2870" y="3591"/>
                  <a:ext cx="24" cy="1"/>
                </a:xfrm>
                <a:prstGeom prst="line">
                  <a:avLst/>
                </a:prstGeom>
                <a:grpFill/>
                <a:ln w="12700">
                  <a:solidFill>
                    <a:schemeClr val="bg1">
                      <a:lumMod val="65000"/>
                    </a:schemeClr>
                  </a:solidFill>
                  <a:round/>
                  <a:headEnd/>
                  <a:tailEnd/>
                </a:ln>
              </p:spPr>
              <p:txBody>
                <a:bodyPr/>
                <a:lstStyle/>
                <a:p>
                  <a:endParaRPr lang="en-US"/>
                </a:p>
              </p:txBody>
            </p:sp>
            <p:sp>
              <p:nvSpPr>
                <p:cNvPr id="103920" name="Line 907"/>
                <p:cNvSpPr>
                  <a:spLocks noChangeShapeType="1"/>
                </p:cNvSpPr>
                <p:nvPr/>
              </p:nvSpPr>
              <p:spPr bwMode="auto">
                <a:xfrm>
                  <a:off x="2926" y="3591"/>
                  <a:ext cx="24" cy="1"/>
                </a:xfrm>
                <a:prstGeom prst="line">
                  <a:avLst/>
                </a:prstGeom>
                <a:grpFill/>
                <a:ln w="12700">
                  <a:solidFill>
                    <a:schemeClr val="bg1">
                      <a:lumMod val="65000"/>
                    </a:schemeClr>
                  </a:solidFill>
                  <a:round/>
                  <a:headEnd/>
                  <a:tailEnd/>
                </a:ln>
              </p:spPr>
              <p:txBody>
                <a:bodyPr/>
                <a:lstStyle/>
                <a:p>
                  <a:endParaRPr lang="en-US"/>
                </a:p>
              </p:txBody>
            </p:sp>
            <p:sp>
              <p:nvSpPr>
                <p:cNvPr id="103921" name="Line 908"/>
                <p:cNvSpPr>
                  <a:spLocks noChangeShapeType="1"/>
                </p:cNvSpPr>
                <p:nvPr/>
              </p:nvSpPr>
              <p:spPr bwMode="auto">
                <a:xfrm>
                  <a:off x="2982" y="3591"/>
                  <a:ext cx="24" cy="1"/>
                </a:xfrm>
                <a:prstGeom prst="line">
                  <a:avLst/>
                </a:prstGeom>
                <a:grpFill/>
                <a:ln w="12700">
                  <a:solidFill>
                    <a:schemeClr val="bg1">
                      <a:lumMod val="65000"/>
                    </a:schemeClr>
                  </a:solidFill>
                  <a:round/>
                  <a:headEnd/>
                  <a:tailEnd/>
                </a:ln>
              </p:spPr>
              <p:txBody>
                <a:bodyPr/>
                <a:lstStyle/>
                <a:p>
                  <a:endParaRPr lang="en-US"/>
                </a:p>
              </p:txBody>
            </p:sp>
            <p:sp>
              <p:nvSpPr>
                <p:cNvPr id="103922" name="Line 909"/>
                <p:cNvSpPr>
                  <a:spLocks noChangeShapeType="1"/>
                </p:cNvSpPr>
                <p:nvPr/>
              </p:nvSpPr>
              <p:spPr bwMode="auto">
                <a:xfrm>
                  <a:off x="3037" y="3591"/>
                  <a:ext cx="24" cy="1"/>
                </a:xfrm>
                <a:prstGeom prst="line">
                  <a:avLst/>
                </a:prstGeom>
                <a:grpFill/>
                <a:ln w="12700">
                  <a:solidFill>
                    <a:schemeClr val="bg1">
                      <a:lumMod val="65000"/>
                    </a:schemeClr>
                  </a:solidFill>
                  <a:round/>
                  <a:headEnd/>
                  <a:tailEnd/>
                </a:ln>
              </p:spPr>
              <p:txBody>
                <a:bodyPr/>
                <a:lstStyle/>
                <a:p>
                  <a:endParaRPr lang="en-US"/>
                </a:p>
              </p:txBody>
            </p:sp>
            <p:sp>
              <p:nvSpPr>
                <p:cNvPr id="103923" name="Line 910"/>
                <p:cNvSpPr>
                  <a:spLocks noChangeShapeType="1"/>
                </p:cNvSpPr>
                <p:nvPr/>
              </p:nvSpPr>
              <p:spPr bwMode="auto">
                <a:xfrm>
                  <a:off x="3093" y="3591"/>
                  <a:ext cx="24" cy="1"/>
                </a:xfrm>
                <a:prstGeom prst="line">
                  <a:avLst/>
                </a:prstGeom>
                <a:grpFill/>
                <a:ln w="12700">
                  <a:solidFill>
                    <a:schemeClr val="bg1">
                      <a:lumMod val="65000"/>
                    </a:schemeClr>
                  </a:solidFill>
                  <a:round/>
                  <a:headEnd/>
                  <a:tailEnd/>
                </a:ln>
              </p:spPr>
              <p:txBody>
                <a:bodyPr/>
                <a:lstStyle/>
                <a:p>
                  <a:endParaRPr lang="en-US"/>
                </a:p>
              </p:txBody>
            </p:sp>
            <p:sp>
              <p:nvSpPr>
                <p:cNvPr id="103924" name="Line 911"/>
                <p:cNvSpPr>
                  <a:spLocks noChangeShapeType="1"/>
                </p:cNvSpPr>
                <p:nvPr/>
              </p:nvSpPr>
              <p:spPr bwMode="auto">
                <a:xfrm>
                  <a:off x="3149" y="3591"/>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604" name="Group 912"/>
            <p:cNvGrpSpPr>
              <a:grpSpLocks/>
            </p:cNvGrpSpPr>
            <p:nvPr/>
          </p:nvGrpSpPr>
          <p:grpSpPr bwMode="auto">
            <a:xfrm>
              <a:off x="2399" y="1765"/>
              <a:ext cx="1357" cy="1196"/>
              <a:chOff x="2399" y="1765"/>
              <a:chExt cx="1357" cy="1196"/>
            </a:xfrm>
            <a:grpFill/>
          </p:grpSpPr>
          <p:sp>
            <p:nvSpPr>
              <p:cNvPr id="103915" name="Freeform 913"/>
              <p:cNvSpPr>
                <a:spLocks/>
              </p:cNvSpPr>
              <p:nvPr/>
            </p:nvSpPr>
            <p:spPr bwMode="auto">
              <a:xfrm>
                <a:off x="3636" y="2850"/>
                <a:ext cx="120" cy="111"/>
              </a:xfrm>
              <a:custGeom>
                <a:avLst/>
                <a:gdLst>
                  <a:gd name="T0" fmla="*/ 120 w 120"/>
                  <a:gd name="T1" fmla="*/ 111 h 111"/>
                  <a:gd name="T2" fmla="*/ 0 w 120"/>
                  <a:gd name="T3" fmla="*/ 47 h 111"/>
                  <a:gd name="T4" fmla="*/ 16 w 120"/>
                  <a:gd name="T5" fmla="*/ 23 h 111"/>
                  <a:gd name="T6" fmla="*/ 40 w 120"/>
                  <a:gd name="T7" fmla="*/ 0 h 111"/>
                  <a:gd name="T8" fmla="*/ 120 w 120"/>
                  <a:gd name="T9" fmla="*/ 111 h 111"/>
                  <a:gd name="T10" fmla="*/ 0 60000 65536"/>
                  <a:gd name="T11" fmla="*/ 0 60000 65536"/>
                  <a:gd name="T12" fmla="*/ 0 60000 65536"/>
                  <a:gd name="T13" fmla="*/ 0 60000 65536"/>
                  <a:gd name="T14" fmla="*/ 0 60000 65536"/>
                  <a:gd name="T15" fmla="*/ 0 w 120"/>
                  <a:gd name="T16" fmla="*/ 0 h 111"/>
                  <a:gd name="T17" fmla="*/ 120 w 120"/>
                  <a:gd name="T18" fmla="*/ 111 h 111"/>
                </a:gdLst>
                <a:ahLst/>
                <a:cxnLst>
                  <a:cxn ang="T10">
                    <a:pos x="T0" y="T1"/>
                  </a:cxn>
                  <a:cxn ang="T11">
                    <a:pos x="T2" y="T3"/>
                  </a:cxn>
                  <a:cxn ang="T12">
                    <a:pos x="T4" y="T5"/>
                  </a:cxn>
                  <a:cxn ang="T13">
                    <a:pos x="T6" y="T7"/>
                  </a:cxn>
                  <a:cxn ang="T14">
                    <a:pos x="T8" y="T9"/>
                  </a:cxn>
                </a:cxnLst>
                <a:rect l="T15" t="T16" r="T17" b="T18"/>
                <a:pathLst>
                  <a:path w="120" h="111">
                    <a:moveTo>
                      <a:pt x="120" y="111"/>
                    </a:moveTo>
                    <a:lnTo>
                      <a:pt x="0" y="47"/>
                    </a:lnTo>
                    <a:lnTo>
                      <a:pt x="16" y="23"/>
                    </a:lnTo>
                    <a:lnTo>
                      <a:pt x="40" y="0"/>
                    </a:lnTo>
                    <a:lnTo>
                      <a:pt x="120" y="111"/>
                    </a:lnTo>
                    <a:close/>
                  </a:path>
                </a:pathLst>
              </a:custGeom>
              <a:grpFill/>
              <a:ln w="9525">
                <a:solidFill>
                  <a:schemeClr val="bg1">
                    <a:lumMod val="65000"/>
                  </a:schemeClr>
                </a:solidFill>
                <a:round/>
                <a:headEnd/>
                <a:tailEnd/>
              </a:ln>
            </p:spPr>
            <p:txBody>
              <a:bodyPr/>
              <a:lstStyle/>
              <a:p>
                <a:endParaRPr lang="en-US"/>
              </a:p>
            </p:txBody>
          </p:sp>
          <p:sp>
            <p:nvSpPr>
              <p:cNvPr id="103916" name="Line 914"/>
              <p:cNvSpPr>
                <a:spLocks noChangeShapeType="1"/>
              </p:cNvSpPr>
              <p:nvPr/>
            </p:nvSpPr>
            <p:spPr bwMode="auto">
              <a:xfrm>
                <a:off x="2399" y="1765"/>
                <a:ext cx="1261" cy="1114"/>
              </a:xfrm>
              <a:prstGeom prst="line">
                <a:avLst/>
              </a:prstGeom>
              <a:grpFill/>
              <a:ln w="25400">
                <a:solidFill>
                  <a:schemeClr val="bg1">
                    <a:lumMod val="65000"/>
                  </a:schemeClr>
                </a:solidFill>
                <a:round/>
                <a:headEnd/>
                <a:tailEnd/>
              </a:ln>
            </p:spPr>
            <p:txBody>
              <a:bodyPr/>
              <a:lstStyle/>
              <a:p>
                <a:endParaRPr lang="en-US"/>
              </a:p>
            </p:txBody>
          </p:sp>
        </p:grpSp>
        <p:grpSp>
          <p:nvGrpSpPr>
            <p:cNvPr id="103605" name="Group 915"/>
            <p:cNvGrpSpPr>
              <a:grpSpLocks/>
            </p:cNvGrpSpPr>
            <p:nvPr/>
          </p:nvGrpSpPr>
          <p:grpSpPr bwMode="auto">
            <a:xfrm>
              <a:off x="2862" y="1765"/>
              <a:ext cx="1349" cy="1204"/>
              <a:chOff x="2862" y="1765"/>
              <a:chExt cx="1349" cy="1204"/>
            </a:xfrm>
            <a:grpFill/>
          </p:grpSpPr>
          <p:sp>
            <p:nvSpPr>
              <p:cNvPr id="103913" name="Freeform 916"/>
              <p:cNvSpPr>
                <a:spLocks/>
              </p:cNvSpPr>
              <p:nvPr/>
            </p:nvSpPr>
            <p:spPr bwMode="auto">
              <a:xfrm>
                <a:off x="4091" y="2850"/>
                <a:ext cx="120" cy="119"/>
              </a:xfrm>
              <a:custGeom>
                <a:avLst/>
                <a:gdLst>
                  <a:gd name="T0" fmla="*/ 120 w 120"/>
                  <a:gd name="T1" fmla="*/ 119 h 119"/>
                  <a:gd name="T2" fmla="*/ 0 w 120"/>
                  <a:gd name="T3" fmla="*/ 55 h 119"/>
                  <a:gd name="T4" fmla="*/ 24 w 120"/>
                  <a:gd name="T5" fmla="*/ 23 h 119"/>
                  <a:gd name="T6" fmla="*/ 48 w 120"/>
                  <a:gd name="T7" fmla="*/ 0 h 119"/>
                  <a:gd name="T8" fmla="*/ 120 w 120"/>
                  <a:gd name="T9" fmla="*/ 119 h 119"/>
                  <a:gd name="T10" fmla="*/ 0 60000 65536"/>
                  <a:gd name="T11" fmla="*/ 0 60000 65536"/>
                  <a:gd name="T12" fmla="*/ 0 60000 65536"/>
                  <a:gd name="T13" fmla="*/ 0 60000 65536"/>
                  <a:gd name="T14" fmla="*/ 0 60000 65536"/>
                  <a:gd name="T15" fmla="*/ 0 w 120"/>
                  <a:gd name="T16" fmla="*/ 0 h 119"/>
                  <a:gd name="T17" fmla="*/ 120 w 120"/>
                  <a:gd name="T18" fmla="*/ 119 h 119"/>
                </a:gdLst>
                <a:ahLst/>
                <a:cxnLst>
                  <a:cxn ang="T10">
                    <a:pos x="T0" y="T1"/>
                  </a:cxn>
                  <a:cxn ang="T11">
                    <a:pos x="T2" y="T3"/>
                  </a:cxn>
                  <a:cxn ang="T12">
                    <a:pos x="T4" y="T5"/>
                  </a:cxn>
                  <a:cxn ang="T13">
                    <a:pos x="T6" y="T7"/>
                  </a:cxn>
                  <a:cxn ang="T14">
                    <a:pos x="T8" y="T9"/>
                  </a:cxn>
                </a:cxnLst>
                <a:rect l="T15" t="T16" r="T17" b="T18"/>
                <a:pathLst>
                  <a:path w="120" h="119">
                    <a:moveTo>
                      <a:pt x="120" y="119"/>
                    </a:moveTo>
                    <a:lnTo>
                      <a:pt x="0" y="55"/>
                    </a:lnTo>
                    <a:lnTo>
                      <a:pt x="24" y="23"/>
                    </a:lnTo>
                    <a:lnTo>
                      <a:pt x="48" y="0"/>
                    </a:lnTo>
                    <a:lnTo>
                      <a:pt x="120" y="119"/>
                    </a:lnTo>
                    <a:close/>
                  </a:path>
                </a:pathLst>
              </a:custGeom>
              <a:grpFill/>
              <a:ln w="9525">
                <a:solidFill>
                  <a:schemeClr val="bg1">
                    <a:lumMod val="65000"/>
                  </a:schemeClr>
                </a:solidFill>
                <a:round/>
                <a:headEnd/>
                <a:tailEnd/>
              </a:ln>
            </p:spPr>
            <p:txBody>
              <a:bodyPr/>
              <a:lstStyle/>
              <a:p>
                <a:endParaRPr lang="en-US"/>
              </a:p>
            </p:txBody>
          </p:sp>
          <p:sp>
            <p:nvSpPr>
              <p:cNvPr id="103914" name="Line 917"/>
              <p:cNvSpPr>
                <a:spLocks noChangeShapeType="1"/>
              </p:cNvSpPr>
              <p:nvPr/>
            </p:nvSpPr>
            <p:spPr bwMode="auto">
              <a:xfrm>
                <a:off x="2862" y="1765"/>
                <a:ext cx="1261" cy="1114"/>
              </a:xfrm>
              <a:prstGeom prst="line">
                <a:avLst/>
              </a:prstGeom>
              <a:grpFill/>
              <a:ln w="25400">
                <a:solidFill>
                  <a:schemeClr val="bg1">
                    <a:lumMod val="65000"/>
                  </a:schemeClr>
                </a:solidFill>
                <a:round/>
                <a:headEnd/>
                <a:tailEnd/>
              </a:ln>
            </p:spPr>
            <p:txBody>
              <a:bodyPr/>
              <a:lstStyle/>
              <a:p>
                <a:endParaRPr lang="en-US"/>
              </a:p>
            </p:txBody>
          </p:sp>
        </p:grpSp>
        <p:grpSp>
          <p:nvGrpSpPr>
            <p:cNvPr id="103606" name="Group 918"/>
            <p:cNvGrpSpPr>
              <a:grpSpLocks/>
            </p:cNvGrpSpPr>
            <p:nvPr/>
          </p:nvGrpSpPr>
          <p:grpSpPr bwMode="auto">
            <a:xfrm>
              <a:off x="2870" y="2990"/>
              <a:ext cx="886" cy="290"/>
              <a:chOff x="2870" y="2990"/>
              <a:chExt cx="886" cy="290"/>
            </a:xfrm>
            <a:grpFill/>
          </p:grpSpPr>
          <p:sp>
            <p:nvSpPr>
              <p:cNvPr id="103911" name="Freeform 919"/>
              <p:cNvSpPr>
                <a:spLocks/>
              </p:cNvSpPr>
              <p:nvPr/>
            </p:nvSpPr>
            <p:spPr bwMode="auto">
              <a:xfrm>
                <a:off x="3612" y="3208"/>
                <a:ext cx="144" cy="72"/>
              </a:xfrm>
              <a:custGeom>
                <a:avLst/>
                <a:gdLst>
                  <a:gd name="T0" fmla="*/ 144 w 144"/>
                  <a:gd name="T1" fmla="*/ 72 h 72"/>
                  <a:gd name="T2" fmla="*/ 0 w 144"/>
                  <a:gd name="T3" fmla="*/ 64 h 72"/>
                  <a:gd name="T4" fmla="*/ 16 w 144"/>
                  <a:gd name="T5" fmla="*/ 32 h 72"/>
                  <a:gd name="T6" fmla="*/ 24 w 144"/>
                  <a:gd name="T7" fmla="*/ 0 h 72"/>
                  <a:gd name="T8" fmla="*/ 144 w 144"/>
                  <a:gd name="T9" fmla="*/ 72 h 72"/>
                  <a:gd name="T10" fmla="*/ 0 60000 65536"/>
                  <a:gd name="T11" fmla="*/ 0 60000 65536"/>
                  <a:gd name="T12" fmla="*/ 0 60000 65536"/>
                  <a:gd name="T13" fmla="*/ 0 60000 65536"/>
                  <a:gd name="T14" fmla="*/ 0 60000 65536"/>
                  <a:gd name="T15" fmla="*/ 0 w 144"/>
                  <a:gd name="T16" fmla="*/ 0 h 72"/>
                  <a:gd name="T17" fmla="*/ 144 w 144"/>
                  <a:gd name="T18" fmla="*/ 72 h 72"/>
                </a:gdLst>
                <a:ahLst/>
                <a:cxnLst>
                  <a:cxn ang="T10">
                    <a:pos x="T0" y="T1"/>
                  </a:cxn>
                  <a:cxn ang="T11">
                    <a:pos x="T2" y="T3"/>
                  </a:cxn>
                  <a:cxn ang="T12">
                    <a:pos x="T4" y="T5"/>
                  </a:cxn>
                  <a:cxn ang="T13">
                    <a:pos x="T6" y="T7"/>
                  </a:cxn>
                  <a:cxn ang="T14">
                    <a:pos x="T8" y="T9"/>
                  </a:cxn>
                </a:cxnLst>
                <a:rect l="T15" t="T16" r="T17" b="T18"/>
                <a:pathLst>
                  <a:path w="144" h="72">
                    <a:moveTo>
                      <a:pt x="144" y="72"/>
                    </a:moveTo>
                    <a:lnTo>
                      <a:pt x="0" y="64"/>
                    </a:lnTo>
                    <a:lnTo>
                      <a:pt x="16" y="32"/>
                    </a:lnTo>
                    <a:lnTo>
                      <a:pt x="24" y="0"/>
                    </a:lnTo>
                    <a:lnTo>
                      <a:pt x="144" y="72"/>
                    </a:lnTo>
                    <a:close/>
                  </a:path>
                </a:pathLst>
              </a:custGeom>
              <a:grpFill/>
              <a:ln w="9525">
                <a:solidFill>
                  <a:schemeClr val="bg1">
                    <a:lumMod val="65000"/>
                  </a:schemeClr>
                </a:solidFill>
                <a:round/>
                <a:headEnd/>
                <a:tailEnd/>
              </a:ln>
            </p:spPr>
            <p:txBody>
              <a:bodyPr/>
              <a:lstStyle/>
              <a:p>
                <a:endParaRPr lang="en-US"/>
              </a:p>
            </p:txBody>
          </p:sp>
          <p:sp>
            <p:nvSpPr>
              <p:cNvPr id="103912" name="Line 920"/>
              <p:cNvSpPr>
                <a:spLocks noChangeShapeType="1"/>
              </p:cNvSpPr>
              <p:nvPr/>
            </p:nvSpPr>
            <p:spPr bwMode="auto">
              <a:xfrm>
                <a:off x="2870" y="2990"/>
                <a:ext cx="766" cy="252"/>
              </a:xfrm>
              <a:prstGeom prst="line">
                <a:avLst/>
              </a:prstGeom>
              <a:grpFill/>
              <a:ln w="25400">
                <a:solidFill>
                  <a:schemeClr val="bg1">
                    <a:lumMod val="65000"/>
                  </a:schemeClr>
                </a:solidFill>
                <a:round/>
                <a:headEnd/>
                <a:tailEnd/>
              </a:ln>
            </p:spPr>
            <p:txBody>
              <a:bodyPr/>
              <a:lstStyle/>
              <a:p>
                <a:endParaRPr lang="en-US"/>
              </a:p>
            </p:txBody>
          </p:sp>
        </p:grpSp>
        <p:grpSp>
          <p:nvGrpSpPr>
            <p:cNvPr id="103607" name="Group 921"/>
            <p:cNvGrpSpPr>
              <a:grpSpLocks/>
            </p:cNvGrpSpPr>
            <p:nvPr/>
          </p:nvGrpSpPr>
          <p:grpSpPr bwMode="auto">
            <a:xfrm>
              <a:off x="2393" y="2993"/>
              <a:ext cx="437" cy="598"/>
              <a:chOff x="2393" y="2993"/>
              <a:chExt cx="437" cy="598"/>
            </a:xfrm>
            <a:grpFill/>
          </p:grpSpPr>
          <p:sp>
            <p:nvSpPr>
              <p:cNvPr id="103909" name="Freeform 922"/>
              <p:cNvSpPr>
                <a:spLocks/>
              </p:cNvSpPr>
              <p:nvPr/>
            </p:nvSpPr>
            <p:spPr bwMode="auto">
              <a:xfrm>
                <a:off x="2726" y="2993"/>
                <a:ext cx="104" cy="128"/>
              </a:xfrm>
              <a:custGeom>
                <a:avLst/>
                <a:gdLst>
                  <a:gd name="T0" fmla="*/ 104 w 104"/>
                  <a:gd name="T1" fmla="*/ 0 h 128"/>
                  <a:gd name="T2" fmla="*/ 56 w 104"/>
                  <a:gd name="T3" fmla="*/ 128 h 128"/>
                  <a:gd name="T4" fmla="*/ 24 w 104"/>
                  <a:gd name="T5" fmla="*/ 112 h 128"/>
                  <a:gd name="T6" fmla="*/ 0 w 104"/>
                  <a:gd name="T7" fmla="*/ 88 h 128"/>
                  <a:gd name="T8" fmla="*/ 104 w 104"/>
                  <a:gd name="T9" fmla="*/ 0 h 128"/>
                  <a:gd name="T10" fmla="*/ 0 60000 65536"/>
                  <a:gd name="T11" fmla="*/ 0 60000 65536"/>
                  <a:gd name="T12" fmla="*/ 0 60000 65536"/>
                  <a:gd name="T13" fmla="*/ 0 60000 65536"/>
                  <a:gd name="T14" fmla="*/ 0 60000 65536"/>
                  <a:gd name="T15" fmla="*/ 0 w 104"/>
                  <a:gd name="T16" fmla="*/ 0 h 128"/>
                  <a:gd name="T17" fmla="*/ 104 w 104"/>
                  <a:gd name="T18" fmla="*/ 128 h 128"/>
                </a:gdLst>
                <a:ahLst/>
                <a:cxnLst>
                  <a:cxn ang="T10">
                    <a:pos x="T0" y="T1"/>
                  </a:cxn>
                  <a:cxn ang="T11">
                    <a:pos x="T2" y="T3"/>
                  </a:cxn>
                  <a:cxn ang="T12">
                    <a:pos x="T4" y="T5"/>
                  </a:cxn>
                  <a:cxn ang="T13">
                    <a:pos x="T6" y="T7"/>
                  </a:cxn>
                  <a:cxn ang="T14">
                    <a:pos x="T8" y="T9"/>
                  </a:cxn>
                </a:cxnLst>
                <a:rect l="T15" t="T16" r="T17" b="T18"/>
                <a:pathLst>
                  <a:path w="104" h="128">
                    <a:moveTo>
                      <a:pt x="104" y="0"/>
                    </a:moveTo>
                    <a:lnTo>
                      <a:pt x="56" y="128"/>
                    </a:lnTo>
                    <a:lnTo>
                      <a:pt x="24" y="112"/>
                    </a:lnTo>
                    <a:lnTo>
                      <a:pt x="0" y="88"/>
                    </a:lnTo>
                    <a:lnTo>
                      <a:pt x="104" y="0"/>
                    </a:lnTo>
                    <a:close/>
                  </a:path>
                </a:pathLst>
              </a:custGeom>
              <a:grpFill/>
              <a:ln w="9525">
                <a:solidFill>
                  <a:schemeClr val="bg1">
                    <a:lumMod val="65000"/>
                  </a:schemeClr>
                </a:solidFill>
                <a:round/>
                <a:headEnd/>
                <a:tailEnd/>
              </a:ln>
            </p:spPr>
            <p:txBody>
              <a:bodyPr/>
              <a:lstStyle/>
              <a:p>
                <a:endParaRPr lang="en-US"/>
              </a:p>
            </p:txBody>
          </p:sp>
          <p:sp>
            <p:nvSpPr>
              <p:cNvPr id="103910" name="Line 923"/>
              <p:cNvSpPr>
                <a:spLocks noChangeShapeType="1"/>
              </p:cNvSpPr>
              <p:nvPr/>
            </p:nvSpPr>
            <p:spPr bwMode="auto">
              <a:xfrm flipV="1">
                <a:off x="2393" y="3097"/>
                <a:ext cx="362" cy="494"/>
              </a:xfrm>
              <a:prstGeom prst="line">
                <a:avLst/>
              </a:prstGeom>
              <a:grpFill/>
              <a:ln w="25400">
                <a:solidFill>
                  <a:schemeClr val="bg1">
                    <a:lumMod val="65000"/>
                  </a:schemeClr>
                </a:solidFill>
                <a:round/>
                <a:headEnd/>
                <a:tailEnd/>
              </a:ln>
            </p:spPr>
            <p:txBody>
              <a:bodyPr/>
              <a:lstStyle/>
              <a:p>
                <a:endParaRPr lang="en-US"/>
              </a:p>
            </p:txBody>
          </p:sp>
        </p:grpSp>
        <p:grpSp>
          <p:nvGrpSpPr>
            <p:cNvPr id="103608" name="Group 924"/>
            <p:cNvGrpSpPr>
              <a:grpSpLocks/>
            </p:cNvGrpSpPr>
            <p:nvPr/>
          </p:nvGrpSpPr>
          <p:grpSpPr bwMode="auto">
            <a:xfrm>
              <a:off x="2854" y="2690"/>
              <a:ext cx="902" cy="596"/>
              <a:chOff x="2854" y="2690"/>
              <a:chExt cx="902" cy="596"/>
            </a:xfrm>
            <a:grpFill/>
          </p:grpSpPr>
          <p:sp>
            <p:nvSpPr>
              <p:cNvPr id="103907" name="Freeform 925"/>
              <p:cNvSpPr>
                <a:spLocks/>
              </p:cNvSpPr>
              <p:nvPr/>
            </p:nvSpPr>
            <p:spPr bwMode="auto">
              <a:xfrm>
                <a:off x="3620" y="2690"/>
                <a:ext cx="136" cy="104"/>
              </a:xfrm>
              <a:custGeom>
                <a:avLst/>
                <a:gdLst>
                  <a:gd name="T0" fmla="*/ 136 w 136"/>
                  <a:gd name="T1" fmla="*/ 0 h 104"/>
                  <a:gd name="T2" fmla="*/ 40 w 136"/>
                  <a:gd name="T3" fmla="*/ 104 h 104"/>
                  <a:gd name="T4" fmla="*/ 24 w 136"/>
                  <a:gd name="T5" fmla="*/ 80 h 104"/>
                  <a:gd name="T6" fmla="*/ 0 w 136"/>
                  <a:gd name="T7" fmla="*/ 48 h 104"/>
                  <a:gd name="T8" fmla="*/ 136 w 136"/>
                  <a:gd name="T9" fmla="*/ 0 h 104"/>
                  <a:gd name="T10" fmla="*/ 0 60000 65536"/>
                  <a:gd name="T11" fmla="*/ 0 60000 65536"/>
                  <a:gd name="T12" fmla="*/ 0 60000 65536"/>
                  <a:gd name="T13" fmla="*/ 0 60000 65536"/>
                  <a:gd name="T14" fmla="*/ 0 60000 65536"/>
                  <a:gd name="T15" fmla="*/ 0 w 136"/>
                  <a:gd name="T16" fmla="*/ 0 h 104"/>
                  <a:gd name="T17" fmla="*/ 136 w 136"/>
                  <a:gd name="T18" fmla="*/ 104 h 104"/>
                </a:gdLst>
                <a:ahLst/>
                <a:cxnLst>
                  <a:cxn ang="T10">
                    <a:pos x="T0" y="T1"/>
                  </a:cxn>
                  <a:cxn ang="T11">
                    <a:pos x="T2" y="T3"/>
                  </a:cxn>
                  <a:cxn ang="T12">
                    <a:pos x="T4" y="T5"/>
                  </a:cxn>
                  <a:cxn ang="T13">
                    <a:pos x="T6" y="T7"/>
                  </a:cxn>
                  <a:cxn ang="T14">
                    <a:pos x="T8" y="T9"/>
                  </a:cxn>
                </a:cxnLst>
                <a:rect l="T15" t="T16" r="T17" b="T18"/>
                <a:pathLst>
                  <a:path w="136" h="104">
                    <a:moveTo>
                      <a:pt x="136" y="0"/>
                    </a:moveTo>
                    <a:lnTo>
                      <a:pt x="40" y="104"/>
                    </a:lnTo>
                    <a:lnTo>
                      <a:pt x="24" y="80"/>
                    </a:lnTo>
                    <a:lnTo>
                      <a:pt x="0" y="48"/>
                    </a:lnTo>
                    <a:lnTo>
                      <a:pt x="136" y="0"/>
                    </a:lnTo>
                    <a:close/>
                  </a:path>
                </a:pathLst>
              </a:custGeom>
              <a:grpFill/>
              <a:ln w="9525">
                <a:solidFill>
                  <a:schemeClr val="bg1">
                    <a:lumMod val="65000"/>
                  </a:schemeClr>
                </a:solidFill>
                <a:round/>
                <a:headEnd/>
                <a:tailEnd/>
              </a:ln>
            </p:spPr>
            <p:txBody>
              <a:bodyPr/>
              <a:lstStyle/>
              <a:p>
                <a:endParaRPr lang="en-US"/>
              </a:p>
            </p:txBody>
          </p:sp>
          <p:sp>
            <p:nvSpPr>
              <p:cNvPr id="103908" name="Line 926"/>
              <p:cNvSpPr>
                <a:spLocks noChangeShapeType="1"/>
              </p:cNvSpPr>
              <p:nvPr/>
            </p:nvSpPr>
            <p:spPr bwMode="auto">
              <a:xfrm flipV="1">
                <a:off x="2854" y="2766"/>
                <a:ext cx="798" cy="520"/>
              </a:xfrm>
              <a:prstGeom prst="line">
                <a:avLst/>
              </a:prstGeom>
              <a:grpFill/>
              <a:ln w="25400">
                <a:solidFill>
                  <a:schemeClr val="bg1">
                    <a:lumMod val="65000"/>
                  </a:schemeClr>
                </a:solidFill>
                <a:round/>
                <a:headEnd/>
                <a:tailEnd/>
              </a:ln>
            </p:spPr>
            <p:txBody>
              <a:bodyPr/>
              <a:lstStyle/>
              <a:p>
                <a:endParaRPr lang="en-US"/>
              </a:p>
            </p:txBody>
          </p:sp>
        </p:grpSp>
        <p:grpSp>
          <p:nvGrpSpPr>
            <p:cNvPr id="103609" name="Group 927"/>
            <p:cNvGrpSpPr>
              <a:grpSpLocks/>
            </p:cNvGrpSpPr>
            <p:nvPr/>
          </p:nvGrpSpPr>
          <p:grpSpPr bwMode="auto">
            <a:xfrm>
              <a:off x="2862" y="1781"/>
              <a:ext cx="1349" cy="1188"/>
              <a:chOff x="2862" y="1781"/>
              <a:chExt cx="1349" cy="1188"/>
            </a:xfrm>
            <a:grpFill/>
          </p:grpSpPr>
          <p:sp>
            <p:nvSpPr>
              <p:cNvPr id="103905" name="Freeform 928"/>
              <p:cNvSpPr>
                <a:spLocks/>
              </p:cNvSpPr>
              <p:nvPr/>
            </p:nvSpPr>
            <p:spPr bwMode="auto">
              <a:xfrm>
                <a:off x="4091" y="1781"/>
                <a:ext cx="120" cy="111"/>
              </a:xfrm>
              <a:custGeom>
                <a:avLst/>
                <a:gdLst>
                  <a:gd name="T0" fmla="*/ 120 w 120"/>
                  <a:gd name="T1" fmla="*/ 0 h 111"/>
                  <a:gd name="T2" fmla="*/ 40 w 120"/>
                  <a:gd name="T3" fmla="*/ 111 h 111"/>
                  <a:gd name="T4" fmla="*/ 16 w 120"/>
                  <a:gd name="T5" fmla="*/ 87 h 111"/>
                  <a:gd name="T6" fmla="*/ 0 w 120"/>
                  <a:gd name="T7" fmla="*/ 64 h 111"/>
                  <a:gd name="T8" fmla="*/ 120 w 120"/>
                  <a:gd name="T9" fmla="*/ 0 h 111"/>
                  <a:gd name="T10" fmla="*/ 0 60000 65536"/>
                  <a:gd name="T11" fmla="*/ 0 60000 65536"/>
                  <a:gd name="T12" fmla="*/ 0 60000 65536"/>
                  <a:gd name="T13" fmla="*/ 0 60000 65536"/>
                  <a:gd name="T14" fmla="*/ 0 60000 65536"/>
                  <a:gd name="T15" fmla="*/ 0 w 120"/>
                  <a:gd name="T16" fmla="*/ 0 h 111"/>
                  <a:gd name="T17" fmla="*/ 120 w 120"/>
                  <a:gd name="T18" fmla="*/ 111 h 111"/>
                </a:gdLst>
                <a:ahLst/>
                <a:cxnLst>
                  <a:cxn ang="T10">
                    <a:pos x="T0" y="T1"/>
                  </a:cxn>
                  <a:cxn ang="T11">
                    <a:pos x="T2" y="T3"/>
                  </a:cxn>
                  <a:cxn ang="T12">
                    <a:pos x="T4" y="T5"/>
                  </a:cxn>
                  <a:cxn ang="T13">
                    <a:pos x="T6" y="T7"/>
                  </a:cxn>
                  <a:cxn ang="T14">
                    <a:pos x="T8" y="T9"/>
                  </a:cxn>
                </a:cxnLst>
                <a:rect l="T15" t="T16" r="T17" b="T18"/>
                <a:pathLst>
                  <a:path w="120" h="111">
                    <a:moveTo>
                      <a:pt x="120" y="0"/>
                    </a:moveTo>
                    <a:lnTo>
                      <a:pt x="40" y="111"/>
                    </a:lnTo>
                    <a:lnTo>
                      <a:pt x="16" y="87"/>
                    </a:lnTo>
                    <a:lnTo>
                      <a:pt x="0" y="64"/>
                    </a:lnTo>
                    <a:lnTo>
                      <a:pt x="120" y="0"/>
                    </a:lnTo>
                    <a:close/>
                  </a:path>
                </a:pathLst>
              </a:custGeom>
              <a:grpFill/>
              <a:ln w="9525">
                <a:solidFill>
                  <a:schemeClr val="bg1">
                    <a:lumMod val="65000"/>
                  </a:schemeClr>
                </a:solidFill>
                <a:round/>
                <a:headEnd/>
                <a:tailEnd/>
              </a:ln>
            </p:spPr>
            <p:txBody>
              <a:bodyPr/>
              <a:lstStyle/>
              <a:p>
                <a:endParaRPr lang="en-US"/>
              </a:p>
            </p:txBody>
          </p:sp>
          <p:sp>
            <p:nvSpPr>
              <p:cNvPr id="103906" name="Line 929"/>
              <p:cNvSpPr>
                <a:spLocks noChangeShapeType="1"/>
              </p:cNvSpPr>
              <p:nvPr/>
            </p:nvSpPr>
            <p:spPr bwMode="auto">
              <a:xfrm flipV="1">
                <a:off x="2862" y="1863"/>
                <a:ext cx="1253" cy="1106"/>
              </a:xfrm>
              <a:prstGeom prst="line">
                <a:avLst/>
              </a:prstGeom>
              <a:grpFill/>
              <a:ln w="25400">
                <a:solidFill>
                  <a:schemeClr val="bg1">
                    <a:lumMod val="65000"/>
                  </a:schemeClr>
                </a:solidFill>
                <a:round/>
                <a:headEnd/>
                <a:tailEnd/>
              </a:ln>
            </p:spPr>
            <p:txBody>
              <a:bodyPr/>
              <a:lstStyle/>
              <a:p>
                <a:endParaRPr lang="en-US"/>
              </a:p>
            </p:txBody>
          </p:sp>
        </p:grpSp>
        <p:grpSp>
          <p:nvGrpSpPr>
            <p:cNvPr id="103610" name="Group 930"/>
            <p:cNvGrpSpPr>
              <a:grpSpLocks/>
            </p:cNvGrpSpPr>
            <p:nvPr/>
          </p:nvGrpSpPr>
          <p:grpSpPr bwMode="auto">
            <a:xfrm>
              <a:off x="1944" y="2687"/>
              <a:ext cx="886" cy="282"/>
              <a:chOff x="1944" y="2687"/>
              <a:chExt cx="886" cy="282"/>
            </a:xfrm>
            <a:grpFill/>
          </p:grpSpPr>
          <p:sp>
            <p:nvSpPr>
              <p:cNvPr id="103903" name="Freeform 931"/>
              <p:cNvSpPr>
                <a:spLocks/>
              </p:cNvSpPr>
              <p:nvPr/>
            </p:nvSpPr>
            <p:spPr bwMode="auto">
              <a:xfrm>
                <a:off x="2694" y="2897"/>
                <a:ext cx="136" cy="72"/>
              </a:xfrm>
              <a:custGeom>
                <a:avLst/>
                <a:gdLst>
                  <a:gd name="T0" fmla="*/ 136 w 136"/>
                  <a:gd name="T1" fmla="*/ 72 h 72"/>
                  <a:gd name="T2" fmla="*/ 0 w 136"/>
                  <a:gd name="T3" fmla="*/ 64 h 72"/>
                  <a:gd name="T4" fmla="*/ 8 w 136"/>
                  <a:gd name="T5" fmla="*/ 32 h 72"/>
                  <a:gd name="T6" fmla="*/ 24 w 136"/>
                  <a:gd name="T7" fmla="*/ 0 h 72"/>
                  <a:gd name="T8" fmla="*/ 136 w 136"/>
                  <a:gd name="T9" fmla="*/ 72 h 72"/>
                  <a:gd name="T10" fmla="*/ 0 60000 65536"/>
                  <a:gd name="T11" fmla="*/ 0 60000 65536"/>
                  <a:gd name="T12" fmla="*/ 0 60000 65536"/>
                  <a:gd name="T13" fmla="*/ 0 60000 65536"/>
                  <a:gd name="T14" fmla="*/ 0 60000 65536"/>
                  <a:gd name="T15" fmla="*/ 0 w 136"/>
                  <a:gd name="T16" fmla="*/ 0 h 72"/>
                  <a:gd name="T17" fmla="*/ 136 w 136"/>
                  <a:gd name="T18" fmla="*/ 72 h 72"/>
                </a:gdLst>
                <a:ahLst/>
                <a:cxnLst>
                  <a:cxn ang="T10">
                    <a:pos x="T0" y="T1"/>
                  </a:cxn>
                  <a:cxn ang="T11">
                    <a:pos x="T2" y="T3"/>
                  </a:cxn>
                  <a:cxn ang="T12">
                    <a:pos x="T4" y="T5"/>
                  </a:cxn>
                  <a:cxn ang="T13">
                    <a:pos x="T6" y="T7"/>
                  </a:cxn>
                  <a:cxn ang="T14">
                    <a:pos x="T8" y="T9"/>
                  </a:cxn>
                </a:cxnLst>
                <a:rect l="T15" t="T16" r="T17" b="T18"/>
                <a:pathLst>
                  <a:path w="136" h="72">
                    <a:moveTo>
                      <a:pt x="136" y="72"/>
                    </a:moveTo>
                    <a:lnTo>
                      <a:pt x="0" y="64"/>
                    </a:lnTo>
                    <a:lnTo>
                      <a:pt x="8" y="32"/>
                    </a:lnTo>
                    <a:lnTo>
                      <a:pt x="24" y="0"/>
                    </a:lnTo>
                    <a:lnTo>
                      <a:pt x="136" y="72"/>
                    </a:lnTo>
                    <a:close/>
                  </a:path>
                </a:pathLst>
              </a:custGeom>
              <a:grpFill/>
              <a:ln w="9525">
                <a:solidFill>
                  <a:schemeClr val="bg1">
                    <a:lumMod val="65000"/>
                  </a:schemeClr>
                </a:solidFill>
                <a:round/>
                <a:headEnd/>
                <a:tailEnd/>
              </a:ln>
            </p:spPr>
            <p:txBody>
              <a:bodyPr/>
              <a:lstStyle/>
              <a:p>
                <a:endParaRPr lang="en-US"/>
              </a:p>
            </p:txBody>
          </p:sp>
          <p:sp>
            <p:nvSpPr>
              <p:cNvPr id="103904" name="Line 932"/>
              <p:cNvSpPr>
                <a:spLocks noChangeShapeType="1"/>
              </p:cNvSpPr>
              <p:nvPr/>
            </p:nvSpPr>
            <p:spPr bwMode="auto">
              <a:xfrm>
                <a:off x="1944" y="2687"/>
                <a:ext cx="766" cy="244"/>
              </a:xfrm>
              <a:prstGeom prst="line">
                <a:avLst/>
              </a:prstGeom>
              <a:grpFill/>
              <a:ln w="25400">
                <a:solidFill>
                  <a:schemeClr val="bg1">
                    <a:lumMod val="65000"/>
                  </a:schemeClr>
                </a:solidFill>
                <a:round/>
                <a:headEnd/>
                <a:tailEnd/>
              </a:ln>
            </p:spPr>
            <p:txBody>
              <a:bodyPr/>
              <a:lstStyle/>
              <a:p>
                <a:endParaRPr lang="en-US"/>
              </a:p>
            </p:txBody>
          </p:sp>
        </p:grpSp>
        <p:grpSp>
          <p:nvGrpSpPr>
            <p:cNvPr id="103611" name="Group 933"/>
            <p:cNvGrpSpPr>
              <a:grpSpLocks/>
            </p:cNvGrpSpPr>
            <p:nvPr/>
          </p:nvGrpSpPr>
          <p:grpSpPr bwMode="auto">
            <a:xfrm>
              <a:off x="1944" y="2395"/>
              <a:ext cx="1357" cy="1196"/>
              <a:chOff x="1944" y="2395"/>
              <a:chExt cx="1357" cy="1196"/>
            </a:xfrm>
            <a:grpFill/>
          </p:grpSpPr>
          <p:sp>
            <p:nvSpPr>
              <p:cNvPr id="103901" name="Freeform 934"/>
              <p:cNvSpPr>
                <a:spLocks/>
              </p:cNvSpPr>
              <p:nvPr/>
            </p:nvSpPr>
            <p:spPr bwMode="auto">
              <a:xfrm>
                <a:off x="3173" y="2395"/>
                <a:ext cx="128" cy="112"/>
              </a:xfrm>
              <a:custGeom>
                <a:avLst/>
                <a:gdLst>
                  <a:gd name="T0" fmla="*/ 128 w 128"/>
                  <a:gd name="T1" fmla="*/ 0 h 112"/>
                  <a:gd name="T2" fmla="*/ 48 w 128"/>
                  <a:gd name="T3" fmla="*/ 112 h 112"/>
                  <a:gd name="T4" fmla="*/ 24 w 128"/>
                  <a:gd name="T5" fmla="*/ 88 h 112"/>
                  <a:gd name="T6" fmla="*/ 0 w 128"/>
                  <a:gd name="T7" fmla="*/ 64 h 112"/>
                  <a:gd name="T8" fmla="*/ 128 w 128"/>
                  <a:gd name="T9" fmla="*/ 0 h 112"/>
                  <a:gd name="T10" fmla="*/ 0 60000 65536"/>
                  <a:gd name="T11" fmla="*/ 0 60000 65536"/>
                  <a:gd name="T12" fmla="*/ 0 60000 65536"/>
                  <a:gd name="T13" fmla="*/ 0 60000 65536"/>
                  <a:gd name="T14" fmla="*/ 0 60000 65536"/>
                  <a:gd name="T15" fmla="*/ 0 w 128"/>
                  <a:gd name="T16" fmla="*/ 0 h 112"/>
                  <a:gd name="T17" fmla="*/ 128 w 128"/>
                  <a:gd name="T18" fmla="*/ 112 h 112"/>
                </a:gdLst>
                <a:ahLst/>
                <a:cxnLst>
                  <a:cxn ang="T10">
                    <a:pos x="T0" y="T1"/>
                  </a:cxn>
                  <a:cxn ang="T11">
                    <a:pos x="T2" y="T3"/>
                  </a:cxn>
                  <a:cxn ang="T12">
                    <a:pos x="T4" y="T5"/>
                  </a:cxn>
                  <a:cxn ang="T13">
                    <a:pos x="T6" y="T7"/>
                  </a:cxn>
                  <a:cxn ang="T14">
                    <a:pos x="T8" y="T9"/>
                  </a:cxn>
                </a:cxnLst>
                <a:rect l="T15" t="T16" r="T17" b="T18"/>
                <a:pathLst>
                  <a:path w="128" h="112">
                    <a:moveTo>
                      <a:pt x="128" y="0"/>
                    </a:moveTo>
                    <a:lnTo>
                      <a:pt x="48" y="112"/>
                    </a:lnTo>
                    <a:lnTo>
                      <a:pt x="24" y="88"/>
                    </a:lnTo>
                    <a:lnTo>
                      <a:pt x="0" y="64"/>
                    </a:lnTo>
                    <a:lnTo>
                      <a:pt x="128" y="0"/>
                    </a:lnTo>
                    <a:close/>
                  </a:path>
                </a:pathLst>
              </a:custGeom>
              <a:grpFill/>
              <a:ln w="9525">
                <a:solidFill>
                  <a:schemeClr val="bg1">
                    <a:lumMod val="65000"/>
                  </a:schemeClr>
                </a:solidFill>
                <a:round/>
                <a:headEnd/>
                <a:tailEnd/>
              </a:ln>
            </p:spPr>
            <p:txBody>
              <a:bodyPr/>
              <a:lstStyle/>
              <a:p>
                <a:endParaRPr lang="en-US"/>
              </a:p>
            </p:txBody>
          </p:sp>
          <p:sp>
            <p:nvSpPr>
              <p:cNvPr id="103902" name="Line 935"/>
              <p:cNvSpPr>
                <a:spLocks noChangeShapeType="1"/>
              </p:cNvSpPr>
              <p:nvPr/>
            </p:nvSpPr>
            <p:spPr bwMode="auto">
              <a:xfrm flipV="1">
                <a:off x="1944" y="2477"/>
                <a:ext cx="1261" cy="1114"/>
              </a:xfrm>
              <a:prstGeom prst="line">
                <a:avLst/>
              </a:prstGeom>
              <a:grpFill/>
              <a:ln w="25400">
                <a:solidFill>
                  <a:schemeClr val="bg1">
                    <a:lumMod val="65000"/>
                  </a:schemeClr>
                </a:solidFill>
                <a:round/>
                <a:headEnd/>
                <a:tailEnd/>
              </a:ln>
            </p:spPr>
            <p:txBody>
              <a:bodyPr/>
              <a:lstStyle/>
              <a:p>
                <a:endParaRPr lang="en-US"/>
              </a:p>
            </p:txBody>
          </p:sp>
        </p:grpSp>
        <p:grpSp>
          <p:nvGrpSpPr>
            <p:cNvPr id="103612" name="Group 936"/>
            <p:cNvGrpSpPr>
              <a:grpSpLocks/>
            </p:cNvGrpSpPr>
            <p:nvPr/>
          </p:nvGrpSpPr>
          <p:grpSpPr bwMode="auto">
            <a:xfrm>
              <a:off x="3317" y="3293"/>
              <a:ext cx="886" cy="282"/>
              <a:chOff x="3317" y="3293"/>
              <a:chExt cx="886" cy="282"/>
            </a:xfrm>
            <a:grpFill/>
          </p:grpSpPr>
          <p:sp>
            <p:nvSpPr>
              <p:cNvPr id="103899" name="Freeform 937"/>
              <p:cNvSpPr>
                <a:spLocks/>
              </p:cNvSpPr>
              <p:nvPr/>
            </p:nvSpPr>
            <p:spPr bwMode="auto">
              <a:xfrm>
                <a:off x="4067" y="3504"/>
                <a:ext cx="136" cy="71"/>
              </a:xfrm>
              <a:custGeom>
                <a:avLst/>
                <a:gdLst>
                  <a:gd name="T0" fmla="*/ 136 w 136"/>
                  <a:gd name="T1" fmla="*/ 71 h 71"/>
                  <a:gd name="T2" fmla="*/ 0 w 136"/>
                  <a:gd name="T3" fmla="*/ 63 h 71"/>
                  <a:gd name="T4" fmla="*/ 8 w 136"/>
                  <a:gd name="T5" fmla="*/ 32 h 71"/>
                  <a:gd name="T6" fmla="*/ 16 w 136"/>
                  <a:gd name="T7" fmla="*/ 0 h 71"/>
                  <a:gd name="T8" fmla="*/ 136 w 136"/>
                  <a:gd name="T9" fmla="*/ 71 h 71"/>
                  <a:gd name="T10" fmla="*/ 0 60000 65536"/>
                  <a:gd name="T11" fmla="*/ 0 60000 65536"/>
                  <a:gd name="T12" fmla="*/ 0 60000 65536"/>
                  <a:gd name="T13" fmla="*/ 0 60000 65536"/>
                  <a:gd name="T14" fmla="*/ 0 60000 65536"/>
                  <a:gd name="T15" fmla="*/ 0 w 136"/>
                  <a:gd name="T16" fmla="*/ 0 h 71"/>
                  <a:gd name="T17" fmla="*/ 136 w 136"/>
                  <a:gd name="T18" fmla="*/ 71 h 71"/>
                </a:gdLst>
                <a:ahLst/>
                <a:cxnLst>
                  <a:cxn ang="T10">
                    <a:pos x="T0" y="T1"/>
                  </a:cxn>
                  <a:cxn ang="T11">
                    <a:pos x="T2" y="T3"/>
                  </a:cxn>
                  <a:cxn ang="T12">
                    <a:pos x="T4" y="T5"/>
                  </a:cxn>
                  <a:cxn ang="T13">
                    <a:pos x="T6" y="T7"/>
                  </a:cxn>
                  <a:cxn ang="T14">
                    <a:pos x="T8" y="T9"/>
                  </a:cxn>
                </a:cxnLst>
                <a:rect l="T15" t="T16" r="T17" b="T18"/>
                <a:pathLst>
                  <a:path w="136" h="71">
                    <a:moveTo>
                      <a:pt x="136" y="71"/>
                    </a:moveTo>
                    <a:lnTo>
                      <a:pt x="0" y="63"/>
                    </a:lnTo>
                    <a:lnTo>
                      <a:pt x="8" y="32"/>
                    </a:lnTo>
                    <a:lnTo>
                      <a:pt x="16" y="0"/>
                    </a:lnTo>
                    <a:lnTo>
                      <a:pt x="136" y="71"/>
                    </a:lnTo>
                    <a:close/>
                  </a:path>
                </a:pathLst>
              </a:custGeom>
              <a:grpFill/>
              <a:ln w="9525">
                <a:solidFill>
                  <a:schemeClr val="bg1">
                    <a:lumMod val="65000"/>
                  </a:schemeClr>
                </a:solidFill>
                <a:round/>
                <a:headEnd/>
                <a:tailEnd/>
              </a:ln>
            </p:spPr>
            <p:txBody>
              <a:bodyPr/>
              <a:lstStyle/>
              <a:p>
                <a:endParaRPr lang="en-US"/>
              </a:p>
            </p:txBody>
          </p:sp>
          <p:sp>
            <p:nvSpPr>
              <p:cNvPr id="103900" name="Line 938"/>
              <p:cNvSpPr>
                <a:spLocks noChangeShapeType="1"/>
              </p:cNvSpPr>
              <p:nvPr/>
            </p:nvSpPr>
            <p:spPr bwMode="auto">
              <a:xfrm>
                <a:off x="3317" y="3293"/>
                <a:ext cx="766" cy="244"/>
              </a:xfrm>
              <a:prstGeom prst="line">
                <a:avLst/>
              </a:prstGeom>
              <a:grpFill/>
              <a:ln w="25400">
                <a:solidFill>
                  <a:schemeClr val="bg1">
                    <a:lumMod val="65000"/>
                  </a:schemeClr>
                </a:solidFill>
                <a:round/>
                <a:headEnd/>
                <a:tailEnd/>
              </a:ln>
            </p:spPr>
            <p:txBody>
              <a:bodyPr/>
              <a:lstStyle/>
              <a:p>
                <a:endParaRPr lang="en-US"/>
              </a:p>
            </p:txBody>
          </p:sp>
        </p:grpSp>
        <p:grpSp>
          <p:nvGrpSpPr>
            <p:cNvPr id="103613" name="Group 939"/>
            <p:cNvGrpSpPr>
              <a:grpSpLocks/>
            </p:cNvGrpSpPr>
            <p:nvPr/>
          </p:nvGrpSpPr>
          <p:grpSpPr bwMode="auto">
            <a:xfrm>
              <a:off x="3317" y="2682"/>
              <a:ext cx="1349" cy="619"/>
              <a:chOff x="3317" y="2682"/>
              <a:chExt cx="1349" cy="619"/>
            </a:xfrm>
            <a:grpFill/>
          </p:grpSpPr>
          <p:sp>
            <p:nvSpPr>
              <p:cNvPr id="103897" name="Freeform 940"/>
              <p:cNvSpPr>
                <a:spLocks/>
              </p:cNvSpPr>
              <p:nvPr/>
            </p:nvSpPr>
            <p:spPr bwMode="auto">
              <a:xfrm>
                <a:off x="4530" y="2682"/>
                <a:ext cx="136" cy="88"/>
              </a:xfrm>
              <a:custGeom>
                <a:avLst/>
                <a:gdLst>
                  <a:gd name="T0" fmla="*/ 136 w 136"/>
                  <a:gd name="T1" fmla="*/ 0 h 88"/>
                  <a:gd name="T2" fmla="*/ 32 w 136"/>
                  <a:gd name="T3" fmla="*/ 88 h 88"/>
                  <a:gd name="T4" fmla="*/ 16 w 136"/>
                  <a:gd name="T5" fmla="*/ 56 h 88"/>
                  <a:gd name="T6" fmla="*/ 0 w 136"/>
                  <a:gd name="T7" fmla="*/ 32 h 88"/>
                  <a:gd name="T8" fmla="*/ 136 w 136"/>
                  <a:gd name="T9" fmla="*/ 0 h 88"/>
                  <a:gd name="T10" fmla="*/ 0 60000 65536"/>
                  <a:gd name="T11" fmla="*/ 0 60000 65536"/>
                  <a:gd name="T12" fmla="*/ 0 60000 65536"/>
                  <a:gd name="T13" fmla="*/ 0 60000 65536"/>
                  <a:gd name="T14" fmla="*/ 0 60000 65536"/>
                  <a:gd name="T15" fmla="*/ 0 w 136"/>
                  <a:gd name="T16" fmla="*/ 0 h 88"/>
                  <a:gd name="T17" fmla="*/ 136 w 136"/>
                  <a:gd name="T18" fmla="*/ 88 h 88"/>
                </a:gdLst>
                <a:ahLst/>
                <a:cxnLst>
                  <a:cxn ang="T10">
                    <a:pos x="T0" y="T1"/>
                  </a:cxn>
                  <a:cxn ang="T11">
                    <a:pos x="T2" y="T3"/>
                  </a:cxn>
                  <a:cxn ang="T12">
                    <a:pos x="T4" y="T5"/>
                  </a:cxn>
                  <a:cxn ang="T13">
                    <a:pos x="T6" y="T7"/>
                  </a:cxn>
                  <a:cxn ang="T14">
                    <a:pos x="T8" y="T9"/>
                  </a:cxn>
                </a:cxnLst>
                <a:rect l="T15" t="T16" r="T17" b="T18"/>
                <a:pathLst>
                  <a:path w="136" h="88">
                    <a:moveTo>
                      <a:pt x="136" y="0"/>
                    </a:moveTo>
                    <a:lnTo>
                      <a:pt x="32" y="88"/>
                    </a:lnTo>
                    <a:lnTo>
                      <a:pt x="16" y="56"/>
                    </a:lnTo>
                    <a:lnTo>
                      <a:pt x="0" y="32"/>
                    </a:lnTo>
                    <a:lnTo>
                      <a:pt x="136" y="0"/>
                    </a:lnTo>
                    <a:close/>
                  </a:path>
                </a:pathLst>
              </a:custGeom>
              <a:grpFill/>
              <a:ln w="9525">
                <a:solidFill>
                  <a:schemeClr val="bg1">
                    <a:lumMod val="65000"/>
                  </a:schemeClr>
                </a:solidFill>
                <a:round/>
                <a:headEnd/>
                <a:tailEnd/>
              </a:ln>
            </p:spPr>
            <p:txBody>
              <a:bodyPr/>
              <a:lstStyle/>
              <a:p>
                <a:endParaRPr lang="en-US"/>
              </a:p>
            </p:txBody>
          </p:sp>
          <p:sp>
            <p:nvSpPr>
              <p:cNvPr id="103898" name="Line 941"/>
              <p:cNvSpPr>
                <a:spLocks noChangeShapeType="1"/>
              </p:cNvSpPr>
              <p:nvPr/>
            </p:nvSpPr>
            <p:spPr bwMode="auto">
              <a:xfrm flipV="1">
                <a:off x="3317" y="2736"/>
                <a:ext cx="1237" cy="565"/>
              </a:xfrm>
              <a:prstGeom prst="line">
                <a:avLst/>
              </a:prstGeom>
              <a:grpFill/>
              <a:ln w="25400">
                <a:solidFill>
                  <a:schemeClr val="bg1">
                    <a:lumMod val="65000"/>
                  </a:schemeClr>
                </a:solidFill>
                <a:round/>
                <a:headEnd/>
                <a:tailEnd/>
              </a:ln>
            </p:spPr>
            <p:txBody>
              <a:bodyPr/>
              <a:lstStyle/>
              <a:p>
                <a:endParaRPr lang="en-US"/>
              </a:p>
            </p:txBody>
          </p:sp>
        </p:grpSp>
        <p:grpSp>
          <p:nvGrpSpPr>
            <p:cNvPr id="103614" name="Group 942"/>
            <p:cNvGrpSpPr>
              <a:grpSpLocks/>
            </p:cNvGrpSpPr>
            <p:nvPr/>
          </p:nvGrpSpPr>
          <p:grpSpPr bwMode="auto">
            <a:xfrm>
              <a:off x="3317" y="2387"/>
              <a:ext cx="886" cy="282"/>
              <a:chOff x="3317" y="2387"/>
              <a:chExt cx="886" cy="282"/>
            </a:xfrm>
            <a:grpFill/>
          </p:grpSpPr>
          <p:sp>
            <p:nvSpPr>
              <p:cNvPr id="103895" name="Freeform 943"/>
              <p:cNvSpPr>
                <a:spLocks/>
              </p:cNvSpPr>
              <p:nvPr/>
            </p:nvSpPr>
            <p:spPr bwMode="auto">
              <a:xfrm>
                <a:off x="4067" y="2387"/>
                <a:ext cx="136" cy="72"/>
              </a:xfrm>
              <a:custGeom>
                <a:avLst/>
                <a:gdLst>
                  <a:gd name="T0" fmla="*/ 136 w 136"/>
                  <a:gd name="T1" fmla="*/ 0 h 72"/>
                  <a:gd name="T2" fmla="*/ 16 w 136"/>
                  <a:gd name="T3" fmla="*/ 72 h 72"/>
                  <a:gd name="T4" fmla="*/ 8 w 136"/>
                  <a:gd name="T5" fmla="*/ 40 h 72"/>
                  <a:gd name="T6" fmla="*/ 0 w 136"/>
                  <a:gd name="T7" fmla="*/ 8 h 72"/>
                  <a:gd name="T8" fmla="*/ 136 w 136"/>
                  <a:gd name="T9" fmla="*/ 0 h 72"/>
                  <a:gd name="T10" fmla="*/ 0 60000 65536"/>
                  <a:gd name="T11" fmla="*/ 0 60000 65536"/>
                  <a:gd name="T12" fmla="*/ 0 60000 65536"/>
                  <a:gd name="T13" fmla="*/ 0 60000 65536"/>
                  <a:gd name="T14" fmla="*/ 0 60000 65536"/>
                  <a:gd name="T15" fmla="*/ 0 w 136"/>
                  <a:gd name="T16" fmla="*/ 0 h 72"/>
                  <a:gd name="T17" fmla="*/ 136 w 136"/>
                  <a:gd name="T18" fmla="*/ 72 h 72"/>
                </a:gdLst>
                <a:ahLst/>
                <a:cxnLst>
                  <a:cxn ang="T10">
                    <a:pos x="T0" y="T1"/>
                  </a:cxn>
                  <a:cxn ang="T11">
                    <a:pos x="T2" y="T3"/>
                  </a:cxn>
                  <a:cxn ang="T12">
                    <a:pos x="T4" y="T5"/>
                  </a:cxn>
                  <a:cxn ang="T13">
                    <a:pos x="T6" y="T7"/>
                  </a:cxn>
                  <a:cxn ang="T14">
                    <a:pos x="T8" y="T9"/>
                  </a:cxn>
                </a:cxnLst>
                <a:rect l="T15" t="T16" r="T17" b="T18"/>
                <a:pathLst>
                  <a:path w="136" h="72">
                    <a:moveTo>
                      <a:pt x="136" y="0"/>
                    </a:moveTo>
                    <a:lnTo>
                      <a:pt x="16" y="72"/>
                    </a:lnTo>
                    <a:lnTo>
                      <a:pt x="8" y="40"/>
                    </a:lnTo>
                    <a:lnTo>
                      <a:pt x="0" y="8"/>
                    </a:lnTo>
                    <a:lnTo>
                      <a:pt x="136" y="0"/>
                    </a:lnTo>
                    <a:close/>
                  </a:path>
                </a:pathLst>
              </a:custGeom>
              <a:grpFill/>
              <a:ln w="9525">
                <a:solidFill>
                  <a:schemeClr val="bg1">
                    <a:lumMod val="65000"/>
                  </a:schemeClr>
                </a:solidFill>
                <a:round/>
                <a:headEnd/>
                <a:tailEnd/>
              </a:ln>
            </p:spPr>
            <p:txBody>
              <a:bodyPr/>
              <a:lstStyle/>
              <a:p>
                <a:endParaRPr lang="en-US"/>
              </a:p>
            </p:txBody>
          </p:sp>
          <p:sp>
            <p:nvSpPr>
              <p:cNvPr id="103896" name="Line 944"/>
              <p:cNvSpPr>
                <a:spLocks noChangeShapeType="1"/>
              </p:cNvSpPr>
              <p:nvPr/>
            </p:nvSpPr>
            <p:spPr bwMode="auto">
              <a:xfrm flipV="1">
                <a:off x="3317" y="2426"/>
                <a:ext cx="766" cy="243"/>
              </a:xfrm>
              <a:prstGeom prst="line">
                <a:avLst/>
              </a:prstGeom>
              <a:grpFill/>
              <a:ln w="25400">
                <a:solidFill>
                  <a:schemeClr val="bg1">
                    <a:lumMod val="65000"/>
                  </a:schemeClr>
                </a:solidFill>
                <a:round/>
                <a:headEnd/>
                <a:tailEnd/>
              </a:ln>
            </p:spPr>
            <p:txBody>
              <a:bodyPr/>
              <a:lstStyle/>
              <a:p>
                <a:endParaRPr lang="en-US"/>
              </a:p>
            </p:txBody>
          </p:sp>
        </p:grpSp>
        <p:grpSp>
          <p:nvGrpSpPr>
            <p:cNvPr id="103615" name="Group 945"/>
            <p:cNvGrpSpPr>
              <a:grpSpLocks/>
            </p:cNvGrpSpPr>
            <p:nvPr/>
          </p:nvGrpSpPr>
          <p:grpSpPr bwMode="auto">
            <a:xfrm>
              <a:off x="3780" y="2387"/>
              <a:ext cx="886" cy="282"/>
              <a:chOff x="3780" y="2387"/>
              <a:chExt cx="886" cy="282"/>
            </a:xfrm>
            <a:grpFill/>
          </p:grpSpPr>
          <p:sp>
            <p:nvSpPr>
              <p:cNvPr id="103893" name="Freeform 946"/>
              <p:cNvSpPr>
                <a:spLocks/>
              </p:cNvSpPr>
              <p:nvPr/>
            </p:nvSpPr>
            <p:spPr bwMode="auto">
              <a:xfrm>
                <a:off x="4522" y="2387"/>
                <a:ext cx="144" cy="72"/>
              </a:xfrm>
              <a:custGeom>
                <a:avLst/>
                <a:gdLst>
                  <a:gd name="T0" fmla="*/ 144 w 144"/>
                  <a:gd name="T1" fmla="*/ 0 h 72"/>
                  <a:gd name="T2" fmla="*/ 24 w 144"/>
                  <a:gd name="T3" fmla="*/ 72 h 72"/>
                  <a:gd name="T4" fmla="*/ 16 w 144"/>
                  <a:gd name="T5" fmla="*/ 40 h 72"/>
                  <a:gd name="T6" fmla="*/ 0 w 144"/>
                  <a:gd name="T7" fmla="*/ 8 h 72"/>
                  <a:gd name="T8" fmla="*/ 144 w 144"/>
                  <a:gd name="T9" fmla="*/ 0 h 72"/>
                  <a:gd name="T10" fmla="*/ 0 60000 65536"/>
                  <a:gd name="T11" fmla="*/ 0 60000 65536"/>
                  <a:gd name="T12" fmla="*/ 0 60000 65536"/>
                  <a:gd name="T13" fmla="*/ 0 60000 65536"/>
                  <a:gd name="T14" fmla="*/ 0 60000 65536"/>
                  <a:gd name="T15" fmla="*/ 0 w 144"/>
                  <a:gd name="T16" fmla="*/ 0 h 72"/>
                  <a:gd name="T17" fmla="*/ 144 w 144"/>
                  <a:gd name="T18" fmla="*/ 72 h 72"/>
                </a:gdLst>
                <a:ahLst/>
                <a:cxnLst>
                  <a:cxn ang="T10">
                    <a:pos x="T0" y="T1"/>
                  </a:cxn>
                  <a:cxn ang="T11">
                    <a:pos x="T2" y="T3"/>
                  </a:cxn>
                  <a:cxn ang="T12">
                    <a:pos x="T4" y="T5"/>
                  </a:cxn>
                  <a:cxn ang="T13">
                    <a:pos x="T6" y="T7"/>
                  </a:cxn>
                  <a:cxn ang="T14">
                    <a:pos x="T8" y="T9"/>
                  </a:cxn>
                </a:cxnLst>
                <a:rect l="T15" t="T16" r="T17" b="T18"/>
                <a:pathLst>
                  <a:path w="144" h="72">
                    <a:moveTo>
                      <a:pt x="144" y="0"/>
                    </a:moveTo>
                    <a:lnTo>
                      <a:pt x="24" y="72"/>
                    </a:lnTo>
                    <a:lnTo>
                      <a:pt x="16" y="40"/>
                    </a:lnTo>
                    <a:lnTo>
                      <a:pt x="0" y="8"/>
                    </a:lnTo>
                    <a:lnTo>
                      <a:pt x="144" y="0"/>
                    </a:lnTo>
                    <a:close/>
                  </a:path>
                </a:pathLst>
              </a:custGeom>
              <a:grpFill/>
              <a:ln w="9525">
                <a:solidFill>
                  <a:schemeClr val="bg1">
                    <a:lumMod val="65000"/>
                  </a:schemeClr>
                </a:solidFill>
                <a:round/>
                <a:headEnd/>
                <a:tailEnd/>
              </a:ln>
            </p:spPr>
            <p:txBody>
              <a:bodyPr/>
              <a:lstStyle/>
              <a:p>
                <a:endParaRPr lang="en-US"/>
              </a:p>
            </p:txBody>
          </p:sp>
          <p:sp>
            <p:nvSpPr>
              <p:cNvPr id="103894" name="Line 947"/>
              <p:cNvSpPr>
                <a:spLocks noChangeShapeType="1"/>
              </p:cNvSpPr>
              <p:nvPr/>
            </p:nvSpPr>
            <p:spPr bwMode="auto">
              <a:xfrm flipV="1">
                <a:off x="3780" y="2426"/>
                <a:ext cx="766" cy="243"/>
              </a:xfrm>
              <a:prstGeom prst="line">
                <a:avLst/>
              </a:prstGeom>
              <a:grpFill/>
              <a:ln w="25400">
                <a:solidFill>
                  <a:schemeClr val="bg1">
                    <a:lumMod val="65000"/>
                  </a:schemeClr>
                </a:solidFill>
                <a:round/>
                <a:headEnd/>
                <a:tailEnd/>
              </a:ln>
            </p:spPr>
            <p:txBody>
              <a:bodyPr/>
              <a:lstStyle/>
              <a:p>
                <a:endParaRPr lang="en-US"/>
              </a:p>
            </p:txBody>
          </p:sp>
        </p:grpSp>
        <p:grpSp>
          <p:nvGrpSpPr>
            <p:cNvPr id="103616" name="Group 948"/>
            <p:cNvGrpSpPr>
              <a:grpSpLocks/>
            </p:cNvGrpSpPr>
            <p:nvPr/>
          </p:nvGrpSpPr>
          <p:grpSpPr bwMode="auto">
            <a:xfrm>
              <a:off x="1473" y="2993"/>
              <a:ext cx="886" cy="291"/>
              <a:chOff x="1473" y="2993"/>
              <a:chExt cx="886" cy="291"/>
            </a:xfrm>
            <a:grpFill/>
          </p:grpSpPr>
          <p:sp>
            <p:nvSpPr>
              <p:cNvPr id="103891" name="Freeform 949"/>
              <p:cNvSpPr>
                <a:spLocks/>
              </p:cNvSpPr>
              <p:nvPr/>
            </p:nvSpPr>
            <p:spPr bwMode="auto">
              <a:xfrm>
                <a:off x="2223" y="2993"/>
                <a:ext cx="136" cy="72"/>
              </a:xfrm>
              <a:custGeom>
                <a:avLst/>
                <a:gdLst>
                  <a:gd name="T0" fmla="*/ 136 w 136"/>
                  <a:gd name="T1" fmla="*/ 0 h 72"/>
                  <a:gd name="T2" fmla="*/ 24 w 136"/>
                  <a:gd name="T3" fmla="*/ 72 h 72"/>
                  <a:gd name="T4" fmla="*/ 8 w 136"/>
                  <a:gd name="T5" fmla="*/ 40 h 72"/>
                  <a:gd name="T6" fmla="*/ 0 w 136"/>
                  <a:gd name="T7" fmla="*/ 8 h 72"/>
                  <a:gd name="T8" fmla="*/ 136 w 136"/>
                  <a:gd name="T9" fmla="*/ 0 h 72"/>
                  <a:gd name="T10" fmla="*/ 0 60000 65536"/>
                  <a:gd name="T11" fmla="*/ 0 60000 65536"/>
                  <a:gd name="T12" fmla="*/ 0 60000 65536"/>
                  <a:gd name="T13" fmla="*/ 0 60000 65536"/>
                  <a:gd name="T14" fmla="*/ 0 60000 65536"/>
                  <a:gd name="T15" fmla="*/ 0 w 136"/>
                  <a:gd name="T16" fmla="*/ 0 h 72"/>
                  <a:gd name="T17" fmla="*/ 136 w 136"/>
                  <a:gd name="T18" fmla="*/ 72 h 72"/>
                </a:gdLst>
                <a:ahLst/>
                <a:cxnLst>
                  <a:cxn ang="T10">
                    <a:pos x="T0" y="T1"/>
                  </a:cxn>
                  <a:cxn ang="T11">
                    <a:pos x="T2" y="T3"/>
                  </a:cxn>
                  <a:cxn ang="T12">
                    <a:pos x="T4" y="T5"/>
                  </a:cxn>
                  <a:cxn ang="T13">
                    <a:pos x="T6" y="T7"/>
                  </a:cxn>
                  <a:cxn ang="T14">
                    <a:pos x="T8" y="T9"/>
                  </a:cxn>
                </a:cxnLst>
                <a:rect l="T15" t="T16" r="T17" b="T18"/>
                <a:pathLst>
                  <a:path w="136" h="72">
                    <a:moveTo>
                      <a:pt x="136" y="0"/>
                    </a:moveTo>
                    <a:lnTo>
                      <a:pt x="24" y="72"/>
                    </a:lnTo>
                    <a:lnTo>
                      <a:pt x="8" y="40"/>
                    </a:lnTo>
                    <a:lnTo>
                      <a:pt x="0" y="8"/>
                    </a:lnTo>
                    <a:lnTo>
                      <a:pt x="136" y="0"/>
                    </a:lnTo>
                    <a:close/>
                  </a:path>
                </a:pathLst>
              </a:custGeom>
              <a:grpFill/>
              <a:ln w="9525">
                <a:solidFill>
                  <a:schemeClr val="bg1">
                    <a:lumMod val="65000"/>
                  </a:schemeClr>
                </a:solidFill>
                <a:round/>
                <a:headEnd/>
                <a:tailEnd/>
              </a:ln>
            </p:spPr>
            <p:txBody>
              <a:bodyPr/>
              <a:lstStyle/>
              <a:p>
                <a:endParaRPr lang="en-US"/>
              </a:p>
            </p:txBody>
          </p:sp>
          <p:sp>
            <p:nvSpPr>
              <p:cNvPr id="103892" name="Line 950"/>
              <p:cNvSpPr>
                <a:spLocks noChangeShapeType="1"/>
              </p:cNvSpPr>
              <p:nvPr/>
            </p:nvSpPr>
            <p:spPr bwMode="auto">
              <a:xfrm flipV="1">
                <a:off x="1473" y="3032"/>
                <a:ext cx="766" cy="252"/>
              </a:xfrm>
              <a:prstGeom prst="line">
                <a:avLst/>
              </a:prstGeom>
              <a:grpFill/>
              <a:ln w="25400">
                <a:solidFill>
                  <a:schemeClr val="bg1">
                    <a:lumMod val="65000"/>
                  </a:schemeClr>
                </a:solidFill>
                <a:round/>
                <a:headEnd/>
                <a:tailEnd/>
              </a:ln>
            </p:spPr>
            <p:txBody>
              <a:bodyPr/>
              <a:lstStyle/>
              <a:p>
                <a:endParaRPr lang="en-US"/>
              </a:p>
            </p:txBody>
          </p:sp>
        </p:grpSp>
        <p:grpSp>
          <p:nvGrpSpPr>
            <p:cNvPr id="103617" name="Group 951"/>
            <p:cNvGrpSpPr>
              <a:grpSpLocks/>
            </p:cNvGrpSpPr>
            <p:nvPr/>
          </p:nvGrpSpPr>
          <p:grpSpPr bwMode="auto">
            <a:xfrm>
              <a:off x="1497" y="1765"/>
              <a:ext cx="878" cy="290"/>
              <a:chOff x="1497" y="1765"/>
              <a:chExt cx="878" cy="290"/>
            </a:xfrm>
            <a:grpFill/>
          </p:grpSpPr>
          <p:sp>
            <p:nvSpPr>
              <p:cNvPr id="103889" name="Freeform 952"/>
              <p:cNvSpPr>
                <a:spLocks/>
              </p:cNvSpPr>
              <p:nvPr/>
            </p:nvSpPr>
            <p:spPr bwMode="auto">
              <a:xfrm>
                <a:off x="2239" y="1765"/>
                <a:ext cx="136" cy="72"/>
              </a:xfrm>
              <a:custGeom>
                <a:avLst/>
                <a:gdLst>
                  <a:gd name="T0" fmla="*/ 136 w 136"/>
                  <a:gd name="T1" fmla="*/ 0 h 72"/>
                  <a:gd name="T2" fmla="*/ 24 w 136"/>
                  <a:gd name="T3" fmla="*/ 72 h 72"/>
                  <a:gd name="T4" fmla="*/ 8 w 136"/>
                  <a:gd name="T5" fmla="*/ 40 h 72"/>
                  <a:gd name="T6" fmla="*/ 0 w 136"/>
                  <a:gd name="T7" fmla="*/ 8 h 72"/>
                  <a:gd name="T8" fmla="*/ 136 w 136"/>
                  <a:gd name="T9" fmla="*/ 0 h 72"/>
                  <a:gd name="T10" fmla="*/ 0 60000 65536"/>
                  <a:gd name="T11" fmla="*/ 0 60000 65536"/>
                  <a:gd name="T12" fmla="*/ 0 60000 65536"/>
                  <a:gd name="T13" fmla="*/ 0 60000 65536"/>
                  <a:gd name="T14" fmla="*/ 0 60000 65536"/>
                  <a:gd name="T15" fmla="*/ 0 w 136"/>
                  <a:gd name="T16" fmla="*/ 0 h 72"/>
                  <a:gd name="T17" fmla="*/ 136 w 136"/>
                  <a:gd name="T18" fmla="*/ 72 h 72"/>
                </a:gdLst>
                <a:ahLst/>
                <a:cxnLst>
                  <a:cxn ang="T10">
                    <a:pos x="T0" y="T1"/>
                  </a:cxn>
                  <a:cxn ang="T11">
                    <a:pos x="T2" y="T3"/>
                  </a:cxn>
                  <a:cxn ang="T12">
                    <a:pos x="T4" y="T5"/>
                  </a:cxn>
                  <a:cxn ang="T13">
                    <a:pos x="T6" y="T7"/>
                  </a:cxn>
                  <a:cxn ang="T14">
                    <a:pos x="T8" y="T9"/>
                  </a:cxn>
                </a:cxnLst>
                <a:rect l="T15" t="T16" r="T17" b="T18"/>
                <a:pathLst>
                  <a:path w="136" h="72">
                    <a:moveTo>
                      <a:pt x="136" y="0"/>
                    </a:moveTo>
                    <a:lnTo>
                      <a:pt x="24" y="72"/>
                    </a:lnTo>
                    <a:lnTo>
                      <a:pt x="8" y="40"/>
                    </a:lnTo>
                    <a:lnTo>
                      <a:pt x="0" y="8"/>
                    </a:lnTo>
                    <a:lnTo>
                      <a:pt x="136" y="0"/>
                    </a:lnTo>
                    <a:close/>
                  </a:path>
                </a:pathLst>
              </a:custGeom>
              <a:grpFill/>
              <a:ln w="9525">
                <a:solidFill>
                  <a:schemeClr val="bg1">
                    <a:lumMod val="65000"/>
                  </a:schemeClr>
                </a:solidFill>
                <a:round/>
                <a:headEnd/>
                <a:tailEnd/>
              </a:ln>
            </p:spPr>
            <p:txBody>
              <a:bodyPr/>
              <a:lstStyle/>
              <a:p>
                <a:endParaRPr lang="en-US"/>
              </a:p>
            </p:txBody>
          </p:sp>
          <p:sp>
            <p:nvSpPr>
              <p:cNvPr id="103890" name="Line 953"/>
              <p:cNvSpPr>
                <a:spLocks noChangeShapeType="1"/>
              </p:cNvSpPr>
              <p:nvPr/>
            </p:nvSpPr>
            <p:spPr bwMode="auto">
              <a:xfrm flipV="1">
                <a:off x="1497" y="1803"/>
                <a:ext cx="758" cy="252"/>
              </a:xfrm>
              <a:prstGeom prst="line">
                <a:avLst/>
              </a:prstGeom>
              <a:grpFill/>
              <a:ln w="25400">
                <a:solidFill>
                  <a:schemeClr val="bg1">
                    <a:lumMod val="65000"/>
                  </a:schemeClr>
                </a:solidFill>
                <a:round/>
                <a:headEnd/>
                <a:tailEnd/>
              </a:ln>
            </p:spPr>
            <p:txBody>
              <a:bodyPr/>
              <a:lstStyle/>
              <a:p>
                <a:endParaRPr lang="en-US"/>
              </a:p>
            </p:txBody>
          </p:sp>
        </p:grpSp>
        <p:grpSp>
          <p:nvGrpSpPr>
            <p:cNvPr id="103618" name="Group 954"/>
            <p:cNvGrpSpPr>
              <a:grpSpLocks/>
            </p:cNvGrpSpPr>
            <p:nvPr/>
          </p:nvGrpSpPr>
          <p:grpSpPr bwMode="auto">
            <a:xfrm>
              <a:off x="1938" y="1765"/>
              <a:ext cx="892" cy="1507"/>
              <a:chOff x="1938" y="1765"/>
              <a:chExt cx="892" cy="1507"/>
            </a:xfrm>
            <a:grpFill/>
          </p:grpSpPr>
          <p:sp>
            <p:nvSpPr>
              <p:cNvPr id="103887" name="Freeform 955"/>
              <p:cNvSpPr>
                <a:spLocks/>
              </p:cNvSpPr>
              <p:nvPr/>
            </p:nvSpPr>
            <p:spPr bwMode="auto">
              <a:xfrm>
                <a:off x="2726" y="3145"/>
                <a:ext cx="104" cy="127"/>
              </a:xfrm>
              <a:custGeom>
                <a:avLst/>
                <a:gdLst>
                  <a:gd name="T0" fmla="*/ 104 w 104"/>
                  <a:gd name="T1" fmla="*/ 127 h 127"/>
                  <a:gd name="T2" fmla="*/ 0 w 104"/>
                  <a:gd name="T3" fmla="*/ 32 h 127"/>
                  <a:gd name="T4" fmla="*/ 32 w 104"/>
                  <a:gd name="T5" fmla="*/ 16 h 127"/>
                  <a:gd name="T6" fmla="*/ 64 w 104"/>
                  <a:gd name="T7" fmla="*/ 0 h 127"/>
                  <a:gd name="T8" fmla="*/ 104 w 104"/>
                  <a:gd name="T9" fmla="*/ 127 h 127"/>
                  <a:gd name="T10" fmla="*/ 0 60000 65536"/>
                  <a:gd name="T11" fmla="*/ 0 60000 65536"/>
                  <a:gd name="T12" fmla="*/ 0 60000 65536"/>
                  <a:gd name="T13" fmla="*/ 0 60000 65536"/>
                  <a:gd name="T14" fmla="*/ 0 60000 65536"/>
                  <a:gd name="T15" fmla="*/ 0 w 104"/>
                  <a:gd name="T16" fmla="*/ 0 h 127"/>
                  <a:gd name="T17" fmla="*/ 104 w 104"/>
                  <a:gd name="T18" fmla="*/ 127 h 127"/>
                </a:gdLst>
                <a:ahLst/>
                <a:cxnLst>
                  <a:cxn ang="T10">
                    <a:pos x="T0" y="T1"/>
                  </a:cxn>
                  <a:cxn ang="T11">
                    <a:pos x="T2" y="T3"/>
                  </a:cxn>
                  <a:cxn ang="T12">
                    <a:pos x="T4" y="T5"/>
                  </a:cxn>
                  <a:cxn ang="T13">
                    <a:pos x="T6" y="T7"/>
                  </a:cxn>
                  <a:cxn ang="T14">
                    <a:pos x="T8" y="T9"/>
                  </a:cxn>
                </a:cxnLst>
                <a:rect l="T15" t="T16" r="T17" b="T18"/>
                <a:pathLst>
                  <a:path w="104" h="127">
                    <a:moveTo>
                      <a:pt x="104" y="127"/>
                    </a:moveTo>
                    <a:lnTo>
                      <a:pt x="0" y="32"/>
                    </a:lnTo>
                    <a:lnTo>
                      <a:pt x="32" y="16"/>
                    </a:lnTo>
                    <a:lnTo>
                      <a:pt x="64" y="0"/>
                    </a:lnTo>
                    <a:lnTo>
                      <a:pt x="104" y="127"/>
                    </a:lnTo>
                    <a:close/>
                  </a:path>
                </a:pathLst>
              </a:custGeom>
              <a:grpFill/>
              <a:ln w="9525">
                <a:solidFill>
                  <a:schemeClr val="bg1">
                    <a:lumMod val="65000"/>
                  </a:schemeClr>
                </a:solidFill>
                <a:round/>
                <a:headEnd/>
                <a:tailEnd/>
              </a:ln>
            </p:spPr>
            <p:txBody>
              <a:bodyPr/>
              <a:lstStyle/>
              <a:p>
                <a:endParaRPr lang="en-US"/>
              </a:p>
            </p:txBody>
          </p:sp>
          <p:sp>
            <p:nvSpPr>
              <p:cNvPr id="103888" name="Line 956"/>
              <p:cNvSpPr>
                <a:spLocks noChangeShapeType="1"/>
              </p:cNvSpPr>
              <p:nvPr/>
            </p:nvSpPr>
            <p:spPr bwMode="auto">
              <a:xfrm>
                <a:off x="1938" y="1765"/>
                <a:ext cx="823" cy="1404"/>
              </a:xfrm>
              <a:prstGeom prst="line">
                <a:avLst/>
              </a:prstGeom>
              <a:grpFill/>
              <a:ln w="25400">
                <a:solidFill>
                  <a:schemeClr val="bg1">
                    <a:lumMod val="65000"/>
                  </a:schemeClr>
                </a:solidFill>
                <a:round/>
                <a:headEnd/>
                <a:tailEnd/>
              </a:ln>
            </p:spPr>
            <p:txBody>
              <a:bodyPr/>
              <a:lstStyle/>
              <a:p>
                <a:endParaRPr lang="en-US"/>
              </a:p>
            </p:txBody>
          </p:sp>
        </p:grpSp>
        <p:grpSp>
          <p:nvGrpSpPr>
            <p:cNvPr id="103619" name="Group 957"/>
            <p:cNvGrpSpPr>
              <a:grpSpLocks/>
            </p:cNvGrpSpPr>
            <p:nvPr/>
          </p:nvGrpSpPr>
          <p:grpSpPr bwMode="auto">
            <a:xfrm>
              <a:off x="1482" y="1781"/>
              <a:ext cx="438" cy="263"/>
              <a:chOff x="1482" y="1781"/>
              <a:chExt cx="438" cy="263"/>
            </a:xfrm>
            <a:grpFill/>
          </p:grpSpPr>
          <p:sp>
            <p:nvSpPr>
              <p:cNvPr id="103882" name="Freeform 958"/>
              <p:cNvSpPr>
                <a:spLocks/>
              </p:cNvSpPr>
              <p:nvPr/>
            </p:nvSpPr>
            <p:spPr bwMode="auto">
              <a:xfrm>
                <a:off x="1808" y="1964"/>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 name="T15" fmla="*/ 0 w 112"/>
                  <a:gd name="T16" fmla="*/ 0 h 80"/>
                  <a:gd name="T17" fmla="*/ 112 w 112"/>
                  <a:gd name="T18" fmla="*/ 80 h 80"/>
                </a:gdLst>
                <a:ahLst/>
                <a:cxnLst>
                  <a:cxn ang="T10">
                    <a:pos x="T0" y="T1"/>
                  </a:cxn>
                  <a:cxn ang="T11">
                    <a:pos x="T2" y="T3"/>
                  </a:cxn>
                  <a:cxn ang="T12">
                    <a:pos x="T4" y="T5"/>
                  </a:cxn>
                  <a:cxn ang="T13">
                    <a:pos x="T6" y="T7"/>
                  </a:cxn>
                  <a:cxn ang="T14">
                    <a:pos x="T8" y="T9"/>
                  </a:cxn>
                </a:cxnLst>
                <a:rect l="T15" t="T16" r="T17" b="T18"/>
                <a:pathLst>
                  <a:path w="112" h="80">
                    <a:moveTo>
                      <a:pt x="112" y="80"/>
                    </a:moveTo>
                    <a:lnTo>
                      <a:pt x="0" y="48"/>
                    </a:lnTo>
                    <a:lnTo>
                      <a:pt x="16" y="24"/>
                    </a:lnTo>
                    <a:lnTo>
                      <a:pt x="32" y="0"/>
                    </a:lnTo>
                    <a:lnTo>
                      <a:pt x="112" y="80"/>
                    </a:lnTo>
                    <a:close/>
                  </a:path>
                </a:pathLst>
              </a:custGeom>
              <a:grpFill/>
              <a:ln w="9525">
                <a:solidFill>
                  <a:schemeClr val="bg1">
                    <a:lumMod val="65000"/>
                  </a:schemeClr>
                </a:solidFill>
                <a:round/>
                <a:headEnd/>
                <a:tailEnd/>
              </a:ln>
            </p:spPr>
            <p:txBody>
              <a:bodyPr/>
              <a:lstStyle/>
              <a:p>
                <a:endParaRPr lang="en-US"/>
              </a:p>
            </p:txBody>
          </p:sp>
          <p:sp>
            <p:nvSpPr>
              <p:cNvPr id="103883" name="Line 959"/>
              <p:cNvSpPr>
                <a:spLocks noChangeShapeType="1"/>
              </p:cNvSpPr>
              <p:nvPr/>
            </p:nvSpPr>
            <p:spPr bwMode="auto">
              <a:xfrm>
                <a:off x="1482" y="1781"/>
                <a:ext cx="70" cy="46"/>
              </a:xfrm>
              <a:prstGeom prst="line">
                <a:avLst/>
              </a:prstGeom>
              <a:grpFill/>
              <a:ln w="12700">
                <a:solidFill>
                  <a:schemeClr val="bg1">
                    <a:lumMod val="65000"/>
                  </a:schemeClr>
                </a:solidFill>
                <a:round/>
                <a:headEnd/>
                <a:tailEnd/>
              </a:ln>
            </p:spPr>
            <p:txBody>
              <a:bodyPr/>
              <a:lstStyle/>
              <a:p>
                <a:endParaRPr lang="en-US"/>
              </a:p>
            </p:txBody>
          </p:sp>
          <p:sp>
            <p:nvSpPr>
              <p:cNvPr id="103884" name="Line 960"/>
              <p:cNvSpPr>
                <a:spLocks noChangeShapeType="1"/>
              </p:cNvSpPr>
              <p:nvPr/>
            </p:nvSpPr>
            <p:spPr bwMode="auto">
              <a:xfrm>
                <a:off x="1577" y="1837"/>
                <a:ext cx="71" cy="47"/>
              </a:xfrm>
              <a:prstGeom prst="line">
                <a:avLst/>
              </a:prstGeom>
              <a:grpFill/>
              <a:ln w="12700">
                <a:solidFill>
                  <a:schemeClr val="bg1">
                    <a:lumMod val="65000"/>
                  </a:schemeClr>
                </a:solidFill>
                <a:round/>
                <a:headEnd/>
                <a:tailEnd/>
              </a:ln>
            </p:spPr>
            <p:txBody>
              <a:bodyPr/>
              <a:lstStyle/>
              <a:p>
                <a:endParaRPr lang="en-US"/>
              </a:p>
            </p:txBody>
          </p:sp>
          <p:sp>
            <p:nvSpPr>
              <p:cNvPr id="103885" name="Line 961"/>
              <p:cNvSpPr>
                <a:spLocks noChangeShapeType="1"/>
              </p:cNvSpPr>
              <p:nvPr/>
            </p:nvSpPr>
            <p:spPr bwMode="auto">
              <a:xfrm>
                <a:off x="1672" y="1892"/>
                <a:ext cx="72" cy="47"/>
              </a:xfrm>
              <a:prstGeom prst="line">
                <a:avLst/>
              </a:prstGeom>
              <a:grpFill/>
              <a:ln w="12700">
                <a:solidFill>
                  <a:schemeClr val="bg1">
                    <a:lumMod val="65000"/>
                  </a:schemeClr>
                </a:solidFill>
                <a:round/>
                <a:headEnd/>
                <a:tailEnd/>
              </a:ln>
            </p:spPr>
            <p:txBody>
              <a:bodyPr/>
              <a:lstStyle/>
              <a:p>
                <a:endParaRPr lang="en-US"/>
              </a:p>
            </p:txBody>
          </p:sp>
          <p:sp>
            <p:nvSpPr>
              <p:cNvPr id="103886" name="Line 962"/>
              <p:cNvSpPr>
                <a:spLocks noChangeShapeType="1"/>
              </p:cNvSpPr>
              <p:nvPr/>
            </p:nvSpPr>
            <p:spPr bwMode="auto">
              <a:xfrm>
                <a:off x="1768" y="1956"/>
                <a:ext cx="56" cy="32"/>
              </a:xfrm>
              <a:prstGeom prst="line">
                <a:avLst/>
              </a:prstGeom>
              <a:grpFill/>
              <a:ln w="12700">
                <a:solidFill>
                  <a:schemeClr val="bg1">
                    <a:lumMod val="65000"/>
                  </a:schemeClr>
                </a:solidFill>
                <a:round/>
                <a:headEnd/>
                <a:tailEnd/>
              </a:ln>
            </p:spPr>
            <p:txBody>
              <a:bodyPr/>
              <a:lstStyle/>
              <a:p>
                <a:endParaRPr lang="en-US"/>
              </a:p>
            </p:txBody>
          </p:sp>
        </p:grpSp>
        <p:grpSp>
          <p:nvGrpSpPr>
            <p:cNvPr id="103620" name="Group 963"/>
            <p:cNvGrpSpPr>
              <a:grpSpLocks/>
            </p:cNvGrpSpPr>
            <p:nvPr/>
          </p:nvGrpSpPr>
          <p:grpSpPr bwMode="auto">
            <a:xfrm>
              <a:off x="1481" y="1789"/>
              <a:ext cx="455" cy="550"/>
              <a:chOff x="1481" y="1789"/>
              <a:chExt cx="455" cy="550"/>
            </a:xfrm>
            <a:grpFill/>
          </p:grpSpPr>
          <p:sp>
            <p:nvSpPr>
              <p:cNvPr id="103875" name="Freeform 964"/>
              <p:cNvSpPr>
                <a:spLocks/>
              </p:cNvSpPr>
              <p:nvPr/>
            </p:nvSpPr>
            <p:spPr bwMode="auto">
              <a:xfrm>
                <a:off x="1840" y="2235"/>
                <a:ext cx="96" cy="104"/>
              </a:xfrm>
              <a:custGeom>
                <a:avLst/>
                <a:gdLst>
                  <a:gd name="T0" fmla="*/ 96 w 96"/>
                  <a:gd name="T1" fmla="*/ 104 h 104"/>
                  <a:gd name="T2" fmla="*/ 0 w 96"/>
                  <a:gd name="T3" fmla="*/ 32 h 104"/>
                  <a:gd name="T4" fmla="*/ 24 w 96"/>
                  <a:gd name="T5" fmla="*/ 16 h 104"/>
                  <a:gd name="T6" fmla="*/ 48 w 96"/>
                  <a:gd name="T7" fmla="*/ 0 h 104"/>
                  <a:gd name="T8" fmla="*/ 96 w 96"/>
                  <a:gd name="T9" fmla="*/ 104 h 104"/>
                  <a:gd name="T10" fmla="*/ 0 60000 65536"/>
                  <a:gd name="T11" fmla="*/ 0 60000 65536"/>
                  <a:gd name="T12" fmla="*/ 0 60000 65536"/>
                  <a:gd name="T13" fmla="*/ 0 60000 65536"/>
                  <a:gd name="T14" fmla="*/ 0 60000 65536"/>
                  <a:gd name="T15" fmla="*/ 0 w 96"/>
                  <a:gd name="T16" fmla="*/ 0 h 104"/>
                  <a:gd name="T17" fmla="*/ 96 w 96"/>
                  <a:gd name="T18" fmla="*/ 104 h 104"/>
                </a:gdLst>
                <a:ahLst/>
                <a:cxnLst>
                  <a:cxn ang="T10">
                    <a:pos x="T0" y="T1"/>
                  </a:cxn>
                  <a:cxn ang="T11">
                    <a:pos x="T2" y="T3"/>
                  </a:cxn>
                  <a:cxn ang="T12">
                    <a:pos x="T4" y="T5"/>
                  </a:cxn>
                  <a:cxn ang="T13">
                    <a:pos x="T6" y="T7"/>
                  </a:cxn>
                  <a:cxn ang="T14">
                    <a:pos x="T8" y="T9"/>
                  </a:cxn>
                </a:cxnLst>
                <a:rect l="T15" t="T16" r="T17" b="T18"/>
                <a:pathLst>
                  <a:path w="96" h="104">
                    <a:moveTo>
                      <a:pt x="96" y="104"/>
                    </a:moveTo>
                    <a:lnTo>
                      <a:pt x="0" y="32"/>
                    </a:lnTo>
                    <a:lnTo>
                      <a:pt x="24" y="16"/>
                    </a:lnTo>
                    <a:lnTo>
                      <a:pt x="48" y="0"/>
                    </a:lnTo>
                    <a:lnTo>
                      <a:pt x="96" y="104"/>
                    </a:lnTo>
                    <a:close/>
                  </a:path>
                </a:pathLst>
              </a:custGeom>
              <a:grpFill/>
              <a:ln w="9525">
                <a:solidFill>
                  <a:schemeClr val="bg1">
                    <a:lumMod val="65000"/>
                  </a:schemeClr>
                </a:solidFill>
                <a:round/>
                <a:headEnd/>
                <a:tailEnd/>
              </a:ln>
            </p:spPr>
            <p:txBody>
              <a:bodyPr/>
              <a:lstStyle/>
              <a:p>
                <a:endParaRPr lang="en-US"/>
              </a:p>
            </p:txBody>
          </p:sp>
          <p:sp>
            <p:nvSpPr>
              <p:cNvPr id="103876" name="Line 965"/>
              <p:cNvSpPr>
                <a:spLocks noChangeShapeType="1"/>
              </p:cNvSpPr>
              <p:nvPr/>
            </p:nvSpPr>
            <p:spPr bwMode="auto">
              <a:xfrm>
                <a:off x="1481" y="1789"/>
                <a:ext cx="55" cy="62"/>
              </a:xfrm>
              <a:prstGeom prst="line">
                <a:avLst/>
              </a:prstGeom>
              <a:grpFill/>
              <a:ln w="12700">
                <a:solidFill>
                  <a:schemeClr val="bg1">
                    <a:lumMod val="65000"/>
                  </a:schemeClr>
                </a:solidFill>
                <a:round/>
                <a:headEnd/>
                <a:tailEnd/>
              </a:ln>
            </p:spPr>
            <p:txBody>
              <a:bodyPr/>
              <a:lstStyle/>
              <a:p>
                <a:endParaRPr lang="en-US"/>
              </a:p>
            </p:txBody>
          </p:sp>
          <p:sp>
            <p:nvSpPr>
              <p:cNvPr id="103877" name="Line 966"/>
              <p:cNvSpPr>
                <a:spLocks noChangeShapeType="1"/>
              </p:cNvSpPr>
              <p:nvPr/>
            </p:nvSpPr>
            <p:spPr bwMode="auto">
              <a:xfrm>
                <a:off x="1552" y="1876"/>
                <a:ext cx="56" cy="64"/>
              </a:xfrm>
              <a:prstGeom prst="line">
                <a:avLst/>
              </a:prstGeom>
              <a:grpFill/>
              <a:ln w="12700">
                <a:solidFill>
                  <a:schemeClr val="bg1">
                    <a:lumMod val="65000"/>
                  </a:schemeClr>
                </a:solidFill>
                <a:round/>
                <a:headEnd/>
                <a:tailEnd/>
              </a:ln>
            </p:spPr>
            <p:txBody>
              <a:bodyPr/>
              <a:lstStyle/>
              <a:p>
                <a:endParaRPr lang="en-US"/>
              </a:p>
            </p:txBody>
          </p:sp>
          <p:sp>
            <p:nvSpPr>
              <p:cNvPr id="103878" name="Line 967"/>
              <p:cNvSpPr>
                <a:spLocks noChangeShapeType="1"/>
              </p:cNvSpPr>
              <p:nvPr/>
            </p:nvSpPr>
            <p:spPr bwMode="auto">
              <a:xfrm>
                <a:off x="1624" y="1964"/>
                <a:ext cx="56" cy="64"/>
              </a:xfrm>
              <a:prstGeom prst="line">
                <a:avLst/>
              </a:prstGeom>
              <a:grpFill/>
              <a:ln w="12700">
                <a:solidFill>
                  <a:schemeClr val="bg1">
                    <a:lumMod val="65000"/>
                  </a:schemeClr>
                </a:solidFill>
                <a:round/>
                <a:headEnd/>
                <a:tailEnd/>
              </a:ln>
            </p:spPr>
            <p:txBody>
              <a:bodyPr/>
              <a:lstStyle/>
              <a:p>
                <a:endParaRPr lang="en-US"/>
              </a:p>
            </p:txBody>
          </p:sp>
          <p:sp>
            <p:nvSpPr>
              <p:cNvPr id="103879" name="Line 968"/>
              <p:cNvSpPr>
                <a:spLocks noChangeShapeType="1"/>
              </p:cNvSpPr>
              <p:nvPr/>
            </p:nvSpPr>
            <p:spPr bwMode="auto">
              <a:xfrm>
                <a:off x="1696" y="2044"/>
                <a:ext cx="56" cy="72"/>
              </a:xfrm>
              <a:prstGeom prst="line">
                <a:avLst/>
              </a:prstGeom>
              <a:grpFill/>
              <a:ln w="12700">
                <a:solidFill>
                  <a:schemeClr val="bg1">
                    <a:lumMod val="65000"/>
                  </a:schemeClr>
                </a:solidFill>
                <a:round/>
                <a:headEnd/>
                <a:tailEnd/>
              </a:ln>
            </p:spPr>
            <p:txBody>
              <a:bodyPr/>
              <a:lstStyle/>
              <a:p>
                <a:endParaRPr lang="en-US"/>
              </a:p>
            </p:txBody>
          </p:sp>
          <p:sp>
            <p:nvSpPr>
              <p:cNvPr id="103880" name="Line 969"/>
              <p:cNvSpPr>
                <a:spLocks noChangeShapeType="1"/>
              </p:cNvSpPr>
              <p:nvPr/>
            </p:nvSpPr>
            <p:spPr bwMode="auto">
              <a:xfrm>
                <a:off x="1768" y="2132"/>
                <a:ext cx="56" cy="71"/>
              </a:xfrm>
              <a:prstGeom prst="line">
                <a:avLst/>
              </a:prstGeom>
              <a:grpFill/>
              <a:ln w="12700">
                <a:solidFill>
                  <a:schemeClr val="bg1">
                    <a:lumMod val="65000"/>
                  </a:schemeClr>
                </a:solidFill>
                <a:round/>
                <a:headEnd/>
                <a:tailEnd/>
              </a:ln>
            </p:spPr>
            <p:txBody>
              <a:bodyPr/>
              <a:lstStyle/>
              <a:p>
                <a:endParaRPr lang="en-US"/>
              </a:p>
            </p:txBody>
          </p:sp>
          <p:sp>
            <p:nvSpPr>
              <p:cNvPr id="103881" name="Line 970"/>
              <p:cNvSpPr>
                <a:spLocks noChangeShapeType="1"/>
              </p:cNvSpPr>
              <p:nvPr/>
            </p:nvSpPr>
            <p:spPr bwMode="auto">
              <a:xfrm>
                <a:off x="1840" y="2219"/>
                <a:ext cx="24" cy="31"/>
              </a:xfrm>
              <a:prstGeom prst="line">
                <a:avLst/>
              </a:prstGeom>
              <a:grpFill/>
              <a:ln w="12700">
                <a:solidFill>
                  <a:schemeClr val="bg1">
                    <a:lumMod val="65000"/>
                  </a:schemeClr>
                </a:solidFill>
                <a:round/>
                <a:headEnd/>
                <a:tailEnd/>
              </a:ln>
            </p:spPr>
            <p:txBody>
              <a:bodyPr/>
              <a:lstStyle/>
              <a:p>
                <a:endParaRPr lang="en-US"/>
              </a:p>
            </p:txBody>
          </p:sp>
        </p:grpSp>
        <p:grpSp>
          <p:nvGrpSpPr>
            <p:cNvPr id="103621" name="Group 971"/>
            <p:cNvGrpSpPr>
              <a:grpSpLocks/>
            </p:cNvGrpSpPr>
            <p:nvPr/>
          </p:nvGrpSpPr>
          <p:grpSpPr bwMode="auto">
            <a:xfrm>
              <a:off x="1489" y="2084"/>
              <a:ext cx="439" cy="574"/>
              <a:chOff x="1489" y="2084"/>
              <a:chExt cx="439" cy="574"/>
            </a:xfrm>
            <a:grpFill/>
          </p:grpSpPr>
          <p:sp>
            <p:nvSpPr>
              <p:cNvPr id="103868" name="Freeform 972"/>
              <p:cNvSpPr>
                <a:spLocks/>
              </p:cNvSpPr>
              <p:nvPr/>
            </p:nvSpPr>
            <p:spPr bwMode="auto">
              <a:xfrm>
                <a:off x="1840" y="2554"/>
                <a:ext cx="88" cy="104"/>
              </a:xfrm>
              <a:custGeom>
                <a:avLst/>
                <a:gdLst>
                  <a:gd name="T0" fmla="*/ 88 w 88"/>
                  <a:gd name="T1" fmla="*/ 104 h 104"/>
                  <a:gd name="T2" fmla="*/ 0 w 88"/>
                  <a:gd name="T3" fmla="*/ 32 h 104"/>
                  <a:gd name="T4" fmla="*/ 16 w 88"/>
                  <a:gd name="T5" fmla="*/ 16 h 104"/>
                  <a:gd name="T6" fmla="*/ 40 w 88"/>
                  <a:gd name="T7" fmla="*/ 0 h 104"/>
                  <a:gd name="T8" fmla="*/ 88 w 88"/>
                  <a:gd name="T9" fmla="*/ 104 h 104"/>
                  <a:gd name="T10" fmla="*/ 0 60000 65536"/>
                  <a:gd name="T11" fmla="*/ 0 60000 65536"/>
                  <a:gd name="T12" fmla="*/ 0 60000 65536"/>
                  <a:gd name="T13" fmla="*/ 0 60000 65536"/>
                  <a:gd name="T14" fmla="*/ 0 60000 65536"/>
                  <a:gd name="T15" fmla="*/ 0 w 88"/>
                  <a:gd name="T16" fmla="*/ 0 h 104"/>
                  <a:gd name="T17" fmla="*/ 88 w 88"/>
                  <a:gd name="T18" fmla="*/ 104 h 104"/>
                </a:gdLst>
                <a:ahLst/>
                <a:cxnLst>
                  <a:cxn ang="T10">
                    <a:pos x="T0" y="T1"/>
                  </a:cxn>
                  <a:cxn ang="T11">
                    <a:pos x="T2" y="T3"/>
                  </a:cxn>
                  <a:cxn ang="T12">
                    <a:pos x="T4" y="T5"/>
                  </a:cxn>
                  <a:cxn ang="T13">
                    <a:pos x="T6" y="T7"/>
                  </a:cxn>
                  <a:cxn ang="T14">
                    <a:pos x="T8" y="T9"/>
                  </a:cxn>
                </a:cxnLst>
                <a:rect l="T15" t="T16" r="T17" b="T18"/>
                <a:pathLst>
                  <a:path w="88" h="104">
                    <a:moveTo>
                      <a:pt x="88" y="104"/>
                    </a:moveTo>
                    <a:lnTo>
                      <a:pt x="0" y="32"/>
                    </a:lnTo>
                    <a:lnTo>
                      <a:pt x="16" y="16"/>
                    </a:lnTo>
                    <a:lnTo>
                      <a:pt x="40" y="0"/>
                    </a:lnTo>
                    <a:lnTo>
                      <a:pt x="88" y="104"/>
                    </a:lnTo>
                    <a:close/>
                  </a:path>
                </a:pathLst>
              </a:custGeom>
              <a:grpFill/>
              <a:ln w="9525">
                <a:solidFill>
                  <a:schemeClr val="bg1">
                    <a:lumMod val="65000"/>
                  </a:schemeClr>
                </a:solidFill>
                <a:round/>
                <a:headEnd/>
                <a:tailEnd/>
              </a:ln>
            </p:spPr>
            <p:txBody>
              <a:bodyPr/>
              <a:lstStyle/>
              <a:p>
                <a:endParaRPr lang="en-US"/>
              </a:p>
            </p:txBody>
          </p:sp>
          <p:sp>
            <p:nvSpPr>
              <p:cNvPr id="103869" name="Line 973"/>
              <p:cNvSpPr>
                <a:spLocks noChangeShapeType="1"/>
              </p:cNvSpPr>
              <p:nvPr/>
            </p:nvSpPr>
            <p:spPr bwMode="auto">
              <a:xfrm>
                <a:off x="1489" y="2084"/>
                <a:ext cx="55" cy="70"/>
              </a:xfrm>
              <a:prstGeom prst="line">
                <a:avLst/>
              </a:prstGeom>
              <a:grpFill/>
              <a:ln w="12700">
                <a:solidFill>
                  <a:schemeClr val="bg1">
                    <a:lumMod val="65000"/>
                  </a:schemeClr>
                </a:solidFill>
                <a:round/>
                <a:headEnd/>
                <a:tailEnd/>
              </a:ln>
            </p:spPr>
            <p:txBody>
              <a:bodyPr/>
              <a:lstStyle/>
              <a:p>
                <a:endParaRPr lang="en-US"/>
              </a:p>
            </p:txBody>
          </p:sp>
          <p:sp>
            <p:nvSpPr>
              <p:cNvPr id="103870" name="Line 974"/>
              <p:cNvSpPr>
                <a:spLocks noChangeShapeType="1"/>
              </p:cNvSpPr>
              <p:nvPr/>
            </p:nvSpPr>
            <p:spPr bwMode="auto">
              <a:xfrm>
                <a:off x="1553" y="2172"/>
                <a:ext cx="55" cy="70"/>
              </a:xfrm>
              <a:prstGeom prst="line">
                <a:avLst/>
              </a:prstGeom>
              <a:grpFill/>
              <a:ln w="12700">
                <a:solidFill>
                  <a:schemeClr val="bg1">
                    <a:lumMod val="65000"/>
                  </a:schemeClr>
                </a:solidFill>
                <a:round/>
                <a:headEnd/>
                <a:tailEnd/>
              </a:ln>
            </p:spPr>
            <p:txBody>
              <a:bodyPr/>
              <a:lstStyle/>
              <a:p>
                <a:endParaRPr lang="en-US"/>
              </a:p>
            </p:txBody>
          </p:sp>
          <p:sp>
            <p:nvSpPr>
              <p:cNvPr id="103871" name="Line 975"/>
              <p:cNvSpPr>
                <a:spLocks noChangeShapeType="1"/>
              </p:cNvSpPr>
              <p:nvPr/>
            </p:nvSpPr>
            <p:spPr bwMode="auto">
              <a:xfrm>
                <a:off x="1624" y="2259"/>
                <a:ext cx="56" cy="71"/>
              </a:xfrm>
              <a:prstGeom prst="line">
                <a:avLst/>
              </a:prstGeom>
              <a:grpFill/>
              <a:ln w="12700">
                <a:solidFill>
                  <a:schemeClr val="bg1">
                    <a:lumMod val="65000"/>
                  </a:schemeClr>
                </a:solidFill>
                <a:round/>
                <a:headEnd/>
                <a:tailEnd/>
              </a:ln>
            </p:spPr>
            <p:txBody>
              <a:bodyPr/>
              <a:lstStyle/>
              <a:p>
                <a:endParaRPr lang="en-US"/>
              </a:p>
            </p:txBody>
          </p:sp>
          <p:sp>
            <p:nvSpPr>
              <p:cNvPr id="103872" name="Line 976"/>
              <p:cNvSpPr>
                <a:spLocks noChangeShapeType="1"/>
              </p:cNvSpPr>
              <p:nvPr/>
            </p:nvSpPr>
            <p:spPr bwMode="auto">
              <a:xfrm>
                <a:off x="1688" y="2347"/>
                <a:ext cx="56" cy="72"/>
              </a:xfrm>
              <a:prstGeom prst="line">
                <a:avLst/>
              </a:prstGeom>
              <a:grpFill/>
              <a:ln w="12700">
                <a:solidFill>
                  <a:schemeClr val="bg1">
                    <a:lumMod val="65000"/>
                  </a:schemeClr>
                </a:solidFill>
                <a:round/>
                <a:headEnd/>
                <a:tailEnd/>
              </a:ln>
            </p:spPr>
            <p:txBody>
              <a:bodyPr/>
              <a:lstStyle/>
              <a:p>
                <a:endParaRPr lang="en-US"/>
              </a:p>
            </p:txBody>
          </p:sp>
          <p:sp>
            <p:nvSpPr>
              <p:cNvPr id="103873" name="Line 977"/>
              <p:cNvSpPr>
                <a:spLocks noChangeShapeType="1"/>
              </p:cNvSpPr>
              <p:nvPr/>
            </p:nvSpPr>
            <p:spPr bwMode="auto">
              <a:xfrm>
                <a:off x="1760" y="2443"/>
                <a:ext cx="56" cy="63"/>
              </a:xfrm>
              <a:prstGeom prst="line">
                <a:avLst/>
              </a:prstGeom>
              <a:grpFill/>
              <a:ln w="12700">
                <a:solidFill>
                  <a:schemeClr val="bg1">
                    <a:lumMod val="65000"/>
                  </a:schemeClr>
                </a:solidFill>
                <a:round/>
                <a:headEnd/>
                <a:tailEnd/>
              </a:ln>
            </p:spPr>
            <p:txBody>
              <a:bodyPr/>
              <a:lstStyle/>
              <a:p>
                <a:endParaRPr lang="en-US"/>
              </a:p>
            </p:txBody>
          </p:sp>
          <p:sp>
            <p:nvSpPr>
              <p:cNvPr id="103874" name="Line 978"/>
              <p:cNvSpPr>
                <a:spLocks noChangeShapeType="1"/>
              </p:cNvSpPr>
              <p:nvPr/>
            </p:nvSpPr>
            <p:spPr bwMode="auto">
              <a:xfrm>
                <a:off x="1824" y="2531"/>
                <a:ext cx="32" cy="39"/>
              </a:xfrm>
              <a:prstGeom prst="line">
                <a:avLst/>
              </a:prstGeom>
              <a:grpFill/>
              <a:ln w="12700">
                <a:solidFill>
                  <a:schemeClr val="bg1">
                    <a:lumMod val="65000"/>
                  </a:schemeClr>
                </a:solidFill>
                <a:round/>
                <a:headEnd/>
                <a:tailEnd/>
              </a:ln>
            </p:spPr>
            <p:txBody>
              <a:bodyPr/>
              <a:lstStyle/>
              <a:p>
                <a:endParaRPr lang="en-US"/>
              </a:p>
            </p:txBody>
          </p:sp>
        </p:grpSp>
        <p:grpSp>
          <p:nvGrpSpPr>
            <p:cNvPr id="103622" name="Group 979"/>
            <p:cNvGrpSpPr>
              <a:grpSpLocks/>
            </p:cNvGrpSpPr>
            <p:nvPr/>
          </p:nvGrpSpPr>
          <p:grpSpPr bwMode="auto">
            <a:xfrm>
              <a:off x="1481" y="2084"/>
              <a:ext cx="447" cy="574"/>
              <a:chOff x="1481" y="2084"/>
              <a:chExt cx="447" cy="574"/>
            </a:xfrm>
            <a:grpFill/>
          </p:grpSpPr>
          <p:sp>
            <p:nvSpPr>
              <p:cNvPr id="103861" name="Freeform 980"/>
              <p:cNvSpPr>
                <a:spLocks/>
              </p:cNvSpPr>
              <p:nvPr/>
            </p:nvSpPr>
            <p:spPr bwMode="auto">
              <a:xfrm>
                <a:off x="1840" y="2084"/>
                <a:ext cx="88" cy="104"/>
              </a:xfrm>
              <a:custGeom>
                <a:avLst/>
                <a:gdLst>
                  <a:gd name="T0" fmla="*/ 88 w 88"/>
                  <a:gd name="T1" fmla="*/ 0 h 104"/>
                  <a:gd name="T2" fmla="*/ 40 w 88"/>
                  <a:gd name="T3" fmla="*/ 104 h 104"/>
                  <a:gd name="T4" fmla="*/ 16 w 88"/>
                  <a:gd name="T5" fmla="*/ 88 h 104"/>
                  <a:gd name="T6" fmla="*/ 0 w 88"/>
                  <a:gd name="T7" fmla="*/ 72 h 104"/>
                  <a:gd name="T8" fmla="*/ 88 w 88"/>
                  <a:gd name="T9" fmla="*/ 0 h 104"/>
                  <a:gd name="T10" fmla="*/ 0 60000 65536"/>
                  <a:gd name="T11" fmla="*/ 0 60000 65536"/>
                  <a:gd name="T12" fmla="*/ 0 60000 65536"/>
                  <a:gd name="T13" fmla="*/ 0 60000 65536"/>
                  <a:gd name="T14" fmla="*/ 0 60000 65536"/>
                  <a:gd name="T15" fmla="*/ 0 w 88"/>
                  <a:gd name="T16" fmla="*/ 0 h 104"/>
                  <a:gd name="T17" fmla="*/ 88 w 88"/>
                  <a:gd name="T18" fmla="*/ 104 h 104"/>
                </a:gdLst>
                <a:ahLst/>
                <a:cxnLst>
                  <a:cxn ang="T10">
                    <a:pos x="T0" y="T1"/>
                  </a:cxn>
                  <a:cxn ang="T11">
                    <a:pos x="T2" y="T3"/>
                  </a:cxn>
                  <a:cxn ang="T12">
                    <a:pos x="T4" y="T5"/>
                  </a:cxn>
                  <a:cxn ang="T13">
                    <a:pos x="T6" y="T7"/>
                  </a:cxn>
                  <a:cxn ang="T14">
                    <a:pos x="T8" y="T9"/>
                  </a:cxn>
                </a:cxnLst>
                <a:rect l="T15" t="T16" r="T17" b="T18"/>
                <a:pathLst>
                  <a:path w="88" h="104">
                    <a:moveTo>
                      <a:pt x="88" y="0"/>
                    </a:moveTo>
                    <a:lnTo>
                      <a:pt x="40" y="104"/>
                    </a:lnTo>
                    <a:lnTo>
                      <a:pt x="16" y="88"/>
                    </a:lnTo>
                    <a:lnTo>
                      <a:pt x="0" y="72"/>
                    </a:lnTo>
                    <a:lnTo>
                      <a:pt x="88" y="0"/>
                    </a:lnTo>
                    <a:close/>
                  </a:path>
                </a:pathLst>
              </a:custGeom>
              <a:grpFill/>
              <a:ln w="9525">
                <a:solidFill>
                  <a:schemeClr val="bg1">
                    <a:lumMod val="65000"/>
                  </a:schemeClr>
                </a:solidFill>
                <a:round/>
                <a:headEnd/>
                <a:tailEnd/>
              </a:ln>
            </p:spPr>
            <p:txBody>
              <a:bodyPr/>
              <a:lstStyle/>
              <a:p>
                <a:endParaRPr lang="en-US"/>
              </a:p>
            </p:txBody>
          </p:sp>
          <p:sp>
            <p:nvSpPr>
              <p:cNvPr id="103862" name="Line 981"/>
              <p:cNvSpPr>
                <a:spLocks noChangeShapeType="1"/>
              </p:cNvSpPr>
              <p:nvPr/>
            </p:nvSpPr>
            <p:spPr bwMode="auto">
              <a:xfrm flipV="1">
                <a:off x="1481" y="2588"/>
                <a:ext cx="55" cy="70"/>
              </a:xfrm>
              <a:prstGeom prst="line">
                <a:avLst/>
              </a:prstGeom>
              <a:grpFill/>
              <a:ln w="12700">
                <a:solidFill>
                  <a:schemeClr val="bg1">
                    <a:lumMod val="65000"/>
                  </a:schemeClr>
                </a:solidFill>
                <a:round/>
                <a:headEnd/>
                <a:tailEnd/>
              </a:ln>
            </p:spPr>
            <p:txBody>
              <a:bodyPr/>
              <a:lstStyle/>
              <a:p>
                <a:endParaRPr lang="en-US"/>
              </a:p>
            </p:txBody>
          </p:sp>
          <p:sp>
            <p:nvSpPr>
              <p:cNvPr id="103863" name="Line 982"/>
              <p:cNvSpPr>
                <a:spLocks noChangeShapeType="1"/>
              </p:cNvSpPr>
              <p:nvPr/>
            </p:nvSpPr>
            <p:spPr bwMode="auto">
              <a:xfrm flipV="1">
                <a:off x="1553" y="2500"/>
                <a:ext cx="47" cy="70"/>
              </a:xfrm>
              <a:prstGeom prst="line">
                <a:avLst/>
              </a:prstGeom>
              <a:grpFill/>
              <a:ln w="12700">
                <a:solidFill>
                  <a:schemeClr val="bg1">
                    <a:lumMod val="65000"/>
                  </a:schemeClr>
                </a:solidFill>
                <a:round/>
                <a:headEnd/>
                <a:tailEnd/>
              </a:ln>
            </p:spPr>
            <p:txBody>
              <a:bodyPr/>
              <a:lstStyle/>
              <a:p>
                <a:endParaRPr lang="en-US"/>
              </a:p>
            </p:txBody>
          </p:sp>
          <p:sp>
            <p:nvSpPr>
              <p:cNvPr id="103864" name="Line 983"/>
              <p:cNvSpPr>
                <a:spLocks noChangeShapeType="1"/>
              </p:cNvSpPr>
              <p:nvPr/>
            </p:nvSpPr>
            <p:spPr bwMode="auto">
              <a:xfrm flipV="1">
                <a:off x="1616" y="2412"/>
                <a:ext cx="56" cy="71"/>
              </a:xfrm>
              <a:prstGeom prst="line">
                <a:avLst/>
              </a:prstGeom>
              <a:grpFill/>
              <a:ln w="12700">
                <a:solidFill>
                  <a:schemeClr val="bg1">
                    <a:lumMod val="65000"/>
                  </a:schemeClr>
                </a:solidFill>
                <a:round/>
                <a:headEnd/>
                <a:tailEnd/>
              </a:ln>
            </p:spPr>
            <p:txBody>
              <a:bodyPr/>
              <a:lstStyle/>
              <a:p>
                <a:endParaRPr lang="en-US"/>
              </a:p>
            </p:txBody>
          </p:sp>
          <p:sp>
            <p:nvSpPr>
              <p:cNvPr id="103865" name="Line 984"/>
              <p:cNvSpPr>
                <a:spLocks noChangeShapeType="1"/>
              </p:cNvSpPr>
              <p:nvPr/>
            </p:nvSpPr>
            <p:spPr bwMode="auto">
              <a:xfrm flipV="1">
                <a:off x="1688" y="2323"/>
                <a:ext cx="56" cy="72"/>
              </a:xfrm>
              <a:prstGeom prst="line">
                <a:avLst/>
              </a:prstGeom>
              <a:grpFill/>
              <a:ln w="12700">
                <a:solidFill>
                  <a:schemeClr val="bg1">
                    <a:lumMod val="65000"/>
                  </a:schemeClr>
                </a:solidFill>
                <a:round/>
                <a:headEnd/>
                <a:tailEnd/>
              </a:ln>
            </p:spPr>
            <p:txBody>
              <a:bodyPr/>
              <a:lstStyle/>
              <a:p>
                <a:endParaRPr lang="en-US"/>
              </a:p>
            </p:txBody>
          </p:sp>
          <p:sp>
            <p:nvSpPr>
              <p:cNvPr id="103866" name="Line 985"/>
              <p:cNvSpPr>
                <a:spLocks noChangeShapeType="1"/>
              </p:cNvSpPr>
              <p:nvPr/>
            </p:nvSpPr>
            <p:spPr bwMode="auto">
              <a:xfrm flipV="1">
                <a:off x="1752" y="2236"/>
                <a:ext cx="56" cy="71"/>
              </a:xfrm>
              <a:prstGeom prst="line">
                <a:avLst/>
              </a:prstGeom>
              <a:grpFill/>
              <a:ln w="12700">
                <a:solidFill>
                  <a:schemeClr val="bg1">
                    <a:lumMod val="65000"/>
                  </a:schemeClr>
                </a:solidFill>
                <a:round/>
                <a:headEnd/>
                <a:tailEnd/>
              </a:ln>
            </p:spPr>
            <p:txBody>
              <a:bodyPr/>
              <a:lstStyle/>
              <a:p>
                <a:endParaRPr lang="en-US"/>
              </a:p>
            </p:txBody>
          </p:sp>
          <p:sp>
            <p:nvSpPr>
              <p:cNvPr id="103867" name="Line 986"/>
              <p:cNvSpPr>
                <a:spLocks noChangeShapeType="1"/>
              </p:cNvSpPr>
              <p:nvPr/>
            </p:nvSpPr>
            <p:spPr bwMode="auto">
              <a:xfrm flipV="1">
                <a:off x="1824" y="2172"/>
                <a:ext cx="32" cy="47"/>
              </a:xfrm>
              <a:prstGeom prst="line">
                <a:avLst/>
              </a:prstGeom>
              <a:grpFill/>
              <a:ln w="12700">
                <a:solidFill>
                  <a:schemeClr val="bg1">
                    <a:lumMod val="65000"/>
                  </a:schemeClr>
                </a:solidFill>
                <a:round/>
                <a:headEnd/>
                <a:tailEnd/>
              </a:ln>
            </p:spPr>
            <p:txBody>
              <a:bodyPr/>
              <a:lstStyle/>
              <a:p>
                <a:endParaRPr lang="en-US"/>
              </a:p>
            </p:txBody>
          </p:sp>
        </p:grpSp>
        <p:grpSp>
          <p:nvGrpSpPr>
            <p:cNvPr id="103623" name="Group 987"/>
            <p:cNvGrpSpPr>
              <a:grpSpLocks/>
            </p:cNvGrpSpPr>
            <p:nvPr/>
          </p:nvGrpSpPr>
          <p:grpSpPr bwMode="auto">
            <a:xfrm>
              <a:off x="1944" y="2076"/>
              <a:ext cx="447" cy="263"/>
              <a:chOff x="1944" y="2076"/>
              <a:chExt cx="447" cy="263"/>
            </a:xfrm>
            <a:grpFill/>
          </p:grpSpPr>
          <p:sp>
            <p:nvSpPr>
              <p:cNvPr id="103856" name="Freeform 988"/>
              <p:cNvSpPr>
                <a:spLocks/>
              </p:cNvSpPr>
              <p:nvPr/>
            </p:nvSpPr>
            <p:spPr bwMode="auto">
              <a:xfrm>
                <a:off x="2279" y="2076"/>
                <a:ext cx="112" cy="80"/>
              </a:xfrm>
              <a:custGeom>
                <a:avLst/>
                <a:gdLst>
                  <a:gd name="T0" fmla="*/ 112 w 112"/>
                  <a:gd name="T1" fmla="*/ 0 h 80"/>
                  <a:gd name="T2" fmla="*/ 32 w 112"/>
                  <a:gd name="T3" fmla="*/ 80 h 80"/>
                  <a:gd name="T4" fmla="*/ 16 w 112"/>
                  <a:gd name="T5" fmla="*/ 56 h 80"/>
                  <a:gd name="T6" fmla="*/ 0 w 112"/>
                  <a:gd name="T7" fmla="*/ 32 h 80"/>
                  <a:gd name="T8" fmla="*/ 112 w 112"/>
                  <a:gd name="T9" fmla="*/ 0 h 80"/>
                  <a:gd name="T10" fmla="*/ 0 60000 65536"/>
                  <a:gd name="T11" fmla="*/ 0 60000 65536"/>
                  <a:gd name="T12" fmla="*/ 0 60000 65536"/>
                  <a:gd name="T13" fmla="*/ 0 60000 65536"/>
                  <a:gd name="T14" fmla="*/ 0 60000 65536"/>
                  <a:gd name="T15" fmla="*/ 0 w 112"/>
                  <a:gd name="T16" fmla="*/ 0 h 80"/>
                  <a:gd name="T17" fmla="*/ 112 w 112"/>
                  <a:gd name="T18" fmla="*/ 80 h 80"/>
                </a:gdLst>
                <a:ahLst/>
                <a:cxnLst>
                  <a:cxn ang="T10">
                    <a:pos x="T0" y="T1"/>
                  </a:cxn>
                  <a:cxn ang="T11">
                    <a:pos x="T2" y="T3"/>
                  </a:cxn>
                  <a:cxn ang="T12">
                    <a:pos x="T4" y="T5"/>
                  </a:cxn>
                  <a:cxn ang="T13">
                    <a:pos x="T6" y="T7"/>
                  </a:cxn>
                  <a:cxn ang="T14">
                    <a:pos x="T8" y="T9"/>
                  </a:cxn>
                </a:cxnLst>
                <a:rect l="T15" t="T16" r="T17" b="T18"/>
                <a:pathLst>
                  <a:path w="112" h="80">
                    <a:moveTo>
                      <a:pt x="112" y="0"/>
                    </a:moveTo>
                    <a:lnTo>
                      <a:pt x="32" y="80"/>
                    </a:lnTo>
                    <a:lnTo>
                      <a:pt x="16" y="56"/>
                    </a:lnTo>
                    <a:lnTo>
                      <a:pt x="0" y="32"/>
                    </a:lnTo>
                    <a:lnTo>
                      <a:pt x="112" y="0"/>
                    </a:lnTo>
                    <a:close/>
                  </a:path>
                </a:pathLst>
              </a:custGeom>
              <a:grpFill/>
              <a:ln w="9525">
                <a:solidFill>
                  <a:schemeClr val="bg1">
                    <a:lumMod val="65000"/>
                  </a:schemeClr>
                </a:solidFill>
                <a:round/>
                <a:headEnd/>
                <a:tailEnd/>
              </a:ln>
            </p:spPr>
            <p:txBody>
              <a:bodyPr/>
              <a:lstStyle/>
              <a:p>
                <a:endParaRPr lang="en-US"/>
              </a:p>
            </p:txBody>
          </p:sp>
          <p:sp>
            <p:nvSpPr>
              <p:cNvPr id="103857" name="Line 989"/>
              <p:cNvSpPr>
                <a:spLocks noChangeShapeType="1"/>
              </p:cNvSpPr>
              <p:nvPr/>
            </p:nvSpPr>
            <p:spPr bwMode="auto">
              <a:xfrm flipV="1">
                <a:off x="1944" y="2292"/>
                <a:ext cx="71" cy="47"/>
              </a:xfrm>
              <a:prstGeom prst="line">
                <a:avLst/>
              </a:prstGeom>
              <a:grpFill/>
              <a:ln w="12700">
                <a:solidFill>
                  <a:schemeClr val="bg1">
                    <a:lumMod val="65000"/>
                  </a:schemeClr>
                </a:solidFill>
                <a:round/>
                <a:headEnd/>
                <a:tailEnd/>
              </a:ln>
            </p:spPr>
            <p:txBody>
              <a:bodyPr/>
              <a:lstStyle/>
              <a:p>
                <a:endParaRPr lang="en-US"/>
              </a:p>
            </p:txBody>
          </p:sp>
          <p:sp>
            <p:nvSpPr>
              <p:cNvPr id="103858" name="Line 990"/>
              <p:cNvSpPr>
                <a:spLocks noChangeShapeType="1"/>
              </p:cNvSpPr>
              <p:nvPr/>
            </p:nvSpPr>
            <p:spPr bwMode="auto">
              <a:xfrm flipV="1">
                <a:off x="2040" y="2236"/>
                <a:ext cx="79" cy="47"/>
              </a:xfrm>
              <a:prstGeom prst="line">
                <a:avLst/>
              </a:prstGeom>
              <a:grpFill/>
              <a:ln w="12700">
                <a:solidFill>
                  <a:schemeClr val="bg1">
                    <a:lumMod val="65000"/>
                  </a:schemeClr>
                </a:solidFill>
                <a:round/>
                <a:headEnd/>
                <a:tailEnd/>
              </a:ln>
            </p:spPr>
            <p:txBody>
              <a:bodyPr/>
              <a:lstStyle/>
              <a:p>
                <a:endParaRPr lang="en-US"/>
              </a:p>
            </p:txBody>
          </p:sp>
          <p:sp>
            <p:nvSpPr>
              <p:cNvPr id="103859" name="Line 991"/>
              <p:cNvSpPr>
                <a:spLocks noChangeShapeType="1"/>
              </p:cNvSpPr>
              <p:nvPr/>
            </p:nvSpPr>
            <p:spPr bwMode="auto">
              <a:xfrm flipV="1">
                <a:off x="2136" y="2180"/>
                <a:ext cx="79" cy="47"/>
              </a:xfrm>
              <a:prstGeom prst="line">
                <a:avLst/>
              </a:prstGeom>
              <a:grpFill/>
              <a:ln w="12700">
                <a:solidFill>
                  <a:schemeClr val="bg1">
                    <a:lumMod val="65000"/>
                  </a:schemeClr>
                </a:solidFill>
                <a:round/>
                <a:headEnd/>
                <a:tailEnd/>
              </a:ln>
            </p:spPr>
            <p:txBody>
              <a:bodyPr/>
              <a:lstStyle/>
              <a:p>
                <a:endParaRPr lang="en-US"/>
              </a:p>
            </p:txBody>
          </p:sp>
          <p:sp>
            <p:nvSpPr>
              <p:cNvPr id="103860" name="Line 992"/>
              <p:cNvSpPr>
                <a:spLocks noChangeShapeType="1"/>
              </p:cNvSpPr>
              <p:nvPr/>
            </p:nvSpPr>
            <p:spPr bwMode="auto">
              <a:xfrm flipV="1">
                <a:off x="2231" y="2133"/>
                <a:ext cx="64" cy="39"/>
              </a:xfrm>
              <a:prstGeom prst="line">
                <a:avLst/>
              </a:prstGeom>
              <a:grpFill/>
              <a:ln w="12700">
                <a:solidFill>
                  <a:schemeClr val="bg1">
                    <a:lumMod val="65000"/>
                  </a:schemeClr>
                </a:solidFill>
                <a:round/>
                <a:headEnd/>
                <a:tailEnd/>
              </a:ln>
            </p:spPr>
            <p:txBody>
              <a:bodyPr/>
              <a:lstStyle/>
              <a:p>
                <a:endParaRPr lang="en-US"/>
              </a:p>
            </p:txBody>
          </p:sp>
        </p:grpSp>
        <p:grpSp>
          <p:nvGrpSpPr>
            <p:cNvPr id="103624" name="Group 993"/>
            <p:cNvGrpSpPr>
              <a:grpSpLocks/>
            </p:cNvGrpSpPr>
            <p:nvPr/>
          </p:nvGrpSpPr>
          <p:grpSpPr bwMode="auto">
            <a:xfrm>
              <a:off x="1944" y="1781"/>
              <a:ext cx="431" cy="263"/>
              <a:chOff x="1944" y="1781"/>
              <a:chExt cx="431" cy="263"/>
            </a:xfrm>
            <a:grpFill/>
          </p:grpSpPr>
          <p:sp>
            <p:nvSpPr>
              <p:cNvPr id="103851" name="Freeform 994"/>
              <p:cNvSpPr>
                <a:spLocks/>
              </p:cNvSpPr>
              <p:nvPr/>
            </p:nvSpPr>
            <p:spPr bwMode="auto">
              <a:xfrm>
                <a:off x="2263" y="1781"/>
                <a:ext cx="112" cy="80"/>
              </a:xfrm>
              <a:custGeom>
                <a:avLst/>
                <a:gdLst>
                  <a:gd name="T0" fmla="*/ 112 w 112"/>
                  <a:gd name="T1" fmla="*/ 0 h 80"/>
                  <a:gd name="T2" fmla="*/ 32 w 112"/>
                  <a:gd name="T3" fmla="*/ 80 h 80"/>
                  <a:gd name="T4" fmla="*/ 16 w 112"/>
                  <a:gd name="T5" fmla="*/ 56 h 80"/>
                  <a:gd name="T6" fmla="*/ 0 w 112"/>
                  <a:gd name="T7" fmla="*/ 32 h 80"/>
                  <a:gd name="T8" fmla="*/ 112 w 112"/>
                  <a:gd name="T9" fmla="*/ 0 h 80"/>
                  <a:gd name="T10" fmla="*/ 0 60000 65536"/>
                  <a:gd name="T11" fmla="*/ 0 60000 65536"/>
                  <a:gd name="T12" fmla="*/ 0 60000 65536"/>
                  <a:gd name="T13" fmla="*/ 0 60000 65536"/>
                  <a:gd name="T14" fmla="*/ 0 60000 65536"/>
                  <a:gd name="T15" fmla="*/ 0 w 112"/>
                  <a:gd name="T16" fmla="*/ 0 h 80"/>
                  <a:gd name="T17" fmla="*/ 112 w 112"/>
                  <a:gd name="T18" fmla="*/ 80 h 80"/>
                </a:gdLst>
                <a:ahLst/>
                <a:cxnLst>
                  <a:cxn ang="T10">
                    <a:pos x="T0" y="T1"/>
                  </a:cxn>
                  <a:cxn ang="T11">
                    <a:pos x="T2" y="T3"/>
                  </a:cxn>
                  <a:cxn ang="T12">
                    <a:pos x="T4" y="T5"/>
                  </a:cxn>
                  <a:cxn ang="T13">
                    <a:pos x="T6" y="T7"/>
                  </a:cxn>
                  <a:cxn ang="T14">
                    <a:pos x="T8" y="T9"/>
                  </a:cxn>
                </a:cxnLst>
                <a:rect l="T15" t="T16" r="T17" b="T18"/>
                <a:pathLst>
                  <a:path w="112" h="80">
                    <a:moveTo>
                      <a:pt x="112" y="0"/>
                    </a:moveTo>
                    <a:lnTo>
                      <a:pt x="32" y="80"/>
                    </a:lnTo>
                    <a:lnTo>
                      <a:pt x="16" y="56"/>
                    </a:lnTo>
                    <a:lnTo>
                      <a:pt x="0" y="32"/>
                    </a:lnTo>
                    <a:lnTo>
                      <a:pt x="112" y="0"/>
                    </a:lnTo>
                    <a:close/>
                  </a:path>
                </a:pathLst>
              </a:custGeom>
              <a:grpFill/>
              <a:ln w="9525">
                <a:solidFill>
                  <a:schemeClr val="bg1">
                    <a:lumMod val="65000"/>
                  </a:schemeClr>
                </a:solidFill>
                <a:round/>
                <a:headEnd/>
                <a:tailEnd/>
              </a:ln>
            </p:spPr>
            <p:txBody>
              <a:bodyPr/>
              <a:lstStyle/>
              <a:p>
                <a:endParaRPr lang="en-US"/>
              </a:p>
            </p:txBody>
          </p:sp>
          <p:sp>
            <p:nvSpPr>
              <p:cNvPr id="103852" name="Line 995"/>
              <p:cNvSpPr>
                <a:spLocks noChangeShapeType="1"/>
              </p:cNvSpPr>
              <p:nvPr/>
            </p:nvSpPr>
            <p:spPr bwMode="auto">
              <a:xfrm flipV="1">
                <a:off x="1944" y="1997"/>
                <a:ext cx="71" cy="47"/>
              </a:xfrm>
              <a:prstGeom prst="line">
                <a:avLst/>
              </a:prstGeom>
              <a:grpFill/>
              <a:ln w="12700">
                <a:solidFill>
                  <a:schemeClr val="bg1">
                    <a:lumMod val="65000"/>
                  </a:schemeClr>
                </a:solidFill>
                <a:round/>
                <a:headEnd/>
                <a:tailEnd/>
              </a:ln>
            </p:spPr>
            <p:txBody>
              <a:bodyPr/>
              <a:lstStyle/>
              <a:p>
                <a:endParaRPr lang="en-US"/>
              </a:p>
            </p:txBody>
          </p:sp>
          <p:sp>
            <p:nvSpPr>
              <p:cNvPr id="103853" name="Line 996"/>
              <p:cNvSpPr>
                <a:spLocks noChangeShapeType="1"/>
              </p:cNvSpPr>
              <p:nvPr/>
            </p:nvSpPr>
            <p:spPr bwMode="auto">
              <a:xfrm flipV="1">
                <a:off x="2040" y="1941"/>
                <a:ext cx="71" cy="47"/>
              </a:xfrm>
              <a:prstGeom prst="line">
                <a:avLst/>
              </a:prstGeom>
              <a:grpFill/>
              <a:ln w="12700">
                <a:solidFill>
                  <a:schemeClr val="bg1">
                    <a:lumMod val="65000"/>
                  </a:schemeClr>
                </a:solidFill>
                <a:round/>
                <a:headEnd/>
                <a:tailEnd/>
              </a:ln>
            </p:spPr>
            <p:txBody>
              <a:bodyPr/>
              <a:lstStyle/>
              <a:p>
                <a:endParaRPr lang="en-US"/>
              </a:p>
            </p:txBody>
          </p:sp>
          <p:sp>
            <p:nvSpPr>
              <p:cNvPr id="103854" name="Line 997"/>
              <p:cNvSpPr>
                <a:spLocks noChangeShapeType="1"/>
              </p:cNvSpPr>
              <p:nvPr/>
            </p:nvSpPr>
            <p:spPr bwMode="auto">
              <a:xfrm flipV="1">
                <a:off x="2136" y="1885"/>
                <a:ext cx="71" cy="39"/>
              </a:xfrm>
              <a:prstGeom prst="line">
                <a:avLst/>
              </a:prstGeom>
              <a:grpFill/>
              <a:ln w="12700">
                <a:solidFill>
                  <a:schemeClr val="bg1">
                    <a:lumMod val="65000"/>
                  </a:schemeClr>
                </a:solidFill>
                <a:round/>
                <a:headEnd/>
                <a:tailEnd/>
              </a:ln>
            </p:spPr>
            <p:txBody>
              <a:bodyPr/>
              <a:lstStyle/>
              <a:p>
                <a:endParaRPr lang="en-US"/>
              </a:p>
            </p:txBody>
          </p:sp>
          <p:sp>
            <p:nvSpPr>
              <p:cNvPr id="103855" name="Line 998"/>
              <p:cNvSpPr>
                <a:spLocks noChangeShapeType="1"/>
              </p:cNvSpPr>
              <p:nvPr/>
            </p:nvSpPr>
            <p:spPr bwMode="auto">
              <a:xfrm flipV="1">
                <a:off x="2232" y="1837"/>
                <a:ext cx="47" cy="31"/>
              </a:xfrm>
              <a:prstGeom prst="line">
                <a:avLst/>
              </a:prstGeom>
              <a:grpFill/>
              <a:ln w="12700">
                <a:solidFill>
                  <a:schemeClr val="bg1">
                    <a:lumMod val="65000"/>
                  </a:schemeClr>
                </a:solidFill>
                <a:round/>
                <a:headEnd/>
                <a:tailEnd/>
              </a:ln>
            </p:spPr>
            <p:txBody>
              <a:bodyPr/>
              <a:lstStyle/>
              <a:p>
                <a:endParaRPr lang="en-US"/>
              </a:p>
            </p:txBody>
          </p:sp>
        </p:grpSp>
        <p:grpSp>
          <p:nvGrpSpPr>
            <p:cNvPr id="103625" name="Group 999"/>
            <p:cNvGrpSpPr>
              <a:grpSpLocks/>
            </p:cNvGrpSpPr>
            <p:nvPr/>
          </p:nvGrpSpPr>
          <p:grpSpPr bwMode="auto">
            <a:xfrm>
              <a:off x="2415" y="1781"/>
              <a:ext cx="423" cy="271"/>
              <a:chOff x="2415" y="1781"/>
              <a:chExt cx="423" cy="271"/>
            </a:xfrm>
            <a:grpFill/>
          </p:grpSpPr>
          <p:sp>
            <p:nvSpPr>
              <p:cNvPr id="103846" name="Freeform 1000"/>
              <p:cNvSpPr>
                <a:spLocks/>
              </p:cNvSpPr>
              <p:nvPr/>
            </p:nvSpPr>
            <p:spPr bwMode="auto">
              <a:xfrm>
                <a:off x="2726" y="1781"/>
                <a:ext cx="112" cy="87"/>
              </a:xfrm>
              <a:custGeom>
                <a:avLst/>
                <a:gdLst>
                  <a:gd name="T0" fmla="*/ 112 w 112"/>
                  <a:gd name="T1" fmla="*/ 0 h 87"/>
                  <a:gd name="T2" fmla="*/ 32 w 112"/>
                  <a:gd name="T3" fmla="*/ 87 h 87"/>
                  <a:gd name="T4" fmla="*/ 16 w 112"/>
                  <a:gd name="T5" fmla="*/ 64 h 87"/>
                  <a:gd name="T6" fmla="*/ 0 w 112"/>
                  <a:gd name="T7" fmla="*/ 40 h 87"/>
                  <a:gd name="T8" fmla="*/ 112 w 112"/>
                  <a:gd name="T9" fmla="*/ 0 h 87"/>
                  <a:gd name="T10" fmla="*/ 0 60000 65536"/>
                  <a:gd name="T11" fmla="*/ 0 60000 65536"/>
                  <a:gd name="T12" fmla="*/ 0 60000 65536"/>
                  <a:gd name="T13" fmla="*/ 0 60000 65536"/>
                  <a:gd name="T14" fmla="*/ 0 60000 65536"/>
                  <a:gd name="T15" fmla="*/ 0 w 112"/>
                  <a:gd name="T16" fmla="*/ 0 h 87"/>
                  <a:gd name="T17" fmla="*/ 112 w 112"/>
                  <a:gd name="T18" fmla="*/ 87 h 87"/>
                </a:gdLst>
                <a:ahLst/>
                <a:cxnLst>
                  <a:cxn ang="T10">
                    <a:pos x="T0" y="T1"/>
                  </a:cxn>
                  <a:cxn ang="T11">
                    <a:pos x="T2" y="T3"/>
                  </a:cxn>
                  <a:cxn ang="T12">
                    <a:pos x="T4" y="T5"/>
                  </a:cxn>
                  <a:cxn ang="T13">
                    <a:pos x="T6" y="T7"/>
                  </a:cxn>
                  <a:cxn ang="T14">
                    <a:pos x="T8" y="T9"/>
                  </a:cxn>
                </a:cxnLst>
                <a:rect l="T15" t="T16" r="T17" b="T18"/>
                <a:pathLst>
                  <a:path w="112" h="87">
                    <a:moveTo>
                      <a:pt x="112" y="0"/>
                    </a:moveTo>
                    <a:lnTo>
                      <a:pt x="32" y="87"/>
                    </a:lnTo>
                    <a:lnTo>
                      <a:pt x="16" y="64"/>
                    </a:lnTo>
                    <a:lnTo>
                      <a:pt x="0" y="40"/>
                    </a:lnTo>
                    <a:lnTo>
                      <a:pt x="112" y="0"/>
                    </a:lnTo>
                    <a:close/>
                  </a:path>
                </a:pathLst>
              </a:custGeom>
              <a:grpFill/>
              <a:ln w="9525">
                <a:solidFill>
                  <a:schemeClr val="bg1">
                    <a:lumMod val="65000"/>
                  </a:schemeClr>
                </a:solidFill>
                <a:round/>
                <a:headEnd/>
                <a:tailEnd/>
              </a:ln>
            </p:spPr>
            <p:txBody>
              <a:bodyPr/>
              <a:lstStyle/>
              <a:p>
                <a:endParaRPr lang="en-US"/>
              </a:p>
            </p:txBody>
          </p:sp>
          <p:sp>
            <p:nvSpPr>
              <p:cNvPr id="103847" name="Line 1001"/>
              <p:cNvSpPr>
                <a:spLocks noChangeShapeType="1"/>
              </p:cNvSpPr>
              <p:nvPr/>
            </p:nvSpPr>
            <p:spPr bwMode="auto">
              <a:xfrm flipV="1">
                <a:off x="2415" y="2004"/>
                <a:ext cx="72" cy="48"/>
              </a:xfrm>
              <a:prstGeom prst="line">
                <a:avLst/>
              </a:prstGeom>
              <a:grpFill/>
              <a:ln w="12700">
                <a:solidFill>
                  <a:schemeClr val="bg1">
                    <a:lumMod val="65000"/>
                  </a:schemeClr>
                </a:solidFill>
                <a:round/>
                <a:headEnd/>
                <a:tailEnd/>
              </a:ln>
            </p:spPr>
            <p:txBody>
              <a:bodyPr/>
              <a:lstStyle/>
              <a:p>
                <a:endParaRPr lang="en-US"/>
              </a:p>
            </p:txBody>
          </p:sp>
          <p:sp>
            <p:nvSpPr>
              <p:cNvPr id="103848" name="Line 1002"/>
              <p:cNvSpPr>
                <a:spLocks noChangeShapeType="1"/>
              </p:cNvSpPr>
              <p:nvPr/>
            </p:nvSpPr>
            <p:spPr bwMode="auto">
              <a:xfrm flipV="1">
                <a:off x="2511" y="1949"/>
                <a:ext cx="71" cy="39"/>
              </a:xfrm>
              <a:prstGeom prst="line">
                <a:avLst/>
              </a:prstGeom>
              <a:grpFill/>
              <a:ln w="12700">
                <a:solidFill>
                  <a:schemeClr val="bg1">
                    <a:lumMod val="65000"/>
                  </a:schemeClr>
                </a:solidFill>
                <a:round/>
                <a:headEnd/>
                <a:tailEnd/>
              </a:ln>
            </p:spPr>
            <p:txBody>
              <a:bodyPr/>
              <a:lstStyle/>
              <a:p>
                <a:endParaRPr lang="en-US"/>
              </a:p>
            </p:txBody>
          </p:sp>
          <p:sp>
            <p:nvSpPr>
              <p:cNvPr id="103849" name="Line 1003"/>
              <p:cNvSpPr>
                <a:spLocks noChangeShapeType="1"/>
              </p:cNvSpPr>
              <p:nvPr/>
            </p:nvSpPr>
            <p:spPr bwMode="auto">
              <a:xfrm flipV="1">
                <a:off x="2607" y="1885"/>
                <a:ext cx="71" cy="47"/>
              </a:xfrm>
              <a:prstGeom prst="line">
                <a:avLst/>
              </a:prstGeom>
              <a:grpFill/>
              <a:ln w="12700">
                <a:solidFill>
                  <a:schemeClr val="bg1">
                    <a:lumMod val="65000"/>
                  </a:schemeClr>
                </a:solidFill>
                <a:round/>
                <a:headEnd/>
                <a:tailEnd/>
              </a:ln>
            </p:spPr>
            <p:txBody>
              <a:bodyPr/>
              <a:lstStyle/>
              <a:p>
                <a:endParaRPr lang="en-US"/>
              </a:p>
            </p:txBody>
          </p:sp>
          <p:sp>
            <p:nvSpPr>
              <p:cNvPr id="103850" name="Line 1004"/>
              <p:cNvSpPr>
                <a:spLocks noChangeShapeType="1"/>
              </p:cNvSpPr>
              <p:nvPr/>
            </p:nvSpPr>
            <p:spPr bwMode="auto">
              <a:xfrm flipV="1">
                <a:off x="2696" y="1846"/>
                <a:ext cx="46" cy="22"/>
              </a:xfrm>
              <a:prstGeom prst="line">
                <a:avLst/>
              </a:prstGeom>
              <a:grpFill/>
              <a:ln w="12700">
                <a:solidFill>
                  <a:schemeClr val="bg1">
                    <a:lumMod val="65000"/>
                  </a:schemeClr>
                </a:solidFill>
                <a:round/>
                <a:headEnd/>
                <a:tailEnd/>
              </a:ln>
            </p:spPr>
            <p:txBody>
              <a:bodyPr/>
              <a:lstStyle/>
              <a:p>
                <a:endParaRPr lang="en-US"/>
              </a:p>
            </p:txBody>
          </p:sp>
        </p:grpSp>
        <p:grpSp>
          <p:nvGrpSpPr>
            <p:cNvPr id="103626" name="Group 1005"/>
            <p:cNvGrpSpPr>
              <a:grpSpLocks/>
            </p:cNvGrpSpPr>
            <p:nvPr/>
          </p:nvGrpSpPr>
          <p:grpSpPr bwMode="auto">
            <a:xfrm>
              <a:off x="2886" y="1773"/>
              <a:ext cx="415" cy="271"/>
              <a:chOff x="2886" y="1773"/>
              <a:chExt cx="415" cy="271"/>
            </a:xfrm>
            <a:grpFill/>
          </p:grpSpPr>
          <p:sp>
            <p:nvSpPr>
              <p:cNvPr id="103841" name="Freeform 1006"/>
              <p:cNvSpPr>
                <a:spLocks/>
              </p:cNvSpPr>
              <p:nvPr/>
            </p:nvSpPr>
            <p:spPr bwMode="auto">
              <a:xfrm>
                <a:off x="3189" y="1773"/>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32" y="88"/>
                    </a:lnTo>
                    <a:lnTo>
                      <a:pt x="16" y="64"/>
                    </a:lnTo>
                    <a:lnTo>
                      <a:pt x="0" y="40"/>
                    </a:lnTo>
                    <a:lnTo>
                      <a:pt x="112" y="0"/>
                    </a:lnTo>
                    <a:close/>
                  </a:path>
                </a:pathLst>
              </a:custGeom>
              <a:grpFill/>
              <a:ln w="9525">
                <a:solidFill>
                  <a:schemeClr val="bg1">
                    <a:lumMod val="65000"/>
                  </a:schemeClr>
                </a:solidFill>
                <a:round/>
                <a:headEnd/>
                <a:tailEnd/>
              </a:ln>
            </p:spPr>
            <p:txBody>
              <a:bodyPr/>
              <a:lstStyle/>
              <a:p>
                <a:endParaRPr lang="en-US"/>
              </a:p>
            </p:txBody>
          </p:sp>
          <p:sp>
            <p:nvSpPr>
              <p:cNvPr id="103842" name="Line 1007"/>
              <p:cNvSpPr>
                <a:spLocks noChangeShapeType="1"/>
              </p:cNvSpPr>
              <p:nvPr/>
            </p:nvSpPr>
            <p:spPr bwMode="auto">
              <a:xfrm flipV="1">
                <a:off x="2886" y="1996"/>
                <a:ext cx="72" cy="48"/>
              </a:xfrm>
              <a:prstGeom prst="line">
                <a:avLst/>
              </a:prstGeom>
              <a:grpFill/>
              <a:ln w="12700">
                <a:solidFill>
                  <a:schemeClr val="bg1">
                    <a:lumMod val="65000"/>
                  </a:schemeClr>
                </a:solidFill>
                <a:round/>
                <a:headEnd/>
                <a:tailEnd/>
              </a:ln>
            </p:spPr>
            <p:txBody>
              <a:bodyPr/>
              <a:lstStyle/>
              <a:p>
                <a:endParaRPr lang="en-US"/>
              </a:p>
            </p:txBody>
          </p:sp>
          <p:sp>
            <p:nvSpPr>
              <p:cNvPr id="103843" name="Line 1008"/>
              <p:cNvSpPr>
                <a:spLocks noChangeShapeType="1"/>
              </p:cNvSpPr>
              <p:nvPr/>
            </p:nvSpPr>
            <p:spPr bwMode="auto">
              <a:xfrm flipV="1">
                <a:off x="2982" y="1933"/>
                <a:ext cx="71" cy="47"/>
              </a:xfrm>
              <a:prstGeom prst="line">
                <a:avLst/>
              </a:prstGeom>
              <a:grpFill/>
              <a:ln w="12700">
                <a:solidFill>
                  <a:schemeClr val="bg1">
                    <a:lumMod val="65000"/>
                  </a:schemeClr>
                </a:solidFill>
                <a:round/>
                <a:headEnd/>
                <a:tailEnd/>
              </a:ln>
            </p:spPr>
            <p:txBody>
              <a:bodyPr/>
              <a:lstStyle/>
              <a:p>
                <a:endParaRPr lang="en-US"/>
              </a:p>
            </p:txBody>
          </p:sp>
          <p:sp>
            <p:nvSpPr>
              <p:cNvPr id="103844" name="Line 1009"/>
              <p:cNvSpPr>
                <a:spLocks noChangeShapeType="1"/>
              </p:cNvSpPr>
              <p:nvPr/>
            </p:nvSpPr>
            <p:spPr bwMode="auto">
              <a:xfrm flipV="1">
                <a:off x="3070" y="1877"/>
                <a:ext cx="79" cy="47"/>
              </a:xfrm>
              <a:prstGeom prst="line">
                <a:avLst/>
              </a:prstGeom>
              <a:grpFill/>
              <a:ln w="12700">
                <a:solidFill>
                  <a:schemeClr val="bg1">
                    <a:lumMod val="65000"/>
                  </a:schemeClr>
                </a:solidFill>
                <a:round/>
                <a:headEnd/>
                <a:tailEnd/>
              </a:ln>
            </p:spPr>
            <p:txBody>
              <a:bodyPr/>
              <a:lstStyle/>
              <a:p>
                <a:endParaRPr lang="en-US"/>
              </a:p>
            </p:txBody>
          </p:sp>
          <p:sp>
            <p:nvSpPr>
              <p:cNvPr id="103845" name="Line 1010"/>
              <p:cNvSpPr>
                <a:spLocks noChangeShapeType="1"/>
              </p:cNvSpPr>
              <p:nvPr/>
            </p:nvSpPr>
            <p:spPr bwMode="auto">
              <a:xfrm flipV="1">
                <a:off x="3165" y="1838"/>
                <a:ext cx="40" cy="23"/>
              </a:xfrm>
              <a:prstGeom prst="line">
                <a:avLst/>
              </a:prstGeom>
              <a:grpFill/>
              <a:ln w="12700">
                <a:solidFill>
                  <a:schemeClr val="bg1">
                    <a:lumMod val="65000"/>
                  </a:schemeClr>
                </a:solidFill>
                <a:round/>
                <a:headEnd/>
                <a:tailEnd/>
              </a:ln>
            </p:spPr>
            <p:txBody>
              <a:bodyPr/>
              <a:lstStyle/>
              <a:p>
                <a:endParaRPr lang="en-US"/>
              </a:p>
            </p:txBody>
          </p:sp>
        </p:grpSp>
        <p:grpSp>
          <p:nvGrpSpPr>
            <p:cNvPr id="103627" name="Group 1011"/>
            <p:cNvGrpSpPr>
              <a:grpSpLocks/>
            </p:cNvGrpSpPr>
            <p:nvPr/>
          </p:nvGrpSpPr>
          <p:grpSpPr bwMode="auto">
            <a:xfrm>
              <a:off x="3325" y="1773"/>
              <a:ext cx="423" cy="271"/>
              <a:chOff x="3325" y="1773"/>
              <a:chExt cx="423" cy="271"/>
            </a:xfrm>
            <a:grpFill/>
          </p:grpSpPr>
          <p:sp>
            <p:nvSpPr>
              <p:cNvPr id="103836" name="Freeform 1012"/>
              <p:cNvSpPr>
                <a:spLocks/>
              </p:cNvSpPr>
              <p:nvPr/>
            </p:nvSpPr>
            <p:spPr bwMode="auto">
              <a:xfrm>
                <a:off x="3636" y="1773"/>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32" y="88"/>
                    </a:lnTo>
                    <a:lnTo>
                      <a:pt x="16" y="64"/>
                    </a:lnTo>
                    <a:lnTo>
                      <a:pt x="0" y="40"/>
                    </a:lnTo>
                    <a:lnTo>
                      <a:pt x="112" y="0"/>
                    </a:lnTo>
                    <a:close/>
                  </a:path>
                </a:pathLst>
              </a:custGeom>
              <a:grpFill/>
              <a:ln w="9525">
                <a:solidFill>
                  <a:schemeClr val="bg1">
                    <a:lumMod val="65000"/>
                  </a:schemeClr>
                </a:solidFill>
                <a:round/>
                <a:headEnd/>
                <a:tailEnd/>
              </a:ln>
            </p:spPr>
            <p:txBody>
              <a:bodyPr/>
              <a:lstStyle/>
              <a:p>
                <a:endParaRPr lang="en-US"/>
              </a:p>
            </p:txBody>
          </p:sp>
          <p:sp>
            <p:nvSpPr>
              <p:cNvPr id="103837" name="Line 1013"/>
              <p:cNvSpPr>
                <a:spLocks noChangeShapeType="1"/>
              </p:cNvSpPr>
              <p:nvPr/>
            </p:nvSpPr>
            <p:spPr bwMode="auto">
              <a:xfrm flipV="1">
                <a:off x="3325" y="1996"/>
                <a:ext cx="72" cy="48"/>
              </a:xfrm>
              <a:prstGeom prst="line">
                <a:avLst/>
              </a:prstGeom>
              <a:grpFill/>
              <a:ln w="12700">
                <a:solidFill>
                  <a:schemeClr val="bg1">
                    <a:lumMod val="65000"/>
                  </a:schemeClr>
                </a:solidFill>
                <a:round/>
                <a:headEnd/>
                <a:tailEnd/>
              </a:ln>
            </p:spPr>
            <p:txBody>
              <a:bodyPr/>
              <a:lstStyle/>
              <a:p>
                <a:endParaRPr lang="en-US"/>
              </a:p>
            </p:txBody>
          </p:sp>
          <p:sp>
            <p:nvSpPr>
              <p:cNvPr id="103838" name="Line 1014"/>
              <p:cNvSpPr>
                <a:spLocks noChangeShapeType="1"/>
              </p:cNvSpPr>
              <p:nvPr/>
            </p:nvSpPr>
            <p:spPr bwMode="auto">
              <a:xfrm flipV="1">
                <a:off x="3421" y="1940"/>
                <a:ext cx="72" cy="40"/>
              </a:xfrm>
              <a:prstGeom prst="line">
                <a:avLst/>
              </a:prstGeom>
              <a:grpFill/>
              <a:ln w="12700">
                <a:solidFill>
                  <a:schemeClr val="bg1">
                    <a:lumMod val="65000"/>
                  </a:schemeClr>
                </a:solidFill>
                <a:round/>
                <a:headEnd/>
                <a:tailEnd/>
              </a:ln>
            </p:spPr>
            <p:txBody>
              <a:bodyPr/>
              <a:lstStyle/>
              <a:p>
                <a:endParaRPr lang="en-US"/>
              </a:p>
            </p:txBody>
          </p:sp>
          <p:sp>
            <p:nvSpPr>
              <p:cNvPr id="103839" name="Line 1015"/>
              <p:cNvSpPr>
                <a:spLocks noChangeShapeType="1"/>
              </p:cNvSpPr>
              <p:nvPr/>
            </p:nvSpPr>
            <p:spPr bwMode="auto">
              <a:xfrm flipV="1">
                <a:off x="3517" y="1877"/>
                <a:ext cx="71" cy="47"/>
              </a:xfrm>
              <a:prstGeom prst="line">
                <a:avLst/>
              </a:prstGeom>
              <a:grpFill/>
              <a:ln w="12700">
                <a:solidFill>
                  <a:schemeClr val="bg1">
                    <a:lumMod val="65000"/>
                  </a:schemeClr>
                </a:solidFill>
                <a:round/>
                <a:headEnd/>
                <a:tailEnd/>
              </a:ln>
            </p:spPr>
            <p:txBody>
              <a:bodyPr/>
              <a:lstStyle/>
              <a:p>
                <a:endParaRPr lang="en-US"/>
              </a:p>
            </p:txBody>
          </p:sp>
          <p:sp>
            <p:nvSpPr>
              <p:cNvPr id="103840" name="Line 1016"/>
              <p:cNvSpPr>
                <a:spLocks noChangeShapeType="1"/>
              </p:cNvSpPr>
              <p:nvPr/>
            </p:nvSpPr>
            <p:spPr bwMode="auto">
              <a:xfrm flipV="1">
                <a:off x="3604" y="1838"/>
                <a:ext cx="48" cy="23"/>
              </a:xfrm>
              <a:prstGeom prst="line">
                <a:avLst/>
              </a:prstGeom>
              <a:grpFill/>
              <a:ln w="12700">
                <a:solidFill>
                  <a:schemeClr val="bg1">
                    <a:lumMod val="65000"/>
                  </a:schemeClr>
                </a:solidFill>
                <a:round/>
                <a:headEnd/>
                <a:tailEnd/>
              </a:ln>
            </p:spPr>
            <p:txBody>
              <a:bodyPr/>
              <a:lstStyle/>
              <a:p>
                <a:endParaRPr lang="en-US"/>
              </a:p>
            </p:txBody>
          </p:sp>
        </p:grpSp>
        <p:grpSp>
          <p:nvGrpSpPr>
            <p:cNvPr id="103628" name="Group 1017"/>
            <p:cNvGrpSpPr>
              <a:grpSpLocks/>
            </p:cNvGrpSpPr>
            <p:nvPr/>
          </p:nvGrpSpPr>
          <p:grpSpPr bwMode="auto">
            <a:xfrm>
              <a:off x="2878" y="2379"/>
              <a:ext cx="407" cy="287"/>
              <a:chOff x="2878" y="2379"/>
              <a:chExt cx="407" cy="287"/>
            </a:xfrm>
            <a:grpFill/>
          </p:grpSpPr>
          <p:sp>
            <p:nvSpPr>
              <p:cNvPr id="103831" name="Freeform 1018"/>
              <p:cNvSpPr>
                <a:spLocks/>
              </p:cNvSpPr>
              <p:nvPr/>
            </p:nvSpPr>
            <p:spPr bwMode="auto">
              <a:xfrm>
                <a:off x="3173" y="2379"/>
                <a:ext cx="112" cy="88"/>
              </a:xfrm>
              <a:custGeom>
                <a:avLst/>
                <a:gdLst>
                  <a:gd name="T0" fmla="*/ 112 w 112"/>
                  <a:gd name="T1" fmla="*/ 0 h 88"/>
                  <a:gd name="T2" fmla="*/ 40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40" y="88"/>
                    </a:lnTo>
                    <a:lnTo>
                      <a:pt x="16" y="64"/>
                    </a:lnTo>
                    <a:lnTo>
                      <a:pt x="0" y="40"/>
                    </a:lnTo>
                    <a:lnTo>
                      <a:pt x="112" y="0"/>
                    </a:lnTo>
                    <a:close/>
                  </a:path>
                </a:pathLst>
              </a:custGeom>
              <a:grpFill/>
              <a:ln w="9525">
                <a:solidFill>
                  <a:schemeClr val="bg1">
                    <a:lumMod val="65000"/>
                  </a:schemeClr>
                </a:solidFill>
                <a:round/>
                <a:headEnd/>
                <a:tailEnd/>
              </a:ln>
            </p:spPr>
            <p:txBody>
              <a:bodyPr/>
              <a:lstStyle/>
              <a:p>
                <a:endParaRPr lang="en-US"/>
              </a:p>
            </p:txBody>
          </p:sp>
          <p:sp>
            <p:nvSpPr>
              <p:cNvPr id="103832" name="Line 1019"/>
              <p:cNvSpPr>
                <a:spLocks noChangeShapeType="1"/>
              </p:cNvSpPr>
              <p:nvPr/>
            </p:nvSpPr>
            <p:spPr bwMode="auto">
              <a:xfrm flipV="1">
                <a:off x="2878" y="2618"/>
                <a:ext cx="72" cy="48"/>
              </a:xfrm>
              <a:prstGeom prst="line">
                <a:avLst/>
              </a:prstGeom>
              <a:grpFill/>
              <a:ln w="12700">
                <a:solidFill>
                  <a:schemeClr val="bg1">
                    <a:lumMod val="65000"/>
                  </a:schemeClr>
                </a:solidFill>
                <a:round/>
                <a:headEnd/>
                <a:tailEnd/>
              </a:ln>
            </p:spPr>
            <p:txBody>
              <a:bodyPr/>
              <a:lstStyle/>
              <a:p>
                <a:endParaRPr lang="en-US"/>
              </a:p>
            </p:txBody>
          </p:sp>
          <p:sp>
            <p:nvSpPr>
              <p:cNvPr id="103833" name="Line 1020"/>
              <p:cNvSpPr>
                <a:spLocks noChangeShapeType="1"/>
              </p:cNvSpPr>
              <p:nvPr/>
            </p:nvSpPr>
            <p:spPr bwMode="auto">
              <a:xfrm flipV="1">
                <a:off x="2967" y="2556"/>
                <a:ext cx="70" cy="46"/>
              </a:xfrm>
              <a:prstGeom prst="line">
                <a:avLst/>
              </a:prstGeom>
              <a:grpFill/>
              <a:ln w="12700">
                <a:solidFill>
                  <a:schemeClr val="bg1">
                    <a:lumMod val="65000"/>
                  </a:schemeClr>
                </a:solidFill>
                <a:round/>
                <a:headEnd/>
                <a:tailEnd/>
              </a:ln>
            </p:spPr>
            <p:txBody>
              <a:bodyPr/>
              <a:lstStyle/>
              <a:p>
                <a:endParaRPr lang="en-US"/>
              </a:p>
            </p:txBody>
          </p:sp>
          <p:sp>
            <p:nvSpPr>
              <p:cNvPr id="103834" name="Line 1021"/>
              <p:cNvSpPr>
                <a:spLocks noChangeShapeType="1"/>
              </p:cNvSpPr>
              <p:nvPr/>
            </p:nvSpPr>
            <p:spPr bwMode="auto">
              <a:xfrm flipV="1">
                <a:off x="3062" y="2491"/>
                <a:ext cx="71" cy="47"/>
              </a:xfrm>
              <a:prstGeom prst="line">
                <a:avLst/>
              </a:prstGeom>
              <a:grpFill/>
              <a:ln w="12700">
                <a:solidFill>
                  <a:schemeClr val="bg1">
                    <a:lumMod val="65000"/>
                  </a:schemeClr>
                </a:solidFill>
                <a:round/>
                <a:headEnd/>
                <a:tailEnd/>
              </a:ln>
            </p:spPr>
            <p:txBody>
              <a:bodyPr/>
              <a:lstStyle/>
              <a:p>
                <a:endParaRPr lang="en-US"/>
              </a:p>
            </p:txBody>
          </p:sp>
          <p:sp>
            <p:nvSpPr>
              <p:cNvPr id="103835" name="Line 1022"/>
              <p:cNvSpPr>
                <a:spLocks noChangeShapeType="1"/>
              </p:cNvSpPr>
              <p:nvPr/>
            </p:nvSpPr>
            <p:spPr bwMode="auto">
              <a:xfrm flipV="1">
                <a:off x="3149" y="2443"/>
                <a:ext cx="40" cy="32"/>
              </a:xfrm>
              <a:prstGeom prst="line">
                <a:avLst/>
              </a:prstGeom>
              <a:grpFill/>
              <a:ln w="12700">
                <a:solidFill>
                  <a:schemeClr val="bg1">
                    <a:lumMod val="65000"/>
                  </a:schemeClr>
                </a:solidFill>
                <a:round/>
                <a:headEnd/>
                <a:tailEnd/>
              </a:ln>
            </p:spPr>
            <p:txBody>
              <a:bodyPr/>
              <a:lstStyle/>
              <a:p>
                <a:endParaRPr lang="en-US"/>
              </a:p>
            </p:txBody>
          </p:sp>
        </p:grpSp>
        <p:grpSp>
          <p:nvGrpSpPr>
            <p:cNvPr id="103629" name="Group 1023"/>
            <p:cNvGrpSpPr>
              <a:grpSpLocks/>
            </p:cNvGrpSpPr>
            <p:nvPr/>
          </p:nvGrpSpPr>
          <p:grpSpPr bwMode="auto">
            <a:xfrm>
              <a:off x="2878" y="2076"/>
              <a:ext cx="415" cy="279"/>
              <a:chOff x="2878" y="2076"/>
              <a:chExt cx="415" cy="279"/>
            </a:xfrm>
            <a:grpFill/>
          </p:grpSpPr>
          <p:sp>
            <p:nvSpPr>
              <p:cNvPr id="103826" name="Freeform 1024"/>
              <p:cNvSpPr>
                <a:spLocks/>
              </p:cNvSpPr>
              <p:nvPr/>
            </p:nvSpPr>
            <p:spPr bwMode="auto">
              <a:xfrm>
                <a:off x="3181" y="2076"/>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32" y="88"/>
                    </a:lnTo>
                    <a:lnTo>
                      <a:pt x="16" y="64"/>
                    </a:lnTo>
                    <a:lnTo>
                      <a:pt x="0" y="40"/>
                    </a:lnTo>
                    <a:lnTo>
                      <a:pt x="112" y="0"/>
                    </a:lnTo>
                    <a:close/>
                  </a:path>
                </a:pathLst>
              </a:custGeom>
              <a:grpFill/>
              <a:ln w="9525">
                <a:solidFill>
                  <a:schemeClr val="bg1">
                    <a:lumMod val="65000"/>
                  </a:schemeClr>
                </a:solidFill>
                <a:round/>
                <a:headEnd/>
                <a:tailEnd/>
              </a:ln>
            </p:spPr>
            <p:txBody>
              <a:bodyPr/>
              <a:lstStyle/>
              <a:p>
                <a:endParaRPr lang="en-US"/>
              </a:p>
            </p:txBody>
          </p:sp>
          <p:sp>
            <p:nvSpPr>
              <p:cNvPr id="103827" name="Line 1025"/>
              <p:cNvSpPr>
                <a:spLocks noChangeShapeType="1"/>
              </p:cNvSpPr>
              <p:nvPr/>
            </p:nvSpPr>
            <p:spPr bwMode="auto">
              <a:xfrm flipV="1">
                <a:off x="2878" y="2307"/>
                <a:ext cx="72" cy="48"/>
              </a:xfrm>
              <a:prstGeom prst="line">
                <a:avLst/>
              </a:prstGeom>
              <a:grpFill/>
              <a:ln w="12700">
                <a:solidFill>
                  <a:schemeClr val="bg1">
                    <a:lumMod val="65000"/>
                  </a:schemeClr>
                </a:solidFill>
                <a:round/>
                <a:headEnd/>
                <a:tailEnd/>
              </a:ln>
            </p:spPr>
            <p:txBody>
              <a:bodyPr/>
              <a:lstStyle/>
              <a:p>
                <a:endParaRPr lang="en-US"/>
              </a:p>
            </p:txBody>
          </p:sp>
          <p:sp>
            <p:nvSpPr>
              <p:cNvPr id="103828" name="Line 1026"/>
              <p:cNvSpPr>
                <a:spLocks noChangeShapeType="1"/>
              </p:cNvSpPr>
              <p:nvPr/>
            </p:nvSpPr>
            <p:spPr bwMode="auto">
              <a:xfrm flipV="1">
                <a:off x="2975" y="2245"/>
                <a:ext cx="70" cy="46"/>
              </a:xfrm>
              <a:prstGeom prst="line">
                <a:avLst/>
              </a:prstGeom>
              <a:grpFill/>
              <a:ln w="12700">
                <a:solidFill>
                  <a:schemeClr val="bg1">
                    <a:lumMod val="65000"/>
                  </a:schemeClr>
                </a:solidFill>
                <a:round/>
                <a:headEnd/>
                <a:tailEnd/>
              </a:ln>
            </p:spPr>
            <p:txBody>
              <a:bodyPr/>
              <a:lstStyle/>
              <a:p>
                <a:endParaRPr lang="en-US"/>
              </a:p>
            </p:txBody>
          </p:sp>
          <p:sp>
            <p:nvSpPr>
              <p:cNvPr id="103829" name="Line 1027"/>
              <p:cNvSpPr>
                <a:spLocks noChangeShapeType="1"/>
              </p:cNvSpPr>
              <p:nvPr/>
            </p:nvSpPr>
            <p:spPr bwMode="auto">
              <a:xfrm flipV="1">
                <a:off x="3062" y="2180"/>
                <a:ext cx="71" cy="47"/>
              </a:xfrm>
              <a:prstGeom prst="line">
                <a:avLst/>
              </a:prstGeom>
              <a:grpFill/>
              <a:ln w="12700">
                <a:solidFill>
                  <a:schemeClr val="bg1">
                    <a:lumMod val="65000"/>
                  </a:schemeClr>
                </a:solidFill>
                <a:round/>
                <a:headEnd/>
                <a:tailEnd/>
              </a:ln>
            </p:spPr>
            <p:txBody>
              <a:bodyPr/>
              <a:lstStyle/>
              <a:p>
                <a:endParaRPr lang="en-US"/>
              </a:p>
            </p:txBody>
          </p:sp>
          <p:sp>
            <p:nvSpPr>
              <p:cNvPr id="103830" name="Line 1028"/>
              <p:cNvSpPr>
                <a:spLocks noChangeShapeType="1"/>
              </p:cNvSpPr>
              <p:nvPr/>
            </p:nvSpPr>
            <p:spPr bwMode="auto">
              <a:xfrm flipV="1">
                <a:off x="3157" y="2141"/>
                <a:ext cx="40" cy="31"/>
              </a:xfrm>
              <a:prstGeom prst="line">
                <a:avLst/>
              </a:prstGeom>
              <a:grpFill/>
              <a:ln w="12700">
                <a:solidFill>
                  <a:schemeClr val="bg1">
                    <a:lumMod val="65000"/>
                  </a:schemeClr>
                </a:solidFill>
                <a:round/>
                <a:headEnd/>
                <a:tailEnd/>
              </a:ln>
            </p:spPr>
            <p:txBody>
              <a:bodyPr/>
              <a:lstStyle/>
              <a:p>
                <a:endParaRPr lang="en-US"/>
              </a:p>
            </p:txBody>
          </p:sp>
        </p:grpSp>
        <p:grpSp>
          <p:nvGrpSpPr>
            <p:cNvPr id="103630" name="Group 1029"/>
            <p:cNvGrpSpPr>
              <a:grpSpLocks/>
            </p:cNvGrpSpPr>
            <p:nvPr/>
          </p:nvGrpSpPr>
          <p:grpSpPr bwMode="auto">
            <a:xfrm>
              <a:off x="2415" y="2068"/>
              <a:ext cx="431" cy="279"/>
              <a:chOff x="2415" y="2068"/>
              <a:chExt cx="431" cy="279"/>
            </a:xfrm>
            <a:grpFill/>
          </p:grpSpPr>
          <p:sp>
            <p:nvSpPr>
              <p:cNvPr id="103821" name="Freeform 1030"/>
              <p:cNvSpPr>
                <a:spLocks/>
              </p:cNvSpPr>
              <p:nvPr/>
            </p:nvSpPr>
            <p:spPr bwMode="auto">
              <a:xfrm>
                <a:off x="2734" y="2068"/>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32" y="88"/>
                    </a:lnTo>
                    <a:lnTo>
                      <a:pt x="16" y="64"/>
                    </a:lnTo>
                    <a:lnTo>
                      <a:pt x="0" y="40"/>
                    </a:lnTo>
                    <a:lnTo>
                      <a:pt x="112" y="0"/>
                    </a:lnTo>
                    <a:close/>
                  </a:path>
                </a:pathLst>
              </a:custGeom>
              <a:grpFill/>
              <a:ln w="9525">
                <a:solidFill>
                  <a:schemeClr val="bg1">
                    <a:lumMod val="65000"/>
                  </a:schemeClr>
                </a:solidFill>
                <a:round/>
                <a:headEnd/>
                <a:tailEnd/>
              </a:ln>
            </p:spPr>
            <p:txBody>
              <a:bodyPr/>
              <a:lstStyle/>
              <a:p>
                <a:endParaRPr lang="en-US"/>
              </a:p>
            </p:txBody>
          </p:sp>
          <p:sp>
            <p:nvSpPr>
              <p:cNvPr id="103822" name="Line 1031"/>
              <p:cNvSpPr>
                <a:spLocks noChangeShapeType="1"/>
              </p:cNvSpPr>
              <p:nvPr/>
            </p:nvSpPr>
            <p:spPr bwMode="auto">
              <a:xfrm flipV="1">
                <a:off x="2415" y="2299"/>
                <a:ext cx="72" cy="48"/>
              </a:xfrm>
              <a:prstGeom prst="line">
                <a:avLst/>
              </a:prstGeom>
              <a:grpFill/>
              <a:ln w="12700">
                <a:solidFill>
                  <a:schemeClr val="bg1">
                    <a:lumMod val="65000"/>
                  </a:schemeClr>
                </a:solidFill>
                <a:round/>
                <a:headEnd/>
                <a:tailEnd/>
              </a:ln>
            </p:spPr>
            <p:txBody>
              <a:bodyPr/>
              <a:lstStyle/>
              <a:p>
                <a:endParaRPr lang="en-US"/>
              </a:p>
            </p:txBody>
          </p:sp>
          <p:sp>
            <p:nvSpPr>
              <p:cNvPr id="103823" name="Line 1032"/>
              <p:cNvSpPr>
                <a:spLocks noChangeShapeType="1"/>
              </p:cNvSpPr>
              <p:nvPr/>
            </p:nvSpPr>
            <p:spPr bwMode="auto">
              <a:xfrm flipV="1">
                <a:off x="2512" y="2237"/>
                <a:ext cx="70" cy="46"/>
              </a:xfrm>
              <a:prstGeom prst="line">
                <a:avLst/>
              </a:prstGeom>
              <a:grpFill/>
              <a:ln w="12700">
                <a:solidFill>
                  <a:schemeClr val="bg1">
                    <a:lumMod val="65000"/>
                  </a:schemeClr>
                </a:solidFill>
                <a:round/>
                <a:headEnd/>
                <a:tailEnd/>
              </a:ln>
            </p:spPr>
            <p:txBody>
              <a:bodyPr/>
              <a:lstStyle/>
              <a:p>
                <a:endParaRPr lang="en-US"/>
              </a:p>
            </p:txBody>
          </p:sp>
          <p:sp>
            <p:nvSpPr>
              <p:cNvPr id="103824" name="Line 1033"/>
              <p:cNvSpPr>
                <a:spLocks noChangeShapeType="1"/>
              </p:cNvSpPr>
              <p:nvPr/>
            </p:nvSpPr>
            <p:spPr bwMode="auto">
              <a:xfrm flipV="1">
                <a:off x="2599" y="2180"/>
                <a:ext cx="79" cy="47"/>
              </a:xfrm>
              <a:prstGeom prst="line">
                <a:avLst/>
              </a:prstGeom>
              <a:grpFill/>
              <a:ln w="12700">
                <a:solidFill>
                  <a:schemeClr val="bg1">
                    <a:lumMod val="65000"/>
                  </a:schemeClr>
                </a:solidFill>
                <a:round/>
                <a:headEnd/>
                <a:tailEnd/>
              </a:ln>
            </p:spPr>
            <p:txBody>
              <a:bodyPr/>
              <a:lstStyle/>
              <a:p>
                <a:endParaRPr lang="en-US"/>
              </a:p>
            </p:txBody>
          </p:sp>
          <p:sp>
            <p:nvSpPr>
              <p:cNvPr id="103825" name="Line 1034"/>
              <p:cNvSpPr>
                <a:spLocks noChangeShapeType="1"/>
              </p:cNvSpPr>
              <p:nvPr/>
            </p:nvSpPr>
            <p:spPr bwMode="auto">
              <a:xfrm flipV="1">
                <a:off x="2694" y="2132"/>
                <a:ext cx="56" cy="32"/>
              </a:xfrm>
              <a:prstGeom prst="line">
                <a:avLst/>
              </a:prstGeom>
              <a:grpFill/>
              <a:ln w="12700">
                <a:solidFill>
                  <a:schemeClr val="bg1">
                    <a:lumMod val="65000"/>
                  </a:schemeClr>
                </a:solidFill>
                <a:round/>
                <a:headEnd/>
                <a:tailEnd/>
              </a:ln>
            </p:spPr>
            <p:txBody>
              <a:bodyPr/>
              <a:lstStyle/>
              <a:p>
                <a:endParaRPr lang="en-US"/>
              </a:p>
            </p:txBody>
          </p:sp>
        </p:grpSp>
        <p:grpSp>
          <p:nvGrpSpPr>
            <p:cNvPr id="103631" name="Group 1035"/>
            <p:cNvGrpSpPr>
              <a:grpSpLocks/>
            </p:cNvGrpSpPr>
            <p:nvPr/>
          </p:nvGrpSpPr>
          <p:grpSpPr bwMode="auto">
            <a:xfrm>
              <a:off x="2399" y="2387"/>
              <a:ext cx="439" cy="582"/>
              <a:chOff x="2399" y="2387"/>
              <a:chExt cx="439" cy="582"/>
            </a:xfrm>
            <a:grpFill/>
          </p:grpSpPr>
          <p:sp>
            <p:nvSpPr>
              <p:cNvPr id="103814" name="Freeform 1036"/>
              <p:cNvSpPr>
                <a:spLocks/>
              </p:cNvSpPr>
              <p:nvPr/>
            </p:nvSpPr>
            <p:spPr bwMode="auto">
              <a:xfrm>
                <a:off x="2750" y="2387"/>
                <a:ext cx="88" cy="104"/>
              </a:xfrm>
              <a:custGeom>
                <a:avLst/>
                <a:gdLst>
                  <a:gd name="T0" fmla="*/ 88 w 88"/>
                  <a:gd name="T1" fmla="*/ 0 h 104"/>
                  <a:gd name="T2" fmla="*/ 40 w 88"/>
                  <a:gd name="T3" fmla="*/ 104 h 104"/>
                  <a:gd name="T4" fmla="*/ 24 w 88"/>
                  <a:gd name="T5" fmla="*/ 88 h 104"/>
                  <a:gd name="T6" fmla="*/ 0 w 88"/>
                  <a:gd name="T7" fmla="*/ 72 h 104"/>
                  <a:gd name="T8" fmla="*/ 88 w 88"/>
                  <a:gd name="T9" fmla="*/ 0 h 104"/>
                  <a:gd name="T10" fmla="*/ 0 60000 65536"/>
                  <a:gd name="T11" fmla="*/ 0 60000 65536"/>
                  <a:gd name="T12" fmla="*/ 0 60000 65536"/>
                  <a:gd name="T13" fmla="*/ 0 60000 65536"/>
                  <a:gd name="T14" fmla="*/ 0 60000 65536"/>
                  <a:gd name="T15" fmla="*/ 0 w 88"/>
                  <a:gd name="T16" fmla="*/ 0 h 104"/>
                  <a:gd name="T17" fmla="*/ 88 w 88"/>
                  <a:gd name="T18" fmla="*/ 104 h 104"/>
                </a:gdLst>
                <a:ahLst/>
                <a:cxnLst>
                  <a:cxn ang="T10">
                    <a:pos x="T0" y="T1"/>
                  </a:cxn>
                  <a:cxn ang="T11">
                    <a:pos x="T2" y="T3"/>
                  </a:cxn>
                  <a:cxn ang="T12">
                    <a:pos x="T4" y="T5"/>
                  </a:cxn>
                  <a:cxn ang="T13">
                    <a:pos x="T6" y="T7"/>
                  </a:cxn>
                  <a:cxn ang="T14">
                    <a:pos x="T8" y="T9"/>
                  </a:cxn>
                </a:cxnLst>
                <a:rect l="T15" t="T16" r="T17" b="T18"/>
                <a:pathLst>
                  <a:path w="88" h="104">
                    <a:moveTo>
                      <a:pt x="88" y="0"/>
                    </a:moveTo>
                    <a:lnTo>
                      <a:pt x="40" y="104"/>
                    </a:lnTo>
                    <a:lnTo>
                      <a:pt x="24" y="88"/>
                    </a:lnTo>
                    <a:lnTo>
                      <a:pt x="0" y="72"/>
                    </a:lnTo>
                    <a:lnTo>
                      <a:pt x="88" y="0"/>
                    </a:lnTo>
                    <a:close/>
                  </a:path>
                </a:pathLst>
              </a:custGeom>
              <a:grpFill/>
              <a:ln w="9525">
                <a:solidFill>
                  <a:schemeClr val="bg1">
                    <a:lumMod val="65000"/>
                  </a:schemeClr>
                </a:solidFill>
                <a:round/>
                <a:headEnd/>
                <a:tailEnd/>
              </a:ln>
            </p:spPr>
            <p:txBody>
              <a:bodyPr/>
              <a:lstStyle/>
              <a:p>
                <a:endParaRPr lang="en-US"/>
              </a:p>
            </p:txBody>
          </p:sp>
          <p:sp>
            <p:nvSpPr>
              <p:cNvPr id="103815" name="Line 1037"/>
              <p:cNvSpPr>
                <a:spLocks noChangeShapeType="1"/>
              </p:cNvSpPr>
              <p:nvPr/>
            </p:nvSpPr>
            <p:spPr bwMode="auto">
              <a:xfrm flipV="1">
                <a:off x="2399" y="2898"/>
                <a:ext cx="56" cy="71"/>
              </a:xfrm>
              <a:prstGeom prst="line">
                <a:avLst/>
              </a:prstGeom>
              <a:grpFill/>
              <a:ln w="12700">
                <a:solidFill>
                  <a:schemeClr val="bg1">
                    <a:lumMod val="65000"/>
                  </a:schemeClr>
                </a:solidFill>
                <a:round/>
                <a:headEnd/>
                <a:tailEnd/>
              </a:ln>
            </p:spPr>
            <p:txBody>
              <a:bodyPr/>
              <a:lstStyle/>
              <a:p>
                <a:endParaRPr lang="en-US"/>
              </a:p>
            </p:txBody>
          </p:sp>
          <p:sp>
            <p:nvSpPr>
              <p:cNvPr id="103816" name="Line 1038"/>
              <p:cNvSpPr>
                <a:spLocks noChangeShapeType="1"/>
              </p:cNvSpPr>
              <p:nvPr/>
            </p:nvSpPr>
            <p:spPr bwMode="auto">
              <a:xfrm flipV="1">
                <a:off x="2463" y="2811"/>
                <a:ext cx="55" cy="70"/>
              </a:xfrm>
              <a:prstGeom prst="line">
                <a:avLst/>
              </a:prstGeom>
              <a:grpFill/>
              <a:ln w="12700">
                <a:solidFill>
                  <a:schemeClr val="bg1">
                    <a:lumMod val="65000"/>
                  </a:schemeClr>
                </a:solidFill>
                <a:round/>
                <a:headEnd/>
                <a:tailEnd/>
              </a:ln>
            </p:spPr>
            <p:txBody>
              <a:bodyPr/>
              <a:lstStyle/>
              <a:p>
                <a:endParaRPr lang="en-US"/>
              </a:p>
            </p:txBody>
          </p:sp>
          <p:sp>
            <p:nvSpPr>
              <p:cNvPr id="103817" name="Line 1039"/>
              <p:cNvSpPr>
                <a:spLocks noChangeShapeType="1"/>
              </p:cNvSpPr>
              <p:nvPr/>
            </p:nvSpPr>
            <p:spPr bwMode="auto">
              <a:xfrm flipV="1">
                <a:off x="2535" y="2724"/>
                <a:ext cx="47" cy="70"/>
              </a:xfrm>
              <a:prstGeom prst="line">
                <a:avLst/>
              </a:prstGeom>
              <a:grpFill/>
              <a:ln w="12700">
                <a:solidFill>
                  <a:schemeClr val="bg1">
                    <a:lumMod val="65000"/>
                  </a:schemeClr>
                </a:solidFill>
                <a:round/>
                <a:headEnd/>
                <a:tailEnd/>
              </a:ln>
            </p:spPr>
            <p:txBody>
              <a:bodyPr/>
              <a:lstStyle/>
              <a:p>
                <a:endParaRPr lang="en-US"/>
              </a:p>
            </p:txBody>
          </p:sp>
          <p:sp>
            <p:nvSpPr>
              <p:cNvPr id="103818" name="Line 1040"/>
              <p:cNvSpPr>
                <a:spLocks noChangeShapeType="1"/>
              </p:cNvSpPr>
              <p:nvPr/>
            </p:nvSpPr>
            <p:spPr bwMode="auto">
              <a:xfrm flipV="1">
                <a:off x="2598" y="2634"/>
                <a:ext cx="56" cy="64"/>
              </a:xfrm>
              <a:prstGeom prst="line">
                <a:avLst/>
              </a:prstGeom>
              <a:grpFill/>
              <a:ln w="12700">
                <a:solidFill>
                  <a:schemeClr val="bg1">
                    <a:lumMod val="65000"/>
                  </a:schemeClr>
                </a:solidFill>
                <a:round/>
                <a:headEnd/>
                <a:tailEnd/>
              </a:ln>
            </p:spPr>
            <p:txBody>
              <a:bodyPr/>
              <a:lstStyle/>
              <a:p>
                <a:endParaRPr lang="en-US"/>
              </a:p>
            </p:txBody>
          </p:sp>
          <p:sp>
            <p:nvSpPr>
              <p:cNvPr id="103819" name="Line 1041"/>
              <p:cNvSpPr>
                <a:spLocks noChangeShapeType="1"/>
              </p:cNvSpPr>
              <p:nvPr/>
            </p:nvSpPr>
            <p:spPr bwMode="auto">
              <a:xfrm flipV="1">
                <a:off x="2670" y="2539"/>
                <a:ext cx="48" cy="71"/>
              </a:xfrm>
              <a:prstGeom prst="line">
                <a:avLst/>
              </a:prstGeom>
              <a:grpFill/>
              <a:ln w="12700">
                <a:solidFill>
                  <a:schemeClr val="bg1">
                    <a:lumMod val="65000"/>
                  </a:schemeClr>
                </a:solidFill>
                <a:round/>
                <a:headEnd/>
                <a:tailEnd/>
              </a:ln>
            </p:spPr>
            <p:txBody>
              <a:bodyPr/>
              <a:lstStyle/>
              <a:p>
                <a:endParaRPr lang="en-US"/>
              </a:p>
            </p:txBody>
          </p:sp>
          <p:sp>
            <p:nvSpPr>
              <p:cNvPr id="103820" name="Line 1042"/>
              <p:cNvSpPr>
                <a:spLocks noChangeShapeType="1"/>
              </p:cNvSpPr>
              <p:nvPr/>
            </p:nvSpPr>
            <p:spPr bwMode="auto">
              <a:xfrm flipV="1">
                <a:off x="2734" y="2476"/>
                <a:ext cx="40" cy="47"/>
              </a:xfrm>
              <a:prstGeom prst="line">
                <a:avLst/>
              </a:prstGeom>
              <a:grpFill/>
              <a:ln w="12700">
                <a:solidFill>
                  <a:schemeClr val="bg1">
                    <a:lumMod val="65000"/>
                  </a:schemeClr>
                </a:solidFill>
                <a:round/>
                <a:headEnd/>
                <a:tailEnd/>
              </a:ln>
            </p:spPr>
            <p:txBody>
              <a:bodyPr/>
              <a:lstStyle/>
              <a:p>
                <a:endParaRPr lang="en-US"/>
              </a:p>
            </p:txBody>
          </p:sp>
        </p:grpSp>
        <p:grpSp>
          <p:nvGrpSpPr>
            <p:cNvPr id="103632" name="Group 1043"/>
            <p:cNvGrpSpPr>
              <a:grpSpLocks/>
            </p:cNvGrpSpPr>
            <p:nvPr/>
          </p:nvGrpSpPr>
          <p:grpSpPr bwMode="auto">
            <a:xfrm>
              <a:off x="1498" y="3296"/>
              <a:ext cx="406" cy="287"/>
              <a:chOff x="1498" y="3296"/>
              <a:chExt cx="406" cy="287"/>
            </a:xfrm>
            <a:grpFill/>
          </p:grpSpPr>
          <p:sp>
            <p:nvSpPr>
              <p:cNvPr id="103809" name="Freeform 1044"/>
              <p:cNvSpPr>
                <a:spLocks/>
              </p:cNvSpPr>
              <p:nvPr/>
            </p:nvSpPr>
            <p:spPr bwMode="auto">
              <a:xfrm>
                <a:off x="1792" y="3296"/>
                <a:ext cx="112" cy="88"/>
              </a:xfrm>
              <a:custGeom>
                <a:avLst/>
                <a:gdLst>
                  <a:gd name="T0" fmla="*/ 112 w 112"/>
                  <a:gd name="T1" fmla="*/ 0 h 88"/>
                  <a:gd name="T2" fmla="*/ 40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40" y="88"/>
                    </a:lnTo>
                    <a:lnTo>
                      <a:pt x="16" y="64"/>
                    </a:lnTo>
                    <a:lnTo>
                      <a:pt x="0" y="40"/>
                    </a:lnTo>
                    <a:lnTo>
                      <a:pt x="112" y="0"/>
                    </a:lnTo>
                    <a:close/>
                  </a:path>
                </a:pathLst>
              </a:custGeom>
              <a:grpFill/>
              <a:ln w="9525">
                <a:solidFill>
                  <a:schemeClr val="bg1">
                    <a:lumMod val="65000"/>
                  </a:schemeClr>
                </a:solidFill>
                <a:round/>
                <a:headEnd/>
                <a:tailEnd/>
              </a:ln>
            </p:spPr>
            <p:txBody>
              <a:bodyPr/>
              <a:lstStyle/>
              <a:p>
                <a:endParaRPr lang="en-US"/>
              </a:p>
            </p:txBody>
          </p:sp>
          <p:sp>
            <p:nvSpPr>
              <p:cNvPr id="103810" name="Line 1045"/>
              <p:cNvSpPr>
                <a:spLocks noChangeShapeType="1"/>
              </p:cNvSpPr>
              <p:nvPr/>
            </p:nvSpPr>
            <p:spPr bwMode="auto">
              <a:xfrm flipV="1">
                <a:off x="1498" y="3537"/>
                <a:ext cx="70" cy="46"/>
              </a:xfrm>
              <a:prstGeom prst="line">
                <a:avLst/>
              </a:prstGeom>
              <a:grpFill/>
              <a:ln w="12700">
                <a:solidFill>
                  <a:schemeClr val="bg1">
                    <a:lumMod val="65000"/>
                  </a:schemeClr>
                </a:solidFill>
                <a:round/>
                <a:headEnd/>
                <a:tailEnd/>
              </a:ln>
            </p:spPr>
            <p:txBody>
              <a:bodyPr/>
              <a:lstStyle/>
              <a:p>
                <a:endParaRPr lang="en-US"/>
              </a:p>
            </p:txBody>
          </p:sp>
          <p:sp>
            <p:nvSpPr>
              <p:cNvPr id="103811" name="Line 1046"/>
              <p:cNvSpPr>
                <a:spLocks noChangeShapeType="1"/>
              </p:cNvSpPr>
              <p:nvPr/>
            </p:nvSpPr>
            <p:spPr bwMode="auto">
              <a:xfrm flipV="1">
                <a:off x="1584" y="3473"/>
                <a:ext cx="72" cy="47"/>
              </a:xfrm>
              <a:prstGeom prst="line">
                <a:avLst/>
              </a:prstGeom>
              <a:grpFill/>
              <a:ln w="12700">
                <a:solidFill>
                  <a:schemeClr val="bg1">
                    <a:lumMod val="65000"/>
                  </a:schemeClr>
                </a:solidFill>
                <a:round/>
                <a:headEnd/>
                <a:tailEnd/>
              </a:ln>
            </p:spPr>
            <p:txBody>
              <a:bodyPr/>
              <a:lstStyle/>
              <a:p>
                <a:endParaRPr lang="en-US"/>
              </a:p>
            </p:txBody>
          </p:sp>
          <p:sp>
            <p:nvSpPr>
              <p:cNvPr id="103812" name="Line 1047"/>
              <p:cNvSpPr>
                <a:spLocks noChangeShapeType="1"/>
              </p:cNvSpPr>
              <p:nvPr/>
            </p:nvSpPr>
            <p:spPr bwMode="auto">
              <a:xfrm flipV="1">
                <a:off x="1680" y="3408"/>
                <a:ext cx="72" cy="48"/>
              </a:xfrm>
              <a:prstGeom prst="line">
                <a:avLst/>
              </a:prstGeom>
              <a:grpFill/>
              <a:ln w="12700">
                <a:solidFill>
                  <a:schemeClr val="bg1">
                    <a:lumMod val="65000"/>
                  </a:schemeClr>
                </a:solidFill>
                <a:round/>
                <a:headEnd/>
                <a:tailEnd/>
              </a:ln>
            </p:spPr>
            <p:txBody>
              <a:bodyPr/>
              <a:lstStyle/>
              <a:p>
                <a:endParaRPr lang="en-US"/>
              </a:p>
            </p:txBody>
          </p:sp>
          <p:sp>
            <p:nvSpPr>
              <p:cNvPr id="103813" name="Line 1048"/>
              <p:cNvSpPr>
                <a:spLocks noChangeShapeType="1"/>
              </p:cNvSpPr>
              <p:nvPr/>
            </p:nvSpPr>
            <p:spPr bwMode="auto">
              <a:xfrm flipV="1">
                <a:off x="1768" y="3360"/>
                <a:ext cx="40" cy="32"/>
              </a:xfrm>
              <a:prstGeom prst="line">
                <a:avLst/>
              </a:prstGeom>
              <a:grpFill/>
              <a:ln w="12700">
                <a:solidFill>
                  <a:schemeClr val="bg1">
                    <a:lumMod val="65000"/>
                  </a:schemeClr>
                </a:solidFill>
                <a:round/>
                <a:headEnd/>
                <a:tailEnd/>
              </a:ln>
            </p:spPr>
            <p:txBody>
              <a:bodyPr/>
              <a:lstStyle/>
              <a:p>
                <a:endParaRPr lang="en-US"/>
              </a:p>
            </p:txBody>
          </p:sp>
        </p:grpSp>
        <p:grpSp>
          <p:nvGrpSpPr>
            <p:cNvPr id="103633" name="Group 1049"/>
            <p:cNvGrpSpPr>
              <a:grpSpLocks/>
            </p:cNvGrpSpPr>
            <p:nvPr/>
          </p:nvGrpSpPr>
          <p:grpSpPr bwMode="auto">
            <a:xfrm>
              <a:off x="1489" y="2690"/>
              <a:ext cx="423" cy="279"/>
              <a:chOff x="1489" y="2690"/>
              <a:chExt cx="423" cy="279"/>
            </a:xfrm>
            <a:grpFill/>
          </p:grpSpPr>
          <p:sp>
            <p:nvSpPr>
              <p:cNvPr id="103804" name="Freeform 1050"/>
              <p:cNvSpPr>
                <a:spLocks/>
              </p:cNvSpPr>
              <p:nvPr/>
            </p:nvSpPr>
            <p:spPr bwMode="auto">
              <a:xfrm>
                <a:off x="1800" y="2690"/>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32" y="88"/>
                    </a:lnTo>
                    <a:lnTo>
                      <a:pt x="16" y="64"/>
                    </a:lnTo>
                    <a:lnTo>
                      <a:pt x="0" y="40"/>
                    </a:lnTo>
                    <a:lnTo>
                      <a:pt x="112" y="0"/>
                    </a:lnTo>
                    <a:close/>
                  </a:path>
                </a:pathLst>
              </a:custGeom>
              <a:grpFill/>
              <a:ln w="9525">
                <a:solidFill>
                  <a:schemeClr val="bg1">
                    <a:lumMod val="65000"/>
                  </a:schemeClr>
                </a:solidFill>
                <a:round/>
                <a:headEnd/>
                <a:tailEnd/>
              </a:ln>
            </p:spPr>
            <p:txBody>
              <a:bodyPr/>
              <a:lstStyle/>
              <a:p>
                <a:endParaRPr lang="en-US"/>
              </a:p>
            </p:txBody>
          </p:sp>
          <p:sp>
            <p:nvSpPr>
              <p:cNvPr id="103805" name="Line 1051"/>
              <p:cNvSpPr>
                <a:spLocks noChangeShapeType="1"/>
              </p:cNvSpPr>
              <p:nvPr/>
            </p:nvSpPr>
            <p:spPr bwMode="auto">
              <a:xfrm flipV="1">
                <a:off x="1489" y="2922"/>
                <a:ext cx="71" cy="47"/>
              </a:xfrm>
              <a:prstGeom prst="line">
                <a:avLst/>
              </a:prstGeom>
              <a:grpFill/>
              <a:ln w="12700">
                <a:solidFill>
                  <a:schemeClr val="bg1">
                    <a:lumMod val="65000"/>
                  </a:schemeClr>
                </a:solidFill>
                <a:round/>
                <a:headEnd/>
                <a:tailEnd/>
              </a:ln>
            </p:spPr>
            <p:txBody>
              <a:bodyPr/>
              <a:lstStyle/>
              <a:p>
                <a:endParaRPr lang="en-US"/>
              </a:p>
            </p:txBody>
          </p:sp>
          <p:sp>
            <p:nvSpPr>
              <p:cNvPr id="103806" name="Line 1052"/>
              <p:cNvSpPr>
                <a:spLocks noChangeShapeType="1"/>
              </p:cNvSpPr>
              <p:nvPr/>
            </p:nvSpPr>
            <p:spPr bwMode="auto">
              <a:xfrm flipV="1">
                <a:off x="1585" y="2858"/>
                <a:ext cx="71" cy="47"/>
              </a:xfrm>
              <a:prstGeom prst="line">
                <a:avLst/>
              </a:prstGeom>
              <a:grpFill/>
              <a:ln w="12700">
                <a:solidFill>
                  <a:schemeClr val="bg1">
                    <a:lumMod val="65000"/>
                  </a:schemeClr>
                </a:solidFill>
                <a:round/>
                <a:headEnd/>
                <a:tailEnd/>
              </a:ln>
            </p:spPr>
            <p:txBody>
              <a:bodyPr/>
              <a:lstStyle/>
              <a:p>
                <a:endParaRPr lang="en-US"/>
              </a:p>
            </p:txBody>
          </p:sp>
          <p:sp>
            <p:nvSpPr>
              <p:cNvPr id="103807" name="Line 1053"/>
              <p:cNvSpPr>
                <a:spLocks noChangeShapeType="1"/>
              </p:cNvSpPr>
              <p:nvPr/>
            </p:nvSpPr>
            <p:spPr bwMode="auto">
              <a:xfrm flipV="1">
                <a:off x="1672" y="2803"/>
                <a:ext cx="80" cy="47"/>
              </a:xfrm>
              <a:prstGeom prst="line">
                <a:avLst/>
              </a:prstGeom>
              <a:grpFill/>
              <a:ln w="12700">
                <a:solidFill>
                  <a:schemeClr val="bg1">
                    <a:lumMod val="65000"/>
                  </a:schemeClr>
                </a:solidFill>
                <a:round/>
                <a:headEnd/>
                <a:tailEnd/>
              </a:ln>
            </p:spPr>
            <p:txBody>
              <a:bodyPr/>
              <a:lstStyle/>
              <a:p>
                <a:endParaRPr lang="en-US"/>
              </a:p>
            </p:txBody>
          </p:sp>
          <p:sp>
            <p:nvSpPr>
              <p:cNvPr id="103808" name="Line 1054"/>
              <p:cNvSpPr>
                <a:spLocks noChangeShapeType="1"/>
              </p:cNvSpPr>
              <p:nvPr/>
            </p:nvSpPr>
            <p:spPr bwMode="auto">
              <a:xfrm flipV="1">
                <a:off x="1768" y="2754"/>
                <a:ext cx="48" cy="32"/>
              </a:xfrm>
              <a:prstGeom prst="line">
                <a:avLst/>
              </a:prstGeom>
              <a:grpFill/>
              <a:ln w="12700">
                <a:solidFill>
                  <a:schemeClr val="bg1">
                    <a:lumMod val="65000"/>
                  </a:schemeClr>
                </a:solidFill>
                <a:round/>
                <a:headEnd/>
                <a:tailEnd/>
              </a:ln>
            </p:spPr>
            <p:txBody>
              <a:bodyPr/>
              <a:lstStyle/>
              <a:p>
                <a:endParaRPr lang="en-US"/>
              </a:p>
            </p:txBody>
          </p:sp>
        </p:grpSp>
        <p:grpSp>
          <p:nvGrpSpPr>
            <p:cNvPr id="103634" name="Group 1055"/>
            <p:cNvGrpSpPr>
              <a:grpSpLocks/>
            </p:cNvGrpSpPr>
            <p:nvPr/>
          </p:nvGrpSpPr>
          <p:grpSpPr bwMode="auto">
            <a:xfrm>
              <a:off x="1490" y="2993"/>
              <a:ext cx="414" cy="271"/>
              <a:chOff x="1490" y="2993"/>
              <a:chExt cx="414" cy="271"/>
            </a:xfrm>
            <a:grpFill/>
          </p:grpSpPr>
          <p:sp>
            <p:nvSpPr>
              <p:cNvPr id="103799" name="Freeform 1056"/>
              <p:cNvSpPr>
                <a:spLocks/>
              </p:cNvSpPr>
              <p:nvPr/>
            </p:nvSpPr>
            <p:spPr bwMode="auto">
              <a:xfrm>
                <a:off x="1792" y="2993"/>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32" y="88"/>
                    </a:lnTo>
                    <a:lnTo>
                      <a:pt x="16" y="64"/>
                    </a:lnTo>
                    <a:lnTo>
                      <a:pt x="0" y="40"/>
                    </a:lnTo>
                    <a:lnTo>
                      <a:pt x="112" y="0"/>
                    </a:lnTo>
                    <a:close/>
                  </a:path>
                </a:pathLst>
              </a:custGeom>
              <a:grpFill/>
              <a:ln w="9525">
                <a:solidFill>
                  <a:schemeClr val="bg1">
                    <a:lumMod val="65000"/>
                  </a:schemeClr>
                </a:solidFill>
                <a:round/>
                <a:headEnd/>
                <a:tailEnd/>
              </a:ln>
            </p:spPr>
            <p:txBody>
              <a:bodyPr/>
              <a:lstStyle/>
              <a:p>
                <a:endParaRPr lang="en-US"/>
              </a:p>
            </p:txBody>
          </p:sp>
          <p:sp>
            <p:nvSpPr>
              <p:cNvPr id="103800" name="Line 1057"/>
              <p:cNvSpPr>
                <a:spLocks noChangeShapeType="1"/>
              </p:cNvSpPr>
              <p:nvPr/>
            </p:nvSpPr>
            <p:spPr bwMode="auto">
              <a:xfrm flipV="1">
                <a:off x="1490" y="3218"/>
                <a:ext cx="70" cy="46"/>
              </a:xfrm>
              <a:prstGeom prst="line">
                <a:avLst/>
              </a:prstGeom>
              <a:grpFill/>
              <a:ln w="12700">
                <a:solidFill>
                  <a:schemeClr val="bg1">
                    <a:lumMod val="65000"/>
                  </a:schemeClr>
                </a:solidFill>
                <a:round/>
                <a:headEnd/>
                <a:tailEnd/>
              </a:ln>
            </p:spPr>
            <p:txBody>
              <a:bodyPr/>
              <a:lstStyle/>
              <a:p>
                <a:endParaRPr lang="en-US"/>
              </a:p>
            </p:txBody>
          </p:sp>
          <p:sp>
            <p:nvSpPr>
              <p:cNvPr id="103801" name="Line 1058"/>
              <p:cNvSpPr>
                <a:spLocks noChangeShapeType="1"/>
              </p:cNvSpPr>
              <p:nvPr/>
            </p:nvSpPr>
            <p:spPr bwMode="auto">
              <a:xfrm flipV="1">
                <a:off x="1584" y="3154"/>
                <a:ext cx="72" cy="47"/>
              </a:xfrm>
              <a:prstGeom prst="line">
                <a:avLst/>
              </a:prstGeom>
              <a:grpFill/>
              <a:ln w="12700">
                <a:solidFill>
                  <a:schemeClr val="bg1">
                    <a:lumMod val="65000"/>
                  </a:schemeClr>
                </a:solidFill>
                <a:round/>
                <a:headEnd/>
                <a:tailEnd/>
              </a:ln>
            </p:spPr>
            <p:txBody>
              <a:bodyPr/>
              <a:lstStyle/>
              <a:p>
                <a:endParaRPr lang="en-US"/>
              </a:p>
            </p:txBody>
          </p:sp>
          <p:sp>
            <p:nvSpPr>
              <p:cNvPr id="103802" name="Line 1059"/>
              <p:cNvSpPr>
                <a:spLocks noChangeShapeType="1"/>
              </p:cNvSpPr>
              <p:nvPr/>
            </p:nvSpPr>
            <p:spPr bwMode="auto">
              <a:xfrm flipV="1">
                <a:off x="1672" y="3097"/>
                <a:ext cx="80" cy="48"/>
              </a:xfrm>
              <a:prstGeom prst="line">
                <a:avLst/>
              </a:prstGeom>
              <a:grpFill/>
              <a:ln w="12700">
                <a:solidFill>
                  <a:schemeClr val="bg1">
                    <a:lumMod val="65000"/>
                  </a:schemeClr>
                </a:solidFill>
                <a:round/>
                <a:headEnd/>
                <a:tailEnd/>
              </a:ln>
            </p:spPr>
            <p:txBody>
              <a:bodyPr/>
              <a:lstStyle/>
              <a:p>
                <a:endParaRPr lang="en-US"/>
              </a:p>
            </p:txBody>
          </p:sp>
          <p:sp>
            <p:nvSpPr>
              <p:cNvPr id="103803" name="Line 1060"/>
              <p:cNvSpPr>
                <a:spLocks noChangeShapeType="1"/>
              </p:cNvSpPr>
              <p:nvPr/>
            </p:nvSpPr>
            <p:spPr bwMode="auto">
              <a:xfrm flipV="1">
                <a:off x="1768" y="3057"/>
                <a:ext cx="40" cy="24"/>
              </a:xfrm>
              <a:prstGeom prst="line">
                <a:avLst/>
              </a:prstGeom>
              <a:grpFill/>
              <a:ln w="12700">
                <a:solidFill>
                  <a:schemeClr val="bg1">
                    <a:lumMod val="65000"/>
                  </a:schemeClr>
                </a:solidFill>
                <a:round/>
                <a:headEnd/>
                <a:tailEnd/>
              </a:ln>
            </p:spPr>
            <p:txBody>
              <a:bodyPr/>
              <a:lstStyle/>
              <a:p>
                <a:endParaRPr lang="en-US"/>
              </a:p>
            </p:txBody>
          </p:sp>
        </p:grpSp>
        <p:grpSp>
          <p:nvGrpSpPr>
            <p:cNvPr id="103635" name="Group 1061"/>
            <p:cNvGrpSpPr>
              <a:grpSpLocks/>
            </p:cNvGrpSpPr>
            <p:nvPr/>
          </p:nvGrpSpPr>
          <p:grpSpPr bwMode="auto">
            <a:xfrm>
              <a:off x="1936" y="2993"/>
              <a:ext cx="439" cy="582"/>
              <a:chOff x="1936" y="2993"/>
              <a:chExt cx="439" cy="582"/>
            </a:xfrm>
            <a:grpFill/>
          </p:grpSpPr>
          <p:sp>
            <p:nvSpPr>
              <p:cNvPr id="103792" name="Freeform 1062"/>
              <p:cNvSpPr>
                <a:spLocks/>
              </p:cNvSpPr>
              <p:nvPr/>
            </p:nvSpPr>
            <p:spPr bwMode="auto">
              <a:xfrm>
                <a:off x="2287" y="3472"/>
                <a:ext cx="88" cy="103"/>
              </a:xfrm>
              <a:custGeom>
                <a:avLst/>
                <a:gdLst>
                  <a:gd name="T0" fmla="*/ 88 w 88"/>
                  <a:gd name="T1" fmla="*/ 103 h 103"/>
                  <a:gd name="T2" fmla="*/ 0 w 88"/>
                  <a:gd name="T3" fmla="*/ 32 h 103"/>
                  <a:gd name="T4" fmla="*/ 24 w 88"/>
                  <a:gd name="T5" fmla="*/ 16 h 103"/>
                  <a:gd name="T6" fmla="*/ 40 w 88"/>
                  <a:gd name="T7" fmla="*/ 0 h 103"/>
                  <a:gd name="T8" fmla="*/ 88 w 88"/>
                  <a:gd name="T9" fmla="*/ 103 h 103"/>
                  <a:gd name="T10" fmla="*/ 0 60000 65536"/>
                  <a:gd name="T11" fmla="*/ 0 60000 65536"/>
                  <a:gd name="T12" fmla="*/ 0 60000 65536"/>
                  <a:gd name="T13" fmla="*/ 0 60000 65536"/>
                  <a:gd name="T14" fmla="*/ 0 60000 65536"/>
                  <a:gd name="T15" fmla="*/ 0 w 88"/>
                  <a:gd name="T16" fmla="*/ 0 h 103"/>
                  <a:gd name="T17" fmla="*/ 88 w 88"/>
                  <a:gd name="T18" fmla="*/ 103 h 103"/>
                </a:gdLst>
                <a:ahLst/>
                <a:cxnLst>
                  <a:cxn ang="T10">
                    <a:pos x="T0" y="T1"/>
                  </a:cxn>
                  <a:cxn ang="T11">
                    <a:pos x="T2" y="T3"/>
                  </a:cxn>
                  <a:cxn ang="T12">
                    <a:pos x="T4" y="T5"/>
                  </a:cxn>
                  <a:cxn ang="T13">
                    <a:pos x="T6" y="T7"/>
                  </a:cxn>
                  <a:cxn ang="T14">
                    <a:pos x="T8" y="T9"/>
                  </a:cxn>
                </a:cxnLst>
                <a:rect l="T15" t="T16" r="T17" b="T18"/>
                <a:pathLst>
                  <a:path w="88" h="103">
                    <a:moveTo>
                      <a:pt x="88" y="103"/>
                    </a:moveTo>
                    <a:lnTo>
                      <a:pt x="0" y="32"/>
                    </a:lnTo>
                    <a:lnTo>
                      <a:pt x="24" y="16"/>
                    </a:lnTo>
                    <a:lnTo>
                      <a:pt x="40" y="0"/>
                    </a:lnTo>
                    <a:lnTo>
                      <a:pt x="88" y="103"/>
                    </a:lnTo>
                    <a:close/>
                  </a:path>
                </a:pathLst>
              </a:custGeom>
              <a:grpFill/>
              <a:ln w="9525">
                <a:solidFill>
                  <a:schemeClr val="bg1">
                    <a:lumMod val="65000"/>
                  </a:schemeClr>
                </a:solidFill>
                <a:round/>
                <a:headEnd/>
                <a:tailEnd/>
              </a:ln>
            </p:spPr>
            <p:txBody>
              <a:bodyPr/>
              <a:lstStyle/>
              <a:p>
                <a:endParaRPr lang="en-US"/>
              </a:p>
            </p:txBody>
          </p:sp>
          <p:sp>
            <p:nvSpPr>
              <p:cNvPr id="103793" name="Line 1063"/>
              <p:cNvSpPr>
                <a:spLocks noChangeShapeType="1"/>
              </p:cNvSpPr>
              <p:nvPr/>
            </p:nvSpPr>
            <p:spPr bwMode="auto">
              <a:xfrm>
                <a:off x="1936" y="2993"/>
                <a:ext cx="56" cy="72"/>
              </a:xfrm>
              <a:prstGeom prst="line">
                <a:avLst/>
              </a:prstGeom>
              <a:grpFill/>
              <a:ln w="12700">
                <a:solidFill>
                  <a:schemeClr val="bg1">
                    <a:lumMod val="65000"/>
                  </a:schemeClr>
                </a:solidFill>
                <a:round/>
                <a:headEnd/>
                <a:tailEnd/>
              </a:ln>
            </p:spPr>
            <p:txBody>
              <a:bodyPr/>
              <a:lstStyle/>
              <a:p>
                <a:endParaRPr lang="en-US"/>
              </a:p>
            </p:txBody>
          </p:sp>
          <p:sp>
            <p:nvSpPr>
              <p:cNvPr id="103794" name="Line 1064"/>
              <p:cNvSpPr>
                <a:spLocks noChangeShapeType="1"/>
              </p:cNvSpPr>
              <p:nvPr/>
            </p:nvSpPr>
            <p:spPr bwMode="auto">
              <a:xfrm>
                <a:off x="2000" y="3081"/>
                <a:ext cx="55" cy="70"/>
              </a:xfrm>
              <a:prstGeom prst="line">
                <a:avLst/>
              </a:prstGeom>
              <a:grpFill/>
              <a:ln w="12700">
                <a:solidFill>
                  <a:schemeClr val="bg1">
                    <a:lumMod val="65000"/>
                  </a:schemeClr>
                </a:solidFill>
                <a:round/>
                <a:headEnd/>
                <a:tailEnd/>
              </a:ln>
            </p:spPr>
            <p:txBody>
              <a:bodyPr/>
              <a:lstStyle/>
              <a:p>
                <a:endParaRPr lang="en-US"/>
              </a:p>
            </p:txBody>
          </p:sp>
          <p:sp>
            <p:nvSpPr>
              <p:cNvPr id="103795" name="Line 1065"/>
              <p:cNvSpPr>
                <a:spLocks noChangeShapeType="1"/>
              </p:cNvSpPr>
              <p:nvPr/>
            </p:nvSpPr>
            <p:spPr bwMode="auto">
              <a:xfrm>
                <a:off x="2071" y="3169"/>
                <a:ext cx="48" cy="71"/>
              </a:xfrm>
              <a:prstGeom prst="line">
                <a:avLst/>
              </a:prstGeom>
              <a:grpFill/>
              <a:ln w="12700">
                <a:solidFill>
                  <a:schemeClr val="bg1">
                    <a:lumMod val="65000"/>
                  </a:schemeClr>
                </a:solidFill>
                <a:round/>
                <a:headEnd/>
                <a:tailEnd/>
              </a:ln>
            </p:spPr>
            <p:txBody>
              <a:bodyPr/>
              <a:lstStyle/>
              <a:p>
                <a:endParaRPr lang="en-US"/>
              </a:p>
            </p:txBody>
          </p:sp>
          <p:sp>
            <p:nvSpPr>
              <p:cNvPr id="103796" name="Line 1066"/>
              <p:cNvSpPr>
                <a:spLocks noChangeShapeType="1"/>
              </p:cNvSpPr>
              <p:nvPr/>
            </p:nvSpPr>
            <p:spPr bwMode="auto">
              <a:xfrm>
                <a:off x="2135" y="3264"/>
                <a:ext cx="56" cy="63"/>
              </a:xfrm>
              <a:prstGeom prst="line">
                <a:avLst/>
              </a:prstGeom>
              <a:grpFill/>
              <a:ln w="12700">
                <a:solidFill>
                  <a:schemeClr val="bg1">
                    <a:lumMod val="65000"/>
                  </a:schemeClr>
                </a:solidFill>
                <a:round/>
                <a:headEnd/>
                <a:tailEnd/>
              </a:ln>
            </p:spPr>
            <p:txBody>
              <a:bodyPr/>
              <a:lstStyle/>
              <a:p>
                <a:endParaRPr lang="en-US"/>
              </a:p>
            </p:txBody>
          </p:sp>
          <p:sp>
            <p:nvSpPr>
              <p:cNvPr id="103797" name="Line 1067"/>
              <p:cNvSpPr>
                <a:spLocks noChangeShapeType="1"/>
              </p:cNvSpPr>
              <p:nvPr/>
            </p:nvSpPr>
            <p:spPr bwMode="auto">
              <a:xfrm>
                <a:off x="2207" y="3352"/>
                <a:ext cx="48" cy="72"/>
              </a:xfrm>
              <a:prstGeom prst="line">
                <a:avLst/>
              </a:prstGeom>
              <a:grpFill/>
              <a:ln w="12700">
                <a:solidFill>
                  <a:schemeClr val="bg1">
                    <a:lumMod val="65000"/>
                  </a:schemeClr>
                </a:solidFill>
                <a:round/>
                <a:headEnd/>
                <a:tailEnd/>
              </a:ln>
            </p:spPr>
            <p:txBody>
              <a:bodyPr/>
              <a:lstStyle/>
              <a:p>
                <a:endParaRPr lang="en-US"/>
              </a:p>
            </p:txBody>
          </p:sp>
          <p:sp>
            <p:nvSpPr>
              <p:cNvPr id="103798" name="Line 1068"/>
              <p:cNvSpPr>
                <a:spLocks noChangeShapeType="1"/>
              </p:cNvSpPr>
              <p:nvPr/>
            </p:nvSpPr>
            <p:spPr bwMode="auto">
              <a:xfrm>
                <a:off x="2271" y="3440"/>
                <a:ext cx="40" cy="48"/>
              </a:xfrm>
              <a:prstGeom prst="line">
                <a:avLst/>
              </a:prstGeom>
              <a:grpFill/>
              <a:ln w="12700">
                <a:solidFill>
                  <a:schemeClr val="bg1">
                    <a:lumMod val="65000"/>
                  </a:schemeClr>
                </a:solidFill>
                <a:round/>
                <a:headEnd/>
                <a:tailEnd/>
              </a:ln>
            </p:spPr>
            <p:txBody>
              <a:bodyPr/>
              <a:lstStyle/>
              <a:p>
                <a:endParaRPr lang="en-US"/>
              </a:p>
            </p:txBody>
          </p:sp>
        </p:grpSp>
        <p:grpSp>
          <p:nvGrpSpPr>
            <p:cNvPr id="103636" name="Group 1069"/>
            <p:cNvGrpSpPr>
              <a:grpSpLocks/>
            </p:cNvGrpSpPr>
            <p:nvPr/>
          </p:nvGrpSpPr>
          <p:grpSpPr bwMode="auto">
            <a:xfrm>
              <a:off x="1944" y="2690"/>
              <a:ext cx="447" cy="279"/>
              <a:chOff x="1944" y="2690"/>
              <a:chExt cx="447" cy="279"/>
            </a:xfrm>
            <a:grpFill/>
          </p:grpSpPr>
          <p:sp>
            <p:nvSpPr>
              <p:cNvPr id="103787" name="Freeform 1070"/>
              <p:cNvSpPr>
                <a:spLocks/>
              </p:cNvSpPr>
              <p:nvPr/>
            </p:nvSpPr>
            <p:spPr bwMode="auto">
              <a:xfrm>
                <a:off x="2279" y="2889"/>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 name="T15" fmla="*/ 0 w 112"/>
                  <a:gd name="T16" fmla="*/ 0 h 80"/>
                  <a:gd name="T17" fmla="*/ 112 w 112"/>
                  <a:gd name="T18" fmla="*/ 80 h 80"/>
                </a:gdLst>
                <a:ahLst/>
                <a:cxnLst>
                  <a:cxn ang="T10">
                    <a:pos x="T0" y="T1"/>
                  </a:cxn>
                  <a:cxn ang="T11">
                    <a:pos x="T2" y="T3"/>
                  </a:cxn>
                  <a:cxn ang="T12">
                    <a:pos x="T4" y="T5"/>
                  </a:cxn>
                  <a:cxn ang="T13">
                    <a:pos x="T6" y="T7"/>
                  </a:cxn>
                  <a:cxn ang="T14">
                    <a:pos x="T8" y="T9"/>
                  </a:cxn>
                </a:cxnLst>
                <a:rect l="T15" t="T16" r="T17" b="T18"/>
                <a:pathLst>
                  <a:path w="112" h="80">
                    <a:moveTo>
                      <a:pt x="112" y="80"/>
                    </a:moveTo>
                    <a:lnTo>
                      <a:pt x="0" y="48"/>
                    </a:lnTo>
                    <a:lnTo>
                      <a:pt x="16" y="24"/>
                    </a:lnTo>
                    <a:lnTo>
                      <a:pt x="32" y="0"/>
                    </a:lnTo>
                    <a:lnTo>
                      <a:pt x="112" y="80"/>
                    </a:lnTo>
                    <a:close/>
                  </a:path>
                </a:pathLst>
              </a:custGeom>
              <a:grpFill/>
              <a:ln w="9525">
                <a:solidFill>
                  <a:schemeClr val="bg1">
                    <a:lumMod val="65000"/>
                  </a:schemeClr>
                </a:solidFill>
                <a:round/>
                <a:headEnd/>
                <a:tailEnd/>
              </a:ln>
            </p:spPr>
            <p:txBody>
              <a:bodyPr/>
              <a:lstStyle/>
              <a:p>
                <a:endParaRPr lang="en-US"/>
              </a:p>
            </p:txBody>
          </p:sp>
          <p:sp>
            <p:nvSpPr>
              <p:cNvPr id="103788" name="Line 1071"/>
              <p:cNvSpPr>
                <a:spLocks noChangeShapeType="1"/>
              </p:cNvSpPr>
              <p:nvPr/>
            </p:nvSpPr>
            <p:spPr bwMode="auto">
              <a:xfrm>
                <a:off x="1944" y="2690"/>
                <a:ext cx="71" cy="47"/>
              </a:xfrm>
              <a:prstGeom prst="line">
                <a:avLst/>
              </a:prstGeom>
              <a:grpFill/>
              <a:ln w="12700">
                <a:solidFill>
                  <a:schemeClr val="bg1">
                    <a:lumMod val="65000"/>
                  </a:schemeClr>
                </a:solidFill>
                <a:round/>
                <a:headEnd/>
                <a:tailEnd/>
              </a:ln>
            </p:spPr>
            <p:txBody>
              <a:bodyPr/>
              <a:lstStyle/>
              <a:p>
                <a:endParaRPr lang="en-US"/>
              </a:p>
            </p:txBody>
          </p:sp>
          <p:sp>
            <p:nvSpPr>
              <p:cNvPr id="103789" name="Line 1072"/>
              <p:cNvSpPr>
                <a:spLocks noChangeShapeType="1"/>
              </p:cNvSpPr>
              <p:nvPr/>
            </p:nvSpPr>
            <p:spPr bwMode="auto">
              <a:xfrm>
                <a:off x="2040" y="2746"/>
                <a:ext cx="71" cy="47"/>
              </a:xfrm>
              <a:prstGeom prst="line">
                <a:avLst/>
              </a:prstGeom>
              <a:grpFill/>
              <a:ln w="12700">
                <a:solidFill>
                  <a:schemeClr val="bg1">
                    <a:lumMod val="65000"/>
                  </a:schemeClr>
                </a:solidFill>
                <a:round/>
                <a:headEnd/>
                <a:tailEnd/>
              </a:ln>
            </p:spPr>
            <p:txBody>
              <a:bodyPr/>
              <a:lstStyle/>
              <a:p>
                <a:endParaRPr lang="en-US"/>
              </a:p>
            </p:txBody>
          </p:sp>
          <p:sp>
            <p:nvSpPr>
              <p:cNvPr id="103790" name="Line 1073"/>
              <p:cNvSpPr>
                <a:spLocks noChangeShapeType="1"/>
              </p:cNvSpPr>
              <p:nvPr/>
            </p:nvSpPr>
            <p:spPr bwMode="auto">
              <a:xfrm>
                <a:off x="2136" y="2810"/>
                <a:ext cx="71" cy="47"/>
              </a:xfrm>
              <a:prstGeom prst="line">
                <a:avLst/>
              </a:prstGeom>
              <a:grpFill/>
              <a:ln w="12700">
                <a:solidFill>
                  <a:schemeClr val="bg1">
                    <a:lumMod val="65000"/>
                  </a:schemeClr>
                </a:solidFill>
                <a:round/>
                <a:headEnd/>
                <a:tailEnd/>
              </a:ln>
            </p:spPr>
            <p:txBody>
              <a:bodyPr/>
              <a:lstStyle/>
              <a:p>
                <a:endParaRPr lang="en-US"/>
              </a:p>
            </p:txBody>
          </p:sp>
          <p:sp>
            <p:nvSpPr>
              <p:cNvPr id="103791" name="Line 1074"/>
              <p:cNvSpPr>
                <a:spLocks noChangeShapeType="1"/>
              </p:cNvSpPr>
              <p:nvPr/>
            </p:nvSpPr>
            <p:spPr bwMode="auto">
              <a:xfrm>
                <a:off x="2232" y="2866"/>
                <a:ext cx="63" cy="46"/>
              </a:xfrm>
              <a:prstGeom prst="line">
                <a:avLst/>
              </a:prstGeom>
              <a:grpFill/>
              <a:ln w="12700">
                <a:solidFill>
                  <a:schemeClr val="bg1">
                    <a:lumMod val="65000"/>
                  </a:schemeClr>
                </a:solidFill>
                <a:round/>
                <a:headEnd/>
                <a:tailEnd/>
              </a:ln>
            </p:spPr>
            <p:txBody>
              <a:bodyPr/>
              <a:lstStyle/>
              <a:p>
                <a:endParaRPr lang="en-US"/>
              </a:p>
            </p:txBody>
          </p:sp>
        </p:grpSp>
        <p:grpSp>
          <p:nvGrpSpPr>
            <p:cNvPr id="103637" name="Group 1075"/>
            <p:cNvGrpSpPr>
              <a:grpSpLocks/>
            </p:cNvGrpSpPr>
            <p:nvPr/>
          </p:nvGrpSpPr>
          <p:grpSpPr bwMode="auto">
            <a:xfrm>
              <a:off x="2407" y="3001"/>
              <a:ext cx="423" cy="271"/>
              <a:chOff x="2407" y="3001"/>
              <a:chExt cx="423" cy="271"/>
            </a:xfrm>
            <a:grpFill/>
          </p:grpSpPr>
          <p:sp>
            <p:nvSpPr>
              <p:cNvPr id="103782" name="Freeform 1076"/>
              <p:cNvSpPr>
                <a:spLocks/>
              </p:cNvSpPr>
              <p:nvPr/>
            </p:nvSpPr>
            <p:spPr bwMode="auto">
              <a:xfrm>
                <a:off x="2718" y="3185"/>
                <a:ext cx="112" cy="87"/>
              </a:xfrm>
              <a:custGeom>
                <a:avLst/>
                <a:gdLst>
                  <a:gd name="T0" fmla="*/ 112 w 112"/>
                  <a:gd name="T1" fmla="*/ 87 h 87"/>
                  <a:gd name="T2" fmla="*/ 0 w 112"/>
                  <a:gd name="T3" fmla="*/ 47 h 87"/>
                  <a:gd name="T4" fmla="*/ 16 w 112"/>
                  <a:gd name="T5" fmla="*/ 23 h 87"/>
                  <a:gd name="T6" fmla="*/ 32 w 112"/>
                  <a:gd name="T7" fmla="*/ 0 h 87"/>
                  <a:gd name="T8" fmla="*/ 112 w 112"/>
                  <a:gd name="T9" fmla="*/ 87 h 87"/>
                  <a:gd name="T10" fmla="*/ 0 60000 65536"/>
                  <a:gd name="T11" fmla="*/ 0 60000 65536"/>
                  <a:gd name="T12" fmla="*/ 0 60000 65536"/>
                  <a:gd name="T13" fmla="*/ 0 60000 65536"/>
                  <a:gd name="T14" fmla="*/ 0 60000 65536"/>
                  <a:gd name="T15" fmla="*/ 0 w 112"/>
                  <a:gd name="T16" fmla="*/ 0 h 87"/>
                  <a:gd name="T17" fmla="*/ 112 w 112"/>
                  <a:gd name="T18" fmla="*/ 87 h 87"/>
                </a:gdLst>
                <a:ahLst/>
                <a:cxnLst>
                  <a:cxn ang="T10">
                    <a:pos x="T0" y="T1"/>
                  </a:cxn>
                  <a:cxn ang="T11">
                    <a:pos x="T2" y="T3"/>
                  </a:cxn>
                  <a:cxn ang="T12">
                    <a:pos x="T4" y="T5"/>
                  </a:cxn>
                  <a:cxn ang="T13">
                    <a:pos x="T6" y="T7"/>
                  </a:cxn>
                  <a:cxn ang="T14">
                    <a:pos x="T8" y="T9"/>
                  </a:cxn>
                </a:cxnLst>
                <a:rect l="T15" t="T16" r="T17" b="T18"/>
                <a:pathLst>
                  <a:path w="112" h="87">
                    <a:moveTo>
                      <a:pt x="112" y="87"/>
                    </a:moveTo>
                    <a:lnTo>
                      <a:pt x="0" y="47"/>
                    </a:lnTo>
                    <a:lnTo>
                      <a:pt x="16" y="23"/>
                    </a:lnTo>
                    <a:lnTo>
                      <a:pt x="32" y="0"/>
                    </a:lnTo>
                    <a:lnTo>
                      <a:pt x="112" y="87"/>
                    </a:lnTo>
                    <a:close/>
                  </a:path>
                </a:pathLst>
              </a:custGeom>
              <a:grpFill/>
              <a:ln w="9525">
                <a:solidFill>
                  <a:schemeClr val="bg1">
                    <a:lumMod val="65000"/>
                  </a:schemeClr>
                </a:solidFill>
                <a:round/>
                <a:headEnd/>
                <a:tailEnd/>
              </a:ln>
            </p:spPr>
            <p:txBody>
              <a:bodyPr/>
              <a:lstStyle/>
              <a:p>
                <a:endParaRPr lang="en-US"/>
              </a:p>
            </p:txBody>
          </p:sp>
          <p:sp>
            <p:nvSpPr>
              <p:cNvPr id="103783" name="Line 1077"/>
              <p:cNvSpPr>
                <a:spLocks noChangeShapeType="1"/>
              </p:cNvSpPr>
              <p:nvPr/>
            </p:nvSpPr>
            <p:spPr bwMode="auto">
              <a:xfrm>
                <a:off x="2407" y="3001"/>
                <a:ext cx="72" cy="48"/>
              </a:xfrm>
              <a:prstGeom prst="line">
                <a:avLst/>
              </a:prstGeom>
              <a:grpFill/>
              <a:ln w="12700">
                <a:solidFill>
                  <a:schemeClr val="bg1">
                    <a:lumMod val="65000"/>
                  </a:schemeClr>
                </a:solidFill>
                <a:round/>
                <a:headEnd/>
                <a:tailEnd/>
              </a:ln>
            </p:spPr>
            <p:txBody>
              <a:bodyPr/>
              <a:lstStyle/>
              <a:p>
                <a:endParaRPr lang="en-US"/>
              </a:p>
            </p:txBody>
          </p:sp>
          <p:sp>
            <p:nvSpPr>
              <p:cNvPr id="103784" name="Line 1078"/>
              <p:cNvSpPr>
                <a:spLocks noChangeShapeType="1"/>
              </p:cNvSpPr>
              <p:nvPr/>
            </p:nvSpPr>
            <p:spPr bwMode="auto">
              <a:xfrm>
                <a:off x="2503" y="3065"/>
                <a:ext cx="71" cy="39"/>
              </a:xfrm>
              <a:prstGeom prst="line">
                <a:avLst/>
              </a:prstGeom>
              <a:grpFill/>
              <a:ln w="12700">
                <a:solidFill>
                  <a:schemeClr val="bg1">
                    <a:lumMod val="65000"/>
                  </a:schemeClr>
                </a:solidFill>
                <a:round/>
                <a:headEnd/>
                <a:tailEnd/>
              </a:ln>
            </p:spPr>
            <p:txBody>
              <a:bodyPr/>
              <a:lstStyle/>
              <a:p>
                <a:endParaRPr lang="en-US"/>
              </a:p>
            </p:txBody>
          </p:sp>
          <p:sp>
            <p:nvSpPr>
              <p:cNvPr id="103785" name="Line 1079"/>
              <p:cNvSpPr>
                <a:spLocks noChangeShapeType="1"/>
              </p:cNvSpPr>
              <p:nvPr/>
            </p:nvSpPr>
            <p:spPr bwMode="auto">
              <a:xfrm>
                <a:off x="2599" y="3121"/>
                <a:ext cx="71" cy="47"/>
              </a:xfrm>
              <a:prstGeom prst="line">
                <a:avLst/>
              </a:prstGeom>
              <a:grpFill/>
              <a:ln w="12700">
                <a:solidFill>
                  <a:schemeClr val="bg1">
                    <a:lumMod val="65000"/>
                  </a:schemeClr>
                </a:solidFill>
                <a:round/>
                <a:headEnd/>
                <a:tailEnd/>
              </a:ln>
            </p:spPr>
            <p:txBody>
              <a:bodyPr/>
              <a:lstStyle/>
              <a:p>
                <a:endParaRPr lang="en-US"/>
              </a:p>
            </p:txBody>
          </p:sp>
          <p:sp>
            <p:nvSpPr>
              <p:cNvPr id="103786" name="Line 1080"/>
              <p:cNvSpPr>
                <a:spLocks noChangeShapeType="1"/>
              </p:cNvSpPr>
              <p:nvPr/>
            </p:nvSpPr>
            <p:spPr bwMode="auto">
              <a:xfrm>
                <a:off x="2688" y="3185"/>
                <a:ext cx="46" cy="22"/>
              </a:xfrm>
              <a:prstGeom prst="line">
                <a:avLst/>
              </a:prstGeom>
              <a:grpFill/>
              <a:ln w="12700">
                <a:solidFill>
                  <a:schemeClr val="bg1">
                    <a:lumMod val="65000"/>
                  </a:schemeClr>
                </a:solidFill>
                <a:round/>
                <a:headEnd/>
                <a:tailEnd/>
              </a:ln>
            </p:spPr>
            <p:txBody>
              <a:bodyPr/>
              <a:lstStyle/>
              <a:p>
                <a:endParaRPr lang="en-US"/>
              </a:p>
            </p:txBody>
          </p:sp>
        </p:grpSp>
        <p:grpSp>
          <p:nvGrpSpPr>
            <p:cNvPr id="103638" name="Group 1081"/>
            <p:cNvGrpSpPr>
              <a:grpSpLocks/>
            </p:cNvGrpSpPr>
            <p:nvPr/>
          </p:nvGrpSpPr>
          <p:grpSpPr bwMode="auto">
            <a:xfrm>
              <a:off x="2854" y="3296"/>
              <a:ext cx="439" cy="279"/>
              <a:chOff x="2854" y="3296"/>
              <a:chExt cx="439" cy="279"/>
            </a:xfrm>
            <a:grpFill/>
          </p:grpSpPr>
          <p:sp>
            <p:nvSpPr>
              <p:cNvPr id="103777" name="Freeform 1082"/>
              <p:cNvSpPr>
                <a:spLocks/>
              </p:cNvSpPr>
              <p:nvPr/>
            </p:nvSpPr>
            <p:spPr bwMode="auto">
              <a:xfrm>
                <a:off x="3181" y="3488"/>
                <a:ext cx="112" cy="87"/>
              </a:xfrm>
              <a:custGeom>
                <a:avLst/>
                <a:gdLst>
                  <a:gd name="T0" fmla="*/ 112 w 112"/>
                  <a:gd name="T1" fmla="*/ 87 h 87"/>
                  <a:gd name="T2" fmla="*/ 0 w 112"/>
                  <a:gd name="T3" fmla="*/ 48 h 87"/>
                  <a:gd name="T4" fmla="*/ 16 w 112"/>
                  <a:gd name="T5" fmla="*/ 24 h 87"/>
                  <a:gd name="T6" fmla="*/ 32 w 112"/>
                  <a:gd name="T7" fmla="*/ 0 h 87"/>
                  <a:gd name="T8" fmla="*/ 112 w 112"/>
                  <a:gd name="T9" fmla="*/ 87 h 87"/>
                  <a:gd name="T10" fmla="*/ 0 60000 65536"/>
                  <a:gd name="T11" fmla="*/ 0 60000 65536"/>
                  <a:gd name="T12" fmla="*/ 0 60000 65536"/>
                  <a:gd name="T13" fmla="*/ 0 60000 65536"/>
                  <a:gd name="T14" fmla="*/ 0 60000 65536"/>
                  <a:gd name="T15" fmla="*/ 0 w 112"/>
                  <a:gd name="T16" fmla="*/ 0 h 87"/>
                  <a:gd name="T17" fmla="*/ 112 w 112"/>
                  <a:gd name="T18" fmla="*/ 87 h 87"/>
                </a:gdLst>
                <a:ahLst/>
                <a:cxnLst>
                  <a:cxn ang="T10">
                    <a:pos x="T0" y="T1"/>
                  </a:cxn>
                  <a:cxn ang="T11">
                    <a:pos x="T2" y="T3"/>
                  </a:cxn>
                  <a:cxn ang="T12">
                    <a:pos x="T4" y="T5"/>
                  </a:cxn>
                  <a:cxn ang="T13">
                    <a:pos x="T6" y="T7"/>
                  </a:cxn>
                  <a:cxn ang="T14">
                    <a:pos x="T8" y="T9"/>
                  </a:cxn>
                </a:cxnLst>
                <a:rect l="T15" t="T16" r="T17" b="T18"/>
                <a:pathLst>
                  <a:path w="112" h="87">
                    <a:moveTo>
                      <a:pt x="112" y="87"/>
                    </a:moveTo>
                    <a:lnTo>
                      <a:pt x="0" y="48"/>
                    </a:lnTo>
                    <a:lnTo>
                      <a:pt x="16" y="24"/>
                    </a:lnTo>
                    <a:lnTo>
                      <a:pt x="32" y="0"/>
                    </a:lnTo>
                    <a:lnTo>
                      <a:pt x="112" y="87"/>
                    </a:lnTo>
                    <a:close/>
                  </a:path>
                </a:pathLst>
              </a:custGeom>
              <a:grpFill/>
              <a:ln w="9525">
                <a:solidFill>
                  <a:schemeClr val="bg1">
                    <a:lumMod val="65000"/>
                  </a:schemeClr>
                </a:solidFill>
                <a:round/>
                <a:headEnd/>
                <a:tailEnd/>
              </a:ln>
            </p:spPr>
            <p:txBody>
              <a:bodyPr/>
              <a:lstStyle/>
              <a:p>
                <a:endParaRPr lang="en-US"/>
              </a:p>
            </p:txBody>
          </p:sp>
          <p:sp>
            <p:nvSpPr>
              <p:cNvPr id="103778" name="Line 1083"/>
              <p:cNvSpPr>
                <a:spLocks noChangeShapeType="1"/>
              </p:cNvSpPr>
              <p:nvPr/>
            </p:nvSpPr>
            <p:spPr bwMode="auto">
              <a:xfrm>
                <a:off x="2854" y="3296"/>
                <a:ext cx="72" cy="48"/>
              </a:xfrm>
              <a:prstGeom prst="line">
                <a:avLst/>
              </a:prstGeom>
              <a:grpFill/>
              <a:ln w="12700">
                <a:solidFill>
                  <a:schemeClr val="bg1">
                    <a:lumMod val="65000"/>
                  </a:schemeClr>
                </a:solidFill>
                <a:round/>
                <a:headEnd/>
                <a:tailEnd/>
              </a:ln>
            </p:spPr>
            <p:txBody>
              <a:bodyPr/>
              <a:lstStyle/>
              <a:p>
                <a:endParaRPr lang="en-US"/>
              </a:p>
            </p:txBody>
          </p:sp>
          <p:sp>
            <p:nvSpPr>
              <p:cNvPr id="103779" name="Line 1084"/>
              <p:cNvSpPr>
                <a:spLocks noChangeShapeType="1"/>
              </p:cNvSpPr>
              <p:nvPr/>
            </p:nvSpPr>
            <p:spPr bwMode="auto">
              <a:xfrm>
                <a:off x="2950" y="3360"/>
                <a:ext cx="71" cy="39"/>
              </a:xfrm>
              <a:prstGeom prst="line">
                <a:avLst/>
              </a:prstGeom>
              <a:grpFill/>
              <a:ln w="12700">
                <a:solidFill>
                  <a:schemeClr val="bg1">
                    <a:lumMod val="65000"/>
                  </a:schemeClr>
                </a:solidFill>
                <a:round/>
                <a:headEnd/>
                <a:tailEnd/>
              </a:ln>
            </p:spPr>
            <p:txBody>
              <a:bodyPr/>
              <a:lstStyle/>
              <a:p>
                <a:endParaRPr lang="en-US"/>
              </a:p>
            </p:txBody>
          </p:sp>
          <p:sp>
            <p:nvSpPr>
              <p:cNvPr id="103780" name="Line 1085"/>
              <p:cNvSpPr>
                <a:spLocks noChangeShapeType="1"/>
              </p:cNvSpPr>
              <p:nvPr/>
            </p:nvSpPr>
            <p:spPr bwMode="auto">
              <a:xfrm>
                <a:off x="3046" y="3416"/>
                <a:ext cx="71" cy="47"/>
              </a:xfrm>
              <a:prstGeom prst="line">
                <a:avLst/>
              </a:prstGeom>
              <a:grpFill/>
              <a:ln w="12700">
                <a:solidFill>
                  <a:schemeClr val="bg1">
                    <a:lumMod val="65000"/>
                  </a:schemeClr>
                </a:solidFill>
                <a:round/>
                <a:headEnd/>
                <a:tailEnd/>
              </a:ln>
            </p:spPr>
            <p:txBody>
              <a:bodyPr/>
              <a:lstStyle/>
              <a:p>
                <a:endParaRPr lang="en-US"/>
              </a:p>
            </p:txBody>
          </p:sp>
          <p:sp>
            <p:nvSpPr>
              <p:cNvPr id="103781" name="Line 1086"/>
              <p:cNvSpPr>
                <a:spLocks noChangeShapeType="1"/>
              </p:cNvSpPr>
              <p:nvPr/>
            </p:nvSpPr>
            <p:spPr bwMode="auto">
              <a:xfrm>
                <a:off x="3135" y="3480"/>
                <a:ext cx="62" cy="30"/>
              </a:xfrm>
              <a:prstGeom prst="line">
                <a:avLst/>
              </a:prstGeom>
              <a:grpFill/>
              <a:ln w="12700">
                <a:solidFill>
                  <a:schemeClr val="bg1">
                    <a:lumMod val="65000"/>
                  </a:schemeClr>
                </a:solidFill>
                <a:round/>
                <a:headEnd/>
                <a:tailEnd/>
              </a:ln>
            </p:spPr>
            <p:txBody>
              <a:bodyPr/>
              <a:lstStyle/>
              <a:p>
                <a:endParaRPr lang="en-US"/>
              </a:p>
            </p:txBody>
          </p:sp>
        </p:grpSp>
        <p:grpSp>
          <p:nvGrpSpPr>
            <p:cNvPr id="103639" name="Group 1087"/>
            <p:cNvGrpSpPr>
              <a:grpSpLocks/>
            </p:cNvGrpSpPr>
            <p:nvPr/>
          </p:nvGrpSpPr>
          <p:grpSpPr bwMode="auto">
            <a:xfrm>
              <a:off x="2863" y="3304"/>
              <a:ext cx="422" cy="279"/>
              <a:chOff x="2863" y="3304"/>
              <a:chExt cx="422" cy="279"/>
            </a:xfrm>
            <a:grpFill/>
          </p:grpSpPr>
          <p:sp>
            <p:nvSpPr>
              <p:cNvPr id="103772" name="Freeform 1088"/>
              <p:cNvSpPr>
                <a:spLocks/>
              </p:cNvSpPr>
              <p:nvPr/>
            </p:nvSpPr>
            <p:spPr bwMode="auto">
              <a:xfrm>
                <a:off x="3173" y="3304"/>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32" y="88"/>
                    </a:lnTo>
                    <a:lnTo>
                      <a:pt x="16" y="64"/>
                    </a:lnTo>
                    <a:lnTo>
                      <a:pt x="0" y="40"/>
                    </a:lnTo>
                    <a:lnTo>
                      <a:pt x="112" y="0"/>
                    </a:lnTo>
                    <a:close/>
                  </a:path>
                </a:pathLst>
              </a:custGeom>
              <a:grpFill/>
              <a:ln w="9525">
                <a:solidFill>
                  <a:schemeClr val="bg1">
                    <a:lumMod val="65000"/>
                  </a:schemeClr>
                </a:solidFill>
                <a:round/>
                <a:headEnd/>
                <a:tailEnd/>
              </a:ln>
            </p:spPr>
            <p:txBody>
              <a:bodyPr/>
              <a:lstStyle/>
              <a:p>
                <a:endParaRPr lang="en-US"/>
              </a:p>
            </p:txBody>
          </p:sp>
          <p:sp>
            <p:nvSpPr>
              <p:cNvPr id="103773" name="Line 1089"/>
              <p:cNvSpPr>
                <a:spLocks noChangeShapeType="1"/>
              </p:cNvSpPr>
              <p:nvPr/>
            </p:nvSpPr>
            <p:spPr bwMode="auto">
              <a:xfrm flipV="1">
                <a:off x="2863" y="3536"/>
                <a:ext cx="71" cy="47"/>
              </a:xfrm>
              <a:prstGeom prst="line">
                <a:avLst/>
              </a:prstGeom>
              <a:grpFill/>
              <a:ln w="12700">
                <a:solidFill>
                  <a:schemeClr val="bg1">
                    <a:lumMod val="65000"/>
                  </a:schemeClr>
                </a:solidFill>
                <a:round/>
                <a:headEnd/>
                <a:tailEnd/>
              </a:ln>
            </p:spPr>
            <p:txBody>
              <a:bodyPr/>
              <a:lstStyle/>
              <a:p>
                <a:endParaRPr lang="en-US"/>
              </a:p>
            </p:txBody>
          </p:sp>
          <p:sp>
            <p:nvSpPr>
              <p:cNvPr id="103774" name="Line 1090"/>
              <p:cNvSpPr>
                <a:spLocks noChangeShapeType="1"/>
              </p:cNvSpPr>
              <p:nvPr/>
            </p:nvSpPr>
            <p:spPr bwMode="auto">
              <a:xfrm flipV="1">
                <a:off x="2958" y="3473"/>
                <a:ext cx="71" cy="47"/>
              </a:xfrm>
              <a:prstGeom prst="line">
                <a:avLst/>
              </a:prstGeom>
              <a:grpFill/>
              <a:ln w="12700">
                <a:solidFill>
                  <a:schemeClr val="bg1">
                    <a:lumMod val="65000"/>
                  </a:schemeClr>
                </a:solidFill>
                <a:round/>
                <a:headEnd/>
                <a:tailEnd/>
              </a:ln>
            </p:spPr>
            <p:txBody>
              <a:bodyPr/>
              <a:lstStyle/>
              <a:p>
                <a:endParaRPr lang="en-US"/>
              </a:p>
            </p:txBody>
          </p:sp>
          <p:sp>
            <p:nvSpPr>
              <p:cNvPr id="103775" name="Line 1091"/>
              <p:cNvSpPr>
                <a:spLocks noChangeShapeType="1"/>
              </p:cNvSpPr>
              <p:nvPr/>
            </p:nvSpPr>
            <p:spPr bwMode="auto">
              <a:xfrm flipV="1">
                <a:off x="3046" y="3417"/>
                <a:ext cx="79" cy="47"/>
              </a:xfrm>
              <a:prstGeom prst="line">
                <a:avLst/>
              </a:prstGeom>
              <a:grpFill/>
              <a:ln w="12700">
                <a:solidFill>
                  <a:schemeClr val="bg1">
                    <a:lumMod val="65000"/>
                  </a:schemeClr>
                </a:solidFill>
                <a:round/>
                <a:headEnd/>
                <a:tailEnd/>
              </a:ln>
            </p:spPr>
            <p:txBody>
              <a:bodyPr/>
              <a:lstStyle/>
              <a:p>
                <a:endParaRPr lang="en-US"/>
              </a:p>
            </p:txBody>
          </p:sp>
          <p:sp>
            <p:nvSpPr>
              <p:cNvPr id="103776" name="Line 1092"/>
              <p:cNvSpPr>
                <a:spLocks noChangeShapeType="1"/>
              </p:cNvSpPr>
              <p:nvPr/>
            </p:nvSpPr>
            <p:spPr bwMode="auto">
              <a:xfrm flipV="1">
                <a:off x="3141" y="3368"/>
                <a:ext cx="48" cy="32"/>
              </a:xfrm>
              <a:prstGeom prst="line">
                <a:avLst/>
              </a:prstGeom>
              <a:grpFill/>
              <a:ln w="12700">
                <a:solidFill>
                  <a:schemeClr val="bg1">
                    <a:lumMod val="65000"/>
                  </a:schemeClr>
                </a:solidFill>
                <a:round/>
                <a:headEnd/>
                <a:tailEnd/>
              </a:ln>
            </p:spPr>
            <p:txBody>
              <a:bodyPr/>
              <a:lstStyle/>
              <a:p>
                <a:endParaRPr lang="en-US"/>
              </a:p>
            </p:txBody>
          </p:sp>
        </p:grpSp>
        <p:grpSp>
          <p:nvGrpSpPr>
            <p:cNvPr id="103640" name="Group 1093"/>
            <p:cNvGrpSpPr>
              <a:grpSpLocks/>
            </p:cNvGrpSpPr>
            <p:nvPr/>
          </p:nvGrpSpPr>
          <p:grpSpPr bwMode="auto">
            <a:xfrm>
              <a:off x="2870" y="2690"/>
              <a:ext cx="415" cy="287"/>
              <a:chOff x="2870" y="2690"/>
              <a:chExt cx="415" cy="287"/>
            </a:xfrm>
            <a:grpFill/>
          </p:grpSpPr>
          <p:sp>
            <p:nvSpPr>
              <p:cNvPr id="103767" name="Freeform 1094"/>
              <p:cNvSpPr>
                <a:spLocks/>
              </p:cNvSpPr>
              <p:nvPr/>
            </p:nvSpPr>
            <p:spPr bwMode="auto">
              <a:xfrm>
                <a:off x="3173" y="2690"/>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32" y="88"/>
                    </a:lnTo>
                    <a:lnTo>
                      <a:pt x="16" y="64"/>
                    </a:lnTo>
                    <a:lnTo>
                      <a:pt x="0" y="40"/>
                    </a:lnTo>
                    <a:lnTo>
                      <a:pt x="112" y="0"/>
                    </a:lnTo>
                    <a:close/>
                  </a:path>
                </a:pathLst>
              </a:custGeom>
              <a:grpFill/>
              <a:ln w="9525">
                <a:solidFill>
                  <a:schemeClr val="bg1">
                    <a:lumMod val="65000"/>
                  </a:schemeClr>
                </a:solidFill>
                <a:round/>
                <a:headEnd/>
                <a:tailEnd/>
              </a:ln>
            </p:spPr>
            <p:txBody>
              <a:bodyPr/>
              <a:lstStyle/>
              <a:p>
                <a:endParaRPr lang="en-US"/>
              </a:p>
            </p:txBody>
          </p:sp>
          <p:sp>
            <p:nvSpPr>
              <p:cNvPr id="103768" name="Line 1095"/>
              <p:cNvSpPr>
                <a:spLocks noChangeShapeType="1"/>
              </p:cNvSpPr>
              <p:nvPr/>
            </p:nvSpPr>
            <p:spPr bwMode="auto">
              <a:xfrm flipV="1">
                <a:off x="2870" y="2929"/>
                <a:ext cx="72" cy="48"/>
              </a:xfrm>
              <a:prstGeom prst="line">
                <a:avLst/>
              </a:prstGeom>
              <a:grpFill/>
              <a:ln w="12700">
                <a:solidFill>
                  <a:schemeClr val="bg1">
                    <a:lumMod val="65000"/>
                  </a:schemeClr>
                </a:solidFill>
                <a:round/>
                <a:headEnd/>
                <a:tailEnd/>
              </a:ln>
            </p:spPr>
            <p:txBody>
              <a:bodyPr/>
              <a:lstStyle/>
              <a:p>
                <a:endParaRPr lang="en-US"/>
              </a:p>
            </p:txBody>
          </p:sp>
          <p:sp>
            <p:nvSpPr>
              <p:cNvPr id="103769" name="Line 1096"/>
              <p:cNvSpPr>
                <a:spLocks noChangeShapeType="1"/>
              </p:cNvSpPr>
              <p:nvPr/>
            </p:nvSpPr>
            <p:spPr bwMode="auto">
              <a:xfrm flipV="1">
                <a:off x="2967" y="2867"/>
                <a:ext cx="70" cy="46"/>
              </a:xfrm>
              <a:prstGeom prst="line">
                <a:avLst/>
              </a:prstGeom>
              <a:grpFill/>
              <a:ln w="12700">
                <a:solidFill>
                  <a:schemeClr val="bg1">
                    <a:lumMod val="65000"/>
                  </a:schemeClr>
                </a:solidFill>
                <a:round/>
                <a:headEnd/>
                <a:tailEnd/>
              </a:ln>
            </p:spPr>
            <p:txBody>
              <a:bodyPr/>
              <a:lstStyle/>
              <a:p>
                <a:endParaRPr lang="en-US"/>
              </a:p>
            </p:txBody>
          </p:sp>
          <p:sp>
            <p:nvSpPr>
              <p:cNvPr id="103770" name="Line 1097"/>
              <p:cNvSpPr>
                <a:spLocks noChangeShapeType="1"/>
              </p:cNvSpPr>
              <p:nvPr/>
            </p:nvSpPr>
            <p:spPr bwMode="auto">
              <a:xfrm flipV="1">
                <a:off x="3053" y="2803"/>
                <a:ext cx="72" cy="47"/>
              </a:xfrm>
              <a:prstGeom prst="line">
                <a:avLst/>
              </a:prstGeom>
              <a:grpFill/>
              <a:ln w="12700">
                <a:solidFill>
                  <a:schemeClr val="bg1">
                    <a:lumMod val="65000"/>
                  </a:schemeClr>
                </a:solidFill>
                <a:round/>
                <a:headEnd/>
                <a:tailEnd/>
              </a:ln>
            </p:spPr>
            <p:txBody>
              <a:bodyPr/>
              <a:lstStyle/>
              <a:p>
                <a:endParaRPr lang="en-US"/>
              </a:p>
            </p:txBody>
          </p:sp>
          <p:sp>
            <p:nvSpPr>
              <p:cNvPr id="103771" name="Line 1098"/>
              <p:cNvSpPr>
                <a:spLocks noChangeShapeType="1"/>
              </p:cNvSpPr>
              <p:nvPr/>
            </p:nvSpPr>
            <p:spPr bwMode="auto">
              <a:xfrm flipV="1">
                <a:off x="3149" y="2754"/>
                <a:ext cx="40" cy="32"/>
              </a:xfrm>
              <a:prstGeom prst="line">
                <a:avLst/>
              </a:prstGeom>
              <a:grpFill/>
              <a:ln w="12700">
                <a:solidFill>
                  <a:schemeClr val="bg1">
                    <a:lumMod val="65000"/>
                  </a:schemeClr>
                </a:solidFill>
                <a:round/>
                <a:headEnd/>
                <a:tailEnd/>
              </a:ln>
            </p:spPr>
            <p:txBody>
              <a:bodyPr/>
              <a:lstStyle/>
              <a:p>
                <a:endParaRPr lang="en-US"/>
              </a:p>
            </p:txBody>
          </p:sp>
        </p:grpSp>
        <p:grpSp>
          <p:nvGrpSpPr>
            <p:cNvPr id="103641" name="Group 1099"/>
            <p:cNvGrpSpPr>
              <a:grpSpLocks/>
            </p:cNvGrpSpPr>
            <p:nvPr/>
          </p:nvGrpSpPr>
          <p:grpSpPr bwMode="auto">
            <a:xfrm>
              <a:off x="2878" y="2068"/>
              <a:ext cx="431" cy="287"/>
              <a:chOff x="2878" y="2068"/>
              <a:chExt cx="431" cy="287"/>
            </a:xfrm>
            <a:grpFill/>
          </p:grpSpPr>
          <p:sp>
            <p:nvSpPr>
              <p:cNvPr id="103762" name="Freeform 1100"/>
              <p:cNvSpPr>
                <a:spLocks/>
              </p:cNvSpPr>
              <p:nvPr/>
            </p:nvSpPr>
            <p:spPr bwMode="auto">
              <a:xfrm>
                <a:off x="3197" y="2267"/>
                <a:ext cx="112" cy="88"/>
              </a:xfrm>
              <a:custGeom>
                <a:avLst/>
                <a:gdLst>
                  <a:gd name="T0" fmla="*/ 112 w 112"/>
                  <a:gd name="T1" fmla="*/ 88 h 88"/>
                  <a:gd name="T2" fmla="*/ 0 w 112"/>
                  <a:gd name="T3" fmla="*/ 48 h 88"/>
                  <a:gd name="T4" fmla="*/ 16 w 112"/>
                  <a:gd name="T5" fmla="*/ 24 h 88"/>
                  <a:gd name="T6" fmla="*/ 32 w 112"/>
                  <a:gd name="T7" fmla="*/ 0 h 88"/>
                  <a:gd name="T8" fmla="*/ 112 w 112"/>
                  <a:gd name="T9" fmla="*/ 88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88"/>
                    </a:moveTo>
                    <a:lnTo>
                      <a:pt x="0" y="48"/>
                    </a:lnTo>
                    <a:lnTo>
                      <a:pt x="16" y="24"/>
                    </a:lnTo>
                    <a:lnTo>
                      <a:pt x="32" y="0"/>
                    </a:lnTo>
                    <a:lnTo>
                      <a:pt x="112" y="88"/>
                    </a:lnTo>
                    <a:close/>
                  </a:path>
                </a:pathLst>
              </a:custGeom>
              <a:grpFill/>
              <a:ln w="9525">
                <a:solidFill>
                  <a:schemeClr val="bg1">
                    <a:lumMod val="65000"/>
                  </a:schemeClr>
                </a:solidFill>
                <a:round/>
                <a:headEnd/>
                <a:tailEnd/>
              </a:ln>
            </p:spPr>
            <p:txBody>
              <a:bodyPr/>
              <a:lstStyle/>
              <a:p>
                <a:endParaRPr lang="en-US"/>
              </a:p>
            </p:txBody>
          </p:sp>
          <p:sp>
            <p:nvSpPr>
              <p:cNvPr id="103763" name="Line 1101"/>
              <p:cNvSpPr>
                <a:spLocks noChangeShapeType="1"/>
              </p:cNvSpPr>
              <p:nvPr/>
            </p:nvSpPr>
            <p:spPr bwMode="auto">
              <a:xfrm>
                <a:off x="2878" y="2068"/>
                <a:ext cx="72" cy="48"/>
              </a:xfrm>
              <a:prstGeom prst="line">
                <a:avLst/>
              </a:prstGeom>
              <a:grpFill/>
              <a:ln w="12700">
                <a:solidFill>
                  <a:schemeClr val="bg1">
                    <a:lumMod val="65000"/>
                  </a:schemeClr>
                </a:solidFill>
                <a:round/>
                <a:headEnd/>
                <a:tailEnd/>
              </a:ln>
            </p:spPr>
            <p:txBody>
              <a:bodyPr/>
              <a:lstStyle/>
              <a:p>
                <a:endParaRPr lang="en-US"/>
              </a:p>
            </p:txBody>
          </p:sp>
          <p:sp>
            <p:nvSpPr>
              <p:cNvPr id="103764" name="Line 1102"/>
              <p:cNvSpPr>
                <a:spLocks noChangeShapeType="1"/>
              </p:cNvSpPr>
              <p:nvPr/>
            </p:nvSpPr>
            <p:spPr bwMode="auto">
              <a:xfrm>
                <a:off x="2975" y="2132"/>
                <a:ext cx="70" cy="46"/>
              </a:xfrm>
              <a:prstGeom prst="line">
                <a:avLst/>
              </a:prstGeom>
              <a:grpFill/>
              <a:ln w="12700">
                <a:solidFill>
                  <a:schemeClr val="bg1">
                    <a:lumMod val="65000"/>
                  </a:schemeClr>
                </a:solidFill>
                <a:round/>
                <a:headEnd/>
                <a:tailEnd/>
              </a:ln>
            </p:spPr>
            <p:txBody>
              <a:bodyPr/>
              <a:lstStyle/>
              <a:p>
                <a:endParaRPr lang="en-US"/>
              </a:p>
            </p:txBody>
          </p:sp>
          <p:sp>
            <p:nvSpPr>
              <p:cNvPr id="103765" name="Line 1103"/>
              <p:cNvSpPr>
                <a:spLocks noChangeShapeType="1"/>
              </p:cNvSpPr>
              <p:nvPr/>
            </p:nvSpPr>
            <p:spPr bwMode="auto">
              <a:xfrm>
                <a:off x="3062" y="2196"/>
                <a:ext cx="71" cy="47"/>
              </a:xfrm>
              <a:prstGeom prst="line">
                <a:avLst/>
              </a:prstGeom>
              <a:grpFill/>
              <a:ln w="12700">
                <a:solidFill>
                  <a:schemeClr val="bg1">
                    <a:lumMod val="65000"/>
                  </a:schemeClr>
                </a:solidFill>
                <a:round/>
                <a:headEnd/>
                <a:tailEnd/>
              </a:ln>
            </p:spPr>
            <p:txBody>
              <a:bodyPr/>
              <a:lstStyle/>
              <a:p>
                <a:endParaRPr lang="en-US"/>
              </a:p>
            </p:txBody>
          </p:sp>
          <p:sp>
            <p:nvSpPr>
              <p:cNvPr id="103766" name="Line 1104"/>
              <p:cNvSpPr>
                <a:spLocks noChangeShapeType="1"/>
              </p:cNvSpPr>
              <p:nvPr/>
            </p:nvSpPr>
            <p:spPr bwMode="auto">
              <a:xfrm>
                <a:off x="3157" y="2251"/>
                <a:ext cx="56" cy="40"/>
              </a:xfrm>
              <a:prstGeom prst="line">
                <a:avLst/>
              </a:prstGeom>
              <a:grpFill/>
              <a:ln w="12700">
                <a:solidFill>
                  <a:schemeClr val="bg1">
                    <a:lumMod val="65000"/>
                  </a:schemeClr>
                </a:solidFill>
                <a:round/>
                <a:headEnd/>
                <a:tailEnd/>
              </a:ln>
            </p:spPr>
            <p:txBody>
              <a:bodyPr/>
              <a:lstStyle/>
              <a:p>
                <a:endParaRPr lang="en-US"/>
              </a:p>
            </p:txBody>
          </p:sp>
        </p:grpSp>
        <p:grpSp>
          <p:nvGrpSpPr>
            <p:cNvPr id="103642" name="Group 1105"/>
            <p:cNvGrpSpPr>
              <a:grpSpLocks/>
            </p:cNvGrpSpPr>
            <p:nvPr/>
          </p:nvGrpSpPr>
          <p:grpSpPr bwMode="auto">
            <a:xfrm>
              <a:off x="2415" y="2387"/>
              <a:ext cx="439" cy="271"/>
              <a:chOff x="2415" y="2387"/>
              <a:chExt cx="439" cy="271"/>
            </a:xfrm>
            <a:grpFill/>
          </p:grpSpPr>
          <p:sp>
            <p:nvSpPr>
              <p:cNvPr id="103757" name="Freeform 1106"/>
              <p:cNvSpPr>
                <a:spLocks/>
              </p:cNvSpPr>
              <p:nvPr/>
            </p:nvSpPr>
            <p:spPr bwMode="auto">
              <a:xfrm>
                <a:off x="2742" y="2578"/>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 name="T15" fmla="*/ 0 w 112"/>
                  <a:gd name="T16" fmla="*/ 0 h 80"/>
                  <a:gd name="T17" fmla="*/ 112 w 112"/>
                  <a:gd name="T18" fmla="*/ 80 h 80"/>
                </a:gdLst>
                <a:ahLst/>
                <a:cxnLst>
                  <a:cxn ang="T10">
                    <a:pos x="T0" y="T1"/>
                  </a:cxn>
                  <a:cxn ang="T11">
                    <a:pos x="T2" y="T3"/>
                  </a:cxn>
                  <a:cxn ang="T12">
                    <a:pos x="T4" y="T5"/>
                  </a:cxn>
                  <a:cxn ang="T13">
                    <a:pos x="T6" y="T7"/>
                  </a:cxn>
                  <a:cxn ang="T14">
                    <a:pos x="T8" y="T9"/>
                  </a:cxn>
                </a:cxnLst>
                <a:rect l="T15" t="T16" r="T17" b="T18"/>
                <a:pathLst>
                  <a:path w="112" h="80">
                    <a:moveTo>
                      <a:pt x="112" y="80"/>
                    </a:moveTo>
                    <a:lnTo>
                      <a:pt x="0" y="48"/>
                    </a:lnTo>
                    <a:lnTo>
                      <a:pt x="16" y="24"/>
                    </a:lnTo>
                    <a:lnTo>
                      <a:pt x="32" y="0"/>
                    </a:lnTo>
                    <a:lnTo>
                      <a:pt x="112" y="80"/>
                    </a:lnTo>
                    <a:close/>
                  </a:path>
                </a:pathLst>
              </a:custGeom>
              <a:grpFill/>
              <a:ln w="9525">
                <a:solidFill>
                  <a:schemeClr val="bg1">
                    <a:lumMod val="65000"/>
                  </a:schemeClr>
                </a:solidFill>
                <a:round/>
                <a:headEnd/>
                <a:tailEnd/>
              </a:ln>
            </p:spPr>
            <p:txBody>
              <a:bodyPr/>
              <a:lstStyle/>
              <a:p>
                <a:endParaRPr lang="en-US"/>
              </a:p>
            </p:txBody>
          </p:sp>
          <p:sp>
            <p:nvSpPr>
              <p:cNvPr id="103758" name="Line 1107"/>
              <p:cNvSpPr>
                <a:spLocks noChangeShapeType="1"/>
              </p:cNvSpPr>
              <p:nvPr/>
            </p:nvSpPr>
            <p:spPr bwMode="auto">
              <a:xfrm>
                <a:off x="2415" y="2387"/>
                <a:ext cx="72" cy="48"/>
              </a:xfrm>
              <a:prstGeom prst="line">
                <a:avLst/>
              </a:prstGeom>
              <a:grpFill/>
              <a:ln w="12700">
                <a:solidFill>
                  <a:schemeClr val="bg1">
                    <a:lumMod val="65000"/>
                  </a:schemeClr>
                </a:solidFill>
                <a:round/>
                <a:headEnd/>
                <a:tailEnd/>
              </a:ln>
            </p:spPr>
            <p:txBody>
              <a:bodyPr/>
              <a:lstStyle/>
              <a:p>
                <a:endParaRPr lang="en-US"/>
              </a:p>
            </p:txBody>
          </p:sp>
          <p:sp>
            <p:nvSpPr>
              <p:cNvPr id="103759" name="Line 1108"/>
              <p:cNvSpPr>
                <a:spLocks noChangeShapeType="1"/>
              </p:cNvSpPr>
              <p:nvPr/>
            </p:nvSpPr>
            <p:spPr bwMode="auto">
              <a:xfrm>
                <a:off x="2512" y="2443"/>
                <a:ext cx="70" cy="46"/>
              </a:xfrm>
              <a:prstGeom prst="line">
                <a:avLst/>
              </a:prstGeom>
              <a:grpFill/>
              <a:ln w="12700">
                <a:solidFill>
                  <a:schemeClr val="bg1">
                    <a:lumMod val="65000"/>
                  </a:schemeClr>
                </a:solidFill>
                <a:round/>
                <a:headEnd/>
                <a:tailEnd/>
              </a:ln>
            </p:spPr>
            <p:txBody>
              <a:bodyPr/>
              <a:lstStyle/>
              <a:p>
                <a:endParaRPr lang="en-US"/>
              </a:p>
            </p:txBody>
          </p:sp>
          <p:sp>
            <p:nvSpPr>
              <p:cNvPr id="103760" name="Line 1109"/>
              <p:cNvSpPr>
                <a:spLocks noChangeShapeType="1"/>
              </p:cNvSpPr>
              <p:nvPr/>
            </p:nvSpPr>
            <p:spPr bwMode="auto">
              <a:xfrm>
                <a:off x="2607" y="2507"/>
                <a:ext cx="71" cy="47"/>
              </a:xfrm>
              <a:prstGeom prst="line">
                <a:avLst/>
              </a:prstGeom>
              <a:grpFill/>
              <a:ln w="12700">
                <a:solidFill>
                  <a:schemeClr val="bg1">
                    <a:lumMod val="65000"/>
                  </a:schemeClr>
                </a:solidFill>
                <a:round/>
                <a:headEnd/>
                <a:tailEnd/>
              </a:ln>
            </p:spPr>
            <p:txBody>
              <a:bodyPr/>
              <a:lstStyle/>
              <a:p>
                <a:endParaRPr lang="en-US"/>
              </a:p>
            </p:txBody>
          </p:sp>
          <p:sp>
            <p:nvSpPr>
              <p:cNvPr id="103761" name="Line 1110"/>
              <p:cNvSpPr>
                <a:spLocks noChangeShapeType="1"/>
              </p:cNvSpPr>
              <p:nvPr/>
            </p:nvSpPr>
            <p:spPr bwMode="auto">
              <a:xfrm>
                <a:off x="2702" y="2562"/>
                <a:ext cx="56" cy="39"/>
              </a:xfrm>
              <a:prstGeom prst="line">
                <a:avLst/>
              </a:prstGeom>
              <a:grpFill/>
              <a:ln w="12700">
                <a:solidFill>
                  <a:schemeClr val="bg1">
                    <a:lumMod val="65000"/>
                  </a:schemeClr>
                </a:solidFill>
                <a:round/>
                <a:headEnd/>
                <a:tailEnd/>
              </a:ln>
            </p:spPr>
            <p:txBody>
              <a:bodyPr/>
              <a:lstStyle/>
              <a:p>
                <a:endParaRPr lang="en-US"/>
              </a:p>
            </p:txBody>
          </p:sp>
        </p:grpSp>
        <p:grpSp>
          <p:nvGrpSpPr>
            <p:cNvPr id="103643" name="Group 1111"/>
            <p:cNvGrpSpPr>
              <a:grpSpLocks/>
            </p:cNvGrpSpPr>
            <p:nvPr/>
          </p:nvGrpSpPr>
          <p:grpSpPr bwMode="auto">
            <a:xfrm>
              <a:off x="1944" y="2387"/>
              <a:ext cx="439" cy="271"/>
              <a:chOff x="1944" y="2387"/>
              <a:chExt cx="439" cy="271"/>
            </a:xfrm>
            <a:grpFill/>
          </p:grpSpPr>
          <p:sp>
            <p:nvSpPr>
              <p:cNvPr id="103752" name="Freeform 1112"/>
              <p:cNvSpPr>
                <a:spLocks/>
              </p:cNvSpPr>
              <p:nvPr/>
            </p:nvSpPr>
            <p:spPr bwMode="auto">
              <a:xfrm>
                <a:off x="2271" y="2578"/>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 name="T15" fmla="*/ 0 w 112"/>
                  <a:gd name="T16" fmla="*/ 0 h 80"/>
                  <a:gd name="T17" fmla="*/ 112 w 112"/>
                  <a:gd name="T18" fmla="*/ 80 h 80"/>
                </a:gdLst>
                <a:ahLst/>
                <a:cxnLst>
                  <a:cxn ang="T10">
                    <a:pos x="T0" y="T1"/>
                  </a:cxn>
                  <a:cxn ang="T11">
                    <a:pos x="T2" y="T3"/>
                  </a:cxn>
                  <a:cxn ang="T12">
                    <a:pos x="T4" y="T5"/>
                  </a:cxn>
                  <a:cxn ang="T13">
                    <a:pos x="T6" y="T7"/>
                  </a:cxn>
                  <a:cxn ang="T14">
                    <a:pos x="T8" y="T9"/>
                  </a:cxn>
                </a:cxnLst>
                <a:rect l="T15" t="T16" r="T17" b="T18"/>
                <a:pathLst>
                  <a:path w="112" h="80">
                    <a:moveTo>
                      <a:pt x="112" y="80"/>
                    </a:moveTo>
                    <a:lnTo>
                      <a:pt x="0" y="48"/>
                    </a:lnTo>
                    <a:lnTo>
                      <a:pt x="16" y="24"/>
                    </a:lnTo>
                    <a:lnTo>
                      <a:pt x="32" y="0"/>
                    </a:lnTo>
                    <a:lnTo>
                      <a:pt x="112" y="80"/>
                    </a:lnTo>
                    <a:close/>
                  </a:path>
                </a:pathLst>
              </a:custGeom>
              <a:grpFill/>
              <a:ln w="9525">
                <a:solidFill>
                  <a:schemeClr val="bg1">
                    <a:lumMod val="65000"/>
                  </a:schemeClr>
                </a:solidFill>
                <a:round/>
                <a:headEnd/>
                <a:tailEnd/>
              </a:ln>
            </p:spPr>
            <p:txBody>
              <a:bodyPr/>
              <a:lstStyle/>
              <a:p>
                <a:endParaRPr lang="en-US"/>
              </a:p>
            </p:txBody>
          </p:sp>
          <p:sp>
            <p:nvSpPr>
              <p:cNvPr id="103753" name="Line 1113"/>
              <p:cNvSpPr>
                <a:spLocks noChangeShapeType="1"/>
              </p:cNvSpPr>
              <p:nvPr/>
            </p:nvSpPr>
            <p:spPr bwMode="auto">
              <a:xfrm>
                <a:off x="1944" y="2387"/>
                <a:ext cx="71" cy="47"/>
              </a:xfrm>
              <a:prstGeom prst="line">
                <a:avLst/>
              </a:prstGeom>
              <a:grpFill/>
              <a:ln w="12700">
                <a:solidFill>
                  <a:schemeClr val="bg1">
                    <a:lumMod val="65000"/>
                  </a:schemeClr>
                </a:solidFill>
                <a:round/>
                <a:headEnd/>
                <a:tailEnd/>
              </a:ln>
            </p:spPr>
            <p:txBody>
              <a:bodyPr/>
              <a:lstStyle/>
              <a:p>
                <a:endParaRPr lang="en-US"/>
              </a:p>
            </p:txBody>
          </p:sp>
          <p:sp>
            <p:nvSpPr>
              <p:cNvPr id="103754" name="Line 1114"/>
              <p:cNvSpPr>
                <a:spLocks noChangeShapeType="1"/>
              </p:cNvSpPr>
              <p:nvPr/>
            </p:nvSpPr>
            <p:spPr bwMode="auto">
              <a:xfrm>
                <a:off x="2040" y="2443"/>
                <a:ext cx="71" cy="47"/>
              </a:xfrm>
              <a:prstGeom prst="line">
                <a:avLst/>
              </a:prstGeom>
              <a:grpFill/>
              <a:ln w="12700">
                <a:solidFill>
                  <a:schemeClr val="bg1">
                    <a:lumMod val="65000"/>
                  </a:schemeClr>
                </a:solidFill>
                <a:round/>
                <a:headEnd/>
                <a:tailEnd/>
              </a:ln>
            </p:spPr>
            <p:txBody>
              <a:bodyPr/>
              <a:lstStyle/>
              <a:p>
                <a:endParaRPr lang="en-US"/>
              </a:p>
            </p:txBody>
          </p:sp>
          <p:sp>
            <p:nvSpPr>
              <p:cNvPr id="103755" name="Line 1115"/>
              <p:cNvSpPr>
                <a:spLocks noChangeShapeType="1"/>
              </p:cNvSpPr>
              <p:nvPr/>
            </p:nvSpPr>
            <p:spPr bwMode="auto">
              <a:xfrm>
                <a:off x="2136" y="2507"/>
                <a:ext cx="71" cy="47"/>
              </a:xfrm>
              <a:prstGeom prst="line">
                <a:avLst/>
              </a:prstGeom>
              <a:grpFill/>
              <a:ln w="12700">
                <a:solidFill>
                  <a:schemeClr val="bg1">
                    <a:lumMod val="65000"/>
                  </a:schemeClr>
                </a:solidFill>
                <a:round/>
                <a:headEnd/>
                <a:tailEnd/>
              </a:ln>
            </p:spPr>
            <p:txBody>
              <a:bodyPr/>
              <a:lstStyle/>
              <a:p>
                <a:endParaRPr lang="en-US"/>
              </a:p>
            </p:txBody>
          </p:sp>
          <p:sp>
            <p:nvSpPr>
              <p:cNvPr id="103756" name="Line 1116"/>
              <p:cNvSpPr>
                <a:spLocks noChangeShapeType="1"/>
              </p:cNvSpPr>
              <p:nvPr/>
            </p:nvSpPr>
            <p:spPr bwMode="auto">
              <a:xfrm>
                <a:off x="2231" y="2562"/>
                <a:ext cx="56" cy="39"/>
              </a:xfrm>
              <a:prstGeom prst="line">
                <a:avLst/>
              </a:prstGeom>
              <a:grpFill/>
              <a:ln w="12700">
                <a:solidFill>
                  <a:schemeClr val="bg1">
                    <a:lumMod val="65000"/>
                  </a:schemeClr>
                </a:solidFill>
                <a:round/>
                <a:headEnd/>
                <a:tailEnd/>
              </a:ln>
            </p:spPr>
            <p:txBody>
              <a:bodyPr/>
              <a:lstStyle/>
              <a:p>
                <a:endParaRPr lang="en-US"/>
              </a:p>
            </p:txBody>
          </p:sp>
        </p:grpSp>
        <p:grpSp>
          <p:nvGrpSpPr>
            <p:cNvPr id="103644" name="Group 1117"/>
            <p:cNvGrpSpPr>
              <a:grpSpLocks/>
            </p:cNvGrpSpPr>
            <p:nvPr/>
          </p:nvGrpSpPr>
          <p:grpSpPr bwMode="auto">
            <a:xfrm>
              <a:off x="2399" y="3304"/>
              <a:ext cx="447" cy="279"/>
              <a:chOff x="2399" y="3304"/>
              <a:chExt cx="447" cy="279"/>
            </a:xfrm>
            <a:grpFill/>
          </p:grpSpPr>
          <p:sp>
            <p:nvSpPr>
              <p:cNvPr id="103747" name="Freeform 1118"/>
              <p:cNvSpPr>
                <a:spLocks/>
              </p:cNvSpPr>
              <p:nvPr/>
            </p:nvSpPr>
            <p:spPr bwMode="auto">
              <a:xfrm>
                <a:off x="2734" y="3504"/>
                <a:ext cx="112" cy="79"/>
              </a:xfrm>
              <a:custGeom>
                <a:avLst/>
                <a:gdLst>
                  <a:gd name="T0" fmla="*/ 112 w 112"/>
                  <a:gd name="T1" fmla="*/ 79 h 79"/>
                  <a:gd name="T2" fmla="*/ 0 w 112"/>
                  <a:gd name="T3" fmla="*/ 47 h 79"/>
                  <a:gd name="T4" fmla="*/ 16 w 112"/>
                  <a:gd name="T5" fmla="*/ 24 h 79"/>
                  <a:gd name="T6" fmla="*/ 32 w 112"/>
                  <a:gd name="T7" fmla="*/ 0 h 79"/>
                  <a:gd name="T8" fmla="*/ 112 w 112"/>
                  <a:gd name="T9" fmla="*/ 79 h 79"/>
                  <a:gd name="T10" fmla="*/ 0 60000 65536"/>
                  <a:gd name="T11" fmla="*/ 0 60000 65536"/>
                  <a:gd name="T12" fmla="*/ 0 60000 65536"/>
                  <a:gd name="T13" fmla="*/ 0 60000 65536"/>
                  <a:gd name="T14" fmla="*/ 0 60000 65536"/>
                  <a:gd name="T15" fmla="*/ 0 w 112"/>
                  <a:gd name="T16" fmla="*/ 0 h 79"/>
                  <a:gd name="T17" fmla="*/ 112 w 112"/>
                  <a:gd name="T18" fmla="*/ 79 h 79"/>
                </a:gdLst>
                <a:ahLst/>
                <a:cxnLst>
                  <a:cxn ang="T10">
                    <a:pos x="T0" y="T1"/>
                  </a:cxn>
                  <a:cxn ang="T11">
                    <a:pos x="T2" y="T3"/>
                  </a:cxn>
                  <a:cxn ang="T12">
                    <a:pos x="T4" y="T5"/>
                  </a:cxn>
                  <a:cxn ang="T13">
                    <a:pos x="T6" y="T7"/>
                  </a:cxn>
                  <a:cxn ang="T14">
                    <a:pos x="T8" y="T9"/>
                  </a:cxn>
                </a:cxnLst>
                <a:rect l="T15" t="T16" r="T17" b="T18"/>
                <a:pathLst>
                  <a:path w="112" h="79">
                    <a:moveTo>
                      <a:pt x="112" y="79"/>
                    </a:moveTo>
                    <a:lnTo>
                      <a:pt x="0" y="47"/>
                    </a:lnTo>
                    <a:lnTo>
                      <a:pt x="16" y="24"/>
                    </a:lnTo>
                    <a:lnTo>
                      <a:pt x="32" y="0"/>
                    </a:lnTo>
                    <a:lnTo>
                      <a:pt x="112" y="79"/>
                    </a:lnTo>
                    <a:close/>
                  </a:path>
                </a:pathLst>
              </a:custGeom>
              <a:grpFill/>
              <a:ln w="9525">
                <a:solidFill>
                  <a:schemeClr val="bg1">
                    <a:lumMod val="65000"/>
                  </a:schemeClr>
                </a:solidFill>
                <a:round/>
                <a:headEnd/>
                <a:tailEnd/>
              </a:ln>
            </p:spPr>
            <p:txBody>
              <a:bodyPr/>
              <a:lstStyle/>
              <a:p>
                <a:endParaRPr lang="en-US"/>
              </a:p>
            </p:txBody>
          </p:sp>
          <p:sp>
            <p:nvSpPr>
              <p:cNvPr id="103748" name="Line 1119"/>
              <p:cNvSpPr>
                <a:spLocks noChangeShapeType="1"/>
              </p:cNvSpPr>
              <p:nvPr/>
            </p:nvSpPr>
            <p:spPr bwMode="auto">
              <a:xfrm>
                <a:off x="2399" y="3304"/>
                <a:ext cx="72" cy="48"/>
              </a:xfrm>
              <a:prstGeom prst="line">
                <a:avLst/>
              </a:prstGeom>
              <a:grpFill/>
              <a:ln w="12700">
                <a:solidFill>
                  <a:schemeClr val="bg1">
                    <a:lumMod val="65000"/>
                  </a:schemeClr>
                </a:solidFill>
                <a:round/>
                <a:headEnd/>
                <a:tailEnd/>
              </a:ln>
            </p:spPr>
            <p:txBody>
              <a:bodyPr/>
              <a:lstStyle/>
              <a:p>
                <a:endParaRPr lang="en-US"/>
              </a:p>
            </p:txBody>
          </p:sp>
          <p:sp>
            <p:nvSpPr>
              <p:cNvPr id="103749" name="Line 1120"/>
              <p:cNvSpPr>
                <a:spLocks noChangeShapeType="1"/>
              </p:cNvSpPr>
              <p:nvPr/>
            </p:nvSpPr>
            <p:spPr bwMode="auto">
              <a:xfrm>
                <a:off x="2495" y="3360"/>
                <a:ext cx="71" cy="47"/>
              </a:xfrm>
              <a:prstGeom prst="line">
                <a:avLst/>
              </a:prstGeom>
              <a:grpFill/>
              <a:ln w="12700">
                <a:solidFill>
                  <a:schemeClr val="bg1">
                    <a:lumMod val="65000"/>
                  </a:schemeClr>
                </a:solidFill>
                <a:round/>
                <a:headEnd/>
                <a:tailEnd/>
              </a:ln>
            </p:spPr>
            <p:txBody>
              <a:bodyPr/>
              <a:lstStyle/>
              <a:p>
                <a:endParaRPr lang="en-US"/>
              </a:p>
            </p:txBody>
          </p:sp>
          <p:sp>
            <p:nvSpPr>
              <p:cNvPr id="103750" name="Line 1121"/>
              <p:cNvSpPr>
                <a:spLocks noChangeShapeType="1"/>
              </p:cNvSpPr>
              <p:nvPr/>
            </p:nvSpPr>
            <p:spPr bwMode="auto">
              <a:xfrm>
                <a:off x="2590" y="3424"/>
                <a:ext cx="72" cy="48"/>
              </a:xfrm>
              <a:prstGeom prst="line">
                <a:avLst/>
              </a:prstGeom>
              <a:grpFill/>
              <a:ln w="12700">
                <a:solidFill>
                  <a:schemeClr val="bg1">
                    <a:lumMod val="65000"/>
                  </a:schemeClr>
                </a:solidFill>
                <a:round/>
                <a:headEnd/>
                <a:tailEnd/>
              </a:ln>
            </p:spPr>
            <p:txBody>
              <a:bodyPr/>
              <a:lstStyle/>
              <a:p>
                <a:endParaRPr lang="en-US"/>
              </a:p>
            </p:txBody>
          </p:sp>
          <p:sp>
            <p:nvSpPr>
              <p:cNvPr id="103751" name="Line 1122"/>
              <p:cNvSpPr>
                <a:spLocks noChangeShapeType="1"/>
              </p:cNvSpPr>
              <p:nvPr/>
            </p:nvSpPr>
            <p:spPr bwMode="auto">
              <a:xfrm>
                <a:off x="2687" y="3480"/>
                <a:ext cx="63" cy="46"/>
              </a:xfrm>
              <a:prstGeom prst="line">
                <a:avLst/>
              </a:prstGeom>
              <a:grpFill/>
              <a:ln w="12700">
                <a:solidFill>
                  <a:schemeClr val="bg1">
                    <a:lumMod val="65000"/>
                  </a:schemeClr>
                </a:solidFill>
                <a:round/>
                <a:headEnd/>
                <a:tailEnd/>
              </a:ln>
            </p:spPr>
            <p:txBody>
              <a:bodyPr/>
              <a:lstStyle/>
              <a:p>
                <a:endParaRPr lang="en-US"/>
              </a:p>
            </p:txBody>
          </p:sp>
        </p:grpSp>
        <p:grpSp>
          <p:nvGrpSpPr>
            <p:cNvPr id="103645" name="Group 1123"/>
            <p:cNvGrpSpPr>
              <a:grpSpLocks/>
            </p:cNvGrpSpPr>
            <p:nvPr/>
          </p:nvGrpSpPr>
          <p:grpSpPr bwMode="auto">
            <a:xfrm>
              <a:off x="1936" y="3304"/>
              <a:ext cx="431" cy="271"/>
              <a:chOff x="1936" y="3304"/>
              <a:chExt cx="431" cy="271"/>
            </a:xfrm>
            <a:grpFill/>
          </p:grpSpPr>
          <p:sp>
            <p:nvSpPr>
              <p:cNvPr id="103742" name="Freeform 1124"/>
              <p:cNvSpPr>
                <a:spLocks/>
              </p:cNvSpPr>
              <p:nvPr/>
            </p:nvSpPr>
            <p:spPr bwMode="auto">
              <a:xfrm>
                <a:off x="2255" y="3496"/>
                <a:ext cx="112" cy="79"/>
              </a:xfrm>
              <a:custGeom>
                <a:avLst/>
                <a:gdLst>
                  <a:gd name="T0" fmla="*/ 112 w 112"/>
                  <a:gd name="T1" fmla="*/ 79 h 79"/>
                  <a:gd name="T2" fmla="*/ 0 w 112"/>
                  <a:gd name="T3" fmla="*/ 40 h 79"/>
                  <a:gd name="T4" fmla="*/ 16 w 112"/>
                  <a:gd name="T5" fmla="*/ 16 h 79"/>
                  <a:gd name="T6" fmla="*/ 32 w 112"/>
                  <a:gd name="T7" fmla="*/ 0 h 79"/>
                  <a:gd name="T8" fmla="*/ 112 w 112"/>
                  <a:gd name="T9" fmla="*/ 79 h 79"/>
                  <a:gd name="T10" fmla="*/ 0 60000 65536"/>
                  <a:gd name="T11" fmla="*/ 0 60000 65536"/>
                  <a:gd name="T12" fmla="*/ 0 60000 65536"/>
                  <a:gd name="T13" fmla="*/ 0 60000 65536"/>
                  <a:gd name="T14" fmla="*/ 0 60000 65536"/>
                  <a:gd name="T15" fmla="*/ 0 w 112"/>
                  <a:gd name="T16" fmla="*/ 0 h 79"/>
                  <a:gd name="T17" fmla="*/ 112 w 112"/>
                  <a:gd name="T18" fmla="*/ 79 h 79"/>
                </a:gdLst>
                <a:ahLst/>
                <a:cxnLst>
                  <a:cxn ang="T10">
                    <a:pos x="T0" y="T1"/>
                  </a:cxn>
                  <a:cxn ang="T11">
                    <a:pos x="T2" y="T3"/>
                  </a:cxn>
                  <a:cxn ang="T12">
                    <a:pos x="T4" y="T5"/>
                  </a:cxn>
                  <a:cxn ang="T13">
                    <a:pos x="T6" y="T7"/>
                  </a:cxn>
                  <a:cxn ang="T14">
                    <a:pos x="T8" y="T9"/>
                  </a:cxn>
                </a:cxnLst>
                <a:rect l="T15" t="T16" r="T17" b="T18"/>
                <a:pathLst>
                  <a:path w="112" h="79">
                    <a:moveTo>
                      <a:pt x="112" y="79"/>
                    </a:moveTo>
                    <a:lnTo>
                      <a:pt x="0" y="40"/>
                    </a:lnTo>
                    <a:lnTo>
                      <a:pt x="16" y="16"/>
                    </a:lnTo>
                    <a:lnTo>
                      <a:pt x="32" y="0"/>
                    </a:lnTo>
                    <a:lnTo>
                      <a:pt x="112" y="79"/>
                    </a:lnTo>
                    <a:close/>
                  </a:path>
                </a:pathLst>
              </a:custGeom>
              <a:grpFill/>
              <a:ln w="9525">
                <a:solidFill>
                  <a:schemeClr val="bg1">
                    <a:lumMod val="65000"/>
                  </a:schemeClr>
                </a:solidFill>
                <a:round/>
                <a:headEnd/>
                <a:tailEnd/>
              </a:ln>
            </p:spPr>
            <p:txBody>
              <a:bodyPr/>
              <a:lstStyle/>
              <a:p>
                <a:endParaRPr lang="en-US"/>
              </a:p>
            </p:txBody>
          </p:sp>
          <p:sp>
            <p:nvSpPr>
              <p:cNvPr id="103743" name="Line 1125"/>
              <p:cNvSpPr>
                <a:spLocks noChangeShapeType="1"/>
              </p:cNvSpPr>
              <p:nvPr/>
            </p:nvSpPr>
            <p:spPr bwMode="auto">
              <a:xfrm>
                <a:off x="1936" y="3304"/>
                <a:ext cx="72" cy="48"/>
              </a:xfrm>
              <a:prstGeom prst="line">
                <a:avLst/>
              </a:prstGeom>
              <a:grpFill/>
              <a:ln w="12700">
                <a:solidFill>
                  <a:schemeClr val="bg1">
                    <a:lumMod val="65000"/>
                  </a:schemeClr>
                </a:solidFill>
                <a:round/>
                <a:headEnd/>
                <a:tailEnd/>
              </a:ln>
            </p:spPr>
            <p:txBody>
              <a:bodyPr/>
              <a:lstStyle/>
              <a:p>
                <a:endParaRPr lang="en-US"/>
              </a:p>
            </p:txBody>
          </p:sp>
          <p:sp>
            <p:nvSpPr>
              <p:cNvPr id="103744" name="Line 1126"/>
              <p:cNvSpPr>
                <a:spLocks noChangeShapeType="1"/>
              </p:cNvSpPr>
              <p:nvPr/>
            </p:nvSpPr>
            <p:spPr bwMode="auto">
              <a:xfrm>
                <a:off x="2032" y="3360"/>
                <a:ext cx="71" cy="47"/>
              </a:xfrm>
              <a:prstGeom prst="line">
                <a:avLst/>
              </a:prstGeom>
              <a:grpFill/>
              <a:ln w="12700">
                <a:solidFill>
                  <a:schemeClr val="bg1">
                    <a:lumMod val="65000"/>
                  </a:schemeClr>
                </a:solidFill>
                <a:round/>
                <a:headEnd/>
                <a:tailEnd/>
              </a:ln>
            </p:spPr>
            <p:txBody>
              <a:bodyPr/>
              <a:lstStyle/>
              <a:p>
                <a:endParaRPr lang="en-US"/>
              </a:p>
            </p:txBody>
          </p:sp>
          <p:sp>
            <p:nvSpPr>
              <p:cNvPr id="103745" name="Line 1127"/>
              <p:cNvSpPr>
                <a:spLocks noChangeShapeType="1"/>
              </p:cNvSpPr>
              <p:nvPr/>
            </p:nvSpPr>
            <p:spPr bwMode="auto">
              <a:xfrm>
                <a:off x="2127" y="3424"/>
                <a:ext cx="72" cy="48"/>
              </a:xfrm>
              <a:prstGeom prst="line">
                <a:avLst/>
              </a:prstGeom>
              <a:grpFill/>
              <a:ln w="12700">
                <a:solidFill>
                  <a:schemeClr val="bg1">
                    <a:lumMod val="65000"/>
                  </a:schemeClr>
                </a:solidFill>
                <a:round/>
                <a:headEnd/>
                <a:tailEnd/>
              </a:ln>
            </p:spPr>
            <p:txBody>
              <a:bodyPr/>
              <a:lstStyle/>
              <a:p>
                <a:endParaRPr lang="en-US"/>
              </a:p>
            </p:txBody>
          </p:sp>
          <p:sp>
            <p:nvSpPr>
              <p:cNvPr id="103746" name="Line 1128"/>
              <p:cNvSpPr>
                <a:spLocks noChangeShapeType="1"/>
              </p:cNvSpPr>
              <p:nvPr/>
            </p:nvSpPr>
            <p:spPr bwMode="auto">
              <a:xfrm>
                <a:off x="2224" y="3480"/>
                <a:ext cx="47" cy="31"/>
              </a:xfrm>
              <a:prstGeom prst="line">
                <a:avLst/>
              </a:prstGeom>
              <a:grpFill/>
              <a:ln w="12700">
                <a:solidFill>
                  <a:schemeClr val="bg1">
                    <a:lumMod val="65000"/>
                  </a:schemeClr>
                </a:solidFill>
                <a:round/>
                <a:headEnd/>
                <a:tailEnd/>
              </a:ln>
            </p:spPr>
            <p:txBody>
              <a:bodyPr/>
              <a:lstStyle/>
              <a:p>
                <a:endParaRPr lang="en-US"/>
              </a:p>
            </p:txBody>
          </p:sp>
        </p:grpSp>
        <p:grpSp>
          <p:nvGrpSpPr>
            <p:cNvPr id="103646" name="Group 1129"/>
            <p:cNvGrpSpPr>
              <a:grpSpLocks/>
            </p:cNvGrpSpPr>
            <p:nvPr/>
          </p:nvGrpSpPr>
          <p:grpSpPr bwMode="auto">
            <a:xfrm>
              <a:off x="2400" y="3304"/>
              <a:ext cx="414" cy="279"/>
              <a:chOff x="2400" y="3304"/>
              <a:chExt cx="414" cy="279"/>
            </a:xfrm>
            <a:grpFill/>
          </p:grpSpPr>
          <p:sp>
            <p:nvSpPr>
              <p:cNvPr id="103737" name="Freeform 1130"/>
              <p:cNvSpPr>
                <a:spLocks/>
              </p:cNvSpPr>
              <p:nvPr/>
            </p:nvSpPr>
            <p:spPr bwMode="auto">
              <a:xfrm>
                <a:off x="2702" y="3304"/>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32" y="88"/>
                    </a:lnTo>
                    <a:lnTo>
                      <a:pt x="16" y="64"/>
                    </a:lnTo>
                    <a:lnTo>
                      <a:pt x="0" y="40"/>
                    </a:lnTo>
                    <a:lnTo>
                      <a:pt x="112" y="0"/>
                    </a:lnTo>
                    <a:close/>
                  </a:path>
                </a:pathLst>
              </a:custGeom>
              <a:grpFill/>
              <a:ln w="9525">
                <a:solidFill>
                  <a:schemeClr val="bg1">
                    <a:lumMod val="65000"/>
                  </a:schemeClr>
                </a:solidFill>
                <a:round/>
                <a:headEnd/>
                <a:tailEnd/>
              </a:ln>
            </p:spPr>
            <p:txBody>
              <a:bodyPr/>
              <a:lstStyle/>
              <a:p>
                <a:endParaRPr lang="en-US"/>
              </a:p>
            </p:txBody>
          </p:sp>
          <p:sp>
            <p:nvSpPr>
              <p:cNvPr id="103738" name="Line 1131"/>
              <p:cNvSpPr>
                <a:spLocks noChangeShapeType="1"/>
              </p:cNvSpPr>
              <p:nvPr/>
            </p:nvSpPr>
            <p:spPr bwMode="auto">
              <a:xfrm flipV="1">
                <a:off x="2400" y="3536"/>
                <a:ext cx="71" cy="47"/>
              </a:xfrm>
              <a:prstGeom prst="line">
                <a:avLst/>
              </a:prstGeom>
              <a:grpFill/>
              <a:ln w="12700">
                <a:solidFill>
                  <a:schemeClr val="bg1">
                    <a:lumMod val="65000"/>
                  </a:schemeClr>
                </a:solidFill>
                <a:round/>
                <a:headEnd/>
                <a:tailEnd/>
              </a:ln>
            </p:spPr>
            <p:txBody>
              <a:bodyPr/>
              <a:lstStyle/>
              <a:p>
                <a:endParaRPr lang="en-US"/>
              </a:p>
            </p:txBody>
          </p:sp>
          <p:sp>
            <p:nvSpPr>
              <p:cNvPr id="103739" name="Line 1132"/>
              <p:cNvSpPr>
                <a:spLocks noChangeShapeType="1"/>
              </p:cNvSpPr>
              <p:nvPr/>
            </p:nvSpPr>
            <p:spPr bwMode="auto">
              <a:xfrm flipV="1">
                <a:off x="2495" y="3473"/>
                <a:ext cx="71" cy="47"/>
              </a:xfrm>
              <a:prstGeom prst="line">
                <a:avLst/>
              </a:prstGeom>
              <a:grpFill/>
              <a:ln w="12700">
                <a:solidFill>
                  <a:schemeClr val="bg1">
                    <a:lumMod val="65000"/>
                  </a:schemeClr>
                </a:solidFill>
                <a:round/>
                <a:headEnd/>
                <a:tailEnd/>
              </a:ln>
            </p:spPr>
            <p:txBody>
              <a:bodyPr/>
              <a:lstStyle/>
              <a:p>
                <a:endParaRPr lang="en-US"/>
              </a:p>
            </p:txBody>
          </p:sp>
          <p:sp>
            <p:nvSpPr>
              <p:cNvPr id="103740" name="Line 1133"/>
              <p:cNvSpPr>
                <a:spLocks noChangeShapeType="1"/>
              </p:cNvSpPr>
              <p:nvPr/>
            </p:nvSpPr>
            <p:spPr bwMode="auto">
              <a:xfrm flipV="1">
                <a:off x="2583" y="3409"/>
                <a:ext cx="71" cy="47"/>
              </a:xfrm>
              <a:prstGeom prst="line">
                <a:avLst/>
              </a:prstGeom>
              <a:grpFill/>
              <a:ln w="12700">
                <a:solidFill>
                  <a:schemeClr val="bg1">
                    <a:lumMod val="65000"/>
                  </a:schemeClr>
                </a:solidFill>
                <a:round/>
                <a:headEnd/>
                <a:tailEnd/>
              </a:ln>
            </p:spPr>
            <p:txBody>
              <a:bodyPr/>
              <a:lstStyle/>
              <a:p>
                <a:endParaRPr lang="en-US"/>
              </a:p>
            </p:txBody>
          </p:sp>
          <p:sp>
            <p:nvSpPr>
              <p:cNvPr id="103741" name="Line 1134"/>
              <p:cNvSpPr>
                <a:spLocks noChangeShapeType="1"/>
              </p:cNvSpPr>
              <p:nvPr/>
            </p:nvSpPr>
            <p:spPr bwMode="auto">
              <a:xfrm flipV="1">
                <a:off x="2678" y="3368"/>
                <a:ext cx="40" cy="32"/>
              </a:xfrm>
              <a:prstGeom prst="line">
                <a:avLst/>
              </a:prstGeom>
              <a:grpFill/>
              <a:ln w="12700">
                <a:solidFill>
                  <a:schemeClr val="bg1">
                    <a:lumMod val="65000"/>
                  </a:schemeClr>
                </a:solidFill>
                <a:round/>
                <a:headEnd/>
                <a:tailEnd/>
              </a:ln>
            </p:spPr>
            <p:txBody>
              <a:bodyPr/>
              <a:lstStyle/>
              <a:p>
                <a:endParaRPr lang="en-US"/>
              </a:p>
            </p:txBody>
          </p:sp>
        </p:grpSp>
        <p:grpSp>
          <p:nvGrpSpPr>
            <p:cNvPr id="103647" name="Group 1135"/>
            <p:cNvGrpSpPr>
              <a:grpSpLocks/>
            </p:cNvGrpSpPr>
            <p:nvPr/>
          </p:nvGrpSpPr>
          <p:grpSpPr bwMode="auto">
            <a:xfrm>
              <a:off x="2400" y="3001"/>
              <a:ext cx="422" cy="271"/>
              <a:chOff x="2400" y="3001"/>
              <a:chExt cx="422" cy="271"/>
            </a:xfrm>
            <a:grpFill/>
          </p:grpSpPr>
          <p:sp>
            <p:nvSpPr>
              <p:cNvPr id="103732" name="Freeform 1136"/>
              <p:cNvSpPr>
                <a:spLocks/>
              </p:cNvSpPr>
              <p:nvPr/>
            </p:nvSpPr>
            <p:spPr bwMode="auto">
              <a:xfrm>
                <a:off x="2710" y="3001"/>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32" y="88"/>
                    </a:lnTo>
                    <a:lnTo>
                      <a:pt x="16" y="64"/>
                    </a:lnTo>
                    <a:lnTo>
                      <a:pt x="0" y="40"/>
                    </a:lnTo>
                    <a:lnTo>
                      <a:pt x="112" y="0"/>
                    </a:lnTo>
                    <a:close/>
                  </a:path>
                </a:pathLst>
              </a:custGeom>
              <a:grpFill/>
              <a:ln w="9525">
                <a:solidFill>
                  <a:schemeClr val="bg1">
                    <a:lumMod val="65000"/>
                  </a:schemeClr>
                </a:solidFill>
                <a:round/>
                <a:headEnd/>
                <a:tailEnd/>
              </a:ln>
            </p:spPr>
            <p:txBody>
              <a:bodyPr/>
              <a:lstStyle/>
              <a:p>
                <a:endParaRPr lang="en-US"/>
              </a:p>
            </p:txBody>
          </p:sp>
          <p:sp>
            <p:nvSpPr>
              <p:cNvPr id="103733" name="Line 1137"/>
              <p:cNvSpPr>
                <a:spLocks noChangeShapeType="1"/>
              </p:cNvSpPr>
              <p:nvPr/>
            </p:nvSpPr>
            <p:spPr bwMode="auto">
              <a:xfrm flipV="1">
                <a:off x="2400" y="3225"/>
                <a:ext cx="71" cy="47"/>
              </a:xfrm>
              <a:prstGeom prst="line">
                <a:avLst/>
              </a:prstGeom>
              <a:grpFill/>
              <a:ln w="12700">
                <a:solidFill>
                  <a:schemeClr val="bg1">
                    <a:lumMod val="65000"/>
                  </a:schemeClr>
                </a:solidFill>
                <a:round/>
                <a:headEnd/>
                <a:tailEnd/>
              </a:ln>
            </p:spPr>
            <p:txBody>
              <a:bodyPr/>
              <a:lstStyle/>
              <a:p>
                <a:endParaRPr lang="en-US"/>
              </a:p>
            </p:txBody>
          </p:sp>
          <p:sp>
            <p:nvSpPr>
              <p:cNvPr id="103734" name="Line 1138"/>
              <p:cNvSpPr>
                <a:spLocks noChangeShapeType="1"/>
              </p:cNvSpPr>
              <p:nvPr/>
            </p:nvSpPr>
            <p:spPr bwMode="auto">
              <a:xfrm flipV="1">
                <a:off x="2496" y="3170"/>
                <a:ext cx="70" cy="38"/>
              </a:xfrm>
              <a:prstGeom prst="line">
                <a:avLst/>
              </a:prstGeom>
              <a:grpFill/>
              <a:ln w="12700">
                <a:solidFill>
                  <a:schemeClr val="bg1">
                    <a:lumMod val="65000"/>
                  </a:schemeClr>
                </a:solidFill>
                <a:round/>
                <a:headEnd/>
                <a:tailEnd/>
              </a:ln>
            </p:spPr>
            <p:txBody>
              <a:bodyPr/>
              <a:lstStyle/>
              <a:p>
                <a:endParaRPr lang="en-US"/>
              </a:p>
            </p:txBody>
          </p:sp>
          <p:sp>
            <p:nvSpPr>
              <p:cNvPr id="103735" name="Line 1139"/>
              <p:cNvSpPr>
                <a:spLocks noChangeShapeType="1"/>
              </p:cNvSpPr>
              <p:nvPr/>
            </p:nvSpPr>
            <p:spPr bwMode="auto">
              <a:xfrm flipV="1">
                <a:off x="2590" y="3105"/>
                <a:ext cx="72" cy="48"/>
              </a:xfrm>
              <a:prstGeom prst="line">
                <a:avLst/>
              </a:prstGeom>
              <a:grpFill/>
              <a:ln w="12700">
                <a:solidFill>
                  <a:schemeClr val="bg1">
                    <a:lumMod val="65000"/>
                  </a:schemeClr>
                </a:solidFill>
                <a:round/>
                <a:headEnd/>
                <a:tailEnd/>
              </a:ln>
            </p:spPr>
            <p:txBody>
              <a:bodyPr/>
              <a:lstStyle/>
              <a:p>
                <a:endParaRPr lang="en-US"/>
              </a:p>
            </p:txBody>
          </p:sp>
          <p:sp>
            <p:nvSpPr>
              <p:cNvPr id="103736" name="Line 1140"/>
              <p:cNvSpPr>
                <a:spLocks noChangeShapeType="1"/>
              </p:cNvSpPr>
              <p:nvPr/>
            </p:nvSpPr>
            <p:spPr bwMode="auto">
              <a:xfrm flipV="1">
                <a:off x="2678" y="3065"/>
                <a:ext cx="48" cy="24"/>
              </a:xfrm>
              <a:prstGeom prst="line">
                <a:avLst/>
              </a:prstGeom>
              <a:grpFill/>
              <a:ln w="12700">
                <a:solidFill>
                  <a:schemeClr val="bg1">
                    <a:lumMod val="65000"/>
                  </a:schemeClr>
                </a:solidFill>
                <a:round/>
                <a:headEnd/>
                <a:tailEnd/>
              </a:ln>
            </p:spPr>
            <p:txBody>
              <a:bodyPr/>
              <a:lstStyle/>
              <a:p>
                <a:endParaRPr lang="en-US"/>
              </a:p>
            </p:txBody>
          </p:sp>
        </p:grpSp>
        <p:grpSp>
          <p:nvGrpSpPr>
            <p:cNvPr id="103648" name="Group 1141"/>
            <p:cNvGrpSpPr>
              <a:grpSpLocks/>
            </p:cNvGrpSpPr>
            <p:nvPr/>
          </p:nvGrpSpPr>
          <p:grpSpPr bwMode="auto">
            <a:xfrm>
              <a:off x="3318" y="3001"/>
              <a:ext cx="422" cy="271"/>
              <a:chOff x="3318" y="3001"/>
              <a:chExt cx="422" cy="271"/>
            </a:xfrm>
            <a:grpFill/>
          </p:grpSpPr>
          <p:sp>
            <p:nvSpPr>
              <p:cNvPr id="103727" name="Freeform 1142"/>
              <p:cNvSpPr>
                <a:spLocks/>
              </p:cNvSpPr>
              <p:nvPr/>
            </p:nvSpPr>
            <p:spPr bwMode="auto">
              <a:xfrm>
                <a:off x="3628" y="3001"/>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32" y="88"/>
                    </a:lnTo>
                    <a:lnTo>
                      <a:pt x="16" y="64"/>
                    </a:lnTo>
                    <a:lnTo>
                      <a:pt x="0" y="40"/>
                    </a:lnTo>
                    <a:lnTo>
                      <a:pt x="112" y="0"/>
                    </a:lnTo>
                    <a:close/>
                  </a:path>
                </a:pathLst>
              </a:custGeom>
              <a:grpFill/>
              <a:ln w="9525">
                <a:solidFill>
                  <a:schemeClr val="bg1">
                    <a:lumMod val="65000"/>
                  </a:schemeClr>
                </a:solidFill>
                <a:round/>
                <a:headEnd/>
                <a:tailEnd/>
              </a:ln>
            </p:spPr>
            <p:txBody>
              <a:bodyPr/>
              <a:lstStyle/>
              <a:p>
                <a:endParaRPr lang="en-US"/>
              </a:p>
            </p:txBody>
          </p:sp>
          <p:sp>
            <p:nvSpPr>
              <p:cNvPr id="103728" name="Line 1143"/>
              <p:cNvSpPr>
                <a:spLocks noChangeShapeType="1"/>
              </p:cNvSpPr>
              <p:nvPr/>
            </p:nvSpPr>
            <p:spPr bwMode="auto">
              <a:xfrm flipV="1">
                <a:off x="3318" y="3225"/>
                <a:ext cx="71" cy="47"/>
              </a:xfrm>
              <a:prstGeom prst="line">
                <a:avLst/>
              </a:prstGeom>
              <a:grpFill/>
              <a:ln w="12700">
                <a:solidFill>
                  <a:schemeClr val="bg1">
                    <a:lumMod val="65000"/>
                  </a:schemeClr>
                </a:solidFill>
                <a:round/>
                <a:headEnd/>
                <a:tailEnd/>
              </a:ln>
            </p:spPr>
            <p:txBody>
              <a:bodyPr/>
              <a:lstStyle/>
              <a:p>
                <a:endParaRPr lang="en-US"/>
              </a:p>
            </p:txBody>
          </p:sp>
          <p:sp>
            <p:nvSpPr>
              <p:cNvPr id="103729" name="Line 1144"/>
              <p:cNvSpPr>
                <a:spLocks noChangeShapeType="1"/>
              </p:cNvSpPr>
              <p:nvPr/>
            </p:nvSpPr>
            <p:spPr bwMode="auto">
              <a:xfrm flipV="1">
                <a:off x="3414" y="3169"/>
                <a:ext cx="71" cy="39"/>
              </a:xfrm>
              <a:prstGeom prst="line">
                <a:avLst/>
              </a:prstGeom>
              <a:grpFill/>
              <a:ln w="12700">
                <a:solidFill>
                  <a:schemeClr val="bg1">
                    <a:lumMod val="65000"/>
                  </a:schemeClr>
                </a:solidFill>
                <a:round/>
                <a:headEnd/>
                <a:tailEnd/>
              </a:ln>
            </p:spPr>
            <p:txBody>
              <a:bodyPr/>
              <a:lstStyle/>
              <a:p>
                <a:endParaRPr lang="en-US"/>
              </a:p>
            </p:txBody>
          </p:sp>
          <p:sp>
            <p:nvSpPr>
              <p:cNvPr id="103730" name="Line 1145"/>
              <p:cNvSpPr>
                <a:spLocks noChangeShapeType="1"/>
              </p:cNvSpPr>
              <p:nvPr/>
            </p:nvSpPr>
            <p:spPr bwMode="auto">
              <a:xfrm flipV="1">
                <a:off x="3509" y="3106"/>
                <a:ext cx="71" cy="47"/>
              </a:xfrm>
              <a:prstGeom prst="line">
                <a:avLst/>
              </a:prstGeom>
              <a:grpFill/>
              <a:ln w="12700">
                <a:solidFill>
                  <a:schemeClr val="bg1">
                    <a:lumMod val="65000"/>
                  </a:schemeClr>
                </a:solidFill>
                <a:round/>
                <a:headEnd/>
                <a:tailEnd/>
              </a:ln>
            </p:spPr>
            <p:txBody>
              <a:bodyPr/>
              <a:lstStyle/>
              <a:p>
                <a:endParaRPr lang="en-US"/>
              </a:p>
            </p:txBody>
          </p:sp>
          <p:sp>
            <p:nvSpPr>
              <p:cNvPr id="103731" name="Line 1146"/>
              <p:cNvSpPr>
                <a:spLocks noChangeShapeType="1"/>
              </p:cNvSpPr>
              <p:nvPr/>
            </p:nvSpPr>
            <p:spPr bwMode="auto">
              <a:xfrm flipV="1">
                <a:off x="3596" y="3065"/>
                <a:ext cx="48" cy="24"/>
              </a:xfrm>
              <a:prstGeom prst="line">
                <a:avLst/>
              </a:prstGeom>
              <a:grpFill/>
              <a:ln w="12700">
                <a:solidFill>
                  <a:schemeClr val="bg1">
                    <a:lumMod val="65000"/>
                  </a:schemeClr>
                </a:solidFill>
                <a:round/>
                <a:headEnd/>
                <a:tailEnd/>
              </a:ln>
            </p:spPr>
            <p:txBody>
              <a:bodyPr/>
              <a:lstStyle/>
              <a:p>
                <a:endParaRPr lang="en-US"/>
              </a:p>
            </p:txBody>
          </p:sp>
        </p:grpSp>
        <p:grpSp>
          <p:nvGrpSpPr>
            <p:cNvPr id="103649" name="Group 1147"/>
            <p:cNvGrpSpPr>
              <a:grpSpLocks/>
            </p:cNvGrpSpPr>
            <p:nvPr/>
          </p:nvGrpSpPr>
          <p:grpSpPr bwMode="auto">
            <a:xfrm>
              <a:off x="3325" y="2076"/>
              <a:ext cx="439" cy="271"/>
              <a:chOff x="3325" y="2076"/>
              <a:chExt cx="439" cy="271"/>
            </a:xfrm>
            <a:grpFill/>
          </p:grpSpPr>
          <p:sp>
            <p:nvSpPr>
              <p:cNvPr id="103722" name="Freeform 1148"/>
              <p:cNvSpPr>
                <a:spLocks/>
              </p:cNvSpPr>
              <p:nvPr/>
            </p:nvSpPr>
            <p:spPr bwMode="auto">
              <a:xfrm>
                <a:off x="3652" y="2267"/>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 name="T15" fmla="*/ 0 w 112"/>
                  <a:gd name="T16" fmla="*/ 0 h 80"/>
                  <a:gd name="T17" fmla="*/ 112 w 112"/>
                  <a:gd name="T18" fmla="*/ 80 h 80"/>
                </a:gdLst>
                <a:ahLst/>
                <a:cxnLst>
                  <a:cxn ang="T10">
                    <a:pos x="T0" y="T1"/>
                  </a:cxn>
                  <a:cxn ang="T11">
                    <a:pos x="T2" y="T3"/>
                  </a:cxn>
                  <a:cxn ang="T12">
                    <a:pos x="T4" y="T5"/>
                  </a:cxn>
                  <a:cxn ang="T13">
                    <a:pos x="T6" y="T7"/>
                  </a:cxn>
                  <a:cxn ang="T14">
                    <a:pos x="T8" y="T9"/>
                  </a:cxn>
                </a:cxnLst>
                <a:rect l="T15" t="T16" r="T17" b="T18"/>
                <a:pathLst>
                  <a:path w="112" h="80">
                    <a:moveTo>
                      <a:pt x="112" y="80"/>
                    </a:moveTo>
                    <a:lnTo>
                      <a:pt x="0" y="48"/>
                    </a:lnTo>
                    <a:lnTo>
                      <a:pt x="16" y="24"/>
                    </a:lnTo>
                    <a:lnTo>
                      <a:pt x="32" y="0"/>
                    </a:lnTo>
                    <a:lnTo>
                      <a:pt x="112" y="80"/>
                    </a:lnTo>
                    <a:close/>
                  </a:path>
                </a:pathLst>
              </a:custGeom>
              <a:grpFill/>
              <a:ln w="9525">
                <a:solidFill>
                  <a:schemeClr val="bg1">
                    <a:lumMod val="65000"/>
                  </a:schemeClr>
                </a:solidFill>
                <a:round/>
                <a:headEnd/>
                <a:tailEnd/>
              </a:ln>
            </p:spPr>
            <p:txBody>
              <a:bodyPr/>
              <a:lstStyle/>
              <a:p>
                <a:endParaRPr lang="en-US"/>
              </a:p>
            </p:txBody>
          </p:sp>
          <p:sp>
            <p:nvSpPr>
              <p:cNvPr id="103723" name="Line 1149"/>
              <p:cNvSpPr>
                <a:spLocks noChangeShapeType="1"/>
              </p:cNvSpPr>
              <p:nvPr/>
            </p:nvSpPr>
            <p:spPr bwMode="auto">
              <a:xfrm>
                <a:off x="3325" y="2076"/>
                <a:ext cx="72" cy="48"/>
              </a:xfrm>
              <a:prstGeom prst="line">
                <a:avLst/>
              </a:prstGeom>
              <a:grpFill/>
              <a:ln w="12700">
                <a:solidFill>
                  <a:schemeClr val="bg1">
                    <a:lumMod val="65000"/>
                  </a:schemeClr>
                </a:solidFill>
                <a:round/>
                <a:headEnd/>
                <a:tailEnd/>
              </a:ln>
            </p:spPr>
            <p:txBody>
              <a:bodyPr/>
              <a:lstStyle/>
              <a:p>
                <a:endParaRPr lang="en-US"/>
              </a:p>
            </p:txBody>
          </p:sp>
          <p:sp>
            <p:nvSpPr>
              <p:cNvPr id="103724" name="Line 1150"/>
              <p:cNvSpPr>
                <a:spLocks noChangeShapeType="1"/>
              </p:cNvSpPr>
              <p:nvPr/>
            </p:nvSpPr>
            <p:spPr bwMode="auto">
              <a:xfrm>
                <a:off x="3422" y="2132"/>
                <a:ext cx="71" cy="47"/>
              </a:xfrm>
              <a:prstGeom prst="line">
                <a:avLst/>
              </a:prstGeom>
              <a:grpFill/>
              <a:ln w="12700">
                <a:solidFill>
                  <a:schemeClr val="bg1">
                    <a:lumMod val="65000"/>
                  </a:schemeClr>
                </a:solidFill>
                <a:round/>
                <a:headEnd/>
                <a:tailEnd/>
              </a:ln>
            </p:spPr>
            <p:txBody>
              <a:bodyPr/>
              <a:lstStyle/>
              <a:p>
                <a:endParaRPr lang="en-US"/>
              </a:p>
            </p:txBody>
          </p:sp>
          <p:sp>
            <p:nvSpPr>
              <p:cNvPr id="103725" name="Line 1151"/>
              <p:cNvSpPr>
                <a:spLocks noChangeShapeType="1"/>
              </p:cNvSpPr>
              <p:nvPr/>
            </p:nvSpPr>
            <p:spPr bwMode="auto">
              <a:xfrm>
                <a:off x="3517" y="2196"/>
                <a:ext cx="71" cy="47"/>
              </a:xfrm>
              <a:prstGeom prst="line">
                <a:avLst/>
              </a:prstGeom>
              <a:grpFill/>
              <a:ln w="12700">
                <a:solidFill>
                  <a:schemeClr val="bg1">
                    <a:lumMod val="65000"/>
                  </a:schemeClr>
                </a:solidFill>
                <a:round/>
                <a:headEnd/>
                <a:tailEnd/>
              </a:ln>
            </p:spPr>
            <p:txBody>
              <a:bodyPr/>
              <a:lstStyle/>
              <a:p>
                <a:endParaRPr lang="en-US"/>
              </a:p>
            </p:txBody>
          </p:sp>
          <p:sp>
            <p:nvSpPr>
              <p:cNvPr id="103726" name="Line 1152"/>
              <p:cNvSpPr>
                <a:spLocks noChangeShapeType="1"/>
              </p:cNvSpPr>
              <p:nvPr/>
            </p:nvSpPr>
            <p:spPr bwMode="auto">
              <a:xfrm>
                <a:off x="3612" y="2251"/>
                <a:ext cx="56" cy="40"/>
              </a:xfrm>
              <a:prstGeom prst="line">
                <a:avLst/>
              </a:prstGeom>
              <a:grpFill/>
              <a:ln w="12700">
                <a:solidFill>
                  <a:schemeClr val="bg1">
                    <a:lumMod val="65000"/>
                  </a:schemeClr>
                </a:solidFill>
                <a:round/>
                <a:headEnd/>
                <a:tailEnd/>
              </a:ln>
            </p:spPr>
            <p:txBody>
              <a:bodyPr/>
              <a:lstStyle/>
              <a:p>
                <a:endParaRPr lang="en-US"/>
              </a:p>
            </p:txBody>
          </p:sp>
        </p:grpSp>
        <p:grpSp>
          <p:nvGrpSpPr>
            <p:cNvPr id="103650" name="Group 1153"/>
            <p:cNvGrpSpPr>
              <a:grpSpLocks/>
            </p:cNvGrpSpPr>
            <p:nvPr/>
          </p:nvGrpSpPr>
          <p:grpSpPr bwMode="auto">
            <a:xfrm>
              <a:off x="3788" y="2068"/>
              <a:ext cx="431" cy="287"/>
              <a:chOff x="3788" y="2068"/>
              <a:chExt cx="431" cy="287"/>
            </a:xfrm>
            <a:grpFill/>
          </p:grpSpPr>
          <p:sp>
            <p:nvSpPr>
              <p:cNvPr id="103717" name="Freeform 1154"/>
              <p:cNvSpPr>
                <a:spLocks/>
              </p:cNvSpPr>
              <p:nvPr/>
            </p:nvSpPr>
            <p:spPr bwMode="auto">
              <a:xfrm>
                <a:off x="4107" y="2267"/>
                <a:ext cx="112" cy="88"/>
              </a:xfrm>
              <a:custGeom>
                <a:avLst/>
                <a:gdLst>
                  <a:gd name="T0" fmla="*/ 112 w 112"/>
                  <a:gd name="T1" fmla="*/ 88 h 88"/>
                  <a:gd name="T2" fmla="*/ 0 w 112"/>
                  <a:gd name="T3" fmla="*/ 48 h 88"/>
                  <a:gd name="T4" fmla="*/ 16 w 112"/>
                  <a:gd name="T5" fmla="*/ 24 h 88"/>
                  <a:gd name="T6" fmla="*/ 32 w 112"/>
                  <a:gd name="T7" fmla="*/ 0 h 88"/>
                  <a:gd name="T8" fmla="*/ 112 w 112"/>
                  <a:gd name="T9" fmla="*/ 88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88"/>
                    </a:moveTo>
                    <a:lnTo>
                      <a:pt x="0" y="48"/>
                    </a:lnTo>
                    <a:lnTo>
                      <a:pt x="16" y="24"/>
                    </a:lnTo>
                    <a:lnTo>
                      <a:pt x="32" y="0"/>
                    </a:lnTo>
                    <a:lnTo>
                      <a:pt x="112" y="88"/>
                    </a:lnTo>
                    <a:close/>
                  </a:path>
                </a:pathLst>
              </a:custGeom>
              <a:grpFill/>
              <a:ln w="9525">
                <a:solidFill>
                  <a:schemeClr val="bg1">
                    <a:lumMod val="65000"/>
                  </a:schemeClr>
                </a:solidFill>
                <a:round/>
                <a:headEnd/>
                <a:tailEnd/>
              </a:ln>
            </p:spPr>
            <p:txBody>
              <a:bodyPr/>
              <a:lstStyle/>
              <a:p>
                <a:endParaRPr lang="en-US"/>
              </a:p>
            </p:txBody>
          </p:sp>
          <p:sp>
            <p:nvSpPr>
              <p:cNvPr id="103718" name="Line 1155"/>
              <p:cNvSpPr>
                <a:spLocks noChangeShapeType="1"/>
              </p:cNvSpPr>
              <p:nvPr/>
            </p:nvSpPr>
            <p:spPr bwMode="auto">
              <a:xfrm>
                <a:off x="3788" y="2068"/>
                <a:ext cx="72" cy="48"/>
              </a:xfrm>
              <a:prstGeom prst="line">
                <a:avLst/>
              </a:prstGeom>
              <a:grpFill/>
              <a:ln w="12700">
                <a:solidFill>
                  <a:schemeClr val="bg1">
                    <a:lumMod val="65000"/>
                  </a:schemeClr>
                </a:solidFill>
                <a:round/>
                <a:headEnd/>
                <a:tailEnd/>
              </a:ln>
            </p:spPr>
            <p:txBody>
              <a:bodyPr/>
              <a:lstStyle/>
              <a:p>
                <a:endParaRPr lang="en-US"/>
              </a:p>
            </p:txBody>
          </p:sp>
          <p:sp>
            <p:nvSpPr>
              <p:cNvPr id="103719" name="Line 1156"/>
              <p:cNvSpPr>
                <a:spLocks noChangeShapeType="1"/>
              </p:cNvSpPr>
              <p:nvPr/>
            </p:nvSpPr>
            <p:spPr bwMode="auto">
              <a:xfrm>
                <a:off x="3885" y="2132"/>
                <a:ext cx="71" cy="47"/>
              </a:xfrm>
              <a:prstGeom prst="line">
                <a:avLst/>
              </a:prstGeom>
              <a:grpFill/>
              <a:ln w="12700">
                <a:solidFill>
                  <a:schemeClr val="bg1">
                    <a:lumMod val="65000"/>
                  </a:schemeClr>
                </a:solidFill>
                <a:round/>
                <a:headEnd/>
                <a:tailEnd/>
              </a:ln>
            </p:spPr>
            <p:txBody>
              <a:bodyPr/>
              <a:lstStyle/>
              <a:p>
                <a:endParaRPr lang="en-US"/>
              </a:p>
            </p:txBody>
          </p:sp>
          <p:sp>
            <p:nvSpPr>
              <p:cNvPr id="103720" name="Line 1157"/>
              <p:cNvSpPr>
                <a:spLocks noChangeShapeType="1"/>
              </p:cNvSpPr>
              <p:nvPr/>
            </p:nvSpPr>
            <p:spPr bwMode="auto">
              <a:xfrm>
                <a:off x="3973" y="2196"/>
                <a:ext cx="70" cy="46"/>
              </a:xfrm>
              <a:prstGeom prst="line">
                <a:avLst/>
              </a:prstGeom>
              <a:grpFill/>
              <a:ln w="12700">
                <a:solidFill>
                  <a:schemeClr val="bg1">
                    <a:lumMod val="65000"/>
                  </a:schemeClr>
                </a:solidFill>
                <a:round/>
                <a:headEnd/>
                <a:tailEnd/>
              </a:ln>
            </p:spPr>
            <p:txBody>
              <a:bodyPr/>
              <a:lstStyle/>
              <a:p>
                <a:endParaRPr lang="en-US"/>
              </a:p>
            </p:txBody>
          </p:sp>
          <p:sp>
            <p:nvSpPr>
              <p:cNvPr id="103721" name="Line 1158"/>
              <p:cNvSpPr>
                <a:spLocks noChangeShapeType="1"/>
              </p:cNvSpPr>
              <p:nvPr/>
            </p:nvSpPr>
            <p:spPr bwMode="auto">
              <a:xfrm>
                <a:off x="4067" y="2251"/>
                <a:ext cx="56" cy="40"/>
              </a:xfrm>
              <a:prstGeom prst="line">
                <a:avLst/>
              </a:prstGeom>
              <a:grpFill/>
              <a:ln w="12700">
                <a:solidFill>
                  <a:schemeClr val="bg1">
                    <a:lumMod val="65000"/>
                  </a:schemeClr>
                </a:solidFill>
                <a:round/>
                <a:headEnd/>
                <a:tailEnd/>
              </a:ln>
            </p:spPr>
            <p:txBody>
              <a:bodyPr/>
              <a:lstStyle/>
              <a:p>
                <a:endParaRPr lang="en-US"/>
              </a:p>
            </p:txBody>
          </p:sp>
        </p:grpSp>
        <p:grpSp>
          <p:nvGrpSpPr>
            <p:cNvPr id="103651" name="Group 1159"/>
            <p:cNvGrpSpPr>
              <a:grpSpLocks/>
            </p:cNvGrpSpPr>
            <p:nvPr/>
          </p:nvGrpSpPr>
          <p:grpSpPr bwMode="auto">
            <a:xfrm>
              <a:off x="4251" y="2084"/>
              <a:ext cx="431" cy="263"/>
              <a:chOff x="4251" y="2084"/>
              <a:chExt cx="431" cy="263"/>
            </a:xfrm>
            <a:grpFill/>
          </p:grpSpPr>
          <p:sp>
            <p:nvSpPr>
              <p:cNvPr id="103712" name="Freeform 1160"/>
              <p:cNvSpPr>
                <a:spLocks/>
              </p:cNvSpPr>
              <p:nvPr/>
            </p:nvSpPr>
            <p:spPr bwMode="auto">
              <a:xfrm>
                <a:off x="4570" y="2267"/>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 name="T15" fmla="*/ 0 w 112"/>
                  <a:gd name="T16" fmla="*/ 0 h 80"/>
                  <a:gd name="T17" fmla="*/ 112 w 112"/>
                  <a:gd name="T18" fmla="*/ 80 h 80"/>
                </a:gdLst>
                <a:ahLst/>
                <a:cxnLst>
                  <a:cxn ang="T10">
                    <a:pos x="T0" y="T1"/>
                  </a:cxn>
                  <a:cxn ang="T11">
                    <a:pos x="T2" y="T3"/>
                  </a:cxn>
                  <a:cxn ang="T12">
                    <a:pos x="T4" y="T5"/>
                  </a:cxn>
                  <a:cxn ang="T13">
                    <a:pos x="T6" y="T7"/>
                  </a:cxn>
                  <a:cxn ang="T14">
                    <a:pos x="T8" y="T9"/>
                  </a:cxn>
                </a:cxnLst>
                <a:rect l="T15" t="T16" r="T17" b="T18"/>
                <a:pathLst>
                  <a:path w="112" h="80">
                    <a:moveTo>
                      <a:pt x="112" y="80"/>
                    </a:moveTo>
                    <a:lnTo>
                      <a:pt x="0" y="48"/>
                    </a:lnTo>
                    <a:lnTo>
                      <a:pt x="16" y="24"/>
                    </a:lnTo>
                    <a:lnTo>
                      <a:pt x="32" y="0"/>
                    </a:lnTo>
                    <a:lnTo>
                      <a:pt x="112" y="80"/>
                    </a:lnTo>
                    <a:close/>
                  </a:path>
                </a:pathLst>
              </a:custGeom>
              <a:grpFill/>
              <a:ln w="9525">
                <a:solidFill>
                  <a:schemeClr val="bg1">
                    <a:lumMod val="65000"/>
                  </a:schemeClr>
                </a:solidFill>
                <a:round/>
                <a:headEnd/>
                <a:tailEnd/>
              </a:ln>
            </p:spPr>
            <p:txBody>
              <a:bodyPr/>
              <a:lstStyle/>
              <a:p>
                <a:endParaRPr lang="en-US"/>
              </a:p>
            </p:txBody>
          </p:sp>
          <p:sp>
            <p:nvSpPr>
              <p:cNvPr id="103713" name="Line 1161"/>
              <p:cNvSpPr>
                <a:spLocks noChangeShapeType="1"/>
              </p:cNvSpPr>
              <p:nvPr/>
            </p:nvSpPr>
            <p:spPr bwMode="auto">
              <a:xfrm>
                <a:off x="4251" y="2084"/>
                <a:ext cx="72" cy="48"/>
              </a:xfrm>
              <a:prstGeom prst="line">
                <a:avLst/>
              </a:prstGeom>
              <a:grpFill/>
              <a:ln w="12700">
                <a:solidFill>
                  <a:schemeClr val="bg1">
                    <a:lumMod val="65000"/>
                  </a:schemeClr>
                </a:solidFill>
                <a:round/>
                <a:headEnd/>
                <a:tailEnd/>
              </a:ln>
            </p:spPr>
            <p:txBody>
              <a:bodyPr/>
              <a:lstStyle/>
              <a:p>
                <a:endParaRPr lang="en-US"/>
              </a:p>
            </p:txBody>
          </p:sp>
          <p:sp>
            <p:nvSpPr>
              <p:cNvPr id="103714" name="Line 1162"/>
              <p:cNvSpPr>
                <a:spLocks noChangeShapeType="1"/>
              </p:cNvSpPr>
              <p:nvPr/>
            </p:nvSpPr>
            <p:spPr bwMode="auto">
              <a:xfrm>
                <a:off x="4348" y="2140"/>
                <a:ext cx="71" cy="47"/>
              </a:xfrm>
              <a:prstGeom prst="line">
                <a:avLst/>
              </a:prstGeom>
              <a:grpFill/>
              <a:ln w="12700">
                <a:solidFill>
                  <a:schemeClr val="bg1">
                    <a:lumMod val="65000"/>
                  </a:schemeClr>
                </a:solidFill>
                <a:round/>
                <a:headEnd/>
                <a:tailEnd/>
              </a:ln>
            </p:spPr>
            <p:txBody>
              <a:bodyPr/>
              <a:lstStyle/>
              <a:p>
                <a:endParaRPr lang="en-US"/>
              </a:p>
            </p:txBody>
          </p:sp>
          <p:sp>
            <p:nvSpPr>
              <p:cNvPr id="103715" name="Line 1163"/>
              <p:cNvSpPr>
                <a:spLocks noChangeShapeType="1"/>
              </p:cNvSpPr>
              <p:nvPr/>
            </p:nvSpPr>
            <p:spPr bwMode="auto">
              <a:xfrm>
                <a:off x="4443" y="2203"/>
                <a:ext cx="71" cy="39"/>
              </a:xfrm>
              <a:prstGeom prst="line">
                <a:avLst/>
              </a:prstGeom>
              <a:grpFill/>
              <a:ln w="12700">
                <a:solidFill>
                  <a:schemeClr val="bg1">
                    <a:lumMod val="65000"/>
                  </a:schemeClr>
                </a:solidFill>
                <a:round/>
                <a:headEnd/>
                <a:tailEnd/>
              </a:ln>
            </p:spPr>
            <p:txBody>
              <a:bodyPr/>
              <a:lstStyle/>
              <a:p>
                <a:endParaRPr lang="en-US"/>
              </a:p>
            </p:txBody>
          </p:sp>
          <p:sp>
            <p:nvSpPr>
              <p:cNvPr id="103716" name="Line 1164"/>
              <p:cNvSpPr>
                <a:spLocks noChangeShapeType="1"/>
              </p:cNvSpPr>
              <p:nvPr/>
            </p:nvSpPr>
            <p:spPr bwMode="auto">
              <a:xfrm>
                <a:off x="4539" y="2259"/>
                <a:ext cx="47" cy="31"/>
              </a:xfrm>
              <a:prstGeom prst="line">
                <a:avLst/>
              </a:prstGeom>
              <a:grpFill/>
              <a:ln w="12700">
                <a:solidFill>
                  <a:schemeClr val="bg1">
                    <a:lumMod val="65000"/>
                  </a:schemeClr>
                </a:solidFill>
                <a:round/>
                <a:headEnd/>
                <a:tailEnd/>
              </a:ln>
            </p:spPr>
            <p:txBody>
              <a:bodyPr/>
              <a:lstStyle/>
              <a:p>
                <a:endParaRPr lang="en-US"/>
              </a:p>
            </p:txBody>
          </p:sp>
        </p:grpSp>
        <p:grpSp>
          <p:nvGrpSpPr>
            <p:cNvPr id="103652" name="Group 1165"/>
            <p:cNvGrpSpPr>
              <a:grpSpLocks/>
            </p:cNvGrpSpPr>
            <p:nvPr/>
          </p:nvGrpSpPr>
          <p:grpSpPr bwMode="auto">
            <a:xfrm>
              <a:off x="4236" y="3001"/>
              <a:ext cx="430" cy="279"/>
              <a:chOff x="4236" y="3001"/>
              <a:chExt cx="430" cy="279"/>
            </a:xfrm>
            <a:grpFill/>
          </p:grpSpPr>
          <p:sp>
            <p:nvSpPr>
              <p:cNvPr id="103707" name="Freeform 1166"/>
              <p:cNvSpPr>
                <a:spLocks/>
              </p:cNvSpPr>
              <p:nvPr/>
            </p:nvSpPr>
            <p:spPr bwMode="auto">
              <a:xfrm>
                <a:off x="4554" y="3001"/>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32" y="88"/>
                    </a:lnTo>
                    <a:lnTo>
                      <a:pt x="16" y="64"/>
                    </a:lnTo>
                    <a:lnTo>
                      <a:pt x="0" y="40"/>
                    </a:lnTo>
                    <a:lnTo>
                      <a:pt x="112" y="0"/>
                    </a:lnTo>
                    <a:close/>
                  </a:path>
                </a:pathLst>
              </a:custGeom>
              <a:grpFill/>
              <a:ln w="9525">
                <a:solidFill>
                  <a:schemeClr val="bg1">
                    <a:lumMod val="65000"/>
                  </a:schemeClr>
                </a:solidFill>
                <a:round/>
                <a:headEnd/>
                <a:tailEnd/>
              </a:ln>
            </p:spPr>
            <p:txBody>
              <a:bodyPr/>
              <a:lstStyle/>
              <a:p>
                <a:endParaRPr lang="en-US"/>
              </a:p>
            </p:txBody>
          </p:sp>
          <p:sp>
            <p:nvSpPr>
              <p:cNvPr id="103708" name="Line 1167"/>
              <p:cNvSpPr>
                <a:spLocks noChangeShapeType="1"/>
              </p:cNvSpPr>
              <p:nvPr/>
            </p:nvSpPr>
            <p:spPr bwMode="auto">
              <a:xfrm flipV="1">
                <a:off x="4236" y="3233"/>
                <a:ext cx="71" cy="47"/>
              </a:xfrm>
              <a:prstGeom prst="line">
                <a:avLst/>
              </a:prstGeom>
              <a:grpFill/>
              <a:ln w="12700">
                <a:solidFill>
                  <a:schemeClr val="bg1">
                    <a:lumMod val="65000"/>
                  </a:schemeClr>
                </a:solidFill>
                <a:round/>
                <a:headEnd/>
                <a:tailEnd/>
              </a:ln>
            </p:spPr>
            <p:txBody>
              <a:bodyPr/>
              <a:lstStyle/>
              <a:p>
                <a:endParaRPr lang="en-US"/>
              </a:p>
            </p:txBody>
          </p:sp>
          <p:sp>
            <p:nvSpPr>
              <p:cNvPr id="103709" name="Line 1168"/>
              <p:cNvSpPr>
                <a:spLocks noChangeShapeType="1"/>
              </p:cNvSpPr>
              <p:nvPr/>
            </p:nvSpPr>
            <p:spPr bwMode="auto">
              <a:xfrm flipV="1">
                <a:off x="4332" y="3169"/>
                <a:ext cx="71" cy="47"/>
              </a:xfrm>
              <a:prstGeom prst="line">
                <a:avLst/>
              </a:prstGeom>
              <a:grpFill/>
              <a:ln w="12700">
                <a:solidFill>
                  <a:schemeClr val="bg1">
                    <a:lumMod val="65000"/>
                  </a:schemeClr>
                </a:solidFill>
                <a:round/>
                <a:headEnd/>
                <a:tailEnd/>
              </a:ln>
            </p:spPr>
            <p:txBody>
              <a:bodyPr/>
              <a:lstStyle/>
              <a:p>
                <a:endParaRPr lang="en-US"/>
              </a:p>
            </p:txBody>
          </p:sp>
          <p:sp>
            <p:nvSpPr>
              <p:cNvPr id="103710" name="Line 1169"/>
              <p:cNvSpPr>
                <a:spLocks noChangeShapeType="1"/>
              </p:cNvSpPr>
              <p:nvPr/>
            </p:nvSpPr>
            <p:spPr bwMode="auto">
              <a:xfrm flipV="1">
                <a:off x="4419" y="3114"/>
                <a:ext cx="80" cy="47"/>
              </a:xfrm>
              <a:prstGeom prst="line">
                <a:avLst/>
              </a:prstGeom>
              <a:grpFill/>
              <a:ln w="12700">
                <a:solidFill>
                  <a:schemeClr val="bg1">
                    <a:lumMod val="65000"/>
                  </a:schemeClr>
                </a:solidFill>
                <a:round/>
                <a:headEnd/>
                <a:tailEnd/>
              </a:ln>
            </p:spPr>
            <p:txBody>
              <a:bodyPr/>
              <a:lstStyle/>
              <a:p>
                <a:endParaRPr lang="en-US"/>
              </a:p>
            </p:txBody>
          </p:sp>
          <p:sp>
            <p:nvSpPr>
              <p:cNvPr id="103711" name="Line 1170"/>
              <p:cNvSpPr>
                <a:spLocks noChangeShapeType="1"/>
              </p:cNvSpPr>
              <p:nvPr/>
            </p:nvSpPr>
            <p:spPr bwMode="auto">
              <a:xfrm flipV="1">
                <a:off x="4515" y="3066"/>
                <a:ext cx="55" cy="31"/>
              </a:xfrm>
              <a:prstGeom prst="line">
                <a:avLst/>
              </a:prstGeom>
              <a:grpFill/>
              <a:ln w="12700">
                <a:solidFill>
                  <a:schemeClr val="bg1">
                    <a:lumMod val="65000"/>
                  </a:schemeClr>
                </a:solidFill>
                <a:round/>
                <a:headEnd/>
                <a:tailEnd/>
              </a:ln>
            </p:spPr>
            <p:txBody>
              <a:bodyPr/>
              <a:lstStyle/>
              <a:p>
                <a:endParaRPr lang="en-US"/>
              </a:p>
            </p:txBody>
          </p:sp>
        </p:grpSp>
        <p:grpSp>
          <p:nvGrpSpPr>
            <p:cNvPr id="103653" name="Group 1171"/>
            <p:cNvGrpSpPr>
              <a:grpSpLocks/>
            </p:cNvGrpSpPr>
            <p:nvPr/>
          </p:nvGrpSpPr>
          <p:grpSpPr bwMode="auto">
            <a:xfrm>
              <a:off x="3772" y="2682"/>
              <a:ext cx="423" cy="287"/>
              <a:chOff x="3772" y="2682"/>
              <a:chExt cx="423" cy="287"/>
            </a:xfrm>
            <a:grpFill/>
          </p:grpSpPr>
          <p:sp>
            <p:nvSpPr>
              <p:cNvPr id="103702" name="Freeform 1172"/>
              <p:cNvSpPr>
                <a:spLocks/>
              </p:cNvSpPr>
              <p:nvPr/>
            </p:nvSpPr>
            <p:spPr bwMode="auto">
              <a:xfrm>
                <a:off x="4083" y="2881"/>
                <a:ext cx="112" cy="88"/>
              </a:xfrm>
              <a:custGeom>
                <a:avLst/>
                <a:gdLst>
                  <a:gd name="T0" fmla="*/ 112 w 112"/>
                  <a:gd name="T1" fmla="*/ 88 h 88"/>
                  <a:gd name="T2" fmla="*/ 0 w 112"/>
                  <a:gd name="T3" fmla="*/ 48 h 88"/>
                  <a:gd name="T4" fmla="*/ 16 w 112"/>
                  <a:gd name="T5" fmla="*/ 24 h 88"/>
                  <a:gd name="T6" fmla="*/ 32 w 112"/>
                  <a:gd name="T7" fmla="*/ 0 h 88"/>
                  <a:gd name="T8" fmla="*/ 112 w 112"/>
                  <a:gd name="T9" fmla="*/ 88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88"/>
                    </a:moveTo>
                    <a:lnTo>
                      <a:pt x="0" y="48"/>
                    </a:lnTo>
                    <a:lnTo>
                      <a:pt x="16" y="24"/>
                    </a:lnTo>
                    <a:lnTo>
                      <a:pt x="32" y="0"/>
                    </a:lnTo>
                    <a:lnTo>
                      <a:pt x="112" y="88"/>
                    </a:lnTo>
                    <a:close/>
                  </a:path>
                </a:pathLst>
              </a:custGeom>
              <a:grpFill/>
              <a:ln w="9525">
                <a:solidFill>
                  <a:schemeClr val="bg1">
                    <a:lumMod val="65000"/>
                  </a:schemeClr>
                </a:solidFill>
                <a:round/>
                <a:headEnd/>
                <a:tailEnd/>
              </a:ln>
            </p:spPr>
            <p:txBody>
              <a:bodyPr/>
              <a:lstStyle/>
              <a:p>
                <a:endParaRPr lang="en-US"/>
              </a:p>
            </p:txBody>
          </p:sp>
          <p:sp>
            <p:nvSpPr>
              <p:cNvPr id="103703" name="Line 1173"/>
              <p:cNvSpPr>
                <a:spLocks noChangeShapeType="1"/>
              </p:cNvSpPr>
              <p:nvPr/>
            </p:nvSpPr>
            <p:spPr bwMode="auto">
              <a:xfrm>
                <a:off x="3772" y="2682"/>
                <a:ext cx="72" cy="48"/>
              </a:xfrm>
              <a:prstGeom prst="line">
                <a:avLst/>
              </a:prstGeom>
              <a:grpFill/>
              <a:ln w="12700">
                <a:solidFill>
                  <a:schemeClr val="bg1">
                    <a:lumMod val="65000"/>
                  </a:schemeClr>
                </a:solidFill>
                <a:round/>
                <a:headEnd/>
                <a:tailEnd/>
              </a:ln>
            </p:spPr>
            <p:txBody>
              <a:bodyPr/>
              <a:lstStyle/>
              <a:p>
                <a:endParaRPr lang="en-US"/>
              </a:p>
            </p:txBody>
          </p:sp>
          <p:sp>
            <p:nvSpPr>
              <p:cNvPr id="103704" name="Line 1174"/>
              <p:cNvSpPr>
                <a:spLocks noChangeShapeType="1"/>
              </p:cNvSpPr>
              <p:nvPr/>
            </p:nvSpPr>
            <p:spPr bwMode="auto">
              <a:xfrm>
                <a:off x="3868" y="2746"/>
                <a:ext cx="72" cy="48"/>
              </a:xfrm>
              <a:prstGeom prst="line">
                <a:avLst/>
              </a:prstGeom>
              <a:grpFill/>
              <a:ln w="12700">
                <a:solidFill>
                  <a:schemeClr val="bg1">
                    <a:lumMod val="65000"/>
                  </a:schemeClr>
                </a:solidFill>
                <a:round/>
                <a:headEnd/>
                <a:tailEnd/>
              </a:ln>
            </p:spPr>
            <p:txBody>
              <a:bodyPr/>
              <a:lstStyle/>
              <a:p>
                <a:endParaRPr lang="en-US"/>
              </a:p>
            </p:txBody>
          </p:sp>
          <p:sp>
            <p:nvSpPr>
              <p:cNvPr id="103705" name="Line 1175"/>
              <p:cNvSpPr>
                <a:spLocks noChangeShapeType="1"/>
              </p:cNvSpPr>
              <p:nvPr/>
            </p:nvSpPr>
            <p:spPr bwMode="auto">
              <a:xfrm>
                <a:off x="3957" y="2810"/>
                <a:ext cx="70" cy="46"/>
              </a:xfrm>
              <a:prstGeom prst="line">
                <a:avLst/>
              </a:prstGeom>
              <a:grpFill/>
              <a:ln w="12700">
                <a:solidFill>
                  <a:schemeClr val="bg1">
                    <a:lumMod val="65000"/>
                  </a:schemeClr>
                </a:solidFill>
                <a:round/>
                <a:headEnd/>
                <a:tailEnd/>
              </a:ln>
            </p:spPr>
            <p:txBody>
              <a:bodyPr/>
              <a:lstStyle/>
              <a:p>
                <a:endParaRPr lang="en-US"/>
              </a:p>
            </p:txBody>
          </p:sp>
          <p:sp>
            <p:nvSpPr>
              <p:cNvPr id="103706" name="Line 1176"/>
              <p:cNvSpPr>
                <a:spLocks noChangeShapeType="1"/>
              </p:cNvSpPr>
              <p:nvPr/>
            </p:nvSpPr>
            <p:spPr bwMode="auto">
              <a:xfrm>
                <a:off x="4051" y="2873"/>
                <a:ext cx="48" cy="31"/>
              </a:xfrm>
              <a:prstGeom prst="line">
                <a:avLst/>
              </a:prstGeom>
              <a:grpFill/>
              <a:ln w="12700">
                <a:solidFill>
                  <a:schemeClr val="bg1">
                    <a:lumMod val="65000"/>
                  </a:schemeClr>
                </a:solidFill>
                <a:round/>
                <a:headEnd/>
                <a:tailEnd/>
              </a:ln>
            </p:spPr>
            <p:txBody>
              <a:bodyPr/>
              <a:lstStyle/>
              <a:p>
                <a:endParaRPr lang="en-US"/>
              </a:p>
            </p:txBody>
          </p:sp>
        </p:grpSp>
        <p:grpSp>
          <p:nvGrpSpPr>
            <p:cNvPr id="103654" name="Group 1177"/>
            <p:cNvGrpSpPr>
              <a:grpSpLocks/>
            </p:cNvGrpSpPr>
            <p:nvPr/>
          </p:nvGrpSpPr>
          <p:grpSpPr bwMode="auto">
            <a:xfrm>
              <a:off x="3780" y="2387"/>
              <a:ext cx="431" cy="279"/>
              <a:chOff x="3780" y="2387"/>
              <a:chExt cx="431" cy="279"/>
            </a:xfrm>
            <a:grpFill/>
          </p:grpSpPr>
          <p:sp>
            <p:nvSpPr>
              <p:cNvPr id="103697" name="Freeform 1178"/>
              <p:cNvSpPr>
                <a:spLocks/>
              </p:cNvSpPr>
              <p:nvPr/>
            </p:nvSpPr>
            <p:spPr bwMode="auto">
              <a:xfrm>
                <a:off x="4099" y="2578"/>
                <a:ext cx="112" cy="88"/>
              </a:xfrm>
              <a:custGeom>
                <a:avLst/>
                <a:gdLst>
                  <a:gd name="T0" fmla="*/ 112 w 112"/>
                  <a:gd name="T1" fmla="*/ 88 h 88"/>
                  <a:gd name="T2" fmla="*/ 0 w 112"/>
                  <a:gd name="T3" fmla="*/ 48 h 88"/>
                  <a:gd name="T4" fmla="*/ 16 w 112"/>
                  <a:gd name="T5" fmla="*/ 24 h 88"/>
                  <a:gd name="T6" fmla="*/ 32 w 112"/>
                  <a:gd name="T7" fmla="*/ 0 h 88"/>
                  <a:gd name="T8" fmla="*/ 112 w 112"/>
                  <a:gd name="T9" fmla="*/ 88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88"/>
                    </a:moveTo>
                    <a:lnTo>
                      <a:pt x="0" y="48"/>
                    </a:lnTo>
                    <a:lnTo>
                      <a:pt x="16" y="24"/>
                    </a:lnTo>
                    <a:lnTo>
                      <a:pt x="32" y="0"/>
                    </a:lnTo>
                    <a:lnTo>
                      <a:pt x="112" y="88"/>
                    </a:lnTo>
                    <a:close/>
                  </a:path>
                </a:pathLst>
              </a:custGeom>
              <a:grpFill/>
              <a:ln w="9525">
                <a:solidFill>
                  <a:schemeClr val="bg1">
                    <a:lumMod val="65000"/>
                  </a:schemeClr>
                </a:solidFill>
                <a:round/>
                <a:headEnd/>
                <a:tailEnd/>
              </a:ln>
            </p:spPr>
            <p:txBody>
              <a:bodyPr/>
              <a:lstStyle/>
              <a:p>
                <a:endParaRPr lang="en-US"/>
              </a:p>
            </p:txBody>
          </p:sp>
          <p:sp>
            <p:nvSpPr>
              <p:cNvPr id="103698" name="Line 1179"/>
              <p:cNvSpPr>
                <a:spLocks noChangeShapeType="1"/>
              </p:cNvSpPr>
              <p:nvPr/>
            </p:nvSpPr>
            <p:spPr bwMode="auto">
              <a:xfrm>
                <a:off x="3780" y="2387"/>
                <a:ext cx="72" cy="48"/>
              </a:xfrm>
              <a:prstGeom prst="line">
                <a:avLst/>
              </a:prstGeom>
              <a:grpFill/>
              <a:ln w="12700">
                <a:solidFill>
                  <a:schemeClr val="bg1">
                    <a:lumMod val="65000"/>
                  </a:schemeClr>
                </a:solidFill>
                <a:round/>
                <a:headEnd/>
                <a:tailEnd/>
              </a:ln>
            </p:spPr>
            <p:txBody>
              <a:bodyPr/>
              <a:lstStyle/>
              <a:p>
                <a:endParaRPr lang="en-US"/>
              </a:p>
            </p:txBody>
          </p:sp>
          <p:sp>
            <p:nvSpPr>
              <p:cNvPr id="103699" name="Line 1180"/>
              <p:cNvSpPr>
                <a:spLocks noChangeShapeType="1"/>
              </p:cNvSpPr>
              <p:nvPr/>
            </p:nvSpPr>
            <p:spPr bwMode="auto">
              <a:xfrm>
                <a:off x="3877" y="2451"/>
                <a:ext cx="71" cy="47"/>
              </a:xfrm>
              <a:prstGeom prst="line">
                <a:avLst/>
              </a:prstGeom>
              <a:grpFill/>
              <a:ln w="12700">
                <a:solidFill>
                  <a:schemeClr val="bg1">
                    <a:lumMod val="65000"/>
                  </a:schemeClr>
                </a:solidFill>
                <a:round/>
                <a:headEnd/>
                <a:tailEnd/>
              </a:ln>
            </p:spPr>
            <p:txBody>
              <a:bodyPr/>
              <a:lstStyle/>
              <a:p>
                <a:endParaRPr lang="en-US"/>
              </a:p>
            </p:txBody>
          </p:sp>
          <p:sp>
            <p:nvSpPr>
              <p:cNvPr id="103700" name="Line 1181"/>
              <p:cNvSpPr>
                <a:spLocks noChangeShapeType="1"/>
              </p:cNvSpPr>
              <p:nvPr/>
            </p:nvSpPr>
            <p:spPr bwMode="auto">
              <a:xfrm>
                <a:off x="3965" y="2507"/>
                <a:ext cx="78" cy="46"/>
              </a:xfrm>
              <a:prstGeom prst="line">
                <a:avLst/>
              </a:prstGeom>
              <a:grpFill/>
              <a:ln w="12700">
                <a:solidFill>
                  <a:schemeClr val="bg1">
                    <a:lumMod val="65000"/>
                  </a:schemeClr>
                </a:solidFill>
                <a:round/>
                <a:headEnd/>
                <a:tailEnd/>
              </a:ln>
            </p:spPr>
            <p:txBody>
              <a:bodyPr/>
              <a:lstStyle/>
              <a:p>
                <a:endParaRPr lang="en-US"/>
              </a:p>
            </p:txBody>
          </p:sp>
          <p:sp>
            <p:nvSpPr>
              <p:cNvPr id="103701" name="Line 1182"/>
              <p:cNvSpPr>
                <a:spLocks noChangeShapeType="1"/>
              </p:cNvSpPr>
              <p:nvPr/>
            </p:nvSpPr>
            <p:spPr bwMode="auto">
              <a:xfrm>
                <a:off x="4060" y="2570"/>
                <a:ext cx="55" cy="31"/>
              </a:xfrm>
              <a:prstGeom prst="line">
                <a:avLst/>
              </a:prstGeom>
              <a:grpFill/>
              <a:ln w="12700">
                <a:solidFill>
                  <a:schemeClr val="bg1">
                    <a:lumMod val="65000"/>
                  </a:schemeClr>
                </a:solidFill>
                <a:round/>
                <a:headEnd/>
                <a:tailEnd/>
              </a:ln>
            </p:spPr>
            <p:txBody>
              <a:bodyPr/>
              <a:lstStyle/>
              <a:p>
                <a:endParaRPr lang="en-US"/>
              </a:p>
            </p:txBody>
          </p:sp>
        </p:grpSp>
        <p:grpSp>
          <p:nvGrpSpPr>
            <p:cNvPr id="103655" name="Group 1183"/>
            <p:cNvGrpSpPr>
              <a:grpSpLocks/>
            </p:cNvGrpSpPr>
            <p:nvPr/>
          </p:nvGrpSpPr>
          <p:grpSpPr bwMode="auto">
            <a:xfrm>
              <a:off x="3780" y="1781"/>
              <a:ext cx="415" cy="263"/>
              <a:chOff x="3780" y="1781"/>
              <a:chExt cx="415" cy="263"/>
            </a:xfrm>
            <a:grpFill/>
          </p:grpSpPr>
          <p:sp>
            <p:nvSpPr>
              <p:cNvPr id="103692" name="Freeform 1184"/>
              <p:cNvSpPr>
                <a:spLocks/>
              </p:cNvSpPr>
              <p:nvPr/>
            </p:nvSpPr>
            <p:spPr bwMode="auto">
              <a:xfrm>
                <a:off x="4083" y="1781"/>
                <a:ext cx="112" cy="87"/>
              </a:xfrm>
              <a:custGeom>
                <a:avLst/>
                <a:gdLst>
                  <a:gd name="T0" fmla="*/ 112 w 112"/>
                  <a:gd name="T1" fmla="*/ 0 h 87"/>
                  <a:gd name="T2" fmla="*/ 32 w 112"/>
                  <a:gd name="T3" fmla="*/ 87 h 87"/>
                  <a:gd name="T4" fmla="*/ 16 w 112"/>
                  <a:gd name="T5" fmla="*/ 64 h 87"/>
                  <a:gd name="T6" fmla="*/ 0 w 112"/>
                  <a:gd name="T7" fmla="*/ 40 h 87"/>
                  <a:gd name="T8" fmla="*/ 112 w 112"/>
                  <a:gd name="T9" fmla="*/ 0 h 87"/>
                  <a:gd name="T10" fmla="*/ 0 60000 65536"/>
                  <a:gd name="T11" fmla="*/ 0 60000 65536"/>
                  <a:gd name="T12" fmla="*/ 0 60000 65536"/>
                  <a:gd name="T13" fmla="*/ 0 60000 65536"/>
                  <a:gd name="T14" fmla="*/ 0 60000 65536"/>
                  <a:gd name="T15" fmla="*/ 0 w 112"/>
                  <a:gd name="T16" fmla="*/ 0 h 87"/>
                  <a:gd name="T17" fmla="*/ 112 w 112"/>
                  <a:gd name="T18" fmla="*/ 87 h 87"/>
                </a:gdLst>
                <a:ahLst/>
                <a:cxnLst>
                  <a:cxn ang="T10">
                    <a:pos x="T0" y="T1"/>
                  </a:cxn>
                  <a:cxn ang="T11">
                    <a:pos x="T2" y="T3"/>
                  </a:cxn>
                  <a:cxn ang="T12">
                    <a:pos x="T4" y="T5"/>
                  </a:cxn>
                  <a:cxn ang="T13">
                    <a:pos x="T6" y="T7"/>
                  </a:cxn>
                  <a:cxn ang="T14">
                    <a:pos x="T8" y="T9"/>
                  </a:cxn>
                </a:cxnLst>
                <a:rect l="T15" t="T16" r="T17" b="T18"/>
                <a:pathLst>
                  <a:path w="112" h="87">
                    <a:moveTo>
                      <a:pt x="112" y="0"/>
                    </a:moveTo>
                    <a:lnTo>
                      <a:pt x="32" y="87"/>
                    </a:lnTo>
                    <a:lnTo>
                      <a:pt x="16" y="64"/>
                    </a:lnTo>
                    <a:lnTo>
                      <a:pt x="0" y="40"/>
                    </a:lnTo>
                    <a:lnTo>
                      <a:pt x="112" y="0"/>
                    </a:lnTo>
                    <a:close/>
                  </a:path>
                </a:pathLst>
              </a:custGeom>
              <a:grpFill/>
              <a:ln w="9525">
                <a:solidFill>
                  <a:schemeClr val="bg1">
                    <a:lumMod val="65000"/>
                  </a:schemeClr>
                </a:solidFill>
                <a:round/>
                <a:headEnd/>
                <a:tailEnd/>
              </a:ln>
            </p:spPr>
            <p:txBody>
              <a:bodyPr/>
              <a:lstStyle/>
              <a:p>
                <a:endParaRPr lang="en-US"/>
              </a:p>
            </p:txBody>
          </p:sp>
          <p:sp>
            <p:nvSpPr>
              <p:cNvPr id="103693" name="Line 1185"/>
              <p:cNvSpPr>
                <a:spLocks noChangeShapeType="1"/>
              </p:cNvSpPr>
              <p:nvPr/>
            </p:nvSpPr>
            <p:spPr bwMode="auto">
              <a:xfrm flipV="1">
                <a:off x="3780" y="1996"/>
                <a:ext cx="72" cy="48"/>
              </a:xfrm>
              <a:prstGeom prst="line">
                <a:avLst/>
              </a:prstGeom>
              <a:grpFill/>
              <a:ln w="12700">
                <a:solidFill>
                  <a:schemeClr val="bg1">
                    <a:lumMod val="65000"/>
                  </a:schemeClr>
                </a:solidFill>
                <a:round/>
                <a:headEnd/>
                <a:tailEnd/>
              </a:ln>
            </p:spPr>
            <p:txBody>
              <a:bodyPr/>
              <a:lstStyle/>
              <a:p>
                <a:endParaRPr lang="en-US"/>
              </a:p>
            </p:txBody>
          </p:sp>
          <p:sp>
            <p:nvSpPr>
              <p:cNvPr id="103694" name="Line 1186"/>
              <p:cNvSpPr>
                <a:spLocks noChangeShapeType="1"/>
              </p:cNvSpPr>
              <p:nvPr/>
            </p:nvSpPr>
            <p:spPr bwMode="auto">
              <a:xfrm flipV="1">
                <a:off x="3876" y="1940"/>
                <a:ext cx="72" cy="40"/>
              </a:xfrm>
              <a:prstGeom prst="line">
                <a:avLst/>
              </a:prstGeom>
              <a:grpFill/>
              <a:ln w="12700">
                <a:solidFill>
                  <a:schemeClr val="bg1">
                    <a:lumMod val="65000"/>
                  </a:schemeClr>
                </a:solidFill>
                <a:round/>
                <a:headEnd/>
                <a:tailEnd/>
              </a:ln>
            </p:spPr>
            <p:txBody>
              <a:bodyPr/>
              <a:lstStyle/>
              <a:p>
                <a:endParaRPr lang="en-US"/>
              </a:p>
            </p:txBody>
          </p:sp>
          <p:sp>
            <p:nvSpPr>
              <p:cNvPr id="103695" name="Line 1187"/>
              <p:cNvSpPr>
                <a:spLocks noChangeShapeType="1"/>
              </p:cNvSpPr>
              <p:nvPr/>
            </p:nvSpPr>
            <p:spPr bwMode="auto">
              <a:xfrm flipV="1">
                <a:off x="3973" y="1878"/>
                <a:ext cx="70" cy="46"/>
              </a:xfrm>
              <a:prstGeom prst="line">
                <a:avLst/>
              </a:prstGeom>
              <a:grpFill/>
              <a:ln w="12700">
                <a:solidFill>
                  <a:schemeClr val="bg1">
                    <a:lumMod val="65000"/>
                  </a:schemeClr>
                </a:solidFill>
                <a:round/>
                <a:headEnd/>
                <a:tailEnd/>
              </a:ln>
            </p:spPr>
            <p:txBody>
              <a:bodyPr/>
              <a:lstStyle/>
              <a:p>
                <a:endParaRPr lang="en-US"/>
              </a:p>
            </p:txBody>
          </p:sp>
          <p:sp>
            <p:nvSpPr>
              <p:cNvPr id="103696" name="Line 1188"/>
              <p:cNvSpPr>
                <a:spLocks noChangeShapeType="1"/>
              </p:cNvSpPr>
              <p:nvPr/>
            </p:nvSpPr>
            <p:spPr bwMode="auto">
              <a:xfrm flipV="1">
                <a:off x="4059" y="1846"/>
                <a:ext cx="40" cy="15"/>
              </a:xfrm>
              <a:prstGeom prst="line">
                <a:avLst/>
              </a:prstGeom>
              <a:grpFill/>
              <a:ln w="12700">
                <a:solidFill>
                  <a:schemeClr val="bg1">
                    <a:lumMod val="65000"/>
                  </a:schemeClr>
                </a:solidFill>
                <a:round/>
                <a:headEnd/>
                <a:tailEnd/>
              </a:ln>
            </p:spPr>
            <p:txBody>
              <a:bodyPr/>
              <a:lstStyle/>
              <a:p>
                <a:endParaRPr lang="en-US"/>
              </a:p>
            </p:txBody>
          </p:sp>
        </p:grpSp>
        <p:grpSp>
          <p:nvGrpSpPr>
            <p:cNvPr id="103656" name="Group 1189"/>
            <p:cNvGrpSpPr>
              <a:grpSpLocks/>
            </p:cNvGrpSpPr>
            <p:nvPr/>
          </p:nvGrpSpPr>
          <p:grpSpPr bwMode="auto">
            <a:xfrm>
              <a:off x="3780" y="1765"/>
              <a:ext cx="447" cy="279"/>
              <a:chOff x="3780" y="1765"/>
              <a:chExt cx="447" cy="279"/>
            </a:xfrm>
            <a:grpFill/>
          </p:grpSpPr>
          <p:sp>
            <p:nvSpPr>
              <p:cNvPr id="103687" name="Freeform 1190"/>
              <p:cNvSpPr>
                <a:spLocks/>
              </p:cNvSpPr>
              <p:nvPr/>
            </p:nvSpPr>
            <p:spPr bwMode="auto">
              <a:xfrm>
                <a:off x="4115" y="1964"/>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 name="T15" fmla="*/ 0 w 112"/>
                  <a:gd name="T16" fmla="*/ 0 h 80"/>
                  <a:gd name="T17" fmla="*/ 112 w 112"/>
                  <a:gd name="T18" fmla="*/ 80 h 80"/>
                </a:gdLst>
                <a:ahLst/>
                <a:cxnLst>
                  <a:cxn ang="T10">
                    <a:pos x="T0" y="T1"/>
                  </a:cxn>
                  <a:cxn ang="T11">
                    <a:pos x="T2" y="T3"/>
                  </a:cxn>
                  <a:cxn ang="T12">
                    <a:pos x="T4" y="T5"/>
                  </a:cxn>
                  <a:cxn ang="T13">
                    <a:pos x="T6" y="T7"/>
                  </a:cxn>
                  <a:cxn ang="T14">
                    <a:pos x="T8" y="T9"/>
                  </a:cxn>
                </a:cxnLst>
                <a:rect l="T15" t="T16" r="T17" b="T18"/>
                <a:pathLst>
                  <a:path w="112" h="80">
                    <a:moveTo>
                      <a:pt x="112" y="80"/>
                    </a:moveTo>
                    <a:lnTo>
                      <a:pt x="0" y="48"/>
                    </a:lnTo>
                    <a:lnTo>
                      <a:pt x="16" y="24"/>
                    </a:lnTo>
                    <a:lnTo>
                      <a:pt x="32" y="0"/>
                    </a:lnTo>
                    <a:lnTo>
                      <a:pt x="112" y="80"/>
                    </a:lnTo>
                    <a:close/>
                  </a:path>
                </a:pathLst>
              </a:custGeom>
              <a:grpFill/>
              <a:ln w="9525">
                <a:solidFill>
                  <a:schemeClr val="bg1">
                    <a:lumMod val="65000"/>
                  </a:schemeClr>
                </a:solidFill>
                <a:round/>
                <a:headEnd/>
                <a:tailEnd/>
              </a:ln>
            </p:spPr>
            <p:txBody>
              <a:bodyPr/>
              <a:lstStyle/>
              <a:p>
                <a:endParaRPr lang="en-US"/>
              </a:p>
            </p:txBody>
          </p:sp>
          <p:sp>
            <p:nvSpPr>
              <p:cNvPr id="103688" name="Line 1191"/>
              <p:cNvSpPr>
                <a:spLocks noChangeShapeType="1"/>
              </p:cNvSpPr>
              <p:nvPr/>
            </p:nvSpPr>
            <p:spPr bwMode="auto">
              <a:xfrm>
                <a:off x="3780" y="1765"/>
                <a:ext cx="72" cy="48"/>
              </a:xfrm>
              <a:prstGeom prst="line">
                <a:avLst/>
              </a:prstGeom>
              <a:grpFill/>
              <a:ln w="12700">
                <a:solidFill>
                  <a:schemeClr val="bg1">
                    <a:lumMod val="65000"/>
                  </a:schemeClr>
                </a:solidFill>
                <a:round/>
                <a:headEnd/>
                <a:tailEnd/>
              </a:ln>
            </p:spPr>
            <p:txBody>
              <a:bodyPr/>
              <a:lstStyle/>
              <a:p>
                <a:endParaRPr lang="en-US"/>
              </a:p>
            </p:txBody>
          </p:sp>
          <p:sp>
            <p:nvSpPr>
              <p:cNvPr id="103689" name="Line 1192"/>
              <p:cNvSpPr>
                <a:spLocks noChangeShapeType="1"/>
              </p:cNvSpPr>
              <p:nvPr/>
            </p:nvSpPr>
            <p:spPr bwMode="auto">
              <a:xfrm>
                <a:off x="3877" y="1821"/>
                <a:ext cx="71" cy="47"/>
              </a:xfrm>
              <a:prstGeom prst="line">
                <a:avLst/>
              </a:prstGeom>
              <a:grpFill/>
              <a:ln w="12700">
                <a:solidFill>
                  <a:schemeClr val="bg1">
                    <a:lumMod val="65000"/>
                  </a:schemeClr>
                </a:solidFill>
                <a:round/>
                <a:headEnd/>
                <a:tailEnd/>
              </a:ln>
            </p:spPr>
            <p:txBody>
              <a:bodyPr/>
              <a:lstStyle/>
              <a:p>
                <a:endParaRPr lang="en-US"/>
              </a:p>
            </p:txBody>
          </p:sp>
          <p:sp>
            <p:nvSpPr>
              <p:cNvPr id="103690" name="Line 1193"/>
              <p:cNvSpPr>
                <a:spLocks noChangeShapeType="1"/>
              </p:cNvSpPr>
              <p:nvPr/>
            </p:nvSpPr>
            <p:spPr bwMode="auto">
              <a:xfrm>
                <a:off x="3972" y="1884"/>
                <a:ext cx="71" cy="47"/>
              </a:xfrm>
              <a:prstGeom prst="line">
                <a:avLst/>
              </a:prstGeom>
              <a:grpFill/>
              <a:ln w="12700">
                <a:solidFill>
                  <a:schemeClr val="bg1">
                    <a:lumMod val="65000"/>
                  </a:schemeClr>
                </a:solidFill>
                <a:round/>
                <a:headEnd/>
                <a:tailEnd/>
              </a:ln>
            </p:spPr>
            <p:txBody>
              <a:bodyPr/>
              <a:lstStyle/>
              <a:p>
                <a:endParaRPr lang="en-US"/>
              </a:p>
            </p:txBody>
          </p:sp>
          <p:sp>
            <p:nvSpPr>
              <p:cNvPr id="103691" name="Line 1194"/>
              <p:cNvSpPr>
                <a:spLocks noChangeShapeType="1"/>
              </p:cNvSpPr>
              <p:nvPr/>
            </p:nvSpPr>
            <p:spPr bwMode="auto">
              <a:xfrm>
                <a:off x="4068" y="1940"/>
                <a:ext cx="63" cy="47"/>
              </a:xfrm>
              <a:prstGeom prst="line">
                <a:avLst/>
              </a:prstGeom>
              <a:grpFill/>
              <a:ln w="12700">
                <a:solidFill>
                  <a:schemeClr val="bg1">
                    <a:lumMod val="65000"/>
                  </a:schemeClr>
                </a:solidFill>
                <a:round/>
                <a:headEnd/>
                <a:tailEnd/>
              </a:ln>
            </p:spPr>
            <p:txBody>
              <a:bodyPr/>
              <a:lstStyle/>
              <a:p>
                <a:endParaRPr lang="en-US"/>
              </a:p>
            </p:txBody>
          </p:sp>
        </p:grpSp>
        <p:grpSp>
          <p:nvGrpSpPr>
            <p:cNvPr id="103657" name="Group 1195"/>
            <p:cNvGrpSpPr>
              <a:grpSpLocks/>
            </p:cNvGrpSpPr>
            <p:nvPr/>
          </p:nvGrpSpPr>
          <p:grpSpPr bwMode="auto">
            <a:xfrm>
              <a:off x="3326" y="1781"/>
              <a:ext cx="430" cy="255"/>
              <a:chOff x="3326" y="1781"/>
              <a:chExt cx="430" cy="255"/>
            </a:xfrm>
            <a:grpFill/>
          </p:grpSpPr>
          <p:sp>
            <p:nvSpPr>
              <p:cNvPr id="103682" name="Freeform 1196"/>
              <p:cNvSpPr>
                <a:spLocks/>
              </p:cNvSpPr>
              <p:nvPr/>
            </p:nvSpPr>
            <p:spPr bwMode="auto">
              <a:xfrm>
                <a:off x="3644" y="1956"/>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 name="T15" fmla="*/ 0 w 112"/>
                  <a:gd name="T16" fmla="*/ 0 h 80"/>
                  <a:gd name="T17" fmla="*/ 112 w 112"/>
                  <a:gd name="T18" fmla="*/ 80 h 80"/>
                </a:gdLst>
                <a:ahLst/>
                <a:cxnLst>
                  <a:cxn ang="T10">
                    <a:pos x="T0" y="T1"/>
                  </a:cxn>
                  <a:cxn ang="T11">
                    <a:pos x="T2" y="T3"/>
                  </a:cxn>
                  <a:cxn ang="T12">
                    <a:pos x="T4" y="T5"/>
                  </a:cxn>
                  <a:cxn ang="T13">
                    <a:pos x="T6" y="T7"/>
                  </a:cxn>
                  <a:cxn ang="T14">
                    <a:pos x="T8" y="T9"/>
                  </a:cxn>
                </a:cxnLst>
                <a:rect l="T15" t="T16" r="T17" b="T18"/>
                <a:pathLst>
                  <a:path w="112" h="80">
                    <a:moveTo>
                      <a:pt x="112" y="80"/>
                    </a:moveTo>
                    <a:lnTo>
                      <a:pt x="0" y="48"/>
                    </a:lnTo>
                    <a:lnTo>
                      <a:pt x="16" y="24"/>
                    </a:lnTo>
                    <a:lnTo>
                      <a:pt x="32" y="0"/>
                    </a:lnTo>
                    <a:lnTo>
                      <a:pt x="112" y="80"/>
                    </a:lnTo>
                    <a:close/>
                  </a:path>
                </a:pathLst>
              </a:custGeom>
              <a:grpFill/>
              <a:ln w="9525">
                <a:solidFill>
                  <a:schemeClr val="bg1">
                    <a:lumMod val="65000"/>
                  </a:schemeClr>
                </a:solidFill>
                <a:round/>
                <a:headEnd/>
                <a:tailEnd/>
              </a:ln>
            </p:spPr>
            <p:txBody>
              <a:bodyPr/>
              <a:lstStyle/>
              <a:p>
                <a:endParaRPr lang="en-US"/>
              </a:p>
            </p:txBody>
          </p:sp>
          <p:sp>
            <p:nvSpPr>
              <p:cNvPr id="103683" name="Line 1197"/>
              <p:cNvSpPr>
                <a:spLocks noChangeShapeType="1"/>
              </p:cNvSpPr>
              <p:nvPr/>
            </p:nvSpPr>
            <p:spPr bwMode="auto">
              <a:xfrm>
                <a:off x="3326" y="1781"/>
                <a:ext cx="71" cy="47"/>
              </a:xfrm>
              <a:prstGeom prst="line">
                <a:avLst/>
              </a:prstGeom>
              <a:grpFill/>
              <a:ln w="12700">
                <a:solidFill>
                  <a:schemeClr val="bg1">
                    <a:lumMod val="65000"/>
                  </a:schemeClr>
                </a:solidFill>
                <a:round/>
                <a:headEnd/>
                <a:tailEnd/>
              </a:ln>
            </p:spPr>
            <p:txBody>
              <a:bodyPr/>
              <a:lstStyle/>
              <a:p>
                <a:endParaRPr lang="en-US"/>
              </a:p>
            </p:txBody>
          </p:sp>
          <p:sp>
            <p:nvSpPr>
              <p:cNvPr id="103684" name="Line 1198"/>
              <p:cNvSpPr>
                <a:spLocks noChangeShapeType="1"/>
              </p:cNvSpPr>
              <p:nvPr/>
            </p:nvSpPr>
            <p:spPr bwMode="auto">
              <a:xfrm>
                <a:off x="3422" y="1837"/>
                <a:ext cx="79" cy="47"/>
              </a:xfrm>
              <a:prstGeom prst="line">
                <a:avLst/>
              </a:prstGeom>
              <a:grpFill/>
              <a:ln w="12700">
                <a:solidFill>
                  <a:schemeClr val="bg1">
                    <a:lumMod val="65000"/>
                  </a:schemeClr>
                </a:solidFill>
                <a:round/>
                <a:headEnd/>
                <a:tailEnd/>
              </a:ln>
            </p:spPr>
            <p:txBody>
              <a:bodyPr/>
              <a:lstStyle/>
              <a:p>
                <a:endParaRPr lang="en-US"/>
              </a:p>
            </p:txBody>
          </p:sp>
          <p:sp>
            <p:nvSpPr>
              <p:cNvPr id="103685" name="Line 1199"/>
              <p:cNvSpPr>
                <a:spLocks noChangeShapeType="1"/>
              </p:cNvSpPr>
              <p:nvPr/>
            </p:nvSpPr>
            <p:spPr bwMode="auto">
              <a:xfrm>
                <a:off x="3516" y="1892"/>
                <a:ext cx="80" cy="47"/>
              </a:xfrm>
              <a:prstGeom prst="line">
                <a:avLst/>
              </a:prstGeom>
              <a:grpFill/>
              <a:ln w="12700">
                <a:solidFill>
                  <a:schemeClr val="bg1">
                    <a:lumMod val="65000"/>
                  </a:schemeClr>
                </a:solidFill>
                <a:round/>
                <a:headEnd/>
                <a:tailEnd/>
              </a:ln>
            </p:spPr>
            <p:txBody>
              <a:bodyPr/>
              <a:lstStyle/>
              <a:p>
                <a:endParaRPr lang="en-US"/>
              </a:p>
            </p:txBody>
          </p:sp>
          <p:sp>
            <p:nvSpPr>
              <p:cNvPr id="103686" name="Line 1200"/>
              <p:cNvSpPr>
                <a:spLocks noChangeShapeType="1"/>
              </p:cNvSpPr>
              <p:nvPr/>
            </p:nvSpPr>
            <p:spPr bwMode="auto">
              <a:xfrm>
                <a:off x="3612" y="1948"/>
                <a:ext cx="48" cy="32"/>
              </a:xfrm>
              <a:prstGeom prst="line">
                <a:avLst/>
              </a:prstGeom>
              <a:grpFill/>
              <a:ln w="12700">
                <a:solidFill>
                  <a:schemeClr val="bg1">
                    <a:lumMod val="65000"/>
                  </a:schemeClr>
                </a:solidFill>
                <a:round/>
                <a:headEnd/>
                <a:tailEnd/>
              </a:ln>
            </p:spPr>
            <p:txBody>
              <a:bodyPr/>
              <a:lstStyle/>
              <a:p>
                <a:endParaRPr lang="en-US"/>
              </a:p>
            </p:txBody>
          </p:sp>
        </p:grpSp>
        <p:grpSp>
          <p:nvGrpSpPr>
            <p:cNvPr id="103658" name="Group 1201"/>
            <p:cNvGrpSpPr>
              <a:grpSpLocks/>
            </p:cNvGrpSpPr>
            <p:nvPr/>
          </p:nvGrpSpPr>
          <p:grpSpPr bwMode="auto">
            <a:xfrm>
              <a:off x="3325" y="2698"/>
              <a:ext cx="415" cy="279"/>
              <a:chOff x="3325" y="2698"/>
              <a:chExt cx="415" cy="279"/>
            </a:xfrm>
            <a:grpFill/>
          </p:grpSpPr>
          <p:sp>
            <p:nvSpPr>
              <p:cNvPr id="103677" name="Freeform 1202"/>
              <p:cNvSpPr>
                <a:spLocks/>
              </p:cNvSpPr>
              <p:nvPr/>
            </p:nvSpPr>
            <p:spPr bwMode="auto">
              <a:xfrm>
                <a:off x="3628" y="2889"/>
                <a:ext cx="112" cy="88"/>
              </a:xfrm>
              <a:custGeom>
                <a:avLst/>
                <a:gdLst>
                  <a:gd name="T0" fmla="*/ 112 w 112"/>
                  <a:gd name="T1" fmla="*/ 88 h 88"/>
                  <a:gd name="T2" fmla="*/ 0 w 112"/>
                  <a:gd name="T3" fmla="*/ 48 h 88"/>
                  <a:gd name="T4" fmla="*/ 16 w 112"/>
                  <a:gd name="T5" fmla="*/ 24 h 88"/>
                  <a:gd name="T6" fmla="*/ 32 w 112"/>
                  <a:gd name="T7" fmla="*/ 0 h 88"/>
                  <a:gd name="T8" fmla="*/ 112 w 112"/>
                  <a:gd name="T9" fmla="*/ 88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88"/>
                    </a:moveTo>
                    <a:lnTo>
                      <a:pt x="0" y="48"/>
                    </a:lnTo>
                    <a:lnTo>
                      <a:pt x="16" y="24"/>
                    </a:lnTo>
                    <a:lnTo>
                      <a:pt x="32" y="0"/>
                    </a:lnTo>
                    <a:lnTo>
                      <a:pt x="112" y="88"/>
                    </a:lnTo>
                    <a:close/>
                  </a:path>
                </a:pathLst>
              </a:custGeom>
              <a:grpFill/>
              <a:ln w="9525">
                <a:solidFill>
                  <a:schemeClr val="bg1">
                    <a:lumMod val="65000"/>
                  </a:schemeClr>
                </a:solidFill>
                <a:round/>
                <a:headEnd/>
                <a:tailEnd/>
              </a:ln>
            </p:spPr>
            <p:txBody>
              <a:bodyPr/>
              <a:lstStyle/>
              <a:p>
                <a:endParaRPr lang="en-US"/>
              </a:p>
            </p:txBody>
          </p:sp>
          <p:sp>
            <p:nvSpPr>
              <p:cNvPr id="103678" name="Line 1203"/>
              <p:cNvSpPr>
                <a:spLocks noChangeShapeType="1"/>
              </p:cNvSpPr>
              <p:nvPr/>
            </p:nvSpPr>
            <p:spPr bwMode="auto">
              <a:xfrm>
                <a:off x="3325" y="2698"/>
                <a:ext cx="72" cy="48"/>
              </a:xfrm>
              <a:prstGeom prst="line">
                <a:avLst/>
              </a:prstGeom>
              <a:grpFill/>
              <a:ln w="12700">
                <a:solidFill>
                  <a:schemeClr val="bg1">
                    <a:lumMod val="65000"/>
                  </a:schemeClr>
                </a:solidFill>
                <a:round/>
                <a:headEnd/>
                <a:tailEnd/>
              </a:ln>
            </p:spPr>
            <p:txBody>
              <a:bodyPr/>
              <a:lstStyle/>
              <a:p>
                <a:endParaRPr lang="en-US"/>
              </a:p>
            </p:txBody>
          </p:sp>
          <p:sp>
            <p:nvSpPr>
              <p:cNvPr id="103679" name="Line 1204"/>
              <p:cNvSpPr>
                <a:spLocks noChangeShapeType="1"/>
              </p:cNvSpPr>
              <p:nvPr/>
            </p:nvSpPr>
            <p:spPr bwMode="auto">
              <a:xfrm>
                <a:off x="3421" y="2762"/>
                <a:ext cx="72" cy="48"/>
              </a:xfrm>
              <a:prstGeom prst="line">
                <a:avLst/>
              </a:prstGeom>
              <a:grpFill/>
              <a:ln w="12700">
                <a:solidFill>
                  <a:schemeClr val="bg1">
                    <a:lumMod val="65000"/>
                  </a:schemeClr>
                </a:solidFill>
                <a:round/>
                <a:headEnd/>
                <a:tailEnd/>
              </a:ln>
            </p:spPr>
            <p:txBody>
              <a:bodyPr/>
              <a:lstStyle/>
              <a:p>
                <a:endParaRPr lang="en-US"/>
              </a:p>
            </p:txBody>
          </p:sp>
          <p:sp>
            <p:nvSpPr>
              <p:cNvPr id="103680" name="Line 1205"/>
              <p:cNvSpPr>
                <a:spLocks noChangeShapeType="1"/>
              </p:cNvSpPr>
              <p:nvPr/>
            </p:nvSpPr>
            <p:spPr bwMode="auto">
              <a:xfrm>
                <a:off x="3510" y="2826"/>
                <a:ext cx="70" cy="46"/>
              </a:xfrm>
              <a:prstGeom prst="line">
                <a:avLst/>
              </a:prstGeom>
              <a:grpFill/>
              <a:ln w="12700">
                <a:solidFill>
                  <a:schemeClr val="bg1">
                    <a:lumMod val="65000"/>
                  </a:schemeClr>
                </a:solidFill>
                <a:round/>
                <a:headEnd/>
                <a:tailEnd/>
              </a:ln>
            </p:spPr>
            <p:txBody>
              <a:bodyPr/>
              <a:lstStyle/>
              <a:p>
                <a:endParaRPr lang="en-US"/>
              </a:p>
            </p:txBody>
          </p:sp>
          <p:sp>
            <p:nvSpPr>
              <p:cNvPr id="103681" name="Line 1206"/>
              <p:cNvSpPr>
                <a:spLocks noChangeShapeType="1"/>
              </p:cNvSpPr>
              <p:nvPr/>
            </p:nvSpPr>
            <p:spPr bwMode="auto">
              <a:xfrm>
                <a:off x="3604" y="2881"/>
                <a:ext cx="40" cy="31"/>
              </a:xfrm>
              <a:prstGeom prst="line">
                <a:avLst/>
              </a:prstGeom>
              <a:grpFill/>
              <a:ln w="12700">
                <a:solidFill>
                  <a:schemeClr val="bg1">
                    <a:lumMod val="65000"/>
                  </a:schemeClr>
                </a:solidFill>
                <a:round/>
                <a:headEnd/>
                <a:tailEnd/>
              </a:ln>
            </p:spPr>
            <p:txBody>
              <a:bodyPr/>
              <a:lstStyle/>
              <a:p>
                <a:endParaRPr lang="en-US"/>
              </a:p>
            </p:txBody>
          </p:sp>
        </p:grpSp>
        <p:grpSp>
          <p:nvGrpSpPr>
            <p:cNvPr id="103659" name="Group 1207"/>
            <p:cNvGrpSpPr>
              <a:grpSpLocks/>
            </p:cNvGrpSpPr>
            <p:nvPr/>
          </p:nvGrpSpPr>
          <p:grpSpPr bwMode="auto">
            <a:xfrm>
              <a:off x="2878" y="2395"/>
              <a:ext cx="423" cy="271"/>
              <a:chOff x="2878" y="2395"/>
              <a:chExt cx="423" cy="271"/>
            </a:xfrm>
            <a:grpFill/>
          </p:grpSpPr>
          <p:sp>
            <p:nvSpPr>
              <p:cNvPr id="103672" name="Freeform 1208"/>
              <p:cNvSpPr>
                <a:spLocks/>
              </p:cNvSpPr>
              <p:nvPr/>
            </p:nvSpPr>
            <p:spPr bwMode="auto">
              <a:xfrm>
                <a:off x="3189" y="2578"/>
                <a:ext cx="112" cy="88"/>
              </a:xfrm>
              <a:custGeom>
                <a:avLst/>
                <a:gdLst>
                  <a:gd name="T0" fmla="*/ 112 w 112"/>
                  <a:gd name="T1" fmla="*/ 88 h 88"/>
                  <a:gd name="T2" fmla="*/ 0 w 112"/>
                  <a:gd name="T3" fmla="*/ 48 h 88"/>
                  <a:gd name="T4" fmla="*/ 16 w 112"/>
                  <a:gd name="T5" fmla="*/ 24 h 88"/>
                  <a:gd name="T6" fmla="*/ 32 w 112"/>
                  <a:gd name="T7" fmla="*/ 0 h 88"/>
                  <a:gd name="T8" fmla="*/ 112 w 112"/>
                  <a:gd name="T9" fmla="*/ 88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88"/>
                    </a:moveTo>
                    <a:lnTo>
                      <a:pt x="0" y="48"/>
                    </a:lnTo>
                    <a:lnTo>
                      <a:pt x="16" y="24"/>
                    </a:lnTo>
                    <a:lnTo>
                      <a:pt x="32" y="0"/>
                    </a:lnTo>
                    <a:lnTo>
                      <a:pt x="112" y="88"/>
                    </a:lnTo>
                    <a:close/>
                  </a:path>
                </a:pathLst>
              </a:custGeom>
              <a:grpFill/>
              <a:ln w="9525">
                <a:solidFill>
                  <a:schemeClr val="bg1">
                    <a:lumMod val="65000"/>
                  </a:schemeClr>
                </a:solidFill>
                <a:round/>
                <a:headEnd/>
                <a:tailEnd/>
              </a:ln>
            </p:spPr>
            <p:txBody>
              <a:bodyPr/>
              <a:lstStyle/>
              <a:p>
                <a:endParaRPr lang="en-US"/>
              </a:p>
            </p:txBody>
          </p:sp>
          <p:sp>
            <p:nvSpPr>
              <p:cNvPr id="103673" name="Line 1209"/>
              <p:cNvSpPr>
                <a:spLocks noChangeShapeType="1"/>
              </p:cNvSpPr>
              <p:nvPr/>
            </p:nvSpPr>
            <p:spPr bwMode="auto">
              <a:xfrm>
                <a:off x="2878" y="2395"/>
                <a:ext cx="72" cy="48"/>
              </a:xfrm>
              <a:prstGeom prst="line">
                <a:avLst/>
              </a:prstGeom>
              <a:grpFill/>
              <a:ln w="12700">
                <a:solidFill>
                  <a:schemeClr val="bg1">
                    <a:lumMod val="65000"/>
                  </a:schemeClr>
                </a:solidFill>
                <a:round/>
                <a:headEnd/>
                <a:tailEnd/>
              </a:ln>
            </p:spPr>
            <p:txBody>
              <a:bodyPr/>
              <a:lstStyle/>
              <a:p>
                <a:endParaRPr lang="en-US"/>
              </a:p>
            </p:txBody>
          </p:sp>
          <p:sp>
            <p:nvSpPr>
              <p:cNvPr id="103674" name="Line 1210"/>
              <p:cNvSpPr>
                <a:spLocks noChangeShapeType="1"/>
              </p:cNvSpPr>
              <p:nvPr/>
            </p:nvSpPr>
            <p:spPr bwMode="auto">
              <a:xfrm>
                <a:off x="2975" y="2459"/>
                <a:ext cx="70" cy="38"/>
              </a:xfrm>
              <a:prstGeom prst="line">
                <a:avLst/>
              </a:prstGeom>
              <a:grpFill/>
              <a:ln w="12700">
                <a:solidFill>
                  <a:schemeClr val="bg1">
                    <a:lumMod val="65000"/>
                  </a:schemeClr>
                </a:solidFill>
                <a:round/>
                <a:headEnd/>
                <a:tailEnd/>
              </a:ln>
            </p:spPr>
            <p:txBody>
              <a:bodyPr/>
              <a:lstStyle/>
              <a:p>
                <a:endParaRPr lang="en-US"/>
              </a:p>
            </p:txBody>
          </p:sp>
          <p:sp>
            <p:nvSpPr>
              <p:cNvPr id="103675" name="Line 1211"/>
              <p:cNvSpPr>
                <a:spLocks noChangeShapeType="1"/>
              </p:cNvSpPr>
              <p:nvPr/>
            </p:nvSpPr>
            <p:spPr bwMode="auto">
              <a:xfrm>
                <a:off x="3070" y="2515"/>
                <a:ext cx="71" cy="47"/>
              </a:xfrm>
              <a:prstGeom prst="line">
                <a:avLst/>
              </a:prstGeom>
              <a:grpFill/>
              <a:ln w="12700">
                <a:solidFill>
                  <a:schemeClr val="bg1">
                    <a:lumMod val="65000"/>
                  </a:schemeClr>
                </a:solidFill>
                <a:round/>
                <a:headEnd/>
                <a:tailEnd/>
              </a:ln>
            </p:spPr>
            <p:txBody>
              <a:bodyPr/>
              <a:lstStyle/>
              <a:p>
                <a:endParaRPr lang="en-US"/>
              </a:p>
            </p:txBody>
          </p:sp>
          <p:sp>
            <p:nvSpPr>
              <p:cNvPr id="103676" name="Line 1212"/>
              <p:cNvSpPr>
                <a:spLocks noChangeShapeType="1"/>
              </p:cNvSpPr>
              <p:nvPr/>
            </p:nvSpPr>
            <p:spPr bwMode="auto">
              <a:xfrm>
                <a:off x="3157" y="2578"/>
                <a:ext cx="48" cy="24"/>
              </a:xfrm>
              <a:prstGeom prst="line">
                <a:avLst/>
              </a:prstGeom>
              <a:grpFill/>
              <a:ln w="12700">
                <a:solidFill>
                  <a:schemeClr val="bg1">
                    <a:lumMod val="65000"/>
                  </a:schemeClr>
                </a:solidFill>
                <a:round/>
                <a:headEnd/>
                <a:tailEnd/>
              </a:ln>
            </p:spPr>
            <p:txBody>
              <a:bodyPr/>
              <a:lstStyle/>
              <a:p>
                <a:endParaRPr lang="en-US"/>
              </a:p>
            </p:txBody>
          </p:sp>
        </p:grpSp>
        <p:grpSp>
          <p:nvGrpSpPr>
            <p:cNvPr id="103660" name="Group 1213"/>
            <p:cNvGrpSpPr>
              <a:grpSpLocks/>
            </p:cNvGrpSpPr>
            <p:nvPr/>
          </p:nvGrpSpPr>
          <p:grpSpPr bwMode="auto">
            <a:xfrm>
              <a:off x="2862" y="3001"/>
              <a:ext cx="423" cy="263"/>
              <a:chOff x="2862" y="3001"/>
              <a:chExt cx="423" cy="263"/>
            </a:xfrm>
            <a:grpFill/>
          </p:grpSpPr>
          <p:sp>
            <p:nvSpPr>
              <p:cNvPr id="103667" name="Freeform 1214"/>
              <p:cNvSpPr>
                <a:spLocks/>
              </p:cNvSpPr>
              <p:nvPr/>
            </p:nvSpPr>
            <p:spPr bwMode="auto">
              <a:xfrm>
                <a:off x="3173" y="3185"/>
                <a:ext cx="112" cy="79"/>
              </a:xfrm>
              <a:custGeom>
                <a:avLst/>
                <a:gdLst>
                  <a:gd name="T0" fmla="*/ 112 w 112"/>
                  <a:gd name="T1" fmla="*/ 79 h 79"/>
                  <a:gd name="T2" fmla="*/ 0 w 112"/>
                  <a:gd name="T3" fmla="*/ 47 h 79"/>
                  <a:gd name="T4" fmla="*/ 16 w 112"/>
                  <a:gd name="T5" fmla="*/ 23 h 79"/>
                  <a:gd name="T6" fmla="*/ 32 w 112"/>
                  <a:gd name="T7" fmla="*/ 0 h 79"/>
                  <a:gd name="T8" fmla="*/ 112 w 112"/>
                  <a:gd name="T9" fmla="*/ 79 h 79"/>
                  <a:gd name="T10" fmla="*/ 0 60000 65536"/>
                  <a:gd name="T11" fmla="*/ 0 60000 65536"/>
                  <a:gd name="T12" fmla="*/ 0 60000 65536"/>
                  <a:gd name="T13" fmla="*/ 0 60000 65536"/>
                  <a:gd name="T14" fmla="*/ 0 60000 65536"/>
                  <a:gd name="T15" fmla="*/ 0 w 112"/>
                  <a:gd name="T16" fmla="*/ 0 h 79"/>
                  <a:gd name="T17" fmla="*/ 112 w 112"/>
                  <a:gd name="T18" fmla="*/ 79 h 79"/>
                </a:gdLst>
                <a:ahLst/>
                <a:cxnLst>
                  <a:cxn ang="T10">
                    <a:pos x="T0" y="T1"/>
                  </a:cxn>
                  <a:cxn ang="T11">
                    <a:pos x="T2" y="T3"/>
                  </a:cxn>
                  <a:cxn ang="T12">
                    <a:pos x="T4" y="T5"/>
                  </a:cxn>
                  <a:cxn ang="T13">
                    <a:pos x="T6" y="T7"/>
                  </a:cxn>
                  <a:cxn ang="T14">
                    <a:pos x="T8" y="T9"/>
                  </a:cxn>
                </a:cxnLst>
                <a:rect l="T15" t="T16" r="T17" b="T18"/>
                <a:pathLst>
                  <a:path w="112" h="79">
                    <a:moveTo>
                      <a:pt x="112" y="79"/>
                    </a:moveTo>
                    <a:lnTo>
                      <a:pt x="0" y="47"/>
                    </a:lnTo>
                    <a:lnTo>
                      <a:pt x="16" y="23"/>
                    </a:lnTo>
                    <a:lnTo>
                      <a:pt x="32" y="0"/>
                    </a:lnTo>
                    <a:lnTo>
                      <a:pt x="112" y="79"/>
                    </a:lnTo>
                    <a:close/>
                  </a:path>
                </a:pathLst>
              </a:custGeom>
              <a:grpFill/>
              <a:ln w="9525">
                <a:solidFill>
                  <a:schemeClr val="bg1">
                    <a:lumMod val="65000"/>
                  </a:schemeClr>
                </a:solidFill>
                <a:round/>
                <a:headEnd/>
                <a:tailEnd/>
              </a:ln>
            </p:spPr>
            <p:txBody>
              <a:bodyPr/>
              <a:lstStyle/>
              <a:p>
                <a:endParaRPr lang="en-US"/>
              </a:p>
            </p:txBody>
          </p:sp>
          <p:sp>
            <p:nvSpPr>
              <p:cNvPr id="103668" name="Line 1215"/>
              <p:cNvSpPr>
                <a:spLocks noChangeShapeType="1"/>
              </p:cNvSpPr>
              <p:nvPr/>
            </p:nvSpPr>
            <p:spPr bwMode="auto">
              <a:xfrm>
                <a:off x="2862" y="3001"/>
                <a:ext cx="72" cy="48"/>
              </a:xfrm>
              <a:prstGeom prst="line">
                <a:avLst/>
              </a:prstGeom>
              <a:grpFill/>
              <a:ln w="12700">
                <a:solidFill>
                  <a:schemeClr val="bg1">
                    <a:lumMod val="65000"/>
                  </a:schemeClr>
                </a:solidFill>
                <a:round/>
                <a:headEnd/>
                <a:tailEnd/>
              </a:ln>
            </p:spPr>
            <p:txBody>
              <a:bodyPr/>
              <a:lstStyle/>
              <a:p>
                <a:endParaRPr lang="en-US"/>
              </a:p>
            </p:txBody>
          </p:sp>
          <p:sp>
            <p:nvSpPr>
              <p:cNvPr id="103669" name="Line 1216"/>
              <p:cNvSpPr>
                <a:spLocks noChangeShapeType="1"/>
              </p:cNvSpPr>
              <p:nvPr/>
            </p:nvSpPr>
            <p:spPr bwMode="auto">
              <a:xfrm>
                <a:off x="2958" y="3057"/>
                <a:ext cx="71" cy="47"/>
              </a:xfrm>
              <a:prstGeom prst="line">
                <a:avLst/>
              </a:prstGeom>
              <a:grpFill/>
              <a:ln w="12700">
                <a:solidFill>
                  <a:schemeClr val="bg1">
                    <a:lumMod val="65000"/>
                  </a:schemeClr>
                </a:solidFill>
                <a:round/>
                <a:headEnd/>
                <a:tailEnd/>
              </a:ln>
            </p:spPr>
            <p:txBody>
              <a:bodyPr/>
              <a:lstStyle/>
              <a:p>
                <a:endParaRPr lang="en-US"/>
              </a:p>
            </p:txBody>
          </p:sp>
          <p:sp>
            <p:nvSpPr>
              <p:cNvPr id="103670" name="Line 1217"/>
              <p:cNvSpPr>
                <a:spLocks noChangeShapeType="1"/>
              </p:cNvSpPr>
              <p:nvPr/>
            </p:nvSpPr>
            <p:spPr bwMode="auto">
              <a:xfrm>
                <a:off x="3054" y="3121"/>
                <a:ext cx="71" cy="47"/>
              </a:xfrm>
              <a:prstGeom prst="line">
                <a:avLst/>
              </a:prstGeom>
              <a:grpFill/>
              <a:ln w="12700">
                <a:solidFill>
                  <a:schemeClr val="bg1">
                    <a:lumMod val="65000"/>
                  </a:schemeClr>
                </a:solidFill>
                <a:round/>
                <a:headEnd/>
                <a:tailEnd/>
              </a:ln>
            </p:spPr>
            <p:txBody>
              <a:bodyPr/>
              <a:lstStyle/>
              <a:p>
                <a:endParaRPr lang="en-US"/>
              </a:p>
            </p:txBody>
          </p:sp>
          <p:sp>
            <p:nvSpPr>
              <p:cNvPr id="103671" name="Line 1218"/>
              <p:cNvSpPr>
                <a:spLocks noChangeShapeType="1"/>
              </p:cNvSpPr>
              <p:nvPr/>
            </p:nvSpPr>
            <p:spPr bwMode="auto">
              <a:xfrm>
                <a:off x="3150" y="3177"/>
                <a:ext cx="39" cy="30"/>
              </a:xfrm>
              <a:prstGeom prst="line">
                <a:avLst/>
              </a:prstGeom>
              <a:grpFill/>
              <a:ln w="12700">
                <a:solidFill>
                  <a:schemeClr val="bg1">
                    <a:lumMod val="65000"/>
                  </a:schemeClr>
                </a:solidFill>
                <a:round/>
                <a:headEnd/>
                <a:tailEnd/>
              </a:ln>
            </p:spPr>
            <p:txBody>
              <a:bodyPr/>
              <a:lstStyle/>
              <a:p>
                <a:endParaRPr lang="en-US"/>
              </a:p>
            </p:txBody>
          </p:sp>
        </p:grpSp>
        <p:grpSp>
          <p:nvGrpSpPr>
            <p:cNvPr id="103661" name="Group 1219"/>
            <p:cNvGrpSpPr>
              <a:grpSpLocks/>
            </p:cNvGrpSpPr>
            <p:nvPr/>
          </p:nvGrpSpPr>
          <p:grpSpPr bwMode="auto">
            <a:xfrm>
              <a:off x="3318" y="3304"/>
              <a:ext cx="422" cy="287"/>
              <a:chOff x="3318" y="3304"/>
              <a:chExt cx="422" cy="287"/>
            </a:xfrm>
            <a:grpFill/>
          </p:grpSpPr>
          <p:sp>
            <p:nvSpPr>
              <p:cNvPr id="103662" name="Freeform 1220"/>
              <p:cNvSpPr>
                <a:spLocks/>
              </p:cNvSpPr>
              <p:nvPr/>
            </p:nvSpPr>
            <p:spPr bwMode="auto">
              <a:xfrm>
                <a:off x="3628" y="3304"/>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32" y="88"/>
                    </a:lnTo>
                    <a:lnTo>
                      <a:pt x="16" y="64"/>
                    </a:lnTo>
                    <a:lnTo>
                      <a:pt x="0" y="40"/>
                    </a:lnTo>
                    <a:lnTo>
                      <a:pt x="112" y="0"/>
                    </a:lnTo>
                    <a:close/>
                  </a:path>
                </a:pathLst>
              </a:custGeom>
              <a:grpFill/>
              <a:ln w="9525">
                <a:solidFill>
                  <a:schemeClr val="bg1">
                    <a:lumMod val="65000"/>
                  </a:schemeClr>
                </a:solidFill>
                <a:round/>
                <a:headEnd/>
                <a:tailEnd/>
              </a:ln>
            </p:spPr>
            <p:txBody>
              <a:bodyPr/>
              <a:lstStyle/>
              <a:p>
                <a:endParaRPr lang="en-US"/>
              </a:p>
            </p:txBody>
          </p:sp>
          <p:sp>
            <p:nvSpPr>
              <p:cNvPr id="103663" name="Line 1221"/>
              <p:cNvSpPr>
                <a:spLocks noChangeShapeType="1"/>
              </p:cNvSpPr>
              <p:nvPr/>
            </p:nvSpPr>
            <p:spPr bwMode="auto">
              <a:xfrm flipV="1">
                <a:off x="3318" y="3544"/>
                <a:ext cx="71" cy="47"/>
              </a:xfrm>
              <a:prstGeom prst="line">
                <a:avLst/>
              </a:prstGeom>
              <a:grpFill/>
              <a:ln w="12700">
                <a:solidFill>
                  <a:schemeClr val="bg1">
                    <a:lumMod val="65000"/>
                  </a:schemeClr>
                </a:solidFill>
                <a:round/>
                <a:headEnd/>
                <a:tailEnd/>
              </a:ln>
            </p:spPr>
            <p:txBody>
              <a:bodyPr/>
              <a:lstStyle/>
              <a:p>
                <a:endParaRPr lang="en-US"/>
              </a:p>
            </p:txBody>
          </p:sp>
          <p:sp>
            <p:nvSpPr>
              <p:cNvPr id="103664" name="Line 1222"/>
              <p:cNvSpPr>
                <a:spLocks noChangeShapeType="1"/>
              </p:cNvSpPr>
              <p:nvPr/>
            </p:nvSpPr>
            <p:spPr bwMode="auto">
              <a:xfrm flipV="1">
                <a:off x="3413" y="3481"/>
                <a:ext cx="72" cy="47"/>
              </a:xfrm>
              <a:prstGeom prst="line">
                <a:avLst/>
              </a:prstGeom>
              <a:grpFill/>
              <a:ln w="12700">
                <a:solidFill>
                  <a:schemeClr val="bg1">
                    <a:lumMod val="65000"/>
                  </a:schemeClr>
                </a:solidFill>
                <a:round/>
                <a:headEnd/>
                <a:tailEnd/>
              </a:ln>
            </p:spPr>
            <p:txBody>
              <a:bodyPr/>
              <a:lstStyle/>
              <a:p>
                <a:endParaRPr lang="en-US"/>
              </a:p>
            </p:txBody>
          </p:sp>
          <p:sp>
            <p:nvSpPr>
              <p:cNvPr id="103665" name="Line 1223"/>
              <p:cNvSpPr>
                <a:spLocks noChangeShapeType="1"/>
              </p:cNvSpPr>
              <p:nvPr/>
            </p:nvSpPr>
            <p:spPr bwMode="auto">
              <a:xfrm flipV="1">
                <a:off x="3501" y="3417"/>
                <a:ext cx="71" cy="47"/>
              </a:xfrm>
              <a:prstGeom prst="line">
                <a:avLst/>
              </a:prstGeom>
              <a:grpFill/>
              <a:ln w="12700">
                <a:solidFill>
                  <a:schemeClr val="bg1">
                    <a:lumMod val="65000"/>
                  </a:schemeClr>
                </a:solidFill>
                <a:round/>
                <a:headEnd/>
                <a:tailEnd/>
              </a:ln>
            </p:spPr>
            <p:txBody>
              <a:bodyPr/>
              <a:lstStyle/>
              <a:p>
                <a:endParaRPr lang="en-US"/>
              </a:p>
            </p:txBody>
          </p:sp>
          <p:sp>
            <p:nvSpPr>
              <p:cNvPr id="103666" name="Line 1224"/>
              <p:cNvSpPr>
                <a:spLocks noChangeShapeType="1"/>
              </p:cNvSpPr>
              <p:nvPr/>
            </p:nvSpPr>
            <p:spPr bwMode="auto">
              <a:xfrm flipV="1">
                <a:off x="3596" y="3368"/>
                <a:ext cx="48" cy="32"/>
              </a:xfrm>
              <a:prstGeom prst="line">
                <a:avLst/>
              </a:prstGeom>
              <a:grpFill/>
              <a:ln w="12700">
                <a:solidFill>
                  <a:schemeClr val="bg1">
                    <a:lumMod val="65000"/>
                  </a:schemeClr>
                </a:solidFill>
                <a:round/>
                <a:headEnd/>
                <a:tailEnd/>
              </a:ln>
            </p:spPr>
            <p:txBody>
              <a:bodyPr/>
              <a:lstStyle/>
              <a:p>
                <a:endParaRPr lang="en-US"/>
              </a:p>
            </p:txBody>
          </p:sp>
        </p:grpSp>
      </p:grpSp>
      <p:sp>
        <p:nvSpPr>
          <p:cNvPr id="103437" name="Text Box 1248"/>
          <p:cNvSpPr txBox="1">
            <a:spLocks noChangeArrowheads="1"/>
          </p:cNvSpPr>
          <p:nvPr/>
        </p:nvSpPr>
        <p:spPr bwMode="auto">
          <a:xfrm>
            <a:off x="3400413" y="495306"/>
            <a:ext cx="95782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type="none" w="lg" len="lg"/>
                <a:tailEnd type="none" w="med" len="lg"/>
              </a14:hiddenLine>
            </a:ext>
          </a:extLst>
        </p:spPr>
        <p:txBody>
          <a:bodyPr wrap="none">
            <a:spAutoFit/>
          </a:bodyPr>
          <a:lstStyle>
            <a:lvl1pPr>
              <a:defRPr i="1">
                <a:solidFill>
                  <a:schemeClr val="tx1"/>
                </a:solidFill>
                <a:latin typeface="Times New Roman" pitchFamily="18" charset="0"/>
              </a:defRPr>
            </a:lvl1pPr>
            <a:lvl2pPr marL="742950" indent="-285750">
              <a:defRPr i="1">
                <a:solidFill>
                  <a:schemeClr val="tx1"/>
                </a:solidFill>
                <a:latin typeface="Times New Roman" pitchFamily="18" charset="0"/>
              </a:defRPr>
            </a:lvl2pPr>
            <a:lvl3pPr marL="1143000" indent="-228600">
              <a:defRPr i="1">
                <a:solidFill>
                  <a:schemeClr val="tx1"/>
                </a:solidFill>
                <a:latin typeface="Times New Roman" pitchFamily="18" charset="0"/>
              </a:defRPr>
            </a:lvl3pPr>
            <a:lvl4pPr marL="1600200" indent="-228600">
              <a:defRPr i="1">
                <a:solidFill>
                  <a:schemeClr val="tx1"/>
                </a:solidFill>
                <a:latin typeface="Times New Roman" pitchFamily="18" charset="0"/>
              </a:defRPr>
            </a:lvl4pPr>
            <a:lvl5pPr marL="2057400" indent="-228600">
              <a:defRPr i="1">
                <a:solidFill>
                  <a:schemeClr val="tx1"/>
                </a:solidFill>
                <a:latin typeface="Times New Roman" pitchFamily="18" charset="0"/>
              </a:defRPr>
            </a:lvl5pPr>
            <a:lvl6pPr marL="2514600" indent="-228600" algn="ctr" eaLnBrk="0" fontAlgn="base" hangingPunct="0">
              <a:spcBef>
                <a:spcPct val="0"/>
              </a:spcBef>
              <a:spcAft>
                <a:spcPct val="0"/>
              </a:spcAft>
              <a:defRPr i="1">
                <a:solidFill>
                  <a:schemeClr val="tx1"/>
                </a:solidFill>
                <a:latin typeface="Times New Roman" pitchFamily="18" charset="0"/>
              </a:defRPr>
            </a:lvl6pPr>
            <a:lvl7pPr marL="2971800" indent="-228600" algn="ctr" eaLnBrk="0" fontAlgn="base" hangingPunct="0">
              <a:spcBef>
                <a:spcPct val="0"/>
              </a:spcBef>
              <a:spcAft>
                <a:spcPct val="0"/>
              </a:spcAft>
              <a:defRPr i="1">
                <a:solidFill>
                  <a:schemeClr val="tx1"/>
                </a:solidFill>
                <a:latin typeface="Times New Roman" pitchFamily="18" charset="0"/>
              </a:defRPr>
            </a:lvl7pPr>
            <a:lvl8pPr marL="3429000" indent="-228600" algn="ctr" eaLnBrk="0" fontAlgn="base" hangingPunct="0">
              <a:spcBef>
                <a:spcPct val="0"/>
              </a:spcBef>
              <a:spcAft>
                <a:spcPct val="0"/>
              </a:spcAft>
              <a:defRPr i="1">
                <a:solidFill>
                  <a:schemeClr val="tx1"/>
                </a:solidFill>
                <a:latin typeface="Times New Roman" pitchFamily="18" charset="0"/>
              </a:defRPr>
            </a:lvl8pPr>
            <a:lvl9pPr marL="3886200" indent="-228600" algn="ctr" eaLnBrk="0" fontAlgn="base" hangingPunct="0">
              <a:spcBef>
                <a:spcPct val="0"/>
              </a:spcBef>
              <a:spcAft>
                <a:spcPct val="0"/>
              </a:spcAft>
              <a:defRPr i="1">
                <a:solidFill>
                  <a:schemeClr val="tx1"/>
                </a:solidFill>
                <a:latin typeface="Times New Roman" pitchFamily="18" charset="0"/>
              </a:defRPr>
            </a:lvl9pPr>
          </a:lstStyle>
          <a:p>
            <a:pPr algn="l"/>
            <a:r>
              <a:rPr lang="en-US" i="0" dirty="0">
                <a:solidFill>
                  <a:schemeClr val="bg1"/>
                </a:solidFill>
                <a:latin typeface="+mn-lt"/>
              </a:rPr>
              <a:t>Monday</a:t>
            </a:r>
          </a:p>
        </p:txBody>
      </p:sp>
      <p:grpSp>
        <p:nvGrpSpPr>
          <p:cNvPr id="6" name="Group 5">
            <a:extLst>
              <a:ext uri="{FF2B5EF4-FFF2-40B4-BE49-F238E27FC236}">
                <a16:creationId xmlns:a16="http://schemas.microsoft.com/office/drawing/2014/main" id="{3D1F03C8-D321-A2A2-C026-212A94DA7482}"/>
              </a:ext>
            </a:extLst>
          </p:cNvPr>
          <p:cNvGrpSpPr/>
          <p:nvPr/>
        </p:nvGrpSpPr>
        <p:grpSpPr>
          <a:xfrm>
            <a:off x="4432606" y="1007264"/>
            <a:ext cx="3481388" cy="4038600"/>
            <a:chOff x="3510756" y="1004888"/>
            <a:chExt cx="3481388" cy="4038600"/>
          </a:xfrm>
        </p:grpSpPr>
        <p:sp>
          <p:nvSpPr>
            <p:cNvPr id="89201" name="Line 1226">
              <a:extLst>
                <a:ext uri="{FF2B5EF4-FFF2-40B4-BE49-F238E27FC236}">
                  <a16:creationId xmlns:a16="http://schemas.microsoft.com/office/drawing/2014/main" id="{3909BE8F-AD9A-A84E-B012-670F79DAE6B9}"/>
                </a:ext>
              </a:extLst>
            </p:cNvPr>
            <p:cNvSpPr>
              <a:spLocks noChangeShapeType="1"/>
            </p:cNvSpPr>
            <p:nvPr/>
          </p:nvSpPr>
          <p:spPr bwMode="auto">
            <a:xfrm flipV="1">
              <a:off x="3948906" y="1955306"/>
              <a:ext cx="1325893" cy="525958"/>
            </a:xfrm>
            <a:prstGeom prst="line">
              <a:avLst/>
            </a:prstGeom>
            <a:noFill/>
            <a:ln w="76200">
              <a:solidFill>
                <a:schemeClr val="bg1"/>
              </a:solidFill>
              <a:round/>
              <a:headEnd type="none" w="lg" len="lg"/>
              <a:tailEnd type="triangle" w="med" len="lg"/>
            </a:ln>
            <a:extLst>
              <a:ext uri="{909E8E84-426E-40DD-AFC4-6F175D3DCCD1}">
                <a14:hiddenFill xmlns:a14="http://schemas.microsoft.com/office/drawing/2010/main">
                  <a:noFill/>
                </a14:hiddenFill>
              </a:ext>
            </a:extLst>
          </p:spPr>
          <p:txBody>
            <a:bodyPr wrap="none" anchor="ctr"/>
            <a:lstStyle/>
            <a:p>
              <a:endParaRPr lang="en-US"/>
            </a:p>
          </p:txBody>
        </p:sp>
        <p:sp>
          <p:nvSpPr>
            <p:cNvPr id="89202" name="Line 1227">
              <a:extLst>
                <a:ext uri="{FF2B5EF4-FFF2-40B4-BE49-F238E27FC236}">
                  <a16:creationId xmlns:a16="http://schemas.microsoft.com/office/drawing/2014/main" id="{1CEF2642-EA76-8B8A-679C-BBEF1FB9530F}"/>
                </a:ext>
              </a:extLst>
            </p:cNvPr>
            <p:cNvSpPr>
              <a:spLocks noChangeShapeType="1"/>
            </p:cNvSpPr>
            <p:nvPr/>
          </p:nvSpPr>
          <p:spPr bwMode="auto">
            <a:xfrm flipV="1">
              <a:off x="3948908" y="2565347"/>
              <a:ext cx="2016248" cy="2079678"/>
            </a:xfrm>
            <a:prstGeom prst="line">
              <a:avLst/>
            </a:prstGeom>
            <a:noFill/>
            <a:ln w="76200">
              <a:solidFill>
                <a:schemeClr val="bg1"/>
              </a:solidFill>
              <a:round/>
              <a:headEnd type="none" w="lg" len="lg"/>
              <a:tailEnd type="triangle" w="med" len="lg"/>
            </a:ln>
            <a:extLst>
              <a:ext uri="{909E8E84-426E-40DD-AFC4-6F175D3DCCD1}">
                <a14:hiddenFill xmlns:a14="http://schemas.microsoft.com/office/drawing/2010/main">
                  <a:noFill/>
                </a14:hiddenFill>
              </a:ext>
            </a:extLst>
          </p:spPr>
          <p:txBody>
            <a:bodyPr wrap="none" anchor="ctr"/>
            <a:lstStyle/>
            <a:p>
              <a:endParaRPr lang="en-US"/>
            </a:p>
          </p:txBody>
        </p:sp>
        <p:sp>
          <p:nvSpPr>
            <p:cNvPr id="89204" name="Line 1228">
              <a:extLst>
                <a:ext uri="{FF2B5EF4-FFF2-40B4-BE49-F238E27FC236}">
                  <a16:creationId xmlns:a16="http://schemas.microsoft.com/office/drawing/2014/main" id="{740DB8AF-D3F0-0D04-A9A2-4F59586DB753}"/>
                </a:ext>
              </a:extLst>
            </p:cNvPr>
            <p:cNvSpPr>
              <a:spLocks noChangeShapeType="1"/>
            </p:cNvSpPr>
            <p:nvPr/>
          </p:nvSpPr>
          <p:spPr bwMode="auto">
            <a:xfrm>
              <a:off x="3948906" y="1427163"/>
              <a:ext cx="1132172" cy="2688394"/>
            </a:xfrm>
            <a:prstGeom prst="line">
              <a:avLst/>
            </a:prstGeom>
            <a:noFill/>
            <a:ln w="76200">
              <a:solidFill>
                <a:schemeClr val="bg1"/>
              </a:solidFill>
              <a:round/>
              <a:headEnd type="none" w="lg" len="lg"/>
              <a:tailEnd type="triangle" w="med" len="lg"/>
            </a:ln>
            <a:extLst>
              <a:ext uri="{909E8E84-426E-40DD-AFC4-6F175D3DCCD1}">
                <a14:hiddenFill xmlns:a14="http://schemas.microsoft.com/office/drawing/2010/main">
                  <a:noFill/>
                </a14:hiddenFill>
              </a:ext>
            </a:extLst>
          </p:spPr>
          <p:txBody>
            <a:bodyPr wrap="none" anchor="ctr"/>
            <a:lstStyle/>
            <a:p>
              <a:endParaRPr lang="en-US"/>
            </a:p>
          </p:txBody>
        </p:sp>
        <p:sp>
          <p:nvSpPr>
            <p:cNvPr id="89205" name="Rectangle 1229">
              <a:extLst>
                <a:ext uri="{FF2B5EF4-FFF2-40B4-BE49-F238E27FC236}">
                  <a16:creationId xmlns:a16="http://schemas.microsoft.com/office/drawing/2014/main" id="{C76D2864-61DF-B84B-1E58-8EFFF3513B0B}"/>
                </a:ext>
              </a:extLst>
            </p:cNvPr>
            <p:cNvSpPr>
              <a:spLocks noChangeArrowheads="1"/>
            </p:cNvSpPr>
            <p:nvPr/>
          </p:nvSpPr>
          <p:spPr bwMode="auto">
            <a:xfrm>
              <a:off x="3510756" y="1004888"/>
              <a:ext cx="736600" cy="4038600"/>
            </a:xfrm>
            <a:prstGeom prst="rect">
              <a:avLst/>
            </a:prstGeom>
            <a:solidFill>
              <a:srgbClr val="477BFD">
                <a:alpha val="50195"/>
              </a:srgbClr>
            </a:solidFill>
            <a:ln>
              <a:noFill/>
            </a:ln>
            <a:extLst>
              <a:ext uri="{91240B29-F687-4F45-9708-019B960494DF}">
                <a14:hiddenLine xmlns:a14="http://schemas.microsoft.com/office/drawing/2010/main" w="38100">
                  <a:solidFill>
                    <a:srgbClr val="000000"/>
                  </a:solidFill>
                  <a:miter lim="800000"/>
                  <a:headEnd type="none" w="lg" len="lg"/>
                  <a:tailEnd type="none" w="lg" len="lg"/>
                </a14:hiddenLine>
              </a:ext>
            </a:extLst>
          </p:spPr>
          <p:txBody>
            <a:bodyPr wrap="none" anchor="ctr"/>
            <a:lstStyle/>
            <a:p>
              <a:endParaRPr lang="en-US"/>
            </a:p>
          </p:txBody>
        </p:sp>
        <p:grpSp>
          <p:nvGrpSpPr>
            <p:cNvPr id="89206" name="Group 1230">
              <a:extLst>
                <a:ext uri="{FF2B5EF4-FFF2-40B4-BE49-F238E27FC236}">
                  <a16:creationId xmlns:a16="http://schemas.microsoft.com/office/drawing/2014/main" id="{5553AF17-DAC5-7AC2-ED23-89BCCE4CBA18}"/>
                </a:ext>
              </a:extLst>
            </p:cNvPr>
            <p:cNvGrpSpPr>
              <a:grpSpLocks/>
            </p:cNvGrpSpPr>
            <p:nvPr/>
          </p:nvGrpSpPr>
          <p:grpSpPr bwMode="auto">
            <a:xfrm>
              <a:off x="5231606" y="1541464"/>
              <a:ext cx="985838" cy="811213"/>
              <a:chOff x="2700" y="1858"/>
              <a:chExt cx="948" cy="780"/>
            </a:xfrm>
          </p:grpSpPr>
          <p:sp>
            <p:nvSpPr>
              <p:cNvPr id="3949764" name="Rectangle 1231">
                <a:extLst>
                  <a:ext uri="{FF2B5EF4-FFF2-40B4-BE49-F238E27FC236}">
                    <a16:creationId xmlns:a16="http://schemas.microsoft.com/office/drawing/2014/main" id="{8FD4C5F2-2FC8-5C5E-549A-B047CC1C57FF}"/>
                  </a:ext>
                </a:extLst>
              </p:cNvPr>
              <p:cNvSpPr>
                <a:spLocks noChangeArrowheads="1"/>
              </p:cNvSpPr>
              <p:nvPr/>
            </p:nvSpPr>
            <p:spPr bwMode="auto">
              <a:xfrm>
                <a:off x="2700" y="1858"/>
                <a:ext cx="948" cy="780"/>
              </a:xfrm>
              <a:prstGeom prst="rect">
                <a:avLst/>
              </a:prstGeom>
              <a:solidFill>
                <a:srgbClr val="3770FD">
                  <a:alpha val="50195"/>
                </a:srgbClr>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p>
                <a:endParaRPr lang="en-US"/>
              </a:p>
            </p:txBody>
          </p:sp>
          <p:grpSp>
            <p:nvGrpSpPr>
              <p:cNvPr id="3949765" name="Group 1232">
                <a:extLst>
                  <a:ext uri="{FF2B5EF4-FFF2-40B4-BE49-F238E27FC236}">
                    <a16:creationId xmlns:a16="http://schemas.microsoft.com/office/drawing/2014/main" id="{A6F8878F-1A8C-9DA7-3655-AEEE5A402DDB}"/>
                  </a:ext>
                </a:extLst>
              </p:cNvPr>
              <p:cNvGrpSpPr>
                <a:grpSpLocks/>
              </p:cNvGrpSpPr>
              <p:nvPr/>
            </p:nvGrpSpPr>
            <p:grpSpPr bwMode="auto">
              <a:xfrm>
                <a:off x="2931" y="2061"/>
                <a:ext cx="506" cy="416"/>
                <a:chOff x="4101" y="2013"/>
                <a:chExt cx="506" cy="416"/>
              </a:xfrm>
            </p:grpSpPr>
            <p:sp>
              <p:nvSpPr>
                <p:cNvPr id="3949766" name="Line 1233">
                  <a:extLst>
                    <a:ext uri="{FF2B5EF4-FFF2-40B4-BE49-F238E27FC236}">
                      <a16:creationId xmlns:a16="http://schemas.microsoft.com/office/drawing/2014/main" id="{CF83B19D-B7AF-572D-AA00-6E164A6CAE68}"/>
                    </a:ext>
                  </a:extLst>
                </p:cNvPr>
                <p:cNvSpPr>
                  <a:spLocks noChangeShapeType="1"/>
                </p:cNvSpPr>
                <p:nvPr/>
              </p:nvSpPr>
              <p:spPr bwMode="auto">
                <a:xfrm flipV="1">
                  <a:off x="4101" y="2013"/>
                  <a:ext cx="0" cy="416"/>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3949767" name="Line 1234">
                  <a:extLst>
                    <a:ext uri="{FF2B5EF4-FFF2-40B4-BE49-F238E27FC236}">
                      <a16:creationId xmlns:a16="http://schemas.microsoft.com/office/drawing/2014/main" id="{8789039C-B9C6-0FDE-467E-B984E1D9AE39}"/>
                    </a:ext>
                  </a:extLst>
                </p:cNvPr>
                <p:cNvSpPr>
                  <a:spLocks noChangeShapeType="1"/>
                </p:cNvSpPr>
                <p:nvPr/>
              </p:nvSpPr>
              <p:spPr bwMode="auto">
                <a:xfrm>
                  <a:off x="4107" y="2423"/>
                  <a:ext cx="500"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3949768" name="Arc 1235">
                  <a:extLst>
                    <a:ext uri="{FF2B5EF4-FFF2-40B4-BE49-F238E27FC236}">
                      <a16:creationId xmlns:a16="http://schemas.microsoft.com/office/drawing/2014/main" id="{1FCD793E-A855-0324-20FC-22AFE353970A}"/>
                    </a:ext>
                  </a:extLst>
                </p:cNvPr>
                <p:cNvSpPr>
                  <a:spLocks/>
                </p:cNvSpPr>
                <p:nvPr/>
              </p:nvSpPr>
              <p:spPr bwMode="auto">
                <a:xfrm flipH="1" flipV="1">
                  <a:off x="4109" y="2068"/>
                  <a:ext cx="379" cy="331"/>
                </a:xfrm>
                <a:custGeom>
                  <a:avLst/>
                  <a:gdLst>
                    <a:gd name="T0" fmla="*/ 7 w 21600"/>
                    <a:gd name="T1" fmla="*/ 0 h 21600"/>
                    <a:gd name="T2" fmla="*/ 0 w 21600"/>
                    <a:gd name="T3" fmla="*/ 5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21600" y="0"/>
                      </a:moveTo>
                      <a:cubicBezTo>
                        <a:pt x="21600" y="11929"/>
                        <a:pt x="11929" y="21599"/>
                        <a:pt x="0" y="21600"/>
                      </a:cubicBezTo>
                    </a:path>
                    <a:path w="21600" h="21600" stroke="0" extrusionOk="0">
                      <a:moveTo>
                        <a:pt x="21600" y="0"/>
                      </a:moveTo>
                      <a:cubicBezTo>
                        <a:pt x="21600" y="11929"/>
                        <a:pt x="11929" y="21599"/>
                        <a:pt x="0" y="21600"/>
                      </a:cubicBezTo>
                      <a:lnTo>
                        <a:pt x="0" y="0"/>
                      </a:lnTo>
                      <a:close/>
                    </a:path>
                  </a:pathLst>
                </a:custGeom>
                <a:noFill/>
                <a:ln w="28575" cap="rnd">
                  <a:solidFill>
                    <a:schemeClr val="bg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grpSp>
        <p:grpSp>
          <p:nvGrpSpPr>
            <p:cNvPr id="89207" name="Group 1236">
              <a:extLst>
                <a:ext uri="{FF2B5EF4-FFF2-40B4-BE49-F238E27FC236}">
                  <a16:creationId xmlns:a16="http://schemas.microsoft.com/office/drawing/2014/main" id="{BF8BDF5C-DCCB-0305-24EF-965E69B829BC}"/>
                </a:ext>
              </a:extLst>
            </p:cNvPr>
            <p:cNvGrpSpPr>
              <a:grpSpLocks/>
            </p:cNvGrpSpPr>
            <p:nvPr/>
          </p:nvGrpSpPr>
          <p:grpSpPr bwMode="auto">
            <a:xfrm>
              <a:off x="6006306" y="2162176"/>
              <a:ext cx="985838" cy="811212"/>
              <a:chOff x="2700" y="1858"/>
              <a:chExt cx="948" cy="780"/>
            </a:xfrm>
          </p:grpSpPr>
          <p:sp>
            <p:nvSpPr>
              <p:cNvPr id="89215" name="Rectangle 1237">
                <a:extLst>
                  <a:ext uri="{FF2B5EF4-FFF2-40B4-BE49-F238E27FC236}">
                    <a16:creationId xmlns:a16="http://schemas.microsoft.com/office/drawing/2014/main" id="{B14B51EE-A237-43AB-2098-2FC6D7724879}"/>
                  </a:ext>
                </a:extLst>
              </p:cNvPr>
              <p:cNvSpPr>
                <a:spLocks noChangeArrowheads="1"/>
              </p:cNvSpPr>
              <p:nvPr/>
            </p:nvSpPr>
            <p:spPr bwMode="auto">
              <a:xfrm>
                <a:off x="2700" y="1858"/>
                <a:ext cx="948" cy="780"/>
              </a:xfrm>
              <a:prstGeom prst="rect">
                <a:avLst/>
              </a:prstGeom>
              <a:solidFill>
                <a:srgbClr val="3770FD">
                  <a:alpha val="50195"/>
                </a:srgbClr>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p>
                <a:endParaRPr lang="en-US"/>
              </a:p>
            </p:txBody>
          </p:sp>
          <p:grpSp>
            <p:nvGrpSpPr>
              <p:cNvPr id="3949760" name="Group 1238">
                <a:extLst>
                  <a:ext uri="{FF2B5EF4-FFF2-40B4-BE49-F238E27FC236}">
                    <a16:creationId xmlns:a16="http://schemas.microsoft.com/office/drawing/2014/main" id="{B95AF4FC-D39B-F35A-0825-CF0F8EACD2F3}"/>
                  </a:ext>
                </a:extLst>
              </p:cNvPr>
              <p:cNvGrpSpPr>
                <a:grpSpLocks/>
              </p:cNvGrpSpPr>
              <p:nvPr/>
            </p:nvGrpSpPr>
            <p:grpSpPr bwMode="auto">
              <a:xfrm>
                <a:off x="2931" y="2061"/>
                <a:ext cx="506" cy="416"/>
                <a:chOff x="4101" y="2013"/>
                <a:chExt cx="506" cy="416"/>
              </a:xfrm>
            </p:grpSpPr>
            <p:sp>
              <p:nvSpPr>
                <p:cNvPr id="3949761" name="Line 1239">
                  <a:extLst>
                    <a:ext uri="{FF2B5EF4-FFF2-40B4-BE49-F238E27FC236}">
                      <a16:creationId xmlns:a16="http://schemas.microsoft.com/office/drawing/2014/main" id="{F6A61EB4-944D-5424-AA88-F732131E96FB}"/>
                    </a:ext>
                  </a:extLst>
                </p:cNvPr>
                <p:cNvSpPr>
                  <a:spLocks noChangeShapeType="1"/>
                </p:cNvSpPr>
                <p:nvPr/>
              </p:nvSpPr>
              <p:spPr bwMode="auto">
                <a:xfrm flipV="1">
                  <a:off x="4101" y="2013"/>
                  <a:ext cx="0" cy="416"/>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3949762" name="Line 1240">
                  <a:extLst>
                    <a:ext uri="{FF2B5EF4-FFF2-40B4-BE49-F238E27FC236}">
                      <a16:creationId xmlns:a16="http://schemas.microsoft.com/office/drawing/2014/main" id="{4C9CB1D6-1D36-4619-1973-77876FE5C44B}"/>
                    </a:ext>
                  </a:extLst>
                </p:cNvPr>
                <p:cNvSpPr>
                  <a:spLocks noChangeShapeType="1"/>
                </p:cNvSpPr>
                <p:nvPr/>
              </p:nvSpPr>
              <p:spPr bwMode="auto">
                <a:xfrm>
                  <a:off x="4107" y="2423"/>
                  <a:ext cx="500"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3949763" name="Arc 1241">
                  <a:extLst>
                    <a:ext uri="{FF2B5EF4-FFF2-40B4-BE49-F238E27FC236}">
                      <a16:creationId xmlns:a16="http://schemas.microsoft.com/office/drawing/2014/main" id="{B83D2287-A6DA-06EB-1EE0-38ACB2969AF0}"/>
                    </a:ext>
                  </a:extLst>
                </p:cNvPr>
                <p:cNvSpPr>
                  <a:spLocks/>
                </p:cNvSpPr>
                <p:nvPr/>
              </p:nvSpPr>
              <p:spPr bwMode="auto">
                <a:xfrm flipH="1" flipV="1">
                  <a:off x="4109" y="2068"/>
                  <a:ext cx="379" cy="331"/>
                </a:xfrm>
                <a:custGeom>
                  <a:avLst/>
                  <a:gdLst>
                    <a:gd name="T0" fmla="*/ 7 w 21600"/>
                    <a:gd name="T1" fmla="*/ 0 h 21600"/>
                    <a:gd name="T2" fmla="*/ 0 w 21600"/>
                    <a:gd name="T3" fmla="*/ 5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21600" y="0"/>
                      </a:moveTo>
                      <a:cubicBezTo>
                        <a:pt x="21600" y="11929"/>
                        <a:pt x="11929" y="21599"/>
                        <a:pt x="0" y="21600"/>
                      </a:cubicBezTo>
                    </a:path>
                    <a:path w="21600" h="21600" stroke="0" extrusionOk="0">
                      <a:moveTo>
                        <a:pt x="21600" y="0"/>
                      </a:moveTo>
                      <a:cubicBezTo>
                        <a:pt x="21600" y="11929"/>
                        <a:pt x="11929" y="21599"/>
                        <a:pt x="0" y="21600"/>
                      </a:cubicBezTo>
                      <a:lnTo>
                        <a:pt x="0" y="0"/>
                      </a:lnTo>
                      <a:close/>
                    </a:path>
                  </a:pathLst>
                </a:custGeom>
                <a:noFill/>
                <a:ln w="28575" cap="rnd">
                  <a:solidFill>
                    <a:schemeClr val="bg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grpSp>
        <p:grpSp>
          <p:nvGrpSpPr>
            <p:cNvPr id="89208" name="Group 1242">
              <a:extLst>
                <a:ext uri="{FF2B5EF4-FFF2-40B4-BE49-F238E27FC236}">
                  <a16:creationId xmlns:a16="http://schemas.microsoft.com/office/drawing/2014/main" id="{D05CA2BF-DCD3-6939-EB18-A1EEAAD9806F}"/>
                </a:ext>
              </a:extLst>
            </p:cNvPr>
            <p:cNvGrpSpPr>
              <a:grpSpLocks/>
            </p:cNvGrpSpPr>
            <p:nvPr/>
          </p:nvGrpSpPr>
          <p:grpSpPr bwMode="auto">
            <a:xfrm>
              <a:off x="5096670" y="3606801"/>
              <a:ext cx="985837" cy="811212"/>
              <a:chOff x="2700" y="1858"/>
              <a:chExt cx="948" cy="780"/>
            </a:xfrm>
          </p:grpSpPr>
          <p:sp>
            <p:nvSpPr>
              <p:cNvPr id="89209" name="Rectangle 1243">
                <a:extLst>
                  <a:ext uri="{FF2B5EF4-FFF2-40B4-BE49-F238E27FC236}">
                    <a16:creationId xmlns:a16="http://schemas.microsoft.com/office/drawing/2014/main" id="{071CD15B-F39E-8769-18C4-3658944906F2}"/>
                  </a:ext>
                </a:extLst>
              </p:cNvPr>
              <p:cNvSpPr>
                <a:spLocks noChangeArrowheads="1"/>
              </p:cNvSpPr>
              <p:nvPr/>
            </p:nvSpPr>
            <p:spPr bwMode="auto">
              <a:xfrm>
                <a:off x="2700" y="1858"/>
                <a:ext cx="948" cy="780"/>
              </a:xfrm>
              <a:prstGeom prst="rect">
                <a:avLst/>
              </a:prstGeom>
              <a:solidFill>
                <a:srgbClr val="3770FD">
                  <a:alpha val="50195"/>
                </a:srgbClr>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p>
                <a:endParaRPr lang="en-US"/>
              </a:p>
            </p:txBody>
          </p:sp>
          <p:grpSp>
            <p:nvGrpSpPr>
              <p:cNvPr id="89211" name="Group 1244">
                <a:extLst>
                  <a:ext uri="{FF2B5EF4-FFF2-40B4-BE49-F238E27FC236}">
                    <a16:creationId xmlns:a16="http://schemas.microsoft.com/office/drawing/2014/main" id="{E54A7B73-A1C1-8CA1-114A-B6316BEAC7C1}"/>
                  </a:ext>
                </a:extLst>
              </p:cNvPr>
              <p:cNvGrpSpPr>
                <a:grpSpLocks/>
              </p:cNvGrpSpPr>
              <p:nvPr/>
            </p:nvGrpSpPr>
            <p:grpSpPr bwMode="auto">
              <a:xfrm>
                <a:off x="2931" y="2061"/>
                <a:ext cx="506" cy="416"/>
                <a:chOff x="4101" y="2013"/>
                <a:chExt cx="506" cy="416"/>
              </a:xfrm>
            </p:grpSpPr>
            <p:sp>
              <p:nvSpPr>
                <p:cNvPr id="89212" name="Line 1245">
                  <a:extLst>
                    <a:ext uri="{FF2B5EF4-FFF2-40B4-BE49-F238E27FC236}">
                      <a16:creationId xmlns:a16="http://schemas.microsoft.com/office/drawing/2014/main" id="{90A58848-E31F-ED13-AC9F-5954EF8D5DB4}"/>
                    </a:ext>
                  </a:extLst>
                </p:cNvPr>
                <p:cNvSpPr>
                  <a:spLocks noChangeShapeType="1"/>
                </p:cNvSpPr>
                <p:nvPr/>
              </p:nvSpPr>
              <p:spPr bwMode="auto">
                <a:xfrm flipV="1">
                  <a:off x="4101" y="2013"/>
                  <a:ext cx="0" cy="416"/>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89213" name="Line 1246">
                  <a:extLst>
                    <a:ext uri="{FF2B5EF4-FFF2-40B4-BE49-F238E27FC236}">
                      <a16:creationId xmlns:a16="http://schemas.microsoft.com/office/drawing/2014/main" id="{E1F9C47D-2882-F588-1DF8-113CB7F3F6C5}"/>
                    </a:ext>
                  </a:extLst>
                </p:cNvPr>
                <p:cNvSpPr>
                  <a:spLocks noChangeShapeType="1"/>
                </p:cNvSpPr>
                <p:nvPr/>
              </p:nvSpPr>
              <p:spPr bwMode="auto">
                <a:xfrm>
                  <a:off x="4107" y="2423"/>
                  <a:ext cx="500"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89214" name="Arc 1247">
                  <a:extLst>
                    <a:ext uri="{FF2B5EF4-FFF2-40B4-BE49-F238E27FC236}">
                      <a16:creationId xmlns:a16="http://schemas.microsoft.com/office/drawing/2014/main" id="{F8AF951D-A423-33E5-7727-BD164DB1E5B0}"/>
                    </a:ext>
                  </a:extLst>
                </p:cNvPr>
                <p:cNvSpPr>
                  <a:spLocks/>
                </p:cNvSpPr>
                <p:nvPr/>
              </p:nvSpPr>
              <p:spPr bwMode="auto">
                <a:xfrm flipH="1" flipV="1">
                  <a:off x="4109" y="2068"/>
                  <a:ext cx="379" cy="331"/>
                </a:xfrm>
                <a:custGeom>
                  <a:avLst/>
                  <a:gdLst>
                    <a:gd name="T0" fmla="*/ 7 w 21600"/>
                    <a:gd name="T1" fmla="*/ 0 h 21600"/>
                    <a:gd name="T2" fmla="*/ 0 w 21600"/>
                    <a:gd name="T3" fmla="*/ 5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21600" y="0"/>
                      </a:moveTo>
                      <a:cubicBezTo>
                        <a:pt x="21600" y="11929"/>
                        <a:pt x="11929" y="21599"/>
                        <a:pt x="0" y="21600"/>
                      </a:cubicBezTo>
                    </a:path>
                    <a:path w="21600" h="21600" stroke="0" extrusionOk="0">
                      <a:moveTo>
                        <a:pt x="21600" y="0"/>
                      </a:moveTo>
                      <a:cubicBezTo>
                        <a:pt x="21600" y="11929"/>
                        <a:pt x="11929" y="21599"/>
                        <a:pt x="0" y="21600"/>
                      </a:cubicBezTo>
                      <a:lnTo>
                        <a:pt x="0" y="0"/>
                      </a:lnTo>
                      <a:close/>
                    </a:path>
                  </a:pathLst>
                </a:custGeom>
                <a:noFill/>
                <a:ln w="28575" cap="rnd">
                  <a:solidFill>
                    <a:schemeClr val="bg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grpSp>
      </p:grpSp>
      <p:grpSp>
        <p:nvGrpSpPr>
          <p:cNvPr id="3949769" name="Group 3949768">
            <a:extLst>
              <a:ext uri="{FF2B5EF4-FFF2-40B4-BE49-F238E27FC236}">
                <a16:creationId xmlns:a16="http://schemas.microsoft.com/office/drawing/2014/main" id="{3455F3B6-DAEE-95DF-BD1D-E53435995D12}"/>
              </a:ext>
            </a:extLst>
          </p:cNvPr>
          <p:cNvGrpSpPr/>
          <p:nvPr/>
        </p:nvGrpSpPr>
        <p:grpSpPr>
          <a:xfrm>
            <a:off x="5320847" y="1007264"/>
            <a:ext cx="3481388" cy="4038600"/>
            <a:chOff x="3510756" y="1004888"/>
            <a:chExt cx="3481388" cy="4038600"/>
          </a:xfrm>
        </p:grpSpPr>
        <p:sp>
          <p:nvSpPr>
            <p:cNvPr id="3949774" name="Line 1226">
              <a:extLst>
                <a:ext uri="{FF2B5EF4-FFF2-40B4-BE49-F238E27FC236}">
                  <a16:creationId xmlns:a16="http://schemas.microsoft.com/office/drawing/2014/main" id="{397BC896-1A80-7479-81BD-CD2253743F64}"/>
                </a:ext>
              </a:extLst>
            </p:cNvPr>
            <p:cNvSpPr>
              <a:spLocks noChangeShapeType="1"/>
            </p:cNvSpPr>
            <p:nvPr/>
          </p:nvSpPr>
          <p:spPr bwMode="auto">
            <a:xfrm flipV="1">
              <a:off x="3948906" y="1955306"/>
              <a:ext cx="1325893" cy="525958"/>
            </a:xfrm>
            <a:prstGeom prst="line">
              <a:avLst/>
            </a:prstGeom>
            <a:noFill/>
            <a:ln w="76200">
              <a:solidFill>
                <a:schemeClr val="bg1"/>
              </a:solidFill>
              <a:round/>
              <a:headEnd type="none" w="lg" len="lg"/>
              <a:tailEnd type="triangle" w="med" len="lg"/>
            </a:ln>
            <a:extLst>
              <a:ext uri="{909E8E84-426E-40DD-AFC4-6F175D3DCCD1}">
                <a14:hiddenFill xmlns:a14="http://schemas.microsoft.com/office/drawing/2010/main">
                  <a:noFill/>
                </a14:hiddenFill>
              </a:ext>
            </a:extLst>
          </p:spPr>
          <p:txBody>
            <a:bodyPr wrap="none" anchor="ctr"/>
            <a:lstStyle/>
            <a:p>
              <a:endParaRPr lang="en-US"/>
            </a:p>
          </p:txBody>
        </p:sp>
        <p:sp>
          <p:nvSpPr>
            <p:cNvPr id="3949775" name="Line 1227">
              <a:extLst>
                <a:ext uri="{FF2B5EF4-FFF2-40B4-BE49-F238E27FC236}">
                  <a16:creationId xmlns:a16="http://schemas.microsoft.com/office/drawing/2014/main" id="{48CC74AC-5BA7-3620-8D21-A8784076DC67}"/>
                </a:ext>
              </a:extLst>
            </p:cNvPr>
            <p:cNvSpPr>
              <a:spLocks noChangeShapeType="1"/>
            </p:cNvSpPr>
            <p:nvPr/>
          </p:nvSpPr>
          <p:spPr bwMode="auto">
            <a:xfrm flipV="1">
              <a:off x="3948908" y="2565347"/>
              <a:ext cx="2016248" cy="2079678"/>
            </a:xfrm>
            <a:prstGeom prst="line">
              <a:avLst/>
            </a:prstGeom>
            <a:noFill/>
            <a:ln w="76200">
              <a:solidFill>
                <a:schemeClr val="bg1"/>
              </a:solidFill>
              <a:round/>
              <a:headEnd type="none" w="lg" len="lg"/>
              <a:tailEnd type="triangle" w="med" len="lg"/>
            </a:ln>
            <a:extLst>
              <a:ext uri="{909E8E84-426E-40DD-AFC4-6F175D3DCCD1}">
                <a14:hiddenFill xmlns:a14="http://schemas.microsoft.com/office/drawing/2010/main">
                  <a:noFill/>
                </a14:hiddenFill>
              </a:ext>
            </a:extLst>
          </p:spPr>
          <p:txBody>
            <a:bodyPr wrap="none" anchor="ctr"/>
            <a:lstStyle/>
            <a:p>
              <a:endParaRPr lang="en-US"/>
            </a:p>
          </p:txBody>
        </p:sp>
        <p:sp>
          <p:nvSpPr>
            <p:cNvPr id="3949776" name="Line 1228">
              <a:extLst>
                <a:ext uri="{FF2B5EF4-FFF2-40B4-BE49-F238E27FC236}">
                  <a16:creationId xmlns:a16="http://schemas.microsoft.com/office/drawing/2014/main" id="{1C19AF4F-7155-CEA2-10F4-C3BB570E68F0}"/>
                </a:ext>
              </a:extLst>
            </p:cNvPr>
            <p:cNvSpPr>
              <a:spLocks noChangeShapeType="1"/>
            </p:cNvSpPr>
            <p:nvPr/>
          </p:nvSpPr>
          <p:spPr bwMode="auto">
            <a:xfrm>
              <a:off x="3948906" y="1427163"/>
              <a:ext cx="1132172" cy="2688394"/>
            </a:xfrm>
            <a:prstGeom prst="line">
              <a:avLst/>
            </a:prstGeom>
            <a:noFill/>
            <a:ln w="76200">
              <a:solidFill>
                <a:schemeClr val="bg1"/>
              </a:solidFill>
              <a:round/>
              <a:headEnd type="none" w="lg" len="lg"/>
              <a:tailEnd type="triangle" w="med" len="lg"/>
            </a:ln>
            <a:extLst>
              <a:ext uri="{909E8E84-426E-40DD-AFC4-6F175D3DCCD1}">
                <a14:hiddenFill xmlns:a14="http://schemas.microsoft.com/office/drawing/2010/main">
                  <a:noFill/>
                </a14:hiddenFill>
              </a:ext>
            </a:extLst>
          </p:spPr>
          <p:txBody>
            <a:bodyPr wrap="none" anchor="ctr"/>
            <a:lstStyle/>
            <a:p>
              <a:endParaRPr lang="en-US"/>
            </a:p>
          </p:txBody>
        </p:sp>
        <p:sp>
          <p:nvSpPr>
            <p:cNvPr id="3949777" name="Rectangle 1229">
              <a:extLst>
                <a:ext uri="{FF2B5EF4-FFF2-40B4-BE49-F238E27FC236}">
                  <a16:creationId xmlns:a16="http://schemas.microsoft.com/office/drawing/2014/main" id="{5CD73124-39EF-425F-ABE3-078BDB508601}"/>
                </a:ext>
              </a:extLst>
            </p:cNvPr>
            <p:cNvSpPr>
              <a:spLocks noChangeArrowheads="1"/>
            </p:cNvSpPr>
            <p:nvPr/>
          </p:nvSpPr>
          <p:spPr bwMode="auto">
            <a:xfrm>
              <a:off x="3510756" y="1004888"/>
              <a:ext cx="736600" cy="4038600"/>
            </a:xfrm>
            <a:prstGeom prst="rect">
              <a:avLst/>
            </a:prstGeom>
            <a:solidFill>
              <a:srgbClr val="477BFD">
                <a:alpha val="50195"/>
              </a:srgbClr>
            </a:solidFill>
            <a:ln>
              <a:noFill/>
            </a:ln>
            <a:extLst>
              <a:ext uri="{91240B29-F687-4F45-9708-019B960494DF}">
                <a14:hiddenLine xmlns:a14="http://schemas.microsoft.com/office/drawing/2010/main" w="38100">
                  <a:solidFill>
                    <a:srgbClr val="000000"/>
                  </a:solidFill>
                  <a:miter lim="800000"/>
                  <a:headEnd type="none" w="lg" len="lg"/>
                  <a:tailEnd type="none" w="lg" len="lg"/>
                </a14:hiddenLine>
              </a:ext>
            </a:extLst>
          </p:spPr>
          <p:txBody>
            <a:bodyPr wrap="none" anchor="ctr"/>
            <a:lstStyle/>
            <a:p>
              <a:endParaRPr lang="en-US"/>
            </a:p>
          </p:txBody>
        </p:sp>
        <p:grpSp>
          <p:nvGrpSpPr>
            <p:cNvPr id="3949778" name="Group 1230">
              <a:extLst>
                <a:ext uri="{FF2B5EF4-FFF2-40B4-BE49-F238E27FC236}">
                  <a16:creationId xmlns:a16="http://schemas.microsoft.com/office/drawing/2014/main" id="{85823266-0EE4-39E5-A5CE-0B1CE73492F0}"/>
                </a:ext>
              </a:extLst>
            </p:cNvPr>
            <p:cNvGrpSpPr>
              <a:grpSpLocks/>
            </p:cNvGrpSpPr>
            <p:nvPr/>
          </p:nvGrpSpPr>
          <p:grpSpPr bwMode="auto">
            <a:xfrm>
              <a:off x="5231606" y="1541464"/>
              <a:ext cx="985838" cy="811213"/>
              <a:chOff x="2700" y="1858"/>
              <a:chExt cx="948" cy="780"/>
            </a:xfrm>
          </p:grpSpPr>
          <p:sp>
            <p:nvSpPr>
              <p:cNvPr id="3949791" name="Rectangle 1231">
                <a:extLst>
                  <a:ext uri="{FF2B5EF4-FFF2-40B4-BE49-F238E27FC236}">
                    <a16:creationId xmlns:a16="http://schemas.microsoft.com/office/drawing/2014/main" id="{8A49ED0E-5D48-AE2B-84FF-A499081595A8}"/>
                  </a:ext>
                </a:extLst>
              </p:cNvPr>
              <p:cNvSpPr>
                <a:spLocks noChangeArrowheads="1"/>
              </p:cNvSpPr>
              <p:nvPr/>
            </p:nvSpPr>
            <p:spPr bwMode="auto">
              <a:xfrm>
                <a:off x="2700" y="1858"/>
                <a:ext cx="948" cy="780"/>
              </a:xfrm>
              <a:prstGeom prst="rect">
                <a:avLst/>
              </a:prstGeom>
              <a:solidFill>
                <a:srgbClr val="3770FD">
                  <a:alpha val="50195"/>
                </a:srgbClr>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p>
                <a:endParaRPr lang="en-US"/>
              </a:p>
            </p:txBody>
          </p:sp>
          <p:grpSp>
            <p:nvGrpSpPr>
              <p:cNvPr id="3949792" name="Group 1232">
                <a:extLst>
                  <a:ext uri="{FF2B5EF4-FFF2-40B4-BE49-F238E27FC236}">
                    <a16:creationId xmlns:a16="http://schemas.microsoft.com/office/drawing/2014/main" id="{05ECAEB1-CA5D-EF19-D89E-81CEB9AD9BF8}"/>
                  </a:ext>
                </a:extLst>
              </p:cNvPr>
              <p:cNvGrpSpPr>
                <a:grpSpLocks/>
              </p:cNvGrpSpPr>
              <p:nvPr/>
            </p:nvGrpSpPr>
            <p:grpSpPr bwMode="auto">
              <a:xfrm>
                <a:off x="2931" y="2061"/>
                <a:ext cx="506" cy="416"/>
                <a:chOff x="4101" y="2013"/>
                <a:chExt cx="506" cy="416"/>
              </a:xfrm>
            </p:grpSpPr>
            <p:sp>
              <p:nvSpPr>
                <p:cNvPr id="3949794" name="Line 1233">
                  <a:extLst>
                    <a:ext uri="{FF2B5EF4-FFF2-40B4-BE49-F238E27FC236}">
                      <a16:creationId xmlns:a16="http://schemas.microsoft.com/office/drawing/2014/main" id="{3FDADF51-6C93-5C02-75D9-E39599B80365}"/>
                    </a:ext>
                  </a:extLst>
                </p:cNvPr>
                <p:cNvSpPr>
                  <a:spLocks noChangeShapeType="1"/>
                </p:cNvSpPr>
                <p:nvPr/>
              </p:nvSpPr>
              <p:spPr bwMode="auto">
                <a:xfrm flipV="1">
                  <a:off x="4101" y="2013"/>
                  <a:ext cx="0" cy="416"/>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3949795" name="Line 1234">
                  <a:extLst>
                    <a:ext uri="{FF2B5EF4-FFF2-40B4-BE49-F238E27FC236}">
                      <a16:creationId xmlns:a16="http://schemas.microsoft.com/office/drawing/2014/main" id="{55B6F1DC-EBBD-E768-3B2E-B3F3428B98EA}"/>
                    </a:ext>
                  </a:extLst>
                </p:cNvPr>
                <p:cNvSpPr>
                  <a:spLocks noChangeShapeType="1"/>
                </p:cNvSpPr>
                <p:nvPr/>
              </p:nvSpPr>
              <p:spPr bwMode="auto">
                <a:xfrm>
                  <a:off x="4107" y="2423"/>
                  <a:ext cx="500"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3949796" name="Arc 1235">
                  <a:extLst>
                    <a:ext uri="{FF2B5EF4-FFF2-40B4-BE49-F238E27FC236}">
                      <a16:creationId xmlns:a16="http://schemas.microsoft.com/office/drawing/2014/main" id="{E2EA673A-070D-4D79-DAC7-21E2BCB6BB1D}"/>
                    </a:ext>
                  </a:extLst>
                </p:cNvPr>
                <p:cNvSpPr>
                  <a:spLocks/>
                </p:cNvSpPr>
                <p:nvPr/>
              </p:nvSpPr>
              <p:spPr bwMode="auto">
                <a:xfrm flipH="1" flipV="1">
                  <a:off x="4109" y="2068"/>
                  <a:ext cx="379" cy="331"/>
                </a:xfrm>
                <a:custGeom>
                  <a:avLst/>
                  <a:gdLst>
                    <a:gd name="T0" fmla="*/ 7 w 21600"/>
                    <a:gd name="T1" fmla="*/ 0 h 21600"/>
                    <a:gd name="T2" fmla="*/ 0 w 21600"/>
                    <a:gd name="T3" fmla="*/ 5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21600" y="0"/>
                      </a:moveTo>
                      <a:cubicBezTo>
                        <a:pt x="21600" y="11929"/>
                        <a:pt x="11929" y="21599"/>
                        <a:pt x="0" y="21600"/>
                      </a:cubicBezTo>
                    </a:path>
                    <a:path w="21600" h="21600" stroke="0" extrusionOk="0">
                      <a:moveTo>
                        <a:pt x="21600" y="0"/>
                      </a:moveTo>
                      <a:cubicBezTo>
                        <a:pt x="21600" y="11929"/>
                        <a:pt x="11929" y="21599"/>
                        <a:pt x="0" y="21600"/>
                      </a:cubicBezTo>
                      <a:lnTo>
                        <a:pt x="0" y="0"/>
                      </a:lnTo>
                      <a:close/>
                    </a:path>
                  </a:pathLst>
                </a:custGeom>
                <a:noFill/>
                <a:ln w="28575" cap="rnd">
                  <a:solidFill>
                    <a:schemeClr val="bg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grpSp>
        <p:grpSp>
          <p:nvGrpSpPr>
            <p:cNvPr id="3949779" name="Group 1236">
              <a:extLst>
                <a:ext uri="{FF2B5EF4-FFF2-40B4-BE49-F238E27FC236}">
                  <a16:creationId xmlns:a16="http://schemas.microsoft.com/office/drawing/2014/main" id="{DD894293-920E-B6C6-5637-5FD696E1221D}"/>
                </a:ext>
              </a:extLst>
            </p:cNvPr>
            <p:cNvGrpSpPr>
              <a:grpSpLocks/>
            </p:cNvGrpSpPr>
            <p:nvPr/>
          </p:nvGrpSpPr>
          <p:grpSpPr bwMode="auto">
            <a:xfrm>
              <a:off x="6006306" y="2162176"/>
              <a:ext cx="985838" cy="811212"/>
              <a:chOff x="2700" y="1858"/>
              <a:chExt cx="948" cy="780"/>
            </a:xfrm>
          </p:grpSpPr>
          <p:sp>
            <p:nvSpPr>
              <p:cNvPr id="3949786" name="Rectangle 1237">
                <a:extLst>
                  <a:ext uri="{FF2B5EF4-FFF2-40B4-BE49-F238E27FC236}">
                    <a16:creationId xmlns:a16="http://schemas.microsoft.com/office/drawing/2014/main" id="{7F623EC8-8FA9-2F9A-F25C-C7BC80DD8DBB}"/>
                  </a:ext>
                </a:extLst>
              </p:cNvPr>
              <p:cNvSpPr>
                <a:spLocks noChangeArrowheads="1"/>
              </p:cNvSpPr>
              <p:nvPr/>
            </p:nvSpPr>
            <p:spPr bwMode="auto">
              <a:xfrm>
                <a:off x="2700" y="1858"/>
                <a:ext cx="948" cy="780"/>
              </a:xfrm>
              <a:prstGeom prst="rect">
                <a:avLst/>
              </a:prstGeom>
              <a:solidFill>
                <a:srgbClr val="3770FD">
                  <a:alpha val="50195"/>
                </a:srgbClr>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p>
                <a:endParaRPr lang="en-US"/>
              </a:p>
            </p:txBody>
          </p:sp>
          <p:grpSp>
            <p:nvGrpSpPr>
              <p:cNvPr id="3949787" name="Group 1238">
                <a:extLst>
                  <a:ext uri="{FF2B5EF4-FFF2-40B4-BE49-F238E27FC236}">
                    <a16:creationId xmlns:a16="http://schemas.microsoft.com/office/drawing/2014/main" id="{C27FB96A-3C89-42BC-4EB5-4046AC26CB44}"/>
                  </a:ext>
                </a:extLst>
              </p:cNvPr>
              <p:cNvGrpSpPr>
                <a:grpSpLocks/>
              </p:cNvGrpSpPr>
              <p:nvPr/>
            </p:nvGrpSpPr>
            <p:grpSpPr bwMode="auto">
              <a:xfrm>
                <a:off x="2931" y="2061"/>
                <a:ext cx="506" cy="416"/>
                <a:chOff x="4101" y="2013"/>
                <a:chExt cx="506" cy="416"/>
              </a:xfrm>
            </p:grpSpPr>
            <p:sp>
              <p:nvSpPr>
                <p:cNvPr id="3949788" name="Line 1239">
                  <a:extLst>
                    <a:ext uri="{FF2B5EF4-FFF2-40B4-BE49-F238E27FC236}">
                      <a16:creationId xmlns:a16="http://schemas.microsoft.com/office/drawing/2014/main" id="{32A849BA-0D1F-99A0-AEFD-E7DCAC0EA01A}"/>
                    </a:ext>
                  </a:extLst>
                </p:cNvPr>
                <p:cNvSpPr>
                  <a:spLocks noChangeShapeType="1"/>
                </p:cNvSpPr>
                <p:nvPr/>
              </p:nvSpPr>
              <p:spPr bwMode="auto">
                <a:xfrm flipV="1">
                  <a:off x="4101" y="2013"/>
                  <a:ext cx="0" cy="416"/>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3949789" name="Line 1240">
                  <a:extLst>
                    <a:ext uri="{FF2B5EF4-FFF2-40B4-BE49-F238E27FC236}">
                      <a16:creationId xmlns:a16="http://schemas.microsoft.com/office/drawing/2014/main" id="{DAEFCB8A-B630-62FF-F936-48C88781311E}"/>
                    </a:ext>
                  </a:extLst>
                </p:cNvPr>
                <p:cNvSpPr>
                  <a:spLocks noChangeShapeType="1"/>
                </p:cNvSpPr>
                <p:nvPr/>
              </p:nvSpPr>
              <p:spPr bwMode="auto">
                <a:xfrm>
                  <a:off x="4107" y="2423"/>
                  <a:ext cx="500"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3949790" name="Arc 1241">
                  <a:extLst>
                    <a:ext uri="{FF2B5EF4-FFF2-40B4-BE49-F238E27FC236}">
                      <a16:creationId xmlns:a16="http://schemas.microsoft.com/office/drawing/2014/main" id="{508F5299-8BDA-76FF-3924-81F78A47D7B5}"/>
                    </a:ext>
                  </a:extLst>
                </p:cNvPr>
                <p:cNvSpPr>
                  <a:spLocks/>
                </p:cNvSpPr>
                <p:nvPr/>
              </p:nvSpPr>
              <p:spPr bwMode="auto">
                <a:xfrm flipH="1" flipV="1">
                  <a:off x="4109" y="2068"/>
                  <a:ext cx="379" cy="331"/>
                </a:xfrm>
                <a:custGeom>
                  <a:avLst/>
                  <a:gdLst>
                    <a:gd name="T0" fmla="*/ 7 w 21600"/>
                    <a:gd name="T1" fmla="*/ 0 h 21600"/>
                    <a:gd name="T2" fmla="*/ 0 w 21600"/>
                    <a:gd name="T3" fmla="*/ 5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21600" y="0"/>
                      </a:moveTo>
                      <a:cubicBezTo>
                        <a:pt x="21600" y="11929"/>
                        <a:pt x="11929" y="21599"/>
                        <a:pt x="0" y="21600"/>
                      </a:cubicBezTo>
                    </a:path>
                    <a:path w="21600" h="21600" stroke="0" extrusionOk="0">
                      <a:moveTo>
                        <a:pt x="21600" y="0"/>
                      </a:moveTo>
                      <a:cubicBezTo>
                        <a:pt x="21600" y="11929"/>
                        <a:pt x="11929" y="21599"/>
                        <a:pt x="0" y="21600"/>
                      </a:cubicBezTo>
                      <a:lnTo>
                        <a:pt x="0" y="0"/>
                      </a:lnTo>
                      <a:close/>
                    </a:path>
                  </a:pathLst>
                </a:custGeom>
                <a:noFill/>
                <a:ln w="28575" cap="rnd">
                  <a:solidFill>
                    <a:schemeClr val="bg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grpSp>
        <p:grpSp>
          <p:nvGrpSpPr>
            <p:cNvPr id="3949780" name="Group 1242">
              <a:extLst>
                <a:ext uri="{FF2B5EF4-FFF2-40B4-BE49-F238E27FC236}">
                  <a16:creationId xmlns:a16="http://schemas.microsoft.com/office/drawing/2014/main" id="{646A3791-E752-AAFF-227A-D9A38FBAEE8D}"/>
                </a:ext>
              </a:extLst>
            </p:cNvPr>
            <p:cNvGrpSpPr>
              <a:grpSpLocks/>
            </p:cNvGrpSpPr>
            <p:nvPr/>
          </p:nvGrpSpPr>
          <p:grpSpPr bwMode="auto">
            <a:xfrm>
              <a:off x="5096670" y="3606801"/>
              <a:ext cx="985837" cy="811212"/>
              <a:chOff x="2700" y="1858"/>
              <a:chExt cx="948" cy="780"/>
            </a:xfrm>
          </p:grpSpPr>
          <p:sp>
            <p:nvSpPr>
              <p:cNvPr id="3949781" name="Rectangle 1243">
                <a:extLst>
                  <a:ext uri="{FF2B5EF4-FFF2-40B4-BE49-F238E27FC236}">
                    <a16:creationId xmlns:a16="http://schemas.microsoft.com/office/drawing/2014/main" id="{F2F1A401-CEA8-E72E-09A7-AF137227FAD7}"/>
                  </a:ext>
                </a:extLst>
              </p:cNvPr>
              <p:cNvSpPr>
                <a:spLocks noChangeArrowheads="1"/>
              </p:cNvSpPr>
              <p:nvPr/>
            </p:nvSpPr>
            <p:spPr bwMode="auto">
              <a:xfrm>
                <a:off x="2700" y="1858"/>
                <a:ext cx="948" cy="780"/>
              </a:xfrm>
              <a:prstGeom prst="rect">
                <a:avLst/>
              </a:prstGeom>
              <a:solidFill>
                <a:srgbClr val="3770FD">
                  <a:alpha val="50195"/>
                </a:srgbClr>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p>
                <a:endParaRPr lang="en-US"/>
              </a:p>
            </p:txBody>
          </p:sp>
          <p:grpSp>
            <p:nvGrpSpPr>
              <p:cNvPr id="3949782" name="Group 1244">
                <a:extLst>
                  <a:ext uri="{FF2B5EF4-FFF2-40B4-BE49-F238E27FC236}">
                    <a16:creationId xmlns:a16="http://schemas.microsoft.com/office/drawing/2014/main" id="{04B96FDE-3428-9652-A588-FE3210C0249F}"/>
                  </a:ext>
                </a:extLst>
              </p:cNvPr>
              <p:cNvGrpSpPr>
                <a:grpSpLocks/>
              </p:cNvGrpSpPr>
              <p:nvPr/>
            </p:nvGrpSpPr>
            <p:grpSpPr bwMode="auto">
              <a:xfrm>
                <a:off x="2931" y="2061"/>
                <a:ext cx="506" cy="416"/>
                <a:chOff x="4101" y="2013"/>
                <a:chExt cx="506" cy="416"/>
              </a:xfrm>
            </p:grpSpPr>
            <p:sp>
              <p:nvSpPr>
                <p:cNvPr id="3949783" name="Line 1245">
                  <a:extLst>
                    <a:ext uri="{FF2B5EF4-FFF2-40B4-BE49-F238E27FC236}">
                      <a16:creationId xmlns:a16="http://schemas.microsoft.com/office/drawing/2014/main" id="{739DE5AC-0D3B-D3D6-19BC-BD78D21E2420}"/>
                    </a:ext>
                  </a:extLst>
                </p:cNvPr>
                <p:cNvSpPr>
                  <a:spLocks noChangeShapeType="1"/>
                </p:cNvSpPr>
                <p:nvPr/>
              </p:nvSpPr>
              <p:spPr bwMode="auto">
                <a:xfrm flipV="1">
                  <a:off x="4101" y="2013"/>
                  <a:ext cx="0" cy="416"/>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3949784" name="Line 1246">
                  <a:extLst>
                    <a:ext uri="{FF2B5EF4-FFF2-40B4-BE49-F238E27FC236}">
                      <a16:creationId xmlns:a16="http://schemas.microsoft.com/office/drawing/2014/main" id="{B6FABC2E-92B4-0EDA-C611-04B9FDA44ECF}"/>
                    </a:ext>
                  </a:extLst>
                </p:cNvPr>
                <p:cNvSpPr>
                  <a:spLocks noChangeShapeType="1"/>
                </p:cNvSpPr>
                <p:nvPr/>
              </p:nvSpPr>
              <p:spPr bwMode="auto">
                <a:xfrm>
                  <a:off x="4107" y="2423"/>
                  <a:ext cx="500"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3949785" name="Arc 1247">
                  <a:extLst>
                    <a:ext uri="{FF2B5EF4-FFF2-40B4-BE49-F238E27FC236}">
                      <a16:creationId xmlns:a16="http://schemas.microsoft.com/office/drawing/2014/main" id="{987728EE-4B31-8A1C-8E21-17DB266E8C06}"/>
                    </a:ext>
                  </a:extLst>
                </p:cNvPr>
                <p:cNvSpPr>
                  <a:spLocks/>
                </p:cNvSpPr>
                <p:nvPr/>
              </p:nvSpPr>
              <p:spPr bwMode="auto">
                <a:xfrm flipH="1" flipV="1">
                  <a:off x="4109" y="2068"/>
                  <a:ext cx="379" cy="331"/>
                </a:xfrm>
                <a:custGeom>
                  <a:avLst/>
                  <a:gdLst>
                    <a:gd name="T0" fmla="*/ 7 w 21600"/>
                    <a:gd name="T1" fmla="*/ 0 h 21600"/>
                    <a:gd name="T2" fmla="*/ 0 w 21600"/>
                    <a:gd name="T3" fmla="*/ 5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21600" y="0"/>
                      </a:moveTo>
                      <a:cubicBezTo>
                        <a:pt x="21600" y="11929"/>
                        <a:pt x="11929" y="21599"/>
                        <a:pt x="0" y="21600"/>
                      </a:cubicBezTo>
                    </a:path>
                    <a:path w="21600" h="21600" stroke="0" extrusionOk="0">
                      <a:moveTo>
                        <a:pt x="21600" y="0"/>
                      </a:moveTo>
                      <a:cubicBezTo>
                        <a:pt x="21600" y="11929"/>
                        <a:pt x="11929" y="21599"/>
                        <a:pt x="0" y="21600"/>
                      </a:cubicBezTo>
                      <a:lnTo>
                        <a:pt x="0" y="0"/>
                      </a:lnTo>
                      <a:close/>
                    </a:path>
                  </a:pathLst>
                </a:custGeom>
                <a:noFill/>
                <a:ln w="28575" cap="rnd">
                  <a:solidFill>
                    <a:schemeClr val="bg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grpSp>
      </p:grpSp>
      <p:grpSp>
        <p:nvGrpSpPr>
          <p:cNvPr id="3949797" name="Group 3949796">
            <a:extLst>
              <a:ext uri="{FF2B5EF4-FFF2-40B4-BE49-F238E27FC236}">
                <a16:creationId xmlns:a16="http://schemas.microsoft.com/office/drawing/2014/main" id="{947CD759-4172-9CFB-C918-29B10AB841F1}"/>
              </a:ext>
            </a:extLst>
          </p:cNvPr>
          <p:cNvGrpSpPr/>
          <p:nvPr/>
        </p:nvGrpSpPr>
        <p:grpSpPr>
          <a:xfrm>
            <a:off x="6242697" y="1009640"/>
            <a:ext cx="3481388" cy="4038600"/>
            <a:chOff x="3510756" y="1004888"/>
            <a:chExt cx="3481388" cy="4038600"/>
          </a:xfrm>
        </p:grpSpPr>
        <p:sp>
          <p:nvSpPr>
            <p:cNvPr id="3949798" name="Line 1226">
              <a:extLst>
                <a:ext uri="{FF2B5EF4-FFF2-40B4-BE49-F238E27FC236}">
                  <a16:creationId xmlns:a16="http://schemas.microsoft.com/office/drawing/2014/main" id="{B4769E25-C6CB-1616-0D96-57CFD3DA45EC}"/>
                </a:ext>
              </a:extLst>
            </p:cNvPr>
            <p:cNvSpPr>
              <a:spLocks noChangeShapeType="1"/>
            </p:cNvSpPr>
            <p:nvPr/>
          </p:nvSpPr>
          <p:spPr bwMode="auto">
            <a:xfrm flipV="1">
              <a:off x="3948906" y="1955306"/>
              <a:ext cx="1325893" cy="525958"/>
            </a:xfrm>
            <a:prstGeom prst="line">
              <a:avLst/>
            </a:prstGeom>
            <a:noFill/>
            <a:ln w="76200">
              <a:solidFill>
                <a:schemeClr val="bg1"/>
              </a:solidFill>
              <a:round/>
              <a:headEnd type="none" w="lg" len="lg"/>
              <a:tailEnd type="triangle" w="med" len="lg"/>
            </a:ln>
            <a:extLst>
              <a:ext uri="{909E8E84-426E-40DD-AFC4-6F175D3DCCD1}">
                <a14:hiddenFill xmlns:a14="http://schemas.microsoft.com/office/drawing/2010/main">
                  <a:noFill/>
                </a14:hiddenFill>
              </a:ext>
            </a:extLst>
          </p:spPr>
          <p:txBody>
            <a:bodyPr wrap="none" anchor="ctr"/>
            <a:lstStyle/>
            <a:p>
              <a:endParaRPr lang="en-US"/>
            </a:p>
          </p:txBody>
        </p:sp>
        <p:sp>
          <p:nvSpPr>
            <p:cNvPr id="3949799" name="Line 1227">
              <a:extLst>
                <a:ext uri="{FF2B5EF4-FFF2-40B4-BE49-F238E27FC236}">
                  <a16:creationId xmlns:a16="http://schemas.microsoft.com/office/drawing/2014/main" id="{82FABCAB-9D65-1598-57B1-2C047B4C5F4A}"/>
                </a:ext>
              </a:extLst>
            </p:cNvPr>
            <p:cNvSpPr>
              <a:spLocks noChangeShapeType="1"/>
            </p:cNvSpPr>
            <p:nvPr/>
          </p:nvSpPr>
          <p:spPr bwMode="auto">
            <a:xfrm flipV="1">
              <a:off x="3948908" y="2565347"/>
              <a:ext cx="2016248" cy="2079678"/>
            </a:xfrm>
            <a:prstGeom prst="line">
              <a:avLst/>
            </a:prstGeom>
            <a:noFill/>
            <a:ln w="76200">
              <a:solidFill>
                <a:schemeClr val="bg1"/>
              </a:solidFill>
              <a:round/>
              <a:headEnd type="none" w="lg" len="lg"/>
              <a:tailEnd type="triangle" w="med" len="lg"/>
            </a:ln>
            <a:extLst>
              <a:ext uri="{909E8E84-426E-40DD-AFC4-6F175D3DCCD1}">
                <a14:hiddenFill xmlns:a14="http://schemas.microsoft.com/office/drawing/2010/main">
                  <a:noFill/>
                </a14:hiddenFill>
              </a:ext>
            </a:extLst>
          </p:spPr>
          <p:txBody>
            <a:bodyPr wrap="none" anchor="ctr"/>
            <a:lstStyle/>
            <a:p>
              <a:endParaRPr lang="en-US"/>
            </a:p>
          </p:txBody>
        </p:sp>
        <p:sp>
          <p:nvSpPr>
            <p:cNvPr id="3949800" name="Line 1228">
              <a:extLst>
                <a:ext uri="{FF2B5EF4-FFF2-40B4-BE49-F238E27FC236}">
                  <a16:creationId xmlns:a16="http://schemas.microsoft.com/office/drawing/2014/main" id="{FC3365BC-13E4-383A-F878-51384D3AF1DD}"/>
                </a:ext>
              </a:extLst>
            </p:cNvPr>
            <p:cNvSpPr>
              <a:spLocks noChangeShapeType="1"/>
            </p:cNvSpPr>
            <p:nvPr/>
          </p:nvSpPr>
          <p:spPr bwMode="auto">
            <a:xfrm>
              <a:off x="3948906" y="1427163"/>
              <a:ext cx="1132172" cy="2688394"/>
            </a:xfrm>
            <a:prstGeom prst="line">
              <a:avLst/>
            </a:prstGeom>
            <a:noFill/>
            <a:ln w="76200">
              <a:solidFill>
                <a:schemeClr val="bg1"/>
              </a:solidFill>
              <a:round/>
              <a:headEnd type="none" w="lg" len="lg"/>
              <a:tailEnd type="triangle" w="med" len="lg"/>
            </a:ln>
            <a:extLst>
              <a:ext uri="{909E8E84-426E-40DD-AFC4-6F175D3DCCD1}">
                <a14:hiddenFill xmlns:a14="http://schemas.microsoft.com/office/drawing/2010/main">
                  <a:noFill/>
                </a14:hiddenFill>
              </a:ext>
            </a:extLst>
          </p:spPr>
          <p:txBody>
            <a:bodyPr wrap="none" anchor="ctr"/>
            <a:lstStyle/>
            <a:p>
              <a:endParaRPr lang="en-US"/>
            </a:p>
          </p:txBody>
        </p:sp>
        <p:sp>
          <p:nvSpPr>
            <p:cNvPr id="3949801" name="Rectangle 1229">
              <a:extLst>
                <a:ext uri="{FF2B5EF4-FFF2-40B4-BE49-F238E27FC236}">
                  <a16:creationId xmlns:a16="http://schemas.microsoft.com/office/drawing/2014/main" id="{A244ADAB-4510-5E5C-F9E9-9CE63B654F65}"/>
                </a:ext>
              </a:extLst>
            </p:cNvPr>
            <p:cNvSpPr>
              <a:spLocks noChangeArrowheads="1"/>
            </p:cNvSpPr>
            <p:nvPr/>
          </p:nvSpPr>
          <p:spPr bwMode="auto">
            <a:xfrm>
              <a:off x="3510756" y="1004888"/>
              <a:ext cx="736600" cy="4038600"/>
            </a:xfrm>
            <a:prstGeom prst="rect">
              <a:avLst/>
            </a:prstGeom>
            <a:solidFill>
              <a:srgbClr val="477BFD">
                <a:alpha val="50195"/>
              </a:srgbClr>
            </a:solidFill>
            <a:ln>
              <a:noFill/>
            </a:ln>
            <a:extLst>
              <a:ext uri="{91240B29-F687-4F45-9708-019B960494DF}">
                <a14:hiddenLine xmlns:a14="http://schemas.microsoft.com/office/drawing/2010/main" w="38100">
                  <a:solidFill>
                    <a:srgbClr val="000000"/>
                  </a:solidFill>
                  <a:miter lim="800000"/>
                  <a:headEnd type="none" w="lg" len="lg"/>
                  <a:tailEnd type="none" w="lg" len="lg"/>
                </a14:hiddenLine>
              </a:ext>
            </a:extLst>
          </p:spPr>
          <p:txBody>
            <a:bodyPr wrap="none" anchor="ctr"/>
            <a:lstStyle/>
            <a:p>
              <a:endParaRPr lang="en-US"/>
            </a:p>
          </p:txBody>
        </p:sp>
        <p:grpSp>
          <p:nvGrpSpPr>
            <p:cNvPr id="3949802" name="Group 1230">
              <a:extLst>
                <a:ext uri="{FF2B5EF4-FFF2-40B4-BE49-F238E27FC236}">
                  <a16:creationId xmlns:a16="http://schemas.microsoft.com/office/drawing/2014/main" id="{BD19712D-3A58-12A9-753D-7E13E523C33A}"/>
                </a:ext>
              </a:extLst>
            </p:cNvPr>
            <p:cNvGrpSpPr>
              <a:grpSpLocks/>
            </p:cNvGrpSpPr>
            <p:nvPr/>
          </p:nvGrpSpPr>
          <p:grpSpPr bwMode="auto">
            <a:xfrm>
              <a:off x="5231606" y="1541464"/>
              <a:ext cx="985838" cy="811213"/>
              <a:chOff x="2700" y="1858"/>
              <a:chExt cx="948" cy="780"/>
            </a:xfrm>
          </p:grpSpPr>
          <p:sp>
            <p:nvSpPr>
              <p:cNvPr id="3949815" name="Rectangle 1231">
                <a:extLst>
                  <a:ext uri="{FF2B5EF4-FFF2-40B4-BE49-F238E27FC236}">
                    <a16:creationId xmlns:a16="http://schemas.microsoft.com/office/drawing/2014/main" id="{9CF161F5-C299-EB6F-EDB5-1C91C7653146}"/>
                  </a:ext>
                </a:extLst>
              </p:cNvPr>
              <p:cNvSpPr>
                <a:spLocks noChangeArrowheads="1"/>
              </p:cNvSpPr>
              <p:nvPr/>
            </p:nvSpPr>
            <p:spPr bwMode="auto">
              <a:xfrm>
                <a:off x="2700" y="1858"/>
                <a:ext cx="948" cy="780"/>
              </a:xfrm>
              <a:prstGeom prst="rect">
                <a:avLst/>
              </a:prstGeom>
              <a:solidFill>
                <a:srgbClr val="3770FD">
                  <a:alpha val="50195"/>
                </a:srgbClr>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p>
                <a:endParaRPr lang="en-US"/>
              </a:p>
            </p:txBody>
          </p:sp>
          <p:grpSp>
            <p:nvGrpSpPr>
              <p:cNvPr id="3949816" name="Group 1232">
                <a:extLst>
                  <a:ext uri="{FF2B5EF4-FFF2-40B4-BE49-F238E27FC236}">
                    <a16:creationId xmlns:a16="http://schemas.microsoft.com/office/drawing/2014/main" id="{2CD03355-E57E-7858-79C5-3BAF8CE9596A}"/>
                  </a:ext>
                </a:extLst>
              </p:cNvPr>
              <p:cNvGrpSpPr>
                <a:grpSpLocks/>
              </p:cNvGrpSpPr>
              <p:nvPr/>
            </p:nvGrpSpPr>
            <p:grpSpPr bwMode="auto">
              <a:xfrm>
                <a:off x="2931" y="2061"/>
                <a:ext cx="506" cy="416"/>
                <a:chOff x="4101" y="2013"/>
                <a:chExt cx="506" cy="416"/>
              </a:xfrm>
            </p:grpSpPr>
            <p:sp>
              <p:nvSpPr>
                <p:cNvPr id="3949817" name="Line 1233">
                  <a:extLst>
                    <a:ext uri="{FF2B5EF4-FFF2-40B4-BE49-F238E27FC236}">
                      <a16:creationId xmlns:a16="http://schemas.microsoft.com/office/drawing/2014/main" id="{2EBC56F6-AEA3-BC84-997F-C93DACD60D35}"/>
                    </a:ext>
                  </a:extLst>
                </p:cNvPr>
                <p:cNvSpPr>
                  <a:spLocks noChangeShapeType="1"/>
                </p:cNvSpPr>
                <p:nvPr/>
              </p:nvSpPr>
              <p:spPr bwMode="auto">
                <a:xfrm flipV="1">
                  <a:off x="4101" y="2013"/>
                  <a:ext cx="0" cy="416"/>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3949818" name="Line 1234">
                  <a:extLst>
                    <a:ext uri="{FF2B5EF4-FFF2-40B4-BE49-F238E27FC236}">
                      <a16:creationId xmlns:a16="http://schemas.microsoft.com/office/drawing/2014/main" id="{C96C5612-D90F-9DB0-34F6-25CDC73B294E}"/>
                    </a:ext>
                  </a:extLst>
                </p:cNvPr>
                <p:cNvSpPr>
                  <a:spLocks noChangeShapeType="1"/>
                </p:cNvSpPr>
                <p:nvPr/>
              </p:nvSpPr>
              <p:spPr bwMode="auto">
                <a:xfrm>
                  <a:off x="4107" y="2423"/>
                  <a:ext cx="500"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3949819" name="Arc 1235">
                  <a:extLst>
                    <a:ext uri="{FF2B5EF4-FFF2-40B4-BE49-F238E27FC236}">
                      <a16:creationId xmlns:a16="http://schemas.microsoft.com/office/drawing/2014/main" id="{9416A917-6554-46EA-19DE-3D5181FBE3AA}"/>
                    </a:ext>
                  </a:extLst>
                </p:cNvPr>
                <p:cNvSpPr>
                  <a:spLocks/>
                </p:cNvSpPr>
                <p:nvPr/>
              </p:nvSpPr>
              <p:spPr bwMode="auto">
                <a:xfrm flipH="1" flipV="1">
                  <a:off x="4109" y="2068"/>
                  <a:ext cx="379" cy="331"/>
                </a:xfrm>
                <a:custGeom>
                  <a:avLst/>
                  <a:gdLst>
                    <a:gd name="T0" fmla="*/ 7 w 21600"/>
                    <a:gd name="T1" fmla="*/ 0 h 21600"/>
                    <a:gd name="T2" fmla="*/ 0 w 21600"/>
                    <a:gd name="T3" fmla="*/ 5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21600" y="0"/>
                      </a:moveTo>
                      <a:cubicBezTo>
                        <a:pt x="21600" y="11929"/>
                        <a:pt x="11929" y="21599"/>
                        <a:pt x="0" y="21600"/>
                      </a:cubicBezTo>
                    </a:path>
                    <a:path w="21600" h="21600" stroke="0" extrusionOk="0">
                      <a:moveTo>
                        <a:pt x="21600" y="0"/>
                      </a:moveTo>
                      <a:cubicBezTo>
                        <a:pt x="21600" y="11929"/>
                        <a:pt x="11929" y="21599"/>
                        <a:pt x="0" y="21600"/>
                      </a:cubicBezTo>
                      <a:lnTo>
                        <a:pt x="0" y="0"/>
                      </a:lnTo>
                      <a:close/>
                    </a:path>
                  </a:pathLst>
                </a:custGeom>
                <a:noFill/>
                <a:ln w="28575" cap="rnd">
                  <a:solidFill>
                    <a:schemeClr val="bg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grpSp>
        <p:grpSp>
          <p:nvGrpSpPr>
            <p:cNvPr id="3949803" name="Group 1236">
              <a:extLst>
                <a:ext uri="{FF2B5EF4-FFF2-40B4-BE49-F238E27FC236}">
                  <a16:creationId xmlns:a16="http://schemas.microsoft.com/office/drawing/2014/main" id="{6AA3FD26-9790-DDFB-F196-1DD1D51EBE8C}"/>
                </a:ext>
              </a:extLst>
            </p:cNvPr>
            <p:cNvGrpSpPr>
              <a:grpSpLocks/>
            </p:cNvGrpSpPr>
            <p:nvPr/>
          </p:nvGrpSpPr>
          <p:grpSpPr bwMode="auto">
            <a:xfrm>
              <a:off x="6006306" y="2162176"/>
              <a:ext cx="985838" cy="811212"/>
              <a:chOff x="2700" y="1858"/>
              <a:chExt cx="948" cy="780"/>
            </a:xfrm>
          </p:grpSpPr>
          <p:sp>
            <p:nvSpPr>
              <p:cNvPr id="3949810" name="Rectangle 1237">
                <a:extLst>
                  <a:ext uri="{FF2B5EF4-FFF2-40B4-BE49-F238E27FC236}">
                    <a16:creationId xmlns:a16="http://schemas.microsoft.com/office/drawing/2014/main" id="{AEA4CA0C-5486-B67E-B914-0795FA91F231}"/>
                  </a:ext>
                </a:extLst>
              </p:cNvPr>
              <p:cNvSpPr>
                <a:spLocks noChangeArrowheads="1"/>
              </p:cNvSpPr>
              <p:nvPr/>
            </p:nvSpPr>
            <p:spPr bwMode="auto">
              <a:xfrm>
                <a:off x="2700" y="1858"/>
                <a:ext cx="948" cy="780"/>
              </a:xfrm>
              <a:prstGeom prst="rect">
                <a:avLst/>
              </a:prstGeom>
              <a:solidFill>
                <a:srgbClr val="3770FD">
                  <a:alpha val="50195"/>
                </a:srgbClr>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p>
                <a:endParaRPr lang="en-US"/>
              </a:p>
            </p:txBody>
          </p:sp>
          <p:grpSp>
            <p:nvGrpSpPr>
              <p:cNvPr id="3949811" name="Group 1238">
                <a:extLst>
                  <a:ext uri="{FF2B5EF4-FFF2-40B4-BE49-F238E27FC236}">
                    <a16:creationId xmlns:a16="http://schemas.microsoft.com/office/drawing/2014/main" id="{932666EC-65D8-4D60-19BC-87A65A9701A0}"/>
                  </a:ext>
                </a:extLst>
              </p:cNvPr>
              <p:cNvGrpSpPr>
                <a:grpSpLocks/>
              </p:cNvGrpSpPr>
              <p:nvPr/>
            </p:nvGrpSpPr>
            <p:grpSpPr bwMode="auto">
              <a:xfrm>
                <a:off x="2931" y="2061"/>
                <a:ext cx="506" cy="416"/>
                <a:chOff x="4101" y="2013"/>
                <a:chExt cx="506" cy="416"/>
              </a:xfrm>
            </p:grpSpPr>
            <p:sp>
              <p:nvSpPr>
                <p:cNvPr id="3949812" name="Line 1239">
                  <a:extLst>
                    <a:ext uri="{FF2B5EF4-FFF2-40B4-BE49-F238E27FC236}">
                      <a16:creationId xmlns:a16="http://schemas.microsoft.com/office/drawing/2014/main" id="{41FD9D86-9121-A799-68FA-7F1A0D3F53B6}"/>
                    </a:ext>
                  </a:extLst>
                </p:cNvPr>
                <p:cNvSpPr>
                  <a:spLocks noChangeShapeType="1"/>
                </p:cNvSpPr>
                <p:nvPr/>
              </p:nvSpPr>
              <p:spPr bwMode="auto">
                <a:xfrm flipV="1">
                  <a:off x="4101" y="2013"/>
                  <a:ext cx="0" cy="416"/>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3949813" name="Line 1240">
                  <a:extLst>
                    <a:ext uri="{FF2B5EF4-FFF2-40B4-BE49-F238E27FC236}">
                      <a16:creationId xmlns:a16="http://schemas.microsoft.com/office/drawing/2014/main" id="{34C34279-FE10-7AF9-A3D7-C5E08B992D65}"/>
                    </a:ext>
                  </a:extLst>
                </p:cNvPr>
                <p:cNvSpPr>
                  <a:spLocks noChangeShapeType="1"/>
                </p:cNvSpPr>
                <p:nvPr/>
              </p:nvSpPr>
              <p:spPr bwMode="auto">
                <a:xfrm>
                  <a:off x="4107" y="2423"/>
                  <a:ext cx="500"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3949814" name="Arc 1241">
                  <a:extLst>
                    <a:ext uri="{FF2B5EF4-FFF2-40B4-BE49-F238E27FC236}">
                      <a16:creationId xmlns:a16="http://schemas.microsoft.com/office/drawing/2014/main" id="{AC62BAE5-56A7-047C-7053-92016F93C690}"/>
                    </a:ext>
                  </a:extLst>
                </p:cNvPr>
                <p:cNvSpPr>
                  <a:spLocks/>
                </p:cNvSpPr>
                <p:nvPr/>
              </p:nvSpPr>
              <p:spPr bwMode="auto">
                <a:xfrm flipH="1" flipV="1">
                  <a:off x="4109" y="2068"/>
                  <a:ext cx="379" cy="331"/>
                </a:xfrm>
                <a:custGeom>
                  <a:avLst/>
                  <a:gdLst>
                    <a:gd name="T0" fmla="*/ 7 w 21600"/>
                    <a:gd name="T1" fmla="*/ 0 h 21600"/>
                    <a:gd name="T2" fmla="*/ 0 w 21600"/>
                    <a:gd name="T3" fmla="*/ 5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21600" y="0"/>
                      </a:moveTo>
                      <a:cubicBezTo>
                        <a:pt x="21600" y="11929"/>
                        <a:pt x="11929" y="21599"/>
                        <a:pt x="0" y="21600"/>
                      </a:cubicBezTo>
                    </a:path>
                    <a:path w="21600" h="21600" stroke="0" extrusionOk="0">
                      <a:moveTo>
                        <a:pt x="21600" y="0"/>
                      </a:moveTo>
                      <a:cubicBezTo>
                        <a:pt x="21600" y="11929"/>
                        <a:pt x="11929" y="21599"/>
                        <a:pt x="0" y="21600"/>
                      </a:cubicBezTo>
                      <a:lnTo>
                        <a:pt x="0" y="0"/>
                      </a:lnTo>
                      <a:close/>
                    </a:path>
                  </a:pathLst>
                </a:custGeom>
                <a:noFill/>
                <a:ln w="28575" cap="rnd">
                  <a:solidFill>
                    <a:schemeClr val="bg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grpSp>
        <p:grpSp>
          <p:nvGrpSpPr>
            <p:cNvPr id="3949804" name="Group 1242">
              <a:extLst>
                <a:ext uri="{FF2B5EF4-FFF2-40B4-BE49-F238E27FC236}">
                  <a16:creationId xmlns:a16="http://schemas.microsoft.com/office/drawing/2014/main" id="{FB64645B-59AE-EC6D-67C8-F83EC6C93D4E}"/>
                </a:ext>
              </a:extLst>
            </p:cNvPr>
            <p:cNvGrpSpPr>
              <a:grpSpLocks/>
            </p:cNvGrpSpPr>
            <p:nvPr/>
          </p:nvGrpSpPr>
          <p:grpSpPr bwMode="auto">
            <a:xfrm>
              <a:off x="5096670" y="3606801"/>
              <a:ext cx="985837" cy="811212"/>
              <a:chOff x="2700" y="1858"/>
              <a:chExt cx="948" cy="780"/>
            </a:xfrm>
          </p:grpSpPr>
          <p:sp>
            <p:nvSpPr>
              <p:cNvPr id="3949805" name="Rectangle 1243">
                <a:extLst>
                  <a:ext uri="{FF2B5EF4-FFF2-40B4-BE49-F238E27FC236}">
                    <a16:creationId xmlns:a16="http://schemas.microsoft.com/office/drawing/2014/main" id="{9BE47012-68BF-BC04-B19C-D1A3CFC0B972}"/>
                  </a:ext>
                </a:extLst>
              </p:cNvPr>
              <p:cNvSpPr>
                <a:spLocks noChangeArrowheads="1"/>
              </p:cNvSpPr>
              <p:nvPr/>
            </p:nvSpPr>
            <p:spPr bwMode="auto">
              <a:xfrm>
                <a:off x="2700" y="1858"/>
                <a:ext cx="948" cy="780"/>
              </a:xfrm>
              <a:prstGeom prst="rect">
                <a:avLst/>
              </a:prstGeom>
              <a:solidFill>
                <a:srgbClr val="3770FD">
                  <a:alpha val="50195"/>
                </a:srgbClr>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p>
                <a:endParaRPr lang="en-US"/>
              </a:p>
            </p:txBody>
          </p:sp>
          <p:grpSp>
            <p:nvGrpSpPr>
              <p:cNvPr id="3949806" name="Group 1244">
                <a:extLst>
                  <a:ext uri="{FF2B5EF4-FFF2-40B4-BE49-F238E27FC236}">
                    <a16:creationId xmlns:a16="http://schemas.microsoft.com/office/drawing/2014/main" id="{DFD43839-1A12-CC89-43C9-5B69BD57DBBD}"/>
                  </a:ext>
                </a:extLst>
              </p:cNvPr>
              <p:cNvGrpSpPr>
                <a:grpSpLocks/>
              </p:cNvGrpSpPr>
              <p:nvPr/>
            </p:nvGrpSpPr>
            <p:grpSpPr bwMode="auto">
              <a:xfrm>
                <a:off x="2931" y="2061"/>
                <a:ext cx="506" cy="416"/>
                <a:chOff x="4101" y="2013"/>
                <a:chExt cx="506" cy="416"/>
              </a:xfrm>
            </p:grpSpPr>
            <p:sp>
              <p:nvSpPr>
                <p:cNvPr id="3949807" name="Line 1245">
                  <a:extLst>
                    <a:ext uri="{FF2B5EF4-FFF2-40B4-BE49-F238E27FC236}">
                      <a16:creationId xmlns:a16="http://schemas.microsoft.com/office/drawing/2014/main" id="{B97952D1-CCF8-2E92-7FBD-56F25755B5D9}"/>
                    </a:ext>
                  </a:extLst>
                </p:cNvPr>
                <p:cNvSpPr>
                  <a:spLocks noChangeShapeType="1"/>
                </p:cNvSpPr>
                <p:nvPr/>
              </p:nvSpPr>
              <p:spPr bwMode="auto">
                <a:xfrm flipV="1">
                  <a:off x="4101" y="2013"/>
                  <a:ext cx="0" cy="416"/>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3949808" name="Line 1246">
                  <a:extLst>
                    <a:ext uri="{FF2B5EF4-FFF2-40B4-BE49-F238E27FC236}">
                      <a16:creationId xmlns:a16="http://schemas.microsoft.com/office/drawing/2014/main" id="{792665E0-66F1-E9EB-1CB0-A734BD267371}"/>
                    </a:ext>
                  </a:extLst>
                </p:cNvPr>
                <p:cNvSpPr>
                  <a:spLocks noChangeShapeType="1"/>
                </p:cNvSpPr>
                <p:nvPr/>
              </p:nvSpPr>
              <p:spPr bwMode="auto">
                <a:xfrm>
                  <a:off x="4107" y="2423"/>
                  <a:ext cx="500"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3949809" name="Arc 1247">
                  <a:extLst>
                    <a:ext uri="{FF2B5EF4-FFF2-40B4-BE49-F238E27FC236}">
                      <a16:creationId xmlns:a16="http://schemas.microsoft.com/office/drawing/2014/main" id="{F49F52D7-32C0-0883-2A7E-62AE3AFEC14D}"/>
                    </a:ext>
                  </a:extLst>
                </p:cNvPr>
                <p:cNvSpPr>
                  <a:spLocks/>
                </p:cNvSpPr>
                <p:nvPr/>
              </p:nvSpPr>
              <p:spPr bwMode="auto">
                <a:xfrm flipH="1" flipV="1">
                  <a:off x="4109" y="2068"/>
                  <a:ext cx="379" cy="331"/>
                </a:xfrm>
                <a:custGeom>
                  <a:avLst/>
                  <a:gdLst>
                    <a:gd name="T0" fmla="*/ 7 w 21600"/>
                    <a:gd name="T1" fmla="*/ 0 h 21600"/>
                    <a:gd name="T2" fmla="*/ 0 w 21600"/>
                    <a:gd name="T3" fmla="*/ 5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21600" y="0"/>
                      </a:moveTo>
                      <a:cubicBezTo>
                        <a:pt x="21600" y="11929"/>
                        <a:pt x="11929" y="21599"/>
                        <a:pt x="0" y="21600"/>
                      </a:cubicBezTo>
                    </a:path>
                    <a:path w="21600" h="21600" stroke="0" extrusionOk="0">
                      <a:moveTo>
                        <a:pt x="21600" y="0"/>
                      </a:moveTo>
                      <a:cubicBezTo>
                        <a:pt x="21600" y="11929"/>
                        <a:pt x="11929" y="21599"/>
                        <a:pt x="0" y="21600"/>
                      </a:cubicBezTo>
                      <a:lnTo>
                        <a:pt x="0" y="0"/>
                      </a:lnTo>
                      <a:close/>
                    </a:path>
                  </a:pathLst>
                </a:custGeom>
                <a:noFill/>
                <a:ln w="28575" cap="rnd">
                  <a:solidFill>
                    <a:schemeClr val="bg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grpSp>
      </p:grpSp>
      <p:grpSp>
        <p:nvGrpSpPr>
          <p:cNvPr id="3949820" name="Group 3949819">
            <a:extLst>
              <a:ext uri="{FF2B5EF4-FFF2-40B4-BE49-F238E27FC236}">
                <a16:creationId xmlns:a16="http://schemas.microsoft.com/office/drawing/2014/main" id="{2A36BA38-F36C-F0FA-61B3-0256D9C84293}"/>
              </a:ext>
            </a:extLst>
          </p:cNvPr>
          <p:cNvGrpSpPr/>
          <p:nvPr/>
        </p:nvGrpSpPr>
        <p:grpSpPr>
          <a:xfrm>
            <a:off x="7195225" y="1012016"/>
            <a:ext cx="3481388" cy="4038600"/>
            <a:chOff x="3510756" y="1004888"/>
            <a:chExt cx="3481388" cy="4038600"/>
          </a:xfrm>
        </p:grpSpPr>
        <p:sp>
          <p:nvSpPr>
            <p:cNvPr id="3949821" name="Line 1226">
              <a:extLst>
                <a:ext uri="{FF2B5EF4-FFF2-40B4-BE49-F238E27FC236}">
                  <a16:creationId xmlns:a16="http://schemas.microsoft.com/office/drawing/2014/main" id="{35577A6F-A0AF-21B5-CFF6-E703A3F1EC5F}"/>
                </a:ext>
              </a:extLst>
            </p:cNvPr>
            <p:cNvSpPr>
              <a:spLocks noChangeShapeType="1"/>
            </p:cNvSpPr>
            <p:nvPr/>
          </p:nvSpPr>
          <p:spPr bwMode="auto">
            <a:xfrm flipV="1">
              <a:off x="3948906" y="1955306"/>
              <a:ext cx="1325893" cy="525958"/>
            </a:xfrm>
            <a:prstGeom prst="line">
              <a:avLst/>
            </a:prstGeom>
            <a:noFill/>
            <a:ln w="76200">
              <a:solidFill>
                <a:schemeClr val="bg1"/>
              </a:solidFill>
              <a:round/>
              <a:headEnd type="none" w="lg" len="lg"/>
              <a:tailEnd type="triangle" w="med" len="lg"/>
            </a:ln>
            <a:extLst>
              <a:ext uri="{909E8E84-426E-40DD-AFC4-6F175D3DCCD1}">
                <a14:hiddenFill xmlns:a14="http://schemas.microsoft.com/office/drawing/2010/main">
                  <a:noFill/>
                </a14:hiddenFill>
              </a:ext>
            </a:extLst>
          </p:spPr>
          <p:txBody>
            <a:bodyPr wrap="none" anchor="ctr"/>
            <a:lstStyle/>
            <a:p>
              <a:endParaRPr lang="en-US"/>
            </a:p>
          </p:txBody>
        </p:sp>
        <p:sp>
          <p:nvSpPr>
            <p:cNvPr id="3949822" name="Line 1227">
              <a:extLst>
                <a:ext uri="{FF2B5EF4-FFF2-40B4-BE49-F238E27FC236}">
                  <a16:creationId xmlns:a16="http://schemas.microsoft.com/office/drawing/2014/main" id="{8EBDA83F-2DEB-13CA-0F3E-430EE47116A1}"/>
                </a:ext>
              </a:extLst>
            </p:cNvPr>
            <p:cNvSpPr>
              <a:spLocks noChangeShapeType="1"/>
            </p:cNvSpPr>
            <p:nvPr/>
          </p:nvSpPr>
          <p:spPr bwMode="auto">
            <a:xfrm flipV="1">
              <a:off x="3948908" y="2565347"/>
              <a:ext cx="2016248" cy="2079678"/>
            </a:xfrm>
            <a:prstGeom prst="line">
              <a:avLst/>
            </a:prstGeom>
            <a:noFill/>
            <a:ln w="76200">
              <a:solidFill>
                <a:schemeClr val="bg1"/>
              </a:solidFill>
              <a:round/>
              <a:headEnd type="none" w="lg" len="lg"/>
              <a:tailEnd type="triangle" w="med" len="lg"/>
            </a:ln>
            <a:extLst>
              <a:ext uri="{909E8E84-426E-40DD-AFC4-6F175D3DCCD1}">
                <a14:hiddenFill xmlns:a14="http://schemas.microsoft.com/office/drawing/2010/main">
                  <a:noFill/>
                </a14:hiddenFill>
              </a:ext>
            </a:extLst>
          </p:spPr>
          <p:txBody>
            <a:bodyPr wrap="none" anchor="ctr"/>
            <a:lstStyle/>
            <a:p>
              <a:endParaRPr lang="en-US"/>
            </a:p>
          </p:txBody>
        </p:sp>
        <p:sp>
          <p:nvSpPr>
            <p:cNvPr id="3949823" name="Line 1228">
              <a:extLst>
                <a:ext uri="{FF2B5EF4-FFF2-40B4-BE49-F238E27FC236}">
                  <a16:creationId xmlns:a16="http://schemas.microsoft.com/office/drawing/2014/main" id="{1B899CEE-D9ED-F994-6796-CF3A23AFBF77}"/>
                </a:ext>
              </a:extLst>
            </p:cNvPr>
            <p:cNvSpPr>
              <a:spLocks noChangeShapeType="1"/>
            </p:cNvSpPr>
            <p:nvPr/>
          </p:nvSpPr>
          <p:spPr bwMode="auto">
            <a:xfrm>
              <a:off x="3948906" y="1427163"/>
              <a:ext cx="1132172" cy="2688394"/>
            </a:xfrm>
            <a:prstGeom prst="line">
              <a:avLst/>
            </a:prstGeom>
            <a:noFill/>
            <a:ln w="76200">
              <a:solidFill>
                <a:schemeClr val="bg1"/>
              </a:solidFill>
              <a:round/>
              <a:headEnd type="none" w="lg" len="lg"/>
              <a:tailEnd type="triangle" w="med" len="lg"/>
            </a:ln>
            <a:extLst>
              <a:ext uri="{909E8E84-426E-40DD-AFC4-6F175D3DCCD1}">
                <a14:hiddenFill xmlns:a14="http://schemas.microsoft.com/office/drawing/2010/main">
                  <a:noFill/>
                </a14:hiddenFill>
              </a:ext>
            </a:extLst>
          </p:spPr>
          <p:txBody>
            <a:bodyPr wrap="none" anchor="ctr"/>
            <a:lstStyle/>
            <a:p>
              <a:endParaRPr lang="en-US"/>
            </a:p>
          </p:txBody>
        </p:sp>
        <p:sp>
          <p:nvSpPr>
            <p:cNvPr id="104675" name="Rectangle 1229">
              <a:extLst>
                <a:ext uri="{FF2B5EF4-FFF2-40B4-BE49-F238E27FC236}">
                  <a16:creationId xmlns:a16="http://schemas.microsoft.com/office/drawing/2014/main" id="{A00648A1-BB20-27A1-5F7E-91D904B57DF6}"/>
                </a:ext>
              </a:extLst>
            </p:cNvPr>
            <p:cNvSpPr>
              <a:spLocks noChangeArrowheads="1"/>
            </p:cNvSpPr>
            <p:nvPr/>
          </p:nvSpPr>
          <p:spPr bwMode="auto">
            <a:xfrm>
              <a:off x="3510756" y="1004888"/>
              <a:ext cx="736600" cy="4038600"/>
            </a:xfrm>
            <a:prstGeom prst="rect">
              <a:avLst/>
            </a:prstGeom>
            <a:solidFill>
              <a:srgbClr val="477BFD">
                <a:alpha val="50195"/>
              </a:srgbClr>
            </a:solidFill>
            <a:ln>
              <a:noFill/>
            </a:ln>
            <a:extLst>
              <a:ext uri="{91240B29-F687-4F45-9708-019B960494DF}">
                <a14:hiddenLine xmlns:a14="http://schemas.microsoft.com/office/drawing/2010/main" w="38100">
                  <a:solidFill>
                    <a:srgbClr val="000000"/>
                  </a:solidFill>
                  <a:miter lim="800000"/>
                  <a:headEnd type="none" w="lg" len="lg"/>
                  <a:tailEnd type="none" w="lg" len="lg"/>
                </a14:hiddenLine>
              </a:ext>
            </a:extLst>
          </p:spPr>
          <p:txBody>
            <a:bodyPr wrap="none" anchor="ctr"/>
            <a:lstStyle/>
            <a:p>
              <a:endParaRPr lang="en-US"/>
            </a:p>
          </p:txBody>
        </p:sp>
        <p:grpSp>
          <p:nvGrpSpPr>
            <p:cNvPr id="104676" name="Group 1230">
              <a:extLst>
                <a:ext uri="{FF2B5EF4-FFF2-40B4-BE49-F238E27FC236}">
                  <a16:creationId xmlns:a16="http://schemas.microsoft.com/office/drawing/2014/main" id="{255A43B2-22C0-8A71-CCA5-4A5E951185F7}"/>
                </a:ext>
              </a:extLst>
            </p:cNvPr>
            <p:cNvGrpSpPr>
              <a:grpSpLocks/>
            </p:cNvGrpSpPr>
            <p:nvPr/>
          </p:nvGrpSpPr>
          <p:grpSpPr bwMode="auto">
            <a:xfrm>
              <a:off x="5231606" y="1541464"/>
              <a:ext cx="985838" cy="811213"/>
              <a:chOff x="2700" y="1858"/>
              <a:chExt cx="948" cy="780"/>
            </a:xfrm>
          </p:grpSpPr>
          <p:sp>
            <p:nvSpPr>
              <p:cNvPr id="104689" name="Rectangle 1231">
                <a:extLst>
                  <a:ext uri="{FF2B5EF4-FFF2-40B4-BE49-F238E27FC236}">
                    <a16:creationId xmlns:a16="http://schemas.microsoft.com/office/drawing/2014/main" id="{E651F417-555D-1CE1-E8D2-723366D230B7}"/>
                  </a:ext>
                </a:extLst>
              </p:cNvPr>
              <p:cNvSpPr>
                <a:spLocks noChangeArrowheads="1"/>
              </p:cNvSpPr>
              <p:nvPr/>
            </p:nvSpPr>
            <p:spPr bwMode="auto">
              <a:xfrm>
                <a:off x="2700" y="1858"/>
                <a:ext cx="948" cy="780"/>
              </a:xfrm>
              <a:prstGeom prst="rect">
                <a:avLst/>
              </a:prstGeom>
              <a:solidFill>
                <a:srgbClr val="3770FD">
                  <a:alpha val="50195"/>
                </a:srgbClr>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p>
                <a:endParaRPr lang="en-US"/>
              </a:p>
            </p:txBody>
          </p:sp>
          <p:grpSp>
            <p:nvGrpSpPr>
              <p:cNvPr id="104690" name="Group 1232">
                <a:extLst>
                  <a:ext uri="{FF2B5EF4-FFF2-40B4-BE49-F238E27FC236}">
                    <a16:creationId xmlns:a16="http://schemas.microsoft.com/office/drawing/2014/main" id="{4A575489-9111-FA62-1A26-6692152A5660}"/>
                  </a:ext>
                </a:extLst>
              </p:cNvPr>
              <p:cNvGrpSpPr>
                <a:grpSpLocks/>
              </p:cNvGrpSpPr>
              <p:nvPr/>
            </p:nvGrpSpPr>
            <p:grpSpPr bwMode="auto">
              <a:xfrm>
                <a:off x="2931" y="2061"/>
                <a:ext cx="506" cy="416"/>
                <a:chOff x="4101" y="2013"/>
                <a:chExt cx="506" cy="416"/>
              </a:xfrm>
            </p:grpSpPr>
            <p:sp>
              <p:nvSpPr>
                <p:cNvPr id="104691" name="Line 1233">
                  <a:extLst>
                    <a:ext uri="{FF2B5EF4-FFF2-40B4-BE49-F238E27FC236}">
                      <a16:creationId xmlns:a16="http://schemas.microsoft.com/office/drawing/2014/main" id="{E1D27EA1-C773-3311-8FEE-07836B9ECB2A}"/>
                    </a:ext>
                  </a:extLst>
                </p:cNvPr>
                <p:cNvSpPr>
                  <a:spLocks noChangeShapeType="1"/>
                </p:cNvSpPr>
                <p:nvPr/>
              </p:nvSpPr>
              <p:spPr bwMode="auto">
                <a:xfrm flipV="1">
                  <a:off x="4101" y="2013"/>
                  <a:ext cx="0" cy="416"/>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4692" name="Line 1234">
                  <a:extLst>
                    <a:ext uri="{FF2B5EF4-FFF2-40B4-BE49-F238E27FC236}">
                      <a16:creationId xmlns:a16="http://schemas.microsoft.com/office/drawing/2014/main" id="{64F0048B-2EAF-B1A9-BD51-C59A6F37FD82}"/>
                    </a:ext>
                  </a:extLst>
                </p:cNvPr>
                <p:cNvSpPr>
                  <a:spLocks noChangeShapeType="1"/>
                </p:cNvSpPr>
                <p:nvPr/>
              </p:nvSpPr>
              <p:spPr bwMode="auto">
                <a:xfrm>
                  <a:off x="4107" y="2423"/>
                  <a:ext cx="500"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4693" name="Arc 1235">
                  <a:extLst>
                    <a:ext uri="{FF2B5EF4-FFF2-40B4-BE49-F238E27FC236}">
                      <a16:creationId xmlns:a16="http://schemas.microsoft.com/office/drawing/2014/main" id="{6CAE38B1-735A-A5BD-9476-27B627BBD678}"/>
                    </a:ext>
                  </a:extLst>
                </p:cNvPr>
                <p:cNvSpPr>
                  <a:spLocks/>
                </p:cNvSpPr>
                <p:nvPr/>
              </p:nvSpPr>
              <p:spPr bwMode="auto">
                <a:xfrm flipH="1" flipV="1">
                  <a:off x="4109" y="2068"/>
                  <a:ext cx="379" cy="331"/>
                </a:xfrm>
                <a:custGeom>
                  <a:avLst/>
                  <a:gdLst>
                    <a:gd name="T0" fmla="*/ 7 w 21600"/>
                    <a:gd name="T1" fmla="*/ 0 h 21600"/>
                    <a:gd name="T2" fmla="*/ 0 w 21600"/>
                    <a:gd name="T3" fmla="*/ 5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21600" y="0"/>
                      </a:moveTo>
                      <a:cubicBezTo>
                        <a:pt x="21600" y="11929"/>
                        <a:pt x="11929" y="21599"/>
                        <a:pt x="0" y="21600"/>
                      </a:cubicBezTo>
                    </a:path>
                    <a:path w="21600" h="21600" stroke="0" extrusionOk="0">
                      <a:moveTo>
                        <a:pt x="21600" y="0"/>
                      </a:moveTo>
                      <a:cubicBezTo>
                        <a:pt x="21600" y="11929"/>
                        <a:pt x="11929" y="21599"/>
                        <a:pt x="0" y="21600"/>
                      </a:cubicBezTo>
                      <a:lnTo>
                        <a:pt x="0" y="0"/>
                      </a:lnTo>
                      <a:close/>
                    </a:path>
                  </a:pathLst>
                </a:custGeom>
                <a:noFill/>
                <a:ln w="28575" cap="rnd">
                  <a:solidFill>
                    <a:schemeClr val="bg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grpSp>
        <p:grpSp>
          <p:nvGrpSpPr>
            <p:cNvPr id="104677" name="Group 1236">
              <a:extLst>
                <a:ext uri="{FF2B5EF4-FFF2-40B4-BE49-F238E27FC236}">
                  <a16:creationId xmlns:a16="http://schemas.microsoft.com/office/drawing/2014/main" id="{D5BAA2A1-C6C2-0299-DE10-9D8226DAF66E}"/>
                </a:ext>
              </a:extLst>
            </p:cNvPr>
            <p:cNvGrpSpPr>
              <a:grpSpLocks/>
            </p:cNvGrpSpPr>
            <p:nvPr/>
          </p:nvGrpSpPr>
          <p:grpSpPr bwMode="auto">
            <a:xfrm>
              <a:off x="6006306" y="2162176"/>
              <a:ext cx="985838" cy="811212"/>
              <a:chOff x="2700" y="1858"/>
              <a:chExt cx="948" cy="780"/>
            </a:xfrm>
          </p:grpSpPr>
          <p:sp>
            <p:nvSpPr>
              <p:cNvPr id="104684" name="Rectangle 1237">
                <a:extLst>
                  <a:ext uri="{FF2B5EF4-FFF2-40B4-BE49-F238E27FC236}">
                    <a16:creationId xmlns:a16="http://schemas.microsoft.com/office/drawing/2014/main" id="{ED08BC7C-EAAF-2D92-1A9C-121B1D687F18}"/>
                  </a:ext>
                </a:extLst>
              </p:cNvPr>
              <p:cNvSpPr>
                <a:spLocks noChangeArrowheads="1"/>
              </p:cNvSpPr>
              <p:nvPr/>
            </p:nvSpPr>
            <p:spPr bwMode="auto">
              <a:xfrm>
                <a:off x="2700" y="1858"/>
                <a:ext cx="948" cy="780"/>
              </a:xfrm>
              <a:prstGeom prst="rect">
                <a:avLst/>
              </a:prstGeom>
              <a:solidFill>
                <a:srgbClr val="3770FD">
                  <a:alpha val="50195"/>
                </a:srgbClr>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p>
                <a:endParaRPr lang="en-US"/>
              </a:p>
            </p:txBody>
          </p:sp>
          <p:grpSp>
            <p:nvGrpSpPr>
              <p:cNvPr id="104685" name="Group 1238">
                <a:extLst>
                  <a:ext uri="{FF2B5EF4-FFF2-40B4-BE49-F238E27FC236}">
                    <a16:creationId xmlns:a16="http://schemas.microsoft.com/office/drawing/2014/main" id="{AC501003-48E9-98CA-0C43-327E9A37A30C}"/>
                  </a:ext>
                </a:extLst>
              </p:cNvPr>
              <p:cNvGrpSpPr>
                <a:grpSpLocks/>
              </p:cNvGrpSpPr>
              <p:nvPr/>
            </p:nvGrpSpPr>
            <p:grpSpPr bwMode="auto">
              <a:xfrm>
                <a:off x="2931" y="2061"/>
                <a:ext cx="506" cy="416"/>
                <a:chOff x="4101" y="2013"/>
                <a:chExt cx="506" cy="416"/>
              </a:xfrm>
            </p:grpSpPr>
            <p:sp>
              <p:nvSpPr>
                <p:cNvPr id="104686" name="Line 1239">
                  <a:extLst>
                    <a:ext uri="{FF2B5EF4-FFF2-40B4-BE49-F238E27FC236}">
                      <a16:creationId xmlns:a16="http://schemas.microsoft.com/office/drawing/2014/main" id="{E0D23EBD-C68A-33E3-9987-F3A8D9268319}"/>
                    </a:ext>
                  </a:extLst>
                </p:cNvPr>
                <p:cNvSpPr>
                  <a:spLocks noChangeShapeType="1"/>
                </p:cNvSpPr>
                <p:nvPr/>
              </p:nvSpPr>
              <p:spPr bwMode="auto">
                <a:xfrm flipV="1">
                  <a:off x="4101" y="2013"/>
                  <a:ext cx="0" cy="416"/>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4687" name="Line 1240">
                  <a:extLst>
                    <a:ext uri="{FF2B5EF4-FFF2-40B4-BE49-F238E27FC236}">
                      <a16:creationId xmlns:a16="http://schemas.microsoft.com/office/drawing/2014/main" id="{5CA38200-F533-2AC9-E00C-6588C85AB9EE}"/>
                    </a:ext>
                  </a:extLst>
                </p:cNvPr>
                <p:cNvSpPr>
                  <a:spLocks noChangeShapeType="1"/>
                </p:cNvSpPr>
                <p:nvPr/>
              </p:nvSpPr>
              <p:spPr bwMode="auto">
                <a:xfrm>
                  <a:off x="4107" y="2423"/>
                  <a:ext cx="500"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4688" name="Arc 1241">
                  <a:extLst>
                    <a:ext uri="{FF2B5EF4-FFF2-40B4-BE49-F238E27FC236}">
                      <a16:creationId xmlns:a16="http://schemas.microsoft.com/office/drawing/2014/main" id="{7668405A-1D96-2F92-E2C9-01B3A8CECED7}"/>
                    </a:ext>
                  </a:extLst>
                </p:cNvPr>
                <p:cNvSpPr>
                  <a:spLocks/>
                </p:cNvSpPr>
                <p:nvPr/>
              </p:nvSpPr>
              <p:spPr bwMode="auto">
                <a:xfrm flipH="1" flipV="1">
                  <a:off x="4109" y="2068"/>
                  <a:ext cx="379" cy="331"/>
                </a:xfrm>
                <a:custGeom>
                  <a:avLst/>
                  <a:gdLst>
                    <a:gd name="T0" fmla="*/ 7 w 21600"/>
                    <a:gd name="T1" fmla="*/ 0 h 21600"/>
                    <a:gd name="T2" fmla="*/ 0 w 21600"/>
                    <a:gd name="T3" fmla="*/ 5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21600" y="0"/>
                      </a:moveTo>
                      <a:cubicBezTo>
                        <a:pt x="21600" y="11929"/>
                        <a:pt x="11929" y="21599"/>
                        <a:pt x="0" y="21600"/>
                      </a:cubicBezTo>
                    </a:path>
                    <a:path w="21600" h="21600" stroke="0" extrusionOk="0">
                      <a:moveTo>
                        <a:pt x="21600" y="0"/>
                      </a:moveTo>
                      <a:cubicBezTo>
                        <a:pt x="21600" y="11929"/>
                        <a:pt x="11929" y="21599"/>
                        <a:pt x="0" y="21600"/>
                      </a:cubicBezTo>
                      <a:lnTo>
                        <a:pt x="0" y="0"/>
                      </a:lnTo>
                      <a:close/>
                    </a:path>
                  </a:pathLst>
                </a:custGeom>
                <a:noFill/>
                <a:ln w="28575" cap="rnd">
                  <a:solidFill>
                    <a:schemeClr val="bg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grpSp>
        <p:grpSp>
          <p:nvGrpSpPr>
            <p:cNvPr id="104678" name="Group 1242">
              <a:extLst>
                <a:ext uri="{FF2B5EF4-FFF2-40B4-BE49-F238E27FC236}">
                  <a16:creationId xmlns:a16="http://schemas.microsoft.com/office/drawing/2014/main" id="{E4A7FA59-3FED-3470-4DD2-418EBE787E93}"/>
                </a:ext>
              </a:extLst>
            </p:cNvPr>
            <p:cNvGrpSpPr>
              <a:grpSpLocks/>
            </p:cNvGrpSpPr>
            <p:nvPr/>
          </p:nvGrpSpPr>
          <p:grpSpPr bwMode="auto">
            <a:xfrm>
              <a:off x="5096670" y="3606801"/>
              <a:ext cx="985837" cy="811212"/>
              <a:chOff x="2700" y="1858"/>
              <a:chExt cx="948" cy="780"/>
            </a:xfrm>
          </p:grpSpPr>
          <p:sp>
            <p:nvSpPr>
              <p:cNvPr id="104679" name="Rectangle 1243">
                <a:extLst>
                  <a:ext uri="{FF2B5EF4-FFF2-40B4-BE49-F238E27FC236}">
                    <a16:creationId xmlns:a16="http://schemas.microsoft.com/office/drawing/2014/main" id="{8DAF9D8E-EA3D-2A3D-3605-19C44ABCB5DC}"/>
                  </a:ext>
                </a:extLst>
              </p:cNvPr>
              <p:cNvSpPr>
                <a:spLocks noChangeArrowheads="1"/>
              </p:cNvSpPr>
              <p:nvPr/>
            </p:nvSpPr>
            <p:spPr bwMode="auto">
              <a:xfrm>
                <a:off x="2700" y="1858"/>
                <a:ext cx="948" cy="780"/>
              </a:xfrm>
              <a:prstGeom prst="rect">
                <a:avLst/>
              </a:prstGeom>
              <a:solidFill>
                <a:srgbClr val="3770FD">
                  <a:alpha val="50195"/>
                </a:srgbClr>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p>
                <a:endParaRPr lang="en-US"/>
              </a:p>
            </p:txBody>
          </p:sp>
          <p:grpSp>
            <p:nvGrpSpPr>
              <p:cNvPr id="104680" name="Group 1244">
                <a:extLst>
                  <a:ext uri="{FF2B5EF4-FFF2-40B4-BE49-F238E27FC236}">
                    <a16:creationId xmlns:a16="http://schemas.microsoft.com/office/drawing/2014/main" id="{2A27E04A-86E1-5BEA-E9EE-9352377CF4A9}"/>
                  </a:ext>
                </a:extLst>
              </p:cNvPr>
              <p:cNvGrpSpPr>
                <a:grpSpLocks/>
              </p:cNvGrpSpPr>
              <p:nvPr/>
            </p:nvGrpSpPr>
            <p:grpSpPr bwMode="auto">
              <a:xfrm>
                <a:off x="2931" y="2061"/>
                <a:ext cx="506" cy="416"/>
                <a:chOff x="4101" y="2013"/>
                <a:chExt cx="506" cy="416"/>
              </a:xfrm>
            </p:grpSpPr>
            <p:sp>
              <p:nvSpPr>
                <p:cNvPr id="104681" name="Line 1245">
                  <a:extLst>
                    <a:ext uri="{FF2B5EF4-FFF2-40B4-BE49-F238E27FC236}">
                      <a16:creationId xmlns:a16="http://schemas.microsoft.com/office/drawing/2014/main" id="{B3498E24-E9AD-7817-43E1-38AFC9541487}"/>
                    </a:ext>
                  </a:extLst>
                </p:cNvPr>
                <p:cNvSpPr>
                  <a:spLocks noChangeShapeType="1"/>
                </p:cNvSpPr>
                <p:nvPr/>
              </p:nvSpPr>
              <p:spPr bwMode="auto">
                <a:xfrm flipV="1">
                  <a:off x="4101" y="2013"/>
                  <a:ext cx="0" cy="416"/>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4682" name="Line 1246">
                  <a:extLst>
                    <a:ext uri="{FF2B5EF4-FFF2-40B4-BE49-F238E27FC236}">
                      <a16:creationId xmlns:a16="http://schemas.microsoft.com/office/drawing/2014/main" id="{0A948516-893A-79CF-8E4B-B61A174D2F72}"/>
                    </a:ext>
                  </a:extLst>
                </p:cNvPr>
                <p:cNvSpPr>
                  <a:spLocks noChangeShapeType="1"/>
                </p:cNvSpPr>
                <p:nvPr/>
              </p:nvSpPr>
              <p:spPr bwMode="auto">
                <a:xfrm>
                  <a:off x="4107" y="2423"/>
                  <a:ext cx="500"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4683" name="Arc 1247">
                  <a:extLst>
                    <a:ext uri="{FF2B5EF4-FFF2-40B4-BE49-F238E27FC236}">
                      <a16:creationId xmlns:a16="http://schemas.microsoft.com/office/drawing/2014/main" id="{E02BFFD5-6AC2-B3D7-9ADE-3E27FA38BB8D}"/>
                    </a:ext>
                  </a:extLst>
                </p:cNvPr>
                <p:cNvSpPr>
                  <a:spLocks/>
                </p:cNvSpPr>
                <p:nvPr/>
              </p:nvSpPr>
              <p:spPr bwMode="auto">
                <a:xfrm flipH="1" flipV="1">
                  <a:off x="4109" y="2068"/>
                  <a:ext cx="379" cy="331"/>
                </a:xfrm>
                <a:custGeom>
                  <a:avLst/>
                  <a:gdLst>
                    <a:gd name="T0" fmla="*/ 7 w 21600"/>
                    <a:gd name="T1" fmla="*/ 0 h 21600"/>
                    <a:gd name="T2" fmla="*/ 0 w 21600"/>
                    <a:gd name="T3" fmla="*/ 5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21600" y="0"/>
                      </a:moveTo>
                      <a:cubicBezTo>
                        <a:pt x="21600" y="11929"/>
                        <a:pt x="11929" y="21599"/>
                        <a:pt x="0" y="21600"/>
                      </a:cubicBezTo>
                    </a:path>
                    <a:path w="21600" h="21600" stroke="0" extrusionOk="0">
                      <a:moveTo>
                        <a:pt x="21600" y="0"/>
                      </a:moveTo>
                      <a:cubicBezTo>
                        <a:pt x="21600" y="11929"/>
                        <a:pt x="11929" y="21599"/>
                        <a:pt x="0" y="21600"/>
                      </a:cubicBezTo>
                      <a:lnTo>
                        <a:pt x="0" y="0"/>
                      </a:lnTo>
                      <a:close/>
                    </a:path>
                  </a:pathLst>
                </a:custGeom>
                <a:noFill/>
                <a:ln w="28575" cap="rnd">
                  <a:solidFill>
                    <a:schemeClr val="bg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grpSp>
      </p:grpSp>
      <p:pic>
        <p:nvPicPr>
          <p:cNvPr id="7" name="Picture 6" descr="A picture containing text, clipart&#10;&#10;Description automatically generated">
            <a:extLst>
              <a:ext uri="{FF2B5EF4-FFF2-40B4-BE49-F238E27FC236}">
                <a16:creationId xmlns:a16="http://schemas.microsoft.com/office/drawing/2014/main" id="{0D89E4E1-5756-A2A6-43E0-E7EA3016643B}"/>
              </a:ext>
            </a:extLst>
          </p:cNvPr>
          <p:cNvPicPr>
            <a:picLocks noChangeAspect="1"/>
          </p:cNvPicPr>
          <p:nvPr/>
        </p:nvPicPr>
        <p:blipFill>
          <a:blip r:embed="rId5">
            <a:extLst>
              <a:ext uri="{BEBA8EAE-BF5A-486C-A8C5-ECC9F3942E4B}">
                <a14:imgProps xmlns:a14="http://schemas.microsoft.com/office/drawing/2010/main">
                  <a14:imgLayer r:embed="rId6">
                    <a14:imgEffect>
                      <a14:backgroundRemoval t="5495" b="97253" l="4706" r="97059">
                        <a14:foregroundMark x1="45294" y1="24725" x2="45294" y2="24725"/>
                        <a14:foregroundMark x1="56471" y1="23626" x2="56471" y2="23626"/>
                        <a14:foregroundMark x1="41765" y1="20879" x2="41765" y2="20879"/>
                        <a14:foregroundMark x1="10000" y1="72527" x2="10000" y2="72527"/>
                        <a14:foregroundMark x1="10588" y1="79121" x2="10588" y2="79121"/>
                        <a14:foregroundMark x1="11765" y1="68681" x2="11765" y2="68681"/>
                        <a14:foregroundMark x1="6471" y1="68681" x2="6471" y2="68681"/>
                        <a14:foregroundMark x1="40000" y1="30220" x2="40000" y2="30220"/>
                        <a14:foregroundMark x1="54706" y1="20879" x2="54706" y2="20879"/>
                        <a14:foregroundMark x1="54706" y1="30220" x2="54706" y2="30220"/>
                        <a14:foregroundMark x1="54706" y1="30220" x2="54706" y2="30220"/>
                        <a14:foregroundMark x1="51765" y1="24176" x2="51765" y2="24176"/>
                        <a14:foregroundMark x1="53529" y1="30769" x2="53529" y2="30769"/>
                        <a14:foregroundMark x1="45882" y1="29670" x2="45882" y2="29670"/>
                        <a14:foregroundMark x1="8824" y1="87363" x2="8824" y2="87363"/>
                        <a14:foregroundMark x1="19412" y1="89011" x2="19412" y2="89011"/>
                        <a14:foregroundMark x1="31176" y1="93407" x2="31176" y2="93407"/>
                        <a14:foregroundMark x1="24118" y1="95604" x2="24118" y2="96154"/>
                        <a14:foregroundMark x1="24118" y1="87912" x2="24118" y2="95604"/>
                        <a14:foregroundMark x1="5882" y1="65385" x2="5882" y2="65385"/>
                        <a14:foregroundMark x1="9413" y1="62088" x2="8235" y2="61538"/>
                        <a14:foregroundMark x1="10588" y1="62637" x2="9413" y2="62088"/>
                        <a14:foregroundMark x1="16471" y1="65385" x2="10588" y2="62637"/>
                        <a14:foregroundMark x1="28235" y1="89560" x2="28235" y2="89560"/>
                        <a14:foregroundMark x1="31765" y1="96703" x2="31765" y2="96703"/>
                        <a14:foregroundMark x1="38235" y1="95604" x2="38235" y2="95604"/>
                        <a14:foregroundMark x1="35882" y1="92857" x2="35882" y2="92857"/>
                        <a14:foregroundMark x1="34118" y1="90110" x2="34118" y2="90110"/>
                        <a14:foregroundMark x1="41765" y1="90659" x2="41765" y2="90659"/>
                        <a14:foregroundMark x1="41765" y1="93956" x2="41765" y2="93956"/>
                        <a14:foregroundMark x1="45882" y1="97253" x2="45882" y2="97253"/>
                        <a14:foregroundMark x1="50000" y1="97802" x2="50000" y2="97802"/>
                        <a14:foregroundMark x1="52941" y1="97802" x2="52941" y2="97802"/>
                        <a14:foregroundMark x1="58235" y1="97253" x2="58235" y2="97253"/>
                        <a14:foregroundMark x1="61176" y1="97802" x2="61176" y2="97802"/>
                        <a14:foregroundMark x1="60000" y1="90110" x2="60000" y2="90110"/>
                        <a14:foregroundMark x1="64118" y1="90659" x2="64118" y2="90659"/>
                        <a14:foregroundMark x1="70000" y1="86813" x2="70000" y2="86813"/>
                        <a14:foregroundMark x1="74118" y1="85165" x2="74118" y2="85165"/>
                        <a14:foregroundMark x1="75882" y1="91758" x2="75882" y2="91758"/>
                        <a14:foregroundMark x1="87647" y1="75275" x2="87647" y2="75275"/>
                        <a14:foregroundMark x1="87647" y1="75275" x2="87647" y2="75275"/>
                        <a14:foregroundMark x1="87647" y1="72527" x2="87647" y2="72527"/>
                        <a14:foregroundMark x1="84706" y1="80769" x2="84706" y2="80769"/>
                        <a14:foregroundMark x1="92941" y1="82418" x2="92941" y2="82418"/>
                        <a14:foregroundMark x1="97059" y1="65934" x2="97059" y2="65934"/>
                        <a14:foregroundMark x1="88235" y1="65934" x2="88235" y2="65934"/>
                        <a14:foregroundMark x1="10000" y1="62088" x2="10000" y2="62088"/>
                        <a14:foregroundMark x1="10000" y1="62088" x2="10000" y2="62088"/>
                        <a14:foregroundMark x1="10000" y1="62088" x2="10000" y2="62088"/>
                        <a14:foregroundMark x1="10000" y1="62088" x2="10000" y2="62088"/>
                        <a14:foregroundMark x1="50000" y1="5495" x2="50000" y2="5495"/>
                        <a14:foregroundMark x1="9412" y1="62637" x2="9412" y2="62637"/>
                        <a14:foregroundMark x1="9412" y1="62088" x2="9412" y2="62088"/>
                        <a14:foregroundMark x1="9412" y1="62088" x2="9412" y2="62088"/>
                        <a14:foregroundMark x1="9412" y1="62088" x2="9412" y2="62088"/>
                        <a14:foregroundMark x1="9412" y1="62088" x2="9412" y2="62088"/>
                        <a14:backgroundMark x1="9412" y1="61538" x2="9412" y2="61538"/>
                        <a14:backgroundMark x1="8235" y1="60989" x2="8235" y2="60989"/>
                        <a14:backgroundMark x1="11765" y1="62637" x2="11765" y2="62637"/>
                        <a14:backgroundMark x1="10588" y1="62088" x2="10588" y2="62088"/>
                        <a14:backgroundMark x1="24706" y1="96154" x2="24706" y2="96154"/>
                        <a14:backgroundMark x1="24118" y1="95604" x2="24118" y2="95604"/>
                        <a14:backgroundMark x1="23529" y1="97253" x2="23529" y2="97253"/>
                        <a14:backgroundMark x1="24118" y1="97253" x2="24118" y2="97253"/>
                        <a14:backgroundMark x1="24118" y1="97253" x2="24118" y2="97253"/>
                        <a14:backgroundMark x1="23529" y1="97802" x2="23529" y2="97802"/>
                        <a14:backgroundMark x1="23529" y1="96703" x2="23529" y2="96703"/>
                        <a14:backgroundMark x1="23529" y1="96703" x2="23529" y2="96154"/>
                        <a14:backgroundMark x1="7647" y1="62088" x2="7647" y2="62088"/>
                        <a14:backgroundMark x1="8824" y1="62637" x2="8824" y2="62637"/>
                      </a14:backgroundRemoval>
                    </a14:imgEffect>
                  </a14:imgLayer>
                </a14:imgProps>
              </a:ext>
            </a:extLst>
          </a:blip>
          <a:stretch>
            <a:fillRect/>
          </a:stretch>
        </p:blipFill>
        <p:spPr>
          <a:xfrm>
            <a:off x="11521881" y="6235103"/>
            <a:ext cx="518216" cy="554796"/>
          </a:xfrm>
          <a:prstGeom prst="rect">
            <a:avLst/>
          </a:prstGeom>
        </p:spPr>
      </p:pic>
      <p:pic>
        <p:nvPicPr>
          <p:cNvPr id="8" name="Picture 7">
            <a:extLst>
              <a:ext uri="{FF2B5EF4-FFF2-40B4-BE49-F238E27FC236}">
                <a16:creationId xmlns:a16="http://schemas.microsoft.com/office/drawing/2014/main" id="{E70D09D0-ACF1-0413-143C-B0F9FB00FAEA}"/>
              </a:ext>
            </a:extLst>
          </p:cNvPr>
          <p:cNvPicPr>
            <a:picLocks noChangeAspect="1"/>
          </p:cNvPicPr>
          <p:nvPr/>
        </p:nvPicPr>
        <p:blipFill>
          <a:blip r:embed="rId7"/>
          <a:stretch>
            <a:fillRect/>
          </a:stretch>
        </p:blipFill>
        <p:spPr>
          <a:xfrm>
            <a:off x="189185" y="6505401"/>
            <a:ext cx="1948619" cy="175408"/>
          </a:xfrm>
          <a:prstGeom prst="rect">
            <a:avLst/>
          </a:prstGeom>
        </p:spPr>
      </p:pic>
      <p:sp>
        <p:nvSpPr>
          <p:cNvPr id="11" name="Title 1">
            <a:extLst>
              <a:ext uri="{FF2B5EF4-FFF2-40B4-BE49-F238E27FC236}">
                <a16:creationId xmlns:a16="http://schemas.microsoft.com/office/drawing/2014/main" id="{01790B09-04AD-5DC8-5534-91C8E2045A0D}"/>
              </a:ext>
            </a:extLst>
          </p:cNvPr>
          <p:cNvSpPr>
            <a:spLocks noGrp="1"/>
          </p:cNvSpPr>
          <p:nvPr>
            <p:ph type="title"/>
          </p:nvPr>
        </p:nvSpPr>
        <p:spPr>
          <a:xfrm>
            <a:off x="2021700" y="14484"/>
            <a:ext cx="8283900" cy="550500"/>
          </a:xfrm>
        </p:spPr>
        <p:txBody>
          <a:bodyPr/>
          <a:lstStyle/>
          <a:p>
            <a:r>
              <a:rPr lang="en-US" dirty="0">
                <a:solidFill>
                  <a:schemeClr val="bg1"/>
                </a:solidFill>
              </a:rPr>
              <a:t>Truckload fleet planning at Schneider National</a:t>
            </a:r>
          </a:p>
        </p:txBody>
      </p:sp>
    </p:spTree>
    <p:extLst>
      <p:ext uri="{BB962C8B-B14F-4D97-AF65-F5344CB8AC3E}">
        <p14:creationId xmlns:p14="http://schemas.microsoft.com/office/powerpoint/2010/main" val="1864110395"/>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left)">
                                      <p:cBhvr>
                                        <p:cTn id="7" dur="500"/>
                                        <p:tgtEl>
                                          <p:spTgt spid="6"/>
                                        </p:tgtEl>
                                      </p:cBhvr>
                                    </p:animEffect>
                                  </p:childTnLst>
                                  <p:subTnLst>
                                    <p:set>
                                      <p:cBhvr override="childStyle">
                                        <p:cTn dur="1" fill="hold" display="0" masterRel="sameClick" afterEffect="1">
                                          <p:stCondLst>
                                            <p:cond evt="end" delay="0">
                                              <p:tn val="5"/>
                                            </p:cond>
                                          </p:stCondLst>
                                        </p:cTn>
                                        <p:tgtEl>
                                          <p:spTgt spid="6"/>
                                        </p:tgtEl>
                                        <p:attrNameLst>
                                          <p:attrName>style.visibility</p:attrName>
                                        </p:attrNameLst>
                                      </p:cBhvr>
                                      <p:to>
                                        <p:strVal val="hidden"/>
                                      </p:to>
                                    </p:set>
                                  </p:sub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3949769"/>
                                        </p:tgtEl>
                                        <p:attrNameLst>
                                          <p:attrName>style.visibility</p:attrName>
                                        </p:attrNameLst>
                                      </p:cBhvr>
                                      <p:to>
                                        <p:strVal val="visible"/>
                                      </p:to>
                                    </p:set>
                                    <p:animEffect transition="in" filter="wipe(left)">
                                      <p:cBhvr>
                                        <p:cTn id="11" dur="500"/>
                                        <p:tgtEl>
                                          <p:spTgt spid="3949769"/>
                                        </p:tgtEl>
                                      </p:cBhvr>
                                    </p:animEffect>
                                  </p:childTnLst>
                                  <p:subTnLst>
                                    <p:set>
                                      <p:cBhvr override="childStyle">
                                        <p:cTn dur="1" fill="hold" display="0" masterRel="sameClick" afterEffect="1">
                                          <p:stCondLst>
                                            <p:cond evt="end" delay="0">
                                              <p:tn val="9"/>
                                            </p:cond>
                                          </p:stCondLst>
                                        </p:cTn>
                                        <p:tgtEl>
                                          <p:spTgt spid="3949769"/>
                                        </p:tgtEl>
                                        <p:attrNameLst>
                                          <p:attrName>style.visibility</p:attrName>
                                        </p:attrNameLst>
                                      </p:cBhvr>
                                      <p:to>
                                        <p:strVal val="hidden"/>
                                      </p:to>
                                    </p:set>
                                  </p:subTnLst>
                                </p:cTn>
                              </p:par>
                            </p:childTnLst>
                          </p:cTn>
                        </p:par>
                        <p:par>
                          <p:cTn id="12" fill="hold">
                            <p:stCondLst>
                              <p:cond delay="1000"/>
                            </p:stCondLst>
                            <p:childTnLst>
                              <p:par>
                                <p:cTn id="13" presetID="22" presetClass="entr" presetSubtype="8" fill="hold" nodeType="afterEffect">
                                  <p:stCondLst>
                                    <p:cond delay="0"/>
                                  </p:stCondLst>
                                  <p:childTnLst>
                                    <p:set>
                                      <p:cBhvr>
                                        <p:cTn id="14" dur="1" fill="hold">
                                          <p:stCondLst>
                                            <p:cond delay="0"/>
                                          </p:stCondLst>
                                        </p:cTn>
                                        <p:tgtEl>
                                          <p:spTgt spid="3949797"/>
                                        </p:tgtEl>
                                        <p:attrNameLst>
                                          <p:attrName>style.visibility</p:attrName>
                                        </p:attrNameLst>
                                      </p:cBhvr>
                                      <p:to>
                                        <p:strVal val="visible"/>
                                      </p:to>
                                    </p:set>
                                    <p:animEffect transition="in" filter="wipe(left)">
                                      <p:cBhvr>
                                        <p:cTn id="15" dur="500"/>
                                        <p:tgtEl>
                                          <p:spTgt spid="3949797"/>
                                        </p:tgtEl>
                                      </p:cBhvr>
                                    </p:animEffect>
                                  </p:childTnLst>
                                  <p:subTnLst>
                                    <p:set>
                                      <p:cBhvr override="childStyle">
                                        <p:cTn dur="1" fill="hold" display="0" masterRel="sameClick" afterEffect="1">
                                          <p:stCondLst>
                                            <p:cond evt="end" delay="0">
                                              <p:tn val="13"/>
                                            </p:cond>
                                          </p:stCondLst>
                                        </p:cTn>
                                        <p:tgtEl>
                                          <p:spTgt spid="3949797"/>
                                        </p:tgtEl>
                                        <p:attrNameLst>
                                          <p:attrName>style.visibility</p:attrName>
                                        </p:attrNameLst>
                                      </p:cBhvr>
                                      <p:to>
                                        <p:strVal val="hidden"/>
                                      </p:to>
                                    </p:set>
                                  </p:subTnLst>
                                </p:cTn>
                              </p:par>
                            </p:childTnLst>
                          </p:cTn>
                        </p:par>
                        <p:par>
                          <p:cTn id="16" fill="hold">
                            <p:stCondLst>
                              <p:cond delay="1500"/>
                            </p:stCondLst>
                            <p:childTnLst>
                              <p:par>
                                <p:cTn id="17" presetID="22" presetClass="entr" presetSubtype="8" fill="hold" nodeType="afterEffect">
                                  <p:stCondLst>
                                    <p:cond delay="0"/>
                                  </p:stCondLst>
                                  <p:childTnLst>
                                    <p:set>
                                      <p:cBhvr>
                                        <p:cTn id="18" dur="1" fill="hold">
                                          <p:stCondLst>
                                            <p:cond delay="0"/>
                                          </p:stCondLst>
                                        </p:cTn>
                                        <p:tgtEl>
                                          <p:spTgt spid="3949820"/>
                                        </p:tgtEl>
                                        <p:attrNameLst>
                                          <p:attrName>style.visibility</p:attrName>
                                        </p:attrNameLst>
                                      </p:cBhvr>
                                      <p:to>
                                        <p:strVal val="visible"/>
                                      </p:to>
                                    </p:set>
                                    <p:animEffect transition="in" filter="wipe(left)">
                                      <p:cBhvr>
                                        <p:cTn id="19" dur="500"/>
                                        <p:tgtEl>
                                          <p:spTgt spid="3949820"/>
                                        </p:tgtEl>
                                      </p:cBhvr>
                                    </p:animEffect>
                                  </p:childTnLst>
                                  <p:subTnLst>
                                    <p:set>
                                      <p:cBhvr override="childStyle">
                                        <p:cTn dur="1" fill="hold" display="0" masterRel="sameClick" afterEffect="1">
                                          <p:stCondLst>
                                            <p:cond evt="end" delay="0">
                                              <p:tn val="17"/>
                                            </p:cond>
                                          </p:stCondLst>
                                        </p:cTn>
                                        <p:tgtEl>
                                          <p:spTgt spid="3949820"/>
                                        </p:tgtEl>
                                        <p:attrNameLst>
                                          <p:attrName>style.visibility</p:attrName>
                                        </p:attrNameLst>
                                      </p:cBhvr>
                                      <p:to>
                                        <p:strVal val="hidden"/>
                                      </p:to>
                                    </p:set>
                                  </p:sub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CAB8991C-5EEE-7D63-A346-FDDDE164A5F7}"/>
              </a:ext>
            </a:extLst>
          </p:cNvPr>
          <p:cNvGrpSpPr/>
          <p:nvPr/>
        </p:nvGrpSpPr>
        <p:grpSpPr>
          <a:xfrm>
            <a:off x="0" y="0"/>
            <a:ext cx="12192000" cy="6858000"/>
            <a:chOff x="679450" y="1866900"/>
            <a:chExt cx="7200900" cy="3905250"/>
          </a:xfrm>
        </p:grpSpPr>
        <p:pic>
          <p:nvPicPr>
            <p:cNvPr id="3" name="Picture 2">
              <a:extLst>
                <a:ext uri="{FF2B5EF4-FFF2-40B4-BE49-F238E27FC236}">
                  <a16:creationId xmlns:a16="http://schemas.microsoft.com/office/drawing/2014/main" id="{B4F21996-ECF1-E606-887D-401CFFDAD8AE}"/>
                </a:ext>
              </a:extLst>
            </p:cNvPr>
            <p:cNvPicPr>
              <a:picLocks noChangeAspect="1"/>
            </p:cNvPicPr>
            <p:nvPr/>
          </p:nvPicPr>
          <p:blipFill rotWithShape="1">
            <a:blip r:embed="rId3"/>
            <a:srcRect l="5574" t="26381" r="35364" b="14572"/>
            <a:stretch/>
          </p:blipFill>
          <p:spPr>
            <a:xfrm>
              <a:off x="679450" y="1866900"/>
              <a:ext cx="7200900" cy="3905250"/>
            </a:xfrm>
            <a:prstGeom prst="rect">
              <a:avLst/>
            </a:prstGeom>
          </p:spPr>
        </p:pic>
        <p:pic>
          <p:nvPicPr>
            <p:cNvPr id="4" name="Picture 3">
              <a:extLst>
                <a:ext uri="{FF2B5EF4-FFF2-40B4-BE49-F238E27FC236}">
                  <a16:creationId xmlns:a16="http://schemas.microsoft.com/office/drawing/2014/main" id="{E8410E2B-9ECF-572F-1DDC-3829F83246A8}"/>
                </a:ext>
              </a:extLst>
            </p:cNvPr>
            <p:cNvPicPr>
              <a:picLocks noChangeAspect="1"/>
            </p:cNvPicPr>
            <p:nvPr/>
          </p:nvPicPr>
          <p:blipFill>
            <a:blip r:embed="rId4"/>
            <a:stretch>
              <a:fillRect/>
            </a:stretch>
          </p:blipFill>
          <p:spPr>
            <a:xfrm>
              <a:off x="4706911" y="4695670"/>
              <a:ext cx="451241" cy="243590"/>
            </a:xfrm>
            <a:prstGeom prst="rect">
              <a:avLst/>
            </a:prstGeom>
          </p:spPr>
        </p:pic>
      </p:grpSp>
      <p:grpSp>
        <p:nvGrpSpPr>
          <p:cNvPr id="103428" name="Group 2"/>
          <p:cNvGrpSpPr>
            <a:grpSpLocks/>
          </p:cNvGrpSpPr>
          <p:nvPr/>
        </p:nvGrpSpPr>
        <p:grpSpPr bwMode="auto">
          <a:xfrm>
            <a:off x="3055144" y="1355726"/>
            <a:ext cx="6081712" cy="3332162"/>
            <a:chOff x="1449" y="1725"/>
            <a:chExt cx="3265" cy="1898"/>
          </a:xfrm>
          <a:solidFill>
            <a:schemeClr val="bg1">
              <a:lumMod val="75000"/>
            </a:schemeClr>
          </a:solidFill>
        </p:grpSpPr>
        <p:grpSp>
          <p:nvGrpSpPr>
            <p:cNvPr id="103453" name="Group 3"/>
            <p:cNvGrpSpPr>
              <a:grpSpLocks/>
            </p:cNvGrpSpPr>
            <p:nvPr/>
          </p:nvGrpSpPr>
          <p:grpSpPr bwMode="auto">
            <a:xfrm>
              <a:off x="3772" y="2690"/>
              <a:ext cx="894" cy="596"/>
              <a:chOff x="3772" y="2690"/>
              <a:chExt cx="894" cy="596"/>
            </a:xfrm>
            <a:grpFill/>
          </p:grpSpPr>
          <p:sp>
            <p:nvSpPr>
              <p:cNvPr id="104673" name="Freeform 4"/>
              <p:cNvSpPr>
                <a:spLocks/>
              </p:cNvSpPr>
              <p:nvPr/>
            </p:nvSpPr>
            <p:spPr bwMode="auto">
              <a:xfrm>
                <a:off x="4538" y="2690"/>
                <a:ext cx="128" cy="104"/>
              </a:xfrm>
              <a:custGeom>
                <a:avLst/>
                <a:gdLst>
                  <a:gd name="T0" fmla="*/ 128 w 128"/>
                  <a:gd name="T1" fmla="*/ 0 h 104"/>
                  <a:gd name="T2" fmla="*/ 40 w 128"/>
                  <a:gd name="T3" fmla="*/ 104 h 104"/>
                  <a:gd name="T4" fmla="*/ 16 w 128"/>
                  <a:gd name="T5" fmla="*/ 72 h 104"/>
                  <a:gd name="T6" fmla="*/ 0 w 128"/>
                  <a:gd name="T7" fmla="*/ 48 h 104"/>
                  <a:gd name="T8" fmla="*/ 128 w 128"/>
                  <a:gd name="T9" fmla="*/ 0 h 104"/>
                  <a:gd name="T10" fmla="*/ 0 60000 65536"/>
                  <a:gd name="T11" fmla="*/ 0 60000 65536"/>
                  <a:gd name="T12" fmla="*/ 0 60000 65536"/>
                  <a:gd name="T13" fmla="*/ 0 60000 65536"/>
                  <a:gd name="T14" fmla="*/ 0 60000 65536"/>
                  <a:gd name="T15" fmla="*/ 0 w 128"/>
                  <a:gd name="T16" fmla="*/ 0 h 104"/>
                  <a:gd name="T17" fmla="*/ 128 w 128"/>
                  <a:gd name="T18" fmla="*/ 104 h 104"/>
                </a:gdLst>
                <a:ahLst/>
                <a:cxnLst>
                  <a:cxn ang="T10">
                    <a:pos x="T0" y="T1"/>
                  </a:cxn>
                  <a:cxn ang="T11">
                    <a:pos x="T2" y="T3"/>
                  </a:cxn>
                  <a:cxn ang="T12">
                    <a:pos x="T4" y="T5"/>
                  </a:cxn>
                  <a:cxn ang="T13">
                    <a:pos x="T6" y="T7"/>
                  </a:cxn>
                  <a:cxn ang="T14">
                    <a:pos x="T8" y="T9"/>
                  </a:cxn>
                </a:cxnLst>
                <a:rect l="T15" t="T16" r="T17" b="T18"/>
                <a:pathLst>
                  <a:path w="128" h="104">
                    <a:moveTo>
                      <a:pt x="128" y="0"/>
                    </a:moveTo>
                    <a:lnTo>
                      <a:pt x="40" y="104"/>
                    </a:lnTo>
                    <a:lnTo>
                      <a:pt x="16" y="72"/>
                    </a:lnTo>
                    <a:lnTo>
                      <a:pt x="0" y="48"/>
                    </a:lnTo>
                    <a:lnTo>
                      <a:pt x="128" y="0"/>
                    </a:lnTo>
                    <a:close/>
                  </a:path>
                </a:pathLst>
              </a:custGeom>
              <a:grpFill/>
              <a:ln w="9525">
                <a:solidFill>
                  <a:schemeClr val="bg1">
                    <a:lumMod val="65000"/>
                  </a:schemeClr>
                </a:solidFill>
                <a:round/>
                <a:headEnd/>
                <a:tailEnd/>
              </a:ln>
            </p:spPr>
            <p:txBody>
              <a:bodyPr/>
              <a:lstStyle/>
              <a:p>
                <a:endParaRPr lang="en-US"/>
              </a:p>
            </p:txBody>
          </p:sp>
          <p:sp>
            <p:nvSpPr>
              <p:cNvPr id="104674" name="Line 5"/>
              <p:cNvSpPr>
                <a:spLocks noChangeShapeType="1"/>
              </p:cNvSpPr>
              <p:nvPr/>
            </p:nvSpPr>
            <p:spPr bwMode="auto">
              <a:xfrm flipV="1">
                <a:off x="3772" y="2757"/>
                <a:ext cx="790" cy="529"/>
              </a:xfrm>
              <a:prstGeom prst="line">
                <a:avLst/>
              </a:prstGeom>
              <a:grpFill/>
              <a:ln w="25400">
                <a:solidFill>
                  <a:schemeClr val="bg1">
                    <a:lumMod val="65000"/>
                  </a:schemeClr>
                </a:solidFill>
                <a:round/>
                <a:headEnd/>
                <a:tailEnd/>
              </a:ln>
            </p:spPr>
            <p:txBody>
              <a:bodyPr/>
              <a:lstStyle/>
              <a:p>
                <a:endParaRPr lang="en-US"/>
              </a:p>
            </p:txBody>
          </p:sp>
        </p:grpSp>
        <p:grpSp>
          <p:nvGrpSpPr>
            <p:cNvPr id="103454" name="Group 6"/>
            <p:cNvGrpSpPr>
              <a:grpSpLocks/>
            </p:cNvGrpSpPr>
            <p:nvPr/>
          </p:nvGrpSpPr>
          <p:grpSpPr bwMode="auto">
            <a:xfrm>
              <a:off x="1944" y="2690"/>
              <a:ext cx="894" cy="596"/>
              <a:chOff x="1944" y="2690"/>
              <a:chExt cx="894" cy="596"/>
            </a:xfrm>
            <a:grpFill/>
          </p:grpSpPr>
          <p:sp>
            <p:nvSpPr>
              <p:cNvPr id="104671" name="Freeform 7"/>
              <p:cNvSpPr>
                <a:spLocks/>
              </p:cNvSpPr>
              <p:nvPr/>
            </p:nvSpPr>
            <p:spPr bwMode="auto">
              <a:xfrm>
                <a:off x="2702" y="2690"/>
                <a:ext cx="136" cy="104"/>
              </a:xfrm>
              <a:custGeom>
                <a:avLst/>
                <a:gdLst>
                  <a:gd name="T0" fmla="*/ 136 w 136"/>
                  <a:gd name="T1" fmla="*/ 0 h 104"/>
                  <a:gd name="T2" fmla="*/ 40 w 136"/>
                  <a:gd name="T3" fmla="*/ 104 h 104"/>
                  <a:gd name="T4" fmla="*/ 24 w 136"/>
                  <a:gd name="T5" fmla="*/ 72 h 104"/>
                  <a:gd name="T6" fmla="*/ 0 w 136"/>
                  <a:gd name="T7" fmla="*/ 48 h 104"/>
                  <a:gd name="T8" fmla="*/ 136 w 136"/>
                  <a:gd name="T9" fmla="*/ 0 h 104"/>
                  <a:gd name="T10" fmla="*/ 0 60000 65536"/>
                  <a:gd name="T11" fmla="*/ 0 60000 65536"/>
                  <a:gd name="T12" fmla="*/ 0 60000 65536"/>
                  <a:gd name="T13" fmla="*/ 0 60000 65536"/>
                  <a:gd name="T14" fmla="*/ 0 60000 65536"/>
                  <a:gd name="T15" fmla="*/ 0 w 136"/>
                  <a:gd name="T16" fmla="*/ 0 h 104"/>
                  <a:gd name="T17" fmla="*/ 136 w 136"/>
                  <a:gd name="T18" fmla="*/ 104 h 104"/>
                </a:gdLst>
                <a:ahLst/>
                <a:cxnLst>
                  <a:cxn ang="T10">
                    <a:pos x="T0" y="T1"/>
                  </a:cxn>
                  <a:cxn ang="T11">
                    <a:pos x="T2" y="T3"/>
                  </a:cxn>
                  <a:cxn ang="T12">
                    <a:pos x="T4" y="T5"/>
                  </a:cxn>
                  <a:cxn ang="T13">
                    <a:pos x="T6" y="T7"/>
                  </a:cxn>
                  <a:cxn ang="T14">
                    <a:pos x="T8" y="T9"/>
                  </a:cxn>
                </a:cxnLst>
                <a:rect l="T15" t="T16" r="T17" b="T18"/>
                <a:pathLst>
                  <a:path w="136" h="104">
                    <a:moveTo>
                      <a:pt x="136" y="0"/>
                    </a:moveTo>
                    <a:lnTo>
                      <a:pt x="40" y="104"/>
                    </a:lnTo>
                    <a:lnTo>
                      <a:pt x="24" y="72"/>
                    </a:lnTo>
                    <a:lnTo>
                      <a:pt x="0" y="48"/>
                    </a:lnTo>
                    <a:lnTo>
                      <a:pt x="136" y="0"/>
                    </a:lnTo>
                    <a:close/>
                  </a:path>
                </a:pathLst>
              </a:custGeom>
              <a:grpFill/>
              <a:ln w="9525">
                <a:solidFill>
                  <a:schemeClr val="bg1">
                    <a:lumMod val="65000"/>
                  </a:schemeClr>
                </a:solidFill>
                <a:round/>
                <a:headEnd/>
                <a:tailEnd/>
              </a:ln>
            </p:spPr>
            <p:txBody>
              <a:bodyPr/>
              <a:lstStyle/>
              <a:p>
                <a:endParaRPr lang="en-US"/>
              </a:p>
            </p:txBody>
          </p:sp>
          <p:sp>
            <p:nvSpPr>
              <p:cNvPr id="104672" name="Line 8"/>
              <p:cNvSpPr>
                <a:spLocks noChangeShapeType="1"/>
              </p:cNvSpPr>
              <p:nvPr/>
            </p:nvSpPr>
            <p:spPr bwMode="auto">
              <a:xfrm flipV="1">
                <a:off x="1944" y="2758"/>
                <a:ext cx="790" cy="528"/>
              </a:xfrm>
              <a:prstGeom prst="line">
                <a:avLst/>
              </a:prstGeom>
              <a:grpFill/>
              <a:ln w="25400">
                <a:solidFill>
                  <a:schemeClr val="bg1">
                    <a:lumMod val="65000"/>
                  </a:schemeClr>
                </a:solidFill>
                <a:round/>
                <a:headEnd/>
                <a:tailEnd/>
              </a:ln>
            </p:spPr>
            <p:txBody>
              <a:bodyPr/>
              <a:lstStyle/>
              <a:p>
                <a:endParaRPr lang="en-US"/>
              </a:p>
            </p:txBody>
          </p:sp>
        </p:grpSp>
        <p:grpSp>
          <p:nvGrpSpPr>
            <p:cNvPr id="103455" name="Group 9"/>
            <p:cNvGrpSpPr>
              <a:grpSpLocks/>
            </p:cNvGrpSpPr>
            <p:nvPr/>
          </p:nvGrpSpPr>
          <p:grpSpPr bwMode="auto">
            <a:xfrm>
              <a:off x="1483" y="2379"/>
              <a:ext cx="429" cy="598"/>
              <a:chOff x="1483" y="2379"/>
              <a:chExt cx="429" cy="598"/>
            </a:xfrm>
            <a:grpFill/>
          </p:grpSpPr>
          <p:sp>
            <p:nvSpPr>
              <p:cNvPr id="104669" name="Freeform 10"/>
              <p:cNvSpPr>
                <a:spLocks/>
              </p:cNvSpPr>
              <p:nvPr/>
            </p:nvSpPr>
            <p:spPr bwMode="auto">
              <a:xfrm>
                <a:off x="1808" y="2379"/>
                <a:ext cx="104" cy="136"/>
              </a:xfrm>
              <a:custGeom>
                <a:avLst/>
                <a:gdLst>
                  <a:gd name="T0" fmla="*/ 104 w 104"/>
                  <a:gd name="T1" fmla="*/ 0 h 136"/>
                  <a:gd name="T2" fmla="*/ 56 w 104"/>
                  <a:gd name="T3" fmla="*/ 136 h 136"/>
                  <a:gd name="T4" fmla="*/ 32 w 104"/>
                  <a:gd name="T5" fmla="*/ 112 h 136"/>
                  <a:gd name="T6" fmla="*/ 0 w 104"/>
                  <a:gd name="T7" fmla="*/ 96 h 136"/>
                  <a:gd name="T8" fmla="*/ 104 w 104"/>
                  <a:gd name="T9" fmla="*/ 0 h 136"/>
                  <a:gd name="T10" fmla="*/ 0 60000 65536"/>
                  <a:gd name="T11" fmla="*/ 0 60000 65536"/>
                  <a:gd name="T12" fmla="*/ 0 60000 65536"/>
                  <a:gd name="T13" fmla="*/ 0 60000 65536"/>
                  <a:gd name="T14" fmla="*/ 0 60000 65536"/>
                  <a:gd name="T15" fmla="*/ 0 w 104"/>
                  <a:gd name="T16" fmla="*/ 0 h 136"/>
                  <a:gd name="T17" fmla="*/ 104 w 104"/>
                  <a:gd name="T18" fmla="*/ 136 h 136"/>
                </a:gdLst>
                <a:ahLst/>
                <a:cxnLst>
                  <a:cxn ang="T10">
                    <a:pos x="T0" y="T1"/>
                  </a:cxn>
                  <a:cxn ang="T11">
                    <a:pos x="T2" y="T3"/>
                  </a:cxn>
                  <a:cxn ang="T12">
                    <a:pos x="T4" y="T5"/>
                  </a:cxn>
                  <a:cxn ang="T13">
                    <a:pos x="T6" y="T7"/>
                  </a:cxn>
                  <a:cxn ang="T14">
                    <a:pos x="T8" y="T9"/>
                  </a:cxn>
                </a:cxnLst>
                <a:rect l="T15" t="T16" r="T17" b="T18"/>
                <a:pathLst>
                  <a:path w="104" h="136">
                    <a:moveTo>
                      <a:pt x="104" y="0"/>
                    </a:moveTo>
                    <a:lnTo>
                      <a:pt x="56" y="136"/>
                    </a:lnTo>
                    <a:lnTo>
                      <a:pt x="32" y="112"/>
                    </a:lnTo>
                    <a:lnTo>
                      <a:pt x="0" y="96"/>
                    </a:lnTo>
                    <a:lnTo>
                      <a:pt x="104" y="0"/>
                    </a:lnTo>
                    <a:close/>
                  </a:path>
                </a:pathLst>
              </a:custGeom>
              <a:grpFill/>
              <a:ln w="9525">
                <a:solidFill>
                  <a:schemeClr val="bg1">
                    <a:lumMod val="65000"/>
                  </a:schemeClr>
                </a:solidFill>
                <a:round/>
                <a:headEnd/>
                <a:tailEnd/>
              </a:ln>
            </p:spPr>
            <p:txBody>
              <a:bodyPr/>
              <a:lstStyle/>
              <a:p>
                <a:endParaRPr lang="en-US"/>
              </a:p>
            </p:txBody>
          </p:sp>
          <p:sp>
            <p:nvSpPr>
              <p:cNvPr id="104670" name="Line 11"/>
              <p:cNvSpPr>
                <a:spLocks noChangeShapeType="1"/>
              </p:cNvSpPr>
              <p:nvPr/>
            </p:nvSpPr>
            <p:spPr bwMode="auto">
              <a:xfrm flipV="1">
                <a:off x="1483" y="2483"/>
                <a:ext cx="362" cy="494"/>
              </a:xfrm>
              <a:prstGeom prst="line">
                <a:avLst/>
              </a:prstGeom>
              <a:grpFill/>
              <a:ln w="25400">
                <a:solidFill>
                  <a:schemeClr val="bg1">
                    <a:lumMod val="65000"/>
                  </a:schemeClr>
                </a:solidFill>
                <a:round/>
                <a:headEnd/>
                <a:tailEnd/>
              </a:ln>
            </p:spPr>
            <p:txBody>
              <a:bodyPr/>
              <a:lstStyle/>
              <a:p>
                <a:endParaRPr lang="en-US"/>
              </a:p>
            </p:txBody>
          </p:sp>
        </p:grpSp>
        <p:grpSp>
          <p:nvGrpSpPr>
            <p:cNvPr id="103456" name="Group 12"/>
            <p:cNvGrpSpPr>
              <a:grpSpLocks/>
            </p:cNvGrpSpPr>
            <p:nvPr/>
          </p:nvGrpSpPr>
          <p:grpSpPr bwMode="auto">
            <a:xfrm>
              <a:off x="1936" y="2379"/>
              <a:ext cx="894" cy="604"/>
              <a:chOff x="1936" y="2379"/>
              <a:chExt cx="894" cy="604"/>
            </a:xfrm>
            <a:grpFill/>
          </p:grpSpPr>
          <p:sp>
            <p:nvSpPr>
              <p:cNvPr id="104667" name="Freeform 13"/>
              <p:cNvSpPr>
                <a:spLocks/>
              </p:cNvSpPr>
              <p:nvPr/>
            </p:nvSpPr>
            <p:spPr bwMode="auto">
              <a:xfrm>
                <a:off x="2702" y="2379"/>
                <a:ext cx="128" cy="104"/>
              </a:xfrm>
              <a:custGeom>
                <a:avLst/>
                <a:gdLst>
                  <a:gd name="T0" fmla="*/ 128 w 128"/>
                  <a:gd name="T1" fmla="*/ 0 h 104"/>
                  <a:gd name="T2" fmla="*/ 40 w 128"/>
                  <a:gd name="T3" fmla="*/ 104 h 104"/>
                  <a:gd name="T4" fmla="*/ 16 w 128"/>
                  <a:gd name="T5" fmla="*/ 80 h 104"/>
                  <a:gd name="T6" fmla="*/ 0 w 128"/>
                  <a:gd name="T7" fmla="*/ 48 h 104"/>
                  <a:gd name="T8" fmla="*/ 128 w 128"/>
                  <a:gd name="T9" fmla="*/ 0 h 104"/>
                  <a:gd name="T10" fmla="*/ 0 60000 65536"/>
                  <a:gd name="T11" fmla="*/ 0 60000 65536"/>
                  <a:gd name="T12" fmla="*/ 0 60000 65536"/>
                  <a:gd name="T13" fmla="*/ 0 60000 65536"/>
                  <a:gd name="T14" fmla="*/ 0 60000 65536"/>
                  <a:gd name="T15" fmla="*/ 0 w 128"/>
                  <a:gd name="T16" fmla="*/ 0 h 104"/>
                  <a:gd name="T17" fmla="*/ 128 w 128"/>
                  <a:gd name="T18" fmla="*/ 104 h 104"/>
                </a:gdLst>
                <a:ahLst/>
                <a:cxnLst>
                  <a:cxn ang="T10">
                    <a:pos x="T0" y="T1"/>
                  </a:cxn>
                  <a:cxn ang="T11">
                    <a:pos x="T2" y="T3"/>
                  </a:cxn>
                  <a:cxn ang="T12">
                    <a:pos x="T4" y="T5"/>
                  </a:cxn>
                  <a:cxn ang="T13">
                    <a:pos x="T6" y="T7"/>
                  </a:cxn>
                  <a:cxn ang="T14">
                    <a:pos x="T8" y="T9"/>
                  </a:cxn>
                </a:cxnLst>
                <a:rect l="T15" t="T16" r="T17" b="T18"/>
                <a:pathLst>
                  <a:path w="128" h="104">
                    <a:moveTo>
                      <a:pt x="128" y="0"/>
                    </a:moveTo>
                    <a:lnTo>
                      <a:pt x="40" y="104"/>
                    </a:lnTo>
                    <a:lnTo>
                      <a:pt x="16" y="80"/>
                    </a:lnTo>
                    <a:lnTo>
                      <a:pt x="0" y="48"/>
                    </a:lnTo>
                    <a:lnTo>
                      <a:pt x="128" y="0"/>
                    </a:lnTo>
                    <a:close/>
                  </a:path>
                </a:pathLst>
              </a:custGeom>
              <a:grpFill/>
              <a:ln w="9525">
                <a:solidFill>
                  <a:schemeClr val="bg1">
                    <a:lumMod val="65000"/>
                  </a:schemeClr>
                </a:solidFill>
                <a:round/>
                <a:headEnd/>
                <a:tailEnd/>
              </a:ln>
            </p:spPr>
            <p:txBody>
              <a:bodyPr/>
              <a:lstStyle/>
              <a:p>
                <a:endParaRPr lang="en-US"/>
              </a:p>
            </p:txBody>
          </p:sp>
          <p:sp>
            <p:nvSpPr>
              <p:cNvPr id="104668" name="Line 14"/>
              <p:cNvSpPr>
                <a:spLocks noChangeShapeType="1"/>
              </p:cNvSpPr>
              <p:nvPr/>
            </p:nvSpPr>
            <p:spPr bwMode="auto">
              <a:xfrm flipV="1">
                <a:off x="1936" y="2455"/>
                <a:ext cx="790" cy="528"/>
              </a:xfrm>
              <a:prstGeom prst="line">
                <a:avLst/>
              </a:prstGeom>
              <a:grpFill/>
              <a:ln w="25400">
                <a:solidFill>
                  <a:schemeClr val="bg1">
                    <a:lumMod val="65000"/>
                  </a:schemeClr>
                </a:solidFill>
                <a:round/>
                <a:headEnd/>
                <a:tailEnd/>
              </a:ln>
            </p:spPr>
            <p:txBody>
              <a:bodyPr/>
              <a:lstStyle/>
              <a:p>
                <a:endParaRPr lang="en-US"/>
              </a:p>
            </p:txBody>
          </p:sp>
        </p:grpSp>
        <p:grpSp>
          <p:nvGrpSpPr>
            <p:cNvPr id="103457" name="Group 15"/>
            <p:cNvGrpSpPr>
              <a:grpSpLocks/>
            </p:cNvGrpSpPr>
            <p:nvPr/>
          </p:nvGrpSpPr>
          <p:grpSpPr bwMode="auto">
            <a:xfrm>
              <a:off x="1952" y="2076"/>
              <a:ext cx="886" cy="290"/>
              <a:chOff x="1952" y="2076"/>
              <a:chExt cx="886" cy="290"/>
            </a:xfrm>
            <a:grpFill/>
          </p:grpSpPr>
          <p:sp>
            <p:nvSpPr>
              <p:cNvPr id="104665" name="Freeform 16"/>
              <p:cNvSpPr>
                <a:spLocks/>
              </p:cNvSpPr>
              <p:nvPr/>
            </p:nvSpPr>
            <p:spPr bwMode="auto">
              <a:xfrm>
                <a:off x="2702" y="2076"/>
                <a:ext cx="136" cy="72"/>
              </a:xfrm>
              <a:custGeom>
                <a:avLst/>
                <a:gdLst>
                  <a:gd name="T0" fmla="*/ 136 w 136"/>
                  <a:gd name="T1" fmla="*/ 0 h 72"/>
                  <a:gd name="T2" fmla="*/ 16 w 136"/>
                  <a:gd name="T3" fmla="*/ 72 h 72"/>
                  <a:gd name="T4" fmla="*/ 8 w 136"/>
                  <a:gd name="T5" fmla="*/ 40 h 72"/>
                  <a:gd name="T6" fmla="*/ 0 w 136"/>
                  <a:gd name="T7" fmla="*/ 8 h 72"/>
                  <a:gd name="T8" fmla="*/ 136 w 136"/>
                  <a:gd name="T9" fmla="*/ 0 h 72"/>
                  <a:gd name="T10" fmla="*/ 0 60000 65536"/>
                  <a:gd name="T11" fmla="*/ 0 60000 65536"/>
                  <a:gd name="T12" fmla="*/ 0 60000 65536"/>
                  <a:gd name="T13" fmla="*/ 0 60000 65536"/>
                  <a:gd name="T14" fmla="*/ 0 60000 65536"/>
                  <a:gd name="T15" fmla="*/ 0 w 136"/>
                  <a:gd name="T16" fmla="*/ 0 h 72"/>
                  <a:gd name="T17" fmla="*/ 136 w 136"/>
                  <a:gd name="T18" fmla="*/ 72 h 72"/>
                </a:gdLst>
                <a:ahLst/>
                <a:cxnLst>
                  <a:cxn ang="T10">
                    <a:pos x="T0" y="T1"/>
                  </a:cxn>
                  <a:cxn ang="T11">
                    <a:pos x="T2" y="T3"/>
                  </a:cxn>
                  <a:cxn ang="T12">
                    <a:pos x="T4" y="T5"/>
                  </a:cxn>
                  <a:cxn ang="T13">
                    <a:pos x="T6" y="T7"/>
                  </a:cxn>
                  <a:cxn ang="T14">
                    <a:pos x="T8" y="T9"/>
                  </a:cxn>
                </a:cxnLst>
                <a:rect l="T15" t="T16" r="T17" b="T18"/>
                <a:pathLst>
                  <a:path w="136" h="72">
                    <a:moveTo>
                      <a:pt x="136" y="0"/>
                    </a:moveTo>
                    <a:lnTo>
                      <a:pt x="16" y="72"/>
                    </a:lnTo>
                    <a:lnTo>
                      <a:pt x="8" y="40"/>
                    </a:lnTo>
                    <a:lnTo>
                      <a:pt x="0" y="8"/>
                    </a:lnTo>
                    <a:lnTo>
                      <a:pt x="136" y="0"/>
                    </a:lnTo>
                    <a:close/>
                  </a:path>
                </a:pathLst>
              </a:custGeom>
              <a:grpFill/>
              <a:ln w="9525">
                <a:solidFill>
                  <a:schemeClr val="bg1">
                    <a:lumMod val="65000"/>
                  </a:schemeClr>
                </a:solidFill>
                <a:round/>
                <a:headEnd/>
                <a:tailEnd/>
              </a:ln>
            </p:spPr>
            <p:txBody>
              <a:bodyPr/>
              <a:lstStyle/>
              <a:p>
                <a:endParaRPr lang="en-US"/>
              </a:p>
            </p:txBody>
          </p:sp>
          <p:sp>
            <p:nvSpPr>
              <p:cNvPr id="104666" name="Line 17"/>
              <p:cNvSpPr>
                <a:spLocks noChangeShapeType="1"/>
              </p:cNvSpPr>
              <p:nvPr/>
            </p:nvSpPr>
            <p:spPr bwMode="auto">
              <a:xfrm flipV="1">
                <a:off x="1952" y="2114"/>
                <a:ext cx="766" cy="252"/>
              </a:xfrm>
              <a:prstGeom prst="line">
                <a:avLst/>
              </a:prstGeom>
              <a:grpFill/>
              <a:ln w="25400">
                <a:solidFill>
                  <a:schemeClr val="bg1">
                    <a:lumMod val="65000"/>
                  </a:schemeClr>
                </a:solidFill>
                <a:round/>
                <a:headEnd/>
                <a:tailEnd/>
              </a:ln>
            </p:spPr>
            <p:txBody>
              <a:bodyPr/>
              <a:lstStyle/>
              <a:p>
                <a:endParaRPr lang="en-US"/>
              </a:p>
            </p:txBody>
          </p:sp>
        </p:grpSp>
        <p:grpSp>
          <p:nvGrpSpPr>
            <p:cNvPr id="103458" name="Group 18"/>
            <p:cNvGrpSpPr>
              <a:grpSpLocks/>
            </p:cNvGrpSpPr>
            <p:nvPr/>
          </p:nvGrpSpPr>
          <p:grpSpPr bwMode="auto">
            <a:xfrm>
              <a:off x="1481" y="1769"/>
              <a:ext cx="894" cy="283"/>
              <a:chOff x="1481" y="1769"/>
              <a:chExt cx="894" cy="283"/>
            </a:xfrm>
            <a:grpFill/>
          </p:grpSpPr>
          <p:sp>
            <p:nvSpPr>
              <p:cNvPr id="104663" name="Freeform 19"/>
              <p:cNvSpPr>
                <a:spLocks/>
              </p:cNvSpPr>
              <p:nvPr/>
            </p:nvSpPr>
            <p:spPr bwMode="auto">
              <a:xfrm>
                <a:off x="2231" y="1980"/>
                <a:ext cx="144" cy="72"/>
              </a:xfrm>
              <a:custGeom>
                <a:avLst/>
                <a:gdLst>
                  <a:gd name="T0" fmla="*/ 144 w 144"/>
                  <a:gd name="T1" fmla="*/ 72 h 72"/>
                  <a:gd name="T2" fmla="*/ 0 w 144"/>
                  <a:gd name="T3" fmla="*/ 64 h 72"/>
                  <a:gd name="T4" fmla="*/ 16 w 144"/>
                  <a:gd name="T5" fmla="*/ 32 h 72"/>
                  <a:gd name="T6" fmla="*/ 24 w 144"/>
                  <a:gd name="T7" fmla="*/ 0 h 72"/>
                  <a:gd name="T8" fmla="*/ 144 w 144"/>
                  <a:gd name="T9" fmla="*/ 72 h 72"/>
                  <a:gd name="T10" fmla="*/ 0 60000 65536"/>
                  <a:gd name="T11" fmla="*/ 0 60000 65536"/>
                  <a:gd name="T12" fmla="*/ 0 60000 65536"/>
                  <a:gd name="T13" fmla="*/ 0 60000 65536"/>
                  <a:gd name="T14" fmla="*/ 0 60000 65536"/>
                  <a:gd name="T15" fmla="*/ 0 w 144"/>
                  <a:gd name="T16" fmla="*/ 0 h 72"/>
                  <a:gd name="T17" fmla="*/ 144 w 144"/>
                  <a:gd name="T18" fmla="*/ 72 h 72"/>
                </a:gdLst>
                <a:ahLst/>
                <a:cxnLst>
                  <a:cxn ang="T10">
                    <a:pos x="T0" y="T1"/>
                  </a:cxn>
                  <a:cxn ang="T11">
                    <a:pos x="T2" y="T3"/>
                  </a:cxn>
                  <a:cxn ang="T12">
                    <a:pos x="T4" y="T5"/>
                  </a:cxn>
                  <a:cxn ang="T13">
                    <a:pos x="T6" y="T7"/>
                  </a:cxn>
                  <a:cxn ang="T14">
                    <a:pos x="T8" y="T9"/>
                  </a:cxn>
                </a:cxnLst>
                <a:rect l="T15" t="T16" r="T17" b="T18"/>
                <a:pathLst>
                  <a:path w="144" h="72">
                    <a:moveTo>
                      <a:pt x="144" y="72"/>
                    </a:moveTo>
                    <a:lnTo>
                      <a:pt x="0" y="64"/>
                    </a:lnTo>
                    <a:lnTo>
                      <a:pt x="16" y="32"/>
                    </a:lnTo>
                    <a:lnTo>
                      <a:pt x="24" y="0"/>
                    </a:lnTo>
                    <a:lnTo>
                      <a:pt x="144" y="72"/>
                    </a:lnTo>
                    <a:close/>
                  </a:path>
                </a:pathLst>
              </a:custGeom>
              <a:grpFill/>
              <a:ln w="9525">
                <a:solidFill>
                  <a:schemeClr val="bg1">
                    <a:lumMod val="65000"/>
                  </a:schemeClr>
                </a:solidFill>
                <a:round/>
                <a:headEnd/>
                <a:tailEnd/>
              </a:ln>
            </p:spPr>
            <p:txBody>
              <a:bodyPr/>
              <a:lstStyle/>
              <a:p>
                <a:endParaRPr lang="en-US"/>
              </a:p>
            </p:txBody>
          </p:sp>
          <p:sp>
            <p:nvSpPr>
              <p:cNvPr id="104664" name="Line 20"/>
              <p:cNvSpPr>
                <a:spLocks noChangeShapeType="1"/>
              </p:cNvSpPr>
              <p:nvPr/>
            </p:nvSpPr>
            <p:spPr bwMode="auto">
              <a:xfrm>
                <a:off x="1481" y="1769"/>
                <a:ext cx="774" cy="244"/>
              </a:xfrm>
              <a:prstGeom prst="line">
                <a:avLst/>
              </a:prstGeom>
              <a:grpFill/>
              <a:ln w="25400">
                <a:solidFill>
                  <a:schemeClr val="bg1">
                    <a:lumMod val="65000"/>
                  </a:schemeClr>
                </a:solidFill>
                <a:round/>
                <a:headEnd/>
                <a:tailEnd/>
              </a:ln>
            </p:spPr>
            <p:txBody>
              <a:bodyPr/>
              <a:lstStyle/>
              <a:p>
                <a:endParaRPr lang="en-US"/>
              </a:p>
            </p:txBody>
          </p:sp>
        </p:grpSp>
        <p:sp>
          <p:nvSpPr>
            <p:cNvPr id="103459" name="Oval 21"/>
            <p:cNvSpPr>
              <a:spLocks noChangeArrowheads="1"/>
            </p:cNvSpPr>
            <p:nvPr/>
          </p:nvSpPr>
          <p:spPr bwMode="auto">
            <a:xfrm>
              <a:off x="1457" y="1741"/>
              <a:ext cx="32" cy="40"/>
            </a:xfrm>
            <a:prstGeom prst="ellipse">
              <a:avLst/>
            </a:prstGeom>
            <a:grpFill/>
            <a:ln w="9525">
              <a:solidFill>
                <a:schemeClr val="bg1">
                  <a:lumMod val="65000"/>
                </a:schemeClr>
              </a:solidFill>
              <a:round/>
              <a:headEnd/>
              <a:tailEnd/>
            </a:ln>
          </p:spPr>
          <p:txBody>
            <a:bodyPr/>
            <a:lstStyle/>
            <a:p>
              <a:endParaRPr lang="en-US"/>
            </a:p>
          </p:txBody>
        </p:sp>
        <p:sp>
          <p:nvSpPr>
            <p:cNvPr id="103460" name="Oval 22"/>
            <p:cNvSpPr>
              <a:spLocks noChangeArrowheads="1"/>
            </p:cNvSpPr>
            <p:nvPr/>
          </p:nvSpPr>
          <p:spPr bwMode="auto">
            <a:xfrm>
              <a:off x="1457" y="1741"/>
              <a:ext cx="32" cy="40"/>
            </a:xfrm>
            <a:prstGeom prst="ellipse">
              <a:avLst/>
            </a:prstGeom>
            <a:grpFill/>
            <a:ln w="25400">
              <a:solidFill>
                <a:schemeClr val="bg1">
                  <a:lumMod val="65000"/>
                </a:schemeClr>
              </a:solidFill>
              <a:round/>
              <a:headEnd/>
              <a:tailEnd/>
            </a:ln>
          </p:spPr>
          <p:txBody>
            <a:bodyPr/>
            <a:lstStyle/>
            <a:p>
              <a:endParaRPr lang="en-US"/>
            </a:p>
          </p:txBody>
        </p:sp>
        <p:sp>
          <p:nvSpPr>
            <p:cNvPr id="103461" name="Oval 23"/>
            <p:cNvSpPr>
              <a:spLocks noChangeArrowheads="1"/>
            </p:cNvSpPr>
            <p:nvPr/>
          </p:nvSpPr>
          <p:spPr bwMode="auto">
            <a:xfrm>
              <a:off x="1457" y="2044"/>
              <a:ext cx="40" cy="40"/>
            </a:xfrm>
            <a:prstGeom prst="ellipse">
              <a:avLst/>
            </a:prstGeom>
            <a:grpFill/>
            <a:ln w="9525">
              <a:solidFill>
                <a:schemeClr val="bg1">
                  <a:lumMod val="65000"/>
                </a:schemeClr>
              </a:solidFill>
              <a:round/>
              <a:headEnd/>
              <a:tailEnd/>
            </a:ln>
          </p:spPr>
          <p:txBody>
            <a:bodyPr/>
            <a:lstStyle/>
            <a:p>
              <a:endParaRPr lang="en-US"/>
            </a:p>
          </p:txBody>
        </p:sp>
        <p:sp>
          <p:nvSpPr>
            <p:cNvPr id="103462" name="Oval 24"/>
            <p:cNvSpPr>
              <a:spLocks noChangeArrowheads="1"/>
            </p:cNvSpPr>
            <p:nvPr/>
          </p:nvSpPr>
          <p:spPr bwMode="auto">
            <a:xfrm>
              <a:off x="1457" y="2044"/>
              <a:ext cx="40" cy="40"/>
            </a:xfrm>
            <a:prstGeom prst="ellipse">
              <a:avLst/>
            </a:prstGeom>
            <a:grpFill/>
            <a:ln w="25400">
              <a:solidFill>
                <a:schemeClr val="bg1">
                  <a:lumMod val="65000"/>
                </a:schemeClr>
              </a:solidFill>
              <a:round/>
              <a:headEnd/>
              <a:tailEnd/>
            </a:ln>
          </p:spPr>
          <p:txBody>
            <a:bodyPr/>
            <a:lstStyle/>
            <a:p>
              <a:endParaRPr lang="en-US"/>
            </a:p>
          </p:txBody>
        </p:sp>
        <p:sp>
          <p:nvSpPr>
            <p:cNvPr id="103463" name="Oval 25"/>
            <p:cNvSpPr>
              <a:spLocks noChangeArrowheads="1"/>
            </p:cNvSpPr>
            <p:nvPr/>
          </p:nvSpPr>
          <p:spPr bwMode="auto">
            <a:xfrm>
              <a:off x="1457" y="2355"/>
              <a:ext cx="40" cy="32"/>
            </a:xfrm>
            <a:prstGeom prst="ellipse">
              <a:avLst/>
            </a:prstGeom>
            <a:grpFill/>
            <a:ln w="9525">
              <a:solidFill>
                <a:schemeClr val="bg1">
                  <a:lumMod val="65000"/>
                </a:schemeClr>
              </a:solidFill>
              <a:round/>
              <a:headEnd/>
              <a:tailEnd/>
            </a:ln>
          </p:spPr>
          <p:txBody>
            <a:bodyPr/>
            <a:lstStyle/>
            <a:p>
              <a:endParaRPr lang="en-US"/>
            </a:p>
          </p:txBody>
        </p:sp>
        <p:sp>
          <p:nvSpPr>
            <p:cNvPr id="103464" name="Oval 26"/>
            <p:cNvSpPr>
              <a:spLocks noChangeArrowheads="1"/>
            </p:cNvSpPr>
            <p:nvPr/>
          </p:nvSpPr>
          <p:spPr bwMode="auto">
            <a:xfrm>
              <a:off x="1457" y="2355"/>
              <a:ext cx="40" cy="32"/>
            </a:xfrm>
            <a:prstGeom prst="ellipse">
              <a:avLst/>
            </a:prstGeom>
            <a:grpFill/>
            <a:ln w="25400">
              <a:solidFill>
                <a:schemeClr val="bg1">
                  <a:lumMod val="65000"/>
                </a:schemeClr>
              </a:solidFill>
              <a:round/>
              <a:headEnd/>
              <a:tailEnd/>
            </a:ln>
          </p:spPr>
          <p:txBody>
            <a:bodyPr/>
            <a:lstStyle/>
            <a:p>
              <a:endParaRPr lang="en-US"/>
            </a:p>
          </p:txBody>
        </p:sp>
        <p:sp>
          <p:nvSpPr>
            <p:cNvPr id="103465" name="Oval 27"/>
            <p:cNvSpPr>
              <a:spLocks noChangeArrowheads="1"/>
            </p:cNvSpPr>
            <p:nvPr/>
          </p:nvSpPr>
          <p:spPr bwMode="auto">
            <a:xfrm>
              <a:off x="1457" y="2658"/>
              <a:ext cx="32" cy="32"/>
            </a:xfrm>
            <a:prstGeom prst="ellipse">
              <a:avLst/>
            </a:prstGeom>
            <a:grpFill/>
            <a:ln w="9525">
              <a:solidFill>
                <a:schemeClr val="bg1">
                  <a:lumMod val="65000"/>
                </a:schemeClr>
              </a:solidFill>
              <a:round/>
              <a:headEnd/>
              <a:tailEnd/>
            </a:ln>
          </p:spPr>
          <p:txBody>
            <a:bodyPr/>
            <a:lstStyle/>
            <a:p>
              <a:endParaRPr lang="en-US"/>
            </a:p>
          </p:txBody>
        </p:sp>
        <p:sp>
          <p:nvSpPr>
            <p:cNvPr id="103466" name="Oval 28"/>
            <p:cNvSpPr>
              <a:spLocks noChangeArrowheads="1"/>
            </p:cNvSpPr>
            <p:nvPr/>
          </p:nvSpPr>
          <p:spPr bwMode="auto">
            <a:xfrm>
              <a:off x="1457" y="2658"/>
              <a:ext cx="32" cy="32"/>
            </a:xfrm>
            <a:prstGeom prst="ellipse">
              <a:avLst/>
            </a:prstGeom>
            <a:grpFill/>
            <a:ln w="25400">
              <a:solidFill>
                <a:schemeClr val="bg1">
                  <a:lumMod val="65000"/>
                </a:schemeClr>
              </a:solidFill>
              <a:round/>
              <a:headEnd/>
              <a:tailEnd/>
            </a:ln>
          </p:spPr>
          <p:txBody>
            <a:bodyPr/>
            <a:lstStyle/>
            <a:p>
              <a:endParaRPr lang="en-US"/>
            </a:p>
          </p:txBody>
        </p:sp>
        <p:sp>
          <p:nvSpPr>
            <p:cNvPr id="103467" name="Oval 29"/>
            <p:cNvSpPr>
              <a:spLocks noChangeArrowheads="1"/>
            </p:cNvSpPr>
            <p:nvPr/>
          </p:nvSpPr>
          <p:spPr bwMode="auto">
            <a:xfrm>
              <a:off x="1449" y="2969"/>
              <a:ext cx="40" cy="32"/>
            </a:xfrm>
            <a:prstGeom prst="ellipse">
              <a:avLst/>
            </a:prstGeom>
            <a:grpFill/>
            <a:ln w="9525">
              <a:solidFill>
                <a:schemeClr val="bg1">
                  <a:lumMod val="65000"/>
                </a:schemeClr>
              </a:solidFill>
              <a:round/>
              <a:headEnd/>
              <a:tailEnd/>
            </a:ln>
          </p:spPr>
          <p:txBody>
            <a:bodyPr/>
            <a:lstStyle/>
            <a:p>
              <a:endParaRPr lang="en-US"/>
            </a:p>
          </p:txBody>
        </p:sp>
        <p:sp>
          <p:nvSpPr>
            <p:cNvPr id="103468" name="Oval 30"/>
            <p:cNvSpPr>
              <a:spLocks noChangeArrowheads="1"/>
            </p:cNvSpPr>
            <p:nvPr/>
          </p:nvSpPr>
          <p:spPr bwMode="auto">
            <a:xfrm>
              <a:off x="1449" y="2969"/>
              <a:ext cx="40" cy="32"/>
            </a:xfrm>
            <a:prstGeom prst="ellipse">
              <a:avLst/>
            </a:prstGeom>
            <a:grpFill/>
            <a:ln w="25400">
              <a:solidFill>
                <a:schemeClr val="bg1">
                  <a:lumMod val="65000"/>
                </a:schemeClr>
              </a:solidFill>
              <a:round/>
              <a:headEnd/>
              <a:tailEnd/>
            </a:ln>
          </p:spPr>
          <p:txBody>
            <a:bodyPr/>
            <a:lstStyle/>
            <a:p>
              <a:endParaRPr lang="en-US"/>
            </a:p>
          </p:txBody>
        </p:sp>
        <p:grpSp>
          <p:nvGrpSpPr>
            <p:cNvPr id="103469" name="Group 31"/>
            <p:cNvGrpSpPr>
              <a:grpSpLocks/>
            </p:cNvGrpSpPr>
            <p:nvPr/>
          </p:nvGrpSpPr>
          <p:grpSpPr bwMode="auto">
            <a:xfrm>
              <a:off x="1912" y="1741"/>
              <a:ext cx="40" cy="1260"/>
              <a:chOff x="1912" y="1741"/>
              <a:chExt cx="40" cy="1260"/>
            </a:xfrm>
            <a:grpFill/>
          </p:grpSpPr>
          <p:sp>
            <p:nvSpPr>
              <p:cNvPr id="104653" name="Oval 32"/>
              <p:cNvSpPr>
                <a:spLocks noChangeArrowheads="1"/>
              </p:cNvSpPr>
              <p:nvPr/>
            </p:nvSpPr>
            <p:spPr bwMode="auto">
              <a:xfrm>
                <a:off x="1920" y="1741"/>
                <a:ext cx="32" cy="32"/>
              </a:xfrm>
              <a:prstGeom prst="ellipse">
                <a:avLst/>
              </a:prstGeom>
              <a:grpFill/>
              <a:ln w="9525">
                <a:solidFill>
                  <a:schemeClr val="bg1">
                    <a:lumMod val="65000"/>
                  </a:schemeClr>
                </a:solidFill>
                <a:round/>
                <a:headEnd/>
                <a:tailEnd/>
              </a:ln>
            </p:spPr>
            <p:txBody>
              <a:bodyPr/>
              <a:lstStyle/>
              <a:p>
                <a:endParaRPr lang="en-US"/>
              </a:p>
            </p:txBody>
          </p:sp>
          <p:sp>
            <p:nvSpPr>
              <p:cNvPr id="104654" name="Oval 33"/>
              <p:cNvSpPr>
                <a:spLocks noChangeArrowheads="1"/>
              </p:cNvSpPr>
              <p:nvPr/>
            </p:nvSpPr>
            <p:spPr bwMode="auto">
              <a:xfrm>
                <a:off x="1920" y="1741"/>
                <a:ext cx="32" cy="32"/>
              </a:xfrm>
              <a:prstGeom prst="ellipse">
                <a:avLst/>
              </a:prstGeom>
              <a:grpFill/>
              <a:ln w="25400">
                <a:solidFill>
                  <a:schemeClr val="bg1">
                    <a:lumMod val="65000"/>
                  </a:schemeClr>
                </a:solidFill>
                <a:round/>
                <a:headEnd/>
                <a:tailEnd/>
              </a:ln>
            </p:spPr>
            <p:txBody>
              <a:bodyPr/>
              <a:lstStyle/>
              <a:p>
                <a:endParaRPr lang="en-US"/>
              </a:p>
            </p:txBody>
          </p:sp>
          <p:sp>
            <p:nvSpPr>
              <p:cNvPr id="104655" name="Oval 34"/>
              <p:cNvSpPr>
                <a:spLocks noChangeArrowheads="1"/>
              </p:cNvSpPr>
              <p:nvPr/>
            </p:nvSpPr>
            <p:spPr bwMode="auto">
              <a:xfrm>
                <a:off x="1920" y="2044"/>
                <a:ext cx="32" cy="32"/>
              </a:xfrm>
              <a:prstGeom prst="ellipse">
                <a:avLst/>
              </a:prstGeom>
              <a:grpFill/>
              <a:ln w="9525">
                <a:solidFill>
                  <a:schemeClr val="bg1">
                    <a:lumMod val="65000"/>
                  </a:schemeClr>
                </a:solidFill>
                <a:round/>
                <a:headEnd/>
                <a:tailEnd/>
              </a:ln>
            </p:spPr>
            <p:txBody>
              <a:bodyPr/>
              <a:lstStyle/>
              <a:p>
                <a:endParaRPr lang="en-US"/>
              </a:p>
            </p:txBody>
          </p:sp>
          <p:sp>
            <p:nvSpPr>
              <p:cNvPr id="104656" name="Oval 35"/>
              <p:cNvSpPr>
                <a:spLocks noChangeArrowheads="1"/>
              </p:cNvSpPr>
              <p:nvPr/>
            </p:nvSpPr>
            <p:spPr bwMode="auto">
              <a:xfrm>
                <a:off x="1920" y="2044"/>
                <a:ext cx="32" cy="32"/>
              </a:xfrm>
              <a:prstGeom prst="ellipse">
                <a:avLst/>
              </a:prstGeom>
              <a:grpFill/>
              <a:ln w="25400">
                <a:solidFill>
                  <a:schemeClr val="bg1">
                    <a:lumMod val="65000"/>
                  </a:schemeClr>
                </a:solidFill>
                <a:round/>
                <a:headEnd/>
                <a:tailEnd/>
              </a:ln>
            </p:spPr>
            <p:txBody>
              <a:bodyPr/>
              <a:lstStyle/>
              <a:p>
                <a:endParaRPr lang="en-US"/>
              </a:p>
            </p:txBody>
          </p:sp>
          <p:sp>
            <p:nvSpPr>
              <p:cNvPr id="104657" name="Oval 36"/>
              <p:cNvSpPr>
                <a:spLocks noChangeArrowheads="1"/>
              </p:cNvSpPr>
              <p:nvPr/>
            </p:nvSpPr>
            <p:spPr bwMode="auto">
              <a:xfrm>
                <a:off x="1920" y="2347"/>
                <a:ext cx="32" cy="40"/>
              </a:xfrm>
              <a:prstGeom prst="ellipse">
                <a:avLst/>
              </a:prstGeom>
              <a:grpFill/>
              <a:ln w="9525">
                <a:solidFill>
                  <a:schemeClr val="bg1">
                    <a:lumMod val="65000"/>
                  </a:schemeClr>
                </a:solidFill>
                <a:round/>
                <a:headEnd/>
                <a:tailEnd/>
              </a:ln>
            </p:spPr>
            <p:txBody>
              <a:bodyPr/>
              <a:lstStyle/>
              <a:p>
                <a:endParaRPr lang="en-US"/>
              </a:p>
            </p:txBody>
          </p:sp>
          <p:sp>
            <p:nvSpPr>
              <p:cNvPr id="104658" name="Oval 37"/>
              <p:cNvSpPr>
                <a:spLocks noChangeArrowheads="1"/>
              </p:cNvSpPr>
              <p:nvPr/>
            </p:nvSpPr>
            <p:spPr bwMode="auto">
              <a:xfrm>
                <a:off x="1920" y="2347"/>
                <a:ext cx="32" cy="40"/>
              </a:xfrm>
              <a:prstGeom prst="ellipse">
                <a:avLst/>
              </a:prstGeom>
              <a:grpFill/>
              <a:ln w="25400">
                <a:solidFill>
                  <a:schemeClr val="bg1">
                    <a:lumMod val="65000"/>
                  </a:schemeClr>
                </a:solidFill>
                <a:round/>
                <a:headEnd/>
                <a:tailEnd/>
              </a:ln>
            </p:spPr>
            <p:txBody>
              <a:bodyPr/>
              <a:lstStyle/>
              <a:p>
                <a:endParaRPr lang="en-US"/>
              </a:p>
            </p:txBody>
          </p:sp>
          <p:sp>
            <p:nvSpPr>
              <p:cNvPr id="104659" name="Oval 38"/>
              <p:cNvSpPr>
                <a:spLocks noChangeArrowheads="1"/>
              </p:cNvSpPr>
              <p:nvPr/>
            </p:nvSpPr>
            <p:spPr bwMode="auto">
              <a:xfrm>
                <a:off x="1920" y="2658"/>
                <a:ext cx="32" cy="32"/>
              </a:xfrm>
              <a:prstGeom prst="ellipse">
                <a:avLst/>
              </a:prstGeom>
              <a:grpFill/>
              <a:ln w="9525">
                <a:solidFill>
                  <a:schemeClr val="bg1">
                    <a:lumMod val="65000"/>
                  </a:schemeClr>
                </a:solidFill>
                <a:round/>
                <a:headEnd/>
                <a:tailEnd/>
              </a:ln>
            </p:spPr>
            <p:txBody>
              <a:bodyPr/>
              <a:lstStyle/>
              <a:p>
                <a:endParaRPr lang="en-US"/>
              </a:p>
            </p:txBody>
          </p:sp>
          <p:sp>
            <p:nvSpPr>
              <p:cNvPr id="104660" name="Oval 39"/>
              <p:cNvSpPr>
                <a:spLocks noChangeArrowheads="1"/>
              </p:cNvSpPr>
              <p:nvPr/>
            </p:nvSpPr>
            <p:spPr bwMode="auto">
              <a:xfrm>
                <a:off x="1920" y="2658"/>
                <a:ext cx="32" cy="32"/>
              </a:xfrm>
              <a:prstGeom prst="ellipse">
                <a:avLst/>
              </a:prstGeom>
              <a:grpFill/>
              <a:ln w="25400">
                <a:solidFill>
                  <a:schemeClr val="bg1">
                    <a:lumMod val="65000"/>
                  </a:schemeClr>
                </a:solidFill>
                <a:round/>
                <a:headEnd/>
                <a:tailEnd/>
              </a:ln>
            </p:spPr>
            <p:txBody>
              <a:bodyPr/>
              <a:lstStyle/>
              <a:p>
                <a:endParaRPr lang="en-US"/>
              </a:p>
            </p:txBody>
          </p:sp>
          <p:sp>
            <p:nvSpPr>
              <p:cNvPr id="104661" name="Oval 40"/>
              <p:cNvSpPr>
                <a:spLocks noChangeArrowheads="1"/>
              </p:cNvSpPr>
              <p:nvPr/>
            </p:nvSpPr>
            <p:spPr bwMode="auto">
              <a:xfrm>
                <a:off x="1912" y="2961"/>
                <a:ext cx="32" cy="40"/>
              </a:xfrm>
              <a:prstGeom prst="ellipse">
                <a:avLst/>
              </a:prstGeom>
              <a:grpFill/>
              <a:ln w="9525">
                <a:solidFill>
                  <a:schemeClr val="bg1">
                    <a:lumMod val="65000"/>
                  </a:schemeClr>
                </a:solidFill>
                <a:round/>
                <a:headEnd/>
                <a:tailEnd/>
              </a:ln>
            </p:spPr>
            <p:txBody>
              <a:bodyPr/>
              <a:lstStyle/>
              <a:p>
                <a:endParaRPr lang="en-US"/>
              </a:p>
            </p:txBody>
          </p:sp>
          <p:sp>
            <p:nvSpPr>
              <p:cNvPr id="104662" name="Oval 41"/>
              <p:cNvSpPr>
                <a:spLocks noChangeArrowheads="1"/>
              </p:cNvSpPr>
              <p:nvPr/>
            </p:nvSpPr>
            <p:spPr bwMode="auto">
              <a:xfrm>
                <a:off x="1912" y="2961"/>
                <a:ext cx="32" cy="40"/>
              </a:xfrm>
              <a:prstGeom prst="ellipse">
                <a:avLst/>
              </a:prstGeom>
              <a:grpFill/>
              <a:ln w="25400">
                <a:solidFill>
                  <a:schemeClr val="bg1">
                    <a:lumMod val="65000"/>
                  </a:schemeClr>
                </a:solidFill>
                <a:round/>
                <a:headEnd/>
                <a:tailEnd/>
              </a:ln>
            </p:spPr>
            <p:txBody>
              <a:bodyPr/>
              <a:lstStyle/>
              <a:p>
                <a:endParaRPr lang="en-US"/>
              </a:p>
            </p:txBody>
          </p:sp>
        </p:grpSp>
        <p:grpSp>
          <p:nvGrpSpPr>
            <p:cNvPr id="103470" name="Group 42"/>
            <p:cNvGrpSpPr>
              <a:grpSpLocks/>
            </p:cNvGrpSpPr>
            <p:nvPr/>
          </p:nvGrpSpPr>
          <p:grpSpPr bwMode="auto">
            <a:xfrm>
              <a:off x="2375" y="1749"/>
              <a:ext cx="40" cy="1252"/>
              <a:chOff x="2375" y="1749"/>
              <a:chExt cx="40" cy="1252"/>
            </a:xfrm>
            <a:grpFill/>
          </p:grpSpPr>
          <p:sp>
            <p:nvSpPr>
              <p:cNvPr id="104643" name="Oval 43"/>
              <p:cNvSpPr>
                <a:spLocks noChangeArrowheads="1"/>
              </p:cNvSpPr>
              <p:nvPr/>
            </p:nvSpPr>
            <p:spPr bwMode="auto">
              <a:xfrm>
                <a:off x="2375" y="1749"/>
                <a:ext cx="32" cy="32"/>
              </a:xfrm>
              <a:prstGeom prst="ellipse">
                <a:avLst/>
              </a:prstGeom>
              <a:grpFill/>
              <a:ln w="9525">
                <a:solidFill>
                  <a:schemeClr val="bg1">
                    <a:lumMod val="65000"/>
                  </a:schemeClr>
                </a:solidFill>
                <a:round/>
                <a:headEnd/>
                <a:tailEnd/>
              </a:ln>
            </p:spPr>
            <p:txBody>
              <a:bodyPr/>
              <a:lstStyle/>
              <a:p>
                <a:endParaRPr lang="en-US"/>
              </a:p>
            </p:txBody>
          </p:sp>
          <p:sp>
            <p:nvSpPr>
              <p:cNvPr id="104644" name="Oval 44"/>
              <p:cNvSpPr>
                <a:spLocks noChangeArrowheads="1"/>
              </p:cNvSpPr>
              <p:nvPr/>
            </p:nvSpPr>
            <p:spPr bwMode="auto">
              <a:xfrm>
                <a:off x="2375" y="1749"/>
                <a:ext cx="32" cy="32"/>
              </a:xfrm>
              <a:prstGeom prst="ellipse">
                <a:avLst/>
              </a:prstGeom>
              <a:grpFill/>
              <a:ln w="25400">
                <a:solidFill>
                  <a:schemeClr val="bg1">
                    <a:lumMod val="65000"/>
                  </a:schemeClr>
                </a:solidFill>
                <a:round/>
                <a:headEnd/>
                <a:tailEnd/>
              </a:ln>
            </p:spPr>
            <p:txBody>
              <a:bodyPr/>
              <a:lstStyle/>
              <a:p>
                <a:endParaRPr lang="en-US"/>
              </a:p>
            </p:txBody>
          </p:sp>
          <p:sp>
            <p:nvSpPr>
              <p:cNvPr id="104645" name="Oval 45"/>
              <p:cNvSpPr>
                <a:spLocks noChangeArrowheads="1"/>
              </p:cNvSpPr>
              <p:nvPr/>
            </p:nvSpPr>
            <p:spPr bwMode="auto">
              <a:xfrm>
                <a:off x="2383" y="2052"/>
                <a:ext cx="32" cy="32"/>
              </a:xfrm>
              <a:prstGeom prst="ellipse">
                <a:avLst/>
              </a:prstGeom>
              <a:grpFill/>
              <a:ln w="9525">
                <a:solidFill>
                  <a:schemeClr val="bg1">
                    <a:lumMod val="65000"/>
                  </a:schemeClr>
                </a:solidFill>
                <a:round/>
                <a:headEnd/>
                <a:tailEnd/>
              </a:ln>
            </p:spPr>
            <p:txBody>
              <a:bodyPr/>
              <a:lstStyle/>
              <a:p>
                <a:endParaRPr lang="en-US"/>
              </a:p>
            </p:txBody>
          </p:sp>
          <p:sp>
            <p:nvSpPr>
              <p:cNvPr id="104646" name="Oval 46"/>
              <p:cNvSpPr>
                <a:spLocks noChangeArrowheads="1"/>
              </p:cNvSpPr>
              <p:nvPr/>
            </p:nvSpPr>
            <p:spPr bwMode="auto">
              <a:xfrm>
                <a:off x="2383" y="2052"/>
                <a:ext cx="32" cy="32"/>
              </a:xfrm>
              <a:prstGeom prst="ellipse">
                <a:avLst/>
              </a:prstGeom>
              <a:grpFill/>
              <a:ln w="25400">
                <a:solidFill>
                  <a:schemeClr val="bg1">
                    <a:lumMod val="65000"/>
                  </a:schemeClr>
                </a:solidFill>
                <a:round/>
                <a:headEnd/>
                <a:tailEnd/>
              </a:ln>
            </p:spPr>
            <p:txBody>
              <a:bodyPr/>
              <a:lstStyle/>
              <a:p>
                <a:endParaRPr lang="en-US"/>
              </a:p>
            </p:txBody>
          </p:sp>
          <p:sp>
            <p:nvSpPr>
              <p:cNvPr id="104647" name="Oval 47"/>
              <p:cNvSpPr>
                <a:spLocks noChangeArrowheads="1"/>
              </p:cNvSpPr>
              <p:nvPr/>
            </p:nvSpPr>
            <p:spPr bwMode="auto">
              <a:xfrm>
                <a:off x="2383" y="2355"/>
                <a:ext cx="32" cy="32"/>
              </a:xfrm>
              <a:prstGeom prst="ellipse">
                <a:avLst/>
              </a:prstGeom>
              <a:grpFill/>
              <a:ln w="9525">
                <a:solidFill>
                  <a:schemeClr val="bg1">
                    <a:lumMod val="65000"/>
                  </a:schemeClr>
                </a:solidFill>
                <a:round/>
                <a:headEnd/>
                <a:tailEnd/>
              </a:ln>
            </p:spPr>
            <p:txBody>
              <a:bodyPr/>
              <a:lstStyle/>
              <a:p>
                <a:endParaRPr lang="en-US"/>
              </a:p>
            </p:txBody>
          </p:sp>
          <p:sp>
            <p:nvSpPr>
              <p:cNvPr id="104648" name="Oval 48"/>
              <p:cNvSpPr>
                <a:spLocks noChangeArrowheads="1"/>
              </p:cNvSpPr>
              <p:nvPr/>
            </p:nvSpPr>
            <p:spPr bwMode="auto">
              <a:xfrm>
                <a:off x="2383" y="2355"/>
                <a:ext cx="32" cy="32"/>
              </a:xfrm>
              <a:prstGeom prst="ellipse">
                <a:avLst/>
              </a:prstGeom>
              <a:grpFill/>
              <a:ln w="25400">
                <a:solidFill>
                  <a:schemeClr val="bg1">
                    <a:lumMod val="65000"/>
                  </a:schemeClr>
                </a:solidFill>
                <a:round/>
                <a:headEnd/>
                <a:tailEnd/>
              </a:ln>
            </p:spPr>
            <p:txBody>
              <a:bodyPr/>
              <a:lstStyle/>
              <a:p>
                <a:endParaRPr lang="en-US"/>
              </a:p>
            </p:txBody>
          </p:sp>
          <p:sp>
            <p:nvSpPr>
              <p:cNvPr id="104649" name="Oval 49"/>
              <p:cNvSpPr>
                <a:spLocks noChangeArrowheads="1"/>
              </p:cNvSpPr>
              <p:nvPr/>
            </p:nvSpPr>
            <p:spPr bwMode="auto">
              <a:xfrm>
                <a:off x="2375" y="2658"/>
                <a:ext cx="32" cy="40"/>
              </a:xfrm>
              <a:prstGeom prst="ellipse">
                <a:avLst/>
              </a:prstGeom>
              <a:grpFill/>
              <a:ln w="9525">
                <a:solidFill>
                  <a:schemeClr val="bg1">
                    <a:lumMod val="65000"/>
                  </a:schemeClr>
                </a:solidFill>
                <a:round/>
                <a:headEnd/>
                <a:tailEnd/>
              </a:ln>
            </p:spPr>
            <p:txBody>
              <a:bodyPr/>
              <a:lstStyle/>
              <a:p>
                <a:endParaRPr lang="en-US"/>
              </a:p>
            </p:txBody>
          </p:sp>
          <p:sp>
            <p:nvSpPr>
              <p:cNvPr id="104650" name="Oval 50"/>
              <p:cNvSpPr>
                <a:spLocks noChangeArrowheads="1"/>
              </p:cNvSpPr>
              <p:nvPr/>
            </p:nvSpPr>
            <p:spPr bwMode="auto">
              <a:xfrm>
                <a:off x="2375" y="2658"/>
                <a:ext cx="32" cy="40"/>
              </a:xfrm>
              <a:prstGeom prst="ellipse">
                <a:avLst/>
              </a:prstGeom>
              <a:grpFill/>
              <a:ln w="25400">
                <a:solidFill>
                  <a:schemeClr val="bg1">
                    <a:lumMod val="65000"/>
                  </a:schemeClr>
                </a:solidFill>
                <a:round/>
                <a:headEnd/>
                <a:tailEnd/>
              </a:ln>
            </p:spPr>
            <p:txBody>
              <a:bodyPr/>
              <a:lstStyle/>
              <a:p>
                <a:endParaRPr lang="en-US"/>
              </a:p>
            </p:txBody>
          </p:sp>
          <p:sp>
            <p:nvSpPr>
              <p:cNvPr id="104651" name="Oval 51"/>
              <p:cNvSpPr>
                <a:spLocks noChangeArrowheads="1"/>
              </p:cNvSpPr>
              <p:nvPr/>
            </p:nvSpPr>
            <p:spPr bwMode="auto">
              <a:xfrm>
                <a:off x="2375" y="2969"/>
                <a:ext cx="32" cy="32"/>
              </a:xfrm>
              <a:prstGeom prst="ellipse">
                <a:avLst/>
              </a:prstGeom>
              <a:grpFill/>
              <a:ln w="9525">
                <a:solidFill>
                  <a:schemeClr val="bg1">
                    <a:lumMod val="65000"/>
                  </a:schemeClr>
                </a:solidFill>
                <a:round/>
                <a:headEnd/>
                <a:tailEnd/>
              </a:ln>
            </p:spPr>
            <p:txBody>
              <a:bodyPr/>
              <a:lstStyle/>
              <a:p>
                <a:endParaRPr lang="en-US"/>
              </a:p>
            </p:txBody>
          </p:sp>
          <p:sp>
            <p:nvSpPr>
              <p:cNvPr id="104652" name="Oval 52"/>
              <p:cNvSpPr>
                <a:spLocks noChangeArrowheads="1"/>
              </p:cNvSpPr>
              <p:nvPr/>
            </p:nvSpPr>
            <p:spPr bwMode="auto">
              <a:xfrm>
                <a:off x="2375" y="2969"/>
                <a:ext cx="32" cy="32"/>
              </a:xfrm>
              <a:prstGeom prst="ellipse">
                <a:avLst/>
              </a:prstGeom>
              <a:grpFill/>
              <a:ln w="25400">
                <a:solidFill>
                  <a:schemeClr val="bg1">
                    <a:lumMod val="65000"/>
                  </a:schemeClr>
                </a:solidFill>
                <a:round/>
                <a:headEnd/>
                <a:tailEnd/>
              </a:ln>
            </p:spPr>
            <p:txBody>
              <a:bodyPr/>
              <a:lstStyle/>
              <a:p>
                <a:endParaRPr lang="en-US"/>
              </a:p>
            </p:txBody>
          </p:sp>
        </p:grpSp>
        <p:grpSp>
          <p:nvGrpSpPr>
            <p:cNvPr id="103471" name="Group 53"/>
            <p:cNvGrpSpPr>
              <a:grpSpLocks/>
            </p:cNvGrpSpPr>
            <p:nvPr/>
          </p:nvGrpSpPr>
          <p:grpSpPr bwMode="auto">
            <a:xfrm>
              <a:off x="1489" y="2076"/>
              <a:ext cx="431" cy="284"/>
              <a:chOff x="1489" y="2076"/>
              <a:chExt cx="431" cy="284"/>
            </a:xfrm>
            <a:grpFill/>
          </p:grpSpPr>
          <p:sp>
            <p:nvSpPr>
              <p:cNvPr id="104641" name="Freeform 54"/>
              <p:cNvSpPr>
                <a:spLocks/>
              </p:cNvSpPr>
              <p:nvPr/>
            </p:nvSpPr>
            <p:spPr bwMode="auto">
              <a:xfrm>
                <a:off x="1784" y="2076"/>
                <a:ext cx="136" cy="96"/>
              </a:xfrm>
              <a:custGeom>
                <a:avLst/>
                <a:gdLst>
                  <a:gd name="T0" fmla="*/ 136 w 136"/>
                  <a:gd name="T1" fmla="*/ 0 h 96"/>
                  <a:gd name="T2" fmla="*/ 40 w 136"/>
                  <a:gd name="T3" fmla="*/ 96 h 96"/>
                  <a:gd name="T4" fmla="*/ 24 w 136"/>
                  <a:gd name="T5" fmla="*/ 72 h 96"/>
                  <a:gd name="T6" fmla="*/ 0 w 136"/>
                  <a:gd name="T7" fmla="*/ 40 h 96"/>
                  <a:gd name="T8" fmla="*/ 136 w 136"/>
                  <a:gd name="T9" fmla="*/ 0 h 96"/>
                  <a:gd name="T10" fmla="*/ 0 60000 65536"/>
                  <a:gd name="T11" fmla="*/ 0 60000 65536"/>
                  <a:gd name="T12" fmla="*/ 0 60000 65536"/>
                  <a:gd name="T13" fmla="*/ 0 60000 65536"/>
                  <a:gd name="T14" fmla="*/ 0 60000 65536"/>
                  <a:gd name="T15" fmla="*/ 0 w 136"/>
                  <a:gd name="T16" fmla="*/ 0 h 96"/>
                  <a:gd name="T17" fmla="*/ 136 w 136"/>
                  <a:gd name="T18" fmla="*/ 96 h 96"/>
                </a:gdLst>
                <a:ahLst/>
                <a:cxnLst>
                  <a:cxn ang="T10">
                    <a:pos x="T0" y="T1"/>
                  </a:cxn>
                  <a:cxn ang="T11">
                    <a:pos x="T2" y="T3"/>
                  </a:cxn>
                  <a:cxn ang="T12">
                    <a:pos x="T4" y="T5"/>
                  </a:cxn>
                  <a:cxn ang="T13">
                    <a:pos x="T6" y="T7"/>
                  </a:cxn>
                  <a:cxn ang="T14">
                    <a:pos x="T8" y="T9"/>
                  </a:cxn>
                </a:cxnLst>
                <a:rect l="T15" t="T16" r="T17" b="T18"/>
                <a:pathLst>
                  <a:path w="136" h="96">
                    <a:moveTo>
                      <a:pt x="136" y="0"/>
                    </a:moveTo>
                    <a:lnTo>
                      <a:pt x="40" y="96"/>
                    </a:lnTo>
                    <a:lnTo>
                      <a:pt x="24" y="72"/>
                    </a:lnTo>
                    <a:lnTo>
                      <a:pt x="0" y="40"/>
                    </a:lnTo>
                    <a:lnTo>
                      <a:pt x="136" y="0"/>
                    </a:lnTo>
                    <a:close/>
                  </a:path>
                </a:pathLst>
              </a:custGeom>
              <a:grpFill/>
              <a:ln w="9525">
                <a:solidFill>
                  <a:schemeClr val="bg1">
                    <a:lumMod val="65000"/>
                  </a:schemeClr>
                </a:solidFill>
                <a:round/>
                <a:headEnd/>
                <a:tailEnd/>
              </a:ln>
            </p:spPr>
            <p:txBody>
              <a:bodyPr/>
              <a:lstStyle/>
              <a:p>
                <a:endParaRPr lang="en-US"/>
              </a:p>
            </p:txBody>
          </p:sp>
          <p:sp>
            <p:nvSpPr>
              <p:cNvPr id="104642" name="Line 55"/>
              <p:cNvSpPr>
                <a:spLocks noChangeShapeType="1"/>
              </p:cNvSpPr>
              <p:nvPr/>
            </p:nvSpPr>
            <p:spPr bwMode="auto">
              <a:xfrm flipV="1">
                <a:off x="1489" y="2143"/>
                <a:ext cx="327" cy="217"/>
              </a:xfrm>
              <a:prstGeom prst="line">
                <a:avLst/>
              </a:prstGeom>
              <a:grpFill/>
              <a:ln w="25400">
                <a:solidFill>
                  <a:schemeClr val="bg1">
                    <a:lumMod val="65000"/>
                  </a:schemeClr>
                </a:solidFill>
                <a:round/>
                <a:headEnd/>
                <a:tailEnd/>
              </a:ln>
            </p:spPr>
            <p:txBody>
              <a:bodyPr/>
              <a:lstStyle/>
              <a:p>
                <a:endParaRPr lang="en-US"/>
              </a:p>
            </p:txBody>
          </p:sp>
        </p:grpSp>
        <p:grpSp>
          <p:nvGrpSpPr>
            <p:cNvPr id="103472" name="Group 56"/>
            <p:cNvGrpSpPr>
              <a:grpSpLocks/>
            </p:cNvGrpSpPr>
            <p:nvPr/>
          </p:nvGrpSpPr>
          <p:grpSpPr bwMode="auto">
            <a:xfrm>
              <a:off x="1489" y="1733"/>
              <a:ext cx="423" cy="56"/>
              <a:chOff x="1489" y="1733"/>
              <a:chExt cx="423" cy="56"/>
            </a:xfrm>
            <a:grpFill/>
          </p:grpSpPr>
          <p:sp>
            <p:nvSpPr>
              <p:cNvPr id="104633" name="Freeform 57"/>
              <p:cNvSpPr>
                <a:spLocks/>
              </p:cNvSpPr>
              <p:nvPr/>
            </p:nvSpPr>
            <p:spPr bwMode="auto">
              <a:xfrm>
                <a:off x="1792" y="1733"/>
                <a:ext cx="120" cy="56"/>
              </a:xfrm>
              <a:custGeom>
                <a:avLst/>
                <a:gdLst>
                  <a:gd name="T0" fmla="*/ 120 w 120"/>
                  <a:gd name="T1" fmla="*/ 24 h 56"/>
                  <a:gd name="T2" fmla="*/ 0 w 120"/>
                  <a:gd name="T3" fmla="*/ 56 h 56"/>
                  <a:gd name="T4" fmla="*/ 0 w 120"/>
                  <a:gd name="T5" fmla="*/ 24 h 56"/>
                  <a:gd name="T6" fmla="*/ 0 w 120"/>
                  <a:gd name="T7" fmla="*/ 0 h 56"/>
                  <a:gd name="T8" fmla="*/ 120 w 120"/>
                  <a:gd name="T9" fmla="*/ 24 h 56"/>
                  <a:gd name="T10" fmla="*/ 0 60000 65536"/>
                  <a:gd name="T11" fmla="*/ 0 60000 65536"/>
                  <a:gd name="T12" fmla="*/ 0 60000 65536"/>
                  <a:gd name="T13" fmla="*/ 0 60000 65536"/>
                  <a:gd name="T14" fmla="*/ 0 60000 65536"/>
                  <a:gd name="T15" fmla="*/ 0 w 120"/>
                  <a:gd name="T16" fmla="*/ 0 h 56"/>
                  <a:gd name="T17" fmla="*/ 120 w 120"/>
                  <a:gd name="T18" fmla="*/ 56 h 56"/>
                </a:gdLst>
                <a:ahLst/>
                <a:cxnLst>
                  <a:cxn ang="T10">
                    <a:pos x="T0" y="T1"/>
                  </a:cxn>
                  <a:cxn ang="T11">
                    <a:pos x="T2" y="T3"/>
                  </a:cxn>
                  <a:cxn ang="T12">
                    <a:pos x="T4" y="T5"/>
                  </a:cxn>
                  <a:cxn ang="T13">
                    <a:pos x="T6" y="T7"/>
                  </a:cxn>
                  <a:cxn ang="T14">
                    <a:pos x="T8" y="T9"/>
                  </a:cxn>
                </a:cxnLst>
                <a:rect l="T15" t="T16" r="T17" b="T18"/>
                <a:pathLst>
                  <a:path w="120" h="56">
                    <a:moveTo>
                      <a:pt x="120" y="24"/>
                    </a:moveTo>
                    <a:lnTo>
                      <a:pt x="0" y="56"/>
                    </a:lnTo>
                    <a:lnTo>
                      <a:pt x="0" y="24"/>
                    </a:lnTo>
                    <a:lnTo>
                      <a:pt x="0" y="0"/>
                    </a:lnTo>
                    <a:lnTo>
                      <a:pt x="120" y="24"/>
                    </a:lnTo>
                    <a:close/>
                  </a:path>
                </a:pathLst>
              </a:custGeom>
              <a:grpFill/>
              <a:ln w="9525">
                <a:solidFill>
                  <a:schemeClr val="bg1">
                    <a:lumMod val="65000"/>
                  </a:schemeClr>
                </a:solidFill>
                <a:round/>
                <a:headEnd/>
                <a:tailEnd/>
              </a:ln>
            </p:spPr>
            <p:txBody>
              <a:bodyPr/>
              <a:lstStyle/>
              <a:p>
                <a:endParaRPr lang="en-US"/>
              </a:p>
            </p:txBody>
          </p:sp>
          <p:grpSp>
            <p:nvGrpSpPr>
              <p:cNvPr id="104634" name="Group 58"/>
              <p:cNvGrpSpPr>
                <a:grpSpLocks/>
              </p:cNvGrpSpPr>
              <p:nvPr/>
            </p:nvGrpSpPr>
            <p:grpSpPr bwMode="auto">
              <a:xfrm>
                <a:off x="1489" y="1757"/>
                <a:ext cx="295" cy="1"/>
                <a:chOff x="1489" y="1757"/>
                <a:chExt cx="295" cy="1"/>
              </a:xfrm>
              <a:grpFill/>
            </p:grpSpPr>
            <p:sp>
              <p:nvSpPr>
                <p:cNvPr id="104635" name="Line 59"/>
                <p:cNvSpPr>
                  <a:spLocks noChangeShapeType="1"/>
                </p:cNvSpPr>
                <p:nvPr/>
              </p:nvSpPr>
              <p:spPr bwMode="auto">
                <a:xfrm>
                  <a:off x="1489" y="1757"/>
                  <a:ext cx="24" cy="1"/>
                </a:xfrm>
                <a:prstGeom prst="line">
                  <a:avLst/>
                </a:prstGeom>
                <a:grpFill/>
                <a:ln w="12700">
                  <a:solidFill>
                    <a:schemeClr val="bg1">
                      <a:lumMod val="65000"/>
                    </a:schemeClr>
                  </a:solidFill>
                  <a:round/>
                  <a:headEnd/>
                  <a:tailEnd/>
                </a:ln>
              </p:spPr>
              <p:txBody>
                <a:bodyPr/>
                <a:lstStyle/>
                <a:p>
                  <a:endParaRPr lang="en-US"/>
                </a:p>
              </p:txBody>
            </p:sp>
            <p:sp>
              <p:nvSpPr>
                <p:cNvPr id="104636" name="Line 60"/>
                <p:cNvSpPr>
                  <a:spLocks noChangeShapeType="1"/>
                </p:cNvSpPr>
                <p:nvPr/>
              </p:nvSpPr>
              <p:spPr bwMode="auto">
                <a:xfrm>
                  <a:off x="1544" y="1757"/>
                  <a:ext cx="24" cy="1"/>
                </a:xfrm>
                <a:prstGeom prst="line">
                  <a:avLst/>
                </a:prstGeom>
                <a:grpFill/>
                <a:ln w="12700">
                  <a:solidFill>
                    <a:schemeClr val="bg1">
                      <a:lumMod val="65000"/>
                    </a:schemeClr>
                  </a:solidFill>
                  <a:round/>
                  <a:headEnd/>
                  <a:tailEnd/>
                </a:ln>
              </p:spPr>
              <p:txBody>
                <a:bodyPr/>
                <a:lstStyle/>
                <a:p>
                  <a:endParaRPr lang="en-US"/>
                </a:p>
              </p:txBody>
            </p:sp>
            <p:sp>
              <p:nvSpPr>
                <p:cNvPr id="104637" name="Line 61"/>
                <p:cNvSpPr>
                  <a:spLocks noChangeShapeType="1"/>
                </p:cNvSpPr>
                <p:nvPr/>
              </p:nvSpPr>
              <p:spPr bwMode="auto">
                <a:xfrm>
                  <a:off x="1600" y="1757"/>
                  <a:ext cx="24" cy="1"/>
                </a:xfrm>
                <a:prstGeom prst="line">
                  <a:avLst/>
                </a:prstGeom>
                <a:grpFill/>
                <a:ln w="12700">
                  <a:solidFill>
                    <a:schemeClr val="bg1">
                      <a:lumMod val="65000"/>
                    </a:schemeClr>
                  </a:solidFill>
                  <a:round/>
                  <a:headEnd/>
                  <a:tailEnd/>
                </a:ln>
              </p:spPr>
              <p:txBody>
                <a:bodyPr/>
                <a:lstStyle/>
                <a:p>
                  <a:endParaRPr lang="en-US"/>
                </a:p>
              </p:txBody>
            </p:sp>
            <p:sp>
              <p:nvSpPr>
                <p:cNvPr id="104638" name="Line 62"/>
                <p:cNvSpPr>
                  <a:spLocks noChangeShapeType="1"/>
                </p:cNvSpPr>
                <p:nvPr/>
              </p:nvSpPr>
              <p:spPr bwMode="auto">
                <a:xfrm>
                  <a:off x="1656" y="1757"/>
                  <a:ext cx="24" cy="1"/>
                </a:xfrm>
                <a:prstGeom prst="line">
                  <a:avLst/>
                </a:prstGeom>
                <a:grpFill/>
                <a:ln w="12700">
                  <a:solidFill>
                    <a:schemeClr val="bg1">
                      <a:lumMod val="65000"/>
                    </a:schemeClr>
                  </a:solidFill>
                  <a:round/>
                  <a:headEnd/>
                  <a:tailEnd/>
                </a:ln>
              </p:spPr>
              <p:txBody>
                <a:bodyPr/>
                <a:lstStyle/>
                <a:p>
                  <a:endParaRPr lang="en-US"/>
                </a:p>
              </p:txBody>
            </p:sp>
            <p:sp>
              <p:nvSpPr>
                <p:cNvPr id="104639" name="Line 63"/>
                <p:cNvSpPr>
                  <a:spLocks noChangeShapeType="1"/>
                </p:cNvSpPr>
                <p:nvPr/>
              </p:nvSpPr>
              <p:spPr bwMode="auto">
                <a:xfrm>
                  <a:off x="1712" y="1757"/>
                  <a:ext cx="24" cy="1"/>
                </a:xfrm>
                <a:prstGeom prst="line">
                  <a:avLst/>
                </a:prstGeom>
                <a:grpFill/>
                <a:ln w="12700">
                  <a:solidFill>
                    <a:schemeClr val="bg1">
                      <a:lumMod val="65000"/>
                    </a:schemeClr>
                  </a:solidFill>
                  <a:round/>
                  <a:headEnd/>
                  <a:tailEnd/>
                </a:ln>
              </p:spPr>
              <p:txBody>
                <a:bodyPr/>
                <a:lstStyle/>
                <a:p>
                  <a:endParaRPr lang="en-US"/>
                </a:p>
              </p:txBody>
            </p:sp>
            <p:sp>
              <p:nvSpPr>
                <p:cNvPr id="104640" name="Line 64"/>
                <p:cNvSpPr>
                  <a:spLocks noChangeShapeType="1"/>
                </p:cNvSpPr>
                <p:nvPr/>
              </p:nvSpPr>
              <p:spPr bwMode="auto">
                <a:xfrm>
                  <a:off x="1768" y="1757"/>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473" name="Group 65"/>
            <p:cNvGrpSpPr>
              <a:grpSpLocks/>
            </p:cNvGrpSpPr>
            <p:nvPr/>
          </p:nvGrpSpPr>
          <p:grpSpPr bwMode="auto">
            <a:xfrm>
              <a:off x="1952" y="1725"/>
              <a:ext cx="415" cy="56"/>
              <a:chOff x="1952" y="1725"/>
              <a:chExt cx="415" cy="56"/>
            </a:xfrm>
            <a:grpFill/>
          </p:grpSpPr>
          <p:sp>
            <p:nvSpPr>
              <p:cNvPr id="104625" name="Freeform 66"/>
              <p:cNvSpPr>
                <a:spLocks/>
              </p:cNvSpPr>
              <p:nvPr/>
            </p:nvSpPr>
            <p:spPr bwMode="auto">
              <a:xfrm>
                <a:off x="2255" y="1725"/>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4626" name="Group 67"/>
              <p:cNvGrpSpPr>
                <a:grpSpLocks/>
              </p:cNvGrpSpPr>
              <p:nvPr/>
            </p:nvGrpSpPr>
            <p:grpSpPr bwMode="auto">
              <a:xfrm>
                <a:off x="1952" y="1757"/>
                <a:ext cx="295" cy="1"/>
                <a:chOff x="1952" y="1757"/>
                <a:chExt cx="295" cy="1"/>
              </a:xfrm>
              <a:grpFill/>
            </p:grpSpPr>
            <p:sp>
              <p:nvSpPr>
                <p:cNvPr id="104627" name="Line 68"/>
                <p:cNvSpPr>
                  <a:spLocks noChangeShapeType="1"/>
                </p:cNvSpPr>
                <p:nvPr/>
              </p:nvSpPr>
              <p:spPr bwMode="auto">
                <a:xfrm>
                  <a:off x="1952" y="1757"/>
                  <a:ext cx="24" cy="1"/>
                </a:xfrm>
                <a:prstGeom prst="line">
                  <a:avLst/>
                </a:prstGeom>
                <a:grpFill/>
                <a:ln w="12700">
                  <a:solidFill>
                    <a:schemeClr val="bg1">
                      <a:lumMod val="65000"/>
                    </a:schemeClr>
                  </a:solidFill>
                  <a:round/>
                  <a:headEnd/>
                  <a:tailEnd/>
                </a:ln>
              </p:spPr>
              <p:txBody>
                <a:bodyPr/>
                <a:lstStyle/>
                <a:p>
                  <a:endParaRPr lang="en-US"/>
                </a:p>
              </p:txBody>
            </p:sp>
            <p:sp>
              <p:nvSpPr>
                <p:cNvPr id="104628" name="Line 69"/>
                <p:cNvSpPr>
                  <a:spLocks noChangeShapeType="1"/>
                </p:cNvSpPr>
                <p:nvPr/>
              </p:nvSpPr>
              <p:spPr bwMode="auto">
                <a:xfrm>
                  <a:off x="2008" y="1757"/>
                  <a:ext cx="23" cy="1"/>
                </a:xfrm>
                <a:prstGeom prst="line">
                  <a:avLst/>
                </a:prstGeom>
                <a:grpFill/>
                <a:ln w="12700">
                  <a:solidFill>
                    <a:schemeClr val="bg1">
                      <a:lumMod val="65000"/>
                    </a:schemeClr>
                  </a:solidFill>
                  <a:round/>
                  <a:headEnd/>
                  <a:tailEnd/>
                </a:ln>
              </p:spPr>
              <p:txBody>
                <a:bodyPr/>
                <a:lstStyle/>
                <a:p>
                  <a:endParaRPr lang="en-US"/>
                </a:p>
              </p:txBody>
            </p:sp>
            <p:sp>
              <p:nvSpPr>
                <p:cNvPr id="104629" name="Line 70"/>
                <p:cNvSpPr>
                  <a:spLocks noChangeShapeType="1"/>
                </p:cNvSpPr>
                <p:nvPr/>
              </p:nvSpPr>
              <p:spPr bwMode="auto">
                <a:xfrm>
                  <a:off x="2063" y="1757"/>
                  <a:ext cx="24" cy="1"/>
                </a:xfrm>
                <a:prstGeom prst="line">
                  <a:avLst/>
                </a:prstGeom>
                <a:grpFill/>
                <a:ln w="12700">
                  <a:solidFill>
                    <a:schemeClr val="bg1">
                      <a:lumMod val="65000"/>
                    </a:schemeClr>
                  </a:solidFill>
                  <a:round/>
                  <a:headEnd/>
                  <a:tailEnd/>
                </a:ln>
              </p:spPr>
              <p:txBody>
                <a:bodyPr/>
                <a:lstStyle/>
                <a:p>
                  <a:endParaRPr lang="en-US"/>
                </a:p>
              </p:txBody>
            </p:sp>
            <p:sp>
              <p:nvSpPr>
                <p:cNvPr id="104630" name="Line 71"/>
                <p:cNvSpPr>
                  <a:spLocks noChangeShapeType="1"/>
                </p:cNvSpPr>
                <p:nvPr/>
              </p:nvSpPr>
              <p:spPr bwMode="auto">
                <a:xfrm>
                  <a:off x="2119" y="1757"/>
                  <a:ext cx="24" cy="1"/>
                </a:xfrm>
                <a:prstGeom prst="line">
                  <a:avLst/>
                </a:prstGeom>
                <a:grpFill/>
                <a:ln w="12700">
                  <a:solidFill>
                    <a:schemeClr val="bg1">
                      <a:lumMod val="65000"/>
                    </a:schemeClr>
                  </a:solidFill>
                  <a:round/>
                  <a:headEnd/>
                  <a:tailEnd/>
                </a:ln>
              </p:spPr>
              <p:txBody>
                <a:bodyPr/>
                <a:lstStyle/>
                <a:p>
                  <a:endParaRPr lang="en-US"/>
                </a:p>
              </p:txBody>
            </p:sp>
            <p:sp>
              <p:nvSpPr>
                <p:cNvPr id="104631" name="Line 72"/>
                <p:cNvSpPr>
                  <a:spLocks noChangeShapeType="1"/>
                </p:cNvSpPr>
                <p:nvPr/>
              </p:nvSpPr>
              <p:spPr bwMode="auto">
                <a:xfrm>
                  <a:off x="2175" y="1757"/>
                  <a:ext cx="24" cy="1"/>
                </a:xfrm>
                <a:prstGeom prst="line">
                  <a:avLst/>
                </a:prstGeom>
                <a:grpFill/>
                <a:ln w="12700">
                  <a:solidFill>
                    <a:schemeClr val="bg1">
                      <a:lumMod val="65000"/>
                    </a:schemeClr>
                  </a:solidFill>
                  <a:round/>
                  <a:headEnd/>
                  <a:tailEnd/>
                </a:ln>
              </p:spPr>
              <p:txBody>
                <a:bodyPr/>
                <a:lstStyle/>
                <a:p>
                  <a:endParaRPr lang="en-US"/>
                </a:p>
              </p:txBody>
            </p:sp>
            <p:sp>
              <p:nvSpPr>
                <p:cNvPr id="104632" name="Line 73"/>
                <p:cNvSpPr>
                  <a:spLocks noChangeShapeType="1"/>
                </p:cNvSpPr>
                <p:nvPr/>
              </p:nvSpPr>
              <p:spPr bwMode="auto">
                <a:xfrm>
                  <a:off x="2231" y="1757"/>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474" name="Group 74"/>
            <p:cNvGrpSpPr>
              <a:grpSpLocks/>
            </p:cNvGrpSpPr>
            <p:nvPr/>
          </p:nvGrpSpPr>
          <p:grpSpPr bwMode="auto">
            <a:xfrm>
              <a:off x="1497" y="2036"/>
              <a:ext cx="415" cy="56"/>
              <a:chOff x="1497" y="2036"/>
              <a:chExt cx="415" cy="56"/>
            </a:xfrm>
            <a:grpFill/>
          </p:grpSpPr>
          <p:sp>
            <p:nvSpPr>
              <p:cNvPr id="104617" name="Freeform 75"/>
              <p:cNvSpPr>
                <a:spLocks/>
              </p:cNvSpPr>
              <p:nvPr/>
            </p:nvSpPr>
            <p:spPr bwMode="auto">
              <a:xfrm>
                <a:off x="1800"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4618" name="Group 76"/>
              <p:cNvGrpSpPr>
                <a:grpSpLocks/>
              </p:cNvGrpSpPr>
              <p:nvPr/>
            </p:nvGrpSpPr>
            <p:grpSpPr bwMode="auto">
              <a:xfrm>
                <a:off x="1497" y="2068"/>
                <a:ext cx="295" cy="1"/>
                <a:chOff x="1497" y="2068"/>
                <a:chExt cx="295" cy="1"/>
              </a:xfrm>
              <a:grpFill/>
            </p:grpSpPr>
            <p:sp>
              <p:nvSpPr>
                <p:cNvPr id="104619" name="Line 77"/>
                <p:cNvSpPr>
                  <a:spLocks noChangeShapeType="1"/>
                </p:cNvSpPr>
                <p:nvPr/>
              </p:nvSpPr>
              <p:spPr bwMode="auto">
                <a:xfrm>
                  <a:off x="1497" y="2068"/>
                  <a:ext cx="23" cy="1"/>
                </a:xfrm>
                <a:prstGeom prst="line">
                  <a:avLst/>
                </a:prstGeom>
                <a:grpFill/>
                <a:ln w="12700">
                  <a:solidFill>
                    <a:schemeClr val="bg1">
                      <a:lumMod val="65000"/>
                    </a:schemeClr>
                  </a:solidFill>
                  <a:round/>
                  <a:headEnd/>
                  <a:tailEnd/>
                </a:ln>
              </p:spPr>
              <p:txBody>
                <a:bodyPr/>
                <a:lstStyle/>
                <a:p>
                  <a:endParaRPr lang="en-US"/>
                </a:p>
              </p:txBody>
            </p:sp>
            <p:sp>
              <p:nvSpPr>
                <p:cNvPr id="104620" name="Line 78"/>
                <p:cNvSpPr>
                  <a:spLocks noChangeShapeType="1"/>
                </p:cNvSpPr>
                <p:nvPr/>
              </p:nvSpPr>
              <p:spPr bwMode="auto">
                <a:xfrm>
                  <a:off x="1552" y="2068"/>
                  <a:ext cx="24" cy="1"/>
                </a:xfrm>
                <a:prstGeom prst="line">
                  <a:avLst/>
                </a:prstGeom>
                <a:grpFill/>
                <a:ln w="12700">
                  <a:solidFill>
                    <a:schemeClr val="bg1">
                      <a:lumMod val="65000"/>
                    </a:schemeClr>
                  </a:solidFill>
                  <a:round/>
                  <a:headEnd/>
                  <a:tailEnd/>
                </a:ln>
              </p:spPr>
              <p:txBody>
                <a:bodyPr/>
                <a:lstStyle/>
                <a:p>
                  <a:endParaRPr lang="en-US"/>
                </a:p>
              </p:txBody>
            </p:sp>
            <p:sp>
              <p:nvSpPr>
                <p:cNvPr id="104621" name="Line 79"/>
                <p:cNvSpPr>
                  <a:spLocks noChangeShapeType="1"/>
                </p:cNvSpPr>
                <p:nvPr/>
              </p:nvSpPr>
              <p:spPr bwMode="auto">
                <a:xfrm>
                  <a:off x="1608" y="2068"/>
                  <a:ext cx="24" cy="1"/>
                </a:xfrm>
                <a:prstGeom prst="line">
                  <a:avLst/>
                </a:prstGeom>
                <a:grpFill/>
                <a:ln w="12700">
                  <a:solidFill>
                    <a:schemeClr val="bg1">
                      <a:lumMod val="65000"/>
                    </a:schemeClr>
                  </a:solidFill>
                  <a:round/>
                  <a:headEnd/>
                  <a:tailEnd/>
                </a:ln>
              </p:spPr>
              <p:txBody>
                <a:bodyPr/>
                <a:lstStyle/>
                <a:p>
                  <a:endParaRPr lang="en-US"/>
                </a:p>
              </p:txBody>
            </p:sp>
            <p:sp>
              <p:nvSpPr>
                <p:cNvPr id="104622" name="Line 80"/>
                <p:cNvSpPr>
                  <a:spLocks noChangeShapeType="1"/>
                </p:cNvSpPr>
                <p:nvPr/>
              </p:nvSpPr>
              <p:spPr bwMode="auto">
                <a:xfrm>
                  <a:off x="1664" y="2068"/>
                  <a:ext cx="24" cy="1"/>
                </a:xfrm>
                <a:prstGeom prst="line">
                  <a:avLst/>
                </a:prstGeom>
                <a:grpFill/>
                <a:ln w="12700">
                  <a:solidFill>
                    <a:schemeClr val="bg1">
                      <a:lumMod val="65000"/>
                    </a:schemeClr>
                  </a:solidFill>
                  <a:round/>
                  <a:headEnd/>
                  <a:tailEnd/>
                </a:ln>
              </p:spPr>
              <p:txBody>
                <a:bodyPr/>
                <a:lstStyle/>
                <a:p>
                  <a:endParaRPr lang="en-US"/>
                </a:p>
              </p:txBody>
            </p:sp>
            <p:sp>
              <p:nvSpPr>
                <p:cNvPr id="104623" name="Line 81"/>
                <p:cNvSpPr>
                  <a:spLocks noChangeShapeType="1"/>
                </p:cNvSpPr>
                <p:nvPr/>
              </p:nvSpPr>
              <p:spPr bwMode="auto">
                <a:xfrm>
                  <a:off x="1720" y="2068"/>
                  <a:ext cx="24" cy="1"/>
                </a:xfrm>
                <a:prstGeom prst="line">
                  <a:avLst/>
                </a:prstGeom>
                <a:grpFill/>
                <a:ln w="12700">
                  <a:solidFill>
                    <a:schemeClr val="bg1">
                      <a:lumMod val="65000"/>
                    </a:schemeClr>
                  </a:solidFill>
                  <a:round/>
                  <a:headEnd/>
                  <a:tailEnd/>
                </a:ln>
              </p:spPr>
              <p:txBody>
                <a:bodyPr/>
                <a:lstStyle/>
                <a:p>
                  <a:endParaRPr lang="en-US"/>
                </a:p>
              </p:txBody>
            </p:sp>
            <p:sp>
              <p:nvSpPr>
                <p:cNvPr id="104624" name="Line 82"/>
                <p:cNvSpPr>
                  <a:spLocks noChangeShapeType="1"/>
                </p:cNvSpPr>
                <p:nvPr/>
              </p:nvSpPr>
              <p:spPr bwMode="auto">
                <a:xfrm>
                  <a:off x="1776" y="2068"/>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475" name="Group 83"/>
            <p:cNvGrpSpPr>
              <a:grpSpLocks/>
            </p:cNvGrpSpPr>
            <p:nvPr/>
          </p:nvGrpSpPr>
          <p:grpSpPr bwMode="auto">
            <a:xfrm>
              <a:off x="1960" y="2036"/>
              <a:ext cx="423" cy="56"/>
              <a:chOff x="1960" y="2036"/>
              <a:chExt cx="423" cy="56"/>
            </a:xfrm>
            <a:grpFill/>
          </p:grpSpPr>
          <p:sp>
            <p:nvSpPr>
              <p:cNvPr id="104609" name="Freeform 84"/>
              <p:cNvSpPr>
                <a:spLocks/>
              </p:cNvSpPr>
              <p:nvPr/>
            </p:nvSpPr>
            <p:spPr bwMode="auto">
              <a:xfrm>
                <a:off x="2271"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4610" name="Group 85"/>
              <p:cNvGrpSpPr>
                <a:grpSpLocks/>
              </p:cNvGrpSpPr>
              <p:nvPr/>
            </p:nvGrpSpPr>
            <p:grpSpPr bwMode="auto">
              <a:xfrm>
                <a:off x="1960" y="2068"/>
                <a:ext cx="303" cy="1"/>
                <a:chOff x="1960" y="2068"/>
                <a:chExt cx="303" cy="1"/>
              </a:xfrm>
              <a:grpFill/>
            </p:grpSpPr>
            <p:sp>
              <p:nvSpPr>
                <p:cNvPr id="104611" name="Line 86"/>
                <p:cNvSpPr>
                  <a:spLocks noChangeShapeType="1"/>
                </p:cNvSpPr>
                <p:nvPr/>
              </p:nvSpPr>
              <p:spPr bwMode="auto">
                <a:xfrm>
                  <a:off x="1960" y="2068"/>
                  <a:ext cx="24" cy="1"/>
                </a:xfrm>
                <a:prstGeom prst="line">
                  <a:avLst/>
                </a:prstGeom>
                <a:grpFill/>
                <a:ln w="12700">
                  <a:solidFill>
                    <a:schemeClr val="bg1">
                      <a:lumMod val="65000"/>
                    </a:schemeClr>
                  </a:solidFill>
                  <a:round/>
                  <a:headEnd/>
                  <a:tailEnd/>
                </a:ln>
              </p:spPr>
              <p:txBody>
                <a:bodyPr/>
                <a:lstStyle/>
                <a:p>
                  <a:endParaRPr lang="en-US"/>
                </a:p>
              </p:txBody>
            </p:sp>
            <p:sp>
              <p:nvSpPr>
                <p:cNvPr id="104612" name="Line 87"/>
                <p:cNvSpPr>
                  <a:spLocks noChangeShapeType="1"/>
                </p:cNvSpPr>
                <p:nvPr/>
              </p:nvSpPr>
              <p:spPr bwMode="auto">
                <a:xfrm>
                  <a:off x="2015" y="2068"/>
                  <a:ext cx="24" cy="1"/>
                </a:xfrm>
                <a:prstGeom prst="line">
                  <a:avLst/>
                </a:prstGeom>
                <a:grpFill/>
                <a:ln w="12700">
                  <a:solidFill>
                    <a:schemeClr val="bg1">
                      <a:lumMod val="65000"/>
                    </a:schemeClr>
                  </a:solidFill>
                  <a:round/>
                  <a:headEnd/>
                  <a:tailEnd/>
                </a:ln>
              </p:spPr>
              <p:txBody>
                <a:bodyPr/>
                <a:lstStyle/>
                <a:p>
                  <a:endParaRPr lang="en-US"/>
                </a:p>
              </p:txBody>
            </p:sp>
            <p:sp>
              <p:nvSpPr>
                <p:cNvPr id="104613" name="Line 88"/>
                <p:cNvSpPr>
                  <a:spLocks noChangeShapeType="1"/>
                </p:cNvSpPr>
                <p:nvPr/>
              </p:nvSpPr>
              <p:spPr bwMode="auto">
                <a:xfrm>
                  <a:off x="2071" y="2068"/>
                  <a:ext cx="24" cy="1"/>
                </a:xfrm>
                <a:prstGeom prst="line">
                  <a:avLst/>
                </a:prstGeom>
                <a:grpFill/>
                <a:ln w="12700">
                  <a:solidFill>
                    <a:schemeClr val="bg1">
                      <a:lumMod val="65000"/>
                    </a:schemeClr>
                  </a:solidFill>
                  <a:round/>
                  <a:headEnd/>
                  <a:tailEnd/>
                </a:ln>
              </p:spPr>
              <p:txBody>
                <a:bodyPr/>
                <a:lstStyle/>
                <a:p>
                  <a:endParaRPr lang="en-US"/>
                </a:p>
              </p:txBody>
            </p:sp>
            <p:sp>
              <p:nvSpPr>
                <p:cNvPr id="104614" name="Line 89"/>
                <p:cNvSpPr>
                  <a:spLocks noChangeShapeType="1"/>
                </p:cNvSpPr>
                <p:nvPr/>
              </p:nvSpPr>
              <p:spPr bwMode="auto">
                <a:xfrm>
                  <a:off x="2127" y="2068"/>
                  <a:ext cx="24" cy="1"/>
                </a:xfrm>
                <a:prstGeom prst="line">
                  <a:avLst/>
                </a:prstGeom>
                <a:grpFill/>
                <a:ln w="12700">
                  <a:solidFill>
                    <a:schemeClr val="bg1">
                      <a:lumMod val="65000"/>
                    </a:schemeClr>
                  </a:solidFill>
                  <a:round/>
                  <a:headEnd/>
                  <a:tailEnd/>
                </a:ln>
              </p:spPr>
              <p:txBody>
                <a:bodyPr/>
                <a:lstStyle/>
                <a:p>
                  <a:endParaRPr lang="en-US"/>
                </a:p>
              </p:txBody>
            </p:sp>
            <p:sp>
              <p:nvSpPr>
                <p:cNvPr id="104615" name="Line 90"/>
                <p:cNvSpPr>
                  <a:spLocks noChangeShapeType="1"/>
                </p:cNvSpPr>
                <p:nvPr/>
              </p:nvSpPr>
              <p:spPr bwMode="auto">
                <a:xfrm>
                  <a:off x="2183" y="2068"/>
                  <a:ext cx="24" cy="1"/>
                </a:xfrm>
                <a:prstGeom prst="line">
                  <a:avLst/>
                </a:prstGeom>
                <a:grpFill/>
                <a:ln w="12700">
                  <a:solidFill>
                    <a:schemeClr val="bg1">
                      <a:lumMod val="65000"/>
                    </a:schemeClr>
                  </a:solidFill>
                  <a:round/>
                  <a:headEnd/>
                  <a:tailEnd/>
                </a:ln>
              </p:spPr>
              <p:txBody>
                <a:bodyPr/>
                <a:lstStyle/>
                <a:p>
                  <a:endParaRPr lang="en-US"/>
                </a:p>
              </p:txBody>
            </p:sp>
            <p:sp>
              <p:nvSpPr>
                <p:cNvPr id="104616" name="Line 91"/>
                <p:cNvSpPr>
                  <a:spLocks noChangeShapeType="1"/>
                </p:cNvSpPr>
                <p:nvPr/>
              </p:nvSpPr>
              <p:spPr bwMode="auto">
                <a:xfrm>
                  <a:off x="2239" y="2068"/>
                  <a:ext cx="24" cy="1"/>
                </a:xfrm>
                <a:prstGeom prst="line">
                  <a:avLst/>
                </a:prstGeom>
                <a:grpFill/>
                <a:ln w="12700">
                  <a:solidFill>
                    <a:schemeClr val="bg1">
                      <a:lumMod val="65000"/>
                    </a:schemeClr>
                  </a:solidFill>
                  <a:round/>
                  <a:headEnd/>
                  <a:tailEnd/>
                </a:ln>
              </p:spPr>
              <p:txBody>
                <a:bodyPr/>
                <a:lstStyle/>
                <a:p>
                  <a:endParaRPr lang="en-US"/>
                </a:p>
              </p:txBody>
            </p:sp>
          </p:grpSp>
        </p:grpSp>
        <p:grpSp>
          <p:nvGrpSpPr>
            <p:cNvPr id="103476" name="Group 92"/>
            <p:cNvGrpSpPr>
              <a:grpSpLocks/>
            </p:cNvGrpSpPr>
            <p:nvPr/>
          </p:nvGrpSpPr>
          <p:grpSpPr bwMode="auto">
            <a:xfrm>
              <a:off x="2431" y="2036"/>
              <a:ext cx="415" cy="56"/>
              <a:chOff x="2431" y="2036"/>
              <a:chExt cx="415" cy="56"/>
            </a:xfrm>
            <a:grpFill/>
          </p:grpSpPr>
          <p:sp>
            <p:nvSpPr>
              <p:cNvPr id="104601" name="Freeform 93"/>
              <p:cNvSpPr>
                <a:spLocks/>
              </p:cNvSpPr>
              <p:nvPr/>
            </p:nvSpPr>
            <p:spPr bwMode="auto">
              <a:xfrm>
                <a:off x="2734"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4602" name="Group 94"/>
              <p:cNvGrpSpPr>
                <a:grpSpLocks/>
              </p:cNvGrpSpPr>
              <p:nvPr/>
            </p:nvGrpSpPr>
            <p:grpSpPr bwMode="auto">
              <a:xfrm>
                <a:off x="2431" y="2068"/>
                <a:ext cx="295" cy="1"/>
                <a:chOff x="2431" y="2068"/>
                <a:chExt cx="295" cy="1"/>
              </a:xfrm>
              <a:grpFill/>
            </p:grpSpPr>
            <p:sp>
              <p:nvSpPr>
                <p:cNvPr id="104603" name="Line 95"/>
                <p:cNvSpPr>
                  <a:spLocks noChangeShapeType="1"/>
                </p:cNvSpPr>
                <p:nvPr/>
              </p:nvSpPr>
              <p:spPr bwMode="auto">
                <a:xfrm>
                  <a:off x="2431" y="2068"/>
                  <a:ext cx="24" cy="1"/>
                </a:xfrm>
                <a:prstGeom prst="line">
                  <a:avLst/>
                </a:prstGeom>
                <a:grpFill/>
                <a:ln w="12700">
                  <a:solidFill>
                    <a:schemeClr val="bg1">
                      <a:lumMod val="65000"/>
                    </a:schemeClr>
                  </a:solidFill>
                  <a:round/>
                  <a:headEnd/>
                  <a:tailEnd/>
                </a:ln>
              </p:spPr>
              <p:txBody>
                <a:bodyPr/>
                <a:lstStyle/>
                <a:p>
                  <a:endParaRPr lang="en-US"/>
                </a:p>
              </p:txBody>
            </p:sp>
            <p:sp>
              <p:nvSpPr>
                <p:cNvPr id="104604" name="Line 96"/>
                <p:cNvSpPr>
                  <a:spLocks noChangeShapeType="1"/>
                </p:cNvSpPr>
                <p:nvPr/>
              </p:nvSpPr>
              <p:spPr bwMode="auto">
                <a:xfrm>
                  <a:off x="2487" y="2068"/>
                  <a:ext cx="24" cy="1"/>
                </a:xfrm>
                <a:prstGeom prst="line">
                  <a:avLst/>
                </a:prstGeom>
                <a:grpFill/>
                <a:ln w="12700">
                  <a:solidFill>
                    <a:schemeClr val="bg1">
                      <a:lumMod val="65000"/>
                    </a:schemeClr>
                  </a:solidFill>
                  <a:round/>
                  <a:headEnd/>
                  <a:tailEnd/>
                </a:ln>
              </p:spPr>
              <p:txBody>
                <a:bodyPr/>
                <a:lstStyle/>
                <a:p>
                  <a:endParaRPr lang="en-US"/>
                </a:p>
              </p:txBody>
            </p:sp>
            <p:sp>
              <p:nvSpPr>
                <p:cNvPr id="104605" name="Line 97"/>
                <p:cNvSpPr>
                  <a:spLocks noChangeShapeType="1"/>
                </p:cNvSpPr>
                <p:nvPr/>
              </p:nvSpPr>
              <p:spPr bwMode="auto">
                <a:xfrm>
                  <a:off x="2542" y="2068"/>
                  <a:ext cx="24" cy="1"/>
                </a:xfrm>
                <a:prstGeom prst="line">
                  <a:avLst/>
                </a:prstGeom>
                <a:grpFill/>
                <a:ln w="12700">
                  <a:solidFill>
                    <a:schemeClr val="bg1">
                      <a:lumMod val="65000"/>
                    </a:schemeClr>
                  </a:solidFill>
                  <a:round/>
                  <a:headEnd/>
                  <a:tailEnd/>
                </a:ln>
              </p:spPr>
              <p:txBody>
                <a:bodyPr/>
                <a:lstStyle/>
                <a:p>
                  <a:endParaRPr lang="en-US"/>
                </a:p>
              </p:txBody>
            </p:sp>
            <p:sp>
              <p:nvSpPr>
                <p:cNvPr id="104606" name="Line 98"/>
                <p:cNvSpPr>
                  <a:spLocks noChangeShapeType="1"/>
                </p:cNvSpPr>
                <p:nvPr/>
              </p:nvSpPr>
              <p:spPr bwMode="auto">
                <a:xfrm>
                  <a:off x="2598" y="2068"/>
                  <a:ext cx="24" cy="1"/>
                </a:xfrm>
                <a:prstGeom prst="line">
                  <a:avLst/>
                </a:prstGeom>
                <a:grpFill/>
                <a:ln w="12700">
                  <a:solidFill>
                    <a:schemeClr val="bg1">
                      <a:lumMod val="65000"/>
                    </a:schemeClr>
                  </a:solidFill>
                  <a:round/>
                  <a:headEnd/>
                  <a:tailEnd/>
                </a:ln>
              </p:spPr>
              <p:txBody>
                <a:bodyPr/>
                <a:lstStyle/>
                <a:p>
                  <a:endParaRPr lang="en-US"/>
                </a:p>
              </p:txBody>
            </p:sp>
            <p:sp>
              <p:nvSpPr>
                <p:cNvPr id="104607" name="Line 99"/>
                <p:cNvSpPr>
                  <a:spLocks noChangeShapeType="1"/>
                </p:cNvSpPr>
                <p:nvPr/>
              </p:nvSpPr>
              <p:spPr bwMode="auto">
                <a:xfrm>
                  <a:off x="2654" y="2068"/>
                  <a:ext cx="24" cy="1"/>
                </a:xfrm>
                <a:prstGeom prst="line">
                  <a:avLst/>
                </a:prstGeom>
                <a:grpFill/>
                <a:ln w="12700">
                  <a:solidFill>
                    <a:schemeClr val="bg1">
                      <a:lumMod val="65000"/>
                    </a:schemeClr>
                  </a:solidFill>
                  <a:round/>
                  <a:headEnd/>
                  <a:tailEnd/>
                </a:ln>
              </p:spPr>
              <p:txBody>
                <a:bodyPr/>
                <a:lstStyle/>
                <a:p>
                  <a:endParaRPr lang="en-US"/>
                </a:p>
              </p:txBody>
            </p:sp>
            <p:sp>
              <p:nvSpPr>
                <p:cNvPr id="104608" name="Line 100"/>
                <p:cNvSpPr>
                  <a:spLocks noChangeShapeType="1"/>
                </p:cNvSpPr>
                <p:nvPr/>
              </p:nvSpPr>
              <p:spPr bwMode="auto">
                <a:xfrm>
                  <a:off x="2710" y="2068"/>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477" name="Group 101"/>
            <p:cNvGrpSpPr>
              <a:grpSpLocks/>
            </p:cNvGrpSpPr>
            <p:nvPr/>
          </p:nvGrpSpPr>
          <p:grpSpPr bwMode="auto">
            <a:xfrm>
              <a:off x="2423" y="2347"/>
              <a:ext cx="415" cy="56"/>
              <a:chOff x="2423" y="2347"/>
              <a:chExt cx="415" cy="56"/>
            </a:xfrm>
            <a:grpFill/>
          </p:grpSpPr>
          <p:sp>
            <p:nvSpPr>
              <p:cNvPr id="104593" name="Freeform 102"/>
              <p:cNvSpPr>
                <a:spLocks/>
              </p:cNvSpPr>
              <p:nvPr/>
            </p:nvSpPr>
            <p:spPr bwMode="auto">
              <a:xfrm>
                <a:off x="2726" y="234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lumMod val="65000"/>
                  </a:schemeClr>
                </a:solidFill>
                <a:round/>
                <a:headEnd/>
                <a:tailEnd/>
              </a:ln>
            </p:spPr>
            <p:txBody>
              <a:bodyPr/>
              <a:lstStyle/>
              <a:p>
                <a:endParaRPr lang="en-US"/>
              </a:p>
            </p:txBody>
          </p:sp>
          <p:grpSp>
            <p:nvGrpSpPr>
              <p:cNvPr id="104594" name="Group 103"/>
              <p:cNvGrpSpPr>
                <a:grpSpLocks/>
              </p:cNvGrpSpPr>
              <p:nvPr/>
            </p:nvGrpSpPr>
            <p:grpSpPr bwMode="auto">
              <a:xfrm>
                <a:off x="2423" y="2371"/>
                <a:ext cx="295" cy="1"/>
                <a:chOff x="2423" y="2371"/>
                <a:chExt cx="295" cy="1"/>
              </a:xfrm>
              <a:grpFill/>
            </p:grpSpPr>
            <p:sp>
              <p:nvSpPr>
                <p:cNvPr id="104595" name="Line 104"/>
                <p:cNvSpPr>
                  <a:spLocks noChangeShapeType="1"/>
                </p:cNvSpPr>
                <p:nvPr/>
              </p:nvSpPr>
              <p:spPr bwMode="auto">
                <a:xfrm>
                  <a:off x="2423" y="2371"/>
                  <a:ext cx="24" cy="1"/>
                </a:xfrm>
                <a:prstGeom prst="line">
                  <a:avLst/>
                </a:prstGeom>
                <a:grpFill/>
                <a:ln w="12700">
                  <a:solidFill>
                    <a:schemeClr val="bg1">
                      <a:lumMod val="65000"/>
                    </a:schemeClr>
                  </a:solidFill>
                  <a:round/>
                  <a:headEnd/>
                  <a:tailEnd/>
                </a:ln>
              </p:spPr>
              <p:txBody>
                <a:bodyPr/>
                <a:lstStyle/>
                <a:p>
                  <a:endParaRPr lang="en-US"/>
                </a:p>
              </p:txBody>
            </p:sp>
            <p:sp>
              <p:nvSpPr>
                <p:cNvPr id="104596" name="Line 105"/>
                <p:cNvSpPr>
                  <a:spLocks noChangeShapeType="1"/>
                </p:cNvSpPr>
                <p:nvPr/>
              </p:nvSpPr>
              <p:spPr bwMode="auto">
                <a:xfrm>
                  <a:off x="2479" y="2371"/>
                  <a:ext cx="24" cy="1"/>
                </a:xfrm>
                <a:prstGeom prst="line">
                  <a:avLst/>
                </a:prstGeom>
                <a:grpFill/>
                <a:ln w="12700">
                  <a:solidFill>
                    <a:schemeClr val="bg1">
                      <a:lumMod val="65000"/>
                    </a:schemeClr>
                  </a:solidFill>
                  <a:round/>
                  <a:headEnd/>
                  <a:tailEnd/>
                </a:ln>
              </p:spPr>
              <p:txBody>
                <a:bodyPr/>
                <a:lstStyle/>
                <a:p>
                  <a:endParaRPr lang="en-US"/>
                </a:p>
              </p:txBody>
            </p:sp>
            <p:sp>
              <p:nvSpPr>
                <p:cNvPr id="104597" name="Line 106"/>
                <p:cNvSpPr>
                  <a:spLocks noChangeShapeType="1"/>
                </p:cNvSpPr>
                <p:nvPr/>
              </p:nvSpPr>
              <p:spPr bwMode="auto">
                <a:xfrm>
                  <a:off x="2534" y="2371"/>
                  <a:ext cx="24" cy="1"/>
                </a:xfrm>
                <a:prstGeom prst="line">
                  <a:avLst/>
                </a:prstGeom>
                <a:grpFill/>
                <a:ln w="12700">
                  <a:solidFill>
                    <a:schemeClr val="bg1">
                      <a:lumMod val="65000"/>
                    </a:schemeClr>
                  </a:solidFill>
                  <a:round/>
                  <a:headEnd/>
                  <a:tailEnd/>
                </a:ln>
              </p:spPr>
              <p:txBody>
                <a:bodyPr/>
                <a:lstStyle/>
                <a:p>
                  <a:endParaRPr lang="en-US"/>
                </a:p>
              </p:txBody>
            </p:sp>
            <p:sp>
              <p:nvSpPr>
                <p:cNvPr id="104598" name="Line 107"/>
                <p:cNvSpPr>
                  <a:spLocks noChangeShapeType="1"/>
                </p:cNvSpPr>
                <p:nvPr/>
              </p:nvSpPr>
              <p:spPr bwMode="auto">
                <a:xfrm>
                  <a:off x="2590" y="2371"/>
                  <a:ext cx="24" cy="1"/>
                </a:xfrm>
                <a:prstGeom prst="line">
                  <a:avLst/>
                </a:prstGeom>
                <a:grpFill/>
                <a:ln w="12700">
                  <a:solidFill>
                    <a:schemeClr val="bg1">
                      <a:lumMod val="65000"/>
                    </a:schemeClr>
                  </a:solidFill>
                  <a:round/>
                  <a:headEnd/>
                  <a:tailEnd/>
                </a:ln>
              </p:spPr>
              <p:txBody>
                <a:bodyPr/>
                <a:lstStyle/>
                <a:p>
                  <a:endParaRPr lang="en-US"/>
                </a:p>
              </p:txBody>
            </p:sp>
            <p:sp>
              <p:nvSpPr>
                <p:cNvPr id="104599" name="Line 108"/>
                <p:cNvSpPr>
                  <a:spLocks noChangeShapeType="1"/>
                </p:cNvSpPr>
                <p:nvPr/>
              </p:nvSpPr>
              <p:spPr bwMode="auto">
                <a:xfrm>
                  <a:off x="2646" y="2371"/>
                  <a:ext cx="24" cy="1"/>
                </a:xfrm>
                <a:prstGeom prst="line">
                  <a:avLst/>
                </a:prstGeom>
                <a:grpFill/>
                <a:ln w="12700">
                  <a:solidFill>
                    <a:schemeClr val="bg1">
                      <a:lumMod val="65000"/>
                    </a:schemeClr>
                  </a:solidFill>
                  <a:round/>
                  <a:headEnd/>
                  <a:tailEnd/>
                </a:ln>
              </p:spPr>
              <p:txBody>
                <a:bodyPr/>
                <a:lstStyle/>
                <a:p>
                  <a:endParaRPr lang="en-US"/>
                </a:p>
              </p:txBody>
            </p:sp>
            <p:sp>
              <p:nvSpPr>
                <p:cNvPr id="104600" name="Line 109"/>
                <p:cNvSpPr>
                  <a:spLocks noChangeShapeType="1"/>
                </p:cNvSpPr>
                <p:nvPr/>
              </p:nvSpPr>
              <p:spPr bwMode="auto">
                <a:xfrm>
                  <a:off x="2702" y="2371"/>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478" name="Group 110"/>
            <p:cNvGrpSpPr>
              <a:grpSpLocks/>
            </p:cNvGrpSpPr>
            <p:nvPr/>
          </p:nvGrpSpPr>
          <p:grpSpPr bwMode="auto">
            <a:xfrm>
              <a:off x="1960" y="2347"/>
              <a:ext cx="415" cy="56"/>
              <a:chOff x="1960" y="2347"/>
              <a:chExt cx="415" cy="56"/>
            </a:xfrm>
            <a:grpFill/>
          </p:grpSpPr>
          <p:sp>
            <p:nvSpPr>
              <p:cNvPr id="104585" name="Freeform 111"/>
              <p:cNvSpPr>
                <a:spLocks/>
              </p:cNvSpPr>
              <p:nvPr/>
            </p:nvSpPr>
            <p:spPr bwMode="auto">
              <a:xfrm>
                <a:off x="2263" y="234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lumMod val="65000"/>
                  </a:schemeClr>
                </a:solidFill>
                <a:round/>
                <a:headEnd/>
                <a:tailEnd/>
              </a:ln>
            </p:spPr>
            <p:txBody>
              <a:bodyPr/>
              <a:lstStyle/>
              <a:p>
                <a:endParaRPr lang="en-US"/>
              </a:p>
            </p:txBody>
          </p:sp>
          <p:grpSp>
            <p:nvGrpSpPr>
              <p:cNvPr id="104586" name="Group 112"/>
              <p:cNvGrpSpPr>
                <a:grpSpLocks/>
              </p:cNvGrpSpPr>
              <p:nvPr/>
            </p:nvGrpSpPr>
            <p:grpSpPr bwMode="auto">
              <a:xfrm>
                <a:off x="1960" y="2371"/>
                <a:ext cx="295" cy="1"/>
                <a:chOff x="1960" y="2371"/>
                <a:chExt cx="295" cy="1"/>
              </a:xfrm>
              <a:grpFill/>
            </p:grpSpPr>
            <p:sp>
              <p:nvSpPr>
                <p:cNvPr id="104587" name="Line 113"/>
                <p:cNvSpPr>
                  <a:spLocks noChangeShapeType="1"/>
                </p:cNvSpPr>
                <p:nvPr/>
              </p:nvSpPr>
              <p:spPr bwMode="auto">
                <a:xfrm>
                  <a:off x="1960" y="2371"/>
                  <a:ext cx="24" cy="1"/>
                </a:xfrm>
                <a:prstGeom prst="line">
                  <a:avLst/>
                </a:prstGeom>
                <a:grpFill/>
                <a:ln w="12700">
                  <a:solidFill>
                    <a:schemeClr val="bg1">
                      <a:lumMod val="65000"/>
                    </a:schemeClr>
                  </a:solidFill>
                  <a:round/>
                  <a:headEnd/>
                  <a:tailEnd/>
                </a:ln>
              </p:spPr>
              <p:txBody>
                <a:bodyPr/>
                <a:lstStyle/>
                <a:p>
                  <a:endParaRPr lang="en-US"/>
                </a:p>
              </p:txBody>
            </p:sp>
            <p:sp>
              <p:nvSpPr>
                <p:cNvPr id="104588" name="Line 114"/>
                <p:cNvSpPr>
                  <a:spLocks noChangeShapeType="1"/>
                </p:cNvSpPr>
                <p:nvPr/>
              </p:nvSpPr>
              <p:spPr bwMode="auto">
                <a:xfrm>
                  <a:off x="2015" y="2371"/>
                  <a:ext cx="24" cy="1"/>
                </a:xfrm>
                <a:prstGeom prst="line">
                  <a:avLst/>
                </a:prstGeom>
                <a:grpFill/>
                <a:ln w="12700">
                  <a:solidFill>
                    <a:schemeClr val="bg1">
                      <a:lumMod val="65000"/>
                    </a:schemeClr>
                  </a:solidFill>
                  <a:round/>
                  <a:headEnd/>
                  <a:tailEnd/>
                </a:ln>
              </p:spPr>
              <p:txBody>
                <a:bodyPr/>
                <a:lstStyle/>
                <a:p>
                  <a:endParaRPr lang="en-US"/>
                </a:p>
              </p:txBody>
            </p:sp>
            <p:sp>
              <p:nvSpPr>
                <p:cNvPr id="104589" name="Line 115"/>
                <p:cNvSpPr>
                  <a:spLocks noChangeShapeType="1"/>
                </p:cNvSpPr>
                <p:nvPr/>
              </p:nvSpPr>
              <p:spPr bwMode="auto">
                <a:xfrm>
                  <a:off x="2071" y="2371"/>
                  <a:ext cx="24" cy="1"/>
                </a:xfrm>
                <a:prstGeom prst="line">
                  <a:avLst/>
                </a:prstGeom>
                <a:grpFill/>
                <a:ln w="12700">
                  <a:solidFill>
                    <a:schemeClr val="bg1">
                      <a:lumMod val="65000"/>
                    </a:schemeClr>
                  </a:solidFill>
                  <a:round/>
                  <a:headEnd/>
                  <a:tailEnd/>
                </a:ln>
              </p:spPr>
              <p:txBody>
                <a:bodyPr/>
                <a:lstStyle/>
                <a:p>
                  <a:endParaRPr lang="en-US"/>
                </a:p>
              </p:txBody>
            </p:sp>
            <p:sp>
              <p:nvSpPr>
                <p:cNvPr id="104590" name="Line 116"/>
                <p:cNvSpPr>
                  <a:spLocks noChangeShapeType="1"/>
                </p:cNvSpPr>
                <p:nvPr/>
              </p:nvSpPr>
              <p:spPr bwMode="auto">
                <a:xfrm>
                  <a:off x="2127" y="2371"/>
                  <a:ext cx="24" cy="1"/>
                </a:xfrm>
                <a:prstGeom prst="line">
                  <a:avLst/>
                </a:prstGeom>
                <a:grpFill/>
                <a:ln w="12700">
                  <a:solidFill>
                    <a:schemeClr val="bg1">
                      <a:lumMod val="65000"/>
                    </a:schemeClr>
                  </a:solidFill>
                  <a:round/>
                  <a:headEnd/>
                  <a:tailEnd/>
                </a:ln>
              </p:spPr>
              <p:txBody>
                <a:bodyPr/>
                <a:lstStyle/>
                <a:p>
                  <a:endParaRPr lang="en-US"/>
                </a:p>
              </p:txBody>
            </p:sp>
            <p:sp>
              <p:nvSpPr>
                <p:cNvPr id="104591" name="Line 117"/>
                <p:cNvSpPr>
                  <a:spLocks noChangeShapeType="1"/>
                </p:cNvSpPr>
                <p:nvPr/>
              </p:nvSpPr>
              <p:spPr bwMode="auto">
                <a:xfrm>
                  <a:off x="2183" y="2371"/>
                  <a:ext cx="24" cy="1"/>
                </a:xfrm>
                <a:prstGeom prst="line">
                  <a:avLst/>
                </a:prstGeom>
                <a:grpFill/>
                <a:ln w="12700">
                  <a:solidFill>
                    <a:schemeClr val="bg1">
                      <a:lumMod val="65000"/>
                    </a:schemeClr>
                  </a:solidFill>
                  <a:round/>
                  <a:headEnd/>
                  <a:tailEnd/>
                </a:ln>
              </p:spPr>
              <p:txBody>
                <a:bodyPr/>
                <a:lstStyle/>
                <a:p>
                  <a:endParaRPr lang="en-US"/>
                </a:p>
              </p:txBody>
            </p:sp>
            <p:sp>
              <p:nvSpPr>
                <p:cNvPr id="104592" name="Line 118"/>
                <p:cNvSpPr>
                  <a:spLocks noChangeShapeType="1"/>
                </p:cNvSpPr>
                <p:nvPr/>
              </p:nvSpPr>
              <p:spPr bwMode="auto">
                <a:xfrm>
                  <a:off x="2239" y="2371"/>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479" name="Group 119"/>
            <p:cNvGrpSpPr>
              <a:grpSpLocks/>
            </p:cNvGrpSpPr>
            <p:nvPr/>
          </p:nvGrpSpPr>
          <p:grpSpPr bwMode="auto">
            <a:xfrm>
              <a:off x="1497" y="2339"/>
              <a:ext cx="415" cy="56"/>
              <a:chOff x="1497" y="2339"/>
              <a:chExt cx="415" cy="56"/>
            </a:xfrm>
            <a:grpFill/>
          </p:grpSpPr>
          <p:sp>
            <p:nvSpPr>
              <p:cNvPr id="104577" name="Freeform 120"/>
              <p:cNvSpPr>
                <a:spLocks/>
              </p:cNvSpPr>
              <p:nvPr/>
            </p:nvSpPr>
            <p:spPr bwMode="auto">
              <a:xfrm>
                <a:off x="1800" y="2339"/>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4578" name="Group 121"/>
              <p:cNvGrpSpPr>
                <a:grpSpLocks/>
              </p:cNvGrpSpPr>
              <p:nvPr/>
            </p:nvGrpSpPr>
            <p:grpSpPr bwMode="auto">
              <a:xfrm>
                <a:off x="1497" y="2371"/>
                <a:ext cx="295" cy="1"/>
                <a:chOff x="1497" y="2371"/>
                <a:chExt cx="295" cy="1"/>
              </a:xfrm>
              <a:grpFill/>
            </p:grpSpPr>
            <p:sp>
              <p:nvSpPr>
                <p:cNvPr id="104579" name="Line 122"/>
                <p:cNvSpPr>
                  <a:spLocks noChangeShapeType="1"/>
                </p:cNvSpPr>
                <p:nvPr/>
              </p:nvSpPr>
              <p:spPr bwMode="auto">
                <a:xfrm>
                  <a:off x="1497" y="2371"/>
                  <a:ext cx="23" cy="1"/>
                </a:xfrm>
                <a:prstGeom prst="line">
                  <a:avLst/>
                </a:prstGeom>
                <a:grpFill/>
                <a:ln w="12700">
                  <a:solidFill>
                    <a:schemeClr val="bg1">
                      <a:lumMod val="65000"/>
                    </a:schemeClr>
                  </a:solidFill>
                  <a:round/>
                  <a:headEnd/>
                  <a:tailEnd/>
                </a:ln>
              </p:spPr>
              <p:txBody>
                <a:bodyPr/>
                <a:lstStyle/>
                <a:p>
                  <a:endParaRPr lang="en-US"/>
                </a:p>
              </p:txBody>
            </p:sp>
            <p:sp>
              <p:nvSpPr>
                <p:cNvPr id="104580" name="Line 123"/>
                <p:cNvSpPr>
                  <a:spLocks noChangeShapeType="1"/>
                </p:cNvSpPr>
                <p:nvPr/>
              </p:nvSpPr>
              <p:spPr bwMode="auto">
                <a:xfrm>
                  <a:off x="1552" y="2371"/>
                  <a:ext cx="24" cy="1"/>
                </a:xfrm>
                <a:prstGeom prst="line">
                  <a:avLst/>
                </a:prstGeom>
                <a:grpFill/>
                <a:ln w="12700">
                  <a:solidFill>
                    <a:schemeClr val="bg1">
                      <a:lumMod val="65000"/>
                    </a:schemeClr>
                  </a:solidFill>
                  <a:round/>
                  <a:headEnd/>
                  <a:tailEnd/>
                </a:ln>
              </p:spPr>
              <p:txBody>
                <a:bodyPr/>
                <a:lstStyle/>
                <a:p>
                  <a:endParaRPr lang="en-US"/>
                </a:p>
              </p:txBody>
            </p:sp>
            <p:sp>
              <p:nvSpPr>
                <p:cNvPr id="104581" name="Line 124"/>
                <p:cNvSpPr>
                  <a:spLocks noChangeShapeType="1"/>
                </p:cNvSpPr>
                <p:nvPr/>
              </p:nvSpPr>
              <p:spPr bwMode="auto">
                <a:xfrm>
                  <a:off x="1608" y="2371"/>
                  <a:ext cx="24" cy="1"/>
                </a:xfrm>
                <a:prstGeom prst="line">
                  <a:avLst/>
                </a:prstGeom>
                <a:grpFill/>
                <a:ln w="12700">
                  <a:solidFill>
                    <a:schemeClr val="bg1">
                      <a:lumMod val="65000"/>
                    </a:schemeClr>
                  </a:solidFill>
                  <a:round/>
                  <a:headEnd/>
                  <a:tailEnd/>
                </a:ln>
              </p:spPr>
              <p:txBody>
                <a:bodyPr/>
                <a:lstStyle/>
                <a:p>
                  <a:endParaRPr lang="en-US"/>
                </a:p>
              </p:txBody>
            </p:sp>
            <p:sp>
              <p:nvSpPr>
                <p:cNvPr id="104582" name="Line 125"/>
                <p:cNvSpPr>
                  <a:spLocks noChangeShapeType="1"/>
                </p:cNvSpPr>
                <p:nvPr/>
              </p:nvSpPr>
              <p:spPr bwMode="auto">
                <a:xfrm>
                  <a:off x="1664" y="2371"/>
                  <a:ext cx="24" cy="1"/>
                </a:xfrm>
                <a:prstGeom prst="line">
                  <a:avLst/>
                </a:prstGeom>
                <a:grpFill/>
                <a:ln w="12700">
                  <a:solidFill>
                    <a:schemeClr val="bg1">
                      <a:lumMod val="65000"/>
                    </a:schemeClr>
                  </a:solidFill>
                  <a:round/>
                  <a:headEnd/>
                  <a:tailEnd/>
                </a:ln>
              </p:spPr>
              <p:txBody>
                <a:bodyPr/>
                <a:lstStyle/>
                <a:p>
                  <a:endParaRPr lang="en-US"/>
                </a:p>
              </p:txBody>
            </p:sp>
            <p:sp>
              <p:nvSpPr>
                <p:cNvPr id="104583" name="Line 126"/>
                <p:cNvSpPr>
                  <a:spLocks noChangeShapeType="1"/>
                </p:cNvSpPr>
                <p:nvPr/>
              </p:nvSpPr>
              <p:spPr bwMode="auto">
                <a:xfrm>
                  <a:off x="1720" y="2371"/>
                  <a:ext cx="24" cy="1"/>
                </a:xfrm>
                <a:prstGeom prst="line">
                  <a:avLst/>
                </a:prstGeom>
                <a:grpFill/>
                <a:ln w="12700">
                  <a:solidFill>
                    <a:schemeClr val="bg1">
                      <a:lumMod val="65000"/>
                    </a:schemeClr>
                  </a:solidFill>
                  <a:round/>
                  <a:headEnd/>
                  <a:tailEnd/>
                </a:ln>
              </p:spPr>
              <p:txBody>
                <a:bodyPr/>
                <a:lstStyle/>
                <a:p>
                  <a:endParaRPr lang="en-US"/>
                </a:p>
              </p:txBody>
            </p:sp>
            <p:sp>
              <p:nvSpPr>
                <p:cNvPr id="104584" name="Line 127"/>
                <p:cNvSpPr>
                  <a:spLocks noChangeShapeType="1"/>
                </p:cNvSpPr>
                <p:nvPr/>
              </p:nvSpPr>
              <p:spPr bwMode="auto">
                <a:xfrm>
                  <a:off x="1776" y="2371"/>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480" name="Group 128"/>
            <p:cNvGrpSpPr>
              <a:grpSpLocks/>
            </p:cNvGrpSpPr>
            <p:nvPr/>
          </p:nvGrpSpPr>
          <p:grpSpPr bwMode="auto">
            <a:xfrm>
              <a:off x="1489" y="2650"/>
              <a:ext cx="423" cy="56"/>
              <a:chOff x="1489" y="2650"/>
              <a:chExt cx="423" cy="56"/>
            </a:xfrm>
            <a:grpFill/>
          </p:grpSpPr>
          <p:sp>
            <p:nvSpPr>
              <p:cNvPr id="104569" name="Freeform 129"/>
              <p:cNvSpPr>
                <a:spLocks/>
              </p:cNvSpPr>
              <p:nvPr/>
            </p:nvSpPr>
            <p:spPr bwMode="auto">
              <a:xfrm>
                <a:off x="1792" y="2650"/>
                <a:ext cx="120" cy="56"/>
              </a:xfrm>
              <a:custGeom>
                <a:avLst/>
                <a:gdLst>
                  <a:gd name="T0" fmla="*/ 120 w 120"/>
                  <a:gd name="T1" fmla="*/ 24 h 56"/>
                  <a:gd name="T2" fmla="*/ 0 w 120"/>
                  <a:gd name="T3" fmla="*/ 56 h 56"/>
                  <a:gd name="T4" fmla="*/ 0 w 120"/>
                  <a:gd name="T5" fmla="*/ 24 h 56"/>
                  <a:gd name="T6" fmla="*/ 0 w 120"/>
                  <a:gd name="T7" fmla="*/ 0 h 56"/>
                  <a:gd name="T8" fmla="*/ 120 w 120"/>
                  <a:gd name="T9" fmla="*/ 24 h 56"/>
                  <a:gd name="T10" fmla="*/ 0 60000 65536"/>
                  <a:gd name="T11" fmla="*/ 0 60000 65536"/>
                  <a:gd name="T12" fmla="*/ 0 60000 65536"/>
                  <a:gd name="T13" fmla="*/ 0 60000 65536"/>
                  <a:gd name="T14" fmla="*/ 0 60000 65536"/>
                  <a:gd name="T15" fmla="*/ 0 w 120"/>
                  <a:gd name="T16" fmla="*/ 0 h 56"/>
                  <a:gd name="T17" fmla="*/ 120 w 120"/>
                  <a:gd name="T18" fmla="*/ 56 h 56"/>
                </a:gdLst>
                <a:ahLst/>
                <a:cxnLst>
                  <a:cxn ang="T10">
                    <a:pos x="T0" y="T1"/>
                  </a:cxn>
                  <a:cxn ang="T11">
                    <a:pos x="T2" y="T3"/>
                  </a:cxn>
                  <a:cxn ang="T12">
                    <a:pos x="T4" y="T5"/>
                  </a:cxn>
                  <a:cxn ang="T13">
                    <a:pos x="T6" y="T7"/>
                  </a:cxn>
                  <a:cxn ang="T14">
                    <a:pos x="T8" y="T9"/>
                  </a:cxn>
                </a:cxnLst>
                <a:rect l="T15" t="T16" r="T17" b="T18"/>
                <a:pathLst>
                  <a:path w="120" h="56">
                    <a:moveTo>
                      <a:pt x="120" y="24"/>
                    </a:moveTo>
                    <a:lnTo>
                      <a:pt x="0" y="56"/>
                    </a:lnTo>
                    <a:lnTo>
                      <a:pt x="0" y="24"/>
                    </a:lnTo>
                    <a:lnTo>
                      <a:pt x="0" y="0"/>
                    </a:lnTo>
                    <a:lnTo>
                      <a:pt x="120" y="24"/>
                    </a:lnTo>
                    <a:close/>
                  </a:path>
                </a:pathLst>
              </a:custGeom>
              <a:grpFill/>
              <a:ln w="9525">
                <a:solidFill>
                  <a:schemeClr val="bg1">
                    <a:lumMod val="65000"/>
                  </a:schemeClr>
                </a:solidFill>
                <a:round/>
                <a:headEnd/>
                <a:tailEnd/>
              </a:ln>
            </p:spPr>
            <p:txBody>
              <a:bodyPr/>
              <a:lstStyle/>
              <a:p>
                <a:endParaRPr lang="en-US"/>
              </a:p>
            </p:txBody>
          </p:sp>
          <p:grpSp>
            <p:nvGrpSpPr>
              <p:cNvPr id="104570" name="Group 130"/>
              <p:cNvGrpSpPr>
                <a:grpSpLocks/>
              </p:cNvGrpSpPr>
              <p:nvPr/>
            </p:nvGrpSpPr>
            <p:grpSpPr bwMode="auto">
              <a:xfrm>
                <a:off x="1489" y="2674"/>
                <a:ext cx="295" cy="1"/>
                <a:chOff x="1489" y="2674"/>
                <a:chExt cx="295" cy="1"/>
              </a:xfrm>
              <a:grpFill/>
            </p:grpSpPr>
            <p:sp>
              <p:nvSpPr>
                <p:cNvPr id="104571" name="Line 131"/>
                <p:cNvSpPr>
                  <a:spLocks noChangeShapeType="1"/>
                </p:cNvSpPr>
                <p:nvPr/>
              </p:nvSpPr>
              <p:spPr bwMode="auto">
                <a:xfrm>
                  <a:off x="1489" y="2674"/>
                  <a:ext cx="24" cy="1"/>
                </a:xfrm>
                <a:prstGeom prst="line">
                  <a:avLst/>
                </a:prstGeom>
                <a:grpFill/>
                <a:ln w="12700">
                  <a:solidFill>
                    <a:schemeClr val="bg1">
                      <a:lumMod val="65000"/>
                    </a:schemeClr>
                  </a:solidFill>
                  <a:round/>
                  <a:headEnd/>
                  <a:tailEnd/>
                </a:ln>
              </p:spPr>
              <p:txBody>
                <a:bodyPr/>
                <a:lstStyle/>
                <a:p>
                  <a:endParaRPr lang="en-US"/>
                </a:p>
              </p:txBody>
            </p:sp>
            <p:sp>
              <p:nvSpPr>
                <p:cNvPr id="104572" name="Line 132"/>
                <p:cNvSpPr>
                  <a:spLocks noChangeShapeType="1"/>
                </p:cNvSpPr>
                <p:nvPr/>
              </p:nvSpPr>
              <p:spPr bwMode="auto">
                <a:xfrm>
                  <a:off x="1544" y="2674"/>
                  <a:ext cx="24" cy="1"/>
                </a:xfrm>
                <a:prstGeom prst="line">
                  <a:avLst/>
                </a:prstGeom>
                <a:grpFill/>
                <a:ln w="12700">
                  <a:solidFill>
                    <a:schemeClr val="bg1">
                      <a:lumMod val="65000"/>
                    </a:schemeClr>
                  </a:solidFill>
                  <a:round/>
                  <a:headEnd/>
                  <a:tailEnd/>
                </a:ln>
              </p:spPr>
              <p:txBody>
                <a:bodyPr/>
                <a:lstStyle/>
                <a:p>
                  <a:endParaRPr lang="en-US"/>
                </a:p>
              </p:txBody>
            </p:sp>
            <p:sp>
              <p:nvSpPr>
                <p:cNvPr id="104573" name="Line 133"/>
                <p:cNvSpPr>
                  <a:spLocks noChangeShapeType="1"/>
                </p:cNvSpPr>
                <p:nvPr/>
              </p:nvSpPr>
              <p:spPr bwMode="auto">
                <a:xfrm>
                  <a:off x="1600" y="2674"/>
                  <a:ext cx="24" cy="1"/>
                </a:xfrm>
                <a:prstGeom prst="line">
                  <a:avLst/>
                </a:prstGeom>
                <a:grpFill/>
                <a:ln w="12700">
                  <a:solidFill>
                    <a:schemeClr val="bg1">
                      <a:lumMod val="65000"/>
                    </a:schemeClr>
                  </a:solidFill>
                  <a:round/>
                  <a:headEnd/>
                  <a:tailEnd/>
                </a:ln>
              </p:spPr>
              <p:txBody>
                <a:bodyPr/>
                <a:lstStyle/>
                <a:p>
                  <a:endParaRPr lang="en-US"/>
                </a:p>
              </p:txBody>
            </p:sp>
            <p:sp>
              <p:nvSpPr>
                <p:cNvPr id="104574" name="Line 134"/>
                <p:cNvSpPr>
                  <a:spLocks noChangeShapeType="1"/>
                </p:cNvSpPr>
                <p:nvPr/>
              </p:nvSpPr>
              <p:spPr bwMode="auto">
                <a:xfrm>
                  <a:off x="1656" y="2674"/>
                  <a:ext cx="24" cy="1"/>
                </a:xfrm>
                <a:prstGeom prst="line">
                  <a:avLst/>
                </a:prstGeom>
                <a:grpFill/>
                <a:ln w="12700">
                  <a:solidFill>
                    <a:schemeClr val="bg1">
                      <a:lumMod val="65000"/>
                    </a:schemeClr>
                  </a:solidFill>
                  <a:round/>
                  <a:headEnd/>
                  <a:tailEnd/>
                </a:ln>
              </p:spPr>
              <p:txBody>
                <a:bodyPr/>
                <a:lstStyle/>
                <a:p>
                  <a:endParaRPr lang="en-US"/>
                </a:p>
              </p:txBody>
            </p:sp>
            <p:sp>
              <p:nvSpPr>
                <p:cNvPr id="104575" name="Line 135"/>
                <p:cNvSpPr>
                  <a:spLocks noChangeShapeType="1"/>
                </p:cNvSpPr>
                <p:nvPr/>
              </p:nvSpPr>
              <p:spPr bwMode="auto">
                <a:xfrm>
                  <a:off x="1712" y="2674"/>
                  <a:ext cx="24" cy="1"/>
                </a:xfrm>
                <a:prstGeom prst="line">
                  <a:avLst/>
                </a:prstGeom>
                <a:grpFill/>
                <a:ln w="12700">
                  <a:solidFill>
                    <a:schemeClr val="bg1">
                      <a:lumMod val="65000"/>
                    </a:schemeClr>
                  </a:solidFill>
                  <a:round/>
                  <a:headEnd/>
                  <a:tailEnd/>
                </a:ln>
              </p:spPr>
              <p:txBody>
                <a:bodyPr/>
                <a:lstStyle/>
                <a:p>
                  <a:endParaRPr lang="en-US"/>
                </a:p>
              </p:txBody>
            </p:sp>
            <p:sp>
              <p:nvSpPr>
                <p:cNvPr id="104576" name="Line 136"/>
                <p:cNvSpPr>
                  <a:spLocks noChangeShapeType="1"/>
                </p:cNvSpPr>
                <p:nvPr/>
              </p:nvSpPr>
              <p:spPr bwMode="auto">
                <a:xfrm>
                  <a:off x="1768" y="2674"/>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481" name="Group 137"/>
            <p:cNvGrpSpPr>
              <a:grpSpLocks/>
            </p:cNvGrpSpPr>
            <p:nvPr/>
          </p:nvGrpSpPr>
          <p:grpSpPr bwMode="auto">
            <a:xfrm>
              <a:off x="1968" y="2650"/>
              <a:ext cx="415" cy="56"/>
              <a:chOff x="1968" y="2650"/>
              <a:chExt cx="415" cy="56"/>
            </a:xfrm>
            <a:grpFill/>
          </p:grpSpPr>
          <p:sp>
            <p:nvSpPr>
              <p:cNvPr id="104561" name="Freeform 138"/>
              <p:cNvSpPr>
                <a:spLocks/>
              </p:cNvSpPr>
              <p:nvPr/>
            </p:nvSpPr>
            <p:spPr bwMode="auto">
              <a:xfrm>
                <a:off x="2271" y="2650"/>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lumMod val="65000"/>
                  </a:schemeClr>
                </a:solidFill>
                <a:round/>
                <a:headEnd/>
                <a:tailEnd/>
              </a:ln>
            </p:spPr>
            <p:txBody>
              <a:bodyPr/>
              <a:lstStyle/>
              <a:p>
                <a:endParaRPr lang="en-US"/>
              </a:p>
            </p:txBody>
          </p:sp>
          <p:grpSp>
            <p:nvGrpSpPr>
              <p:cNvPr id="104562" name="Group 139"/>
              <p:cNvGrpSpPr>
                <a:grpSpLocks/>
              </p:cNvGrpSpPr>
              <p:nvPr/>
            </p:nvGrpSpPr>
            <p:grpSpPr bwMode="auto">
              <a:xfrm>
                <a:off x="1968" y="2674"/>
                <a:ext cx="295" cy="1"/>
                <a:chOff x="1968" y="2674"/>
                <a:chExt cx="295" cy="1"/>
              </a:xfrm>
              <a:grpFill/>
            </p:grpSpPr>
            <p:sp>
              <p:nvSpPr>
                <p:cNvPr id="104563" name="Line 140"/>
                <p:cNvSpPr>
                  <a:spLocks noChangeShapeType="1"/>
                </p:cNvSpPr>
                <p:nvPr/>
              </p:nvSpPr>
              <p:spPr bwMode="auto">
                <a:xfrm>
                  <a:off x="1968" y="2674"/>
                  <a:ext cx="24" cy="1"/>
                </a:xfrm>
                <a:prstGeom prst="line">
                  <a:avLst/>
                </a:prstGeom>
                <a:grpFill/>
                <a:ln w="12700">
                  <a:solidFill>
                    <a:schemeClr val="bg1">
                      <a:lumMod val="65000"/>
                    </a:schemeClr>
                  </a:solidFill>
                  <a:round/>
                  <a:headEnd/>
                  <a:tailEnd/>
                </a:ln>
              </p:spPr>
              <p:txBody>
                <a:bodyPr/>
                <a:lstStyle/>
                <a:p>
                  <a:endParaRPr lang="en-US"/>
                </a:p>
              </p:txBody>
            </p:sp>
            <p:sp>
              <p:nvSpPr>
                <p:cNvPr id="104564" name="Line 141"/>
                <p:cNvSpPr>
                  <a:spLocks noChangeShapeType="1"/>
                </p:cNvSpPr>
                <p:nvPr/>
              </p:nvSpPr>
              <p:spPr bwMode="auto">
                <a:xfrm>
                  <a:off x="2023" y="2674"/>
                  <a:ext cx="24" cy="1"/>
                </a:xfrm>
                <a:prstGeom prst="line">
                  <a:avLst/>
                </a:prstGeom>
                <a:grpFill/>
                <a:ln w="12700">
                  <a:solidFill>
                    <a:schemeClr val="bg1">
                      <a:lumMod val="65000"/>
                    </a:schemeClr>
                  </a:solidFill>
                  <a:round/>
                  <a:headEnd/>
                  <a:tailEnd/>
                </a:ln>
              </p:spPr>
              <p:txBody>
                <a:bodyPr/>
                <a:lstStyle/>
                <a:p>
                  <a:endParaRPr lang="en-US"/>
                </a:p>
              </p:txBody>
            </p:sp>
            <p:sp>
              <p:nvSpPr>
                <p:cNvPr id="104565" name="Line 142"/>
                <p:cNvSpPr>
                  <a:spLocks noChangeShapeType="1"/>
                </p:cNvSpPr>
                <p:nvPr/>
              </p:nvSpPr>
              <p:spPr bwMode="auto">
                <a:xfrm>
                  <a:off x="2079" y="2674"/>
                  <a:ext cx="24" cy="1"/>
                </a:xfrm>
                <a:prstGeom prst="line">
                  <a:avLst/>
                </a:prstGeom>
                <a:grpFill/>
                <a:ln w="12700">
                  <a:solidFill>
                    <a:schemeClr val="bg1">
                      <a:lumMod val="65000"/>
                    </a:schemeClr>
                  </a:solidFill>
                  <a:round/>
                  <a:headEnd/>
                  <a:tailEnd/>
                </a:ln>
              </p:spPr>
              <p:txBody>
                <a:bodyPr/>
                <a:lstStyle/>
                <a:p>
                  <a:endParaRPr lang="en-US"/>
                </a:p>
              </p:txBody>
            </p:sp>
            <p:sp>
              <p:nvSpPr>
                <p:cNvPr id="104566" name="Line 143"/>
                <p:cNvSpPr>
                  <a:spLocks noChangeShapeType="1"/>
                </p:cNvSpPr>
                <p:nvPr/>
              </p:nvSpPr>
              <p:spPr bwMode="auto">
                <a:xfrm>
                  <a:off x="2135" y="2674"/>
                  <a:ext cx="24" cy="1"/>
                </a:xfrm>
                <a:prstGeom prst="line">
                  <a:avLst/>
                </a:prstGeom>
                <a:grpFill/>
                <a:ln w="12700">
                  <a:solidFill>
                    <a:schemeClr val="bg1">
                      <a:lumMod val="65000"/>
                    </a:schemeClr>
                  </a:solidFill>
                  <a:round/>
                  <a:headEnd/>
                  <a:tailEnd/>
                </a:ln>
              </p:spPr>
              <p:txBody>
                <a:bodyPr/>
                <a:lstStyle/>
                <a:p>
                  <a:endParaRPr lang="en-US"/>
                </a:p>
              </p:txBody>
            </p:sp>
            <p:sp>
              <p:nvSpPr>
                <p:cNvPr id="104567" name="Line 144"/>
                <p:cNvSpPr>
                  <a:spLocks noChangeShapeType="1"/>
                </p:cNvSpPr>
                <p:nvPr/>
              </p:nvSpPr>
              <p:spPr bwMode="auto">
                <a:xfrm>
                  <a:off x="2191" y="2674"/>
                  <a:ext cx="24" cy="1"/>
                </a:xfrm>
                <a:prstGeom prst="line">
                  <a:avLst/>
                </a:prstGeom>
                <a:grpFill/>
                <a:ln w="12700">
                  <a:solidFill>
                    <a:schemeClr val="bg1">
                      <a:lumMod val="65000"/>
                    </a:schemeClr>
                  </a:solidFill>
                  <a:round/>
                  <a:headEnd/>
                  <a:tailEnd/>
                </a:ln>
              </p:spPr>
              <p:txBody>
                <a:bodyPr/>
                <a:lstStyle/>
                <a:p>
                  <a:endParaRPr lang="en-US"/>
                </a:p>
              </p:txBody>
            </p:sp>
            <p:sp>
              <p:nvSpPr>
                <p:cNvPr id="104568" name="Line 145"/>
                <p:cNvSpPr>
                  <a:spLocks noChangeShapeType="1"/>
                </p:cNvSpPr>
                <p:nvPr/>
              </p:nvSpPr>
              <p:spPr bwMode="auto">
                <a:xfrm>
                  <a:off x="2247" y="2674"/>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482" name="Group 146"/>
            <p:cNvGrpSpPr>
              <a:grpSpLocks/>
            </p:cNvGrpSpPr>
            <p:nvPr/>
          </p:nvGrpSpPr>
          <p:grpSpPr bwMode="auto">
            <a:xfrm>
              <a:off x="1489" y="2953"/>
              <a:ext cx="423" cy="56"/>
              <a:chOff x="1489" y="2953"/>
              <a:chExt cx="423" cy="56"/>
            </a:xfrm>
            <a:grpFill/>
          </p:grpSpPr>
          <p:sp>
            <p:nvSpPr>
              <p:cNvPr id="104553" name="Freeform 147"/>
              <p:cNvSpPr>
                <a:spLocks/>
              </p:cNvSpPr>
              <p:nvPr/>
            </p:nvSpPr>
            <p:spPr bwMode="auto">
              <a:xfrm>
                <a:off x="1792" y="2953"/>
                <a:ext cx="120" cy="56"/>
              </a:xfrm>
              <a:custGeom>
                <a:avLst/>
                <a:gdLst>
                  <a:gd name="T0" fmla="*/ 120 w 120"/>
                  <a:gd name="T1" fmla="*/ 32 h 56"/>
                  <a:gd name="T2" fmla="*/ 0 w 120"/>
                  <a:gd name="T3" fmla="*/ 56 h 56"/>
                  <a:gd name="T4" fmla="*/ 0 w 120"/>
                  <a:gd name="T5" fmla="*/ 32 h 56"/>
                  <a:gd name="T6" fmla="*/ 0 w 120"/>
                  <a:gd name="T7" fmla="*/ 0 h 56"/>
                  <a:gd name="T8" fmla="*/ 120 w 120"/>
                  <a:gd name="T9" fmla="*/ 32 h 56"/>
                  <a:gd name="T10" fmla="*/ 0 60000 65536"/>
                  <a:gd name="T11" fmla="*/ 0 60000 65536"/>
                  <a:gd name="T12" fmla="*/ 0 60000 65536"/>
                  <a:gd name="T13" fmla="*/ 0 60000 65536"/>
                  <a:gd name="T14" fmla="*/ 0 60000 65536"/>
                  <a:gd name="T15" fmla="*/ 0 w 120"/>
                  <a:gd name="T16" fmla="*/ 0 h 56"/>
                  <a:gd name="T17" fmla="*/ 120 w 120"/>
                  <a:gd name="T18" fmla="*/ 56 h 56"/>
                </a:gdLst>
                <a:ahLst/>
                <a:cxnLst>
                  <a:cxn ang="T10">
                    <a:pos x="T0" y="T1"/>
                  </a:cxn>
                  <a:cxn ang="T11">
                    <a:pos x="T2" y="T3"/>
                  </a:cxn>
                  <a:cxn ang="T12">
                    <a:pos x="T4" y="T5"/>
                  </a:cxn>
                  <a:cxn ang="T13">
                    <a:pos x="T6" y="T7"/>
                  </a:cxn>
                  <a:cxn ang="T14">
                    <a:pos x="T8" y="T9"/>
                  </a:cxn>
                </a:cxnLst>
                <a:rect l="T15" t="T16" r="T17" b="T18"/>
                <a:pathLst>
                  <a:path w="120" h="56">
                    <a:moveTo>
                      <a:pt x="120" y="32"/>
                    </a:moveTo>
                    <a:lnTo>
                      <a:pt x="0" y="56"/>
                    </a:lnTo>
                    <a:lnTo>
                      <a:pt x="0" y="32"/>
                    </a:lnTo>
                    <a:lnTo>
                      <a:pt x="0" y="0"/>
                    </a:lnTo>
                    <a:lnTo>
                      <a:pt x="120" y="32"/>
                    </a:lnTo>
                    <a:close/>
                  </a:path>
                </a:pathLst>
              </a:custGeom>
              <a:grpFill/>
              <a:ln w="9525">
                <a:solidFill>
                  <a:schemeClr val="bg1">
                    <a:lumMod val="65000"/>
                  </a:schemeClr>
                </a:solidFill>
                <a:round/>
                <a:headEnd/>
                <a:tailEnd/>
              </a:ln>
            </p:spPr>
            <p:txBody>
              <a:bodyPr/>
              <a:lstStyle/>
              <a:p>
                <a:endParaRPr lang="en-US"/>
              </a:p>
            </p:txBody>
          </p:sp>
          <p:grpSp>
            <p:nvGrpSpPr>
              <p:cNvPr id="104554" name="Group 148"/>
              <p:cNvGrpSpPr>
                <a:grpSpLocks/>
              </p:cNvGrpSpPr>
              <p:nvPr/>
            </p:nvGrpSpPr>
            <p:grpSpPr bwMode="auto">
              <a:xfrm>
                <a:off x="1489" y="2985"/>
                <a:ext cx="295" cy="1"/>
                <a:chOff x="1489" y="2985"/>
                <a:chExt cx="295" cy="1"/>
              </a:xfrm>
              <a:grpFill/>
            </p:grpSpPr>
            <p:sp>
              <p:nvSpPr>
                <p:cNvPr id="104555" name="Line 149"/>
                <p:cNvSpPr>
                  <a:spLocks noChangeShapeType="1"/>
                </p:cNvSpPr>
                <p:nvPr/>
              </p:nvSpPr>
              <p:spPr bwMode="auto">
                <a:xfrm>
                  <a:off x="1489" y="2985"/>
                  <a:ext cx="24" cy="1"/>
                </a:xfrm>
                <a:prstGeom prst="line">
                  <a:avLst/>
                </a:prstGeom>
                <a:grpFill/>
                <a:ln w="12700">
                  <a:solidFill>
                    <a:schemeClr val="bg1">
                      <a:lumMod val="65000"/>
                    </a:schemeClr>
                  </a:solidFill>
                  <a:round/>
                  <a:headEnd/>
                  <a:tailEnd/>
                </a:ln>
              </p:spPr>
              <p:txBody>
                <a:bodyPr/>
                <a:lstStyle/>
                <a:p>
                  <a:endParaRPr lang="en-US"/>
                </a:p>
              </p:txBody>
            </p:sp>
            <p:sp>
              <p:nvSpPr>
                <p:cNvPr id="104556" name="Line 150"/>
                <p:cNvSpPr>
                  <a:spLocks noChangeShapeType="1"/>
                </p:cNvSpPr>
                <p:nvPr/>
              </p:nvSpPr>
              <p:spPr bwMode="auto">
                <a:xfrm>
                  <a:off x="1544" y="2985"/>
                  <a:ext cx="24" cy="1"/>
                </a:xfrm>
                <a:prstGeom prst="line">
                  <a:avLst/>
                </a:prstGeom>
                <a:grpFill/>
                <a:ln w="12700">
                  <a:solidFill>
                    <a:schemeClr val="bg1">
                      <a:lumMod val="65000"/>
                    </a:schemeClr>
                  </a:solidFill>
                  <a:round/>
                  <a:headEnd/>
                  <a:tailEnd/>
                </a:ln>
              </p:spPr>
              <p:txBody>
                <a:bodyPr/>
                <a:lstStyle/>
                <a:p>
                  <a:endParaRPr lang="en-US"/>
                </a:p>
              </p:txBody>
            </p:sp>
            <p:sp>
              <p:nvSpPr>
                <p:cNvPr id="104557" name="Line 151"/>
                <p:cNvSpPr>
                  <a:spLocks noChangeShapeType="1"/>
                </p:cNvSpPr>
                <p:nvPr/>
              </p:nvSpPr>
              <p:spPr bwMode="auto">
                <a:xfrm>
                  <a:off x="1600" y="2985"/>
                  <a:ext cx="24" cy="1"/>
                </a:xfrm>
                <a:prstGeom prst="line">
                  <a:avLst/>
                </a:prstGeom>
                <a:grpFill/>
                <a:ln w="12700">
                  <a:solidFill>
                    <a:schemeClr val="bg1">
                      <a:lumMod val="65000"/>
                    </a:schemeClr>
                  </a:solidFill>
                  <a:round/>
                  <a:headEnd/>
                  <a:tailEnd/>
                </a:ln>
              </p:spPr>
              <p:txBody>
                <a:bodyPr/>
                <a:lstStyle/>
                <a:p>
                  <a:endParaRPr lang="en-US"/>
                </a:p>
              </p:txBody>
            </p:sp>
            <p:sp>
              <p:nvSpPr>
                <p:cNvPr id="104558" name="Line 152"/>
                <p:cNvSpPr>
                  <a:spLocks noChangeShapeType="1"/>
                </p:cNvSpPr>
                <p:nvPr/>
              </p:nvSpPr>
              <p:spPr bwMode="auto">
                <a:xfrm>
                  <a:off x="1656" y="2985"/>
                  <a:ext cx="24" cy="1"/>
                </a:xfrm>
                <a:prstGeom prst="line">
                  <a:avLst/>
                </a:prstGeom>
                <a:grpFill/>
                <a:ln w="12700">
                  <a:solidFill>
                    <a:schemeClr val="bg1">
                      <a:lumMod val="65000"/>
                    </a:schemeClr>
                  </a:solidFill>
                  <a:round/>
                  <a:headEnd/>
                  <a:tailEnd/>
                </a:ln>
              </p:spPr>
              <p:txBody>
                <a:bodyPr/>
                <a:lstStyle/>
                <a:p>
                  <a:endParaRPr lang="en-US"/>
                </a:p>
              </p:txBody>
            </p:sp>
            <p:sp>
              <p:nvSpPr>
                <p:cNvPr id="104559" name="Line 153"/>
                <p:cNvSpPr>
                  <a:spLocks noChangeShapeType="1"/>
                </p:cNvSpPr>
                <p:nvPr/>
              </p:nvSpPr>
              <p:spPr bwMode="auto">
                <a:xfrm>
                  <a:off x="1712" y="2985"/>
                  <a:ext cx="24" cy="1"/>
                </a:xfrm>
                <a:prstGeom prst="line">
                  <a:avLst/>
                </a:prstGeom>
                <a:grpFill/>
                <a:ln w="12700">
                  <a:solidFill>
                    <a:schemeClr val="bg1">
                      <a:lumMod val="65000"/>
                    </a:schemeClr>
                  </a:solidFill>
                  <a:round/>
                  <a:headEnd/>
                  <a:tailEnd/>
                </a:ln>
              </p:spPr>
              <p:txBody>
                <a:bodyPr/>
                <a:lstStyle/>
                <a:p>
                  <a:endParaRPr lang="en-US"/>
                </a:p>
              </p:txBody>
            </p:sp>
            <p:sp>
              <p:nvSpPr>
                <p:cNvPr id="104560" name="Line 154"/>
                <p:cNvSpPr>
                  <a:spLocks noChangeShapeType="1"/>
                </p:cNvSpPr>
                <p:nvPr/>
              </p:nvSpPr>
              <p:spPr bwMode="auto">
                <a:xfrm>
                  <a:off x="1768" y="2985"/>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483" name="Group 155"/>
            <p:cNvGrpSpPr>
              <a:grpSpLocks/>
            </p:cNvGrpSpPr>
            <p:nvPr/>
          </p:nvGrpSpPr>
          <p:grpSpPr bwMode="auto">
            <a:xfrm>
              <a:off x="1952" y="2953"/>
              <a:ext cx="415" cy="56"/>
              <a:chOff x="1952" y="2953"/>
              <a:chExt cx="415" cy="56"/>
            </a:xfrm>
            <a:grpFill/>
          </p:grpSpPr>
          <p:sp>
            <p:nvSpPr>
              <p:cNvPr id="104545" name="Freeform 156"/>
              <p:cNvSpPr>
                <a:spLocks/>
              </p:cNvSpPr>
              <p:nvPr/>
            </p:nvSpPr>
            <p:spPr bwMode="auto">
              <a:xfrm>
                <a:off x="2255"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4546" name="Group 157"/>
              <p:cNvGrpSpPr>
                <a:grpSpLocks/>
              </p:cNvGrpSpPr>
              <p:nvPr/>
            </p:nvGrpSpPr>
            <p:grpSpPr bwMode="auto">
              <a:xfrm>
                <a:off x="1952" y="2985"/>
                <a:ext cx="295" cy="1"/>
                <a:chOff x="1952" y="2985"/>
                <a:chExt cx="295" cy="1"/>
              </a:xfrm>
              <a:grpFill/>
            </p:grpSpPr>
            <p:sp>
              <p:nvSpPr>
                <p:cNvPr id="104547" name="Line 158"/>
                <p:cNvSpPr>
                  <a:spLocks noChangeShapeType="1"/>
                </p:cNvSpPr>
                <p:nvPr/>
              </p:nvSpPr>
              <p:spPr bwMode="auto">
                <a:xfrm>
                  <a:off x="1952" y="2985"/>
                  <a:ext cx="24" cy="1"/>
                </a:xfrm>
                <a:prstGeom prst="line">
                  <a:avLst/>
                </a:prstGeom>
                <a:grpFill/>
                <a:ln w="12700">
                  <a:solidFill>
                    <a:schemeClr val="bg1">
                      <a:lumMod val="65000"/>
                    </a:schemeClr>
                  </a:solidFill>
                  <a:round/>
                  <a:headEnd/>
                  <a:tailEnd/>
                </a:ln>
              </p:spPr>
              <p:txBody>
                <a:bodyPr/>
                <a:lstStyle/>
                <a:p>
                  <a:endParaRPr lang="en-US"/>
                </a:p>
              </p:txBody>
            </p:sp>
            <p:sp>
              <p:nvSpPr>
                <p:cNvPr id="104548" name="Line 159"/>
                <p:cNvSpPr>
                  <a:spLocks noChangeShapeType="1"/>
                </p:cNvSpPr>
                <p:nvPr/>
              </p:nvSpPr>
              <p:spPr bwMode="auto">
                <a:xfrm>
                  <a:off x="2008" y="2985"/>
                  <a:ext cx="23" cy="1"/>
                </a:xfrm>
                <a:prstGeom prst="line">
                  <a:avLst/>
                </a:prstGeom>
                <a:grpFill/>
                <a:ln w="12700">
                  <a:solidFill>
                    <a:schemeClr val="bg1">
                      <a:lumMod val="65000"/>
                    </a:schemeClr>
                  </a:solidFill>
                  <a:round/>
                  <a:headEnd/>
                  <a:tailEnd/>
                </a:ln>
              </p:spPr>
              <p:txBody>
                <a:bodyPr/>
                <a:lstStyle/>
                <a:p>
                  <a:endParaRPr lang="en-US"/>
                </a:p>
              </p:txBody>
            </p:sp>
            <p:sp>
              <p:nvSpPr>
                <p:cNvPr id="104549" name="Line 160"/>
                <p:cNvSpPr>
                  <a:spLocks noChangeShapeType="1"/>
                </p:cNvSpPr>
                <p:nvPr/>
              </p:nvSpPr>
              <p:spPr bwMode="auto">
                <a:xfrm>
                  <a:off x="2063" y="2985"/>
                  <a:ext cx="24" cy="1"/>
                </a:xfrm>
                <a:prstGeom prst="line">
                  <a:avLst/>
                </a:prstGeom>
                <a:grpFill/>
                <a:ln w="12700">
                  <a:solidFill>
                    <a:schemeClr val="bg1">
                      <a:lumMod val="65000"/>
                    </a:schemeClr>
                  </a:solidFill>
                  <a:round/>
                  <a:headEnd/>
                  <a:tailEnd/>
                </a:ln>
              </p:spPr>
              <p:txBody>
                <a:bodyPr/>
                <a:lstStyle/>
                <a:p>
                  <a:endParaRPr lang="en-US"/>
                </a:p>
              </p:txBody>
            </p:sp>
            <p:sp>
              <p:nvSpPr>
                <p:cNvPr id="104550" name="Line 161"/>
                <p:cNvSpPr>
                  <a:spLocks noChangeShapeType="1"/>
                </p:cNvSpPr>
                <p:nvPr/>
              </p:nvSpPr>
              <p:spPr bwMode="auto">
                <a:xfrm>
                  <a:off x="2119" y="2985"/>
                  <a:ext cx="24" cy="1"/>
                </a:xfrm>
                <a:prstGeom prst="line">
                  <a:avLst/>
                </a:prstGeom>
                <a:grpFill/>
                <a:ln w="12700">
                  <a:solidFill>
                    <a:schemeClr val="bg1">
                      <a:lumMod val="65000"/>
                    </a:schemeClr>
                  </a:solidFill>
                  <a:round/>
                  <a:headEnd/>
                  <a:tailEnd/>
                </a:ln>
              </p:spPr>
              <p:txBody>
                <a:bodyPr/>
                <a:lstStyle/>
                <a:p>
                  <a:endParaRPr lang="en-US"/>
                </a:p>
              </p:txBody>
            </p:sp>
            <p:sp>
              <p:nvSpPr>
                <p:cNvPr id="104551" name="Line 162"/>
                <p:cNvSpPr>
                  <a:spLocks noChangeShapeType="1"/>
                </p:cNvSpPr>
                <p:nvPr/>
              </p:nvSpPr>
              <p:spPr bwMode="auto">
                <a:xfrm>
                  <a:off x="2175" y="2985"/>
                  <a:ext cx="24" cy="1"/>
                </a:xfrm>
                <a:prstGeom prst="line">
                  <a:avLst/>
                </a:prstGeom>
                <a:grpFill/>
                <a:ln w="12700">
                  <a:solidFill>
                    <a:schemeClr val="bg1">
                      <a:lumMod val="65000"/>
                    </a:schemeClr>
                  </a:solidFill>
                  <a:round/>
                  <a:headEnd/>
                  <a:tailEnd/>
                </a:ln>
              </p:spPr>
              <p:txBody>
                <a:bodyPr/>
                <a:lstStyle/>
                <a:p>
                  <a:endParaRPr lang="en-US"/>
                </a:p>
              </p:txBody>
            </p:sp>
            <p:sp>
              <p:nvSpPr>
                <p:cNvPr id="104552" name="Line 163"/>
                <p:cNvSpPr>
                  <a:spLocks noChangeShapeType="1"/>
                </p:cNvSpPr>
                <p:nvPr/>
              </p:nvSpPr>
              <p:spPr bwMode="auto">
                <a:xfrm>
                  <a:off x="2231" y="2985"/>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484" name="Group 164"/>
            <p:cNvGrpSpPr>
              <a:grpSpLocks/>
            </p:cNvGrpSpPr>
            <p:nvPr/>
          </p:nvGrpSpPr>
          <p:grpSpPr bwMode="auto">
            <a:xfrm>
              <a:off x="2415" y="2953"/>
              <a:ext cx="415" cy="56"/>
              <a:chOff x="2415" y="2953"/>
              <a:chExt cx="415" cy="56"/>
            </a:xfrm>
            <a:grpFill/>
          </p:grpSpPr>
          <p:sp>
            <p:nvSpPr>
              <p:cNvPr id="104537" name="Freeform 165"/>
              <p:cNvSpPr>
                <a:spLocks/>
              </p:cNvSpPr>
              <p:nvPr/>
            </p:nvSpPr>
            <p:spPr bwMode="auto">
              <a:xfrm>
                <a:off x="2718"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4538" name="Group 166"/>
              <p:cNvGrpSpPr>
                <a:grpSpLocks/>
              </p:cNvGrpSpPr>
              <p:nvPr/>
            </p:nvGrpSpPr>
            <p:grpSpPr bwMode="auto">
              <a:xfrm>
                <a:off x="2415" y="2985"/>
                <a:ext cx="295" cy="1"/>
                <a:chOff x="2415" y="2985"/>
                <a:chExt cx="295" cy="1"/>
              </a:xfrm>
              <a:grpFill/>
            </p:grpSpPr>
            <p:sp>
              <p:nvSpPr>
                <p:cNvPr id="104539" name="Line 167"/>
                <p:cNvSpPr>
                  <a:spLocks noChangeShapeType="1"/>
                </p:cNvSpPr>
                <p:nvPr/>
              </p:nvSpPr>
              <p:spPr bwMode="auto">
                <a:xfrm>
                  <a:off x="2415" y="2985"/>
                  <a:ext cx="24" cy="1"/>
                </a:xfrm>
                <a:prstGeom prst="line">
                  <a:avLst/>
                </a:prstGeom>
                <a:grpFill/>
                <a:ln w="12700">
                  <a:solidFill>
                    <a:schemeClr val="bg1">
                      <a:lumMod val="65000"/>
                    </a:schemeClr>
                  </a:solidFill>
                  <a:round/>
                  <a:headEnd/>
                  <a:tailEnd/>
                </a:ln>
              </p:spPr>
              <p:txBody>
                <a:bodyPr/>
                <a:lstStyle/>
                <a:p>
                  <a:endParaRPr lang="en-US"/>
                </a:p>
              </p:txBody>
            </p:sp>
            <p:sp>
              <p:nvSpPr>
                <p:cNvPr id="104540" name="Line 168"/>
                <p:cNvSpPr>
                  <a:spLocks noChangeShapeType="1"/>
                </p:cNvSpPr>
                <p:nvPr/>
              </p:nvSpPr>
              <p:spPr bwMode="auto">
                <a:xfrm>
                  <a:off x="2471" y="2985"/>
                  <a:ext cx="24" cy="1"/>
                </a:xfrm>
                <a:prstGeom prst="line">
                  <a:avLst/>
                </a:prstGeom>
                <a:grpFill/>
                <a:ln w="12700">
                  <a:solidFill>
                    <a:schemeClr val="bg1">
                      <a:lumMod val="65000"/>
                    </a:schemeClr>
                  </a:solidFill>
                  <a:round/>
                  <a:headEnd/>
                  <a:tailEnd/>
                </a:ln>
              </p:spPr>
              <p:txBody>
                <a:bodyPr/>
                <a:lstStyle/>
                <a:p>
                  <a:endParaRPr lang="en-US"/>
                </a:p>
              </p:txBody>
            </p:sp>
            <p:sp>
              <p:nvSpPr>
                <p:cNvPr id="104541" name="Line 169"/>
                <p:cNvSpPr>
                  <a:spLocks noChangeShapeType="1"/>
                </p:cNvSpPr>
                <p:nvPr/>
              </p:nvSpPr>
              <p:spPr bwMode="auto">
                <a:xfrm>
                  <a:off x="2526" y="2985"/>
                  <a:ext cx="24" cy="1"/>
                </a:xfrm>
                <a:prstGeom prst="line">
                  <a:avLst/>
                </a:prstGeom>
                <a:grpFill/>
                <a:ln w="12700">
                  <a:solidFill>
                    <a:schemeClr val="bg1">
                      <a:lumMod val="65000"/>
                    </a:schemeClr>
                  </a:solidFill>
                  <a:round/>
                  <a:headEnd/>
                  <a:tailEnd/>
                </a:ln>
              </p:spPr>
              <p:txBody>
                <a:bodyPr/>
                <a:lstStyle/>
                <a:p>
                  <a:endParaRPr lang="en-US"/>
                </a:p>
              </p:txBody>
            </p:sp>
            <p:sp>
              <p:nvSpPr>
                <p:cNvPr id="104542" name="Line 170"/>
                <p:cNvSpPr>
                  <a:spLocks noChangeShapeType="1"/>
                </p:cNvSpPr>
                <p:nvPr/>
              </p:nvSpPr>
              <p:spPr bwMode="auto">
                <a:xfrm>
                  <a:off x="2582" y="2985"/>
                  <a:ext cx="24" cy="1"/>
                </a:xfrm>
                <a:prstGeom prst="line">
                  <a:avLst/>
                </a:prstGeom>
                <a:grpFill/>
                <a:ln w="12700">
                  <a:solidFill>
                    <a:schemeClr val="bg1">
                      <a:lumMod val="65000"/>
                    </a:schemeClr>
                  </a:solidFill>
                  <a:round/>
                  <a:headEnd/>
                  <a:tailEnd/>
                </a:ln>
              </p:spPr>
              <p:txBody>
                <a:bodyPr/>
                <a:lstStyle/>
                <a:p>
                  <a:endParaRPr lang="en-US"/>
                </a:p>
              </p:txBody>
            </p:sp>
            <p:sp>
              <p:nvSpPr>
                <p:cNvPr id="104543" name="Line 171"/>
                <p:cNvSpPr>
                  <a:spLocks noChangeShapeType="1"/>
                </p:cNvSpPr>
                <p:nvPr/>
              </p:nvSpPr>
              <p:spPr bwMode="auto">
                <a:xfrm>
                  <a:off x="2638" y="2985"/>
                  <a:ext cx="24" cy="1"/>
                </a:xfrm>
                <a:prstGeom prst="line">
                  <a:avLst/>
                </a:prstGeom>
                <a:grpFill/>
                <a:ln w="12700">
                  <a:solidFill>
                    <a:schemeClr val="bg1">
                      <a:lumMod val="65000"/>
                    </a:schemeClr>
                  </a:solidFill>
                  <a:round/>
                  <a:headEnd/>
                  <a:tailEnd/>
                </a:ln>
              </p:spPr>
              <p:txBody>
                <a:bodyPr/>
                <a:lstStyle/>
                <a:p>
                  <a:endParaRPr lang="en-US"/>
                </a:p>
              </p:txBody>
            </p:sp>
            <p:sp>
              <p:nvSpPr>
                <p:cNvPr id="104544" name="Line 172"/>
                <p:cNvSpPr>
                  <a:spLocks noChangeShapeType="1"/>
                </p:cNvSpPr>
                <p:nvPr/>
              </p:nvSpPr>
              <p:spPr bwMode="auto">
                <a:xfrm>
                  <a:off x="2694" y="2985"/>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485" name="Group 173"/>
            <p:cNvGrpSpPr>
              <a:grpSpLocks/>
            </p:cNvGrpSpPr>
            <p:nvPr/>
          </p:nvGrpSpPr>
          <p:grpSpPr bwMode="auto">
            <a:xfrm>
              <a:off x="2838" y="1741"/>
              <a:ext cx="40" cy="1260"/>
              <a:chOff x="2838" y="1741"/>
              <a:chExt cx="40" cy="1260"/>
            </a:xfrm>
            <a:grpFill/>
          </p:grpSpPr>
          <p:sp>
            <p:nvSpPr>
              <p:cNvPr id="104527" name="Oval 174"/>
              <p:cNvSpPr>
                <a:spLocks noChangeArrowheads="1"/>
              </p:cNvSpPr>
              <p:nvPr/>
            </p:nvSpPr>
            <p:spPr bwMode="auto">
              <a:xfrm>
                <a:off x="2838" y="1741"/>
                <a:ext cx="40" cy="40"/>
              </a:xfrm>
              <a:prstGeom prst="ellipse">
                <a:avLst/>
              </a:prstGeom>
              <a:grpFill/>
              <a:ln w="9525">
                <a:solidFill>
                  <a:schemeClr val="bg1">
                    <a:lumMod val="65000"/>
                  </a:schemeClr>
                </a:solidFill>
                <a:round/>
                <a:headEnd/>
                <a:tailEnd/>
              </a:ln>
            </p:spPr>
            <p:txBody>
              <a:bodyPr/>
              <a:lstStyle/>
              <a:p>
                <a:endParaRPr lang="en-US"/>
              </a:p>
            </p:txBody>
          </p:sp>
          <p:sp>
            <p:nvSpPr>
              <p:cNvPr id="104528" name="Oval 175"/>
              <p:cNvSpPr>
                <a:spLocks noChangeArrowheads="1"/>
              </p:cNvSpPr>
              <p:nvPr/>
            </p:nvSpPr>
            <p:spPr bwMode="auto">
              <a:xfrm>
                <a:off x="2838" y="1741"/>
                <a:ext cx="40" cy="40"/>
              </a:xfrm>
              <a:prstGeom prst="ellipse">
                <a:avLst/>
              </a:prstGeom>
              <a:grpFill/>
              <a:ln w="25400">
                <a:solidFill>
                  <a:schemeClr val="bg1">
                    <a:lumMod val="65000"/>
                  </a:schemeClr>
                </a:solidFill>
                <a:round/>
                <a:headEnd/>
                <a:tailEnd/>
              </a:ln>
            </p:spPr>
            <p:txBody>
              <a:bodyPr/>
              <a:lstStyle/>
              <a:p>
                <a:endParaRPr lang="en-US"/>
              </a:p>
            </p:txBody>
          </p:sp>
          <p:sp>
            <p:nvSpPr>
              <p:cNvPr id="104529" name="Oval 176"/>
              <p:cNvSpPr>
                <a:spLocks noChangeArrowheads="1"/>
              </p:cNvSpPr>
              <p:nvPr/>
            </p:nvSpPr>
            <p:spPr bwMode="auto">
              <a:xfrm>
                <a:off x="2846" y="2044"/>
                <a:ext cx="32" cy="32"/>
              </a:xfrm>
              <a:prstGeom prst="ellipse">
                <a:avLst/>
              </a:prstGeom>
              <a:grpFill/>
              <a:ln w="9525">
                <a:solidFill>
                  <a:schemeClr val="bg1">
                    <a:lumMod val="65000"/>
                  </a:schemeClr>
                </a:solidFill>
                <a:round/>
                <a:headEnd/>
                <a:tailEnd/>
              </a:ln>
            </p:spPr>
            <p:txBody>
              <a:bodyPr/>
              <a:lstStyle/>
              <a:p>
                <a:endParaRPr lang="en-US"/>
              </a:p>
            </p:txBody>
          </p:sp>
          <p:sp>
            <p:nvSpPr>
              <p:cNvPr id="104530" name="Oval 177"/>
              <p:cNvSpPr>
                <a:spLocks noChangeArrowheads="1"/>
              </p:cNvSpPr>
              <p:nvPr/>
            </p:nvSpPr>
            <p:spPr bwMode="auto">
              <a:xfrm>
                <a:off x="2846" y="2044"/>
                <a:ext cx="32" cy="32"/>
              </a:xfrm>
              <a:prstGeom prst="ellipse">
                <a:avLst/>
              </a:prstGeom>
              <a:grpFill/>
              <a:ln w="25400">
                <a:solidFill>
                  <a:schemeClr val="bg1">
                    <a:lumMod val="65000"/>
                  </a:schemeClr>
                </a:solidFill>
                <a:round/>
                <a:headEnd/>
                <a:tailEnd/>
              </a:ln>
            </p:spPr>
            <p:txBody>
              <a:bodyPr/>
              <a:lstStyle/>
              <a:p>
                <a:endParaRPr lang="en-US"/>
              </a:p>
            </p:txBody>
          </p:sp>
          <p:sp>
            <p:nvSpPr>
              <p:cNvPr id="104531" name="Oval 178"/>
              <p:cNvSpPr>
                <a:spLocks noChangeArrowheads="1"/>
              </p:cNvSpPr>
              <p:nvPr/>
            </p:nvSpPr>
            <p:spPr bwMode="auto">
              <a:xfrm>
                <a:off x="2846" y="2355"/>
                <a:ext cx="32" cy="32"/>
              </a:xfrm>
              <a:prstGeom prst="ellipse">
                <a:avLst/>
              </a:prstGeom>
              <a:grpFill/>
              <a:ln w="9525">
                <a:solidFill>
                  <a:schemeClr val="bg1">
                    <a:lumMod val="65000"/>
                  </a:schemeClr>
                </a:solidFill>
                <a:round/>
                <a:headEnd/>
                <a:tailEnd/>
              </a:ln>
            </p:spPr>
            <p:txBody>
              <a:bodyPr/>
              <a:lstStyle/>
              <a:p>
                <a:endParaRPr lang="en-US"/>
              </a:p>
            </p:txBody>
          </p:sp>
          <p:sp>
            <p:nvSpPr>
              <p:cNvPr id="104532" name="Oval 179"/>
              <p:cNvSpPr>
                <a:spLocks noChangeArrowheads="1"/>
              </p:cNvSpPr>
              <p:nvPr/>
            </p:nvSpPr>
            <p:spPr bwMode="auto">
              <a:xfrm>
                <a:off x="2846" y="2355"/>
                <a:ext cx="32" cy="32"/>
              </a:xfrm>
              <a:prstGeom prst="ellipse">
                <a:avLst/>
              </a:prstGeom>
              <a:grpFill/>
              <a:ln w="25400">
                <a:solidFill>
                  <a:schemeClr val="bg1">
                    <a:lumMod val="65000"/>
                  </a:schemeClr>
                </a:solidFill>
                <a:round/>
                <a:headEnd/>
                <a:tailEnd/>
              </a:ln>
            </p:spPr>
            <p:txBody>
              <a:bodyPr/>
              <a:lstStyle/>
              <a:p>
                <a:endParaRPr lang="en-US"/>
              </a:p>
            </p:txBody>
          </p:sp>
          <p:sp>
            <p:nvSpPr>
              <p:cNvPr id="104533" name="Oval 180"/>
              <p:cNvSpPr>
                <a:spLocks noChangeArrowheads="1"/>
              </p:cNvSpPr>
              <p:nvPr/>
            </p:nvSpPr>
            <p:spPr bwMode="auto">
              <a:xfrm>
                <a:off x="2838" y="2658"/>
                <a:ext cx="40" cy="32"/>
              </a:xfrm>
              <a:prstGeom prst="ellipse">
                <a:avLst/>
              </a:prstGeom>
              <a:grpFill/>
              <a:ln w="9525">
                <a:solidFill>
                  <a:schemeClr val="bg1">
                    <a:lumMod val="65000"/>
                  </a:schemeClr>
                </a:solidFill>
                <a:round/>
                <a:headEnd/>
                <a:tailEnd/>
              </a:ln>
            </p:spPr>
            <p:txBody>
              <a:bodyPr/>
              <a:lstStyle/>
              <a:p>
                <a:endParaRPr lang="en-US"/>
              </a:p>
            </p:txBody>
          </p:sp>
          <p:sp>
            <p:nvSpPr>
              <p:cNvPr id="104534" name="Oval 181"/>
              <p:cNvSpPr>
                <a:spLocks noChangeArrowheads="1"/>
              </p:cNvSpPr>
              <p:nvPr/>
            </p:nvSpPr>
            <p:spPr bwMode="auto">
              <a:xfrm>
                <a:off x="2838" y="2658"/>
                <a:ext cx="40" cy="32"/>
              </a:xfrm>
              <a:prstGeom prst="ellipse">
                <a:avLst/>
              </a:prstGeom>
              <a:grpFill/>
              <a:ln w="25400">
                <a:solidFill>
                  <a:schemeClr val="bg1">
                    <a:lumMod val="65000"/>
                  </a:schemeClr>
                </a:solidFill>
                <a:round/>
                <a:headEnd/>
                <a:tailEnd/>
              </a:ln>
            </p:spPr>
            <p:txBody>
              <a:bodyPr/>
              <a:lstStyle/>
              <a:p>
                <a:endParaRPr lang="en-US"/>
              </a:p>
            </p:txBody>
          </p:sp>
          <p:sp>
            <p:nvSpPr>
              <p:cNvPr id="104535" name="Oval 182"/>
              <p:cNvSpPr>
                <a:spLocks noChangeArrowheads="1"/>
              </p:cNvSpPr>
              <p:nvPr/>
            </p:nvSpPr>
            <p:spPr bwMode="auto">
              <a:xfrm>
                <a:off x="2838" y="2969"/>
                <a:ext cx="32" cy="32"/>
              </a:xfrm>
              <a:prstGeom prst="ellipse">
                <a:avLst/>
              </a:prstGeom>
              <a:grpFill/>
              <a:ln w="9525">
                <a:solidFill>
                  <a:schemeClr val="bg1">
                    <a:lumMod val="65000"/>
                  </a:schemeClr>
                </a:solidFill>
                <a:round/>
                <a:headEnd/>
                <a:tailEnd/>
              </a:ln>
            </p:spPr>
            <p:txBody>
              <a:bodyPr/>
              <a:lstStyle/>
              <a:p>
                <a:endParaRPr lang="en-US"/>
              </a:p>
            </p:txBody>
          </p:sp>
          <p:sp>
            <p:nvSpPr>
              <p:cNvPr id="104536" name="Oval 183"/>
              <p:cNvSpPr>
                <a:spLocks noChangeArrowheads="1"/>
              </p:cNvSpPr>
              <p:nvPr/>
            </p:nvSpPr>
            <p:spPr bwMode="auto">
              <a:xfrm>
                <a:off x="2838" y="2969"/>
                <a:ext cx="32" cy="32"/>
              </a:xfrm>
              <a:prstGeom prst="ellipse">
                <a:avLst/>
              </a:prstGeom>
              <a:grpFill/>
              <a:ln w="25400">
                <a:solidFill>
                  <a:schemeClr val="bg1">
                    <a:lumMod val="65000"/>
                  </a:schemeClr>
                </a:solidFill>
                <a:round/>
                <a:headEnd/>
                <a:tailEnd/>
              </a:ln>
            </p:spPr>
            <p:txBody>
              <a:bodyPr/>
              <a:lstStyle/>
              <a:p>
                <a:endParaRPr lang="en-US"/>
              </a:p>
            </p:txBody>
          </p:sp>
        </p:grpSp>
        <p:grpSp>
          <p:nvGrpSpPr>
            <p:cNvPr id="103486" name="Group 184"/>
            <p:cNvGrpSpPr>
              <a:grpSpLocks/>
            </p:cNvGrpSpPr>
            <p:nvPr/>
          </p:nvGrpSpPr>
          <p:grpSpPr bwMode="auto">
            <a:xfrm>
              <a:off x="1912" y="3272"/>
              <a:ext cx="32" cy="335"/>
              <a:chOff x="1912" y="3272"/>
              <a:chExt cx="32" cy="335"/>
            </a:xfrm>
            <a:grpFill/>
          </p:grpSpPr>
          <p:sp>
            <p:nvSpPr>
              <p:cNvPr id="104523" name="Oval 185"/>
              <p:cNvSpPr>
                <a:spLocks noChangeArrowheads="1"/>
              </p:cNvSpPr>
              <p:nvPr/>
            </p:nvSpPr>
            <p:spPr bwMode="auto">
              <a:xfrm>
                <a:off x="1912" y="3272"/>
                <a:ext cx="32" cy="32"/>
              </a:xfrm>
              <a:prstGeom prst="ellipse">
                <a:avLst/>
              </a:prstGeom>
              <a:grpFill/>
              <a:ln w="9525">
                <a:solidFill>
                  <a:schemeClr val="bg1">
                    <a:lumMod val="65000"/>
                  </a:schemeClr>
                </a:solidFill>
                <a:round/>
                <a:headEnd/>
                <a:tailEnd/>
              </a:ln>
            </p:spPr>
            <p:txBody>
              <a:bodyPr/>
              <a:lstStyle/>
              <a:p>
                <a:endParaRPr lang="en-US"/>
              </a:p>
            </p:txBody>
          </p:sp>
          <p:sp>
            <p:nvSpPr>
              <p:cNvPr id="104524" name="Oval 186"/>
              <p:cNvSpPr>
                <a:spLocks noChangeArrowheads="1"/>
              </p:cNvSpPr>
              <p:nvPr/>
            </p:nvSpPr>
            <p:spPr bwMode="auto">
              <a:xfrm>
                <a:off x="1912" y="3272"/>
                <a:ext cx="32" cy="32"/>
              </a:xfrm>
              <a:prstGeom prst="ellipse">
                <a:avLst/>
              </a:prstGeom>
              <a:grpFill/>
              <a:ln w="25400">
                <a:solidFill>
                  <a:schemeClr val="bg1">
                    <a:lumMod val="65000"/>
                  </a:schemeClr>
                </a:solidFill>
                <a:round/>
                <a:headEnd/>
                <a:tailEnd/>
              </a:ln>
            </p:spPr>
            <p:txBody>
              <a:bodyPr/>
              <a:lstStyle/>
              <a:p>
                <a:endParaRPr lang="en-US"/>
              </a:p>
            </p:txBody>
          </p:sp>
          <p:sp>
            <p:nvSpPr>
              <p:cNvPr id="104525" name="Oval 187"/>
              <p:cNvSpPr>
                <a:spLocks noChangeArrowheads="1"/>
              </p:cNvSpPr>
              <p:nvPr/>
            </p:nvSpPr>
            <p:spPr bwMode="auto">
              <a:xfrm>
                <a:off x="1912" y="3575"/>
                <a:ext cx="32" cy="32"/>
              </a:xfrm>
              <a:prstGeom prst="ellipse">
                <a:avLst/>
              </a:prstGeom>
              <a:grpFill/>
              <a:ln w="9525">
                <a:solidFill>
                  <a:schemeClr val="bg1">
                    <a:lumMod val="65000"/>
                  </a:schemeClr>
                </a:solidFill>
                <a:round/>
                <a:headEnd/>
                <a:tailEnd/>
              </a:ln>
            </p:spPr>
            <p:txBody>
              <a:bodyPr/>
              <a:lstStyle/>
              <a:p>
                <a:endParaRPr lang="en-US"/>
              </a:p>
            </p:txBody>
          </p:sp>
          <p:sp>
            <p:nvSpPr>
              <p:cNvPr id="104526" name="Oval 188"/>
              <p:cNvSpPr>
                <a:spLocks noChangeArrowheads="1"/>
              </p:cNvSpPr>
              <p:nvPr/>
            </p:nvSpPr>
            <p:spPr bwMode="auto">
              <a:xfrm>
                <a:off x="1912" y="3575"/>
                <a:ext cx="32" cy="32"/>
              </a:xfrm>
              <a:prstGeom prst="ellipse">
                <a:avLst/>
              </a:prstGeom>
              <a:grpFill/>
              <a:ln w="25400">
                <a:solidFill>
                  <a:schemeClr val="bg1">
                    <a:lumMod val="65000"/>
                  </a:schemeClr>
                </a:solidFill>
                <a:round/>
                <a:headEnd/>
                <a:tailEnd/>
              </a:ln>
            </p:spPr>
            <p:txBody>
              <a:bodyPr/>
              <a:lstStyle/>
              <a:p>
                <a:endParaRPr lang="en-US"/>
              </a:p>
            </p:txBody>
          </p:sp>
        </p:grpSp>
        <p:grpSp>
          <p:nvGrpSpPr>
            <p:cNvPr id="103487" name="Group 189"/>
            <p:cNvGrpSpPr>
              <a:grpSpLocks/>
            </p:cNvGrpSpPr>
            <p:nvPr/>
          </p:nvGrpSpPr>
          <p:grpSpPr bwMode="auto">
            <a:xfrm>
              <a:off x="1449" y="3272"/>
              <a:ext cx="40" cy="335"/>
              <a:chOff x="1449" y="3272"/>
              <a:chExt cx="40" cy="335"/>
            </a:xfrm>
            <a:grpFill/>
          </p:grpSpPr>
          <p:sp>
            <p:nvSpPr>
              <p:cNvPr id="104519" name="Oval 190"/>
              <p:cNvSpPr>
                <a:spLocks noChangeArrowheads="1"/>
              </p:cNvSpPr>
              <p:nvPr/>
            </p:nvSpPr>
            <p:spPr bwMode="auto">
              <a:xfrm>
                <a:off x="1449" y="3272"/>
                <a:ext cx="40" cy="32"/>
              </a:xfrm>
              <a:prstGeom prst="ellipse">
                <a:avLst/>
              </a:prstGeom>
              <a:grpFill/>
              <a:ln w="9525">
                <a:solidFill>
                  <a:schemeClr val="bg1">
                    <a:lumMod val="65000"/>
                  </a:schemeClr>
                </a:solidFill>
                <a:round/>
                <a:headEnd/>
                <a:tailEnd/>
              </a:ln>
            </p:spPr>
            <p:txBody>
              <a:bodyPr/>
              <a:lstStyle/>
              <a:p>
                <a:endParaRPr lang="en-US"/>
              </a:p>
            </p:txBody>
          </p:sp>
          <p:sp>
            <p:nvSpPr>
              <p:cNvPr id="104520" name="Oval 191"/>
              <p:cNvSpPr>
                <a:spLocks noChangeArrowheads="1"/>
              </p:cNvSpPr>
              <p:nvPr/>
            </p:nvSpPr>
            <p:spPr bwMode="auto">
              <a:xfrm>
                <a:off x="1449" y="3272"/>
                <a:ext cx="40" cy="32"/>
              </a:xfrm>
              <a:prstGeom prst="ellipse">
                <a:avLst/>
              </a:prstGeom>
              <a:grpFill/>
              <a:ln w="25400">
                <a:solidFill>
                  <a:schemeClr val="bg1">
                    <a:lumMod val="65000"/>
                  </a:schemeClr>
                </a:solidFill>
                <a:round/>
                <a:headEnd/>
                <a:tailEnd/>
              </a:ln>
            </p:spPr>
            <p:txBody>
              <a:bodyPr/>
              <a:lstStyle/>
              <a:p>
                <a:endParaRPr lang="en-US"/>
              </a:p>
            </p:txBody>
          </p:sp>
          <p:sp>
            <p:nvSpPr>
              <p:cNvPr id="104521" name="Oval 192"/>
              <p:cNvSpPr>
                <a:spLocks noChangeArrowheads="1"/>
              </p:cNvSpPr>
              <p:nvPr/>
            </p:nvSpPr>
            <p:spPr bwMode="auto">
              <a:xfrm>
                <a:off x="1449" y="3575"/>
                <a:ext cx="40" cy="32"/>
              </a:xfrm>
              <a:prstGeom prst="ellipse">
                <a:avLst/>
              </a:prstGeom>
              <a:grpFill/>
              <a:ln w="9525">
                <a:solidFill>
                  <a:schemeClr val="bg1">
                    <a:lumMod val="65000"/>
                  </a:schemeClr>
                </a:solidFill>
                <a:round/>
                <a:headEnd/>
                <a:tailEnd/>
              </a:ln>
            </p:spPr>
            <p:txBody>
              <a:bodyPr/>
              <a:lstStyle/>
              <a:p>
                <a:endParaRPr lang="en-US"/>
              </a:p>
            </p:txBody>
          </p:sp>
          <p:sp>
            <p:nvSpPr>
              <p:cNvPr id="104522" name="Oval 193"/>
              <p:cNvSpPr>
                <a:spLocks noChangeArrowheads="1"/>
              </p:cNvSpPr>
              <p:nvPr/>
            </p:nvSpPr>
            <p:spPr bwMode="auto">
              <a:xfrm>
                <a:off x="1449" y="3575"/>
                <a:ext cx="40" cy="32"/>
              </a:xfrm>
              <a:prstGeom prst="ellipse">
                <a:avLst/>
              </a:prstGeom>
              <a:grpFill/>
              <a:ln w="25400">
                <a:solidFill>
                  <a:schemeClr val="bg1">
                    <a:lumMod val="65000"/>
                  </a:schemeClr>
                </a:solidFill>
                <a:round/>
                <a:headEnd/>
                <a:tailEnd/>
              </a:ln>
            </p:spPr>
            <p:txBody>
              <a:bodyPr/>
              <a:lstStyle/>
              <a:p>
                <a:endParaRPr lang="en-US"/>
              </a:p>
            </p:txBody>
          </p:sp>
        </p:grpSp>
        <p:grpSp>
          <p:nvGrpSpPr>
            <p:cNvPr id="103488" name="Group 194"/>
            <p:cNvGrpSpPr>
              <a:grpSpLocks/>
            </p:cNvGrpSpPr>
            <p:nvPr/>
          </p:nvGrpSpPr>
          <p:grpSpPr bwMode="auto">
            <a:xfrm>
              <a:off x="2367" y="3272"/>
              <a:ext cx="32" cy="335"/>
              <a:chOff x="2367" y="3272"/>
              <a:chExt cx="32" cy="335"/>
            </a:xfrm>
            <a:grpFill/>
          </p:grpSpPr>
          <p:sp>
            <p:nvSpPr>
              <p:cNvPr id="104515" name="Oval 195"/>
              <p:cNvSpPr>
                <a:spLocks noChangeArrowheads="1"/>
              </p:cNvSpPr>
              <p:nvPr/>
            </p:nvSpPr>
            <p:spPr bwMode="auto">
              <a:xfrm>
                <a:off x="2367" y="3272"/>
                <a:ext cx="32" cy="32"/>
              </a:xfrm>
              <a:prstGeom prst="ellipse">
                <a:avLst/>
              </a:prstGeom>
              <a:grpFill/>
              <a:ln w="9525">
                <a:solidFill>
                  <a:schemeClr val="bg1">
                    <a:lumMod val="65000"/>
                  </a:schemeClr>
                </a:solidFill>
                <a:round/>
                <a:headEnd/>
                <a:tailEnd/>
              </a:ln>
            </p:spPr>
            <p:txBody>
              <a:bodyPr/>
              <a:lstStyle/>
              <a:p>
                <a:endParaRPr lang="en-US"/>
              </a:p>
            </p:txBody>
          </p:sp>
          <p:sp>
            <p:nvSpPr>
              <p:cNvPr id="104516" name="Oval 196"/>
              <p:cNvSpPr>
                <a:spLocks noChangeArrowheads="1"/>
              </p:cNvSpPr>
              <p:nvPr/>
            </p:nvSpPr>
            <p:spPr bwMode="auto">
              <a:xfrm>
                <a:off x="2367" y="3272"/>
                <a:ext cx="32" cy="32"/>
              </a:xfrm>
              <a:prstGeom prst="ellipse">
                <a:avLst/>
              </a:prstGeom>
              <a:grpFill/>
              <a:ln w="25400">
                <a:solidFill>
                  <a:schemeClr val="bg1">
                    <a:lumMod val="65000"/>
                  </a:schemeClr>
                </a:solidFill>
                <a:round/>
                <a:headEnd/>
                <a:tailEnd/>
              </a:ln>
            </p:spPr>
            <p:txBody>
              <a:bodyPr/>
              <a:lstStyle/>
              <a:p>
                <a:endParaRPr lang="en-US"/>
              </a:p>
            </p:txBody>
          </p:sp>
          <p:sp>
            <p:nvSpPr>
              <p:cNvPr id="104517" name="Oval 197"/>
              <p:cNvSpPr>
                <a:spLocks noChangeArrowheads="1"/>
              </p:cNvSpPr>
              <p:nvPr/>
            </p:nvSpPr>
            <p:spPr bwMode="auto">
              <a:xfrm>
                <a:off x="2367" y="3575"/>
                <a:ext cx="32" cy="32"/>
              </a:xfrm>
              <a:prstGeom prst="ellipse">
                <a:avLst/>
              </a:prstGeom>
              <a:grpFill/>
              <a:ln w="9525">
                <a:solidFill>
                  <a:schemeClr val="bg1">
                    <a:lumMod val="65000"/>
                  </a:schemeClr>
                </a:solidFill>
                <a:round/>
                <a:headEnd/>
                <a:tailEnd/>
              </a:ln>
            </p:spPr>
            <p:txBody>
              <a:bodyPr/>
              <a:lstStyle/>
              <a:p>
                <a:endParaRPr lang="en-US"/>
              </a:p>
            </p:txBody>
          </p:sp>
          <p:sp>
            <p:nvSpPr>
              <p:cNvPr id="104518" name="Oval 198"/>
              <p:cNvSpPr>
                <a:spLocks noChangeArrowheads="1"/>
              </p:cNvSpPr>
              <p:nvPr/>
            </p:nvSpPr>
            <p:spPr bwMode="auto">
              <a:xfrm>
                <a:off x="2367" y="3575"/>
                <a:ext cx="32" cy="32"/>
              </a:xfrm>
              <a:prstGeom prst="ellipse">
                <a:avLst/>
              </a:prstGeom>
              <a:grpFill/>
              <a:ln w="25400">
                <a:solidFill>
                  <a:schemeClr val="bg1">
                    <a:lumMod val="65000"/>
                  </a:schemeClr>
                </a:solidFill>
                <a:round/>
                <a:headEnd/>
                <a:tailEnd/>
              </a:ln>
            </p:spPr>
            <p:txBody>
              <a:bodyPr/>
              <a:lstStyle/>
              <a:p>
                <a:endParaRPr lang="en-US"/>
              </a:p>
            </p:txBody>
          </p:sp>
        </p:grpSp>
        <p:grpSp>
          <p:nvGrpSpPr>
            <p:cNvPr id="103489" name="Group 199"/>
            <p:cNvGrpSpPr>
              <a:grpSpLocks/>
            </p:cNvGrpSpPr>
            <p:nvPr/>
          </p:nvGrpSpPr>
          <p:grpSpPr bwMode="auto">
            <a:xfrm>
              <a:off x="2822" y="3272"/>
              <a:ext cx="40" cy="335"/>
              <a:chOff x="2822" y="3272"/>
              <a:chExt cx="40" cy="335"/>
            </a:xfrm>
            <a:grpFill/>
          </p:grpSpPr>
          <p:sp>
            <p:nvSpPr>
              <p:cNvPr id="104511" name="Oval 200"/>
              <p:cNvSpPr>
                <a:spLocks noChangeArrowheads="1"/>
              </p:cNvSpPr>
              <p:nvPr/>
            </p:nvSpPr>
            <p:spPr bwMode="auto">
              <a:xfrm>
                <a:off x="2822" y="3272"/>
                <a:ext cx="40" cy="32"/>
              </a:xfrm>
              <a:prstGeom prst="ellipse">
                <a:avLst/>
              </a:prstGeom>
              <a:grpFill/>
              <a:ln w="9525">
                <a:solidFill>
                  <a:schemeClr val="bg1">
                    <a:lumMod val="65000"/>
                  </a:schemeClr>
                </a:solidFill>
                <a:round/>
                <a:headEnd/>
                <a:tailEnd/>
              </a:ln>
            </p:spPr>
            <p:txBody>
              <a:bodyPr/>
              <a:lstStyle/>
              <a:p>
                <a:endParaRPr lang="en-US"/>
              </a:p>
            </p:txBody>
          </p:sp>
          <p:sp>
            <p:nvSpPr>
              <p:cNvPr id="104512" name="Oval 201"/>
              <p:cNvSpPr>
                <a:spLocks noChangeArrowheads="1"/>
              </p:cNvSpPr>
              <p:nvPr/>
            </p:nvSpPr>
            <p:spPr bwMode="auto">
              <a:xfrm>
                <a:off x="2822" y="3272"/>
                <a:ext cx="40" cy="32"/>
              </a:xfrm>
              <a:prstGeom prst="ellipse">
                <a:avLst/>
              </a:prstGeom>
              <a:grpFill/>
              <a:ln w="25400">
                <a:solidFill>
                  <a:schemeClr val="bg1">
                    <a:lumMod val="65000"/>
                  </a:schemeClr>
                </a:solidFill>
                <a:round/>
                <a:headEnd/>
                <a:tailEnd/>
              </a:ln>
            </p:spPr>
            <p:txBody>
              <a:bodyPr/>
              <a:lstStyle/>
              <a:p>
                <a:endParaRPr lang="en-US"/>
              </a:p>
            </p:txBody>
          </p:sp>
          <p:sp>
            <p:nvSpPr>
              <p:cNvPr id="104513" name="Oval 202"/>
              <p:cNvSpPr>
                <a:spLocks noChangeArrowheads="1"/>
              </p:cNvSpPr>
              <p:nvPr/>
            </p:nvSpPr>
            <p:spPr bwMode="auto">
              <a:xfrm>
                <a:off x="2822" y="3575"/>
                <a:ext cx="40" cy="32"/>
              </a:xfrm>
              <a:prstGeom prst="ellipse">
                <a:avLst/>
              </a:prstGeom>
              <a:grpFill/>
              <a:ln w="9525">
                <a:solidFill>
                  <a:schemeClr val="bg1">
                    <a:lumMod val="65000"/>
                  </a:schemeClr>
                </a:solidFill>
                <a:round/>
                <a:headEnd/>
                <a:tailEnd/>
              </a:ln>
            </p:spPr>
            <p:txBody>
              <a:bodyPr/>
              <a:lstStyle/>
              <a:p>
                <a:endParaRPr lang="en-US"/>
              </a:p>
            </p:txBody>
          </p:sp>
          <p:sp>
            <p:nvSpPr>
              <p:cNvPr id="104514" name="Oval 203"/>
              <p:cNvSpPr>
                <a:spLocks noChangeArrowheads="1"/>
              </p:cNvSpPr>
              <p:nvPr/>
            </p:nvSpPr>
            <p:spPr bwMode="auto">
              <a:xfrm>
                <a:off x="2822" y="3575"/>
                <a:ext cx="40" cy="32"/>
              </a:xfrm>
              <a:prstGeom prst="ellipse">
                <a:avLst/>
              </a:prstGeom>
              <a:grpFill/>
              <a:ln w="25400">
                <a:solidFill>
                  <a:schemeClr val="bg1">
                    <a:lumMod val="65000"/>
                  </a:schemeClr>
                </a:solidFill>
                <a:round/>
                <a:headEnd/>
                <a:tailEnd/>
              </a:ln>
            </p:spPr>
            <p:txBody>
              <a:bodyPr/>
              <a:lstStyle/>
              <a:p>
                <a:endParaRPr lang="en-US"/>
              </a:p>
            </p:txBody>
          </p:sp>
        </p:grpSp>
        <p:grpSp>
          <p:nvGrpSpPr>
            <p:cNvPr id="103490" name="Group 204"/>
            <p:cNvGrpSpPr>
              <a:grpSpLocks/>
            </p:cNvGrpSpPr>
            <p:nvPr/>
          </p:nvGrpSpPr>
          <p:grpSpPr bwMode="auto">
            <a:xfrm>
              <a:off x="2415" y="2650"/>
              <a:ext cx="415" cy="56"/>
              <a:chOff x="2415" y="2650"/>
              <a:chExt cx="415" cy="56"/>
            </a:xfrm>
            <a:grpFill/>
          </p:grpSpPr>
          <p:sp>
            <p:nvSpPr>
              <p:cNvPr id="104503" name="Freeform 205"/>
              <p:cNvSpPr>
                <a:spLocks/>
              </p:cNvSpPr>
              <p:nvPr/>
            </p:nvSpPr>
            <p:spPr bwMode="auto">
              <a:xfrm>
                <a:off x="2718" y="2650"/>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lumMod val="65000"/>
                  </a:schemeClr>
                </a:solidFill>
                <a:round/>
                <a:headEnd/>
                <a:tailEnd/>
              </a:ln>
            </p:spPr>
            <p:txBody>
              <a:bodyPr/>
              <a:lstStyle/>
              <a:p>
                <a:endParaRPr lang="en-US"/>
              </a:p>
            </p:txBody>
          </p:sp>
          <p:grpSp>
            <p:nvGrpSpPr>
              <p:cNvPr id="104504" name="Group 206"/>
              <p:cNvGrpSpPr>
                <a:grpSpLocks/>
              </p:cNvGrpSpPr>
              <p:nvPr/>
            </p:nvGrpSpPr>
            <p:grpSpPr bwMode="auto">
              <a:xfrm>
                <a:off x="2415" y="2674"/>
                <a:ext cx="295" cy="1"/>
                <a:chOff x="2415" y="2674"/>
                <a:chExt cx="295" cy="1"/>
              </a:xfrm>
              <a:grpFill/>
            </p:grpSpPr>
            <p:sp>
              <p:nvSpPr>
                <p:cNvPr id="104505" name="Line 207"/>
                <p:cNvSpPr>
                  <a:spLocks noChangeShapeType="1"/>
                </p:cNvSpPr>
                <p:nvPr/>
              </p:nvSpPr>
              <p:spPr bwMode="auto">
                <a:xfrm>
                  <a:off x="2415" y="2674"/>
                  <a:ext cx="24" cy="1"/>
                </a:xfrm>
                <a:prstGeom prst="line">
                  <a:avLst/>
                </a:prstGeom>
                <a:grpFill/>
                <a:ln w="12700">
                  <a:solidFill>
                    <a:schemeClr val="bg1">
                      <a:lumMod val="65000"/>
                    </a:schemeClr>
                  </a:solidFill>
                  <a:round/>
                  <a:headEnd/>
                  <a:tailEnd/>
                </a:ln>
              </p:spPr>
              <p:txBody>
                <a:bodyPr/>
                <a:lstStyle/>
                <a:p>
                  <a:endParaRPr lang="en-US"/>
                </a:p>
              </p:txBody>
            </p:sp>
            <p:sp>
              <p:nvSpPr>
                <p:cNvPr id="104506" name="Line 208"/>
                <p:cNvSpPr>
                  <a:spLocks noChangeShapeType="1"/>
                </p:cNvSpPr>
                <p:nvPr/>
              </p:nvSpPr>
              <p:spPr bwMode="auto">
                <a:xfrm>
                  <a:off x="2471" y="2674"/>
                  <a:ext cx="24" cy="1"/>
                </a:xfrm>
                <a:prstGeom prst="line">
                  <a:avLst/>
                </a:prstGeom>
                <a:grpFill/>
                <a:ln w="12700">
                  <a:solidFill>
                    <a:schemeClr val="bg1">
                      <a:lumMod val="65000"/>
                    </a:schemeClr>
                  </a:solidFill>
                  <a:round/>
                  <a:headEnd/>
                  <a:tailEnd/>
                </a:ln>
              </p:spPr>
              <p:txBody>
                <a:bodyPr/>
                <a:lstStyle/>
                <a:p>
                  <a:endParaRPr lang="en-US"/>
                </a:p>
              </p:txBody>
            </p:sp>
            <p:sp>
              <p:nvSpPr>
                <p:cNvPr id="104507" name="Line 209"/>
                <p:cNvSpPr>
                  <a:spLocks noChangeShapeType="1"/>
                </p:cNvSpPr>
                <p:nvPr/>
              </p:nvSpPr>
              <p:spPr bwMode="auto">
                <a:xfrm>
                  <a:off x="2526" y="2674"/>
                  <a:ext cx="24" cy="1"/>
                </a:xfrm>
                <a:prstGeom prst="line">
                  <a:avLst/>
                </a:prstGeom>
                <a:grpFill/>
                <a:ln w="12700">
                  <a:solidFill>
                    <a:schemeClr val="bg1">
                      <a:lumMod val="65000"/>
                    </a:schemeClr>
                  </a:solidFill>
                  <a:round/>
                  <a:headEnd/>
                  <a:tailEnd/>
                </a:ln>
              </p:spPr>
              <p:txBody>
                <a:bodyPr/>
                <a:lstStyle/>
                <a:p>
                  <a:endParaRPr lang="en-US"/>
                </a:p>
              </p:txBody>
            </p:sp>
            <p:sp>
              <p:nvSpPr>
                <p:cNvPr id="104508" name="Line 210"/>
                <p:cNvSpPr>
                  <a:spLocks noChangeShapeType="1"/>
                </p:cNvSpPr>
                <p:nvPr/>
              </p:nvSpPr>
              <p:spPr bwMode="auto">
                <a:xfrm>
                  <a:off x="2582" y="2674"/>
                  <a:ext cx="24" cy="1"/>
                </a:xfrm>
                <a:prstGeom prst="line">
                  <a:avLst/>
                </a:prstGeom>
                <a:grpFill/>
                <a:ln w="12700">
                  <a:solidFill>
                    <a:schemeClr val="bg1">
                      <a:lumMod val="65000"/>
                    </a:schemeClr>
                  </a:solidFill>
                  <a:round/>
                  <a:headEnd/>
                  <a:tailEnd/>
                </a:ln>
              </p:spPr>
              <p:txBody>
                <a:bodyPr/>
                <a:lstStyle/>
                <a:p>
                  <a:endParaRPr lang="en-US"/>
                </a:p>
              </p:txBody>
            </p:sp>
            <p:sp>
              <p:nvSpPr>
                <p:cNvPr id="104509" name="Line 211"/>
                <p:cNvSpPr>
                  <a:spLocks noChangeShapeType="1"/>
                </p:cNvSpPr>
                <p:nvPr/>
              </p:nvSpPr>
              <p:spPr bwMode="auto">
                <a:xfrm>
                  <a:off x="2638" y="2674"/>
                  <a:ext cx="24" cy="1"/>
                </a:xfrm>
                <a:prstGeom prst="line">
                  <a:avLst/>
                </a:prstGeom>
                <a:grpFill/>
                <a:ln w="12700">
                  <a:solidFill>
                    <a:schemeClr val="bg1">
                      <a:lumMod val="65000"/>
                    </a:schemeClr>
                  </a:solidFill>
                  <a:round/>
                  <a:headEnd/>
                  <a:tailEnd/>
                </a:ln>
              </p:spPr>
              <p:txBody>
                <a:bodyPr/>
                <a:lstStyle/>
                <a:p>
                  <a:endParaRPr lang="en-US"/>
                </a:p>
              </p:txBody>
            </p:sp>
            <p:sp>
              <p:nvSpPr>
                <p:cNvPr id="104510" name="Line 212"/>
                <p:cNvSpPr>
                  <a:spLocks noChangeShapeType="1"/>
                </p:cNvSpPr>
                <p:nvPr/>
              </p:nvSpPr>
              <p:spPr bwMode="auto">
                <a:xfrm>
                  <a:off x="2694" y="2674"/>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491" name="Group 213"/>
            <p:cNvGrpSpPr>
              <a:grpSpLocks/>
            </p:cNvGrpSpPr>
            <p:nvPr/>
          </p:nvGrpSpPr>
          <p:grpSpPr bwMode="auto">
            <a:xfrm>
              <a:off x="2415" y="1733"/>
              <a:ext cx="415" cy="56"/>
              <a:chOff x="2415" y="1733"/>
              <a:chExt cx="415" cy="56"/>
            </a:xfrm>
            <a:grpFill/>
          </p:grpSpPr>
          <p:sp>
            <p:nvSpPr>
              <p:cNvPr id="104495" name="Freeform 214"/>
              <p:cNvSpPr>
                <a:spLocks/>
              </p:cNvSpPr>
              <p:nvPr/>
            </p:nvSpPr>
            <p:spPr bwMode="auto">
              <a:xfrm>
                <a:off x="2718" y="1733"/>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lumMod val="65000"/>
                  </a:schemeClr>
                </a:solidFill>
                <a:round/>
                <a:headEnd/>
                <a:tailEnd/>
              </a:ln>
            </p:spPr>
            <p:txBody>
              <a:bodyPr/>
              <a:lstStyle/>
              <a:p>
                <a:endParaRPr lang="en-US"/>
              </a:p>
            </p:txBody>
          </p:sp>
          <p:grpSp>
            <p:nvGrpSpPr>
              <p:cNvPr id="104496" name="Group 215"/>
              <p:cNvGrpSpPr>
                <a:grpSpLocks/>
              </p:cNvGrpSpPr>
              <p:nvPr/>
            </p:nvGrpSpPr>
            <p:grpSpPr bwMode="auto">
              <a:xfrm>
                <a:off x="2415" y="1757"/>
                <a:ext cx="295" cy="1"/>
                <a:chOff x="2415" y="1757"/>
                <a:chExt cx="295" cy="1"/>
              </a:xfrm>
              <a:grpFill/>
            </p:grpSpPr>
            <p:sp>
              <p:nvSpPr>
                <p:cNvPr id="104497" name="Line 216"/>
                <p:cNvSpPr>
                  <a:spLocks noChangeShapeType="1"/>
                </p:cNvSpPr>
                <p:nvPr/>
              </p:nvSpPr>
              <p:spPr bwMode="auto">
                <a:xfrm>
                  <a:off x="2415" y="1757"/>
                  <a:ext cx="24" cy="1"/>
                </a:xfrm>
                <a:prstGeom prst="line">
                  <a:avLst/>
                </a:prstGeom>
                <a:grpFill/>
                <a:ln w="12700">
                  <a:solidFill>
                    <a:schemeClr val="bg1">
                      <a:lumMod val="65000"/>
                    </a:schemeClr>
                  </a:solidFill>
                  <a:round/>
                  <a:headEnd/>
                  <a:tailEnd/>
                </a:ln>
              </p:spPr>
              <p:txBody>
                <a:bodyPr/>
                <a:lstStyle/>
                <a:p>
                  <a:endParaRPr lang="en-US"/>
                </a:p>
              </p:txBody>
            </p:sp>
            <p:sp>
              <p:nvSpPr>
                <p:cNvPr id="104498" name="Line 217"/>
                <p:cNvSpPr>
                  <a:spLocks noChangeShapeType="1"/>
                </p:cNvSpPr>
                <p:nvPr/>
              </p:nvSpPr>
              <p:spPr bwMode="auto">
                <a:xfrm>
                  <a:off x="2471" y="1757"/>
                  <a:ext cx="24" cy="1"/>
                </a:xfrm>
                <a:prstGeom prst="line">
                  <a:avLst/>
                </a:prstGeom>
                <a:grpFill/>
                <a:ln w="12700">
                  <a:solidFill>
                    <a:schemeClr val="bg1">
                      <a:lumMod val="65000"/>
                    </a:schemeClr>
                  </a:solidFill>
                  <a:round/>
                  <a:headEnd/>
                  <a:tailEnd/>
                </a:ln>
              </p:spPr>
              <p:txBody>
                <a:bodyPr/>
                <a:lstStyle/>
                <a:p>
                  <a:endParaRPr lang="en-US"/>
                </a:p>
              </p:txBody>
            </p:sp>
            <p:sp>
              <p:nvSpPr>
                <p:cNvPr id="104499" name="Line 218"/>
                <p:cNvSpPr>
                  <a:spLocks noChangeShapeType="1"/>
                </p:cNvSpPr>
                <p:nvPr/>
              </p:nvSpPr>
              <p:spPr bwMode="auto">
                <a:xfrm>
                  <a:off x="2526" y="1757"/>
                  <a:ext cx="24" cy="1"/>
                </a:xfrm>
                <a:prstGeom prst="line">
                  <a:avLst/>
                </a:prstGeom>
                <a:grpFill/>
                <a:ln w="12700">
                  <a:solidFill>
                    <a:schemeClr val="bg1">
                      <a:lumMod val="65000"/>
                    </a:schemeClr>
                  </a:solidFill>
                  <a:round/>
                  <a:headEnd/>
                  <a:tailEnd/>
                </a:ln>
              </p:spPr>
              <p:txBody>
                <a:bodyPr/>
                <a:lstStyle/>
                <a:p>
                  <a:endParaRPr lang="en-US"/>
                </a:p>
              </p:txBody>
            </p:sp>
            <p:sp>
              <p:nvSpPr>
                <p:cNvPr id="104500" name="Line 219"/>
                <p:cNvSpPr>
                  <a:spLocks noChangeShapeType="1"/>
                </p:cNvSpPr>
                <p:nvPr/>
              </p:nvSpPr>
              <p:spPr bwMode="auto">
                <a:xfrm>
                  <a:off x="2582" y="1757"/>
                  <a:ext cx="24" cy="1"/>
                </a:xfrm>
                <a:prstGeom prst="line">
                  <a:avLst/>
                </a:prstGeom>
                <a:grpFill/>
                <a:ln w="12700">
                  <a:solidFill>
                    <a:schemeClr val="bg1">
                      <a:lumMod val="65000"/>
                    </a:schemeClr>
                  </a:solidFill>
                  <a:round/>
                  <a:headEnd/>
                  <a:tailEnd/>
                </a:ln>
              </p:spPr>
              <p:txBody>
                <a:bodyPr/>
                <a:lstStyle/>
                <a:p>
                  <a:endParaRPr lang="en-US"/>
                </a:p>
              </p:txBody>
            </p:sp>
            <p:sp>
              <p:nvSpPr>
                <p:cNvPr id="104501" name="Line 220"/>
                <p:cNvSpPr>
                  <a:spLocks noChangeShapeType="1"/>
                </p:cNvSpPr>
                <p:nvPr/>
              </p:nvSpPr>
              <p:spPr bwMode="auto">
                <a:xfrm>
                  <a:off x="2638" y="1757"/>
                  <a:ext cx="24" cy="1"/>
                </a:xfrm>
                <a:prstGeom prst="line">
                  <a:avLst/>
                </a:prstGeom>
                <a:grpFill/>
                <a:ln w="12700">
                  <a:solidFill>
                    <a:schemeClr val="bg1">
                      <a:lumMod val="65000"/>
                    </a:schemeClr>
                  </a:solidFill>
                  <a:round/>
                  <a:headEnd/>
                  <a:tailEnd/>
                </a:ln>
              </p:spPr>
              <p:txBody>
                <a:bodyPr/>
                <a:lstStyle/>
                <a:p>
                  <a:endParaRPr lang="en-US"/>
                </a:p>
              </p:txBody>
            </p:sp>
            <p:sp>
              <p:nvSpPr>
                <p:cNvPr id="104502" name="Line 221"/>
                <p:cNvSpPr>
                  <a:spLocks noChangeShapeType="1"/>
                </p:cNvSpPr>
                <p:nvPr/>
              </p:nvSpPr>
              <p:spPr bwMode="auto">
                <a:xfrm>
                  <a:off x="2694" y="1757"/>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492" name="Group 222"/>
            <p:cNvGrpSpPr>
              <a:grpSpLocks/>
            </p:cNvGrpSpPr>
            <p:nvPr/>
          </p:nvGrpSpPr>
          <p:grpSpPr bwMode="auto">
            <a:xfrm>
              <a:off x="1489" y="3264"/>
              <a:ext cx="423" cy="56"/>
              <a:chOff x="1489" y="3264"/>
              <a:chExt cx="423" cy="56"/>
            </a:xfrm>
            <a:grpFill/>
          </p:grpSpPr>
          <p:sp>
            <p:nvSpPr>
              <p:cNvPr id="104487" name="Freeform 223"/>
              <p:cNvSpPr>
                <a:spLocks/>
              </p:cNvSpPr>
              <p:nvPr/>
            </p:nvSpPr>
            <p:spPr bwMode="auto">
              <a:xfrm>
                <a:off x="1792" y="3264"/>
                <a:ext cx="120" cy="56"/>
              </a:xfrm>
              <a:custGeom>
                <a:avLst/>
                <a:gdLst>
                  <a:gd name="T0" fmla="*/ 120 w 120"/>
                  <a:gd name="T1" fmla="*/ 24 h 56"/>
                  <a:gd name="T2" fmla="*/ 0 w 120"/>
                  <a:gd name="T3" fmla="*/ 56 h 56"/>
                  <a:gd name="T4" fmla="*/ 0 w 120"/>
                  <a:gd name="T5" fmla="*/ 24 h 56"/>
                  <a:gd name="T6" fmla="*/ 0 w 120"/>
                  <a:gd name="T7" fmla="*/ 0 h 56"/>
                  <a:gd name="T8" fmla="*/ 120 w 120"/>
                  <a:gd name="T9" fmla="*/ 24 h 56"/>
                  <a:gd name="T10" fmla="*/ 0 60000 65536"/>
                  <a:gd name="T11" fmla="*/ 0 60000 65536"/>
                  <a:gd name="T12" fmla="*/ 0 60000 65536"/>
                  <a:gd name="T13" fmla="*/ 0 60000 65536"/>
                  <a:gd name="T14" fmla="*/ 0 60000 65536"/>
                  <a:gd name="T15" fmla="*/ 0 w 120"/>
                  <a:gd name="T16" fmla="*/ 0 h 56"/>
                  <a:gd name="T17" fmla="*/ 120 w 120"/>
                  <a:gd name="T18" fmla="*/ 56 h 56"/>
                </a:gdLst>
                <a:ahLst/>
                <a:cxnLst>
                  <a:cxn ang="T10">
                    <a:pos x="T0" y="T1"/>
                  </a:cxn>
                  <a:cxn ang="T11">
                    <a:pos x="T2" y="T3"/>
                  </a:cxn>
                  <a:cxn ang="T12">
                    <a:pos x="T4" y="T5"/>
                  </a:cxn>
                  <a:cxn ang="T13">
                    <a:pos x="T6" y="T7"/>
                  </a:cxn>
                  <a:cxn ang="T14">
                    <a:pos x="T8" y="T9"/>
                  </a:cxn>
                </a:cxnLst>
                <a:rect l="T15" t="T16" r="T17" b="T18"/>
                <a:pathLst>
                  <a:path w="120" h="56">
                    <a:moveTo>
                      <a:pt x="120" y="24"/>
                    </a:moveTo>
                    <a:lnTo>
                      <a:pt x="0" y="56"/>
                    </a:lnTo>
                    <a:lnTo>
                      <a:pt x="0" y="24"/>
                    </a:lnTo>
                    <a:lnTo>
                      <a:pt x="0" y="0"/>
                    </a:lnTo>
                    <a:lnTo>
                      <a:pt x="120" y="24"/>
                    </a:lnTo>
                    <a:close/>
                  </a:path>
                </a:pathLst>
              </a:custGeom>
              <a:grpFill/>
              <a:ln w="9525">
                <a:solidFill>
                  <a:schemeClr val="bg1">
                    <a:lumMod val="65000"/>
                  </a:schemeClr>
                </a:solidFill>
                <a:round/>
                <a:headEnd/>
                <a:tailEnd/>
              </a:ln>
            </p:spPr>
            <p:txBody>
              <a:bodyPr/>
              <a:lstStyle/>
              <a:p>
                <a:endParaRPr lang="en-US"/>
              </a:p>
            </p:txBody>
          </p:sp>
          <p:grpSp>
            <p:nvGrpSpPr>
              <p:cNvPr id="104488" name="Group 224"/>
              <p:cNvGrpSpPr>
                <a:grpSpLocks/>
              </p:cNvGrpSpPr>
              <p:nvPr/>
            </p:nvGrpSpPr>
            <p:grpSpPr bwMode="auto">
              <a:xfrm>
                <a:off x="1489" y="3288"/>
                <a:ext cx="295" cy="1"/>
                <a:chOff x="1489" y="3288"/>
                <a:chExt cx="295" cy="1"/>
              </a:xfrm>
              <a:grpFill/>
            </p:grpSpPr>
            <p:sp>
              <p:nvSpPr>
                <p:cNvPr id="104489" name="Line 225"/>
                <p:cNvSpPr>
                  <a:spLocks noChangeShapeType="1"/>
                </p:cNvSpPr>
                <p:nvPr/>
              </p:nvSpPr>
              <p:spPr bwMode="auto">
                <a:xfrm>
                  <a:off x="1489" y="3288"/>
                  <a:ext cx="24" cy="1"/>
                </a:xfrm>
                <a:prstGeom prst="line">
                  <a:avLst/>
                </a:prstGeom>
                <a:grpFill/>
                <a:ln w="12700">
                  <a:solidFill>
                    <a:schemeClr val="bg1">
                      <a:lumMod val="65000"/>
                    </a:schemeClr>
                  </a:solidFill>
                  <a:round/>
                  <a:headEnd/>
                  <a:tailEnd/>
                </a:ln>
              </p:spPr>
              <p:txBody>
                <a:bodyPr/>
                <a:lstStyle/>
                <a:p>
                  <a:endParaRPr lang="en-US"/>
                </a:p>
              </p:txBody>
            </p:sp>
            <p:sp>
              <p:nvSpPr>
                <p:cNvPr id="104490" name="Line 226"/>
                <p:cNvSpPr>
                  <a:spLocks noChangeShapeType="1"/>
                </p:cNvSpPr>
                <p:nvPr/>
              </p:nvSpPr>
              <p:spPr bwMode="auto">
                <a:xfrm>
                  <a:off x="1544" y="3288"/>
                  <a:ext cx="24" cy="1"/>
                </a:xfrm>
                <a:prstGeom prst="line">
                  <a:avLst/>
                </a:prstGeom>
                <a:grpFill/>
                <a:ln w="12700">
                  <a:solidFill>
                    <a:schemeClr val="bg1">
                      <a:lumMod val="65000"/>
                    </a:schemeClr>
                  </a:solidFill>
                  <a:round/>
                  <a:headEnd/>
                  <a:tailEnd/>
                </a:ln>
              </p:spPr>
              <p:txBody>
                <a:bodyPr/>
                <a:lstStyle/>
                <a:p>
                  <a:endParaRPr lang="en-US"/>
                </a:p>
              </p:txBody>
            </p:sp>
            <p:sp>
              <p:nvSpPr>
                <p:cNvPr id="104491" name="Line 227"/>
                <p:cNvSpPr>
                  <a:spLocks noChangeShapeType="1"/>
                </p:cNvSpPr>
                <p:nvPr/>
              </p:nvSpPr>
              <p:spPr bwMode="auto">
                <a:xfrm>
                  <a:off x="1600" y="3288"/>
                  <a:ext cx="24" cy="1"/>
                </a:xfrm>
                <a:prstGeom prst="line">
                  <a:avLst/>
                </a:prstGeom>
                <a:grpFill/>
                <a:ln w="12700">
                  <a:solidFill>
                    <a:schemeClr val="bg1">
                      <a:lumMod val="65000"/>
                    </a:schemeClr>
                  </a:solidFill>
                  <a:round/>
                  <a:headEnd/>
                  <a:tailEnd/>
                </a:ln>
              </p:spPr>
              <p:txBody>
                <a:bodyPr/>
                <a:lstStyle/>
                <a:p>
                  <a:endParaRPr lang="en-US"/>
                </a:p>
              </p:txBody>
            </p:sp>
            <p:sp>
              <p:nvSpPr>
                <p:cNvPr id="104492" name="Line 228"/>
                <p:cNvSpPr>
                  <a:spLocks noChangeShapeType="1"/>
                </p:cNvSpPr>
                <p:nvPr/>
              </p:nvSpPr>
              <p:spPr bwMode="auto">
                <a:xfrm>
                  <a:off x="1656" y="3288"/>
                  <a:ext cx="24" cy="1"/>
                </a:xfrm>
                <a:prstGeom prst="line">
                  <a:avLst/>
                </a:prstGeom>
                <a:grpFill/>
                <a:ln w="12700">
                  <a:solidFill>
                    <a:schemeClr val="bg1">
                      <a:lumMod val="65000"/>
                    </a:schemeClr>
                  </a:solidFill>
                  <a:round/>
                  <a:headEnd/>
                  <a:tailEnd/>
                </a:ln>
              </p:spPr>
              <p:txBody>
                <a:bodyPr/>
                <a:lstStyle/>
                <a:p>
                  <a:endParaRPr lang="en-US"/>
                </a:p>
              </p:txBody>
            </p:sp>
            <p:sp>
              <p:nvSpPr>
                <p:cNvPr id="104493" name="Line 229"/>
                <p:cNvSpPr>
                  <a:spLocks noChangeShapeType="1"/>
                </p:cNvSpPr>
                <p:nvPr/>
              </p:nvSpPr>
              <p:spPr bwMode="auto">
                <a:xfrm>
                  <a:off x="1712" y="3288"/>
                  <a:ext cx="24" cy="1"/>
                </a:xfrm>
                <a:prstGeom prst="line">
                  <a:avLst/>
                </a:prstGeom>
                <a:grpFill/>
                <a:ln w="12700">
                  <a:solidFill>
                    <a:schemeClr val="bg1">
                      <a:lumMod val="65000"/>
                    </a:schemeClr>
                  </a:solidFill>
                  <a:round/>
                  <a:headEnd/>
                  <a:tailEnd/>
                </a:ln>
              </p:spPr>
              <p:txBody>
                <a:bodyPr/>
                <a:lstStyle/>
                <a:p>
                  <a:endParaRPr lang="en-US"/>
                </a:p>
              </p:txBody>
            </p:sp>
            <p:sp>
              <p:nvSpPr>
                <p:cNvPr id="104494" name="Line 230"/>
                <p:cNvSpPr>
                  <a:spLocks noChangeShapeType="1"/>
                </p:cNvSpPr>
                <p:nvPr/>
              </p:nvSpPr>
              <p:spPr bwMode="auto">
                <a:xfrm>
                  <a:off x="1768" y="3288"/>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493" name="Group 231"/>
            <p:cNvGrpSpPr>
              <a:grpSpLocks/>
            </p:cNvGrpSpPr>
            <p:nvPr/>
          </p:nvGrpSpPr>
          <p:grpSpPr bwMode="auto">
            <a:xfrm>
              <a:off x="1944" y="3256"/>
              <a:ext cx="423" cy="56"/>
              <a:chOff x="1944" y="3256"/>
              <a:chExt cx="423" cy="56"/>
            </a:xfrm>
            <a:grpFill/>
          </p:grpSpPr>
          <p:sp>
            <p:nvSpPr>
              <p:cNvPr id="104479" name="Freeform 232"/>
              <p:cNvSpPr>
                <a:spLocks/>
              </p:cNvSpPr>
              <p:nvPr/>
            </p:nvSpPr>
            <p:spPr bwMode="auto">
              <a:xfrm>
                <a:off x="2255" y="325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4480" name="Group 233"/>
              <p:cNvGrpSpPr>
                <a:grpSpLocks/>
              </p:cNvGrpSpPr>
              <p:nvPr/>
            </p:nvGrpSpPr>
            <p:grpSpPr bwMode="auto">
              <a:xfrm>
                <a:off x="1944" y="3288"/>
                <a:ext cx="303" cy="1"/>
                <a:chOff x="1944" y="3288"/>
                <a:chExt cx="303" cy="1"/>
              </a:xfrm>
              <a:grpFill/>
            </p:grpSpPr>
            <p:sp>
              <p:nvSpPr>
                <p:cNvPr id="104481" name="Line 234"/>
                <p:cNvSpPr>
                  <a:spLocks noChangeShapeType="1"/>
                </p:cNvSpPr>
                <p:nvPr/>
              </p:nvSpPr>
              <p:spPr bwMode="auto">
                <a:xfrm>
                  <a:off x="1944" y="3288"/>
                  <a:ext cx="24" cy="1"/>
                </a:xfrm>
                <a:prstGeom prst="line">
                  <a:avLst/>
                </a:prstGeom>
                <a:grpFill/>
                <a:ln w="12700">
                  <a:solidFill>
                    <a:schemeClr val="bg1">
                      <a:lumMod val="65000"/>
                    </a:schemeClr>
                  </a:solidFill>
                  <a:round/>
                  <a:headEnd/>
                  <a:tailEnd/>
                </a:ln>
              </p:spPr>
              <p:txBody>
                <a:bodyPr/>
                <a:lstStyle/>
                <a:p>
                  <a:endParaRPr lang="en-US"/>
                </a:p>
              </p:txBody>
            </p:sp>
            <p:sp>
              <p:nvSpPr>
                <p:cNvPr id="104482" name="Line 235"/>
                <p:cNvSpPr>
                  <a:spLocks noChangeShapeType="1"/>
                </p:cNvSpPr>
                <p:nvPr/>
              </p:nvSpPr>
              <p:spPr bwMode="auto">
                <a:xfrm>
                  <a:off x="2000" y="3288"/>
                  <a:ext cx="23" cy="1"/>
                </a:xfrm>
                <a:prstGeom prst="line">
                  <a:avLst/>
                </a:prstGeom>
                <a:grpFill/>
                <a:ln w="12700">
                  <a:solidFill>
                    <a:schemeClr val="bg1">
                      <a:lumMod val="65000"/>
                    </a:schemeClr>
                  </a:solidFill>
                  <a:round/>
                  <a:headEnd/>
                  <a:tailEnd/>
                </a:ln>
              </p:spPr>
              <p:txBody>
                <a:bodyPr/>
                <a:lstStyle/>
                <a:p>
                  <a:endParaRPr lang="en-US"/>
                </a:p>
              </p:txBody>
            </p:sp>
            <p:sp>
              <p:nvSpPr>
                <p:cNvPr id="104483" name="Line 236"/>
                <p:cNvSpPr>
                  <a:spLocks noChangeShapeType="1"/>
                </p:cNvSpPr>
                <p:nvPr/>
              </p:nvSpPr>
              <p:spPr bwMode="auto">
                <a:xfrm>
                  <a:off x="2055" y="3288"/>
                  <a:ext cx="24" cy="1"/>
                </a:xfrm>
                <a:prstGeom prst="line">
                  <a:avLst/>
                </a:prstGeom>
                <a:grpFill/>
                <a:ln w="12700">
                  <a:solidFill>
                    <a:schemeClr val="bg1">
                      <a:lumMod val="65000"/>
                    </a:schemeClr>
                  </a:solidFill>
                  <a:round/>
                  <a:headEnd/>
                  <a:tailEnd/>
                </a:ln>
              </p:spPr>
              <p:txBody>
                <a:bodyPr/>
                <a:lstStyle/>
                <a:p>
                  <a:endParaRPr lang="en-US"/>
                </a:p>
              </p:txBody>
            </p:sp>
            <p:sp>
              <p:nvSpPr>
                <p:cNvPr id="104484" name="Line 237"/>
                <p:cNvSpPr>
                  <a:spLocks noChangeShapeType="1"/>
                </p:cNvSpPr>
                <p:nvPr/>
              </p:nvSpPr>
              <p:spPr bwMode="auto">
                <a:xfrm>
                  <a:off x="2111" y="3288"/>
                  <a:ext cx="24" cy="1"/>
                </a:xfrm>
                <a:prstGeom prst="line">
                  <a:avLst/>
                </a:prstGeom>
                <a:grpFill/>
                <a:ln w="12700">
                  <a:solidFill>
                    <a:schemeClr val="bg1">
                      <a:lumMod val="65000"/>
                    </a:schemeClr>
                  </a:solidFill>
                  <a:round/>
                  <a:headEnd/>
                  <a:tailEnd/>
                </a:ln>
              </p:spPr>
              <p:txBody>
                <a:bodyPr/>
                <a:lstStyle/>
                <a:p>
                  <a:endParaRPr lang="en-US"/>
                </a:p>
              </p:txBody>
            </p:sp>
            <p:sp>
              <p:nvSpPr>
                <p:cNvPr id="104485" name="Line 238"/>
                <p:cNvSpPr>
                  <a:spLocks noChangeShapeType="1"/>
                </p:cNvSpPr>
                <p:nvPr/>
              </p:nvSpPr>
              <p:spPr bwMode="auto">
                <a:xfrm>
                  <a:off x="2167" y="3288"/>
                  <a:ext cx="24" cy="1"/>
                </a:xfrm>
                <a:prstGeom prst="line">
                  <a:avLst/>
                </a:prstGeom>
                <a:grpFill/>
                <a:ln w="12700">
                  <a:solidFill>
                    <a:schemeClr val="bg1">
                      <a:lumMod val="65000"/>
                    </a:schemeClr>
                  </a:solidFill>
                  <a:round/>
                  <a:headEnd/>
                  <a:tailEnd/>
                </a:ln>
              </p:spPr>
              <p:txBody>
                <a:bodyPr/>
                <a:lstStyle/>
                <a:p>
                  <a:endParaRPr lang="en-US"/>
                </a:p>
              </p:txBody>
            </p:sp>
            <p:sp>
              <p:nvSpPr>
                <p:cNvPr id="104486" name="Line 239"/>
                <p:cNvSpPr>
                  <a:spLocks noChangeShapeType="1"/>
                </p:cNvSpPr>
                <p:nvPr/>
              </p:nvSpPr>
              <p:spPr bwMode="auto">
                <a:xfrm>
                  <a:off x="2223" y="3288"/>
                  <a:ext cx="24" cy="1"/>
                </a:xfrm>
                <a:prstGeom prst="line">
                  <a:avLst/>
                </a:prstGeom>
                <a:grpFill/>
                <a:ln w="12700">
                  <a:solidFill>
                    <a:schemeClr val="bg1">
                      <a:lumMod val="65000"/>
                    </a:schemeClr>
                  </a:solidFill>
                  <a:round/>
                  <a:headEnd/>
                  <a:tailEnd/>
                </a:ln>
              </p:spPr>
              <p:txBody>
                <a:bodyPr/>
                <a:lstStyle/>
                <a:p>
                  <a:endParaRPr lang="en-US"/>
                </a:p>
              </p:txBody>
            </p:sp>
          </p:grpSp>
        </p:grpSp>
        <p:grpSp>
          <p:nvGrpSpPr>
            <p:cNvPr id="103494" name="Group 240"/>
            <p:cNvGrpSpPr>
              <a:grpSpLocks/>
            </p:cNvGrpSpPr>
            <p:nvPr/>
          </p:nvGrpSpPr>
          <p:grpSpPr bwMode="auto">
            <a:xfrm>
              <a:off x="2415" y="3256"/>
              <a:ext cx="415" cy="56"/>
              <a:chOff x="2415" y="3256"/>
              <a:chExt cx="415" cy="56"/>
            </a:xfrm>
            <a:grpFill/>
          </p:grpSpPr>
          <p:sp>
            <p:nvSpPr>
              <p:cNvPr id="104471" name="Freeform 241"/>
              <p:cNvSpPr>
                <a:spLocks/>
              </p:cNvSpPr>
              <p:nvPr/>
            </p:nvSpPr>
            <p:spPr bwMode="auto">
              <a:xfrm>
                <a:off x="2718" y="325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4472" name="Group 242"/>
              <p:cNvGrpSpPr>
                <a:grpSpLocks/>
              </p:cNvGrpSpPr>
              <p:nvPr/>
            </p:nvGrpSpPr>
            <p:grpSpPr bwMode="auto">
              <a:xfrm>
                <a:off x="2415" y="3288"/>
                <a:ext cx="295" cy="1"/>
                <a:chOff x="2415" y="3288"/>
                <a:chExt cx="295" cy="1"/>
              </a:xfrm>
              <a:grpFill/>
            </p:grpSpPr>
            <p:sp>
              <p:nvSpPr>
                <p:cNvPr id="104473" name="Line 243"/>
                <p:cNvSpPr>
                  <a:spLocks noChangeShapeType="1"/>
                </p:cNvSpPr>
                <p:nvPr/>
              </p:nvSpPr>
              <p:spPr bwMode="auto">
                <a:xfrm>
                  <a:off x="2415" y="3288"/>
                  <a:ext cx="24" cy="1"/>
                </a:xfrm>
                <a:prstGeom prst="line">
                  <a:avLst/>
                </a:prstGeom>
                <a:grpFill/>
                <a:ln w="12700">
                  <a:solidFill>
                    <a:schemeClr val="bg1">
                      <a:lumMod val="65000"/>
                    </a:schemeClr>
                  </a:solidFill>
                  <a:round/>
                  <a:headEnd/>
                  <a:tailEnd/>
                </a:ln>
              </p:spPr>
              <p:txBody>
                <a:bodyPr/>
                <a:lstStyle/>
                <a:p>
                  <a:endParaRPr lang="en-US"/>
                </a:p>
              </p:txBody>
            </p:sp>
            <p:sp>
              <p:nvSpPr>
                <p:cNvPr id="104474" name="Line 244"/>
                <p:cNvSpPr>
                  <a:spLocks noChangeShapeType="1"/>
                </p:cNvSpPr>
                <p:nvPr/>
              </p:nvSpPr>
              <p:spPr bwMode="auto">
                <a:xfrm>
                  <a:off x="2471" y="3288"/>
                  <a:ext cx="24" cy="1"/>
                </a:xfrm>
                <a:prstGeom prst="line">
                  <a:avLst/>
                </a:prstGeom>
                <a:grpFill/>
                <a:ln w="12700">
                  <a:solidFill>
                    <a:schemeClr val="bg1">
                      <a:lumMod val="65000"/>
                    </a:schemeClr>
                  </a:solidFill>
                  <a:round/>
                  <a:headEnd/>
                  <a:tailEnd/>
                </a:ln>
              </p:spPr>
              <p:txBody>
                <a:bodyPr/>
                <a:lstStyle/>
                <a:p>
                  <a:endParaRPr lang="en-US"/>
                </a:p>
              </p:txBody>
            </p:sp>
            <p:sp>
              <p:nvSpPr>
                <p:cNvPr id="104475" name="Line 245"/>
                <p:cNvSpPr>
                  <a:spLocks noChangeShapeType="1"/>
                </p:cNvSpPr>
                <p:nvPr/>
              </p:nvSpPr>
              <p:spPr bwMode="auto">
                <a:xfrm>
                  <a:off x="2526" y="3288"/>
                  <a:ext cx="24" cy="1"/>
                </a:xfrm>
                <a:prstGeom prst="line">
                  <a:avLst/>
                </a:prstGeom>
                <a:grpFill/>
                <a:ln w="12700">
                  <a:solidFill>
                    <a:schemeClr val="bg1">
                      <a:lumMod val="65000"/>
                    </a:schemeClr>
                  </a:solidFill>
                  <a:round/>
                  <a:headEnd/>
                  <a:tailEnd/>
                </a:ln>
              </p:spPr>
              <p:txBody>
                <a:bodyPr/>
                <a:lstStyle/>
                <a:p>
                  <a:endParaRPr lang="en-US"/>
                </a:p>
              </p:txBody>
            </p:sp>
            <p:sp>
              <p:nvSpPr>
                <p:cNvPr id="104476" name="Line 246"/>
                <p:cNvSpPr>
                  <a:spLocks noChangeShapeType="1"/>
                </p:cNvSpPr>
                <p:nvPr/>
              </p:nvSpPr>
              <p:spPr bwMode="auto">
                <a:xfrm>
                  <a:off x="2582" y="3288"/>
                  <a:ext cx="24" cy="1"/>
                </a:xfrm>
                <a:prstGeom prst="line">
                  <a:avLst/>
                </a:prstGeom>
                <a:grpFill/>
                <a:ln w="12700">
                  <a:solidFill>
                    <a:schemeClr val="bg1">
                      <a:lumMod val="65000"/>
                    </a:schemeClr>
                  </a:solidFill>
                  <a:round/>
                  <a:headEnd/>
                  <a:tailEnd/>
                </a:ln>
              </p:spPr>
              <p:txBody>
                <a:bodyPr/>
                <a:lstStyle/>
                <a:p>
                  <a:endParaRPr lang="en-US"/>
                </a:p>
              </p:txBody>
            </p:sp>
            <p:sp>
              <p:nvSpPr>
                <p:cNvPr id="104477" name="Line 247"/>
                <p:cNvSpPr>
                  <a:spLocks noChangeShapeType="1"/>
                </p:cNvSpPr>
                <p:nvPr/>
              </p:nvSpPr>
              <p:spPr bwMode="auto">
                <a:xfrm>
                  <a:off x="2638" y="3288"/>
                  <a:ext cx="24" cy="1"/>
                </a:xfrm>
                <a:prstGeom prst="line">
                  <a:avLst/>
                </a:prstGeom>
                <a:grpFill/>
                <a:ln w="12700">
                  <a:solidFill>
                    <a:schemeClr val="bg1">
                      <a:lumMod val="65000"/>
                    </a:schemeClr>
                  </a:solidFill>
                  <a:round/>
                  <a:headEnd/>
                  <a:tailEnd/>
                </a:ln>
              </p:spPr>
              <p:txBody>
                <a:bodyPr/>
                <a:lstStyle/>
                <a:p>
                  <a:endParaRPr lang="en-US"/>
                </a:p>
              </p:txBody>
            </p:sp>
            <p:sp>
              <p:nvSpPr>
                <p:cNvPr id="104478" name="Line 248"/>
                <p:cNvSpPr>
                  <a:spLocks noChangeShapeType="1"/>
                </p:cNvSpPr>
                <p:nvPr/>
              </p:nvSpPr>
              <p:spPr bwMode="auto">
                <a:xfrm>
                  <a:off x="2694" y="3288"/>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495" name="Group 249"/>
            <p:cNvGrpSpPr>
              <a:grpSpLocks/>
            </p:cNvGrpSpPr>
            <p:nvPr/>
          </p:nvGrpSpPr>
          <p:grpSpPr bwMode="auto">
            <a:xfrm>
              <a:off x="1489" y="3567"/>
              <a:ext cx="423" cy="56"/>
              <a:chOff x="1489" y="3567"/>
              <a:chExt cx="423" cy="56"/>
            </a:xfrm>
            <a:grpFill/>
          </p:grpSpPr>
          <p:sp>
            <p:nvSpPr>
              <p:cNvPr id="104463" name="Freeform 250"/>
              <p:cNvSpPr>
                <a:spLocks/>
              </p:cNvSpPr>
              <p:nvPr/>
            </p:nvSpPr>
            <p:spPr bwMode="auto">
              <a:xfrm>
                <a:off x="1800"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lumMod val="65000"/>
                  </a:schemeClr>
                </a:solidFill>
                <a:round/>
                <a:headEnd/>
                <a:tailEnd/>
              </a:ln>
            </p:spPr>
            <p:txBody>
              <a:bodyPr/>
              <a:lstStyle/>
              <a:p>
                <a:endParaRPr lang="en-US"/>
              </a:p>
            </p:txBody>
          </p:sp>
          <p:grpSp>
            <p:nvGrpSpPr>
              <p:cNvPr id="104464" name="Group 251"/>
              <p:cNvGrpSpPr>
                <a:grpSpLocks/>
              </p:cNvGrpSpPr>
              <p:nvPr/>
            </p:nvGrpSpPr>
            <p:grpSpPr bwMode="auto">
              <a:xfrm>
                <a:off x="1489" y="3591"/>
                <a:ext cx="303" cy="1"/>
                <a:chOff x="1489" y="3591"/>
                <a:chExt cx="303" cy="1"/>
              </a:xfrm>
              <a:grpFill/>
            </p:grpSpPr>
            <p:sp>
              <p:nvSpPr>
                <p:cNvPr id="104465" name="Line 252"/>
                <p:cNvSpPr>
                  <a:spLocks noChangeShapeType="1"/>
                </p:cNvSpPr>
                <p:nvPr/>
              </p:nvSpPr>
              <p:spPr bwMode="auto">
                <a:xfrm>
                  <a:off x="1489" y="3591"/>
                  <a:ext cx="24" cy="1"/>
                </a:xfrm>
                <a:prstGeom prst="line">
                  <a:avLst/>
                </a:prstGeom>
                <a:grpFill/>
                <a:ln w="12700">
                  <a:solidFill>
                    <a:schemeClr val="bg1">
                      <a:lumMod val="65000"/>
                    </a:schemeClr>
                  </a:solidFill>
                  <a:round/>
                  <a:headEnd/>
                  <a:tailEnd/>
                </a:ln>
              </p:spPr>
              <p:txBody>
                <a:bodyPr/>
                <a:lstStyle/>
                <a:p>
                  <a:endParaRPr lang="en-US"/>
                </a:p>
              </p:txBody>
            </p:sp>
            <p:sp>
              <p:nvSpPr>
                <p:cNvPr id="104466" name="Line 253"/>
                <p:cNvSpPr>
                  <a:spLocks noChangeShapeType="1"/>
                </p:cNvSpPr>
                <p:nvPr/>
              </p:nvSpPr>
              <p:spPr bwMode="auto">
                <a:xfrm>
                  <a:off x="1544" y="3591"/>
                  <a:ext cx="24" cy="1"/>
                </a:xfrm>
                <a:prstGeom prst="line">
                  <a:avLst/>
                </a:prstGeom>
                <a:grpFill/>
                <a:ln w="12700">
                  <a:solidFill>
                    <a:schemeClr val="bg1">
                      <a:lumMod val="65000"/>
                    </a:schemeClr>
                  </a:solidFill>
                  <a:round/>
                  <a:headEnd/>
                  <a:tailEnd/>
                </a:ln>
              </p:spPr>
              <p:txBody>
                <a:bodyPr/>
                <a:lstStyle/>
                <a:p>
                  <a:endParaRPr lang="en-US"/>
                </a:p>
              </p:txBody>
            </p:sp>
            <p:sp>
              <p:nvSpPr>
                <p:cNvPr id="104467" name="Line 254"/>
                <p:cNvSpPr>
                  <a:spLocks noChangeShapeType="1"/>
                </p:cNvSpPr>
                <p:nvPr/>
              </p:nvSpPr>
              <p:spPr bwMode="auto">
                <a:xfrm>
                  <a:off x="1600" y="3591"/>
                  <a:ext cx="24" cy="1"/>
                </a:xfrm>
                <a:prstGeom prst="line">
                  <a:avLst/>
                </a:prstGeom>
                <a:grpFill/>
                <a:ln w="12700">
                  <a:solidFill>
                    <a:schemeClr val="bg1">
                      <a:lumMod val="65000"/>
                    </a:schemeClr>
                  </a:solidFill>
                  <a:round/>
                  <a:headEnd/>
                  <a:tailEnd/>
                </a:ln>
              </p:spPr>
              <p:txBody>
                <a:bodyPr/>
                <a:lstStyle/>
                <a:p>
                  <a:endParaRPr lang="en-US"/>
                </a:p>
              </p:txBody>
            </p:sp>
            <p:sp>
              <p:nvSpPr>
                <p:cNvPr id="104468" name="Line 255"/>
                <p:cNvSpPr>
                  <a:spLocks noChangeShapeType="1"/>
                </p:cNvSpPr>
                <p:nvPr/>
              </p:nvSpPr>
              <p:spPr bwMode="auto">
                <a:xfrm>
                  <a:off x="1656" y="3591"/>
                  <a:ext cx="24" cy="1"/>
                </a:xfrm>
                <a:prstGeom prst="line">
                  <a:avLst/>
                </a:prstGeom>
                <a:grpFill/>
                <a:ln w="12700">
                  <a:solidFill>
                    <a:schemeClr val="bg1">
                      <a:lumMod val="65000"/>
                    </a:schemeClr>
                  </a:solidFill>
                  <a:round/>
                  <a:headEnd/>
                  <a:tailEnd/>
                </a:ln>
              </p:spPr>
              <p:txBody>
                <a:bodyPr/>
                <a:lstStyle/>
                <a:p>
                  <a:endParaRPr lang="en-US"/>
                </a:p>
              </p:txBody>
            </p:sp>
            <p:sp>
              <p:nvSpPr>
                <p:cNvPr id="104469" name="Line 256"/>
                <p:cNvSpPr>
                  <a:spLocks noChangeShapeType="1"/>
                </p:cNvSpPr>
                <p:nvPr/>
              </p:nvSpPr>
              <p:spPr bwMode="auto">
                <a:xfrm>
                  <a:off x="1712" y="3591"/>
                  <a:ext cx="24" cy="1"/>
                </a:xfrm>
                <a:prstGeom prst="line">
                  <a:avLst/>
                </a:prstGeom>
                <a:grpFill/>
                <a:ln w="12700">
                  <a:solidFill>
                    <a:schemeClr val="bg1">
                      <a:lumMod val="65000"/>
                    </a:schemeClr>
                  </a:solidFill>
                  <a:round/>
                  <a:headEnd/>
                  <a:tailEnd/>
                </a:ln>
              </p:spPr>
              <p:txBody>
                <a:bodyPr/>
                <a:lstStyle/>
                <a:p>
                  <a:endParaRPr lang="en-US"/>
                </a:p>
              </p:txBody>
            </p:sp>
            <p:sp>
              <p:nvSpPr>
                <p:cNvPr id="104470" name="Line 257"/>
                <p:cNvSpPr>
                  <a:spLocks noChangeShapeType="1"/>
                </p:cNvSpPr>
                <p:nvPr/>
              </p:nvSpPr>
              <p:spPr bwMode="auto">
                <a:xfrm>
                  <a:off x="1768" y="3591"/>
                  <a:ext cx="24" cy="1"/>
                </a:xfrm>
                <a:prstGeom prst="line">
                  <a:avLst/>
                </a:prstGeom>
                <a:grpFill/>
                <a:ln w="12700">
                  <a:solidFill>
                    <a:schemeClr val="bg1">
                      <a:lumMod val="65000"/>
                    </a:schemeClr>
                  </a:solidFill>
                  <a:round/>
                  <a:headEnd/>
                  <a:tailEnd/>
                </a:ln>
              </p:spPr>
              <p:txBody>
                <a:bodyPr/>
                <a:lstStyle/>
                <a:p>
                  <a:endParaRPr lang="en-US"/>
                </a:p>
              </p:txBody>
            </p:sp>
          </p:grpSp>
        </p:grpSp>
        <p:grpSp>
          <p:nvGrpSpPr>
            <p:cNvPr id="103496" name="Group 258"/>
            <p:cNvGrpSpPr>
              <a:grpSpLocks/>
            </p:cNvGrpSpPr>
            <p:nvPr/>
          </p:nvGrpSpPr>
          <p:grpSpPr bwMode="auto">
            <a:xfrm>
              <a:off x="1952" y="3567"/>
              <a:ext cx="415" cy="56"/>
              <a:chOff x="1952" y="3567"/>
              <a:chExt cx="415" cy="56"/>
            </a:xfrm>
            <a:grpFill/>
          </p:grpSpPr>
          <p:sp>
            <p:nvSpPr>
              <p:cNvPr id="104455" name="Freeform 259"/>
              <p:cNvSpPr>
                <a:spLocks/>
              </p:cNvSpPr>
              <p:nvPr/>
            </p:nvSpPr>
            <p:spPr bwMode="auto">
              <a:xfrm>
                <a:off x="2255"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lumMod val="65000"/>
                  </a:schemeClr>
                </a:solidFill>
                <a:round/>
                <a:headEnd/>
                <a:tailEnd/>
              </a:ln>
            </p:spPr>
            <p:txBody>
              <a:bodyPr/>
              <a:lstStyle/>
              <a:p>
                <a:endParaRPr lang="en-US"/>
              </a:p>
            </p:txBody>
          </p:sp>
          <p:grpSp>
            <p:nvGrpSpPr>
              <p:cNvPr id="104456" name="Group 260"/>
              <p:cNvGrpSpPr>
                <a:grpSpLocks/>
              </p:cNvGrpSpPr>
              <p:nvPr/>
            </p:nvGrpSpPr>
            <p:grpSpPr bwMode="auto">
              <a:xfrm>
                <a:off x="1952" y="3591"/>
                <a:ext cx="295" cy="1"/>
                <a:chOff x="1952" y="3591"/>
                <a:chExt cx="295" cy="1"/>
              </a:xfrm>
              <a:grpFill/>
            </p:grpSpPr>
            <p:sp>
              <p:nvSpPr>
                <p:cNvPr id="104457" name="Line 261"/>
                <p:cNvSpPr>
                  <a:spLocks noChangeShapeType="1"/>
                </p:cNvSpPr>
                <p:nvPr/>
              </p:nvSpPr>
              <p:spPr bwMode="auto">
                <a:xfrm>
                  <a:off x="1952" y="3591"/>
                  <a:ext cx="24" cy="1"/>
                </a:xfrm>
                <a:prstGeom prst="line">
                  <a:avLst/>
                </a:prstGeom>
                <a:grpFill/>
                <a:ln w="12700">
                  <a:solidFill>
                    <a:schemeClr val="bg1">
                      <a:lumMod val="65000"/>
                    </a:schemeClr>
                  </a:solidFill>
                  <a:round/>
                  <a:headEnd/>
                  <a:tailEnd/>
                </a:ln>
              </p:spPr>
              <p:txBody>
                <a:bodyPr/>
                <a:lstStyle/>
                <a:p>
                  <a:endParaRPr lang="en-US"/>
                </a:p>
              </p:txBody>
            </p:sp>
            <p:sp>
              <p:nvSpPr>
                <p:cNvPr id="104458" name="Line 262"/>
                <p:cNvSpPr>
                  <a:spLocks noChangeShapeType="1"/>
                </p:cNvSpPr>
                <p:nvPr/>
              </p:nvSpPr>
              <p:spPr bwMode="auto">
                <a:xfrm>
                  <a:off x="2008" y="3591"/>
                  <a:ext cx="23" cy="1"/>
                </a:xfrm>
                <a:prstGeom prst="line">
                  <a:avLst/>
                </a:prstGeom>
                <a:grpFill/>
                <a:ln w="12700">
                  <a:solidFill>
                    <a:schemeClr val="bg1">
                      <a:lumMod val="65000"/>
                    </a:schemeClr>
                  </a:solidFill>
                  <a:round/>
                  <a:headEnd/>
                  <a:tailEnd/>
                </a:ln>
              </p:spPr>
              <p:txBody>
                <a:bodyPr/>
                <a:lstStyle/>
                <a:p>
                  <a:endParaRPr lang="en-US"/>
                </a:p>
              </p:txBody>
            </p:sp>
            <p:sp>
              <p:nvSpPr>
                <p:cNvPr id="104459" name="Line 263"/>
                <p:cNvSpPr>
                  <a:spLocks noChangeShapeType="1"/>
                </p:cNvSpPr>
                <p:nvPr/>
              </p:nvSpPr>
              <p:spPr bwMode="auto">
                <a:xfrm>
                  <a:off x="2063" y="3591"/>
                  <a:ext cx="24" cy="1"/>
                </a:xfrm>
                <a:prstGeom prst="line">
                  <a:avLst/>
                </a:prstGeom>
                <a:grpFill/>
                <a:ln w="12700">
                  <a:solidFill>
                    <a:schemeClr val="bg1">
                      <a:lumMod val="65000"/>
                    </a:schemeClr>
                  </a:solidFill>
                  <a:round/>
                  <a:headEnd/>
                  <a:tailEnd/>
                </a:ln>
              </p:spPr>
              <p:txBody>
                <a:bodyPr/>
                <a:lstStyle/>
                <a:p>
                  <a:endParaRPr lang="en-US"/>
                </a:p>
              </p:txBody>
            </p:sp>
            <p:sp>
              <p:nvSpPr>
                <p:cNvPr id="104460" name="Line 264"/>
                <p:cNvSpPr>
                  <a:spLocks noChangeShapeType="1"/>
                </p:cNvSpPr>
                <p:nvPr/>
              </p:nvSpPr>
              <p:spPr bwMode="auto">
                <a:xfrm>
                  <a:off x="2119" y="3591"/>
                  <a:ext cx="24" cy="1"/>
                </a:xfrm>
                <a:prstGeom prst="line">
                  <a:avLst/>
                </a:prstGeom>
                <a:grpFill/>
                <a:ln w="12700">
                  <a:solidFill>
                    <a:schemeClr val="bg1">
                      <a:lumMod val="65000"/>
                    </a:schemeClr>
                  </a:solidFill>
                  <a:round/>
                  <a:headEnd/>
                  <a:tailEnd/>
                </a:ln>
              </p:spPr>
              <p:txBody>
                <a:bodyPr/>
                <a:lstStyle/>
                <a:p>
                  <a:endParaRPr lang="en-US"/>
                </a:p>
              </p:txBody>
            </p:sp>
            <p:sp>
              <p:nvSpPr>
                <p:cNvPr id="104461" name="Line 265"/>
                <p:cNvSpPr>
                  <a:spLocks noChangeShapeType="1"/>
                </p:cNvSpPr>
                <p:nvPr/>
              </p:nvSpPr>
              <p:spPr bwMode="auto">
                <a:xfrm>
                  <a:off x="2175" y="3591"/>
                  <a:ext cx="24" cy="1"/>
                </a:xfrm>
                <a:prstGeom prst="line">
                  <a:avLst/>
                </a:prstGeom>
                <a:grpFill/>
                <a:ln w="12700">
                  <a:solidFill>
                    <a:schemeClr val="bg1">
                      <a:lumMod val="65000"/>
                    </a:schemeClr>
                  </a:solidFill>
                  <a:round/>
                  <a:headEnd/>
                  <a:tailEnd/>
                </a:ln>
              </p:spPr>
              <p:txBody>
                <a:bodyPr/>
                <a:lstStyle/>
                <a:p>
                  <a:endParaRPr lang="en-US"/>
                </a:p>
              </p:txBody>
            </p:sp>
            <p:sp>
              <p:nvSpPr>
                <p:cNvPr id="104462" name="Line 266"/>
                <p:cNvSpPr>
                  <a:spLocks noChangeShapeType="1"/>
                </p:cNvSpPr>
                <p:nvPr/>
              </p:nvSpPr>
              <p:spPr bwMode="auto">
                <a:xfrm>
                  <a:off x="2231" y="3591"/>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497" name="Group 267"/>
            <p:cNvGrpSpPr>
              <a:grpSpLocks/>
            </p:cNvGrpSpPr>
            <p:nvPr/>
          </p:nvGrpSpPr>
          <p:grpSpPr bwMode="auto">
            <a:xfrm>
              <a:off x="2407" y="3567"/>
              <a:ext cx="415" cy="56"/>
              <a:chOff x="2407" y="3567"/>
              <a:chExt cx="415" cy="56"/>
            </a:xfrm>
            <a:grpFill/>
          </p:grpSpPr>
          <p:sp>
            <p:nvSpPr>
              <p:cNvPr id="104447" name="Freeform 268"/>
              <p:cNvSpPr>
                <a:spLocks/>
              </p:cNvSpPr>
              <p:nvPr/>
            </p:nvSpPr>
            <p:spPr bwMode="auto">
              <a:xfrm>
                <a:off x="2710"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lumMod val="65000"/>
                  </a:schemeClr>
                </a:solidFill>
                <a:round/>
                <a:headEnd/>
                <a:tailEnd/>
              </a:ln>
            </p:spPr>
            <p:txBody>
              <a:bodyPr/>
              <a:lstStyle/>
              <a:p>
                <a:endParaRPr lang="en-US"/>
              </a:p>
            </p:txBody>
          </p:sp>
          <p:grpSp>
            <p:nvGrpSpPr>
              <p:cNvPr id="104448" name="Group 269"/>
              <p:cNvGrpSpPr>
                <a:grpSpLocks/>
              </p:cNvGrpSpPr>
              <p:nvPr/>
            </p:nvGrpSpPr>
            <p:grpSpPr bwMode="auto">
              <a:xfrm>
                <a:off x="2407" y="3591"/>
                <a:ext cx="295" cy="1"/>
                <a:chOff x="2407" y="3591"/>
                <a:chExt cx="295" cy="1"/>
              </a:xfrm>
              <a:grpFill/>
            </p:grpSpPr>
            <p:sp>
              <p:nvSpPr>
                <p:cNvPr id="104449" name="Line 270"/>
                <p:cNvSpPr>
                  <a:spLocks noChangeShapeType="1"/>
                </p:cNvSpPr>
                <p:nvPr/>
              </p:nvSpPr>
              <p:spPr bwMode="auto">
                <a:xfrm>
                  <a:off x="2407" y="3591"/>
                  <a:ext cx="24" cy="1"/>
                </a:xfrm>
                <a:prstGeom prst="line">
                  <a:avLst/>
                </a:prstGeom>
                <a:grpFill/>
                <a:ln w="12700">
                  <a:solidFill>
                    <a:schemeClr val="bg1">
                      <a:lumMod val="65000"/>
                    </a:schemeClr>
                  </a:solidFill>
                  <a:round/>
                  <a:headEnd/>
                  <a:tailEnd/>
                </a:ln>
              </p:spPr>
              <p:txBody>
                <a:bodyPr/>
                <a:lstStyle/>
                <a:p>
                  <a:endParaRPr lang="en-US"/>
                </a:p>
              </p:txBody>
            </p:sp>
            <p:sp>
              <p:nvSpPr>
                <p:cNvPr id="104450" name="Line 271"/>
                <p:cNvSpPr>
                  <a:spLocks noChangeShapeType="1"/>
                </p:cNvSpPr>
                <p:nvPr/>
              </p:nvSpPr>
              <p:spPr bwMode="auto">
                <a:xfrm>
                  <a:off x="2463" y="3591"/>
                  <a:ext cx="24" cy="1"/>
                </a:xfrm>
                <a:prstGeom prst="line">
                  <a:avLst/>
                </a:prstGeom>
                <a:grpFill/>
                <a:ln w="12700">
                  <a:solidFill>
                    <a:schemeClr val="bg1">
                      <a:lumMod val="65000"/>
                    </a:schemeClr>
                  </a:solidFill>
                  <a:round/>
                  <a:headEnd/>
                  <a:tailEnd/>
                </a:ln>
              </p:spPr>
              <p:txBody>
                <a:bodyPr/>
                <a:lstStyle/>
                <a:p>
                  <a:endParaRPr lang="en-US"/>
                </a:p>
              </p:txBody>
            </p:sp>
            <p:sp>
              <p:nvSpPr>
                <p:cNvPr id="104451" name="Line 272"/>
                <p:cNvSpPr>
                  <a:spLocks noChangeShapeType="1"/>
                </p:cNvSpPr>
                <p:nvPr/>
              </p:nvSpPr>
              <p:spPr bwMode="auto">
                <a:xfrm>
                  <a:off x="2518" y="3591"/>
                  <a:ext cx="24" cy="1"/>
                </a:xfrm>
                <a:prstGeom prst="line">
                  <a:avLst/>
                </a:prstGeom>
                <a:grpFill/>
                <a:ln w="12700">
                  <a:solidFill>
                    <a:schemeClr val="bg1">
                      <a:lumMod val="65000"/>
                    </a:schemeClr>
                  </a:solidFill>
                  <a:round/>
                  <a:headEnd/>
                  <a:tailEnd/>
                </a:ln>
              </p:spPr>
              <p:txBody>
                <a:bodyPr/>
                <a:lstStyle/>
                <a:p>
                  <a:endParaRPr lang="en-US"/>
                </a:p>
              </p:txBody>
            </p:sp>
            <p:sp>
              <p:nvSpPr>
                <p:cNvPr id="104452" name="Line 273"/>
                <p:cNvSpPr>
                  <a:spLocks noChangeShapeType="1"/>
                </p:cNvSpPr>
                <p:nvPr/>
              </p:nvSpPr>
              <p:spPr bwMode="auto">
                <a:xfrm>
                  <a:off x="2574" y="3591"/>
                  <a:ext cx="24" cy="1"/>
                </a:xfrm>
                <a:prstGeom prst="line">
                  <a:avLst/>
                </a:prstGeom>
                <a:grpFill/>
                <a:ln w="12700">
                  <a:solidFill>
                    <a:schemeClr val="bg1">
                      <a:lumMod val="65000"/>
                    </a:schemeClr>
                  </a:solidFill>
                  <a:round/>
                  <a:headEnd/>
                  <a:tailEnd/>
                </a:ln>
              </p:spPr>
              <p:txBody>
                <a:bodyPr/>
                <a:lstStyle/>
                <a:p>
                  <a:endParaRPr lang="en-US"/>
                </a:p>
              </p:txBody>
            </p:sp>
            <p:sp>
              <p:nvSpPr>
                <p:cNvPr id="104453" name="Line 274"/>
                <p:cNvSpPr>
                  <a:spLocks noChangeShapeType="1"/>
                </p:cNvSpPr>
                <p:nvPr/>
              </p:nvSpPr>
              <p:spPr bwMode="auto">
                <a:xfrm>
                  <a:off x="2630" y="3591"/>
                  <a:ext cx="24" cy="1"/>
                </a:xfrm>
                <a:prstGeom prst="line">
                  <a:avLst/>
                </a:prstGeom>
                <a:grpFill/>
                <a:ln w="12700">
                  <a:solidFill>
                    <a:schemeClr val="bg1">
                      <a:lumMod val="65000"/>
                    </a:schemeClr>
                  </a:solidFill>
                  <a:round/>
                  <a:headEnd/>
                  <a:tailEnd/>
                </a:ln>
              </p:spPr>
              <p:txBody>
                <a:bodyPr/>
                <a:lstStyle/>
                <a:p>
                  <a:endParaRPr lang="en-US"/>
                </a:p>
              </p:txBody>
            </p:sp>
            <p:sp>
              <p:nvSpPr>
                <p:cNvPr id="104454" name="Line 275"/>
                <p:cNvSpPr>
                  <a:spLocks noChangeShapeType="1"/>
                </p:cNvSpPr>
                <p:nvPr/>
              </p:nvSpPr>
              <p:spPr bwMode="auto">
                <a:xfrm>
                  <a:off x="2686" y="3591"/>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498" name="Group 276"/>
            <p:cNvGrpSpPr>
              <a:grpSpLocks/>
            </p:cNvGrpSpPr>
            <p:nvPr/>
          </p:nvGrpSpPr>
          <p:grpSpPr bwMode="auto">
            <a:xfrm>
              <a:off x="1944" y="2690"/>
              <a:ext cx="894" cy="596"/>
              <a:chOff x="1944" y="2690"/>
              <a:chExt cx="894" cy="596"/>
            </a:xfrm>
            <a:grpFill/>
          </p:grpSpPr>
          <p:sp>
            <p:nvSpPr>
              <p:cNvPr id="104445" name="Freeform 277"/>
              <p:cNvSpPr>
                <a:spLocks/>
              </p:cNvSpPr>
              <p:nvPr/>
            </p:nvSpPr>
            <p:spPr bwMode="auto">
              <a:xfrm>
                <a:off x="2702" y="2690"/>
                <a:ext cx="136" cy="104"/>
              </a:xfrm>
              <a:custGeom>
                <a:avLst/>
                <a:gdLst>
                  <a:gd name="T0" fmla="*/ 136 w 136"/>
                  <a:gd name="T1" fmla="*/ 0 h 104"/>
                  <a:gd name="T2" fmla="*/ 40 w 136"/>
                  <a:gd name="T3" fmla="*/ 104 h 104"/>
                  <a:gd name="T4" fmla="*/ 24 w 136"/>
                  <a:gd name="T5" fmla="*/ 72 h 104"/>
                  <a:gd name="T6" fmla="*/ 0 w 136"/>
                  <a:gd name="T7" fmla="*/ 48 h 104"/>
                  <a:gd name="T8" fmla="*/ 136 w 136"/>
                  <a:gd name="T9" fmla="*/ 0 h 104"/>
                  <a:gd name="T10" fmla="*/ 0 60000 65536"/>
                  <a:gd name="T11" fmla="*/ 0 60000 65536"/>
                  <a:gd name="T12" fmla="*/ 0 60000 65536"/>
                  <a:gd name="T13" fmla="*/ 0 60000 65536"/>
                  <a:gd name="T14" fmla="*/ 0 60000 65536"/>
                  <a:gd name="T15" fmla="*/ 0 w 136"/>
                  <a:gd name="T16" fmla="*/ 0 h 104"/>
                  <a:gd name="T17" fmla="*/ 136 w 136"/>
                  <a:gd name="T18" fmla="*/ 104 h 104"/>
                </a:gdLst>
                <a:ahLst/>
                <a:cxnLst>
                  <a:cxn ang="T10">
                    <a:pos x="T0" y="T1"/>
                  </a:cxn>
                  <a:cxn ang="T11">
                    <a:pos x="T2" y="T3"/>
                  </a:cxn>
                  <a:cxn ang="T12">
                    <a:pos x="T4" y="T5"/>
                  </a:cxn>
                  <a:cxn ang="T13">
                    <a:pos x="T6" y="T7"/>
                  </a:cxn>
                  <a:cxn ang="T14">
                    <a:pos x="T8" y="T9"/>
                  </a:cxn>
                </a:cxnLst>
                <a:rect l="T15" t="T16" r="T17" b="T18"/>
                <a:pathLst>
                  <a:path w="136" h="104">
                    <a:moveTo>
                      <a:pt x="136" y="0"/>
                    </a:moveTo>
                    <a:lnTo>
                      <a:pt x="40" y="104"/>
                    </a:lnTo>
                    <a:lnTo>
                      <a:pt x="24" y="72"/>
                    </a:lnTo>
                    <a:lnTo>
                      <a:pt x="0" y="48"/>
                    </a:lnTo>
                    <a:lnTo>
                      <a:pt x="136" y="0"/>
                    </a:lnTo>
                    <a:close/>
                  </a:path>
                </a:pathLst>
              </a:custGeom>
              <a:grpFill/>
              <a:ln w="9525">
                <a:solidFill>
                  <a:schemeClr val="bg1">
                    <a:lumMod val="65000"/>
                  </a:schemeClr>
                </a:solidFill>
                <a:round/>
                <a:headEnd/>
                <a:tailEnd/>
              </a:ln>
            </p:spPr>
            <p:txBody>
              <a:bodyPr/>
              <a:lstStyle/>
              <a:p>
                <a:endParaRPr lang="en-US"/>
              </a:p>
            </p:txBody>
          </p:sp>
          <p:sp>
            <p:nvSpPr>
              <p:cNvPr id="104446" name="Line 278"/>
              <p:cNvSpPr>
                <a:spLocks noChangeShapeType="1"/>
              </p:cNvSpPr>
              <p:nvPr/>
            </p:nvSpPr>
            <p:spPr bwMode="auto">
              <a:xfrm flipV="1">
                <a:off x="1944" y="2758"/>
                <a:ext cx="790" cy="528"/>
              </a:xfrm>
              <a:prstGeom prst="line">
                <a:avLst/>
              </a:prstGeom>
              <a:grpFill/>
              <a:ln w="25400">
                <a:solidFill>
                  <a:schemeClr val="bg1">
                    <a:lumMod val="65000"/>
                  </a:schemeClr>
                </a:solidFill>
                <a:round/>
                <a:headEnd/>
                <a:tailEnd/>
              </a:ln>
            </p:spPr>
            <p:txBody>
              <a:bodyPr/>
              <a:lstStyle/>
              <a:p>
                <a:endParaRPr lang="en-US"/>
              </a:p>
            </p:txBody>
          </p:sp>
        </p:grpSp>
        <p:grpSp>
          <p:nvGrpSpPr>
            <p:cNvPr id="103499" name="Group 279"/>
            <p:cNvGrpSpPr>
              <a:grpSpLocks/>
            </p:cNvGrpSpPr>
            <p:nvPr/>
          </p:nvGrpSpPr>
          <p:grpSpPr bwMode="auto">
            <a:xfrm>
              <a:off x="1952" y="2376"/>
              <a:ext cx="886" cy="290"/>
              <a:chOff x="1952" y="2376"/>
              <a:chExt cx="886" cy="290"/>
            </a:xfrm>
            <a:grpFill/>
          </p:grpSpPr>
          <p:sp>
            <p:nvSpPr>
              <p:cNvPr id="104443" name="Freeform 280"/>
              <p:cNvSpPr>
                <a:spLocks/>
              </p:cNvSpPr>
              <p:nvPr/>
            </p:nvSpPr>
            <p:spPr bwMode="auto">
              <a:xfrm>
                <a:off x="2702" y="2586"/>
                <a:ext cx="136" cy="80"/>
              </a:xfrm>
              <a:custGeom>
                <a:avLst/>
                <a:gdLst>
                  <a:gd name="T0" fmla="*/ 136 w 136"/>
                  <a:gd name="T1" fmla="*/ 80 h 80"/>
                  <a:gd name="T2" fmla="*/ 0 w 136"/>
                  <a:gd name="T3" fmla="*/ 64 h 80"/>
                  <a:gd name="T4" fmla="*/ 8 w 136"/>
                  <a:gd name="T5" fmla="*/ 32 h 80"/>
                  <a:gd name="T6" fmla="*/ 16 w 136"/>
                  <a:gd name="T7" fmla="*/ 0 h 80"/>
                  <a:gd name="T8" fmla="*/ 136 w 136"/>
                  <a:gd name="T9" fmla="*/ 80 h 80"/>
                  <a:gd name="T10" fmla="*/ 0 60000 65536"/>
                  <a:gd name="T11" fmla="*/ 0 60000 65536"/>
                  <a:gd name="T12" fmla="*/ 0 60000 65536"/>
                  <a:gd name="T13" fmla="*/ 0 60000 65536"/>
                  <a:gd name="T14" fmla="*/ 0 60000 65536"/>
                  <a:gd name="T15" fmla="*/ 0 w 136"/>
                  <a:gd name="T16" fmla="*/ 0 h 80"/>
                  <a:gd name="T17" fmla="*/ 136 w 136"/>
                  <a:gd name="T18" fmla="*/ 80 h 80"/>
                </a:gdLst>
                <a:ahLst/>
                <a:cxnLst>
                  <a:cxn ang="T10">
                    <a:pos x="T0" y="T1"/>
                  </a:cxn>
                  <a:cxn ang="T11">
                    <a:pos x="T2" y="T3"/>
                  </a:cxn>
                  <a:cxn ang="T12">
                    <a:pos x="T4" y="T5"/>
                  </a:cxn>
                  <a:cxn ang="T13">
                    <a:pos x="T6" y="T7"/>
                  </a:cxn>
                  <a:cxn ang="T14">
                    <a:pos x="T8" y="T9"/>
                  </a:cxn>
                </a:cxnLst>
                <a:rect l="T15" t="T16" r="T17" b="T18"/>
                <a:pathLst>
                  <a:path w="136" h="80">
                    <a:moveTo>
                      <a:pt x="136" y="80"/>
                    </a:moveTo>
                    <a:lnTo>
                      <a:pt x="0" y="64"/>
                    </a:lnTo>
                    <a:lnTo>
                      <a:pt x="8" y="32"/>
                    </a:lnTo>
                    <a:lnTo>
                      <a:pt x="16" y="0"/>
                    </a:lnTo>
                    <a:lnTo>
                      <a:pt x="136" y="80"/>
                    </a:lnTo>
                    <a:close/>
                  </a:path>
                </a:pathLst>
              </a:custGeom>
              <a:grpFill/>
              <a:ln w="9525">
                <a:solidFill>
                  <a:schemeClr val="bg1">
                    <a:lumMod val="65000"/>
                  </a:schemeClr>
                </a:solidFill>
                <a:round/>
                <a:headEnd/>
                <a:tailEnd/>
              </a:ln>
            </p:spPr>
            <p:txBody>
              <a:bodyPr/>
              <a:lstStyle/>
              <a:p>
                <a:endParaRPr lang="en-US"/>
              </a:p>
            </p:txBody>
          </p:sp>
          <p:sp>
            <p:nvSpPr>
              <p:cNvPr id="104444" name="Line 281"/>
              <p:cNvSpPr>
                <a:spLocks noChangeShapeType="1"/>
              </p:cNvSpPr>
              <p:nvPr/>
            </p:nvSpPr>
            <p:spPr bwMode="auto">
              <a:xfrm>
                <a:off x="1952" y="2376"/>
                <a:ext cx="766" cy="244"/>
              </a:xfrm>
              <a:prstGeom prst="line">
                <a:avLst/>
              </a:prstGeom>
              <a:grpFill/>
              <a:ln w="25400">
                <a:solidFill>
                  <a:schemeClr val="bg1">
                    <a:lumMod val="65000"/>
                  </a:schemeClr>
                </a:solidFill>
                <a:round/>
                <a:headEnd/>
                <a:tailEnd/>
              </a:ln>
            </p:spPr>
            <p:txBody>
              <a:bodyPr/>
              <a:lstStyle/>
              <a:p>
                <a:endParaRPr lang="en-US"/>
              </a:p>
            </p:txBody>
          </p:sp>
        </p:grpSp>
        <p:grpSp>
          <p:nvGrpSpPr>
            <p:cNvPr id="103500" name="Group 282"/>
            <p:cNvGrpSpPr>
              <a:grpSpLocks/>
            </p:cNvGrpSpPr>
            <p:nvPr/>
          </p:nvGrpSpPr>
          <p:grpSpPr bwMode="auto">
            <a:xfrm>
              <a:off x="1481" y="2084"/>
              <a:ext cx="1373" cy="1507"/>
              <a:chOff x="1481" y="2084"/>
              <a:chExt cx="1373" cy="1507"/>
            </a:xfrm>
            <a:grpFill/>
          </p:grpSpPr>
          <p:sp>
            <p:nvSpPr>
              <p:cNvPr id="104441" name="Freeform 283"/>
              <p:cNvSpPr>
                <a:spLocks/>
              </p:cNvSpPr>
              <p:nvPr/>
            </p:nvSpPr>
            <p:spPr bwMode="auto">
              <a:xfrm>
                <a:off x="2742" y="2084"/>
                <a:ext cx="112" cy="119"/>
              </a:xfrm>
              <a:custGeom>
                <a:avLst/>
                <a:gdLst>
                  <a:gd name="T0" fmla="*/ 112 w 112"/>
                  <a:gd name="T1" fmla="*/ 0 h 119"/>
                  <a:gd name="T2" fmla="*/ 48 w 112"/>
                  <a:gd name="T3" fmla="*/ 119 h 119"/>
                  <a:gd name="T4" fmla="*/ 24 w 112"/>
                  <a:gd name="T5" fmla="*/ 96 h 119"/>
                  <a:gd name="T6" fmla="*/ 0 w 112"/>
                  <a:gd name="T7" fmla="*/ 72 h 119"/>
                  <a:gd name="T8" fmla="*/ 112 w 112"/>
                  <a:gd name="T9" fmla="*/ 0 h 119"/>
                  <a:gd name="T10" fmla="*/ 0 60000 65536"/>
                  <a:gd name="T11" fmla="*/ 0 60000 65536"/>
                  <a:gd name="T12" fmla="*/ 0 60000 65536"/>
                  <a:gd name="T13" fmla="*/ 0 60000 65536"/>
                  <a:gd name="T14" fmla="*/ 0 60000 65536"/>
                  <a:gd name="T15" fmla="*/ 0 w 112"/>
                  <a:gd name="T16" fmla="*/ 0 h 119"/>
                  <a:gd name="T17" fmla="*/ 112 w 112"/>
                  <a:gd name="T18" fmla="*/ 119 h 119"/>
                </a:gdLst>
                <a:ahLst/>
                <a:cxnLst>
                  <a:cxn ang="T10">
                    <a:pos x="T0" y="T1"/>
                  </a:cxn>
                  <a:cxn ang="T11">
                    <a:pos x="T2" y="T3"/>
                  </a:cxn>
                  <a:cxn ang="T12">
                    <a:pos x="T4" y="T5"/>
                  </a:cxn>
                  <a:cxn ang="T13">
                    <a:pos x="T6" y="T7"/>
                  </a:cxn>
                  <a:cxn ang="T14">
                    <a:pos x="T8" y="T9"/>
                  </a:cxn>
                </a:cxnLst>
                <a:rect l="T15" t="T16" r="T17" b="T18"/>
                <a:pathLst>
                  <a:path w="112" h="119">
                    <a:moveTo>
                      <a:pt x="112" y="0"/>
                    </a:moveTo>
                    <a:lnTo>
                      <a:pt x="48" y="119"/>
                    </a:lnTo>
                    <a:lnTo>
                      <a:pt x="24" y="96"/>
                    </a:lnTo>
                    <a:lnTo>
                      <a:pt x="0" y="72"/>
                    </a:lnTo>
                    <a:lnTo>
                      <a:pt x="112" y="0"/>
                    </a:lnTo>
                    <a:close/>
                  </a:path>
                </a:pathLst>
              </a:custGeom>
              <a:grpFill/>
              <a:ln w="9525">
                <a:solidFill>
                  <a:schemeClr val="bg1">
                    <a:lumMod val="65000"/>
                  </a:schemeClr>
                </a:solidFill>
                <a:round/>
                <a:headEnd/>
                <a:tailEnd/>
              </a:ln>
            </p:spPr>
            <p:txBody>
              <a:bodyPr/>
              <a:lstStyle/>
              <a:p>
                <a:endParaRPr lang="en-US"/>
              </a:p>
            </p:txBody>
          </p:sp>
          <p:sp>
            <p:nvSpPr>
              <p:cNvPr id="104442" name="Line 284"/>
              <p:cNvSpPr>
                <a:spLocks noChangeShapeType="1"/>
              </p:cNvSpPr>
              <p:nvPr/>
            </p:nvSpPr>
            <p:spPr bwMode="auto">
              <a:xfrm flipV="1">
                <a:off x="1481" y="2172"/>
                <a:ext cx="1291" cy="1419"/>
              </a:xfrm>
              <a:prstGeom prst="line">
                <a:avLst/>
              </a:prstGeom>
              <a:grpFill/>
              <a:ln w="25400">
                <a:solidFill>
                  <a:schemeClr val="bg1">
                    <a:lumMod val="65000"/>
                  </a:schemeClr>
                </a:solidFill>
                <a:round/>
                <a:headEnd/>
                <a:tailEnd/>
              </a:ln>
            </p:spPr>
            <p:txBody>
              <a:bodyPr/>
              <a:lstStyle/>
              <a:p>
                <a:endParaRPr lang="en-US"/>
              </a:p>
            </p:txBody>
          </p:sp>
        </p:grpSp>
        <p:grpSp>
          <p:nvGrpSpPr>
            <p:cNvPr id="103501" name="Group 285"/>
            <p:cNvGrpSpPr>
              <a:grpSpLocks/>
            </p:cNvGrpSpPr>
            <p:nvPr/>
          </p:nvGrpSpPr>
          <p:grpSpPr bwMode="auto">
            <a:xfrm>
              <a:off x="1944" y="2076"/>
              <a:ext cx="902" cy="885"/>
              <a:chOff x="1944" y="2076"/>
              <a:chExt cx="902" cy="885"/>
            </a:xfrm>
            <a:grpFill/>
          </p:grpSpPr>
          <p:sp>
            <p:nvSpPr>
              <p:cNvPr id="104439" name="Freeform 286"/>
              <p:cNvSpPr>
                <a:spLocks/>
              </p:cNvSpPr>
              <p:nvPr/>
            </p:nvSpPr>
            <p:spPr bwMode="auto">
              <a:xfrm>
                <a:off x="2726" y="2850"/>
                <a:ext cx="120" cy="111"/>
              </a:xfrm>
              <a:custGeom>
                <a:avLst/>
                <a:gdLst>
                  <a:gd name="T0" fmla="*/ 120 w 120"/>
                  <a:gd name="T1" fmla="*/ 111 h 111"/>
                  <a:gd name="T2" fmla="*/ 0 w 120"/>
                  <a:gd name="T3" fmla="*/ 47 h 111"/>
                  <a:gd name="T4" fmla="*/ 24 w 120"/>
                  <a:gd name="T5" fmla="*/ 23 h 111"/>
                  <a:gd name="T6" fmla="*/ 48 w 120"/>
                  <a:gd name="T7" fmla="*/ 0 h 111"/>
                  <a:gd name="T8" fmla="*/ 120 w 120"/>
                  <a:gd name="T9" fmla="*/ 111 h 111"/>
                  <a:gd name="T10" fmla="*/ 0 60000 65536"/>
                  <a:gd name="T11" fmla="*/ 0 60000 65536"/>
                  <a:gd name="T12" fmla="*/ 0 60000 65536"/>
                  <a:gd name="T13" fmla="*/ 0 60000 65536"/>
                  <a:gd name="T14" fmla="*/ 0 60000 65536"/>
                  <a:gd name="T15" fmla="*/ 0 w 120"/>
                  <a:gd name="T16" fmla="*/ 0 h 111"/>
                  <a:gd name="T17" fmla="*/ 120 w 120"/>
                  <a:gd name="T18" fmla="*/ 111 h 111"/>
                </a:gdLst>
                <a:ahLst/>
                <a:cxnLst>
                  <a:cxn ang="T10">
                    <a:pos x="T0" y="T1"/>
                  </a:cxn>
                  <a:cxn ang="T11">
                    <a:pos x="T2" y="T3"/>
                  </a:cxn>
                  <a:cxn ang="T12">
                    <a:pos x="T4" y="T5"/>
                  </a:cxn>
                  <a:cxn ang="T13">
                    <a:pos x="T6" y="T7"/>
                  </a:cxn>
                  <a:cxn ang="T14">
                    <a:pos x="T8" y="T9"/>
                  </a:cxn>
                </a:cxnLst>
                <a:rect l="T15" t="T16" r="T17" b="T18"/>
                <a:pathLst>
                  <a:path w="120" h="111">
                    <a:moveTo>
                      <a:pt x="120" y="111"/>
                    </a:moveTo>
                    <a:lnTo>
                      <a:pt x="0" y="47"/>
                    </a:lnTo>
                    <a:lnTo>
                      <a:pt x="24" y="23"/>
                    </a:lnTo>
                    <a:lnTo>
                      <a:pt x="48" y="0"/>
                    </a:lnTo>
                    <a:lnTo>
                      <a:pt x="120" y="111"/>
                    </a:lnTo>
                    <a:close/>
                  </a:path>
                </a:pathLst>
              </a:custGeom>
              <a:grpFill/>
              <a:ln w="9525">
                <a:solidFill>
                  <a:schemeClr val="bg1">
                    <a:lumMod val="65000"/>
                  </a:schemeClr>
                </a:solidFill>
                <a:round/>
                <a:headEnd/>
                <a:tailEnd/>
              </a:ln>
            </p:spPr>
            <p:txBody>
              <a:bodyPr/>
              <a:lstStyle/>
              <a:p>
                <a:endParaRPr lang="en-US"/>
              </a:p>
            </p:txBody>
          </p:sp>
          <p:sp>
            <p:nvSpPr>
              <p:cNvPr id="104440" name="Line 287"/>
              <p:cNvSpPr>
                <a:spLocks noChangeShapeType="1"/>
              </p:cNvSpPr>
              <p:nvPr/>
            </p:nvSpPr>
            <p:spPr bwMode="auto">
              <a:xfrm>
                <a:off x="1944" y="2076"/>
                <a:ext cx="814" cy="805"/>
              </a:xfrm>
              <a:prstGeom prst="line">
                <a:avLst/>
              </a:prstGeom>
              <a:grpFill/>
              <a:ln w="25400">
                <a:solidFill>
                  <a:schemeClr val="bg1">
                    <a:lumMod val="65000"/>
                  </a:schemeClr>
                </a:solidFill>
                <a:round/>
                <a:headEnd/>
                <a:tailEnd/>
              </a:ln>
            </p:spPr>
            <p:txBody>
              <a:bodyPr/>
              <a:lstStyle/>
              <a:p>
                <a:endParaRPr lang="en-US"/>
              </a:p>
            </p:txBody>
          </p:sp>
        </p:grpSp>
        <p:grpSp>
          <p:nvGrpSpPr>
            <p:cNvPr id="103502" name="Group 288"/>
            <p:cNvGrpSpPr>
              <a:grpSpLocks/>
            </p:cNvGrpSpPr>
            <p:nvPr/>
          </p:nvGrpSpPr>
          <p:grpSpPr bwMode="auto">
            <a:xfrm>
              <a:off x="1489" y="2379"/>
              <a:ext cx="902" cy="893"/>
              <a:chOff x="1489" y="2379"/>
              <a:chExt cx="902" cy="893"/>
            </a:xfrm>
            <a:grpFill/>
          </p:grpSpPr>
          <p:sp>
            <p:nvSpPr>
              <p:cNvPr id="104437" name="Freeform 289"/>
              <p:cNvSpPr>
                <a:spLocks/>
              </p:cNvSpPr>
              <p:nvPr/>
            </p:nvSpPr>
            <p:spPr bwMode="auto">
              <a:xfrm>
                <a:off x="2271" y="3153"/>
                <a:ext cx="120" cy="119"/>
              </a:xfrm>
              <a:custGeom>
                <a:avLst/>
                <a:gdLst>
                  <a:gd name="T0" fmla="*/ 120 w 120"/>
                  <a:gd name="T1" fmla="*/ 119 h 119"/>
                  <a:gd name="T2" fmla="*/ 0 w 120"/>
                  <a:gd name="T3" fmla="*/ 48 h 119"/>
                  <a:gd name="T4" fmla="*/ 24 w 120"/>
                  <a:gd name="T5" fmla="*/ 24 h 119"/>
                  <a:gd name="T6" fmla="*/ 48 w 120"/>
                  <a:gd name="T7" fmla="*/ 0 h 119"/>
                  <a:gd name="T8" fmla="*/ 120 w 120"/>
                  <a:gd name="T9" fmla="*/ 119 h 119"/>
                  <a:gd name="T10" fmla="*/ 0 60000 65536"/>
                  <a:gd name="T11" fmla="*/ 0 60000 65536"/>
                  <a:gd name="T12" fmla="*/ 0 60000 65536"/>
                  <a:gd name="T13" fmla="*/ 0 60000 65536"/>
                  <a:gd name="T14" fmla="*/ 0 60000 65536"/>
                  <a:gd name="T15" fmla="*/ 0 w 120"/>
                  <a:gd name="T16" fmla="*/ 0 h 119"/>
                  <a:gd name="T17" fmla="*/ 120 w 120"/>
                  <a:gd name="T18" fmla="*/ 119 h 119"/>
                </a:gdLst>
                <a:ahLst/>
                <a:cxnLst>
                  <a:cxn ang="T10">
                    <a:pos x="T0" y="T1"/>
                  </a:cxn>
                  <a:cxn ang="T11">
                    <a:pos x="T2" y="T3"/>
                  </a:cxn>
                  <a:cxn ang="T12">
                    <a:pos x="T4" y="T5"/>
                  </a:cxn>
                  <a:cxn ang="T13">
                    <a:pos x="T6" y="T7"/>
                  </a:cxn>
                  <a:cxn ang="T14">
                    <a:pos x="T8" y="T9"/>
                  </a:cxn>
                </a:cxnLst>
                <a:rect l="T15" t="T16" r="T17" b="T18"/>
                <a:pathLst>
                  <a:path w="120" h="119">
                    <a:moveTo>
                      <a:pt x="120" y="119"/>
                    </a:moveTo>
                    <a:lnTo>
                      <a:pt x="0" y="48"/>
                    </a:lnTo>
                    <a:lnTo>
                      <a:pt x="24" y="24"/>
                    </a:lnTo>
                    <a:lnTo>
                      <a:pt x="48" y="0"/>
                    </a:lnTo>
                    <a:lnTo>
                      <a:pt x="120" y="119"/>
                    </a:lnTo>
                    <a:close/>
                  </a:path>
                </a:pathLst>
              </a:custGeom>
              <a:grpFill/>
              <a:ln w="9525">
                <a:solidFill>
                  <a:schemeClr val="bg1">
                    <a:lumMod val="65000"/>
                  </a:schemeClr>
                </a:solidFill>
                <a:round/>
                <a:headEnd/>
                <a:tailEnd/>
              </a:ln>
            </p:spPr>
            <p:txBody>
              <a:bodyPr/>
              <a:lstStyle/>
              <a:p>
                <a:endParaRPr lang="en-US"/>
              </a:p>
            </p:txBody>
          </p:sp>
          <p:sp>
            <p:nvSpPr>
              <p:cNvPr id="104438" name="Line 290"/>
              <p:cNvSpPr>
                <a:spLocks noChangeShapeType="1"/>
              </p:cNvSpPr>
              <p:nvPr/>
            </p:nvSpPr>
            <p:spPr bwMode="auto">
              <a:xfrm>
                <a:off x="1489" y="2379"/>
                <a:ext cx="814" cy="805"/>
              </a:xfrm>
              <a:prstGeom prst="line">
                <a:avLst/>
              </a:prstGeom>
              <a:grpFill/>
              <a:ln w="25400">
                <a:solidFill>
                  <a:schemeClr val="bg1">
                    <a:lumMod val="65000"/>
                  </a:schemeClr>
                </a:solidFill>
                <a:round/>
                <a:headEnd/>
                <a:tailEnd/>
              </a:ln>
            </p:spPr>
            <p:txBody>
              <a:bodyPr/>
              <a:lstStyle/>
              <a:p>
                <a:endParaRPr lang="en-US"/>
              </a:p>
            </p:txBody>
          </p:sp>
        </p:grpSp>
        <p:grpSp>
          <p:nvGrpSpPr>
            <p:cNvPr id="103503" name="Group 291"/>
            <p:cNvGrpSpPr>
              <a:grpSpLocks/>
            </p:cNvGrpSpPr>
            <p:nvPr/>
          </p:nvGrpSpPr>
          <p:grpSpPr bwMode="auto">
            <a:xfrm>
              <a:off x="1483" y="2379"/>
              <a:ext cx="429" cy="598"/>
              <a:chOff x="1483" y="2379"/>
              <a:chExt cx="429" cy="598"/>
            </a:xfrm>
            <a:grpFill/>
          </p:grpSpPr>
          <p:sp>
            <p:nvSpPr>
              <p:cNvPr id="104435" name="Freeform 292"/>
              <p:cNvSpPr>
                <a:spLocks/>
              </p:cNvSpPr>
              <p:nvPr/>
            </p:nvSpPr>
            <p:spPr bwMode="auto">
              <a:xfrm>
                <a:off x="1808" y="2379"/>
                <a:ext cx="104" cy="136"/>
              </a:xfrm>
              <a:custGeom>
                <a:avLst/>
                <a:gdLst>
                  <a:gd name="T0" fmla="*/ 104 w 104"/>
                  <a:gd name="T1" fmla="*/ 0 h 136"/>
                  <a:gd name="T2" fmla="*/ 56 w 104"/>
                  <a:gd name="T3" fmla="*/ 136 h 136"/>
                  <a:gd name="T4" fmla="*/ 32 w 104"/>
                  <a:gd name="T5" fmla="*/ 112 h 136"/>
                  <a:gd name="T6" fmla="*/ 0 w 104"/>
                  <a:gd name="T7" fmla="*/ 96 h 136"/>
                  <a:gd name="T8" fmla="*/ 104 w 104"/>
                  <a:gd name="T9" fmla="*/ 0 h 136"/>
                  <a:gd name="T10" fmla="*/ 0 60000 65536"/>
                  <a:gd name="T11" fmla="*/ 0 60000 65536"/>
                  <a:gd name="T12" fmla="*/ 0 60000 65536"/>
                  <a:gd name="T13" fmla="*/ 0 60000 65536"/>
                  <a:gd name="T14" fmla="*/ 0 60000 65536"/>
                  <a:gd name="T15" fmla="*/ 0 w 104"/>
                  <a:gd name="T16" fmla="*/ 0 h 136"/>
                  <a:gd name="T17" fmla="*/ 104 w 104"/>
                  <a:gd name="T18" fmla="*/ 136 h 136"/>
                </a:gdLst>
                <a:ahLst/>
                <a:cxnLst>
                  <a:cxn ang="T10">
                    <a:pos x="T0" y="T1"/>
                  </a:cxn>
                  <a:cxn ang="T11">
                    <a:pos x="T2" y="T3"/>
                  </a:cxn>
                  <a:cxn ang="T12">
                    <a:pos x="T4" y="T5"/>
                  </a:cxn>
                  <a:cxn ang="T13">
                    <a:pos x="T6" y="T7"/>
                  </a:cxn>
                  <a:cxn ang="T14">
                    <a:pos x="T8" y="T9"/>
                  </a:cxn>
                </a:cxnLst>
                <a:rect l="T15" t="T16" r="T17" b="T18"/>
                <a:pathLst>
                  <a:path w="104" h="136">
                    <a:moveTo>
                      <a:pt x="104" y="0"/>
                    </a:moveTo>
                    <a:lnTo>
                      <a:pt x="56" y="136"/>
                    </a:lnTo>
                    <a:lnTo>
                      <a:pt x="32" y="112"/>
                    </a:lnTo>
                    <a:lnTo>
                      <a:pt x="0" y="96"/>
                    </a:lnTo>
                    <a:lnTo>
                      <a:pt x="104" y="0"/>
                    </a:lnTo>
                    <a:close/>
                  </a:path>
                </a:pathLst>
              </a:custGeom>
              <a:grpFill/>
              <a:ln w="9525">
                <a:solidFill>
                  <a:schemeClr val="bg1">
                    <a:lumMod val="65000"/>
                  </a:schemeClr>
                </a:solidFill>
                <a:round/>
                <a:headEnd/>
                <a:tailEnd/>
              </a:ln>
            </p:spPr>
            <p:txBody>
              <a:bodyPr/>
              <a:lstStyle/>
              <a:p>
                <a:endParaRPr lang="en-US"/>
              </a:p>
            </p:txBody>
          </p:sp>
          <p:sp>
            <p:nvSpPr>
              <p:cNvPr id="104436" name="Line 293"/>
              <p:cNvSpPr>
                <a:spLocks noChangeShapeType="1"/>
              </p:cNvSpPr>
              <p:nvPr/>
            </p:nvSpPr>
            <p:spPr bwMode="auto">
              <a:xfrm flipV="1">
                <a:off x="1483" y="2483"/>
                <a:ext cx="362" cy="494"/>
              </a:xfrm>
              <a:prstGeom prst="line">
                <a:avLst/>
              </a:prstGeom>
              <a:grpFill/>
              <a:ln w="25400">
                <a:solidFill>
                  <a:schemeClr val="bg1">
                    <a:lumMod val="65000"/>
                  </a:schemeClr>
                </a:solidFill>
                <a:round/>
                <a:headEnd/>
                <a:tailEnd/>
              </a:ln>
            </p:spPr>
            <p:txBody>
              <a:bodyPr/>
              <a:lstStyle/>
              <a:p>
                <a:endParaRPr lang="en-US"/>
              </a:p>
            </p:txBody>
          </p:sp>
        </p:grpSp>
        <p:grpSp>
          <p:nvGrpSpPr>
            <p:cNvPr id="103504" name="Group 294"/>
            <p:cNvGrpSpPr>
              <a:grpSpLocks/>
            </p:cNvGrpSpPr>
            <p:nvPr/>
          </p:nvGrpSpPr>
          <p:grpSpPr bwMode="auto">
            <a:xfrm>
              <a:off x="1936" y="2379"/>
              <a:ext cx="894" cy="604"/>
              <a:chOff x="1936" y="2379"/>
              <a:chExt cx="894" cy="604"/>
            </a:xfrm>
            <a:grpFill/>
          </p:grpSpPr>
          <p:sp>
            <p:nvSpPr>
              <p:cNvPr id="104433" name="Freeform 295"/>
              <p:cNvSpPr>
                <a:spLocks/>
              </p:cNvSpPr>
              <p:nvPr/>
            </p:nvSpPr>
            <p:spPr bwMode="auto">
              <a:xfrm>
                <a:off x="2702" y="2379"/>
                <a:ext cx="128" cy="104"/>
              </a:xfrm>
              <a:custGeom>
                <a:avLst/>
                <a:gdLst>
                  <a:gd name="T0" fmla="*/ 128 w 128"/>
                  <a:gd name="T1" fmla="*/ 0 h 104"/>
                  <a:gd name="T2" fmla="*/ 40 w 128"/>
                  <a:gd name="T3" fmla="*/ 104 h 104"/>
                  <a:gd name="T4" fmla="*/ 16 w 128"/>
                  <a:gd name="T5" fmla="*/ 80 h 104"/>
                  <a:gd name="T6" fmla="*/ 0 w 128"/>
                  <a:gd name="T7" fmla="*/ 48 h 104"/>
                  <a:gd name="T8" fmla="*/ 128 w 128"/>
                  <a:gd name="T9" fmla="*/ 0 h 104"/>
                  <a:gd name="T10" fmla="*/ 0 60000 65536"/>
                  <a:gd name="T11" fmla="*/ 0 60000 65536"/>
                  <a:gd name="T12" fmla="*/ 0 60000 65536"/>
                  <a:gd name="T13" fmla="*/ 0 60000 65536"/>
                  <a:gd name="T14" fmla="*/ 0 60000 65536"/>
                  <a:gd name="T15" fmla="*/ 0 w 128"/>
                  <a:gd name="T16" fmla="*/ 0 h 104"/>
                  <a:gd name="T17" fmla="*/ 128 w 128"/>
                  <a:gd name="T18" fmla="*/ 104 h 104"/>
                </a:gdLst>
                <a:ahLst/>
                <a:cxnLst>
                  <a:cxn ang="T10">
                    <a:pos x="T0" y="T1"/>
                  </a:cxn>
                  <a:cxn ang="T11">
                    <a:pos x="T2" y="T3"/>
                  </a:cxn>
                  <a:cxn ang="T12">
                    <a:pos x="T4" y="T5"/>
                  </a:cxn>
                  <a:cxn ang="T13">
                    <a:pos x="T6" y="T7"/>
                  </a:cxn>
                  <a:cxn ang="T14">
                    <a:pos x="T8" y="T9"/>
                  </a:cxn>
                </a:cxnLst>
                <a:rect l="T15" t="T16" r="T17" b="T18"/>
                <a:pathLst>
                  <a:path w="128" h="104">
                    <a:moveTo>
                      <a:pt x="128" y="0"/>
                    </a:moveTo>
                    <a:lnTo>
                      <a:pt x="40" y="104"/>
                    </a:lnTo>
                    <a:lnTo>
                      <a:pt x="16" y="80"/>
                    </a:lnTo>
                    <a:lnTo>
                      <a:pt x="0" y="48"/>
                    </a:lnTo>
                    <a:lnTo>
                      <a:pt x="128" y="0"/>
                    </a:lnTo>
                    <a:close/>
                  </a:path>
                </a:pathLst>
              </a:custGeom>
              <a:grpFill/>
              <a:ln w="9525">
                <a:solidFill>
                  <a:schemeClr val="bg1">
                    <a:lumMod val="65000"/>
                  </a:schemeClr>
                </a:solidFill>
                <a:round/>
                <a:headEnd/>
                <a:tailEnd/>
              </a:ln>
            </p:spPr>
            <p:txBody>
              <a:bodyPr/>
              <a:lstStyle/>
              <a:p>
                <a:endParaRPr lang="en-US"/>
              </a:p>
            </p:txBody>
          </p:sp>
          <p:sp>
            <p:nvSpPr>
              <p:cNvPr id="104434" name="Line 296"/>
              <p:cNvSpPr>
                <a:spLocks noChangeShapeType="1"/>
              </p:cNvSpPr>
              <p:nvPr/>
            </p:nvSpPr>
            <p:spPr bwMode="auto">
              <a:xfrm flipV="1">
                <a:off x="1936" y="2455"/>
                <a:ext cx="790" cy="528"/>
              </a:xfrm>
              <a:prstGeom prst="line">
                <a:avLst/>
              </a:prstGeom>
              <a:grpFill/>
              <a:ln w="25400">
                <a:solidFill>
                  <a:schemeClr val="bg1">
                    <a:lumMod val="65000"/>
                  </a:schemeClr>
                </a:solidFill>
                <a:round/>
                <a:headEnd/>
                <a:tailEnd/>
              </a:ln>
            </p:spPr>
            <p:txBody>
              <a:bodyPr/>
              <a:lstStyle/>
              <a:p>
                <a:endParaRPr lang="en-US"/>
              </a:p>
            </p:txBody>
          </p:sp>
        </p:grpSp>
        <p:grpSp>
          <p:nvGrpSpPr>
            <p:cNvPr id="103505" name="Group 297"/>
            <p:cNvGrpSpPr>
              <a:grpSpLocks/>
            </p:cNvGrpSpPr>
            <p:nvPr/>
          </p:nvGrpSpPr>
          <p:grpSpPr bwMode="auto">
            <a:xfrm>
              <a:off x="1952" y="2076"/>
              <a:ext cx="886" cy="290"/>
              <a:chOff x="1952" y="2076"/>
              <a:chExt cx="886" cy="290"/>
            </a:xfrm>
            <a:grpFill/>
          </p:grpSpPr>
          <p:sp>
            <p:nvSpPr>
              <p:cNvPr id="104431" name="Freeform 298"/>
              <p:cNvSpPr>
                <a:spLocks/>
              </p:cNvSpPr>
              <p:nvPr/>
            </p:nvSpPr>
            <p:spPr bwMode="auto">
              <a:xfrm>
                <a:off x="2702" y="2076"/>
                <a:ext cx="136" cy="72"/>
              </a:xfrm>
              <a:custGeom>
                <a:avLst/>
                <a:gdLst>
                  <a:gd name="T0" fmla="*/ 136 w 136"/>
                  <a:gd name="T1" fmla="*/ 0 h 72"/>
                  <a:gd name="T2" fmla="*/ 16 w 136"/>
                  <a:gd name="T3" fmla="*/ 72 h 72"/>
                  <a:gd name="T4" fmla="*/ 8 w 136"/>
                  <a:gd name="T5" fmla="*/ 40 h 72"/>
                  <a:gd name="T6" fmla="*/ 0 w 136"/>
                  <a:gd name="T7" fmla="*/ 8 h 72"/>
                  <a:gd name="T8" fmla="*/ 136 w 136"/>
                  <a:gd name="T9" fmla="*/ 0 h 72"/>
                  <a:gd name="T10" fmla="*/ 0 60000 65536"/>
                  <a:gd name="T11" fmla="*/ 0 60000 65536"/>
                  <a:gd name="T12" fmla="*/ 0 60000 65536"/>
                  <a:gd name="T13" fmla="*/ 0 60000 65536"/>
                  <a:gd name="T14" fmla="*/ 0 60000 65536"/>
                  <a:gd name="T15" fmla="*/ 0 w 136"/>
                  <a:gd name="T16" fmla="*/ 0 h 72"/>
                  <a:gd name="T17" fmla="*/ 136 w 136"/>
                  <a:gd name="T18" fmla="*/ 72 h 72"/>
                </a:gdLst>
                <a:ahLst/>
                <a:cxnLst>
                  <a:cxn ang="T10">
                    <a:pos x="T0" y="T1"/>
                  </a:cxn>
                  <a:cxn ang="T11">
                    <a:pos x="T2" y="T3"/>
                  </a:cxn>
                  <a:cxn ang="T12">
                    <a:pos x="T4" y="T5"/>
                  </a:cxn>
                  <a:cxn ang="T13">
                    <a:pos x="T6" y="T7"/>
                  </a:cxn>
                  <a:cxn ang="T14">
                    <a:pos x="T8" y="T9"/>
                  </a:cxn>
                </a:cxnLst>
                <a:rect l="T15" t="T16" r="T17" b="T18"/>
                <a:pathLst>
                  <a:path w="136" h="72">
                    <a:moveTo>
                      <a:pt x="136" y="0"/>
                    </a:moveTo>
                    <a:lnTo>
                      <a:pt x="16" y="72"/>
                    </a:lnTo>
                    <a:lnTo>
                      <a:pt x="8" y="40"/>
                    </a:lnTo>
                    <a:lnTo>
                      <a:pt x="0" y="8"/>
                    </a:lnTo>
                    <a:lnTo>
                      <a:pt x="136" y="0"/>
                    </a:lnTo>
                    <a:close/>
                  </a:path>
                </a:pathLst>
              </a:custGeom>
              <a:grpFill/>
              <a:ln w="9525">
                <a:solidFill>
                  <a:schemeClr val="bg1">
                    <a:lumMod val="65000"/>
                  </a:schemeClr>
                </a:solidFill>
                <a:round/>
                <a:headEnd/>
                <a:tailEnd/>
              </a:ln>
            </p:spPr>
            <p:txBody>
              <a:bodyPr/>
              <a:lstStyle/>
              <a:p>
                <a:endParaRPr lang="en-US"/>
              </a:p>
            </p:txBody>
          </p:sp>
          <p:sp>
            <p:nvSpPr>
              <p:cNvPr id="104432" name="Line 299"/>
              <p:cNvSpPr>
                <a:spLocks noChangeShapeType="1"/>
              </p:cNvSpPr>
              <p:nvPr/>
            </p:nvSpPr>
            <p:spPr bwMode="auto">
              <a:xfrm flipV="1">
                <a:off x="1952" y="2114"/>
                <a:ext cx="766" cy="252"/>
              </a:xfrm>
              <a:prstGeom prst="line">
                <a:avLst/>
              </a:prstGeom>
              <a:grpFill/>
              <a:ln w="25400">
                <a:solidFill>
                  <a:schemeClr val="bg1">
                    <a:lumMod val="65000"/>
                  </a:schemeClr>
                </a:solidFill>
                <a:round/>
                <a:headEnd/>
                <a:tailEnd/>
              </a:ln>
            </p:spPr>
            <p:txBody>
              <a:bodyPr/>
              <a:lstStyle/>
              <a:p>
                <a:endParaRPr lang="en-US"/>
              </a:p>
            </p:txBody>
          </p:sp>
        </p:grpSp>
        <p:grpSp>
          <p:nvGrpSpPr>
            <p:cNvPr id="103506" name="Group 300"/>
            <p:cNvGrpSpPr>
              <a:grpSpLocks/>
            </p:cNvGrpSpPr>
            <p:nvPr/>
          </p:nvGrpSpPr>
          <p:grpSpPr bwMode="auto">
            <a:xfrm>
              <a:off x="1481" y="1769"/>
              <a:ext cx="894" cy="283"/>
              <a:chOff x="1481" y="1769"/>
              <a:chExt cx="894" cy="283"/>
            </a:xfrm>
            <a:grpFill/>
          </p:grpSpPr>
          <p:sp>
            <p:nvSpPr>
              <p:cNvPr id="104429" name="Freeform 301"/>
              <p:cNvSpPr>
                <a:spLocks/>
              </p:cNvSpPr>
              <p:nvPr/>
            </p:nvSpPr>
            <p:spPr bwMode="auto">
              <a:xfrm>
                <a:off x="2231" y="1980"/>
                <a:ext cx="144" cy="72"/>
              </a:xfrm>
              <a:custGeom>
                <a:avLst/>
                <a:gdLst>
                  <a:gd name="T0" fmla="*/ 144 w 144"/>
                  <a:gd name="T1" fmla="*/ 72 h 72"/>
                  <a:gd name="T2" fmla="*/ 0 w 144"/>
                  <a:gd name="T3" fmla="*/ 64 h 72"/>
                  <a:gd name="T4" fmla="*/ 16 w 144"/>
                  <a:gd name="T5" fmla="*/ 32 h 72"/>
                  <a:gd name="T6" fmla="*/ 24 w 144"/>
                  <a:gd name="T7" fmla="*/ 0 h 72"/>
                  <a:gd name="T8" fmla="*/ 144 w 144"/>
                  <a:gd name="T9" fmla="*/ 72 h 72"/>
                  <a:gd name="T10" fmla="*/ 0 60000 65536"/>
                  <a:gd name="T11" fmla="*/ 0 60000 65536"/>
                  <a:gd name="T12" fmla="*/ 0 60000 65536"/>
                  <a:gd name="T13" fmla="*/ 0 60000 65536"/>
                  <a:gd name="T14" fmla="*/ 0 60000 65536"/>
                  <a:gd name="T15" fmla="*/ 0 w 144"/>
                  <a:gd name="T16" fmla="*/ 0 h 72"/>
                  <a:gd name="T17" fmla="*/ 144 w 144"/>
                  <a:gd name="T18" fmla="*/ 72 h 72"/>
                </a:gdLst>
                <a:ahLst/>
                <a:cxnLst>
                  <a:cxn ang="T10">
                    <a:pos x="T0" y="T1"/>
                  </a:cxn>
                  <a:cxn ang="T11">
                    <a:pos x="T2" y="T3"/>
                  </a:cxn>
                  <a:cxn ang="T12">
                    <a:pos x="T4" y="T5"/>
                  </a:cxn>
                  <a:cxn ang="T13">
                    <a:pos x="T6" y="T7"/>
                  </a:cxn>
                  <a:cxn ang="T14">
                    <a:pos x="T8" y="T9"/>
                  </a:cxn>
                </a:cxnLst>
                <a:rect l="T15" t="T16" r="T17" b="T18"/>
                <a:pathLst>
                  <a:path w="144" h="72">
                    <a:moveTo>
                      <a:pt x="144" y="72"/>
                    </a:moveTo>
                    <a:lnTo>
                      <a:pt x="0" y="64"/>
                    </a:lnTo>
                    <a:lnTo>
                      <a:pt x="16" y="32"/>
                    </a:lnTo>
                    <a:lnTo>
                      <a:pt x="24" y="0"/>
                    </a:lnTo>
                    <a:lnTo>
                      <a:pt x="144" y="72"/>
                    </a:lnTo>
                    <a:close/>
                  </a:path>
                </a:pathLst>
              </a:custGeom>
              <a:grpFill/>
              <a:ln w="9525">
                <a:solidFill>
                  <a:schemeClr val="bg1">
                    <a:lumMod val="65000"/>
                  </a:schemeClr>
                </a:solidFill>
                <a:round/>
                <a:headEnd/>
                <a:tailEnd/>
              </a:ln>
            </p:spPr>
            <p:txBody>
              <a:bodyPr/>
              <a:lstStyle/>
              <a:p>
                <a:endParaRPr lang="en-US"/>
              </a:p>
            </p:txBody>
          </p:sp>
          <p:sp>
            <p:nvSpPr>
              <p:cNvPr id="104430" name="Line 302"/>
              <p:cNvSpPr>
                <a:spLocks noChangeShapeType="1"/>
              </p:cNvSpPr>
              <p:nvPr/>
            </p:nvSpPr>
            <p:spPr bwMode="auto">
              <a:xfrm>
                <a:off x="1481" y="1769"/>
                <a:ext cx="774" cy="244"/>
              </a:xfrm>
              <a:prstGeom prst="line">
                <a:avLst/>
              </a:prstGeom>
              <a:grpFill/>
              <a:ln w="25400">
                <a:solidFill>
                  <a:schemeClr val="bg1">
                    <a:lumMod val="65000"/>
                  </a:schemeClr>
                </a:solidFill>
                <a:round/>
                <a:headEnd/>
                <a:tailEnd/>
              </a:ln>
            </p:spPr>
            <p:txBody>
              <a:bodyPr/>
              <a:lstStyle/>
              <a:p>
                <a:endParaRPr lang="en-US"/>
              </a:p>
            </p:txBody>
          </p:sp>
        </p:grpSp>
        <p:sp>
          <p:nvSpPr>
            <p:cNvPr id="103507" name="Oval 303"/>
            <p:cNvSpPr>
              <a:spLocks noChangeArrowheads="1"/>
            </p:cNvSpPr>
            <p:nvPr/>
          </p:nvSpPr>
          <p:spPr bwMode="auto">
            <a:xfrm>
              <a:off x="1457" y="1741"/>
              <a:ext cx="32" cy="40"/>
            </a:xfrm>
            <a:prstGeom prst="ellipse">
              <a:avLst/>
            </a:prstGeom>
            <a:grpFill/>
            <a:ln w="9525">
              <a:solidFill>
                <a:schemeClr val="bg1">
                  <a:lumMod val="65000"/>
                </a:schemeClr>
              </a:solidFill>
              <a:round/>
              <a:headEnd/>
              <a:tailEnd/>
            </a:ln>
          </p:spPr>
          <p:txBody>
            <a:bodyPr/>
            <a:lstStyle/>
            <a:p>
              <a:endParaRPr lang="en-US"/>
            </a:p>
          </p:txBody>
        </p:sp>
        <p:sp>
          <p:nvSpPr>
            <p:cNvPr id="103508" name="Oval 304"/>
            <p:cNvSpPr>
              <a:spLocks noChangeArrowheads="1"/>
            </p:cNvSpPr>
            <p:nvPr/>
          </p:nvSpPr>
          <p:spPr bwMode="auto">
            <a:xfrm>
              <a:off x="1457" y="1741"/>
              <a:ext cx="32" cy="40"/>
            </a:xfrm>
            <a:prstGeom prst="ellipse">
              <a:avLst/>
            </a:prstGeom>
            <a:grpFill/>
            <a:ln w="25400">
              <a:solidFill>
                <a:schemeClr val="bg1">
                  <a:lumMod val="65000"/>
                </a:schemeClr>
              </a:solidFill>
              <a:round/>
              <a:headEnd/>
              <a:tailEnd/>
            </a:ln>
          </p:spPr>
          <p:txBody>
            <a:bodyPr/>
            <a:lstStyle/>
            <a:p>
              <a:endParaRPr lang="en-US"/>
            </a:p>
          </p:txBody>
        </p:sp>
        <p:sp>
          <p:nvSpPr>
            <p:cNvPr id="103509" name="Oval 305"/>
            <p:cNvSpPr>
              <a:spLocks noChangeArrowheads="1"/>
            </p:cNvSpPr>
            <p:nvPr/>
          </p:nvSpPr>
          <p:spPr bwMode="auto">
            <a:xfrm>
              <a:off x="1457" y="2044"/>
              <a:ext cx="40" cy="40"/>
            </a:xfrm>
            <a:prstGeom prst="ellipse">
              <a:avLst/>
            </a:prstGeom>
            <a:grpFill/>
            <a:ln w="9525">
              <a:solidFill>
                <a:schemeClr val="bg1">
                  <a:lumMod val="65000"/>
                </a:schemeClr>
              </a:solidFill>
              <a:round/>
              <a:headEnd/>
              <a:tailEnd/>
            </a:ln>
          </p:spPr>
          <p:txBody>
            <a:bodyPr/>
            <a:lstStyle/>
            <a:p>
              <a:endParaRPr lang="en-US"/>
            </a:p>
          </p:txBody>
        </p:sp>
        <p:sp>
          <p:nvSpPr>
            <p:cNvPr id="103510" name="Oval 306"/>
            <p:cNvSpPr>
              <a:spLocks noChangeArrowheads="1"/>
            </p:cNvSpPr>
            <p:nvPr/>
          </p:nvSpPr>
          <p:spPr bwMode="auto">
            <a:xfrm>
              <a:off x="1457" y="2044"/>
              <a:ext cx="40" cy="40"/>
            </a:xfrm>
            <a:prstGeom prst="ellipse">
              <a:avLst/>
            </a:prstGeom>
            <a:grpFill/>
            <a:ln w="25400">
              <a:solidFill>
                <a:schemeClr val="bg1">
                  <a:lumMod val="65000"/>
                </a:schemeClr>
              </a:solidFill>
              <a:round/>
              <a:headEnd/>
              <a:tailEnd/>
            </a:ln>
          </p:spPr>
          <p:txBody>
            <a:bodyPr/>
            <a:lstStyle/>
            <a:p>
              <a:endParaRPr lang="en-US"/>
            </a:p>
          </p:txBody>
        </p:sp>
        <p:sp>
          <p:nvSpPr>
            <p:cNvPr id="103511" name="Oval 307"/>
            <p:cNvSpPr>
              <a:spLocks noChangeArrowheads="1"/>
            </p:cNvSpPr>
            <p:nvPr/>
          </p:nvSpPr>
          <p:spPr bwMode="auto">
            <a:xfrm>
              <a:off x="1457" y="2355"/>
              <a:ext cx="40" cy="32"/>
            </a:xfrm>
            <a:prstGeom prst="ellipse">
              <a:avLst/>
            </a:prstGeom>
            <a:grpFill/>
            <a:ln w="9525">
              <a:solidFill>
                <a:schemeClr val="bg1">
                  <a:lumMod val="65000"/>
                </a:schemeClr>
              </a:solidFill>
              <a:round/>
              <a:headEnd/>
              <a:tailEnd/>
            </a:ln>
          </p:spPr>
          <p:txBody>
            <a:bodyPr/>
            <a:lstStyle/>
            <a:p>
              <a:endParaRPr lang="en-US"/>
            </a:p>
          </p:txBody>
        </p:sp>
        <p:sp>
          <p:nvSpPr>
            <p:cNvPr id="103512" name="Oval 308"/>
            <p:cNvSpPr>
              <a:spLocks noChangeArrowheads="1"/>
            </p:cNvSpPr>
            <p:nvPr/>
          </p:nvSpPr>
          <p:spPr bwMode="auto">
            <a:xfrm>
              <a:off x="1457" y="2355"/>
              <a:ext cx="40" cy="32"/>
            </a:xfrm>
            <a:prstGeom prst="ellipse">
              <a:avLst/>
            </a:prstGeom>
            <a:grpFill/>
            <a:ln w="25400">
              <a:solidFill>
                <a:schemeClr val="bg1">
                  <a:lumMod val="65000"/>
                </a:schemeClr>
              </a:solidFill>
              <a:round/>
              <a:headEnd/>
              <a:tailEnd/>
            </a:ln>
          </p:spPr>
          <p:txBody>
            <a:bodyPr/>
            <a:lstStyle/>
            <a:p>
              <a:endParaRPr lang="en-US"/>
            </a:p>
          </p:txBody>
        </p:sp>
        <p:sp>
          <p:nvSpPr>
            <p:cNvPr id="103513" name="Oval 309"/>
            <p:cNvSpPr>
              <a:spLocks noChangeArrowheads="1"/>
            </p:cNvSpPr>
            <p:nvPr/>
          </p:nvSpPr>
          <p:spPr bwMode="auto">
            <a:xfrm>
              <a:off x="1457" y="2658"/>
              <a:ext cx="32" cy="32"/>
            </a:xfrm>
            <a:prstGeom prst="ellipse">
              <a:avLst/>
            </a:prstGeom>
            <a:grpFill/>
            <a:ln w="9525">
              <a:solidFill>
                <a:schemeClr val="bg1">
                  <a:lumMod val="65000"/>
                </a:schemeClr>
              </a:solidFill>
              <a:round/>
              <a:headEnd/>
              <a:tailEnd/>
            </a:ln>
          </p:spPr>
          <p:txBody>
            <a:bodyPr/>
            <a:lstStyle/>
            <a:p>
              <a:endParaRPr lang="en-US"/>
            </a:p>
          </p:txBody>
        </p:sp>
        <p:sp>
          <p:nvSpPr>
            <p:cNvPr id="103514" name="Oval 310"/>
            <p:cNvSpPr>
              <a:spLocks noChangeArrowheads="1"/>
            </p:cNvSpPr>
            <p:nvPr/>
          </p:nvSpPr>
          <p:spPr bwMode="auto">
            <a:xfrm>
              <a:off x="1457" y="2658"/>
              <a:ext cx="32" cy="32"/>
            </a:xfrm>
            <a:prstGeom prst="ellipse">
              <a:avLst/>
            </a:prstGeom>
            <a:grpFill/>
            <a:ln w="25400">
              <a:solidFill>
                <a:schemeClr val="bg1">
                  <a:lumMod val="65000"/>
                </a:schemeClr>
              </a:solidFill>
              <a:round/>
              <a:headEnd/>
              <a:tailEnd/>
            </a:ln>
          </p:spPr>
          <p:txBody>
            <a:bodyPr/>
            <a:lstStyle/>
            <a:p>
              <a:endParaRPr lang="en-US"/>
            </a:p>
          </p:txBody>
        </p:sp>
        <p:sp>
          <p:nvSpPr>
            <p:cNvPr id="103515" name="Oval 311"/>
            <p:cNvSpPr>
              <a:spLocks noChangeArrowheads="1"/>
            </p:cNvSpPr>
            <p:nvPr/>
          </p:nvSpPr>
          <p:spPr bwMode="auto">
            <a:xfrm>
              <a:off x="1449" y="2969"/>
              <a:ext cx="40" cy="32"/>
            </a:xfrm>
            <a:prstGeom prst="ellipse">
              <a:avLst/>
            </a:prstGeom>
            <a:grpFill/>
            <a:ln w="9525">
              <a:solidFill>
                <a:schemeClr val="bg1">
                  <a:lumMod val="65000"/>
                </a:schemeClr>
              </a:solidFill>
              <a:round/>
              <a:headEnd/>
              <a:tailEnd/>
            </a:ln>
          </p:spPr>
          <p:txBody>
            <a:bodyPr/>
            <a:lstStyle/>
            <a:p>
              <a:endParaRPr lang="en-US"/>
            </a:p>
          </p:txBody>
        </p:sp>
        <p:sp>
          <p:nvSpPr>
            <p:cNvPr id="103516" name="Oval 312"/>
            <p:cNvSpPr>
              <a:spLocks noChangeArrowheads="1"/>
            </p:cNvSpPr>
            <p:nvPr/>
          </p:nvSpPr>
          <p:spPr bwMode="auto">
            <a:xfrm>
              <a:off x="1449" y="2969"/>
              <a:ext cx="40" cy="32"/>
            </a:xfrm>
            <a:prstGeom prst="ellipse">
              <a:avLst/>
            </a:prstGeom>
            <a:grpFill/>
            <a:ln w="25400">
              <a:solidFill>
                <a:schemeClr val="bg1">
                  <a:lumMod val="65000"/>
                </a:schemeClr>
              </a:solidFill>
              <a:round/>
              <a:headEnd/>
              <a:tailEnd/>
            </a:ln>
          </p:spPr>
          <p:txBody>
            <a:bodyPr/>
            <a:lstStyle/>
            <a:p>
              <a:endParaRPr lang="en-US"/>
            </a:p>
          </p:txBody>
        </p:sp>
        <p:grpSp>
          <p:nvGrpSpPr>
            <p:cNvPr id="103517" name="Group 313"/>
            <p:cNvGrpSpPr>
              <a:grpSpLocks/>
            </p:cNvGrpSpPr>
            <p:nvPr/>
          </p:nvGrpSpPr>
          <p:grpSpPr bwMode="auto">
            <a:xfrm>
              <a:off x="1912" y="1741"/>
              <a:ext cx="40" cy="1260"/>
              <a:chOff x="1912" y="1741"/>
              <a:chExt cx="40" cy="1260"/>
            </a:xfrm>
            <a:grpFill/>
          </p:grpSpPr>
          <p:sp>
            <p:nvSpPr>
              <p:cNvPr id="104419" name="Oval 314"/>
              <p:cNvSpPr>
                <a:spLocks noChangeArrowheads="1"/>
              </p:cNvSpPr>
              <p:nvPr/>
            </p:nvSpPr>
            <p:spPr bwMode="auto">
              <a:xfrm>
                <a:off x="1920" y="1741"/>
                <a:ext cx="32" cy="32"/>
              </a:xfrm>
              <a:prstGeom prst="ellipse">
                <a:avLst/>
              </a:prstGeom>
              <a:grpFill/>
              <a:ln w="9525">
                <a:solidFill>
                  <a:schemeClr val="bg1">
                    <a:lumMod val="65000"/>
                  </a:schemeClr>
                </a:solidFill>
                <a:round/>
                <a:headEnd/>
                <a:tailEnd/>
              </a:ln>
            </p:spPr>
            <p:txBody>
              <a:bodyPr/>
              <a:lstStyle/>
              <a:p>
                <a:endParaRPr lang="en-US"/>
              </a:p>
            </p:txBody>
          </p:sp>
          <p:sp>
            <p:nvSpPr>
              <p:cNvPr id="104420" name="Oval 315"/>
              <p:cNvSpPr>
                <a:spLocks noChangeArrowheads="1"/>
              </p:cNvSpPr>
              <p:nvPr/>
            </p:nvSpPr>
            <p:spPr bwMode="auto">
              <a:xfrm>
                <a:off x="1920" y="1741"/>
                <a:ext cx="32" cy="32"/>
              </a:xfrm>
              <a:prstGeom prst="ellipse">
                <a:avLst/>
              </a:prstGeom>
              <a:grpFill/>
              <a:ln w="25400">
                <a:solidFill>
                  <a:schemeClr val="bg1">
                    <a:lumMod val="65000"/>
                  </a:schemeClr>
                </a:solidFill>
                <a:round/>
                <a:headEnd/>
                <a:tailEnd/>
              </a:ln>
            </p:spPr>
            <p:txBody>
              <a:bodyPr/>
              <a:lstStyle/>
              <a:p>
                <a:endParaRPr lang="en-US"/>
              </a:p>
            </p:txBody>
          </p:sp>
          <p:sp>
            <p:nvSpPr>
              <p:cNvPr id="104421" name="Oval 316"/>
              <p:cNvSpPr>
                <a:spLocks noChangeArrowheads="1"/>
              </p:cNvSpPr>
              <p:nvPr/>
            </p:nvSpPr>
            <p:spPr bwMode="auto">
              <a:xfrm>
                <a:off x="1920" y="2044"/>
                <a:ext cx="32" cy="32"/>
              </a:xfrm>
              <a:prstGeom prst="ellipse">
                <a:avLst/>
              </a:prstGeom>
              <a:grpFill/>
              <a:ln w="9525">
                <a:solidFill>
                  <a:schemeClr val="bg1">
                    <a:lumMod val="65000"/>
                  </a:schemeClr>
                </a:solidFill>
                <a:round/>
                <a:headEnd/>
                <a:tailEnd/>
              </a:ln>
            </p:spPr>
            <p:txBody>
              <a:bodyPr/>
              <a:lstStyle/>
              <a:p>
                <a:endParaRPr lang="en-US"/>
              </a:p>
            </p:txBody>
          </p:sp>
          <p:sp>
            <p:nvSpPr>
              <p:cNvPr id="104422" name="Oval 317"/>
              <p:cNvSpPr>
                <a:spLocks noChangeArrowheads="1"/>
              </p:cNvSpPr>
              <p:nvPr/>
            </p:nvSpPr>
            <p:spPr bwMode="auto">
              <a:xfrm>
                <a:off x="1920" y="2044"/>
                <a:ext cx="32" cy="32"/>
              </a:xfrm>
              <a:prstGeom prst="ellipse">
                <a:avLst/>
              </a:prstGeom>
              <a:grpFill/>
              <a:ln w="25400">
                <a:solidFill>
                  <a:schemeClr val="bg1">
                    <a:lumMod val="65000"/>
                  </a:schemeClr>
                </a:solidFill>
                <a:round/>
                <a:headEnd/>
                <a:tailEnd/>
              </a:ln>
            </p:spPr>
            <p:txBody>
              <a:bodyPr/>
              <a:lstStyle/>
              <a:p>
                <a:endParaRPr lang="en-US"/>
              </a:p>
            </p:txBody>
          </p:sp>
          <p:sp>
            <p:nvSpPr>
              <p:cNvPr id="104423" name="Oval 318"/>
              <p:cNvSpPr>
                <a:spLocks noChangeArrowheads="1"/>
              </p:cNvSpPr>
              <p:nvPr/>
            </p:nvSpPr>
            <p:spPr bwMode="auto">
              <a:xfrm>
                <a:off x="1920" y="2347"/>
                <a:ext cx="32" cy="40"/>
              </a:xfrm>
              <a:prstGeom prst="ellipse">
                <a:avLst/>
              </a:prstGeom>
              <a:grpFill/>
              <a:ln w="9525">
                <a:solidFill>
                  <a:schemeClr val="bg1">
                    <a:lumMod val="65000"/>
                  </a:schemeClr>
                </a:solidFill>
                <a:round/>
                <a:headEnd/>
                <a:tailEnd/>
              </a:ln>
            </p:spPr>
            <p:txBody>
              <a:bodyPr/>
              <a:lstStyle/>
              <a:p>
                <a:endParaRPr lang="en-US"/>
              </a:p>
            </p:txBody>
          </p:sp>
          <p:sp>
            <p:nvSpPr>
              <p:cNvPr id="104424" name="Oval 319"/>
              <p:cNvSpPr>
                <a:spLocks noChangeArrowheads="1"/>
              </p:cNvSpPr>
              <p:nvPr/>
            </p:nvSpPr>
            <p:spPr bwMode="auto">
              <a:xfrm>
                <a:off x="1920" y="2347"/>
                <a:ext cx="32" cy="40"/>
              </a:xfrm>
              <a:prstGeom prst="ellipse">
                <a:avLst/>
              </a:prstGeom>
              <a:grpFill/>
              <a:ln w="25400">
                <a:solidFill>
                  <a:schemeClr val="bg1">
                    <a:lumMod val="65000"/>
                  </a:schemeClr>
                </a:solidFill>
                <a:round/>
                <a:headEnd/>
                <a:tailEnd/>
              </a:ln>
            </p:spPr>
            <p:txBody>
              <a:bodyPr/>
              <a:lstStyle/>
              <a:p>
                <a:endParaRPr lang="en-US"/>
              </a:p>
            </p:txBody>
          </p:sp>
          <p:sp>
            <p:nvSpPr>
              <p:cNvPr id="104425" name="Oval 320"/>
              <p:cNvSpPr>
                <a:spLocks noChangeArrowheads="1"/>
              </p:cNvSpPr>
              <p:nvPr/>
            </p:nvSpPr>
            <p:spPr bwMode="auto">
              <a:xfrm>
                <a:off x="1920" y="2658"/>
                <a:ext cx="32" cy="32"/>
              </a:xfrm>
              <a:prstGeom prst="ellipse">
                <a:avLst/>
              </a:prstGeom>
              <a:grpFill/>
              <a:ln w="9525">
                <a:solidFill>
                  <a:schemeClr val="bg1">
                    <a:lumMod val="65000"/>
                  </a:schemeClr>
                </a:solidFill>
                <a:round/>
                <a:headEnd/>
                <a:tailEnd/>
              </a:ln>
            </p:spPr>
            <p:txBody>
              <a:bodyPr/>
              <a:lstStyle/>
              <a:p>
                <a:endParaRPr lang="en-US"/>
              </a:p>
            </p:txBody>
          </p:sp>
          <p:sp>
            <p:nvSpPr>
              <p:cNvPr id="104426" name="Oval 321"/>
              <p:cNvSpPr>
                <a:spLocks noChangeArrowheads="1"/>
              </p:cNvSpPr>
              <p:nvPr/>
            </p:nvSpPr>
            <p:spPr bwMode="auto">
              <a:xfrm>
                <a:off x="1920" y="2658"/>
                <a:ext cx="32" cy="32"/>
              </a:xfrm>
              <a:prstGeom prst="ellipse">
                <a:avLst/>
              </a:prstGeom>
              <a:grpFill/>
              <a:ln w="25400">
                <a:solidFill>
                  <a:schemeClr val="bg1">
                    <a:lumMod val="65000"/>
                  </a:schemeClr>
                </a:solidFill>
                <a:round/>
                <a:headEnd/>
                <a:tailEnd/>
              </a:ln>
            </p:spPr>
            <p:txBody>
              <a:bodyPr/>
              <a:lstStyle/>
              <a:p>
                <a:endParaRPr lang="en-US"/>
              </a:p>
            </p:txBody>
          </p:sp>
          <p:sp>
            <p:nvSpPr>
              <p:cNvPr id="104427" name="Oval 322"/>
              <p:cNvSpPr>
                <a:spLocks noChangeArrowheads="1"/>
              </p:cNvSpPr>
              <p:nvPr/>
            </p:nvSpPr>
            <p:spPr bwMode="auto">
              <a:xfrm>
                <a:off x="1912" y="2961"/>
                <a:ext cx="32" cy="40"/>
              </a:xfrm>
              <a:prstGeom prst="ellipse">
                <a:avLst/>
              </a:prstGeom>
              <a:grpFill/>
              <a:ln w="9525">
                <a:solidFill>
                  <a:schemeClr val="bg1">
                    <a:lumMod val="65000"/>
                  </a:schemeClr>
                </a:solidFill>
                <a:round/>
                <a:headEnd/>
                <a:tailEnd/>
              </a:ln>
            </p:spPr>
            <p:txBody>
              <a:bodyPr/>
              <a:lstStyle/>
              <a:p>
                <a:endParaRPr lang="en-US"/>
              </a:p>
            </p:txBody>
          </p:sp>
          <p:sp>
            <p:nvSpPr>
              <p:cNvPr id="104428" name="Oval 323"/>
              <p:cNvSpPr>
                <a:spLocks noChangeArrowheads="1"/>
              </p:cNvSpPr>
              <p:nvPr/>
            </p:nvSpPr>
            <p:spPr bwMode="auto">
              <a:xfrm>
                <a:off x="1912" y="2961"/>
                <a:ext cx="32" cy="40"/>
              </a:xfrm>
              <a:prstGeom prst="ellipse">
                <a:avLst/>
              </a:prstGeom>
              <a:grpFill/>
              <a:ln w="25400">
                <a:solidFill>
                  <a:schemeClr val="bg1">
                    <a:lumMod val="65000"/>
                  </a:schemeClr>
                </a:solidFill>
                <a:round/>
                <a:headEnd/>
                <a:tailEnd/>
              </a:ln>
            </p:spPr>
            <p:txBody>
              <a:bodyPr/>
              <a:lstStyle/>
              <a:p>
                <a:endParaRPr lang="en-US"/>
              </a:p>
            </p:txBody>
          </p:sp>
        </p:grpSp>
        <p:grpSp>
          <p:nvGrpSpPr>
            <p:cNvPr id="103518" name="Group 324"/>
            <p:cNvGrpSpPr>
              <a:grpSpLocks/>
            </p:cNvGrpSpPr>
            <p:nvPr/>
          </p:nvGrpSpPr>
          <p:grpSpPr bwMode="auto">
            <a:xfrm>
              <a:off x="2375" y="1749"/>
              <a:ext cx="40" cy="1252"/>
              <a:chOff x="2375" y="1749"/>
              <a:chExt cx="40" cy="1252"/>
            </a:xfrm>
            <a:grpFill/>
          </p:grpSpPr>
          <p:sp>
            <p:nvSpPr>
              <p:cNvPr id="104409" name="Oval 325"/>
              <p:cNvSpPr>
                <a:spLocks noChangeArrowheads="1"/>
              </p:cNvSpPr>
              <p:nvPr/>
            </p:nvSpPr>
            <p:spPr bwMode="auto">
              <a:xfrm>
                <a:off x="2375" y="1749"/>
                <a:ext cx="32" cy="32"/>
              </a:xfrm>
              <a:prstGeom prst="ellipse">
                <a:avLst/>
              </a:prstGeom>
              <a:grpFill/>
              <a:ln w="9525">
                <a:solidFill>
                  <a:schemeClr val="bg1">
                    <a:lumMod val="65000"/>
                  </a:schemeClr>
                </a:solidFill>
                <a:round/>
                <a:headEnd/>
                <a:tailEnd/>
              </a:ln>
            </p:spPr>
            <p:txBody>
              <a:bodyPr/>
              <a:lstStyle/>
              <a:p>
                <a:endParaRPr lang="en-US"/>
              </a:p>
            </p:txBody>
          </p:sp>
          <p:sp>
            <p:nvSpPr>
              <p:cNvPr id="104410" name="Oval 326"/>
              <p:cNvSpPr>
                <a:spLocks noChangeArrowheads="1"/>
              </p:cNvSpPr>
              <p:nvPr/>
            </p:nvSpPr>
            <p:spPr bwMode="auto">
              <a:xfrm>
                <a:off x="2375" y="1749"/>
                <a:ext cx="32" cy="32"/>
              </a:xfrm>
              <a:prstGeom prst="ellipse">
                <a:avLst/>
              </a:prstGeom>
              <a:grpFill/>
              <a:ln w="25400">
                <a:solidFill>
                  <a:schemeClr val="bg1">
                    <a:lumMod val="65000"/>
                  </a:schemeClr>
                </a:solidFill>
                <a:round/>
                <a:headEnd/>
                <a:tailEnd/>
              </a:ln>
            </p:spPr>
            <p:txBody>
              <a:bodyPr/>
              <a:lstStyle/>
              <a:p>
                <a:endParaRPr lang="en-US"/>
              </a:p>
            </p:txBody>
          </p:sp>
          <p:sp>
            <p:nvSpPr>
              <p:cNvPr id="104411" name="Oval 327"/>
              <p:cNvSpPr>
                <a:spLocks noChangeArrowheads="1"/>
              </p:cNvSpPr>
              <p:nvPr/>
            </p:nvSpPr>
            <p:spPr bwMode="auto">
              <a:xfrm>
                <a:off x="2383" y="2052"/>
                <a:ext cx="32" cy="32"/>
              </a:xfrm>
              <a:prstGeom prst="ellipse">
                <a:avLst/>
              </a:prstGeom>
              <a:grpFill/>
              <a:ln w="9525">
                <a:solidFill>
                  <a:schemeClr val="bg1">
                    <a:lumMod val="65000"/>
                  </a:schemeClr>
                </a:solidFill>
                <a:round/>
                <a:headEnd/>
                <a:tailEnd/>
              </a:ln>
            </p:spPr>
            <p:txBody>
              <a:bodyPr/>
              <a:lstStyle/>
              <a:p>
                <a:endParaRPr lang="en-US"/>
              </a:p>
            </p:txBody>
          </p:sp>
          <p:sp>
            <p:nvSpPr>
              <p:cNvPr id="104412" name="Oval 328"/>
              <p:cNvSpPr>
                <a:spLocks noChangeArrowheads="1"/>
              </p:cNvSpPr>
              <p:nvPr/>
            </p:nvSpPr>
            <p:spPr bwMode="auto">
              <a:xfrm>
                <a:off x="2383" y="2052"/>
                <a:ext cx="32" cy="32"/>
              </a:xfrm>
              <a:prstGeom prst="ellipse">
                <a:avLst/>
              </a:prstGeom>
              <a:grpFill/>
              <a:ln w="25400">
                <a:solidFill>
                  <a:schemeClr val="bg1">
                    <a:lumMod val="65000"/>
                  </a:schemeClr>
                </a:solidFill>
                <a:round/>
                <a:headEnd/>
                <a:tailEnd/>
              </a:ln>
            </p:spPr>
            <p:txBody>
              <a:bodyPr/>
              <a:lstStyle/>
              <a:p>
                <a:endParaRPr lang="en-US"/>
              </a:p>
            </p:txBody>
          </p:sp>
          <p:sp>
            <p:nvSpPr>
              <p:cNvPr id="104413" name="Oval 329"/>
              <p:cNvSpPr>
                <a:spLocks noChangeArrowheads="1"/>
              </p:cNvSpPr>
              <p:nvPr/>
            </p:nvSpPr>
            <p:spPr bwMode="auto">
              <a:xfrm>
                <a:off x="2383" y="2355"/>
                <a:ext cx="32" cy="32"/>
              </a:xfrm>
              <a:prstGeom prst="ellipse">
                <a:avLst/>
              </a:prstGeom>
              <a:grpFill/>
              <a:ln w="9525">
                <a:solidFill>
                  <a:schemeClr val="bg1">
                    <a:lumMod val="65000"/>
                  </a:schemeClr>
                </a:solidFill>
                <a:round/>
                <a:headEnd/>
                <a:tailEnd/>
              </a:ln>
            </p:spPr>
            <p:txBody>
              <a:bodyPr/>
              <a:lstStyle/>
              <a:p>
                <a:endParaRPr lang="en-US"/>
              </a:p>
            </p:txBody>
          </p:sp>
          <p:sp>
            <p:nvSpPr>
              <p:cNvPr id="104414" name="Oval 330"/>
              <p:cNvSpPr>
                <a:spLocks noChangeArrowheads="1"/>
              </p:cNvSpPr>
              <p:nvPr/>
            </p:nvSpPr>
            <p:spPr bwMode="auto">
              <a:xfrm>
                <a:off x="2383" y="2355"/>
                <a:ext cx="32" cy="32"/>
              </a:xfrm>
              <a:prstGeom prst="ellipse">
                <a:avLst/>
              </a:prstGeom>
              <a:grpFill/>
              <a:ln w="25400">
                <a:solidFill>
                  <a:schemeClr val="bg1">
                    <a:lumMod val="65000"/>
                  </a:schemeClr>
                </a:solidFill>
                <a:round/>
                <a:headEnd/>
                <a:tailEnd/>
              </a:ln>
            </p:spPr>
            <p:txBody>
              <a:bodyPr/>
              <a:lstStyle/>
              <a:p>
                <a:endParaRPr lang="en-US"/>
              </a:p>
            </p:txBody>
          </p:sp>
          <p:sp>
            <p:nvSpPr>
              <p:cNvPr id="104415" name="Oval 331"/>
              <p:cNvSpPr>
                <a:spLocks noChangeArrowheads="1"/>
              </p:cNvSpPr>
              <p:nvPr/>
            </p:nvSpPr>
            <p:spPr bwMode="auto">
              <a:xfrm>
                <a:off x="2375" y="2658"/>
                <a:ext cx="32" cy="40"/>
              </a:xfrm>
              <a:prstGeom prst="ellipse">
                <a:avLst/>
              </a:prstGeom>
              <a:grpFill/>
              <a:ln w="9525">
                <a:solidFill>
                  <a:schemeClr val="bg1">
                    <a:lumMod val="65000"/>
                  </a:schemeClr>
                </a:solidFill>
                <a:round/>
                <a:headEnd/>
                <a:tailEnd/>
              </a:ln>
            </p:spPr>
            <p:txBody>
              <a:bodyPr/>
              <a:lstStyle/>
              <a:p>
                <a:endParaRPr lang="en-US"/>
              </a:p>
            </p:txBody>
          </p:sp>
          <p:sp>
            <p:nvSpPr>
              <p:cNvPr id="104416" name="Oval 332"/>
              <p:cNvSpPr>
                <a:spLocks noChangeArrowheads="1"/>
              </p:cNvSpPr>
              <p:nvPr/>
            </p:nvSpPr>
            <p:spPr bwMode="auto">
              <a:xfrm>
                <a:off x="2375" y="2658"/>
                <a:ext cx="32" cy="40"/>
              </a:xfrm>
              <a:prstGeom prst="ellipse">
                <a:avLst/>
              </a:prstGeom>
              <a:grpFill/>
              <a:ln w="25400">
                <a:solidFill>
                  <a:schemeClr val="bg1">
                    <a:lumMod val="65000"/>
                  </a:schemeClr>
                </a:solidFill>
                <a:round/>
                <a:headEnd/>
                <a:tailEnd/>
              </a:ln>
            </p:spPr>
            <p:txBody>
              <a:bodyPr/>
              <a:lstStyle/>
              <a:p>
                <a:endParaRPr lang="en-US"/>
              </a:p>
            </p:txBody>
          </p:sp>
          <p:sp>
            <p:nvSpPr>
              <p:cNvPr id="104417" name="Oval 333"/>
              <p:cNvSpPr>
                <a:spLocks noChangeArrowheads="1"/>
              </p:cNvSpPr>
              <p:nvPr/>
            </p:nvSpPr>
            <p:spPr bwMode="auto">
              <a:xfrm>
                <a:off x="2375" y="2969"/>
                <a:ext cx="32" cy="32"/>
              </a:xfrm>
              <a:prstGeom prst="ellipse">
                <a:avLst/>
              </a:prstGeom>
              <a:grpFill/>
              <a:ln w="9525">
                <a:solidFill>
                  <a:schemeClr val="bg1">
                    <a:lumMod val="65000"/>
                  </a:schemeClr>
                </a:solidFill>
                <a:round/>
                <a:headEnd/>
                <a:tailEnd/>
              </a:ln>
            </p:spPr>
            <p:txBody>
              <a:bodyPr/>
              <a:lstStyle/>
              <a:p>
                <a:endParaRPr lang="en-US"/>
              </a:p>
            </p:txBody>
          </p:sp>
          <p:sp>
            <p:nvSpPr>
              <p:cNvPr id="104418" name="Oval 334"/>
              <p:cNvSpPr>
                <a:spLocks noChangeArrowheads="1"/>
              </p:cNvSpPr>
              <p:nvPr/>
            </p:nvSpPr>
            <p:spPr bwMode="auto">
              <a:xfrm>
                <a:off x="2375" y="2969"/>
                <a:ext cx="32" cy="32"/>
              </a:xfrm>
              <a:prstGeom prst="ellipse">
                <a:avLst/>
              </a:prstGeom>
              <a:grpFill/>
              <a:ln w="25400">
                <a:solidFill>
                  <a:schemeClr val="bg1">
                    <a:lumMod val="65000"/>
                  </a:schemeClr>
                </a:solidFill>
                <a:round/>
                <a:headEnd/>
                <a:tailEnd/>
              </a:ln>
            </p:spPr>
            <p:txBody>
              <a:bodyPr/>
              <a:lstStyle/>
              <a:p>
                <a:endParaRPr lang="en-US"/>
              </a:p>
            </p:txBody>
          </p:sp>
        </p:grpSp>
        <p:grpSp>
          <p:nvGrpSpPr>
            <p:cNvPr id="103519" name="Group 335"/>
            <p:cNvGrpSpPr>
              <a:grpSpLocks/>
            </p:cNvGrpSpPr>
            <p:nvPr/>
          </p:nvGrpSpPr>
          <p:grpSpPr bwMode="auto">
            <a:xfrm>
              <a:off x="1489" y="2076"/>
              <a:ext cx="431" cy="284"/>
              <a:chOff x="1489" y="2076"/>
              <a:chExt cx="431" cy="284"/>
            </a:xfrm>
            <a:grpFill/>
          </p:grpSpPr>
          <p:sp>
            <p:nvSpPr>
              <p:cNvPr id="104407" name="Freeform 336"/>
              <p:cNvSpPr>
                <a:spLocks/>
              </p:cNvSpPr>
              <p:nvPr/>
            </p:nvSpPr>
            <p:spPr bwMode="auto">
              <a:xfrm>
                <a:off x="1784" y="2076"/>
                <a:ext cx="136" cy="96"/>
              </a:xfrm>
              <a:custGeom>
                <a:avLst/>
                <a:gdLst>
                  <a:gd name="T0" fmla="*/ 136 w 136"/>
                  <a:gd name="T1" fmla="*/ 0 h 96"/>
                  <a:gd name="T2" fmla="*/ 40 w 136"/>
                  <a:gd name="T3" fmla="*/ 96 h 96"/>
                  <a:gd name="T4" fmla="*/ 24 w 136"/>
                  <a:gd name="T5" fmla="*/ 72 h 96"/>
                  <a:gd name="T6" fmla="*/ 0 w 136"/>
                  <a:gd name="T7" fmla="*/ 40 h 96"/>
                  <a:gd name="T8" fmla="*/ 136 w 136"/>
                  <a:gd name="T9" fmla="*/ 0 h 96"/>
                  <a:gd name="T10" fmla="*/ 0 60000 65536"/>
                  <a:gd name="T11" fmla="*/ 0 60000 65536"/>
                  <a:gd name="T12" fmla="*/ 0 60000 65536"/>
                  <a:gd name="T13" fmla="*/ 0 60000 65536"/>
                  <a:gd name="T14" fmla="*/ 0 60000 65536"/>
                  <a:gd name="T15" fmla="*/ 0 w 136"/>
                  <a:gd name="T16" fmla="*/ 0 h 96"/>
                  <a:gd name="T17" fmla="*/ 136 w 136"/>
                  <a:gd name="T18" fmla="*/ 96 h 96"/>
                </a:gdLst>
                <a:ahLst/>
                <a:cxnLst>
                  <a:cxn ang="T10">
                    <a:pos x="T0" y="T1"/>
                  </a:cxn>
                  <a:cxn ang="T11">
                    <a:pos x="T2" y="T3"/>
                  </a:cxn>
                  <a:cxn ang="T12">
                    <a:pos x="T4" y="T5"/>
                  </a:cxn>
                  <a:cxn ang="T13">
                    <a:pos x="T6" y="T7"/>
                  </a:cxn>
                  <a:cxn ang="T14">
                    <a:pos x="T8" y="T9"/>
                  </a:cxn>
                </a:cxnLst>
                <a:rect l="T15" t="T16" r="T17" b="T18"/>
                <a:pathLst>
                  <a:path w="136" h="96">
                    <a:moveTo>
                      <a:pt x="136" y="0"/>
                    </a:moveTo>
                    <a:lnTo>
                      <a:pt x="40" y="96"/>
                    </a:lnTo>
                    <a:lnTo>
                      <a:pt x="24" y="72"/>
                    </a:lnTo>
                    <a:lnTo>
                      <a:pt x="0" y="40"/>
                    </a:lnTo>
                    <a:lnTo>
                      <a:pt x="136" y="0"/>
                    </a:lnTo>
                    <a:close/>
                  </a:path>
                </a:pathLst>
              </a:custGeom>
              <a:grpFill/>
              <a:ln w="9525">
                <a:solidFill>
                  <a:schemeClr val="bg1">
                    <a:lumMod val="65000"/>
                  </a:schemeClr>
                </a:solidFill>
                <a:round/>
                <a:headEnd/>
                <a:tailEnd/>
              </a:ln>
            </p:spPr>
            <p:txBody>
              <a:bodyPr/>
              <a:lstStyle/>
              <a:p>
                <a:endParaRPr lang="en-US"/>
              </a:p>
            </p:txBody>
          </p:sp>
          <p:sp>
            <p:nvSpPr>
              <p:cNvPr id="104408" name="Line 337"/>
              <p:cNvSpPr>
                <a:spLocks noChangeShapeType="1"/>
              </p:cNvSpPr>
              <p:nvPr/>
            </p:nvSpPr>
            <p:spPr bwMode="auto">
              <a:xfrm flipV="1">
                <a:off x="1489" y="2143"/>
                <a:ext cx="327" cy="217"/>
              </a:xfrm>
              <a:prstGeom prst="line">
                <a:avLst/>
              </a:prstGeom>
              <a:grpFill/>
              <a:ln w="25400">
                <a:solidFill>
                  <a:schemeClr val="bg1">
                    <a:lumMod val="65000"/>
                  </a:schemeClr>
                </a:solidFill>
                <a:round/>
                <a:headEnd/>
                <a:tailEnd/>
              </a:ln>
            </p:spPr>
            <p:txBody>
              <a:bodyPr/>
              <a:lstStyle/>
              <a:p>
                <a:endParaRPr lang="en-US"/>
              </a:p>
            </p:txBody>
          </p:sp>
        </p:grpSp>
        <p:grpSp>
          <p:nvGrpSpPr>
            <p:cNvPr id="103520" name="Group 338"/>
            <p:cNvGrpSpPr>
              <a:grpSpLocks/>
            </p:cNvGrpSpPr>
            <p:nvPr/>
          </p:nvGrpSpPr>
          <p:grpSpPr bwMode="auto">
            <a:xfrm>
              <a:off x="1489" y="1733"/>
              <a:ext cx="423" cy="56"/>
              <a:chOff x="1489" y="1733"/>
              <a:chExt cx="423" cy="56"/>
            </a:xfrm>
            <a:grpFill/>
          </p:grpSpPr>
          <p:sp>
            <p:nvSpPr>
              <p:cNvPr id="104399" name="Freeform 339"/>
              <p:cNvSpPr>
                <a:spLocks/>
              </p:cNvSpPr>
              <p:nvPr/>
            </p:nvSpPr>
            <p:spPr bwMode="auto">
              <a:xfrm>
                <a:off x="1792" y="1733"/>
                <a:ext cx="120" cy="56"/>
              </a:xfrm>
              <a:custGeom>
                <a:avLst/>
                <a:gdLst>
                  <a:gd name="T0" fmla="*/ 120 w 120"/>
                  <a:gd name="T1" fmla="*/ 24 h 56"/>
                  <a:gd name="T2" fmla="*/ 0 w 120"/>
                  <a:gd name="T3" fmla="*/ 56 h 56"/>
                  <a:gd name="T4" fmla="*/ 0 w 120"/>
                  <a:gd name="T5" fmla="*/ 24 h 56"/>
                  <a:gd name="T6" fmla="*/ 0 w 120"/>
                  <a:gd name="T7" fmla="*/ 0 h 56"/>
                  <a:gd name="T8" fmla="*/ 120 w 120"/>
                  <a:gd name="T9" fmla="*/ 24 h 56"/>
                  <a:gd name="T10" fmla="*/ 0 60000 65536"/>
                  <a:gd name="T11" fmla="*/ 0 60000 65536"/>
                  <a:gd name="T12" fmla="*/ 0 60000 65536"/>
                  <a:gd name="T13" fmla="*/ 0 60000 65536"/>
                  <a:gd name="T14" fmla="*/ 0 60000 65536"/>
                  <a:gd name="T15" fmla="*/ 0 w 120"/>
                  <a:gd name="T16" fmla="*/ 0 h 56"/>
                  <a:gd name="T17" fmla="*/ 120 w 120"/>
                  <a:gd name="T18" fmla="*/ 56 h 56"/>
                </a:gdLst>
                <a:ahLst/>
                <a:cxnLst>
                  <a:cxn ang="T10">
                    <a:pos x="T0" y="T1"/>
                  </a:cxn>
                  <a:cxn ang="T11">
                    <a:pos x="T2" y="T3"/>
                  </a:cxn>
                  <a:cxn ang="T12">
                    <a:pos x="T4" y="T5"/>
                  </a:cxn>
                  <a:cxn ang="T13">
                    <a:pos x="T6" y="T7"/>
                  </a:cxn>
                  <a:cxn ang="T14">
                    <a:pos x="T8" y="T9"/>
                  </a:cxn>
                </a:cxnLst>
                <a:rect l="T15" t="T16" r="T17" b="T18"/>
                <a:pathLst>
                  <a:path w="120" h="56">
                    <a:moveTo>
                      <a:pt x="120" y="24"/>
                    </a:moveTo>
                    <a:lnTo>
                      <a:pt x="0" y="56"/>
                    </a:lnTo>
                    <a:lnTo>
                      <a:pt x="0" y="24"/>
                    </a:lnTo>
                    <a:lnTo>
                      <a:pt x="0" y="0"/>
                    </a:lnTo>
                    <a:lnTo>
                      <a:pt x="120" y="24"/>
                    </a:lnTo>
                    <a:close/>
                  </a:path>
                </a:pathLst>
              </a:custGeom>
              <a:grpFill/>
              <a:ln w="9525">
                <a:solidFill>
                  <a:schemeClr val="bg1">
                    <a:lumMod val="65000"/>
                  </a:schemeClr>
                </a:solidFill>
                <a:round/>
                <a:headEnd/>
                <a:tailEnd/>
              </a:ln>
            </p:spPr>
            <p:txBody>
              <a:bodyPr/>
              <a:lstStyle/>
              <a:p>
                <a:endParaRPr lang="en-US"/>
              </a:p>
            </p:txBody>
          </p:sp>
          <p:grpSp>
            <p:nvGrpSpPr>
              <p:cNvPr id="104400" name="Group 340"/>
              <p:cNvGrpSpPr>
                <a:grpSpLocks/>
              </p:cNvGrpSpPr>
              <p:nvPr/>
            </p:nvGrpSpPr>
            <p:grpSpPr bwMode="auto">
              <a:xfrm>
                <a:off x="1489" y="1757"/>
                <a:ext cx="295" cy="1"/>
                <a:chOff x="1489" y="1757"/>
                <a:chExt cx="295" cy="1"/>
              </a:xfrm>
              <a:grpFill/>
            </p:grpSpPr>
            <p:sp>
              <p:nvSpPr>
                <p:cNvPr id="104401" name="Line 341"/>
                <p:cNvSpPr>
                  <a:spLocks noChangeShapeType="1"/>
                </p:cNvSpPr>
                <p:nvPr/>
              </p:nvSpPr>
              <p:spPr bwMode="auto">
                <a:xfrm>
                  <a:off x="1489" y="1757"/>
                  <a:ext cx="24" cy="1"/>
                </a:xfrm>
                <a:prstGeom prst="line">
                  <a:avLst/>
                </a:prstGeom>
                <a:grpFill/>
                <a:ln w="12700">
                  <a:solidFill>
                    <a:schemeClr val="bg1">
                      <a:lumMod val="65000"/>
                    </a:schemeClr>
                  </a:solidFill>
                  <a:round/>
                  <a:headEnd/>
                  <a:tailEnd/>
                </a:ln>
              </p:spPr>
              <p:txBody>
                <a:bodyPr/>
                <a:lstStyle/>
                <a:p>
                  <a:endParaRPr lang="en-US"/>
                </a:p>
              </p:txBody>
            </p:sp>
            <p:sp>
              <p:nvSpPr>
                <p:cNvPr id="104402" name="Line 342"/>
                <p:cNvSpPr>
                  <a:spLocks noChangeShapeType="1"/>
                </p:cNvSpPr>
                <p:nvPr/>
              </p:nvSpPr>
              <p:spPr bwMode="auto">
                <a:xfrm>
                  <a:off x="1544" y="1757"/>
                  <a:ext cx="24" cy="1"/>
                </a:xfrm>
                <a:prstGeom prst="line">
                  <a:avLst/>
                </a:prstGeom>
                <a:grpFill/>
                <a:ln w="12700">
                  <a:solidFill>
                    <a:schemeClr val="bg1">
                      <a:lumMod val="65000"/>
                    </a:schemeClr>
                  </a:solidFill>
                  <a:round/>
                  <a:headEnd/>
                  <a:tailEnd/>
                </a:ln>
              </p:spPr>
              <p:txBody>
                <a:bodyPr/>
                <a:lstStyle/>
                <a:p>
                  <a:endParaRPr lang="en-US"/>
                </a:p>
              </p:txBody>
            </p:sp>
            <p:sp>
              <p:nvSpPr>
                <p:cNvPr id="104403" name="Line 343"/>
                <p:cNvSpPr>
                  <a:spLocks noChangeShapeType="1"/>
                </p:cNvSpPr>
                <p:nvPr/>
              </p:nvSpPr>
              <p:spPr bwMode="auto">
                <a:xfrm>
                  <a:off x="1600" y="1757"/>
                  <a:ext cx="24" cy="1"/>
                </a:xfrm>
                <a:prstGeom prst="line">
                  <a:avLst/>
                </a:prstGeom>
                <a:grpFill/>
                <a:ln w="12700">
                  <a:solidFill>
                    <a:schemeClr val="bg1">
                      <a:lumMod val="65000"/>
                    </a:schemeClr>
                  </a:solidFill>
                  <a:round/>
                  <a:headEnd/>
                  <a:tailEnd/>
                </a:ln>
              </p:spPr>
              <p:txBody>
                <a:bodyPr/>
                <a:lstStyle/>
                <a:p>
                  <a:endParaRPr lang="en-US"/>
                </a:p>
              </p:txBody>
            </p:sp>
            <p:sp>
              <p:nvSpPr>
                <p:cNvPr id="104404" name="Line 344"/>
                <p:cNvSpPr>
                  <a:spLocks noChangeShapeType="1"/>
                </p:cNvSpPr>
                <p:nvPr/>
              </p:nvSpPr>
              <p:spPr bwMode="auto">
                <a:xfrm>
                  <a:off x="1656" y="1757"/>
                  <a:ext cx="24" cy="1"/>
                </a:xfrm>
                <a:prstGeom prst="line">
                  <a:avLst/>
                </a:prstGeom>
                <a:grpFill/>
                <a:ln w="12700">
                  <a:solidFill>
                    <a:schemeClr val="bg1">
                      <a:lumMod val="65000"/>
                    </a:schemeClr>
                  </a:solidFill>
                  <a:round/>
                  <a:headEnd/>
                  <a:tailEnd/>
                </a:ln>
              </p:spPr>
              <p:txBody>
                <a:bodyPr/>
                <a:lstStyle/>
                <a:p>
                  <a:endParaRPr lang="en-US"/>
                </a:p>
              </p:txBody>
            </p:sp>
            <p:sp>
              <p:nvSpPr>
                <p:cNvPr id="104405" name="Line 345"/>
                <p:cNvSpPr>
                  <a:spLocks noChangeShapeType="1"/>
                </p:cNvSpPr>
                <p:nvPr/>
              </p:nvSpPr>
              <p:spPr bwMode="auto">
                <a:xfrm>
                  <a:off x="1712" y="1757"/>
                  <a:ext cx="24" cy="1"/>
                </a:xfrm>
                <a:prstGeom prst="line">
                  <a:avLst/>
                </a:prstGeom>
                <a:grpFill/>
                <a:ln w="12700">
                  <a:solidFill>
                    <a:schemeClr val="bg1">
                      <a:lumMod val="65000"/>
                    </a:schemeClr>
                  </a:solidFill>
                  <a:round/>
                  <a:headEnd/>
                  <a:tailEnd/>
                </a:ln>
              </p:spPr>
              <p:txBody>
                <a:bodyPr/>
                <a:lstStyle/>
                <a:p>
                  <a:endParaRPr lang="en-US"/>
                </a:p>
              </p:txBody>
            </p:sp>
            <p:sp>
              <p:nvSpPr>
                <p:cNvPr id="104406" name="Line 346"/>
                <p:cNvSpPr>
                  <a:spLocks noChangeShapeType="1"/>
                </p:cNvSpPr>
                <p:nvPr/>
              </p:nvSpPr>
              <p:spPr bwMode="auto">
                <a:xfrm>
                  <a:off x="1768" y="1757"/>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21" name="Group 347"/>
            <p:cNvGrpSpPr>
              <a:grpSpLocks/>
            </p:cNvGrpSpPr>
            <p:nvPr/>
          </p:nvGrpSpPr>
          <p:grpSpPr bwMode="auto">
            <a:xfrm>
              <a:off x="1952" y="1725"/>
              <a:ext cx="415" cy="56"/>
              <a:chOff x="1952" y="1725"/>
              <a:chExt cx="415" cy="56"/>
            </a:xfrm>
            <a:grpFill/>
          </p:grpSpPr>
          <p:sp>
            <p:nvSpPr>
              <p:cNvPr id="104391" name="Freeform 348"/>
              <p:cNvSpPr>
                <a:spLocks/>
              </p:cNvSpPr>
              <p:nvPr/>
            </p:nvSpPr>
            <p:spPr bwMode="auto">
              <a:xfrm>
                <a:off x="2255" y="1725"/>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4392" name="Group 349"/>
              <p:cNvGrpSpPr>
                <a:grpSpLocks/>
              </p:cNvGrpSpPr>
              <p:nvPr/>
            </p:nvGrpSpPr>
            <p:grpSpPr bwMode="auto">
              <a:xfrm>
                <a:off x="1952" y="1757"/>
                <a:ext cx="295" cy="1"/>
                <a:chOff x="1952" y="1757"/>
                <a:chExt cx="295" cy="1"/>
              </a:xfrm>
              <a:grpFill/>
            </p:grpSpPr>
            <p:sp>
              <p:nvSpPr>
                <p:cNvPr id="104393" name="Line 350"/>
                <p:cNvSpPr>
                  <a:spLocks noChangeShapeType="1"/>
                </p:cNvSpPr>
                <p:nvPr/>
              </p:nvSpPr>
              <p:spPr bwMode="auto">
                <a:xfrm>
                  <a:off x="1952" y="1757"/>
                  <a:ext cx="24" cy="1"/>
                </a:xfrm>
                <a:prstGeom prst="line">
                  <a:avLst/>
                </a:prstGeom>
                <a:grpFill/>
                <a:ln w="12700">
                  <a:solidFill>
                    <a:schemeClr val="bg1">
                      <a:lumMod val="65000"/>
                    </a:schemeClr>
                  </a:solidFill>
                  <a:round/>
                  <a:headEnd/>
                  <a:tailEnd/>
                </a:ln>
              </p:spPr>
              <p:txBody>
                <a:bodyPr/>
                <a:lstStyle/>
                <a:p>
                  <a:endParaRPr lang="en-US"/>
                </a:p>
              </p:txBody>
            </p:sp>
            <p:sp>
              <p:nvSpPr>
                <p:cNvPr id="104394" name="Line 351"/>
                <p:cNvSpPr>
                  <a:spLocks noChangeShapeType="1"/>
                </p:cNvSpPr>
                <p:nvPr/>
              </p:nvSpPr>
              <p:spPr bwMode="auto">
                <a:xfrm>
                  <a:off x="2008" y="1757"/>
                  <a:ext cx="23" cy="1"/>
                </a:xfrm>
                <a:prstGeom prst="line">
                  <a:avLst/>
                </a:prstGeom>
                <a:grpFill/>
                <a:ln w="12700">
                  <a:solidFill>
                    <a:schemeClr val="bg1">
                      <a:lumMod val="65000"/>
                    </a:schemeClr>
                  </a:solidFill>
                  <a:round/>
                  <a:headEnd/>
                  <a:tailEnd/>
                </a:ln>
              </p:spPr>
              <p:txBody>
                <a:bodyPr/>
                <a:lstStyle/>
                <a:p>
                  <a:endParaRPr lang="en-US"/>
                </a:p>
              </p:txBody>
            </p:sp>
            <p:sp>
              <p:nvSpPr>
                <p:cNvPr id="104395" name="Line 352"/>
                <p:cNvSpPr>
                  <a:spLocks noChangeShapeType="1"/>
                </p:cNvSpPr>
                <p:nvPr/>
              </p:nvSpPr>
              <p:spPr bwMode="auto">
                <a:xfrm>
                  <a:off x="2063" y="1757"/>
                  <a:ext cx="24" cy="1"/>
                </a:xfrm>
                <a:prstGeom prst="line">
                  <a:avLst/>
                </a:prstGeom>
                <a:grpFill/>
                <a:ln w="12700">
                  <a:solidFill>
                    <a:schemeClr val="bg1">
                      <a:lumMod val="65000"/>
                    </a:schemeClr>
                  </a:solidFill>
                  <a:round/>
                  <a:headEnd/>
                  <a:tailEnd/>
                </a:ln>
              </p:spPr>
              <p:txBody>
                <a:bodyPr/>
                <a:lstStyle/>
                <a:p>
                  <a:endParaRPr lang="en-US"/>
                </a:p>
              </p:txBody>
            </p:sp>
            <p:sp>
              <p:nvSpPr>
                <p:cNvPr id="104396" name="Line 353"/>
                <p:cNvSpPr>
                  <a:spLocks noChangeShapeType="1"/>
                </p:cNvSpPr>
                <p:nvPr/>
              </p:nvSpPr>
              <p:spPr bwMode="auto">
                <a:xfrm>
                  <a:off x="2119" y="1757"/>
                  <a:ext cx="24" cy="1"/>
                </a:xfrm>
                <a:prstGeom prst="line">
                  <a:avLst/>
                </a:prstGeom>
                <a:grpFill/>
                <a:ln w="12700">
                  <a:solidFill>
                    <a:schemeClr val="bg1">
                      <a:lumMod val="65000"/>
                    </a:schemeClr>
                  </a:solidFill>
                  <a:round/>
                  <a:headEnd/>
                  <a:tailEnd/>
                </a:ln>
              </p:spPr>
              <p:txBody>
                <a:bodyPr/>
                <a:lstStyle/>
                <a:p>
                  <a:endParaRPr lang="en-US"/>
                </a:p>
              </p:txBody>
            </p:sp>
            <p:sp>
              <p:nvSpPr>
                <p:cNvPr id="104397" name="Line 354"/>
                <p:cNvSpPr>
                  <a:spLocks noChangeShapeType="1"/>
                </p:cNvSpPr>
                <p:nvPr/>
              </p:nvSpPr>
              <p:spPr bwMode="auto">
                <a:xfrm>
                  <a:off x="2175" y="1757"/>
                  <a:ext cx="24" cy="1"/>
                </a:xfrm>
                <a:prstGeom prst="line">
                  <a:avLst/>
                </a:prstGeom>
                <a:grpFill/>
                <a:ln w="12700">
                  <a:solidFill>
                    <a:schemeClr val="bg1">
                      <a:lumMod val="65000"/>
                    </a:schemeClr>
                  </a:solidFill>
                  <a:round/>
                  <a:headEnd/>
                  <a:tailEnd/>
                </a:ln>
              </p:spPr>
              <p:txBody>
                <a:bodyPr/>
                <a:lstStyle/>
                <a:p>
                  <a:endParaRPr lang="en-US"/>
                </a:p>
              </p:txBody>
            </p:sp>
            <p:sp>
              <p:nvSpPr>
                <p:cNvPr id="104398" name="Line 355"/>
                <p:cNvSpPr>
                  <a:spLocks noChangeShapeType="1"/>
                </p:cNvSpPr>
                <p:nvPr/>
              </p:nvSpPr>
              <p:spPr bwMode="auto">
                <a:xfrm>
                  <a:off x="2231" y="1757"/>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22" name="Group 356"/>
            <p:cNvGrpSpPr>
              <a:grpSpLocks/>
            </p:cNvGrpSpPr>
            <p:nvPr/>
          </p:nvGrpSpPr>
          <p:grpSpPr bwMode="auto">
            <a:xfrm>
              <a:off x="1497" y="2036"/>
              <a:ext cx="415" cy="56"/>
              <a:chOff x="1497" y="2036"/>
              <a:chExt cx="415" cy="56"/>
            </a:xfrm>
            <a:grpFill/>
          </p:grpSpPr>
          <p:sp>
            <p:nvSpPr>
              <p:cNvPr id="104383" name="Freeform 357"/>
              <p:cNvSpPr>
                <a:spLocks/>
              </p:cNvSpPr>
              <p:nvPr/>
            </p:nvSpPr>
            <p:spPr bwMode="auto">
              <a:xfrm>
                <a:off x="1800"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4384" name="Group 358"/>
              <p:cNvGrpSpPr>
                <a:grpSpLocks/>
              </p:cNvGrpSpPr>
              <p:nvPr/>
            </p:nvGrpSpPr>
            <p:grpSpPr bwMode="auto">
              <a:xfrm>
                <a:off x="1497" y="2068"/>
                <a:ext cx="295" cy="1"/>
                <a:chOff x="1497" y="2068"/>
                <a:chExt cx="295" cy="1"/>
              </a:xfrm>
              <a:grpFill/>
            </p:grpSpPr>
            <p:sp>
              <p:nvSpPr>
                <p:cNvPr id="104385" name="Line 359"/>
                <p:cNvSpPr>
                  <a:spLocks noChangeShapeType="1"/>
                </p:cNvSpPr>
                <p:nvPr/>
              </p:nvSpPr>
              <p:spPr bwMode="auto">
                <a:xfrm>
                  <a:off x="1497" y="2068"/>
                  <a:ext cx="23" cy="1"/>
                </a:xfrm>
                <a:prstGeom prst="line">
                  <a:avLst/>
                </a:prstGeom>
                <a:grpFill/>
                <a:ln w="12700">
                  <a:solidFill>
                    <a:schemeClr val="bg1">
                      <a:lumMod val="65000"/>
                    </a:schemeClr>
                  </a:solidFill>
                  <a:round/>
                  <a:headEnd/>
                  <a:tailEnd/>
                </a:ln>
              </p:spPr>
              <p:txBody>
                <a:bodyPr/>
                <a:lstStyle/>
                <a:p>
                  <a:endParaRPr lang="en-US"/>
                </a:p>
              </p:txBody>
            </p:sp>
            <p:sp>
              <p:nvSpPr>
                <p:cNvPr id="104386" name="Line 360"/>
                <p:cNvSpPr>
                  <a:spLocks noChangeShapeType="1"/>
                </p:cNvSpPr>
                <p:nvPr/>
              </p:nvSpPr>
              <p:spPr bwMode="auto">
                <a:xfrm>
                  <a:off x="1552" y="2068"/>
                  <a:ext cx="24" cy="1"/>
                </a:xfrm>
                <a:prstGeom prst="line">
                  <a:avLst/>
                </a:prstGeom>
                <a:grpFill/>
                <a:ln w="12700">
                  <a:solidFill>
                    <a:schemeClr val="bg1">
                      <a:lumMod val="65000"/>
                    </a:schemeClr>
                  </a:solidFill>
                  <a:round/>
                  <a:headEnd/>
                  <a:tailEnd/>
                </a:ln>
              </p:spPr>
              <p:txBody>
                <a:bodyPr/>
                <a:lstStyle/>
                <a:p>
                  <a:endParaRPr lang="en-US"/>
                </a:p>
              </p:txBody>
            </p:sp>
            <p:sp>
              <p:nvSpPr>
                <p:cNvPr id="104387" name="Line 361"/>
                <p:cNvSpPr>
                  <a:spLocks noChangeShapeType="1"/>
                </p:cNvSpPr>
                <p:nvPr/>
              </p:nvSpPr>
              <p:spPr bwMode="auto">
                <a:xfrm>
                  <a:off x="1608" y="2068"/>
                  <a:ext cx="24" cy="1"/>
                </a:xfrm>
                <a:prstGeom prst="line">
                  <a:avLst/>
                </a:prstGeom>
                <a:grpFill/>
                <a:ln w="12700">
                  <a:solidFill>
                    <a:schemeClr val="bg1">
                      <a:lumMod val="65000"/>
                    </a:schemeClr>
                  </a:solidFill>
                  <a:round/>
                  <a:headEnd/>
                  <a:tailEnd/>
                </a:ln>
              </p:spPr>
              <p:txBody>
                <a:bodyPr/>
                <a:lstStyle/>
                <a:p>
                  <a:endParaRPr lang="en-US"/>
                </a:p>
              </p:txBody>
            </p:sp>
            <p:sp>
              <p:nvSpPr>
                <p:cNvPr id="104388" name="Line 362"/>
                <p:cNvSpPr>
                  <a:spLocks noChangeShapeType="1"/>
                </p:cNvSpPr>
                <p:nvPr/>
              </p:nvSpPr>
              <p:spPr bwMode="auto">
                <a:xfrm>
                  <a:off x="1664" y="2068"/>
                  <a:ext cx="24" cy="1"/>
                </a:xfrm>
                <a:prstGeom prst="line">
                  <a:avLst/>
                </a:prstGeom>
                <a:grpFill/>
                <a:ln w="12700">
                  <a:solidFill>
                    <a:schemeClr val="bg1">
                      <a:lumMod val="65000"/>
                    </a:schemeClr>
                  </a:solidFill>
                  <a:round/>
                  <a:headEnd/>
                  <a:tailEnd/>
                </a:ln>
              </p:spPr>
              <p:txBody>
                <a:bodyPr/>
                <a:lstStyle/>
                <a:p>
                  <a:endParaRPr lang="en-US"/>
                </a:p>
              </p:txBody>
            </p:sp>
            <p:sp>
              <p:nvSpPr>
                <p:cNvPr id="104389" name="Line 363"/>
                <p:cNvSpPr>
                  <a:spLocks noChangeShapeType="1"/>
                </p:cNvSpPr>
                <p:nvPr/>
              </p:nvSpPr>
              <p:spPr bwMode="auto">
                <a:xfrm>
                  <a:off x="1720" y="2068"/>
                  <a:ext cx="24" cy="1"/>
                </a:xfrm>
                <a:prstGeom prst="line">
                  <a:avLst/>
                </a:prstGeom>
                <a:grpFill/>
                <a:ln w="12700">
                  <a:solidFill>
                    <a:schemeClr val="bg1">
                      <a:lumMod val="65000"/>
                    </a:schemeClr>
                  </a:solidFill>
                  <a:round/>
                  <a:headEnd/>
                  <a:tailEnd/>
                </a:ln>
              </p:spPr>
              <p:txBody>
                <a:bodyPr/>
                <a:lstStyle/>
                <a:p>
                  <a:endParaRPr lang="en-US"/>
                </a:p>
              </p:txBody>
            </p:sp>
            <p:sp>
              <p:nvSpPr>
                <p:cNvPr id="104390" name="Line 364"/>
                <p:cNvSpPr>
                  <a:spLocks noChangeShapeType="1"/>
                </p:cNvSpPr>
                <p:nvPr/>
              </p:nvSpPr>
              <p:spPr bwMode="auto">
                <a:xfrm>
                  <a:off x="1776" y="2068"/>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23" name="Group 365"/>
            <p:cNvGrpSpPr>
              <a:grpSpLocks/>
            </p:cNvGrpSpPr>
            <p:nvPr/>
          </p:nvGrpSpPr>
          <p:grpSpPr bwMode="auto">
            <a:xfrm>
              <a:off x="1960" y="2036"/>
              <a:ext cx="423" cy="56"/>
              <a:chOff x="1960" y="2036"/>
              <a:chExt cx="423" cy="56"/>
            </a:xfrm>
            <a:grpFill/>
          </p:grpSpPr>
          <p:sp>
            <p:nvSpPr>
              <p:cNvPr id="104375" name="Freeform 366"/>
              <p:cNvSpPr>
                <a:spLocks/>
              </p:cNvSpPr>
              <p:nvPr/>
            </p:nvSpPr>
            <p:spPr bwMode="auto">
              <a:xfrm>
                <a:off x="2271"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4376" name="Group 367"/>
              <p:cNvGrpSpPr>
                <a:grpSpLocks/>
              </p:cNvGrpSpPr>
              <p:nvPr/>
            </p:nvGrpSpPr>
            <p:grpSpPr bwMode="auto">
              <a:xfrm>
                <a:off x="1960" y="2068"/>
                <a:ext cx="303" cy="1"/>
                <a:chOff x="1960" y="2068"/>
                <a:chExt cx="303" cy="1"/>
              </a:xfrm>
              <a:grpFill/>
            </p:grpSpPr>
            <p:sp>
              <p:nvSpPr>
                <p:cNvPr id="104377" name="Line 368"/>
                <p:cNvSpPr>
                  <a:spLocks noChangeShapeType="1"/>
                </p:cNvSpPr>
                <p:nvPr/>
              </p:nvSpPr>
              <p:spPr bwMode="auto">
                <a:xfrm>
                  <a:off x="1960" y="2068"/>
                  <a:ext cx="24" cy="1"/>
                </a:xfrm>
                <a:prstGeom prst="line">
                  <a:avLst/>
                </a:prstGeom>
                <a:grpFill/>
                <a:ln w="12700">
                  <a:solidFill>
                    <a:schemeClr val="bg1">
                      <a:lumMod val="65000"/>
                    </a:schemeClr>
                  </a:solidFill>
                  <a:round/>
                  <a:headEnd/>
                  <a:tailEnd/>
                </a:ln>
              </p:spPr>
              <p:txBody>
                <a:bodyPr/>
                <a:lstStyle/>
                <a:p>
                  <a:endParaRPr lang="en-US"/>
                </a:p>
              </p:txBody>
            </p:sp>
            <p:sp>
              <p:nvSpPr>
                <p:cNvPr id="104378" name="Line 369"/>
                <p:cNvSpPr>
                  <a:spLocks noChangeShapeType="1"/>
                </p:cNvSpPr>
                <p:nvPr/>
              </p:nvSpPr>
              <p:spPr bwMode="auto">
                <a:xfrm>
                  <a:off x="2015" y="2068"/>
                  <a:ext cx="24" cy="1"/>
                </a:xfrm>
                <a:prstGeom prst="line">
                  <a:avLst/>
                </a:prstGeom>
                <a:grpFill/>
                <a:ln w="12700">
                  <a:solidFill>
                    <a:schemeClr val="bg1">
                      <a:lumMod val="65000"/>
                    </a:schemeClr>
                  </a:solidFill>
                  <a:round/>
                  <a:headEnd/>
                  <a:tailEnd/>
                </a:ln>
              </p:spPr>
              <p:txBody>
                <a:bodyPr/>
                <a:lstStyle/>
                <a:p>
                  <a:endParaRPr lang="en-US"/>
                </a:p>
              </p:txBody>
            </p:sp>
            <p:sp>
              <p:nvSpPr>
                <p:cNvPr id="104379" name="Line 370"/>
                <p:cNvSpPr>
                  <a:spLocks noChangeShapeType="1"/>
                </p:cNvSpPr>
                <p:nvPr/>
              </p:nvSpPr>
              <p:spPr bwMode="auto">
                <a:xfrm>
                  <a:off x="2071" y="2068"/>
                  <a:ext cx="24" cy="1"/>
                </a:xfrm>
                <a:prstGeom prst="line">
                  <a:avLst/>
                </a:prstGeom>
                <a:grpFill/>
                <a:ln w="12700">
                  <a:solidFill>
                    <a:schemeClr val="bg1">
                      <a:lumMod val="65000"/>
                    </a:schemeClr>
                  </a:solidFill>
                  <a:round/>
                  <a:headEnd/>
                  <a:tailEnd/>
                </a:ln>
              </p:spPr>
              <p:txBody>
                <a:bodyPr/>
                <a:lstStyle/>
                <a:p>
                  <a:endParaRPr lang="en-US"/>
                </a:p>
              </p:txBody>
            </p:sp>
            <p:sp>
              <p:nvSpPr>
                <p:cNvPr id="104380" name="Line 371"/>
                <p:cNvSpPr>
                  <a:spLocks noChangeShapeType="1"/>
                </p:cNvSpPr>
                <p:nvPr/>
              </p:nvSpPr>
              <p:spPr bwMode="auto">
                <a:xfrm>
                  <a:off x="2127" y="2068"/>
                  <a:ext cx="24" cy="1"/>
                </a:xfrm>
                <a:prstGeom prst="line">
                  <a:avLst/>
                </a:prstGeom>
                <a:grpFill/>
                <a:ln w="12700">
                  <a:solidFill>
                    <a:schemeClr val="bg1">
                      <a:lumMod val="65000"/>
                    </a:schemeClr>
                  </a:solidFill>
                  <a:round/>
                  <a:headEnd/>
                  <a:tailEnd/>
                </a:ln>
              </p:spPr>
              <p:txBody>
                <a:bodyPr/>
                <a:lstStyle/>
                <a:p>
                  <a:endParaRPr lang="en-US"/>
                </a:p>
              </p:txBody>
            </p:sp>
            <p:sp>
              <p:nvSpPr>
                <p:cNvPr id="104381" name="Line 372"/>
                <p:cNvSpPr>
                  <a:spLocks noChangeShapeType="1"/>
                </p:cNvSpPr>
                <p:nvPr/>
              </p:nvSpPr>
              <p:spPr bwMode="auto">
                <a:xfrm>
                  <a:off x="2183" y="2068"/>
                  <a:ext cx="24" cy="1"/>
                </a:xfrm>
                <a:prstGeom prst="line">
                  <a:avLst/>
                </a:prstGeom>
                <a:grpFill/>
                <a:ln w="12700">
                  <a:solidFill>
                    <a:schemeClr val="bg1">
                      <a:lumMod val="65000"/>
                    </a:schemeClr>
                  </a:solidFill>
                  <a:round/>
                  <a:headEnd/>
                  <a:tailEnd/>
                </a:ln>
              </p:spPr>
              <p:txBody>
                <a:bodyPr/>
                <a:lstStyle/>
                <a:p>
                  <a:endParaRPr lang="en-US"/>
                </a:p>
              </p:txBody>
            </p:sp>
            <p:sp>
              <p:nvSpPr>
                <p:cNvPr id="104382" name="Line 373"/>
                <p:cNvSpPr>
                  <a:spLocks noChangeShapeType="1"/>
                </p:cNvSpPr>
                <p:nvPr/>
              </p:nvSpPr>
              <p:spPr bwMode="auto">
                <a:xfrm>
                  <a:off x="2239" y="2068"/>
                  <a:ext cx="24"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24" name="Group 374"/>
            <p:cNvGrpSpPr>
              <a:grpSpLocks/>
            </p:cNvGrpSpPr>
            <p:nvPr/>
          </p:nvGrpSpPr>
          <p:grpSpPr bwMode="auto">
            <a:xfrm>
              <a:off x="2431" y="2036"/>
              <a:ext cx="415" cy="56"/>
              <a:chOff x="2431" y="2036"/>
              <a:chExt cx="415" cy="56"/>
            </a:xfrm>
            <a:grpFill/>
          </p:grpSpPr>
          <p:sp>
            <p:nvSpPr>
              <p:cNvPr id="104367" name="Freeform 375"/>
              <p:cNvSpPr>
                <a:spLocks/>
              </p:cNvSpPr>
              <p:nvPr/>
            </p:nvSpPr>
            <p:spPr bwMode="auto">
              <a:xfrm>
                <a:off x="2734"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4368" name="Group 376"/>
              <p:cNvGrpSpPr>
                <a:grpSpLocks/>
              </p:cNvGrpSpPr>
              <p:nvPr/>
            </p:nvGrpSpPr>
            <p:grpSpPr bwMode="auto">
              <a:xfrm>
                <a:off x="2431" y="2068"/>
                <a:ext cx="295" cy="1"/>
                <a:chOff x="2431" y="2068"/>
                <a:chExt cx="295" cy="1"/>
              </a:xfrm>
              <a:grpFill/>
            </p:grpSpPr>
            <p:sp>
              <p:nvSpPr>
                <p:cNvPr id="104369" name="Line 377"/>
                <p:cNvSpPr>
                  <a:spLocks noChangeShapeType="1"/>
                </p:cNvSpPr>
                <p:nvPr/>
              </p:nvSpPr>
              <p:spPr bwMode="auto">
                <a:xfrm>
                  <a:off x="2431" y="2068"/>
                  <a:ext cx="24" cy="1"/>
                </a:xfrm>
                <a:prstGeom prst="line">
                  <a:avLst/>
                </a:prstGeom>
                <a:grpFill/>
                <a:ln w="12700">
                  <a:solidFill>
                    <a:schemeClr val="bg1">
                      <a:lumMod val="65000"/>
                    </a:schemeClr>
                  </a:solidFill>
                  <a:round/>
                  <a:headEnd/>
                  <a:tailEnd/>
                </a:ln>
              </p:spPr>
              <p:txBody>
                <a:bodyPr/>
                <a:lstStyle/>
                <a:p>
                  <a:endParaRPr lang="en-US"/>
                </a:p>
              </p:txBody>
            </p:sp>
            <p:sp>
              <p:nvSpPr>
                <p:cNvPr id="104370" name="Line 378"/>
                <p:cNvSpPr>
                  <a:spLocks noChangeShapeType="1"/>
                </p:cNvSpPr>
                <p:nvPr/>
              </p:nvSpPr>
              <p:spPr bwMode="auto">
                <a:xfrm>
                  <a:off x="2487" y="2068"/>
                  <a:ext cx="24" cy="1"/>
                </a:xfrm>
                <a:prstGeom prst="line">
                  <a:avLst/>
                </a:prstGeom>
                <a:grpFill/>
                <a:ln w="12700">
                  <a:solidFill>
                    <a:schemeClr val="bg1">
                      <a:lumMod val="65000"/>
                    </a:schemeClr>
                  </a:solidFill>
                  <a:round/>
                  <a:headEnd/>
                  <a:tailEnd/>
                </a:ln>
              </p:spPr>
              <p:txBody>
                <a:bodyPr/>
                <a:lstStyle/>
                <a:p>
                  <a:endParaRPr lang="en-US"/>
                </a:p>
              </p:txBody>
            </p:sp>
            <p:sp>
              <p:nvSpPr>
                <p:cNvPr id="104371" name="Line 379"/>
                <p:cNvSpPr>
                  <a:spLocks noChangeShapeType="1"/>
                </p:cNvSpPr>
                <p:nvPr/>
              </p:nvSpPr>
              <p:spPr bwMode="auto">
                <a:xfrm>
                  <a:off x="2542" y="2068"/>
                  <a:ext cx="24" cy="1"/>
                </a:xfrm>
                <a:prstGeom prst="line">
                  <a:avLst/>
                </a:prstGeom>
                <a:grpFill/>
                <a:ln w="12700">
                  <a:solidFill>
                    <a:schemeClr val="bg1">
                      <a:lumMod val="65000"/>
                    </a:schemeClr>
                  </a:solidFill>
                  <a:round/>
                  <a:headEnd/>
                  <a:tailEnd/>
                </a:ln>
              </p:spPr>
              <p:txBody>
                <a:bodyPr/>
                <a:lstStyle/>
                <a:p>
                  <a:endParaRPr lang="en-US"/>
                </a:p>
              </p:txBody>
            </p:sp>
            <p:sp>
              <p:nvSpPr>
                <p:cNvPr id="104372" name="Line 380"/>
                <p:cNvSpPr>
                  <a:spLocks noChangeShapeType="1"/>
                </p:cNvSpPr>
                <p:nvPr/>
              </p:nvSpPr>
              <p:spPr bwMode="auto">
                <a:xfrm>
                  <a:off x="2598" y="2068"/>
                  <a:ext cx="24" cy="1"/>
                </a:xfrm>
                <a:prstGeom prst="line">
                  <a:avLst/>
                </a:prstGeom>
                <a:grpFill/>
                <a:ln w="12700">
                  <a:solidFill>
                    <a:schemeClr val="bg1">
                      <a:lumMod val="65000"/>
                    </a:schemeClr>
                  </a:solidFill>
                  <a:round/>
                  <a:headEnd/>
                  <a:tailEnd/>
                </a:ln>
              </p:spPr>
              <p:txBody>
                <a:bodyPr/>
                <a:lstStyle/>
                <a:p>
                  <a:endParaRPr lang="en-US"/>
                </a:p>
              </p:txBody>
            </p:sp>
            <p:sp>
              <p:nvSpPr>
                <p:cNvPr id="104373" name="Line 381"/>
                <p:cNvSpPr>
                  <a:spLocks noChangeShapeType="1"/>
                </p:cNvSpPr>
                <p:nvPr/>
              </p:nvSpPr>
              <p:spPr bwMode="auto">
                <a:xfrm>
                  <a:off x="2654" y="2068"/>
                  <a:ext cx="24" cy="1"/>
                </a:xfrm>
                <a:prstGeom prst="line">
                  <a:avLst/>
                </a:prstGeom>
                <a:grpFill/>
                <a:ln w="12700">
                  <a:solidFill>
                    <a:schemeClr val="bg1">
                      <a:lumMod val="65000"/>
                    </a:schemeClr>
                  </a:solidFill>
                  <a:round/>
                  <a:headEnd/>
                  <a:tailEnd/>
                </a:ln>
              </p:spPr>
              <p:txBody>
                <a:bodyPr/>
                <a:lstStyle/>
                <a:p>
                  <a:endParaRPr lang="en-US"/>
                </a:p>
              </p:txBody>
            </p:sp>
            <p:sp>
              <p:nvSpPr>
                <p:cNvPr id="104374" name="Line 382"/>
                <p:cNvSpPr>
                  <a:spLocks noChangeShapeType="1"/>
                </p:cNvSpPr>
                <p:nvPr/>
              </p:nvSpPr>
              <p:spPr bwMode="auto">
                <a:xfrm>
                  <a:off x="2710" y="2068"/>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25" name="Group 383"/>
            <p:cNvGrpSpPr>
              <a:grpSpLocks/>
            </p:cNvGrpSpPr>
            <p:nvPr/>
          </p:nvGrpSpPr>
          <p:grpSpPr bwMode="auto">
            <a:xfrm>
              <a:off x="2423" y="2347"/>
              <a:ext cx="415" cy="56"/>
              <a:chOff x="2423" y="2347"/>
              <a:chExt cx="415" cy="56"/>
            </a:xfrm>
            <a:grpFill/>
          </p:grpSpPr>
          <p:sp>
            <p:nvSpPr>
              <p:cNvPr id="104359" name="Freeform 384"/>
              <p:cNvSpPr>
                <a:spLocks/>
              </p:cNvSpPr>
              <p:nvPr/>
            </p:nvSpPr>
            <p:spPr bwMode="auto">
              <a:xfrm>
                <a:off x="2726" y="234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lumMod val="65000"/>
                  </a:schemeClr>
                </a:solidFill>
                <a:round/>
                <a:headEnd/>
                <a:tailEnd/>
              </a:ln>
            </p:spPr>
            <p:txBody>
              <a:bodyPr/>
              <a:lstStyle/>
              <a:p>
                <a:endParaRPr lang="en-US"/>
              </a:p>
            </p:txBody>
          </p:sp>
          <p:grpSp>
            <p:nvGrpSpPr>
              <p:cNvPr id="104360" name="Group 385"/>
              <p:cNvGrpSpPr>
                <a:grpSpLocks/>
              </p:cNvGrpSpPr>
              <p:nvPr/>
            </p:nvGrpSpPr>
            <p:grpSpPr bwMode="auto">
              <a:xfrm>
                <a:off x="2423" y="2371"/>
                <a:ext cx="295" cy="1"/>
                <a:chOff x="2423" y="2371"/>
                <a:chExt cx="295" cy="1"/>
              </a:xfrm>
              <a:grpFill/>
            </p:grpSpPr>
            <p:sp>
              <p:nvSpPr>
                <p:cNvPr id="104361" name="Line 386"/>
                <p:cNvSpPr>
                  <a:spLocks noChangeShapeType="1"/>
                </p:cNvSpPr>
                <p:nvPr/>
              </p:nvSpPr>
              <p:spPr bwMode="auto">
                <a:xfrm>
                  <a:off x="2423" y="2371"/>
                  <a:ext cx="24" cy="1"/>
                </a:xfrm>
                <a:prstGeom prst="line">
                  <a:avLst/>
                </a:prstGeom>
                <a:grpFill/>
                <a:ln w="12700">
                  <a:solidFill>
                    <a:schemeClr val="bg1">
                      <a:lumMod val="65000"/>
                    </a:schemeClr>
                  </a:solidFill>
                  <a:round/>
                  <a:headEnd/>
                  <a:tailEnd/>
                </a:ln>
              </p:spPr>
              <p:txBody>
                <a:bodyPr/>
                <a:lstStyle/>
                <a:p>
                  <a:endParaRPr lang="en-US"/>
                </a:p>
              </p:txBody>
            </p:sp>
            <p:sp>
              <p:nvSpPr>
                <p:cNvPr id="104362" name="Line 387"/>
                <p:cNvSpPr>
                  <a:spLocks noChangeShapeType="1"/>
                </p:cNvSpPr>
                <p:nvPr/>
              </p:nvSpPr>
              <p:spPr bwMode="auto">
                <a:xfrm>
                  <a:off x="2479" y="2371"/>
                  <a:ext cx="24" cy="1"/>
                </a:xfrm>
                <a:prstGeom prst="line">
                  <a:avLst/>
                </a:prstGeom>
                <a:grpFill/>
                <a:ln w="12700">
                  <a:solidFill>
                    <a:schemeClr val="bg1">
                      <a:lumMod val="65000"/>
                    </a:schemeClr>
                  </a:solidFill>
                  <a:round/>
                  <a:headEnd/>
                  <a:tailEnd/>
                </a:ln>
              </p:spPr>
              <p:txBody>
                <a:bodyPr/>
                <a:lstStyle/>
                <a:p>
                  <a:endParaRPr lang="en-US"/>
                </a:p>
              </p:txBody>
            </p:sp>
            <p:sp>
              <p:nvSpPr>
                <p:cNvPr id="104363" name="Line 388"/>
                <p:cNvSpPr>
                  <a:spLocks noChangeShapeType="1"/>
                </p:cNvSpPr>
                <p:nvPr/>
              </p:nvSpPr>
              <p:spPr bwMode="auto">
                <a:xfrm>
                  <a:off x="2534" y="2371"/>
                  <a:ext cx="24" cy="1"/>
                </a:xfrm>
                <a:prstGeom prst="line">
                  <a:avLst/>
                </a:prstGeom>
                <a:grpFill/>
                <a:ln w="12700">
                  <a:solidFill>
                    <a:schemeClr val="bg1">
                      <a:lumMod val="65000"/>
                    </a:schemeClr>
                  </a:solidFill>
                  <a:round/>
                  <a:headEnd/>
                  <a:tailEnd/>
                </a:ln>
              </p:spPr>
              <p:txBody>
                <a:bodyPr/>
                <a:lstStyle/>
                <a:p>
                  <a:endParaRPr lang="en-US"/>
                </a:p>
              </p:txBody>
            </p:sp>
            <p:sp>
              <p:nvSpPr>
                <p:cNvPr id="104364" name="Line 389"/>
                <p:cNvSpPr>
                  <a:spLocks noChangeShapeType="1"/>
                </p:cNvSpPr>
                <p:nvPr/>
              </p:nvSpPr>
              <p:spPr bwMode="auto">
                <a:xfrm>
                  <a:off x="2590" y="2371"/>
                  <a:ext cx="24" cy="1"/>
                </a:xfrm>
                <a:prstGeom prst="line">
                  <a:avLst/>
                </a:prstGeom>
                <a:grpFill/>
                <a:ln w="12700">
                  <a:solidFill>
                    <a:schemeClr val="bg1">
                      <a:lumMod val="65000"/>
                    </a:schemeClr>
                  </a:solidFill>
                  <a:round/>
                  <a:headEnd/>
                  <a:tailEnd/>
                </a:ln>
              </p:spPr>
              <p:txBody>
                <a:bodyPr/>
                <a:lstStyle/>
                <a:p>
                  <a:endParaRPr lang="en-US"/>
                </a:p>
              </p:txBody>
            </p:sp>
            <p:sp>
              <p:nvSpPr>
                <p:cNvPr id="104365" name="Line 390"/>
                <p:cNvSpPr>
                  <a:spLocks noChangeShapeType="1"/>
                </p:cNvSpPr>
                <p:nvPr/>
              </p:nvSpPr>
              <p:spPr bwMode="auto">
                <a:xfrm>
                  <a:off x="2646" y="2371"/>
                  <a:ext cx="24" cy="1"/>
                </a:xfrm>
                <a:prstGeom prst="line">
                  <a:avLst/>
                </a:prstGeom>
                <a:grpFill/>
                <a:ln w="12700">
                  <a:solidFill>
                    <a:schemeClr val="bg1">
                      <a:lumMod val="65000"/>
                    </a:schemeClr>
                  </a:solidFill>
                  <a:round/>
                  <a:headEnd/>
                  <a:tailEnd/>
                </a:ln>
              </p:spPr>
              <p:txBody>
                <a:bodyPr/>
                <a:lstStyle/>
                <a:p>
                  <a:endParaRPr lang="en-US"/>
                </a:p>
              </p:txBody>
            </p:sp>
            <p:sp>
              <p:nvSpPr>
                <p:cNvPr id="104366" name="Line 391"/>
                <p:cNvSpPr>
                  <a:spLocks noChangeShapeType="1"/>
                </p:cNvSpPr>
                <p:nvPr/>
              </p:nvSpPr>
              <p:spPr bwMode="auto">
                <a:xfrm>
                  <a:off x="2702" y="2371"/>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26" name="Group 392"/>
            <p:cNvGrpSpPr>
              <a:grpSpLocks/>
            </p:cNvGrpSpPr>
            <p:nvPr/>
          </p:nvGrpSpPr>
          <p:grpSpPr bwMode="auto">
            <a:xfrm>
              <a:off x="1960" y="2347"/>
              <a:ext cx="415" cy="56"/>
              <a:chOff x="1960" y="2347"/>
              <a:chExt cx="415" cy="56"/>
            </a:xfrm>
            <a:grpFill/>
          </p:grpSpPr>
          <p:sp>
            <p:nvSpPr>
              <p:cNvPr id="104351" name="Freeform 393"/>
              <p:cNvSpPr>
                <a:spLocks/>
              </p:cNvSpPr>
              <p:nvPr/>
            </p:nvSpPr>
            <p:spPr bwMode="auto">
              <a:xfrm>
                <a:off x="2263" y="234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lumMod val="65000"/>
                  </a:schemeClr>
                </a:solidFill>
                <a:round/>
                <a:headEnd/>
                <a:tailEnd/>
              </a:ln>
            </p:spPr>
            <p:txBody>
              <a:bodyPr/>
              <a:lstStyle/>
              <a:p>
                <a:endParaRPr lang="en-US"/>
              </a:p>
            </p:txBody>
          </p:sp>
          <p:grpSp>
            <p:nvGrpSpPr>
              <p:cNvPr id="104352" name="Group 394"/>
              <p:cNvGrpSpPr>
                <a:grpSpLocks/>
              </p:cNvGrpSpPr>
              <p:nvPr/>
            </p:nvGrpSpPr>
            <p:grpSpPr bwMode="auto">
              <a:xfrm>
                <a:off x="1960" y="2371"/>
                <a:ext cx="295" cy="1"/>
                <a:chOff x="1960" y="2371"/>
                <a:chExt cx="295" cy="1"/>
              </a:xfrm>
              <a:grpFill/>
            </p:grpSpPr>
            <p:sp>
              <p:nvSpPr>
                <p:cNvPr id="104353" name="Line 395"/>
                <p:cNvSpPr>
                  <a:spLocks noChangeShapeType="1"/>
                </p:cNvSpPr>
                <p:nvPr/>
              </p:nvSpPr>
              <p:spPr bwMode="auto">
                <a:xfrm>
                  <a:off x="1960" y="2371"/>
                  <a:ext cx="24" cy="1"/>
                </a:xfrm>
                <a:prstGeom prst="line">
                  <a:avLst/>
                </a:prstGeom>
                <a:grpFill/>
                <a:ln w="12700">
                  <a:solidFill>
                    <a:schemeClr val="bg1">
                      <a:lumMod val="65000"/>
                    </a:schemeClr>
                  </a:solidFill>
                  <a:round/>
                  <a:headEnd/>
                  <a:tailEnd/>
                </a:ln>
              </p:spPr>
              <p:txBody>
                <a:bodyPr/>
                <a:lstStyle/>
                <a:p>
                  <a:endParaRPr lang="en-US"/>
                </a:p>
              </p:txBody>
            </p:sp>
            <p:sp>
              <p:nvSpPr>
                <p:cNvPr id="104354" name="Line 396"/>
                <p:cNvSpPr>
                  <a:spLocks noChangeShapeType="1"/>
                </p:cNvSpPr>
                <p:nvPr/>
              </p:nvSpPr>
              <p:spPr bwMode="auto">
                <a:xfrm>
                  <a:off x="2015" y="2371"/>
                  <a:ext cx="24" cy="1"/>
                </a:xfrm>
                <a:prstGeom prst="line">
                  <a:avLst/>
                </a:prstGeom>
                <a:grpFill/>
                <a:ln w="12700">
                  <a:solidFill>
                    <a:schemeClr val="bg1">
                      <a:lumMod val="65000"/>
                    </a:schemeClr>
                  </a:solidFill>
                  <a:round/>
                  <a:headEnd/>
                  <a:tailEnd/>
                </a:ln>
              </p:spPr>
              <p:txBody>
                <a:bodyPr/>
                <a:lstStyle/>
                <a:p>
                  <a:endParaRPr lang="en-US"/>
                </a:p>
              </p:txBody>
            </p:sp>
            <p:sp>
              <p:nvSpPr>
                <p:cNvPr id="104355" name="Line 397"/>
                <p:cNvSpPr>
                  <a:spLocks noChangeShapeType="1"/>
                </p:cNvSpPr>
                <p:nvPr/>
              </p:nvSpPr>
              <p:spPr bwMode="auto">
                <a:xfrm>
                  <a:off x="2071" y="2371"/>
                  <a:ext cx="24" cy="1"/>
                </a:xfrm>
                <a:prstGeom prst="line">
                  <a:avLst/>
                </a:prstGeom>
                <a:grpFill/>
                <a:ln w="12700">
                  <a:solidFill>
                    <a:schemeClr val="bg1">
                      <a:lumMod val="65000"/>
                    </a:schemeClr>
                  </a:solidFill>
                  <a:round/>
                  <a:headEnd/>
                  <a:tailEnd/>
                </a:ln>
              </p:spPr>
              <p:txBody>
                <a:bodyPr/>
                <a:lstStyle/>
                <a:p>
                  <a:endParaRPr lang="en-US"/>
                </a:p>
              </p:txBody>
            </p:sp>
            <p:sp>
              <p:nvSpPr>
                <p:cNvPr id="104356" name="Line 398"/>
                <p:cNvSpPr>
                  <a:spLocks noChangeShapeType="1"/>
                </p:cNvSpPr>
                <p:nvPr/>
              </p:nvSpPr>
              <p:spPr bwMode="auto">
                <a:xfrm>
                  <a:off x="2127" y="2371"/>
                  <a:ext cx="24" cy="1"/>
                </a:xfrm>
                <a:prstGeom prst="line">
                  <a:avLst/>
                </a:prstGeom>
                <a:grpFill/>
                <a:ln w="12700">
                  <a:solidFill>
                    <a:schemeClr val="bg1">
                      <a:lumMod val="65000"/>
                    </a:schemeClr>
                  </a:solidFill>
                  <a:round/>
                  <a:headEnd/>
                  <a:tailEnd/>
                </a:ln>
              </p:spPr>
              <p:txBody>
                <a:bodyPr/>
                <a:lstStyle/>
                <a:p>
                  <a:endParaRPr lang="en-US"/>
                </a:p>
              </p:txBody>
            </p:sp>
            <p:sp>
              <p:nvSpPr>
                <p:cNvPr id="104357" name="Line 399"/>
                <p:cNvSpPr>
                  <a:spLocks noChangeShapeType="1"/>
                </p:cNvSpPr>
                <p:nvPr/>
              </p:nvSpPr>
              <p:spPr bwMode="auto">
                <a:xfrm>
                  <a:off x="2183" y="2371"/>
                  <a:ext cx="24" cy="1"/>
                </a:xfrm>
                <a:prstGeom prst="line">
                  <a:avLst/>
                </a:prstGeom>
                <a:grpFill/>
                <a:ln w="12700">
                  <a:solidFill>
                    <a:schemeClr val="bg1">
                      <a:lumMod val="65000"/>
                    </a:schemeClr>
                  </a:solidFill>
                  <a:round/>
                  <a:headEnd/>
                  <a:tailEnd/>
                </a:ln>
              </p:spPr>
              <p:txBody>
                <a:bodyPr/>
                <a:lstStyle/>
                <a:p>
                  <a:endParaRPr lang="en-US"/>
                </a:p>
              </p:txBody>
            </p:sp>
            <p:sp>
              <p:nvSpPr>
                <p:cNvPr id="104358" name="Line 400"/>
                <p:cNvSpPr>
                  <a:spLocks noChangeShapeType="1"/>
                </p:cNvSpPr>
                <p:nvPr/>
              </p:nvSpPr>
              <p:spPr bwMode="auto">
                <a:xfrm>
                  <a:off x="2239" y="2371"/>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27" name="Group 401"/>
            <p:cNvGrpSpPr>
              <a:grpSpLocks/>
            </p:cNvGrpSpPr>
            <p:nvPr/>
          </p:nvGrpSpPr>
          <p:grpSpPr bwMode="auto">
            <a:xfrm>
              <a:off x="1497" y="2339"/>
              <a:ext cx="415" cy="56"/>
              <a:chOff x="1497" y="2339"/>
              <a:chExt cx="415" cy="56"/>
            </a:xfrm>
            <a:grpFill/>
          </p:grpSpPr>
          <p:sp>
            <p:nvSpPr>
              <p:cNvPr id="104343" name="Freeform 402"/>
              <p:cNvSpPr>
                <a:spLocks/>
              </p:cNvSpPr>
              <p:nvPr/>
            </p:nvSpPr>
            <p:spPr bwMode="auto">
              <a:xfrm>
                <a:off x="1800" y="2339"/>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4344" name="Group 403"/>
              <p:cNvGrpSpPr>
                <a:grpSpLocks/>
              </p:cNvGrpSpPr>
              <p:nvPr/>
            </p:nvGrpSpPr>
            <p:grpSpPr bwMode="auto">
              <a:xfrm>
                <a:off x="1497" y="2371"/>
                <a:ext cx="295" cy="1"/>
                <a:chOff x="1497" y="2371"/>
                <a:chExt cx="295" cy="1"/>
              </a:xfrm>
              <a:grpFill/>
            </p:grpSpPr>
            <p:sp>
              <p:nvSpPr>
                <p:cNvPr id="104345" name="Line 404"/>
                <p:cNvSpPr>
                  <a:spLocks noChangeShapeType="1"/>
                </p:cNvSpPr>
                <p:nvPr/>
              </p:nvSpPr>
              <p:spPr bwMode="auto">
                <a:xfrm>
                  <a:off x="1497" y="2371"/>
                  <a:ext cx="23" cy="1"/>
                </a:xfrm>
                <a:prstGeom prst="line">
                  <a:avLst/>
                </a:prstGeom>
                <a:grpFill/>
                <a:ln w="12700">
                  <a:solidFill>
                    <a:schemeClr val="bg1">
                      <a:lumMod val="65000"/>
                    </a:schemeClr>
                  </a:solidFill>
                  <a:round/>
                  <a:headEnd/>
                  <a:tailEnd/>
                </a:ln>
              </p:spPr>
              <p:txBody>
                <a:bodyPr/>
                <a:lstStyle/>
                <a:p>
                  <a:endParaRPr lang="en-US"/>
                </a:p>
              </p:txBody>
            </p:sp>
            <p:sp>
              <p:nvSpPr>
                <p:cNvPr id="104346" name="Line 405"/>
                <p:cNvSpPr>
                  <a:spLocks noChangeShapeType="1"/>
                </p:cNvSpPr>
                <p:nvPr/>
              </p:nvSpPr>
              <p:spPr bwMode="auto">
                <a:xfrm>
                  <a:off x="1552" y="2371"/>
                  <a:ext cx="24" cy="1"/>
                </a:xfrm>
                <a:prstGeom prst="line">
                  <a:avLst/>
                </a:prstGeom>
                <a:grpFill/>
                <a:ln w="12700">
                  <a:solidFill>
                    <a:schemeClr val="bg1">
                      <a:lumMod val="65000"/>
                    </a:schemeClr>
                  </a:solidFill>
                  <a:round/>
                  <a:headEnd/>
                  <a:tailEnd/>
                </a:ln>
              </p:spPr>
              <p:txBody>
                <a:bodyPr/>
                <a:lstStyle/>
                <a:p>
                  <a:endParaRPr lang="en-US"/>
                </a:p>
              </p:txBody>
            </p:sp>
            <p:sp>
              <p:nvSpPr>
                <p:cNvPr id="104347" name="Line 406"/>
                <p:cNvSpPr>
                  <a:spLocks noChangeShapeType="1"/>
                </p:cNvSpPr>
                <p:nvPr/>
              </p:nvSpPr>
              <p:spPr bwMode="auto">
                <a:xfrm>
                  <a:off x="1608" y="2371"/>
                  <a:ext cx="24" cy="1"/>
                </a:xfrm>
                <a:prstGeom prst="line">
                  <a:avLst/>
                </a:prstGeom>
                <a:grpFill/>
                <a:ln w="12700">
                  <a:solidFill>
                    <a:schemeClr val="bg1">
                      <a:lumMod val="65000"/>
                    </a:schemeClr>
                  </a:solidFill>
                  <a:round/>
                  <a:headEnd/>
                  <a:tailEnd/>
                </a:ln>
              </p:spPr>
              <p:txBody>
                <a:bodyPr/>
                <a:lstStyle/>
                <a:p>
                  <a:endParaRPr lang="en-US"/>
                </a:p>
              </p:txBody>
            </p:sp>
            <p:sp>
              <p:nvSpPr>
                <p:cNvPr id="104348" name="Line 407"/>
                <p:cNvSpPr>
                  <a:spLocks noChangeShapeType="1"/>
                </p:cNvSpPr>
                <p:nvPr/>
              </p:nvSpPr>
              <p:spPr bwMode="auto">
                <a:xfrm>
                  <a:off x="1664" y="2371"/>
                  <a:ext cx="24" cy="1"/>
                </a:xfrm>
                <a:prstGeom prst="line">
                  <a:avLst/>
                </a:prstGeom>
                <a:grpFill/>
                <a:ln w="12700">
                  <a:solidFill>
                    <a:schemeClr val="bg1">
                      <a:lumMod val="65000"/>
                    </a:schemeClr>
                  </a:solidFill>
                  <a:round/>
                  <a:headEnd/>
                  <a:tailEnd/>
                </a:ln>
              </p:spPr>
              <p:txBody>
                <a:bodyPr/>
                <a:lstStyle/>
                <a:p>
                  <a:endParaRPr lang="en-US"/>
                </a:p>
              </p:txBody>
            </p:sp>
            <p:sp>
              <p:nvSpPr>
                <p:cNvPr id="104349" name="Line 408"/>
                <p:cNvSpPr>
                  <a:spLocks noChangeShapeType="1"/>
                </p:cNvSpPr>
                <p:nvPr/>
              </p:nvSpPr>
              <p:spPr bwMode="auto">
                <a:xfrm>
                  <a:off x="1720" y="2371"/>
                  <a:ext cx="24" cy="1"/>
                </a:xfrm>
                <a:prstGeom prst="line">
                  <a:avLst/>
                </a:prstGeom>
                <a:grpFill/>
                <a:ln w="12700">
                  <a:solidFill>
                    <a:schemeClr val="bg1">
                      <a:lumMod val="65000"/>
                    </a:schemeClr>
                  </a:solidFill>
                  <a:round/>
                  <a:headEnd/>
                  <a:tailEnd/>
                </a:ln>
              </p:spPr>
              <p:txBody>
                <a:bodyPr/>
                <a:lstStyle/>
                <a:p>
                  <a:endParaRPr lang="en-US"/>
                </a:p>
              </p:txBody>
            </p:sp>
            <p:sp>
              <p:nvSpPr>
                <p:cNvPr id="104350" name="Line 409"/>
                <p:cNvSpPr>
                  <a:spLocks noChangeShapeType="1"/>
                </p:cNvSpPr>
                <p:nvPr/>
              </p:nvSpPr>
              <p:spPr bwMode="auto">
                <a:xfrm>
                  <a:off x="1776" y="2371"/>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28" name="Group 410"/>
            <p:cNvGrpSpPr>
              <a:grpSpLocks/>
            </p:cNvGrpSpPr>
            <p:nvPr/>
          </p:nvGrpSpPr>
          <p:grpSpPr bwMode="auto">
            <a:xfrm>
              <a:off x="1489" y="2650"/>
              <a:ext cx="423" cy="56"/>
              <a:chOff x="1489" y="2650"/>
              <a:chExt cx="423" cy="56"/>
            </a:xfrm>
            <a:grpFill/>
          </p:grpSpPr>
          <p:sp>
            <p:nvSpPr>
              <p:cNvPr id="104335" name="Freeform 411"/>
              <p:cNvSpPr>
                <a:spLocks/>
              </p:cNvSpPr>
              <p:nvPr/>
            </p:nvSpPr>
            <p:spPr bwMode="auto">
              <a:xfrm>
                <a:off x="1792" y="2650"/>
                <a:ext cx="120" cy="56"/>
              </a:xfrm>
              <a:custGeom>
                <a:avLst/>
                <a:gdLst>
                  <a:gd name="T0" fmla="*/ 120 w 120"/>
                  <a:gd name="T1" fmla="*/ 24 h 56"/>
                  <a:gd name="T2" fmla="*/ 0 w 120"/>
                  <a:gd name="T3" fmla="*/ 56 h 56"/>
                  <a:gd name="T4" fmla="*/ 0 w 120"/>
                  <a:gd name="T5" fmla="*/ 24 h 56"/>
                  <a:gd name="T6" fmla="*/ 0 w 120"/>
                  <a:gd name="T7" fmla="*/ 0 h 56"/>
                  <a:gd name="T8" fmla="*/ 120 w 120"/>
                  <a:gd name="T9" fmla="*/ 24 h 56"/>
                  <a:gd name="T10" fmla="*/ 0 60000 65536"/>
                  <a:gd name="T11" fmla="*/ 0 60000 65536"/>
                  <a:gd name="T12" fmla="*/ 0 60000 65536"/>
                  <a:gd name="T13" fmla="*/ 0 60000 65536"/>
                  <a:gd name="T14" fmla="*/ 0 60000 65536"/>
                  <a:gd name="T15" fmla="*/ 0 w 120"/>
                  <a:gd name="T16" fmla="*/ 0 h 56"/>
                  <a:gd name="T17" fmla="*/ 120 w 120"/>
                  <a:gd name="T18" fmla="*/ 56 h 56"/>
                </a:gdLst>
                <a:ahLst/>
                <a:cxnLst>
                  <a:cxn ang="T10">
                    <a:pos x="T0" y="T1"/>
                  </a:cxn>
                  <a:cxn ang="T11">
                    <a:pos x="T2" y="T3"/>
                  </a:cxn>
                  <a:cxn ang="T12">
                    <a:pos x="T4" y="T5"/>
                  </a:cxn>
                  <a:cxn ang="T13">
                    <a:pos x="T6" y="T7"/>
                  </a:cxn>
                  <a:cxn ang="T14">
                    <a:pos x="T8" y="T9"/>
                  </a:cxn>
                </a:cxnLst>
                <a:rect l="T15" t="T16" r="T17" b="T18"/>
                <a:pathLst>
                  <a:path w="120" h="56">
                    <a:moveTo>
                      <a:pt x="120" y="24"/>
                    </a:moveTo>
                    <a:lnTo>
                      <a:pt x="0" y="56"/>
                    </a:lnTo>
                    <a:lnTo>
                      <a:pt x="0" y="24"/>
                    </a:lnTo>
                    <a:lnTo>
                      <a:pt x="0" y="0"/>
                    </a:lnTo>
                    <a:lnTo>
                      <a:pt x="120" y="24"/>
                    </a:lnTo>
                    <a:close/>
                  </a:path>
                </a:pathLst>
              </a:custGeom>
              <a:grpFill/>
              <a:ln w="9525">
                <a:solidFill>
                  <a:schemeClr val="bg1">
                    <a:lumMod val="65000"/>
                  </a:schemeClr>
                </a:solidFill>
                <a:round/>
                <a:headEnd/>
                <a:tailEnd/>
              </a:ln>
            </p:spPr>
            <p:txBody>
              <a:bodyPr/>
              <a:lstStyle/>
              <a:p>
                <a:endParaRPr lang="en-US"/>
              </a:p>
            </p:txBody>
          </p:sp>
          <p:grpSp>
            <p:nvGrpSpPr>
              <p:cNvPr id="104336" name="Group 412"/>
              <p:cNvGrpSpPr>
                <a:grpSpLocks/>
              </p:cNvGrpSpPr>
              <p:nvPr/>
            </p:nvGrpSpPr>
            <p:grpSpPr bwMode="auto">
              <a:xfrm>
                <a:off x="1489" y="2674"/>
                <a:ext cx="295" cy="1"/>
                <a:chOff x="1489" y="2674"/>
                <a:chExt cx="295" cy="1"/>
              </a:xfrm>
              <a:grpFill/>
            </p:grpSpPr>
            <p:sp>
              <p:nvSpPr>
                <p:cNvPr id="104337" name="Line 413"/>
                <p:cNvSpPr>
                  <a:spLocks noChangeShapeType="1"/>
                </p:cNvSpPr>
                <p:nvPr/>
              </p:nvSpPr>
              <p:spPr bwMode="auto">
                <a:xfrm>
                  <a:off x="1489" y="2674"/>
                  <a:ext cx="24" cy="1"/>
                </a:xfrm>
                <a:prstGeom prst="line">
                  <a:avLst/>
                </a:prstGeom>
                <a:grpFill/>
                <a:ln w="12700">
                  <a:solidFill>
                    <a:schemeClr val="bg1">
                      <a:lumMod val="65000"/>
                    </a:schemeClr>
                  </a:solidFill>
                  <a:round/>
                  <a:headEnd/>
                  <a:tailEnd/>
                </a:ln>
              </p:spPr>
              <p:txBody>
                <a:bodyPr/>
                <a:lstStyle/>
                <a:p>
                  <a:endParaRPr lang="en-US"/>
                </a:p>
              </p:txBody>
            </p:sp>
            <p:sp>
              <p:nvSpPr>
                <p:cNvPr id="104338" name="Line 414"/>
                <p:cNvSpPr>
                  <a:spLocks noChangeShapeType="1"/>
                </p:cNvSpPr>
                <p:nvPr/>
              </p:nvSpPr>
              <p:spPr bwMode="auto">
                <a:xfrm>
                  <a:off x="1544" y="2674"/>
                  <a:ext cx="24" cy="1"/>
                </a:xfrm>
                <a:prstGeom prst="line">
                  <a:avLst/>
                </a:prstGeom>
                <a:grpFill/>
                <a:ln w="12700">
                  <a:solidFill>
                    <a:schemeClr val="bg1">
                      <a:lumMod val="65000"/>
                    </a:schemeClr>
                  </a:solidFill>
                  <a:round/>
                  <a:headEnd/>
                  <a:tailEnd/>
                </a:ln>
              </p:spPr>
              <p:txBody>
                <a:bodyPr/>
                <a:lstStyle/>
                <a:p>
                  <a:endParaRPr lang="en-US"/>
                </a:p>
              </p:txBody>
            </p:sp>
            <p:sp>
              <p:nvSpPr>
                <p:cNvPr id="104339" name="Line 415"/>
                <p:cNvSpPr>
                  <a:spLocks noChangeShapeType="1"/>
                </p:cNvSpPr>
                <p:nvPr/>
              </p:nvSpPr>
              <p:spPr bwMode="auto">
                <a:xfrm>
                  <a:off x="1600" y="2674"/>
                  <a:ext cx="24" cy="1"/>
                </a:xfrm>
                <a:prstGeom prst="line">
                  <a:avLst/>
                </a:prstGeom>
                <a:grpFill/>
                <a:ln w="12700">
                  <a:solidFill>
                    <a:schemeClr val="bg1">
                      <a:lumMod val="65000"/>
                    </a:schemeClr>
                  </a:solidFill>
                  <a:round/>
                  <a:headEnd/>
                  <a:tailEnd/>
                </a:ln>
              </p:spPr>
              <p:txBody>
                <a:bodyPr/>
                <a:lstStyle/>
                <a:p>
                  <a:endParaRPr lang="en-US"/>
                </a:p>
              </p:txBody>
            </p:sp>
            <p:sp>
              <p:nvSpPr>
                <p:cNvPr id="104340" name="Line 416"/>
                <p:cNvSpPr>
                  <a:spLocks noChangeShapeType="1"/>
                </p:cNvSpPr>
                <p:nvPr/>
              </p:nvSpPr>
              <p:spPr bwMode="auto">
                <a:xfrm>
                  <a:off x="1656" y="2674"/>
                  <a:ext cx="24" cy="1"/>
                </a:xfrm>
                <a:prstGeom prst="line">
                  <a:avLst/>
                </a:prstGeom>
                <a:grpFill/>
                <a:ln w="12700">
                  <a:solidFill>
                    <a:schemeClr val="bg1">
                      <a:lumMod val="65000"/>
                    </a:schemeClr>
                  </a:solidFill>
                  <a:round/>
                  <a:headEnd/>
                  <a:tailEnd/>
                </a:ln>
              </p:spPr>
              <p:txBody>
                <a:bodyPr/>
                <a:lstStyle/>
                <a:p>
                  <a:endParaRPr lang="en-US"/>
                </a:p>
              </p:txBody>
            </p:sp>
            <p:sp>
              <p:nvSpPr>
                <p:cNvPr id="104341" name="Line 417"/>
                <p:cNvSpPr>
                  <a:spLocks noChangeShapeType="1"/>
                </p:cNvSpPr>
                <p:nvPr/>
              </p:nvSpPr>
              <p:spPr bwMode="auto">
                <a:xfrm>
                  <a:off x="1712" y="2674"/>
                  <a:ext cx="24" cy="1"/>
                </a:xfrm>
                <a:prstGeom prst="line">
                  <a:avLst/>
                </a:prstGeom>
                <a:grpFill/>
                <a:ln w="12700">
                  <a:solidFill>
                    <a:schemeClr val="bg1">
                      <a:lumMod val="65000"/>
                    </a:schemeClr>
                  </a:solidFill>
                  <a:round/>
                  <a:headEnd/>
                  <a:tailEnd/>
                </a:ln>
              </p:spPr>
              <p:txBody>
                <a:bodyPr/>
                <a:lstStyle/>
                <a:p>
                  <a:endParaRPr lang="en-US"/>
                </a:p>
              </p:txBody>
            </p:sp>
            <p:sp>
              <p:nvSpPr>
                <p:cNvPr id="104342" name="Line 418"/>
                <p:cNvSpPr>
                  <a:spLocks noChangeShapeType="1"/>
                </p:cNvSpPr>
                <p:nvPr/>
              </p:nvSpPr>
              <p:spPr bwMode="auto">
                <a:xfrm>
                  <a:off x="1768" y="2674"/>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29" name="Group 419"/>
            <p:cNvGrpSpPr>
              <a:grpSpLocks/>
            </p:cNvGrpSpPr>
            <p:nvPr/>
          </p:nvGrpSpPr>
          <p:grpSpPr bwMode="auto">
            <a:xfrm>
              <a:off x="1968" y="2650"/>
              <a:ext cx="415" cy="56"/>
              <a:chOff x="1968" y="2650"/>
              <a:chExt cx="415" cy="56"/>
            </a:xfrm>
            <a:grpFill/>
          </p:grpSpPr>
          <p:sp>
            <p:nvSpPr>
              <p:cNvPr id="104327" name="Freeform 420"/>
              <p:cNvSpPr>
                <a:spLocks/>
              </p:cNvSpPr>
              <p:nvPr/>
            </p:nvSpPr>
            <p:spPr bwMode="auto">
              <a:xfrm>
                <a:off x="2271" y="2650"/>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lumMod val="65000"/>
                  </a:schemeClr>
                </a:solidFill>
                <a:round/>
                <a:headEnd/>
                <a:tailEnd/>
              </a:ln>
            </p:spPr>
            <p:txBody>
              <a:bodyPr/>
              <a:lstStyle/>
              <a:p>
                <a:endParaRPr lang="en-US"/>
              </a:p>
            </p:txBody>
          </p:sp>
          <p:grpSp>
            <p:nvGrpSpPr>
              <p:cNvPr id="104328" name="Group 421"/>
              <p:cNvGrpSpPr>
                <a:grpSpLocks/>
              </p:cNvGrpSpPr>
              <p:nvPr/>
            </p:nvGrpSpPr>
            <p:grpSpPr bwMode="auto">
              <a:xfrm>
                <a:off x="1968" y="2674"/>
                <a:ext cx="295" cy="1"/>
                <a:chOff x="1968" y="2674"/>
                <a:chExt cx="295" cy="1"/>
              </a:xfrm>
              <a:grpFill/>
            </p:grpSpPr>
            <p:sp>
              <p:nvSpPr>
                <p:cNvPr id="104329" name="Line 422"/>
                <p:cNvSpPr>
                  <a:spLocks noChangeShapeType="1"/>
                </p:cNvSpPr>
                <p:nvPr/>
              </p:nvSpPr>
              <p:spPr bwMode="auto">
                <a:xfrm>
                  <a:off x="1968" y="2674"/>
                  <a:ext cx="24" cy="1"/>
                </a:xfrm>
                <a:prstGeom prst="line">
                  <a:avLst/>
                </a:prstGeom>
                <a:grpFill/>
                <a:ln w="12700">
                  <a:solidFill>
                    <a:schemeClr val="bg1">
                      <a:lumMod val="65000"/>
                    </a:schemeClr>
                  </a:solidFill>
                  <a:round/>
                  <a:headEnd/>
                  <a:tailEnd/>
                </a:ln>
              </p:spPr>
              <p:txBody>
                <a:bodyPr/>
                <a:lstStyle/>
                <a:p>
                  <a:endParaRPr lang="en-US"/>
                </a:p>
              </p:txBody>
            </p:sp>
            <p:sp>
              <p:nvSpPr>
                <p:cNvPr id="104330" name="Line 423"/>
                <p:cNvSpPr>
                  <a:spLocks noChangeShapeType="1"/>
                </p:cNvSpPr>
                <p:nvPr/>
              </p:nvSpPr>
              <p:spPr bwMode="auto">
                <a:xfrm>
                  <a:off x="2023" y="2674"/>
                  <a:ext cx="24" cy="1"/>
                </a:xfrm>
                <a:prstGeom prst="line">
                  <a:avLst/>
                </a:prstGeom>
                <a:grpFill/>
                <a:ln w="12700">
                  <a:solidFill>
                    <a:schemeClr val="bg1">
                      <a:lumMod val="65000"/>
                    </a:schemeClr>
                  </a:solidFill>
                  <a:round/>
                  <a:headEnd/>
                  <a:tailEnd/>
                </a:ln>
              </p:spPr>
              <p:txBody>
                <a:bodyPr/>
                <a:lstStyle/>
                <a:p>
                  <a:endParaRPr lang="en-US"/>
                </a:p>
              </p:txBody>
            </p:sp>
            <p:sp>
              <p:nvSpPr>
                <p:cNvPr id="104331" name="Line 424"/>
                <p:cNvSpPr>
                  <a:spLocks noChangeShapeType="1"/>
                </p:cNvSpPr>
                <p:nvPr/>
              </p:nvSpPr>
              <p:spPr bwMode="auto">
                <a:xfrm>
                  <a:off x="2079" y="2674"/>
                  <a:ext cx="24" cy="1"/>
                </a:xfrm>
                <a:prstGeom prst="line">
                  <a:avLst/>
                </a:prstGeom>
                <a:grpFill/>
                <a:ln w="12700">
                  <a:solidFill>
                    <a:schemeClr val="bg1">
                      <a:lumMod val="65000"/>
                    </a:schemeClr>
                  </a:solidFill>
                  <a:round/>
                  <a:headEnd/>
                  <a:tailEnd/>
                </a:ln>
              </p:spPr>
              <p:txBody>
                <a:bodyPr/>
                <a:lstStyle/>
                <a:p>
                  <a:endParaRPr lang="en-US"/>
                </a:p>
              </p:txBody>
            </p:sp>
            <p:sp>
              <p:nvSpPr>
                <p:cNvPr id="104332" name="Line 425"/>
                <p:cNvSpPr>
                  <a:spLocks noChangeShapeType="1"/>
                </p:cNvSpPr>
                <p:nvPr/>
              </p:nvSpPr>
              <p:spPr bwMode="auto">
                <a:xfrm>
                  <a:off x="2135" y="2674"/>
                  <a:ext cx="24" cy="1"/>
                </a:xfrm>
                <a:prstGeom prst="line">
                  <a:avLst/>
                </a:prstGeom>
                <a:grpFill/>
                <a:ln w="12700">
                  <a:solidFill>
                    <a:schemeClr val="bg1">
                      <a:lumMod val="65000"/>
                    </a:schemeClr>
                  </a:solidFill>
                  <a:round/>
                  <a:headEnd/>
                  <a:tailEnd/>
                </a:ln>
              </p:spPr>
              <p:txBody>
                <a:bodyPr/>
                <a:lstStyle/>
                <a:p>
                  <a:endParaRPr lang="en-US"/>
                </a:p>
              </p:txBody>
            </p:sp>
            <p:sp>
              <p:nvSpPr>
                <p:cNvPr id="104333" name="Line 426"/>
                <p:cNvSpPr>
                  <a:spLocks noChangeShapeType="1"/>
                </p:cNvSpPr>
                <p:nvPr/>
              </p:nvSpPr>
              <p:spPr bwMode="auto">
                <a:xfrm>
                  <a:off x="2191" y="2674"/>
                  <a:ext cx="24" cy="1"/>
                </a:xfrm>
                <a:prstGeom prst="line">
                  <a:avLst/>
                </a:prstGeom>
                <a:grpFill/>
                <a:ln w="12700">
                  <a:solidFill>
                    <a:schemeClr val="bg1">
                      <a:lumMod val="65000"/>
                    </a:schemeClr>
                  </a:solidFill>
                  <a:round/>
                  <a:headEnd/>
                  <a:tailEnd/>
                </a:ln>
              </p:spPr>
              <p:txBody>
                <a:bodyPr/>
                <a:lstStyle/>
                <a:p>
                  <a:endParaRPr lang="en-US"/>
                </a:p>
              </p:txBody>
            </p:sp>
            <p:sp>
              <p:nvSpPr>
                <p:cNvPr id="104334" name="Line 427"/>
                <p:cNvSpPr>
                  <a:spLocks noChangeShapeType="1"/>
                </p:cNvSpPr>
                <p:nvPr/>
              </p:nvSpPr>
              <p:spPr bwMode="auto">
                <a:xfrm>
                  <a:off x="2247" y="2674"/>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30" name="Group 428"/>
            <p:cNvGrpSpPr>
              <a:grpSpLocks/>
            </p:cNvGrpSpPr>
            <p:nvPr/>
          </p:nvGrpSpPr>
          <p:grpSpPr bwMode="auto">
            <a:xfrm>
              <a:off x="1489" y="2953"/>
              <a:ext cx="423" cy="56"/>
              <a:chOff x="1489" y="2953"/>
              <a:chExt cx="423" cy="56"/>
            </a:xfrm>
            <a:grpFill/>
          </p:grpSpPr>
          <p:sp>
            <p:nvSpPr>
              <p:cNvPr id="104319" name="Freeform 429"/>
              <p:cNvSpPr>
                <a:spLocks/>
              </p:cNvSpPr>
              <p:nvPr/>
            </p:nvSpPr>
            <p:spPr bwMode="auto">
              <a:xfrm>
                <a:off x="1792" y="2953"/>
                <a:ext cx="120" cy="56"/>
              </a:xfrm>
              <a:custGeom>
                <a:avLst/>
                <a:gdLst>
                  <a:gd name="T0" fmla="*/ 120 w 120"/>
                  <a:gd name="T1" fmla="*/ 32 h 56"/>
                  <a:gd name="T2" fmla="*/ 0 w 120"/>
                  <a:gd name="T3" fmla="*/ 56 h 56"/>
                  <a:gd name="T4" fmla="*/ 0 w 120"/>
                  <a:gd name="T5" fmla="*/ 32 h 56"/>
                  <a:gd name="T6" fmla="*/ 0 w 120"/>
                  <a:gd name="T7" fmla="*/ 0 h 56"/>
                  <a:gd name="T8" fmla="*/ 120 w 120"/>
                  <a:gd name="T9" fmla="*/ 32 h 56"/>
                  <a:gd name="T10" fmla="*/ 0 60000 65536"/>
                  <a:gd name="T11" fmla="*/ 0 60000 65536"/>
                  <a:gd name="T12" fmla="*/ 0 60000 65536"/>
                  <a:gd name="T13" fmla="*/ 0 60000 65536"/>
                  <a:gd name="T14" fmla="*/ 0 60000 65536"/>
                  <a:gd name="T15" fmla="*/ 0 w 120"/>
                  <a:gd name="T16" fmla="*/ 0 h 56"/>
                  <a:gd name="T17" fmla="*/ 120 w 120"/>
                  <a:gd name="T18" fmla="*/ 56 h 56"/>
                </a:gdLst>
                <a:ahLst/>
                <a:cxnLst>
                  <a:cxn ang="T10">
                    <a:pos x="T0" y="T1"/>
                  </a:cxn>
                  <a:cxn ang="T11">
                    <a:pos x="T2" y="T3"/>
                  </a:cxn>
                  <a:cxn ang="T12">
                    <a:pos x="T4" y="T5"/>
                  </a:cxn>
                  <a:cxn ang="T13">
                    <a:pos x="T6" y="T7"/>
                  </a:cxn>
                  <a:cxn ang="T14">
                    <a:pos x="T8" y="T9"/>
                  </a:cxn>
                </a:cxnLst>
                <a:rect l="T15" t="T16" r="T17" b="T18"/>
                <a:pathLst>
                  <a:path w="120" h="56">
                    <a:moveTo>
                      <a:pt x="120" y="32"/>
                    </a:moveTo>
                    <a:lnTo>
                      <a:pt x="0" y="56"/>
                    </a:lnTo>
                    <a:lnTo>
                      <a:pt x="0" y="32"/>
                    </a:lnTo>
                    <a:lnTo>
                      <a:pt x="0" y="0"/>
                    </a:lnTo>
                    <a:lnTo>
                      <a:pt x="120" y="32"/>
                    </a:lnTo>
                    <a:close/>
                  </a:path>
                </a:pathLst>
              </a:custGeom>
              <a:grpFill/>
              <a:ln w="9525">
                <a:solidFill>
                  <a:schemeClr val="bg1">
                    <a:lumMod val="65000"/>
                  </a:schemeClr>
                </a:solidFill>
                <a:round/>
                <a:headEnd/>
                <a:tailEnd/>
              </a:ln>
            </p:spPr>
            <p:txBody>
              <a:bodyPr/>
              <a:lstStyle/>
              <a:p>
                <a:endParaRPr lang="en-US"/>
              </a:p>
            </p:txBody>
          </p:sp>
          <p:grpSp>
            <p:nvGrpSpPr>
              <p:cNvPr id="104320" name="Group 430"/>
              <p:cNvGrpSpPr>
                <a:grpSpLocks/>
              </p:cNvGrpSpPr>
              <p:nvPr/>
            </p:nvGrpSpPr>
            <p:grpSpPr bwMode="auto">
              <a:xfrm>
                <a:off x="1489" y="2985"/>
                <a:ext cx="295" cy="1"/>
                <a:chOff x="1489" y="2985"/>
                <a:chExt cx="295" cy="1"/>
              </a:xfrm>
              <a:grpFill/>
            </p:grpSpPr>
            <p:sp>
              <p:nvSpPr>
                <p:cNvPr id="104321" name="Line 431"/>
                <p:cNvSpPr>
                  <a:spLocks noChangeShapeType="1"/>
                </p:cNvSpPr>
                <p:nvPr/>
              </p:nvSpPr>
              <p:spPr bwMode="auto">
                <a:xfrm>
                  <a:off x="1489" y="2985"/>
                  <a:ext cx="24" cy="1"/>
                </a:xfrm>
                <a:prstGeom prst="line">
                  <a:avLst/>
                </a:prstGeom>
                <a:grpFill/>
                <a:ln w="12700">
                  <a:solidFill>
                    <a:schemeClr val="bg1">
                      <a:lumMod val="65000"/>
                    </a:schemeClr>
                  </a:solidFill>
                  <a:round/>
                  <a:headEnd/>
                  <a:tailEnd/>
                </a:ln>
              </p:spPr>
              <p:txBody>
                <a:bodyPr/>
                <a:lstStyle/>
                <a:p>
                  <a:endParaRPr lang="en-US"/>
                </a:p>
              </p:txBody>
            </p:sp>
            <p:sp>
              <p:nvSpPr>
                <p:cNvPr id="104322" name="Line 432"/>
                <p:cNvSpPr>
                  <a:spLocks noChangeShapeType="1"/>
                </p:cNvSpPr>
                <p:nvPr/>
              </p:nvSpPr>
              <p:spPr bwMode="auto">
                <a:xfrm>
                  <a:off x="1544" y="2985"/>
                  <a:ext cx="24" cy="1"/>
                </a:xfrm>
                <a:prstGeom prst="line">
                  <a:avLst/>
                </a:prstGeom>
                <a:grpFill/>
                <a:ln w="12700">
                  <a:solidFill>
                    <a:schemeClr val="bg1">
                      <a:lumMod val="65000"/>
                    </a:schemeClr>
                  </a:solidFill>
                  <a:round/>
                  <a:headEnd/>
                  <a:tailEnd/>
                </a:ln>
              </p:spPr>
              <p:txBody>
                <a:bodyPr/>
                <a:lstStyle/>
                <a:p>
                  <a:endParaRPr lang="en-US"/>
                </a:p>
              </p:txBody>
            </p:sp>
            <p:sp>
              <p:nvSpPr>
                <p:cNvPr id="104323" name="Line 433"/>
                <p:cNvSpPr>
                  <a:spLocks noChangeShapeType="1"/>
                </p:cNvSpPr>
                <p:nvPr/>
              </p:nvSpPr>
              <p:spPr bwMode="auto">
                <a:xfrm>
                  <a:off x="1600" y="2985"/>
                  <a:ext cx="24" cy="1"/>
                </a:xfrm>
                <a:prstGeom prst="line">
                  <a:avLst/>
                </a:prstGeom>
                <a:grpFill/>
                <a:ln w="12700">
                  <a:solidFill>
                    <a:schemeClr val="bg1">
                      <a:lumMod val="65000"/>
                    </a:schemeClr>
                  </a:solidFill>
                  <a:round/>
                  <a:headEnd/>
                  <a:tailEnd/>
                </a:ln>
              </p:spPr>
              <p:txBody>
                <a:bodyPr/>
                <a:lstStyle/>
                <a:p>
                  <a:endParaRPr lang="en-US"/>
                </a:p>
              </p:txBody>
            </p:sp>
            <p:sp>
              <p:nvSpPr>
                <p:cNvPr id="104324" name="Line 434"/>
                <p:cNvSpPr>
                  <a:spLocks noChangeShapeType="1"/>
                </p:cNvSpPr>
                <p:nvPr/>
              </p:nvSpPr>
              <p:spPr bwMode="auto">
                <a:xfrm>
                  <a:off x="1656" y="2985"/>
                  <a:ext cx="24" cy="1"/>
                </a:xfrm>
                <a:prstGeom prst="line">
                  <a:avLst/>
                </a:prstGeom>
                <a:grpFill/>
                <a:ln w="12700">
                  <a:solidFill>
                    <a:schemeClr val="bg1">
                      <a:lumMod val="65000"/>
                    </a:schemeClr>
                  </a:solidFill>
                  <a:round/>
                  <a:headEnd/>
                  <a:tailEnd/>
                </a:ln>
              </p:spPr>
              <p:txBody>
                <a:bodyPr/>
                <a:lstStyle/>
                <a:p>
                  <a:endParaRPr lang="en-US"/>
                </a:p>
              </p:txBody>
            </p:sp>
            <p:sp>
              <p:nvSpPr>
                <p:cNvPr id="104325" name="Line 435"/>
                <p:cNvSpPr>
                  <a:spLocks noChangeShapeType="1"/>
                </p:cNvSpPr>
                <p:nvPr/>
              </p:nvSpPr>
              <p:spPr bwMode="auto">
                <a:xfrm>
                  <a:off x="1712" y="2985"/>
                  <a:ext cx="24" cy="1"/>
                </a:xfrm>
                <a:prstGeom prst="line">
                  <a:avLst/>
                </a:prstGeom>
                <a:grpFill/>
                <a:ln w="12700">
                  <a:solidFill>
                    <a:schemeClr val="bg1">
                      <a:lumMod val="65000"/>
                    </a:schemeClr>
                  </a:solidFill>
                  <a:round/>
                  <a:headEnd/>
                  <a:tailEnd/>
                </a:ln>
              </p:spPr>
              <p:txBody>
                <a:bodyPr/>
                <a:lstStyle/>
                <a:p>
                  <a:endParaRPr lang="en-US"/>
                </a:p>
              </p:txBody>
            </p:sp>
            <p:sp>
              <p:nvSpPr>
                <p:cNvPr id="104326" name="Line 436"/>
                <p:cNvSpPr>
                  <a:spLocks noChangeShapeType="1"/>
                </p:cNvSpPr>
                <p:nvPr/>
              </p:nvSpPr>
              <p:spPr bwMode="auto">
                <a:xfrm>
                  <a:off x="1768" y="2985"/>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31" name="Group 437"/>
            <p:cNvGrpSpPr>
              <a:grpSpLocks/>
            </p:cNvGrpSpPr>
            <p:nvPr/>
          </p:nvGrpSpPr>
          <p:grpSpPr bwMode="auto">
            <a:xfrm>
              <a:off x="1952" y="2953"/>
              <a:ext cx="415" cy="56"/>
              <a:chOff x="1952" y="2953"/>
              <a:chExt cx="415" cy="56"/>
            </a:xfrm>
            <a:grpFill/>
          </p:grpSpPr>
          <p:sp>
            <p:nvSpPr>
              <p:cNvPr id="104311" name="Freeform 438"/>
              <p:cNvSpPr>
                <a:spLocks/>
              </p:cNvSpPr>
              <p:nvPr/>
            </p:nvSpPr>
            <p:spPr bwMode="auto">
              <a:xfrm>
                <a:off x="2255"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4312" name="Group 439"/>
              <p:cNvGrpSpPr>
                <a:grpSpLocks/>
              </p:cNvGrpSpPr>
              <p:nvPr/>
            </p:nvGrpSpPr>
            <p:grpSpPr bwMode="auto">
              <a:xfrm>
                <a:off x="1952" y="2985"/>
                <a:ext cx="295" cy="1"/>
                <a:chOff x="1952" y="2985"/>
                <a:chExt cx="295" cy="1"/>
              </a:xfrm>
              <a:grpFill/>
            </p:grpSpPr>
            <p:sp>
              <p:nvSpPr>
                <p:cNvPr id="104313" name="Line 440"/>
                <p:cNvSpPr>
                  <a:spLocks noChangeShapeType="1"/>
                </p:cNvSpPr>
                <p:nvPr/>
              </p:nvSpPr>
              <p:spPr bwMode="auto">
                <a:xfrm>
                  <a:off x="1952" y="2985"/>
                  <a:ext cx="24" cy="1"/>
                </a:xfrm>
                <a:prstGeom prst="line">
                  <a:avLst/>
                </a:prstGeom>
                <a:grpFill/>
                <a:ln w="12700">
                  <a:solidFill>
                    <a:schemeClr val="bg1">
                      <a:lumMod val="65000"/>
                    </a:schemeClr>
                  </a:solidFill>
                  <a:round/>
                  <a:headEnd/>
                  <a:tailEnd/>
                </a:ln>
              </p:spPr>
              <p:txBody>
                <a:bodyPr/>
                <a:lstStyle/>
                <a:p>
                  <a:endParaRPr lang="en-US"/>
                </a:p>
              </p:txBody>
            </p:sp>
            <p:sp>
              <p:nvSpPr>
                <p:cNvPr id="104314" name="Line 441"/>
                <p:cNvSpPr>
                  <a:spLocks noChangeShapeType="1"/>
                </p:cNvSpPr>
                <p:nvPr/>
              </p:nvSpPr>
              <p:spPr bwMode="auto">
                <a:xfrm>
                  <a:off x="2008" y="2985"/>
                  <a:ext cx="23" cy="1"/>
                </a:xfrm>
                <a:prstGeom prst="line">
                  <a:avLst/>
                </a:prstGeom>
                <a:grpFill/>
                <a:ln w="12700">
                  <a:solidFill>
                    <a:schemeClr val="bg1">
                      <a:lumMod val="65000"/>
                    </a:schemeClr>
                  </a:solidFill>
                  <a:round/>
                  <a:headEnd/>
                  <a:tailEnd/>
                </a:ln>
              </p:spPr>
              <p:txBody>
                <a:bodyPr/>
                <a:lstStyle/>
                <a:p>
                  <a:endParaRPr lang="en-US"/>
                </a:p>
              </p:txBody>
            </p:sp>
            <p:sp>
              <p:nvSpPr>
                <p:cNvPr id="104315" name="Line 442"/>
                <p:cNvSpPr>
                  <a:spLocks noChangeShapeType="1"/>
                </p:cNvSpPr>
                <p:nvPr/>
              </p:nvSpPr>
              <p:spPr bwMode="auto">
                <a:xfrm>
                  <a:off x="2063" y="2985"/>
                  <a:ext cx="24" cy="1"/>
                </a:xfrm>
                <a:prstGeom prst="line">
                  <a:avLst/>
                </a:prstGeom>
                <a:grpFill/>
                <a:ln w="12700">
                  <a:solidFill>
                    <a:schemeClr val="bg1">
                      <a:lumMod val="65000"/>
                    </a:schemeClr>
                  </a:solidFill>
                  <a:round/>
                  <a:headEnd/>
                  <a:tailEnd/>
                </a:ln>
              </p:spPr>
              <p:txBody>
                <a:bodyPr/>
                <a:lstStyle/>
                <a:p>
                  <a:endParaRPr lang="en-US"/>
                </a:p>
              </p:txBody>
            </p:sp>
            <p:sp>
              <p:nvSpPr>
                <p:cNvPr id="104316" name="Line 443"/>
                <p:cNvSpPr>
                  <a:spLocks noChangeShapeType="1"/>
                </p:cNvSpPr>
                <p:nvPr/>
              </p:nvSpPr>
              <p:spPr bwMode="auto">
                <a:xfrm>
                  <a:off x="2119" y="2985"/>
                  <a:ext cx="24" cy="1"/>
                </a:xfrm>
                <a:prstGeom prst="line">
                  <a:avLst/>
                </a:prstGeom>
                <a:grpFill/>
                <a:ln w="12700">
                  <a:solidFill>
                    <a:schemeClr val="bg1">
                      <a:lumMod val="65000"/>
                    </a:schemeClr>
                  </a:solidFill>
                  <a:round/>
                  <a:headEnd/>
                  <a:tailEnd/>
                </a:ln>
              </p:spPr>
              <p:txBody>
                <a:bodyPr/>
                <a:lstStyle/>
                <a:p>
                  <a:endParaRPr lang="en-US"/>
                </a:p>
              </p:txBody>
            </p:sp>
            <p:sp>
              <p:nvSpPr>
                <p:cNvPr id="104317" name="Line 444"/>
                <p:cNvSpPr>
                  <a:spLocks noChangeShapeType="1"/>
                </p:cNvSpPr>
                <p:nvPr/>
              </p:nvSpPr>
              <p:spPr bwMode="auto">
                <a:xfrm>
                  <a:off x="2175" y="2985"/>
                  <a:ext cx="24" cy="1"/>
                </a:xfrm>
                <a:prstGeom prst="line">
                  <a:avLst/>
                </a:prstGeom>
                <a:grpFill/>
                <a:ln w="12700">
                  <a:solidFill>
                    <a:schemeClr val="bg1">
                      <a:lumMod val="65000"/>
                    </a:schemeClr>
                  </a:solidFill>
                  <a:round/>
                  <a:headEnd/>
                  <a:tailEnd/>
                </a:ln>
              </p:spPr>
              <p:txBody>
                <a:bodyPr/>
                <a:lstStyle/>
                <a:p>
                  <a:endParaRPr lang="en-US"/>
                </a:p>
              </p:txBody>
            </p:sp>
            <p:sp>
              <p:nvSpPr>
                <p:cNvPr id="104318" name="Line 445"/>
                <p:cNvSpPr>
                  <a:spLocks noChangeShapeType="1"/>
                </p:cNvSpPr>
                <p:nvPr/>
              </p:nvSpPr>
              <p:spPr bwMode="auto">
                <a:xfrm>
                  <a:off x="2231" y="2985"/>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32" name="Group 446"/>
            <p:cNvGrpSpPr>
              <a:grpSpLocks/>
            </p:cNvGrpSpPr>
            <p:nvPr/>
          </p:nvGrpSpPr>
          <p:grpSpPr bwMode="auto">
            <a:xfrm>
              <a:off x="2415" y="2953"/>
              <a:ext cx="415" cy="56"/>
              <a:chOff x="2415" y="2953"/>
              <a:chExt cx="415" cy="56"/>
            </a:xfrm>
            <a:grpFill/>
          </p:grpSpPr>
          <p:sp>
            <p:nvSpPr>
              <p:cNvPr id="104303" name="Freeform 447"/>
              <p:cNvSpPr>
                <a:spLocks/>
              </p:cNvSpPr>
              <p:nvPr/>
            </p:nvSpPr>
            <p:spPr bwMode="auto">
              <a:xfrm>
                <a:off x="2718"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4304" name="Group 448"/>
              <p:cNvGrpSpPr>
                <a:grpSpLocks/>
              </p:cNvGrpSpPr>
              <p:nvPr/>
            </p:nvGrpSpPr>
            <p:grpSpPr bwMode="auto">
              <a:xfrm>
                <a:off x="2415" y="2985"/>
                <a:ext cx="295" cy="1"/>
                <a:chOff x="2415" y="2985"/>
                <a:chExt cx="295" cy="1"/>
              </a:xfrm>
              <a:grpFill/>
            </p:grpSpPr>
            <p:sp>
              <p:nvSpPr>
                <p:cNvPr id="104305" name="Line 449"/>
                <p:cNvSpPr>
                  <a:spLocks noChangeShapeType="1"/>
                </p:cNvSpPr>
                <p:nvPr/>
              </p:nvSpPr>
              <p:spPr bwMode="auto">
                <a:xfrm>
                  <a:off x="2415" y="2985"/>
                  <a:ext cx="24" cy="1"/>
                </a:xfrm>
                <a:prstGeom prst="line">
                  <a:avLst/>
                </a:prstGeom>
                <a:grpFill/>
                <a:ln w="12700">
                  <a:solidFill>
                    <a:schemeClr val="bg1">
                      <a:lumMod val="65000"/>
                    </a:schemeClr>
                  </a:solidFill>
                  <a:round/>
                  <a:headEnd/>
                  <a:tailEnd/>
                </a:ln>
              </p:spPr>
              <p:txBody>
                <a:bodyPr/>
                <a:lstStyle/>
                <a:p>
                  <a:endParaRPr lang="en-US"/>
                </a:p>
              </p:txBody>
            </p:sp>
            <p:sp>
              <p:nvSpPr>
                <p:cNvPr id="104306" name="Line 450"/>
                <p:cNvSpPr>
                  <a:spLocks noChangeShapeType="1"/>
                </p:cNvSpPr>
                <p:nvPr/>
              </p:nvSpPr>
              <p:spPr bwMode="auto">
                <a:xfrm>
                  <a:off x="2471" y="2985"/>
                  <a:ext cx="24" cy="1"/>
                </a:xfrm>
                <a:prstGeom prst="line">
                  <a:avLst/>
                </a:prstGeom>
                <a:grpFill/>
                <a:ln w="12700">
                  <a:solidFill>
                    <a:schemeClr val="bg1">
                      <a:lumMod val="65000"/>
                    </a:schemeClr>
                  </a:solidFill>
                  <a:round/>
                  <a:headEnd/>
                  <a:tailEnd/>
                </a:ln>
              </p:spPr>
              <p:txBody>
                <a:bodyPr/>
                <a:lstStyle/>
                <a:p>
                  <a:endParaRPr lang="en-US"/>
                </a:p>
              </p:txBody>
            </p:sp>
            <p:sp>
              <p:nvSpPr>
                <p:cNvPr id="104307" name="Line 451"/>
                <p:cNvSpPr>
                  <a:spLocks noChangeShapeType="1"/>
                </p:cNvSpPr>
                <p:nvPr/>
              </p:nvSpPr>
              <p:spPr bwMode="auto">
                <a:xfrm>
                  <a:off x="2526" y="2985"/>
                  <a:ext cx="24" cy="1"/>
                </a:xfrm>
                <a:prstGeom prst="line">
                  <a:avLst/>
                </a:prstGeom>
                <a:grpFill/>
                <a:ln w="12700">
                  <a:solidFill>
                    <a:schemeClr val="bg1">
                      <a:lumMod val="65000"/>
                    </a:schemeClr>
                  </a:solidFill>
                  <a:round/>
                  <a:headEnd/>
                  <a:tailEnd/>
                </a:ln>
              </p:spPr>
              <p:txBody>
                <a:bodyPr/>
                <a:lstStyle/>
                <a:p>
                  <a:endParaRPr lang="en-US"/>
                </a:p>
              </p:txBody>
            </p:sp>
            <p:sp>
              <p:nvSpPr>
                <p:cNvPr id="104308" name="Line 452"/>
                <p:cNvSpPr>
                  <a:spLocks noChangeShapeType="1"/>
                </p:cNvSpPr>
                <p:nvPr/>
              </p:nvSpPr>
              <p:spPr bwMode="auto">
                <a:xfrm>
                  <a:off x="2582" y="2985"/>
                  <a:ext cx="24" cy="1"/>
                </a:xfrm>
                <a:prstGeom prst="line">
                  <a:avLst/>
                </a:prstGeom>
                <a:grpFill/>
                <a:ln w="12700">
                  <a:solidFill>
                    <a:schemeClr val="bg1">
                      <a:lumMod val="65000"/>
                    </a:schemeClr>
                  </a:solidFill>
                  <a:round/>
                  <a:headEnd/>
                  <a:tailEnd/>
                </a:ln>
              </p:spPr>
              <p:txBody>
                <a:bodyPr/>
                <a:lstStyle/>
                <a:p>
                  <a:endParaRPr lang="en-US"/>
                </a:p>
              </p:txBody>
            </p:sp>
            <p:sp>
              <p:nvSpPr>
                <p:cNvPr id="104309" name="Line 453"/>
                <p:cNvSpPr>
                  <a:spLocks noChangeShapeType="1"/>
                </p:cNvSpPr>
                <p:nvPr/>
              </p:nvSpPr>
              <p:spPr bwMode="auto">
                <a:xfrm>
                  <a:off x="2638" y="2985"/>
                  <a:ext cx="24" cy="1"/>
                </a:xfrm>
                <a:prstGeom prst="line">
                  <a:avLst/>
                </a:prstGeom>
                <a:grpFill/>
                <a:ln w="12700">
                  <a:solidFill>
                    <a:schemeClr val="bg1">
                      <a:lumMod val="65000"/>
                    </a:schemeClr>
                  </a:solidFill>
                  <a:round/>
                  <a:headEnd/>
                  <a:tailEnd/>
                </a:ln>
              </p:spPr>
              <p:txBody>
                <a:bodyPr/>
                <a:lstStyle/>
                <a:p>
                  <a:endParaRPr lang="en-US"/>
                </a:p>
              </p:txBody>
            </p:sp>
            <p:sp>
              <p:nvSpPr>
                <p:cNvPr id="104310" name="Line 454"/>
                <p:cNvSpPr>
                  <a:spLocks noChangeShapeType="1"/>
                </p:cNvSpPr>
                <p:nvPr/>
              </p:nvSpPr>
              <p:spPr bwMode="auto">
                <a:xfrm>
                  <a:off x="2694" y="2985"/>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33" name="Group 455"/>
            <p:cNvGrpSpPr>
              <a:grpSpLocks/>
            </p:cNvGrpSpPr>
            <p:nvPr/>
          </p:nvGrpSpPr>
          <p:grpSpPr bwMode="auto">
            <a:xfrm>
              <a:off x="2838" y="1741"/>
              <a:ext cx="40" cy="1260"/>
              <a:chOff x="2838" y="1741"/>
              <a:chExt cx="40" cy="1260"/>
            </a:xfrm>
            <a:grpFill/>
          </p:grpSpPr>
          <p:sp>
            <p:nvSpPr>
              <p:cNvPr id="104293" name="Oval 456"/>
              <p:cNvSpPr>
                <a:spLocks noChangeArrowheads="1"/>
              </p:cNvSpPr>
              <p:nvPr/>
            </p:nvSpPr>
            <p:spPr bwMode="auto">
              <a:xfrm>
                <a:off x="2838" y="1741"/>
                <a:ext cx="40" cy="40"/>
              </a:xfrm>
              <a:prstGeom prst="ellipse">
                <a:avLst/>
              </a:prstGeom>
              <a:grpFill/>
              <a:ln w="9525">
                <a:solidFill>
                  <a:schemeClr val="bg1">
                    <a:lumMod val="65000"/>
                  </a:schemeClr>
                </a:solidFill>
                <a:round/>
                <a:headEnd/>
                <a:tailEnd/>
              </a:ln>
            </p:spPr>
            <p:txBody>
              <a:bodyPr/>
              <a:lstStyle/>
              <a:p>
                <a:endParaRPr lang="en-US"/>
              </a:p>
            </p:txBody>
          </p:sp>
          <p:sp>
            <p:nvSpPr>
              <p:cNvPr id="104294" name="Oval 457"/>
              <p:cNvSpPr>
                <a:spLocks noChangeArrowheads="1"/>
              </p:cNvSpPr>
              <p:nvPr/>
            </p:nvSpPr>
            <p:spPr bwMode="auto">
              <a:xfrm>
                <a:off x="2838" y="1741"/>
                <a:ext cx="40" cy="40"/>
              </a:xfrm>
              <a:prstGeom prst="ellipse">
                <a:avLst/>
              </a:prstGeom>
              <a:grpFill/>
              <a:ln w="25400">
                <a:solidFill>
                  <a:schemeClr val="bg1">
                    <a:lumMod val="65000"/>
                  </a:schemeClr>
                </a:solidFill>
                <a:round/>
                <a:headEnd/>
                <a:tailEnd/>
              </a:ln>
            </p:spPr>
            <p:txBody>
              <a:bodyPr/>
              <a:lstStyle/>
              <a:p>
                <a:endParaRPr lang="en-US"/>
              </a:p>
            </p:txBody>
          </p:sp>
          <p:sp>
            <p:nvSpPr>
              <p:cNvPr id="104295" name="Oval 458"/>
              <p:cNvSpPr>
                <a:spLocks noChangeArrowheads="1"/>
              </p:cNvSpPr>
              <p:nvPr/>
            </p:nvSpPr>
            <p:spPr bwMode="auto">
              <a:xfrm>
                <a:off x="2846" y="2044"/>
                <a:ext cx="32" cy="32"/>
              </a:xfrm>
              <a:prstGeom prst="ellipse">
                <a:avLst/>
              </a:prstGeom>
              <a:grpFill/>
              <a:ln w="9525">
                <a:solidFill>
                  <a:schemeClr val="bg1">
                    <a:lumMod val="65000"/>
                  </a:schemeClr>
                </a:solidFill>
                <a:round/>
                <a:headEnd/>
                <a:tailEnd/>
              </a:ln>
            </p:spPr>
            <p:txBody>
              <a:bodyPr/>
              <a:lstStyle/>
              <a:p>
                <a:endParaRPr lang="en-US"/>
              </a:p>
            </p:txBody>
          </p:sp>
          <p:sp>
            <p:nvSpPr>
              <p:cNvPr id="104296" name="Oval 459"/>
              <p:cNvSpPr>
                <a:spLocks noChangeArrowheads="1"/>
              </p:cNvSpPr>
              <p:nvPr/>
            </p:nvSpPr>
            <p:spPr bwMode="auto">
              <a:xfrm>
                <a:off x="2846" y="2044"/>
                <a:ext cx="32" cy="32"/>
              </a:xfrm>
              <a:prstGeom prst="ellipse">
                <a:avLst/>
              </a:prstGeom>
              <a:grpFill/>
              <a:ln w="25400">
                <a:solidFill>
                  <a:schemeClr val="bg1">
                    <a:lumMod val="65000"/>
                  </a:schemeClr>
                </a:solidFill>
                <a:round/>
                <a:headEnd/>
                <a:tailEnd/>
              </a:ln>
            </p:spPr>
            <p:txBody>
              <a:bodyPr/>
              <a:lstStyle/>
              <a:p>
                <a:endParaRPr lang="en-US"/>
              </a:p>
            </p:txBody>
          </p:sp>
          <p:sp>
            <p:nvSpPr>
              <p:cNvPr id="104297" name="Oval 460"/>
              <p:cNvSpPr>
                <a:spLocks noChangeArrowheads="1"/>
              </p:cNvSpPr>
              <p:nvPr/>
            </p:nvSpPr>
            <p:spPr bwMode="auto">
              <a:xfrm>
                <a:off x="2846" y="2355"/>
                <a:ext cx="32" cy="32"/>
              </a:xfrm>
              <a:prstGeom prst="ellipse">
                <a:avLst/>
              </a:prstGeom>
              <a:grpFill/>
              <a:ln w="9525">
                <a:solidFill>
                  <a:schemeClr val="bg1">
                    <a:lumMod val="65000"/>
                  </a:schemeClr>
                </a:solidFill>
                <a:round/>
                <a:headEnd/>
                <a:tailEnd/>
              </a:ln>
            </p:spPr>
            <p:txBody>
              <a:bodyPr/>
              <a:lstStyle/>
              <a:p>
                <a:endParaRPr lang="en-US"/>
              </a:p>
            </p:txBody>
          </p:sp>
          <p:sp>
            <p:nvSpPr>
              <p:cNvPr id="104298" name="Oval 461"/>
              <p:cNvSpPr>
                <a:spLocks noChangeArrowheads="1"/>
              </p:cNvSpPr>
              <p:nvPr/>
            </p:nvSpPr>
            <p:spPr bwMode="auto">
              <a:xfrm>
                <a:off x="2846" y="2355"/>
                <a:ext cx="32" cy="32"/>
              </a:xfrm>
              <a:prstGeom prst="ellipse">
                <a:avLst/>
              </a:prstGeom>
              <a:grpFill/>
              <a:ln w="25400">
                <a:solidFill>
                  <a:schemeClr val="bg1">
                    <a:lumMod val="65000"/>
                  </a:schemeClr>
                </a:solidFill>
                <a:round/>
                <a:headEnd/>
                <a:tailEnd/>
              </a:ln>
            </p:spPr>
            <p:txBody>
              <a:bodyPr/>
              <a:lstStyle/>
              <a:p>
                <a:endParaRPr lang="en-US"/>
              </a:p>
            </p:txBody>
          </p:sp>
          <p:sp>
            <p:nvSpPr>
              <p:cNvPr id="104299" name="Oval 462"/>
              <p:cNvSpPr>
                <a:spLocks noChangeArrowheads="1"/>
              </p:cNvSpPr>
              <p:nvPr/>
            </p:nvSpPr>
            <p:spPr bwMode="auto">
              <a:xfrm>
                <a:off x="2838" y="2658"/>
                <a:ext cx="40" cy="32"/>
              </a:xfrm>
              <a:prstGeom prst="ellipse">
                <a:avLst/>
              </a:prstGeom>
              <a:grpFill/>
              <a:ln w="9525">
                <a:solidFill>
                  <a:schemeClr val="bg1">
                    <a:lumMod val="65000"/>
                  </a:schemeClr>
                </a:solidFill>
                <a:round/>
                <a:headEnd/>
                <a:tailEnd/>
              </a:ln>
            </p:spPr>
            <p:txBody>
              <a:bodyPr/>
              <a:lstStyle/>
              <a:p>
                <a:endParaRPr lang="en-US"/>
              </a:p>
            </p:txBody>
          </p:sp>
          <p:sp>
            <p:nvSpPr>
              <p:cNvPr id="104300" name="Oval 463"/>
              <p:cNvSpPr>
                <a:spLocks noChangeArrowheads="1"/>
              </p:cNvSpPr>
              <p:nvPr/>
            </p:nvSpPr>
            <p:spPr bwMode="auto">
              <a:xfrm>
                <a:off x="2838" y="2658"/>
                <a:ext cx="40" cy="32"/>
              </a:xfrm>
              <a:prstGeom prst="ellipse">
                <a:avLst/>
              </a:prstGeom>
              <a:grpFill/>
              <a:ln w="25400">
                <a:solidFill>
                  <a:schemeClr val="bg1">
                    <a:lumMod val="65000"/>
                  </a:schemeClr>
                </a:solidFill>
                <a:round/>
                <a:headEnd/>
                <a:tailEnd/>
              </a:ln>
            </p:spPr>
            <p:txBody>
              <a:bodyPr/>
              <a:lstStyle/>
              <a:p>
                <a:endParaRPr lang="en-US"/>
              </a:p>
            </p:txBody>
          </p:sp>
          <p:sp>
            <p:nvSpPr>
              <p:cNvPr id="104301" name="Oval 464"/>
              <p:cNvSpPr>
                <a:spLocks noChangeArrowheads="1"/>
              </p:cNvSpPr>
              <p:nvPr/>
            </p:nvSpPr>
            <p:spPr bwMode="auto">
              <a:xfrm>
                <a:off x="2838" y="2969"/>
                <a:ext cx="32" cy="32"/>
              </a:xfrm>
              <a:prstGeom prst="ellipse">
                <a:avLst/>
              </a:prstGeom>
              <a:grpFill/>
              <a:ln w="9525">
                <a:solidFill>
                  <a:schemeClr val="bg1">
                    <a:lumMod val="65000"/>
                  </a:schemeClr>
                </a:solidFill>
                <a:round/>
                <a:headEnd/>
                <a:tailEnd/>
              </a:ln>
            </p:spPr>
            <p:txBody>
              <a:bodyPr/>
              <a:lstStyle/>
              <a:p>
                <a:endParaRPr lang="en-US"/>
              </a:p>
            </p:txBody>
          </p:sp>
          <p:sp>
            <p:nvSpPr>
              <p:cNvPr id="104302" name="Oval 465"/>
              <p:cNvSpPr>
                <a:spLocks noChangeArrowheads="1"/>
              </p:cNvSpPr>
              <p:nvPr/>
            </p:nvSpPr>
            <p:spPr bwMode="auto">
              <a:xfrm>
                <a:off x="2838" y="2969"/>
                <a:ext cx="32" cy="32"/>
              </a:xfrm>
              <a:prstGeom prst="ellipse">
                <a:avLst/>
              </a:prstGeom>
              <a:grpFill/>
              <a:ln w="25400">
                <a:solidFill>
                  <a:schemeClr val="bg1">
                    <a:lumMod val="65000"/>
                  </a:schemeClr>
                </a:solidFill>
                <a:round/>
                <a:headEnd/>
                <a:tailEnd/>
              </a:ln>
            </p:spPr>
            <p:txBody>
              <a:bodyPr/>
              <a:lstStyle/>
              <a:p>
                <a:endParaRPr lang="en-US"/>
              </a:p>
            </p:txBody>
          </p:sp>
        </p:grpSp>
        <p:grpSp>
          <p:nvGrpSpPr>
            <p:cNvPr id="103534" name="Group 466"/>
            <p:cNvGrpSpPr>
              <a:grpSpLocks/>
            </p:cNvGrpSpPr>
            <p:nvPr/>
          </p:nvGrpSpPr>
          <p:grpSpPr bwMode="auto">
            <a:xfrm>
              <a:off x="1912" y="3272"/>
              <a:ext cx="32" cy="335"/>
              <a:chOff x="1912" y="3272"/>
              <a:chExt cx="32" cy="335"/>
            </a:xfrm>
            <a:grpFill/>
          </p:grpSpPr>
          <p:sp>
            <p:nvSpPr>
              <p:cNvPr id="104289" name="Oval 467"/>
              <p:cNvSpPr>
                <a:spLocks noChangeArrowheads="1"/>
              </p:cNvSpPr>
              <p:nvPr/>
            </p:nvSpPr>
            <p:spPr bwMode="auto">
              <a:xfrm>
                <a:off x="1912" y="3272"/>
                <a:ext cx="32" cy="32"/>
              </a:xfrm>
              <a:prstGeom prst="ellipse">
                <a:avLst/>
              </a:prstGeom>
              <a:grpFill/>
              <a:ln w="9525">
                <a:solidFill>
                  <a:schemeClr val="bg1">
                    <a:lumMod val="65000"/>
                  </a:schemeClr>
                </a:solidFill>
                <a:round/>
                <a:headEnd/>
                <a:tailEnd/>
              </a:ln>
            </p:spPr>
            <p:txBody>
              <a:bodyPr/>
              <a:lstStyle/>
              <a:p>
                <a:endParaRPr lang="en-US"/>
              </a:p>
            </p:txBody>
          </p:sp>
          <p:sp>
            <p:nvSpPr>
              <p:cNvPr id="104290" name="Oval 468"/>
              <p:cNvSpPr>
                <a:spLocks noChangeArrowheads="1"/>
              </p:cNvSpPr>
              <p:nvPr/>
            </p:nvSpPr>
            <p:spPr bwMode="auto">
              <a:xfrm>
                <a:off x="1912" y="3272"/>
                <a:ext cx="32" cy="32"/>
              </a:xfrm>
              <a:prstGeom prst="ellipse">
                <a:avLst/>
              </a:prstGeom>
              <a:grpFill/>
              <a:ln w="25400">
                <a:solidFill>
                  <a:schemeClr val="bg1">
                    <a:lumMod val="65000"/>
                  </a:schemeClr>
                </a:solidFill>
                <a:round/>
                <a:headEnd/>
                <a:tailEnd/>
              </a:ln>
            </p:spPr>
            <p:txBody>
              <a:bodyPr/>
              <a:lstStyle/>
              <a:p>
                <a:endParaRPr lang="en-US"/>
              </a:p>
            </p:txBody>
          </p:sp>
          <p:sp>
            <p:nvSpPr>
              <p:cNvPr id="104291" name="Oval 469"/>
              <p:cNvSpPr>
                <a:spLocks noChangeArrowheads="1"/>
              </p:cNvSpPr>
              <p:nvPr/>
            </p:nvSpPr>
            <p:spPr bwMode="auto">
              <a:xfrm>
                <a:off x="1912" y="3575"/>
                <a:ext cx="32" cy="32"/>
              </a:xfrm>
              <a:prstGeom prst="ellipse">
                <a:avLst/>
              </a:prstGeom>
              <a:grpFill/>
              <a:ln w="9525">
                <a:solidFill>
                  <a:schemeClr val="bg1">
                    <a:lumMod val="65000"/>
                  </a:schemeClr>
                </a:solidFill>
                <a:round/>
                <a:headEnd/>
                <a:tailEnd/>
              </a:ln>
            </p:spPr>
            <p:txBody>
              <a:bodyPr/>
              <a:lstStyle/>
              <a:p>
                <a:endParaRPr lang="en-US"/>
              </a:p>
            </p:txBody>
          </p:sp>
          <p:sp>
            <p:nvSpPr>
              <p:cNvPr id="104292" name="Oval 470"/>
              <p:cNvSpPr>
                <a:spLocks noChangeArrowheads="1"/>
              </p:cNvSpPr>
              <p:nvPr/>
            </p:nvSpPr>
            <p:spPr bwMode="auto">
              <a:xfrm>
                <a:off x="1912" y="3575"/>
                <a:ext cx="32" cy="32"/>
              </a:xfrm>
              <a:prstGeom prst="ellipse">
                <a:avLst/>
              </a:prstGeom>
              <a:grpFill/>
              <a:ln w="25400">
                <a:solidFill>
                  <a:schemeClr val="bg1">
                    <a:lumMod val="65000"/>
                  </a:schemeClr>
                </a:solidFill>
                <a:round/>
                <a:headEnd/>
                <a:tailEnd/>
              </a:ln>
            </p:spPr>
            <p:txBody>
              <a:bodyPr/>
              <a:lstStyle/>
              <a:p>
                <a:endParaRPr lang="en-US"/>
              </a:p>
            </p:txBody>
          </p:sp>
        </p:grpSp>
        <p:grpSp>
          <p:nvGrpSpPr>
            <p:cNvPr id="103535" name="Group 471"/>
            <p:cNvGrpSpPr>
              <a:grpSpLocks/>
            </p:cNvGrpSpPr>
            <p:nvPr/>
          </p:nvGrpSpPr>
          <p:grpSpPr bwMode="auto">
            <a:xfrm>
              <a:off x="1449" y="3272"/>
              <a:ext cx="40" cy="335"/>
              <a:chOff x="1449" y="3272"/>
              <a:chExt cx="40" cy="335"/>
            </a:xfrm>
            <a:grpFill/>
          </p:grpSpPr>
          <p:sp>
            <p:nvSpPr>
              <p:cNvPr id="104285" name="Oval 472"/>
              <p:cNvSpPr>
                <a:spLocks noChangeArrowheads="1"/>
              </p:cNvSpPr>
              <p:nvPr/>
            </p:nvSpPr>
            <p:spPr bwMode="auto">
              <a:xfrm>
                <a:off x="1449" y="3272"/>
                <a:ext cx="40" cy="32"/>
              </a:xfrm>
              <a:prstGeom prst="ellipse">
                <a:avLst/>
              </a:prstGeom>
              <a:grpFill/>
              <a:ln w="9525">
                <a:solidFill>
                  <a:schemeClr val="bg1">
                    <a:lumMod val="65000"/>
                  </a:schemeClr>
                </a:solidFill>
                <a:round/>
                <a:headEnd/>
                <a:tailEnd/>
              </a:ln>
            </p:spPr>
            <p:txBody>
              <a:bodyPr/>
              <a:lstStyle/>
              <a:p>
                <a:endParaRPr lang="en-US"/>
              </a:p>
            </p:txBody>
          </p:sp>
          <p:sp>
            <p:nvSpPr>
              <p:cNvPr id="104286" name="Oval 473"/>
              <p:cNvSpPr>
                <a:spLocks noChangeArrowheads="1"/>
              </p:cNvSpPr>
              <p:nvPr/>
            </p:nvSpPr>
            <p:spPr bwMode="auto">
              <a:xfrm>
                <a:off x="1449" y="3272"/>
                <a:ext cx="40" cy="32"/>
              </a:xfrm>
              <a:prstGeom prst="ellipse">
                <a:avLst/>
              </a:prstGeom>
              <a:grpFill/>
              <a:ln w="25400">
                <a:solidFill>
                  <a:schemeClr val="bg1">
                    <a:lumMod val="65000"/>
                  </a:schemeClr>
                </a:solidFill>
                <a:round/>
                <a:headEnd/>
                <a:tailEnd/>
              </a:ln>
            </p:spPr>
            <p:txBody>
              <a:bodyPr/>
              <a:lstStyle/>
              <a:p>
                <a:endParaRPr lang="en-US"/>
              </a:p>
            </p:txBody>
          </p:sp>
          <p:sp>
            <p:nvSpPr>
              <p:cNvPr id="104287" name="Oval 474"/>
              <p:cNvSpPr>
                <a:spLocks noChangeArrowheads="1"/>
              </p:cNvSpPr>
              <p:nvPr/>
            </p:nvSpPr>
            <p:spPr bwMode="auto">
              <a:xfrm>
                <a:off x="1449" y="3575"/>
                <a:ext cx="40" cy="32"/>
              </a:xfrm>
              <a:prstGeom prst="ellipse">
                <a:avLst/>
              </a:prstGeom>
              <a:grpFill/>
              <a:ln w="9525">
                <a:solidFill>
                  <a:schemeClr val="bg1">
                    <a:lumMod val="65000"/>
                  </a:schemeClr>
                </a:solidFill>
                <a:round/>
                <a:headEnd/>
                <a:tailEnd/>
              </a:ln>
            </p:spPr>
            <p:txBody>
              <a:bodyPr/>
              <a:lstStyle/>
              <a:p>
                <a:endParaRPr lang="en-US"/>
              </a:p>
            </p:txBody>
          </p:sp>
          <p:sp>
            <p:nvSpPr>
              <p:cNvPr id="104288" name="Oval 475"/>
              <p:cNvSpPr>
                <a:spLocks noChangeArrowheads="1"/>
              </p:cNvSpPr>
              <p:nvPr/>
            </p:nvSpPr>
            <p:spPr bwMode="auto">
              <a:xfrm>
                <a:off x="1449" y="3575"/>
                <a:ext cx="40" cy="32"/>
              </a:xfrm>
              <a:prstGeom prst="ellipse">
                <a:avLst/>
              </a:prstGeom>
              <a:grpFill/>
              <a:ln w="25400">
                <a:solidFill>
                  <a:schemeClr val="bg1">
                    <a:lumMod val="65000"/>
                  </a:schemeClr>
                </a:solidFill>
                <a:round/>
                <a:headEnd/>
                <a:tailEnd/>
              </a:ln>
            </p:spPr>
            <p:txBody>
              <a:bodyPr/>
              <a:lstStyle/>
              <a:p>
                <a:endParaRPr lang="en-US"/>
              </a:p>
            </p:txBody>
          </p:sp>
        </p:grpSp>
        <p:grpSp>
          <p:nvGrpSpPr>
            <p:cNvPr id="103536" name="Group 476"/>
            <p:cNvGrpSpPr>
              <a:grpSpLocks/>
            </p:cNvGrpSpPr>
            <p:nvPr/>
          </p:nvGrpSpPr>
          <p:grpSpPr bwMode="auto">
            <a:xfrm>
              <a:off x="2367" y="3272"/>
              <a:ext cx="32" cy="335"/>
              <a:chOff x="2367" y="3272"/>
              <a:chExt cx="32" cy="335"/>
            </a:xfrm>
            <a:grpFill/>
          </p:grpSpPr>
          <p:sp>
            <p:nvSpPr>
              <p:cNvPr id="104281" name="Oval 477"/>
              <p:cNvSpPr>
                <a:spLocks noChangeArrowheads="1"/>
              </p:cNvSpPr>
              <p:nvPr/>
            </p:nvSpPr>
            <p:spPr bwMode="auto">
              <a:xfrm>
                <a:off x="2367" y="3272"/>
                <a:ext cx="32" cy="32"/>
              </a:xfrm>
              <a:prstGeom prst="ellipse">
                <a:avLst/>
              </a:prstGeom>
              <a:grpFill/>
              <a:ln w="9525">
                <a:solidFill>
                  <a:schemeClr val="bg1">
                    <a:lumMod val="65000"/>
                  </a:schemeClr>
                </a:solidFill>
                <a:round/>
                <a:headEnd/>
                <a:tailEnd/>
              </a:ln>
            </p:spPr>
            <p:txBody>
              <a:bodyPr/>
              <a:lstStyle/>
              <a:p>
                <a:endParaRPr lang="en-US"/>
              </a:p>
            </p:txBody>
          </p:sp>
          <p:sp>
            <p:nvSpPr>
              <p:cNvPr id="104282" name="Oval 478"/>
              <p:cNvSpPr>
                <a:spLocks noChangeArrowheads="1"/>
              </p:cNvSpPr>
              <p:nvPr/>
            </p:nvSpPr>
            <p:spPr bwMode="auto">
              <a:xfrm>
                <a:off x="2367" y="3272"/>
                <a:ext cx="32" cy="32"/>
              </a:xfrm>
              <a:prstGeom prst="ellipse">
                <a:avLst/>
              </a:prstGeom>
              <a:grpFill/>
              <a:ln w="25400">
                <a:solidFill>
                  <a:schemeClr val="bg1">
                    <a:lumMod val="65000"/>
                  </a:schemeClr>
                </a:solidFill>
                <a:round/>
                <a:headEnd/>
                <a:tailEnd/>
              </a:ln>
            </p:spPr>
            <p:txBody>
              <a:bodyPr/>
              <a:lstStyle/>
              <a:p>
                <a:endParaRPr lang="en-US"/>
              </a:p>
            </p:txBody>
          </p:sp>
          <p:sp>
            <p:nvSpPr>
              <p:cNvPr id="104283" name="Oval 479"/>
              <p:cNvSpPr>
                <a:spLocks noChangeArrowheads="1"/>
              </p:cNvSpPr>
              <p:nvPr/>
            </p:nvSpPr>
            <p:spPr bwMode="auto">
              <a:xfrm>
                <a:off x="2367" y="3575"/>
                <a:ext cx="32" cy="32"/>
              </a:xfrm>
              <a:prstGeom prst="ellipse">
                <a:avLst/>
              </a:prstGeom>
              <a:grpFill/>
              <a:ln w="9525">
                <a:solidFill>
                  <a:schemeClr val="bg1">
                    <a:lumMod val="65000"/>
                  </a:schemeClr>
                </a:solidFill>
                <a:round/>
                <a:headEnd/>
                <a:tailEnd/>
              </a:ln>
            </p:spPr>
            <p:txBody>
              <a:bodyPr/>
              <a:lstStyle/>
              <a:p>
                <a:endParaRPr lang="en-US"/>
              </a:p>
            </p:txBody>
          </p:sp>
          <p:sp>
            <p:nvSpPr>
              <p:cNvPr id="104284" name="Oval 480"/>
              <p:cNvSpPr>
                <a:spLocks noChangeArrowheads="1"/>
              </p:cNvSpPr>
              <p:nvPr/>
            </p:nvSpPr>
            <p:spPr bwMode="auto">
              <a:xfrm>
                <a:off x="2367" y="3575"/>
                <a:ext cx="32" cy="32"/>
              </a:xfrm>
              <a:prstGeom prst="ellipse">
                <a:avLst/>
              </a:prstGeom>
              <a:grpFill/>
              <a:ln w="25400">
                <a:solidFill>
                  <a:schemeClr val="bg1">
                    <a:lumMod val="65000"/>
                  </a:schemeClr>
                </a:solidFill>
                <a:round/>
                <a:headEnd/>
                <a:tailEnd/>
              </a:ln>
            </p:spPr>
            <p:txBody>
              <a:bodyPr/>
              <a:lstStyle/>
              <a:p>
                <a:endParaRPr lang="en-US"/>
              </a:p>
            </p:txBody>
          </p:sp>
        </p:grpSp>
        <p:grpSp>
          <p:nvGrpSpPr>
            <p:cNvPr id="103537" name="Group 481"/>
            <p:cNvGrpSpPr>
              <a:grpSpLocks/>
            </p:cNvGrpSpPr>
            <p:nvPr/>
          </p:nvGrpSpPr>
          <p:grpSpPr bwMode="auto">
            <a:xfrm>
              <a:off x="2822" y="3272"/>
              <a:ext cx="40" cy="335"/>
              <a:chOff x="2822" y="3272"/>
              <a:chExt cx="40" cy="335"/>
            </a:xfrm>
            <a:grpFill/>
          </p:grpSpPr>
          <p:sp>
            <p:nvSpPr>
              <p:cNvPr id="104277" name="Oval 482"/>
              <p:cNvSpPr>
                <a:spLocks noChangeArrowheads="1"/>
              </p:cNvSpPr>
              <p:nvPr/>
            </p:nvSpPr>
            <p:spPr bwMode="auto">
              <a:xfrm>
                <a:off x="2822" y="3272"/>
                <a:ext cx="40" cy="32"/>
              </a:xfrm>
              <a:prstGeom prst="ellipse">
                <a:avLst/>
              </a:prstGeom>
              <a:grpFill/>
              <a:ln w="9525">
                <a:solidFill>
                  <a:schemeClr val="bg1">
                    <a:lumMod val="65000"/>
                  </a:schemeClr>
                </a:solidFill>
                <a:round/>
                <a:headEnd/>
                <a:tailEnd/>
              </a:ln>
            </p:spPr>
            <p:txBody>
              <a:bodyPr/>
              <a:lstStyle/>
              <a:p>
                <a:endParaRPr lang="en-US"/>
              </a:p>
            </p:txBody>
          </p:sp>
          <p:sp>
            <p:nvSpPr>
              <p:cNvPr id="104278" name="Oval 483"/>
              <p:cNvSpPr>
                <a:spLocks noChangeArrowheads="1"/>
              </p:cNvSpPr>
              <p:nvPr/>
            </p:nvSpPr>
            <p:spPr bwMode="auto">
              <a:xfrm>
                <a:off x="2822" y="3272"/>
                <a:ext cx="40" cy="32"/>
              </a:xfrm>
              <a:prstGeom prst="ellipse">
                <a:avLst/>
              </a:prstGeom>
              <a:grpFill/>
              <a:ln w="25400">
                <a:solidFill>
                  <a:schemeClr val="bg1">
                    <a:lumMod val="65000"/>
                  </a:schemeClr>
                </a:solidFill>
                <a:round/>
                <a:headEnd/>
                <a:tailEnd/>
              </a:ln>
            </p:spPr>
            <p:txBody>
              <a:bodyPr/>
              <a:lstStyle/>
              <a:p>
                <a:endParaRPr lang="en-US"/>
              </a:p>
            </p:txBody>
          </p:sp>
          <p:sp>
            <p:nvSpPr>
              <p:cNvPr id="104279" name="Oval 484"/>
              <p:cNvSpPr>
                <a:spLocks noChangeArrowheads="1"/>
              </p:cNvSpPr>
              <p:nvPr/>
            </p:nvSpPr>
            <p:spPr bwMode="auto">
              <a:xfrm>
                <a:off x="2822" y="3575"/>
                <a:ext cx="40" cy="32"/>
              </a:xfrm>
              <a:prstGeom prst="ellipse">
                <a:avLst/>
              </a:prstGeom>
              <a:grpFill/>
              <a:ln w="9525">
                <a:solidFill>
                  <a:schemeClr val="bg1">
                    <a:lumMod val="65000"/>
                  </a:schemeClr>
                </a:solidFill>
                <a:round/>
                <a:headEnd/>
                <a:tailEnd/>
              </a:ln>
            </p:spPr>
            <p:txBody>
              <a:bodyPr/>
              <a:lstStyle/>
              <a:p>
                <a:endParaRPr lang="en-US"/>
              </a:p>
            </p:txBody>
          </p:sp>
          <p:sp>
            <p:nvSpPr>
              <p:cNvPr id="104280" name="Oval 485"/>
              <p:cNvSpPr>
                <a:spLocks noChangeArrowheads="1"/>
              </p:cNvSpPr>
              <p:nvPr/>
            </p:nvSpPr>
            <p:spPr bwMode="auto">
              <a:xfrm>
                <a:off x="2822" y="3575"/>
                <a:ext cx="40" cy="32"/>
              </a:xfrm>
              <a:prstGeom prst="ellipse">
                <a:avLst/>
              </a:prstGeom>
              <a:grpFill/>
              <a:ln w="25400">
                <a:solidFill>
                  <a:schemeClr val="bg1">
                    <a:lumMod val="65000"/>
                  </a:schemeClr>
                </a:solidFill>
                <a:round/>
                <a:headEnd/>
                <a:tailEnd/>
              </a:ln>
            </p:spPr>
            <p:txBody>
              <a:bodyPr/>
              <a:lstStyle/>
              <a:p>
                <a:endParaRPr lang="en-US"/>
              </a:p>
            </p:txBody>
          </p:sp>
        </p:grpSp>
        <p:grpSp>
          <p:nvGrpSpPr>
            <p:cNvPr id="103538" name="Group 486"/>
            <p:cNvGrpSpPr>
              <a:grpSpLocks/>
            </p:cNvGrpSpPr>
            <p:nvPr/>
          </p:nvGrpSpPr>
          <p:grpSpPr bwMode="auto">
            <a:xfrm>
              <a:off x="2415" y="2650"/>
              <a:ext cx="415" cy="56"/>
              <a:chOff x="2415" y="2650"/>
              <a:chExt cx="415" cy="56"/>
            </a:xfrm>
            <a:grpFill/>
          </p:grpSpPr>
          <p:sp>
            <p:nvSpPr>
              <p:cNvPr id="104269" name="Freeform 487"/>
              <p:cNvSpPr>
                <a:spLocks/>
              </p:cNvSpPr>
              <p:nvPr/>
            </p:nvSpPr>
            <p:spPr bwMode="auto">
              <a:xfrm>
                <a:off x="2718" y="2650"/>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lumMod val="65000"/>
                  </a:schemeClr>
                </a:solidFill>
                <a:round/>
                <a:headEnd/>
                <a:tailEnd/>
              </a:ln>
            </p:spPr>
            <p:txBody>
              <a:bodyPr/>
              <a:lstStyle/>
              <a:p>
                <a:endParaRPr lang="en-US"/>
              </a:p>
            </p:txBody>
          </p:sp>
          <p:grpSp>
            <p:nvGrpSpPr>
              <p:cNvPr id="104270" name="Group 488"/>
              <p:cNvGrpSpPr>
                <a:grpSpLocks/>
              </p:cNvGrpSpPr>
              <p:nvPr/>
            </p:nvGrpSpPr>
            <p:grpSpPr bwMode="auto">
              <a:xfrm>
                <a:off x="2415" y="2674"/>
                <a:ext cx="295" cy="1"/>
                <a:chOff x="2415" y="2674"/>
                <a:chExt cx="295" cy="1"/>
              </a:xfrm>
              <a:grpFill/>
            </p:grpSpPr>
            <p:sp>
              <p:nvSpPr>
                <p:cNvPr id="104271" name="Line 489"/>
                <p:cNvSpPr>
                  <a:spLocks noChangeShapeType="1"/>
                </p:cNvSpPr>
                <p:nvPr/>
              </p:nvSpPr>
              <p:spPr bwMode="auto">
                <a:xfrm>
                  <a:off x="2415" y="2674"/>
                  <a:ext cx="24" cy="1"/>
                </a:xfrm>
                <a:prstGeom prst="line">
                  <a:avLst/>
                </a:prstGeom>
                <a:grpFill/>
                <a:ln w="12700">
                  <a:solidFill>
                    <a:schemeClr val="bg1">
                      <a:lumMod val="65000"/>
                    </a:schemeClr>
                  </a:solidFill>
                  <a:round/>
                  <a:headEnd/>
                  <a:tailEnd/>
                </a:ln>
              </p:spPr>
              <p:txBody>
                <a:bodyPr/>
                <a:lstStyle/>
                <a:p>
                  <a:endParaRPr lang="en-US"/>
                </a:p>
              </p:txBody>
            </p:sp>
            <p:sp>
              <p:nvSpPr>
                <p:cNvPr id="104272" name="Line 490"/>
                <p:cNvSpPr>
                  <a:spLocks noChangeShapeType="1"/>
                </p:cNvSpPr>
                <p:nvPr/>
              </p:nvSpPr>
              <p:spPr bwMode="auto">
                <a:xfrm>
                  <a:off x="2471" y="2674"/>
                  <a:ext cx="24" cy="1"/>
                </a:xfrm>
                <a:prstGeom prst="line">
                  <a:avLst/>
                </a:prstGeom>
                <a:grpFill/>
                <a:ln w="12700">
                  <a:solidFill>
                    <a:schemeClr val="bg1">
                      <a:lumMod val="65000"/>
                    </a:schemeClr>
                  </a:solidFill>
                  <a:round/>
                  <a:headEnd/>
                  <a:tailEnd/>
                </a:ln>
              </p:spPr>
              <p:txBody>
                <a:bodyPr/>
                <a:lstStyle/>
                <a:p>
                  <a:endParaRPr lang="en-US"/>
                </a:p>
              </p:txBody>
            </p:sp>
            <p:sp>
              <p:nvSpPr>
                <p:cNvPr id="104273" name="Line 491"/>
                <p:cNvSpPr>
                  <a:spLocks noChangeShapeType="1"/>
                </p:cNvSpPr>
                <p:nvPr/>
              </p:nvSpPr>
              <p:spPr bwMode="auto">
                <a:xfrm>
                  <a:off x="2526" y="2674"/>
                  <a:ext cx="24" cy="1"/>
                </a:xfrm>
                <a:prstGeom prst="line">
                  <a:avLst/>
                </a:prstGeom>
                <a:grpFill/>
                <a:ln w="12700">
                  <a:solidFill>
                    <a:schemeClr val="bg1">
                      <a:lumMod val="65000"/>
                    </a:schemeClr>
                  </a:solidFill>
                  <a:round/>
                  <a:headEnd/>
                  <a:tailEnd/>
                </a:ln>
              </p:spPr>
              <p:txBody>
                <a:bodyPr/>
                <a:lstStyle/>
                <a:p>
                  <a:endParaRPr lang="en-US"/>
                </a:p>
              </p:txBody>
            </p:sp>
            <p:sp>
              <p:nvSpPr>
                <p:cNvPr id="104274" name="Line 492"/>
                <p:cNvSpPr>
                  <a:spLocks noChangeShapeType="1"/>
                </p:cNvSpPr>
                <p:nvPr/>
              </p:nvSpPr>
              <p:spPr bwMode="auto">
                <a:xfrm>
                  <a:off x="2582" y="2674"/>
                  <a:ext cx="24" cy="1"/>
                </a:xfrm>
                <a:prstGeom prst="line">
                  <a:avLst/>
                </a:prstGeom>
                <a:grpFill/>
                <a:ln w="12700">
                  <a:solidFill>
                    <a:schemeClr val="bg1">
                      <a:lumMod val="65000"/>
                    </a:schemeClr>
                  </a:solidFill>
                  <a:round/>
                  <a:headEnd/>
                  <a:tailEnd/>
                </a:ln>
              </p:spPr>
              <p:txBody>
                <a:bodyPr/>
                <a:lstStyle/>
                <a:p>
                  <a:endParaRPr lang="en-US"/>
                </a:p>
              </p:txBody>
            </p:sp>
            <p:sp>
              <p:nvSpPr>
                <p:cNvPr id="104275" name="Line 493"/>
                <p:cNvSpPr>
                  <a:spLocks noChangeShapeType="1"/>
                </p:cNvSpPr>
                <p:nvPr/>
              </p:nvSpPr>
              <p:spPr bwMode="auto">
                <a:xfrm>
                  <a:off x="2638" y="2674"/>
                  <a:ext cx="24" cy="1"/>
                </a:xfrm>
                <a:prstGeom prst="line">
                  <a:avLst/>
                </a:prstGeom>
                <a:grpFill/>
                <a:ln w="12700">
                  <a:solidFill>
                    <a:schemeClr val="bg1">
                      <a:lumMod val="65000"/>
                    </a:schemeClr>
                  </a:solidFill>
                  <a:round/>
                  <a:headEnd/>
                  <a:tailEnd/>
                </a:ln>
              </p:spPr>
              <p:txBody>
                <a:bodyPr/>
                <a:lstStyle/>
                <a:p>
                  <a:endParaRPr lang="en-US"/>
                </a:p>
              </p:txBody>
            </p:sp>
            <p:sp>
              <p:nvSpPr>
                <p:cNvPr id="104276" name="Line 494"/>
                <p:cNvSpPr>
                  <a:spLocks noChangeShapeType="1"/>
                </p:cNvSpPr>
                <p:nvPr/>
              </p:nvSpPr>
              <p:spPr bwMode="auto">
                <a:xfrm>
                  <a:off x="2694" y="2674"/>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39" name="Group 495"/>
            <p:cNvGrpSpPr>
              <a:grpSpLocks/>
            </p:cNvGrpSpPr>
            <p:nvPr/>
          </p:nvGrpSpPr>
          <p:grpSpPr bwMode="auto">
            <a:xfrm>
              <a:off x="2415" y="1733"/>
              <a:ext cx="415" cy="56"/>
              <a:chOff x="2415" y="1733"/>
              <a:chExt cx="415" cy="56"/>
            </a:xfrm>
            <a:grpFill/>
          </p:grpSpPr>
          <p:sp>
            <p:nvSpPr>
              <p:cNvPr id="104261" name="Freeform 496"/>
              <p:cNvSpPr>
                <a:spLocks/>
              </p:cNvSpPr>
              <p:nvPr/>
            </p:nvSpPr>
            <p:spPr bwMode="auto">
              <a:xfrm>
                <a:off x="2718" y="1733"/>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lumMod val="65000"/>
                  </a:schemeClr>
                </a:solidFill>
                <a:round/>
                <a:headEnd/>
                <a:tailEnd/>
              </a:ln>
            </p:spPr>
            <p:txBody>
              <a:bodyPr/>
              <a:lstStyle/>
              <a:p>
                <a:endParaRPr lang="en-US"/>
              </a:p>
            </p:txBody>
          </p:sp>
          <p:grpSp>
            <p:nvGrpSpPr>
              <p:cNvPr id="104262" name="Group 497"/>
              <p:cNvGrpSpPr>
                <a:grpSpLocks/>
              </p:cNvGrpSpPr>
              <p:nvPr/>
            </p:nvGrpSpPr>
            <p:grpSpPr bwMode="auto">
              <a:xfrm>
                <a:off x="2415" y="1757"/>
                <a:ext cx="295" cy="1"/>
                <a:chOff x="2415" y="1757"/>
                <a:chExt cx="295" cy="1"/>
              </a:xfrm>
              <a:grpFill/>
            </p:grpSpPr>
            <p:sp>
              <p:nvSpPr>
                <p:cNvPr id="104263" name="Line 498"/>
                <p:cNvSpPr>
                  <a:spLocks noChangeShapeType="1"/>
                </p:cNvSpPr>
                <p:nvPr/>
              </p:nvSpPr>
              <p:spPr bwMode="auto">
                <a:xfrm>
                  <a:off x="2415" y="1757"/>
                  <a:ext cx="24" cy="1"/>
                </a:xfrm>
                <a:prstGeom prst="line">
                  <a:avLst/>
                </a:prstGeom>
                <a:grpFill/>
                <a:ln w="12700">
                  <a:solidFill>
                    <a:schemeClr val="bg1">
                      <a:lumMod val="65000"/>
                    </a:schemeClr>
                  </a:solidFill>
                  <a:round/>
                  <a:headEnd/>
                  <a:tailEnd/>
                </a:ln>
              </p:spPr>
              <p:txBody>
                <a:bodyPr/>
                <a:lstStyle/>
                <a:p>
                  <a:endParaRPr lang="en-US"/>
                </a:p>
              </p:txBody>
            </p:sp>
            <p:sp>
              <p:nvSpPr>
                <p:cNvPr id="104264" name="Line 499"/>
                <p:cNvSpPr>
                  <a:spLocks noChangeShapeType="1"/>
                </p:cNvSpPr>
                <p:nvPr/>
              </p:nvSpPr>
              <p:spPr bwMode="auto">
                <a:xfrm>
                  <a:off x="2471" y="1757"/>
                  <a:ext cx="24" cy="1"/>
                </a:xfrm>
                <a:prstGeom prst="line">
                  <a:avLst/>
                </a:prstGeom>
                <a:grpFill/>
                <a:ln w="12700">
                  <a:solidFill>
                    <a:schemeClr val="bg1">
                      <a:lumMod val="65000"/>
                    </a:schemeClr>
                  </a:solidFill>
                  <a:round/>
                  <a:headEnd/>
                  <a:tailEnd/>
                </a:ln>
              </p:spPr>
              <p:txBody>
                <a:bodyPr/>
                <a:lstStyle/>
                <a:p>
                  <a:endParaRPr lang="en-US"/>
                </a:p>
              </p:txBody>
            </p:sp>
            <p:sp>
              <p:nvSpPr>
                <p:cNvPr id="104265" name="Line 500"/>
                <p:cNvSpPr>
                  <a:spLocks noChangeShapeType="1"/>
                </p:cNvSpPr>
                <p:nvPr/>
              </p:nvSpPr>
              <p:spPr bwMode="auto">
                <a:xfrm>
                  <a:off x="2526" y="1757"/>
                  <a:ext cx="24" cy="1"/>
                </a:xfrm>
                <a:prstGeom prst="line">
                  <a:avLst/>
                </a:prstGeom>
                <a:grpFill/>
                <a:ln w="12700">
                  <a:solidFill>
                    <a:schemeClr val="bg1">
                      <a:lumMod val="65000"/>
                    </a:schemeClr>
                  </a:solidFill>
                  <a:round/>
                  <a:headEnd/>
                  <a:tailEnd/>
                </a:ln>
              </p:spPr>
              <p:txBody>
                <a:bodyPr/>
                <a:lstStyle/>
                <a:p>
                  <a:endParaRPr lang="en-US"/>
                </a:p>
              </p:txBody>
            </p:sp>
            <p:sp>
              <p:nvSpPr>
                <p:cNvPr id="104266" name="Line 501"/>
                <p:cNvSpPr>
                  <a:spLocks noChangeShapeType="1"/>
                </p:cNvSpPr>
                <p:nvPr/>
              </p:nvSpPr>
              <p:spPr bwMode="auto">
                <a:xfrm>
                  <a:off x="2582" y="1757"/>
                  <a:ext cx="24" cy="1"/>
                </a:xfrm>
                <a:prstGeom prst="line">
                  <a:avLst/>
                </a:prstGeom>
                <a:grpFill/>
                <a:ln w="12700">
                  <a:solidFill>
                    <a:schemeClr val="bg1">
                      <a:lumMod val="65000"/>
                    </a:schemeClr>
                  </a:solidFill>
                  <a:round/>
                  <a:headEnd/>
                  <a:tailEnd/>
                </a:ln>
              </p:spPr>
              <p:txBody>
                <a:bodyPr/>
                <a:lstStyle/>
                <a:p>
                  <a:endParaRPr lang="en-US"/>
                </a:p>
              </p:txBody>
            </p:sp>
            <p:sp>
              <p:nvSpPr>
                <p:cNvPr id="104267" name="Line 502"/>
                <p:cNvSpPr>
                  <a:spLocks noChangeShapeType="1"/>
                </p:cNvSpPr>
                <p:nvPr/>
              </p:nvSpPr>
              <p:spPr bwMode="auto">
                <a:xfrm>
                  <a:off x="2638" y="1757"/>
                  <a:ext cx="24" cy="1"/>
                </a:xfrm>
                <a:prstGeom prst="line">
                  <a:avLst/>
                </a:prstGeom>
                <a:grpFill/>
                <a:ln w="12700">
                  <a:solidFill>
                    <a:schemeClr val="bg1">
                      <a:lumMod val="65000"/>
                    </a:schemeClr>
                  </a:solidFill>
                  <a:round/>
                  <a:headEnd/>
                  <a:tailEnd/>
                </a:ln>
              </p:spPr>
              <p:txBody>
                <a:bodyPr/>
                <a:lstStyle/>
                <a:p>
                  <a:endParaRPr lang="en-US"/>
                </a:p>
              </p:txBody>
            </p:sp>
            <p:sp>
              <p:nvSpPr>
                <p:cNvPr id="104268" name="Line 503"/>
                <p:cNvSpPr>
                  <a:spLocks noChangeShapeType="1"/>
                </p:cNvSpPr>
                <p:nvPr/>
              </p:nvSpPr>
              <p:spPr bwMode="auto">
                <a:xfrm>
                  <a:off x="2694" y="1757"/>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40" name="Group 504"/>
            <p:cNvGrpSpPr>
              <a:grpSpLocks/>
            </p:cNvGrpSpPr>
            <p:nvPr/>
          </p:nvGrpSpPr>
          <p:grpSpPr bwMode="auto">
            <a:xfrm>
              <a:off x="1489" y="3264"/>
              <a:ext cx="423" cy="56"/>
              <a:chOff x="1489" y="3264"/>
              <a:chExt cx="423" cy="56"/>
            </a:xfrm>
            <a:grpFill/>
          </p:grpSpPr>
          <p:sp>
            <p:nvSpPr>
              <p:cNvPr id="104253" name="Freeform 505"/>
              <p:cNvSpPr>
                <a:spLocks/>
              </p:cNvSpPr>
              <p:nvPr/>
            </p:nvSpPr>
            <p:spPr bwMode="auto">
              <a:xfrm>
                <a:off x="1792" y="3264"/>
                <a:ext cx="120" cy="56"/>
              </a:xfrm>
              <a:custGeom>
                <a:avLst/>
                <a:gdLst>
                  <a:gd name="T0" fmla="*/ 120 w 120"/>
                  <a:gd name="T1" fmla="*/ 24 h 56"/>
                  <a:gd name="T2" fmla="*/ 0 w 120"/>
                  <a:gd name="T3" fmla="*/ 56 h 56"/>
                  <a:gd name="T4" fmla="*/ 0 w 120"/>
                  <a:gd name="T5" fmla="*/ 24 h 56"/>
                  <a:gd name="T6" fmla="*/ 0 w 120"/>
                  <a:gd name="T7" fmla="*/ 0 h 56"/>
                  <a:gd name="T8" fmla="*/ 120 w 120"/>
                  <a:gd name="T9" fmla="*/ 24 h 56"/>
                  <a:gd name="T10" fmla="*/ 0 60000 65536"/>
                  <a:gd name="T11" fmla="*/ 0 60000 65536"/>
                  <a:gd name="T12" fmla="*/ 0 60000 65536"/>
                  <a:gd name="T13" fmla="*/ 0 60000 65536"/>
                  <a:gd name="T14" fmla="*/ 0 60000 65536"/>
                  <a:gd name="T15" fmla="*/ 0 w 120"/>
                  <a:gd name="T16" fmla="*/ 0 h 56"/>
                  <a:gd name="T17" fmla="*/ 120 w 120"/>
                  <a:gd name="T18" fmla="*/ 56 h 56"/>
                </a:gdLst>
                <a:ahLst/>
                <a:cxnLst>
                  <a:cxn ang="T10">
                    <a:pos x="T0" y="T1"/>
                  </a:cxn>
                  <a:cxn ang="T11">
                    <a:pos x="T2" y="T3"/>
                  </a:cxn>
                  <a:cxn ang="T12">
                    <a:pos x="T4" y="T5"/>
                  </a:cxn>
                  <a:cxn ang="T13">
                    <a:pos x="T6" y="T7"/>
                  </a:cxn>
                  <a:cxn ang="T14">
                    <a:pos x="T8" y="T9"/>
                  </a:cxn>
                </a:cxnLst>
                <a:rect l="T15" t="T16" r="T17" b="T18"/>
                <a:pathLst>
                  <a:path w="120" h="56">
                    <a:moveTo>
                      <a:pt x="120" y="24"/>
                    </a:moveTo>
                    <a:lnTo>
                      <a:pt x="0" y="56"/>
                    </a:lnTo>
                    <a:lnTo>
                      <a:pt x="0" y="24"/>
                    </a:lnTo>
                    <a:lnTo>
                      <a:pt x="0" y="0"/>
                    </a:lnTo>
                    <a:lnTo>
                      <a:pt x="120" y="24"/>
                    </a:lnTo>
                    <a:close/>
                  </a:path>
                </a:pathLst>
              </a:custGeom>
              <a:grpFill/>
              <a:ln w="9525">
                <a:solidFill>
                  <a:schemeClr val="bg1">
                    <a:lumMod val="65000"/>
                  </a:schemeClr>
                </a:solidFill>
                <a:round/>
                <a:headEnd/>
                <a:tailEnd/>
              </a:ln>
            </p:spPr>
            <p:txBody>
              <a:bodyPr/>
              <a:lstStyle/>
              <a:p>
                <a:endParaRPr lang="en-US"/>
              </a:p>
            </p:txBody>
          </p:sp>
          <p:grpSp>
            <p:nvGrpSpPr>
              <p:cNvPr id="104254" name="Group 506"/>
              <p:cNvGrpSpPr>
                <a:grpSpLocks/>
              </p:cNvGrpSpPr>
              <p:nvPr/>
            </p:nvGrpSpPr>
            <p:grpSpPr bwMode="auto">
              <a:xfrm>
                <a:off x="1489" y="3288"/>
                <a:ext cx="295" cy="1"/>
                <a:chOff x="1489" y="3288"/>
                <a:chExt cx="295" cy="1"/>
              </a:xfrm>
              <a:grpFill/>
            </p:grpSpPr>
            <p:sp>
              <p:nvSpPr>
                <p:cNvPr id="104255" name="Line 507"/>
                <p:cNvSpPr>
                  <a:spLocks noChangeShapeType="1"/>
                </p:cNvSpPr>
                <p:nvPr/>
              </p:nvSpPr>
              <p:spPr bwMode="auto">
                <a:xfrm>
                  <a:off x="1489" y="3288"/>
                  <a:ext cx="24" cy="1"/>
                </a:xfrm>
                <a:prstGeom prst="line">
                  <a:avLst/>
                </a:prstGeom>
                <a:grpFill/>
                <a:ln w="12700">
                  <a:solidFill>
                    <a:schemeClr val="bg1">
                      <a:lumMod val="65000"/>
                    </a:schemeClr>
                  </a:solidFill>
                  <a:round/>
                  <a:headEnd/>
                  <a:tailEnd/>
                </a:ln>
              </p:spPr>
              <p:txBody>
                <a:bodyPr/>
                <a:lstStyle/>
                <a:p>
                  <a:endParaRPr lang="en-US"/>
                </a:p>
              </p:txBody>
            </p:sp>
            <p:sp>
              <p:nvSpPr>
                <p:cNvPr id="104256" name="Line 508"/>
                <p:cNvSpPr>
                  <a:spLocks noChangeShapeType="1"/>
                </p:cNvSpPr>
                <p:nvPr/>
              </p:nvSpPr>
              <p:spPr bwMode="auto">
                <a:xfrm>
                  <a:off x="1544" y="3288"/>
                  <a:ext cx="24" cy="1"/>
                </a:xfrm>
                <a:prstGeom prst="line">
                  <a:avLst/>
                </a:prstGeom>
                <a:grpFill/>
                <a:ln w="12700">
                  <a:solidFill>
                    <a:schemeClr val="bg1">
                      <a:lumMod val="65000"/>
                    </a:schemeClr>
                  </a:solidFill>
                  <a:round/>
                  <a:headEnd/>
                  <a:tailEnd/>
                </a:ln>
              </p:spPr>
              <p:txBody>
                <a:bodyPr/>
                <a:lstStyle/>
                <a:p>
                  <a:endParaRPr lang="en-US"/>
                </a:p>
              </p:txBody>
            </p:sp>
            <p:sp>
              <p:nvSpPr>
                <p:cNvPr id="104257" name="Line 509"/>
                <p:cNvSpPr>
                  <a:spLocks noChangeShapeType="1"/>
                </p:cNvSpPr>
                <p:nvPr/>
              </p:nvSpPr>
              <p:spPr bwMode="auto">
                <a:xfrm>
                  <a:off x="1600" y="3288"/>
                  <a:ext cx="24" cy="1"/>
                </a:xfrm>
                <a:prstGeom prst="line">
                  <a:avLst/>
                </a:prstGeom>
                <a:grpFill/>
                <a:ln w="12700">
                  <a:solidFill>
                    <a:schemeClr val="bg1">
                      <a:lumMod val="65000"/>
                    </a:schemeClr>
                  </a:solidFill>
                  <a:round/>
                  <a:headEnd/>
                  <a:tailEnd/>
                </a:ln>
              </p:spPr>
              <p:txBody>
                <a:bodyPr/>
                <a:lstStyle/>
                <a:p>
                  <a:endParaRPr lang="en-US"/>
                </a:p>
              </p:txBody>
            </p:sp>
            <p:sp>
              <p:nvSpPr>
                <p:cNvPr id="104258" name="Line 510"/>
                <p:cNvSpPr>
                  <a:spLocks noChangeShapeType="1"/>
                </p:cNvSpPr>
                <p:nvPr/>
              </p:nvSpPr>
              <p:spPr bwMode="auto">
                <a:xfrm>
                  <a:off x="1656" y="3288"/>
                  <a:ext cx="24" cy="1"/>
                </a:xfrm>
                <a:prstGeom prst="line">
                  <a:avLst/>
                </a:prstGeom>
                <a:grpFill/>
                <a:ln w="12700">
                  <a:solidFill>
                    <a:schemeClr val="bg1">
                      <a:lumMod val="65000"/>
                    </a:schemeClr>
                  </a:solidFill>
                  <a:round/>
                  <a:headEnd/>
                  <a:tailEnd/>
                </a:ln>
              </p:spPr>
              <p:txBody>
                <a:bodyPr/>
                <a:lstStyle/>
                <a:p>
                  <a:endParaRPr lang="en-US"/>
                </a:p>
              </p:txBody>
            </p:sp>
            <p:sp>
              <p:nvSpPr>
                <p:cNvPr id="104259" name="Line 511"/>
                <p:cNvSpPr>
                  <a:spLocks noChangeShapeType="1"/>
                </p:cNvSpPr>
                <p:nvPr/>
              </p:nvSpPr>
              <p:spPr bwMode="auto">
                <a:xfrm>
                  <a:off x="1712" y="3288"/>
                  <a:ext cx="24" cy="1"/>
                </a:xfrm>
                <a:prstGeom prst="line">
                  <a:avLst/>
                </a:prstGeom>
                <a:grpFill/>
                <a:ln w="12700">
                  <a:solidFill>
                    <a:schemeClr val="bg1">
                      <a:lumMod val="65000"/>
                    </a:schemeClr>
                  </a:solidFill>
                  <a:round/>
                  <a:headEnd/>
                  <a:tailEnd/>
                </a:ln>
              </p:spPr>
              <p:txBody>
                <a:bodyPr/>
                <a:lstStyle/>
                <a:p>
                  <a:endParaRPr lang="en-US"/>
                </a:p>
              </p:txBody>
            </p:sp>
            <p:sp>
              <p:nvSpPr>
                <p:cNvPr id="104260" name="Line 512"/>
                <p:cNvSpPr>
                  <a:spLocks noChangeShapeType="1"/>
                </p:cNvSpPr>
                <p:nvPr/>
              </p:nvSpPr>
              <p:spPr bwMode="auto">
                <a:xfrm>
                  <a:off x="1768" y="3288"/>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41" name="Group 513"/>
            <p:cNvGrpSpPr>
              <a:grpSpLocks/>
            </p:cNvGrpSpPr>
            <p:nvPr/>
          </p:nvGrpSpPr>
          <p:grpSpPr bwMode="auto">
            <a:xfrm>
              <a:off x="1944" y="3256"/>
              <a:ext cx="423" cy="56"/>
              <a:chOff x="1944" y="3256"/>
              <a:chExt cx="423" cy="56"/>
            </a:xfrm>
            <a:grpFill/>
          </p:grpSpPr>
          <p:sp>
            <p:nvSpPr>
              <p:cNvPr id="104245" name="Freeform 514"/>
              <p:cNvSpPr>
                <a:spLocks/>
              </p:cNvSpPr>
              <p:nvPr/>
            </p:nvSpPr>
            <p:spPr bwMode="auto">
              <a:xfrm>
                <a:off x="2255" y="325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4246" name="Group 515"/>
              <p:cNvGrpSpPr>
                <a:grpSpLocks/>
              </p:cNvGrpSpPr>
              <p:nvPr/>
            </p:nvGrpSpPr>
            <p:grpSpPr bwMode="auto">
              <a:xfrm>
                <a:off x="1944" y="3288"/>
                <a:ext cx="303" cy="1"/>
                <a:chOff x="1944" y="3288"/>
                <a:chExt cx="303" cy="1"/>
              </a:xfrm>
              <a:grpFill/>
            </p:grpSpPr>
            <p:sp>
              <p:nvSpPr>
                <p:cNvPr id="104247" name="Line 516"/>
                <p:cNvSpPr>
                  <a:spLocks noChangeShapeType="1"/>
                </p:cNvSpPr>
                <p:nvPr/>
              </p:nvSpPr>
              <p:spPr bwMode="auto">
                <a:xfrm>
                  <a:off x="1944" y="3288"/>
                  <a:ext cx="24" cy="1"/>
                </a:xfrm>
                <a:prstGeom prst="line">
                  <a:avLst/>
                </a:prstGeom>
                <a:grpFill/>
                <a:ln w="12700">
                  <a:solidFill>
                    <a:schemeClr val="bg1">
                      <a:lumMod val="65000"/>
                    </a:schemeClr>
                  </a:solidFill>
                  <a:round/>
                  <a:headEnd/>
                  <a:tailEnd/>
                </a:ln>
              </p:spPr>
              <p:txBody>
                <a:bodyPr/>
                <a:lstStyle/>
                <a:p>
                  <a:endParaRPr lang="en-US"/>
                </a:p>
              </p:txBody>
            </p:sp>
            <p:sp>
              <p:nvSpPr>
                <p:cNvPr id="104248" name="Line 517"/>
                <p:cNvSpPr>
                  <a:spLocks noChangeShapeType="1"/>
                </p:cNvSpPr>
                <p:nvPr/>
              </p:nvSpPr>
              <p:spPr bwMode="auto">
                <a:xfrm>
                  <a:off x="2000" y="3288"/>
                  <a:ext cx="23" cy="1"/>
                </a:xfrm>
                <a:prstGeom prst="line">
                  <a:avLst/>
                </a:prstGeom>
                <a:grpFill/>
                <a:ln w="12700">
                  <a:solidFill>
                    <a:schemeClr val="bg1">
                      <a:lumMod val="65000"/>
                    </a:schemeClr>
                  </a:solidFill>
                  <a:round/>
                  <a:headEnd/>
                  <a:tailEnd/>
                </a:ln>
              </p:spPr>
              <p:txBody>
                <a:bodyPr/>
                <a:lstStyle/>
                <a:p>
                  <a:endParaRPr lang="en-US"/>
                </a:p>
              </p:txBody>
            </p:sp>
            <p:sp>
              <p:nvSpPr>
                <p:cNvPr id="104249" name="Line 518"/>
                <p:cNvSpPr>
                  <a:spLocks noChangeShapeType="1"/>
                </p:cNvSpPr>
                <p:nvPr/>
              </p:nvSpPr>
              <p:spPr bwMode="auto">
                <a:xfrm>
                  <a:off x="2055" y="3288"/>
                  <a:ext cx="24" cy="1"/>
                </a:xfrm>
                <a:prstGeom prst="line">
                  <a:avLst/>
                </a:prstGeom>
                <a:grpFill/>
                <a:ln w="12700">
                  <a:solidFill>
                    <a:schemeClr val="bg1">
                      <a:lumMod val="65000"/>
                    </a:schemeClr>
                  </a:solidFill>
                  <a:round/>
                  <a:headEnd/>
                  <a:tailEnd/>
                </a:ln>
              </p:spPr>
              <p:txBody>
                <a:bodyPr/>
                <a:lstStyle/>
                <a:p>
                  <a:endParaRPr lang="en-US"/>
                </a:p>
              </p:txBody>
            </p:sp>
            <p:sp>
              <p:nvSpPr>
                <p:cNvPr id="104250" name="Line 519"/>
                <p:cNvSpPr>
                  <a:spLocks noChangeShapeType="1"/>
                </p:cNvSpPr>
                <p:nvPr/>
              </p:nvSpPr>
              <p:spPr bwMode="auto">
                <a:xfrm>
                  <a:off x="2111" y="3288"/>
                  <a:ext cx="24" cy="1"/>
                </a:xfrm>
                <a:prstGeom prst="line">
                  <a:avLst/>
                </a:prstGeom>
                <a:grpFill/>
                <a:ln w="12700">
                  <a:solidFill>
                    <a:schemeClr val="bg1">
                      <a:lumMod val="65000"/>
                    </a:schemeClr>
                  </a:solidFill>
                  <a:round/>
                  <a:headEnd/>
                  <a:tailEnd/>
                </a:ln>
              </p:spPr>
              <p:txBody>
                <a:bodyPr/>
                <a:lstStyle/>
                <a:p>
                  <a:endParaRPr lang="en-US"/>
                </a:p>
              </p:txBody>
            </p:sp>
            <p:sp>
              <p:nvSpPr>
                <p:cNvPr id="104251" name="Line 520"/>
                <p:cNvSpPr>
                  <a:spLocks noChangeShapeType="1"/>
                </p:cNvSpPr>
                <p:nvPr/>
              </p:nvSpPr>
              <p:spPr bwMode="auto">
                <a:xfrm>
                  <a:off x="2167" y="3288"/>
                  <a:ext cx="24" cy="1"/>
                </a:xfrm>
                <a:prstGeom prst="line">
                  <a:avLst/>
                </a:prstGeom>
                <a:grpFill/>
                <a:ln w="12700">
                  <a:solidFill>
                    <a:schemeClr val="bg1">
                      <a:lumMod val="65000"/>
                    </a:schemeClr>
                  </a:solidFill>
                  <a:round/>
                  <a:headEnd/>
                  <a:tailEnd/>
                </a:ln>
              </p:spPr>
              <p:txBody>
                <a:bodyPr/>
                <a:lstStyle/>
                <a:p>
                  <a:endParaRPr lang="en-US"/>
                </a:p>
              </p:txBody>
            </p:sp>
            <p:sp>
              <p:nvSpPr>
                <p:cNvPr id="104252" name="Line 521"/>
                <p:cNvSpPr>
                  <a:spLocks noChangeShapeType="1"/>
                </p:cNvSpPr>
                <p:nvPr/>
              </p:nvSpPr>
              <p:spPr bwMode="auto">
                <a:xfrm>
                  <a:off x="2223" y="3288"/>
                  <a:ext cx="24"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42" name="Group 522"/>
            <p:cNvGrpSpPr>
              <a:grpSpLocks/>
            </p:cNvGrpSpPr>
            <p:nvPr/>
          </p:nvGrpSpPr>
          <p:grpSpPr bwMode="auto">
            <a:xfrm>
              <a:off x="2415" y="3256"/>
              <a:ext cx="415" cy="56"/>
              <a:chOff x="2415" y="3256"/>
              <a:chExt cx="415" cy="56"/>
            </a:xfrm>
            <a:grpFill/>
          </p:grpSpPr>
          <p:sp>
            <p:nvSpPr>
              <p:cNvPr id="104237" name="Freeform 523"/>
              <p:cNvSpPr>
                <a:spLocks/>
              </p:cNvSpPr>
              <p:nvPr/>
            </p:nvSpPr>
            <p:spPr bwMode="auto">
              <a:xfrm>
                <a:off x="2718" y="325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4238" name="Group 524"/>
              <p:cNvGrpSpPr>
                <a:grpSpLocks/>
              </p:cNvGrpSpPr>
              <p:nvPr/>
            </p:nvGrpSpPr>
            <p:grpSpPr bwMode="auto">
              <a:xfrm>
                <a:off x="2415" y="3288"/>
                <a:ext cx="295" cy="1"/>
                <a:chOff x="2415" y="3288"/>
                <a:chExt cx="295" cy="1"/>
              </a:xfrm>
              <a:grpFill/>
            </p:grpSpPr>
            <p:sp>
              <p:nvSpPr>
                <p:cNvPr id="104239" name="Line 525"/>
                <p:cNvSpPr>
                  <a:spLocks noChangeShapeType="1"/>
                </p:cNvSpPr>
                <p:nvPr/>
              </p:nvSpPr>
              <p:spPr bwMode="auto">
                <a:xfrm>
                  <a:off x="2415" y="3288"/>
                  <a:ext cx="24" cy="1"/>
                </a:xfrm>
                <a:prstGeom prst="line">
                  <a:avLst/>
                </a:prstGeom>
                <a:grpFill/>
                <a:ln w="12700">
                  <a:solidFill>
                    <a:schemeClr val="bg1">
                      <a:lumMod val="65000"/>
                    </a:schemeClr>
                  </a:solidFill>
                  <a:round/>
                  <a:headEnd/>
                  <a:tailEnd/>
                </a:ln>
              </p:spPr>
              <p:txBody>
                <a:bodyPr/>
                <a:lstStyle/>
                <a:p>
                  <a:endParaRPr lang="en-US"/>
                </a:p>
              </p:txBody>
            </p:sp>
            <p:sp>
              <p:nvSpPr>
                <p:cNvPr id="104240" name="Line 526"/>
                <p:cNvSpPr>
                  <a:spLocks noChangeShapeType="1"/>
                </p:cNvSpPr>
                <p:nvPr/>
              </p:nvSpPr>
              <p:spPr bwMode="auto">
                <a:xfrm>
                  <a:off x="2471" y="3288"/>
                  <a:ext cx="24" cy="1"/>
                </a:xfrm>
                <a:prstGeom prst="line">
                  <a:avLst/>
                </a:prstGeom>
                <a:grpFill/>
                <a:ln w="12700">
                  <a:solidFill>
                    <a:schemeClr val="bg1">
                      <a:lumMod val="65000"/>
                    </a:schemeClr>
                  </a:solidFill>
                  <a:round/>
                  <a:headEnd/>
                  <a:tailEnd/>
                </a:ln>
              </p:spPr>
              <p:txBody>
                <a:bodyPr/>
                <a:lstStyle/>
                <a:p>
                  <a:endParaRPr lang="en-US"/>
                </a:p>
              </p:txBody>
            </p:sp>
            <p:sp>
              <p:nvSpPr>
                <p:cNvPr id="104241" name="Line 527"/>
                <p:cNvSpPr>
                  <a:spLocks noChangeShapeType="1"/>
                </p:cNvSpPr>
                <p:nvPr/>
              </p:nvSpPr>
              <p:spPr bwMode="auto">
                <a:xfrm>
                  <a:off x="2526" y="3288"/>
                  <a:ext cx="24" cy="1"/>
                </a:xfrm>
                <a:prstGeom prst="line">
                  <a:avLst/>
                </a:prstGeom>
                <a:grpFill/>
                <a:ln w="12700">
                  <a:solidFill>
                    <a:schemeClr val="bg1">
                      <a:lumMod val="65000"/>
                    </a:schemeClr>
                  </a:solidFill>
                  <a:round/>
                  <a:headEnd/>
                  <a:tailEnd/>
                </a:ln>
              </p:spPr>
              <p:txBody>
                <a:bodyPr/>
                <a:lstStyle/>
                <a:p>
                  <a:endParaRPr lang="en-US"/>
                </a:p>
              </p:txBody>
            </p:sp>
            <p:sp>
              <p:nvSpPr>
                <p:cNvPr id="104242" name="Line 528"/>
                <p:cNvSpPr>
                  <a:spLocks noChangeShapeType="1"/>
                </p:cNvSpPr>
                <p:nvPr/>
              </p:nvSpPr>
              <p:spPr bwMode="auto">
                <a:xfrm>
                  <a:off x="2582" y="3288"/>
                  <a:ext cx="24" cy="1"/>
                </a:xfrm>
                <a:prstGeom prst="line">
                  <a:avLst/>
                </a:prstGeom>
                <a:grpFill/>
                <a:ln w="12700">
                  <a:solidFill>
                    <a:schemeClr val="bg1">
                      <a:lumMod val="65000"/>
                    </a:schemeClr>
                  </a:solidFill>
                  <a:round/>
                  <a:headEnd/>
                  <a:tailEnd/>
                </a:ln>
              </p:spPr>
              <p:txBody>
                <a:bodyPr/>
                <a:lstStyle/>
                <a:p>
                  <a:endParaRPr lang="en-US"/>
                </a:p>
              </p:txBody>
            </p:sp>
            <p:sp>
              <p:nvSpPr>
                <p:cNvPr id="104243" name="Line 529"/>
                <p:cNvSpPr>
                  <a:spLocks noChangeShapeType="1"/>
                </p:cNvSpPr>
                <p:nvPr/>
              </p:nvSpPr>
              <p:spPr bwMode="auto">
                <a:xfrm>
                  <a:off x="2638" y="3288"/>
                  <a:ext cx="24" cy="1"/>
                </a:xfrm>
                <a:prstGeom prst="line">
                  <a:avLst/>
                </a:prstGeom>
                <a:grpFill/>
                <a:ln w="12700">
                  <a:solidFill>
                    <a:schemeClr val="bg1">
                      <a:lumMod val="65000"/>
                    </a:schemeClr>
                  </a:solidFill>
                  <a:round/>
                  <a:headEnd/>
                  <a:tailEnd/>
                </a:ln>
              </p:spPr>
              <p:txBody>
                <a:bodyPr/>
                <a:lstStyle/>
                <a:p>
                  <a:endParaRPr lang="en-US"/>
                </a:p>
              </p:txBody>
            </p:sp>
            <p:sp>
              <p:nvSpPr>
                <p:cNvPr id="104244" name="Line 530"/>
                <p:cNvSpPr>
                  <a:spLocks noChangeShapeType="1"/>
                </p:cNvSpPr>
                <p:nvPr/>
              </p:nvSpPr>
              <p:spPr bwMode="auto">
                <a:xfrm>
                  <a:off x="2694" y="3288"/>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43" name="Group 531"/>
            <p:cNvGrpSpPr>
              <a:grpSpLocks/>
            </p:cNvGrpSpPr>
            <p:nvPr/>
          </p:nvGrpSpPr>
          <p:grpSpPr bwMode="auto">
            <a:xfrm>
              <a:off x="1489" y="3567"/>
              <a:ext cx="423" cy="56"/>
              <a:chOff x="1489" y="3567"/>
              <a:chExt cx="423" cy="56"/>
            </a:xfrm>
            <a:grpFill/>
          </p:grpSpPr>
          <p:sp>
            <p:nvSpPr>
              <p:cNvPr id="104229" name="Freeform 532"/>
              <p:cNvSpPr>
                <a:spLocks/>
              </p:cNvSpPr>
              <p:nvPr/>
            </p:nvSpPr>
            <p:spPr bwMode="auto">
              <a:xfrm>
                <a:off x="1800"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lumMod val="65000"/>
                  </a:schemeClr>
                </a:solidFill>
                <a:round/>
                <a:headEnd/>
                <a:tailEnd/>
              </a:ln>
            </p:spPr>
            <p:txBody>
              <a:bodyPr/>
              <a:lstStyle/>
              <a:p>
                <a:endParaRPr lang="en-US"/>
              </a:p>
            </p:txBody>
          </p:sp>
          <p:grpSp>
            <p:nvGrpSpPr>
              <p:cNvPr id="104230" name="Group 533"/>
              <p:cNvGrpSpPr>
                <a:grpSpLocks/>
              </p:cNvGrpSpPr>
              <p:nvPr/>
            </p:nvGrpSpPr>
            <p:grpSpPr bwMode="auto">
              <a:xfrm>
                <a:off x="1489" y="3591"/>
                <a:ext cx="303" cy="1"/>
                <a:chOff x="1489" y="3591"/>
                <a:chExt cx="303" cy="1"/>
              </a:xfrm>
              <a:grpFill/>
            </p:grpSpPr>
            <p:sp>
              <p:nvSpPr>
                <p:cNvPr id="104231" name="Line 534"/>
                <p:cNvSpPr>
                  <a:spLocks noChangeShapeType="1"/>
                </p:cNvSpPr>
                <p:nvPr/>
              </p:nvSpPr>
              <p:spPr bwMode="auto">
                <a:xfrm>
                  <a:off x="1489" y="3591"/>
                  <a:ext cx="24" cy="1"/>
                </a:xfrm>
                <a:prstGeom prst="line">
                  <a:avLst/>
                </a:prstGeom>
                <a:grpFill/>
                <a:ln w="12700">
                  <a:solidFill>
                    <a:schemeClr val="bg1">
                      <a:lumMod val="65000"/>
                    </a:schemeClr>
                  </a:solidFill>
                  <a:round/>
                  <a:headEnd/>
                  <a:tailEnd/>
                </a:ln>
              </p:spPr>
              <p:txBody>
                <a:bodyPr/>
                <a:lstStyle/>
                <a:p>
                  <a:endParaRPr lang="en-US"/>
                </a:p>
              </p:txBody>
            </p:sp>
            <p:sp>
              <p:nvSpPr>
                <p:cNvPr id="104232" name="Line 535"/>
                <p:cNvSpPr>
                  <a:spLocks noChangeShapeType="1"/>
                </p:cNvSpPr>
                <p:nvPr/>
              </p:nvSpPr>
              <p:spPr bwMode="auto">
                <a:xfrm>
                  <a:off x="1544" y="3591"/>
                  <a:ext cx="24" cy="1"/>
                </a:xfrm>
                <a:prstGeom prst="line">
                  <a:avLst/>
                </a:prstGeom>
                <a:grpFill/>
                <a:ln w="12700">
                  <a:solidFill>
                    <a:schemeClr val="bg1">
                      <a:lumMod val="65000"/>
                    </a:schemeClr>
                  </a:solidFill>
                  <a:round/>
                  <a:headEnd/>
                  <a:tailEnd/>
                </a:ln>
              </p:spPr>
              <p:txBody>
                <a:bodyPr/>
                <a:lstStyle/>
                <a:p>
                  <a:endParaRPr lang="en-US"/>
                </a:p>
              </p:txBody>
            </p:sp>
            <p:sp>
              <p:nvSpPr>
                <p:cNvPr id="104233" name="Line 536"/>
                <p:cNvSpPr>
                  <a:spLocks noChangeShapeType="1"/>
                </p:cNvSpPr>
                <p:nvPr/>
              </p:nvSpPr>
              <p:spPr bwMode="auto">
                <a:xfrm>
                  <a:off x="1600" y="3591"/>
                  <a:ext cx="24" cy="1"/>
                </a:xfrm>
                <a:prstGeom prst="line">
                  <a:avLst/>
                </a:prstGeom>
                <a:grpFill/>
                <a:ln w="12700">
                  <a:solidFill>
                    <a:schemeClr val="bg1">
                      <a:lumMod val="65000"/>
                    </a:schemeClr>
                  </a:solidFill>
                  <a:round/>
                  <a:headEnd/>
                  <a:tailEnd/>
                </a:ln>
              </p:spPr>
              <p:txBody>
                <a:bodyPr/>
                <a:lstStyle/>
                <a:p>
                  <a:endParaRPr lang="en-US"/>
                </a:p>
              </p:txBody>
            </p:sp>
            <p:sp>
              <p:nvSpPr>
                <p:cNvPr id="104234" name="Line 537"/>
                <p:cNvSpPr>
                  <a:spLocks noChangeShapeType="1"/>
                </p:cNvSpPr>
                <p:nvPr/>
              </p:nvSpPr>
              <p:spPr bwMode="auto">
                <a:xfrm>
                  <a:off x="1656" y="3591"/>
                  <a:ext cx="24" cy="1"/>
                </a:xfrm>
                <a:prstGeom prst="line">
                  <a:avLst/>
                </a:prstGeom>
                <a:grpFill/>
                <a:ln w="12700">
                  <a:solidFill>
                    <a:schemeClr val="bg1">
                      <a:lumMod val="65000"/>
                    </a:schemeClr>
                  </a:solidFill>
                  <a:round/>
                  <a:headEnd/>
                  <a:tailEnd/>
                </a:ln>
              </p:spPr>
              <p:txBody>
                <a:bodyPr/>
                <a:lstStyle/>
                <a:p>
                  <a:endParaRPr lang="en-US"/>
                </a:p>
              </p:txBody>
            </p:sp>
            <p:sp>
              <p:nvSpPr>
                <p:cNvPr id="104235" name="Line 538"/>
                <p:cNvSpPr>
                  <a:spLocks noChangeShapeType="1"/>
                </p:cNvSpPr>
                <p:nvPr/>
              </p:nvSpPr>
              <p:spPr bwMode="auto">
                <a:xfrm>
                  <a:off x="1712" y="3591"/>
                  <a:ext cx="24" cy="1"/>
                </a:xfrm>
                <a:prstGeom prst="line">
                  <a:avLst/>
                </a:prstGeom>
                <a:grpFill/>
                <a:ln w="12700">
                  <a:solidFill>
                    <a:schemeClr val="bg1">
                      <a:lumMod val="65000"/>
                    </a:schemeClr>
                  </a:solidFill>
                  <a:round/>
                  <a:headEnd/>
                  <a:tailEnd/>
                </a:ln>
              </p:spPr>
              <p:txBody>
                <a:bodyPr/>
                <a:lstStyle/>
                <a:p>
                  <a:endParaRPr lang="en-US"/>
                </a:p>
              </p:txBody>
            </p:sp>
            <p:sp>
              <p:nvSpPr>
                <p:cNvPr id="104236" name="Line 539"/>
                <p:cNvSpPr>
                  <a:spLocks noChangeShapeType="1"/>
                </p:cNvSpPr>
                <p:nvPr/>
              </p:nvSpPr>
              <p:spPr bwMode="auto">
                <a:xfrm>
                  <a:off x="1768" y="3591"/>
                  <a:ext cx="24"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44" name="Group 540"/>
            <p:cNvGrpSpPr>
              <a:grpSpLocks/>
            </p:cNvGrpSpPr>
            <p:nvPr/>
          </p:nvGrpSpPr>
          <p:grpSpPr bwMode="auto">
            <a:xfrm>
              <a:off x="1952" y="3567"/>
              <a:ext cx="415" cy="56"/>
              <a:chOff x="1952" y="3567"/>
              <a:chExt cx="415" cy="56"/>
            </a:xfrm>
            <a:grpFill/>
          </p:grpSpPr>
          <p:sp>
            <p:nvSpPr>
              <p:cNvPr id="104221" name="Freeform 541"/>
              <p:cNvSpPr>
                <a:spLocks/>
              </p:cNvSpPr>
              <p:nvPr/>
            </p:nvSpPr>
            <p:spPr bwMode="auto">
              <a:xfrm>
                <a:off x="2255"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lumMod val="65000"/>
                  </a:schemeClr>
                </a:solidFill>
                <a:round/>
                <a:headEnd/>
                <a:tailEnd/>
              </a:ln>
            </p:spPr>
            <p:txBody>
              <a:bodyPr/>
              <a:lstStyle/>
              <a:p>
                <a:endParaRPr lang="en-US"/>
              </a:p>
            </p:txBody>
          </p:sp>
          <p:grpSp>
            <p:nvGrpSpPr>
              <p:cNvPr id="104222" name="Group 542"/>
              <p:cNvGrpSpPr>
                <a:grpSpLocks/>
              </p:cNvGrpSpPr>
              <p:nvPr/>
            </p:nvGrpSpPr>
            <p:grpSpPr bwMode="auto">
              <a:xfrm>
                <a:off x="1952" y="3591"/>
                <a:ext cx="295" cy="1"/>
                <a:chOff x="1952" y="3591"/>
                <a:chExt cx="295" cy="1"/>
              </a:xfrm>
              <a:grpFill/>
            </p:grpSpPr>
            <p:sp>
              <p:nvSpPr>
                <p:cNvPr id="104223" name="Line 543"/>
                <p:cNvSpPr>
                  <a:spLocks noChangeShapeType="1"/>
                </p:cNvSpPr>
                <p:nvPr/>
              </p:nvSpPr>
              <p:spPr bwMode="auto">
                <a:xfrm>
                  <a:off x="1952" y="3591"/>
                  <a:ext cx="24" cy="1"/>
                </a:xfrm>
                <a:prstGeom prst="line">
                  <a:avLst/>
                </a:prstGeom>
                <a:grpFill/>
                <a:ln w="12700">
                  <a:solidFill>
                    <a:schemeClr val="bg1">
                      <a:lumMod val="65000"/>
                    </a:schemeClr>
                  </a:solidFill>
                  <a:round/>
                  <a:headEnd/>
                  <a:tailEnd/>
                </a:ln>
              </p:spPr>
              <p:txBody>
                <a:bodyPr/>
                <a:lstStyle/>
                <a:p>
                  <a:endParaRPr lang="en-US"/>
                </a:p>
              </p:txBody>
            </p:sp>
            <p:sp>
              <p:nvSpPr>
                <p:cNvPr id="104224" name="Line 544"/>
                <p:cNvSpPr>
                  <a:spLocks noChangeShapeType="1"/>
                </p:cNvSpPr>
                <p:nvPr/>
              </p:nvSpPr>
              <p:spPr bwMode="auto">
                <a:xfrm>
                  <a:off x="2008" y="3591"/>
                  <a:ext cx="23" cy="1"/>
                </a:xfrm>
                <a:prstGeom prst="line">
                  <a:avLst/>
                </a:prstGeom>
                <a:grpFill/>
                <a:ln w="12700">
                  <a:solidFill>
                    <a:schemeClr val="bg1">
                      <a:lumMod val="65000"/>
                    </a:schemeClr>
                  </a:solidFill>
                  <a:round/>
                  <a:headEnd/>
                  <a:tailEnd/>
                </a:ln>
              </p:spPr>
              <p:txBody>
                <a:bodyPr/>
                <a:lstStyle/>
                <a:p>
                  <a:endParaRPr lang="en-US"/>
                </a:p>
              </p:txBody>
            </p:sp>
            <p:sp>
              <p:nvSpPr>
                <p:cNvPr id="104225" name="Line 545"/>
                <p:cNvSpPr>
                  <a:spLocks noChangeShapeType="1"/>
                </p:cNvSpPr>
                <p:nvPr/>
              </p:nvSpPr>
              <p:spPr bwMode="auto">
                <a:xfrm>
                  <a:off x="2063" y="3591"/>
                  <a:ext cx="24" cy="1"/>
                </a:xfrm>
                <a:prstGeom prst="line">
                  <a:avLst/>
                </a:prstGeom>
                <a:grpFill/>
                <a:ln w="12700">
                  <a:solidFill>
                    <a:schemeClr val="bg1">
                      <a:lumMod val="65000"/>
                    </a:schemeClr>
                  </a:solidFill>
                  <a:round/>
                  <a:headEnd/>
                  <a:tailEnd/>
                </a:ln>
              </p:spPr>
              <p:txBody>
                <a:bodyPr/>
                <a:lstStyle/>
                <a:p>
                  <a:endParaRPr lang="en-US"/>
                </a:p>
              </p:txBody>
            </p:sp>
            <p:sp>
              <p:nvSpPr>
                <p:cNvPr id="104226" name="Line 546"/>
                <p:cNvSpPr>
                  <a:spLocks noChangeShapeType="1"/>
                </p:cNvSpPr>
                <p:nvPr/>
              </p:nvSpPr>
              <p:spPr bwMode="auto">
                <a:xfrm>
                  <a:off x="2119" y="3591"/>
                  <a:ext cx="24" cy="1"/>
                </a:xfrm>
                <a:prstGeom prst="line">
                  <a:avLst/>
                </a:prstGeom>
                <a:grpFill/>
                <a:ln w="12700">
                  <a:solidFill>
                    <a:schemeClr val="bg1">
                      <a:lumMod val="65000"/>
                    </a:schemeClr>
                  </a:solidFill>
                  <a:round/>
                  <a:headEnd/>
                  <a:tailEnd/>
                </a:ln>
              </p:spPr>
              <p:txBody>
                <a:bodyPr/>
                <a:lstStyle/>
                <a:p>
                  <a:endParaRPr lang="en-US"/>
                </a:p>
              </p:txBody>
            </p:sp>
            <p:sp>
              <p:nvSpPr>
                <p:cNvPr id="104227" name="Line 547"/>
                <p:cNvSpPr>
                  <a:spLocks noChangeShapeType="1"/>
                </p:cNvSpPr>
                <p:nvPr/>
              </p:nvSpPr>
              <p:spPr bwMode="auto">
                <a:xfrm>
                  <a:off x="2175" y="3591"/>
                  <a:ext cx="24" cy="1"/>
                </a:xfrm>
                <a:prstGeom prst="line">
                  <a:avLst/>
                </a:prstGeom>
                <a:grpFill/>
                <a:ln w="12700">
                  <a:solidFill>
                    <a:schemeClr val="bg1">
                      <a:lumMod val="65000"/>
                    </a:schemeClr>
                  </a:solidFill>
                  <a:round/>
                  <a:headEnd/>
                  <a:tailEnd/>
                </a:ln>
              </p:spPr>
              <p:txBody>
                <a:bodyPr/>
                <a:lstStyle/>
                <a:p>
                  <a:endParaRPr lang="en-US"/>
                </a:p>
              </p:txBody>
            </p:sp>
            <p:sp>
              <p:nvSpPr>
                <p:cNvPr id="104228" name="Line 548"/>
                <p:cNvSpPr>
                  <a:spLocks noChangeShapeType="1"/>
                </p:cNvSpPr>
                <p:nvPr/>
              </p:nvSpPr>
              <p:spPr bwMode="auto">
                <a:xfrm>
                  <a:off x="2231" y="3591"/>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45" name="Group 549"/>
            <p:cNvGrpSpPr>
              <a:grpSpLocks/>
            </p:cNvGrpSpPr>
            <p:nvPr/>
          </p:nvGrpSpPr>
          <p:grpSpPr bwMode="auto">
            <a:xfrm>
              <a:off x="2407" y="3567"/>
              <a:ext cx="415" cy="56"/>
              <a:chOff x="2407" y="3567"/>
              <a:chExt cx="415" cy="56"/>
            </a:xfrm>
            <a:grpFill/>
          </p:grpSpPr>
          <p:sp>
            <p:nvSpPr>
              <p:cNvPr id="104213" name="Freeform 550"/>
              <p:cNvSpPr>
                <a:spLocks/>
              </p:cNvSpPr>
              <p:nvPr/>
            </p:nvSpPr>
            <p:spPr bwMode="auto">
              <a:xfrm>
                <a:off x="2710"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lumMod val="65000"/>
                  </a:schemeClr>
                </a:solidFill>
                <a:round/>
                <a:headEnd/>
                <a:tailEnd/>
              </a:ln>
            </p:spPr>
            <p:txBody>
              <a:bodyPr/>
              <a:lstStyle/>
              <a:p>
                <a:endParaRPr lang="en-US"/>
              </a:p>
            </p:txBody>
          </p:sp>
          <p:grpSp>
            <p:nvGrpSpPr>
              <p:cNvPr id="104214" name="Group 551"/>
              <p:cNvGrpSpPr>
                <a:grpSpLocks/>
              </p:cNvGrpSpPr>
              <p:nvPr/>
            </p:nvGrpSpPr>
            <p:grpSpPr bwMode="auto">
              <a:xfrm>
                <a:off x="2407" y="3591"/>
                <a:ext cx="295" cy="1"/>
                <a:chOff x="2407" y="3591"/>
                <a:chExt cx="295" cy="1"/>
              </a:xfrm>
              <a:grpFill/>
            </p:grpSpPr>
            <p:sp>
              <p:nvSpPr>
                <p:cNvPr id="104215" name="Line 552"/>
                <p:cNvSpPr>
                  <a:spLocks noChangeShapeType="1"/>
                </p:cNvSpPr>
                <p:nvPr/>
              </p:nvSpPr>
              <p:spPr bwMode="auto">
                <a:xfrm>
                  <a:off x="2407" y="3591"/>
                  <a:ext cx="24" cy="1"/>
                </a:xfrm>
                <a:prstGeom prst="line">
                  <a:avLst/>
                </a:prstGeom>
                <a:grpFill/>
                <a:ln w="12700">
                  <a:solidFill>
                    <a:schemeClr val="bg1">
                      <a:lumMod val="65000"/>
                    </a:schemeClr>
                  </a:solidFill>
                  <a:round/>
                  <a:headEnd/>
                  <a:tailEnd/>
                </a:ln>
              </p:spPr>
              <p:txBody>
                <a:bodyPr/>
                <a:lstStyle/>
                <a:p>
                  <a:endParaRPr lang="en-US"/>
                </a:p>
              </p:txBody>
            </p:sp>
            <p:sp>
              <p:nvSpPr>
                <p:cNvPr id="104216" name="Line 553"/>
                <p:cNvSpPr>
                  <a:spLocks noChangeShapeType="1"/>
                </p:cNvSpPr>
                <p:nvPr/>
              </p:nvSpPr>
              <p:spPr bwMode="auto">
                <a:xfrm>
                  <a:off x="2463" y="3591"/>
                  <a:ext cx="24" cy="1"/>
                </a:xfrm>
                <a:prstGeom prst="line">
                  <a:avLst/>
                </a:prstGeom>
                <a:grpFill/>
                <a:ln w="12700">
                  <a:solidFill>
                    <a:schemeClr val="bg1">
                      <a:lumMod val="65000"/>
                    </a:schemeClr>
                  </a:solidFill>
                  <a:round/>
                  <a:headEnd/>
                  <a:tailEnd/>
                </a:ln>
              </p:spPr>
              <p:txBody>
                <a:bodyPr/>
                <a:lstStyle/>
                <a:p>
                  <a:endParaRPr lang="en-US"/>
                </a:p>
              </p:txBody>
            </p:sp>
            <p:sp>
              <p:nvSpPr>
                <p:cNvPr id="104217" name="Line 554"/>
                <p:cNvSpPr>
                  <a:spLocks noChangeShapeType="1"/>
                </p:cNvSpPr>
                <p:nvPr/>
              </p:nvSpPr>
              <p:spPr bwMode="auto">
                <a:xfrm>
                  <a:off x="2518" y="3591"/>
                  <a:ext cx="24" cy="1"/>
                </a:xfrm>
                <a:prstGeom prst="line">
                  <a:avLst/>
                </a:prstGeom>
                <a:grpFill/>
                <a:ln w="12700">
                  <a:solidFill>
                    <a:schemeClr val="bg1">
                      <a:lumMod val="65000"/>
                    </a:schemeClr>
                  </a:solidFill>
                  <a:round/>
                  <a:headEnd/>
                  <a:tailEnd/>
                </a:ln>
              </p:spPr>
              <p:txBody>
                <a:bodyPr/>
                <a:lstStyle/>
                <a:p>
                  <a:endParaRPr lang="en-US"/>
                </a:p>
              </p:txBody>
            </p:sp>
            <p:sp>
              <p:nvSpPr>
                <p:cNvPr id="104218" name="Line 555"/>
                <p:cNvSpPr>
                  <a:spLocks noChangeShapeType="1"/>
                </p:cNvSpPr>
                <p:nvPr/>
              </p:nvSpPr>
              <p:spPr bwMode="auto">
                <a:xfrm>
                  <a:off x="2574" y="3591"/>
                  <a:ext cx="24" cy="1"/>
                </a:xfrm>
                <a:prstGeom prst="line">
                  <a:avLst/>
                </a:prstGeom>
                <a:grpFill/>
                <a:ln w="12700">
                  <a:solidFill>
                    <a:schemeClr val="bg1">
                      <a:lumMod val="65000"/>
                    </a:schemeClr>
                  </a:solidFill>
                  <a:round/>
                  <a:headEnd/>
                  <a:tailEnd/>
                </a:ln>
              </p:spPr>
              <p:txBody>
                <a:bodyPr/>
                <a:lstStyle/>
                <a:p>
                  <a:endParaRPr lang="en-US"/>
                </a:p>
              </p:txBody>
            </p:sp>
            <p:sp>
              <p:nvSpPr>
                <p:cNvPr id="104219" name="Line 556"/>
                <p:cNvSpPr>
                  <a:spLocks noChangeShapeType="1"/>
                </p:cNvSpPr>
                <p:nvPr/>
              </p:nvSpPr>
              <p:spPr bwMode="auto">
                <a:xfrm>
                  <a:off x="2630" y="3591"/>
                  <a:ext cx="24" cy="1"/>
                </a:xfrm>
                <a:prstGeom prst="line">
                  <a:avLst/>
                </a:prstGeom>
                <a:grpFill/>
                <a:ln w="12700">
                  <a:solidFill>
                    <a:schemeClr val="bg1">
                      <a:lumMod val="65000"/>
                    </a:schemeClr>
                  </a:solidFill>
                  <a:round/>
                  <a:headEnd/>
                  <a:tailEnd/>
                </a:ln>
              </p:spPr>
              <p:txBody>
                <a:bodyPr/>
                <a:lstStyle/>
                <a:p>
                  <a:endParaRPr lang="en-US"/>
                </a:p>
              </p:txBody>
            </p:sp>
            <p:sp>
              <p:nvSpPr>
                <p:cNvPr id="104220" name="Line 557"/>
                <p:cNvSpPr>
                  <a:spLocks noChangeShapeType="1"/>
                </p:cNvSpPr>
                <p:nvPr/>
              </p:nvSpPr>
              <p:spPr bwMode="auto">
                <a:xfrm>
                  <a:off x="2686" y="3591"/>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46" name="Group 558"/>
            <p:cNvGrpSpPr>
              <a:grpSpLocks/>
            </p:cNvGrpSpPr>
            <p:nvPr/>
          </p:nvGrpSpPr>
          <p:grpSpPr bwMode="auto">
            <a:xfrm>
              <a:off x="1952" y="2376"/>
              <a:ext cx="886" cy="290"/>
              <a:chOff x="1952" y="2376"/>
              <a:chExt cx="886" cy="290"/>
            </a:xfrm>
            <a:grpFill/>
          </p:grpSpPr>
          <p:sp>
            <p:nvSpPr>
              <p:cNvPr id="104211" name="Freeform 559"/>
              <p:cNvSpPr>
                <a:spLocks/>
              </p:cNvSpPr>
              <p:nvPr/>
            </p:nvSpPr>
            <p:spPr bwMode="auto">
              <a:xfrm>
                <a:off x="2702" y="2586"/>
                <a:ext cx="136" cy="80"/>
              </a:xfrm>
              <a:custGeom>
                <a:avLst/>
                <a:gdLst>
                  <a:gd name="T0" fmla="*/ 136 w 136"/>
                  <a:gd name="T1" fmla="*/ 80 h 80"/>
                  <a:gd name="T2" fmla="*/ 0 w 136"/>
                  <a:gd name="T3" fmla="*/ 64 h 80"/>
                  <a:gd name="T4" fmla="*/ 8 w 136"/>
                  <a:gd name="T5" fmla="*/ 32 h 80"/>
                  <a:gd name="T6" fmla="*/ 16 w 136"/>
                  <a:gd name="T7" fmla="*/ 0 h 80"/>
                  <a:gd name="T8" fmla="*/ 136 w 136"/>
                  <a:gd name="T9" fmla="*/ 80 h 80"/>
                  <a:gd name="T10" fmla="*/ 0 60000 65536"/>
                  <a:gd name="T11" fmla="*/ 0 60000 65536"/>
                  <a:gd name="T12" fmla="*/ 0 60000 65536"/>
                  <a:gd name="T13" fmla="*/ 0 60000 65536"/>
                  <a:gd name="T14" fmla="*/ 0 60000 65536"/>
                  <a:gd name="T15" fmla="*/ 0 w 136"/>
                  <a:gd name="T16" fmla="*/ 0 h 80"/>
                  <a:gd name="T17" fmla="*/ 136 w 136"/>
                  <a:gd name="T18" fmla="*/ 80 h 80"/>
                </a:gdLst>
                <a:ahLst/>
                <a:cxnLst>
                  <a:cxn ang="T10">
                    <a:pos x="T0" y="T1"/>
                  </a:cxn>
                  <a:cxn ang="T11">
                    <a:pos x="T2" y="T3"/>
                  </a:cxn>
                  <a:cxn ang="T12">
                    <a:pos x="T4" y="T5"/>
                  </a:cxn>
                  <a:cxn ang="T13">
                    <a:pos x="T6" y="T7"/>
                  </a:cxn>
                  <a:cxn ang="T14">
                    <a:pos x="T8" y="T9"/>
                  </a:cxn>
                </a:cxnLst>
                <a:rect l="T15" t="T16" r="T17" b="T18"/>
                <a:pathLst>
                  <a:path w="136" h="80">
                    <a:moveTo>
                      <a:pt x="136" y="80"/>
                    </a:moveTo>
                    <a:lnTo>
                      <a:pt x="0" y="64"/>
                    </a:lnTo>
                    <a:lnTo>
                      <a:pt x="8" y="32"/>
                    </a:lnTo>
                    <a:lnTo>
                      <a:pt x="16" y="0"/>
                    </a:lnTo>
                    <a:lnTo>
                      <a:pt x="136" y="80"/>
                    </a:lnTo>
                    <a:close/>
                  </a:path>
                </a:pathLst>
              </a:custGeom>
              <a:grpFill/>
              <a:ln w="9525">
                <a:solidFill>
                  <a:schemeClr val="bg1">
                    <a:lumMod val="65000"/>
                  </a:schemeClr>
                </a:solidFill>
                <a:round/>
                <a:headEnd/>
                <a:tailEnd/>
              </a:ln>
            </p:spPr>
            <p:txBody>
              <a:bodyPr/>
              <a:lstStyle/>
              <a:p>
                <a:endParaRPr lang="en-US"/>
              </a:p>
            </p:txBody>
          </p:sp>
          <p:sp>
            <p:nvSpPr>
              <p:cNvPr id="104212" name="Line 560"/>
              <p:cNvSpPr>
                <a:spLocks noChangeShapeType="1"/>
              </p:cNvSpPr>
              <p:nvPr/>
            </p:nvSpPr>
            <p:spPr bwMode="auto">
              <a:xfrm>
                <a:off x="1952" y="2376"/>
                <a:ext cx="766" cy="244"/>
              </a:xfrm>
              <a:prstGeom prst="line">
                <a:avLst/>
              </a:prstGeom>
              <a:grpFill/>
              <a:ln w="25400">
                <a:solidFill>
                  <a:schemeClr val="bg1">
                    <a:lumMod val="65000"/>
                  </a:schemeClr>
                </a:solidFill>
                <a:round/>
                <a:headEnd/>
                <a:tailEnd/>
              </a:ln>
            </p:spPr>
            <p:txBody>
              <a:bodyPr/>
              <a:lstStyle/>
              <a:p>
                <a:endParaRPr lang="en-US"/>
              </a:p>
            </p:txBody>
          </p:sp>
        </p:grpSp>
        <p:grpSp>
          <p:nvGrpSpPr>
            <p:cNvPr id="103547" name="Group 561"/>
            <p:cNvGrpSpPr>
              <a:grpSpLocks/>
            </p:cNvGrpSpPr>
            <p:nvPr/>
          </p:nvGrpSpPr>
          <p:grpSpPr bwMode="auto">
            <a:xfrm>
              <a:off x="1481" y="2084"/>
              <a:ext cx="1373" cy="1507"/>
              <a:chOff x="1481" y="2084"/>
              <a:chExt cx="1373" cy="1507"/>
            </a:xfrm>
            <a:grpFill/>
          </p:grpSpPr>
          <p:sp>
            <p:nvSpPr>
              <p:cNvPr id="104209" name="Freeform 562"/>
              <p:cNvSpPr>
                <a:spLocks/>
              </p:cNvSpPr>
              <p:nvPr/>
            </p:nvSpPr>
            <p:spPr bwMode="auto">
              <a:xfrm>
                <a:off x="2742" y="2084"/>
                <a:ext cx="112" cy="119"/>
              </a:xfrm>
              <a:custGeom>
                <a:avLst/>
                <a:gdLst>
                  <a:gd name="T0" fmla="*/ 112 w 112"/>
                  <a:gd name="T1" fmla="*/ 0 h 119"/>
                  <a:gd name="T2" fmla="*/ 48 w 112"/>
                  <a:gd name="T3" fmla="*/ 119 h 119"/>
                  <a:gd name="T4" fmla="*/ 24 w 112"/>
                  <a:gd name="T5" fmla="*/ 96 h 119"/>
                  <a:gd name="T6" fmla="*/ 0 w 112"/>
                  <a:gd name="T7" fmla="*/ 72 h 119"/>
                  <a:gd name="T8" fmla="*/ 112 w 112"/>
                  <a:gd name="T9" fmla="*/ 0 h 119"/>
                  <a:gd name="T10" fmla="*/ 0 60000 65536"/>
                  <a:gd name="T11" fmla="*/ 0 60000 65536"/>
                  <a:gd name="T12" fmla="*/ 0 60000 65536"/>
                  <a:gd name="T13" fmla="*/ 0 60000 65536"/>
                  <a:gd name="T14" fmla="*/ 0 60000 65536"/>
                  <a:gd name="T15" fmla="*/ 0 w 112"/>
                  <a:gd name="T16" fmla="*/ 0 h 119"/>
                  <a:gd name="T17" fmla="*/ 112 w 112"/>
                  <a:gd name="T18" fmla="*/ 119 h 119"/>
                </a:gdLst>
                <a:ahLst/>
                <a:cxnLst>
                  <a:cxn ang="T10">
                    <a:pos x="T0" y="T1"/>
                  </a:cxn>
                  <a:cxn ang="T11">
                    <a:pos x="T2" y="T3"/>
                  </a:cxn>
                  <a:cxn ang="T12">
                    <a:pos x="T4" y="T5"/>
                  </a:cxn>
                  <a:cxn ang="T13">
                    <a:pos x="T6" y="T7"/>
                  </a:cxn>
                  <a:cxn ang="T14">
                    <a:pos x="T8" y="T9"/>
                  </a:cxn>
                </a:cxnLst>
                <a:rect l="T15" t="T16" r="T17" b="T18"/>
                <a:pathLst>
                  <a:path w="112" h="119">
                    <a:moveTo>
                      <a:pt x="112" y="0"/>
                    </a:moveTo>
                    <a:lnTo>
                      <a:pt x="48" y="119"/>
                    </a:lnTo>
                    <a:lnTo>
                      <a:pt x="24" y="96"/>
                    </a:lnTo>
                    <a:lnTo>
                      <a:pt x="0" y="72"/>
                    </a:lnTo>
                    <a:lnTo>
                      <a:pt x="112" y="0"/>
                    </a:lnTo>
                    <a:close/>
                  </a:path>
                </a:pathLst>
              </a:custGeom>
              <a:grpFill/>
              <a:ln w="9525">
                <a:solidFill>
                  <a:schemeClr val="bg1">
                    <a:lumMod val="65000"/>
                  </a:schemeClr>
                </a:solidFill>
                <a:round/>
                <a:headEnd/>
                <a:tailEnd/>
              </a:ln>
            </p:spPr>
            <p:txBody>
              <a:bodyPr/>
              <a:lstStyle/>
              <a:p>
                <a:endParaRPr lang="en-US"/>
              </a:p>
            </p:txBody>
          </p:sp>
          <p:sp>
            <p:nvSpPr>
              <p:cNvPr id="104210" name="Line 563"/>
              <p:cNvSpPr>
                <a:spLocks noChangeShapeType="1"/>
              </p:cNvSpPr>
              <p:nvPr/>
            </p:nvSpPr>
            <p:spPr bwMode="auto">
              <a:xfrm flipV="1">
                <a:off x="1481" y="2172"/>
                <a:ext cx="1291" cy="1419"/>
              </a:xfrm>
              <a:prstGeom prst="line">
                <a:avLst/>
              </a:prstGeom>
              <a:grpFill/>
              <a:ln w="25400">
                <a:solidFill>
                  <a:schemeClr val="bg1">
                    <a:lumMod val="65000"/>
                  </a:schemeClr>
                </a:solidFill>
                <a:round/>
                <a:headEnd/>
                <a:tailEnd/>
              </a:ln>
            </p:spPr>
            <p:txBody>
              <a:bodyPr/>
              <a:lstStyle/>
              <a:p>
                <a:endParaRPr lang="en-US"/>
              </a:p>
            </p:txBody>
          </p:sp>
        </p:grpSp>
        <p:grpSp>
          <p:nvGrpSpPr>
            <p:cNvPr id="103548" name="Group 564"/>
            <p:cNvGrpSpPr>
              <a:grpSpLocks/>
            </p:cNvGrpSpPr>
            <p:nvPr/>
          </p:nvGrpSpPr>
          <p:grpSpPr bwMode="auto">
            <a:xfrm>
              <a:off x="1944" y="2076"/>
              <a:ext cx="902" cy="885"/>
              <a:chOff x="1944" y="2076"/>
              <a:chExt cx="902" cy="885"/>
            </a:xfrm>
            <a:grpFill/>
          </p:grpSpPr>
          <p:sp>
            <p:nvSpPr>
              <p:cNvPr id="104207" name="Freeform 565"/>
              <p:cNvSpPr>
                <a:spLocks/>
              </p:cNvSpPr>
              <p:nvPr/>
            </p:nvSpPr>
            <p:spPr bwMode="auto">
              <a:xfrm>
                <a:off x="2726" y="2850"/>
                <a:ext cx="120" cy="111"/>
              </a:xfrm>
              <a:custGeom>
                <a:avLst/>
                <a:gdLst>
                  <a:gd name="T0" fmla="*/ 120 w 120"/>
                  <a:gd name="T1" fmla="*/ 111 h 111"/>
                  <a:gd name="T2" fmla="*/ 0 w 120"/>
                  <a:gd name="T3" fmla="*/ 47 h 111"/>
                  <a:gd name="T4" fmla="*/ 24 w 120"/>
                  <a:gd name="T5" fmla="*/ 23 h 111"/>
                  <a:gd name="T6" fmla="*/ 48 w 120"/>
                  <a:gd name="T7" fmla="*/ 0 h 111"/>
                  <a:gd name="T8" fmla="*/ 120 w 120"/>
                  <a:gd name="T9" fmla="*/ 111 h 111"/>
                  <a:gd name="T10" fmla="*/ 0 60000 65536"/>
                  <a:gd name="T11" fmla="*/ 0 60000 65536"/>
                  <a:gd name="T12" fmla="*/ 0 60000 65536"/>
                  <a:gd name="T13" fmla="*/ 0 60000 65536"/>
                  <a:gd name="T14" fmla="*/ 0 60000 65536"/>
                  <a:gd name="T15" fmla="*/ 0 w 120"/>
                  <a:gd name="T16" fmla="*/ 0 h 111"/>
                  <a:gd name="T17" fmla="*/ 120 w 120"/>
                  <a:gd name="T18" fmla="*/ 111 h 111"/>
                </a:gdLst>
                <a:ahLst/>
                <a:cxnLst>
                  <a:cxn ang="T10">
                    <a:pos x="T0" y="T1"/>
                  </a:cxn>
                  <a:cxn ang="T11">
                    <a:pos x="T2" y="T3"/>
                  </a:cxn>
                  <a:cxn ang="T12">
                    <a:pos x="T4" y="T5"/>
                  </a:cxn>
                  <a:cxn ang="T13">
                    <a:pos x="T6" y="T7"/>
                  </a:cxn>
                  <a:cxn ang="T14">
                    <a:pos x="T8" y="T9"/>
                  </a:cxn>
                </a:cxnLst>
                <a:rect l="T15" t="T16" r="T17" b="T18"/>
                <a:pathLst>
                  <a:path w="120" h="111">
                    <a:moveTo>
                      <a:pt x="120" y="111"/>
                    </a:moveTo>
                    <a:lnTo>
                      <a:pt x="0" y="47"/>
                    </a:lnTo>
                    <a:lnTo>
                      <a:pt x="24" y="23"/>
                    </a:lnTo>
                    <a:lnTo>
                      <a:pt x="48" y="0"/>
                    </a:lnTo>
                    <a:lnTo>
                      <a:pt x="120" y="111"/>
                    </a:lnTo>
                    <a:close/>
                  </a:path>
                </a:pathLst>
              </a:custGeom>
              <a:grpFill/>
              <a:ln w="9525">
                <a:solidFill>
                  <a:schemeClr val="bg1">
                    <a:lumMod val="65000"/>
                  </a:schemeClr>
                </a:solidFill>
                <a:round/>
                <a:headEnd/>
                <a:tailEnd/>
              </a:ln>
            </p:spPr>
            <p:txBody>
              <a:bodyPr/>
              <a:lstStyle/>
              <a:p>
                <a:endParaRPr lang="en-US"/>
              </a:p>
            </p:txBody>
          </p:sp>
          <p:sp>
            <p:nvSpPr>
              <p:cNvPr id="104208" name="Line 566"/>
              <p:cNvSpPr>
                <a:spLocks noChangeShapeType="1"/>
              </p:cNvSpPr>
              <p:nvPr/>
            </p:nvSpPr>
            <p:spPr bwMode="auto">
              <a:xfrm>
                <a:off x="1944" y="2076"/>
                <a:ext cx="814" cy="805"/>
              </a:xfrm>
              <a:prstGeom prst="line">
                <a:avLst/>
              </a:prstGeom>
              <a:grpFill/>
              <a:ln w="25400">
                <a:solidFill>
                  <a:schemeClr val="bg1">
                    <a:lumMod val="65000"/>
                  </a:schemeClr>
                </a:solidFill>
                <a:round/>
                <a:headEnd/>
                <a:tailEnd/>
              </a:ln>
            </p:spPr>
            <p:txBody>
              <a:bodyPr/>
              <a:lstStyle/>
              <a:p>
                <a:endParaRPr lang="en-US"/>
              </a:p>
            </p:txBody>
          </p:sp>
        </p:grpSp>
        <p:grpSp>
          <p:nvGrpSpPr>
            <p:cNvPr id="103549" name="Group 567"/>
            <p:cNvGrpSpPr>
              <a:grpSpLocks/>
            </p:cNvGrpSpPr>
            <p:nvPr/>
          </p:nvGrpSpPr>
          <p:grpSpPr bwMode="auto">
            <a:xfrm>
              <a:off x="1489" y="2379"/>
              <a:ext cx="902" cy="893"/>
              <a:chOff x="1489" y="2379"/>
              <a:chExt cx="902" cy="893"/>
            </a:xfrm>
            <a:grpFill/>
          </p:grpSpPr>
          <p:sp>
            <p:nvSpPr>
              <p:cNvPr id="104205" name="Freeform 568"/>
              <p:cNvSpPr>
                <a:spLocks/>
              </p:cNvSpPr>
              <p:nvPr/>
            </p:nvSpPr>
            <p:spPr bwMode="auto">
              <a:xfrm>
                <a:off x="2271" y="3153"/>
                <a:ext cx="120" cy="119"/>
              </a:xfrm>
              <a:custGeom>
                <a:avLst/>
                <a:gdLst>
                  <a:gd name="T0" fmla="*/ 120 w 120"/>
                  <a:gd name="T1" fmla="*/ 119 h 119"/>
                  <a:gd name="T2" fmla="*/ 0 w 120"/>
                  <a:gd name="T3" fmla="*/ 48 h 119"/>
                  <a:gd name="T4" fmla="*/ 24 w 120"/>
                  <a:gd name="T5" fmla="*/ 24 h 119"/>
                  <a:gd name="T6" fmla="*/ 48 w 120"/>
                  <a:gd name="T7" fmla="*/ 0 h 119"/>
                  <a:gd name="T8" fmla="*/ 120 w 120"/>
                  <a:gd name="T9" fmla="*/ 119 h 119"/>
                  <a:gd name="T10" fmla="*/ 0 60000 65536"/>
                  <a:gd name="T11" fmla="*/ 0 60000 65536"/>
                  <a:gd name="T12" fmla="*/ 0 60000 65536"/>
                  <a:gd name="T13" fmla="*/ 0 60000 65536"/>
                  <a:gd name="T14" fmla="*/ 0 60000 65536"/>
                  <a:gd name="T15" fmla="*/ 0 w 120"/>
                  <a:gd name="T16" fmla="*/ 0 h 119"/>
                  <a:gd name="T17" fmla="*/ 120 w 120"/>
                  <a:gd name="T18" fmla="*/ 119 h 119"/>
                </a:gdLst>
                <a:ahLst/>
                <a:cxnLst>
                  <a:cxn ang="T10">
                    <a:pos x="T0" y="T1"/>
                  </a:cxn>
                  <a:cxn ang="T11">
                    <a:pos x="T2" y="T3"/>
                  </a:cxn>
                  <a:cxn ang="T12">
                    <a:pos x="T4" y="T5"/>
                  </a:cxn>
                  <a:cxn ang="T13">
                    <a:pos x="T6" y="T7"/>
                  </a:cxn>
                  <a:cxn ang="T14">
                    <a:pos x="T8" y="T9"/>
                  </a:cxn>
                </a:cxnLst>
                <a:rect l="T15" t="T16" r="T17" b="T18"/>
                <a:pathLst>
                  <a:path w="120" h="119">
                    <a:moveTo>
                      <a:pt x="120" y="119"/>
                    </a:moveTo>
                    <a:lnTo>
                      <a:pt x="0" y="48"/>
                    </a:lnTo>
                    <a:lnTo>
                      <a:pt x="24" y="24"/>
                    </a:lnTo>
                    <a:lnTo>
                      <a:pt x="48" y="0"/>
                    </a:lnTo>
                    <a:lnTo>
                      <a:pt x="120" y="119"/>
                    </a:lnTo>
                    <a:close/>
                  </a:path>
                </a:pathLst>
              </a:custGeom>
              <a:grpFill/>
              <a:ln w="9525">
                <a:solidFill>
                  <a:schemeClr val="bg1">
                    <a:lumMod val="65000"/>
                  </a:schemeClr>
                </a:solidFill>
                <a:round/>
                <a:headEnd/>
                <a:tailEnd/>
              </a:ln>
            </p:spPr>
            <p:txBody>
              <a:bodyPr/>
              <a:lstStyle/>
              <a:p>
                <a:endParaRPr lang="en-US"/>
              </a:p>
            </p:txBody>
          </p:sp>
          <p:sp>
            <p:nvSpPr>
              <p:cNvPr id="104206" name="Line 569"/>
              <p:cNvSpPr>
                <a:spLocks noChangeShapeType="1"/>
              </p:cNvSpPr>
              <p:nvPr/>
            </p:nvSpPr>
            <p:spPr bwMode="auto">
              <a:xfrm>
                <a:off x="1489" y="2379"/>
                <a:ext cx="814" cy="805"/>
              </a:xfrm>
              <a:prstGeom prst="line">
                <a:avLst/>
              </a:prstGeom>
              <a:grpFill/>
              <a:ln w="25400">
                <a:solidFill>
                  <a:schemeClr val="bg1">
                    <a:lumMod val="65000"/>
                  </a:schemeClr>
                </a:solidFill>
                <a:round/>
                <a:headEnd/>
                <a:tailEnd/>
              </a:ln>
            </p:spPr>
            <p:txBody>
              <a:bodyPr/>
              <a:lstStyle/>
              <a:p>
                <a:endParaRPr lang="en-US"/>
              </a:p>
            </p:txBody>
          </p:sp>
        </p:grpSp>
        <p:grpSp>
          <p:nvGrpSpPr>
            <p:cNvPr id="103550" name="Group 570"/>
            <p:cNvGrpSpPr>
              <a:grpSpLocks/>
            </p:cNvGrpSpPr>
            <p:nvPr/>
          </p:nvGrpSpPr>
          <p:grpSpPr bwMode="auto">
            <a:xfrm>
              <a:off x="3311" y="2387"/>
              <a:ext cx="437" cy="590"/>
              <a:chOff x="3311" y="2387"/>
              <a:chExt cx="437" cy="590"/>
            </a:xfrm>
            <a:grpFill/>
          </p:grpSpPr>
          <p:sp>
            <p:nvSpPr>
              <p:cNvPr id="104203" name="Freeform 571"/>
              <p:cNvSpPr>
                <a:spLocks/>
              </p:cNvSpPr>
              <p:nvPr/>
            </p:nvSpPr>
            <p:spPr bwMode="auto">
              <a:xfrm>
                <a:off x="3644" y="2387"/>
                <a:ext cx="104" cy="128"/>
              </a:xfrm>
              <a:custGeom>
                <a:avLst/>
                <a:gdLst>
                  <a:gd name="T0" fmla="*/ 104 w 104"/>
                  <a:gd name="T1" fmla="*/ 0 h 128"/>
                  <a:gd name="T2" fmla="*/ 56 w 104"/>
                  <a:gd name="T3" fmla="*/ 128 h 128"/>
                  <a:gd name="T4" fmla="*/ 24 w 104"/>
                  <a:gd name="T5" fmla="*/ 104 h 128"/>
                  <a:gd name="T6" fmla="*/ 0 w 104"/>
                  <a:gd name="T7" fmla="*/ 88 h 128"/>
                  <a:gd name="T8" fmla="*/ 104 w 104"/>
                  <a:gd name="T9" fmla="*/ 0 h 128"/>
                  <a:gd name="T10" fmla="*/ 0 60000 65536"/>
                  <a:gd name="T11" fmla="*/ 0 60000 65536"/>
                  <a:gd name="T12" fmla="*/ 0 60000 65536"/>
                  <a:gd name="T13" fmla="*/ 0 60000 65536"/>
                  <a:gd name="T14" fmla="*/ 0 60000 65536"/>
                  <a:gd name="T15" fmla="*/ 0 w 104"/>
                  <a:gd name="T16" fmla="*/ 0 h 128"/>
                  <a:gd name="T17" fmla="*/ 104 w 104"/>
                  <a:gd name="T18" fmla="*/ 128 h 128"/>
                </a:gdLst>
                <a:ahLst/>
                <a:cxnLst>
                  <a:cxn ang="T10">
                    <a:pos x="T0" y="T1"/>
                  </a:cxn>
                  <a:cxn ang="T11">
                    <a:pos x="T2" y="T3"/>
                  </a:cxn>
                  <a:cxn ang="T12">
                    <a:pos x="T4" y="T5"/>
                  </a:cxn>
                  <a:cxn ang="T13">
                    <a:pos x="T6" y="T7"/>
                  </a:cxn>
                  <a:cxn ang="T14">
                    <a:pos x="T8" y="T9"/>
                  </a:cxn>
                </a:cxnLst>
                <a:rect l="T15" t="T16" r="T17" b="T18"/>
                <a:pathLst>
                  <a:path w="104" h="128">
                    <a:moveTo>
                      <a:pt x="104" y="0"/>
                    </a:moveTo>
                    <a:lnTo>
                      <a:pt x="56" y="128"/>
                    </a:lnTo>
                    <a:lnTo>
                      <a:pt x="24" y="104"/>
                    </a:lnTo>
                    <a:lnTo>
                      <a:pt x="0" y="88"/>
                    </a:lnTo>
                    <a:lnTo>
                      <a:pt x="104" y="0"/>
                    </a:lnTo>
                    <a:close/>
                  </a:path>
                </a:pathLst>
              </a:custGeom>
              <a:grpFill/>
              <a:ln w="9525">
                <a:solidFill>
                  <a:schemeClr val="bg1">
                    <a:lumMod val="65000"/>
                  </a:schemeClr>
                </a:solidFill>
                <a:round/>
                <a:headEnd/>
                <a:tailEnd/>
              </a:ln>
            </p:spPr>
            <p:txBody>
              <a:bodyPr/>
              <a:lstStyle/>
              <a:p>
                <a:endParaRPr lang="en-US"/>
              </a:p>
            </p:txBody>
          </p:sp>
          <p:sp>
            <p:nvSpPr>
              <p:cNvPr id="104204" name="Line 572"/>
              <p:cNvSpPr>
                <a:spLocks noChangeShapeType="1"/>
              </p:cNvSpPr>
              <p:nvPr/>
            </p:nvSpPr>
            <p:spPr bwMode="auto">
              <a:xfrm flipV="1">
                <a:off x="3311" y="2483"/>
                <a:ext cx="362" cy="494"/>
              </a:xfrm>
              <a:prstGeom prst="line">
                <a:avLst/>
              </a:prstGeom>
              <a:grpFill/>
              <a:ln w="25400">
                <a:solidFill>
                  <a:schemeClr val="bg1">
                    <a:lumMod val="65000"/>
                  </a:schemeClr>
                </a:solidFill>
                <a:round/>
                <a:headEnd/>
                <a:tailEnd/>
              </a:ln>
            </p:spPr>
            <p:txBody>
              <a:bodyPr/>
              <a:lstStyle/>
              <a:p>
                <a:endParaRPr lang="en-US"/>
              </a:p>
            </p:txBody>
          </p:sp>
        </p:grpSp>
        <p:grpSp>
          <p:nvGrpSpPr>
            <p:cNvPr id="103551" name="Group 573"/>
            <p:cNvGrpSpPr>
              <a:grpSpLocks/>
            </p:cNvGrpSpPr>
            <p:nvPr/>
          </p:nvGrpSpPr>
          <p:grpSpPr bwMode="auto">
            <a:xfrm>
              <a:off x="3772" y="2387"/>
              <a:ext cx="894" cy="596"/>
              <a:chOff x="3772" y="2387"/>
              <a:chExt cx="894" cy="596"/>
            </a:xfrm>
            <a:grpFill/>
          </p:grpSpPr>
          <p:sp>
            <p:nvSpPr>
              <p:cNvPr id="104201" name="Freeform 574"/>
              <p:cNvSpPr>
                <a:spLocks/>
              </p:cNvSpPr>
              <p:nvPr/>
            </p:nvSpPr>
            <p:spPr bwMode="auto">
              <a:xfrm>
                <a:off x="4538" y="2387"/>
                <a:ext cx="128" cy="96"/>
              </a:xfrm>
              <a:custGeom>
                <a:avLst/>
                <a:gdLst>
                  <a:gd name="T0" fmla="*/ 128 w 128"/>
                  <a:gd name="T1" fmla="*/ 0 h 96"/>
                  <a:gd name="T2" fmla="*/ 32 w 128"/>
                  <a:gd name="T3" fmla="*/ 96 h 96"/>
                  <a:gd name="T4" fmla="*/ 16 w 128"/>
                  <a:gd name="T5" fmla="*/ 72 h 96"/>
                  <a:gd name="T6" fmla="*/ 0 w 128"/>
                  <a:gd name="T7" fmla="*/ 40 h 96"/>
                  <a:gd name="T8" fmla="*/ 128 w 128"/>
                  <a:gd name="T9" fmla="*/ 0 h 96"/>
                  <a:gd name="T10" fmla="*/ 0 60000 65536"/>
                  <a:gd name="T11" fmla="*/ 0 60000 65536"/>
                  <a:gd name="T12" fmla="*/ 0 60000 65536"/>
                  <a:gd name="T13" fmla="*/ 0 60000 65536"/>
                  <a:gd name="T14" fmla="*/ 0 60000 65536"/>
                  <a:gd name="T15" fmla="*/ 0 w 128"/>
                  <a:gd name="T16" fmla="*/ 0 h 96"/>
                  <a:gd name="T17" fmla="*/ 128 w 128"/>
                  <a:gd name="T18" fmla="*/ 96 h 96"/>
                </a:gdLst>
                <a:ahLst/>
                <a:cxnLst>
                  <a:cxn ang="T10">
                    <a:pos x="T0" y="T1"/>
                  </a:cxn>
                  <a:cxn ang="T11">
                    <a:pos x="T2" y="T3"/>
                  </a:cxn>
                  <a:cxn ang="T12">
                    <a:pos x="T4" y="T5"/>
                  </a:cxn>
                  <a:cxn ang="T13">
                    <a:pos x="T6" y="T7"/>
                  </a:cxn>
                  <a:cxn ang="T14">
                    <a:pos x="T8" y="T9"/>
                  </a:cxn>
                </a:cxnLst>
                <a:rect l="T15" t="T16" r="T17" b="T18"/>
                <a:pathLst>
                  <a:path w="128" h="96">
                    <a:moveTo>
                      <a:pt x="128" y="0"/>
                    </a:moveTo>
                    <a:lnTo>
                      <a:pt x="32" y="96"/>
                    </a:lnTo>
                    <a:lnTo>
                      <a:pt x="16" y="72"/>
                    </a:lnTo>
                    <a:lnTo>
                      <a:pt x="0" y="40"/>
                    </a:lnTo>
                    <a:lnTo>
                      <a:pt x="128" y="0"/>
                    </a:lnTo>
                    <a:close/>
                  </a:path>
                </a:pathLst>
              </a:custGeom>
              <a:grpFill/>
              <a:ln w="9525">
                <a:solidFill>
                  <a:schemeClr val="bg1">
                    <a:lumMod val="65000"/>
                  </a:schemeClr>
                </a:solidFill>
                <a:round/>
                <a:headEnd/>
                <a:tailEnd/>
              </a:ln>
            </p:spPr>
            <p:txBody>
              <a:bodyPr/>
              <a:lstStyle/>
              <a:p>
                <a:endParaRPr lang="en-US"/>
              </a:p>
            </p:txBody>
          </p:sp>
          <p:sp>
            <p:nvSpPr>
              <p:cNvPr id="104202" name="Line 575"/>
              <p:cNvSpPr>
                <a:spLocks noChangeShapeType="1"/>
              </p:cNvSpPr>
              <p:nvPr/>
            </p:nvSpPr>
            <p:spPr bwMode="auto">
              <a:xfrm flipV="1">
                <a:off x="3772" y="2454"/>
                <a:ext cx="790" cy="529"/>
              </a:xfrm>
              <a:prstGeom prst="line">
                <a:avLst/>
              </a:prstGeom>
              <a:grpFill/>
              <a:ln w="25400">
                <a:solidFill>
                  <a:schemeClr val="bg1">
                    <a:lumMod val="65000"/>
                  </a:schemeClr>
                </a:solidFill>
                <a:round/>
                <a:headEnd/>
                <a:tailEnd/>
              </a:ln>
            </p:spPr>
            <p:txBody>
              <a:bodyPr/>
              <a:lstStyle/>
              <a:p>
                <a:endParaRPr lang="en-US"/>
              </a:p>
            </p:txBody>
          </p:sp>
        </p:grpSp>
        <p:grpSp>
          <p:nvGrpSpPr>
            <p:cNvPr id="103552" name="Group 576"/>
            <p:cNvGrpSpPr>
              <a:grpSpLocks/>
            </p:cNvGrpSpPr>
            <p:nvPr/>
          </p:nvGrpSpPr>
          <p:grpSpPr bwMode="auto">
            <a:xfrm>
              <a:off x="3788" y="2076"/>
              <a:ext cx="886" cy="290"/>
              <a:chOff x="3788" y="2076"/>
              <a:chExt cx="886" cy="290"/>
            </a:xfrm>
            <a:grpFill/>
          </p:grpSpPr>
          <p:sp>
            <p:nvSpPr>
              <p:cNvPr id="104199" name="Freeform 577"/>
              <p:cNvSpPr>
                <a:spLocks/>
              </p:cNvSpPr>
              <p:nvPr/>
            </p:nvSpPr>
            <p:spPr bwMode="auto">
              <a:xfrm>
                <a:off x="4530" y="2076"/>
                <a:ext cx="144" cy="80"/>
              </a:xfrm>
              <a:custGeom>
                <a:avLst/>
                <a:gdLst>
                  <a:gd name="T0" fmla="*/ 144 w 144"/>
                  <a:gd name="T1" fmla="*/ 0 h 80"/>
                  <a:gd name="T2" fmla="*/ 24 w 144"/>
                  <a:gd name="T3" fmla="*/ 80 h 80"/>
                  <a:gd name="T4" fmla="*/ 16 w 144"/>
                  <a:gd name="T5" fmla="*/ 48 h 80"/>
                  <a:gd name="T6" fmla="*/ 0 w 144"/>
                  <a:gd name="T7" fmla="*/ 16 h 80"/>
                  <a:gd name="T8" fmla="*/ 144 w 144"/>
                  <a:gd name="T9" fmla="*/ 0 h 80"/>
                  <a:gd name="T10" fmla="*/ 0 60000 65536"/>
                  <a:gd name="T11" fmla="*/ 0 60000 65536"/>
                  <a:gd name="T12" fmla="*/ 0 60000 65536"/>
                  <a:gd name="T13" fmla="*/ 0 60000 65536"/>
                  <a:gd name="T14" fmla="*/ 0 60000 65536"/>
                  <a:gd name="T15" fmla="*/ 0 w 144"/>
                  <a:gd name="T16" fmla="*/ 0 h 80"/>
                  <a:gd name="T17" fmla="*/ 144 w 144"/>
                  <a:gd name="T18" fmla="*/ 80 h 80"/>
                </a:gdLst>
                <a:ahLst/>
                <a:cxnLst>
                  <a:cxn ang="T10">
                    <a:pos x="T0" y="T1"/>
                  </a:cxn>
                  <a:cxn ang="T11">
                    <a:pos x="T2" y="T3"/>
                  </a:cxn>
                  <a:cxn ang="T12">
                    <a:pos x="T4" y="T5"/>
                  </a:cxn>
                  <a:cxn ang="T13">
                    <a:pos x="T6" y="T7"/>
                  </a:cxn>
                  <a:cxn ang="T14">
                    <a:pos x="T8" y="T9"/>
                  </a:cxn>
                </a:cxnLst>
                <a:rect l="T15" t="T16" r="T17" b="T18"/>
                <a:pathLst>
                  <a:path w="144" h="80">
                    <a:moveTo>
                      <a:pt x="144" y="0"/>
                    </a:moveTo>
                    <a:lnTo>
                      <a:pt x="24" y="80"/>
                    </a:lnTo>
                    <a:lnTo>
                      <a:pt x="16" y="48"/>
                    </a:lnTo>
                    <a:lnTo>
                      <a:pt x="0" y="16"/>
                    </a:lnTo>
                    <a:lnTo>
                      <a:pt x="144" y="0"/>
                    </a:lnTo>
                    <a:close/>
                  </a:path>
                </a:pathLst>
              </a:custGeom>
              <a:grpFill/>
              <a:ln w="9525">
                <a:solidFill>
                  <a:schemeClr val="bg1">
                    <a:lumMod val="65000"/>
                  </a:schemeClr>
                </a:solidFill>
                <a:round/>
                <a:headEnd/>
                <a:tailEnd/>
              </a:ln>
            </p:spPr>
            <p:txBody>
              <a:bodyPr/>
              <a:lstStyle/>
              <a:p>
                <a:endParaRPr lang="en-US"/>
              </a:p>
            </p:txBody>
          </p:sp>
          <p:sp>
            <p:nvSpPr>
              <p:cNvPr id="104200" name="Line 578"/>
              <p:cNvSpPr>
                <a:spLocks noChangeShapeType="1"/>
              </p:cNvSpPr>
              <p:nvPr/>
            </p:nvSpPr>
            <p:spPr bwMode="auto">
              <a:xfrm flipV="1">
                <a:off x="3788" y="2122"/>
                <a:ext cx="766" cy="244"/>
              </a:xfrm>
              <a:prstGeom prst="line">
                <a:avLst/>
              </a:prstGeom>
              <a:grpFill/>
              <a:ln w="25400">
                <a:solidFill>
                  <a:schemeClr val="bg1">
                    <a:lumMod val="65000"/>
                  </a:schemeClr>
                </a:solidFill>
                <a:round/>
                <a:headEnd/>
                <a:tailEnd/>
              </a:ln>
            </p:spPr>
            <p:txBody>
              <a:bodyPr/>
              <a:lstStyle/>
              <a:p>
                <a:endParaRPr lang="en-US"/>
              </a:p>
            </p:txBody>
          </p:sp>
        </p:grpSp>
        <p:grpSp>
          <p:nvGrpSpPr>
            <p:cNvPr id="103553" name="Group 579"/>
            <p:cNvGrpSpPr>
              <a:grpSpLocks/>
            </p:cNvGrpSpPr>
            <p:nvPr/>
          </p:nvGrpSpPr>
          <p:grpSpPr bwMode="auto">
            <a:xfrm>
              <a:off x="3317" y="1769"/>
              <a:ext cx="886" cy="283"/>
              <a:chOff x="3317" y="1769"/>
              <a:chExt cx="886" cy="283"/>
            </a:xfrm>
            <a:grpFill/>
          </p:grpSpPr>
          <p:sp>
            <p:nvSpPr>
              <p:cNvPr id="104197" name="Freeform 580"/>
              <p:cNvSpPr>
                <a:spLocks/>
              </p:cNvSpPr>
              <p:nvPr/>
            </p:nvSpPr>
            <p:spPr bwMode="auto">
              <a:xfrm>
                <a:off x="4067" y="1980"/>
                <a:ext cx="136" cy="72"/>
              </a:xfrm>
              <a:custGeom>
                <a:avLst/>
                <a:gdLst>
                  <a:gd name="T0" fmla="*/ 136 w 136"/>
                  <a:gd name="T1" fmla="*/ 72 h 72"/>
                  <a:gd name="T2" fmla="*/ 0 w 136"/>
                  <a:gd name="T3" fmla="*/ 64 h 72"/>
                  <a:gd name="T4" fmla="*/ 8 w 136"/>
                  <a:gd name="T5" fmla="*/ 32 h 72"/>
                  <a:gd name="T6" fmla="*/ 24 w 136"/>
                  <a:gd name="T7" fmla="*/ 0 h 72"/>
                  <a:gd name="T8" fmla="*/ 136 w 136"/>
                  <a:gd name="T9" fmla="*/ 72 h 72"/>
                  <a:gd name="T10" fmla="*/ 0 60000 65536"/>
                  <a:gd name="T11" fmla="*/ 0 60000 65536"/>
                  <a:gd name="T12" fmla="*/ 0 60000 65536"/>
                  <a:gd name="T13" fmla="*/ 0 60000 65536"/>
                  <a:gd name="T14" fmla="*/ 0 60000 65536"/>
                  <a:gd name="T15" fmla="*/ 0 w 136"/>
                  <a:gd name="T16" fmla="*/ 0 h 72"/>
                  <a:gd name="T17" fmla="*/ 136 w 136"/>
                  <a:gd name="T18" fmla="*/ 72 h 72"/>
                </a:gdLst>
                <a:ahLst/>
                <a:cxnLst>
                  <a:cxn ang="T10">
                    <a:pos x="T0" y="T1"/>
                  </a:cxn>
                  <a:cxn ang="T11">
                    <a:pos x="T2" y="T3"/>
                  </a:cxn>
                  <a:cxn ang="T12">
                    <a:pos x="T4" y="T5"/>
                  </a:cxn>
                  <a:cxn ang="T13">
                    <a:pos x="T6" y="T7"/>
                  </a:cxn>
                  <a:cxn ang="T14">
                    <a:pos x="T8" y="T9"/>
                  </a:cxn>
                </a:cxnLst>
                <a:rect l="T15" t="T16" r="T17" b="T18"/>
                <a:pathLst>
                  <a:path w="136" h="72">
                    <a:moveTo>
                      <a:pt x="136" y="72"/>
                    </a:moveTo>
                    <a:lnTo>
                      <a:pt x="0" y="64"/>
                    </a:lnTo>
                    <a:lnTo>
                      <a:pt x="8" y="32"/>
                    </a:lnTo>
                    <a:lnTo>
                      <a:pt x="24" y="0"/>
                    </a:lnTo>
                    <a:lnTo>
                      <a:pt x="136" y="72"/>
                    </a:lnTo>
                    <a:close/>
                  </a:path>
                </a:pathLst>
              </a:custGeom>
              <a:grpFill/>
              <a:ln w="9525">
                <a:solidFill>
                  <a:schemeClr val="bg1">
                    <a:lumMod val="65000"/>
                  </a:schemeClr>
                </a:solidFill>
                <a:round/>
                <a:headEnd/>
                <a:tailEnd/>
              </a:ln>
            </p:spPr>
            <p:txBody>
              <a:bodyPr/>
              <a:lstStyle/>
              <a:p>
                <a:endParaRPr lang="en-US"/>
              </a:p>
            </p:txBody>
          </p:sp>
          <p:sp>
            <p:nvSpPr>
              <p:cNvPr id="104198" name="Line 581"/>
              <p:cNvSpPr>
                <a:spLocks noChangeShapeType="1"/>
              </p:cNvSpPr>
              <p:nvPr/>
            </p:nvSpPr>
            <p:spPr bwMode="auto">
              <a:xfrm>
                <a:off x="3317" y="1769"/>
                <a:ext cx="766" cy="244"/>
              </a:xfrm>
              <a:prstGeom prst="line">
                <a:avLst/>
              </a:prstGeom>
              <a:grpFill/>
              <a:ln w="25400">
                <a:solidFill>
                  <a:schemeClr val="bg1">
                    <a:lumMod val="65000"/>
                  </a:schemeClr>
                </a:solidFill>
                <a:round/>
                <a:headEnd/>
                <a:tailEnd/>
              </a:ln>
            </p:spPr>
            <p:txBody>
              <a:bodyPr/>
              <a:lstStyle/>
              <a:p>
                <a:endParaRPr lang="en-US"/>
              </a:p>
            </p:txBody>
          </p:sp>
        </p:grpSp>
        <p:sp>
          <p:nvSpPr>
            <p:cNvPr id="103554" name="Oval 582"/>
            <p:cNvSpPr>
              <a:spLocks noChangeArrowheads="1"/>
            </p:cNvSpPr>
            <p:nvPr/>
          </p:nvSpPr>
          <p:spPr bwMode="auto">
            <a:xfrm>
              <a:off x="3293" y="1741"/>
              <a:ext cx="32" cy="40"/>
            </a:xfrm>
            <a:prstGeom prst="ellipse">
              <a:avLst/>
            </a:prstGeom>
            <a:grpFill/>
            <a:ln w="9525">
              <a:solidFill>
                <a:schemeClr val="bg1">
                  <a:lumMod val="65000"/>
                </a:schemeClr>
              </a:solidFill>
              <a:round/>
              <a:headEnd/>
              <a:tailEnd/>
            </a:ln>
          </p:spPr>
          <p:txBody>
            <a:bodyPr/>
            <a:lstStyle/>
            <a:p>
              <a:endParaRPr lang="en-US"/>
            </a:p>
          </p:txBody>
        </p:sp>
        <p:sp>
          <p:nvSpPr>
            <p:cNvPr id="103555" name="Oval 583"/>
            <p:cNvSpPr>
              <a:spLocks noChangeArrowheads="1"/>
            </p:cNvSpPr>
            <p:nvPr/>
          </p:nvSpPr>
          <p:spPr bwMode="auto">
            <a:xfrm>
              <a:off x="3293" y="1741"/>
              <a:ext cx="32" cy="40"/>
            </a:xfrm>
            <a:prstGeom prst="ellipse">
              <a:avLst/>
            </a:prstGeom>
            <a:grpFill/>
            <a:ln w="25400">
              <a:solidFill>
                <a:schemeClr val="bg1">
                  <a:lumMod val="65000"/>
                </a:schemeClr>
              </a:solidFill>
              <a:round/>
              <a:headEnd/>
              <a:tailEnd/>
            </a:ln>
          </p:spPr>
          <p:txBody>
            <a:bodyPr/>
            <a:lstStyle/>
            <a:p>
              <a:endParaRPr lang="en-US"/>
            </a:p>
          </p:txBody>
        </p:sp>
        <p:sp>
          <p:nvSpPr>
            <p:cNvPr id="103556" name="Oval 584"/>
            <p:cNvSpPr>
              <a:spLocks noChangeArrowheads="1"/>
            </p:cNvSpPr>
            <p:nvPr/>
          </p:nvSpPr>
          <p:spPr bwMode="auto">
            <a:xfrm>
              <a:off x="3293" y="2044"/>
              <a:ext cx="32" cy="40"/>
            </a:xfrm>
            <a:prstGeom prst="ellipse">
              <a:avLst/>
            </a:prstGeom>
            <a:grpFill/>
            <a:ln w="9525">
              <a:solidFill>
                <a:schemeClr val="bg1">
                  <a:lumMod val="65000"/>
                </a:schemeClr>
              </a:solidFill>
              <a:round/>
              <a:headEnd/>
              <a:tailEnd/>
            </a:ln>
          </p:spPr>
          <p:txBody>
            <a:bodyPr/>
            <a:lstStyle/>
            <a:p>
              <a:endParaRPr lang="en-US"/>
            </a:p>
          </p:txBody>
        </p:sp>
        <p:sp>
          <p:nvSpPr>
            <p:cNvPr id="103557" name="Oval 585"/>
            <p:cNvSpPr>
              <a:spLocks noChangeArrowheads="1"/>
            </p:cNvSpPr>
            <p:nvPr/>
          </p:nvSpPr>
          <p:spPr bwMode="auto">
            <a:xfrm>
              <a:off x="3293" y="2044"/>
              <a:ext cx="32" cy="40"/>
            </a:xfrm>
            <a:prstGeom prst="ellipse">
              <a:avLst/>
            </a:prstGeom>
            <a:grpFill/>
            <a:ln w="25400">
              <a:solidFill>
                <a:schemeClr val="bg1">
                  <a:lumMod val="65000"/>
                </a:schemeClr>
              </a:solidFill>
              <a:round/>
              <a:headEnd/>
              <a:tailEnd/>
            </a:ln>
          </p:spPr>
          <p:txBody>
            <a:bodyPr/>
            <a:lstStyle/>
            <a:p>
              <a:endParaRPr lang="en-US"/>
            </a:p>
          </p:txBody>
        </p:sp>
        <p:sp>
          <p:nvSpPr>
            <p:cNvPr id="103558" name="Oval 586"/>
            <p:cNvSpPr>
              <a:spLocks noChangeArrowheads="1"/>
            </p:cNvSpPr>
            <p:nvPr/>
          </p:nvSpPr>
          <p:spPr bwMode="auto">
            <a:xfrm>
              <a:off x="3293" y="2355"/>
              <a:ext cx="32" cy="32"/>
            </a:xfrm>
            <a:prstGeom prst="ellipse">
              <a:avLst/>
            </a:prstGeom>
            <a:grpFill/>
            <a:ln w="9525">
              <a:solidFill>
                <a:schemeClr val="bg1">
                  <a:lumMod val="65000"/>
                </a:schemeClr>
              </a:solidFill>
              <a:round/>
              <a:headEnd/>
              <a:tailEnd/>
            </a:ln>
          </p:spPr>
          <p:txBody>
            <a:bodyPr/>
            <a:lstStyle/>
            <a:p>
              <a:endParaRPr lang="en-US"/>
            </a:p>
          </p:txBody>
        </p:sp>
        <p:sp>
          <p:nvSpPr>
            <p:cNvPr id="103559" name="Oval 587"/>
            <p:cNvSpPr>
              <a:spLocks noChangeArrowheads="1"/>
            </p:cNvSpPr>
            <p:nvPr/>
          </p:nvSpPr>
          <p:spPr bwMode="auto">
            <a:xfrm>
              <a:off x="3293" y="2355"/>
              <a:ext cx="32" cy="32"/>
            </a:xfrm>
            <a:prstGeom prst="ellipse">
              <a:avLst/>
            </a:prstGeom>
            <a:grpFill/>
            <a:ln w="25400">
              <a:solidFill>
                <a:schemeClr val="bg1">
                  <a:lumMod val="65000"/>
                </a:schemeClr>
              </a:solidFill>
              <a:round/>
              <a:headEnd/>
              <a:tailEnd/>
            </a:ln>
          </p:spPr>
          <p:txBody>
            <a:bodyPr/>
            <a:lstStyle/>
            <a:p>
              <a:endParaRPr lang="en-US"/>
            </a:p>
          </p:txBody>
        </p:sp>
        <p:sp>
          <p:nvSpPr>
            <p:cNvPr id="103560" name="Oval 588"/>
            <p:cNvSpPr>
              <a:spLocks noChangeArrowheads="1"/>
            </p:cNvSpPr>
            <p:nvPr/>
          </p:nvSpPr>
          <p:spPr bwMode="auto">
            <a:xfrm>
              <a:off x="3293" y="2658"/>
              <a:ext cx="32" cy="40"/>
            </a:xfrm>
            <a:prstGeom prst="ellipse">
              <a:avLst/>
            </a:prstGeom>
            <a:grpFill/>
            <a:ln w="9525">
              <a:solidFill>
                <a:schemeClr val="bg1">
                  <a:lumMod val="65000"/>
                </a:schemeClr>
              </a:solidFill>
              <a:round/>
              <a:headEnd/>
              <a:tailEnd/>
            </a:ln>
          </p:spPr>
          <p:txBody>
            <a:bodyPr/>
            <a:lstStyle/>
            <a:p>
              <a:endParaRPr lang="en-US"/>
            </a:p>
          </p:txBody>
        </p:sp>
        <p:sp>
          <p:nvSpPr>
            <p:cNvPr id="103561" name="Oval 589"/>
            <p:cNvSpPr>
              <a:spLocks noChangeArrowheads="1"/>
            </p:cNvSpPr>
            <p:nvPr/>
          </p:nvSpPr>
          <p:spPr bwMode="auto">
            <a:xfrm>
              <a:off x="3293" y="2658"/>
              <a:ext cx="32" cy="40"/>
            </a:xfrm>
            <a:prstGeom prst="ellipse">
              <a:avLst/>
            </a:prstGeom>
            <a:grpFill/>
            <a:ln w="25400">
              <a:solidFill>
                <a:schemeClr val="bg1">
                  <a:lumMod val="65000"/>
                </a:schemeClr>
              </a:solidFill>
              <a:round/>
              <a:headEnd/>
              <a:tailEnd/>
            </a:ln>
          </p:spPr>
          <p:txBody>
            <a:bodyPr/>
            <a:lstStyle/>
            <a:p>
              <a:endParaRPr lang="en-US"/>
            </a:p>
          </p:txBody>
        </p:sp>
        <p:sp>
          <p:nvSpPr>
            <p:cNvPr id="103562" name="Oval 590"/>
            <p:cNvSpPr>
              <a:spLocks noChangeArrowheads="1"/>
            </p:cNvSpPr>
            <p:nvPr/>
          </p:nvSpPr>
          <p:spPr bwMode="auto">
            <a:xfrm>
              <a:off x="3285" y="2969"/>
              <a:ext cx="32" cy="32"/>
            </a:xfrm>
            <a:prstGeom prst="ellipse">
              <a:avLst/>
            </a:prstGeom>
            <a:grpFill/>
            <a:ln w="9525">
              <a:solidFill>
                <a:schemeClr val="bg1">
                  <a:lumMod val="65000"/>
                </a:schemeClr>
              </a:solidFill>
              <a:round/>
              <a:headEnd/>
              <a:tailEnd/>
            </a:ln>
          </p:spPr>
          <p:txBody>
            <a:bodyPr/>
            <a:lstStyle/>
            <a:p>
              <a:endParaRPr lang="en-US"/>
            </a:p>
          </p:txBody>
        </p:sp>
        <p:sp>
          <p:nvSpPr>
            <p:cNvPr id="103563" name="Oval 591"/>
            <p:cNvSpPr>
              <a:spLocks noChangeArrowheads="1"/>
            </p:cNvSpPr>
            <p:nvPr/>
          </p:nvSpPr>
          <p:spPr bwMode="auto">
            <a:xfrm>
              <a:off x="3285" y="2969"/>
              <a:ext cx="32" cy="32"/>
            </a:xfrm>
            <a:prstGeom prst="ellipse">
              <a:avLst/>
            </a:prstGeom>
            <a:grpFill/>
            <a:ln w="25400">
              <a:solidFill>
                <a:schemeClr val="bg1">
                  <a:lumMod val="65000"/>
                </a:schemeClr>
              </a:solidFill>
              <a:round/>
              <a:headEnd/>
              <a:tailEnd/>
            </a:ln>
          </p:spPr>
          <p:txBody>
            <a:bodyPr/>
            <a:lstStyle/>
            <a:p>
              <a:endParaRPr lang="en-US"/>
            </a:p>
          </p:txBody>
        </p:sp>
        <p:grpSp>
          <p:nvGrpSpPr>
            <p:cNvPr id="103564" name="Group 592"/>
            <p:cNvGrpSpPr>
              <a:grpSpLocks/>
            </p:cNvGrpSpPr>
            <p:nvPr/>
          </p:nvGrpSpPr>
          <p:grpSpPr bwMode="auto">
            <a:xfrm>
              <a:off x="3748" y="1741"/>
              <a:ext cx="40" cy="1260"/>
              <a:chOff x="3748" y="1741"/>
              <a:chExt cx="40" cy="1260"/>
            </a:xfrm>
            <a:grpFill/>
          </p:grpSpPr>
          <p:sp>
            <p:nvSpPr>
              <p:cNvPr id="104187" name="Oval 593"/>
              <p:cNvSpPr>
                <a:spLocks noChangeArrowheads="1"/>
              </p:cNvSpPr>
              <p:nvPr/>
            </p:nvSpPr>
            <p:spPr bwMode="auto">
              <a:xfrm>
                <a:off x="3748" y="1741"/>
                <a:ext cx="40" cy="32"/>
              </a:xfrm>
              <a:prstGeom prst="ellipse">
                <a:avLst/>
              </a:prstGeom>
              <a:grpFill/>
              <a:ln w="9525">
                <a:solidFill>
                  <a:schemeClr val="bg1">
                    <a:lumMod val="65000"/>
                  </a:schemeClr>
                </a:solidFill>
                <a:round/>
                <a:headEnd/>
                <a:tailEnd/>
              </a:ln>
            </p:spPr>
            <p:txBody>
              <a:bodyPr/>
              <a:lstStyle/>
              <a:p>
                <a:endParaRPr lang="en-US"/>
              </a:p>
            </p:txBody>
          </p:sp>
          <p:sp>
            <p:nvSpPr>
              <p:cNvPr id="104188" name="Oval 594"/>
              <p:cNvSpPr>
                <a:spLocks noChangeArrowheads="1"/>
              </p:cNvSpPr>
              <p:nvPr/>
            </p:nvSpPr>
            <p:spPr bwMode="auto">
              <a:xfrm>
                <a:off x="3748" y="1741"/>
                <a:ext cx="40" cy="32"/>
              </a:xfrm>
              <a:prstGeom prst="ellipse">
                <a:avLst/>
              </a:prstGeom>
              <a:grpFill/>
              <a:ln w="25400">
                <a:solidFill>
                  <a:schemeClr val="bg1">
                    <a:lumMod val="65000"/>
                  </a:schemeClr>
                </a:solidFill>
                <a:round/>
                <a:headEnd/>
                <a:tailEnd/>
              </a:ln>
            </p:spPr>
            <p:txBody>
              <a:bodyPr/>
              <a:lstStyle/>
              <a:p>
                <a:endParaRPr lang="en-US"/>
              </a:p>
            </p:txBody>
          </p:sp>
          <p:sp>
            <p:nvSpPr>
              <p:cNvPr id="104189" name="Oval 595"/>
              <p:cNvSpPr>
                <a:spLocks noChangeArrowheads="1"/>
              </p:cNvSpPr>
              <p:nvPr/>
            </p:nvSpPr>
            <p:spPr bwMode="auto">
              <a:xfrm>
                <a:off x="3756" y="2044"/>
                <a:ext cx="32" cy="32"/>
              </a:xfrm>
              <a:prstGeom prst="ellipse">
                <a:avLst/>
              </a:prstGeom>
              <a:grpFill/>
              <a:ln w="9525">
                <a:solidFill>
                  <a:schemeClr val="bg1">
                    <a:lumMod val="65000"/>
                  </a:schemeClr>
                </a:solidFill>
                <a:round/>
                <a:headEnd/>
                <a:tailEnd/>
              </a:ln>
            </p:spPr>
            <p:txBody>
              <a:bodyPr/>
              <a:lstStyle/>
              <a:p>
                <a:endParaRPr lang="en-US"/>
              </a:p>
            </p:txBody>
          </p:sp>
          <p:sp>
            <p:nvSpPr>
              <p:cNvPr id="104190" name="Oval 596"/>
              <p:cNvSpPr>
                <a:spLocks noChangeArrowheads="1"/>
              </p:cNvSpPr>
              <p:nvPr/>
            </p:nvSpPr>
            <p:spPr bwMode="auto">
              <a:xfrm>
                <a:off x="3756" y="2044"/>
                <a:ext cx="32" cy="32"/>
              </a:xfrm>
              <a:prstGeom prst="ellipse">
                <a:avLst/>
              </a:prstGeom>
              <a:grpFill/>
              <a:ln w="25400">
                <a:solidFill>
                  <a:schemeClr val="bg1">
                    <a:lumMod val="65000"/>
                  </a:schemeClr>
                </a:solidFill>
                <a:round/>
                <a:headEnd/>
                <a:tailEnd/>
              </a:ln>
            </p:spPr>
            <p:txBody>
              <a:bodyPr/>
              <a:lstStyle/>
              <a:p>
                <a:endParaRPr lang="en-US"/>
              </a:p>
            </p:txBody>
          </p:sp>
          <p:sp>
            <p:nvSpPr>
              <p:cNvPr id="104191" name="Oval 597"/>
              <p:cNvSpPr>
                <a:spLocks noChangeArrowheads="1"/>
              </p:cNvSpPr>
              <p:nvPr/>
            </p:nvSpPr>
            <p:spPr bwMode="auto">
              <a:xfrm>
                <a:off x="3756" y="2355"/>
                <a:ext cx="32" cy="32"/>
              </a:xfrm>
              <a:prstGeom prst="ellipse">
                <a:avLst/>
              </a:prstGeom>
              <a:grpFill/>
              <a:ln w="9525">
                <a:solidFill>
                  <a:schemeClr val="bg1">
                    <a:lumMod val="65000"/>
                  </a:schemeClr>
                </a:solidFill>
                <a:round/>
                <a:headEnd/>
                <a:tailEnd/>
              </a:ln>
            </p:spPr>
            <p:txBody>
              <a:bodyPr/>
              <a:lstStyle/>
              <a:p>
                <a:endParaRPr lang="en-US"/>
              </a:p>
            </p:txBody>
          </p:sp>
          <p:sp>
            <p:nvSpPr>
              <p:cNvPr id="104192" name="Oval 598"/>
              <p:cNvSpPr>
                <a:spLocks noChangeArrowheads="1"/>
              </p:cNvSpPr>
              <p:nvPr/>
            </p:nvSpPr>
            <p:spPr bwMode="auto">
              <a:xfrm>
                <a:off x="3756" y="2355"/>
                <a:ext cx="32" cy="32"/>
              </a:xfrm>
              <a:prstGeom prst="ellipse">
                <a:avLst/>
              </a:prstGeom>
              <a:grpFill/>
              <a:ln w="25400">
                <a:solidFill>
                  <a:schemeClr val="bg1">
                    <a:lumMod val="65000"/>
                  </a:schemeClr>
                </a:solidFill>
                <a:round/>
                <a:headEnd/>
                <a:tailEnd/>
              </a:ln>
            </p:spPr>
            <p:txBody>
              <a:bodyPr/>
              <a:lstStyle/>
              <a:p>
                <a:endParaRPr lang="en-US"/>
              </a:p>
            </p:txBody>
          </p:sp>
          <p:sp>
            <p:nvSpPr>
              <p:cNvPr id="104193" name="Oval 599"/>
              <p:cNvSpPr>
                <a:spLocks noChangeArrowheads="1"/>
              </p:cNvSpPr>
              <p:nvPr/>
            </p:nvSpPr>
            <p:spPr bwMode="auto">
              <a:xfrm>
                <a:off x="3748" y="2658"/>
                <a:ext cx="40" cy="32"/>
              </a:xfrm>
              <a:prstGeom prst="ellipse">
                <a:avLst/>
              </a:prstGeom>
              <a:grpFill/>
              <a:ln w="9525">
                <a:solidFill>
                  <a:schemeClr val="bg1">
                    <a:lumMod val="65000"/>
                  </a:schemeClr>
                </a:solidFill>
                <a:round/>
                <a:headEnd/>
                <a:tailEnd/>
              </a:ln>
            </p:spPr>
            <p:txBody>
              <a:bodyPr/>
              <a:lstStyle/>
              <a:p>
                <a:endParaRPr lang="en-US"/>
              </a:p>
            </p:txBody>
          </p:sp>
          <p:sp>
            <p:nvSpPr>
              <p:cNvPr id="104194" name="Oval 600"/>
              <p:cNvSpPr>
                <a:spLocks noChangeArrowheads="1"/>
              </p:cNvSpPr>
              <p:nvPr/>
            </p:nvSpPr>
            <p:spPr bwMode="auto">
              <a:xfrm>
                <a:off x="3748" y="2658"/>
                <a:ext cx="40" cy="32"/>
              </a:xfrm>
              <a:prstGeom prst="ellipse">
                <a:avLst/>
              </a:prstGeom>
              <a:grpFill/>
              <a:ln w="25400">
                <a:solidFill>
                  <a:schemeClr val="bg1">
                    <a:lumMod val="65000"/>
                  </a:schemeClr>
                </a:solidFill>
                <a:round/>
                <a:headEnd/>
                <a:tailEnd/>
              </a:ln>
            </p:spPr>
            <p:txBody>
              <a:bodyPr/>
              <a:lstStyle/>
              <a:p>
                <a:endParaRPr lang="en-US"/>
              </a:p>
            </p:txBody>
          </p:sp>
          <p:sp>
            <p:nvSpPr>
              <p:cNvPr id="104195" name="Oval 601"/>
              <p:cNvSpPr>
                <a:spLocks noChangeArrowheads="1"/>
              </p:cNvSpPr>
              <p:nvPr/>
            </p:nvSpPr>
            <p:spPr bwMode="auto">
              <a:xfrm>
                <a:off x="3748" y="2969"/>
                <a:ext cx="32" cy="32"/>
              </a:xfrm>
              <a:prstGeom prst="ellipse">
                <a:avLst/>
              </a:prstGeom>
              <a:grpFill/>
              <a:ln w="9525">
                <a:solidFill>
                  <a:schemeClr val="bg1">
                    <a:lumMod val="65000"/>
                  </a:schemeClr>
                </a:solidFill>
                <a:round/>
                <a:headEnd/>
                <a:tailEnd/>
              </a:ln>
            </p:spPr>
            <p:txBody>
              <a:bodyPr/>
              <a:lstStyle/>
              <a:p>
                <a:endParaRPr lang="en-US"/>
              </a:p>
            </p:txBody>
          </p:sp>
          <p:sp>
            <p:nvSpPr>
              <p:cNvPr id="104196" name="Oval 602"/>
              <p:cNvSpPr>
                <a:spLocks noChangeArrowheads="1"/>
              </p:cNvSpPr>
              <p:nvPr/>
            </p:nvSpPr>
            <p:spPr bwMode="auto">
              <a:xfrm>
                <a:off x="3748" y="2969"/>
                <a:ext cx="32" cy="32"/>
              </a:xfrm>
              <a:prstGeom prst="ellipse">
                <a:avLst/>
              </a:prstGeom>
              <a:grpFill/>
              <a:ln w="25400">
                <a:solidFill>
                  <a:schemeClr val="bg1">
                    <a:lumMod val="65000"/>
                  </a:schemeClr>
                </a:solidFill>
                <a:round/>
                <a:headEnd/>
                <a:tailEnd/>
              </a:ln>
            </p:spPr>
            <p:txBody>
              <a:bodyPr/>
              <a:lstStyle/>
              <a:p>
                <a:endParaRPr lang="en-US"/>
              </a:p>
            </p:txBody>
          </p:sp>
        </p:grpSp>
        <p:grpSp>
          <p:nvGrpSpPr>
            <p:cNvPr id="103565" name="Group 603"/>
            <p:cNvGrpSpPr>
              <a:grpSpLocks/>
            </p:cNvGrpSpPr>
            <p:nvPr/>
          </p:nvGrpSpPr>
          <p:grpSpPr bwMode="auto">
            <a:xfrm>
              <a:off x="4203" y="1749"/>
              <a:ext cx="48" cy="1252"/>
              <a:chOff x="4203" y="1749"/>
              <a:chExt cx="48" cy="1252"/>
            </a:xfrm>
            <a:grpFill/>
          </p:grpSpPr>
          <p:sp>
            <p:nvSpPr>
              <p:cNvPr id="104177" name="Oval 604"/>
              <p:cNvSpPr>
                <a:spLocks noChangeArrowheads="1"/>
              </p:cNvSpPr>
              <p:nvPr/>
            </p:nvSpPr>
            <p:spPr bwMode="auto">
              <a:xfrm>
                <a:off x="4211" y="1749"/>
                <a:ext cx="32" cy="32"/>
              </a:xfrm>
              <a:prstGeom prst="ellipse">
                <a:avLst/>
              </a:prstGeom>
              <a:grpFill/>
              <a:ln w="9525">
                <a:solidFill>
                  <a:schemeClr val="bg1">
                    <a:lumMod val="65000"/>
                  </a:schemeClr>
                </a:solidFill>
                <a:round/>
                <a:headEnd/>
                <a:tailEnd/>
              </a:ln>
            </p:spPr>
            <p:txBody>
              <a:bodyPr/>
              <a:lstStyle/>
              <a:p>
                <a:endParaRPr lang="en-US"/>
              </a:p>
            </p:txBody>
          </p:sp>
          <p:sp>
            <p:nvSpPr>
              <p:cNvPr id="104178" name="Oval 605"/>
              <p:cNvSpPr>
                <a:spLocks noChangeArrowheads="1"/>
              </p:cNvSpPr>
              <p:nvPr/>
            </p:nvSpPr>
            <p:spPr bwMode="auto">
              <a:xfrm>
                <a:off x="4211" y="1749"/>
                <a:ext cx="32" cy="32"/>
              </a:xfrm>
              <a:prstGeom prst="ellipse">
                <a:avLst/>
              </a:prstGeom>
              <a:grpFill/>
              <a:ln w="25400">
                <a:solidFill>
                  <a:schemeClr val="bg1">
                    <a:lumMod val="65000"/>
                  </a:schemeClr>
                </a:solidFill>
                <a:round/>
                <a:headEnd/>
                <a:tailEnd/>
              </a:ln>
            </p:spPr>
            <p:txBody>
              <a:bodyPr/>
              <a:lstStyle/>
              <a:p>
                <a:endParaRPr lang="en-US"/>
              </a:p>
            </p:txBody>
          </p:sp>
          <p:sp>
            <p:nvSpPr>
              <p:cNvPr id="104179" name="Oval 606"/>
              <p:cNvSpPr>
                <a:spLocks noChangeArrowheads="1"/>
              </p:cNvSpPr>
              <p:nvPr/>
            </p:nvSpPr>
            <p:spPr bwMode="auto">
              <a:xfrm>
                <a:off x="4219" y="2052"/>
                <a:ext cx="32" cy="32"/>
              </a:xfrm>
              <a:prstGeom prst="ellipse">
                <a:avLst/>
              </a:prstGeom>
              <a:grpFill/>
              <a:ln w="9525">
                <a:solidFill>
                  <a:schemeClr val="bg1">
                    <a:lumMod val="65000"/>
                  </a:schemeClr>
                </a:solidFill>
                <a:round/>
                <a:headEnd/>
                <a:tailEnd/>
              </a:ln>
            </p:spPr>
            <p:txBody>
              <a:bodyPr/>
              <a:lstStyle/>
              <a:p>
                <a:endParaRPr lang="en-US"/>
              </a:p>
            </p:txBody>
          </p:sp>
          <p:sp>
            <p:nvSpPr>
              <p:cNvPr id="104180" name="Oval 607"/>
              <p:cNvSpPr>
                <a:spLocks noChangeArrowheads="1"/>
              </p:cNvSpPr>
              <p:nvPr/>
            </p:nvSpPr>
            <p:spPr bwMode="auto">
              <a:xfrm>
                <a:off x="4219" y="2052"/>
                <a:ext cx="32" cy="32"/>
              </a:xfrm>
              <a:prstGeom prst="ellipse">
                <a:avLst/>
              </a:prstGeom>
              <a:grpFill/>
              <a:ln w="25400">
                <a:solidFill>
                  <a:schemeClr val="bg1">
                    <a:lumMod val="65000"/>
                  </a:schemeClr>
                </a:solidFill>
                <a:round/>
                <a:headEnd/>
                <a:tailEnd/>
              </a:ln>
            </p:spPr>
            <p:txBody>
              <a:bodyPr/>
              <a:lstStyle/>
              <a:p>
                <a:endParaRPr lang="en-US"/>
              </a:p>
            </p:txBody>
          </p:sp>
          <p:sp>
            <p:nvSpPr>
              <p:cNvPr id="104181" name="Oval 608"/>
              <p:cNvSpPr>
                <a:spLocks noChangeArrowheads="1"/>
              </p:cNvSpPr>
              <p:nvPr/>
            </p:nvSpPr>
            <p:spPr bwMode="auto">
              <a:xfrm>
                <a:off x="4219" y="2355"/>
                <a:ext cx="32" cy="32"/>
              </a:xfrm>
              <a:prstGeom prst="ellipse">
                <a:avLst/>
              </a:prstGeom>
              <a:grpFill/>
              <a:ln w="9525">
                <a:solidFill>
                  <a:schemeClr val="bg1">
                    <a:lumMod val="65000"/>
                  </a:schemeClr>
                </a:solidFill>
                <a:round/>
                <a:headEnd/>
                <a:tailEnd/>
              </a:ln>
            </p:spPr>
            <p:txBody>
              <a:bodyPr/>
              <a:lstStyle/>
              <a:p>
                <a:endParaRPr lang="en-US"/>
              </a:p>
            </p:txBody>
          </p:sp>
          <p:sp>
            <p:nvSpPr>
              <p:cNvPr id="104182" name="Oval 609"/>
              <p:cNvSpPr>
                <a:spLocks noChangeArrowheads="1"/>
              </p:cNvSpPr>
              <p:nvPr/>
            </p:nvSpPr>
            <p:spPr bwMode="auto">
              <a:xfrm>
                <a:off x="4219" y="2355"/>
                <a:ext cx="32" cy="32"/>
              </a:xfrm>
              <a:prstGeom prst="ellipse">
                <a:avLst/>
              </a:prstGeom>
              <a:grpFill/>
              <a:ln w="25400">
                <a:solidFill>
                  <a:schemeClr val="bg1">
                    <a:lumMod val="65000"/>
                  </a:schemeClr>
                </a:solidFill>
                <a:round/>
                <a:headEnd/>
                <a:tailEnd/>
              </a:ln>
            </p:spPr>
            <p:txBody>
              <a:bodyPr/>
              <a:lstStyle/>
              <a:p>
                <a:endParaRPr lang="en-US"/>
              </a:p>
            </p:txBody>
          </p:sp>
          <p:sp>
            <p:nvSpPr>
              <p:cNvPr id="104183" name="Oval 610"/>
              <p:cNvSpPr>
                <a:spLocks noChangeArrowheads="1"/>
              </p:cNvSpPr>
              <p:nvPr/>
            </p:nvSpPr>
            <p:spPr bwMode="auto">
              <a:xfrm>
                <a:off x="4211" y="2666"/>
                <a:ext cx="32" cy="32"/>
              </a:xfrm>
              <a:prstGeom prst="ellipse">
                <a:avLst/>
              </a:prstGeom>
              <a:grpFill/>
              <a:ln w="9525">
                <a:solidFill>
                  <a:schemeClr val="bg1">
                    <a:lumMod val="65000"/>
                  </a:schemeClr>
                </a:solidFill>
                <a:round/>
                <a:headEnd/>
                <a:tailEnd/>
              </a:ln>
            </p:spPr>
            <p:txBody>
              <a:bodyPr/>
              <a:lstStyle/>
              <a:p>
                <a:endParaRPr lang="en-US"/>
              </a:p>
            </p:txBody>
          </p:sp>
          <p:sp>
            <p:nvSpPr>
              <p:cNvPr id="104184" name="Oval 611"/>
              <p:cNvSpPr>
                <a:spLocks noChangeArrowheads="1"/>
              </p:cNvSpPr>
              <p:nvPr/>
            </p:nvSpPr>
            <p:spPr bwMode="auto">
              <a:xfrm>
                <a:off x="4211" y="2666"/>
                <a:ext cx="32" cy="32"/>
              </a:xfrm>
              <a:prstGeom prst="ellipse">
                <a:avLst/>
              </a:prstGeom>
              <a:grpFill/>
              <a:ln w="25400">
                <a:solidFill>
                  <a:schemeClr val="bg1">
                    <a:lumMod val="65000"/>
                  </a:schemeClr>
                </a:solidFill>
                <a:round/>
                <a:headEnd/>
                <a:tailEnd/>
              </a:ln>
            </p:spPr>
            <p:txBody>
              <a:bodyPr/>
              <a:lstStyle/>
              <a:p>
                <a:endParaRPr lang="en-US"/>
              </a:p>
            </p:txBody>
          </p:sp>
          <p:sp>
            <p:nvSpPr>
              <p:cNvPr id="104185" name="Oval 612"/>
              <p:cNvSpPr>
                <a:spLocks noChangeArrowheads="1"/>
              </p:cNvSpPr>
              <p:nvPr/>
            </p:nvSpPr>
            <p:spPr bwMode="auto">
              <a:xfrm>
                <a:off x="4203" y="2969"/>
                <a:ext cx="40" cy="32"/>
              </a:xfrm>
              <a:prstGeom prst="ellipse">
                <a:avLst/>
              </a:prstGeom>
              <a:grpFill/>
              <a:ln w="9525">
                <a:solidFill>
                  <a:schemeClr val="bg1">
                    <a:lumMod val="65000"/>
                  </a:schemeClr>
                </a:solidFill>
                <a:round/>
                <a:headEnd/>
                <a:tailEnd/>
              </a:ln>
            </p:spPr>
            <p:txBody>
              <a:bodyPr/>
              <a:lstStyle/>
              <a:p>
                <a:endParaRPr lang="en-US"/>
              </a:p>
            </p:txBody>
          </p:sp>
          <p:sp>
            <p:nvSpPr>
              <p:cNvPr id="104186" name="Oval 613"/>
              <p:cNvSpPr>
                <a:spLocks noChangeArrowheads="1"/>
              </p:cNvSpPr>
              <p:nvPr/>
            </p:nvSpPr>
            <p:spPr bwMode="auto">
              <a:xfrm>
                <a:off x="4203" y="2969"/>
                <a:ext cx="40" cy="32"/>
              </a:xfrm>
              <a:prstGeom prst="ellipse">
                <a:avLst/>
              </a:prstGeom>
              <a:grpFill/>
              <a:ln w="25400">
                <a:solidFill>
                  <a:schemeClr val="bg1">
                    <a:lumMod val="65000"/>
                  </a:schemeClr>
                </a:solidFill>
                <a:round/>
                <a:headEnd/>
                <a:tailEnd/>
              </a:ln>
            </p:spPr>
            <p:txBody>
              <a:bodyPr/>
              <a:lstStyle/>
              <a:p>
                <a:endParaRPr lang="en-US"/>
              </a:p>
            </p:txBody>
          </p:sp>
        </p:grpSp>
        <p:grpSp>
          <p:nvGrpSpPr>
            <p:cNvPr id="103566" name="Group 614"/>
            <p:cNvGrpSpPr>
              <a:grpSpLocks/>
            </p:cNvGrpSpPr>
            <p:nvPr/>
          </p:nvGrpSpPr>
          <p:grpSpPr bwMode="auto">
            <a:xfrm>
              <a:off x="3317" y="2076"/>
              <a:ext cx="431" cy="284"/>
              <a:chOff x="3317" y="2076"/>
              <a:chExt cx="431" cy="284"/>
            </a:xfrm>
            <a:grpFill/>
          </p:grpSpPr>
          <p:sp>
            <p:nvSpPr>
              <p:cNvPr id="104175" name="Freeform 615"/>
              <p:cNvSpPr>
                <a:spLocks/>
              </p:cNvSpPr>
              <p:nvPr/>
            </p:nvSpPr>
            <p:spPr bwMode="auto">
              <a:xfrm>
                <a:off x="3620" y="2076"/>
                <a:ext cx="128" cy="104"/>
              </a:xfrm>
              <a:custGeom>
                <a:avLst/>
                <a:gdLst>
                  <a:gd name="T0" fmla="*/ 128 w 128"/>
                  <a:gd name="T1" fmla="*/ 0 h 104"/>
                  <a:gd name="T2" fmla="*/ 40 w 128"/>
                  <a:gd name="T3" fmla="*/ 104 h 104"/>
                  <a:gd name="T4" fmla="*/ 16 w 128"/>
                  <a:gd name="T5" fmla="*/ 72 h 104"/>
                  <a:gd name="T6" fmla="*/ 0 w 128"/>
                  <a:gd name="T7" fmla="*/ 48 h 104"/>
                  <a:gd name="T8" fmla="*/ 128 w 128"/>
                  <a:gd name="T9" fmla="*/ 0 h 104"/>
                  <a:gd name="T10" fmla="*/ 0 60000 65536"/>
                  <a:gd name="T11" fmla="*/ 0 60000 65536"/>
                  <a:gd name="T12" fmla="*/ 0 60000 65536"/>
                  <a:gd name="T13" fmla="*/ 0 60000 65536"/>
                  <a:gd name="T14" fmla="*/ 0 60000 65536"/>
                  <a:gd name="T15" fmla="*/ 0 w 128"/>
                  <a:gd name="T16" fmla="*/ 0 h 104"/>
                  <a:gd name="T17" fmla="*/ 128 w 128"/>
                  <a:gd name="T18" fmla="*/ 104 h 104"/>
                </a:gdLst>
                <a:ahLst/>
                <a:cxnLst>
                  <a:cxn ang="T10">
                    <a:pos x="T0" y="T1"/>
                  </a:cxn>
                  <a:cxn ang="T11">
                    <a:pos x="T2" y="T3"/>
                  </a:cxn>
                  <a:cxn ang="T12">
                    <a:pos x="T4" y="T5"/>
                  </a:cxn>
                  <a:cxn ang="T13">
                    <a:pos x="T6" y="T7"/>
                  </a:cxn>
                  <a:cxn ang="T14">
                    <a:pos x="T8" y="T9"/>
                  </a:cxn>
                </a:cxnLst>
                <a:rect l="T15" t="T16" r="T17" b="T18"/>
                <a:pathLst>
                  <a:path w="128" h="104">
                    <a:moveTo>
                      <a:pt x="128" y="0"/>
                    </a:moveTo>
                    <a:lnTo>
                      <a:pt x="40" y="104"/>
                    </a:lnTo>
                    <a:lnTo>
                      <a:pt x="16" y="72"/>
                    </a:lnTo>
                    <a:lnTo>
                      <a:pt x="0" y="48"/>
                    </a:lnTo>
                    <a:lnTo>
                      <a:pt x="128" y="0"/>
                    </a:lnTo>
                    <a:close/>
                  </a:path>
                </a:pathLst>
              </a:custGeom>
              <a:grpFill/>
              <a:ln w="9525">
                <a:solidFill>
                  <a:schemeClr val="bg1">
                    <a:lumMod val="65000"/>
                  </a:schemeClr>
                </a:solidFill>
                <a:round/>
                <a:headEnd/>
                <a:tailEnd/>
              </a:ln>
            </p:spPr>
            <p:txBody>
              <a:bodyPr/>
              <a:lstStyle/>
              <a:p>
                <a:endParaRPr lang="en-US"/>
              </a:p>
            </p:txBody>
          </p:sp>
          <p:sp>
            <p:nvSpPr>
              <p:cNvPr id="104176" name="Line 616"/>
              <p:cNvSpPr>
                <a:spLocks noChangeShapeType="1"/>
              </p:cNvSpPr>
              <p:nvPr/>
            </p:nvSpPr>
            <p:spPr bwMode="auto">
              <a:xfrm flipV="1">
                <a:off x="3317" y="2143"/>
                <a:ext cx="327" cy="217"/>
              </a:xfrm>
              <a:prstGeom prst="line">
                <a:avLst/>
              </a:prstGeom>
              <a:grpFill/>
              <a:ln w="25400">
                <a:solidFill>
                  <a:schemeClr val="bg1">
                    <a:lumMod val="65000"/>
                  </a:schemeClr>
                </a:solidFill>
                <a:round/>
                <a:headEnd/>
                <a:tailEnd/>
              </a:ln>
            </p:spPr>
            <p:txBody>
              <a:bodyPr/>
              <a:lstStyle/>
              <a:p>
                <a:endParaRPr lang="en-US"/>
              </a:p>
            </p:txBody>
          </p:sp>
        </p:grpSp>
        <p:grpSp>
          <p:nvGrpSpPr>
            <p:cNvPr id="103567" name="Group 617"/>
            <p:cNvGrpSpPr>
              <a:grpSpLocks/>
            </p:cNvGrpSpPr>
            <p:nvPr/>
          </p:nvGrpSpPr>
          <p:grpSpPr bwMode="auto">
            <a:xfrm>
              <a:off x="3325" y="1733"/>
              <a:ext cx="415" cy="56"/>
              <a:chOff x="3325" y="1733"/>
              <a:chExt cx="415" cy="56"/>
            </a:xfrm>
            <a:grpFill/>
          </p:grpSpPr>
          <p:sp>
            <p:nvSpPr>
              <p:cNvPr id="104167" name="Freeform 618"/>
              <p:cNvSpPr>
                <a:spLocks/>
              </p:cNvSpPr>
              <p:nvPr/>
            </p:nvSpPr>
            <p:spPr bwMode="auto">
              <a:xfrm>
                <a:off x="3628" y="1733"/>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lumMod val="65000"/>
                  </a:schemeClr>
                </a:solidFill>
                <a:round/>
                <a:headEnd/>
                <a:tailEnd/>
              </a:ln>
            </p:spPr>
            <p:txBody>
              <a:bodyPr/>
              <a:lstStyle/>
              <a:p>
                <a:endParaRPr lang="en-US"/>
              </a:p>
            </p:txBody>
          </p:sp>
          <p:grpSp>
            <p:nvGrpSpPr>
              <p:cNvPr id="104168" name="Group 619"/>
              <p:cNvGrpSpPr>
                <a:grpSpLocks/>
              </p:cNvGrpSpPr>
              <p:nvPr/>
            </p:nvGrpSpPr>
            <p:grpSpPr bwMode="auto">
              <a:xfrm>
                <a:off x="3325" y="1757"/>
                <a:ext cx="295" cy="1"/>
                <a:chOff x="3325" y="1757"/>
                <a:chExt cx="295" cy="1"/>
              </a:xfrm>
              <a:grpFill/>
            </p:grpSpPr>
            <p:sp>
              <p:nvSpPr>
                <p:cNvPr id="104169" name="Line 620"/>
                <p:cNvSpPr>
                  <a:spLocks noChangeShapeType="1"/>
                </p:cNvSpPr>
                <p:nvPr/>
              </p:nvSpPr>
              <p:spPr bwMode="auto">
                <a:xfrm>
                  <a:off x="3325" y="1757"/>
                  <a:ext cx="24" cy="1"/>
                </a:xfrm>
                <a:prstGeom prst="line">
                  <a:avLst/>
                </a:prstGeom>
                <a:grpFill/>
                <a:ln w="12700">
                  <a:solidFill>
                    <a:schemeClr val="bg1">
                      <a:lumMod val="65000"/>
                    </a:schemeClr>
                  </a:solidFill>
                  <a:round/>
                  <a:headEnd/>
                  <a:tailEnd/>
                </a:ln>
              </p:spPr>
              <p:txBody>
                <a:bodyPr/>
                <a:lstStyle/>
                <a:p>
                  <a:endParaRPr lang="en-US"/>
                </a:p>
              </p:txBody>
            </p:sp>
            <p:sp>
              <p:nvSpPr>
                <p:cNvPr id="104170" name="Line 621"/>
                <p:cNvSpPr>
                  <a:spLocks noChangeShapeType="1"/>
                </p:cNvSpPr>
                <p:nvPr/>
              </p:nvSpPr>
              <p:spPr bwMode="auto">
                <a:xfrm>
                  <a:off x="3381" y="1757"/>
                  <a:ext cx="24" cy="1"/>
                </a:xfrm>
                <a:prstGeom prst="line">
                  <a:avLst/>
                </a:prstGeom>
                <a:grpFill/>
                <a:ln w="12700">
                  <a:solidFill>
                    <a:schemeClr val="bg1">
                      <a:lumMod val="65000"/>
                    </a:schemeClr>
                  </a:solidFill>
                  <a:round/>
                  <a:headEnd/>
                  <a:tailEnd/>
                </a:ln>
              </p:spPr>
              <p:txBody>
                <a:bodyPr/>
                <a:lstStyle/>
                <a:p>
                  <a:endParaRPr lang="en-US"/>
                </a:p>
              </p:txBody>
            </p:sp>
            <p:sp>
              <p:nvSpPr>
                <p:cNvPr id="104171" name="Line 622"/>
                <p:cNvSpPr>
                  <a:spLocks noChangeShapeType="1"/>
                </p:cNvSpPr>
                <p:nvPr/>
              </p:nvSpPr>
              <p:spPr bwMode="auto">
                <a:xfrm>
                  <a:off x="3437" y="1757"/>
                  <a:ext cx="24" cy="1"/>
                </a:xfrm>
                <a:prstGeom prst="line">
                  <a:avLst/>
                </a:prstGeom>
                <a:grpFill/>
                <a:ln w="12700">
                  <a:solidFill>
                    <a:schemeClr val="bg1">
                      <a:lumMod val="65000"/>
                    </a:schemeClr>
                  </a:solidFill>
                  <a:round/>
                  <a:headEnd/>
                  <a:tailEnd/>
                </a:ln>
              </p:spPr>
              <p:txBody>
                <a:bodyPr/>
                <a:lstStyle/>
                <a:p>
                  <a:endParaRPr lang="en-US"/>
                </a:p>
              </p:txBody>
            </p:sp>
            <p:sp>
              <p:nvSpPr>
                <p:cNvPr id="104172" name="Line 623"/>
                <p:cNvSpPr>
                  <a:spLocks noChangeShapeType="1"/>
                </p:cNvSpPr>
                <p:nvPr/>
              </p:nvSpPr>
              <p:spPr bwMode="auto">
                <a:xfrm>
                  <a:off x="3493" y="1757"/>
                  <a:ext cx="23" cy="1"/>
                </a:xfrm>
                <a:prstGeom prst="line">
                  <a:avLst/>
                </a:prstGeom>
                <a:grpFill/>
                <a:ln w="12700">
                  <a:solidFill>
                    <a:schemeClr val="bg1">
                      <a:lumMod val="65000"/>
                    </a:schemeClr>
                  </a:solidFill>
                  <a:round/>
                  <a:headEnd/>
                  <a:tailEnd/>
                </a:ln>
              </p:spPr>
              <p:txBody>
                <a:bodyPr/>
                <a:lstStyle/>
                <a:p>
                  <a:endParaRPr lang="en-US"/>
                </a:p>
              </p:txBody>
            </p:sp>
            <p:sp>
              <p:nvSpPr>
                <p:cNvPr id="104173" name="Line 624"/>
                <p:cNvSpPr>
                  <a:spLocks noChangeShapeType="1"/>
                </p:cNvSpPr>
                <p:nvPr/>
              </p:nvSpPr>
              <p:spPr bwMode="auto">
                <a:xfrm>
                  <a:off x="3548" y="1757"/>
                  <a:ext cx="24" cy="1"/>
                </a:xfrm>
                <a:prstGeom prst="line">
                  <a:avLst/>
                </a:prstGeom>
                <a:grpFill/>
                <a:ln w="12700">
                  <a:solidFill>
                    <a:schemeClr val="bg1">
                      <a:lumMod val="65000"/>
                    </a:schemeClr>
                  </a:solidFill>
                  <a:round/>
                  <a:headEnd/>
                  <a:tailEnd/>
                </a:ln>
              </p:spPr>
              <p:txBody>
                <a:bodyPr/>
                <a:lstStyle/>
                <a:p>
                  <a:endParaRPr lang="en-US"/>
                </a:p>
              </p:txBody>
            </p:sp>
            <p:sp>
              <p:nvSpPr>
                <p:cNvPr id="104174" name="Line 625"/>
                <p:cNvSpPr>
                  <a:spLocks noChangeShapeType="1"/>
                </p:cNvSpPr>
                <p:nvPr/>
              </p:nvSpPr>
              <p:spPr bwMode="auto">
                <a:xfrm>
                  <a:off x="3604" y="1757"/>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68" name="Group 626"/>
            <p:cNvGrpSpPr>
              <a:grpSpLocks/>
            </p:cNvGrpSpPr>
            <p:nvPr/>
          </p:nvGrpSpPr>
          <p:grpSpPr bwMode="auto">
            <a:xfrm>
              <a:off x="3788" y="1733"/>
              <a:ext cx="415" cy="56"/>
              <a:chOff x="3788" y="1733"/>
              <a:chExt cx="415" cy="56"/>
            </a:xfrm>
            <a:grpFill/>
          </p:grpSpPr>
          <p:sp>
            <p:nvSpPr>
              <p:cNvPr id="104159" name="Freeform 627"/>
              <p:cNvSpPr>
                <a:spLocks/>
              </p:cNvSpPr>
              <p:nvPr/>
            </p:nvSpPr>
            <p:spPr bwMode="auto">
              <a:xfrm>
                <a:off x="4091" y="1733"/>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lumMod val="65000"/>
                  </a:schemeClr>
                </a:solidFill>
                <a:round/>
                <a:headEnd/>
                <a:tailEnd/>
              </a:ln>
            </p:spPr>
            <p:txBody>
              <a:bodyPr/>
              <a:lstStyle/>
              <a:p>
                <a:endParaRPr lang="en-US"/>
              </a:p>
            </p:txBody>
          </p:sp>
          <p:grpSp>
            <p:nvGrpSpPr>
              <p:cNvPr id="104160" name="Group 628"/>
              <p:cNvGrpSpPr>
                <a:grpSpLocks/>
              </p:cNvGrpSpPr>
              <p:nvPr/>
            </p:nvGrpSpPr>
            <p:grpSpPr bwMode="auto">
              <a:xfrm>
                <a:off x="3788" y="1757"/>
                <a:ext cx="295" cy="1"/>
                <a:chOff x="3788" y="1757"/>
                <a:chExt cx="295" cy="1"/>
              </a:xfrm>
              <a:grpFill/>
            </p:grpSpPr>
            <p:sp>
              <p:nvSpPr>
                <p:cNvPr id="104161" name="Line 629"/>
                <p:cNvSpPr>
                  <a:spLocks noChangeShapeType="1"/>
                </p:cNvSpPr>
                <p:nvPr/>
              </p:nvSpPr>
              <p:spPr bwMode="auto">
                <a:xfrm>
                  <a:off x="3788" y="1757"/>
                  <a:ext cx="24" cy="1"/>
                </a:xfrm>
                <a:prstGeom prst="line">
                  <a:avLst/>
                </a:prstGeom>
                <a:grpFill/>
                <a:ln w="12700">
                  <a:solidFill>
                    <a:schemeClr val="bg1">
                      <a:lumMod val="65000"/>
                    </a:schemeClr>
                  </a:solidFill>
                  <a:round/>
                  <a:headEnd/>
                  <a:tailEnd/>
                </a:ln>
              </p:spPr>
              <p:txBody>
                <a:bodyPr/>
                <a:lstStyle/>
                <a:p>
                  <a:endParaRPr lang="en-US"/>
                </a:p>
              </p:txBody>
            </p:sp>
            <p:sp>
              <p:nvSpPr>
                <p:cNvPr id="104162" name="Line 630"/>
                <p:cNvSpPr>
                  <a:spLocks noChangeShapeType="1"/>
                </p:cNvSpPr>
                <p:nvPr/>
              </p:nvSpPr>
              <p:spPr bwMode="auto">
                <a:xfrm>
                  <a:off x="3844" y="1757"/>
                  <a:ext cx="24" cy="1"/>
                </a:xfrm>
                <a:prstGeom prst="line">
                  <a:avLst/>
                </a:prstGeom>
                <a:grpFill/>
                <a:ln w="12700">
                  <a:solidFill>
                    <a:schemeClr val="bg1">
                      <a:lumMod val="65000"/>
                    </a:schemeClr>
                  </a:solidFill>
                  <a:round/>
                  <a:headEnd/>
                  <a:tailEnd/>
                </a:ln>
              </p:spPr>
              <p:txBody>
                <a:bodyPr/>
                <a:lstStyle/>
                <a:p>
                  <a:endParaRPr lang="en-US"/>
                </a:p>
              </p:txBody>
            </p:sp>
            <p:sp>
              <p:nvSpPr>
                <p:cNvPr id="104163" name="Line 631"/>
                <p:cNvSpPr>
                  <a:spLocks noChangeShapeType="1"/>
                </p:cNvSpPr>
                <p:nvPr/>
              </p:nvSpPr>
              <p:spPr bwMode="auto">
                <a:xfrm>
                  <a:off x="3900" y="1757"/>
                  <a:ext cx="24" cy="1"/>
                </a:xfrm>
                <a:prstGeom prst="line">
                  <a:avLst/>
                </a:prstGeom>
                <a:grpFill/>
                <a:ln w="12700">
                  <a:solidFill>
                    <a:schemeClr val="bg1">
                      <a:lumMod val="65000"/>
                    </a:schemeClr>
                  </a:solidFill>
                  <a:round/>
                  <a:headEnd/>
                  <a:tailEnd/>
                </a:ln>
              </p:spPr>
              <p:txBody>
                <a:bodyPr/>
                <a:lstStyle/>
                <a:p>
                  <a:endParaRPr lang="en-US"/>
                </a:p>
              </p:txBody>
            </p:sp>
            <p:sp>
              <p:nvSpPr>
                <p:cNvPr id="104164" name="Line 632"/>
                <p:cNvSpPr>
                  <a:spLocks noChangeShapeType="1"/>
                </p:cNvSpPr>
                <p:nvPr/>
              </p:nvSpPr>
              <p:spPr bwMode="auto">
                <a:xfrm>
                  <a:off x="3956" y="1757"/>
                  <a:ext cx="24" cy="1"/>
                </a:xfrm>
                <a:prstGeom prst="line">
                  <a:avLst/>
                </a:prstGeom>
                <a:grpFill/>
                <a:ln w="12700">
                  <a:solidFill>
                    <a:schemeClr val="bg1">
                      <a:lumMod val="65000"/>
                    </a:schemeClr>
                  </a:solidFill>
                  <a:round/>
                  <a:headEnd/>
                  <a:tailEnd/>
                </a:ln>
              </p:spPr>
              <p:txBody>
                <a:bodyPr/>
                <a:lstStyle/>
                <a:p>
                  <a:endParaRPr lang="en-US"/>
                </a:p>
              </p:txBody>
            </p:sp>
            <p:sp>
              <p:nvSpPr>
                <p:cNvPr id="104165" name="Line 633"/>
                <p:cNvSpPr>
                  <a:spLocks noChangeShapeType="1"/>
                </p:cNvSpPr>
                <p:nvPr/>
              </p:nvSpPr>
              <p:spPr bwMode="auto">
                <a:xfrm>
                  <a:off x="4011" y="1757"/>
                  <a:ext cx="24" cy="1"/>
                </a:xfrm>
                <a:prstGeom prst="line">
                  <a:avLst/>
                </a:prstGeom>
                <a:grpFill/>
                <a:ln w="12700">
                  <a:solidFill>
                    <a:schemeClr val="bg1">
                      <a:lumMod val="65000"/>
                    </a:schemeClr>
                  </a:solidFill>
                  <a:round/>
                  <a:headEnd/>
                  <a:tailEnd/>
                </a:ln>
              </p:spPr>
              <p:txBody>
                <a:bodyPr/>
                <a:lstStyle/>
                <a:p>
                  <a:endParaRPr lang="en-US"/>
                </a:p>
              </p:txBody>
            </p:sp>
            <p:sp>
              <p:nvSpPr>
                <p:cNvPr id="104166" name="Line 634"/>
                <p:cNvSpPr>
                  <a:spLocks noChangeShapeType="1"/>
                </p:cNvSpPr>
                <p:nvPr/>
              </p:nvSpPr>
              <p:spPr bwMode="auto">
                <a:xfrm>
                  <a:off x="4067" y="1757"/>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69" name="Group 635"/>
            <p:cNvGrpSpPr>
              <a:grpSpLocks/>
            </p:cNvGrpSpPr>
            <p:nvPr/>
          </p:nvGrpSpPr>
          <p:grpSpPr bwMode="auto">
            <a:xfrm>
              <a:off x="3325" y="2044"/>
              <a:ext cx="423" cy="56"/>
              <a:chOff x="3325" y="2044"/>
              <a:chExt cx="423" cy="56"/>
            </a:xfrm>
            <a:grpFill/>
          </p:grpSpPr>
          <p:sp>
            <p:nvSpPr>
              <p:cNvPr id="104151" name="Freeform 636"/>
              <p:cNvSpPr>
                <a:spLocks/>
              </p:cNvSpPr>
              <p:nvPr/>
            </p:nvSpPr>
            <p:spPr bwMode="auto">
              <a:xfrm>
                <a:off x="3628" y="2044"/>
                <a:ext cx="120" cy="56"/>
              </a:xfrm>
              <a:custGeom>
                <a:avLst/>
                <a:gdLst>
                  <a:gd name="T0" fmla="*/ 120 w 120"/>
                  <a:gd name="T1" fmla="*/ 24 h 56"/>
                  <a:gd name="T2" fmla="*/ 0 w 120"/>
                  <a:gd name="T3" fmla="*/ 56 h 56"/>
                  <a:gd name="T4" fmla="*/ 0 w 120"/>
                  <a:gd name="T5" fmla="*/ 24 h 56"/>
                  <a:gd name="T6" fmla="*/ 0 w 120"/>
                  <a:gd name="T7" fmla="*/ 0 h 56"/>
                  <a:gd name="T8" fmla="*/ 120 w 120"/>
                  <a:gd name="T9" fmla="*/ 24 h 56"/>
                  <a:gd name="T10" fmla="*/ 0 60000 65536"/>
                  <a:gd name="T11" fmla="*/ 0 60000 65536"/>
                  <a:gd name="T12" fmla="*/ 0 60000 65536"/>
                  <a:gd name="T13" fmla="*/ 0 60000 65536"/>
                  <a:gd name="T14" fmla="*/ 0 60000 65536"/>
                  <a:gd name="T15" fmla="*/ 0 w 120"/>
                  <a:gd name="T16" fmla="*/ 0 h 56"/>
                  <a:gd name="T17" fmla="*/ 120 w 120"/>
                  <a:gd name="T18" fmla="*/ 56 h 56"/>
                </a:gdLst>
                <a:ahLst/>
                <a:cxnLst>
                  <a:cxn ang="T10">
                    <a:pos x="T0" y="T1"/>
                  </a:cxn>
                  <a:cxn ang="T11">
                    <a:pos x="T2" y="T3"/>
                  </a:cxn>
                  <a:cxn ang="T12">
                    <a:pos x="T4" y="T5"/>
                  </a:cxn>
                  <a:cxn ang="T13">
                    <a:pos x="T6" y="T7"/>
                  </a:cxn>
                  <a:cxn ang="T14">
                    <a:pos x="T8" y="T9"/>
                  </a:cxn>
                </a:cxnLst>
                <a:rect l="T15" t="T16" r="T17" b="T18"/>
                <a:pathLst>
                  <a:path w="120" h="56">
                    <a:moveTo>
                      <a:pt x="120" y="24"/>
                    </a:moveTo>
                    <a:lnTo>
                      <a:pt x="0" y="56"/>
                    </a:lnTo>
                    <a:lnTo>
                      <a:pt x="0" y="24"/>
                    </a:lnTo>
                    <a:lnTo>
                      <a:pt x="0" y="0"/>
                    </a:lnTo>
                    <a:lnTo>
                      <a:pt x="120" y="24"/>
                    </a:lnTo>
                    <a:close/>
                  </a:path>
                </a:pathLst>
              </a:custGeom>
              <a:grpFill/>
              <a:ln w="9525">
                <a:solidFill>
                  <a:schemeClr val="bg1">
                    <a:lumMod val="65000"/>
                  </a:schemeClr>
                </a:solidFill>
                <a:round/>
                <a:headEnd/>
                <a:tailEnd/>
              </a:ln>
            </p:spPr>
            <p:txBody>
              <a:bodyPr/>
              <a:lstStyle/>
              <a:p>
                <a:endParaRPr lang="en-US"/>
              </a:p>
            </p:txBody>
          </p:sp>
          <p:grpSp>
            <p:nvGrpSpPr>
              <p:cNvPr id="104152" name="Group 637"/>
              <p:cNvGrpSpPr>
                <a:grpSpLocks/>
              </p:cNvGrpSpPr>
              <p:nvPr/>
            </p:nvGrpSpPr>
            <p:grpSpPr bwMode="auto">
              <a:xfrm>
                <a:off x="3325" y="2068"/>
                <a:ext cx="295" cy="1"/>
                <a:chOff x="3325" y="2068"/>
                <a:chExt cx="295" cy="1"/>
              </a:xfrm>
              <a:grpFill/>
            </p:grpSpPr>
            <p:sp>
              <p:nvSpPr>
                <p:cNvPr id="104153" name="Line 638"/>
                <p:cNvSpPr>
                  <a:spLocks noChangeShapeType="1"/>
                </p:cNvSpPr>
                <p:nvPr/>
              </p:nvSpPr>
              <p:spPr bwMode="auto">
                <a:xfrm>
                  <a:off x="3325" y="2068"/>
                  <a:ext cx="24" cy="1"/>
                </a:xfrm>
                <a:prstGeom prst="line">
                  <a:avLst/>
                </a:prstGeom>
                <a:grpFill/>
                <a:ln w="12700">
                  <a:solidFill>
                    <a:schemeClr val="bg1">
                      <a:lumMod val="65000"/>
                    </a:schemeClr>
                  </a:solidFill>
                  <a:round/>
                  <a:headEnd/>
                  <a:tailEnd/>
                </a:ln>
              </p:spPr>
              <p:txBody>
                <a:bodyPr/>
                <a:lstStyle/>
                <a:p>
                  <a:endParaRPr lang="en-US"/>
                </a:p>
              </p:txBody>
            </p:sp>
            <p:sp>
              <p:nvSpPr>
                <p:cNvPr id="104154" name="Line 639"/>
                <p:cNvSpPr>
                  <a:spLocks noChangeShapeType="1"/>
                </p:cNvSpPr>
                <p:nvPr/>
              </p:nvSpPr>
              <p:spPr bwMode="auto">
                <a:xfrm>
                  <a:off x="3381" y="2068"/>
                  <a:ext cx="24" cy="1"/>
                </a:xfrm>
                <a:prstGeom prst="line">
                  <a:avLst/>
                </a:prstGeom>
                <a:grpFill/>
                <a:ln w="12700">
                  <a:solidFill>
                    <a:schemeClr val="bg1">
                      <a:lumMod val="65000"/>
                    </a:schemeClr>
                  </a:solidFill>
                  <a:round/>
                  <a:headEnd/>
                  <a:tailEnd/>
                </a:ln>
              </p:spPr>
              <p:txBody>
                <a:bodyPr/>
                <a:lstStyle/>
                <a:p>
                  <a:endParaRPr lang="en-US"/>
                </a:p>
              </p:txBody>
            </p:sp>
            <p:sp>
              <p:nvSpPr>
                <p:cNvPr id="104155" name="Line 640"/>
                <p:cNvSpPr>
                  <a:spLocks noChangeShapeType="1"/>
                </p:cNvSpPr>
                <p:nvPr/>
              </p:nvSpPr>
              <p:spPr bwMode="auto">
                <a:xfrm>
                  <a:off x="3437" y="2068"/>
                  <a:ext cx="24" cy="1"/>
                </a:xfrm>
                <a:prstGeom prst="line">
                  <a:avLst/>
                </a:prstGeom>
                <a:grpFill/>
                <a:ln w="12700">
                  <a:solidFill>
                    <a:schemeClr val="bg1">
                      <a:lumMod val="65000"/>
                    </a:schemeClr>
                  </a:solidFill>
                  <a:round/>
                  <a:headEnd/>
                  <a:tailEnd/>
                </a:ln>
              </p:spPr>
              <p:txBody>
                <a:bodyPr/>
                <a:lstStyle/>
                <a:p>
                  <a:endParaRPr lang="en-US"/>
                </a:p>
              </p:txBody>
            </p:sp>
            <p:sp>
              <p:nvSpPr>
                <p:cNvPr id="104156" name="Line 641"/>
                <p:cNvSpPr>
                  <a:spLocks noChangeShapeType="1"/>
                </p:cNvSpPr>
                <p:nvPr/>
              </p:nvSpPr>
              <p:spPr bwMode="auto">
                <a:xfrm>
                  <a:off x="3493" y="2068"/>
                  <a:ext cx="23" cy="1"/>
                </a:xfrm>
                <a:prstGeom prst="line">
                  <a:avLst/>
                </a:prstGeom>
                <a:grpFill/>
                <a:ln w="12700">
                  <a:solidFill>
                    <a:schemeClr val="bg1">
                      <a:lumMod val="65000"/>
                    </a:schemeClr>
                  </a:solidFill>
                  <a:round/>
                  <a:headEnd/>
                  <a:tailEnd/>
                </a:ln>
              </p:spPr>
              <p:txBody>
                <a:bodyPr/>
                <a:lstStyle/>
                <a:p>
                  <a:endParaRPr lang="en-US"/>
                </a:p>
              </p:txBody>
            </p:sp>
            <p:sp>
              <p:nvSpPr>
                <p:cNvPr id="104157" name="Line 642"/>
                <p:cNvSpPr>
                  <a:spLocks noChangeShapeType="1"/>
                </p:cNvSpPr>
                <p:nvPr/>
              </p:nvSpPr>
              <p:spPr bwMode="auto">
                <a:xfrm>
                  <a:off x="3548" y="2068"/>
                  <a:ext cx="24" cy="1"/>
                </a:xfrm>
                <a:prstGeom prst="line">
                  <a:avLst/>
                </a:prstGeom>
                <a:grpFill/>
                <a:ln w="12700">
                  <a:solidFill>
                    <a:schemeClr val="bg1">
                      <a:lumMod val="65000"/>
                    </a:schemeClr>
                  </a:solidFill>
                  <a:round/>
                  <a:headEnd/>
                  <a:tailEnd/>
                </a:ln>
              </p:spPr>
              <p:txBody>
                <a:bodyPr/>
                <a:lstStyle/>
                <a:p>
                  <a:endParaRPr lang="en-US"/>
                </a:p>
              </p:txBody>
            </p:sp>
            <p:sp>
              <p:nvSpPr>
                <p:cNvPr id="104158" name="Line 643"/>
                <p:cNvSpPr>
                  <a:spLocks noChangeShapeType="1"/>
                </p:cNvSpPr>
                <p:nvPr/>
              </p:nvSpPr>
              <p:spPr bwMode="auto">
                <a:xfrm>
                  <a:off x="3604" y="2068"/>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70" name="Group 644"/>
            <p:cNvGrpSpPr>
              <a:grpSpLocks/>
            </p:cNvGrpSpPr>
            <p:nvPr/>
          </p:nvGrpSpPr>
          <p:grpSpPr bwMode="auto">
            <a:xfrm>
              <a:off x="3796" y="2036"/>
              <a:ext cx="415" cy="56"/>
              <a:chOff x="3796" y="2036"/>
              <a:chExt cx="415" cy="56"/>
            </a:xfrm>
            <a:grpFill/>
          </p:grpSpPr>
          <p:sp>
            <p:nvSpPr>
              <p:cNvPr id="104143" name="Freeform 645"/>
              <p:cNvSpPr>
                <a:spLocks/>
              </p:cNvSpPr>
              <p:nvPr/>
            </p:nvSpPr>
            <p:spPr bwMode="auto">
              <a:xfrm>
                <a:off x="4099"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4144" name="Group 646"/>
              <p:cNvGrpSpPr>
                <a:grpSpLocks/>
              </p:cNvGrpSpPr>
              <p:nvPr/>
            </p:nvGrpSpPr>
            <p:grpSpPr bwMode="auto">
              <a:xfrm>
                <a:off x="3796" y="2068"/>
                <a:ext cx="295" cy="1"/>
                <a:chOff x="3796" y="2068"/>
                <a:chExt cx="295" cy="1"/>
              </a:xfrm>
              <a:grpFill/>
            </p:grpSpPr>
            <p:sp>
              <p:nvSpPr>
                <p:cNvPr id="104145" name="Line 647"/>
                <p:cNvSpPr>
                  <a:spLocks noChangeShapeType="1"/>
                </p:cNvSpPr>
                <p:nvPr/>
              </p:nvSpPr>
              <p:spPr bwMode="auto">
                <a:xfrm>
                  <a:off x="3796" y="2068"/>
                  <a:ext cx="24" cy="1"/>
                </a:xfrm>
                <a:prstGeom prst="line">
                  <a:avLst/>
                </a:prstGeom>
                <a:grpFill/>
                <a:ln w="12700">
                  <a:solidFill>
                    <a:schemeClr val="bg1">
                      <a:lumMod val="65000"/>
                    </a:schemeClr>
                  </a:solidFill>
                  <a:round/>
                  <a:headEnd/>
                  <a:tailEnd/>
                </a:ln>
              </p:spPr>
              <p:txBody>
                <a:bodyPr/>
                <a:lstStyle/>
                <a:p>
                  <a:endParaRPr lang="en-US"/>
                </a:p>
              </p:txBody>
            </p:sp>
            <p:sp>
              <p:nvSpPr>
                <p:cNvPr id="104146" name="Line 648"/>
                <p:cNvSpPr>
                  <a:spLocks noChangeShapeType="1"/>
                </p:cNvSpPr>
                <p:nvPr/>
              </p:nvSpPr>
              <p:spPr bwMode="auto">
                <a:xfrm>
                  <a:off x="3852" y="2068"/>
                  <a:ext cx="24" cy="1"/>
                </a:xfrm>
                <a:prstGeom prst="line">
                  <a:avLst/>
                </a:prstGeom>
                <a:grpFill/>
                <a:ln w="12700">
                  <a:solidFill>
                    <a:schemeClr val="bg1">
                      <a:lumMod val="65000"/>
                    </a:schemeClr>
                  </a:solidFill>
                  <a:round/>
                  <a:headEnd/>
                  <a:tailEnd/>
                </a:ln>
              </p:spPr>
              <p:txBody>
                <a:bodyPr/>
                <a:lstStyle/>
                <a:p>
                  <a:endParaRPr lang="en-US"/>
                </a:p>
              </p:txBody>
            </p:sp>
            <p:sp>
              <p:nvSpPr>
                <p:cNvPr id="104147" name="Line 649"/>
                <p:cNvSpPr>
                  <a:spLocks noChangeShapeType="1"/>
                </p:cNvSpPr>
                <p:nvPr/>
              </p:nvSpPr>
              <p:spPr bwMode="auto">
                <a:xfrm>
                  <a:off x="3908" y="2068"/>
                  <a:ext cx="24" cy="1"/>
                </a:xfrm>
                <a:prstGeom prst="line">
                  <a:avLst/>
                </a:prstGeom>
                <a:grpFill/>
                <a:ln w="12700">
                  <a:solidFill>
                    <a:schemeClr val="bg1">
                      <a:lumMod val="65000"/>
                    </a:schemeClr>
                  </a:solidFill>
                  <a:round/>
                  <a:headEnd/>
                  <a:tailEnd/>
                </a:ln>
              </p:spPr>
              <p:txBody>
                <a:bodyPr/>
                <a:lstStyle/>
                <a:p>
                  <a:endParaRPr lang="en-US"/>
                </a:p>
              </p:txBody>
            </p:sp>
            <p:sp>
              <p:nvSpPr>
                <p:cNvPr id="104148" name="Line 650"/>
                <p:cNvSpPr>
                  <a:spLocks noChangeShapeType="1"/>
                </p:cNvSpPr>
                <p:nvPr/>
              </p:nvSpPr>
              <p:spPr bwMode="auto">
                <a:xfrm>
                  <a:off x="3964" y="2068"/>
                  <a:ext cx="24" cy="1"/>
                </a:xfrm>
                <a:prstGeom prst="line">
                  <a:avLst/>
                </a:prstGeom>
                <a:grpFill/>
                <a:ln w="12700">
                  <a:solidFill>
                    <a:schemeClr val="bg1">
                      <a:lumMod val="65000"/>
                    </a:schemeClr>
                  </a:solidFill>
                  <a:round/>
                  <a:headEnd/>
                  <a:tailEnd/>
                </a:ln>
              </p:spPr>
              <p:txBody>
                <a:bodyPr/>
                <a:lstStyle/>
                <a:p>
                  <a:endParaRPr lang="en-US"/>
                </a:p>
              </p:txBody>
            </p:sp>
            <p:sp>
              <p:nvSpPr>
                <p:cNvPr id="104149" name="Line 651"/>
                <p:cNvSpPr>
                  <a:spLocks noChangeShapeType="1"/>
                </p:cNvSpPr>
                <p:nvPr/>
              </p:nvSpPr>
              <p:spPr bwMode="auto">
                <a:xfrm>
                  <a:off x="4019" y="2068"/>
                  <a:ext cx="24" cy="1"/>
                </a:xfrm>
                <a:prstGeom prst="line">
                  <a:avLst/>
                </a:prstGeom>
                <a:grpFill/>
                <a:ln w="12700">
                  <a:solidFill>
                    <a:schemeClr val="bg1">
                      <a:lumMod val="65000"/>
                    </a:schemeClr>
                  </a:solidFill>
                  <a:round/>
                  <a:headEnd/>
                  <a:tailEnd/>
                </a:ln>
              </p:spPr>
              <p:txBody>
                <a:bodyPr/>
                <a:lstStyle/>
                <a:p>
                  <a:endParaRPr lang="en-US"/>
                </a:p>
              </p:txBody>
            </p:sp>
            <p:sp>
              <p:nvSpPr>
                <p:cNvPr id="104150" name="Line 652"/>
                <p:cNvSpPr>
                  <a:spLocks noChangeShapeType="1"/>
                </p:cNvSpPr>
                <p:nvPr/>
              </p:nvSpPr>
              <p:spPr bwMode="auto">
                <a:xfrm>
                  <a:off x="4075" y="2068"/>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71" name="Group 653"/>
            <p:cNvGrpSpPr>
              <a:grpSpLocks/>
            </p:cNvGrpSpPr>
            <p:nvPr/>
          </p:nvGrpSpPr>
          <p:grpSpPr bwMode="auto">
            <a:xfrm>
              <a:off x="4267" y="2036"/>
              <a:ext cx="415" cy="56"/>
              <a:chOff x="4267" y="2036"/>
              <a:chExt cx="415" cy="56"/>
            </a:xfrm>
            <a:grpFill/>
          </p:grpSpPr>
          <p:sp>
            <p:nvSpPr>
              <p:cNvPr id="104135" name="Freeform 654"/>
              <p:cNvSpPr>
                <a:spLocks/>
              </p:cNvSpPr>
              <p:nvPr/>
            </p:nvSpPr>
            <p:spPr bwMode="auto">
              <a:xfrm>
                <a:off x="4570"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4136" name="Group 655"/>
              <p:cNvGrpSpPr>
                <a:grpSpLocks/>
              </p:cNvGrpSpPr>
              <p:nvPr/>
            </p:nvGrpSpPr>
            <p:grpSpPr bwMode="auto">
              <a:xfrm>
                <a:off x="4267" y="2068"/>
                <a:ext cx="295" cy="1"/>
                <a:chOff x="4267" y="2068"/>
                <a:chExt cx="295" cy="1"/>
              </a:xfrm>
              <a:grpFill/>
            </p:grpSpPr>
            <p:sp>
              <p:nvSpPr>
                <p:cNvPr id="104137" name="Line 656"/>
                <p:cNvSpPr>
                  <a:spLocks noChangeShapeType="1"/>
                </p:cNvSpPr>
                <p:nvPr/>
              </p:nvSpPr>
              <p:spPr bwMode="auto">
                <a:xfrm>
                  <a:off x="4267" y="2068"/>
                  <a:ext cx="24" cy="1"/>
                </a:xfrm>
                <a:prstGeom prst="line">
                  <a:avLst/>
                </a:prstGeom>
                <a:grpFill/>
                <a:ln w="12700">
                  <a:solidFill>
                    <a:schemeClr val="bg1">
                      <a:lumMod val="65000"/>
                    </a:schemeClr>
                  </a:solidFill>
                  <a:round/>
                  <a:headEnd/>
                  <a:tailEnd/>
                </a:ln>
              </p:spPr>
              <p:txBody>
                <a:bodyPr/>
                <a:lstStyle/>
                <a:p>
                  <a:endParaRPr lang="en-US"/>
                </a:p>
              </p:txBody>
            </p:sp>
            <p:sp>
              <p:nvSpPr>
                <p:cNvPr id="104138" name="Line 657"/>
                <p:cNvSpPr>
                  <a:spLocks noChangeShapeType="1"/>
                </p:cNvSpPr>
                <p:nvPr/>
              </p:nvSpPr>
              <p:spPr bwMode="auto">
                <a:xfrm>
                  <a:off x="4323" y="2068"/>
                  <a:ext cx="24" cy="1"/>
                </a:xfrm>
                <a:prstGeom prst="line">
                  <a:avLst/>
                </a:prstGeom>
                <a:grpFill/>
                <a:ln w="12700">
                  <a:solidFill>
                    <a:schemeClr val="bg1">
                      <a:lumMod val="65000"/>
                    </a:schemeClr>
                  </a:solidFill>
                  <a:round/>
                  <a:headEnd/>
                  <a:tailEnd/>
                </a:ln>
              </p:spPr>
              <p:txBody>
                <a:bodyPr/>
                <a:lstStyle/>
                <a:p>
                  <a:endParaRPr lang="en-US"/>
                </a:p>
              </p:txBody>
            </p:sp>
            <p:sp>
              <p:nvSpPr>
                <p:cNvPr id="104139" name="Line 658"/>
                <p:cNvSpPr>
                  <a:spLocks noChangeShapeType="1"/>
                </p:cNvSpPr>
                <p:nvPr/>
              </p:nvSpPr>
              <p:spPr bwMode="auto">
                <a:xfrm>
                  <a:off x="4379" y="2068"/>
                  <a:ext cx="24" cy="1"/>
                </a:xfrm>
                <a:prstGeom prst="line">
                  <a:avLst/>
                </a:prstGeom>
                <a:grpFill/>
                <a:ln w="12700">
                  <a:solidFill>
                    <a:schemeClr val="bg1">
                      <a:lumMod val="65000"/>
                    </a:schemeClr>
                  </a:solidFill>
                  <a:round/>
                  <a:headEnd/>
                  <a:tailEnd/>
                </a:ln>
              </p:spPr>
              <p:txBody>
                <a:bodyPr/>
                <a:lstStyle/>
                <a:p>
                  <a:endParaRPr lang="en-US"/>
                </a:p>
              </p:txBody>
            </p:sp>
            <p:sp>
              <p:nvSpPr>
                <p:cNvPr id="104140" name="Line 659"/>
                <p:cNvSpPr>
                  <a:spLocks noChangeShapeType="1"/>
                </p:cNvSpPr>
                <p:nvPr/>
              </p:nvSpPr>
              <p:spPr bwMode="auto">
                <a:xfrm>
                  <a:off x="4435" y="2068"/>
                  <a:ext cx="24" cy="1"/>
                </a:xfrm>
                <a:prstGeom prst="line">
                  <a:avLst/>
                </a:prstGeom>
                <a:grpFill/>
                <a:ln w="12700">
                  <a:solidFill>
                    <a:schemeClr val="bg1">
                      <a:lumMod val="65000"/>
                    </a:schemeClr>
                  </a:solidFill>
                  <a:round/>
                  <a:headEnd/>
                  <a:tailEnd/>
                </a:ln>
              </p:spPr>
              <p:txBody>
                <a:bodyPr/>
                <a:lstStyle/>
                <a:p>
                  <a:endParaRPr lang="en-US"/>
                </a:p>
              </p:txBody>
            </p:sp>
            <p:sp>
              <p:nvSpPr>
                <p:cNvPr id="104141" name="Line 660"/>
                <p:cNvSpPr>
                  <a:spLocks noChangeShapeType="1"/>
                </p:cNvSpPr>
                <p:nvPr/>
              </p:nvSpPr>
              <p:spPr bwMode="auto">
                <a:xfrm>
                  <a:off x="4491" y="2068"/>
                  <a:ext cx="23" cy="1"/>
                </a:xfrm>
                <a:prstGeom prst="line">
                  <a:avLst/>
                </a:prstGeom>
                <a:grpFill/>
                <a:ln w="12700">
                  <a:solidFill>
                    <a:schemeClr val="bg1">
                      <a:lumMod val="65000"/>
                    </a:schemeClr>
                  </a:solidFill>
                  <a:round/>
                  <a:headEnd/>
                  <a:tailEnd/>
                </a:ln>
              </p:spPr>
              <p:txBody>
                <a:bodyPr/>
                <a:lstStyle/>
                <a:p>
                  <a:endParaRPr lang="en-US"/>
                </a:p>
              </p:txBody>
            </p:sp>
            <p:sp>
              <p:nvSpPr>
                <p:cNvPr id="104142" name="Line 661"/>
                <p:cNvSpPr>
                  <a:spLocks noChangeShapeType="1"/>
                </p:cNvSpPr>
                <p:nvPr/>
              </p:nvSpPr>
              <p:spPr bwMode="auto">
                <a:xfrm>
                  <a:off x="4546" y="2068"/>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72" name="Group 662"/>
            <p:cNvGrpSpPr>
              <a:grpSpLocks/>
            </p:cNvGrpSpPr>
            <p:nvPr/>
          </p:nvGrpSpPr>
          <p:grpSpPr bwMode="auto">
            <a:xfrm>
              <a:off x="4259" y="2347"/>
              <a:ext cx="415" cy="56"/>
              <a:chOff x="4259" y="2347"/>
              <a:chExt cx="415" cy="56"/>
            </a:xfrm>
            <a:grpFill/>
          </p:grpSpPr>
          <p:sp>
            <p:nvSpPr>
              <p:cNvPr id="104127" name="Freeform 663"/>
              <p:cNvSpPr>
                <a:spLocks/>
              </p:cNvSpPr>
              <p:nvPr/>
            </p:nvSpPr>
            <p:spPr bwMode="auto">
              <a:xfrm>
                <a:off x="4562" y="234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lumMod val="65000"/>
                  </a:schemeClr>
                </a:solidFill>
                <a:round/>
                <a:headEnd/>
                <a:tailEnd/>
              </a:ln>
            </p:spPr>
            <p:txBody>
              <a:bodyPr/>
              <a:lstStyle/>
              <a:p>
                <a:endParaRPr lang="en-US"/>
              </a:p>
            </p:txBody>
          </p:sp>
          <p:grpSp>
            <p:nvGrpSpPr>
              <p:cNvPr id="104128" name="Group 664"/>
              <p:cNvGrpSpPr>
                <a:grpSpLocks/>
              </p:cNvGrpSpPr>
              <p:nvPr/>
            </p:nvGrpSpPr>
            <p:grpSpPr bwMode="auto">
              <a:xfrm>
                <a:off x="4259" y="2371"/>
                <a:ext cx="295" cy="1"/>
                <a:chOff x="4259" y="2371"/>
                <a:chExt cx="295" cy="1"/>
              </a:xfrm>
              <a:grpFill/>
            </p:grpSpPr>
            <p:sp>
              <p:nvSpPr>
                <p:cNvPr id="104129" name="Line 665"/>
                <p:cNvSpPr>
                  <a:spLocks noChangeShapeType="1"/>
                </p:cNvSpPr>
                <p:nvPr/>
              </p:nvSpPr>
              <p:spPr bwMode="auto">
                <a:xfrm>
                  <a:off x="4259" y="2371"/>
                  <a:ext cx="24" cy="1"/>
                </a:xfrm>
                <a:prstGeom prst="line">
                  <a:avLst/>
                </a:prstGeom>
                <a:grpFill/>
                <a:ln w="12700">
                  <a:solidFill>
                    <a:schemeClr val="bg1">
                      <a:lumMod val="65000"/>
                    </a:schemeClr>
                  </a:solidFill>
                  <a:round/>
                  <a:headEnd/>
                  <a:tailEnd/>
                </a:ln>
              </p:spPr>
              <p:txBody>
                <a:bodyPr/>
                <a:lstStyle/>
                <a:p>
                  <a:endParaRPr lang="en-US"/>
                </a:p>
              </p:txBody>
            </p:sp>
            <p:sp>
              <p:nvSpPr>
                <p:cNvPr id="104130" name="Line 666"/>
                <p:cNvSpPr>
                  <a:spLocks noChangeShapeType="1"/>
                </p:cNvSpPr>
                <p:nvPr/>
              </p:nvSpPr>
              <p:spPr bwMode="auto">
                <a:xfrm>
                  <a:off x="4315" y="2371"/>
                  <a:ext cx="24" cy="1"/>
                </a:xfrm>
                <a:prstGeom prst="line">
                  <a:avLst/>
                </a:prstGeom>
                <a:grpFill/>
                <a:ln w="12700">
                  <a:solidFill>
                    <a:schemeClr val="bg1">
                      <a:lumMod val="65000"/>
                    </a:schemeClr>
                  </a:solidFill>
                  <a:round/>
                  <a:headEnd/>
                  <a:tailEnd/>
                </a:ln>
              </p:spPr>
              <p:txBody>
                <a:bodyPr/>
                <a:lstStyle/>
                <a:p>
                  <a:endParaRPr lang="en-US"/>
                </a:p>
              </p:txBody>
            </p:sp>
            <p:sp>
              <p:nvSpPr>
                <p:cNvPr id="104131" name="Line 667"/>
                <p:cNvSpPr>
                  <a:spLocks noChangeShapeType="1"/>
                </p:cNvSpPr>
                <p:nvPr/>
              </p:nvSpPr>
              <p:spPr bwMode="auto">
                <a:xfrm>
                  <a:off x="4371" y="2371"/>
                  <a:ext cx="24" cy="1"/>
                </a:xfrm>
                <a:prstGeom prst="line">
                  <a:avLst/>
                </a:prstGeom>
                <a:grpFill/>
                <a:ln w="12700">
                  <a:solidFill>
                    <a:schemeClr val="bg1">
                      <a:lumMod val="65000"/>
                    </a:schemeClr>
                  </a:solidFill>
                  <a:round/>
                  <a:headEnd/>
                  <a:tailEnd/>
                </a:ln>
              </p:spPr>
              <p:txBody>
                <a:bodyPr/>
                <a:lstStyle/>
                <a:p>
                  <a:endParaRPr lang="en-US"/>
                </a:p>
              </p:txBody>
            </p:sp>
            <p:sp>
              <p:nvSpPr>
                <p:cNvPr id="104132" name="Line 668"/>
                <p:cNvSpPr>
                  <a:spLocks noChangeShapeType="1"/>
                </p:cNvSpPr>
                <p:nvPr/>
              </p:nvSpPr>
              <p:spPr bwMode="auto">
                <a:xfrm>
                  <a:off x="4427" y="2371"/>
                  <a:ext cx="24" cy="1"/>
                </a:xfrm>
                <a:prstGeom prst="line">
                  <a:avLst/>
                </a:prstGeom>
                <a:grpFill/>
                <a:ln w="12700">
                  <a:solidFill>
                    <a:schemeClr val="bg1">
                      <a:lumMod val="65000"/>
                    </a:schemeClr>
                  </a:solidFill>
                  <a:round/>
                  <a:headEnd/>
                  <a:tailEnd/>
                </a:ln>
              </p:spPr>
              <p:txBody>
                <a:bodyPr/>
                <a:lstStyle/>
                <a:p>
                  <a:endParaRPr lang="en-US"/>
                </a:p>
              </p:txBody>
            </p:sp>
            <p:sp>
              <p:nvSpPr>
                <p:cNvPr id="104133" name="Line 669"/>
                <p:cNvSpPr>
                  <a:spLocks noChangeShapeType="1"/>
                </p:cNvSpPr>
                <p:nvPr/>
              </p:nvSpPr>
              <p:spPr bwMode="auto">
                <a:xfrm>
                  <a:off x="4483" y="2371"/>
                  <a:ext cx="23" cy="1"/>
                </a:xfrm>
                <a:prstGeom prst="line">
                  <a:avLst/>
                </a:prstGeom>
                <a:grpFill/>
                <a:ln w="12700">
                  <a:solidFill>
                    <a:schemeClr val="bg1">
                      <a:lumMod val="65000"/>
                    </a:schemeClr>
                  </a:solidFill>
                  <a:round/>
                  <a:headEnd/>
                  <a:tailEnd/>
                </a:ln>
              </p:spPr>
              <p:txBody>
                <a:bodyPr/>
                <a:lstStyle/>
                <a:p>
                  <a:endParaRPr lang="en-US"/>
                </a:p>
              </p:txBody>
            </p:sp>
            <p:sp>
              <p:nvSpPr>
                <p:cNvPr id="104134" name="Line 670"/>
                <p:cNvSpPr>
                  <a:spLocks noChangeShapeType="1"/>
                </p:cNvSpPr>
                <p:nvPr/>
              </p:nvSpPr>
              <p:spPr bwMode="auto">
                <a:xfrm>
                  <a:off x="4538" y="2371"/>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73" name="Group 671"/>
            <p:cNvGrpSpPr>
              <a:grpSpLocks/>
            </p:cNvGrpSpPr>
            <p:nvPr/>
          </p:nvGrpSpPr>
          <p:grpSpPr bwMode="auto">
            <a:xfrm>
              <a:off x="3796" y="2347"/>
              <a:ext cx="415" cy="56"/>
              <a:chOff x="3796" y="2347"/>
              <a:chExt cx="415" cy="56"/>
            </a:xfrm>
            <a:grpFill/>
          </p:grpSpPr>
          <p:sp>
            <p:nvSpPr>
              <p:cNvPr id="104119" name="Freeform 672"/>
              <p:cNvSpPr>
                <a:spLocks/>
              </p:cNvSpPr>
              <p:nvPr/>
            </p:nvSpPr>
            <p:spPr bwMode="auto">
              <a:xfrm>
                <a:off x="4099" y="234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lumMod val="65000"/>
                  </a:schemeClr>
                </a:solidFill>
                <a:round/>
                <a:headEnd/>
                <a:tailEnd/>
              </a:ln>
            </p:spPr>
            <p:txBody>
              <a:bodyPr/>
              <a:lstStyle/>
              <a:p>
                <a:endParaRPr lang="en-US"/>
              </a:p>
            </p:txBody>
          </p:sp>
          <p:grpSp>
            <p:nvGrpSpPr>
              <p:cNvPr id="104120" name="Group 673"/>
              <p:cNvGrpSpPr>
                <a:grpSpLocks/>
              </p:cNvGrpSpPr>
              <p:nvPr/>
            </p:nvGrpSpPr>
            <p:grpSpPr bwMode="auto">
              <a:xfrm>
                <a:off x="3796" y="2371"/>
                <a:ext cx="295" cy="1"/>
                <a:chOff x="3796" y="2371"/>
                <a:chExt cx="295" cy="1"/>
              </a:xfrm>
              <a:grpFill/>
            </p:grpSpPr>
            <p:sp>
              <p:nvSpPr>
                <p:cNvPr id="104121" name="Line 674"/>
                <p:cNvSpPr>
                  <a:spLocks noChangeShapeType="1"/>
                </p:cNvSpPr>
                <p:nvPr/>
              </p:nvSpPr>
              <p:spPr bwMode="auto">
                <a:xfrm>
                  <a:off x="3796" y="2371"/>
                  <a:ext cx="24" cy="1"/>
                </a:xfrm>
                <a:prstGeom prst="line">
                  <a:avLst/>
                </a:prstGeom>
                <a:grpFill/>
                <a:ln w="12700">
                  <a:solidFill>
                    <a:schemeClr val="bg1">
                      <a:lumMod val="65000"/>
                    </a:schemeClr>
                  </a:solidFill>
                  <a:round/>
                  <a:headEnd/>
                  <a:tailEnd/>
                </a:ln>
              </p:spPr>
              <p:txBody>
                <a:bodyPr/>
                <a:lstStyle/>
                <a:p>
                  <a:endParaRPr lang="en-US"/>
                </a:p>
              </p:txBody>
            </p:sp>
            <p:sp>
              <p:nvSpPr>
                <p:cNvPr id="104122" name="Line 675"/>
                <p:cNvSpPr>
                  <a:spLocks noChangeShapeType="1"/>
                </p:cNvSpPr>
                <p:nvPr/>
              </p:nvSpPr>
              <p:spPr bwMode="auto">
                <a:xfrm>
                  <a:off x="3852" y="2371"/>
                  <a:ext cx="24" cy="1"/>
                </a:xfrm>
                <a:prstGeom prst="line">
                  <a:avLst/>
                </a:prstGeom>
                <a:grpFill/>
                <a:ln w="12700">
                  <a:solidFill>
                    <a:schemeClr val="bg1">
                      <a:lumMod val="65000"/>
                    </a:schemeClr>
                  </a:solidFill>
                  <a:round/>
                  <a:headEnd/>
                  <a:tailEnd/>
                </a:ln>
              </p:spPr>
              <p:txBody>
                <a:bodyPr/>
                <a:lstStyle/>
                <a:p>
                  <a:endParaRPr lang="en-US"/>
                </a:p>
              </p:txBody>
            </p:sp>
            <p:sp>
              <p:nvSpPr>
                <p:cNvPr id="104123" name="Line 676"/>
                <p:cNvSpPr>
                  <a:spLocks noChangeShapeType="1"/>
                </p:cNvSpPr>
                <p:nvPr/>
              </p:nvSpPr>
              <p:spPr bwMode="auto">
                <a:xfrm>
                  <a:off x="3908" y="2371"/>
                  <a:ext cx="24" cy="1"/>
                </a:xfrm>
                <a:prstGeom prst="line">
                  <a:avLst/>
                </a:prstGeom>
                <a:grpFill/>
                <a:ln w="12700">
                  <a:solidFill>
                    <a:schemeClr val="bg1">
                      <a:lumMod val="65000"/>
                    </a:schemeClr>
                  </a:solidFill>
                  <a:round/>
                  <a:headEnd/>
                  <a:tailEnd/>
                </a:ln>
              </p:spPr>
              <p:txBody>
                <a:bodyPr/>
                <a:lstStyle/>
                <a:p>
                  <a:endParaRPr lang="en-US"/>
                </a:p>
              </p:txBody>
            </p:sp>
            <p:sp>
              <p:nvSpPr>
                <p:cNvPr id="104124" name="Line 677"/>
                <p:cNvSpPr>
                  <a:spLocks noChangeShapeType="1"/>
                </p:cNvSpPr>
                <p:nvPr/>
              </p:nvSpPr>
              <p:spPr bwMode="auto">
                <a:xfrm>
                  <a:off x="3964" y="2371"/>
                  <a:ext cx="24" cy="1"/>
                </a:xfrm>
                <a:prstGeom prst="line">
                  <a:avLst/>
                </a:prstGeom>
                <a:grpFill/>
                <a:ln w="12700">
                  <a:solidFill>
                    <a:schemeClr val="bg1">
                      <a:lumMod val="65000"/>
                    </a:schemeClr>
                  </a:solidFill>
                  <a:round/>
                  <a:headEnd/>
                  <a:tailEnd/>
                </a:ln>
              </p:spPr>
              <p:txBody>
                <a:bodyPr/>
                <a:lstStyle/>
                <a:p>
                  <a:endParaRPr lang="en-US"/>
                </a:p>
              </p:txBody>
            </p:sp>
            <p:sp>
              <p:nvSpPr>
                <p:cNvPr id="104125" name="Line 678"/>
                <p:cNvSpPr>
                  <a:spLocks noChangeShapeType="1"/>
                </p:cNvSpPr>
                <p:nvPr/>
              </p:nvSpPr>
              <p:spPr bwMode="auto">
                <a:xfrm>
                  <a:off x="4019" y="2371"/>
                  <a:ext cx="24" cy="1"/>
                </a:xfrm>
                <a:prstGeom prst="line">
                  <a:avLst/>
                </a:prstGeom>
                <a:grpFill/>
                <a:ln w="12700">
                  <a:solidFill>
                    <a:schemeClr val="bg1">
                      <a:lumMod val="65000"/>
                    </a:schemeClr>
                  </a:solidFill>
                  <a:round/>
                  <a:headEnd/>
                  <a:tailEnd/>
                </a:ln>
              </p:spPr>
              <p:txBody>
                <a:bodyPr/>
                <a:lstStyle/>
                <a:p>
                  <a:endParaRPr lang="en-US"/>
                </a:p>
              </p:txBody>
            </p:sp>
            <p:sp>
              <p:nvSpPr>
                <p:cNvPr id="104126" name="Line 679"/>
                <p:cNvSpPr>
                  <a:spLocks noChangeShapeType="1"/>
                </p:cNvSpPr>
                <p:nvPr/>
              </p:nvSpPr>
              <p:spPr bwMode="auto">
                <a:xfrm>
                  <a:off x="4075" y="2371"/>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74" name="Group 680"/>
            <p:cNvGrpSpPr>
              <a:grpSpLocks/>
            </p:cNvGrpSpPr>
            <p:nvPr/>
          </p:nvGrpSpPr>
          <p:grpSpPr bwMode="auto">
            <a:xfrm>
              <a:off x="3333" y="2339"/>
              <a:ext cx="415" cy="64"/>
              <a:chOff x="3333" y="2339"/>
              <a:chExt cx="415" cy="64"/>
            </a:xfrm>
            <a:grpFill/>
          </p:grpSpPr>
          <p:sp>
            <p:nvSpPr>
              <p:cNvPr id="104111" name="Freeform 681"/>
              <p:cNvSpPr>
                <a:spLocks/>
              </p:cNvSpPr>
              <p:nvPr/>
            </p:nvSpPr>
            <p:spPr bwMode="auto">
              <a:xfrm>
                <a:off x="3636" y="2339"/>
                <a:ext cx="112" cy="64"/>
              </a:xfrm>
              <a:custGeom>
                <a:avLst/>
                <a:gdLst>
                  <a:gd name="T0" fmla="*/ 112 w 112"/>
                  <a:gd name="T1" fmla="*/ 32 h 64"/>
                  <a:gd name="T2" fmla="*/ 0 w 112"/>
                  <a:gd name="T3" fmla="*/ 64 h 64"/>
                  <a:gd name="T4" fmla="*/ 0 w 112"/>
                  <a:gd name="T5" fmla="*/ 32 h 64"/>
                  <a:gd name="T6" fmla="*/ 0 w 112"/>
                  <a:gd name="T7" fmla="*/ 0 h 64"/>
                  <a:gd name="T8" fmla="*/ 112 w 112"/>
                  <a:gd name="T9" fmla="*/ 32 h 64"/>
                  <a:gd name="T10" fmla="*/ 0 60000 65536"/>
                  <a:gd name="T11" fmla="*/ 0 60000 65536"/>
                  <a:gd name="T12" fmla="*/ 0 60000 65536"/>
                  <a:gd name="T13" fmla="*/ 0 60000 65536"/>
                  <a:gd name="T14" fmla="*/ 0 60000 65536"/>
                  <a:gd name="T15" fmla="*/ 0 w 112"/>
                  <a:gd name="T16" fmla="*/ 0 h 64"/>
                  <a:gd name="T17" fmla="*/ 112 w 112"/>
                  <a:gd name="T18" fmla="*/ 64 h 64"/>
                </a:gdLst>
                <a:ahLst/>
                <a:cxnLst>
                  <a:cxn ang="T10">
                    <a:pos x="T0" y="T1"/>
                  </a:cxn>
                  <a:cxn ang="T11">
                    <a:pos x="T2" y="T3"/>
                  </a:cxn>
                  <a:cxn ang="T12">
                    <a:pos x="T4" y="T5"/>
                  </a:cxn>
                  <a:cxn ang="T13">
                    <a:pos x="T6" y="T7"/>
                  </a:cxn>
                  <a:cxn ang="T14">
                    <a:pos x="T8" y="T9"/>
                  </a:cxn>
                </a:cxnLst>
                <a:rect l="T15" t="T16" r="T17" b="T18"/>
                <a:pathLst>
                  <a:path w="112" h="64">
                    <a:moveTo>
                      <a:pt x="112" y="32"/>
                    </a:moveTo>
                    <a:lnTo>
                      <a:pt x="0" y="64"/>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4112" name="Group 682"/>
              <p:cNvGrpSpPr>
                <a:grpSpLocks/>
              </p:cNvGrpSpPr>
              <p:nvPr/>
            </p:nvGrpSpPr>
            <p:grpSpPr bwMode="auto">
              <a:xfrm>
                <a:off x="3333" y="2371"/>
                <a:ext cx="295" cy="1"/>
                <a:chOff x="3333" y="2371"/>
                <a:chExt cx="295" cy="1"/>
              </a:xfrm>
              <a:grpFill/>
            </p:grpSpPr>
            <p:sp>
              <p:nvSpPr>
                <p:cNvPr id="104113" name="Line 683"/>
                <p:cNvSpPr>
                  <a:spLocks noChangeShapeType="1"/>
                </p:cNvSpPr>
                <p:nvPr/>
              </p:nvSpPr>
              <p:spPr bwMode="auto">
                <a:xfrm>
                  <a:off x="3333" y="2371"/>
                  <a:ext cx="24" cy="1"/>
                </a:xfrm>
                <a:prstGeom prst="line">
                  <a:avLst/>
                </a:prstGeom>
                <a:grpFill/>
                <a:ln w="12700">
                  <a:solidFill>
                    <a:schemeClr val="bg1">
                      <a:lumMod val="65000"/>
                    </a:schemeClr>
                  </a:solidFill>
                  <a:round/>
                  <a:headEnd/>
                  <a:tailEnd/>
                </a:ln>
              </p:spPr>
              <p:txBody>
                <a:bodyPr/>
                <a:lstStyle/>
                <a:p>
                  <a:endParaRPr lang="en-US"/>
                </a:p>
              </p:txBody>
            </p:sp>
            <p:sp>
              <p:nvSpPr>
                <p:cNvPr id="104114" name="Line 684"/>
                <p:cNvSpPr>
                  <a:spLocks noChangeShapeType="1"/>
                </p:cNvSpPr>
                <p:nvPr/>
              </p:nvSpPr>
              <p:spPr bwMode="auto">
                <a:xfrm>
                  <a:off x="3389" y="2371"/>
                  <a:ext cx="24" cy="1"/>
                </a:xfrm>
                <a:prstGeom prst="line">
                  <a:avLst/>
                </a:prstGeom>
                <a:grpFill/>
                <a:ln w="12700">
                  <a:solidFill>
                    <a:schemeClr val="bg1">
                      <a:lumMod val="65000"/>
                    </a:schemeClr>
                  </a:solidFill>
                  <a:round/>
                  <a:headEnd/>
                  <a:tailEnd/>
                </a:ln>
              </p:spPr>
              <p:txBody>
                <a:bodyPr/>
                <a:lstStyle/>
                <a:p>
                  <a:endParaRPr lang="en-US"/>
                </a:p>
              </p:txBody>
            </p:sp>
            <p:sp>
              <p:nvSpPr>
                <p:cNvPr id="104115" name="Line 685"/>
                <p:cNvSpPr>
                  <a:spLocks noChangeShapeType="1"/>
                </p:cNvSpPr>
                <p:nvPr/>
              </p:nvSpPr>
              <p:spPr bwMode="auto">
                <a:xfrm>
                  <a:off x="3445" y="2371"/>
                  <a:ext cx="24" cy="1"/>
                </a:xfrm>
                <a:prstGeom prst="line">
                  <a:avLst/>
                </a:prstGeom>
                <a:grpFill/>
                <a:ln w="12700">
                  <a:solidFill>
                    <a:schemeClr val="bg1">
                      <a:lumMod val="65000"/>
                    </a:schemeClr>
                  </a:solidFill>
                  <a:round/>
                  <a:headEnd/>
                  <a:tailEnd/>
                </a:ln>
              </p:spPr>
              <p:txBody>
                <a:bodyPr/>
                <a:lstStyle/>
                <a:p>
                  <a:endParaRPr lang="en-US"/>
                </a:p>
              </p:txBody>
            </p:sp>
            <p:sp>
              <p:nvSpPr>
                <p:cNvPr id="104116" name="Line 686"/>
                <p:cNvSpPr>
                  <a:spLocks noChangeShapeType="1"/>
                </p:cNvSpPr>
                <p:nvPr/>
              </p:nvSpPr>
              <p:spPr bwMode="auto">
                <a:xfrm>
                  <a:off x="3501" y="2371"/>
                  <a:ext cx="23" cy="1"/>
                </a:xfrm>
                <a:prstGeom prst="line">
                  <a:avLst/>
                </a:prstGeom>
                <a:grpFill/>
                <a:ln w="12700">
                  <a:solidFill>
                    <a:schemeClr val="bg1">
                      <a:lumMod val="65000"/>
                    </a:schemeClr>
                  </a:solidFill>
                  <a:round/>
                  <a:headEnd/>
                  <a:tailEnd/>
                </a:ln>
              </p:spPr>
              <p:txBody>
                <a:bodyPr/>
                <a:lstStyle/>
                <a:p>
                  <a:endParaRPr lang="en-US"/>
                </a:p>
              </p:txBody>
            </p:sp>
            <p:sp>
              <p:nvSpPr>
                <p:cNvPr id="104117" name="Line 687"/>
                <p:cNvSpPr>
                  <a:spLocks noChangeShapeType="1"/>
                </p:cNvSpPr>
                <p:nvPr/>
              </p:nvSpPr>
              <p:spPr bwMode="auto">
                <a:xfrm>
                  <a:off x="3556" y="2371"/>
                  <a:ext cx="24" cy="1"/>
                </a:xfrm>
                <a:prstGeom prst="line">
                  <a:avLst/>
                </a:prstGeom>
                <a:grpFill/>
                <a:ln w="12700">
                  <a:solidFill>
                    <a:schemeClr val="bg1">
                      <a:lumMod val="65000"/>
                    </a:schemeClr>
                  </a:solidFill>
                  <a:round/>
                  <a:headEnd/>
                  <a:tailEnd/>
                </a:ln>
              </p:spPr>
              <p:txBody>
                <a:bodyPr/>
                <a:lstStyle/>
                <a:p>
                  <a:endParaRPr lang="en-US"/>
                </a:p>
              </p:txBody>
            </p:sp>
            <p:sp>
              <p:nvSpPr>
                <p:cNvPr id="104118" name="Line 688"/>
                <p:cNvSpPr>
                  <a:spLocks noChangeShapeType="1"/>
                </p:cNvSpPr>
                <p:nvPr/>
              </p:nvSpPr>
              <p:spPr bwMode="auto">
                <a:xfrm>
                  <a:off x="3612" y="2371"/>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75" name="Group 689"/>
            <p:cNvGrpSpPr>
              <a:grpSpLocks/>
            </p:cNvGrpSpPr>
            <p:nvPr/>
          </p:nvGrpSpPr>
          <p:grpSpPr bwMode="auto">
            <a:xfrm>
              <a:off x="3325" y="2650"/>
              <a:ext cx="415" cy="56"/>
              <a:chOff x="3325" y="2650"/>
              <a:chExt cx="415" cy="56"/>
            </a:xfrm>
            <a:grpFill/>
          </p:grpSpPr>
          <p:sp>
            <p:nvSpPr>
              <p:cNvPr id="104103" name="Freeform 690"/>
              <p:cNvSpPr>
                <a:spLocks/>
              </p:cNvSpPr>
              <p:nvPr/>
            </p:nvSpPr>
            <p:spPr bwMode="auto">
              <a:xfrm>
                <a:off x="3628" y="2650"/>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lumMod val="65000"/>
                  </a:schemeClr>
                </a:solidFill>
                <a:round/>
                <a:headEnd/>
                <a:tailEnd/>
              </a:ln>
            </p:spPr>
            <p:txBody>
              <a:bodyPr/>
              <a:lstStyle/>
              <a:p>
                <a:endParaRPr lang="en-US"/>
              </a:p>
            </p:txBody>
          </p:sp>
          <p:grpSp>
            <p:nvGrpSpPr>
              <p:cNvPr id="104104" name="Group 691"/>
              <p:cNvGrpSpPr>
                <a:grpSpLocks/>
              </p:cNvGrpSpPr>
              <p:nvPr/>
            </p:nvGrpSpPr>
            <p:grpSpPr bwMode="auto">
              <a:xfrm>
                <a:off x="3325" y="2674"/>
                <a:ext cx="295" cy="1"/>
                <a:chOff x="3325" y="2674"/>
                <a:chExt cx="295" cy="1"/>
              </a:xfrm>
              <a:grpFill/>
            </p:grpSpPr>
            <p:sp>
              <p:nvSpPr>
                <p:cNvPr id="104105" name="Line 692"/>
                <p:cNvSpPr>
                  <a:spLocks noChangeShapeType="1"/>
                </p:cNvSpPr>
                <p:nvPr/>
              </p:nvSpPr>
              <p:spPr bwMode="auto">
                <a:xfrm>
                  <a:off x="3325" y="2674"/>
                  <a:ext cx="24" cy="1"/>
                </a:xfrm>
                <a:prstGeom prst="line">
                  <a:avLst/>
                </a:prstGeom>
                <a:grpFill/>
                <a:ln w="12700">
                  <a:solidFill>
                    <a:schemeClr val="bg1">
                      <a:lumMod val="65000"/>
                    </a:schemeClr>
                  </a:solidFill>
                  <a:round/>
                  <a:headEnd/>
                  <a:tailEnd/>
                </a:ln>
              </p:spPr>
              <p:txBody>
                <a:bodyPr/>
                <a:lstStyle/>
                <a:p>
                  <a:endParaRPr lang="en-US"/>
                </a:p>
              </p:txBody>
            </p:sp>
            <p:sp>
              <p:nvSpPr>
                <p:cNvPr id="104106" name="Line 693"/>
                <p:cNvSpPr>
                  <a:spLocks noChangeShapeType="1"/>
                </p:cNvSpPr>
                <p:nvPr/>
              </p:nvSpPr>
              <p:spPr bwMode="auto">
                <a:xfrm>
                  <a:off x="3381" y="2674"/>
                  <a:ext cx="24" cy="1"/>
                </a:xfrm>
                <a:prstGeom prst="line">
                  <a:avLst/>
                </a:prstGeom>
                <a:grpFill/>
                <a:ln w="12700">
                  <a:solidFill>
                    <a:schemeClr val="bg1">
                      <a:lumMod val="65000"/>
                    </a:schemeClr>
                  </a:solidFill>
                  <a:round/>
                  <a:headEnd/>
                  <a:tailEnd/>
                </a:ln>
              </p:spPr>
              <p:txBody>
                <a:bodyPr/>
                <a:lstStyle/>
                <a:p>
                  <a:endParaRPr lang="en-US"/>
                </a:p>
              </p:txBody>
            </p:sp>
            <p:sp>
              <p:nvSpPr>
                <p:cNvPr id="104107" name="Line 694"/>
                <p:cNvSpPr>
                  <a:spLocks noChangeShapeType="1"/>
                </p:cNvSpPr>
                <p:nvPr/>
              </p:nvSpPr>
              <p:spPr bwMode="auto">
                <a:xfrm>
                  <a:off x="3437" y="2674"/>
                  <a:ext cx="24" cy="1"/>
                </a:xfrm>
                <a:prstGeom prst="line">
                  <a:avLst/>
                </a:prstGeom>
                <a:grpFill/>
                <a:ln w="12700">
                  <a:solidFill>
                    <a:schemeClr val="bg1">
                      <a:lumMod val="65000"/>
                    </a:schemeClr>
                  </a:solidFill>
                  <a:round/>
                  <a:headEnd/>
                  <a:tailEnd/>
                </a:ln>
              </p:spPr>
              <p:txBody>
                <a:bodyPr/>
                <a:lstStyle/>
                <a:p>
                  <a:endParaRPr lang="en-US"/>
                </a:p>
              </p:txBody>
            </p:sp>
            <p:sp>
              <p:nvSpPr>
                <p:cNvPr id="104108" name="Line 695"/>
                <p:cNvSpPr>
                  <a:spLocks noChangeShapeType="1"/>
                </p:cNvSpPr>
                <p:nvPr/>
              </p:nvSpPr>
              <p:spPr bwMode="auto">
                <a:xfrm>
                  <a:off x="3493" y="2674"/>
                  <a:ext cx="23" cy="1"/>
                </a:xfrm>
                <a:prstGeom prst="line">
                  <a:avLst/>
                </a:prstGeom>
                <a:grpFill/>
                <a:ln w="12700">
                  <a:solidFill>
                    <a:schemeClr val="bg1">
                      <a:lumMod val="65000"/>
                    </a:schemeClr>
                  </a:solidFill>
                  <a:round/>
                  <a:headEnd/>
                  <a:tailEnd/>
                </a:ln>
              </p:spPr>
              <p:txBody>
                <a:bodyPr/>
                <a:lstStyle/>
                <a:p>
                  <a:endParaRPr lang="en-US"/>
                </a:p>
              </p:txBody>
            </p:sp>
            <p:sp>
              <p:nvSpPr>
                <p:cNvPr id="104109" name="Line 696"/>
                <p:cNvSpPr>
                  <a:spLocks noChangeShapeType="1"/>
                </p:cNvSpPr>
                <p:nvPr/>
              </p:nvSpPr>
              <p:spPr bwMode="auto">
                <a:xfrm>
                  <a:off x="3548" y="2674"/>
                  <a:ext cx="24" cy="1"/>
                </a:xfrm>
                <a:prstGeom prst="line">
                  <a:avLst/>
                </a:prstGeom>
                <a:grpFill/>
                <a:ln w="12700">
                  <a:solidFill>
                    <a:schemeClr val="bg1">
                      <a:lumMod val="65000"/>
                    </a:schemeClr>
                  </a:solidFill>
                  <a:round/>
                  <a:headEnd/>
                  <a:tailEnd/>
                </a:ln>
              </p:spPr>
              <p:txBody>
                <a:bodyPr/>
                <a:lstStyle/>
                <a:p>
                  <a:endParaRPr lang="en-US"/>
                </a:p>
              </p:txBody>
            </p:sp>
            <p:sp>
              <p:nvSpPr>
                <p:cNvPr id="104110" name="Line 697"/>
                <p:cNvSpPr>
                  <a:spLocks noChangeShapeType="1"/>
                </p:cNvSpPr>
                <p:nvPr/>
              </p:nvSpPr>
              <p:spPr bwMode="auto">
                <a:xfrm>
                  <a:off x="3604" y="2674"/>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76" name="Group 698"/>
            <p:cNvGrpSpPr>
              <a:grpSpLocks/>
            </p:cNvGrpSpPr>
            <p:nvPr/>
          </p:nvGrpSpPr>
          <p:grpSpPr bwMode="auto">
            <a:xfrm>
              <a:off x="3788" y="2650"/>
              <a:ext cx="415" cy="56"/>
              <a:chOff x="3788" y="2650"/>
              <a:chExt cx="415" cy="56"/>
            </a:xfrm>
            <a:grpFill/>
          </p:grpSpPr>
          <p:sp>
            <p:nvSpPr>
              <p:cNvPr id="104095" name="Freeform 699"/>
              <p:cNvSpPr>
                <a:spLocks/>
              </p:cNvSpPr>
              <p:nvPr/>
            </p:nvSpPr>
            <p:spPr bwMode="auto">
              <a:xfrm>
                <a:off x="4091" y="2650"/>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lumMod val="65000"/>
                  </a:schemeClr>
                </a:solidFill>
                <a:round/>
                <a:headEnd/>
                <a:tailEnd/>
              </a:ln>
            </p:spPr>
            <p:txBody>
              <a:bodyPr/>
              <a:lstStyle/>
              <a:p>
                <a:endParaRPr lang="en-US"/>
              </a:p>
            </p:txBody>
          </p:sp>
          <p:grpSp>
            <p:nvGrpSpPr>
              <p:cNvPr id="104096" name="Group 700"/>
              <p:cNvGrpSpPr>
                <a:grpSpLocks/>
              </p:cNvGrpSpPr>
              <p:nvPr/>
            </p:nvGrpSpPr>
            <p:grpSpPr bwMode="auto">
              <a:xfrm>
                <a:off x="3788" y="2674"/>
                <a:ext cx="295" cy="1"/>
                <a:chOff x="3788" y="2674"/>
                <a:chExt cx="295" cy="1"/>
              </a:xfrm>
              <a:grpFill/>
            </p:grpSpPr>
            <p:sp>
              <p:nvSpPr>
                <p:cNvPr id="104097" name="Line 701"/>
                <p:cNvSpPr>
                  <a:spLocks noChangeShapeType="1"/>
                </p:cNvSpPr>
                <p:nvPr/>
              </p:nvSpPr>
              <p:spPr bwMode="auto">
                <a:xfrm>
                  <a:off x="3788" y="2674"/>
                  <a:ext cx="24" cy="1"/>
                </a:xfrm>
                <a:prstGeom prst="line">
                  <a:avLst/>
                </a:prstGeom>
                <a:grpFill/>
                <a:ln w="12700">
                  <a:solidFill>
                    <a:schemeClr val="bg1">
                      <a:lumMod val="65000"/>
                    </a:schemeClr>
                  </a:solidFill>
                  <a:round/>
                  <a:headEnd/>
                  <a:tailEnd/>
                </a:ln>
              </p:spPr>
              <p:txBody>
                <a:bodyPr/>
                <a:lstStyle/>
                <a:p>
                  <a:endParaRPr lang="en-US"/>
                </a:p>
              </p:txBody>
            </p:sp>
            <p:sp>
              <p:nvSpPr>
                <p:cNvPr id="104098" name="Line 702"/>
                <p:cNvSpPr>
                  <a:spLocks noChangeShapeType="1"/>
                </p:cNvSpPr>
                <p:nvPr/>
              </p:nvSpPr>
              <p:spPr bwMode="auto">
                <a:xfrm>
                  <a:off x="3844" y="2674"/>
                  <a:ext cx="24" cy="1"/>
                </a:xfrm>
                <a:prstGeom prst="line">
                  <a:avLst/>
                </a:prstGeom>
                <a:grpFill/>
                <a:ln w="12700">
                  <a:solidFill>
                    <a:schemeClr val="bg1">
                      <a:lumMod val="65000"/>
                    </a:schemeClr>
                  </a:solidFill>
                  <a:round/>
                  <a:headEnd/>
                  <a:tailEnd/>
                </a:ln>
              </p:spPr>
              <p:txBody>
                <a:bodyPr/>
                <a:lstStyle/>
                <a:p>
                  <a:endParaRPr lang="en-US"/>
                </a:p>
              </p:txBody>
            </p:sp>
            <p:sp>
              <p:nvSpPr>
                <p:cNvPr id="104099" name="Line 703"/>
                <p:cNvSpPr>
                  <a:spLocks noChangeShapeType="1"/>
                </p:cNvSpPr>
                <p:nvPr/>
              </p:nvSpPr>
              <p:spPr bwMode="auto">
                <a:xfrm>
                  <a:off x="3900" y="2674"/>
                  <a:ext cx="24" cy="1"/>
                </a:xfrm>
                <a:prstGeom prst="line">
                  <a:avLst/>
                </a:prstGeom>
                <a:grpFill/>
                <a:ln w="12700">
                  <a:solidFill>
                    <a:schemeClr val="bg1">
                      <a:lumMod val="65000"/>
                    </a:schemeClr>
                  </a:solidFill>
                  <a:round/>
                  <a:headEnd/>
                  <a:tailEnd/>
                </a:ln>
              </p:spPr>
              <p:txBody>
                <a:bodyPr/>
                <a:lstStyle/>
                <a:p>
                  <a:endParaRPr lang="en-US"/>
                </a:p>
              </p:txBody>
            </p:sp>
            <p:sp>
              <p:nvSpPr>
                <p:cNvPr id="104100" name="Line 704"/>
                <p:cNvSpPr>
                  <a:spLocks noChangeShapeType="1"/>
                </p:cNvSpPr>
                <p:nvPr/>
              </p:nvSpPr>
              <p:spPr bwMode="auto">
                <a:xfrm>
                  <a:off x="3956" y="2674"/>
                  <a:ext cx="24" cy="1"/>
                </a:xfrm>
                <a:prstGeom prst="line">
                  <a:avLst/>
                </a:prstGeom>
                <a:grpFill/>
                <a:ln w="12700">
                  <a:solidFill>
                    <a:schemeClr val="bg1">
                      <a:lumMod val="65000"/>
                    </a:schemeClr>
                  </a:solidFill>
                  <a:round/>
                  <a:headEnd/>
                  <a:tailEnd/>
                </a:ln>
              </p:spPr>
              <p:txBody>
                <a:bodyPr/>
                <a:lstStyle/>
                <a:p>
                  <a:endParaRPr lang="en-US"/>
                </a:p>
              </p:txBody>
            </p:sp>
            <p:sp>
              <p:nvSpPr>
                <p:cNvPr id="104101" name="Line 705"/>
                <p:cNvSpPr>
                  <a:spLocks noChangeShapeType="1"/>
                </p:cNvSpPr>
                <p:nvPr/>
              </p:nvSpPr>
              <p:spPr bwMode="auto">
                <a:xfrm>
                  <a:off x="4011" y="2674"/>
                  <a:ext cx="24" cy="1"/>
                </a:xfrm>
                <a:prstGeom prst="line">
                  <a:avLst/>
                </a:prstGeom>
                <a:grpFill/>
                <a:ln w="12700">
                  <a:solidFill>
                    <a:schemeClr val="bg1">
                      <a:lumMod val="65000"/>
                    </a:schemeClr>
                  </a:solidFill>
                  <a:round/>
                  <a:headEnd/>
                  <a:tailEnd/>
                </a:ln>
              </p:spPr>
              <p:txBody>
                <a:bodyPr/>
                <a:lstStyle/>
                <a:p>
                  <a:endParaRPr lang="en-US"/>
                </a:p>
              </p:txBody>
            </p:sp>
            <p:sp>
              <p:nvSpPr>
                <p:cNvPr id="104102" name="Line 706"/>
                <p:cNvSpPr>
                  <a:spLocks noChangeShapeType="1"/>
                </p:cNvSpPr>
                <p:nvPr/>
              </p:nvSpPr>
              <p:spPr bwMode="auto">
                <a:xfrm>
                  <a:off x="4067" y="2674"/>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77" name="Group 707"/>
            <p:cNvGrpSpPr>
              <a:grpSpLocks/>
            </p:cNvGrpSpPr>
            <p:nvPr/>
          </p:nvGrpSpPr>
          <p:grpSpPr bwMode="auto">
            <a:xfrm>
              <a:off x="3325" y="2953"/>
              <a:ext cx="415" cy="56"/>
              <a:chOff x="3325" y="2953"/>
              <a:chExt cx="415" cy="56"/>
            </a:xfrm>
            <a:grpFill/>
          </p:grpSpPr>
          <p:sp>
            <p:nvSpPr>
              <p:cNvPr id="104087" name="Freeform 708"/>
              <p:cNvSpPr>
                <a:spLocks/>
              </p:cNvSpPr>
              <p:nvPr/>
            </p:nvSpPr>
            <p:spPr bwMode="auto">
              <a:xfrm>
                <a:off x="3628"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4088" name="Group 709"/>
              <p:cNvGrpSpPr>
                <a:grpSpLocks/>
              </p:cNvGrpSpPr>
              <p:nvPr/>
            </p:nvGrpSpPr>
            <p:grpSpPr bwMode="auto">
              <a:xfrm>
                <a:off x="3325" y="2985"/>
                <a:ext cx="295" cy="1"/>
                <a:chOff x="3325" y="2985"/>
                <a:chExt cx="295" cy="1"/>
              </a:xfrm>
              <a:grpFill/>
            </p:grpSpPr>
            <p:sp>
              <p:nvSpPr>
                <p:cNvPr id="104089" name="Line 710"/>
                <p:cNvSpPr>
                  <a:spLocks noChangeShapeType="1"/>
                </p:cNvSpPr>
                <p:nvPr/>
              </p:nvSpPr>
              <p:spPr bwMode="auto">
                <a:xfrm>
                  <a:off x="3325" y="2985"/>
                  <a:ext cx="24" cy="1"/>
                </a:xfrm>
                <a:prstGeom prst="line">
                  <a:avLst/>
                </a:prstGeom>
                <a:grpFill/>
                <a:ln w="12700">
                  <a:solidFill>
                    <a:schemeClr val="bg1">
                      <a:lumMod val="65000"/>
                    </a:schemeClr>
                  </a:solidFill>
                  <a:round/>
                  <a:headEnd/>
                  <a:tailEnd/>
                </a:ln>
              </p:spPr>
              <p:txBody>
                <a:bodyPr/>
                <a:lstStyle/>
                <a:p>
                  <a:endParaRPr lang="en-US"/>
                </a:p>
              </p:txBody>
            </p:sp>
            <p:sp>
              <p:nvSpPr>
                <p:cNvPr id="104090" name="Line 711"/>
                <p:cNvSpPr>
                  <a:spLocks noChangeShapeType="1"/>
                </p:cNvSpPr>
                <p:nvPr/>
              </p:nvSpPr>
              <p:spPr bwMode="auto">
                <a:xfrm>
                  <a:off x="3381" y="2985"/>
                  <a:ext cx="24" cy="1"/>
                </a:xfrm>
                <a:prstGeom prst="line">
                  <a:avLst/>
                </a:prstGeom>
                <a:grpFill/>
                <a:ln w="12700">
                  <a:solidFill>
                    <a:schemeClr val="bg1">
                      <a:lumMod val="65000"/>
                    </a:schemeClr>
                  </a:solidFill>
                  <a:round/>
                  <a:headEnd/>
                  <a:tailEnd/>
                </a:ln>
              </p:spPr>
              <p:txBody>
                <a:bodyPr/>
                <a:lstStyle/>
                <a:p>
                  <a:endParaRPr lang="en-US"/>
                </a:p>
              </p:txBody>
            </p:sp>
            <p:sp>
              <p:nvSpPr>
                <p:cNvPr id="104091" name="Line 712"/>
                <p:cNvSpPr>
                  <a:spLocks noChangeShapeType="1"/>
                </p:cNvSpPr>
                <p:nvPr/>
              </p:nvSpPr>
              <p:spPr bwMode="auto">
                <a:xfrm>
                  <a:off x="3437" y="2985"/>
                  <a:ext cx="24" cy="1"/>
                </a:xfrm>
                <a:prstGeom prst="line">
                  <a:avLst/>
                </a:prstGeom>
                <a:grpFill/>
                <a:ln w="12700">
                  <a:solidFill>
                    <a:schemeClr val="bg1">
                      <a:lumMod val="65000"/>
                    </a:schemeClr>
                  </a:solidFill>
                  <a:round/>
                  <a:headEnd/>
                  <a:tailEnd/>
                </a:ln>
              </p:spPr>
              <p:txBody>
                <a:bodyPr/>
                <a:lstStyle/>
                <a:p>
                  <a:endParaRPr lang="en-US"/>
                </a:p>
              </p:txBody>
            </p:sp>
            <p:sp>
              <p:nvSpPr>
                <p:cNvPr id="104092" name="Line 713"/>
                <p:cNvSpPr>
                  <a:spLocks noChangeShapeType="1"/>
                </p:cNvSpPr>
                <p:nvPr/>
              </p:nvSpPr>
              <p:spPr bwMode="auto">
                <a:xfrm>
                  <a:off x="3493" y="2985"/>
                  <a:ext cx="23" cy="1"/>
                </a:xfrm>
                <a:prstGeom prst="line">
                  <a:avLst/>
                </a:prstGeom>
                <a:grpFill/>
                <a:ln w="12700">
                  <a:solidFill>
                    <a:schemeClr val="bg1">
                      <a:lumMod val="65000"/>
                    </a:schemeClr>
                  </a:solidFill>
                  <a:round/>
                  <a:headEnd/>
                  <a:tailEnd/>
                </a:ln>
              </p:spPr>
              <p:txBody>
                <a:bodyPr/>
                <a:lstStyle/>
                <a:p>
                  <a:endParaRPr lang="en-US"/>
                </a:p>
              </p:txBody>
            </p:sp>
            <p:sp>
              <p:nvSpPr>
                <p:cNvPr id="104093" name="Line 714"/>
                <p:cNvSpPr>
                  <a:spLocks noChangeShapeType="1"/>
                </p:cNvSpPr>
                <p:nvPr/>
              </p:nvSpPr>
              <p:spPr bwMode="auto">
                <a:xfrm>
                  <a:off x="3548" y="2985"/>
                  <a:ext cx="24" cy="1"/>
                </a:xfrm>
                <a:prstGeom prst="line">
                  <a:avLst/>
                </a:prstGeom>
                <a:grpFill/>
                <a:ln w="12700">
                  <a:solidFill>
                    <a:schemeClr val="bg1">
                      <a:lumMod val="65000"/>
                    </a:schemeClr>
                  </a:solidFill>
                  <a:round/>
                  <a:headEnd/>
                  <a:tailEnd/>
                </a:ln>
              </p:spPr>
              <p:txBody>
                <a:bodyPr/>
                <a:lstStyle/>
                <a:p>
                  <a:endParaRPr lang="en-US"/>
                </a:p>
              </p:txBody>
            </p:sp>
            <p:sp>
              <p:nvSpPr>
                <p:cNvPr id="104094" name="Line 715"/>
                <p:cNvSpPr>
                  <a:spLocks noChangeShapeType="1"/>
                </p:cNvSpPr>
                <p:nvPr/>
              </p:nvSpPr>
              <p:spPr bwMode="auto">
                <a:xfrm>
                  <a:off x="3604" y="2985"/>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78" name="Group 716"/>
            <p:cNvGrpSpPr>
              <a:grpSpLocks/>
            </p:cNvGrpSpPr>
            <p:nvPr/>
          </p:nvGrpSpPr>
          <p:grpSpPr bwMode="auto">
            <a:xfrm>
              <a:off x="3788" y="2953"/>
              <a:ext cx="415" cy="56"/>
              <a:chOff x="3788" y="2953"/>
              <a:chExt cx="415" cy="56"/>
            </a:xfrm>
            <a:grpFill/>
          </p:grpSpPr>
          <p:sp>
            <p:nvSpPr>
              <p:cNvPr id="104079" name="Freeform 717"/>
              <p:cNvSpPr>
                <a:spLocks/>
              </p:cNvSpPr>
              <p:nvPr/>
            </p:nvSpPr>
            <p:spPr bwMode="auto">
              <a:xfrm>
                <a:off x="4091"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4080" name="Group 718"/>
              <p:cNvGrpSpPr>
                <a:grpSpLocks/>
              </p:cNvGrpSpPr>
              <p:nvPr/>
            </p:nvGrpSpPr>
            <p:grpSpPr bwMode="auto">
              <a:xfrm>
                <a:off x="3788" y="2985"/>
                <a:ext cx="295" cy="1"/>
                <a:chOff x="3788" y="2985"/>
                <a:chExt cx="295" cy="1"/>
              </a:xfrm>
              <a:grpFill/>
            </p:grpSpPr>
            <p:sp>
              <p:nvSpPr>
                <p:cNvPr id="104081" name="Line 719"/>
                <p:cNvSpPr>
                  <a:spLocks noChangeShapeType="1"/>
                </p:cNvSpPr>
                <p:nvPr/>
              </p:nvSpPr>
              <p:spPr bwMode="auto">
                <a:xfrm>
                  <a:off x="3788" y="2985"/>
                  <a:ext cx="24" cy="1"/>
                </a:xfrm>
                <a:prstGeom prst="line">
                  <a:avLst/>
                </a:prstGeom>
                <a:grpFill/>
                <a:ln w="12700">
                  <a:solidFill>
                    <a:schemeClr val="bg1">
                      <a:lumMod val="65000"/>
                    </a:schemeClr>
                  </a:solidFill>
                  <a:round/>
                  <a:headEnd/>
                  <a:tailEnd/>
                </a:ln>
              </p:spPr>
              <p:txBody>
                <a:bodyPr/>
                <a:lstStyle/>
                <a:p>
                  <a:endParaRPr lang="en-US"/>
                </a:p>
              </p:txBody>
            </p:sp>
            <p:sp>
              <p:nvSpPr>
                <p:cNvPr id="104082" name="Line 720"/>
                <p:cNvSpPr>
                  <a:spLocks noChangeShapeType="1"/>
                </p:cNvSpPr>
                <p:nvPr/>
              </p:nvSpPr>
              <p:spPr bwMode="auto">
                <a:xfrm>
                  <a:off x="3844" y="2985"/>
                  <a:ext cx="24" cy="1"/>
                </a:xfrm>
                <a:prstGeom prst="line">
                  <a:avLst/>
                </a:prstGeom>
                <a:grpFill/>
                <a:ln w="12700">
                  <a:solidFill>
                    <a:schemeClr val="bg1">
                      <a:lumMod val="65000"/>
                    </a:schemeClr>
                  </a:solidFill>
                  <a:round/>
                  <a:headEnd/>
                  <a:tailEnd/>
                </a:ln>
              </p:spPr>
              <p:txBody>
                <a:bodyPr/>
                <a:lstStyle/>
                <a:p>
                  <a:endParaRPr lang="en-US"/>
                </a:p>
              </p:txBody>
            </p:sp>
            <p:sp>
              <p:nvSpPr>
                <p:cNvPr id="104083" name="Line 721"/>
                <p:cNvSpPr>
                  <a:spLocks noChangeShapeType="1"/>
                </p:cNvSpPr>
                <p:nvPr/>
              </p:nvSpPr>
              <p:spPr bwMode="auto">
                <a:xfrm>
                  <a:off x="3900" y="2985"/>
                  <a:ext cx="24" cy="1"/>
                </a:xfrm>
                <a:prstGeom prst="line">
                  <a:avLst/>
                </a:prstGeom>
                <a:grpFill/>
                <a:ln w="12700">
                  <a:solidFill>
                    <a:schemeClr val="bg1">
                      <a:lumMod val="65000"/>
                    </a:schemeClr>
                  </a:solidFill>
                  <a:round/>
                  <a:headEnd/>
                  <a:tailEnd/>
                </a:ln>
              </p:spPr>
              <p:txBody>
                <a:bodyPr/>
                <a:lstStyle/>
                <a:p>
                  <a:endParaRPr lang="en-US"/>
                </a:p>
              </p:txBody>
            </p:sp>
            <p:sp>
              <p:nvSpPr>
                <p:cNvPr id="104084" name="Line 722"/>
                <p:cNvSpPr>
                  <a:spLocks noChangeShapeType="1"/>
                </p:cNvSpPr>
                <p:nvPr/>
              </p:nvSpPr>
              <p:spPr bwMode="auto">
                <a:xfrm>
                  <a:off x="3956" y="2985"/>
                  <a:ext cx="24" cy="1"/>
                </a:xfrm>
                <a:prstGeom prst="line">
                  <a:avLst/>
                </a:prstGeom>
                <a:grpFill/>
                <a:ln w="12700">
                  <a:solidFill>
                    <a:schemeClr val="bg1">
                      <a:lumMod val="65000"/>
                    </a:schemeClr>
                  </a:solidFill>
                  <a:round/>
                  <a:headEnd/>
                  <a:tailEnd/>
                </a:ln>
              </p:spPr>
              <p:txBody>
                <a:bodyPr/>
                <a:lstStyle/>
                <a:p>
                  <a:endParaRPr lang="en-US"/>
                </a:p>
              </p:txBody>
            </p:sp>
            <p:sp>
              <p:nvSpPr>
                <p:cNvPr id="104085" name="Line 723"/>
                <p:cNvSpPr>
                  <a:spLocks noChangeShapeType="1"/>
                </p:cNvSpPr>
                <p:nvPr/>
              </p:nvSpPr>
              <p:spPr bwMode="auto">
                <a:xfrm>
                  <a:off x="4011" y="2985"/>
                  <a:ext cx="24" cy="1"/>
                </a:xfrm>
                <a:prstGeom prst="line">
                  <a:avLst/>
                </a:prstGeom>
                <a:grpFill/>
                <a:ln w="12700">
                  <a:solidFill>
                    <a:schemeClr val="bg1">
                      <a:lumMod val="65000"/>
                    </a:schemeClr>
                  </a:solidFill>
                  <a:round/>
                  <a:headEnd/>
                  <a:tailEnd/>
                </a:ln>
              </p:spPr>
              <p:txBody>
                <a:bodyPr/>
                <a:lstStyle/>
                <a:p>
                  <a:endParaRPr lang="en-US"/>
                </a:p>
              </p:txBody>
            </p:sp>
            <p:sp>
              <p:nvSpPr>
                <p:cNvPr id="104086" name="Line 724"/>
                <p:cNvSpPr>
                  <a:spLocks noChangeShapeType="1"/>
                </p:cNvSpPr>
                <p:nvPr/>
              </p:nvSpPr>
              <p:spPr bwMode="auto">
                <a:xfrm>
                  <a:off x="4067" y="2985"/>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79" name="Group 725"/>
            <p:cNvGrpSpPr>
              <a:grpSpLocks/>
            </p:cNvGrpSpPr>
            <p:nvPr/>
          </p:nvGrpSpPr>
          <p:grpSpPr bwMode="auto">
            <a:xfrm>
              <a:off x="4251" y="2953"/>
              <a:ext cx="415" cy="56"/>
              <a:chOff x="4251" y="2953"/>
              <a:chExt cx="415" cy="56"/>
            </a:xfrm>
            <a:grpFill/>
          </p:grpSpPr>
          <p:sp>
            <p:nvSpPr>
              <p:cNvPr id="104071" name="Freeform 726"/>
              <p:cNvSpPr>
                <a:spLocks/>
              </p:cNvSpPr>
              <p:nvPr/>
            </p:nvSpPr>
            <p:spPr bwMode="auto">
              <a:xfrm>
                <a:off x="4554"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4072" name="Group 727"/>
              <p:cNvGrpSpPr>
                <a:grpSpLocks/>
              </p:cNvGrpSpPr>
              <p:nvPr/>
            </p:nvGrpSpPr>
            <p:grpSpPr bwMode="auto">
              <a:xfrm>
                <a:off x="4251" y="2985"/>
                <a:ext cx="295" cy="1"/>
                <a:chOff x="4251" y="2985"/>
                <a:chExt cx="295" cy="1"/>
              </a:xfrm>
              <a:grpFill/>
            </p:grpSpPr>
            <p:sp>
              <p:nvSpPr>
                <p:cNvPr id="104073" name="Line 728"/>
                <p:cNvSpPr>
                  <a:spLocks noChangeShapeType="1"/>
                </p:cNvSpPr>
                <p:nvPr/>
              </p:nvSpPr>
              <p:spPr bwMode="auto">
                <a:xfrm>
                  <a:off x="4251" y="2985"/>
                  <a:ext cx="24" cy="1"/>
                </a:xfrm>
                <a:prstGeom prst="line">
                  <a:avLst/>
                </a:prstGeom>
                <a:grpFill/>
                <a:ln w="12700">
                  <a:solidFill>
                    <a:schemeClr val="bg1">
                      <a:lumMod val="65000"/>
                    </a:schemeClr>
                  </a:solidFill>
                  <a:round/>
                  <a:headEnd/>
                  <a:tailEnd/>
                </a:ln>
              </p:spPr>
              <p:txBody>
                <a:bodyPr/>
                <a:lstStyle/>
                <a:p>
                  <a:endParaRPr lang="en-US"/>
                </a:p>
              </p:txBody>
            </p:sp>
            <p:sp>
              <p:nvSpPr>
                <p:cNvPr id="104074" name="Line 729"/>
                <p:cNvSpPr>
                  <a:spLocks noChangeShapeType="1"/>
                </p:cNvSpPr>
                <p:nvPr/>
              </p:nvSpPr>
              <p:spPr bwMode="auto">
                <a:xfrm>
                  <a:off x="4307" y="2985"/>
                  <a:ext cx="24" cy="1"/>
                </a:xfrm>
                <a:prstGeom prst="line">
                  <a:avLst/>
                </a:prstGeom>
                <a:grpFill/>
                <a:ln w="12700">
                  <a:solidFill>
                    <a:schemeClr val="bg1">
                      <a:lumMod val="65000"/>
                    </a:schemeClr>
                  </a:solidFill>
                  <a:round/>
                  <a:headEnd/>
                  <a:tailEnd/>
                </a:ln>
              </p:spPr>
              <p:txBody>
                <a:bodyPr/>
                <a:lstStyle/>
                <a:p>
                  <a:endParaRPr lang="en-US"/>
                </a:p>
              </p:txBody>
            </p:sp>
            <p:sp>
              <p:nvSpPr>
                <p:cNvPr id="104075" name="Line 730"/>
                <p:cNvSpPr>
                  <a:spLocks noChangeShapeType="1"/>
                </p:cNvSpPr>
                <p:nvPr/>
              </p:nvSpPr>
              <p:spPr bwMode="auto">
                <a:xfrm>
                  <a:off x="4363" y="2985"/>
                  <a:ext cx="24" cy="1"/>
                </a:xfrm>
                <a:prstGeom prst="line">
                  <a:avLst/>
                </a:prstGeom>
                <a:grpFill/>
                <a:ln w="12700">
                  <a:solidFill>
                    <a:schemeClr val="bg1">
                      <a:lumMod val="65000"/>
                    </a:schemeClr>
                  </a:solidFill>
                  <a:round/>
                  <a:headEnd/>
                  <a:tailEnd/>
                </a:ln>
              </p:spPr>
              <p:txBody>
                <a:bodyPr/>
                <a:lstStyle/>
                <a:p>
                  <a:endParaRPr lang="en-US"/>
                </a:p>
              </p:txBody>
            </p:sp>
            <p:sp>
              <p:nvSpPr>
                <p:cNvPr id="104076" name="Line 731"/>
                <p:cNvSpPr>
                  <a:spLocks noChangeShapeType="1"/>
                </p:cNvSpPr>
                <p:nvPr/>
              </p:nvSpPr>
              <p:spPr bwMode="auto">
                <a:xfrm>
                  <a:off x="4419" y="2985"/>
                  <a:ext cx="24" cy="1"/>
                </a:xfrm>
                <a:prstGeom prst="line">
                  <a:avLst/>
                </a:prstGeom>
                <a:grpFill/>
                <a:ln w="12700">
                  <a:solidFill>
                    <a:schemeClr val="bg1">
                      <a:lumMod val="65000"/>
                    </a:schemeClr>
                  </a:solidFill>
                  <a:round/>
                  <a:headEnd/>
                  <a:tailEnd/>
                </a:ln>
              </p:spPr>
              <p:txBody>
                <a:bodyPr/>
                <a:lstStyle/>
                <a:p>
                  <a:endParaRPr lang="en-US"/>
                </a:p>
              </p:txBody>
            </p:sp>
            <p:sp>
              <p:nvSpPr>
                <p:cNvPr id="104077" name="Line 732"/>
                <p:cNvSpPr>
                  <a:spLocks noChangeShapeType="1"/>
                </p:cNvSpPr>
                <p:nvPr/>
              </p:nvSpPr>
              <p:spPr bwMode="auto">
                <a:xfrm>
                  <a:off x="4475" y="2985"/>
                  <a:ext cx="24" cy="1"/>
                </a:xfrm>
                <a:prstGeom prst="line">
                  <a:avLst/>
                </a:prstGeom>
                <a:grpFill/>
                <a:ln w="12700">
                  <a:solidFill>
                    <a:schemeClr val="bg1">
                      <a:lumMod val="65000"/>
                    </a:schemeClr>
                  </a:solidFill>
                  <a:round/>
                  <a:headEnd/>
                  <a:tailEnd/>
                </a:ln>
              </p:spPr>
              <p:txBody>
                <a:bodyPr/>
                <a:lstStyle/>
                <a:p>
                  <a:endParaRPr lang="en-US"/>
                </a:p>
              </p:txBody>
            </p:sp>
            <p:sp>
              <p:nvSpPr>
                <p:cNvPr id="104078" name="Line 733"/>
                <p:cNvSpPr>
                  <a:spLocks noChangeShapeType="1"/>
                </p:cNvSpPr>
                <p:nvPr/>
              </p:nvSpPr>
              <p:spPr bwMode="auto">
                <a:xfrm>
                  <a:off x="4530" y="2985"/>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80" name="Group 734"/>
            <p:cNvGrpSpPr>
              <a:grpSpLocks/>
            </p:cNvGrpSpPr>
            <p:nvPr/>
          </p:nvGrpSpPr>
          <p:grpSpPr bwMode="auto">
            <a:xfrm>
              <a:off x="4674" y="1741"/>
              <a:ext cx="40" cy="1260"/>
              <a:chOff x="4674" y="1741"/>
              <a:chExt cx="40" cy="1260"/>
            </a:xfrm>
            <a:grpFill/>
          </p:grpSpPr>
          <p:sp>
            <p:nvSpPr>
              <p:cNvPr id="104061" name="Oval 735"/>
              <p:cNvSpPr>
                <a:spLocks noChangeArrowheads="1"/>
              </p:cNvSpPr>
              <p:nvPr/>
            </p:nvSpPr>
            <p:spPr bwMode="auto">
              <a:xfrm>
                <a:off x="4674" y="1741"/>
                <a:ext cx="32" cy="40"/>
              </a:xfrm>
              <a:prstGeom prst="ellipse">
                <a:avLst/>
              </a:prstGeom>
              <a:grpFill/>
              <a:ln w="9525">
                <a:solidFill>
                  <a:schemeClr val="bg1">
                    <a:lumMod val="65000"/>
                  </a:schemeClr>
                </a:solidFill>
                <a:round/>
                <a:headEnd/>
                <a:tailEnd/>
              </a:ln>
            </p:spPr>
            <p:txBody>
              <a:bodyPr/>
              <a:lstStyle/>
              <a:p>
                <a:endParaRPr lang="en-US"/>
              </a:p>
            </p:txBody>
          </p:sp>
          <p:sp>
            <p:nvSpPr>
              <p:cNvPr id="104062" name="Oval 736"/>
              <p:cNvSpPr>
                <a:spLocks noChangeArrowheads="1"/>
              </p:cNvSpPr>
              <p:nvPr/>
            </p:nvSpPr>
            <p:spPr bwMode="auto">
              <a:xfrm>
                <a:off x="4674" y="1741"/>
                <a:ext cx="32" cy="40"/>
              </a:xfrm>
              <a:prstGeom prst="ellipse">
                <a:avLst/>
              </a:prstGeom>
              <a:grpFill/>
              <a:ln w="25400">
                <a:solidFill>
                  <a:schemeClr val="bg1">
                    <a:lumMod val="65000"/>
                  </a:schemeClr>
                </a:solidFill>
                <a:round/>
                <a:headEnd/>
                <a:tailEnd/>
              </a:ln>
            </p:spPr>
            <p:txBody>
              <a:bodyPr/>
              <a:lstStyle/>
              <a:p>
                <a:endParaRPr lang="en-US"/>
              </a:p>
            </p:txBody>
          </p:sp>
          <p:sp>
            <p:nvSpPr>
              <p:cNvPr id="104063" name="Oval 737"/>
              <p:cNvSpPr>
                <a:spLocks noChangeArrowheads="1"/>
              </p:cNvSpPr>
              <p:nvPr/>
            </p:nvSpPr>
            <p:spPr bwMode="auto">
              <a:xfrm>
                <a:off x="4682" y="2044"/>
                <a:ext cx="32" cy="40"/>
              </a:xfrm>
              <a:prstGeom prst="ellipse">
                <a:avLst/>
              </a:prstGeom>
              <a:grpFill/>
              <a:ln w="9525">
                <a:solidFill>
                  <a:schemeClr val="bg1">
                    <a:lumMod val="65000"/>
                  </a:schemeClr>
                </a:solidFill>
                <a:round/>
                <a:headEnd/>
                <a:tailEnd/>
              </a:ln>
            </p:spPr>
            <p:txBody>
              <a:bodyPr/>
              <a:lstStyle/>
              <a:p>
                <a:endParaRPr lang="en-US"/>
              </a:p>
            </p:txBody>
          </p:sp>
          <p:sp>
            <p:nvSpPr>
              <p:cNvPr id="104064" name="Oval 738"/>
              <p:cNvSpPr>
                <a:spLocks noChangeArrowheads="1"/>
              </p:cNvSpPr>
              <p:nvPr/>
            </p:nvSpPr>
            <p:spPr bwMode="auto">
              <a:xfrm>
                <a:off x="4682" y="2044"/>
                <a:ext cx="32" cy="40"/>
              </a:xfrm>
              <a:prstGeom prst="ellipse">
                <a:avLst/>
              </a:prstGeom>
              <a:grpFill/>
              <a:ln w="25400">
                <a:solidFill>
                  <a:schemeClr val="bg1">
                    <a:lumMod val="65000"/>
                  </a:schemeClr>
                </a:solidFill>
                <a:round/>
                <a:headEnd/>
                <a:tailEnd/>
              </a:ln>
            </p:spPr>
            <p:txBody>
              <a:bodyPr/>
              <a:lstStyle/>
              <a:p>
                <a:endParaRPr lang="en-US"/>
              </a:p>
            </p:txBody>
          </p:sp>
          <p:sp>
            <p:nvSpPr>
              <p:cNvPr id="104065" name="Oval 739"/>
              <p:cNvSpPr>
                <a:spLocks noChangeArrowheads="1"/>
              </p:cNvSpPr>
              <p:nvPr/>
            </p:nvSpPr>
            <p:spPr bwMode="auto">
              <a:xfrm>
                <a:off x="4682" y="2355"/>
                <a:ext cx="32" cy="32"/>
              </a:xfrm>
              <a:prstGeom prst="ellipse">
                <a:avLst/>
              </a:prstGeom>
              <a:grpFill/>
              <a:ln w="9525">
                <a:solidFill>
                  <a:schemeClr val="bg1">
                    <a:lumMod val="65000"/>
                  </a:schemeClr>
                </a:solidFill>
                <a:round/>
                <a:headEnd/>
                <a:tailEnd/>
              </a:ln>
            </p:spPr>
            <p:txBody>
              <a:bodyPr/>
              <a:lstStyle/>
              <a:p>
                <a:endParaRPr lang="en-US"/>
              </a:p>
            </p:txBody>
          </p:sp>
          <p:sp>
            <p:nvSpPr>
              <p:cNvPr id="104066" name="Oval 740"/>
              <p:cNvSpPr>
                <a:spLocks noChangeArrowheads="1"/>
              </p:cNvSpPr>
              <p:nvPr/>
            </p:nvSpPr>
            <p:spPr bwMode="auto">
              <a:xfrm>
                <a:off x="4682" y="2355"/>
                <a:ext cx="32" cy="32"/>
              </a:xfrm>
              <a:prstGeom prst="ellipse">
                <a:avLst/>
              </a:prstGeom>
              <a:grpFill/>
              <a:ln w="25400">
                <a:solidFill>
                  <a:schemeClr val="bg1">
                    <a:lumMod val="65000"/>
                  </a:schemeClr>
                </a:solidFill>
                <a:round/>
                <a:headEnd/>
                <a:tailEnd/>
              </a:ln>
            </p:spPr>
            <p:txBody>
              <a:bodyPr/>
              <a:lstStyle/>
              <a:p>
                <a:endParaRPr lang="en-US"/>
              </a:p>
            </p:txBody>
          </p:sp>
          <p:sp>
            <p:nvSpPr>
              <p:cNvPr id="104067" name="Oval 741"/>
              <p:cNvSpPr>
                <a:spLocks noChangeArrowheads="1"/>
              </p:cNvSpPr>
              <p:nvPr/>
            </p:nvSpPr>
            <p:spPr bwMode="auto">
              <a:xfrm>
                <a:off x="4674" y="2658"/>
                <a:ext cx="32" cy="40"/>
              </a:xfrm>
              <a:prstGeom prst="ellipse">
                <a:avLst/>
              </a:prstGeom>
              <a:grpFill/>
              <a:ln w="9525">
                <a:solidFill>
                  <a:schemeClr val="bg1">
                    <a:lumMod val="65000"/>
                  </a:schemeClr>
                </a:solidFill>
                <a:round/>
                <a:headEnd/>
                <a:tailEnd/>
              </a:ln>
            </p:spPr>
            <p:txBody>
              <a:bodyPr/>
              <a:lstStyle/>
              <a:p>
                <a:endParaRPr lang="en-US"/>
              </a:p>
            </p:txBody>
          </p:sp>
          <p:sp>
            <p:nvSpPr>
              <p:cNvPr id="104068" name="Oval 742"/>
              <p:cNvSpPr>
                <a:spLocks noChangeArrowheads="1"/>
              </p:cNvSpPr>
              <p:nvPr/>
            </p:nvSpPr>
            <p:spPr bwMode="auto">
              <a:xfrm>
                <a:off x="4674" y="2658"/>
                <a:ext cx="32" cy="40"/>
              </a:xfrm>
              <a:prstGeom prst="ellipse">
                <a:avLst/>
              </a:prstGeom>
              <a:grpFill/>
              <a:ln w="25400">
                <a:solidFill>
                  <a:schemeClr val="bg1">
                    <a:lumMod val="65000"/>
                  </a:schemeClr>
                </a:solidFill>
                <a:round/>
                <a:headEnd/>
                <a:tailEnd/>
              </a:ln>
            </p:spPr>
            <p:txBody>
              <a:bodyPr/>
              <a:lstStyle/>
              <a:p>
                <a:endParaRPr lang="en-US"/>
              </a:p>
            </p:txBody>
          </p:sp>
          <p:sp>
            <p:nvSpPr>
              <p:cNvPr id="104069" name="Oval 743"/>
              <p:cNvSpPr>
                <a:spLocks noChangeArrowheads="1"/>
              </p:cNvSpPr>
              <p:nvPr/>
            </p:nvSpPr>
            <p:spPr bwMode="auto">
              <a:xfrm>
                <a:off x="4674" y="2969"/>
                <a:ext cx="32" cy="32"/>
              </a:xfrm>
              <a:prstGeom prst="ellipse">
                <a:avLst/>
              </a:prstGeom>
              <a:grpFill/>
              <a:ln w="9525">
                <a:solidFill>
                  <a:schemeClr val="bg1">
                    <a:lumMod val="65000"/>
                  </a:schemeClr>
                </a:solidFill>
                <a:round/>
                <a:headEnd/>
                <a:tailEnd/>
              </a:ln>
            </p:spPr>
            <p:txBody>
              <a:bodyPr/>
              <a:lstStyle/>
              <a:p>
                <a:endParaRPr lang="en-US"/>
              </a:p>
            </p:txBody>
          </p:sp>
          <p:sp>
            <p:nvSpPr>
              <p:cNvPr id="104070" name="Oval 744"/>
              <p:cNvSpPr>
                <a:spLocks noChangeArrowheads="1"/>
              </p:cNvSpPr>
              <p:nvPr/>
            </p:nvSpPr>
            <p:spPr bwMode="auto">
              <a:xfrm>
                <a:off x="4674" y="2969"/>
                <a:ext cx="32" cy="32"/>
              </a:xfrm>
              <a:prstGeom prst="ellipse">
                <a:avLst/>
              </a:prstGeom>
              <a:grpFill/>
              <a:ln w="25400">
                <a:solidFill>
                  <a:schemeClr val="bg1">
                    <a:lumMod val="65000"/>
                  </a:schemeClr>
                </a:solidFill>
                <a:round/>
                <a:headEnd/>
                <a:tailEnd/>
              </a:ln>
            </p:spPr>
            <p:txBody>
              <a:bodyPr/>
              <a:lstStyle/>
              <a:p>
                <a:endParaRPr lang="en-US"/>
              </a:p>
            </p:txBody>
          </p:sp>
        </p:grpSp>
        <p:grpSp>
          <p:nvGrpSpPr>
            <p:cNvPr id="103581" name="Group 745"/>
            <p:cNvGrpSpPr>
              <a:grpSpLocks/>
            </p:cNvGrpSpPr>
            <p:nvPr/>
          </p:nvGrpSpPr>
          <p:grpSpPr bwMode="auto">
            <a:xfrm>
              <a:off x="3740" y="3272"/>
              <a:ext cx="40" cy="343"/>
              <a:chOff x="3740" y="3272"/>
              <a:chExt cx="40" cy="343"/>
            </a:xfrm>
            <a:grpFill/>
          </p:grpSpPr>
          <p:sp>
            <p:nvSpPr>
              <p:cNvPr id="104057" name="Oval 746"/>
              <p:cNvSpPr>
                <a:spLocks noChangeArrowheads="1"/>
              </p:cNvSpPr>
              <p:nvPr/>
            </p:nvSpPr>
            <p:spPr bwMode="auto">
              <a:xfrm>
                <a:off x="3740" y="3272"/>
                <a:ext cx="40" cy="32"/>
              </a:xfrm>
              <a:prstGeom prst="ellipse">
                <a:avLst/>
              </a:prstGeom>
              <a:grpFill/>
              <a:ln w="9525">
                <a:solidFill>
                  <a:schemeClr val="bg1">
                    <a:lumMod val="65000"/>
                  </a:schemeClr>
                </a:solidFill>
                <a:round/>
                <a:headEnd/>
                <a:tailEnd/>
              </a:ln>
            </p:spPr>
            <p:txBody>
              <a:bodyPr/>
              <a:lstStyle/>
              <a:p>
                <a:endParaRPr lang="en-US"/>
              </a:p>
            </p:txBody>
          </p:sp>
          <p:sp>
            <p:nvSpPr>
              <p:cNvPr id="104058" name="Oval 747"/>
              <p:cNvSpPr>
                <a:spLocks noChangeArrowheads="1"/>
              </p:cNvSpPr>
              <p:nvPr/>
            </p:nvSpPr>
            <p:spPr bwMode="auto">
              <a:xfrm>
                <a:off x="3740" y="3272"/>
                <a:ext cx="40" cy="32"/>
              </a:xfrm>
              <a:prstGeom prst="ellipse">
                <a:avLst/>
              </a:prstGeom>
              <a:grpFill/>
              <a:ln w="25400">
                <a:solidFill>
                  <a:schemeClr val="bg1">
                    <a:lumMod val="65000"/>
                  </a:schemeClr>
                </a:solidFill>
                <a:round/>
                <a:headEnd/>
                <a:tailEnd/>
              </a:ln>
            </p:spPr>
            <p:txBody>
              <a:bodyPr/>
              <a:lstStyle/>
              <a:p>
                <a:endParaRPr lang="en-US"/>
              </a:p>
            </p:txBody>
          </p:sp>
          <p:sp>
            <p:nvSpPr>
              <p:cNvPr id="104059" name="Oval 748"/>
              <p:cNvSpPr>
                <a:spLocks noChangeArrowheads="1"/>
              </p:cNvSpPr>
              <p:nvPr/>
            </p:nvSpPr>
            <p:spPr bwMode="auto">
              <a:xfrm>
                <a:off x="3740" y="3575"/>
                <a:ext cx="40" cy="40"/>
              </a:xfrm>
              <a:prstGeom prst="ellipse">
                <a:avLst/>
              </a:prstGeom>
              <a:grpFill/>
              <a:ln w="9525">
                <a:solidFill>
                  <a:schemeClr val="bg1">
                    <a:lumMod val="65000"/>
                  </a:schemeClr>
                </a:solidFill>
                <a:round/>
                <a:headEnd/>
                <a:tailEnd/>
              </a:ln>
            </p:spPr>
            <p:txBody>
              <a:bodyPr/>
              <a:lstStyle/>
              <a:p>
                <a:endParaRPr lang="en-US"/>
              </a:p>
            </p:txBody>
          </p:sp>
          <p:sp>
            <p:nvSpPr>
              <p:cNvPr id="104060" name="Oval 749"/>
              <p:cNvSpPr>
                <a:spLocks noChangeArrowheads="1"/>
              </p:cNvSpPr>
              <p:nvPr/>
            </p:nvSpPr>
            <p:spPr bwMode="auto">
              <a:xfrm>
                <a:off x="3740" y="3575"/>
                <a:ext cx="40" cy="40"/>
              </a:xfrm>
              <a:prstGeom prst="ellipse">
                <a:avLst/>
              </a:prstGeom>
              <a:grpFill/>
              <a:ln w="25400">
                <a:solidFill>
                  <a:schemeClr val="bg1">
                    <a:lumMod val="65000"/>
                  </a:schemeClr>
                </a:solidFill>
                <a:round/>
                <a:headEnd/>
                <a:tailEnd/>
              </a:ln>
            </p:spPr>
            <p:txBody>
              <a:bodyPr/>
              <a:lstStyle/>
              <a:p>
                <a:endParaRPr lang="en-US"/>
              </a:p>
            </p:txBody>
          </p:sp>
        </p:grpSp>
        <p:grpSp>
          <p:nvGrpSpPr>
            <p:cNvPr id="103582" name="Group 750"/>
            <p:cNvGrpSpPr>
              <a:grpSpLocks/>
            </p:cNvGrpSpPr>
            <p:nvPr/>
          </p:nvGrpSpPr>
          <p:grpSpPr bwMode="auto">
            <a:xfrm>
              <a:off x="3285" y="3272"/>
              <a:ext cx="32" cy="343"/>
              <a:chOff x="3285" y="3272"/>
              <a:chExt cx="32" cy="343"/>
            </a:xfrm>
            <a:grpFill/>
          </p:grpSpPr>
          <p:sp>
            <p:nvSpPr>
              <p:cNvPr id="104053" name="Oval 751"/>
              <p:cNvSpPr>
                <a:spLocks noChangeArrowheads="1"/>
              </p:cNvSpPr>
              <p:nvPr/>
            </p:nvSpPr>
            <p:spPr bwMode="auto">
              <a:xfrm>
                <a:off x="3285" y="3272"/>
                <a:ext cx="32" cy="32"/>
              </a:xfrm>
              <a:prstGeom prst="ellipse">
                <a:avLst/>
              </a:prstGeom>
              <a:grpFill/>
              <a:ln w="9525">
                <a:solidFill>
                  <a:schemeClr val="bg1">
                    <a:lumMod val="65000"/>
                  </a:schemeClr>
                </a:solidFill>
                <a:round/>
                <a:headEnd/>
                <a:tailEnd/>
              </a:ln>
            </p:spPr>
            <p:txBody>
              <a:bodyPr/>
              <a:lstStyle/>
              <a:p>
                <a:endParaRPr lang="en-US"/>
              </a:p>
            </p:txBody>
          </p:sp>
          <p:sp>
            <p:nvSpPr>
              <p:cNvPr id="104054" name="Oval 752"/>
              <p:cNvSpPr>
                <a:spLocks noChangeArrowheads="1"/>
              </p:cNvSpPr>
              <p:nvPr/>
            </p:nvSpPr>
            <p:spPr bwMode="auto">
              <a:xfrm>
                <a:off x="3285" y="3272"/>
                <a:ext cx="32" cy="32"/>
              </a:xfrm>
              <a:prstGeom prst="ellipse">
                <a:avLst/>
              </a:prstGeom>
              <a:grpFill/>
              <a:ln w="25400">
                <a:solidFill>
                  <a:schemeClr val="bg1">
                    <a:lumMod val="65000"/>
                  </a:schemeClr>
                </a:solidFill>
                <a:round/>
                <a:headEnd/>
                <a:tailEnd/>
              </a:ln>
            </p:spPr>
            <p:txBody>
              <a:bodyPr/>
              <a:lstStyle/>
              <a:p>
                <a:endParaRPr lang="en-US"/>
              </a:p>
            </p:txBody>
          </p:sp>
          <p:sp>
            <p:nvSpPr>
              <p:cNvPr id="104055" name="Oval 753"/>
              <p:cNvSpPr>
                <a:spLocks noChangeArrowheads="1"/>
              </p:cNvSpPr>
              <p:nvPr/>
            </p:nvSpPr>
            <p:spPr bwMode="auto">
              <a:xfrm>
                <a:off x="3285" y="3575"/>
                <a:ext cx="32" cy="40"/>
              </a:xfrm>
              <a:prstGeom prst="ellipse">
                <a:avLst/>
              </a:prstGeom>
              <a:grpFill/>
              <a:ln w="9525">
                <a:solidFill>
                  <a:schemeClr val="bg1">
                    <a:lumMod val="65000"/>
                  </a:schemeClr>
                </a:solidFill>
                <a:round/>
                <a:headEnd/>
                <a:tailEnd/>
              </a:ln>
            </p:spPr>
            <p:txBody>
              <a:bodyPr/>
              <a:lstStyle/>
              <a:p>
                <a:endParaRPr lang="en-US"/>
              </a:p>
            </p:txBody>
          </p:sp>
          <p:sp>
            <p:nvSpPr>
              <p:cNvPr id="104056" name="Oval 754"/>
              <p:cNvSpPr>
                <a:spLocks noChangeArrowheads="1"/>
              </p:cNvSpPr>
              <p:nvPr/>
            </p:nvSpPr>
            <p:spPr bwMode="auto">
              <a:xfrm>
                <a:off x="3285" y="3575"/>
                <a:ext cx="32" cy="40"/>
              </a:xfrm>
              <a:prstGeom prst="ellipse">
                <a:avLst/>
              </a:prstGeom>
              <a:grpFill/>
              <a:ln w="25400">
                <a:solidFill>
                  <a:schemeClr val="bg1">
                    <a:lumMod val="65000"/>
                  </a:schemeClr>
                </a:solidFill>
                <a:round/>
                <a:headEnd/>
                <a:tailEnd/>
              </a:ln>
            </p:spPr>
            <p:txBody>
              <a:bodyPr/>
              <a:lstStyle/>
              <a:p>
                <a:endParaRPr lang="en-US"/>
              </a:p>
            </p:txBody>
          </p:sp>
        </p:grpSp>
        <p:grpSp>
          <p:nvGrpSpPr>
            <p:cNvPr id="103583" name="Group 755"/>
            <p:cNvGrpSpPr>
              <a:grpSpLocks/>
            </p:cNvGrpSpPr>
            <p:nvPr/>
          </p:nvGrpSpPr>
          <p:grpSpPr bwMode="auto">
            <a:xfrm>
              <a:off x="4203" y="3272"/>
              <a:ext cx="32" cy="343"/>
              <a:chOff x="4203" y="3272"/>
              <a:chExt cx="32" cy="343"/>
            </a:xfrm>
            <a:grpFill/>
          </p:grpSpPr>
          <p:sp>
            <p:nvSpPr>
              <p:cNvPr id="104049" name="Oval 756"/>
              <p:cNvSpPr>
                <a:spLocks noChangeArrowheads="1"/>
              </p:cNvSpPr>
              <p:nvPr/>
            </p:nvSpPr>
            <p:spPr bwMode="auto">
              <a:xfrm>
                <a:off x="4203" y="3272"/>
                <a:ext cx="32" cy="32"/>
              </a:xfrm>
              <a:prstGeom prst="ellipse">
                <a:avLst/>
              </a:prstGeom>
              <a:grpFill/>
              <a:ln w="9525">
                <a:solidFill>
                  <a:schemeClr val="bg1">
                    <a:lumMod val="65000"/>
                  </a:schemeClr>
                </a:solidFill>
                <a:round/>
                <a:headEnd/>
                <a:tailEnd/>
              </a:ln>
            </p:spPr>
            <p:txBody>
              <a:bodyPr/>
              <a:lstStyle/>
              <a:p>
                <a:endParaRPr lang="en-US"/>
              </a:p>
            </p:txBody>
          </p:sp>
          <p:sp>
            <p:nvSpPr>
              <p:cNvPr id="104050" name="Oval 757"/>
              <p:cNvSpPr>
                <a:spLocks noChangeArrowheads="1"/>
              </p:cNvSpPr>
              <p:nvPr/>
            </p:nvSpPr>
            <p:spPr bwMode="auto">
              <a:xfrm>
                <a:off x="4203" y="3272"/>
                <a:ext cx="32" cy="32"/>
              </a:xfrm>
              <a:prstGeom prst="ellipse">
                <a:avLst/>
              </a:prstGeom>
              <a:grpFill/>
              <a:ln w="25400">
                <a:solidFill>
                  <a:schemeClr val="bg1">
                    <a:lumMod val="65000"/>
                  </a:schemeClr>
                </a:solidFill>
                <a:round/>
                <a:headEnd/>
                <a:tailEnd/>
              </a:ln>
            </p:spPr>
            <p:txBody>
              <a:bodyPr/>
              <a:lstStyle/>
              <a:p>
                <a:endParaRPr lang="en-US"/>
              </a:p>
            </p:txBody>
          </p:sp>
          <p:sp>
            <p:nvSpPr>
              <p:cNvPr id="104051" name="Oval 758"/>
              <p:cNvSpPr>
                <a:spLocks noChangeArrowheads="1"/>
              </p:cNvSpPr>
              <p:nvPr/>
            </p:nvSpPr>
            <p:spPr bwMode="auto">
              <a:xfrm>
                <a:off x="4203" y="3575"/>
                <a:ext cx="32" cy="40"/>
              </a:xfrm>
              <a:prstGeom prst="ellipse">
                <a:avLst/>
              </a:prstGeom>
              <a:grpFill/>
              <a:ln w="9525">
                <a:solidFill>
                  <a:schemeClr val="bg1">
                    <a:lumMod val="65000"/>
                  </a:schemeClr>
                </a:solidFill>
                <a:round/>
                <a:headEnd/>
                <a:tailEnd/>
              </a:ln>
            </p:spPr>
            <p:txBody>
              <a:bodyPr/>
              <a:lstStyle/>
              <a:p>
                <a:endParaRPr lang="en-US"/>
              </a:p>
            </p:txBody>
          </p:sp>
          <p:sp>
            <p:nvSpPr>
              <p:cNvPr id="104052" name="Oval 759"/>
              <p:cNvSpPr>
                <a:spLocks noChangeArrowheads="1"/>
              </p:cNvSpPr>
              <p:nvPr/>
            </p:nvSpPr>
            <p:spPr bwMode="auto">
              <a:xfrm>
                <a:off x="4203" y="3575"/>
                <a:ext cx="32" cy="40"/>
              </a:xfrm>
              <a:prstGeom prst="ellipse">
                <a:avLst/>
              </a:prstGeom>
              <a:grpFill/>
              <a:ln w="25400">
                <a:solidFill>
                  <a:schemeClr val="bg1">
                    <a:lumMod val="65000"/>
                  </a:schemeClr>
                </a:solidFill>
                <a:round/>
                <a:headEnd/>
                <a:tailEnd/>
              </a:ln>
            </p:spPr>
            <p:txBody>
              <a:bodyPr/>
              <a:lstStyle/>
              <a:p>
                <a:endParaRPr lang="en-US"/>
              </a:p>
            </p:txBody>
          </p:sp>
        </p:grpSp>
        <p:grpSp>
          <p:nvGrpSpPr>
            <p:cNvPr id="103584" name="Group 760"/>
            <p:cNvGrpSpPr>
              <a:grpSpLocks/>
            </p:cNvGrpSpPr>
            <p:nvPr/>
          </p:nvGrpSpPr>
          <p:grpSpPr bwMode="auto">
            <a:xfrm>
              <a:off x="4658" y="3272"/>
              <a:ext cx="32" cy="343"/>
              <a:chOff x="4658" y="3272"/>
              <a:chExt cx="32" cy="343"/>
            </a:xfrm>
            <a:grpFill/>
          </p:grpSpPr>
          <p:sp>
            <p:nvSpPr>
              <p:cNvPr id="104045" name="Oval 761"/>
              <p:cNvSpPr>
                <a:spLocks noChangeArrowheads="1"/>
              </p:cNvSpPr>
              <p:nvPr/>
            </p:nvSpPr>
            <p:spPr bwMode="auto">
              <a:xfrm>
                <a:off x="4658" y="3272"/>
                <a:ext cx="32" cy="32"/>
              </a:xfrm>
              <a:prstGeom prst="ellipse">
                <a:avLst/>
              </a:prstGeom>
              <a:grpFill/>
              <a:ln w="9525">
                <a:solidFill>
                  <a:schemeClr val="bg1">
                    <a:lumMod val="65000"/>
                  </a:schemeClr>
                </a:solidFill>
                <a:round/>
                <a:headEnd/>
                <a:tailEnd/>
              </a:ln>
            </p:spPr>
            <p:txBody>
              <a:bodyPr/>
              <a:lstStyle/>
              <a:p>
                <a:endParaRPr lang="en-US"/>
              </a:p>
            </p:txBody>
          </p:sp>
          <p:sp>
            <p:nvSpPr>
              <p:cNvPr id="104046" name="Oval 762"/>
              <p:cNvSpPr>
                <a:spLocks noChangeArrowheads="1"/>
              </p:cNvSpPr>
              <p:nvPr/>
            </p:nvSpPr>
            <p:spPr bwMode="auto">
              <a:xfrm>
                <a:off x="4658" y="3272"/>
                <a:ext cx="32" cy="32"/>
              </a:xfrm>
              <a:prstGeom prst="ellipse">
                <a:avLst/>
              </a:prstGeom>
              <a:grpFill/>
              <a:ln w="25400">
                <a:solidFill>
                  <a:schemeClr val="bg1">
                    <a:lumMod val="65000"/>
                  </a:schemeClr>
                </a:solidFill>
                <a:round/>
                <a:headEnd/>
                <a:tailEnd/>
              </a:ln>
            </p:spPr>
            <p:txBody>
              <a:bodyPr/>
              <a:lstStyle/>
              <a:p>
                <a:endParaRPr lang="en-US"/>
              </a:p>
            </p:txBody>
          </p:sp>
          <p:sp>
            <p:nvSpPr>
              <p:cNvPr id="104047" name="Oval 763"/>
              <p:cNvSpPr>
                <a:spLocks noChangeArrowheads="1"/>
              </p:cNvSpPr>
              <p:nvPr/>
            </p:nvSpPr>
            <p:spPr bwMode="auto">
              <a:xfrm>
                <a:off x="4658" y="3575"/>
                <a:ext cx="32" cy="40"/>
              </a:xfrm>
              <a:prstGeom prst="ellipse">
                <a:avLst/>
              </a:prstGeom>
              <a:grpFill/>
              <a:ln w="9525">
                <a:solidFill>
                  <a:schemeClr val="bg1">
                    <a:lumMod val="65000"/>
                  </a:schemeClr>
                </a:solidFill>
                <a:round/>
                <a:headEnd/>
                <a:tailEnd/>
              </a:ln>
            </p:spPr>
            <p:txBody>
              <a:bodyPr/>
              <a:lstStyle/>
              <a:p>
                <a:endParaRPr lang="en-US"/>
              </a:p>
            </p:txBody>
          </p:sp>
          <p:sp>
            <p:nvSpPr>
              <p:cNvPr id="104048" name="Oval 764"/>
              <p:cNvSpPr>
                <a:spLocks noChangeArrowheads="1"/>
              </p:cNvSpPr>
              <p:nvPr/>
            </p:nvSpPr>
            <p:spPr bwMode="auto">
              <a:xfrm>
                <a:off x="4658" y="3575"/>
                <a:ext cx="32" cy="40"/>
              </a:xfrm>
              <a:prstGeom prst="ellipse">
                <a:avLst/>
              </a:prstGeom>
              <a:grpFill/>
              <a:ln w="25400">
                <a:solidFill>
                  <a:schemeClr val="bg1">
                    <a:lumMod val="65000"/>
                  </a:schemeClr>
                </a:solidFill>
                <a:round/>
                <a:headEnd/>
                <a:tailEnd/>
              </a:ln>
            </p:spPr>
            <p:txBody>
              <a:bodyPr/>
              <a:lstStyle/>
              <a:p>
                <a:endParaRPr lang="en-US"/>
              </a:p>
            </p:txBody>
          </p:sp>
        </p:grpSp>
        <p:grpSp>
          <p:nvGrpSpPr>
            <p:cNvPr id="103585" name="Group 765"/>
            <p:cNvGrpSpPr>
              <a:grpSpLocks/>
            </p:cNvGrpSpPr>
            <p:nvPr/>
          </p:nvGrpSpPr>
          <p:grpSpPr bwMode="auto">
            <a:xfrm>
              <a:off x="4251" y="2650"/>
              <a:ext cx="415" cy="56"/>
              <a:chOff x="4251" y="2650"/>
              <a:chExt cx="415" cy="56"/>
            </a:xfrm>
            <a:grpFill/>
          </p:grpSpPr>
          <p:sp>
            <p:nvSpPr>
              <p:cNvPr id="104037" name="Freeform 766"/>
              <p:cNvSpPr>
                <a:spLocks/>
              </p:cNvSpPr>
              <p:nvPr/>
            </p:nvSpPr>
            <p:spPr bwMode="auto">
              <a:xfrm>
                <a:off x="4554" y="2650"/>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lumMod val="65000"/>
                  </a:schemeClr>
                </a:solidFill>
                <a:round/>
                <a:headEnd/>
                <a:tailEnd/>
              </a:ln>
            </p:spPr>
            <p:txBody>
              <a:bodyPr/>
              <a:lstStyle/>
              <a:p>
                <a:endParaRPr lang="en-US"/>
              </a:p>
            </p:txBody>
          </p:sp>
          <p:grpSp>
            <p:nvGrpSpPr>
              <p:cNvPr id="104038" name="Group 767"/>
              <p:cNvGrpSpPr>
                <a:grpSpLocks/>
              </p:cNvGrpSpPr>
              <p:nvPr/>
            </p:nvGrpSpPr>
            <p:grpSpPr bwMode="auto">
              <a:xfrm>
                <a:off x="4251" y="2674"/>
                <a:ext cx="295" cy="1"/>
                <a:chOff x="4251" y="2674"/>
                <a:chExt cx="295" cy="1"/>
              </a:xfrm>
              <a:grpFill/>
            </p:grpSpPr>
            <p:sp>
              <p:nvSpPr>
                <p:cNvPr id="104039" name="Line 768"/>
                <p:cNvSpPr>
                  <a:spLocks noChangeShapeType="1"/>
                </p:cNvSpPr>
                <p:nvPr/>
              </p:nvSpPr>
              <p:spPr bwMode="auto">
                <a:xfrm>
                  <a:off x="4251" y="2674"/>
                  <a:ext cx="24" cy="1"/>
                </a:xfrm>
                <a:prstGeom prst="line">
                  <a:avLst/>
                </a:prstGeom>
                <a:grpFill/>
                <a:ln w="12700">
                  <a:solidFill>
                    <a:schemeClr val="bg1">
                      <a:lumMod val="65000"/>
                    </a:schemeClr>
                  </a:solidFill>
                  <a:round/>
                  <a:headEnd/>
                  <a:tailEnd/>
                </a:ln>
              </p:spPr>
              <p:txBody>
                <a:bodyPr/>
                <a:lstStyle/>
                <a:p>
                  <a:endParaRPr lang="en-US"/>
                </a:p>
              </p:txBody>
            </p:sp>
            <p:sp>
              <p:nvSpPr>
                <p:cNvPr id="104040" name="Line 769"/>
                <p:cNvSpPr>
                  <a:spLocks noChangeShapeType="1"/>
                </p:cNvSpPr>
                <p:nvPr/>
              </p:nvSpPr>
              <p:spPr bwMode="auto">
                <a:xfrm>
                  <a:off x="4307" y="2674"/>
                  <a:ext cx="24" cy="1"/>
                </a:xfrm>
                <a:prstGeom prst="line">
                  <a:avLst/>
                </a:prstGeom>
                <a:grpFill/>
                <a:ln w="12700">
                  <a:solidFill>
                    <a:schemeClr val="bg1">
                      <a:lumMod val="65000"/>
                    </a:schemeClr>
                  </a:solidFill>
                  <a:round/>
                  <a:headEnd/>
                  <a:tailEnd/>
                </a:ln>
              </p:spPr>
              <p:txBody>
                <a:bodyPr/>
                <a:lstStyle/>
                <a:p>
                  <a:endParaRPr lang="en-US"/>
                </a:p>
              </p:txBody>
            </p:sp>
            <p:sp>
              <p:nvSpPr>
                <p:cNvPr id="104041" name="Line 770"/>
                <p:cNvSpPr>
                  <a:spLocks noChangeShapeType="1"/>
                </p:cNvSpPr>
                <p:nvPr/>
              </p:nvSpPr>
              <p:spPr bwMode="auto">
                <a:xfrm>
                  <a:off x="4363" y="2674"/>
                  <a:ext cx="24" cy="1"/>
                </a:xfrm>
                <a:prstGeom prst="line">
                  <a:avLst/>
                </a:prstGeom>
                <a:grpFill/>
                <a:ln w="12700">
                  <a:solidFill>
                    <a:schemeClr val="bg1">
                      <a:lumMod val="65000"/>
                    </a:schemeClr>
                  </a:solidFill>
                  <a:round/>
                  <a:headEnd/>
                  <a:tailEnd/>
                </a:ln>
              </p:spPr>
              <p:txBody>
                <a:bodyPr/>
                <a:lstStyle/>
                <a:p>
                  <a:endParaRPr lang="en-US"/>
                </a:p>
              </p:txBody>
            </p:sp>
            <p:sp>
              <p:nvSpPr>
                <p:cNvPr id="104042" name="Line 771"/>
                <p:cNvSpPr>
                  <a:spLocks noChangeShapeType="1"/>
                </p:cNvSpPr>
                <p:nvPr/>
              </p:nvSpPr>
              <p:spPr bwMode="auto">
                <a:xfrm>
                  <a:off x="4419" y="2674"/>
                  <a:ext cx="24" cy="1"/>
                </a:xfrm>
                <a:prstGeom prst="line">
                  <a:avLst/>
                </a:prstGeom>
                <a:grpFill/>
                <a:ln w="12700">
                  <a:solidFill>
                    <a:schemeClr val="bg1">
                      <a:lumMod val="65000"/>
                    </a:schemeClr>
                  </a:solidFill>
                  <a:round/>
                  <a:headEnd/>
                  <a:tailEnd/>
                </a:ln>
              </p:spPr>
              <p:txBody>
                <a:bodyPr/>
                <a:lstStyle/>
                <a:p>
                  <a:endParaRPr lang="en-US"/>
                </a:p>
              </p:txBody>
            </p:sp>
            <p:sp>
              <p:nvSpPr>
                <p:cNvPr id="104043" name="Line 772"/>
                <p:cNvSpPr>
                  <a:spLocks noChangeShapeType="1"/>
                </p:cNvSpPr>
                <p:nvPr/>
              </p:nvSpPr>
              <p:spPr bwMode="auto">
                <a:xfrm>
                  <a:off x="4475" y="2674"/>
                  <a:ext cx="24" cy="1"/>
                </a:xfrm>
                <a:prstGeom prst="line">
                  <a:avLst/>
                </a:prstGeom>
                <a:grpFill/>
                <a:ln w="12700">
                  <a:solidFill>
                    <a:schemeClr val="bg1">
                      <a:lumMod val="65000"/>
                    </a:schemeClr>
                  </a:solidFill>
                  <a:round/>
                  <a:headEnd/>
                  <a:tailEnd/>
                </a:ln>
              </p:spPr>
              <p:txBody>
                <a:bodyPr/>
                <a:lstStyle/>
                <a:p>
                  <a:endParaRPr lang="en-US"/>
                </a:p>
              </p:txBody>
            </p:sp>
            <p:sp>
              <p:nvSpPr>
                <p:cNvPr id="104044" name="Line 773"/>
                <p:cNvSpPr>
                  <a:spLocks noChangeShapeType="1"/>
                </p:cNvSpPr>
                <p:nvPr/>
              </p:nvSpPr>
              <p:spPr bwMode="auto">
                <a:xfrm>
                  <a:off x="4530" y="2674"/>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86" name="Group 774"/>
            <p:cNvGrpSpPr>
              <a:grpSpLocks/>
            </p:cNvGrpSpPr>
            <p:nvPr/>
          </p:nvGrpSpPr>
          <p:grpSpPr bwMode="auto">
            <a:xfrm>
              <a:off x="4251" y="1733"/>
              <a:ext cx="415" cy="56"/>
              <a:chOff x="4251" y="1733"/>
              <a:chExt cx="415" cy="56"/>
            </a:xfrm>
            <a:grpFill/>
          </p:grpSpPr>
          <p:sp>
            <p:nvSpPr>
              <p:cNvPr id="104029" name="Freeform 775"/>
              <p:cNvSpPr>
                <a:spLocks/>
              </p:cNvSpPr>
              <p:nvPr/>
            </p:nvSpPr>
            <p:spPr bwMode="auto">
              <a:xfrm>
                <a:off x="4554" y="1733"/>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lumMod val="65000"/>
                  </a:schemeClr>
                </a:solidFill>
                <a:round/>
                <a:headEnd/>
                <a:tailEnd/>
              </a:ln>
            </p:spPr>
            <p:txBody>
              <a:bodyPr/>
              <a:lstStyle/>
              <a:p>
                <a:endParaRPr lang="en-US"/>
              </a:p>
            </p:txBody>
          </p:sp>
          <p:grpSp>
            <p:nvGrpSpPr>
              <p:cNvPr id="104030" name="Group 776"/>
              <p:cNvGrpSpPr>
                <a:grpSpLocks/>
              </p:cNvGrpSpPr>
              <p:nvPr/>
            </p:nvGrpSpPr>
            <p:grpSpPr bwMode="auto">
              <a:xfrm>
                <a:off x="4251" y="1757"/>
                <a:ext cx="295" cy="1"/>
                <a:chOff x="4251" y="1757"/>
                <a:chExt cx="295" cy="1"/>
              </a:xfrm>
              <a:grpFill/>
            </p:grpSpPr>
            <p:sp>
              <p:nvSpPr>
                <p:cNvPr id="104031" name="Line 777"/>
                <p:cNvSpPr>
                  <a:spLocks noChangeShapeType="1"/>
                </p:cNvSpPr>
                <p:nvPr/>
              </p:nvSpPr>
              <p:spPr bwMode="auto">
                <a:xfrm>
                  <a:off x="4251" y="1757"/>
                  <a:ext cx="24" cy="1"/>
                </a:xfrm>
                <a:prstGeom prst="line">
                  <a:avLst/>
                </a:prstGeom>
                <a:grpFill/>
                <a:ln w="12700">
                  <a:solidFill>
                    <a:schemeClr val="bg1">
                      <a:lumMod val="65000"/>
                    </a:schemeClr>
                  </a:solidFill>
                  <a:round/>
                  <a:headEnd/>
                  <a:tailEnd/>
                </a:ln>
              </p:spPr>
              <p:txBody>
                <a:bodyPr/>
                <a:lstStyle/>
                <a:p>
                  <a:endParaRPr lang="en-US"/>
                </a:p>
              </p:txBody>
            </p:sp>
            <p:sp>
              <p:nvSpPr>
                <p:cNvPr id="104032" name="Line 778"/>
                <p:cNvSpPr>
                  <a:spLocks noChangeShapeType="1"/>
                </p:cNvSpPr>
                <p:nvPr/>
              </p:nvSpPr>
              <p:spPr bwMode="auto">
                <a:xfrm>
                  <a:off x="4307" y="1757"/>
                  <a:ext cx="24" cy="1"/>
                </a:xfrm>
                <a:prstGeom prst="line">
                  <a:avLst/>
                </a:prstGeom>
                <a:grpFill/>
                <a:ln w="12700">
                  <a:solidFill>
                    <a:schemeClr val="bg1">
                      <a:lumMod val="65000"/>
                    </a:schemeClr>
                  </a:solidFill>
                  <a:round/>
                  <a:headEnd/>
                  <a:tailEnd/>
                </a:ln>
              </p:spPr>
              <p:txBody>
                <a:bodyPr/>
                <a:lstStyle/>
                <a:p>
                  <a:endParaRPr lang="en-US"/>
                </a:p>
              </p:txBody>
            </p:sp>
            <p:sp>
              <p:nvSpPr>
                <p:cNvPr id="104033" name="Line 779"/>
                <p:cNvSpPr>
                  <a:spLocks noChangeShapeType="1"/>
                </p:cNvSpPr>
                <p:nvPr/>
              </p:nvSpPr>
              <p:spPr bwMode="auto">
                <a:xfrm>
                  <a:off x="4363" y="1757"/>
                  <a:ext cx="24" cy="1"/>
                </a:xfrm>
                <a:prstGeom prst="line">
                  <a:avLst/>
                </a:prstGeom>
                <a:grpFill/>
                <a:ln w="12700">
                  <a:solidFill>
                    <a:schemeClr val="bg1">
                      <a:lumMod val="65000"/>
                    </a:schemeClr>
                  </a:solidFill>
                  <a:round/>
                  <a:headEnd/>
                  <a:tailEnd/>
                </a:ln>
              </p:spPr>
              <p:txBody>
                <a:bodyPr/>
                <a:lstStyle/>
                <a:p>
                  <a:endParaRPr lang="en-US"/>
                </a:p>
              </p:txBody>
            </p:sp>
            <p:sp>
              <p:nvSpPr>
                <p:cNvPr id="104034" name="Line 780"/>
                <p:cNvSpPr>
                  <a:spLocks noChangeShapeType="1"/>
                </p:cNvSpPr>
                <p:nvPr/>
              </p:nvSpPr>
              <p:spPr bwMode="auto">
                <a:xfrm>
                  <a:off x="4419" y="1757"/>
                  <a:ext cx="24" cy="1"/>
                </a:xfrm>
                <a:prstGeom prst="line">
                  <a:avLst/>
                </a:prstGeom>
                <a:grpFill/>
                <a:ln w="12700">
                  <a:solidFill>
                    <a:schemeClr val="bg1">
                      <a:lumMod val="65000"/>
                    </a:schemeClr>
                  </a:solidFill>
                  <a:round/>
                  <a:headEnd/>
                  <a:tailEnd/>
                </a:ln>
              </p:spPr>
              <p:txBody>
                <a:bodyPr/>
                <a:lstStyle/>
                <a:p>
                  <a:endParaRPr lang="en-US"/>
                </a:p>
              </p:txBody>
            </p:sp>
            <p:sp>
              <p:nvSpPr>
                <p:cNvPr id="104035" name="Line 781"/>
                <p:cNvSpPr>
                  <a:spLocks noChangeShapeType="1"/>
                </p:cNvSpPr>
                <p:nvPr/>
              </p:nvSpPr>
              <p:spPr bwMode="auto">
                <a:xfrm>
                  <a:off x="4475" y="1757"/>
                  <a:ext cx="24" cy="1"/>
                </a:xfrm>
                <a:prstGeom prst="line">
                  <a:avLst/>
                </a:prstGeom>
                <a:grpFill/>
                <a:ln w="12700">
                  <a:solidFill>
                    <a:schemeClr val="bg1">
                      <a:lumMod val="65000"/>
                    </a:schemeClr>
                  </a:solidFill>
                  <a:round/>
                  <a:headEnd/>
                  <a:tailEnd/>
                </a:ln>
              </p:spPr>
              <p:txBody>
                <a:bodyPr/>
                <a:lstStyle/>
                <a:p>
                  <a:endParaRPr lang="en-US"/>
                </a:p>
              </p:txBody>
            </p:sp>
            <p:sp>
              <p:nvSpPr>
                <p:cNvPr id="104036" name="Line 782"/>
                <p:cNvSpPr>
                  <a:spLocks noChangeShapeType="1"/>
                </p:cNvSpPr>
                <p:nvPr/>
              </p:nvSpPr>
              <p:spPr bwMode="auto">
                <a:xfrm>
                  <a:off x="4530" y="1757"/>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87" name="Group 783"/>
            <p:cNvGrpSpPr>
              <a:grpSpLocks/>
            </p:cNvGrpSpPr>
            <p:nvPr/>
          </p:nvGrpSpPr>
          <p:grpSpPr bwMode="auto">
            <a:xfrm>
              <a:off x="3325" y="3264"/>
              <a:ext cx="415" cy="56"/>
              <a:chOff x="3325" y="3264"/>
              <a:chExt cx="415" cy="56"/>
            </a:xfrm>
            <a:grpFill/>
          </p:grpSpPr>
          <p:sp>
            <p:nvSpPr>
              <p:cNvPr id="104021" name="Freeform 784"/>
              <p:cNvSpPr>
                <a:spLocks/>
              </p:cNvSpPr>
              <p:nvPr/>
            </p:nvSpPr>
            <p:spPr bwMode="auto">
              <a:xfrm>
                <a:off x="3628" y="3264"/>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lumMod val="65000"/>
                  </a:schemeClr>
                </a:solidFill>
                <a:round/>
                <a:headEnd/>
                <a:tailEnd/>
              </a:ln>
            </p:spPr>
            <p:txBody>
              <a:bodyPr/>
              <a:lstStyle/>
              <a:p>
                <a:endParaRPr lang="en-US"/>
              </a:p>
            </p:txBody>
          </p:sp>
          <p:grpSp>
            <p:nvGrpSpPr>
              <p:cNvPr id="104022" name="Group 785"/>
              <p:cNvGrpSpPr>
                <a:grpSpLocks/>
              </p:cNvGrpSpPr>
              <p:nvPr/>
            </p:nvGrpSpPr>
            <p:grpSpPr bwMode="auto">
              <a:xfrm>
                <a:off x="3325" y="3288"/>
                <a:ext cx="295" cy="1"/>
                <a:chOff x="3325" y="3288"/>
                <a:chExt cx="295" cy="1"/>
              </a:xfrm>
              <a:grpFill/>
            </p:grpSpPr>
            <p:sp>
              <p:nvSpPr>
                <p:cNvPr id="104023" name="Line 786"/>
                <p:cNvSpPr>
                  <a:spLocks noChangeShapeType="1"/>
                </p:cNvSpPr>
                <p:nvPr/>
              </p:nvSpPr>
              <p:spPr bwMode="auto">
                <a:xfrm>
                  <a:off x="3325" y="3288"/>
                  <a:ext cx="24" cy="1"/>
                </a:xfrm>
                <a:prstGeom prst="line">
                  <a:avLst/>
                </a:prstGeom>
                <a:grpFill/>
                <a:ln w="12700">
                  <a:solidFill>
                    <a:schemeClr val="bg1">
                      <a:lumMod val="65000"/>
                    </a:schemeClr>
                  </a:solidFill>
                  <a:round/>
                  <a:headEnd/>
                  <a:tailEnd/>
                </a:ln>
              </p:spPr>
              <p:txBody>
                <a:bodyPr/>
                <a:lstStyle/>
                <a:p>
                  <a:endParaRPr lang="en-US"/>
                </a:p>
              </p:txBody>
            </p:sp>
            <p:sp>
              <p:nvSpPr>
                <p:cNvPr id="104024" name="Line 787"/>
                <p:cNvSpPr>
                  <a:spLocks noChangeShapeType="1"/>
                </p:cNvSpPr>
                <p:nvPr/>
              </p:nvSpPr>
              <p:spPr bwMode="auto">
                <a:xfrm>
                  <a:off x="3381" y="3288"/>
                  <a:ext cx="24" cy="1"/>
                </a:xfrm>
                <a:prstGeom prst="line">
                  <a:avLst/>
                </a:prstGeom>
                <a:grpFill/>
                <a:ln w="12700">
                  <a:solidFill>
                    <a:schemeClr val="bg1">
                      <a:lumMod val="65000"/>
                    </a:schemeClr>
                  </a:solidFill>
                  <a:round/>
                  <a:headEnd/>
                  <a:tailEnd/>
                </a:ln>
              </p:spPr>
              <p:txBody>
                <a:bodyPr/>
                <a:lstStyle/>
                <a:p>
                  <a:endParaRPr lang="en-US"/>
                </a:p>
              </p:txBody>
            </p:sp>
            <p:sp>
              <p:nvSpPr>
                <p:cNvPr id="104025" name="Line 788"/>
                <p:cNvSpPr>
                  <a:spLocks noChangeShapeType="1"/>
                </p:cNvSpPr>
                <p:nvPr/>
              </p:nvSpPr>
              <p:spPr bwMode="auto">
                <a:xfrm>
                  <a:off x="3437" y="3288"/>
                  <a:ext cx="24" cy="1"/>
                </a:xfrm>
                <a:prstGeom prst="line">
                  <a:avLst/>
                </a:prstGeom>
                <a:grpFill/>
                <a:ln w="12700">
                  <a:solidFill>
                    <a:schemeClr val="bg1">
                      <a:lumMod val="65000"/>
                    </a:schemeClr>
                  </a:solidFill>
                  <a:round/>
                  <a:headEnd/>
                  <a:tailEnd/>
                </a:ln>
              </p:spPr>
              <p:txBody>
                <a:bodyPr/>
                <a:lstStyle/>
                <a:p>
                  <a:endParaRPr lang="en-US"/>
                </a:p>
              </p:txBody>
            </p:sp>
            <p:sp>
              <p:nvSpPr>
                <p:cNvPr id="104026" name="Line 789"/>
                <p:cNvSpPr>
                  <a:spLocks noChangeShapeType="1"/>
                </p:cNvSpPr>
                <p:nvPr/>
              </p:nvSpPr>
              <p:spPr bwMode="auto">
                <a:xfrm>
                  <a:off x="3493" y="3288"/>
                  <a:ext cx="23" cy="1"/>
                </a:xfrm>
                <a:prstGeom prst="line">
                  <a:avLst/>
                </a:prstGeom>
                <a:grpFill/>
                <a:ln w="12700">
                  <a:solidFill>
                    <a:schemeClr val="bg1">
                      <a:lumMod val="65000"/>
                    </a:schemeClr>
                  </a:solidFill>
                  <a:round/>
                  <a:headEnd/>
                  <a:tailEnd/>
                </a:ln>
              </p:spPr>
              <p:txBody>
                <a:bodyPr/>
                <a:lstStyle/>
                <a:p>
                  <a:endParaRPr lang="en-US"/>
                </a:p>
              </p:txBody>
            </p:sp>
            <p:sp>
              <p:nvSpPr>
                <p:cNvPr id="104027" name="Line 790"/>
                <p:cNvSpPr>
                  <a:spLocks noChangeShapeType="1"/>
                </p:cNvSpPr>
                <p:nvPr/>
              </p:nvSpPr>
              <p:spPr bwMode="auto">
                <a:xfrm>
                  <a:off x="3548" y="3288"/>
                  <a:ext cx="24" cy="1"/>
                </a:xfrm>
                <a:prstGeom prst="line">
                  <a:avLst/>
                </a:prstGeom>
                <a:grpFill/>
                <a:ln w="12700">
                  <a:solidFill>
                    <a:schemeClr val="bg1">
                      <a:lumMod val="65000"/>
                    </a:schemeClr>
                  </a:solidFill>
                  <a:round/>
                  <a:headEnd/>
                  <a:tailEnd/>
                </a:ln>
              </p:spPr>
              <p:txBody>
                <a:bodyPr/>
                <a:lstStyle/>
                <a:p>
                  <a:endParaRPr lang="en-US"/>
                </a:p>
              </p:txBody>
            </p:sp>
            <p:sp>
              <p:nvSpPr>
                <p:cNvPr id="104028" name="Line 791"/>
                <p:cNvSpPr>
                  <a:spLocks noChangeShapeType="1"/>
                </p:cNvSpPr>
                <p:nvPr/>
              </p:nvSpPr>
              <p:spPr bwMode="auto">
                <a:xfrm>
                  <a:off x="3604" y="3288"/>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88" name="Group 792"/>
            <p:cNvGrpSpPr>
              <a:grpSpLocks/>
            </p:cNvGrpSpPr>
            <p:nvPr/>
          </p:nvGrpSpPr>
          <p:grpSpPr bwMode="auto">
            <a:xfrm>
              <a:off x="3780" y="3256"/>
              <a:ext cx="415" cy="56"/>
              <a:chOff x="3780" y="3256"/>
              <a:chExt cx="415" cy="56"/>
            </a:xfrm>
            <a:grpFill/>
          </p:grpSpPr>
          <p:sp>
            <p:nvSpPr>
              <p:cNvPr id="104013" name="Freeform 793"/>
              <p:cNvSpPr>
                <a:spLocks/>
              </p:cNvSpPr>
              <p:nvPr/>
            </p:nvSpPr>
            <p:spPr bwMode="auto">
              <a:xfrm>
                <a:off x="4083" y="325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4014" name="Group 794"/>
              <p:cNvGrpSpPr>
                <a:grpSpLocks/>
              </p:cNvGrpSpPr>
              <p:nvPr/>
            </p:nvGrpSpPr>
            <p:grpSpPr bwMode="auto">
              <a:xfrm>
                <a:off x="3780" y="3288"/>
                <a:ext cx="295" cy="1"/>
                <a:chOff x="3780" y="3288"/>
                <a:chExt cx="295" cy="1"/>
              </a:xfrm>
              <a:grpFill/>
            </p:grpSpPr>
            <p:sp>
              <p:nvSpPr>
                <p:cNvPr id="104015" name="Line 795"/>
                <p:cNvSpPr>
                  <a:spLocks noChangeShapeType="1"/>
                </p:cNvSpPr>
                <p:nvPr/>
              </p:nvSpPr>
              <p:spPr bwMode="auto">
                <a:xfrm>
                  <a:off x="3780" y="3288"/>
                  <a:ext cx="24" cy="1"/>
                </a:xfrm>
                <a:prstGeom prst="line">
                  <a:avLst/>
                </a:prstGeom>
                <a:grpFill/>
                <a:ln w="12700">
                  <a:solidFill>
                    <a:schemeClr val="bg1">
                      <a:lumMod val="65000"/>
                    </a:schemeClr>
                  </a:solidFill>
                  <a:round/>
                  <a:headEnd/>
                  <a:tailEnd/>
                </a:ln>
              </p:spPr>
              <p:txBody>
                <a:bodyPr/>
                <a:lstStyle/>
                <a:p>
                  <a:endParaRPr lang="en-US"/>
                </a:p>
              </p:txBody>
            </p:sp>
            <p:sp>
              <p:nvSpPr>
                <p:cNvPr id="104016" name="Line 796"/>
                <p:cNvSpPr>
                  <a:spLocks noChangeShapeType="1"/>
                </p:cNvSpPr>
                <p:nvPr/>
              </p:nvSpPr>
              <p:spPr bwMode="auto">
                <a:xfrm>
                  <a:off x="3836" y="3288"/>
                  <a:ext cx="24" cy="1"/>
                </a:xfrm>
                <a:prstGeom prst="line">
                  <a:avLst/>
                </a:prstGeom>
                <a:grpFill/>
                <a:ln w="12700">
                  <a:solidFill>
                    <a:schemeClr val="bg1">
                      <a:lumMod val="65000"/>
                    </a:schemeClr>
                  </a:solidFill>
                  <a:round/>
                  <a:headEnd/>
                  <a:tailEnd/>
                </a:ln>
              </p:spPr>
              <p:txBody>
                <a:bodyPr/>
                <a:lstStyle/>
                <a:p>
                  <a:endParaRPr lang="en-US"/>
                </a:p>
              </p:txBody>
            </p:sp>
            <p:sp>
              <p:nvSpPr>
                <p:cNvPr id="104017" name="Line 797"/>
                <p:cNvSpPr>
                  <a:spLocks noChangeShapeType="1"/>
                </p:cNvSpPr>
                <p:nvPr/>
              </p:nvSpPr>
              <p:spPr bwMode="auto">
                <a:xfrm>
                  <a:off x="3892" y="3288"/>
                  <a:ext cx="24" cy="1"/>
                </a:xfrm>
                <a:prstGeom prst="line">
                  <a:avLst/>
                </a:prstGeom>
                <a:grpFill/>
                <a:ln w="12700">
                  <a:solidFill>
                    <a:schemeClr val="bg1">
                      <a:lumMod val="65000"/>
                    </a:schemeClr>
                  </a:solidFill>
                  <a:round/>
                  <a:headEnd/>
                  <a:tailEnd/>
                </a:ln>
              </p:spPr>
              <p:txBody>
                <a:bodyPr/>
                <a:lstStyle/>
                <a:p>
                  <a:endParaRPr lang="en-US"/>
                </a:p>
              </p:txBody>
            </p:sp>
            <p:sp>
              <p:nvSpPr>
                <p:cNvPr id="104018" name="Line 798"/>
                <p:cNvSpPr>
                  <a:spLocks noChangeShapeType="1"/>
                </p:cNvSpPr>
                <p:nvPr/>
              </p:nvSpPr>
              <p:spPr bwMode="auto">
                <a:xfrm>
                  <a:off x="3948" y="3288"/>
                  <a:ext cx="24" cy="1"/>
                </a:xfrm>
                <a:prstGeom prst="line">
                  <a:avLst/>
                </a:prstGeom>
                <a:grpFill/>
                <a:ln w="12700">
                  <a:solidFill>
                    <a:schemeClr val="bg1">
                      <a:lumMod val="65000"/>
                    </a:schemeClr>
                  </a:solidFill>
                  <a:round/>
                  <a:headEnd/>
                  <a:tailEnd/>
                </a:ln>
              </p:spPr>
              <p:txBody>
                <a:bodyPr/>
                <a:lstStyle/>
                <a:p>
                  <a:endParaRPr lang="en-US"/>
                </a:p>
              </p:txBody>
            </p:sp>
            <p:sp>
              <p:nvSpPr>
                <p:cNvPr id="104019" name="Line 799"/>
                <p:cNvSpPr>
                  <a:spLocks noChangeShapeType="1"/>
                </p:cNvSpPr>
                <p:nvPr/>
              </p:nvSpPr>
              <p:spPr bwMode="auto">
                <a:xfrm>
                  <a:off x="4004" y="3288"/>
                  <a:ext cx="23" cy="1"/>
                </a:xfrm>
                <a:prstGeom prst="line">
                  <a:avLst/>
                </a:prstGeom>
                <a:grpFill/>
                <a:ln w="12700">
                  <a:solidFill>
                    <a:schemeClr val="bg1">
                      <a:lumMod val="65000"/>
                    </a:schemeClr>
                  </a:solidFill>
                  <a:round/>
                  <a:headEnd/>
                  <a:tailEnd/>
                </a:ln>
              </p:spPr>
              <p:txBody>
                <a:bodyPr/>
                <a:lstStyle/>
                <a:p>
                  <a:endParaRPr lang="en-US"/>
                </a:p>
              </p:txBody>
            </p:sp>
            <p:sp>
              <p:nvSpPr>
                <p:cNvPr id="104020" name="Line 800"/>
                <p:cNvSpPr>
                  <a:spLocks noChangeShapeType="1"/>
                </p:cNvSpPr>
                <p:nvPr/>
              </p:nvSpPr>
              <p:spPr bwMode="auto">
                <a:xfrm>
                  <a:off x="4059" y="3288"/>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89" name="Group 801"/>
            <p:cNvGrpSpPr>
              <a:grpSpLocks/>
            </p:cNvGrpSpPr>
            <p:nvPr/>
          </p:nvGrpSpPr>
          <p:grpSpPr bwMode="auto">
            <a:xfrm>
              <a:off x="4251" y="3256"/>
              <a:ext cx="415" cy="56"/>
              <a:chOff x="4251" y="3256"/>
              <a:chExt cx="415" cy="56"/>
            </a:xfrm>
            <a:grpFill/>
          </p:grpSpPr>
          <p:sp>
            <p:nvSpPr>
              <p:cNvPr id="104005" name="Freeform 802"/>
              <p:cNvSpPr>
                <a:spLocks/>
              </p:cNvSpPr>
              <p:nvPr/>
            </p:nvSpPr>
            <p:spPr bwMode="auto">
              <a:xfrm>
                <a:off x="4554" y="325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4006" name="Group 803"/>
              <p:cNvGrpSpPr>
                <a:grpSpLocks/>
              </p:cNvGrpSpPr>
              <p:nvPr/>
            </p:nvGrpSpPr>
            <p:grpSpPr bwMode="auto">
              <a:xfrm>
                <a:off x="4251" y="3288"/>
                <a:ext cx="295" cy="1"/>
                <a:chOff x="4251" y="3288"/>
                <a:chExt cx="295" cy="1"/>
              </a:xfrm>
              <a:grpFill/>
            </p:grpSpPr>
            <p:sp>
              <p:nvSpPr>
                <p:cNvPr id="104007" name="Line 804"/>
                <p:cNvSpPr>
                  <a:spLocks noChangeShapeType="1"/>
                </p:cNvSpPr>
                <p:nvPr/>
              </p:nvSpPr>
              <p:spPr bwMode="auto">
                <a:xfrm>
                  <a:off x="4251" y="3288"/>
                  <a:ext cx="24" cy="1"/>
                </a:xfrm>
                <a:prstGeom prst="line">
                  <a:avLst/>
                </a:prstGeom>
                <a:grpFill/>
                <a:ln w="12700">
                  <a:solidFill>
                    <a:schemeClr val="bg1">
                      <a:lumMod val="65000"/>
                    </a:schemeClr>
                  </a:solidFill>
                  <a:round/>
                  <a:headEnd/>
                  <a:tailEnd/>
                </a:ln>
              </p:spPr>
              <p:txBody>
                <a:bodyPr/>
                <a:lstStyle/>
                <a:p>
                  <a:endParaRPr lang="en-US"/>
                </a:p>
              </p:txBody>
            </p:sp>
            <p:sp>
              <p:nvSpPr>
                <p:cNvPr id="104008" name="Line 805"/>
                <p:cNvSpPr>
                  <a:spLocks noChangeShapeType="1"/>
                </p:cNvSpPr>
                <p:nvPr/>
              </p:nvSpPr>
              <p:spPr bwMode="auto">
                <a:xfrm>
                  <a:off x="4307" y="3288"/>
                  <a:ext cx="24" cy="1"/>
                </a:xfrm>
                <a:prstGeom prst="line">
                  <a:avLst/>
                </a:prstGeom>
                <a:grpFill/>
                <a:ln w="12700">
                  <a:solidFill>
                    <a:schemeClr val="bg1">
                      <a:lumMod val="65000"/>
                    </a:schemeClr>
                  </a:solidFill>
                  <a:round/>
                  <a:headEnd/>
                  <a:tailEnd/>
                </a:ln>
              </p:spPr>
              <p:txBody>
                <a:bodyPr/>
                <a:lstStyle/>
                <a:p>
                  <a:endParaRPr lang="en-US"/>
                </a:p>
              </p:txBody>
            </p:sp>
            <p:sp>
              <p:nvSpPr>
                <p:cNvPr id="104009" name="Line 806"/>
                <p:cNvSpPr>
                  <a:spLocks noChangeShapeType="1"/>
                </p:cNvSpPr>
                <p:nvPr/>
              </p:nvSpPr>
              <p:spPr bwMode="auto">
                <a:xfrm>
                  <a:off x="4363" y="3288"/>
                  <a:ext cx="24" cy="1"/>
                </a:xfrm>
                <a:prstGeom prst="line">
                  <a:avLst/>
                </a:prstGeom>
                <a:grpFill/>
                <a:ln w="12700">
                  <a:solidFill>
                    <a:schemeClr val="bg1">
                      <a:lumMod val="65000"/>
                    </a:schemeClr>
                  </a:solidFill>
                  <a:round/>
                  <a:headEnd/>
                  <a:tailEnd/>
                </a:ln>
              </p:spPr>
              <p:txBody>
                <a:bodyPr/>
                <a:lstStyle/>
                <a:p>
                  <a:endParaRPr lang="en-US"/>
                </a:p>
              </p:txBody>
            </p:sp>
            <p:sp>
              <p:nvSpPr>
                <p:cNvPr id="104010" name="Line 807"/>
                <p:cNvSpPr>
                  <a:spLocks noChangeShapeType="1"/>
                </p:cNvSpPr>
                <p:nvPr/>
              </p:nvSpPr>
              <p:spPr bwMode="auto">
                <a:xfrm>
                  <a:off x="4419" y="3288"/>
                  <a:ext cx="24" cy="1"/>
                </a:xfrm>
                <a:prstGeom prst="line">
                  <a:avLst/>
                </a:prstGeom>
                <a:grpFill/>
                <a:ln w="12700">
                  <a:solidFill>
                    <a:schemeClr val="bg1">
                      <a:lumMod val="65000"/>
                    </a:schemeClr>
                  </a:solidFill>
                  <a:round/>
                  <a:headEnd/>
                  <a:tailEnd/>
                </a:ln>
              </p:spPr>
              <p:txBody>
                <a:bodyPr/>
                <a:lstStyle/>
                <a:p>
                  <a:endParaRPr lang="en-US"/>
                </a:p>
              </p:txBody>
            </p:sp>
            <p:sp>
              <p:nvSpPr>
                <p:cNvPr id="104011" name="Line 808"/>
                <p:cNvSpPr>
                  <a:spLocks noChangeShapeType="1"/>
                </p:cNvSpPr>
                <p:nvPr/>
              </p:nvSpPr>
              <p:spPr bwMode="auto">
                <a:xfrm>
                  <a:off x="4475" y="3288"/>
                  <a:ext cx="24" cy="1"/>
                </a:xfrm>
                <a:prstGeom prst="line">
                  <a:avLst/>
                </a:prstGeom>
                <a:grpFill/>
                <a:ln w="12700">
                  <a:solidFill>
                    <a:schemeClr val="bg1">
                      <a:lumMod val="65000"/>
                    </a:schemeClr>
                  </a:solidFill>
                  <a:round/>
                  <a:headEnd/>
                  <a:tailEnd/>
                </a:ln>
              </p:spPr>
              <p:txBody>
                <a:bodyPr/>
                <a:lstStyle/>
                <a:p>
                  <a:endParaRPr lang="en-US"/>
                </a:p>
              </p:txBody>
            </p:sp>
            <p:sp>
              <p:nvSpPr>
                <p:cNvPr id="104012" name="Line 809"/>
                <p:cNvSpPr>
                  <a:spLocks noChangeShapeType="1"/>
                </p:cNvSpPr>
                <p:nvPr/>
              </p:nvSpPr>
              <p:spPr bwMode="auto">
                <a:xfrm>
                  <a:off x="4530" y="3288"/>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90" name="Group 810"/>
            <p:cNvGrpSpPr>
              <a:grpSpLocks/>
            </p:cNvGrpSpPr>
            <p:nvPr/>
          </p:nvGrpSpPr>
          <p:grpSpPr bwMode="auto">
            <a:xfrm>
              <a:off x="3325" y="3567"/>
              <a:ext cx="415" cy="56"/>
              <a:chOff x="3325" y="3567"/>
              <a:chExt cx="415" cy="56"/>
            </a:xfrm>
            <a:grpFill/>
          </p:grpSpPr>
          <p:sp>
            <p:nvSpPr>
              <p:cNvPr id="103997" name="Freeform 811"/>
              <p:cNvSpPr>
                <a:spLocks/>
              </p:cNvSpPr>
              <p:nvPr/>
            </p:nvSpPr>
            <p:spPr bwMode="auto">
              <a:xfrm>
                <a:off x="3628" y="3567"/>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3998" name="Group 812"/>
              <p:cNvGrpSpPr>
                <a:grpSpLocks/>
              </p:cNvGrpSpPr>
              <p:nvPr/>
            </p:nvGrpSpPr>
            <p:grpSpPr bwMode="auto">
              <a:xfrm>
                <a:off x="3325" y="3599"/>
                <a:ext cx="295" cy="1"/>
                <a:chOff x="3325" y="3599"/>
                <a:chExt cx="295" cy="1"/>
              </a:xfrm>
              <a:grpFill/>
            </p:grpSpPr>
            <p:sp>
              <p:nvSpPr>
                <p:cNvPr id="103999" name="Line 813"/>
                <p:cNvSpPr>
                  <a:spLocks noChangeShapeType="1"/>
                </p:cNvSpPr>
                <p:nvPr/>
              </p:nvSpPr>
              <p:spPr bwMode="auto">
                <a:xfrm>
                  <a:off x="3325" y="3599"/>
                  <a:ext cx="24" cy="1"/>
                </a:xfrm>
                <a:prstGeom prst="line">
                  <a:avLst/>
                </a:prstGeom>
                <a:grpFill/>
                <a:ln w="12700">
                  <a:solidFill>
                    <a:schemeClr val="bg1">
                      <a:lumMod val="65000"/>
                    </a:schemeClr>
                  </a:solidFill>
                  <a:round/>
                  <a:headEnd/>
                  <a:tailEnd/>
                </a:ln>
              </p:spPr>
              <p:txBody>
                <a:bodyPr/>
                <a:lstStyle/>
                <a:p>
                  <a:endParaRPr lang="en-US"/>
                </a:p>
              </p:txBody>
            </p:sp>
            <p:sp>
              <p:nvSpPr>
                <p:cNvPr id="104000" name="Line 814"/>
                <p:cNvSpPr>
                  <a:spLocks noChangeShapeType="1"/>
                </p:cNvSpPr>
                <p:nvPr/>
              </p:nvSpPr>
              <p:spPr bwMode="auto">
                <a:xfrm>
                  <a:off x="3381" y="3599"/>
                  <a:ext cx="24" cy="1"/>
                </a:xfrm>
                <a:prstGeom prst="line">
                  <a:avLst/>
                </a:prstGeom>
                <a:grpFill/>
                <a:ln w="12700">
                  <a:solidFill>
                    <a:schemeClr val="bg1">
                      <a:lumMod val="65000"/>
                    </a:schemeClr>
                  </a:solidFill>
                  <a:round/>
                  <a:headEnd/>
                  <a:tailEnd/>
                </a:ln>
              </p:spPr>
              <p:txBody>
                <a:bodyPr/>
                <a:lstStyle/>
                <a:p>
                  <a:endParaRPr lang="en-US"/>
                </a:p>
              </p:txBody>
            </p:sp>
            <p:sp>
              <p:nvSpPr>
                <p:cNvPr id="104001" name="Line 815"/>
                <p:cNvSpPr>
                  <a:spLocks noChangeShapeType="1"/>
                </p:cNvSpPr>
                <p:nvPr/>
              </p:nvSpPr>
              <p:spPr bwMode="auto">
                <a:xfrm>
                  <a:off x="3437" y="3599"/>
                  <a:ext cx="24" cy="1"/>
                </a:xfrm>
                <a:prstGeom prst="line">
                  <a:avLst/>
                </a:prstGeom>
                <a:grpFill/>
                <a:ln w="12700">
                  <a:solidFill>
                    <a:schemeClr val="bg1">
                      <a:lumMod val="65000"/>
                    </a:schemeClr>
                  </a:solidFill>
                  <a:round/>
                  <a:headEnd/>
                  <a:tailEnd/>
                </a:ln>
              </p:spPr>
              <p:txBody>
                <a:bodyPr/>
                <a:lstStyle/>
                <a:p>
                  <a:endParaRPr lang="en-US"/>
                </a:p>
              </p:txBody>
            </p:sp>
            <p:sp>
              <p:nvSpPr>
                <p:cNvPr id="104002" name="Line 816"/>
                <p:cNvSpPr>
                  <a:spLocks noChangeShapeType="1"/>
                </p:cNvSpPr>
                <p:nvPr/>
              </p:nvSpPr>
              <p:spPr bwMode="auto">
                <a:xfrm>
                  <a:off x="3493" y="3599"/>
                  <a:ext cx="23" cy="1"/>
                </a:xfrm>
                <a:prstGeom prst="line">
                  <a:avLst/>
                </a:prstGeom>
                <a:grpFill/>
                <a:ln w="12700">
                  <a:solidFill>
                    <a:schemeClr val="bg1">
                      <a:lumMod val="65000"/>
                    </a:schemeClr>
                  </a:solidFill>
                  <a:round/>
                  <a:headEnd/>
                  <a:tailEnd/>
                </a:ln>
              </p:spPr>
              <p:txBody>
                <a:bodyPr/>
                <a:lstStyle/>
                <a:p>
                  <a:endParaRPr lang="en-US"/>
                </a:p>
              </p:txBody>
            </p:sp>
            <p:sp>
              <p:nvSpPr>
                <p:cNvPr id="104003" name="Line 817"/>
                <p:cNvSpPr>
                  <a:spLocks noChangeShapeType="1"/>
                </p:cNvSpPr>
                <p:nvPr/>
              </p:nvSpPr>
              <p:spPr bwMode="auto">
                <a:xfrm>
                  <a:off x="3548" y="3599"/>
                  <a:ext cx="24" cy="1"/>
                </a:xfrm>
                <a:prstGeom prst="line">
                  <a:avLst/>
                </a:prstGeom>
                <a:grpFill/>
                <a:ln w="12700">
                  <a:solidFill>
                    <a:schemeClr val="bg1">
                      <a:lumMod val="65000"/>
                    </a:schemeClr>
                  </a:solidFill>
                  <a:round/>
                  <a:headEnd/>
                  <a:tailEnd/>
                </a:ln>
              </p:spPr>
              <p:txBody>
                <a:bodyPr/>
                <a:lstStyle/>
                <a:p>
                  <a:endParaRPr lang="en-US"/>
                </a:p>
              </p:txBody>
            </p:sp>
            <p:sp>
              <p:nvSpPr>
                <p:cNvPr id="104004" name="Line 818"/>
                <p:cNvSpPr>
                  <a:spLocks noChangeShapeType="1"/>
                </p:cNvSpPr>
                <p:nvPr/>
              </p:nvSpPr>
              <p:spPr bwMode="auto">
                <a:xfrm>
                  <a:off x="3604" y="3599"/>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91" name="Group 819"/>
            <p:cNvGrpSpPr>
              <a:grpSpLocks/>
            </p:cNvGrpSpPr>
            <p:nvPr/>
          </p:nvGrpSpPr>
          <p:grpSpPr bwMode="auto">
            <a:xfrm>
              <a:off x="3788" y="3567"/>
              <a:ext cx="415" cy="56"/>
              <a:chOff x="3788" y="3567"/>
              <a:chExt cx="415" cy="56"/>
            </a:xfrm>
            <a:grpFill/>
          </p:grpSpPr>
          <p:sp>
            <p:nvSpPr>
              <p:cNvPr id="103989" name="Freeform 820"/>
              <p:cNvSpPr>
                <a:spLocks/>
              </p:cNvSpPr>
              <p:nvPr/>
            </p:nvSpPr>
            <p:spPr bwMode="auto">
              <a:xfrm>
                <a:off x="4091"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lumMod val="65000"/>
                  </a:schemeClr>
                </a:solidFill>
                <a:round/>
                <a:headEnd/>
                <a:tailEnd/>
              </a:ln>
            </p:spPr>
            <p:txBody>
              <a:bodyPr/>
              <a:lstStyle/>
              <a:p>
                <a:endParaRPr lang="en-US"/>
              </a:p>
            </p:txBody>
          </p:sp>
          <p:grpSp>
            <p:nvGrpSpPr>
              <p:cNvPr id="103990" name="Group 821"/>
              <p:cNvGrpSpPr>
                <a:grpSpLocks/>
              </p:cNvGrpSpPr>
              <p:nvPr/>
            </p:nvGrpSpPr>
            <p:grpSpPr bwMode="auto">
              <a:xfrm>
                <a:off x="3788" y="3591"/>
                <a:ext cx="295" cy="1"/>
                <a:chOff x="3788" y="3591"/>
                <a:chExt cx="295" cy="1"/>
              </a:xfrm>
              <a:grpFill/>
            </p:grpSpPr>
            <p:sp>
              <p:nvSpPr>
                <p:cNvPr id="103991" name="Line 822"/>
                <p:cNvSpPr>
                  <a:spLocks noChangeShapeType="1"/>
                </p:cNvSpPr>
                <p:nvPr/>
              </p:nvSpPr>
              <p:spPr bwMode="auto">
                <a:xfrm>
                  <a:off x="3788" y="3591"/>
                  <a:ext cx="24" cy="1"/>
                </a:xfrm>
                <a:prstGeom prst="line">
                  <a:avLst/>
                </a:prstGeom>
                <a:grpFill/>
                <a:ln w="12700">
                  <a:solidFill>
                    <a:schemeClr val="bg1">
                      <a:lumMod val="65000"/>
                    </a:schemeClr>
                  </a:solidFill>
                  <a:round/>
                  <a:headEnd/>
                  <a:tailEnd/>
                </a:ln>
              </p:spPr>
              <p:txBody>
                <a:bodyPr/>
                <a:lstStyle/>
                <a:p>
                  <a:endParaRPr lang="en-US"/>
                </a:p>
              </p:txBody>
            </p:sp>
            <p:sp>
              <p:nvSpPr>
                <p:cNvPr id="103992" name="Line 823"/>
                <p:cNvSpPr>
                  <a:spLocks noChangeShapeType="1"/>
                </p:cNvSpPr>
                <p:nvPr/>
              </p:nvSpPr>
              <p:spPr bwMode="auto">
                <a:xfrm>
                  <a:off x="3844" y="3591"/>
                  <a:ext cx="24" cy="1"/>
                </a:xfrm>
                <a:prstGeom prst="line">
                  <a:avLst/>
                </a:prstGeom>
                <a:grpFill/>
                <a:ln w="12700">
                  <a:solidFill>
                    <a:schemeClr val="bg1">
                      <a:lumMod val="65000"/>
                    </a:schemeClr>
                  </a:solidFill>
                  <a:round/>
                  <a:headEnd/>
                  <a:tailEnd/>
                </a:ln>
              </p:spPr>
              <p:txBody>
                <a:bodyPr/>
                <a:lstStyle/>
                <a:p>
                  <a:endParaRPr lang="en-US"/>
                </a:p>
              </p:txBody>
            </p:sp>
            <p:sp>
              <p:nvSpPr>
                <p:cNvPr id="103993" name="Line 824"/>
                <p:cNvSpPr>
                  <a:spLocks noChangeShapeType="1"/>
                </p:cNvSpPr>
                <p:nvPr/>
              </p:nvSpPr>
              <p:spPr bwMode="auto">
                <a:xfrm>
                  <a:off x="3900" y="3591"/>
                  <a:ext cx="24" cy="1"/>
                </a:xfrm>
                <a:prstGeom prst="line">
                  <a:avLst/>
                </a:prstGeom>
                <a:grpFill/>
                <a:ln w="12700">
                  <a:solidFill>
                    <a:schemeClr val="bg1">
                      <a:lumMod val="65000"/>
                    </a:schemeClr>
                  </a:solidFill>
                  <a:round/>
                  <a:headEnd/>
                  <a:tailEnd/>
                </a:ln>
              </p:spPr>
              <p:txBody>
                <a:bodyPr/>
                <a:lstStyle/>
                <a:p>
                  <a:endParaRPr lang="en-US"/>
                </a:p>
              </p:txBody>
            </p:sp>
            <p:sp>
              <p:nvSpPr>
                <p:cNvPr id="103994" name="Line 825"/>
                <p:cNvSpPr>
                  <a:spLocks noChangeShapeType="1"/>
                </p:cNvSpPr>
                <p:nvPr/>
              </p:nvSpPr>
              <p:spPr bwMode="auto">
                <a:xfrm>
                  <a:off x="3956" y="3591"/>
                  <a:ext cx="24" cy="1"/>
                </a:xfrm>
                <a:prstGeom prst="line">
                  <a:avLst/>
                </a:prstGeom>
                <a:grpFill/>
                <a:ln w="12700">
                  <a:solidFill>
                    <a:schemeClr val="bg1">
                      <a:lumMod val="65000"/>
                    </a:schemeClr>
                  </a:solidFill>
                  <a:round/>
                  <a:headEnd/>
                  <a:tailEnd/>
                </a:ln>
              </p:spPr>
              <p:txBody>
                <a:bodyPr/>
                <a:lstStyle/>
                <a:p>
                  <a:endParaRPr lang="en-US"/>
                </a:p>
              </p:txBody>
            </p:sp>
            <p:sp>
              <p:nvSpPr>
                <p:cNvPr id="103995" name="Line 826"/>
                <p:cNvSpPr>
                  <a:spLocks noChangeShapeType="1"/>
                </p:cNvSpPr>
                <p:nvPr/>
              </p:nvSpPr>
              <p:spPr bwMode="auto">
                <a:xfrm>
                  <a:off x="4011" y="3591"/>
                  <a:ext cx="24" cy="1"/>
                </a:xfrm>
                <a:prstGeom prst="line">
                  <a:avLst/>
                </a:prstGeom>
                <a:grpFill/>
                <a:ln w="12700">
                  <a:solidFill>
                    <a:schemeClr val="bg1">
                      <a:lumMod val="65000"/>
                    </a:schemeClr>
                  </a:solidFill>
                  <a:round/>
                  <a:headEnd/>
                  <a:tailEnd/>
                </a:ln>
              </p:spPr>
              <p:txBody>
                <a:bodyPr/>
                <a:lstStyle/>
                <a:p>
                  <a:endParaRPr lang="en-US"/>
                </a:p>
              </p:txBody>
            </p:sp>
            <p:sp>
              <p:nvSpPr>
                <p:cNvPr id="103996" name="Line 827"/>
                <p:cNvSpPr>
                  <a:spLocks noChangeShapeType="1"/>
                </p:cNvSpPr>
                <p:nvPr/>
              </p:nvSpPr>
              <p:spPr bwMode="auto">
                <a:xfrm>
                  <a:off x="4067" y="3591"/>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92" name="Group 828"/>
            <p:cNvGrpSpPr>
              <a:grpSpLocks/>
            </p:cNvGrpSpPr>
            <p:nvPr/>
          </p:nvGrpSpPr>
          <p:grpSpPr bwMode="auto">
            <a:xfrm>
              <a:off x="4243" y="3567"/>
              <a:ext cx="415" cy="56"/>
              <a:chOff x="4243" y="3567"/>
              <a:chExt cx="415" cy="56"/>
            </a:xfrm>
            <a:grpFill/>
          </p:grpSpPr>
          <p:sp>
            <p:nvSpPr>
              <p:cNvPr id="103981" name="Freeform 829"/>
              <p:cNvSpPr>
                <a:spLocks/>
              </p:cNvSpPr>
              <p:nvPr/>
            </p:nvSpPr>
            <p:spPr bwMode="auto">
              <a:xfrm>
                <a:off x="4546" y="3567"/>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3982" name="Group 830"/>
              <p:cNvGrpSpPr>
                <a:grpSpLocks/>
              </p:cNvGrpSpPr>
              <p:nvPr/>
            </p:nvGrpSpPr>
            <p:grpSpPr bwMode="auto">
              <a:xfrm>
                <a:off x="4243" y="3599"/>
                <a:ext cx="295" cy="1"/>
                <a:chOff x="4243" y="3599"/>
                <a:chExt cx="295" cy="1"/>
              </a:xfrm>
              <a:grpFill/>
            </p:grpSpPr>
            <p:sp>
              <p:nvSpPr>
                <p:cNvPr id="103983" name="Line 831"/>
                <p:cNvSpPr>
                  <a:spLocks noChangeShapeType="1"/>
                </p:cNvSpPr>
                <p:nvPr/>
              </p:nvSpPr>
              <p:spPr bwMode="auto">
                <a:xfrm>
                  <a:off x="4243" y="3599"/>
                  <a:ext cx="24" cy="1"/>
                </a:xfrm>
                <a:prstGeom prst="line">
                  <a:avLst/>
                </a:prstGeom>
                <a:grpFill/>
                <a:ln w="12700">
                  <a:solidFill>
                    <a:schemeClr val="bg1">
                      <a:lumMod val="65000"/>
                    </a:schemeClr>
                  </a:solidFill>
                  <a:round/>
                  <a:headEnd/>
                  <a:tailEnd/>
                </a:ln>
              </p:spPr>
              <p:txBody>
                <a:bodyPr/>
                <a:lstStyle/>
                <a:p>
                  <a:endParaRPr lang="en-US"/>
                </a:p>
              </p:txBody>
            </p:sp>
            <p:sp>
              <p:nvSpPr>
                <p:cNvPr id="103984" name="Line 832"/>
                <p:cNvSpPr>
                  <a:spLocks noChangeShapeType="1"/>
                </p:cNvSpPr>
                <p:nvPr/>
              </p:nvSpPr>
              <p:spPr bwMode="auto">
                <a:xfrm>
                  <a:off x="4299" y="3599"/>
                  <a:ext cx="24" cy="1"/>
                </a:xfrm>
                <a:prstGeom prst="line">
                  <a:avLst/>
                </a:prstGeom>
                <a:grpFill/>
                <a:ln w="12700">
                  <a:solidFill>
                    <a:schemeClr val="bg1">
                      <a:lumMod val="65000"/>
                    </a:schemeClr>
                  </a:solidFill>
                  <a:round/>
                  <a:headEnd/>
                  <a:tailEnd/>
                </a:ln>
              </p:spPr>
              <p:txBody>
                <a:bodyPr/>
                <a:lstStyle/>
                <a:p>
                  <a:endParaRPr lang="en-US"/>
                </a:p>
              </p:txBody>
            </p:sp>
            <p:sp>
              <p:nvSpPr>
                <p:cNvPr id="103985" name="Line 833"/>
                <p:cNvSpPr>
                  <a:spLocks noChangeShapeType="1"/>
                </p:cNvSpPr>
                <p:nvPr/>
              </p:nvSpPr>
              <p:spPr bwMode="auto">
                <a:xfrm>
                  <a:off x="4355" y="3599"/>
                  <a:ext cx="24" cy="1"/>
                </a:xfrm>
                <a:prstGeom prst="line">
                  <a:avLst/>
                </a:prstGeom>
                <a:grpFill/>
                <a:ln w="12700">
                  <a:solidFill>
                    <a:schemeClr val="bg1">
                      <a:lumMod val="65000"/>
                    </a:schemeClr>
                  </a:solidFill>
                  <a:round/>
                  <a:headEnd/>
                  <a:tailEnd/>
                </a:ln>
              </p:spPr>
              <p:txBody>
                <a:bodyPr/>
                <a:lstStyle/>
                <a:p>
                  <a:endParaRPr lang="en-US"/>
                </a:p>
              </p:txBody>
            </p:sp>
            <p:sp>
              <p:nvSpPr>
                <p:cNvPr id="103986" name="Line 834"/>
                <p:cNvSpPr>
                  <a:spLocks noChangeShapeType="1"/>
                </p:cNvSpPr>
                <p:nvPr/>
              </p:nvSpPr>
              <p:spPr bwMode="auto">
                <a:xfrm>
                  <a:off x="4411" y="3599"/>
                  <a:ext cx="24" cy="1"/>
                </a:xfrm>
                <a:prstGeom prst="line">
                  <a:avLst/>
                </a:prstGeom>
                <a:grpFill/>
                <a:ln w="12700">
                  <a:solidFill>
                    <a:schemeClr val="bg1">
                      <a:lumMod val="65000"/>
                    </a:schemeClr>
                  </a:solidFill>
                  <a:round/>
                  <a:headEnd/>
                  <a:tailEnd/>
                </a:ln>
              </p:spPr>
              <p:txBody>
                <a:bodyPr/>
                <a:lstStyle/>
                <a:p>
                  <a:endParaRPr lang="en-US"/>
                </a:p>
              </p:txBody>
            </p:sp>
            <p:sp>
              <p:nvSpPr>
                <p:cNvPr id="103987" name="Line 835"/>
                <p:cNvSpPr>
                  <a:spLocks noChangeShapeType="1"/>
                </p:cNvSpPr>
                <p:nvPr/>
              </p:nvSpPr>
              <p:spPr bwMode="auto">
                <a:xfrm>
                  <a:off x="4467" y="3599"/>
                  <a:ext cx="24" cy="1"/>
                </a:xfrm>
                <a:prstGeom prst="line">
                  <a:avLst/>
                </a:prstGeom>
                <a:grpFill/>
                <a:ln w="12700">
                  <a:solidFill>
                    <a:schemeClr val="bg1">
                      <a:lumMod val="65000"/>
                    </a:schemeClr>
                  </a:solidFill>
                  <a:round/>
                  <a:headEnd/>
                  <a:tailEnd/>
                </a:ln>
              </p:spPr>
              <p:txBody>
                <a:bodyPr/>
                <a:lstStyle/>
                <a:p>
                  <a:endParaRPr lang="en-US"/>
                </a:p>
              </p:txBody>
            </p:sp>
            <p:sp>
              <p:nvSpPr>
                <p:cNvPr id="103988" name="Line 836"/>
                <p:cNvSpPr>
                  <a:spLocks noChangeShapeType="1"/>
                </p:cNvSpPr>
                <p:nvPr/>
              </p:nvSpPr>
              <p:spPr bwMode="auto">
                <a:xfrm>
                  <a:off x="4522" y="3599"/>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93" name="Group 837"/>
            <p:cNvGrpSpPr>
              <a:grpSpLocks/>
            </p:cNvGrpSpPr>
            <p:nvPr/>
          </p:nvGrpSpPr>
          <p:grpSpPr bwMode="auto">
            <a:xfrm>
              <a:off x="3788" y="2376"/>
              <a:ext cx="886" cy="290"/>
              <a:chOff x="3788" y="2376"/>
              <a:chExt cx="886" cy="290"/>
            </a:xfrm>
            <a:grpFill/>
          </p:grpSpPr>
          <p:sp>
            <p:nvSpPr>
              <p:cNvPr id="103979" name="Freeform 838"/>
              <p:cNvSpPr>
                <a:spLocks/>
              </p:cNvSpPr>
              <p:nvPr/>
            </p:nvSpPr>
            <p:spPr bwMode="auto">
              <a:xfrm>
                <a:off x="4530" y="2594"/>
                <a:ext cx="144" cy="72"/>
              </a:xfrm>
              <a:custGeom>
                <a:avLst/>
                <a:gdLst>
                  <a:gd name="T0" fmla="*/ 144 w 144"/>
                  <a:gd name="T1" fmla="*/ 72 h 72"/>
                  <a:gd name="T2" fmla="*/ 0 w 144"/>
                  <a:gd name="T3" fmla="*/ 64 h 72"/>
                  <a:gd name="T4" fmla="*/ 16 w 144"/>
                  <a:gd name="T5" fmla="*/ 32 h 72"/>
                  <a:gd name="T6" fmla="*/ 24 w 144"/>
                  <a:gd name="T7" fmla="*/ 0 h 72"/>
                  <a:gd name="T8" fmla="*/ 144 w 144"/>
                  <a:gd name="T9" fmla="*/ 72 h 72"/>
                  <a:gd name="T10" fmla="*/ 0 60000 65536"/>
                  <a:gd name="T11" fmla="*/ 0 60000 65536"/>
                  <a:gd name="T12" fmla="*/ 0 60000 65536"/>
                  <a:gd name="T13" fmla="*/ 0 60000 65536"/>
                  <a:gd name="T14" fmla="*/ 0 60000 65536"/>
                  <a:gd name="T15" fmla="*/ 0 w 144"/>
                  <a:gd name="T16" fmla="*/ 0 h 72"/>
                  <a:gd name="T17" fmla="*/ 144 w 144"/>
                  <a:gd name="T18" fmla="*/ 72 h 72"/>
                </a:gdLst>
                <a:ahLst/>
                <a:cxnLst>
                  <a:cxn ang="T10">
                    <a:pos x="T0" y="T1"/>
                  </a:cxn>
                  <a:cxn ang="T11">
                    <a:pos x="T2" y="T3"/>
                  </a:cxn>
                  <a:cxn ang="T12">
                    <a:pos x="T4" y="T5"/>
                  </a:cxn>
                  <a:cxn ang="T13">
                    <a:pos x="T6" y="T7"/>
                  </a:cxn>
                  <a:cxn ang="T14">
                    <a:pos x="T8" y="T9"/>
                  </a:cxn>
                </a:cxnLst>
                <a:rect l="T15" t="T16" r="T17" b="T18"/>
                <a:pathLst>
                  <a:path w="144" h="72">
                    <a:moveTo>
                      <a:pt x="144" y="72"/>
                    </a:moveTo>
                    <a:lnTo>
                      <a:pt x="0" y="64"/>
                    </a:lnTo>
                    <a:lnTo>
                      <a:pt x="16" y="32"/>
                    </a:lnTo>
                    <a:lnTo>
                      <a:pt x="24" y="0"/>
                    </a:lnTo>
                    <a:lnTo>
                      <a:pt x="144" y="72"/>
                    </a:lnTo>
                    <a:close/>
                  </a:path>
                </a:pathLst>
              </a:custGeom>
              <a:grpFill/>
              <a:ln w="9525">
                <a:solidFill>
                  <a:schemeClr val="bg1">
                    <a:lumMod val="65000"/>
                  </a:schemeClr>
                </a:solidFill>
                <a:round/>
                <a:headEnd/>
                <a:tailEnd/>
              </a:ln>
            </p:spPr>
            <p:txBody>
              <a:bodyPr/>
              <a:lstStyle/>
              <a:p>
                <a:endParaRPr lang="en-US"/>
              </a:p>
            </p:txBody>
          </p:sp>
          <p:sp>
            <p:nvSpPr>
              <p:cNvPr id="103980" name="Line 839"/>
              <p:cNvSpPr>
                <a:spLocks noChangeShapeType="1"/>
              </p:cNvSpPr>
              <p:nvPr/>
            </p:nvSpPr>
            <p:spPr bwMode="auto">
              <a:xfrm>
                <a:off x="3788" y="2376"/>
                <a:ext cx="766" cy="252"/>
              </a:xfrm>
              <a:prstGeom prst="line">
                <a:avLst/>
              </a:prstGeom>
              <a:grpFill/>
              <a:ln w="25400">
                <a:solidFill>
                  <a:schemeClr val="bg1">
                    <a:lumMod val="65000"/>
                  </a:schemeClr>
                </a:solidFill>
                <a:round/>
                <a:headEnd/>
                <a:tailEnd/>
              </a:ln>
            </p:spPr>
            <p:txBody>
              <a:bodyPr/>
              <a:lstStyle/>
              <a:p>
                <a:endParaRPr lang="en-US"/>
              </a:p>
            </p:txBody>
          </p:sp>
        </p:grpSp>
        <p:grpSp>
          <p:nvGrpSpPr>
            <p:cNvPr id="103594" name="Group 840"/>
            <p:cNvGrpSpPr>
              <a:grpSpLocks/>
            </p:cNvGrpSpPr>
            <p:nvPr/>
          </p:nvGrpSpPr>
          <p:grpSpPr bwMode="auto">
            <a:xfrm>
              <a:off x="3309" y="2084"/>
              <a:ext cx="1381" cy="1507"/>
              <a:chOff x="3309" y="2084"/>
              <a:chExt cx="1381" cy="1507"/>
            </a:xfrm>
            <a:grpFill/>
          </p:grpSpPr>
          <p:sp>
            <p:nvSpPr>
              <p:cNvPr id="103977" name="Freeform 841"/>
              <p:cNvSpPr>
                <a:spLocks/>
              </p:cNvSpPr>
              <p:nvPr/>
            </p:nvSpPr>
            <p:spPr bwMode="auto">
              <a:xfrm>
                <a:off x="4570" y="2084"/>
                <a:ext cx="120" cy="119"/>
              </a:xfrm>
              <a:custGeom>
                <a:avLst/>
                <a:gdLst>
                  <a:gd name="T0" fmla="*/ 120 w 120"/>
                  <a:gd name="T1" fmla="*/ 0 h 119"/>
                  <a:gd name="T2" fmla="*/ 56 w 120"/>
                  <a:gd name="T3" fmla="*/ 119 h 119"/>
                  <a:gd name="T4" fmla="*/ 24 w 120"/>
                  <a:gd name="T5" fmla="*/ 96 h 119"/>
                  <a:gd name="T6" fmla="*/ 0 w 120"/>
                  <a:gd name="T7" fmla="*/ 72 h 119"/>
                  <a:gd name="T8" fmla="*/ 120 w 120"/>
                  <a:gd name="T9" fmla="*/ 0 h 119"/>
                  <a:gd name="T10" fmla="*/ 0 60000 65536"/>
                  <a:gd name="T11" fmla="*/ 0 60000 65536"/>
                  <a:gd name="T12" fmla="*/ 0 60000 65536"/>
                  <a:gd name="T13" fmla="*/ 0 60000 65536"/>
                  <a:gd name="T14" fmla="*/ 0 60000 65536"/>
                  <a:gd name="T15" fmla="*/ 0 w 120"/>
                  <a:gd name="T16" fmla="*/ 0 h 119"/>
                  <a:gd name="T17" fmla="*/ 120 w 120"/>
                  <a:gd name="T18" fmla="*/ 119 h 119"/>
                </a:gdLst>
                <a:ahLst/>
                <a:cxnLst>
                  <a:cxn ang="T10">
                    <a:pos x="T0" y="T1"/>
                  </a:cxn>
                  <a:cxn ang="T11">
                    <a:pos x="T2" y="T3"/>
                  </a:cxn>
                  <a:cxn ang="T12">
                    <a:pos x="T4" y="T5"/>
                  </a:cxn>
                  <a:cxn ang="T13">
                    <a:pos x="T6" y="T7"/>
                  </a:cxn>
                  <a:cxn ang="T14">
                    <a:pos x="T8" y="T9"/>
                  </a:cxn>
                </a:cxnLst>
                <a:rect l="T15" t="T16" r="T17" b="T18"/>
                <a:pathLst>
                  <a:path w="120" h="119">
                    <a:moveTo>
                      <a:pt x="120" y="0"/>
                    </a:moveTo>
                    <a:lnTo>
                      <a:pt x="56" y="119"/>
                    </a:lnTo>
                    <a:lnTo>
                      <a:pt x="24" y="96"/>
                    </a:lnTo>
                    <a:lnTo>
                      <a:pt x="0" y="72"/>
                    </a:lnTo>
                    <a:lnTo>
                      <a:pt x="120" y="0"/>
                    </a:lnTo>
                    <a:close/>
                  </a:path>
                </a:pathLst>
              </a:custGeom>
              <a:grpFill/>
              <a:ln w="9525">
                <a:solidFill>
                  <a:schemeClr val="bg1">
                    <a:lumMod val="65000"/>
                  </a:schemeClr>
                </a:solidFill>
                <a:round/>
                <a:headEnd/>
                <a:tailEnd/>
              </a:ln>
            </p:spPr>
            <p:txBody>
              <a:bodyPr/>
              <a:lstStyle/>
              <a:p>
                <a:endParaRPr lang="en-US"/>
              </a:p>
            </p:txBody>
          </p:sp>
          <p:sp>
            <p:nvSpPr>
              <p:cNvPr id="103978" name="Line 842"/>
              <p:cNvSpPr>
                <a:spLocks noChangeShapeType="1"/>
              </p:cNvSpPr>
              <p:nvPr/>
            </p:nvSpPr>
            <p:spPr bwMode="auto">
              <a:xfrm flipV="1">
                <a:off x="3309" y="2172"/>
                <a:ext cx="1291" cy="1419"/>
              </a:xfrm>
              <a:prstGeom prst="line">
                <a:avLst/>
              </a:prstGeom>
              <a:grpFill/>
              <a:ln w="25400">
                <a:solidFill>
                  <a:schemeClr val="bg1">
                    <a:lumMod val="65000"/>
                  </a:schemeClr>
                </a:solidFill>
                <a:round/>
                <a:headEnd/>
                <a:tailEnd/>
              </a:ln>
            </p:spPr>
            <p:txBody>
              <a:bodyPr/>
              <a:lstStyle/>
              <a:p>
                <a:endParaRPr lang="en-US"/>
              </a:p>
            </p:txBody>
          </p:sp>
        </p:grpSp>
        <p:grpSp>
          <p:nvGrpSpPr>
            <p:cNvPr id="103595" name="Group 843"/>
            <p:cNvGrpSpPr>
              <a:grpSpLocks/>
            </p:cNvGrpSpPr>
            <p:nvPr/>
          </p:nvGrpSpPr>
          <p:grpSpPr bwMode="auto">
            <a:xfrm>
              <a:off x="3773" y="2076"/>
              <a:ext cx="909" cy="893"/>
              <a:chOff x="3773" y="2076"/>
              <a:chExt cx="909" cy="893"/>
            </a:xfrm>
            <a:grpFill/>
          </p:grpSpPr>
          <p:sp>
            <p:nvSpPr>
              <p:cNvPr id="103975" name="Freeform 844"/>
              <p:cNvSpPr>
                <a:spLocks/>
              </p:cNvSpPr>
              <p:nvPr/>
            </p:nvSpPr>
            <p:spPr bwMode="auto">
              <a:xfrm>
                <a:off x="4562" y="2850"/>
                <a:ext cx="120" cy="119"/>
              </a:xfrm>
              <a:custGeom>
                <a:avLst/>
                <a:gdLst>
                  <a:gd name="T0" fmla="*/ 120 w 120"/>
                  <a:gd name="T1" fmla="*/ 119 h 119"/>
                  <a:gd name="T2" fmla="*/ 0 w 120"/>
                  <a:gd name="T3" fmla="*/ 47 h 119"/>
                  <a:gd name="T4" fmla="*/ 24 w 120"/>
                  <a:gd name="T5" fmla="*/ 23 h 119"/>
                  <a:gd name="T6" fmla="*/ 48 w 120"/>
                  <a:gd name="T7" fmla="*/ 0 h 119"/>
                  <a:gd name="T8" fmla="*/ 120 w 120"/>
                  <a:gd name="T9" fmla="*/ 119 h 119"/>
                  <a:gd name="T10" fmla="*/ 0 60000 65536"/>
                  <a:gd name="T11" fmla="*/ 0 60000 65536"/>
                  <a:gd name="T12" fmla="*/ 0 60000 65536"/>
                  <a:gd name="T13" fmla="*/ 0 60000 65536"/>
                  <a:gd name="T14" fmla="*/ 0 60000 65536"/>
                  <a:gd name="T15" fmla="*/ 0 w 120"/>
                  <a:gd name="T16" fmla="*/ 0 h 119"/>
                  <a:gd name="T17" fmla="*/ 120 w 120"/>
                  <a:gd name="T18" fmla="*/ 119 h 119"/>
                </a:gdLst>
                <a:ahLst/>
                <a:cxnLst>
                  <a:cxn ang="T10">
                    <a:pos x="T0" y="T1"/>
                  </a:cxn>
                  <a:cxn ang="T11">
                    <a:pos x="T2" y="T3"/>
                  </a:cxn>
                  <a:cxn ang="T12">
                    <a:pos x="T4" y="T5"/>
                  </a:cxn>
                  <a:cxn ang="T13">
                    <a:pos x="T6" y="T7"/>
                  </a:cxn>
                  <a:cxn ang="T14">
                    <a:pos x="T8" y="T9"/>
                  </a:cxn>
                </a:cxnLst>
                <a:rect l="T15" t="T16" r="T17" b="T18"/>
                <a:pathLst>
                  <a:path w="120" h="119">
                    <a:moveTo>
                      <a:pt x="120" y="119"/>
                    </a:moveTo>
                    <a:lnTo>
                      <a:pt x="0" y="47"/>
                    </a:lnTo>
                    <a:lnTo>
                      <a:pt x="24" y="23"/>
                    </a:lnTo>
                    <a:lnTo>
                      <a:pt x="48" y="0"/>
                    </a:lnTo>
                    <a:lnTo>
                      <a:pt x="120" y="119"/>
                    </a:lnTo>
                    <a:close/>
                  </a:path>
                </a:pathLst>
              </a:custGeom>
              <a:grpFill/>
              <a:ln w="9525">
                <a:solidFill>
                  <a:schemeClr val="bg1">
                    <a:lumMod val="65000"/>
                  </a:schemeClr>
                </a:solidFill>
                <a:round/>
                <a:headEnd/>
                <a:tailEnd/>
              </a:ln>
            </p:spPr>
            <p:txBody>
              <a:bodyPr/>
              <a:lstStyle/>
              <a:p>
                <a:endParaRPr lang="en-US"/>
              </a:p>
            </p:txBody>
          </p:sp>
          <p:sp>
            <p:nvSpPr>
              <p:cNvPr id="103976" name="Line 845"/>
              <p:cNvSpPr>
                <a:spLocks noChangeShapeType="1"/>
              </p:cNvSpPr>
              <p:nvPr/>
            </p:nvSpPr>
            <p:spPr bwMode="auto">
              <a:xfrm>
                <a:off x="3773" y="2076"/>
                <a:ext cx="821" cy="804"/>
              </a:xfrm>
              <a:prstGeom prst="line">
                <a:avLst/>
              </a:prstGeom>
              <a:grpFill/>
              <a:ln w="25400">
                <a:solidFill>
                  <a:schemeClr val="bg1">
                    <a:lumMod val="65000"/>
                  </a:schemeClr>
                </a:solidFill>
                <a:round/>
                <a:headEnd/>
                <a:tailEnd/>
              </a:ln>
            </p:spPr>
            <p:txBody>
              <a:bodyPr/>
              <a:lstStyle/>
              <a:p>
                <a:endParaRPr lang="en-US"/>
              </a:p>
            </p:txBody>
          </p:sp>
        </p:grpSp>
        <p:grpSp>
          <p:nvGrpSpPr>
            <p:cNvPr id="103596" name="Group 846"/>
            <p:cNvGrpSpPr>
              <a:grpSpLocks/>
            </p:cNvGrpSpPr>
            <p:nvPr/>
          </p:nvGrpSpPr>
          <p:grpSpPr bwMode="auto">
            <a:xfrm>
              <a:off x="3317" y="2379"/>
              <a:ext cx="910" cy="893"/>
              <a:chOff x="3317" y="2379"/>
              <a:chExt cx="910" cy="893"/>
            </a:xfrm>
            <a:grpFill/>
          </p:grpSpPr>
          <p:sp>
            <p:nvSpPr>
              <p:cNvPr id="103973" name="Freeform 847"/>
              <p:cNvSpPr>
                <a:spLocks/>
              </p:cNvSpPr>
              <p:nvPr/>
            </p:nvSpPr>
            <p:spPr bwMode="auto">
              <a:xfrm>
                <a:off x="4107" y="3153"/>
                <a:ext cx="120" cy="119"/>
              </a:xfrm>
              <a:custGeom>
                <a:avLst/>
                <a:gdLst>
                  <a:gd name="T0" fmla="*/ 120 w 120"/>
                  <a:gd name="T1" fmla="*/ 119 h 119"/>
                  <a:gd name="T2" fmla="*/ 0 w 120"/>
                  <a:gd name="T3" fmla="*/ 48 h 119"/>
                  <a:gd name="T4" fmla="*/ 24 w 120"/>
                  <a:gd name="T5" fmla="*/ 24 h 119"/>
                  <a:gd name="T6" fmla="*/ 48 w 120"/>
                  <a:gd name="T7" fmla="*/ 0 h 119"/>
                  <a:gd name="T8" fmla="*/ 120 w 120"/>
                  <a:gd name="T9" fmla="*/ 119 h 119"/>
                  <a:gd name="T10" fmla="*/ 0 60000 65536"/>
                  <a:gd name="T11" fmla="*/ 0 60000 65536"/>
                  <a:gd name="T12" fmla="*/ 0 60000 65536"/>
                  <a:gd name="T13" fmla="*/ 0 60000 65536"/>
                  <a:gd name="T14" fmla="*/ 0 60000 65536"/>
                  <a:gd name="T15" fmla="*/ 0 w 120"/>
                  <a:gd name="T16" fmla="*/ 0 h 119"/>
                  <a:gd name="T17" fmla="*/ 120 w 120"/>
                  <a:gd name="T18" fmla="*/ 119 h 119"/>
                </a:gdLst>
                <a:ahLst/>
                <a:cxnLst>
                  <a:cxn ang="T10">
                    <a:pos x="T0" y="T1"/>
                  </a:cxn>
                  <a:cxn ang="T11">
                    <a:pos x="T2" y="T3"/>
                  </a:cxn>
                  <a:cxn ang="T12">
                    <a:pos x="T4" y="T5"/>
                  </a:cxn>
                  <a:cxn ang="T13">
                    <a:pos x="T6" y="T7"/>
                  </a:cxn>
                  <a:cxn ang="T14">
                    <a:pos x="T8" y="T9"/>
                  </a:cxn>
                </a:cxnLst>
                <a:rect l="T15" t="T16" r="T17" b="T18"/>
                <a:pathLst>
                  <a:path w="120" h="119">
                    <a:moveTo>
                      <a:pt x="120" y="119"/>
                    </a:moveTo>
                    <a:lnTo>
                      <a:pt x="0" y="48"/>
                    </a:lnTo>
                    <a:lnTo>
                      <a:pt x="24" y="24"/>
                    </a:lnTo>
                    <a:lnTo>
                      <a:pt x="48" y="0"/>
                    </a:lnTo>
                    <a:lnTo>
                      <a:pt x="120" y="119"/>
                    </a:lnTo>
                    <a:close/>
                  </a:path>
                </a:pathLst>
              </a:custGeom>
              <a:grpFill/>
              <a:ln w="9525">
                <a:solidFill>
                  <a:schemeClr val="bg1">
                    <a:lumMod val="65000"/>
                  </a:schemeClr>
                </a:solidFill>
                <a:round/>
                <a:headEnd/>
                <a:tailEnd/>
              </a:ln>
            </p:spPr>
            <p:txBody>
              <a:bodyPr/>
              <a:lstStyle/>
              <a:p>
                <a:endParaRPr lang="en-US"/>
              </a:p>
            </p:txBody>
          </p:sp>
          <p:sp>
            <p:nvSpPr>
              <p:cNvPr id="103974" name="Line 848"/>
              <p:cNvSpPr>
                <a:spLocks noChangeShapeType="1"/>
              </p:cNvSpPr>
              <p:nvPr/>
            </p:nvSpPr>
            <p:spPr bwMode="auto">
              <a:xfrm>
                <a:off x="3317" y="2379"/>
                <a:ext cx="822" cy="804"/>
              </a:xfrm>
              <a:prstGeom prst="line">
                <a:avLst/>
              </a:prstGeom>
              <a:grpFill/>
              <a:ln w="25400">
                <a:solidFill>
                  <a:schemeClr val="bg1">
                    <a:lumMod val="65000"/>
                  </a:schemeClr>
                </a:solidFill>
                <a:round/>
                <a:headEnd/>
                <a:tailEnd/>
              </a:ln>
            </p:spPr>
            <p:txBody>
              <a:bodyPr/>
              <a:lstStyle/>
              <a:p>
                <a:endParaRPr lang="en-US"/>
              </a:p>
            </p:txBody>
          </p:sp>
        </p:grpSp>
        <p:grpSp>
          <p:nvGrpSpPr>
            <p:cNvPr id="103597" name="Group 849"/>
            <p:cNvGrpSpPr>
              <a:grpSpLocks/>
            </p:cNvGrpSpPr>
            <p:nvPr/>
          </p:nvGrpSpPr>
          <p:grpSpPr bwMode="auto">
            <a:xfrm>
              <a:off x="2878" y="1725"/>
              <a:ext cx="415" cy="56"/>
              <a:chOff x="2878" y="1725"/>
              <a:chExt cx="415" cy="56"/>
            </a:xfrm>
            <a:grpFill/>
          </p:grpSpPr>
          <p:sp>
            <p:nvSpPr>
              <p:cNvPr id="103965" name="Freeform 850"/>
              <p:cNvSpPr>
                <a:spLocks/>
              </p:cNvSpPr>
              <p:nvPr/>
            </p:nvSpPr>
            <p:spPr bwMode="auto">
              <a:xfrm>
                <a:off x="3181" y="1725"/>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3966" name="Group 851"/>
              <p:cNvGrpSpPr>
                <a:grpSpLocks/>
              </p:cNvGrpSpPr>
              <p:nvPr/>
            </p:nvGrpSpPr>
            <p:grpSpPr bwMode="auto">
              <a:xfrm>
                <a:off x="2878" y="1757"/>
                <a:ext cx="295" cy="1"/>
                <a:chOff x="2878" y="1757"/>
                <a:chExt cx="295" cy="1"/>
              </a:xfrm>
              <a:grpFill/>
            </p:grpSpPr>
            <p:sp>
              <p:nvSpPr>
                <p:cNvPr id="103967" name="Line 852"/>
                <p:cNvSpPr>
                  <a:spLocks noChangeShapeType="1"/>
                </p:cNvSpPr>
                <p:nvPr/>
              </p:nvSpPr>
              <p:spPr bwMode="auto">
                <a:xfrm>
                  <a:off x="2878" y="1757"/>
                  <a:ext cx="24" cy="1"/>
                </a:xfrm>
                <a:prstGeom prst="line">
                  <a:avLst/>
                </a:prstGeom>
                <a:grpFill/>
                <a:ln w="12700">
                  <a:solidFill>
                    <a:schemeClr val="bg1">
                      <a:lumMod val="65000"/>
                    </a:schemeClr>
                  </a:solidFill>
                  <a:round/>
                  <a:headEnd/>
                  <a:tailEnd/>
                </a:ln>
              </p:spPr>
              <p:txBody>
                <a:bodyPr/>
                <a:lstStyle/>
                <a:p>
                  <a:endParaRPr lang="en-US"/>
                </a:p>
              </p:txBody>
            </p:sp>
            <p:sp>
              <p:nvSpPr>
                <p:cNvPr id="103968" name="Line 853"/>
                <p:cNvSpPr>
                  <a:spLocks noChangeShapeType="1"/>
                </p:cNvSpPr>
                <p:nvPr/>
              </p:nvSpPr>
              <p:spPr bwMode="auto">
                <a:xfrm>
                  <a:off x="2934" y="1757"/>
                  <a:ext cx="24" cy="1"/>
                </a:xfrm>
                <a:prstGeom prst="line">
                  <a:avLst/>
                </a:prstGeom>
                <a:grpFill/>
                <a:ln w="12700">
                  <a:solidFill>
                    <a:schemeClr val="bg1">
                      <a:lumMod val="65000"/>
                    </a:schemeClr>
                  </a:solidFill>
                  <a:round/>
                  <a:headEnd/>
                  <a:tailEnd/>
                </a:ln>
              </p:spPr>
              <p:txBody>
                <a:bodyPr/>
                <a:lstStyle/>
                <a:p>
                  <a:endParaRPr lang="en-US"/>
                </a:p>
              </p:txBody>
            </p:sp>
            <p:sp>
              <p:nvSpPr>
                <p:cNvPr id="103969" name="Line 854"/>
                <p:cNvSpPr>
                  <a:spLocks noChangeShapeType="1"/>
                </p:cNvSpPr>
                <p:nvPr/>
              </p:nvSpPr>
              <p:spPr bwMode="auto">
                <a:xfrm>
                  <a:off x="2990" y="1757"/>
                  <a:ext cx="23" cy="1"/>
                </a:xfrm>
                <a:prstGeom prst="line">
                  <a:avLst/>
                </a:prstGeom>
                <a:grpFill/>
                <a:ln w="12700">
                  <a:solidFill>
                    <a:schemeClr val="bg1">
                      <a:lumMod val="65000"/>
                    </a:schemeClr>
                  </a:solidFill>
                  <a:round/>
                  <a:headEnd/>
                  <a:tailEnd/>
                </a:ln>
              </p:spPr>
              <p:txBody>
                <a:bodyPr/>
                <a:lstStyle/>
                <a:p>
                  <a:endParaRPr lang="en-US"/>
                </a:p>
              </p:txBody>
            </p:sp>
            <p:sp>
              <p:nvSpPr>
                <p:cNvPr id="103970" name="Line 855"/>
                <p:cNvSpPr>
                  <a:spLocks noChangeShapeType="1"/>
                </p:cNvSpPr>
                <p:nvPr/>
              </p:nvSpPr>
              <p:spPr bwMode="auto">
                <a:xfrm>
                  <a:off x="3045" y="1757"/>
                  <a:ext cx="24" cy="1"/>
                </a:xfrm>
                <a:prstGeom prst="line">
                  <a:avLst/>
                </a:prstGeom>
                <a:grpFill/>
                <a:ln w="12700">
                  <a:solidFill>
                    <a:schemeClr val="bg1">
                      <a:lumMod val="65000"/>
                    </a:schemeClr>
                  </a:solidFill>
                  <a:round/>
                  <a:headEnd/>
                  <a:tailEnd/>
                </a:ln>
              </p:spPr>
              <p:txBody>
                <a:bodyPr/>
                <a:lstStyle/>
                <a:p>
                  <a:endParaRPr lang="en-US"/>
                </a:p>
              </p:txBody>
            </p:sp>
            <p:sp>
              <p:nvSpPr>
                <p:cNvPr id="103971" name="Line 856"/>
                <p:cNvSpPr>
                  <a:spLocks noChangeShapeType="1"/>
                </p:cNvSpPr>
                <p:nvPr/>
              </p:nvSpPr>
              <p:spPr bwMode="auto">
                <a:xfrm>
                  <a:off x="3101" y="1757"/>
                  <a:ext cx="24" cy="1"/>
                </a:xfrm>
                <a:prstGeom prst="line">
                  <a:avLst/>
                </a:prstGeom>
                <a:grpFill/>
                <a:ln w="12700">
                  <a:solidFill>
                    <a:schemeClr val="bg1">
                      <a:lumMod val="65000"/>
                    </a:schemeClr>
                  </a:solidFill>
                  <a:round/>
                  <a:headEnd/>
                  <a:tailEnd/>
                </a:ln>
              </p:spPr>
              <p:txBody>
                <a:bodyPr/>
                <a:lstStyle/>
                <a:p>
                  <a:endParaRPr lang="en-US"/>
                </a:p>
              </p:txBody>
            </p:sp>
            <p:sp>
              <p:nvSpPr>
                <p:cNvPr id="103972" name="Line 857"/>
                <p:cNvSpPr>
                  <a:spLocks noChangeShapeType="1"/>
                </p:cNvSpPr>
                <p:nvPr/>
              </p:nvSpPr>
              <p:spPr bwMode="auto">
                <a:xfrm>
                  <a:off x="3157" y="1757"/>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98" name="Group 858"/>
            <p:cNvGrpSpPr>
              <a:grpSpLocks/>
            </p:cNvGrpSpPr>
            <p:nvPr/>
          </p:nvGrpSpPr>
          <p:grpSpPr bwMode="auto">
            <a:xfrm>
              <a:off x="2878" y="2036"/>
              <a:ext cx="415" cy="56"/>
              <a:chOff x="2878" y="2036"/>
              <a:chExt cx="415" cy="56"/>
            </a:xfrm>
            <a:grpFill/>
          </p:grpSpPr>
          <p:sp>
            <p:nvSpPr>
              <p:cNvPr id="103957" name="Freeform 859"/>
              <p:cNvSpPr>
                <a:spLocks/>
              </p:cNvSpPr>
              <p:nvPr/>
            </p:nvSpPr>
            <p:spPr bwMode="auto">
              <a:xfrm>
                <a:off x="3181" y="2036"/>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lumMod val="65000"/>
                  </a:schemeClr>
                </a:solidFill>
                <a:round/>
                <a:headEnd/>
                <a:tailEnd/>
              </a:ln>
            </p:spPr>
            <p:txBody>
              <a:bodyPr/>
              <a:lstStyle/>
              <a:p>
                <a:endParaRPr lang="en-US"/>
              </a:p>
            </p:txBody>
          </p:sp>
          <p:grpSp>
            <p:nvGrpSpPr>
              <p:cNvPr id="103958" name="Group 860"/>
              <p:cNvGrpSpPr>
                <a:grpSpLocks/>
              </p:cNvGrpSpPr>
              <p:nvPr/>
            </p:nvGrpSpPr>
            <p:grpSpPr bwMode="auto">
              <a:xfrm>
                <a:off x="2878" y="2060"/>
                <a:ext cx="295" cy="1"/>
                <a:chOff x="2878" y="2060"/>
                <a:chExt cx="295" cy="1"/>
              </a:xfrm>
              <a:grpFill/>
            </p:grpSpPr>
            <p:sp>
              <p:nvSpPr>
                <p:cNvPr id="103959" name="Line 861"/>
                <p:cNvSpPr>
                  <a:spLocks noChangeShapeType="1"/>
                </p:cNvSpPr>
                <p:nvPr/>
              </p:nvSpPr>
              <p:spPr bwMode="auto">
                <a:xfrm>
                  <a:off x="2878" y="2060"/>
                  <a:ext cx="24" cy="1"/>
                </a:xfrm>
                <a:prstGeom prst="line">
                  <a:avLst/>
                </a:prstGeom>
                <a:grpFill/>
                <a:ln w="12700">
                  <a:solidFill>
                    <a:schemeClr val="bg1">
                      <a:lumMod val="65000"/>
                    </a:schemeClr>
                  </a:solidFill>
                  <a:round/>
                  <a:headEnd/>
                  <a:tailEnd/>
                </a:ln>
              </p:spPr>
              <p:txBody>
                <a:bodyPr/>
                <a:lstStyle/>
                <a:p>
                  <a:endParaRPr lang="en-US"/>
                </a:p>
              </p:txBody>
            </p:sp>
            <p:sp>
              <p:nvSpPr>
                <p:cNvPr id="103960" name="Line 862"/>
                <p:cNvSpPr>
                  <a:spLocks noChangeShapeType="1"/>
                </p:cNvSpPr>
                <p:nvPr/>
              </p:nvSpPr>
              <p:spPr bwMode="auto">
                <a:xfrm>
                  <a:off x="2934" y="2060"/>
                  <a:ext cx="24" cy="1"/>
                </a:xfrm>
                <a:prstGeom prst="line">
                  <a:avLst/>
                </a:prstGeom>
                <a:grpFill/>
                <a:ln w="12700">
                  <a:solidFill>
                    <a:schemeClr val="bg1">
                      <a:lumMod val="65000"/>
                    </a:schemeClr>
                  </a:solidFill>
                  <a:round/>
                  <a:headEnd/>
                  <a:tailEnd/>
                </a:ln>
              </p:spPr>
              <p:txBody>
                <a:bodyPr/>
                <a:lstStyle/>
                <a:p>
                  <a:endParaRPr lang="en-US"/>
                </a:p>
              </p:txBody>
            </p:sp>
            <p:sp>
              <p:nvSpPr>
                <p:cNvPr id="103961" name="Line 863"/>
                <p:cNvSpPr>
                  <a:spLocks noChangeShapeType="1"/>
                </p:cNvSpPr>
                <p:nvPr/>
              </p:nvSpPr>
              <p:spPr bwMode="auto">
                <a:xfrm>
                  <a:off x="2990" y="2060"/>
                  <a:ext cx="23" cy="1"/>
                </a:xfrm>
                <a:prstGeom prst="line">
                  <a:avLst/>
                </a:prstGeom>
                <a:grpFill/>
                <a:ln w="12700">
                  <a:solidFill>
                    <a:schemeClr val="bg1">
                      <a:lumMod val="65000"/>
                    </a:schemeClr>
                  </a:solidFill>
                  <a:round/>
                  <a:headEnd/>
                  <a:tailEnd/>
                </a:ln>
              </p:spPr>
              <p:txBody>
                <a:bodyPr/>
                <a:lstStyle/>
                <a:p>
                  <a:endParaRPr lang="en-US"/>
                </a:p>
              </p:txBody>
            </p:sp>
            <p:sp>
              <p:nvSpPr>
                <p:cNvPr id="103962" name="Line 864"/>
                <p:cNvSpPr>
                  <a:spLocks noChangeShapeType="1"/>
                </p:cNvSpPr>
                <p:nvPr/>
              </p:nvSpPr>
              <p:spPr bwMode="auto">
                <a:xfrm>
                  <a:off x="3045" y="2060"/>
                  <a:ext cx="24" cy="1"/>
                </a:xfrm>
                <a:prstGeom prst="line">
                  <a:avLst/>
                </a:prstGeom>
                <a:grpFill/>
                <a:ln w="12700">
                  <a:solidFill>
                    <a:schemeClr val="bg1">
                      <a:lumMod val="65000"/>
                    </a:schemeClr>
                  </a:solidFill>
                  <a:round/>
                  <a:headEnd/>
                  <a:tailEnd/>
                </a:ln>
              </p:spPr>
              <p:txBody>
                <a:bodyPr/>
                <a:lstStyle/>
                <a:p>
                  <a:endParaRPr lang="en-US"/>
                </a:p>
              </p:txBody>
            </p:sp>
            <p:sp>
              <p:nvSpPr>
                <p:cNvPr id="103963" name="Line 865"/>
                <p:cNvSpPr>
                  <a:spLocks noChangeShapeType="1"/>
                </p:cNvSpPr>
                <p:nvPr/>
              </p:nvSpPr>
              <p:spPr bwMode="auto">
                <a:xfrm>
                  <a:off x="3101" y="2060"/>
                  <a:ext cx="24" cy="1"/>
                </a:xfrm>
                <a:prstGeom prst="line">
                  <a:avLst/>
                </a:prstGeom>
                <a:grpFill/>
                <a:ln w="12700">
                  <a:solidFill>
                    <a:schemeClr val="bg1">
                      <a:lumMod val="65000"/>
                    </a:schemeClr>
                  </a:solidFill>
                  <a:round/>
                  <a:headEnd/>
                  <a:tailEnd/>
                </a:ln>
              </p:spPr>
              <p:txBody>
                <a:bodyPr/>
                <a:lstStyle/>
                <a:p>
                  <a:endParaRPr lang="en-US"/>
                </a:p>
              </p:txBody>
            </p:sp>
            <p:sp>
              <p:nvSpPr>
                <p:cNvPr id="103964" name="Line 866"/>
                <p:cNvSpPr>
                  <a:spLocks noChangeShapeType="1"/>
                </p:cNvSpPr>
                <p:nvPr/>
              </p:nvSpPr>
              <p:spPr bwMode="auto">
                <a:xfrm>
                  <a:off x="3157" y="2060"/>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599" name="Group 867"/>
            <p:cNvGrpSpPr>
              <a:grpSpLocks/>
            </p:cNvGrpSpPr>
            <p:nvPr/>
          </p:nvGrpSpPr>
          <p:grpSpPr bwMode="auto">
            <a:xfrm>
              <a:off x="2886" y="2339"/>
              <a:ext cx="415" cy="56"/>
              <a:chOff x="2886" y="2339"/>
              <a:chExt cx="415" cy="56"/>
            </a:xfrm>
            <a:grpFill/>
          </p:grpSpPr>
          <p:sp>
            <p:nvSpPr>
              <p:cNvPr id="103949" name="Freeform 868"/>
              <p:cNvSpPr>
                <a:spLocks/>
              </p:cNvSpPr>
              <p:nvPr/>
            </p:nvSpPr>
            <p:spPr bwMode="auto">
              <a:xfrm>
                <a:off x="3189" y="2339"/>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3950" name="Group 869"/>
              <p:cNvGrpSpPr>
                <a:grpSpLocks/>
              </p:cNvGrpSpPr>
              <p:nvPr/>
            </p:nvGrpSpPr>
            <p:grpSpPr bwMode="auto">
              <a:xfrm>
                <a:off x="2886" y="2371"/>
                <a:ext cx="295" cy="1"/>
                <a:chOff x="2886" y="2371"/>
                <a:chExt cx="295" cy="1"/>
              </a:xfrm>
              <a:grpFill/>
            </p:grpSpPr>
            <p:sp>
              <p:nvSpPr>
                <p:cNvPr id="103951" name="Line 870"/>
                <p:cNvSpPr>
                  <a:spLocks noChangeShapeType="1"/>
                </p:cNvSpPr>
                <p:nvPr/>
              </p:nvSpPr>
              <p:spPr bwMode="auto">
                <a:xfrm>
                  <a:off x="2886" y="2371"/>
                  <a:ext cx="24" cy="1"/>
                </a:xfrm>
                <a:prstGeom prst="line">
                  <a:avLst/>
                </a:prstGeom>
                <a:grpFill/>
                <a:ln w="12700">
                  <a:solidFill>
                    <a:schemeClr val="bg1">
                      <a:lumMod val="65000"/>
                    </a:schemeClr>
                  </a:solidFill>
                  <a:round/>
                  <a:headEnd/>
                  <a:tailEnd/>
                </a:ln>
              </p:spPr>
              <p:txBody>
                <a:bodyPr/>
                <a:lstStyle/>
                <a:p>
                  <a:endParaRPr lang="en-US"/>
                </a:p>
              </p:txBody>
            </p:sp>
            <p:sp>
              <p:nvSpPr>
                <p:cNvPr id="103952" name="Line 871"/>
                <p:cNvSpPr>
                  <a:spLocks noChangeShapeType="1"/>
                </p:cNvSpPr>
                <p:nvPr/>
              </p:nvSpPr>
              <p:spPr bwMode="auto">
                <a:xfrm>
                  <a:off x="2942" y="2371"/>
                  <a:ext cx="24" cy="1"/>
                </a:xfrm>
                <a:prstGeom prst="line">
                  <a:avLst/>
                </a:prstGeom>
                <a:grpFill/>
                <a:ln w="12700">
                  <a:solidFill>
                    <a:schemeClr val="bg1">
                      <a:lumMod val="65000"/>
                    </a:schemeClr>
                  </a:solidFill>
                  <a:round/>
                  <a:headEnd/>
                  <a:tailEnd/>
                </a:ln>
              </p:spPr>
              <p:txBody>
                <a:bodyPr/>
                <a:lstStyle/>
                <a:p>
                  <a:endParaRPr lang="en-US"/>
                </a:p>
              </p:txBody>
            </p:sp>
            <p:sp>
              <p:nvSpPr>
                <p:cNvPr id="103953" name="Line 872"/>
                <p:cNvSpPr>
                  <a:spLocks noChangeShapeType="1"/>
                </p:cNvSpPr>
                <p:nvPr/>
              </p:nvSpPr>
              <p:spPr bwMode="auto">
                <a:xfrm>
                  <a:off x="2998" y="2371"/>
                  <a:ext cx="23" cy="1"/>
                </a:xfrm>
                <a:prstGeom prst="line">
                  <a:avLst/>
                </a:prstGeom>
                <a:grpFill/>
                <a:ln w="12700">
                  <a:solidFill>
                    <a:schemeClr val="bg1">
                      <a:lumMod val="65000"/>
                    </a:schemeClr>
                  </a:solidFill>
                  <a:round/>
                  <a:headEnd/>
                  <a:tailEnd/>
                </a:ln>
              </p:spPr>
              <p:txBody>
                <a:bodyPr/>
                <a:lstStyle/>
                <a:p>
                  <a:endParaRPr lang="en-US"/>
                </a:p>
              </p:txBody>
            </p:sp>
            <p:sp>
              <p:nvSpPr>
                <p:cNvPr id="103954" name="Line 873"/>
                <p:cNvSpPr>
                  <a:spLocks noChangeShapeType="1"/>
                </p:cNvSpPr>
                <p:nvPr/>
              </p:nvSpPr>
              <p:spPr bwMode="auto">
                <a:xfrm>
                  <a:off x="3053" y="2371"/>
                  <a:ext cx="24" cy="1"/>
                </a:xfrm>
                <a:prstGeom prst="line">
                  <a:avLst/>
                </a:prstGeom>
                <a:grpFill/>
                <a:ln w="12700">
                  <a:solidFill>
                    <a:schemeClr val="bg1">
                      <a:lumMod val="65000"/>
                    </a:schemeClr>
                  </a:solidFill>
                  <a:round/>
                  <a:headEnd/>
                  <a:tailEnd/>
                </a:ln>
              </p:spPr>
              <p:txBody>
                <a:bodyPr/>
                <a:lstStyle/>
                <a:p>
                  <a:endParaRPr lang="en-US"/>
                </a:p>
              </p:txBody>
            </p:sp>
            <p:sp>
              <p:nvSpPr>
                <p:cNvPr id="103955" name="Line 874"/>
                <p:cNvSpPr>
                  <a:spLocks noChangeShapeType="1"/>
                </p:cNvSpPr>
                <p:nvPr/>
              </p:nvSpPr>
              <p:spPr bwMode="auto">
                <a:xfrm>
                  <a:off x="3109" y="2371"/>
                  <a:ext cx="24" cy="1"/>
                </a:xfrm>
                <a:prstGeom prst="line">
                  <a:avLst/>
                </a:prstGeom>
                <a:grpFill/>
                <a:ln w="12700">
                  <a:solidFill>
                    <a:schemeClr val="bg1">
                      <a:lumMod val="65000"/>
                    </a:schemeClr>
                  </a:solidFill>
                  <a:round/>
                  <a:headEnd/>
                  <a:tailEnd/>
                </a:ln>
              </p:spPr>
              <p:txBody>
                <a:bodyPr/>
                <a:lstStyle/>
                <a:p>
                  <a:endParaRPr lang="en-US"/>
                </a:p>
              </p:txBody>
            </p:sp>
            <p:sp>
              <p:nvSpPr>
                <p:cNvPr id="103956" name="Line 875"/>
                <p:cNvSpPr>
                  <a:spLocks noChangeShapeType="1"/>
                </p:cNvSpPr>
                <p:nvPr/>
              </p:nvSpPr>
              <p:spPr bwMode="auto">
                <a:xfrm>
                  <a:off x="3165" y="2371"/>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600" name="Group 876"/>
            <p:cNvGrpSpPr>
              <a:grpSpLocks/>
            </p:cNvGrpSpPr>
            <p:nvPr/>
          </p:nvGrpSpPr>
          <p:grpSpPr bwMode="auto">
            <a:xfrm>
              <a:off x="2878" y="2642"/>
              <a:ext cx="415" cy="56"/>
              <a:chOff x="2878" y="2642"/>
              <a:chExt cx="415" cy="56"/>
            </a:xfrm>
            <a:grpFill/>
          </p:grpSpPr>
          <p:sp>
            <p:nvSpPr>
              <p:cNvPr id="103941" name="Freeform 877"/>
              <p:cNvSpPr>
                <a:spLocks/>
              </p:cNvSpPr>
              <p:nvPr/>
            </p:nvSpPr>
            <p:spPr bwMode="auto">
              <a:xfrm>
                <a:off x="3181" y="2642"/>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3942" name="Group 878"/>
              <p:cNvGrpSpPr>
                <a:grpSpLocks/>
              </p:cNvGrpSpPr>
              <p:nvPr/>
            </p:nvGrpSpPr>
            <p:grpSpPr bwMode="auto">
              <a:xfrm>
                <a:off x="2878" y="2674"/>
                <a:ext cx="295" cy="1"/>
                <a:chOff x="2878" y="2674"/>
                <a:chExt cx="295" cy="1"/>
              </a:xfrm>
              <a:grpFill/>
            </p:grpSpPr>
            <p:sp>
              <p:nvSpPr>
                <p:cNvPr id="103943" name="Line 879"/>
                <p:cNvSpPr>
                  <a:spLocks noChangeShapeType="1"/>
                </p:cNvSpPr>
                <p:nvPr/>
              </p:nvSpPr>
              <p:spPr bwMode="auto">
                <a:xfrm>
                  <a:off x="2878" y="2674"/>
                  <a:ext cx="24" cy="1"/>
                </a:xfrm>
                <a:prstGeom prst="line">
                  <a:avLst/>
                </a:prstGeom>
                <a:grpFill/>
                <a:ln w="12700">
                  <a:solidFill>
                    <a:schemeClr val="bg1">
                      <a:lumMod val="65000"/>
                    </a:schemeClr>
                  </a:solidFill>
                  <a:round/>
                  <a:headEnd/>
                  <a:tailEnd/>
                </a:ln>
              </p:spPr>
              <p:txBody>
                <a:bodyPr/>
                <a:lstStyle/>
                <a:p>
                  <a:endParaRPr lang="en-US"/>
                </a:p>
              </p:txBody>
            </p:sp>
            <p:sp>
              <p:nvSpPr>
                <p:cNvPr id="103944" name="Line 880"/>
                <p:cNvSpPr>
                  <a:spLocks noChangeShapeType="1"/>
                </p:cNvSpPr>
                <p:nvPr/>
              </p:nvSpPr>
              <p:spPr bwMode="auto">
                <a:xfrm>
                  <a:off x="2934" y="2674"/>
                  <a:ext cx="24" cy="1"/>
                </a:xfrm>
                <a:prstGeom prst="line">
                  <a:avLst/>
                </a:prstGeom>
                <a:grpFill/>
                <a:ln w="12700">
                  <a:solidFill>
                    <a:schemeClr val="bg1">
                      <a:lumMod val="65000"/>
                    </a:schemeClr>
                  </a:solidFill>
                  <a:round/>
                  <a:headEnd/>
                  <a:tailEnd/>
                </a:ln>
              </p:spPr>
              <p:txBody>
                <a:bodyPr/>
                <a:lstStyle/>
                <a:p>
                  <a:endParaRPr lang="en-US"/>
                </a:p>
              </p:txBody>
            </p:sp>
            <p:sp>
              <p:nvSpPr>
                <p:cNvPr id="103945" name="Line 881"/>
                <p:cNvSpPr>
                  <a:spLocks noChangeShapeType="1"/>
                </p:cNvSpPr>
                <p:nvPr/>
              </p:nvSpPr>
              <p:spPr bwMode="auto">
                <a:xfrm>
                  <a:off x="2990" y="2674"/>
                  <a:ext cx="23" cy="1"/>
                </a:xfrm>
                <a:prstGeom prst="line">
                  <a:avLst/>
                </a:prstGeom>
                <a:grpFill/>
                <a:ln w="12700">
                  <a:solidFill>
                    <a:schemeClr val="bg1">
                      <a:lumMod val="65000"/>
                    </a:schemeClr>
                  </a:solidFill>
                  <a:round/>
                  <a:headEnd/>
                  <a:tailEnd/>
                </a:ln>
              </p:spPr>
              <p:txBody>
                <a:bodyPr/>
                <a:lstStyle/>
                <a:p>
                  <a:endParaRPr lang="en-US"/>
                </a:p>
              </p:txBody>
            </p:sp>
            <p:sp>
              <p:nvSpPr>
                <p:cNvPr id="103946" name="Line 882"/>
                <p:cNvSpPr>
                  <a:spLocks noChangeShapeType="1"/>
                </p:cNvSpPr>
                <p:nvPr/>
              </p:nvSpPr>
              <p:spPr bwMode="auto">
                <a:xfrm>
                  <a:off x="3045" y="2674"/>
                  <a:ext cx="24" cy="1"/>
                </a:xfrm>
                <a:prstGeom prst="line">
                  <a:avLst/>
                </a:prstGeom>
                <a:grpFill/>
                <a:ln w="12700">
                  <a:solidFill>
                    <a:schemeClr val="bg1">
                      <a:lumMod val="65000"/>
                    </a:schemeClr>
                  </a:solidFill>
                  <a:round/>
                  <a:headEnd/>
                  <a:tailEnd/>
                </a:ln>
              </p:spPr>
              <p:txBody>
                <a:bodyPr/>
                <a:lstStyle/>
                <a:p>
                  <a:endParaRPr lang="en-US"/>
                </a:p>
              </p:txBody>
            </p:sp>
            <p:sp>
              <p:nvSpPr>
                <p:cNvPr id="103947" name="Line 883"/>
                <p:cNvSpPr>
                  <a:spLocks noChangeShapeType="1"/>
                </p:cNvSpPr>
                <p:nvPr/>
              </p:nvSpPr>
              <p:spPr bwMode="auto">
                <a:xfrm>
                  <a:off x="3101" y="2674"/>
                  <a:ext cx="24" cy="1"/>
                </a:xfrm>
                <a:prstGeom prst="line">
                  <a:avLst/>
                </a:prstGeom>
                <a:grpFill/>
                <a:ln w="12700">
                  <a:solidFill>
                    <a:schemeClr val="bg1">
                      <a:lumMod val="65000"/>
                    </a:schemeClr>
                  </a:solidFill>
                  <a:round/>
                  <a:headEnd/>
                  <a:tailEnd/>
                </a:ln>
              </p:spPr>
              <p:txBody>
                <a:bodyPr/>
                <a:lstStyle/>
                <a:p>
                  <a:endParaRPr lang="en-US"/>
                </a:p>
              </p:txBody>
            </p:sp>
            <p:sp>
              <p:nvSpPr>
                <p:cNvPr id="103948" name="Line 884"/>
                <p:cNvSpPr>
                  <a:spLocks noChangeShapeType="1"/>
                </p:cNvSpPr>
                <p:nvPr/>
              </p:nvSpPr>
              <p:spPr bwMode="auto">
                <a:xfrm>
                  <a:off x="3157" y="2674"/>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601" name="Group 885"/>
            <p:cNvGrpSpPr>
              <a:grpSpLocks/>
            </p:cNvGrpSpPr>
            <p:nvPr/>
          </p:nvGrpSpPr>
          <p:grpSpPr bwMode="auto">
            <a:xfrm>
              <a:off x="2878" y="2953"/>
              <a:ext cx="415" cy="56"/>
              <a:chOff x="2878" y="2953"/>
              <a:chExt cx="415" cy="56"/>
            </a:xfrm>
            <a:grpFill/>
          </p:grpSpPr>
          <p:sp>
            <p:nvSpPr>
              <p:cNvPr id="103933" name="Freeform 886"/>
              <p:cNvSpPr>
                <a:spLocks/>
              </p:cNvSpPr>
              <p:nvPr/>
            </p:nvSpPr>
            <p:spPr bwMode="auto">
              <a:xfrm>
                <a:off x="3181"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32"/>
                    </a:moveTo>
                    <a:lnTo>
                      <a:pt x="0" y="56"/>
                    </a:lnTo>
                    <a:lnTo>
                      <a:pt x="0" y="32"/>
                    </a:lnTo>
                    <a:lnTo>
                      <a:pt x="0" y="0"/>
                    </a:lnTo>
                    <a:lnTo>
                      <a:pt x="112" y="32"/>
                    </a:lnTo>
                    <a:close/>
                  </a:path>
                </a:pathLst>
              </a:custGeom>
              <a:grpFill/>
              <a:ln w="9525">
                <a:solidFill>
                  <a:schemeClr val="bg1">
                    <a:lumMod val="65000"/>
                  </a:schemeClr>
                </a:solidFill>
                <a:round/>
                <a:headEnd/>
                <a:tailEnd/>
              </a:ln>
            </p:spPr>
            <p:txBody>
              <a:bodyPr/>
              <a:lstStyle/>
              <a:p>
                <a:endParaRPr lang="en-US"/>
              </a:p>
            </p:txBody>
          </p:sp>
          <p:grpSp>
            <p:nvGrpSpPr>
              <p:cNvPr id="103934" name="Group 887"/>
              <p:cNvGrpSpPr>
                <a:grpSpLocks/>
              </p:cNvGrpSpPr>
              <p:nvPr/>
            </p:nvGrpSpPr>
            <p:grpSpPr bwMode="auto">
              <a:xfrm>
                <a:off x="2878" y="2985"/>
                <a:ext cx="295" cy="1"/>
                <a:chOff x="2878" y="2985"/>
                <a:chExt cx="295" cy="1"/>
              </a:xfrm>
              <a:grpFill/>
            </p:grpSpPr>
            <p:sp>
              <p:nvSpPr>
                <p:cNvPr id="103935" name="Line 888"/>
                <p:cNvSpPr>
                  <a:spLocks noChangeShapeType="1"/>
                </p:cNvSpPr>
                <p:nvPr/>
              </p:nvSpPr>
              <p:spPr bwMode="auto">
                <a:xfrm>
                  <a:off x="2878" y="2985"/>
                  <a:ext cx="24" cy="1"/>
                </a:xfrm>
                <a:prstGeom prst="line">
                  <a:avLst/>
                </a:prstGeom>
                <a:grpFill/>
                <a:ln w="12700">
                  <a:solidFill>
                    <a:schemeClr val="bg1">
                      <a:lumMod val="65000"/>
                    </a:schemeClr>
                  </a:solidFill>
                  <a:round/>
                  <a:headEnd/>
                  <a:tailEnd/>
                </a:ln>
              </p:spPr>
              <p:txBody>
                <a:bodyPr/>
                <a:lstStyle/>
                <a:p>
                  <a:endParaRPr lang="en-US"/>
                </a:p>
              </p:txBody>
            </p:sp>
            <p:sp>
              <p:nvSpPr>
                <p:cNvPr id="103936" name="Line 889"/>
                <p:cNvSpPr>
                  <a:spLocks noChangeShapeType="1"/>
                </p:cNvSpPr>
                <p:nvPr/>
              </p:nvSpPr>
              <p:spPr bwMode="auto">
                <a:xfrm>
                  <a:off x="2934" y="2985"/>
                  <a:ext cx="24" cy="1"/>
                </a:xfrm>
                <a:prstGeom prst="line">
                  <a:avLst/>
                </a:prstGeom>
                <a:grpFill/>
                <a:ln w="12700">
                  <a:solidFill>
                    <a:schemeClr val="bg1">
                      <a:lumMod val="65000"/>
                    </a:schemeClr>
                  </a:solidFill>
                  <a:round/>
                  <a:headEnd/>
                  <a:tailEnd/>
                </a:ln>
              </p:spPr>
              <p:txBody>
                <a:bodyPr/>
                <a:lstStyle/>
                <a:p>
                  <a:endParaRPr lang="en-US"/>
                </a:p>
              </p:txBody>
            </p:sp>
            <p:sp>
              <p:nvSpPr>
                <p:cNvPr id="103937" name="Line 890"/>
                <p:cNvSpPr>
                  <a:spLocks noChangeShapeType="1"/>
                </p:cNvSpPr>
                <p:nvPr/>
              </p:nvSpPr>
              <p:spPr bwMode="auto">
                <a:xfrm>
                  <a:off x="2990" y="2985"/>
                  <a:ext cx="23" cy="1"/>
                </a:xfrm>
                <a:prstGeom prst="line">
                  <a:avLst/>
                </a:prstGeom>
                <a:grpFill/>
                <a:ln w="12700">
                  <a:solidFill>
                    <a:schemeClr val="bg1">
                      <a:lumMod val="65000"/>
                    </a:schemeClr>
                  </a:solidFill>
                  <a:round/>
                  <a:headEnd/>
                  <a:tailEnd/>
                </a:ln>
              </p:spPr>
              <p:txBody>
                <a:bodyPr/>
                <a:lstStyle/>
                <a:p>
                  <a:endParaRPr lang="en-US"/>
                </a:p>
              </p:txBody>
            </p:sp>
            <p:sp>
              <p:nvSpPr>
                <p:cNvPr id="103938" name="Line 891"/>
                <p:cNvSpPr>
                  <a:spLocks noChangeShapeType="1"/>
                </p:cNvSpPr>
                <p:nvPr/>
              </p:nvSpPr>
              <p:spPr bwMode="auto">
                <a:xfrm>
                  <a:off x="3045" y="2985"/>
                  <a:ext cx="24" cy="1"/>
                </a:xfrm>
                <a:prstGeom prst="line">
                  <a:avLst/>
                </a:prstGeom>
                <a:grpFill/>
                <a:ln w="12700">
                  <a:solidFill>
                    <a:schemeClr val="bg1">
                      <a:lumMod val="65000"/>
                    </a:schemeClr>
                  </a:solidFill>
                  <a:round/>
                  <a:headEnd/>
                  <a:tailEnd/>
                </a:ln>
              </p:spPr>
              <p:txBody>
                <a:bodyPr/>
                <a:lstStyle/>
                <a:p>
                  <a:endParaRPr lang="en-US"/>
                </a:p>
              </p:txBody>
            </p:sp>
            <p:sp>
              <p:nvSpPr>
                <p:cNvPr id="103939" name="Line 892"/>
                <p:cNvSpPr>
                  <a:spLocks noChangeShapeType="1"/>
                </p:cNvSpPr>
                <p:nvPr/>
              </p:nvSpPr>
              <p:spPr bwMode="auto">
                <a:xfrm>
                  <a:off x="3101" y="2985"/>
                  <a:ext cx="24" cy="1"/>
                </a:xfrm>
                <a:prstGeom prst="line">
                  <a:avLst/>
                </a:prstGeom>
                <a:grpFill/>
                <a:ln w="12700">
                  <a:solidFill>
                    <a:schemeClr val="bg1">
                      <a:lumMod val="65000"/>
                    </a:schemeClr>
                  </a:solidFill>
                  <a:round/>
                  <a:headEnd/>
                  <a:tailEnd/>
                </a:ln>
              </p:spPr>
              <p:txBody>
                <a:bodyPr/>
                <a:lstStyle/>
                <a:p>
                  <a:endParaRPr lang="en-US"/>
                </a:p>
              </p:txBody>
            </p:sp>
            <p:sp>
              <p:nvSpPr>
                <p:cNvPr id="103940" name="Line 893"/>
                <p:cNvSpPr>
                  <a:spLocks noChangeShapeType="1"/>
                </p:cNvSpPr>
                <p:nvPr/>
              </p:nvSpPr>
              <p:spPr bwMode="auto">
                <a:xfrm>
                  <a:off x="3157" y="2985"/>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602" name="Group 894"/>
            <p:cNvGrpSpPr>
              <a:grpSpLocks/>
            </p:cNvGrpSpPr>
            <p:nvPr/>
          </p:nvGrpSpPr>
          <p:grpSpPr bwMode="auto">
            <a:xfrm>
              <a:off x="2870" y="3256"/>
              <a:ext cx="415" cy="56"/>
              <a:chOff x="2870" y="3256"/>
              <a:chExt cx="415" cy="56"/>
            </a:xfrm>
            <a:grpFill/>
          </p:grpSpPr>
          <p:sp>
            <p:nvSpPr>
              <p:cNvPr id="103925" name="Freeform 895"/>
              <p:cNvSpPr>
                <a:spLocks/>
              </p:cNvSpPr>
              <p:nvPr/>
            </p:nvSpPr>
            <p:spPr bwMode="auto">
              <a:xfrm>
                <a:off x="3173" y="3256"/>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lumMod val="65000"/>
                  </a:schemeClr>
                </a:solidFill>
                <a:round/>
                <a:headEnd/>
                <a:tailEnd/>
              </a:ln>
            </p:spPr>
            <p:txBody>
              <a:bodyPr/>
              <a:lstStyle/>
              <a:p>
                <a:endParaRPr lang="en-US"/>
              </a:p>
            </p:txBody>
          </p:sp>
          <p:grpSp>
            <p:nvGrpSpPr>
              <p:cNvPr id="103926" name="Group 896"/>
              <p:cNvGrpSpPr>
                <a:grpSpLocks/>
              </p:cNvGrpSpPr>
              <p:nvPr/>
            </p:nvGrpSpPr>
            <p:grpSpPr bwMode="auto">
              <a:xfrm>
                <a:off x="2870" y="3280"/>
                <a:ext cx="295" cy="1"/>
                <a:chOff x="2870" y="3280"/>
                <a:chExt cx="295" cy="1"/>
              </a:xfrm>
              <a:grpFill/>
            </p:grpSpPr>
            <p:sp>
              <p:nvSpPr>
                <p:cNvPr id="103927" name="Line 897"/>
                <p:cNvSpPr>
                  <a:spLocks noChangeShapeType="1"/>
                </p:cNvSpPr>
                <p:nvPr/>
              </p:nvSpPr>
              <p:spPr bwMode="auto">
                <a:xfrm>
                  <a:off x="2870" y="3280"/>
                  <a:ext cx="24" cy="1"/>
                </a:xfrm>
                <a:prstGeom prst="line">
                  <a:avLst/>
                </a:prstGeom>
                <a:grpFill/>
                <a:ln w="12700">
                  <a:solidFill>
                    <a:schemeClr val="bg1">
                      <a:lumMod val="65000"/>
                    </a:schemeClr>
                  </a:solidFill>
                  <a:round/>
                  <a:headEnd/>
                  <a:tailEnd/>
                </a:ln>
              </p:spPr>
              <p:txBody>
                <a:bodyPr/>
                <a:lstStyle/>
                <a:p>
                  <a:endParaRPr lang="en-US"/>
                </a:p>
              </p:txBody>
            </p:sp>
            <p:sp>
              <p:nvSpPr>
                <p:cNvPr id="103928" name="Line 898"/>
                <p:cNvSpPr>
                  <a:spLocks noChangeShapeType="1"/>
                </p:cNvSpPr>
                <p:nvPr/>
              </p:nvSpPr>
              <p:spPr bwMode="auto">
                <a:xfrm>
                  <a:off x="2926" y="3280"/>
                  <a:ext cx="24" cy="1"/>
                </a:xfrm>
                <a:prstGeom prst="line">
                  <a:avLst/>
                </a:prstGeom>
                <a:grpFill/>
                <a:ln w="12700">
                  <a:solidFill>
                    <a:schemeClr val="bg1">
                      <a:lumMod val="65000"/>
                    </a:schemeClr>
                  </a:solidFill>
                  <a:round/>
                  <a:headEnd/>
                  <a:tailEnd/>
                </a:ln>
              </p:spPr>
              <p:txBody>
                <a:bodyPr/>
                <a:lstStyle/>
                <a:p>
                  <a:endParaRPr lang="en-US"/>
                </a:p>
              </p:txBody>
            </p:sp>
            <p:sp>
              <p:nvSpPr>
                <p:cNvPr id="103929" name="Line 899"/>
                <p:cNvSpPr>
                  <a:spLocks noChangeShapeType="1"/>
                </p:cNvSpPr>
                <p:nvPr/>
              </p:nvSpPr>
              <p:spPr bwMode="auto">
                <a:xfrm>
                  <a:off x="2982" y="3280"/>
                  <a:ext cx="24" cy="1"/>
                </a:xfrm>
                <a:prstGeom prst="line">
                  <a:avLst/>
                </a:prstGeom>
                <a:grpFill/>
                <a:ln w="12700">
                  <a:solidFill>
                    <a:schemeClr val="bg1">
                      <a:lumMod val="65000"/>
                    </a:schemeClr>
                  </a:solidFill>
                  <a:round/>
                  <a:headEnd/>
                  <a:tailEnd/>
                </a:ln>
              </p:spPr>
              <p:txBody>
                <a:bodyPr/>
                <a:lstStyle/>
                <a:p>
                  <a:endParaRPr lang="en-US"/>
                </a:p>
              </p:txBody>
            </p:sp>
            <p:sp>
              <p:nvSpPr>
                <p:cNvPr id="103930" name="Line 900"/>
                <p:cNvSpPr>
                  <a:spLocks noChangeShapeType="1"/>
                </p:cNvSpPr>
                <p:nvPr/>
              </p:nvSpPr>
              <p:spPr bwMode="auto">
                <a:xfrm>
                  <a:off x="3037" y="3280"/>
                  <a:ext cx="24" cy="1"/>
                </a:xfrm>
                <a:prstGeom prst="line">
                  <a:avLst/>
                </a:prstGeom>
                <a:grpFill/>
                <a:ln w="12700">
                  <a:solidFill>
                    <a:schemeClr val="bg1">
                      <a:lumMod val="65000"/>
                    </a:schemeClr>
                  </a:solidFill>
                  <a:round/>
                  <a:headEnd/>
                  <a:tailEnd/>
                </a:ln>
              </p:spPr>
              <p:txBody>
                <a:bodyPr/>
                <a:lstStyle/>
                <a:p>
                  <a:endParaRPr lang="en-US"/>
                </a:p>
              </p:txBody>
            </p:sp>
            <p:sp>
              <p:nvSpPr>
                <p:cNvPr id="103931" name="Line 901"/>
                <p:cNvSpPr>
                  <a:spLocks noChangeShapeType="1"/>
                </p:cNvSpPr>
                <p:nvPr/>
              </p:nvSpPr>
              <p:spPr bwMode="auto">
                <a:xfrm>
                  <a:off x="3093" y="3280"/>
                  <a:ext cx="24" cy="1"/>
                </a:xfrm>
                <a:prstGeom prst="line">
                  <a:avLst/>
                </a:prstGeom>
                <a:grpFill/>
                <a:ln w="12700">
                  <a:solidFill>
                    <a:schemeClr val="bg1">
                      <a:lumMod val="65000"/>
                    </a:schemeClr>
                  </a:solidFill>
                  <a:round/>
                  <a:headEnd/>
                  <a:tailEnd/>
                </a:ln>
              </p:spPr>
              <p:txBody>
                <a:bodyPr/>
                <a:lstStyle/>
                <a:p>
                  <a:endParaRPr lang="en-US"/>
                </a:p>
              </p:txBody>
            </p:sp>
            <p:sp>
              <p:nvSpPr>
                <p:cNvPr id="103932" name="Line 902"/>
                <p:cNvSpPr>
                  <a:spLocks noChangeShapeType="1"/>
                </p:cNvSpPr>
                <p:nvPr/>
              </p:nvSpPr>
              <p:spPr bwMode="auto">
                <a:xfrm>
                  <a:off x="3149" y="3280"/>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603" name="Group 903"/>
            <p:cNvGrpSpPr>
              <a:grpSpLocks/>
            </p:cNvGrpSpPr>
            <p:nvPr/>
          </p:nvGrpSpPr>
          <p:grpSpPr bwMode="auto">
            <a:xfrm>
              <a:off x="2870" y="3567"/>
              <a:ext cx="415" cy="56"/>
              <a:chOff x="2870" y="3567"/>
              <a:chExt cx="415" cy="56"/>
            </a:xfrm>
            <a:grpFill/>
          </p:grpSpPr>
          <p:sp>
            <p:nvSpPr>
              <p:cNvPr id="103917" name="Freeform 904"/>
              <p:cNvSpPr>
                <a:spLocks/>
              </p:cNvSpPr>
              <p:nvPr/>
            </p:nvSpPr>
            <p:spPr bwMode="auto">
              <a:xfrm>
                <a:off x="3173"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 name="T15" fmla="*/ 0 w 112"/>
                  <a:gd name="T16" fmla="*/ 0 h 56"/>
                  <a:gd name="T17" fmla="*/ 112 w 112"/>
                  <a:gd name="T18" fmla="*/ 56 h 56"/>
                </a:gdLst>
                <a:ahLst/>
                <a:cxnLst>
                  <a:cxn ang="T10">
                    <a:pos x="T0" y="T1"/>
                  </a:cxn>
                  <a:cxn ang="T11">
                    <a:pos x="T2" y="T3"/>
                  </a:cxn>
                  <a:cxn ang="T12">
                    <a:pos x="T4" y="T5"/>
                  </a:cxn>
                  <a:cxn ang="T13">
                    <a:pos x="T6" y="T7"/>
                  </a:cxn>
                  <a:cxn ang="T14">
                    <a:pos x="T8" y="T9"/>
                  </a:cxn>
                </a:cxnLst>
                <a:rect l="T15" t="T16" r="T17" b="T18"/>
                <a:pathLst>
                  <a:path w="112" h="56">
                    <a:moveTo>
                      <a:pt x="112" y="24"/>
                    </a:moveTo>
                    <a:lnTo>
                      <a:pt x="0" y="56"/>
                    </a:lnTo>
                    <a:lnTo>
                      <a:pt x="0" y="24"/>
                    </a:lnTo>
                    <a:lnTo>
                      <a:pt x="0" y="0"/>
                    </a:lnTo>
                    <a:lnTo>
                      <a:pt x="112" y="24"/>
                    </a:lnTo>
                    <a:close/>
                  </a:path>
                </a:pathLst>
              </a:custGeom>
              <a:grpFill/>
              <a:ln w="9525">
                <a:solidFill>
                  <a:schemeClr val="bg1">
                    <a:lumMod val="65000"/>
                  </a:schemeClr>
                </a:solidFill>
                <a:round/>
                <a:headEnd/>
                <a:tailEnd/>
              </a:ln>
            </p:spPr>
            <p:txBody>
              <a:bodyPr/>
              <a:lstStyle/>
              <a:p>
                <a:endParaRPr lang="en-US"/>
              </a:p>
            </p:txBody>
          </p:sp>
          <p:grpSp>
            <p:nvGrpSpPr>
              <p:cNvPr id="103918" name="Group 905"/>
              <p:cNvGrpSpPr>
                <a:grpSpLocks/>
              </p:cNvGrpSpPr>
              <p:nvPr/>
            </p:nvGrpSpPr>
            <p:grpSpPr bwMode="auto">
              <a:xfrm>
                <a:off x="2870" y="3591"/>
                <a:ext cx="295" cy="1"/>
                <a:chOff x="2870" y="3591"/>
                <a:chExt cx="295" cy="1"/>
              </a:xfrm>
              <a:grpFill/>
            </p:grpSpPr>
            <p:sp>
              <p:nvSpPr>
                <p:cNvPr id="103919" name="Line 906"/>
                <p:cNvSpPr>
                  <a:spLocks noChangeShapeType="1"/>
                </p:cNvSpPr>
                <p:nvPr/>
              </p:nvSpPr>
              <p:spPr bwMode="auto">
                <a:xfrm>
                  <a:off x="2870" y="3591"/>
                  <a:ext cx="24" cy="1"/>
                </a:xfrm>
                <a:prstGeom prst="line">
                  <a:avLst/>
                </a:prstGeom>
                <a:grpFill/>
                <a:ln w="12700">
                  <a:solidFill>
                    <a:schemeClr val="bg1">
                      <a:lumMod val="65000"/>
                    </a:schemeClr>
                  </a:solidFill>
                  <a:round/>
                  <a:headEnd/>
                  <a:tailEnd/>
                </a:ln>
              </p:spPr>
              <p:txBody>
                <a:bodyPr/>
                <a:lstStyle/>
                <a:p>
                  <a:endParaRPr lang="en-US"/>
                </a:p>
              </p:txBody>
            </p:sp>
            <p:sp>
              <p:nvSpPr>
                <p:cNvPr id="103920" name="Line 907"/>
                <p:cNvSpPr>
                  <a:spLocks noChangeShapeType="1"/>
                </p:cNvSpPr>
                <p:nvPr/>
              </p:nvSpPr>
              <p:spPr bwMode="auto">
                <a:xfrm>
                  <a:off x="2926" y="3591"/>
                  <a:ext cx="24" cy="1"/>
                </a:xfrm>
                <a:prstGeom prst="line">
                  <a:avLst/>
                </a:prstGeom>
                <a:grpFill/>
                <a:ln w="12700">
                  <a:solidFill>
                    <a:schemeClr val="bg1">
                      <a:lumMod val="65000"/>
                    </a:schemeClr>
                  </a:solidFill>
                  <a:round/>
                  <a:headEnd/>
                  <a:tailEnd/>
                </a:ln>
              </p:spPr>
              <p:txBody>
                <a:bodyPr/>
                <a:lstStyle/>
                <a:p>
                  <a:endParaRPr lang="en-US"/>
                </a:p>
              </p:txBody>
            </p:sp>
            <p:sp>
              <p:nvSpPr>
                <p:cNvPr id="103921" name="Line 908"/>
                <p:cNvSpPr>
                  <a:spLocks noChangeShapeType="1"/>
                </p:cNvSpPr>
                <p:nvPr/>
              </p:nvSpPr>
              <p:spPr bwMode="auto">
                <a:xfrm>
                  <a:off x="2982" y="3591"/>
                  <a:ext cx="24" cy="1"/>
                </a:xfrm>
                <a:prstGeom prst="line">
                  <a:avLst/>
                </a:prstGeom>
                <a:grpFill/>
                <a:ln w="12700">
                  <a:solidFill>
                    <a:schemeClr val="bg1">
                      <a:lumMod val="65000"/>
                    </a:schemeClr>
                  </a:solidFill>
                  <a:round/>
                  <a:headEnd/>
                  <a:tailEnd/>
                </a:ln>
              </p:spPr>
              <p:txBody>
                <a:bodyPr/>
                <a:lstStyle/>
                <a:p>
                  <a:endParaRPr lang="en-US"/>
                </a:p>
              </p:txBody>
            </p:sp>
            <p:sp>
              <p:nvSpPr>
                <p:cNvPr id="103922" name="Line 909"/>
                <p:cNvSpPr>
                  <a:spLocks noChangeShapeType="1"/>
                </p:cNvSpPr>
                <p:nvPr/>
              </p:nvSpPr>
              <p:spPr bwMode="auto">
                <a:xfrm>
                  <a:off x="3037" y="3591"/>
                  <a:ext cx="24" cy="1"/>
                </a:xfrm>
                <a:prstGeom prst="line">
                  <a:avLst/>
                </a:prstGeom>
                <a:grpFill/>
                <a:ln w="12700">
                  <a:solidFill>
                    <a:schemeClr val="bg1">
                      <a:lumMod val="65000"/>
                    </a:schemeClr>
                  </a:solidFill>
                  <a:round/>
                  <a:headEnd/>
                  <a:tailEnd/>
                </a:ln>
              </p:spPr>
              <p:txBody>
                <a:bodyPr/>
                <a:lstStyle/>
                <a:p>
                  <a:endParaRPr lang="en-US"/>
                </a:p>
              </p:txBody>
            </p:sp>
            <p:sp>
              <p:nvSpPr>
                <p:cNvPr id="103923" name="Line 910"/>
                <p:cNvSpPr>
                  <a:spLocks noChangeShapeType="1"/>
                </p:cNvSpPr>
                <p:nvPr/>
              </p:nvSpPr>
              <p:spPr bwMode="auto">
                <a:xfrm>
                  <a:off x="3093" y="3591"/>
                  <a:ext cx="24" cy="1"/>
                </a:xfrm>
                <a:prstGeom prst="line">
                  <a:avLst/>
                </a:prstGeom>
                <a:grpFill/>
                <a:ln w="12700">
                  <a:solidFill>
                    <a:schemeClr val="bg1">
                      <a:lumMod val="65000"/>
                    </a:schemeClr>
                  </a:solidFill>
                  <a:round/>
                  <a:headEnd/>
                  <a:tailEnd/>
                </a:ln>
              </p:spPr>
              <p:txBody>
                <a:bodyPr/>
                <a:lstStyle/>
                <a:p>
                  <a:endParaRPr lang="en-US"/>
                </a:p>
              </p:txBody>
            </p:sp>
            <p:sp>
              <p:nvSpPr>
                <p:cNvPr id="103924" name="Line 911"/>
                <p:cNvSpPr>
                  <a:spLocks noChangeShapeType="1"/>
                </p:cNvSpPr>
                <p:nvPr/>
              </p:nvSpPr>
              <p:spPr bwMode="auto">
                <a:xfrm>
                  <a:off x="3149" y="3591"/>
                  <a:ext cx="16" cy="1"/>
                </a:xfrm>
                <a:prstGeom prst="line">
                  <a:avLst/>
                </a:prstGeom>
                <a:grpFill/>
                <a:ln w="12700">
                  <a:solidFill>
                    <a:schemeClr val="bg1">
                      <a:lumMod val="65000"/>
                    </a:schemeClr>
                  </a:solidFill>
                  <a:round/>
                  <a:headEnd/>
                  <a:tailEnd/>
                </a:ln>
              </p:spPr>
              <p:txBody>
                <a:bodyPr/>
                <a:lstStyle/>
                <a:p>
                  <a:endParaRPr lang="en-US"/>
                </a:p>
              </p:txBody>
            </p:sp>
          </p:grpSp>
        </p:grpSp>
        <p:grpSp>
          <p:nvGrpSpPr>
            <p:cNvPr id="103604" name="Group 912"/>
            <p:cNvGrpSpPr>
              <a:grpSpLocks/>
            </p:cNvGrpSpPr>
            <p:nvPr/>
          </p:nvGrpSpPr>
          <p:grpSpPr bwMode="auto">
            <a:xfrm>
              <a:off x="2399" y="1765"/>
              <a:ext cx="1357" cy="1196"/>
              <a:chOff x="2399" y="1765"/>
              <a:chExt cx="1357" cy="1196"/>
            </a:xfrm>
            <a:grpFill/>
          </p:grpSpPr>
          <p:sp>
            <p:nvSpPr>
              <p:cNvPr id="103915" name="Freeform 913"/>
              <p:cNvSpPr>
                <a:spLocks/>
              </p:cNvSpPr>
              <p:nvPr/>
            </p:nvSpPr>
            <p:spPr bwMode="auto">
              <a:xfrm>
                <a:off x="3636" y="2850"/>
                <a:ext cx="120" cy="111"/>
              </a:xfrm>
              <a:custGeom>
                <a:avLst/>
                <a:gdLst>
                  <a:gd name="T0" fmla="*/ 120 w 120"/>
                  <a:gd name="T1" fmla="*/ 111 h 111"/>
                  <a:gd name="T2" fmla="*/ 0 w 120"/>
                  <a:gd name="T3" fmla="*/ 47 h 111"/>
                  <a:gd name="T4" fmla="*/ 16 w 120"/>
                  <a:gd name="T5" fmla="*/ 23 h 111"/>
                  <a:gd name="T6" fmla="*/ 40 w 120"/>
                  <a:gd name="T7" fmla="*/ 0 h 111"/>
                  <a:gd name="T8" fmla="*/ 120 w 120"/>
                  <a:gd name="T9" fmla="*/ 111 h 111"/>
                  <a:gd name="T10" fmla="*/ 0 60000 65536"/>
                  <a:gd name="T11" fmla="*/ 0 60000 65536"/>
                  <a:gd name="T12" fmla="*/ 0 60000 65536"/>
                  <a:gd name="T13" fmla="*/ 0 60000 65536"/>
                  <a:gd name="T14" fmla="*/ 0 60000 65536"/>
                  <a:gd name="T15" fmla="*/ 0 w 120"/>
                  <a:gd name="T16" fmla="*/ 0 h 111"/>
                  <a:gd name="T17" fmla="*/ 120 w 120"/>
                  <a:gd name="T18" fmla="*/ 111 h 111"/>
                </a:gdLst>
                <a:ahLst/>
                <a:cxnLst>
                  <a:cxn ang="T10">
                    <a:pos x="T0" y="T1"/>
                  </a:cxn>
                  <a:cxn ang="T11">
                    <a:pos x="T2" y="T3"/>
                  </a:cxn>
                  <a:cxn ang="T12">
                    <a:pos x="T4" y="T5"/>
                  </a:cxn>
                  <a:cxn ang="T13">
                    <a:pos x="T6" y="T7"/>
                  </a:cxn>
                  <a:cxn ang="T14">
                    <a:pos x="T8" y="T9"/>
                  </a:cxn>
                </a:cxnLst>
                <a:rect l="T15" t="T16" r="T17" b="T18"/>
                <a:pathLst>
                  <a:path w="120" h="111">
                    <a:moveTo>
                      <a:pt x="120" y="111"/>
                    </a:moveTo>
                    <a:lnTo>
                      <a:pt x="0" y="47"/>
                    </a:lnTo>
                    <a:lnTo>
                      <a:pt x="16" y="23"/>
                    </a:lnTo>
                    <a:lnTo>
                      <a:pt x="40" y="0"/>
                    </a:lnTo>
                    <a:lnTo>
                      <a:pt x="120" y="111"/>
                    </a:lnTo>
                    <a:close/>
                  </a:path>
                </a:pathLst>
              </a:custGeom>
              <a:grpFill/>
              <a:ln w="9525">
                <a:solidFill>
                  <a:schemeClr val="bg1">
                    <a:lumMod val="65000"/>
                  </a:schemeClr>
                </a:solidFill>
                <a:round/>
                <a:headEnd/>
                <a:tailEnd/>
              </a:ln>
            </p:spPr>
            <p:txBody>
              <a:bodyPr/>
              <a:lstStyle/>
              <a:p>
                <a:endParaRPr lang="en-US"/>
              </a:p>
            </p:txBody>
          </p:sp>
          <p:sp>
            <p:nvSpPr>
              <p:cNvPr id="103916" name="Line 914"/>
              <p:cNvSpPr>
                <a:spLocks noChangeShapeType="1"/>
              </p:cNvSpPr>
              <p:nvPr/>
            </p:nvSpPr>
            <p:spPr bwMode="auto">
              <a:xfrm>
                <a:off x="2399" y="1765"/>
                <a:ext cx="1261" cy="1114"/>
              </a:xfrm>
              <a:prstGeom prst="line">
                <a:avLst/>
              </a:prstGeom>
              <a:grpFill/>
              <a:ln w="25400">
                <a:solidFill>
                  <a:schemeClr val="bg1">
                    <a:lumMod val="65000"/>
                  </a:schemeClr>
                </a:solidFill>
                <a:round/>
                <a:headEnd/>
                <a:tailEnd/>
              </a:ln>
            </p:spPr>
            <p:txBody>
              <a:bodyPr/>
              <a:lstStyle/>
              <a:p>
                <a:endParaRPr lang="en-US"/>
              </a:p>
            </p:txBody>
          </p:sp>
        </p:grpSp>
        <p:grpSp>
          <p:nvGrpSpPr>
            <p:cNvPr id="103605" name="Group 915"/>
            <p:cNvGrpSpPr>
              <a:grpSpLocks/>
            </p:cNvGrpSpPr>
            <p:nvPr/>
          </p:nvGrpSpPr>
          <p:grpSpPr bwMode="auto">
            <a:xfrm>
              <a:off x="2862" y="1765"/>
              <a:ext cx="1349" cy="1204"/>
              <a:chOff x="2862" y="1765"/>
              <a:chExt cx="1349" cy="1204"/>
            </a:xfrm>
            <a:grpFill/>
          </p:grpSpPr>
          <p:sp>
            <p:nvSpPr>
              <p:cNvPr id="103913" name="Freeform 916"/>
              <p:cNvSpPr>
                <a:spLocks/>
              </p:cNvSpPr>
              <p:nvPr/>
            </p:nvSpPr>
            <p:spPr bwMode="auto">
              <a:xfrm>
                <a:off x="4091" y="2850"/>
                <a:ext cx="120" cy="119"/>
              </a:xfrm>
              <a:custGeom>
                <a:avLst/>
                <a:gdLst>
                  <a:gd name="T0" fmla="*/ 120 w 120"/>
                  <a:gd name="T1" fmla="*/ 119 h 119"/>
                  <a:gd name="T2" fmla="*/ 0 w 120"/>
                  <a:gd name="T3" fmla="*/ 55 h 119"/>
                  <a:gd name="T4" fmla="*/ 24 w 120"/>
                  <a:gd name="T5" fmla="*/ 23 h 119"/>
                  <a:gd name="T6" fmla="*/ 48 w 120"/>
                  <a:gd name="T7" fmla="*/ 0 h 119"/>
                  <a:gd name="T8" fmla="*/ 120 w 120"/>
                  <a:gd name="T9" fmla="*/ 119 h 119"/>
                  <a:gd name="T10" fmla="*/ 0 60000 65536"/>
                  <a:gd name="T11" fmla="*/ 0 60000 65536"/>
                  <a:gd name="T12" fmla="*/ 0 60000 65536"/>
                  <a:gd name="T13" fmla="*/ 0 60000 65536"/>
                  <a:gd name="T14" fmla="*/ 0 60000 65536"/>
                  <a:gd name="T15" fmla="*/ 0 w 120"/>
                  <a:gd name="T16" fmla="*/ 0 h 119"/>
                  <a:gd name="T17" fmla="*/ 120 w 120"/>
                  <a:gd name="T18" fmla="*/ 119 h 119"/>
                </a:gdLst>
                <a:ahLst/>
                <a:cxnLst>
                  <a:cxn ang="T10">
                    <a:pos x="T0" y="T1"/>
                  </a:cxn>
                  <a:cxn ang="T11">
                    <a:pos x="T2" y="T3"/>
                  </a:cxn>
                  <a:cxn ang="T12">
                    <a:pos x="T4" y="T5"/>
                  </a:cxn>
                  <a:cxn ang="T13">
                    <a:pos x="T6" y="T7"/>
                  </a:cxn>
                  <a:cxn ang="T14">
                    <a:pos x="T8" y="T9"/>
                  </a:cxn>
                </a:cxnLst>
                <a:rect l="T15" t="T16" r="T17" b="T18"/>
                <a:pathLst>
                  <a:path w="120" h="119">
                    <a:moveTo>
                      <a:pt x="120" y="119"/>
                    </a:moveTo>
                    <a:lnTo>
                      <a:pt x="0" y="55"/>
                    </a:lnTo>
                    <a:lnTo>
                      <a:pt x="24" y="23"/>
                    </a:lnTo>
                    <a:lnTo>
                      <a:pt x="48" y="0"/>
                    </a:lnTo>
                    <a:lnTo>
                      <a:pt x="120" y="119"/>
                    </a:lnTo>
                    <a:close/>
                  </a:path>
                </a:pathLst>
              </a:custGeom>
              <a:grpFill/>
              <a:ln w="9525">
                <a:solidFill>
                  <a:schemeClr val="bg1">
                    <a:lumMod val="65000"/>
                  </a:schemeClr>
                </a:solidFill>
                <a:round/>
                <a:headEnd/>
                <a:tailEnd/>
              </a:ln>
            </p:spPr>
            <p:txBody>
              <a:bodyPr/>
              <a:lstStyle/>
              <a:p>
                <a:endParaRPr lang="en-US"/>
              </a:p>
            </p:txBody>
          </p:sp>
          <p:sp>
            <p:nvSpPr>
              <p:cNvPr id="103914" name="Line 917"/>
              <p:cNvSpPr>
                <a:spLocks noChangeShapeType="1"/>
              </p:cNvSpPr>
              <p:nvPr/>
            </p:nvSpPr>
            <p:spPr bwMode="auto">
              <a:xfrm>
                <a:off x="2862" y="1765"/>
                <a:ext cx="1261" cy="1114"/>
              </a:xfrm>
              <a:prstGeom prst="line">
                <a:avLst/>
              </a:prstGeom>
              <a:grpFill/>
              <a:ln w="25400">
                <a:solidFill>
                  <a:schemeClr val="bg1">
                    <a:lumMod val="65000"/>
                  </a:schemeClr>
                </a:solidFill>
                <a:round/>
                <a:headEnd/>
                <a:tailEnd/>
              </a:ln>
            </p:spPr>
            <p:txBody>
              <a:bodyPr/>
              <a:lstStyle/>
              <a:p>
                <a:endParaRPr lang="en-US"/>
              </a:p>
            </p:txBody>
          </p:sp>
        </p:grpSp>
        <p:grpSp>
          <p:nvGrpSpPr>
            <p:cNvPr id="103606" name="Group 918"/>
            <p:cNvGrpSpPr>
              <a:grpSpLocks/>
            </p:cNvGrpSpPr>
            <p:nvPr/>
          </p:nvGrpSpPr>
          <p:grpSpPr bwMode="auto">
            <a:xfrm>
              <a:off x="2870" y="2990"/>
              <a:ext cx="886" cy="290"/>
              <a:chOff x="2870" y="2990"/>
              <a:chExt cx="886" cy="290"/>
            </a:xfrm>
            <a:grpFill/>
          </p:grpSpPr>
          <p:sp>
            <p:nvSpPr>
              <p:cNvPr id="103911" name="Freeform 919"/>
              <p:cNvSpPr>
                <a:spLocks/>
              </p:cNvSpPr>
              <p:nvPr/>
            </p:nvSpPr>
            <p:spPr bwMode="auto">
              <a:xfrm>
                <a:off x="3612" y="3208"/>
                <a:ext cx="144" cy="72"/>
              </a:xfrm>
              <a:custGeom>
                <a:avLst/>
                <a:gdLst>
                  <a:gd name="T0" fmla="*/ 144 w 144"/>
                  <a:gd name="T1" fmla="*/ 72 h 72"/>
                  <a:gd name="T2" fmla="*/ 0 w 144"/>
                  <a:gd name="T3" fmla="*/ 64 h 72"/>
                  <a:gd name="T4" fmla="*/ 16 w 144"/>
                  <a:gd name="T5" fmla="*/ 32 h 72"/>
                  <a:gd name="T6" fmla="*/ 24 w 144"/>
                  <a:gd name="T7" fmla="*/ 0 h 72"/>
                  <a:gd name="T8" fmla="*/ 144 w 144"/>
                  <a:gd name="T9" fmla="*/ 72 h 72"/>
                  <a:gd name="T10" fmla="*/ 0 60000 65536"/>
                  <a:gd name="T11" fmla="*/ 0 60000 65536"/>
                  <a:gd name="T12" fmla="*/ 0 60000 65536"/>
                  <a:gd name="T13" fmla="*/ 0 60000 65536"/>
                  <a:gd name="T14" fmla="*/ 0 60000 65536"/>
                  <a:gd name="T15" fmla="*/ 0 w 144"/>
                  <a:gd name="T16" fmla="*/ 0 h 72"/>
                  <a:gd name="T17" fmla="*/ 144 w 144"/>
                  <a:gd name="T18" fmla="*/ 72 h 72"/>
                </a:gdLst>
                <a:ahLst/>
                <a:cxnLst>
                  <a:cxn ang="T10">
                    <a:pos x="T0" y="T1"/>
                  </a:cxn>
                  <a:cxn ang="T11">
                    <a:pos x="T2" y="T3"/>
                  </a:cxn>
                  <a:cxn ang="T12">
                    <a:pos x="T4" y="T5"/>
                  </a:cxn>
                  <a:cxn ang="T13">
                    <a:pos x="T6" y="T7"/>
                  </a:cxn>
                  <a:cxn ang="T14">
                    <a:pos x="T8" y="T9"/>
                  </a:cxn>
                </a:cxnLst>
                <a:rect l="T15" t="T16" r="T17" b="T18"/>
                <a:pathLst>
                  <a:path w="144" h="72">
                    <a:moveTo>
                      <a:pt x="144" y="72"/>
                    </a:moveTo>
                    <a:lnTo>
                      <a:pt x="0" y="64"/>
                    </a:lnTo>
                    <a:lnTo>
                      <a:pt x="16" y="32"/>
                    </a:lnTo>
                    <a:lnTo>
                      <a:pt x="24" y="0"/>
                    </a:lnTo>
                    <a:lnTo>
                      <a:pt x="144" y="72"/>
                    </a:lnTo>
                    <a:close/>
                  </a:path>
                </a:pathLst>
              </a:custGeom>
              <a:grpFill/>
              <a:ln w="9525">
                <a:solidFill>
                  <a:schemeClr val="bg1">
                    <a:lumMod val="65000"/>
                  </a:schemeClr>
                </a:solidFill>
                <a:round/>
                <a:headEnd/>
                <a:tailEnd/>
              </a:ln>
            </p:spPr>
            <p:txBody>
              <a:bodyPr/>
              <a:lstStyle/>
              <a:p>
                <a:endParaRPr lang="en-US"/>
              </a:p>
            </p:txBody>
          </p:sp>
          <p:sp>
            <p:nvSpPr>
              <p:cNvPr id="103912" name="Line 920"/>
              <p:cNvSpPr>
                <a:spLocks noChangeShapeType="1"/>
              </p:cNvSpPr>
              <p:nvPr/>
            </p:nvSpPr>
            <p:spPr bwMode="auto">
              <a:xfrm>
                <a:off x="2870" y="2990"/>
                <a:ext cx="766" cy="252"/>
              </a:xfrm>
              <a:prstGeom prst="line">
                <a:avLst/>
              </a:prstGeom>
              <a:grpFill/>
              <a:ln w="25400">
                <a:solidFill>
                  <a:schemeClr val="bg1">
                    <a:lumMod val="65000"/>
                  </a:schemeClr>
                </a:solidFill>
                <a:round/>
                <a:headEnd/>
                <a:tailEnd/>
              </a:ln>
            </p:spPr>
            <p:txBody>
              <a:bodyPr/>
              <a:lstStyle/>
              <a:p>
                <a:endParaRPr lang="en-US"/>
              </a:p>
            </p:txBody>
          </p:sp>
        </p:grpSp>
        <p:grpSp>
          <p:nvGrpSpPr>
            <p:cNvPr id="103607" name="Group 921"/>
            <p:cNvGrpSpPr>
              <a:grpSpLocks/>
            </p:cNvGrpSpPr>
            <p:nvPr/>
          </p:nvGrpSpPr>
          <p:grpSpPr bwMode="auto">
            <a:xfrm>
              <a:off x="2393" y="2993"/>
              <a:ext cx="437" cy="598"/>
              <a:chOff x="2393" y="2993"/>
              <a:chExt cx="437" cy="598"/>
            </a:xfrm>
            <a:grpFill/>
          </p:grpSpPr>
          <p:sp>
            <p:nvSpPr>
              <p:cNvPr id="103909" name="Freeform 922"/>
              <p:cNvSpPr>
                <a:spLocks/>
              </p:cNvSpPr>
              <p:nvPr/>
            </p:nvSpPr>
            <p:spPr bwMode="auto">
              <a:xfrm>
                <a:off x="2726" y="2993"/>
                <a:ext cx="104" cy="128"/>
              </a:xfrm>
              <a:custGeom>
                <a:avLst/>
                <a:gdLst>
                  <a:gd name="T0" fmla="*/ 104 w 104"/>
                  <a:gd name="T1" fmla="*/ 0 h 128"/>
                  <a:gd name="T2" fmla="*/ 56 w 104"/>
                  <a:gd name="T3" fmla="*/ 128 h 128"/>
                  <a:gd name="T4" fmla="*/ 24 w 104"/>
                  <a:gd name="T5" fmla="*/ 112 h 128"/>
                  <a:gd name="T6" fmla="*/ 0 w 104"/>
                  <a:gd name="T7" fmla="*/ 88 h 128"/>
                  <a:gd name="T8" fmla="*/ 104 w 104"/>
                  <a:gd name="T9" fmla="*/ 0 h 128"/>
                  <a:gd name="T10" fmla="*/ 0 60000 65536"/>
                  <a:gd name="T11" fmla="*/ 0 60000 65536"/>
                  <a:gd name="T12" fmla="*/ 0 60000 65536"/>
                  <a:gd name="T13" fmla="*/ 0 60000 65536"/>
                  <a:gd name="T14" fmla="*/ 0 60000 65536"/>
                  <a:gd name="T15" fmla="*/ 0 w 104"/>
                  <a:gd name="T16" fmla="*/ 0 h 128"/>
                  <a:gd name="T17" fmla="*/ 104 w 104"/>
                  <a:gd name="T18" fmla="*/ 128 h 128"/>
                </a:gdLst>
                <a:ahLst/>
                <a:cxnLst>
                  <a:cxn ang="T10">
                    <a:pos x="T0" y="T1"/>
                  </a:cxn>
                  <a:cxn ang="T11">
                    <a:pos x="T2" y="T3"/>
                  </a:cxn>
                  <a:cxn ang="T12">
                    <a:pos x="T4" y="T5"/>
                  </a:cxn>
                  <a:cxn ang="T13">
                    <a:pos x="T6" y="T7"/>
                  </a:cxn>
                  <a:cxn ang="T14">
                    <a:pos x="T8" y="T9"/>
                  </a:cxn>
                </a:cxnLst>
                <a:rect l="T15" t="T16" r="T17" b="T18"/>
                <a:pathLst>
                  <a:path w="104" h="128">
                    <a:moveTo>
                      <a:pt x="104" y="0"/>
                    </a:moveTo>
                    <a:lnTo>
                      <a:pt x="56" y="128"/>
                    </a:lnTo>
                    <a:lnTo>
                      <a:pt x="24" y="112"/>
                    </a:lnTo>
                    <a:lnTo>
                      <a:pt x="0" y="88"/>
                    </a:lnTo>
                    <a:lnTo>
                      <a:pt x="104" y="0"/>
                    </a:lnTo>
                    <a:close/>
                  </a:path>
                </a:pathLst>
              </a:custGeom>
              <a:grpFill/>
              <a:ln w="9525">
                <a:solidFill>
                  <a:schemeClr val="bg1">
                    <a:lumMod val="65000"/>
                  </a:schemeClr>
                </a:solidFill>
                <a:round/>
                <a:headEnd/>
                <a:tailEnd/>
              </a:ln>
            </p:spPr>
            <p:txBody>
              <a:bodyPr/>
              <a:lstStyle/>
              <a:p>
                <a:endParaRPr lang="en-US"/>
              </a:p>
            </p:txBody>
          </p:sp>
          <p:sp>
            <p:nvSpPr>
              <p:cNvPr id="103910" name="Line 923"/>
              <p:cNvSpPr>
                <a:spLocks noChangeShapeType="1"/>
              </p:cNvSpPr>
              <p:nvPr/>
            </p:nvSpPr>
            <p:spPr bwMode="auto">
              <a:xfrm flipV="1">
                <a:off x="2393" y="3097"/>
                <a:ext cx="362" cy="494"/>
              </a:xfrm>
              <a:prstGeom prst="line">
                <a:avLst/>
              </a:prstGeom>
              <a:grpFill/>
              <a:ln w="25400">
                <a:solidFill>
                  <a:schemeClr val="bg1">
                    <a:lumMod val="65000"/>
                  </a:schemeClr>
                </a:solidFill>
                <a:round/>
                <a:headEnd/>
                <a:tailEnd/>
              </a:ln>
            </p:spPr>
            <p:txBody>
              <a:bodyPr/>
              <a:lstStyle/>
              <a:p>
                <a:endParaRPr lang="en-US"/>
              </a:p>
            </p:txBody>
          </p:sp>
        </p:grpSp>
        <p:grpSp>
          <p:nvGrpSpPr>
            <p:cNvPr id="103608" name="Group 924"/>
            <p:cNvGrpSpPr>
              <a:grpSpLocks/>
            </p:cNvGrpSpPr>
            <p:nvPr/>
          </p:nvGrpSpPr>
          <p:grpSpPr bwMode="auto">
            <a:xfrm>
              <a:off x="2854" y="2690"/>
              <a:ext cx="902" cy="596"/>
              <a:chOff x="2854" y="2690"/>
              <a:chExt cx="902" cy="596"/>
            </a:xfrm>
            <a:grpFill/>
          </p:grpSpPr>
          <p:sp>
            <p:nvSpPr>
              <p:cNvPr id="103907" name="Freeform 925"/>
              <p:cNvSpPr>
                <a:spLocks/>
              </p:cNvSpPr>
              <p:nvPr/>
            </p:nvSpPr>
            <p:spPr bwMode="auto">
              <a:xfrm>
                <a:off x="3620" y="2690"/>
                <a:ext cx="136" cy="104"/>
              </a:xfrm>
              <a:custGeom>
                <a:avLst/>
                <a:gdLst>
                  <a:gd name="T0" fmla="*/ 136 w 136"/>
                  <a:gd name="T1" fmla="*/ 0 h 104"/>
                  <a:gd name="T2" fmla="*/ 40 w 136"/>
                  <a:gd name="T3" fmla="*/ 104 h 104"/>
                  <a:gd name="T4" fmla="*/ 24 w 136"/>
                  <a:gd name="T5" fmla="*/ 80 h 104"/>
                  <a:gd name="T6" fmla="*/ 0 w 136"/>
                  <a:gd name="T7" fmla="*/ 48 h 104"/>
                  <a:gd name="T8" fmla="*/ 136 w 136"/>
                  <a:gd name="T9" fmla="*/ 0 h 104"/>
                  <a:gd name="T10" fmla="*/ 0 60000 65536"/>
                  <a:gd name="T11" fmla="*/ 0 60000 65536"/>
                  <a:gd name="T12" fmla="*/ 0 60000 65536"/>
                  <a:gd name="T13" fmla="*/ 0 60000 65536"/>
                  <a:gd name="T14" fmla="*/ 0 60000 65536"/>
                  <a:gd name="T15" fmla="*/ 0 w 136"/>
                  <a:gd name="T16" fmla="*/ 0 h 104"/>
                  <a:gd name="T17" fmla="*/ 136 w 136"/>
                  <a:gd name="T18" fmla="*/ 104 h 104"/>
                </a:gdLst>
                <a:ahLst/>
                <a:cxnLst>
                  <a:cxn ang="T10">
                    <a:pos x="T0" y="T1"/>
                  </a:cxn>
                  <a:cxn ang="T11">
                    <a:pos x="T2" y="T3"/>
                  </a:cxn>
                  <a:cxn ang="T12">
                    <a:pos x="T4" y="T5"/>
                  </a:cxn>
                  <a:cxn ang="T13">
                    <a:pos x="T6" y="T7"/>
                  </a:cxn>
                  <a:cxn ang="T14">
                    <a:pos x="T8" y="T9"/>
                  </a:cxn>
                </a:cxnLst>
                <a:rect l="T15" t="T16" r="T17" b="T18"/>
                <a:pathLst>
                  <a:path w="136" h="104">
                    <a:moveTo>
                      <a:pt x="136" y="0"/>
                    </a:moveTo>
                    <a:lnTo>
                      <a:pt x="40" y="104"/>
                    </a:lnTo>
                    <a:lnTo>
                      <a:pt x="24" y="80"/>
                    </a:lnTo>
                    <a:lnTo>
                      <a:pt x="0" y="48"/>
                    </a:lnTo>
                    <a:lnTo>
                      <a:pt x="136" y="0"/>
                    </a:lnTo>
                    <a:close/>
                  </a:path>
                </a:pathLst>
              </a:custGeom>
              <a:grpFill/>
              <a:ln w="9525">
                <a:solidFill>
                  <a:schemeClr val="bg1">
                    <a:lumMod val="65000"/>
                  </a:schemeClr>
                </a:solidFill>
                <a:round/>
                <a:headEnd/>
                <a:tailEnd/>
              </a:ln>
            </p:spPr>
            <p:txBody>
              <a:bodyPr/>
              <a:lstStyle/>
              <a:p>
                <a:endParaRPr lang="en-US"/>
              </a:p>
            </p:txBody>
          </p:sp>
          <p:sp>
            <p:nvSpPr>
              <p:cNvPr id="103908" name="Line 926"/>
              <p:cNvSpPr>
                <a:spLocks noChangeShapeType="1"/>
              </p:cNvSpPr>
              <p:nvPr/>
            </p:nvSpPr>
            <p:spPr bwMode="auto">
              <a:xfrm flipV="1">
                <a:off x="2854" y="2766"/>
                <a:ext cx="798" cy="520"/>
              </a:xfrm>
              <a:prstGeom prst="line">
                <a:avLst/>
              </a:prstGeom>
              <a:grpFill/>
              <a:ln w="25400">
                <a:solidFill>
                  <a:schemeClr val="bg1">
                    <a:lumMod val="65000"/>
                  </a:schemeClr>
                </a:solidFill>
                <a:round/>
                <a:headEnd/>
                <a:tailEnd/>
              </a:ln>
            </p:spPr>
            <p:txBody>
              <a:bodyPr/>
              <a:lstStyle/>
              <a:p>
                <a:endParaRPr lang="en-US"/>
              </a:p>
            </p:txBody>
          </p:sp>
        </p:grpSp>
        <p:grpSp>
          <p:nvGrpSpPr>
            <p:cNvPr id="103609" name="Group 927"/>
            <p:cNvGrpSpPr>
              <a:grpSpLocks/>
            </p:cNvGrpSpPr>
            <p:nvPr/>
          </p:nvGrpSpPr>
          <p:grpSpPr bwMode="auto">
            <a:xfrm>
              <a:off x="2862" y="1781"/>
              <a:ext cx="1349" cy="1188"/>
              <a:chOff x="2862" y="1781"/>
              <a:chExt cx="1349" cy="1188"/>
            </a:xfrm>
            <a:grpFill/>
          </p:grpSpPr>
          <p:sp>
            <p:nvSpPr>
              <p:cNvPr id="103905" name="Freeform 928"/>
              <p:cNvSpPr>
                <a:spLocks/>
              </p:cNvSpPr>
              <p:nvPr/>
            </p:nvSpPr>
            <p:spPr bwMode="auto">
              <a:xfrm>
                <a:off x="4091" y="1781"/>
                <a:ext cx="120" cy="111"/>
              </a:xfrm>
              <a:custGeom>
                <a:avLst/>
                <a:gdLst>
                  <a:gd name="T0" fmla="*/ 120 w 120"/>
                  <a:gd name="T1" fmla="*/ 0 h 111"/>
                  <a:gd name="T2" fmla="*/ 40 w 120"/>
                  <a:gd name="T3" fmla="*/ 111 h 111"/>
                  <a:gd name="T4" fmla="*/ 16 w 120"/>
                  <a:gd name="T5" fmla="*/ 87 h 111"/>
                  <a:gd name="T6" fmla="*/ 0 w 120"/>
                  <a:gd name="T7" fmla="*/ 64 h 111"/>
                  <a:gd name="T8" fmla="*/ 120 w 120"/>
                  <a:gd name="T9" fmla="*/ 0 h 111"/>
                  <a:gd name="T10" fmla="*/ 0 60000 65536"/>
                  <a:gd name="T11" fmla="*/ 0 60000 65536"/>
                  <a:gd name="T12" fmla="*/ 0 60000 65536"/>
                  <a:gd name="T13" fmla="*/ 0 60000 65536"/>
                  <a:gd name="T14" fmla="*/ 0 60000 65536"/>
                  <a:gd name="T15" fmla="*/ 0 w 120"/>
                  <a:gd name="T16" fmla="*/ 0 h 111"/>
                  <a:gd name="T17" fmla="*/ 120 w 120"/>
                  <a:gd name="T18" fmla="*/ 111 h 111"/>
                </a:gdLst>
                <a:ahLst/>
                <a:cxnLst>
                  <a:cxn ang="T10">
                    <a:pos x="T0" y="T1"/>
                  </a:cxn>
                  <a:cxn ang="T11">
                    <a:pos x="T2" y="T3"/>
                  </a:cxn>
                  <a:cxn ang="T12">
                    <a:pos x="T4" y="T5"/>
                  </a:cxn>
                  <a:cxn ang="T13">
                    <a:pos x="T6" y="T7"/>
                  </a:cxn>
                  <a:cxn ang="T14">
                    <a:pos x="T8" y="T9"/>
                  </a:cxn>
                </a:cxnLst>
                <a:rect l="T15" t="T16" r="T17" b="T18"/>
                <a:pathLst>
                  <a:path w="120" h="111">
                    <a:moveTo>
                      <a:pt x="120" y="0"/>
                    </a:moveTo>
                    <a:lnTo>
                      <a:pt x="40" y="111"/>
                    </a:lnTo>
                    <a:lnTo>
                      <a:pt x="16" y="87"/>
                    </a:lnTo>
                    <a:lnTo>
                      <a:pt x="0" y="64"/>
                    </a:lnTo>
                    <a:lnTo>
                      <a:pt x="120" y="0"/>
                    </a:lnTo>
                    <a:close/>
                  </a:path>
                </a:pathLst>
              </a:custGeom>
              <a:grpFill/>
              <a:ln w="9525">
                <a:solidFill>
                  <a:schemeClr val="bg1">
                    <a:lumMod val="65000"/>
                  </a:schemeClr>
                </a:solidFill>
                <a:round/>
                <a:headEnd/>
                <a:tailEnd/>
              </a:ln>
            </p:spPr>
            <p:txBody>
              <a:bodyPr/>
              <a:lstStyle/>
              <a:p>
                <a:endParaRPr lang="en-US"/>
              </a:p>
            </p:txBody>
          </p:sp>
          <p:sp>
            <p:nvSpPr>
              <p:cNvPr id="103906" name="Line 929"/>
              <p:cNvSpPr>
                <a:spLocks noChangeShapeType="1"/>
              </p:cNvSpPr>
              <p:nvPr/>
            </p:nvSpPr>
            <p:spPr bwMode="auto">
              <a:xfrm flipV="1">
                <a:off x="2862" y="1863"/>
                <a:ext cx="1253" cy="1106"/>
              </a:xfrm>
              <a:prstGeom prst="line">
                <a:avLst/>
              </a:prstGeom>
              <a:grpFill/>
              <a:ln w="25400">
                <a:solidFill>
                  <a:schemeClr val="bg1">
                    <a:lumMod val="65000"/>
                  </a:schemeClr>
                </a:solidFill>
                <a:round/>
                <a:headEnd/>
                <a:tailEnd/>
              </a:ln>
            </p:spPr>
            <p:txBody>
              <a:bodyPr/>
              <a:lstStyle/>
              <a:p>
                <a:endParaRPr lang="en-US"/>
              </a:p>
            </p:txBody>
          </p:sp>
        </p:grpSp>
        <p:grpSp>
          <p:nvGrpSpPr>
            <p:cNvPr id="103610" name="Group 930"/>
            <p:cNvGrpSpPr>
              <a:grpSpLocks/>
            </p:cNvGrpSpPr>
            <p:nvPr/>
          </p:nvGrpSpPr>
          <p:grpSpPr bwMode="auto">
            <a:xfrm>
              <a:off x="1944" y="2687"/>
              <a:ext cx="886" cy="282"/>
              <a:chOff x="1944" y="2687"/>
              <a:chExt cx="886" cy="282"/>
            </a:xfrm>
            <a:grpFill/>
          </p:grpSpPr>
          <p:sp>
            <p:nvSpPr>
              <p:cNvPr id="103903" name="Freeform 931"/>
              <p:cNvSpPr>
                <a:spLocks/>
              </p:cNvSpPr>
              <p:nvPr/>
            </p:nvSpPr>
            <p:spPr bwMode="auto">
              <a:xfrm>
                <a:off x="2694" y="2897"/>
                <a:ext cx="136" cy="72"/>
              </a:xfrm>
              <a:custGeom>
                <a:avLst/>
                <a:gdLst>
                  <a:gd name="T0" fmla="*/ 136 w 136"/>
                  <a:gd name="T1" fmla="*/ 72 h 72"/>
                  <a:gd name="T2" fmla="*/ 0 w 136"/>
                  <a:gd name="T3" fmla="*/ 64 h 72"/>
                  <a:gd name="T4" fmla="*/ 8 w 136"/>
                  <a:gd name="T5" fmla="*/ 32 h 72"/>
                  <a:gd name="T6" fmla="*/ 24 w 136"/>
                  <a:gd name="T7" fmla="*/ 0 h 72"/>
                  <a:gd name="T8" fmla="*/ 136 w 136"/>
                  <a:gd name="T9" fmla="*/ 72 h 72"/>
                  <a:gd name="T10" fmla="*/ 0 60000 65536"/>
                  <a:gd name="T11" fmla="*/ 0 60000 65536"/>
                  <a:gd name="T12" fmla="*/ 0 60000 65536"/>
                  <a:gd name="T13" fmla="*/ 0 60000 65536"/>
                  <a:gd name="T14" fmla="*/ 0 60000 65536"/>
                  <a:gd name="T15" fmla="*/ 0 w 136"/>
                  <a:gd name="T16" fmla="*/ 0 h 72"/>
                  <a:gd name="T17" fmla="*/ 136 w 136"/>
                  <a:gd name="T18" fmla="*/ 72 h 72"/>
                </a:gdLst>
                <a:ahLst/>
                <a:cxnLst>
                  <a:cxn ang="T10">
                    <a:pos x="T0" y="T1"/>
                  </a:cxn>
                  <a:cxn ang="T11">
                    <a:pos x="T2" y="T3"/>
                  </a:cxn>
                  <a:cxn ang="T12">
                    <a:pos x="T4" y="T5"/>
                  </a:cxn>
                  <a:cxn ang="T13">
                    <a:pos x="T6" y="T7"/>
                  </a:cxn>
                  <a:cxn ang="T14">
                    <a:pos x="T8" y="T9"/>
                  </a:cxn>
                </a:cxnLst>
                <a:rect l="T15" t="T16" r="T17" b="T18"/>
                <a:pathLst>
                  <a:path w="136" h="72">
                    <a:moveTo>
                      <a:pt x="136" y="72"/>
                    </a:moveTo>
                    <a:lnTo>
                      <a:pt x="0" y="64"/>
                    </a:lnTo>
                    <a:lnTo>
                      <a:pt x="8" y="32"/>
                    </a:lnTo>
                    <a:lnTo>
                      <a:pt x="24" y="0"/>
                    </a:lnTo>
                    <a:lnTo>
                      <a:pt x="136" y="72"/>
                    </a:lnTo>
                    <a:close/>
                  </a:path>
                </a:pathLst>
              </a:custGeom>
              <a:grpFill/>
              <a:ln w="9525">
                <a:solidFill>
                  <a:schemeClr val="bg1">
                    <a:lumMod val="65000"/>
                  </a:schemeClr>
                </a:solidFill>
                <a:round/>
                <a:headEnd/>
                <a:tailEnd/>
              </a:ln>
            </p:spPr>
            <p:txBody>
              <a:bodyPr/>
              <a:lstStyle/>
              <a:p>
                <a:endParaRPr lang="en-US"/>
              </a:p>
            </p:txBody>
          </p:sp>
          <p:sp>
            <p:nvSpPr>
              <p:cNvPr id="103904" name="Line 932"/>
              <p:cNvSpPr>
                <a:spLocks noChangeShapeType="1"/>
              </p:cNvSpPr>
              <p:nvPr/>
            </p:nvSpPr>
            <p:spPr bwMode="auto">
              <a:xfrm>
                <a:off x="1944" y="2687"/>
                <a:ext cx="766" cy="244"/>
              </a:xfrm>
              <a:prstGeom prst="line">
                <a:avLst/>
              </a:prstGeom>
              <a:grpFill/>
              <a:ln w="25400">
                <a:solidFill>
                  <a:schemeClr val="bg1">
                    <a:lumMod val="65000"/>
                  </a:schemeClr>
                </a:solidFill>
                <a:round/>
                <a:headEnd/>
                <a:tailEnd/>
              </a:ln>
            </p:spPr>
            <p:txBody>
              <a:bodyPr/>
              <a:lstStyle/>
              <a:p>
                <a:endParaRPr lang="en-US"/>
              </a:p>
            </p:txBody>
          </p:sp>
        </p:grpSp>
        <p:grpSp>
          <p:nvGrpSpPr>
            <p:cNvPr id="103611" name="Group 933"/>
            <p:cNvGrpSpPr>
              <a:grpSpLocks/>
            </p:cNvGrpSpPr>
            <p:nvPr/>
          </p:nvGrpSpPr>
          <p:grpSpPr bwMode="auto">
            <a:xfrm>
              <a:off x="1944" y="2395"/>
              <a:ext cx="1357" cy="1196"/>
              <a:chOff x="1944" y="2395"/>
              <a:chExt cx="1357" cy="1196"/>
            </a:xfrm>
            <a:grpFill/>
          </p:grpSpPr>
          <p:sp>
            <p:nvSpPr>
              <p:cNvPr id="103901" name="Freeform 934"/>
              <p:cNvSpPr>
                <a:spLocks/>
              </p:cNvSpPr>
              <p:nvPr/>
            </p:nvSpPr>
            <p:spPr bwMode="auto">
              <a:xfrm>
                <a:off x="3173" y="2395"/>
                <a:ext cx="128" cy="112"/>
              </a:xfrm>
              <a:custGeom>
                <a:avLst/>
                <a:gdLst>
                  <a:gd name="T0" fmla="*/ 128 w 128"/>
                  <a:gd name="T1" fmla="*/ 0 h 112"/>
                  <a:gd name="T2" fmla="*/ 48 w 128"/>
                  <a:gd name="T3" fmla="*/ 112 h 112"/>
                  <a:gd name="T4" fmla="*/ 24 w 128"/>
                  <a:gd name="T5" fmla="*/ 88 h 112"/>
                  <a:gd name="T6" fmla="*/ 0 w 128"/>
                  <a:gd name="T7" fmla="*/ 64 h 112"/>
                  <a:gd name="T8" fmla="*/ 128 w 128"/>
                  <a:gd name="T9" fmla="*/ 0 h 112"/>
                  <a:gd name="T10" fmla="*/ 0 60000 65536"/>
                  <a:gd name="T11" fmla="*/ 0 60000 65536"/>
                  <a:gd name="T12" fmla="*/ 0 60000 65536"/>
                  <a:gd name="T13" fmla="*/ 0 60000 65536"/>
                  <a:gd name="T14" fmla="*/ 0 60000 65536"/>
                  <a:gd name="T15" fmla="*/ 0 w 128"/>
                  <a:gd name="T16" fmla="*/ 0 h 112"/>
                  <a:gd name="T17" fmla="*/ 128 w 128"/>
                  <a:gd name="T18" fmla="*/ 112 h 112"/>
                </a:gdLst>
                <a:ahLst/>
                <a:cxnLst>
                  <a:cxn ang="T10">
                    <a:pos x="T0" y="T1"/>
                  </a:cxn>
                  <a:cxn ang="T11">
                    <a:pos x="T2" y="T3"/>
                  </a:cxn>
                  <a:cxn ang="T12">
                    <a:pos x="T4" y="T5"/>
                  </a:cxn>
                  <a:cxn ang="T13">
                    <a:pos x="T6" y="T7"/>
                  </a:cxn>
                  <a:cxn ang="T14">
                    <a:pos x="T8" y="T9"/>
                  </a:cxn>
                </a:cxnLst>
                <a:rect l="T15" t="T16" r="T17" b="T18"/>
                <a:pathLst>
                  <a:path w="128" h="112">
                    <a:moveTo>
                      <a:pt x="128" y="0"/>
                    </a:moveTo>
                    <a:lnTo>
                      <a:pt x="48" y="112"/>
                    </a:lnTo>
                    <a:lnTo>
                      <a:pt x="24" y="88"/>
                    </a:lnTo>
                    <a:lnTo>
                      <a:pt x="0" y="64"/>
                    </a:lnTo>
                    <a:lnTo>
                      <a:pt x="128" y="0"/>
                    </a:lnTo>
                    <a:close/>
                  </a:path>
                </a:pathLst>
              </a:custGeom>
              <a:grpFill/>
              <a:ln w="9525">
                <a:solidFill>
                  <a:schemeClr val="bg1">
                    <a:lumMod val="65000"/>
                  </a:schemeClr>
                </a:solidFill>
                <a:round/>
                <a:headEnd/>
                <a:tailEnd/>
              </a:ln>
            </p:spPr>
            <p:txBody>
              <a:bodyPr/>
              <a:lstStyle/>
              <a:p>
                <a:endParaRPr lang="en-US"/>
              </a:p>
            </p:txBody>
          </p:sp>
          <p:sp>
            <p:nvSpPr>
              <p:cNvPr id="103902" name="Line 935"/>
              <p:cNvSpPr>
                <a:spLocks noChangeShapeType="1"/>
              </p:cNvSpPr>
              <p:nvPr/>
            </p:nvSpPr>
            <p:spPr bwMode="auto">
              <a:xfrm flipV="1">
                <a:off x="1944" y="2477"/>
                <a:ext cx="1261" cy="1114"/>
              </a:xfrm>
              <a:prstGeom prst="line">
                <a:avLst/>
              </a:prstGeom>
              <a:grpFill/>
              <a:ln w="25400">
                <a:solidFill>
                  <a:schemeClr val="bg1">
                    <a:lumMod val="65000"/>
                  </a:schemeClr>
                </a:solidFill>
                <a:round/>
                <a:headEnd/>
                <a:tailEnd/>
              </a:ln>
            </p:spPr>
            <p:txBody>
              <a:bodyPr/>
              <a:lstStyle/>
              <a:p>
                <a:endParaRPr lang="en-US"/>
              </a:p>
            </p:txBody>
          </p:sp>
        </p:grpSp>
        <p:grpSp>
          <p:nvGrpSpPr>
            <p:cNvPr id="103612" name="Group 936"/>
            <p:cNvGrpSpPr>
              <a:grpSpLocks/>
            </p:cNvGrpSpPr>
            <p:nvPr/>
          </p:nvGrpSpPr>
          <p:grpSpPr bwMode="auto">
            <a:xfrm>
              <a:off x="3317" y="3293"/>
              <a:ext cx="886" cy="282"/>
              <a:chOff x="3317" y="3293"/>
              <a:chExt cx="886" cy="282"/>
            </a:xfrm>
            <a:grpFill/>
          </p:grpSpPr>
          <p:sp>
            <p:nvSpPr>
              <p:cNvPr id="103899" name="Freeform 937"/>
              <p:cNvSpPr>
                <a:spLocks/>
              </p:cNvSpPr>
              <p:nvPr/>
            </p:nvSpPr>
            <p:spPr bwMode="auto">
              <a:xfrm>
                <a:off x="4067" y="3504"/>
                <a:ext cx="136" cy="71"/>
              </a:xfrm>
              <a:custGeom>
                <a:avLst/>
                <a:gdLst>
                  <a:gd name="T0" fmla="*/ 136 w 136"/>
                  <a:gd name="T1" fmla="*/ 71 h 71"/>
                  <a:gd name="T2" fmla="*/ 0 w 136"/>
                  <a:gd name="T3" fmla="*/ 63 h 71"/>
                  <a:gd name="T4" fmla="*/ 8 w 136"/>
                  <a:gd name="T5" fmla="*/ 32 h 71"/>
                  <a:gd name="T6" fmla="*/ 16 w 136"/>
                  <a:gd name="T7" fmla="*/ 0 h 71"/>
                  <a:gd name="T8" fmla="*/ 136 w 136"/>
                  <a:gd name="T9" fmla="*/ 71 h 71"/>
                  <a:gd name="T10" fmla="*/ 0 60000 65536"/>
                  <a:gd name="T11" fmla="*/ 0 60000 65536"/>
                  <a:gd name="T12" fmla="*/ 0 60000 65536"/>
                  <a:gd name="T13" fmla="*/ 0 60000 65536"/>
                  <a:gd name="T14" fmla="*/ 0 60000 65536"/>
                  <a:gd name="T15" fmla="*/ 0 w 136"/>
                  <a:gd name="T16" fmla="*/ 0 h 71"/>
                  <a:gd name="T17" fmla="*/ 136 w 136"/>
                  <a:gd name="T18" fmla="*/ 71 h 71"/>
                </a:gdLst>
                <a:ahLst/>
                <a:cxnLst>
                  <a:cxn ang="T10">
                    <a:pos x="T0" y="T1"/>
                  </a:cxn>
                  <a:cxn ang="T11">
                    <a:pos x="T2" y="T3"/>
                  </a:cxn>
                  <a:cxn ang="T12">
                    <a:pos x="T4" y="T5"/>
                  </a:cxn>
                  <a:cxn ang="T13">
                    <a:pos x="T6" y="T7"/>
                  </a:cxn>
                  <a:cxn ang="T14">
                    <a:pos x="T8" y="T9"/>
                  </a:cxn>
                </a:cxnLst>
                <a:rect l="T15" t="T16" r="T17" b="T18"/>
                <a:pathLst>
                  <a:path w="136" h="71">
                    <a:moveTo>
                      <a:pt x="136" y="71"/>
                    </a:moveTo>
                    <a:lnTo>
                      <a:pt x="0" y="63"/>
                    </a:lnTo>
                    <a:lnTo>
                      <a:pt x="8" y="32"/>
                    </a:lnTo>
                    <a:lnTo>
                      <a:pt x="16" y="0"/>
                    </a:lnTo>
                    <a:lnTo>
                      <a:pt x="136" y="71"/>
                    </a:lnTo>
                    <a:close/>
                  </a:path>
                </a:pathLst>
              </a:custGeom>
              <a:grpFill/>
              <a:ln w="9525">
                <a:solidFill>
                  <a:schemeClr val="bg1">
                    <a:lumMod val="65000"/>
                  </a:schemeClr>
                </a:solidFill>
                <a:round/>
                <a:headEnd/>
                <a:tailEnd/>
              </a:ln>
            </p:spPr>
            <p:txBody>
              <a:bodyPr/>
              <a:lstStyle/>
              <a:p>
                <a:endParaRPr lang="en-US"/>
              </a:p>
            </p:txBody>
          </p:sp>
          <p:sp>
            <p:nvSpPr>
              <p:cNvPr id="103900" name="Line 938"/>
              <p:cNvSpPr>
                <a:spLocks noChangeShapeType="1"/>
              </p:cNvSpPr>
              <p:nvPr/>
            </p:nvSpPr>
            <p:spPr bwMode="auto">
              <a:xfrm>
                <a:off x="3317" y="3293"/>
                <a:ext cx="766" cy="244"/>
              </a:xfrm>
              <a:prstGeom prst="line">
                <a:avLst/>
              </a:prstGeom>
              <a:grpFill/>
              <a:ln w="25400">
                <a:solidFill>
                  <a:schemeClr val="bg1">
                    <a:lumMod val="65000"/>
                  </a:schemeClr>
                </a:solidFill>
                <a:round/>
                <a:headEnd/>
                <a:tailEnd/>
              </a:ln>
            </p:spPr>
            <p:txBody>
              <a:bodyPr/>
              <a:lstStyle/>
              <a:p>
                <a:endParaRPr lang="en-US"/>
              </a:p>
            </p:txBody>
          </p:sp>
        </p:grpSp>
        <p:grpSp>
          <p:nvGrpSpPr>
            <p:cNvPr id="103613" name="Group 939"/>
            <p:cNvGrpSpPr>
              <a:grpSpLocks/>
            </p:cNvGrpSpPr>
            <p:nvPr/>
          </p:nvGrpSpPr>
          <p:grpSpPr bwMode="auto">
            <a:xfrm>
              <a:off x="3317" y="2682"/>
              <a:ext cx="1349" cy="619"/>
              <a:chOff x="3317" y="2682"/>
              <a:chExt cx="1349" cy="619"/>
            </a:xfrm>
            <a:grpFill/>
          </p:grpSpPr>
          <p:sp>
            <p:nvSpPr>
              <p:cNvPr id="103897" name="Freeform 940"/>
              <p:cNvSpPr>
                <a:spLocks/>
              </p:cNvSpPr>
              <p:nvPr/>
            </p:nvSpPr>
            <p:spPr bwMode="auto">
              <a:xfrm>
                <a:off x="4530" y="2682"/>
                <a:ext cx="136" cy="88"/>
              </a:xfrm>
              <a:custGeom>
                <a:avLst/>
                <a:gdLst>
                  <a:gd name="T0" fmla="*/ 136 w 136"/>
                  <a:gd name="T1" fmla="*/ 0 h 88"/>
                  <a:gd name="T2" fmla="*/ 32 w 136"/>
                  <a:gd name="T3" fmla="*/ 88 h 88"/>
                  <a:gd name="T4" fmla="*/ 16 w 136"/>
                  <a:gd name="T5" fmla="*/ 56 h 88"/>
                  <a:gd name="T6" fmla="*/ 0 w 136"/>
                  <a:gd name="T7" fmla="*/ 32 h 88"/>
                  <a:gd name="T8" fmla="*/ 136 w 136"/>
                  <a:gd name="T9" fmla="*/ 0 h 88"/>
                  <a:gd name="T10" fmla="*/ 0 60000 65536"/>
                  <a:gd name="T11" fmla="*/ 0 60000 65536"/>
                  <a:gd name="T12" fmla="*/ 0 60000 65536"/>
                  <a:gd name="T13" fmla="*/ 0 60000 65536"/>
                  <a:gd name="T14" fmla="*/ 0 60000 65536"/>
                  <a:gd name="T15" fmla="*/ 0 w 136"/>
                  <a:gd name="T16" fmla="*/ 0 h 88"/>
                  <a:gd name="T17" fmla="*/ 136 w 136"/>
                  <a:gd name="T18" fmla="*/ 88 h 88"/>
                </a:gdLst>
                <a:ahLst/>
                <a:cxnLst>
                  <a:cxn ang="T10">
                    <a:pos x="T0" y="T1"/>
                  </a:cxn>
                  <a:cxn ang="T11">
                    <a:pos x="T2" y="T3"/>
                  </a:cxn>
                  <a:cxn ang="T12">
                    <a:pos x="T4" y="T5"/>
                  </a:cxn>
                  <a:cxn ang="T13">
                    <a:pos x="T6" y="T7"/>
                  </a:cxn>
                  <a:cxn ang="T14">
                    <a:pos x="T8" y="T9"/>
                  </a:cxn>
                </a:cxnLst>
                <a:rect l="T15" t="T16" r="T17" b="T18"/>
                <a:pathLst>
                  <a:path w="136" h="88">
                    <a:moveTo>
                      <a:pt x="136" y="0"/>
                    </a:moveTo>
                    <a:lnTo>
                      <a:pt x="32" y="88"/>
                    </a:lnTo>
                    <a:lnTo>
                      <a:pt x="16" y="56"/>
                    </a:lnTo>
                    <a:lnTo>
                      <a:pt x="0" y="32"/>
                    </a:lnTo>
                    <a:lnTo>
                      <a:pt x="136" y="0"/>
                    </a:lnTo>
                    <a:close/>
                  </a:path>
                </a:pathLst>
              </a:custGeom>
              <a:grpFill/>
              <a:ln w="9525">
                <a:solidFill>
                  <a:schemeClr val="bg1">
                    <a:lumMod val="65000"/>
                  </a:schemeClr>
                </a:solidFill>
                <a:round/>
                <a:headEnd/>
                <a:tailEnd/>
              </a:ln>
            </p:spPr>
            <p:txBody>
              <a:bodyPr/>
              <a:lstStyle/>
              <a:p>
                <a:endParaRPr lang="en-US"/>
              </a:p>
            </p:txBody>
          </p:sp>
          <p:sp>
            <p:nvSpPr>
              <p:cNvPr id="103898" name="Line 941"/>
              <p:cNvSpPr>
                <a:spLocks noChangeShapeType="1"/>
              </p:cNvSpPr>
              <p:nvPr/>
            </p:nvSpPr>
            <p:spPr bwMode="auto">
              <a:xfrm flipV="1">
                <a:off x="3317" y="2736"/>
                <a:ext cx="1237" cy="565"/>
              </a:xfrm>
              <a:prstGeom prst="line">
                <a:avLst/>
              </a:prstGeom>
              <a:grpFill/>
              <a:ln w="25400">
                <a:solidFill>
                  <a:schemeClr val="bg1">
                    <a:lumMod val="65000"/>
                  </a:schemeClr>
                </a:solidFill>
                <a:round/>
                <a:headEnd/>
                <a:tailEnd/>
              </a:ln>
            </p:spPr>
            <p:txBody>
              <a:bodyPr/>
              <a:lstStyle/>
              <a:p>
                <a:endParaRPr lang="en-US"/>
              </a:p>
            </p:txBody>
          </p:sp>
        </p:grpSp>
        <p:grpSp>
          <p:nvGrpSpPr>
            <p:cNvPr id="103614" name="Group 942"/>
            <p:cNvGrpSpPr>
              <a:grpSpLocks/>
            </p:cNvGrpSpPr>
            <p:nvPr/>
          </p:nvGrpSpPr>
          <p:grpSpPr bwMode="auto">
            <a:xfrm>
              <a:off x="3317" y="2387"/>
              <a:ext cx="886" cy="282"/>
              <a:chOff x="3317" y="2387"/>
              <a:chExt cx="886" cy="282"/>
            </a:xfrm>
            <a:grpFill/>
          </p:grpSpPr>
          <p:sp>
            <p:nvSpPr>
              <p:cNvPr id="103895" name="Freeform 943"/>
              <p:cNvSpPr>
                <a:spLocks/>
              </p:cNvSpPr>
              <p:nvPr/>
            </p:nvSpPr>
            <p:spPr bwMode="auto">
              <a:xfrm>
                <a:off x="4067" y="2387"/>
                <a:ext cx="136" cy="72"/>
              </a:xfrm>
              <a:custGeom>
                <a:avLst/>
                <a:gdLst>
                  <a:gd name="T0" fmla="*/ 136 w 136"/>
                  <a:gd name="T1" fmla="*/ 0 h 72"/>
                  <a:gd name="T2" fmla="*/ 16 w 136"/>
                  <a:gd name="T3" fmla="*/ 72 h 72"/>
                  <a:gd name="T4" fmla="*/ 8 w 136"/>
                  <a:gd name="T5" fmla="*/ 40 h 72"/>
                  <a:gd name="T6" fmla="*/ 0 w 136"/>
                  <a:gd name="T7" fmla="*/ 8 h 72"/>
                  <a:gd name="T8" fmla="*/ 136 w 136"/>
                  <a:gd name="T9" fmla="*/ 0 h 72"/>
                  <a:gd name="T10" fmla="*/ 0 60000 65536"/>
                  <a:gd name="T11" fmla="*/ 0 60000 65536"/>
                  <a:gd name="T12" fmla="*/ 0 60000 65536"/>
                  <a:gd name="T13" fmla="*/ 0 60000 65536"/>
                  <a:gd name="T14" fmla="*/ 0 60000 65536"/>
                  <a:gd name="T15" fmla="*/ 0 w 136"/>
                  <a:gd name="T16" fmla="*/ 0 h 72"/>
                  <a:gd name="T17" fmla="*/ 136 w 136"/>
                  <a:gd name="T18" fmla="*/ 72 h 72"/>
                </a:gdLst>
                <a:ahLst/>
                <a:cxnLst>
                  <a:cxn ang="T10">
                    <a:pos x="T0" y="T1"/>
                  </a:cxn>
                  <a:cxn ang="T11">
                    <a:pos x="T2" y="T3"/>
                  </a:cxn>
                  <a:cxn ang="T12">
                    <a:pos x="T4" y="T5"/>
                  </a:cxn>
                  <a:cxn ang="T13">
                    <a:pos x="T6" y="T7"/>
                  </a:cxn>
                  <a:cxn ang="T14">
                    <a:pos x="T8" y="T9"/>
                  </a:cxn>
                </a:cxnLst>
                <a:rect l="T15" t="T16" r="T17" b="T18"/>
                <a:pathLst>
                  <a:path w="136" h="72">
                    <a:moveTo>
                      <a:pt x="136" y="0"/>
                    </a:moveTo>
                    <a:lnTo>
                      <a:pt x="16" y="72"/>
                    </a:lnTo>
                    <a:lnTo>
                      <a:pt x="8" y="40"/>
                    </a:lnTo>
                    <a:lnTo>
                      <a:pt x="0" y="8"/>
                    </a:lnTo>
                    <a:lnTo>
                      <a:pt x="136" y="0"/>
                    </a:lnTo>
                    <a:close/>
                  </a:path>
                </a:pathLst>
              </a:custGeom>
              <a:grpFill/>
              <a:ln w="9525">
                <a:solidFill>
                  <a:schemeClr val="bg1">
                    <a:lumMod val="65000"/>
                  </a:schemeClr>
                </a:solidFill>
                <a:round/>
                <a:headEnd/>
                <a:tailEnd/>
              </a:ln>
            </p:spPr>
            <p:txBody>
              <a:bodyPr/>
              <a:lstStyle/>
              <a:p>
                <a:endParaRPr lang="en-US"/>
              </a:p>
            </p:txBody>
          </p:sp>
          <p:sp>
            <p:nvSpPr>
              <p:cNvPr id="103896" name="Line 944"/>
              <p:cNvSpPr>
                <a:spLocks noChangeShapeType="1"/>
              </p:cNvSpPr>
              <p:nvPr/>
            </p:nvSpPr>
            <p:spPr bwMode="auto">
              <a:xfrm flipV="1">
                <a:off x="3317" y="2426"/>
                <a:ext cx="766" cy="243"/>
              </a:xfrm>
              <a:prstGeom prst="line">
                <a:avLst/>
              </a:prstGeom>
              <a:grpFill/>
              <a:ln w="25400">
                <a:solidFill>
                  <a:schemeClr val="bg1">
                    <a:lumMod val="65000"/>
                  </a:schemeClr>
                </a:solidFill>
                <a:round/>
                <a:headEnd/>
                <a:tailEnd/>
              </a:ln>
            </p:spPr>
            <p:txBody>
              <a:bodyPr/>
              <a:lstStyle/>
              <a:p>
                <a:endParaRPr lang="en-US"/>
              </a:p>
            </p:txBody>
          </p:sp>
        </p:grpSp>
        <p:grpSp>
          <p:nvGrpSpPr>
            <p:cNvPr id="103615" name="Group 945"/>
            <p:cNvGrpSpPr>
              <a:grpSpLocks/>
            </p:cNvGrpSpPr>
            <p:nvPr/>
          </p:nvGrpSpPr>
          <p:grpSpPr bwMode="auto">
            <a:xfrm>
              <a:off x="3780" y="2387"/>
              <a:ext cx="886" cy="282"/>
              <a:chOff x="3780" y="2387"/>
              <a:chExt cx="886" cy="282"/>
            </a:xfrm>
            <a:grpFill/>
          </p:grpSpPr>
          <p:sp>
            <p:nvSpPr>
              <p:cNvPr id="103893" name="Freeform 946"/>
              <p:cNvSpPr>
                <a:spLocks/>
              </p:cNvSpPr>
              <p:nvPr/>
            </p:nvSpPr>
            <p:spPr bwMode="auto">
              <a:xfrm>
                <a:off x="4522" y="2387"/>
                <a:ext cx="144" cy="72"/>
              </a:xfrm>
              <a:custGeom>
                <a:avLst/>
                <a:gdLst>
                  <a:gd name="T0" fmla="*/ 144 w 144"/>
                  <a:gd name="T1" fmla="*/ 0 h 72"/>
                  <a:gd name="T2" fmla="*/ 24 w 144"/>
                  <a:gd name="T3" fmla="*/ 72 h 72"/>
                  <a:gd name="T4" fmla="*/ 16 w 144"/>
                  <a:gd name="T5" fmla="*/ 40 h 72"/>
                  <a:gd name="T6" fmla="*/ 0 w 144"/>
                  <a:gd name="T7" fmla="*/ 8 h 72"/>
                  <a:gd name="T8" fmla="*/ 144 w 144"/>
                  <a:gd name="T9" fmla="*/ 0 h 72"/>
                  <a:gd name="T10" fmla="*/ 0 60000 65536"/>
                  <a:gd name="T11" fmla="*/ 0 60000 65536"/>
                  <a:gd name="T12" fmla="*/ 0 60000 65536"/>
                  <a:gd name="T13" fmla="*/ 0 60000 65536"/>
                  <a:gd name="T14" fmla="*/ 0 60000 65536"/>
                  <a:gd name="T15" fmla="*/ 0 w 144"/>
                  <a:gd name="T16" fmla="*/ 0 h 72"/>
                  <a:gd name="T17" fmla="*/ 144 w 144"/>
                  <a:gd name="T18" fmla="*/ 72 h 72"/>
                </a:gdLst>
                <a:ahLst/>
                <a:cxnLst>
                  <a:cxn ang="T10">
                    <a:pos x="T0" y="T1"/>
                  </a:cxn>
                  <a:cxn ang="T11">
                    <a:pos x="T2" y="T3"/>
                  </a:cxn>
                  <a:cxn ang="T12">
                    <a:pos x="T4" y="T5"/>
                  </a:cxn>
                  <a:cxn ang="T13">
                    <a:pos x="T6" y="T7"/>
                  </a:cxn>
                  <a:cxn ang="T14">
                    <a:pos x="T8" y="T9"/>
                  </a:cxn>
                </a:cxnLst>
                <a:rect l="T15" t="T16" r="T17" b="T18"/>
                <a:pathLst>
                  <a:path w="144" h="72">
                    <a:moveTo>
                      <a:pt x="144" y="0"/>
                    </a:moveTo>
                    <a:lnTo>
                      <a:pt x="24" y="72"/>
                    </a:lnTo>
                    <a:lnTo>
                      <a:pt x="16" y="40"/>
                    </a:lnTo>
                    <a:lnTo>
                      <a:pt x="0" y="8"/>
                    </a:lnTo>
                    <a:lnTo>
                      <a:pt x="144" y="0"/>
                    </a:lnTo>
                    <a:close/>
                  </a:path>
                </a:pathLst>
              </a:custGeom>
              <a:grpFill/>
              <a:ln w="9525">
                <a:solidFill>
                  <a:schemeClr val="bg1">
                    <a:lumMod val="65000"/>
                  </a:schemeClr>
                </a:solidFill>
                <a:round/>
                <a:headEnd/>
                <a:tailEnd/>
              </a:ln>
            </p:spPr>
            <p:txBody>
              <a:bodyPr/>
              <a:lstStyle/>
              <a:p>
                <a:endParaRPr lang="en-US"/>
              </a:p>
            </p:txBody>
          </p:sp>
          <p:sp>
            <p:nvSpPr>
              <p:cNvPr id="103894" name="Line 947"/>
              <p:cNvSpPr>
                <a:spLocks noChangeShapeType="1"/>
              </p:cNvSpPr>
              <p:nvPr/>
            </p:nvSpPr>
            <p:spPr bwMode="auto">
              <a:xfrm flipV="1">
                <a:off x="3780" y="2426"/>
                <a:ext cx="766" cy="243"/>
              </a:xfrm>
              <a:prstGeom prst="line">
                <a:avLst/>
              </a:prstGeom>
              <a:grpFill/>
              <a:ln w="25400">
                <a:solidFill>
                  <a:schemeClr val="bg1">
                    <a:lumMod val="65000"/>
                  </a:schemeClr>
                </a:solidFill>
                <a:round/>
                <a:headEnd/>
                <a:tailEnd/>
              </a:ln>
            </p:spPr>
            <p:txBody>
              <a:bodyPr/>
              <a:lstStyle/>
              <a:p>
                <a:endParaRPr lang="en-US"/>
              </a:p>
            </p:txBody>
          </p:sp>
        </p:grpSp>
        <p:grpSp>
          <p:nvGrpSpPr>
            <p:cNvPr id="103616" name="Group 948"/>
            <p:cNvGrpSpPr>
              <a:grpSpLocks/>
            </p:cNvGrpSpPr>
            <p:nvPr/>
          </p:nvGrpSpPr>
          <p:grpSpPr bwMode="auto">
            <a:xfrm>
              <a:off x="1473" y="2993"/>
              <a:ext cx="886" cy="291"/>
              <a:chOff x="1473" y="2993"/>
              <a:chExt cx="886" cy="291"/>
            </a:xfrm>
            <a:grpFill/>
          </p:grpSpPr>
          <p:sp>
            <p:nvSpPr>
              <p:cNvPr id="103891" name="Freeform 949"/>
              <p:cNvSpPr>
                <a:spLocks/>
              </p:cNvSpPr>
              <p:nvPr/>
            </p:nvSpPr>
            <p:spPr bwMode="auto">
              <a:xfrm>
                <a:off x="2223" y="2993"/>
                <a:ext cx="136" cy="72"/>
              </a:xfrm>
              <a:custGeom>
                <a:avLst/>
                <a:gdLst>
                  <a:gd name="T0" fmla="*/ 136 w 136"/>
                  <a:gd name="T1" fmla="*/ 0 h 72"/>
                  <a:gd name="T2" fmla="*/ 24 w 136"/>
                  <a:gd name="T3" fmla="*/ 72 h 72"/>
                  <a:gd name="T4" fmla="*/ 8 w 136"/>
                  <a:gd name="T5" fmla="*/ 40 h 72"/>
                  <a:gd name="T6" fmla="*/ 0 w 136"/>
                  <a:gd name="T7" fmla="*/ 8 h 72"/>
                  <a:gd name="T8" fmla="*/ 136 w 136"/>
                  <a:gd name="T9" fmla="*/ 0 h 72"/>
                  <a:gd name="T10" fmla="*/ 0 60000 65536"/>
                  <a:gd name="T11" fmla="*/ 0 60000 65536"/>
                  <a:gd name="T12" fmla="*/ 0 60000 65536"/>
                  <a:gd name="T13" fmla="*/ 0 60000 65536"/>
                  <a:gd name="T14" fmla="*/ 0 60000 65536"/>
                  <a:gd name="T15" fmla="*/ 0 w 136"/>
                  <a:gd name="T16" fmla="*/ 0 h 72"/>
                  <a:gd name="T17" fmla="*/ 136 w 136"/>
                  <a:gd name="T18" fmla="*/ 72 h 72"/>
                </a:gdLst>
                <a:ahLst/>
                <a:cxnLst>
                  <a:cxn ang="T10">
                    <a:pos x="T0" y="T1"/>
                  </a:cxn>
                  <a:cxn ang="T11">
                    <a:pos x="T2" y="T3"/>
                  </a:cxn>
                  <a:cxn ang="T12">
                    <a:pos x="T4" y="T5"/>
                  </a:cxn>
                  <a:cxn ang="T13">
                    <a:pos x="T6" y="T7"/>
                  </a:cxn>
                  <a:cxn ang="T14">
                    <a:pos x="T8" y="T9"/>
                  </a:cxn>
                </a:cxnLst>
                <a:rect l="T15" t="T16" r="T17" b="T18"/>
                <a:pathLst>
                  <a:path w="136" h="72">
                    <a:moveTo>
                      <a:pt x="136" y="0"/>
                    </a:moveTo>
                    <a:lnTo>
                      <a:pt x="24" y="72"/>
                    </a:lnTo>
                    <a:lnTo>
                      <a:pt x="8" y="40"/>
                    </a:lnTo>
                    <a:lnTo>
                      <a:pt x="0" y="8"/>
                    </a:lnTo>
                    <a:lnTo>
                      <a:pt x="136" y="0"/>
                    </a:lnTo>
                    <a:close/>
                  </a:path>
                </a:pathLst>
              </a:custGeom>
              <a:grpFill/>
              <a:ln w="9525">
                <a:solidFill>
                  <a:schemeClr val="bg1">
                    <a:lumMod val="65000"/>
                  </a:schemeClr>
                </a:solidFill>
                <a:round/>
                <a:headEnd/>
                <a:tailEnd/>
              </a:ln>
            </p:spPr>
            <p:txBody>
              <a:bodyPr/>
              <a:lstStyle/>
              <a:p>
                <a:endParaRPr lang="en-US"/>
              </a:p>
            </p:txBody>
          </p:sp>
          <p:sp>
            <p:nvSpPr>
              <p:cNvPr id="103892" name="Line 950"/>
              <p:cNvSpPr>
                <a:spLocks noChangeShapeType="1"/>
              </p:cNvSpPr>
              <p:nvPr/>
            </p:nvSpPr>
            <p:spPr bwMode="auto">
              <a:xfrm flipV="1">
                <a:off x="1473" y="3032"/>
                <a:ext cx="766" cy="252"/>
              </a:xfrm>
              <a:prstGeom prst="line">
                <a:avLst/>
              </a:prstGeom>
              <a:grpFill/>
              <a:ln w="25400">
                <a:solidFill>
                  <a:schemeClr val="bg1">
                    <a:lumMod val="65000"/>
                  </a:schemeClr>
                </a:solidFill>
                <a:round/>
                <a:headEnd/>
                <a:tailEnd/>
              </a:ln>
            </p:spPr>
            <p:txBody>
              <a:bodyPr/>
              <a:lstStyle/>
              <a:p>
                <a:endParaRPr lang="en-US"/>
              </a:p>
            </p:txBody>
          </p:sp>
        </p:grpSp>
        <p:grpSp>
          <p:nvGrpSpPr>
            <p:cNvPr id="103617" name="Group 951"/>
            <p:cNvGrpSpPr>
              <a:grpSpLocks/>
            </p:cNvGrpSpPr>
            <p:nvPr/>
          </p:nvGrpSpPr>
          <p:grpSpPr bwMode="auto">
            <a:xfrm>
              <a:off x="1497" y="1765"/>
              <a:ext cx="878" cy="290"/>
              <a:chOff x="1497" y="1765"/>
              <a:chExt cx="878" cy="290"/>
            </a:xfrm>
            <a:grpFill/>
          </p:grpSpPr>
          <p:sp>
            <p:nvSpPr>
              <p:cNvPr id="103889" name="Freeform 952"/>
              <p:cNvSpPr>
                <a:spLocks/>
              </p:cNvSpPr>
              <p:nvPr/>
            </p:nvSpPr>
            <p:spPr bwMode="auto">
              <a:xfrm>
                <a:off x="2239" y="1765"/>
                <a:ext cx="136" cy="72"/>
              </a:xfrm>
              <a:custGeom>
                <a:avLst/>
                <a:gdLst>
                  <a:gd name="T0" fmla="*/ 136 w 136"/>
                  <a:gd name="T1" fmla="*/ 0 h 72"/>
                  <a:gd name="T2" fmla="*/ 24 w 136"/>
                  <a:gd name="T3" fmla="*/ 72 h 72"/>
                  <a:gd name="T4" fmla="*/ 8 w 136"/>
                  <a:gd name="T5" fmla="*/ 40 h 72"/>
                  <a:gd name="T6" fmla="*/ 0 w 136"/>
                  <a:gd name="T7" fmla="*/ 8 h 72"/>
                  <a:gd name="T8" fmla="*/ 136 w 136"/>
                  <a:gd name="T9" fmla="*/ 0 h 72"/>
                  <a:gd name="T10" fmla="*/ 0 60000 65536"/>
                  <a:gd name="T11" fmla="*/ 0 60000 65536"/>
                  <a:gd name="T12" fmla="*/ 0 60000 65536"/>
                  <a:gd name="T13" fmla="*/ 0 60000 65536"/>
                  <a:gd name="T14" fmla="*/ 0 60000 65536"/>
                  <a:gd name="T15" fmla="*/ 0 w 136"/>
                  <a:gd name="T16" fmla="*/ 0 h 72"/>
                  <a:gd name="T17" fmla="*/ 136 w 136"/>
                  <a:gd name="T18" fmla="*/ 72 h 72"/>
                </a:gdLst>
                <a:ahLst/>
                <a:cxnLst>
                  <a:cxn ang="T10">
                    <a:pos x="T0" y="T1"/>
                  </a:cxn>
                  <a:cxn ang="T11">
                    <a:pos x="T2" y="T3"/>
                  </a:cxn>
                  <a:cxn ang="T12">
                    <a:pos x="T4" y="T5"/>
                  </a:cxn>
                  <a:cxn ang="T13">
                    <a:pos x="T6" y="T7"/>
                  </a:cxn>
                  <a:cxn ang="T14">
                    <a:pos x="T8" y="T9"/>
                  </a:cxn>
                </a:cxnLst>
                <a:rect l="T15" t="T16" r="T17" b="T18"/>
                <a:pathLst>
                  <a:path w="136" h="72">
                    <a:moveTo>
                      <a:pt x="136" y="0"/>
                    </a:moveTo>
                    <a:lnTo>
                      <a:pt x="24" y="72"/>
                    </a:lnTo>
                    <a:lnTo>
                      <a:pt x="8" y="40"/>
                    </a:lnTo>
                    <a:lnTo>
                      <a:pt x="0" y="8"/>
                    </a:lnTo>
                    <a:lnTo>
                      <a:pt x="136" y="0"/>
                    </a:lnTo>
                    <a:close/>
                  </a:path>
                </a:pathLst>
              </a:custGeom>
              <a:grpFill/>
              <a:ln w="9525">
                <a:solidFill>
                  <a:schemeClr val="bg1">
                    <a:lumMod val="65000"/>
                  </a:schemeClr>
                </a:solidFill>
                <a:round/>
                <a:headEnd/>
                <a:tailEnd/>
              </a:ln>
            </p:spPr>
            <p:txBody>
              <a:bodyPr/>
              <a:lstStyle/>
              <a:p>
                <a:endParaRPr lang="en-US"/>
              </a:p>
            </p:txBody>
          </p:sp>
          <p:sp>
            <p:nvSpPr>
              <p:cNvPr id="103890" name="Line 953"/>
              <p:cNvSpPr>
                <a:spLocks noChangeShapeType="1"/>
              </p:cNvSpPr>
              <p:nvPr/>
            </p:nvSpPr>
            <p:spPr bwMode="auto">
              <a:xfrm flipV="1">
                <a:off x="1497" y="1803"/>
                <a:ext cx="758" cy="252"/>
              </a:xfrm>
              <a:prstGeom prst="line">
                <a:avLst/>
              </a:prstGeom>
              <a:grpFill/>
              <a:ln w="25400">
                <a:solidFill>
                  <a:schemeClr val="bg1">
                    <a:lumMod val="65000"/>
                  </a:schemeClr>
                </a:solidFill>
                <a:round/>
                <a:headEnd/>
                <a:tailEnd/>
              </a:ln>
            </p:spPr>
            <p:txBody>
              <a:bodyPr/>
              <a:lstStyle/>
              <a:p>
                <a:endParaRPr lang="en-US"/>
              </a:p>
            </p:txBody>
          </p:sp>
        </p:grpSp>
        <p:grpSp>
          <p:nvGrpSpPr>
            <p:cNvPr id="103618" name="Group 954"/>
            <p:cNvGrpSpPr>
              <a:grpSpLocks/>
            </p:cNvGrpSpPr>
            <p:nvPr/>
          </p:nvGrpSpPr>
          <p:grpSpPr bwMode="auto">
            <a:xfrm>
              <a:off x="1938" y="1765"/>
              <a:ext cx="892" cy="1507"/>
              <a:chOff x="1938" y="1765"/>
              <a:chExt cx="892" cy="1507"/>
            </a:xfrm>
            <a:grpFill/>
          </p:grpSpPr>
          <p:sp>
            <p:nvSpPr>
              <p:cNvPr id="103887" name="Freeform 955"/>
              <p:cNvSpPr>
                <a:spLocks/>
              </p:cNvSpPr>
              <p:nvPr/>
            </p:nvSpPr>
            <p:spPr bwMode="auto">
              <a:xfrm>
                <a:off x="2726" y="3145"/>
                <a:ext cx="104" cy="127"/>
              </a:xfrm>
              <a:custGeom>
                <a:avLst/>
                <a:gdLst>
                  <a:gd name="T0" fmla="*/ 104 w 104"/>
                  <a:gd name="T1" fmla="*/ 127 h 127"/>
                  <a:gd name="T2" fmla="*/ 0 w 104"/>
                  <a:gd name="T3" fmla="*/ 32 h 127"/>
                  <a:gd name="T4" fmla="*/ 32 w 104"/>
                  <a:gd name="T5" fmla="*/ 16 h 127"/>
                  <a:gd name="T6" fmla="*/ 64 w 104"/>
                  <a:gd name="T7" fmla="*/ 0 h 127"/>
                  <a:gd name="T8" fmla="*/ 104 w 104"/>
                  <a:gd name="T9" fmla="*/ 127 h 127"/>
                  <a:gd name="T10" fmla="*/ 0 60000 65536"/>
                  <a:gd name="T11" fmla="*/ 0 60000 65536"/>
                  <a:gd name="T12" fmla="*/ 0 60000 65536"/>
                  <a:gd name="T13" fmla="*/ 0 60000 65536"/>
                  <a:gd name="T14" fmla="*/ 0 60000 65536"/>
                  <a:gd name="T15" fmla="*/ 0 w 104"/>
                  <a:gd name="T16" fmla="*/ 0 h 127"/>
                  <a:gd name="T17" fmla="*/ 104 w 104"/>
                  <a:gd name="T18" fmla="*/ 127 h 127"/>
                </a:gdLst>
                <a:ahLst/>
                <a:cxnLst>
                  <a:cxn ang="T10">
                    <a:pos x="T0" y="T1"/>
                  </a:cxn>
                  <a:cxn ang="T11">
                    <a:pos x="T2" y="T3"/>
                  </a:cxn>
                  <a:cxn ang="T12">
                    <a:pos x="T4" y="T5"/>
                  </a:cxn>
                  <a:cxn ang="T13">
                    <a:pos x="T6" y="T7"/>
                  </a:cxn>
                  <a:cxn ang="T14">
                    <a:pos x="T8" y="T9"/>
                  </a:cxn>
                </a:cxnLst>
                <a:rect l="T15" t="T16" r="T17" b="T18"/>
                <a:pathLst>
                  <a:path w="104" h="127">
                    <a:moveTo>
                      <a:pt x="104" y="127"/>
                    </a:moveTo>
                    <a:lnTo>
                      <a:pt x="0" y="32"/>
                    </a:lnTo>
                    <a:lnTo>
                      <a:pt x="32" y="16"/>
                    </a:lnTo>
                    <a:lnTo>
                      <a:pt x="64" y="0"/>
                    </a:lnTo>
                    <a:lnTo>
                      <a:pt x="104" y="127"/>
                    </a:lnTo>
                    <a:close/>
                  </a:path>
                </a:pathLst>
              </a:custGeom>
              <a:grpFill/>
              <a:ln w="9525">
                <a:solidFill>
                  <a:schemeClr val="bg1">
                    <a:lumMod val="65000"/>
                  </a:schemeClr>
                </a:solidFill>
                <a:round/>
                <a:headEnd/>
                <a:tailEnd/>
              </a:ln>
            </p:spPr>
            <p:txBody>
              <a:bodyPr/>
              <a:lstStyle/>
              <a:p>
                <a:endParaRPr lang="en-US"/>
              </a:p>
            </p:txBody>
          </p:sp>
          <p:sp>
            <p:nvSpPr>
              <p:cNvPr id="103888" name="Line 956"/>
              <p:cNvSpPr>
                <a:spLocks noChangeShapeType="1"/>
              </p:cNvSpPr>
              <p:nvPr/>
            </p:nvSpPr>
            <p:spPr bwMode="auto">
              <a:xfrm>
                <a:off x="1938" y="1765"/>
                <a:ext cx="823" cy="1404"/>
              </a:xfrm>
              <a:prstGeom prst="line">
                <a:avLst/>
              </a:prstGeom>
              <a:grpFill/>
              <a:ln w="25400">
                <a:solidFill>
                  <a:schemeClr val="bg1">
                    <a:lumMod val="65000"/>
                  </a:schemeClr>
                </a:solidFill>
                <a:round/>
                <a:headEnd/>
                <a:tailEnd/>
              </a:ln>
            </p:spPr>
            <p:txBody>
              <a:bodyPr/>
              <a:lstStyle/>
              <a:p>
                <a:endParaRPr lang="en-US"/>
              </a:p>
            </p:txBody>
          </p:sp>
        </p:grpSp>
        <p:grpSp>
          <p:nvGrpSpPr>
            <p:cNvPr id="103619" name="Group 957"/>
            <p:cNvGrpSpPr>
              <a:grpSpLocks/>
            </p:cNvGrpSpPr>
            <p:nvPr/>
          </p:nvGrpSpPr>
          <p:grpSpPr bwMode="auto">
            <a:xfrm>
              <a:off x="1482" y="1781"/>
              <a:ext cx="438" cy="263"/>
              <a:chOff x="1482" y="1781"/>
              <a:chExt cx="438" cy="263"/>
            </a:xfrm>
            <a:grpFill/>
          </p:grpSpPr>
          <p:sp>
            <p:nvSpPr>
              <p:cNvPr id="103882" name="Freeform 958"/>
              <p:cNvSpPr>
                <a:spLocks/>
              </p:cNvSpPr>
              <p:nvPr/>
            </p:nvSpPr>
            <p:spPr bwMode="auto">
              <a:xfrm>
                <a:off x="1808" y="1964"/>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 name="T15" fmla="*/ 0 w 112"/>
                  <a:gd name="T16" fmla="*/ 0 h 80"/>
                  <a:gd name="T17" fmla="*/ 112 w 112"/>
                  <a:gd name="T18" fmla="*/ 80 h 80"/>
                </a:gdLst>
                <a:ahLst/>
                <a:cxnLst>
                  <a:cxn ang="T10">
                    <a:pos x="T0" y="T1"/>
                  </a:cxn>
                  <a:cxn ang="T11">
                    <a:pos x="T2" y="T3"/>
                  </a:cxn>
                  <a:cxn ang="T12">
                    <a:pos x="T4" y="T5"/>
                  </a:cxn>
                  <a:cxn ang="T13">
                    <a:pos x="T6" y="T7"/>
                  </a:cxn>
                  <a:cxn ang="T14">
                    <a:pos x="T8" y="T9"/>
                  </a:cxn>
                </a:cxnLst>
                <a:rect l="T15" t="T16" r="T17" b="T18"/>
                <a:pathLst>
                  <a:path w="112" h="80">
                    <a:moveTo>
                      <a:pt x="112" y="80"/>
                    </a:moveTo>
                    <a:lnTo>
                      <a:pt x="0" y="48"/>
                    </a:lnTo>
                    <a:lnTo>
                      <a:pt x="16" y="24"/>
                    </a:lnTo>
                    <a:lnTo>
                      <a:pt x="32" y="0"/>
                    </a:lnTo>
                    <a:lnTo>
                      <a:pt x="112" y="80"/>
                    </a:lnTo>
                    <a:close/>
                  </a:path>
                </a:pathLst>
              </a:custGeom>
              <a:grpFill/>
              <a:ln w="9525">
                <a:solidFill>
                  <a:schemeClr val="bg1">
                    <a:lumMod val="65000"/>
                  </a:schemeClr>
                </a:solidFill>
                <a:round/>
                <a:headEnd/>
                <a:tailEnd/>
              </a:ln>
            </p:spPr>
            <p:txBody>
              <a:bodyPr/>
              <a:lstStyle/>
              <a:p>
                <a:endParaRPr lang="en-US"/>
              </a:p>
            </p:txBody>
          </p:sp>
          <p:sp>
            <p:nvSpPr>
              <p:cNvPr id="103883" name="Line 959"/>
              <p:cNvSpPr>
                <a:spLocks noChangeShapeType="1"/>
              </p:cNvSpPr>
              <p:nvPr/>
            </p:nvSpPr>
            <p:spPr bwMode="auto">
              <a:xfrm>
                <a:off x="1482" y="1781"/>
                <a:ext cx="70" cy="46"/>
              </a:xfrm>
              <a:prstGeom prst="line">
                <a:avLst/>
              </a:prstGeom>
              <a:grpFill/>
              <a:ln w="12700">
                <a:solidFill>
                  <a:schemeClr val="bg1">
                    <a:lumMod val="65000"/>
                  </a:schemeClr>
                </a:solidFill>
                <a:round/>
                <a:headEnd/>
                <a:tailEnd/>
              </a:ln>
            </p:spPr>
            <p:txBody>
              <a:bodyPr/>
              <a:lstStyle/>
              <a:p>
                <a:endParaRPr lang="en-US"/>
              </a:p>
            </p:txBody>
          </p:sp>
          <p:sp>
            <p:nvSpPr>
              <p:cNvPr id="103884" name="Line 960"/>
              <p:cNvSpPr>
                <a:spLocks noChangeShapeType="1"/>
              </p:cNvSpPr>
              <p:nvPr/>
            </p:nvSpPr>
            <p:spPr bwMode="auto">
              <a:xfrm>
                <a:off x="1577" y="1837"/>
                <a:ext cx="71" cy="47"/>
              </a:xfrm>
              <a:prstGeom prst="line">
                <a:avLst/>
              </a:prstGeom>
              <a:grpFill/>
              <a:ln w="12700">
                <a:solidFill>
                  <a:schemeClr val="bg1">
                    <a:lumMod val="65000"/>
                  </a:schemeClr>
                </a:solidFill>
                <a:round/>
                <a:headEnd/>
                <a:tailEnd/>
              </a:ln>
            </p:spPr>
            <p:txBody>
              <a:bodyPr/>
              <a:lstStyle/>
              <a:p>
                <a:endParaRPr lang="en-US"/>
              </a:p>
            </p:txBody>
          </p:sp>
          <p:sp>
            <p:nvSpPr>
              <p:cNvPr id="103885" name="Line 961"/>
              <p:cNvSpPr>
                <a:spLocks noChangeShapeType="1"/>
              </p:cNvSpPr>
              <p:nvPr/>
            </p:nvSpPr>
            <p:spPr bwMode="auto">
              <a:xfrm>
                <a:off x="1672" y="1892"/>
                <a:ext cx="72" cy="47"/>
              </a:xfrm>
              <a:prstGeom prst="line">
                <a:avLst/>
              </a:prstGeom>
              <a:grpFill/>
              <a:ln w="12700">
                <a:solidFill>
                  <a:schemeClr val="bg1">
                    <a:lumMod val="65000"/>
                  </a:schemeClr>
                </a:solidFill>
                <a:round/>
                <a:headEnd/>
                <a:tailEnd/>
              </a:ln>
            </p:spPr>
            <p:txBody>
              <a:bodyPr/>
              <a:lstStyle/>
              <a:p>
                <a:endParaRPr lang="en-US"/>
              </a:p>
            </p:txBody>
          </p:sp>
          <p:sp>
            <p:nvSpPr>
              <p:cNvPr id="103886" name="Line 962"/>
              <p:cNvSpPr>
                <a:spLocks noChangeShapeType="1"/>
              </p:cNvSpPr>
              <p:nvPr/>
            </p:nvSpPr>
            <p:spPr bwMode="auto">
              <a:xfrm>
                <a:off x="1768" y="1956"/>
                <a:ext cx="56" cy="32"/>
              </a:xfrm>
              <a:prstGeom prst="line">
                <a:avLst/>
              </a:prstGeom>
              <a:grpFill/>
              <a:ln w="12700">
                <a:solidFill>
                  <a:schemeClr val="bg1">
                    <a:lumMod val="65000"/>
                  </a:schemeClr>
                </a:solidFill>
                <a:round/>
                <a:headEnd/>
                <a:tailEnd/>
              </a:ln>
            </p:spPr>
            <p:txBody>
              <a:bodyPr/>
              <a:lstStyle/>
              <a:p>
                <a:endParaRPr lang="en-US"/>
              </a:p>
            </p:txBody>
          </p:sp>
        </p:grpSp>
        <p:grpSp>
          <p:nvGrpSpPr>
            <p:cNvPr id="103620" name="Group 963"/>
            <p:cNvGrpSpPr>
              <a:grpSpLocks/>
            </p:cNvGrpSpPr>
            <p:nvPr/>
          </p:nvGrpSpPr>
          <p:grpSpPr bwMode="auto">
            <a:xfrm>
              <a:off x="1481" y="1789"/>
              <a:ext cx="455" cy="550"/>
              <a:chOff x="1481" y="1789"/>
              <a:chExt cx="455" cy="550"/>
            </a:xfrm>
            <a:grpFill/>
          </p:grpSpPr>
          <p:sp>
            <p:nvSpPr>
              <p:cNvPr id="103875" name="Freeform 964"/>
              <p:cNvSpPr>
                <a:spLocks/>
              </p:cNvSpPr>
              <p:nvPr/>
            </p:nvSpPr>
            <p:spPr bwMode="auto">
              <a:xfrm>
                <a:off x="1840" y="2235"/>
                <a:ext cx="96" cy="104"/>
              </a:xfrm>
              <a:custGeom>
                <a:avLst/>
                <a:gdLst>
                  <a:gd name="T0" fmla="*/ 96 w 96"/>
                  <a:gd name="T1" fmla="*/ 104 h 104"/>
                  <a:gd name="T2" fmla="*/ 0 w 96"/>
                  <a:gd name="T3" fmla="*/ 32 h 104"/>
                  <a:gd name="T4" fmla="*/ 24 w 96"/>
                  <a:gd name="T5" fmla="*/ 16 h 104"/>
                  <a:gd name="T6" fmla="*/ 48 w 96"/>
                  <a:gd name="T7" fmla="*/ 0 h 104"/>
                  <a:gd name="T8" fmla="*/ 96 w 96"/>
                  <a:gd name="T9" fmla="*/ 104 h 104"/>
                  <a:gd name="T10" fmla="*/ 0 60000 65536"/>
                  <a:gd name="T11" fmla="*/ 0 60000 65536"/>
                  <a:gd name="T12" fmla="*/ 0 60000 65536"/>
                  <a:gd name="T13" fmla="*/ 0 60000 65536"/>
                  <a:gd name="T14" fmla="*/ 0 60000 65536"/>
                  <a:gd name="T15" fmla="*/ 0 w 96"/>
                  <a:gd name="T16" fmla="*/ 0 h 104"/>
                  <a:gd name="T17" fmla="*/ 96 w 96"/>
                  <a:gd name="T18" fmla="*/ 104 h 104"/>
                </a:gdLst>
                <a:ahLst/>
                <a:cxnLst>
                  <a:cxn ang="T10">
                    <a:pos x="T0" y="T1"/>
                  </a:cxn>
                  <a:cxn ang="T11">
                    <a:pos x="T2" y="T3"/>
                  </a:cxn>
                  <a:cxn ang="T12">
                    <a:pos x="T4" y="T5"/>
                  </a:cxn>
                  <a:cxn ang="T13">
                    <a:pos x="T6" y="T7"/>
                  </a:cxn>
                  <a:cxn ang="T14">
                    <a:pos x="T8" y="T9"/>
                  </a:cxn>
                </a:cxnLst>
                <a:rect l="T15" t="T16" r="T17" b="T18"/>
                <a:pathLst>
                  <a:path w="96" h="104">
                    <a:moveTo>
                      <a:pt x="96" y="104"/>
                    </a:moveTo>
                    <a:lnTo>
                      <a:pt x="0" y="32"/>
                    </a:lnTo>
                    <a:lnTo>
                      <a:pt x="24" y="16"/>
                    </a:lnTo>
                    <a:lnTo>
                      <a:pt x="48" y="0"/>
                    </a:lnTo>
                    <a:lnTo>
                      <a:pt x="96" y="104"/>
                    </a:lnTo>
                    <a:close/>
                  </a:path>
                </a:pathLst>
              </a:custGeom>
              <a:grpFill/>
              <a:ln w="9525">
                <a:solidFill>
                  <a:schemeClr val="bg1">
                    <a:lumMod val="65000"/>
                  </a:schemeClr>
                </a:solidFill>
                <a:round/>
                <a:headEnd/>
                <a:tailEnd/>
              </a:ln>
            </p:spPr>
            <p:txBody>
              <a:bodyPr/>
              <a:lstStyle/>
              <a:p>
                <a:endParaRPr lang="en-US"/>
              </a:p>
            </p:txBody>
          </p:sp>
          <p:sp>
            <p:nvSpPr>
              <p:cNvPr id="103876" name="Line 965"/>
              <p:cNvSpPr>
                <a:spLocks noChangeShapeType="1"/>
              </p:cNvSpPr>
              <p:nvPr/>
            </p:nvSpPr>
            <p:spPr bwMode="auto">
              <a:xfrm>
                <a:off x="1481" y="1789"/>
                <a:ext cx="55" cy="62"/>
              </a:xfrm>
              <a:prstGeom prst="line">
                <a:avLst/>
              </a:prstGeom>
              <a:grpFill/>
              <a:ln w="12700">
                <a:solidFill>
                  <a:schemeClr val="bg1">
                    <a:lumMod val="65000"/>
                  </a:schemeClr>
                </a:solidFill>
                <a:round/>
                <a:headEnd/>
                <a:tailEnd/>
              </a:ln>
            </p:spPr>
            <p:txBody>
              <a:bodyPr/>
              <a:lstStyle/>
              <a:p>
                <a:endParaRPr lang="en-US"/>
              </a:p>
            </p:txBody>
          </p:sp>
          <p:sp>
            <p:nvSpPr>
              <p:cNvPr id="103877" name="Line 966"/>
              <p:cNvSpPr>
                <a:spLocks noChangeShapeType="1"/>
              </p:cNvSpPr>
              <p:nvPr/>
            </p:nvSpPr>
            <p:spPr bwMode="auto">
              <a:xfrm>
                <a:off x="1552" y="1876"/>
                <a:ext cx="56" cy="64"/>
              </a:xfrm>
              <a:prstGeom prst="line">
                <a:avLst/>
              </a:prstGeom>
              <a:grpFill/>
              <a:ln w="12700">
                <a:solidFill>
                  <a:schemeClr val="bg1">
                    <a:lumMod val="65000"/>
                  </a:schemeClr>
                </a:solidFill>
                <a:round/>
                <a:headEnd/>
                <a:tailEnd/>
              </a:ln>
            </p:spPr>
            <p:txBody>
              <a:bodyPr/>
              <a:lstStyle/>
              <a:p>
                <a:endParaRPr lang="en-US"/>
              </a:p>
            </p:txBody>
          </p:sp>
          <p:sp>
            <p:nvSpPr>
              <p:cNvPr id="103878" name="Line 967"/>
              <p:cNvSpPr>
                <a:spLocks noChangeShapeType="1"/>
              </p:cNvSpPr>
              <p:nvPr/>
            </p:nvSpPr>
            <p:spPr bwMode="auto">
              <a:xfrm>
                <a:off x="1624" y="1964"/>
                <a:ext cx="56" cy="64"/>
              </a:xfrm>
              <a:prstGeom prst="line">
                <a:avLst/>
              </a:prstGeom>
              <a:grpFill/>
              <a:ln w="12700">
                <a:solidFill>
                  <a:schemeClr val="bg1">
                    <a:lumMod val="65000"/>
                  </a:schemeClr>
                </a:solidFill>
                <a:round/>
                <a:headEnd/>
                <a:tailEnd/>
              </a:ln>
            </p:spPr>
            <p:txBody>
              <a:bodyPr/>
              <a:lstStyle/>
              <a:p>
                <a:endParaRPr lang="en-US"/>
              </a:p>
            </p:txBody>
          </p:sp>
          <p:sp>
            <p:nvSpPr>
              <p:cNvPr id="103879" name="Line 968"/>
              <p:cNvSpPr>
                <a:spLocks noChangeShapeType="1"/>
              </p:cNvSpPr>
              <p:nvPr/>
            </p:nvSpPr>
            <p:spPr bwMode="auto">
              <a:xfrm>
                <a:off x="1696" y="2044"/>
                <a:ext cx="56" cy="72"/>
              </a:xfrm>
              <a:prstGeom prst="line">
                <a:avLst/>
              </a:prstGeom>
              <a:grpFill/>
              <a:ln w="12700">
                <a:solidFill>
                  <a:schemeClr val="bg1">
                    <a:lumMod val="65000"/>
                  </a:schemeClr>
                </a:solidFill>
                <a:round/>
                <a:headEnd/>
                <a:tailEnd/>
              </a:ln>
            </p:spPr>
            <p:txBody>
              <a:bodyPr/>
              <a:lstStyle/>
              <a:p>
                <a:endParaRPr lang="en-US"/>
              </a:p>
            </p:txBody>
          </p:sp>
          <p:sp>
            <p:nvSpPr>
              <p:cNvPr id="103880" name="Line 969"/>
              <p:cNvSpPr>
                <a:spLocks noChangeShapeType="1"/>
              </p:cNvSpPr>
              <p:nvPr/>
            </p:nvSpPr>
            <p:spPr bwMode="auto">
              <a:xfrm>
                <a:off x="1768" y="2132"/>
                <a:ext cx="56" cy="71"/>
              </a:xfrm>
              <a:prstGeom prst="line">
                <a:avLst/>
              </a:prstGeom>
              <a:grpFill/>
              <a:ln w="12700">
                <a:solidFill>
                  <a:schemeClr val="bg1">
                    <a:lumMod val="65000"/>
                  </a:schemeClr>
                </a:solidFill>
                <a:round/>
                <a:headEnd/>
                <a:tailEnd/>
              </a:ln>
            </p:spPr>
            <p:txBody>
              <a:bodyPr/>
              <a:lstStyle/>
              <a:p>
                <a:endParaRPr lang="en-US"/>
              </a:p>
            </p:txBody>
          </p:sp>
          <p:sp>
            <p:nvSpPr>
              <p:cNvPr id="103881" name="Line 970"/>
              <p:cNvSpPr>
                <a:spLocks noChangeShapeType="1"/>
              </p:cNvSpPr>
              <p:nvPr/>
            </p:nvSpPr>
            <p:spPr bwMode="auto">
              <a:xfrm>
                <a:off x="1840" y="2219"/>
                <a:ext cx="24" cy="31"/>
              </a:xfrm>
              <a:prstGeom prst="line">
                <a:avLst/>
              </a:prstGeom>
              <a:grpFill/>
              <a:ln w="12700">
                <a:solidFill>
                  <a:schemeClr val="bg1">
                    <a:lumMod val="65000"/>
                  </a:schemeClr>
                </a:solidFill>
                <a:round/>
                <a:headEnd/>
                <a:tailEnd/>
              </a:ln>
            </p:spPr>
            <p:txBody>
              <a:bodyPr/>
              <a:lstStyle/>
              <a:p>
                <a:endParaRPr lang="en-US"/>
              </a:p>
            </p:txBody>
          </p:sp>
        </p:grpSp>
        <p:grpSp>
          <p:nvGrpSpPr>
            <p:cNvPr id="103621" name="Group 971"/>
            <p:cNvGrpSpPr>
              <a:grpSpLocks/>
            </p:cNvGrpSpPr>
            <p:nvPr/>
          </p:nvGrpSpPr>
          <p:grpSpPr bwMode="auto">
            <a:xfrm>
              <a:off x="1489" y="2084"/>
              <a:ext cx="439" cy="574"/>
              <a:chOff x="1489" y="2084"/>
              <a:chExt cx="439" cy="574"/>
            </a:xfrm>
            <a:grpFill/>
          </p:grpSpPr>
          <p:sp>
            <p:nvSpPr>
              <p:cNvPr id="103868" name="Freeform 972"/>
              <p:cNvSpPr>
                <a:spLocks/>
              </p:cNvSpPr>
              <p:nvPr/>
            </p:nvSpPr>
            <p:spPr bwMode="auto">
              <a:xfrm>
                <a:off x="1840" y="2554"/>
                <a:ext cx="88" cy="104"/>
              </a:xfrm>
              <a:custGeom>
                <a:avLst/>
                <a:gdLst>
                  <a:gd name="T0" fmla="*/ 88 w 88"/>
                  <a:gd name="T1" fmla="*/ 104 h 104"/>
                  <a:gd name="T2" fmla="*/ 0 w 88"/>
                  <a:gd name="T3" fmla="*/ 32 h 104"/>
                  <a:gd name="T4" fmla="*/ 16 w 88"/>
                  <a:gd name="T5" fmla="*/ 16 h 104"/>
                  <a:gd name="T6" fmla="*/ 40 w 88"/>
                  <a:gd name="T7" fmla="*/ 0 h 104"/>
                  <a:gd name="T8" fmla="*/ 88 w 88"/>
                  <a:gd name="T9" fmla="*/ 104 h 104"/>
                  <a:gd name="T10" fmla="*/ 0 60000 65536"/>
                  <a:gd name="T11" fmla="*/ 0 60000 65536"/>
                  <a:gd name="T12" fmla="*/ 0 60000 65536"/>
                  <a:gd name="T13" fmla="*/ 0 60000 65536"/>
                  <a:gd name="T14" fmla="*/ 0 60000 65536"/>
                  <a:gd name="T15" fmla="*/ 0 w 88"/>
                  <a:gd name="T16" fmla="*/ 0 h 104"/>
                  <a:gd name="T17" fmla="*/ 88 w 88"/>
                  <a:gd name="T18" fmla="*/ 104 h 104"/>
                </a:gdLst>
                <a:ahLst/>
                <a:cxnLst>
                  <a:cxn ang="T10">
                    <a:pos x="T0" y="T1"/>
                  </a:cxn>
                  <a:cxn ang="T11">
                    <a:pos x="T2" y="T3"/>
                  </a:cxn>
                  <a:cxn ang="T12">
                    <a:pos x="T4" y="T5"/>
                  </a:cxn>
                  <a:cxn ang="T13">
                    <a:pos x="T6" y="T7"/>
                  </a:cxn>
                  <a:cxn ang="T14">
                    <a:pos x="T8" y="T9"/>
                  </a:cxn>
                </a:cxnLst>
                <a:rect l="T15" t="T16" r="T17" b="T18"/>
                <a:pathLst>
                  <a:path w="88" h="104">
                    <a:moveTo>
                      <a:pt x="88" y="104"/>
                    </a:moveTo>
                    <a:lnTo>
                      <a:pt x="0" y="32"/>
                    </a:lnTo>
                    <a:lnTo>
                      <a:pt x="16" y="16"/>
                    </a:lnTo>
                    <a:lnTo>
                      <a:pt x="40" y="0"/>
                    </a:lnTo>
                    <a:lnTo>
                      <a:pt x="88" y="104"/>
                    </a:lnTo>
                    <a:close/>
                  </a:path>
                </a:pathLst>
              </a:custGeom>
              <a:grpFill/>
              <a:ln w="9525">
                <a:solidFill>
                  <a:schemeClr val="bg1">
                    <a:lumMod val="65000"/>
                  </a:schemeClr>
                </a:solidFill>
                <a:round/>
                <a:headEnd/>
                <a:tailEnd/>
              </a:ln>
            </p:spPr>
            <p:txBody>
              <a:bodyPr/>
              <a:lstStyle/>
              <a:p>
                <a:endParaRPr lang="en-US"/>
              </a:p>
            </p:txBody>
          </p:sp>
          <p:sp>
            <p:nvSpPr>
              <p:cNvPr id="103869" name="Line 973"/>
              <p:cNvSpPr>
                <a:spLocks noChangeShapeType="1"/>
              </p:cNvSpPr>
              <p:nvPr/>
            </p:nvSpPr>
            <p:spPr bwMode="auto">
              <a:xfrm>
                <a:off x="1489" y="2084"/>
                <a:ext cx="55" cy="70"/>
              </a:xfrm>
              <a:prstGeom prst="line">
                <a:avLst/>
              </a:prstGeom>
              <a:grpFill/>
              <a:ln w="12700">
                <a:solidFill>
                  <a:schemeClr val="bg1">
                    <a:lumMod val="65000"/>
                  </a:schemeClr>
                </a:solidFill>
                <a:round/>
                <a:headEnd/>
                <a:tailEnd/>
              </a:ln>
            </p:spPr>
            <p:txBody>
              <a:bodyPr/>
              <a:lstStyle/>
              <a:p>
                <a:endParaRPr lang="en-US"/>
              </a:p>
            </p:txBody>
          </p:sp>
          <p:sp>
            <p:nvSpPr>
              <p:cNvPr id="103870" name="Line 974"/>
              <p:cNvSpPr>
                <a:spLocks noChangeShapeType="1"/>
              </p:cNvSpPr>
              <p:nvPr/>
            </p:nvSpPr>
            <p:spPr bwMode="auto">
              <a:xfrm>
                <a:off x="1553" y="2172"/>
                <a:ext cx="55" cy="70"/>
              </a:xfrm>
              <a:prstGeom prst="line">
                <a:avLst/>
              </a:prstGeom>
              <a:grpFill/>
              <a:ln w="12700">
                <a:solidFill>
                  <a:schemeClr val="bg1">
                    <a:lumMod val="65000"/>
                  </a:schemeClr>
                </a:solidFill>
                <a:round/>
                <a:headEnd/>
                <a:tailEnd/>
              </a:ln>
            </p:spPr>
            <p:txBody>
              <a:bodyPr/>
              <a:lstStyle/>
              <a:p>
                <a:endParaRPr lang="en-US"/>
              </a:p>
            </p:txBody>
          </p:sp>
          <p:sp>
            <p:nvSpPr>
              <p:cNvPr id="103871" name="Line 975"/>
              <p:cNvSpPr>
                <a:spLocks noChangeShapeType="1"/>
              </p:cNvSpPr>
              <p:nvPr/>
            </p:nvSpPr>
            <p:spPr bwMode="auto">
              <a:xfrm>
                <a:off x="1624" y="2259"/>
                <a:ext cx="56" cy="71"/>
              </a:xfrm>
              <a:prstGeom prst="line">
                <a:avLst/>
              </a:prstGeom>
              <a:grpFill/>
              <a:ln w="12700">
                <a:solidFill>
                  <a:schemeClr val="bg1">
                    <a:lumMod val="65000"/>
                  </a:schemeClr>
                </a:solidFill>
                <a:round/>
                <a:headEnd/>
                <a:tailEnd/>
              </a:ln>
            </p:spPr>
            <p:txBody>
              <a:bodyPr/>
              <a:lstStyle/>
              <a:p>
                <a:endParaRPr lang="en-US"/>
              </a:p>
            </p:txBody>
          </p:sp>
          <p:sp>
            <p:nvSpPr>
              <p:cNvPr id="103872" name="Line 976"/>
              <p:cNvSpPr>
                <a:spLocks noChangeShapeType="1"/>
              </p:cNvSpPr>
              <p:nvPr/>
            </p:nvSpPr>
            <p:spPr bwMode="auto">
              <a:xfrm>
                <a:off x="1688" y="2347"/>
                <a:ext cx="56" cy="72"/>
              </a:xfrm>
              <a:prstGeom prst="line">
                <a:avLst/>
              </a:prstGeom>
              <a:grpFill/>
              <a:ln w="12700">
                <a:solidFill>
                  <a:schemeClr val="bg1">
                    <a:lumMod val="65000"/>
                  </a:schemeClr>
                </a:solidFill>
                <a:round/>
                <a:headEnd/>
                <a:tailEnd/>
              </a:ln>
            </p:spPr>
            <p:txBody>
              <a:bodyPr/>
              <a:lstStyle/>
              <a:p>
                <a:endParaRPr lang="en-US"/>
              </a:p>
            </p:txBody>
          </p:sp>
          <p:sp>
            <p:nvSpPr>
              <p:cNvPr id="103873" name="Line 977"/>
              <p:cNvSpPr>
                <a:spLocks noChangeShapeType="1"/>
              </p:cNvSpPr>
              <p:nvPr/>
            </p:nvSpPr>
            <p:spPr bwMode="auto">
              <a:xfrm>
                <a:off x="1760" y="2443"/>
                <a:ext cx="56" cy="63"/>
              </a:xfrm>
              <a:prstGeom prst="line">
                <a:avLst/>
              </a:prstGeom>
              <a:grpFill/>
              <a:ln w="12700">
                <a:solidFill>
                  <a:schemeClr val="bg1">
                    <a:lumMod val="65000"/>
                  </a:schemeClr>
                </a:solidFill>
                <a:round/>
                <a:headEnd/>
                <a:tailEnd/>
              </a:ln>
            </p:spPr>
            <p:txBody>
              <a:bodyPr/>
              <a:lstStyle/>
              <a:p>
                <a:endParaRPr lang="en-US"/>
              </a:p>
            </p:txBody>
          </p:sp>
          <p:sp>
            <p:nvSpPr>
              <p:cNvPr id="103874" name="Line 978"/>
              <p:cNvSpPr>
                <a:spLocks noChangeShapeType="1"/>
              </p:cNvSpPr>
              <p:nvPr/>
            </p:nvSpPr>
            <p:spPr bwMode="auto">
              <a:xfrm>
                <a:off x="1824" y="2531"/>
                <a:ext cx="32" cy="39"/>
              </a:xfrm>
              <a:prstGeom prst="line">
                <a:avLst/>
              </a:prstGeom>
              <a:grpFill/>
              <a:ln w="12700">
                <a:solidFill>
                  <a:schemeClr val="bg1">
                    <a:lumMod val="65000"/>
                  </a:schemeClr>
                </a:solidFill>
                <a:round/>
                <a:headEnd/>
                <a:tailEnd/>
              </a:ln>
            </p:spPr>
            <p:txBody>
              <a:bodyPr/>
              <a:lstStyle/>
              <a:p>
                <a:endParaRPr lang="en-US"/>
              </a:p>
            </p:txBody>
          </p:sp>
        </p:grpSp>
        <p:grpSp>
          <p:nvGrpSpPr>
            <p:cNvPr id="103622" name="Group 979"/>
            <p:cNvGrpSpPr>
              <a:grpSpLocks/>
            </p:cNvGrpSpPr>
            <p:nvPr/>
          </p:nvGrpSpPr>
          <p:grpSpPr bwMode="auto">
            <a:xfrm>
              <a:off x="1481" y="2084"/>
              <a:ext cx="447" cy="574"/>
              <a:chOff x="1481" y="2084"/>
              <a:chExt cx="447" cy="574"/>
            </a:xfrm>
            <a:grpFill/>
          </p:grpSpPr>
          <p:sp>
            <p:nvSpPr>
              <p:cNvPr id="103861" name="Freeform 980"/>
              <p:cNvSpPr>
                <a:spLocks/>
              </p:cNvSpPr>
              <p:nvPr/>
            </p:nvSpPr>
            <p:spPr bwMode="auto">
              <a:xfrm>
                <a:off x="1840" y="2084"/>
                <a:ext cx="88" cy="104"/>
              </a:xfrm>
              <a:custGeom>
                <a:avLst/>
                <a:gdLst>
                  <a:gd name="T0" fmla="*/ 88 w 88"/>
                  <a:gd name="T1" fmla="*/ 0 h 104"/>
                  <a:gd name="T2" fmla="*/ 40 w 88"/>
                  <a:gd name="T3" fmla="*/ 104 h 104"/>
                  <a:gd name="T4" fmla="*/ 16 w 88"/>
                  <a:gd name="T5" fmla="*/ 88 h 104"/>
                  <a:gd name="T6" fmla="*/ 0 w 88"/>
                  <a:gd name="T7" fmla="*/ 72 h 104"/>
                  <a:gd name="T8" fmla="*/ 88 w 88"/>
                  <a:gd name="T9" fmla="*/ 0 h 104"/>
                  <a:gd name="T10" fmla="*/ 0 60000 65536"/>
                  <a:gd name="T11" fmla="*/ 0 60000 65536"/>
                  <a:gd name="T12" fmla="*/ 0 60000 65536"/>
                  <a:gd name="T13" fmla="*/ 0 60000 65536"/>
                  <a:gd name="T14" fmla="*/ 0 60000 65536"/>
                  <a:gd name="T15" fmla="*/ 0 w 88"/>
                  <a:gd name="T16" fmla="*/ 0 h 104"/>
                  <a:gd name="T17" fmla="*/ 88 w 88"/>
                  <a:gd name="T18" fmla="*/ 104 h 104"/>
                </a:gdLst>
                <a:ahLst/>
                <a:cxnLst>
                  <a:cxn ang="T10">
                    <a:pos x="T0" y="T1"/>
                  </a:cxn>
                  <a:cxn ang="T11">
                    <a:pos x="T2" y="T3"/>
                  </a:cxn>
                  <a:cxn ang="T12">
                    <a:pos x="T4" y="T5"/>
                  </a:cxn>
                  <a:cxn ang="T13">
                    <a:pos x="T6" y="T7"/>
                  </a:cxn>
                  <a:cxn ang="T14">
                    <a:pos x="T8" y="T9"/>
                  </a:cxn>
                </a:cxnLst>
                <a:rect l="T15" t="T16" r="T17" b="T18"/>
                <a:pathLst>
                  <a:path w="88" h="104">
                    <a:moveTo>
                      <a:pt x="88" y="0"/>
                    </a:moveTo>
                    <a:lnTo>
                      <a:pt x="40" y="104"/>
                    </a:lnTo>
                    <a:lnTo>
                      <a:pt x="16" y="88"/>
                    </a:lnTo>
                    <a:lnTo>
                      <a:pt x="0" y="72"/>
                    </a:lnTo>
                    <a:lnTo>
                      <a:pt x="88" y="0"/>
                    </a:lnTo>
                    <a:close/>
                  </a:path>
                </a:pathLst>
              </a:custGeom>
              <a:grpFill/>
              <a:ln w="9525">
                <a:solidFill>
                  <a:schemeClr val="bg1">
                    <a:lumMod val="65000"/>
                  </a:schemeClr>
                </a:solidFill>
                <a:round/>
                <a:headEnd/>
                <a:tailEnd/>
              </a:ln>
            </p:spPr>
            <p:txBody>
              <a:bodyPr/>
              <a:lstStyle/>
              <a:p>
                <a:endParaRPr lang="en-US"/>
              </a:p>
            </p:txBody>
          </p:sp>
          <p:sp>
            <p:nvSpPr>
              <p:cNvPr id="103862" name="Line 981"/>
              <p:cNvSpPr>
                <a:spLocks noChangeShapeType="1"/>
              </p:cNvSpPr>
              <p:nvPr/>
            </p:nvSpPr>
            <p:spPr bwMode="auto">
              <a:xfrm flipV="1">
                <a:off x="1481" y="2588"/>
                <a:ext cx="55" cy="70"/>
              </a:xfrm>
              <a:prstGeom prst="line">
                <a:avLst/>
              </a:prstGeom>
              <a:grpFill/>
              <a:ln w="12700">
                <a:solidFill>
                  <a:schemeClr val="bg1">
                    <a:lumMod val="65000"/>
                  </a:schemeClr>
                </a:solidFill>
                <a:round/>
                <a:headEnd/>
                <a:tailEnd/>
              </a:ln>
            </p:spPr>
            <p:txBody>
              <a:bodyPr/>
              <a:lstStyle/>
              <a:p>
                <a:endParaRPr lang="en-US"/>
              </a:p>
            </p:txBody>
          </p:sp>
          <p:sp>
            <p:nvSpPr>
              <p:cNvPr id="103863" name="Line 982"/>
              <p:cNvSpPr>
                <a:spLocks noChangeShapeType="1"/>
              </p:cNvSpPr>
              <p:nvPr/>
            </p:nvSpPr>
            <p:spPr bwMode="auto">
              <a:xfrm flipV="1">
                <a:off x="1553" y="2500"/>
                <a:ext cx="47" cy="70"/>
              </a:xfrm>
              <a:prstGeom prst="line">
                <a:avLst/>
              </a:prstGeom>
              <a:grpFill/>
              <a:ln w="12700">
                <a:solidFill>
                  <a:schemeClr val="bg1">
                    <a:lumMod val="65000"/>
                  </a:schemeClr>
                </a:solidFill>
                <a:round/>
                <a:headEnd/>
                <a:tailEnd/>
              </a:ln>
            </p:spPr>
            <p:txBody>
              <a:bodyPr/>
              <a:lstStyle/>
              <a:p>
                <a:endParaRPr lang="en-US"/>
              </a:p>
            </p:txBody>
          </p:sp>
          <p:sp>
            <p:nvSpPr>
              <p:cNvPr id="103864" name="Line 983"/>
              <p:cNvSpPr>
                <a:spLocks noChangeShapeType="1"/>
              </p:cNvSpPr>
              <p:nvPr/>
            </p:nvSpPr>
            <p:spPr bwMode="auto">
              <a:xfrm flipV="1">
                <a:off x="1616" y="2412"/>
                <a:ext cx="56" cy="71"/>
              </a:xfrm>
              <a:prstGeom prst="line">
                <a:avLst/>
              </a:prstGeom>
              <a:grpFill/>
              <a:ln w="12700">
                <a:solidFill>
                  <a:schemeClr val="bg1">
                    <a:lumMod val="65000"/>
                  </a:schemeClr>
                </a:solidFill>
                <a:round/>
                <a:headEnd/>
                <a:tailEnd/>
              </a:ln>
            </p:spPr>
            <p:txBody>
              <a:bodyPr/>
              <a:lstStyle/>
              <a:p>
                <a:endParaRPr lang="en-US"/>
              </a:p>
            </p:txBody>
          </p:sp>
          <p:sp>
            <p:nvSpPr>
              <p:cNvPr id="103865" name="Line 984"/>
              <p:cNvSpPr>
                <a:spLocks noChangeShapeType="1"/>
              </p:cNvSpPr>
              <p:nvPr/>
            </p:nvSpPr>
            <p:spPr bwMode="auto">
              <a:xfrm flipV="1">
                <a:off x="1688" y="2323"/>
                <a:ext cx="56" cy="72"/>
              </a:xfrm>
              <a:prstGeom prst="line">
                <a:avLst/>
              </a:prstGeom>
              <a:grpFill/>
              <a:ln w="12700">
                <a:solidFill>
                  <a:schemeClr val="bg1">
                    <a:lumMod val="65000"/>
                  </a:schemeClr>
                </a:solidFill>
                <a:round/>
                <a:headEnd/>
                <a:tailEnd/>
              </a:ln>
            </p:spPr>
            <p:txBody>
              <a:bodyPr/>
              <a:lstStyle/>
              <a:p>
                <a:endParaRPr lang="en-US"/>
              </a:p>
            </p:txBody>
          </p:sp>
          <p:sp>
            <p:nvSpPr>
              <p:cNvPr id="103866" name="Line 985"/>
              <p:cNvSpPr>
                <a:spLocks noChangeShapeType="1"/>
              </p:cNvSpPr>
              <p:nvPr/>
            </p:nvSpPr>
            <p:spPr bwMode="auto">
              <a:xfrm flipV="1">
                <a:off x="1752" y="2236"/>
                <a:ext cx="56" cy="71"/>
              </a:xfrm>
              <a:prstGeom prst="line">
                <a:avLst/>
              </a:prstGeom>
              <a:grpFill/>
              <a:ln w="12700">
                <a:solidFill>
                  <a:schemeClr val="bg1">
                    <a:lumMod val="65000"/>
                  </a:schemeClr>
                </a:solidFill>
                <a:round/>
                <a:headEnd/>
                <a:tailEnd/>
              </a:ln>
            </p:spPr>
            <p:txBody>
              <a:bodyPr/>
              <a:lstStyle/>
              <a:p>
                <a:endParaRPr lang="en-US"/>
              </a:p>
            </p:txBody>
          </p:sp>
          <p:sp>
            <p:nvSpPr>
              <p:cNvPr id="103867" name="Line 986"/>
              <p:cNvSpPr>
                <a:spLocks noChangeShapeType="1"/>
              </p:cNvSpPr>
              <p:nvPr/>
            </p:nvSpPr>
            <p:spPr bwMode="auto">
              <a:xfrm flipV="1">
                <a:off x="1824" y="2172"/>
                <a:ext cx="32" cy="47"/>
              </a:xfrm>
              <a:prstGeom prst="line">
                <a:avLst/>
              </a:prstGeom>
              <a:grpFill/>
              <a:ln w="12700">
                <a:solidFill>
                  <a:schemeClr val="bg1">
                    <a:lumMod val="65000"/>
                  </a:schemeClr>
                </a:solidFill>
                <a:round/>
                <a:headEnd/>
                <a:tailEnd/>
              </a:ln>
            </p:spPr>
            <p:txBody>
              <a:bodyPr/>
              <a:lstStyle/>
              <a:p>
                <a:endParaRPr lang="en-US"/>
              </a:p>
            </p:txBody>
          </p:sp>
        </p:grpSp>
        <p:grpSp>
          <p:nvGrpSpPr>
            <p:cNvPr id="103623" name="Group 987"/>
            <p:cNvGrpSpPr>
              <a:grpSpLocks/>
            </p:cNvGrpSpPr>
            <p:nvPr/>
          </p:nvGrpSpPr>
          <p:grpSpPr bwMode="auto">
            <a:xfrm>
              <a:off x="1944" y="2076"/>
              <a:ext cx="447" cy="263"/>
              <a:chOff x="1944" y="2076"/>
              <a:chExt cx="447" cy="263"/>
            </a:xfrm>
            <a:grpFill/>
          </p:grpSpPr>
          <p:sp>
            <p:nvSpPr>
              <p:cNvPr id="103856" name="Freeform 988"/>
              <p:cNvSpPr>
                <a:spLocks/>
              </p:cNvSpPr>
              <p:nvPr/>
            </p:nvSpPr>
            <p:spPr bwMode="auto">
              <a:xfrm>
                <a:off x="2279" y="2076"/>
                <a:ext cx="112" cy="80"/>
              </a:xfrm>
              <a:custGeom>
                <a:avLst/>
                <a:gdLst>
                  <a:gd name="T0" fmla="*/ 112 w 112"/>
                  <a:gd name="T1" fmla="*/ 0 h 80"/>
                  <a:gd name="T2" fmla="*/ 32 w 112"/>
                  <a:gd name="T3" fmla="*/ 80 h 80"/>
                  <a:gd name="T4" fmla="*/ 16 w 112"/>
                  <a:gd name="T5" fmla="*/ 56 h 80"/>
                  <a:gd name="T6" fmla="*/ 0 w 112"/>
                  <a:gd name="T7" fmla="*/ 32 h 80"/>
                  <a:gd name="T8" fmla="*/ 112 w 112"/>
                  <a:gd name="T9" fmla="*/ 0 h 80"/>
                  <a:gd name="T10" fmla="*/ 0 60000 65536"/>
                  <a:gd name="T11" fmla="*/ 0 60000 65536"/>
                  <a:gd name="T12" fmla="*/ 0 60000 65536"/>
                  <a:gd name="T13" fmla="*/ 0 60000 65536"/>
                  <a:gd name="T14" fmla="*/ 0 60000 65536"/>
                  <a:gd name="T15" fmla="*/ 0 w 112"/>
                  <a:gd name="T16" fmla="*/ 0 h 80"/>
                  <a:gd name="T17" fmla="*/ 112 w 112"/>
                  <a:gd name="T18" fmla="*/ 80 h 80"/>
                </a:gdLst>
                <a:ahLst/>
                <a:cxnLst>
                  <a:cxn ang="T10">
                    <a:pos x="T0" y="T1"/>
                  </a:cxn>
                  <a:cxn ang="T11">
                    <a:pos x="T2" y="T3"/>
                  </a:cxn>
                  <a:cxn ang="T12">
                    <a:pos x="T4" y="T5"/>
                  </a:cxn>
                  <a:cxn ang="T13">
                    <a:pos x="T6" y="T7"/>
                  </a:cxn>
                  <a:cxn ang="T14">
                    <a:pos x="T8" y="T9"/>
                  </a:cxn>
                </a:cxnLst>
                <a:rect l="T15" t="T16" r="T17" b="T18"/>
                <a:pathLst>
                  <a:path w="112" h="80">
                    <a:moveTo>
                      <a:pt x="112" y="0"/>
                    </a:moveTo>
                    <a:lnTo>
                      <a:pt x="32" y="80"/>
                    </a:lnTo>
                    <a:lnTo>
                      <a:pt x="16" y="56"/>
                    </a:lnTo>
                    <a:lnTo>
                      <a:pt x="0" y="32"/>
                    </a:lnTo>
                    <a:lnTo>
                      <a:pt x="112" y="0"/>
                    </a:lnTo>
                    <a:close/>
                  </a:path>
                </a:pathLst>
              </a:custGeom>
              <a:grpFill/>
              <a:ln w="9525">
                <a:solidFill>
                  <a:schemeClr val="bg1">
                    <a:lumMod val="65000"/>
                  </a:schemeClr>
                </a:solidFill>
                <a:round/>
                <a:headEnd/>
                <a:tailEnd/>
              </a:ln>
            </p:spPr>
            <p:txBody>
              <a:bodyPr/>
              <a:lstStyle/>
              <a:p>
                <a:endParaRPr lang="en-US"/>
              </a:p>
            </p:txBody>
          </p:sp>
          <p:sp>
            <p:nvSpPr>
              <p:cNvPr id="103857" name="Line 989"/>
              <p:cNvSpPr>
                <a:spLocks noChangeShapeType="1"/>
              </p:cNvSpPr>
              <p:nvPr/>
            </p:nvSpPr>
            <p:spPr bwMode="auto">
              <a:xfrm flipV="1">
                <a:off x="1944" y="2292"/>
                <a:ext cx="71" cy="47"/>
              </a:xfrm>
              <a:prstGeom prst="line">
                <a:avLst/>
              </a:prstGeom>
              <a:grpFill/>
              <a:ln w="12700">
                <a:solidFill>
                  <a:schemeClr val="bg1">
                    <a:lumMod val="65000"/>
                  </a:schemeClr>
                </a:solidFill>
                <a:round/>
                <a:headEnd/>
                <a:tailEnd/>
              </a:ln>
            </p:spPr>
            <p:txBody>
              <a:bodyPr/>
              <a:lstStyle/>
              <a:p>
                <a:endParaRPr lang="en-US"/>
              </a:p>
            </p:txBody>
          </p:sp>
          <p:sp>
            <p:nvSpPr>
              <p:cNvPr id="103858" name="Line 990"/>
              <p:cNvSpPr>
                <a:spLocks noChangeShapeType="1"/>
              </p:cNvSpPr>
              <p:nvPr/>
            </p:nvSpPr>
            <p:spPr bwMode="auto">
              <a:xfrm flipV="1">
                <a:off x="2040" y="2236"/>
                <a:ext cx="79" cy="47"/>
              </a:xfrm>
              <a:prstGeom prst="line">
                <a:avLst/>
              </a:prstGeom>
              <a:grpFill/>
              <a:ln w="12700">
                <a:solidFill>
                  <a:schemeClr val="bg1">
                    <a:lumMod val="65000"/>
                  </a:schemeClr>
                </a:solidFill>
                <a:round/>
                <a:headEnd/>
                <a:tailEnd/>
              </a:ln>
            </p:spPr>
            <p:txBody>
              <a:bodyPr/>
              <a:lstStyle/>
              <a:p>
                <a:endParaRPr lang="en-US"/>
              </a:p>
            </p:txBody>
          </p:sp>
          <p:sp>
            <p:nvSpPr>
              <p:cNvPr id="103859" name="Line 991"/>
              <p:cNvSpPr>
                <a:spLocks noChangeShapeType="1"/>
              </p:cNvSpPr>
              <p:nvPr/>
            </p:nvSpPr>
            <p:spPr bwMode="auto">
              <a:xfrm flipV="1">
                <a:off x="2136" y="2180"/>
                <a:ext cx="79" cy="47"/>
              </a:xfrm>
              <a:prstGeom prst="line">
                <a:avLst/>
              </a:prstGeom>
              <a:grpFill/>
              <a:ln w="12700">
                <a:solidFill>
                  <a:schemeClr val="bg1">
                    <a:lumMod val="65000"/>
                  </a:schemeClr>
                </a:solidFill>
                <a:round/>
                <a:headEnd/>
                <a:tailEnd/>
              </a:ln>
            </p:spPr>
            <p:txBody>
              <a:bodyPr/>
              <a:lstStyle/>
              <a:p>
                <a:endParaRPr lang="en-US"/>
              </a:p>
            </p:txBody>
          </p:sp>
          <p:sp>
            <p:nvSpPr>
              <p:cNvPr id="103860" name="Line 992"/>
              <p:cNvSpPr>
                <a:spLocks noChangeShapeType="1"/>
              </p:cNvSpPr>
              <p:nvPr/>
            </p:nvSpPr>
            <p:spPr bwMode="auto">
              <a:xfrm flipV="1">
                <a:off x="2231" y="2133"/>
                <a:ext cx="64" cy="39"/>
              </a:xfrm>
              <a:prstGeom prst="line">
                <a:avLst/>
              </a:prstGeom>
              <a:grpFill/>
              <a:ln w="12700">
                <a:solidFill>
                  <a:schemeClr val="bg1">
                    <a:lumMod val="65000"/>
                  </a:schemeClr>
                </a:solidFill>
                <a:round/>
                <a:headEnd/>
                <a:tailEnd/>
              </a:ln>
            </p:spPr>
            <p:txBody>
              <a:bodyPr/>
              <a:lstStyle/>
              <a:p>
                <a:endParaRPr lang="en-US"/>
              </a:p>
            </p:txBody>
          </p:sp>
        </p:grpSp>
        <p:grpSp>
          <p:nvGrpSpPr>
            <p:cNvPr id="103624" name="Group 993"/>
            <p:cNvGrpSpPr>
              <a:grpSpLocks/>
            </p:cNvGrpSpPr>
            <p:nvPr/>
          </p:nvGrpSpPr>
          <p:grpSpPr bwMode="auto">
            <a:xfrm>
              <a:off x="1944" y="1781"/>
              <a:ext cx="431" cy="263"/>
              <a:chOff x="1944" y="1781"/>
              <a:chExt cx="431" cy="263"/>
            </a:xfrm>
            <a:grpFill/>
          </p:grpSpPr>
          <p:sp>
            <p:nvSpPr>
              <p:cNvPr id="103851" name="Freeform 994"/>
              <p:cNvSpPr>
                <a:spLocks/>
              </p:cNvSpPr>
              <p:nvPr/>
            </p:nvSpPr>
            <p:spPr bwMode="auto">
              <a:xfrm>
                <a:off x="2263" y="1781"/>
                <a:ext cx="112" cy="80"/>
              </a:xfrm>
              <a:custGeom>
                <a:avLst/>
                <a:gdLst>
                  <a:gd name="T0" fmla="*/ 112 w 112"/>
                  <a:gd name="T1" fmla="*/ 0 h 80"/>
                  <a:gd name="T2" fmla="*/ 32 w 112"/>
                  <a:gd name="T3" fmla="*/ 80 h 80"/>
                  <a:gd name="T4" fmla="*/ 16 w 112"/>
                  <a:gd name="T5" fmla="*/ 56 h 80"/>
                  <a:gd name="T6" fmla="*/ 0 w 112"/>
                  <a:gd name="T7" fmla="*/ 32 h 80"/>
                  <a:gd name="T8" fmla="*/ 112 w 112"/>
                  <a:gd name="T9" fmla="*/ 0 h 80"/>
                  <a:gd name="T10" fmla="*/ 0 60000 65536"/>
                  <a:gd name="T11" fmla="*/ 0 60000 65536"/>
                  <a:gd name="T12" fmla="*/ 0 60000 65536"/>
                  <a:gd name="T13" fmla="*/ 0 60000 65536"/>
                  <a:gd name="T14" fmla="*/ 0 60000 65536"/>
                  <a:gd name="T15" fmla="*/ 0 w 112"/>
                  <a:gd name="T16" fmla="*/ 0 h 80"/>
                  <a:gd name="T17" fmla="*/ 112 w 112"/>
                  <a:gd name="T18" fmla="*/ 80 h 80"/>
                </a:gdLst>
                <a:ahLst/>
                <a:cxnLst>
                  <a:cxn ang="T10">
                    <a:pos x="T0" y="T1"/>
                  </a:cxn>
                  <a:cxn ang="T11">
                    <a:pos x="T2" y="T3"/>
                  </a:cxn>
                  <a:cxn ang="T12">
                    <a:pos x="T4" y="T5"/>
                  </a:cxn>
                  <a:cxn ang="T13">
                    <a:pos x="T6" y="T7"/>
                  </a:cxn>
                  <a:cxn ang="T14">
                    <a:pos x="T8" y="T9"/>
                  </a:cxn>
                </a:cxnLst>
                <a:rect l="T15" t="T16" r="T17" b="T18"/>
                <a:pathLst>
                  <a:path w="112" h="80">
                    <a:moveTo>
                      <a:pt x="112" y="0"/>
                    </a:moveTo>
                    <a:lnTo>
                      <a:pt x="32" y="80"/>
                    </a:lnTo>
                    <a:lnTo>
                      <a:pt x="16" y="56"/>
                    </a:lnTo>
                    <a:lnTo>
                      <a:pt x="0" y="32"/>
                    </a:lnTo>
                    <a:lnTo>
                      <a:pt x="112" y="0"/>
                    </a:lnTo>
                    <a:close/>
                  </a:path>
                </a:pathLst>
              </a:custGeom>
              <a:grpFill/>
              <a:ln w="9525">
                <a:solidFill>
                  <a:schemeClr val="bg1">
                    <a:lumMod val="65000"/>
                  </a:schemeClr>
                </a:solidFill>
                <a:round/>
                <a:headEnd/>
                <a:tailEnd/>
              </a:ln>
            </p:spPr>
            <p:txBody>
              <a:bodyPr/>
              <a:lstStyle/>
              <a:p>
                <a:endParaRPr lang="en-US"/>
              </a:p>
            </p:txBody>
          </p:sp>
          <p:sp>
            <p:nvSpPr>
              <p:cNvPr id="103852" name="Line 995"/>
              <p:cNvSpPr>
                <a:spLocks noChangeShapeType="1"/>
              </p:cNvSpPr>
              <p:nvPr/>
            </p:nvSpPr>
            <p:spPr bwMode="auto">
              <a:xfrm flipV="1">
                <a:off x="1944" y="1997"/>
                <a:ext cx="71" cy="47"/>
              </a:xfrm>
              <a:prstGeom prst="line">
                <a:avLst/>
              </a:prstGeom>
              <a:grpFill/>
              <a:ln w="12700">
                <a:solidFill>
                  <a:schemeClr val="bg1">
                    <a:lumMod val="65000"/>
                  </a:schemeClr>
                </a:solidFill>
                <a:round/>
                <a:headEnd/>
                <a:tailEnd/>
              </a:ln>
            </p:spPr>
            <p:txBody>
              <a:bodyPr/>
              <a:lstStyle/>
              <a:p>
                <a:endParaRPr lang="en-US"/>
              </a:p>
            </p:txBody>
          </p:sp>
          <p:sp>
            <p:nvSpPr>
              <p:cNvPr id="103853" name="Line 996"/>
              <p:cNvSpPr>
                <a:spLocks noChangeShapeType="1"/>
              </p:cNvSpPr>
              <p:nvPr/>
            </p:nvSpPr>
            <p:spPr bwMode="auto">
              <a:xfrm flipV="1">
                <a:off x="2040" y="1941"/>
                <a:ext cx="71" cy="47"/>
              </a:xfrm>
              <a:prstGeom prst="line">
                <a:avLst/>
              </a:prstGeom>
              <a:grpFill/>
              <a:ln w="12700">
                <a:solidFill>
                  <a:schemeClr val="bg1">
                    <a:lumMod val="65000"/>
                  </a:schemeClr>
                </a:solidFill>
                <a:round/>
                <a:headEnd/>
                <a:tailEnd/>
              </a:ln>
            </p:spPr>
            <p:txBody>
              <a:bodyPr/>
              <a:lstStyle/>
              <a:p>
                <a:endParaRPr lang="en-US"/>
              </a:p>
            </p:txBody>
          </p:sp>
          <p:sp>
            <p:nvSpPr>
              <p:cNvPr id="103854" name="Line 997"/>
              <p:cNvSpPr>
                <a:spLocks noChangeShapeType="1"/>
              </p:cNvSpPr>
              <p:nvPr/>
            </p:nvSpPr>
            <p:spPr bwMode="auto">
              <a:xfrm flipV="1">
                <a:off x="2136" y="1885"/>
                <a:ext cx="71" cy="39"/>
              </a:xfrm>
              <a:prstGeom prst="line">
                <a:avLst/>
              </a:prstGeom>
              <a:grpFill/>
              <a:ln w="12700">
                <a:solidFill>
                  <a:schemeClr val="bg1">
                    <a:lumMod val="65000"/>
                  </a:schemeClr>
                </a:solidFill>
                <a:round/>
                <a:headEnd/>
                <a:tailEnd/>
              </a:ln>
            </p:spPr>
            <p:txBody>
              <a:bodyPr/>
              <a:lstStyle/>
              <a:p>
                <a:endParaRPr lang="en-US"/>
              </a:p>
            </p:txBody>
          </p:sp>
          <p:sp>
            <p:nvSpPr>
              <p:cNvPr id="103855" name="Line 998"/>
              <p:cNvSpPr>
                <a:spLocks noChangeShapeType="1"/>
              </p:cNvSpPr>
              <p:nvPr/>
            </p:nvSpPr>
            <p:spPr bwMode="auto">
              <a:xfrm flipV="1">
                <a:off x="2232" y="1837"/>
                <a:ext cx="47" cy="31"/>
              </a:xfrm>
              <a:prstGeom prst="line">
                <a:avLst/>
              </a:prstGeom>
              <a:grpFill/>
              <a:ln w="12700">
                <a:solidFill>
                  <a:schemeClr val="bg1">
                    <a:lumMod val="65000"/>
                  </a:schemeClr>
                </a:solidFill>
                <a:round/>
                <a:headEnd/>
                <a:tailEnd/>
              </a:ln>
            </p:spPr>
            <p:txBody>
              <a:bodyPr/>
              <a:lstStyle/>
              <a:p>
                <a:endParaRPr lang="en-US"/>
              </a:p>
            </p:txBody>
          </p:sp>
        </p:grpSp>
        <p:grpSp>
          <p:nvGrpSpPr>
            <p:cNvPr id="103625" name="Group 999"/>
            <p:cNvGrpSpPr>
              <a:grpSpLocks/>
            </p:cNvGrpSpPr>
            <p:nvPr/>
          </p:nvGrpSpPr>
          <p:grpSpPr bwMode="auto">
            <a:xfrm>
              <a:off x="2415" y="1781"/>
              <a:ext cx="423" cy="271"/>
              <a:chOff x="2415" y="1781"/>
              <a:chExt cx="423" cy="271"/>
            </a:xfrm>
            <a:grpFill/>
          </p:grpSpPr>
          <p:sp>
            <p:nvSpPr>
              <p:cNvPr id="103846" name="Freeform 1000"/>
              <p:cNvSpPr>
                <a:spLocks/>
              </p:cNvSpPr>
              <p:nvPr/>
            </p:nvSpPr>
            <p:spPr bwMode="auto">
              <a:xfrm>
                <a:off x="2726" y="1781"/>
                <a:ext cx="112" cy="87"/>
              </a:xfrm>
              <a:custGeom>
                <a:avLst/>
                <a:gdLst>
                  <a:gd name="T0" fmla="*/ 112 w 112"/>
                  <a:gd name="T1" fmla="*/ 0 h 87"/>
                  <a:gd name="T2" fmla="*/ 32 w 112"/>
                  <a:gd name="T3" fmla="*/ 87 h 87"/>
                  <a:gd name="T4" fmla="*/ 16 w 112"/>
                  <a:gd name="T5" fmla="*/ 64 h 87"/>
                  <a:gd name="T6" fmla="*/ 0 w 112"/>
                  <a:gd name="T7" fmla="*/ 40 h 87"/>
                  <a:gd name="T8" fmla="*/ 112 w 112"/>
                  <a:gd name="T9" fmla="*/ 0 h 87"/>
                  <a:gd name="T10" fmla="*/ 0 60000 65536"/>
                  <a:gd name="T11" fmla="*/ 0 60000 65536"/>
                  <a:gd name="T12" fmla="*/ 0 60000 65536"/>
                  <a:gd name="T13" fmla="*/ 0 60000 65536"/>
                  <a:gd name="T14" fmla="*/ 0 60000 65536"/>
                  <a:gd name="T15" fmla="*/ 0 w 112"/>
                  <a:gd name="T16" fmla="*/ 0 h 87"/>
                  <a:gd name="T17" fmla="*/ 112 w 112"/>
                  <a:gd name="T18" fmla="*/ 87 h 87"/>
                </a:gdLst>
                <a:ahLst/>
                <a:cxnLst>
                  <a:cxn ang="T10">
                    <a:pos x="T0" y="T1"/>
                  </a:cxn>
                  <a:cxn ang="T11">
                    <a:pos x="T2" y="T3"/>
                  </a:cxn>
                  <a:cxn ang="T12">
                    <a:pos x="T4" y="T5"/>
                  </a:cxn>
                  <a:cxn ang="T13">
                    <a:pos x="T6" y="T7"/>
                  </a:cxn>
                  <a:cxn ang="T14">
                    <a:pos x="T8" y="T9"/>
                  </a:cxn>
                </a:cxnLst>
                <a:rect l="T15" t="T16" r="T17" b="T18"/>
                <a:pathLst>
                  <a:path w="112" h="87">
                    <a:moveTo>
                      <a:pt x="112" y="0"/>
                    </a:moveTo>
                    <a:lnTo>
                      <a:pt x="32" y="87"/>
                    </a:lnTo>
                    <a:lnTo>
                      <a:pt x="16" y="64"/>
                    </a:lnTo>
                    <a:lnTo>
                      <a:pt x="0" y="40"/>
                    </a:lnTo>
                    <a:lnTo>
                      <a:pt x="112" y="0"/>
                    </a:lnTo>
                    <a:close/>
                  </a:path>
                </a:pathLst>
              </a:custGeom>
              <a:grpFill/>
              <a:ln w="9525">
                <a:solidFill>
                  <a:schemeClr val="bg1">
                    <a:lumMod val="65000"/>
                  </a:schemeClr>
                </a:solidFill>
                <a:round/>
                <a:headEnd/>
                <a:tailEnd/>
              </a:ln>
            </p:spPr>
            <p:txBody>
              <a:bodyPr/>
              <a:lstStyle/>
              <a:p>
                <a:endParaRPr lang="en-US"/>
              </a:p>
            </p:txBody>
          </p:sp>
          <p:sp>
            <p:nvSpPr>
              <p:cNvPr id="103847" name="Line 1001"/>
              <p:cNvSpPr>
                <a:spLocks noChangeShapeType="1"/>
              </p:cNvSpPr>
              <p:nvPr/>
            </p:nvSpPr>
            <p:spPr bwMode="auto">
              <a:xfrm flipV="1">
                <a:off x="2415" y="2004"/>
                <a:ext cx="72" cy="48"/>
              </a:xfrm>
              <a:prstGeom prst="line">
                <a:avLst/>
              </a:prstGeom>
              <a:grpFill/>
              <a:ln w="12700">
                <a:solidFill>
                  <a:schemeClr val="bg1">
                    <a:lumMod val="65000"/>
                  </a:schemeClr>
                </a:solidFill>
                <a:round/>
                <a:headEnd/>
                <a:tailEnd/>
              </a:ln>
            </p:spPr>
            <p:txBody>
              <a:bodyPr/>
              <a:lstStyle/>
              <a:p>
                <a:endParaRPr lang="en-US"/>
              </a:p>
            </p:txBody>
          </p:sp>
          <p:sp>
            <p:nvSpPr>
              <p:cNvPr id="103848" name="Line 1002"/>
              <p:cNvSpPr>
                <a:spLocks noChangeShapeType="1"/>
              </p:cNvSpPr>
              <p:nvPr/>
            </p:nvSpPr>
            <p:spPr bwMode="auto">
              <a:xfrm flipV="1">
                <a:off x="2511" y="1949"/>
                <a:ext cx="71" cy="39"/>
              </a:xfrm>
              <a:prstGeom prst="line">
                <a:avLst/>
              </a:prstGeom>
              <a:grpFill/>
              <a:ln w="12700">
                <a:solidFill>
                  <a:schemeClr val="bg1">
                    <a:lumMod val="65000"/>
                  </a:schemeClr>
                </a:solidFill>
                <a:round/>
                <a:headEnd/>
                <a:tailEnd/>
              </a:ln>
            </p:spPr>
            <p:txBody>
              <a:bodyPr/>
              <a:lstStyle/>
              <a:p>
                <a:endParaRPr lang="en-US"/>
              </a:p>
            </p:txBody>
          </p:sp>
          <p:sp>
            <p:nvSpPr>
              <p:cNvPr id="103849" name="Line 1003"/>
              <p:cNvSpPr>
                <a:spLocks noChangeShapeType="1"/>
              </p:cNvSpPr>
              <p:nvPr/>
            </p:nvSpPr>
            <p:spPr bwMode="auto">
              <a:xfrm flipV="1">
                <a:off x="2607" y="1885"/>
                <a:ext cx="71" cy="47"/>
              </a:xfrm>
              <a:prstGeom prst="line">
                <a:avLst/>
              </a:prstGeom>
              <a:grpFill/>
              <a:ln w="12700">
                <a:solidFill>
                  <a:schemeClr val="bg1">
                    <a:lumMod val="65000"/>
                  </a:schemeClr>
                </a:solidFill>
                <a:round/>
                <a:headEnd/>
                <a:tailEnd/>
              </a:ln>
            </p:spPr>
            <p:txBody>
              <a:bodyPr/>
              <a:lstStyle/>
              <a:p>
                <a:endParaRPr lang="en-US"/>
              </a:p>
            </p:txBody>
          </p:sp>
          <p:sp>
            <p:nvSpPr>
              <p:cNvPr id="103850" name="Line 1004"/>
              <p:cNvSpPr>
                <a:spLocks noChangeShapeType="1"/>
              </p:cNvSpPr>
              <p:nvPr/>
            </p:nvSpPr>
            <p:spPr bwMode="auto">
              <a:xfrm flipV="1">
                <a:off x="2696" y="1846"/>
                <a:ext cx="46" cy="22"/>
              </a:xfrm>
              <a:prstGeom prst="line">
                <a:avLst/>
              </a:prstGeom>
              <a:grpFill/>
              <a:ln w="12700">
                <a:solidFill>
                  <a:schemeClr val="bg1">
                    <a:lumMod val="65000"/>
                  </a:schemeClr>
                </a:solidFill>
                <a:round/>
                <a:headEnd/>
                <a:tailEnd/>
              </a:ln>
            </p:spPr>
            <p:txBody>
              <a:bodyPr/>
              <a:lstStyle/>
              <a:p>
                <a:endParaRPr lang="en-US"/>
              </a:p>
            </p:txBody>
          </p:sp>
        </p:grpSp>
        <p:grpSp>
          <p:nvGrpSpPr>
            <p:cNvPr id="103626" name="Group 1005"/>
            <p:cNvGrpSpPr>
              <a:grpSpLocks/>
            </p:cNvGrpSpPr>
            <p:nvPr/>
          </p:nvGrpSpPr>
          <p:grpSpPr bwMode="auto">
            <a:xfrm>
              <a:off x="2886" y="1773"/>
              <a:ext cx="415" cy="271"/>
              <a:chOff x="2886" y="1773"/>
              <a:chExt cx="415" cy="271"/>
            </a:xfrm>
            <a:grpFill/>
          </p:grpSpPr>
          <p:sp>
            <p:nvSpPr>
              <p:cNvPr id="103841" name="Freeform 1006"/>
              <p:cNvSpPr>
                <a:spLocks/>
              </p:cNvSpPr>
              <p:nvPr/>
            </p:nvSpPr>
            <p:spPr bwMode="auto">
              <a:xfrm>
                <a:off x="3189" y="1773"/>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32" y="88"/>
                    </a:lnTo>
                    <a:lnTo>
                      <a:pt x="16" y="64"/>
                    </a:lnTo>
                    <a:lnTo>
                      <a:pt x="0" y="40"/>
                    </a:lnTo>
                    <a:lnTo>
                      <a:pt x="112" y="0"/>
                    </a:lnTo>
                    <a:close/>
                  </a:path>
                </a:pathLst>
              </a:custGeom>
              <a:grpFill/>
              <a:ln w="9525">
                <a:solidFill>
                  <a:schemeClr val="bg1">
                    <a:lumMod val="65000"/>
                  </a:schemeClr>
                </a:solidFill>
                <a:round/>
                <a:headEnd/>
                <a:tailEnd/>
              </a:ln>
            </p:spPr>
            <p:txBody>
              <a:bodyPr/>
              <a:lstStyle/>
              <a:p>
                <a:endParaRPr lang="en-US"/>
              </a:p>
            </p:txBody>
          </p:sp>
          <p:sp>
            <p:nvSpPr>
              <p:cNvPr id="103842" name="Line 1007"/>
              <p:cNvSpPr>
                <a:spLocks noChangeShapeType="1"/>
              </p:cNvSpPr>
              <p:nvPr/>
            </p:nvSpPr>
            <p:spPr bwMode="auto">
              <a:xfrm flipV="1">
                <a:off x="2886" y="1996"/>
                <a:ext cx="72" cy="48"/>
              </a:xfrm>
              <a:prstGeom prst="line">
                <a:avLst/>
              </a:prstGeom>
              <a:grpFill/>
              <a:ln w="12700">
                <a:solidFill>
                  <a:schemeClr val="bg1">
                    <a:lumMod val="65000"/>
                  </a:schemeClr>
                </a:solidFill>
                <a:round/>
                <a:headEnd/>
                <a:tailEnd/>
              </a:ln>
            </p:spPr>
            <p:txBody>
              <a:bodyPr/>
              <a:lstStyle/>
              <a:p>
                <a:endParaRPr lang="en-US"/>
              </a:p>
            </p:txBody>
          </p:sp>
          <p:sp>
            <p:nvSpPr>
              <p:cNvPr id="103843" name="Line 1008"/>
              <p:cNvSpPr>
                <a:spLocks noChangeShapeType="1"/>
              </p:cNvSpPr>
              <p:nvPr/>
            </p:nvSpPr>
            <p:spPr bwMode="auto">
              <a:xfrm flipV="1">
                <a:off x="2982" y="1933"/>
                <a:ext cx="71" cy="47"/>
              </a:xfrm>
              <a:prstGeom prst="line">
                <a:avLst/>
              </a:prstGeom>
              <a:grpFill/>
              <a:ln w="12700">
                <a:solidFill>
                  <a:schemeClr val="bg1">
                    <a:lumMod val="65000"/>
                  </a:schemeClr>
                </a:solidFill>
                <a:round/>
                <a:headEnd/>
                <a:tailEnd/>
              </a:ln>
            </p:spPr>
            <p:txBody>
              <a:bodyPr/>
              <a:lstStyle/>
              <a:p>
                <a:endParaRPr lang="en-US"/>
              </a:p>
            </p:txBody>
          </p:sp>
          <p:sp>
            <p:nvSpPr>
              <p:cNvPr id="103844" name="Line 1009"/>
              <p:cNvSpPr>
                <a:spLocks noChangeShapeType="1"/>
              </p:cNvSpPr>
              <p:nvPr/>
            </p:nvSpPr>
            <p:spPr bwMode="auto">
              <a:xfrm flipV="1">
                <a:off x="3070" y="1877"/>
                <a:ext cx="79" cy="47"/>
              </a:xfrm>
              <a:prstGeom prst="line">
                <a:avLst/>
              </a:prstGeom>
              <a:grpFill/>
              <a:ln w="12700">
                <a:solidFill>
                  <a:schemeClr val="bg1">
                    <a:lumMod val="65000"/>
                  </a:schemeClr>
                </a:solidFill>
                <a:round/>
                <a:headEnd/>
                <a:tailEnd/>
              </a:ln>
            </p:spPr>
            <p:txBody>
              <a:bodyPr/>
              <a:lstStyle/>
              <a:p>
                <a:endParaRPr lang="en-US"/>
              </a:p>
            </p:txBody>
          </p:sp>
          <p:sp>
            <p:nvSpPr>
              <p:cNvPr id="103845" name="Line 1010"/>
              <p:cNvSpPr>
                <a:spLocks noChangeShapeType="1"/>
              </p:cNvSpPr>
              <p:nvPr/>
            </p:nvSpPr>
            <p:spPr bwMode="auto">
              <a:xfrm flipV="1">
                <a:off x="3165" y="1838"/>
                <a:ext cx="40" cy="23"/>
              </a:xfrm>
              <a:prstGeom prst="line">
                <a:avLst/>
              </a:prstGeom>
              <a:grpFill/>
              <a:ln w="12700">
                <a:solidFill>
                  <a:schemeClr val="bg1">
                    <a:lumMod val="65000"/>
                  </a:schemeClr>
                </a:solidFill>
                <a:round/>
                <a:headEnd/>
                <a:tailEnd/>
              </a:ln>
            </p:spPr>
            <p:txBody>
              <a:bodyPr/>
              <a:lstStyle/>
              <a:p>
                <a:endParaRPr lang="en-US"/>
              </a:p>
            </p:txBody>
          </p:sp>
        </p:grpSp>
        <p:grpSp>
          <p:nvGrpSpPr>
            <p:cNvPr id="103627" name="Group 1011"/>
            <p:cNvGrpSpPr>
              <a:grpSpLocks/>
            </p:cNvGrpSpPr>
            <p:nvPr/>
          </p:nvGrpSpPr>
          <p:grpSpPr bwMode="auto">
            <a:xfrm>
              <a:off x="3325" y="1773"/>
              <a:ext cx="423" cy="271"/>
              <a:chOff x="3325" y="1773"/>
              <a:chExt cx="423" cy="271"/>
            </a:xfrm>
            <a:grpFill/>
          </p:grpSpPr>
          <p:sp>
            <p:nvSpPr>
              <p:cNvPr id="103836" name="Freeform 1012"/>
              <p:cNvSpPr>
                <a:spLocks/>
              </p:cNvSpPr>
              <p:nvPr/>
            </p:nvSpPr>
            <p:spPr bwMode="auto">
              <a:xfrm>
                <a:off x="3636" y="1773"/>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32" y="88"/>
                    </a:lnTo>
                    <a:lnTo>
                      <a:pt x="16" y="64"/>
                    </a:lnTo>
                    <a:lnTo>
                      <a:pt x="0" y="40"/>
                    </a:lnTo>
                    <a:lnTo>
                      <a:pt x="112" y="0"/>
                    </a:lnTo>
                    <a:close/>
                  </a:path>
                </a:pathLst>
              </a:custGeom>
              <a:grpFill/>
              <a:ln w="9525">
                <a:solidFill>
                  <a:schemeClr val="bg1">
                    <a:lumMod val="65000"/>
                  </a:schemeClr>
                </a:solidFill>
                <a:round/>
                <a:headEnd/>
                <a:tailEnd/>
              </a:ln>
            </p:spPr>
            <p:txBody>
              <a:bodyPr/>
              <a:lstStyle/>
              <a:p>
                <a:endParaRPr lang="en-US"/>
              </a:p>
            </p:txBody>
          </p:sp>
          <p:sp>
            <p:nvSpPr>
              <p:cNvPr id="103837" name="Line 1013"/>
              <p:cNvSpPr>
                <a:spLocks noChangeShapeType="1"/>
              </p:cNvSpPr>
              <p:nvPr/>
            </p:nvSpPr>
            <p:spPr bwMode="auto">
              <a:xfrm flipV="1">
                <a:off x="3325" y="1996"/>
                <a:ext cx="72" cy="48"/>
              </a:xfrm>
              <a:prstGeom prst="line">
                <a:avLst/>
              </a:prstGeom>
              <a:grpFill/>
              <a:ln w="12700">
                <a:solidFill>
                  <a:schemeClr val="bg1">
                    <a:lumMod val="65000"/>
                  </a:schemeClr>
                </a:solidFill>
                <a:round/>
                <a:headEnd/>
                <a:tailEnd/>
              </a:ln>
            </p:spPr>
            <p:txBody>
              <a:bodyPr/>
              <a:lstStyle/>
              <a:p>
                <a:endParaRPr lang="en-US"/>
              </a:p>
            </p:txBody>
          </p:sp>
          <p:sp>
            <p:nvSpPr>
              <p:cNvPr id="103838" name="Line 1014"/>
              <p:cNvSpPr>
                <a:spLocks noChangeShapeType="1"/>
              </p:cNvSpPr>
              <p:nvPr/>
            </p:nvSpPr>
            <p:spPr bwMode="auto">
              <a:xfrm flipV="1">
                <a:off x="3421" y="1940"/>
                <a:ext cx="72" cy="40"/>
              </a:xfrm>
              <a:prstGeom prst="line">
                <a:avLst/>
              </a:prstGeom>
              <a:grpFill/>
              <a:ln w="12700">
                <a:solidFill>
                  <a:schemeClr val="bg1">
                    <a:lumMod val="65000"/>
                  </a:schemeClr>
                </a:solidFill>
                <a:round/>
                <a:headEnd/>
                <a:tailEnd/>
              </a:ln>
            </p:spPr>
            <p:txBody>
              <a:bodyPr/>
              <a:lstStyle/>
              <a:p>
                <a:endParaRPr lang="en-US"/>
              </a:p>
            </p:txBody>
          </p:sp>
          <p:sp>
            <p:nvSpPr>
              <p:cNvPr id="103839" name="Line 1015"/>
              <p:cNvSpPr>
                <a:spLocks noChangeShapeType="1"/>
              </p:cNvSpPr>
              <p:nvPr/>
            </p:nvSpPr>
            <p:spPr bwMode="auto">
              <a:xfrm flipV="1">
                <a:off x="3517" y="1877"/>
                <a:ext cx="71" cy="47"/>
              </a:xfrm>
              <a:prstGeom prst="line">
                <a:avLst/>
              </a:prstGeom>
              <a:grpFill/>
              <a:ln w="12700">
                <a:solidFill>
                  <a:schemeClr val="bg1">
                    <a:lumMod val="65000"/>
                  </a:schemeClr>
                </a:solidFill>
                <a:round/>
                <a:headEnd/>
                <a:tailEnd/>
              </a:ln>
            </p:spPr>
            <p:txBody>
              <a:bodyPr/>
              <a:lstStyle/>
              <a:p>
                <a:endParaRPr lang="en-US"/>
              </a:p>
            </p:txBody>
          </p:sp>
          <p:sp>
            <p:nvSpPr>
              <p:cNvPr id="103840" name="Line 1016"/>
              <p:cNvSpPr>
                <a:spLocks noChangeShapeType="1"/>
              </p:cNvSpPr>
              <p:nvPr/>
            </p:nvSpPr>
            <p:spPr bwMode="auto">
              <a:xfrm flipV="1">
                <a:off x="3604" y="1838"/>
                <a:ext cx="48" cy="23"/>
              </a:xfrm>
              <a:prstGeom prst="line">
                <a:avLst/>
              </a:prstGeom>
              <a:grpFill/>
              <a:ln w="12700">
                <a:solidFill>
                  <a:schemeClr val="bg1">
                    <a:lumMod val="65000"/>
                  </a:schemeClr>
                </a:solidFill>
                <a:round/>
                <a:headEnd/>
                <a:tailEnd/>
              </a:ln>
            </p:spPr>
            <p:txBody>
              <a:bodyPr/>
              <a:lstStyle/>
              <a:p>
                <a:endParaRPr lang="en-US"/>
              </a:p>
            </p:txBody>
          </p:sp>
        </p:grpSp>
        <p:grpSp>
          <p:nvGrpSpPr>
            <p:cNvPr id="103628" name="Group 1017"/>
            <p:cNvGrpSpPr>
              <a:grpSpLocks/>
            </p:cNvGrpSpPr>
            <p:nvPr/>
          </p:nvGrpSpPr>
          <p:grpSpPr bwMode="auto">
            <a:xfrm>
              <a:off x="2878" y="2379"/>
              <a:ext cx="407" cy="287"/>
              <a:chOff x="2878" y="2379"/>
              <a:chExt cx="407" cy="287"/>
            </a:xfrm>
            <a:grpFill/>
          </p:grpSpPr>
          <p:sp>
            <p:nvSpPr>
              <p:cNvPr id="103831" name="Freeform 1018"/>
              <p:cNvSpPr>
                <a:spLocks/>
              </p:cNvSpPr>
              <p:nvPr/>
            </p:nvSpPr>
            <p:spPr bwMode="auto">
              <a:xfrm>
                <a:off x="3173" y="2379"/>
                <a:ext cx="112" cy="88"/>
              </a:xfrm>
              <a:custGeom>
                <a:avLst/>
                <a:gdLst>
                  <a:gd name="T0" fmla="*/ 112 w 112"/>
                  <a:gd name="T1" fmla="*/ 0 h 88"/>
                  <a:gd name="T2" fmla="*/ 40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40" y="88"/>
                    </a:lnTo>
                    <a:lnTo>
                      <a:pt x="16" y="64"/>
                    </a:lnTo>
                    <a:lnTo>
                      <a:pt x="0" y="40"/>
                    </a:lnTo>
                    <a:lnTo>
                      <a:pt x="112" y="0"/>
                    </a:lnTo>
                    <a:close/>
                  </a:path>
                </a:pathLst>
              </a:custGeom>
              <a:grpFill/>
              <a:ln w="9525">
                <a:solidFill>
                  <a:schemeClr val="bg1">
                    <a:lumMod val="65000"/>
                  </a:schemeClr>
                </a:solidFill>
                <a:round/>
                <a:headEnd/>
                <a:tailEnd/>
              </a:ln>
            </p:spPr>
            <p:txBody>
              <a:bodyPr/>
              <a:lstStyle/>
              <a:p>
                <a:endParaRPr lang="en-US"/>
              </a:p>
            </p:txBody>
          </p:sp>
          <p:sp>
            <p:nvSpPr>
              <p:cNvPr id="103832" name="Line 1019"/>
              <p:cNvSpPr>
                <a:spLocks noChangeShapeType="1"/>
              </p:cNvSpPr>
              <p:nvPr/>
            </p:nvSpPr>
            <p:spPr bwMode="auto">
              <a:xfrm flipV="1">
                <a:off x="2878" y="2618"/>
                <a:ext cx="72" cy="48"/>
              </a:xfrm>
              <a:prstGeom prst="line">
                <a:avLst/>
              </a:prstGeom>
              <a:grpFill/>
              <a:ln w="12700">
                <a:solidFill>
                  <a:schemeClr val="bg1">
                    <a:lumMod val="65000"/>
                  </a:schemeClr>
                </a:solidFill>
                <a:round/>
                <a:headEnd/>
                <a:tailEnd/>
              </a:ln>
            </p:spPr>
            <p:txBody>
              <a:bodyPr/>
              <a:lstStyle/>
              <a:p>
                <a:endParaRPr lang="en-US"/>
              </a:p>
            </p:txBody>
          </p:sp>
          <p:sp>
            <p:nvSpPr>
              <p:cNvPr id="103833" name="Line 1020"/>
              <p:cNvSpPr>
                <a:spLocks noChangeShapeType="1"/>
              </p:cNvSpPr>
              <p:nvPr/>
            </p:nvSpPr>
            <p:spPr bwMode="auto">
              <a:xfrm flipV="1">
                <a:off x="2967" y="2556"/>
                <a:ext cx="70" cy="46"/>
              </a:xfrm>
              <a:prstGeom prst="line">
                <a:avLst/>
              </a:prstGeom>
              <a:grpFill/>
              <a:ln w="12700">
                <a:solidFill>
                  <a:schemeClr val="bg1">
                    <a:lumMod val="65000"/>
                  </a:schemeClr>
                </a:solidFill>
                <a:round/>
                <a:headEnd/>
                <a:tailEnd/>
              </a:ln>
            </p:spPr>
            <p:txBody>
              <a:bodyPr/>
              <a:lstStyle/>
              <a:p>
                <a:endParaRPr lang="en-US"/>
              </a:p>
            </p:txBody>
          </p:sp>
          <p:sp>
            <p:nvSpPr>
              <p:cNvPr id="103834" name="Line 1021"/>
              <p:cNvSpPr>
                <a:spLocks noChangeShapeType="1"/>
              </p:cNvSpPr>
              <p:nvPr/>
            </p:nvSpPr>
            <p:spPr bwMode="auto">
              <a:xfrm flipV="1">
                <a:off x="3062" y="2491"/>
                <a:ext cx="71" cy="47"/>
              </a:xfrm>
              <a:prstGeom prst="line">
                <a:avLst/>
              </a:prstGeom>
              <a:grpFill/>
              <a:ln w="12700">
                <a:solidFill>
                  <a:schemeClr val="bg1">
                    <a:lumMod val="65000"/>
                  </a:schemeClr>
                </a:solidFill>
                <a:round/>
                <a:headEnd/>
                <a:tailEnd/>
              </a:ln>
            </p:spPr>
            <p:txBody>
              <a:bodyPr/>
              <a:lstStyle/>
              <a:p>
                <a:endParaRPr lang="en-US"/>
              </a:p>
            </p:txBody>
          </p:sp>
          <p:sp>
            <p:nvSpPr>
              <p:cNvPr id="103835" name="Line 1022"/>
              <p:cNvSpPr>
                <a:spLocks noChangeShapeType="1"/>
              </p:cNvSpPr>
              <p:nvPr/>
            </p:nvSpPr>
            <p:spPr bwMode="auto">
              <a:xfrm flipV="1">
                <a:off x="3149" y="2443"/>
                <a:ext cx="40" cy="32"/>
              </a:xfrm>
              <a:prstGeom prst="line">
                <a:avLst/>
              </a:prstGeom>
              <a:grpFill/>
              <a:ln w="12700">
                <a:solidFill>
                  <a:schemeClr val="bg1">
                    <a:lumMod val="65000"/>
                  </a:schemeClr>
                </a:solidFill>
                <a:round/>
                <a:headEnd/>
                <a:tailEnd/>
              </a:ln>
            </p:spPr>
            <p:txBody>
              <a:bodyPr/>
              <a:lstStyle/>
              <a:p>
                <a:endParaRPr lang="en-US"/>
              </a:p>
            </p:txBody>
          </p:sp>
        </p:grpSp>
        <p:grpSp>
          <p:nvGrpSpPr>
            <p:cNvPr id="103629" name="Group 1023"/>
            <p:cNvGrpSpPr>
              <a:grpSpLocks/>
            </p:cNvGrpSpPr>
            <p:nvPr/>
          </p:nvGrpSpPr>
          <p:grpSpPr bwMode="auto">
            <a:xfrm>
              <a:off x="2878" y="2076"/>
              <a:ext cx="415" cy="279"/>
              <a:chOff x="2878" y="2076"/>
              <a:chExt cx="415" cy="279"/>
            </a:xfrm>
            <a:grpFill/>
          </p:grpSpPr>
          <p:sp>
            <p:nvSpPr>
              <p:cNvPr id="103826" name="Freeform 1024"/>
              <p:cNvSpPr>
                <a:spLocks/>
              </p:cNvSpPr>
              <p:nvPr/>
            </p:nvSpPr>
            <p:spPr bwMode="auto">
              <a:xfrm>
                <a:off x="3181" y="2076"/>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32" y="88"/>
                    </a:lnTo>
                    <a:lnTo>
                      <a:pt x="16" y="64"/>
                    </a:lnTo>
                    <a:lnTo>
                      <a:pt x="0" y="40"/>
                    </a:lnTo>
                    <a:lnTo>
                      <a:pt x="112" y="0"/>
                    </a:lnTo>
                    <a:close/>
                  </a:path>
                </a:pathLst>
              </a:custGeom>
              <a:grpFill/>
              <a:ln w="9525">
                <a:solidFill>
                  <a:schemeClr val="bg1">
                    <a:lumMod val="65000"/>
                  </a:schemeClr>
                </a:solidFill>
                <a:round/>
                <a:headEnd/>
                <a:tailEnd/>
              </a:ln>
            </p:spPr>
            <p:txBody>
              <a:bodyPr/>
              <a:lstStyle/>
              <a:p>
                <a:endParaRPr lang="en-US"/>
              </a:p>
            </p:txBody>
          </p:sp>
          <p:sp>
            <p:nvSpPr>
              <p:cNvPr id="103827" name="Line 1025"/>
              <p:cNvSpPr>
                <a:spLocks noChangeShapeType="1"/>
              </p:cNvSpPr>
              <p:nvPr/>
            </p:nvSpPr>
            <p:spPr bwMode="auto">
              <a:xfrm flipV="1">
                <a:off x="2878" y="2307"/>
                <a:ext cx="72" cy="48"/>
              </a:xfrm>
              <a:prstGeom prst="line">
                <a:avLst/>
              </a:prstGeom>
              <a:grpFill/>
              <a:ln w="12700">
                <a:solidFill>
                  <a:schemeClr val="bg1">
                    <a:lumMod val="65000"/>
                  </a:schemeClr>
                </a:solidFill>
                <a:round/>
                <a:headEnd/>
                <a:tailEnd/>
              </a:ln>
            </p:spPr>
            <p:txBody>
              <a:bodyPr/>
              <a:lstStyle/>
              <a:p>
                <a:endParaRPr lang="en-US"/>
              </a:p>
            </p:txBody>
          </p:sp>
          <p:sp>
            <p:nvSpPr>
              <p:cNvPr id="103828" name="Line 1026"/>
              <p:cNvSpPr>
                <a:spLocks noChangeShapeType="1"/>
              </p:cNvSpPr>
              <p:nvPr/>
            </p:nvSpPr>
            <p:spPr bwMode="auto">
              <a:xfrm flipV="1">
                <a:off x="2975" y="2245"/>
                <a:ext cx="70" cy="46"/>
              </a:xfrm>
              <a:prstGeom prst="line">
                <a:avLst/>
              </a:prstGeom>
              <a:grpFill/>
              <a:ln w="12700">
                <a:solidFill>
                  <a:schemeClr val="bg1">
                    <a:lumMod val="65000"/>
                  </a:schemeClr>
                </a:solidFill>
                <a:round/>
                <a:headEnd/>
                <a:tailEnd/>
              </a:ln>
            </p:spPr>
            <p:txBody>
              <a:bodyPr/>
              <a:lstStyle/>
              <a:p>
                <a:endParaRPr lang="en-US"/>
              </a:p>
            </p:txBody>
          </p:sp>
          <p:sp>
            <p:nvSpPr>
              <p:cNvPr id="103829" name="Line 1027"/>
              <p:cNvSpPr>
                <a:spLocks noChangeShapeType="1"/>
              </p:cNvSpPr>
              <p:nvPr/>
            </p:nvSpPr>
            <p:spPr bwMode="auto">
              <a:xfrm flipV="1">
                <a:off x="3062" y="2180"/>
                <a:ext cx="71" cy="47"/>
              </a:xfrm>
              <a:prstGeom prst="line">
                <a:avLst/>
              </a:prstGeom>
              <a:grpFill/>
              <a:ln w="12700">
                <a:solidFill>
                  <a:schemeClr val="bg1">
                    <a:lumMod val="65000"/>
                  </a:schemeClr>
                </a:solidFill>
                <a:round/>
                <a:headEnd/>
                <a:tailEnd/>
              </a:ln>
            </p:spPr>
            <p:txBody>
              <a:bodyPr/>
              <a:lstStyle/>
              <a:p>
                <a:endParaRPr lang="en-US"/>
              </a:p>
            </p:txBody>
          </p:sp>
          <p:sp>
            <p:nvSpPr>
              <p:cNvPr id="103830" name="Line 1028"/>
              <p:cNvSpPr>
                <a:spLocks noChangeShapeType="1"/>
              </p:cNvSpPr>
              <p:nvPr/>
            </p:nvSpPr>
            <p:spPr bwMode="auto">
              <a:xfrm flipV="1">
                <a:off x="3157" y="2141"/>
                <a:ext cx="40" cy="31"/>
              </a:xfrm>
              <a:prstGeom prst="line">
                <a:avLst/>
              </a:prstGeom>
              <a:grpFill/>
              <a:ln w="12700">
                <a:solidFill>
                  <a:schemeClr val="bg1">
                    <a:lumMod val="65000"/>
                  </a:schemeClr>
                </a:solidFill>
                <a:round/>
                <a:headEnd/>
                <a:tailEnd/>
              </a:ln>
            </p:spPr>
            <p:txBody>
              <a:bodyPr/>
              <a:lstStyle/>
              <a:p>
                <a:endParaRPr lang="en-US"/>
              </a:p>
            </p:txBody>
          </p:sp>
        </p:grpSp>
        <p:grpSp>
          <p:nvGrpSpPr>
            <p:cNvPr id="103630" name="Group 1029"/>
            <p:cNvGrpSpPr>
              <a:grpSpLocks/>
            </p:cNvGrpSpPr>
            <p:nvPr/>
          </p:nvGrpSpPr>
          <p:grpSpPr bwMode="auto">
            <a:xfrm>
              <a:off x="2415" y="2068"/>
              <a:ext cx="431" cy="279"/>
              <a:chOff x="2415" y="2068"/>
              <a:chExt cx="431" cy="279"/>
            </a:xfrm>
            <a:grpFill/>
          </p:grpSpPr>
          <p:sp>
            <p:nvSpPr>
              <p:cNvPr id="103821" name="Freeform 1030"/>
              <p:cNvSpPr>
                <a:spLocks/>
              </p:cNvSpPr>
              <p:nvPr/>
            </p:nvSpPr>
            <p:spPr bwMode="auto">
              <a:xfrm>
                <a:off x="2734" y="2068"/>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32" y="88"/>
                    </a:lnTo>
                    <a:lnTo>
                      <a:pt x="16" y="64"/>
                    </a:lnTo>
                    <a:lnTo>
                      <a:pt x="0" y="40"/>
                    </a:lnTo>
                    <a:lnTo>
                      <a:pt x="112" y="0"/>
                    </a:lnTo>
                    <a:close/>
                  </a:path>
                </a:pathLst>
              </a:custGeom>
              <a:grpFill/>
              <a:ln w="9525">
                <a:solidFill>
                  <a:schemeClr val="bg1">
                    <a:lumMod val="65000"/>
                  </a:schemeClr>
                </a:solidFill>
                <a:round/>
                <a:headEnd/>
                <a:tailEnd/>
              </a:ln>
            </p:spPr>
            <p:txBody>
              <a:bodyPr/>
              <a:lstStyle/>
              <a:p>
                <a:endParaRPr lang="en-US"/>
              </a:p>
            </p:txBody>
          </p:sp>
          <p:sp>
            <p:nvSpPr>
              <p:cNvPr id="103822" name="Line 1031"/>
              <p:cNvSpPr>
                <a:spLocks noChangeShapeType="1"/>
              </p:cNvSpPr>
              <p:nvPr/>
            </p:nvSpPr>
            <p:spPr bwMode="auto">
              <a:xfrm flipV="1">
                <a:off x="2415" y="2299"/>
                <a:ext cx="72" cy="48"/>
              </a:xfrm>
              <a:prstGeom prst="line">
                <a:avLst/>
              </a:prstGeom>
              <a:grpFill/>
              <a:ln w="12700">
                <a:solidFill>
                  <a:schemeClr val="bg1">
                    <a:lumMod val="65000"/>
                  </a:schemeClr>
                </a:solidFill>
                <a:round/>
                <a:headEnd/>
                <a:tailEnd/>
              </a:ln>
            </p:spPr>
            <p:txBody>
              <a:bodyPr/>
              <a:lstStyle/>
              <a:p>
                <a:endParaRPr lang="en-US"/>
              </a:p>
            </p:txBody>
          </p:sp>
          <p:sp>
            <p:nvSpPr>
              <p:cNvPr id="103823" name="Line 1032"/>
              <p:cNvSpPr>
                <a:spLocks noChangeShapeType="1"/>
              </p:cNvSpPr>
              <p:nvPr/>
            </p:nvSpPr>
            <p:spPr bwMode="auto">
              <a:xfrm flipV="1">
                <a:off x="2512" y="2237"/>
                <a:ext cx="70" cy="46"/>
              </a:xfrm>
              <a:prstGeom prst="line">
                <a:avLst/>
              </a:prstGeom>
              <a:grpFill/>
              <a:ln w="12700">
                <a:solidFill>
                  <a:schemeClr val="bg1">
                    <a:lumMod val="65000"/>
                  </a:schemeClr>
                </a:solidFill>
                <a:round/>
                <a:headEnd/>
                <a:tailEnd/>
              </a:ln>
            </p:spPr>
            <p:txBody>
              <a:bodyPr/>
              <a:lstStyle/>
              <a:p>
                <a:endParaRPr lang="en-US"/>
              </a:p>
            </p:txBody>
          </p:sp>
          <p:sp>
            <p:nvSpPr>
              <p:cNvPr id="103824" name="Line 1033"/>
              <p:cNvSpPr>
                <a:spLocks noChangeShapeType="1"/>
              </p:cNvSpPr>
              <p:nvPr/>
            </p:nvSpPr>
            <p:spPr bwMode="auto">
              <a:xfrm flipV="1">
                <a:off x="2599" y="2180"/>
                <a:ext cx="79" cy="47"/>
              </a:xfrm>
              <a:prstGeom prst="line">
                <a:avLst/>
              </a:prstGeom>
              <a:grpFill/>
              <a:ln w="12700">
                <a:solidFill>
                  <a:schemeClr val="bg1">
                    <a:lumMod val="65000"/>
                  </a:schemeClr>
                </a:solidFill>
                <a:round/>
                <a:headEnd/>
                <a:tailEnd/>
              </a:ln>
            </p:spPr>
            <p:txBody>
              <a:bodyPr/>
              <a:lstStyle/>
              <a:p>
                <a:endParaRPr lang="en-US"/>
              </a:p>
            </p:txBody>
          </p:sp>
          <p:sp>
            <p:nvSpPr>
              <p:cNvPr id="103825" name="Line 1034"/>
              <p:cNvSpPr>
                <a:spLocks noChangeShapeType="1"/>
              </p:cNvSpPr>
              <p:nvPr/>
            </p:nvSpPr>
            <p:spPr bwMode="auto">
              <a:xfrm flipV="1">
                <a:off x="2694" y="2132"/>
                <a:ext cx="56" cy="32"/>
              </a:xfrm>
              <a:prstGeom prst="line">
                <a:avLst/>
              </a:prstGeom>
              <a:grpFill/>
              <a:ln w="12700">
                <a:solidFill>
                  <a:schemeClr val="bg1">
                    <a:lumMod val="65000"/>
                  </a:schemeClr>
                </a:solidFill>
                <a:round/>
                <a:headEnd/>
                <a:tailEnd/>
              </a:ln>
            </p:spPr>
            <p:txBody>
              <a:bodyPr/>
              <a:lstStyle/>
              <a:p>
                <a:endParaRPr lang="en-US"/>
              </a:p>
            </p:txBody>
          </p:sp>
        </p:grpSp>
        <p:grpSp>
          <p:nvGrpSpPr>
            <p:cNvPr id="103631" name="Group 1035"/>
            <p:cNvGrpSpPr>
              <a:grpSpLocks/>
            </p:cNvGrpSpPr>
            <p:nvPr/>
          </p:nvGrpSpPr>
          <p:grpSpPr bwMode="auto">
            <a:xfrm>
              <a:off x="2399" y="2387"/>
              <a:ext cx="439" cy="582"/>
              <a:chOff x="2399" y="2387"/>
              <a:chExt cx="439" cy="582"/>
            </a:xfrm>
            <a:grpFill/>
          </p:grpSpPr>
          <p:sp>
            <p:nvSpPr>
              <p:cNvPr id="103814" name="Freeform 1036"/>
              <p:cNvSpPr>
                <a:spLocks/>
              </p:cNvSpPr>
              <p:nvPr/>
            </p:nvSpPr>
            <p:spPr bwMode="auto">
              <a:xfrm>
                <a:off x="2750" y="2387"/>
                <a:ext cx="88" cy="104"/>
              </a:xfrm>
              <a:custGeom>
                <a:avLst/>
                <a:gdLst>
                  <a:gd name="T0" fmla="*/ 88 w 88"/>
                  <a:gd name="T1" fmla="*/ 0 h 104"/>
                  <a:gd name="T2" fmla="*/ 40 w 88"/>
                  <a:gd name="T3" fmla="*/ 104 h 104"/>
                  <a:gd name="T4" fmla="*/ 24 w 88"/>
                  <a:gd name="T5" fmla="*/ 88 h 104"/>
                  <a:gd name="T6" fmla="*/ 0 w 88"/>
                  <a:gd name="T7" fmla="*/ 72 h 104"/>
                  <a:gd name="T8" fmla="*/ 88 w 88"/>
                  <a:gd name="T9" fmla="*/ 0 h 104"/>
                  <a:gd name="T10" fmla="*/ 0 60000 65536"/>
                  <a:gd name="T11" fmla="*/ 0 60000 65536"/>
                  <a:gd name="T12" fmla="*/ 0 60000 65536"/>
                  <a:gd name="T13" fmla="*/ 0 60000 65536"/>
                  <a:gd name="T14" fmla="*/ 0 60000 65536"/>
                  <a:gd name="T15" fmla="*/ 0 w 88"/>
                  <a:gd name="T16" fmla="*/ 0 h 104"/>
                  <a:gd name="T17" fmla="*/ 88 w 88"/>
                  <a:gd name="T18" fmla="*/ 104 h 104"/>
                </a:gdLst>
                <a:ahLst/>
                <a:cxnLst>
                  <a:cxn ang="T10">
                    <a:pos x="T0" y="T1"/>
                  </a:cxn>
                  <a:cxn ang="T11">
                    <a:pos x="T2" y="T3"/>
                  </a:cxn>
                  <a:cxn ang="T12">
                    <a:pos x="T4" y="T5"/>
                  </a:cxn>
                  <a:cxn ang="T13">
                    <a:pos x="T6" y="T7"/>
                  </a:cxn>
                  <a:cxn ang="T14">
                    <a:pos x="T8" y="T9"/>
                  </a:cxn>
                </a:cxnLst>
                <a:rect l="T15" t="T16" r="T17" b="T18"/>
                <a:pathLst>
                  <a:path w="88" h="104">
                    <a:moveTo>
                      <a:pt x="88" y="0"/>
                    </a:moveTo>
                    <a:lnTo>
                      <a:pt x="40" y="104"/>
                    </a:lnTo>
                    <a:lnTo>
                      <a:pt x="24" y="88"/>
                    </a:lnTo>
                    <a:lnTo>
                      <a:pt x="0" y="72"/>
                    </a:lnTo>
                    <a:lnTo>
                      <a:pt x="88" y="0"/>
                    </a:lnTo>
                    <a:close/>
                  </a:path>
                </a:pathLst>
              </a:custGeom>
              <a:grpFill/>
              <a:ln w="9525">
                <a:solidFill>
                  <a:schemeClr val="bg1">
                    <a:lumMod val="65000"/>
                  </a:schemeClr>
                </a:solidFill>
                <a:round/>
                <a:headEnd/>
                <a:tailEnd/>
              </a:ln>
            </p:spPr>
            <p:txBody>
              <a:bodyPr/>
              <a:lstStyle/>
              <a:p>
                <a:endParaRPr lang="en-US"/>
              </a:p>
            </p:txBody>
          </p:sp>
          <p:sp>
            <p:nvSpPr>
              <p:cNvPr id="103815" name="Line 1037"/>
              <p:cNvSpPr>
                <a:spLocks noChangeShapeType="1"/>
              </p:cNvSpPr>
              <p:nvPr/>
            </p:nvSpPr>
            <p:spPr bwMode="auto">
              <a:xfrm flipV="1">
                <a:off x="2399" y="2898"/>
                <a:ext cx="56" cy="71"/>
              </a:xfrm>
              <a:prstGeom prst="line">
                <a:avLst/>
              </a:prstGeom>
              <a:grpFill/>
              <a:ln w="12700">
                <a:solidFill>
                  <a:schemeClr val="bg1">
                    <a:lumMod val="65000"/>
                  </a:schemeClr>
                </a:solidFill>
                <a:round/>
                <a:headEnd/>
                <a:tailEnd/>
              </a:ln>
            </p:spPr>
            <p:txBody>
              <a:bodyPr/>
              <a:lstStyle/>
              <a:p>
                <a:endParaRPr lang="en-US"/>
              </a:p>
            </p:txBody>
          </p:sp>
          <p:sp>
            <p:nvSpPr>
              <p:cNvPr id="103816" name="Line 1038"/>
              <p:cNvSpPr>
                <a:spLocks noChangeShapeType="1"/>
              </p:cNvSpPr>
              <p:nvPr/>
            </p:nvSpPr>
            <p:spPr bwMode="auto">
              <a:xfrm flipV="1">
                <a:off x="2463" y="2811"/>
                <a:ext cx="55" cy="70"/>
              </a:xfrm>
              <a:prstGeom prst="line">
                <a:avLst/>
              </a:prstGeom>
              <a:grpFill/>
              <a:ln w="12700">
                <a:solidFill>
                  <a:schemeClr val="bg1">
                    <a:lumMod val="65000"/>
                  </a:schemeClr>
                </a:solidFill>
                <a:round/>
                <a:headEnd/>
                <a:tailEnd/>
              </a:ln>
            </p:spPr>
            <p:txBody>
              <a:bodyPr/>
              <a:lstStyle/>
              <a:p>
                <a:endParaRPr lang="en-US"/>
              </a:p>
            </p:txBody>
          </p:sp>
          <p:sp>
            <p:nvSpPr>
              <p:cNvPr id="103817" name="Line 1039"/>
              <p:cNvSpPr>
                <a:spLocks noChangeShapeType="1"/>
              </p:cNvSpPr>
              <p:nvPr/>
            </p:nvSpPr>
            <p:spPr bwMode="auto">
              <a:xfrm flipV="1">
                <a:off x="2535" y="2724"/>
                <a:ext cx="47" cy="70"/>
              </a:xfrm>
              <a:prstGeom prst="line">
                <a:avLst/>
              </a:prstGeom>
              <a:grpFill/>
              <a:ln w="12700">
                <a:solidFill>
                  <a:schemeClr val="bg1">
                    <a:lumMod val="65000"/>
                  </a:schemeClr>
                </a:solidFill>
                <a:round/>
                <a:headEnd/>
                <a:tailEnd/>
              </a:ln>
            </p:spPr>
            <p:txBody>
              <a:bodyPr/>
              <a:lstStyle/>
              <a:p>
                <a:endParaRPr lang="en-US"/>
              </a:p>
            </p:txBody>
          </p:sp>
          <p:sp>
            <p:nvSpPr>
              <p:cNvPr id="103818" name="Line 1040"/>
              <p:cNvSpPr>
                <a:spLocks noChangeShapeType="1"/>
              </p:cNvSpPr>
              <p:nvPr/>
            </p:nvSpPr>
            <p:spPr bwMode="auto">
              <a:xfrm flipV="1">
                <a:off x="2598" y="2634"/>
                <a:ext cx="56" cy="64"/>
              </a:xfrm>
              <a:prstGeom prst="line">
                <a:avLst/>
              </a:prstGeom>
              <a:grpFill/>
              <a:ln w="12700">
                <a:solidFill>
                  <a:schemeClr val="bg1">
                    <a:lumMod val="65000"/>
                  </a:schemeClr>
                </a:solidFill>
                <a:round/>
                <a:headEnd/>
                <a:tailEnd/>
              </a:ln>
            </p:spPr>
            <p:txBody>
              <a:bodyPr/>
              <a:lstStyle/>
              <a:p>
                <a:endParaRPr lang="en-US"/>
              </a:p>
            </p:txBody>
          </p:sp>
          <p:sp>
            <p:nvSpPr>
              <p:cNvPr id="103819" name="Line 1041"/>
              <p:cNvSpPr>
                <a:spLocks noChangeShapeType="1"/>
              </p:cNvSpPr>
              <p:nvPr/>
            </p:nvSpPr>
            <p:spPr bwMode="auto">
              <a:xfrm flipV="1">
                <a:off x="2670" y="2539"/>
                <a:ext cx="48" cy="71"/>
              </a:xfrm>
              <a:prstGeom prst="line">
                <a:avLst/>
              </a:prstGeom>
              <a:grpFill/>
              <a:ln w="12700">
                <a:solidFill>
                  <a:schemeClr val="bg1">
                    <a:lumMod val="65000"/>
                  </a:schemeClr>
                </a:solidFill>
                <a:round/>
                <a:headEnd/>
                <a:tailEnd/>
              </a:ln>
            </p:spPr>
            <p:txBody>
              <a:bodyPr/>
              <a:lstStyle/>
              <a:p>
                <a:endParaRPr lang="en-US"/>
              </a:p>
            </p:txBody>
          </p:sp>
          <p:sp>
            <p:nvSpPr>
              <p:cNvPr id="103820" name="Line 1042"/>
              <p:cNvSpPr>
                <a:spLocks noChangeShapeType="1"/>
              </p:cNvSpPr>
              <p:nvPr/>
            </p:nvSpPr>
            <p:spPr bwMode="auto">
              <a:xfrm flipV="1">
                <a:off x="2734" y="2476"/>
                <a:ext cx="40" cy="47"/>
              </a:xfrm>
              <a:prstGeom prst="line">
                <a:avLst/>
              </a:prstGeom>
              <a:grpFill/>
              <a:ln w="12700">
                <a:solidFill>
                  <a:schemeClr val="bg1">
                    <a:lumMod val="65000"/>
                  </a:schemeClr>
                </a:solidFill>
                <a:round/>
                <a:headEnd/>
                <a:tailEnd/>
              </a:ln>
            </p:spPr>
            <p:txBody>
              <a:bodyPr/>
              <a:lstStyle/>
              <a:p>
                <a:endParaRPr lang="en-US"/>
              </a:p>
            </p:txBody>
          </p:sp>
        </p:grpSp>
        <p:grpSp>
          <p:nvGrpSpPr>
            <p:cNvPr id="103632" name="Group 1043"/>
            <p:cNvGrpSpPr>
              <a:grpSpLocks/>
            </p:cNvGrpSpPr>
            <p:nvPr/>
          </p:nvGrpSpPr>
          <p:grpSpPr bwMode="auto">
            <a:xfrm>
              <a:off x="1498" y="3296"/>
              <a:ext cx="406" cy="287"/>
              <a:chOff x="1498" y="3296"/>
              <a:chExt cx="406" cy="287"/>
            </a:xfrm>
            <a:grpFill/>
          </p:grpSpPr>
          <p:sp>
            <p:nvSpPr>
              <p:cNvPr id="103809" name="Freeform 1044"/>
              <p:cNvSpPr>
                <a:spLocks/>
              </p:cNvSpPr>
              <p:nvPr/>
            </p:nvSpPr>
            <p:spPr bwMode="auto">
              <a:xfrm>
                <a:off x="1792" y="3296"/>
                <a:ext cx="112" cy="88"/>
              </a:xfrm>
              <a:custGeom>
                <a:avLst/>
                <a:gdLst>
                  <a:gd name="T0" fmla="*/ 112 w 112"/>
                  <a:gd name="T1" fmla="*/ 0 h 88"/>
                  <a:gd name="T2" fmla="*/ 40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40" y="88"/>
                    </a:lnTo>
                    <a:lnTo>
                      <a:pt x="16" y="64"/>
                    </a:lnTo>
                    <a:lnTo>
                      <a:pt x="0" y="40"/>
                    </a:lnTo>
                    <a:lnTo>
                      <a:pt x="112" y="0"/>
                    </a:lnTo>
                    <a:close/>
                  </a:path>
                </a:pathLst>
              </a:custGeom>
              <a:grpFill/>
              <a:ln w="9525">
                <a:solidFill>
                  <a:schemeClr val="bg1">
                    <a:lumMod val="65000"/>
                  </a:schemeClr>
                </a:solidFill>
                <a:round/>
                <a:headEnd/>
                <a:tailEnd/>
              </a:ln>
            </p:spPr>
            <p:txBody>
              <a:bodyPr/>
              <a:lstStyle/>
              <a:p>
                <a:endParaRPr lang="en-US"/>
              </a:p>
            </p:txBody>
          </p:sp>
          <p:sp>
            <p:nvSpPr>
              <p:cNvPr id="103810" name="Line 1045"/>
              <p:cNvSpPr>
                <a:spLocks noChangeShapeType="1"/>
              </p:cNvSpPr>
              <p:nvPr/>
            </p:nvSpPr>
            <p:spPr bwMode="auto">
              <a:xfrm flipV="1">
                <a:off x="1498" y="3537"/>
                <a:ext cx="70" cy="46"/>
              </a:xfrm>
              <a:prstGeom prst="line">
                <a:avLst/>
              </a:prstGeom>
              <a:grpFill/>
              <a:ln w="12700">
                <a:solidFill>
                  <a:schemeClr val="bg1">
                    <a:lumMod val="65000"/>
                  </a:schemeClr>
                </a:solidFill>
                <a:round/>
                <a:headEnd/>
                <a:tailEnd/>
              </a:ln>
            </p:spPr>
            <p:txBody>
              <a:bodyPr/>
              <a:lstStyle/>
              <a:p>
                <a:endParaRPr lang="en-US"/>
              </a:p>
            </p:txBody>
          </p:sp>
          <p:sp>
            <p:nvSpPr>
              <p:cNvPr id="103811" name="Line 1046"/>
              <p:cNvSpPr>
                <a:spLocks noChangeShapeType="1"/>
              </p:cNvSpPr>
              <p:nvPr/>
            </p:nvSpPr>
            <p:spPr bwMode="auto">
              <a:xfrm flipV="1">
                <a:off x="1584" y="3473"/>
                <a:ext cx="72" cy="47"/>
              </a:xfrm>
              <a:prstGeom prst="line">
                <a:avLst/>
              </a:prstGeom>
              <a:grpFill/>
              <a:ln w="12700">
                <a:solidFill>
                  <a:schemeClr val="bg1">
                    <a:lumMod val="65000"/>
                  </a:schemeClr>
                </a:solidFill>
                <a:round/>
                <a:headEnd/>
                <a:tailEnd/>
              </a:ln>
            </p:spPr>
            <p:txBody>
              <a:bodyPr/>
              <a:lstStyle/>
              <a:p>
                <a:endParaRPr lang="en-US"/>
              </a:p>
            </p:txBody>
          </p:sp>
          <p:sp>
            <p:nvSpPr>
              <p:cNvPr id="103812" name="Line 1047"/>
              <p:cNvSpPr>
                <a:spLocks noChangeShapeType="1"/>
              </p:cNvSpPr>
              <p:nvPr/>
            </p:nvSpPr>
            <p:spPr bwMode="auto">
              <a:xfrm flipV="1">
                <a:off x="1680" y="3408"/>
                <a:ext cx="72" cy="48"/>
              </a:xfrm>
              <a:prstGeom prst="line">
                <a:avLst/>
              </a:prstGeom>
              <a:grpFill/>
              <a:ln w="12700">
                <a:solidFill>
                  <a:schemeClr val="bg1">
                    <a:lumMod val="65000"/>
                  </a:schemeClr>
                </a:solidFill>
                <a:round/>
                <a:headEnd/>
                <a:tailEnd/>
              </a:ln>
            </p:spPr>
            <p:txBody>
              <a:bodyPr/>
              <a:lstStyle/>
              <a:p>
                <a:endParaRPr lang="en-US"/>
              </a:p>
            </p:txBody>
          </p:sp>
          <p:sp>
            <p:nvSpPr>
              <p:cNvPr id="103813" name="Line 1048"/>
              <p:cNvSpPr>
                <a:spLocks noChangeShapeType="1"/>
              </p:cNvSpPr>
              <p:nvPr/>
            </p:nvSpPr>
            <p:spPr bwMode="auto">
              <a:xfrm flipV="1">
                <a:off x="1768" y="3360"/>
                <a:ext cx="40" cy="32"/>
              </a:xfrm>
              <a:prstGeom prst="line">
                <a:avLst/>
              </a:prstGeom>
              <a:grpFill/>
              <a:ln w="12700">
                <a:solidFill>
                  <a:schemeClr val="bg1">
                    <a:lumMod val="65000"/>
                  </a:schemeClr>
                </a:solidFill>
                <a:round/>
                <a:headEnd/>
                <a:tailEnd/>
              </a:ln>
            </p:spPr>
            <p:txBody>
              <a:bodyPr/>
              <a:lstStyle/>
              <a:p>
                <a:endParaRPr lang="en-US"/>
              </a:p>
            </p:txBody>
          </p:sp>
        </p:grpSp>
        <p:grpSp>
          <p:nvGrpSpPr>
            <p:cNvPr id="103633" name="Group 1049"/>
            <p:cNvGrpSpPr>
              <a:grpSpLocks/>
            </p:cNvGrpSpPr>
            <p:nvPr/>
          </p:nvGrpSpPr>
          <p:grpSpPr bwMode="auto">
            <a:xfrm>
              <a:off x="1489" y="2690"/>
              <a:ext cx="423" cy="279"/>
              <a:chOff x="1489" y="2690"/>
              <a:chExt cx="423" cy="279"/>
            </a:xfrm>
            <a:grpFill/>
          </p:grpSpPr>
          <p:sp>
            <p:nvSpPr>
              <p:cNvPr id="103804" name="Freeform 1050"/>
              <p:cNvSpPr>
                <a:spLocks/>
              </p:cNvSpPr>
              <p:nvPr/>
            </p:nvSpPr>
            <p:spPr bwMode="auto">
              <a:xfrm>
                <a:off x="1800" y="2690"/>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32" y="88"/>
                    </a:lnTo>
                    <a:lnTo>
                      <a:pt x="16" y="64"/>
                    </a:lnTo>
                    <a:lnTo>
                      <a:pt x="0" y="40"/>
                    </a:lnTo>
                    <a:lnTo>
                      <a:pt x="112" y="0"/>
                    </a:lnTo>
                    <a:close/>
                  </a:path>
                </a:pathLst>
              </a:custGeom>
              <a:grpFill/>
              <a:ln w="9525">
                <a:solidFill>
                  <a:schemeClr val="bg1">
                    <a:lumMod val="65000"/>
                  </a:schemeClr>
                </a:solidFill>
                <a:round/>
                <a:headEnd/>
                <a:tailEnd/>
              </a:ln>
            </p:spPr>
            <p:txBody>
              <a:bodyPr/>
              <a:lstStyle/>
              <a:p>
                <a:endParaRPr lang="en-US"/>
              </a:p>
            </p:txBody>
          </p:sp>
          <p:sp>
            <p:nvSpPr>
              <p:cNvPr id="103805" name="Line 1051"/>
              <p:cNvSpPr>
                <a:spLocks noChangeShapeType="1"/>
              </p:cNvSpPr>
              <p:nvPr/>
            </p:nvSpPr>
            <p:spPr bwMode="auto">
              <a:xfrm flipV="1">
                <a:off x="1489" y="2922"/>
                <a:ext cx="71" cy="47"/>
              </a:xfrm>
              <a:prstGeom prst="line">
                <a:avLst/>
              </a:prstGeom>
              <a:grpFill/>
              <a:ln w="12700">
                <a:solidFill>
                  <a:schemeClr val="bg1">
                    <a:lumMod val="65000"/>
                  </a:schemeClr>
                </a:solidFill>
                <a:round/>
                <a:headEnd/>
                <a:tailEnd/>
              </a:ln>
            </p:spPr>
            <p:txBody>
              <a:bodyPr/>
              <a:lstStyle/>
              <a:p>
                <a:endParaRPr lang="en-US"/>
              </a:p>
            </p:txBody>
          </p:sp>
          <p:sp>
            <p:nvSpPr>
              <p:cNvPr id="103806" name="Line 1052"/>
              <p:cNvSpPr>
                <a:spLocks noChangeShapeType="1"/>
              </p:cNvSpPr>
              <p:nvPr/>
            </p:nvSpPr>
            <p:spPr bwMode="auto">
              <a:xfrm flipV="1">
                <a:off x="1585" y="2858"/>
                <a:ext cx="71" cy="47"/>
              </a:xfrm>
              <a:prstGeom prst="line">
                <a:avLst/>
              </a:prstGeom>
              <a:grpFill/>
              <a:ln w="12700">
                <a:solidFill>
                  <a:schemeClr val="bg1">
                    <a:lumMod val="65000"/>
                  </a:schemeClr>
                </a:solidFill>
                <a:round/>
                <a:headEnd/>
                <a:tailEnd/>
              </a:ln>
            </p:spPr>
            <p:txBody>
              <a:bodyPr/>
              <a:lstStyle/>
              <a:p>
                <a:endParaRPr lang="en-US"/>
              </a:p>
            </p:txBody>
          </p:sp>
          <p:sp>
            <p:nvSpPr>
              <p:cNvPr id="103807" name="Line 1053"/>
              <p:cNvSpPr>
                <a:spLocks noChangeShapeType="1"/>
              </p:cNvSpPr>
              <p:nvPr/>
            </p:nvSpPr>
            <p:spPr bwMode="auto">
              <a:xfrm flipV="1">
                <a:off x="1672" y="2803"/>
                <a:ext cx="80" cy="47"/>
              </a:xfrm>
              <a:prstGeom prst="line">
                <a:avLst/>
              </a:prstGeom>
              <a:grpFill/>
              <a:ln w="12700">
                <a:solidFill>
                  <a:schemeClr val="bg1">
                    <a:lumMod val="65000"/>
                  </a:schemeClr>
                </a:solidFill>
                <a:round/>
                <a:headEnd/>
                <a:tailEnd/>
              </a:ln>
            </p:spPr>
            <p:txBody>
              <a:bodyPr/>
              <a:lstStyle/>
              <a:p>
                <a:endParaRPr lang="en-US"/>
              </a:p>
            </p:txBody>
          </p:sp>
          <p:sp>
            <p:nvSpPr>
              <p:cNvPr id="103808" name="Line 1054"/>
              <p:cNvSpPr>
                <a:spLocks noChangeShapeType="1"/>
              </p:cNvSpPr>
              <p:nvPr/>
            </p:nvSpPr>
            <p:spPr bwMode="auto">
              <a:xfrm flipV="1">
                <a:off x="1768" y="2754"/>
                <a:ext cx="48" cy="32"/>
              </a:xfrm>
              <a:prstGeom prst="line">
                <a:avLst/>
              </a:prstGeom>
              <a:grpFill/>
              <a:ln w="12700">
                <a:solidFill>
                  <a:schemeClr val="bg1">
                    <a:lumMod val="65000"/>
                  </a:schemeClr>
                </a:solidFill>
                <a:round/>
                <a:headEnd/>
                <a:tailEnd/>
              </a:ln>
            </p:spPr>
            <p:txBody>
              <a:bodyPr/>
              <a:lstStyle/>
              <a:p>
                <a:endParaRPr lang="en-US"/>
              </a:p>
            </p:txBody>
          </p:sp>
        </p:grpSp>
        <p:grpSp>
          <p:nvGrpSpPr>
            <p:cNvPr id="103634" name="Group 1055"/>
            <p:cNvGrpSpPr>
              <a:grpSpLocks/>
            </p:cNvGrpSpPr>
            <p:nvPr/>
          </p:nvGrpSpPr>
          <p:grpSpPr bwMode="auto">
            <a:xfrm>
              <a:off x="1490" y="2993"/>
              <a:ext cx="414" cy="271"/>
              <a:chOff x="1490" y="2993"/>
              <a:chExt cx="414" cy="271"/>
            </a:xfrm>
            <a:grpFill/>
          </p:grpSpPr>
          <p:sp>
            <p:nvSpPr>
              <p:cNvPr id="103799" name="Freeform 1056"/>
              <p:cNvSpPr>
                <a:spLocks/>
              </p:cNvSpPr>
              <p:nvPr/>
            </p:nvSpPr>
            <p:spPr bwMode="auto">
              <a:xfrm>
                <a:off x="1792" y="2993"/>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32" y="88"/>
                    </a:lnTo>
                    <a:lnTo>
                      <a:pt x="16" y="64"/>
                    </a:lnTo>
                    <a:lnTo>
                      <a:pt x="0" y="40"/>
                    </a:lnTo>
                    <a:lnTo>
                      <a:pt x="112" y="0"/>
                    </a:lnTo>
                    <a:close/>
                  </a:path>
                </a:pathLst>
              </a:custGeom>
              <a:grpFill/>
              <a:ln w="9525">
                <a:solidFill>
                  <a:schemeClr val="bg1">
                    <a:lumMod val="65000"/>
                  </a:schemeClr>
                </a:solidFill>
                <a:round/>
                <a:headEnd/>
                <a:tailEnd/>
              </a:ln>
            </p:spPr>
            <p:txBody>
              <a:bodyPr/>
              <a:lstStyle/>
              <a:p>
                <a:endParaRPr lang="en-US"/>
              </a:p>
            </p:txBody>
          </p:sp>
          <p:sp>
            <p:nvSpPr>
              <p:cNvPr id="103800" name="Line 1057"/>
              <p:cNvSpPr>
                <a:spLocks noChangeShapeType="1"/>
              </p:cNvSpPr>
              <p:nvPr/>
            </p:nvSpPr>
            <p:spPr bwMode="auto">
              <a:xfrm flipV="1">
                <a:off x="1490" y="3218"/>
                <a:ext cx="70" cy="46"/>
              </a:xfrm>
              <a:prstGeom prst="line">
                <a:avLst/>
              </a:prstGeom>
              <a:grpFill/>
              <a:ln w="12700">
                <a:solidFill>
                  <a:schemeClr val="bg1">
                    <a:lumMod val="65000"/>
                  </a:schemeClr>
                </a:solidFill>
                <a:round/>
                <a:headEnd/>
                <a:tailEnd/>
              </a:ln>
            </p:spPr>
            <p:txBody>
              <a:bodyPr/>
              <a:lstStyle/>
              <a:p>
                <a:endParaRPr lang="en-US"/>
              </a:p>
            </p:txBody>
          </p:sp>
          <p:sp>
            <p:nvSpPr>
              <p:cNvPr id="103801" name="Line 1058"/>
              <p:cNvSpPr>
                <a:spLocks noChangeShapeType="1"/>
              </p:cNvSpPr>
              <p:nvPr/>
            </p:nvSpPr>
            <p:spPr bwMode="auto">
              <a:xfrm flipV="1">
                <a:off x="1584" y="3154"/>
                <a:ext cx="72" cy="47"/>
              </a:xfrm>
              <a:prstGeom prst="line">
                <a:avLst/>
              </a:prstGeom>
              <a:grpFill/>
              <a:ln w="12700">
                <a:solidFill>
                  <a:schemeClr val="bg1">
                    <a:lumMod val="65000"/>
                  </a:schemeClr>
                </a:solidFill>
                <a:round/>
                <a:headEnd/>
                <a:tailEnd/>
              </a:ln>
            </p:spPr>
            <p:txBody>
              <a:bodyPr/>
              <a:lstStyle/>
              <a:p>
                <a:endParaRPr lang="en-US"/>
              </a:p>
            </p:txBody>
          </p:sp>
          <p:sp>
            <p:nvSpPr>
              <p:cNvPr id="103802" name="Line 1059"/>
              <p:cNvSpPr>
                <a:spLocks noChangeShapeType="1"/>
              </p:cNvSpPr>
              <p:nvPr/>
            </p:nvSpPr>
            <p:spPr bwMode="auto">
              <a:xfrm flipV="1">
                <a:off x="1672" y="3097"/>
                <a:ext cx="80" cy="48"/>
              </a:xfrm>
              <a:prstGeom prst="line">
                <a:avLst/>
              </a:prstGeom>
              <a:grpFill/>
              <a:ln w="12700">
                <a:solidFill>
                  <a:schemeClr val="bg1">
                    <a:lumMod val="65000"/>
                  </a:schemeClr>
                </a:solidFill>
                <a:round/>
                <a:headEnd/>
                <a:tailEnd/>
              </a:ln>
            </p:spPr>
            <p:txBody>
              <a:bodyPr/>
              <a:lstStyle/>
              <a:p>
                <a:endParaRPr lang="en-US"/>
              </a:p>
            </p:txBody>
          </p:sp>
          <p:sp>
            <p:nvSpPr>
              <p:cNvPr id="103803" name="Line 1060"/>
              <p:cNvSpPr>
                <a:spLocks noChangeShapeType="1"/>
              </p:cNvSpPr>
              <p:nvPr/>
            </p:nvSpPr>
            <p:spPr bwMode="auto">
              <a:xfrm flipV="1">
                <a:off x="1768" y="3057"/>
                <a:ext cx="40" cy="24"/>
              </a:xfrm>
              <a:prstGeom prst="line">
                <a:avLst/>
              </a:prstGeom>
              <a:grpFill/>
              <a:ln w="12700">
                <a:solidFill>
                  <a:schemeClr val="bg1">
                    <a:lumMod val="65000"/>
                  </a:schemeClr>
                </a:solidFill>
                <a:round/>
                <a:headEnd/>
                <a:tailEnd/>
              </a:ln>
            </p:spPr>
            <p:txBody>
              <a:bodyPr/>
              <a:lstStyle/>
              <a:p>
                <a:endParaRPr lang="en-US"/>
              </a:p>
            </p:txBody>
          </p:sp>
        </p:grpSp>
        <p:grpSp>
          <p:nvGrpSpPr>
            <p:cNvPr id="103635" name="Group 1061"/>
            <p:cNvGrpSpPr>
              <a:grpSpLocks/>
            </p:cNvGrpSpPr>
            <p:nvPr/>
          </p:nvGrpSpPr>
          <p:grpSpPr bwMode="auto">
            <a:xfrm>
              <a:off x="1936" y="2993"/>
              <a:ext cx="439" cy="582"/>
              <a:chOff x="1936" y="2993"/>
              <a:chExt cx="439" cy="582"/>
            </a:xfrm>
            <a:grpFill/>
          </p:grpSpPr>
          <p:sp>
            <p:nvSpPr>
              <p:cNvPr id="103792" name="Freeform 1062"/>
              <p:cNvSpPr>
                <a:spLocks/>
              </p:cNvSpPr>
              <p:nvPr/>
            </p:nvSpPr>
            <p:spPr bwMode="auto">
              <a:xfrm>
                <a:off x="2287" y="3472"/>
                <a:ext cx="88" cy="103"/>
              </a:xfrm>
              <a:custGeom>
                <a:avLst/>
                <a:gdLst>
                  <a:gd name="T0" fmla="*/ 88 w 88"/>
                  <a:gd name="T1" fmla="*/ 103 h 103"/>
                  <a:gd name="T2" fmla="*/ 0 w 88"/>
                  <a:gd name="T3" fmla="*/ 32 h 103"/>
                  <a:gd name="T4" fmla="*/ 24 w 88"/>
                  <a:gd name="T5" fmla="*/ 16 h 103"/>
                  <a:gd name="T6" fmla="*/ 40 w 88"/>
                  <a:gd name="T7" fmla="*/ 0 h 103"/>
                  <a:gd name="T8" fmla="*/ 88 w 88"/>
                  <a:gd name="T9" fmla="*/ 103 h 103"/>
                  <a:gd name="T10" fmla="*/ 0 60000 65536"/>
                  <a:gd name="T11" fmla="*/ 0 60000 65536"/>
                  <a:gd name="T12" fmla="*/ 0 60000 65536"/>
                  <a:gd name="T13" fmla="*/ 0 60000 65536"/>
                  <a:gd name="T14" fmla="*/ 0 60000 65536"/>
                  <a:gd name="T15" fmla="*/ 0 w 88"/>
                  <a:gd name="T16" fmla="*/ 0 h 103"/>
                  <a:gd name="T17" fmla="*/ 88 w 88"/>
                  <a:gd name="T18" fmla="*/ 103 h 103"/>
                </a:gdLst>
                <a:ahLst/>
                <a:cxnLst>
                  <a:cxn ang="T10">
                    <a:pos x="T0" y="T1"/>
                  </a:cxn>
                  <a:cxn ang="T11">
                    <a:pos x="T2" y="T3"/>
                  </a:cxn>
                  <a:cxn ang="T12">
                    <a:pos x="T4" y="T5"/>
                  </a:cxn>
                  <a:cxn ang="T13">
                    <a:pos x="T6" y="T7"/>
                  </a:cxn>
                  <a:cxn ang="T14">
                    <a:pos x="T8" y="T9"/>
                  </a:cxn>
                </a:cxnLst>
                <a:rect l="T15" t="T16" r="T17" b="T18"/>
                <a:pathLst>
                  <a:path w="88" h="103">
                    <a:moveTo>
                      <a:pt x="88" y="103"/>
                    </a:moveTo>
                    <a:lnTo>
                      <a:pt x="0" y="32"/>
                    </a:lnTo>
                    <a:lnTo>
                      <a:pt x="24" y="16"/>
                    </a:lnTo>
                    <a:lnTo>
                      <a:pt x="40" y="0"/>
                    </a:lnTo>
                    <a:lnTo>
                      <a:pt x="88" y="103"/>
                    </a:lnTo>
                    <a:close/>
                  </a:path>
                </a:pathLst>
              </a:custGeom>
              <a:grpFill/>
              <a:ln w="9525">
                <a:solidFill>
                  <a:schemeClr val="bg1">
                    <a:lumMod val="65000"/>
                  </a:schemeClr>
                </a:solidFill>
                <a:round/>
                <a:headEnd/>
                <a:tailEnd/>
              </a:ln>
            </p:spPr>
            <p:txBody>
              <a:bodyPr/>
              <a:lstStyle/>
              <a:p>
                <a:endParaRPr lang="en-US"/>
              </a:p>
            </p:txBody>
          </p:sp>
          <p:sp>
            <p:nvSpPr>
              <p:cNvPr id="103793" name="Line 1063"/>
              <p:cNvSpPr>
                <a:spLocks noChangeShapeType="1"/>
              </p:cNvSpPr>
              <p:nvPr/>
            </p:nvSpPr>
            <p:spPr bwMode="auto">
              <a:xfrm>
                <a:off x="1936" y="2993"/>
                <a:ext cx="56" cy="72"/>
              </a:xfrm>
              <a:prstGeom prst="line">
                <a:avLst/>
              </a:prstGeom>
              <a:grpFill/>
              <a:ln w="12700">
                <a:solidFill>
                  <a:schemeClr val="bg1">
                    <a:lumMod val="65000"/>
                  </a:schemeClr>
                </a:solidFill>
                <a:round/>
                <a:headEnd/>
                <a:tailEnd/>
              </a:ln>
            </p:spPr>
            <p:txBody>
              <a:bodyPr/>
              <a:lstStyle/>
              <a:p>
                <a:endParaRPr lang="en-US"/>
              </a:p>
            </p:txBody>
          </p:sp>
          <p:sp>
            <p:nvSpPr>
              <p:cNvPr id="103794" name="Line 1064"/>
              <p:cNvSpPr>
                <a:spLocks noChangeShapeType="1"/>
              </p:cNvSpPr>
              <p:nvPr/>
            </p:nvSpPr>
            <p:spPr bwMode="auto">
              <a:xfrm>
                <a:off x="2000" y="3081"/>
                <a:ext cx="55" cy="70"/>
              </a:xfrm>
              <a:prstGeom prst="line">
                <a:avLst/>
              </a:prstGeom>
              <a:grpFill/>
              <a:ln w="12700">
                <a:solidFill>
                  <a:schemeClr val="bg1">
                    <a:lumMod val="65000"/>
                  </a:schemeClr>
                </a:solidFill>
                <a:round/>
                <a:headEnd/>
                <a:tailEnd/>
              </a:ln>
            </p:spPr>
            <p:txBody>
              <a:bodyPr/>
              <a:lstStyle/>
              <a:p>
                <a:endParaRPr lang="en-US"/>
              </a:p>
            </p:txBody>
          </p:sp>
          <p:sp>
            <p:nvSpPr>
              <p:cNvPr id="103795" name="Line 1065"/>
              <p:cNvSpPr>
                <a:spLocks noChangeShapeType="1"/>
              </p:cNvSpPr>
              <p:nvPr/>
            </p:nvSpPr>
            <p:spPr bwMode="auto">
              <a:xfrm>
                <a:off x="2071" y="3169"/>
                <a:ext cx="48" cy="71"/>
              </a:xfrm>
              <a:prstGeom prst="line">
                <a:avLst/>
              </a:prstGeom>
              <a:grpFill/>
              <a:ln w="12700">
                <a:solidFill>
                  <a:schemeClr val="bg1">
                    <a:lumMod val="65000"/>
                  </a:schemeClr>
                </a:solidFill>
                <a:round/>
                <a:headEnd/>
                <a:tailEnd/>
              </a:ln>
            </p:spPr>
            <p:txBody>
              <a:bodyPr/>
              <a:lstStyle/>
              <a:p>
                <a:endParaRPr lang="en-US"/>
              </a:p>
            </p:txBody>
          </p:sp>
          <p:sp>
            <p:nvSpPr>
              <p:cNvPr id="103796" name="Line 1066"/>
              <p:cNvSpPr>
                <a:spLocks noChangeShapeType="1"/>
              </p:cNvSpPr>
              <p:nvPr/>
            </p:nvSpPr>
            <p:spPr bwMode="auto">
              <a:xfrm>
                <a:off x="2135" y="3264"/>
                <a:ext cx="56" cy="63"/>
              </a:xfrm>
              <a:prstGeom prst="line">
                <a:avLst/>
              </a:prstGeom>
              <a:grpFill/>
              <a:ln w="12700">
                <a:solidFill>
                  <a:schemeClr val="bg1">
                    <a:lumMod val="65000"/>
                  </a:schemeClr>
                </a:solidFill>
                <a:round/>
                <a:headEnd/>
                <a:tailEnd/>
              </a:ln>
            </p:spPr>
            <p:txBody>
              <a:bodyPr/>
              <a:lstStyle/>
              <a:p>
                <a:endParaRPr lang="en-US"/>
              </a:p>
            </p:txBody>
          </p:sp>
          <p:sp>
            <p:nvSpPr>
              <p:cNvPr id="103797" name="Line 1067"/>
              <p:cNvSpPr>
                <a:spLocks noChangeShapeType="1"/>
              </p:cNvSpPr>
              <p:nvPr/>
            </p:nvSpPr>
            <p:spPr bwMode="auto">
              <a:xfrm>
                <a:off x="2207" y="3352"/>
                <a:ext cx="48" cy="72"/>
              </a:xfrm>
              <a:prstGeom prst="line">
                <a:avLst/>
              </a:prstGeom>
              <a:grpFill/>
              <a:ln w="12700">
                <a:solidFill>
                  <a:schemeClr val="bg1">
                    <a:lumMod val="65000"/>
                  </a:schemeClr>
                </a:solidFill>
                <a:round/>
                <a:headEnd/>
                <a:tailEnd/>
              </a:ln>
            </p:spPr>
            <p:txBody>
              <a:bodyPr/>
              <a:lstStyle/>
              <a:p>
                <a:endParaRPr lang="en-US"/>
              </a:p>
            </p:txBody>
          </p:sp>
          <p:sp>
            <p:nvSpPr>
              <p:cNvPr id="103798" name="Line 1068"/>
              <p:cNvSpPr>
                <a:spLocks noChangeShapeType="1"/>
              </p:cNvSpPr>
              <p:nvPr/>
            </p:nvSpPr>
            <p:spPr bwMode="auto">
              <a:xfrm>
                <a:off x="2271" y="3440"/>
                <a:ext cx="40" cy="48"/>
              </a:xfrm>
              <a:prstGeom prst="line">
                <a:avLst/>
              </a:prstGeom>
              <a:grpFill/>
              <a:ln w="12700">
                <a:solidFill>
                  <a:schemeClr val="bg1">
                    <a:lumMod val="65000"/>
                  </a:schemeClr>
                </a:solidFill>
                <a:round/>
                <a:headEnd/>
                <a:tailEnd/>
              </a:ln>
            </p:spPr>
            <p:txBody>
              <a:bodyPr/>
              <a:lstStyle/>
              <a:p>
                <a:endParaRPr lang="en-US"/>
              </a:p>
            </p:txBody>
          </p:sp>
        </p:grpSp>
        <p:grpSp>
          <p:nvGrpSpPr>
            <p:cNvPr id="103636" name="Group 1069"/>
            <p:cNvGrpSpPr>
              <a:grpSpLocks/>
            </p:cNvGrpSpPr>
            <p:nvPr/>
          </p:nvGrpSpPr>
          <p:grpSpPr bwMode="auto">
            <a:xfrm>
              <a:off x="1944" y="2690"/>
              <a:ext cx="447" cy="279"/>
              <a:chOff x="1944" y="2690"/>
              <a:chExt cx="447" cy="279"/>
            </a:xfrm>
            <a:grpFill/>
          </p:grpSpPr>
          <p:sp>
            <p:nvSpPr>
              <p:cNvPr id="103787" name="Freeform 1070"/>
              <p:cNvSpPr>
                <a:spLocks/>
              </p:cNvSpPr>
              <p:nvPr/>
            </p:nvSpPr>
            <p:spPr bwMode="auto">
              <a:xfrm>
                <a:off x="2279" y="2889"/>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 name="T15" fmla="*/ 0 w 112"/>
                  <a:gd name="T16" fmla="*/ 0 h 80"/>
                  <a:gd name="T17" fmla="*/ 112 w 112"/>
                  <a:gd name="T18" fmla="*/ 80 h 80"/>
                </a:gdLst>
                <a:ahLst/>
                <a:cxnLst>
                  <a:cxn ang="T10">
                    <a:pos x="T0" y="T1"/>
                  </a:cxn>
                  <a:cxn ang="T11">
                    <a:pos x="T2" y="T3"/>
                  </a:cxn>
                  <a:cxn ang="T12">
                    <a:pos x="T4" y="T5"/>
                  </a:cxn>
                  <a:cxn ang="T13">
                    <a:pos x="T6" y="T7"/>
                  </a:cxn>
                  <a:cxn ang="T14">
                    <a:pos x="T8" y="T9"/>
                  </a:cxn>
                </a:cxnLst>
                <a:rect l="T15" t="T16" r="T17" b="T18"/>
                <a:pathLst>
                  <a:path w="112" h="80">
                    <a:moveTo>
                      <a:pt x="112" y="80"/>
                    </a:moveTo>
                    <a:lnTo>
                      <a:pt x="0" y="48"/>
                    </a:lnTo>
                    <a:lnTo>
                      <a:pt x="16" y="24"/>
                    </a:lnTo>
                    <a:lnTo>
                      <a:pt x="32" y="0"/>
                    </a:lnTo>
                    <a:lnTo>
                      <a:pt x="112" y="80"/>
                    </a:lnTo>
                    <a:close/>
                  </a:path>
                </a:pathLst>
              </a:custGeom>
              <a:grpFill/>
              <a:ln w="9525">
                <a:solidFill>
                  <a:schemeClr val="bg1">
                    <a:lumMod val="65000"/>
                  </a:schemeClr>
                </a:solidFill>
                <a:round/>
                <a:headEnd/>
                <a:tailEnd/>
              </a:ln>
            </p:spPr>
            <p:txBody>
              <a:bodyPr/>
              <a:lstStyle/>
              <a:p>
                <a:endParaRPr lang="en-US"/>
              </a:p>
            </p:txBody>
          </p:sp>
          <p:sp>
            <p:nvSpPr>
              <p:cNvPr id="103788" name="Line 1071"/>
              <p:cNvSpPr>
                <a:spLocks noChangeShapeType="1"/>
              </p:cNvSpPr>
              <p:nvPr/>
            </p:nvSpPr>
            <p:spPr bwMode="auto">
              <a:xfrm>
                <a:off x="1944" y="2690"/>
                <a:ext cx="71" cy="47"/>
              </a:xfrm>
              <a:prstGeom prst="line">
                <a:avLst/>
              </a:prstGeom>
              <a:grpFill/>
              <a:ln w="12700">
                <a:solidFill>
                  <a:schemeClr val="bg1">
                    <a:lumMod val="65000"/>
                  </a:schemeClr>
                </a:solidFill>
                <a:round/>
                <a:headEnd/>
                <a:tailEnd/>
              </a:ln>
            </p:spPr>
            <p:txBody>
              <a:bodyPr/>
              <a:lstStyle/>
              <a:p>
                <a:endParaRPr lang="en-US"/>
              </a:p>
            </p:txBody>
          </p:sp>
          <p:sp>
            <p:nvSpPr>
              <p:cNvPr id="103789" name="Line 1072"/>
              <p:cNvSpPr>
                <a:spLocks noChangeShapeType="1"/>
              </p:cNvSpPr>
              <p:nvPr/>
            </p:nvSpPr>
            <p:spPr bwMode="auto">
              <a:xfrm>
                <a:off x="2040" y="2746"/>
                <a:ext cx="71" cy="47"/>
              </a:xfrm>
              <a:prstGeom prst="line">
                <a:avLst/>
              </a:prstGeom>
              <a:grpFill/>
              <a:ln w="12700">
                <a:solidFill>
                  <a:schemeClr val="bg1">
                    <a:lumMod val="65000"/>
                  </a:schemeClr>
                </a:solidFill>
                <a:round/>
                <a:headEnd/>
                <a:tailEnd/>
              </a:ln>
            </p:spPr>
            <p:txBody>
              <a:bodyPr/>
              <a:lstStyle/>
              <a:p>
                <a:endParaRPr lang="en-US"/>
              </a:p>
            </p:txBody>
          </p:sp>
          <p:sp>
            <p:nvSpPr>
              <p:cNvPr id="103790" name="Line 1073"/>
              <p:cNvSpPr>
                <a:spLocks noChangeShapeType="1"/>
              </p:cNvSpPr>
              <p:nvPr/>
            </p:nvSpPr>
            <p:spPr bwMode="auto">
              <a:xfrm>
                <a:off x="2136" y="2810"/>
                <a:ext cx="71" cy="47"/>
              </a:xfrm>
              <a:prstGeom prst="line">
                <a:avLst/>
              </a:prstGeom>
              <a:grpFill/>
              <a:ln w="12700">
                <a:solidFill>
                  <a:schemeClr val="bg1">
                    <a:lumMod val="65000"/>
                  </a:schemeClr>
                </a:solidFill>
                <a:round/>
                <a:headEnd/>
                <a:tailEnd/>
              </a:ln>
            </p:spPr>
            <p:txBody>
              <a:bodyPr/>
              <a:lstStyle/>
              <a:p>
                <a:endParaRPr lang="en-US"/>
              </a:p>
            </p:txBody>
          </p:sp>
          <p:sp>
            <p:nvSpPr>
              <p:cNvPr id="103791" name="Line 1074"/>
              <p:cNvSpPr>
                <a:spLocks noChangeShapeType="1"/>
              </p:cNvSpPr>
              <p:nvPr/>
            </p:nvSpPr>
            <p:spPr bwMode="auto">
              <a:xfrm>
                <a:off x="2232" y="2866"/>
                <a:ext cx="63" cy="46"/>
              </a:xfrm>
              <a:prstGeom prst="line">
                <a:avLst/>
              </a:prstGeom>
              <a:grpFill/>
              <a:ln w="12700">
                <a:solidFill>
                  <a:schemeClr val="bg1">
                    <a:lumMod val="65000"/>
                  </a:schemeClr>
                </a:solidFill>
                <a:round/>
                <a:headEnd/>
                <a:tailEnd/>
              </a:ln>
            </p:spPr>
            <p:txBody>
              <a:bodyPr/>
              <a:lstStyle/>
              <a:p>
                <a:endParaRPr lang="en-US"/>
              </a:p>
            </p:txBody>
          </p:sp>
        </p:grpSp>
        <p:grpSp>
          <p:nvGrpSpPr>
            <p:cNvPr id="103637" name="Group 1075"/>
            <p:cNvGrpSpPr>
              <a:grpSpLocks/>
            </p:cNvGrpSpPr>
            <p:nvPr/>
          </p:nvGrpSpPr>
          <p:grpSpPr bwMode="auto">
            <a:xfrm>
              <a:off x="2407" y="3001"/>
              <a:ext cx="423" cy="271"/>
              <a:chOff x="2407" y="3001"/>
              <a:chExt cx="423" cy="271"/>
            </a:xfrm>
            <a:grpFill/>
          </p:grpSpPr>
          <p:sp>
            <p:nvSpPr>
              <p:cNvPr id="103782" name="Freeform 1076"/>
              <p:cNvSpPr>
                <a:spLocks/>
              </p:cNvSpPr>
              <p:nvPr/>
            </p:nvSpPr>
            <p:spPr bwMode="auto">
              <a:xfrm>
                <a:off x="2718" y="3185"/>
                <a:ext cx="112" cy="87"/>
              </a:xfrm>
              <a:custGeom>
                <a:avLst/>
                <a:gdLst>
                  <a:gd name="T0" fmla="*/ 112 w 112"/>
                  <a:gd name="T1" fmla="*/ 87 h 87"/>
                  <a:gd name="T2" fmla="*/ 0 w 112"/>
                  <a:gd name="T3" fmla="*/ 47 h 87"/>
                  <a:gd name="T4" fmla="*/ 16 w 112"/>
                  <a:gd name="T5" fmla="*/ 23 h 87"/>
                  <a:gd name="T6" fmla="*/ 32 w 112"/>
                  <a:gd name="T7" fmla="*/ 0 h 87"/>
                  <a:gd name="T8" fmla="*/ 112 w 112"/>
                  <a:gd name="T9" fmla="*/ 87 h 87"/>
                  <a:gd name="T10" fmla="*/ 0 60000 65536"/>
                  <a:gd name="T11" fmla="*/ 0 60000 65536"/>
                  <a:gd name="T12" fmla="*/ 0 60000 65536"/>
                  <a:gd name="T13" fmla="*/ 0 60000 65536"/>
                  <a:gd name="T14" fmla="*/ 0 60000 65536"/>
                  <a:gd name="T15" fmla="*/ 0 w 112"/>
                  <a:gd name="T16" fmla="*/ 0 h 87"/>
                  <a:gd name="T17" fmla="*/ 112 w 112"/>
                  <a:gd name="T18" fmla="*/ 87 h 87"/>
                </a:gdLst>
                <a:ahLst/>
                <a:cxnLst>
                  <a:cxn ang="T10">
                    <a:pos x="T0" y="T1"/>
                  </a:cxn>
                  <a:cxn ang="T11">
                    <a:pos x="T2" y="T3"/>
                  </a:cxn>
                  <a:cxn ang="T12">
                    <a:pos x="T4" y="T5"/>
                  </a:cxn>
                  <a:cxn ang="T13">
                    <a:pos x="T6" y="T7"/>
                  </a:cxn>
                  <a:cxn ang="T14">
                    <a:pos x="T8" y="T9"/>
                  </a:cxn>
                </a:cxnLst>
                <a:rect l="T15" t="T16" r="T17" b="T18"/>
                <a:pathLst>
                  <a:path w="112" h="87">
                    <a:moveTo>
                      <a:pt x="112" y="87"/>
                    </a:moveTo>
                    <a:lnTo>
                      <a:pt x="0" y="47"/>
                    </a:lnTo>
                    <a:lnTo>
                      <a:pt x="16" y="23"/>
                    </a:lnTo>
                    <a:lnTo>
                      <a:pt x="32" y="0"/>
                    </a:lnTo>
                    <a:lnTo>
                      <a:pt x="112" y="87"/>
                    </a:lnTo>
                    <a:close/>
                  </a:path>
                </a:pathLst>
              </a:custGeom>
              <a:grpFill/>
              <a:ln w="9525">
                <a:solidFill>
                  <a:schemeClr val="bg1">
                    <a:lumMod val="65000"/>
                  </a:schemeClr>
                </a:solidFill>
                <a:round/>
                <a:headEnd/>
                <a:tailEnd/>
              </a:ln>
            </p:spPr>
            <p:txBody>
              <a:bodyPr/>
              <a:lstStyle/>
              <a:p>
                <a:endParaRPr lang="en-US"/>
              </a:p>
            </p:txBody>
          </p:sp>
          <p:sp>
            <p:nvSpPr>
              <p:cNvPr id="103783" name="Line 1077"/>
              <p:cNvSpPr>
                <a:spLocks noChangeShapeType="1"/>
              </p:cNvSpPr>
              <p:nvPr/>
            </p:nvSpPr>
            <p:spPr bwMode="auto">
              <a:xfrm>
                <a:off x="2407" y="3001"/>
                <a:ext cx="72" cy="48"/>
              </a:xfrm>
              <a:prstGeom prst="line">
                <a:avLst/>
              </a:prstGeom>
              <a:grpFill/>
              <a:ln w="12700">
                <a:solidFill>
                  <a:schemeClr val="bg1">
                    <a:lumMod val="65000"/>
                  </a:schemeClr>
                </a:solidFill>
                <a:round/>
                <a:headEnd/>
                <a:tailEnd/>
              </a:ln>
            </p:spPr>
            <p:txBody>
              <a:bodyPr/>
              <a:lstStyle/>
              <a:p>
                <a:endParaRPr lang="en-US"/>
              </a:p>
            </p:txBody>
          </p:sp>
          <p:sp>
            <p:nvSpPr>
              <p:cNvPr id="103784" name="Line 1078"/>
              <p:cNvSpPr>
                <a:spLocks noChangeShapeType="1"/>
              </p:cNvSpPr>
              <p:nvPr/>
            </p:nvSpPr>
            <p:spPr bwMode="auto">
              <a:xfrm>
                <a:off x="2503" y="3065"/>
                <a:ext cx="71" cy="39"/>
              </a:xfrm>
              <a:prstGeom prst="line">
                <a:avLst/>
              </a:prstGeom>
              <a:grpFill/>
              <a:ln w="12700">
                <a:solidFill>
                  <a:schemeClr val="bg1">
                    <a:lumMod val="65000"/>
                  </a:schemeClr>
                </a:solidFill>
                <a:round/>
                <a:headEnd/>
                <a:tailEnd/>
              </a:ln>
            </p:spPr>
            <p:txBody>
              <a:bodyPr/>
              <a:lstStyle/>
              <a:p>
                <a:endParaRPr lang="en-US"/>
              </a:p>
            </p:txBody>
          </p:sp>
          <p:sp>
            <p:nvSpPr>
              <p:cNvPr id="103785" name="Line 1079"/>
              <p:cNvSpPr>
                <a:spLocks noChangeShapeType="1"/>
              </p:cNvSpPr>
              <p:nvPr/>
            </p:nvSpPr>
            <p:spPr bwMode="auto">
              <a:xfrm>
                <a:off x="2599" y="3121"/>
                <a:ext cx="71" cy="47"/>
              </a:xfrm>
              <a:prstGeom prst="line">
                <a:avLst/>
              </a:prstGeom>
              <a:grpFill/>
              <a:ln w="12700">
                <a:solidFill>
                  <a:schemeClr val="bg1">
                    <a:lumMod val="65000"/>
                  </a:schemeClr>
                </a:solidFill>
                <a:round/>
                <a:headEnd/>
                <a:tailEnd/>
              </a:ln>
            </p:spPr>
            <p:txBody>
              <a:bodyPr/>
              <a:lstStyle/>
              <a:p>
                <a:endParaRPr lang="en-US"/>
              </a:p>
            </p:txBody>
          </p:sp>
          <p:sp>
            <p:nvSpPr>
              <p:cNvPr id="103786" name="Line 1080"/>
              <p:cNvSpPr>
                <a:spLocks noChangeShapeType="1"/>
              </p:cNvSpPr>
              <p:nvPr/>
            </p:nvSpPr>
            <p:spPr bwMode="auto">
              <a:xfrm>
                <a:off x="2688" y="3185"/>
                <a:ext cx="46" cy="22"/>
              </a:xfrm>
              <a:prstGeom prst="line">
                <a:avLst/>
              </a:prstGeom>
              <a:grpFill/>
              <a:ln w="12700">
                <a:solidFill>
                  <a:schemeClr val="bg1">
                    <a:lumMod val="65000"/>
                  </a:schemeClr>
                </a:solidFill>
                <a:round/>
                <a:headEnd/>
                <a:tailEnd/>
              </a:ln>
            </p:spPr>
            <p:txBody>
              <a:bodyPr/>
              <a:lstStyle/>
              <a:p>
                <a:endParaRPr lang="en-US"/>
              </a:p>
            </p:txBody>
          </p:sp>
        </p:grpSp>
        <p:grpSp>
          <p:nvGrpSpPr>
            <p:cNvPr id="103638" name="Group 1081"/>
            <p:cNvGrpSpPr>
              <a:grpSpLocks/>
            </p:cNvGrpSpPr>
            <p:nvPr/>
          </p:nvGrpSpPr>
          <p:grpSpPr bwMode="auto">
            <a:xfrm>
              <a:off x="2854" y="3296"/>
              <a:ext cx="439" cy="279"/>
              <a:chOff x="2854" y="3296"/>
              <a:chExt cx="439" cy="279"/>
            </a:xfrm>
            <a:grpFill/>
          </p:grpSpPr>
          <p:sp>
            <p:nvSpPr>
              <p:cNvPr id="103777" name="Freeform 1082"/>
              <p:cNvSpPr>
                <a:spLocks/>
              </p:cNvSpPr>
              <p:nvPr/>
            </p:nvSpPr>
            <p:spPr bwMode="auto">
              <a:xfrm>
                <a:off x="3181" y="3488"/>
                <a:ext cx="112" cy="87"/>
              </a:xfrm>
              <a:custGeom>
                <a:avLst/>
                <a:gdLst>
                  <a:gd name="T0" fmla="*/ 112 w 112"/>
                  <a:gd name="T1" fmla="*/ 87 h 87"/>
                  <a:gd name="T2" fmla="*/ 0 w 112"/>
                  <a:gd name="T3" fmla="*/ 48 h 87"/>
                  <a:gd name="T4" fmla="*/ 16 w 112"/>
                  <a:gd name="T5" fmla="*/ 24 h 87"/>
                  <a:gd name="T6" fmla="*/ 32 w 112"/>
                  <a:gd name="T7" fmla="*/ 0 h 87"/>
                  <a:gd name="T8" fmla="*/ 112 w 112"/>
                  <a:gd name="T9" fmla="*/ 87 h 87"/>
                  <a:gd name="T10" fmla="*/ 0 60000 65536"/>
                  <a:gd name="T11" fmla="*/ 0 60000 65536"/>
                  <a:gd name="T12" fmla="*/ 0 60000 65536"/>
                  <a:gd name="T13" fmla="*/ 0 60000 65536"/>
                  <a:gd name="T14" fmla="*/ 0 60000 65536"/>
                  <a:gd name="T15" fmla="*/ 0 w 112"/>
                  <a:gd name="T16" fmla="*/ 0 h 87"/>
                  <a:gd name="T17" fmla="*/ 112 w 112"/>
                  <a:gd name="T18" fmla="*/ 87 h 87"/>
                </a:gdLst>
                <a:ahLst/>
                <a:cxnLst>
                  <a:cxn ang="T10">
                    <a:pos x="T0" y="T1"/>
                  </a:cxn>
                  <a:cxn ang="T11">
                    <a:pos x="T2" y="T3"/>
                  </a:cxn>
                  <a:cxn ang="T12">
                    <a:pos x="T4" y="T5"/>
                  </a:cxn>
                  <a:cxn ang="T13">
                    <a:pos x="T6" y="T7"/>
                  </a:cxn>
                  <a:cxn ang="T14">
                    <a:pos x="T8" y="T9"/>
                  </a:cxn>
                </a:cxnLst>
                <a:rect l="T15" t="T16" r="T17" b="T18"/>
                <a:pathLst>
                  <a:path w="112" h="87">
                    <a:moveTo>
                      <a:pt x="112" y="87"/>
                    </a:moveTo>
                    <a:lnTo>
                      <a:pt x="0" y="48"/>
                    </a:lnTo>
                    <a:lnTo>
                      <a:pt x="16" y="24"/>
                    </a:lnTo>
                    <a:lnTo>
                      <a:pt x="32" y="0"/>
                    </a:lnTo>
                    <a:lnTo>
                      <a:pt x="112" y="87"/>
                    </a:lnTo>
                    <a:close/>
                  </a:path>
                </a:pathLst>
              </a:custGeom>
              <a:grpFill/>
              <a:ln w="9525">
                <a:solidFill>
                  <a:schemeClr val="bg1">
                    <a:lumMod val="65000"/>
                  </a:schemeClr>
                </a:solidFill>
                <a:round/>
                <a:headEnd/>
                <a:tailEnd/>
              </a:ln>
            </p:spPr>
            <p:txBody>
              <a:bodyPr/>
              <a:lstStyle/>
              <a:p>
                <a:endParaRPr lang="en-US"/>
              </a:p>
            </p:txBody>
          </p:sp>
          <p:sp>
            <p:nvSpPr>
              <p:cNvPr id="103778" name="Line 1083"/>
              <p:cNvSpPr>
                <a:spLocks noChangeShapeType="1"/>
              </p:cNvSpPr>
              <p:nvPr/>
            </p:nvSpPr>
            <p:spPr bwMode="auto">
              <a:xfrm>
                <a:off x="2854" y="3296"/>
                <a:ext cx="72" cy="48"/>
              </a:xfrm>
              <a:prstGeom prst="line">
                <a:avLst/>
              </a:prstGeom>
              <a:grpFill/>
              <a:ln w="12700">
                <a:solidFill>
                  <a:schemeClr val="bg1">
                    <a:lumMod val="65000"/>
                  </a:schemeClr>
                </a:solidFill>
                <a:round/>
                <a:headEnd/>
                <a:tailEnd/>
              </a:ln>
            </p:spPr>
            <p:txBody>
              <a:bodyPr/>
              <a:lstStyle/>
              <a:p>
                <a:endParaRPr lang="en-US"/>
              </a:p>
            </p:txBody>
          </p:sp>
          <p:sp>
            <p:nvSpPr>
              <p:cNvPr id="103779" name="Line 1084"/>
              <p:cNvSpPr>
                <a:spLocks noChangeShapeType="1"/>
              </p:cNvSpPr>
              <p:nvPr/>
            </p:nvSpPr>
            <p:spPr bwMode="auto">
              <a:xfrm>
                <a:off x="2950" y="3360"/>
                <a:ext cx="71" cy="39"/>
              </a:xfrm>
              <a:prstGeom prst="line">
                <a:avLst/>
              </a:prstGeom>
              <a:grpFill/>
              <a:ln w="12700">
                <a:solidFill>
                  <a:schemeClr val="bg1">
                    <a:lumMod val="65000"/>
                  </a:schemeClr>
                </a:solidFill>
                <a:round/>
                <a:headEnd/>
                <a:tailEnd/>
              </a:ln>
            </p:spPr>
            <p:txBody>
              <a:bodyPr/>
              <a:lstStyle/>
              <a:p>
                <a:endParaRPr lang="en-US"/>
              </a:p>
            </p:txBody>
          </p:sp>
          <p:sp>
            <p:nvSpPr>
              <p:cNvPr id="103780" name="Line 1085"/>
              <p:cNvSpPr>
                <a:spLocks noChangeShapeType="1"/>
              </p:cNvSpPr>
              <p:nvPr/>
            </p:nvSpPr>
            <p:spPr bwMode="auto">
              <a:xfrm>
                <a:off x="3046" y="3416"/>
                <a:ext cx="71" cy="47"/>
              </a:xfrm>
              <a:prstGeom prst="line">
                <a:avLst/>
              </a:prstGeom>
              <a:grpFill/>
              <a:ln w="12700">
                <a:solidFill>
                  <a:schemeClr val="bg1">
                    <a:lumMod val="65000"/>
                  </a:schemeClr>
                </a:solidFill>
                <a:round/>
                <a:headEnd/>
                <a:tailEnd/>
              </a:ln>
            </p:spPr>
            <p:txBody>
              <a:bodyPr/>
              <a:lstStyle/>
              <a:p>
                <a:endParaRPr lang="en-US"/>
              </a:p>
            </p:txBody>
          </p:sp>
          <p:sp>
            <p:nvSpPr>
              <p:cNvPr id="103781" name="Line 1086"/>
              <p:cNvSpPr>
                <a:spLocks noChangeShapeType="1"/>
              </p:cNvSpPr>
              <p:nvPr/>
            </p:nvSpPr>
            <p:spPr bwMode="auto">
              <a:xfrm>
                <a:off x="3135" y="3480"/>
                <a:ext cx="62" cy="30"/>
              </a:xfrm>
              <a:prstGeom prst="line">
                <a:avLst/>
              </a:prstGeom>
              <a:grpFill/>
              <a:ln w="12700">
                <a:solidFill>
                  <a:schemeClr val="bg1">
                    <a:lumMod val="65000"/>
                  </a:schemeClr>
                </a:solidFill>
                <a:round/>
                <a:headEnd/>
                <a:tailEnd/>
              </a:ln>
            </p:spPr>
            <p:txBody>
              <a:bodyPr/>
              <a:lstStyle/>
              <a:p>
                <a:endParaRPr lang="en-US"/>
              </a:p>
            </p:txBody>
          </p:sp>
        </p:grpSp>
        <p:grpSp>
          <p:nvGrpSpPr>
            <p:cNvPr id="103639" name="Group 1087"/>
            <p:cNvGrpSpPr>
              <a:grpSpLocks/>
            </p:cNvGrpSpPr>
            <p:nvPr/>
          </p:nvGrpSpPr>
          <p:grpSpPr bwMode="auto">
            <a:xfrm>
              <a:off x="2863" y="3304"/>
              <a:ext cx="422" cy="279"/>
              <a:chOff x="2863" y="3304"/>
              <a:chExt cx="422" cy="279"/>
            </a:xfrm>
            <a:grpFill/>
          </p:grpSpPr>
          <p:sp>
            <p:nvSpPr>
              <p:cNvPr id="103772" name="Freeform 1088"/>
              <p:cNvSpPr>
                <a:spLocks/>
              </p:cNvSpPr>
              <p:nvPr/>
            </p:nvSpPr>
            <p:spPr bwMode="auto">
              <a:xfrm>
                <a:off x="3173" y="3304"/>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32" y="88"/>
                    </a:lnTo>
                    <a:lnTo>
                      <a:pt x="16" y="64"/>
                    </a:lnTo>
                    <a:lnTo>
                      <a:pt x="0" y="40"/>
                    </a:lnTo>
                    <a:lnTo>
                      <a:pt x="112" y="0"/>
                    </a:lnTo>
                    <a:close/>
                  </a:path>
                </a:pathLst>
              </a:custGeom>
              <a:grpFill/>
              <a:ln w="9525">
                <a:solidFill>
                  <a:schemeClr val="bg1">
                    <a:lumMod val="65000"/>
                  </a:schemeClr>
                </a:solidFill>
                <a:round/>
                <a:headEnd/>
                <a:tailEnd/>
              </a:ln>
            </p:spPr>
            <p:txBody>
              <a:bodyPr/>
              <a:lstStyle/>
              <a:p>
                <a:endParaRPr lang="en-US"/>
              </a:p>
            </p:txBody>
          </p:sp>
          <p:sp>
            <p:nvSpPr>
              <p:cNvPr id="103773" name="Line 1089"/>
              <p:cNvSpPr>
                <a:spLocks noChangeShapeType="1"/>
              </p:cNvSpPr>
              <p:nvPr/>
            </p:nvSpPr>
            <p:spPr bwMode="auto">
              <a:xfrm flipV="1">
                <a:off x="2863" y="3536"/>
                <a:ext cx="71" cy="47"/>
              </a:xfrm>
              <a:prstGeom prst="line">
                <a:avLst/>
              </a:prstGeom>
              <a:grpFill/>
              <a:ln w="12700">
                <a:solidFill>
                  <a:schemeClr val="bg1">
                    <a:lumMod val="65000"/>
                  </a:schemeClr>
                </a:solidFill>
                <a:round/>
                <a:headEnd/>
                <a:tailEnd/>
              </a:ln>
            </p:spPr>
            <p:txBody>
              <a:bodyPr/>
              <a:lstStyle/>
              <a:p>
                <a:endParaRPr lang="en-US"/>
              </a:p>
            </p:txBody>
          </p:sp>
          <p:sp>
            <p:nvSpPr>
              <p:cNvPr id="103774" name="Line 1090"/>
              <p:cNvSpPr>
                <a:spLocks noChangeShapeType="1"/>
              </p:cNvSpPr>
              <p:nvPr/>
            </p:nvSpPr>
            <p:spPr bwMode="auto">
              <a:xfrm flipV="1">
                <a:off x="2958" y="3473"/>
                <a:ext cx="71" cy="47"/>
              </a:xfrm>
              <a:prstGeom prst="line">
                <a:avLst/>
              </a:prstGeom>
              <a:grpFill/>
              <a:ln w="12700">
                <a:solidFill>
                  <a:schemeClr val="bg1">
                    <a:lumMod val="65000"/>
                  </a:schemeClr>
                </a:solidFill>
                <a:round/>
                <a:headEnd/>
                <a:tailEnd/>
              </a:ln>
            </p:spPr>
            <p:txBody>
              <a:bodyPr/>
              <a:lstStyle/>
              <a:p>
                <a:endParaRPr lang="en-US"/>
              </a:p>
            </p:txBody>
          </p:sp>
          <p:sp>
            <p:nvSpPr>
              <p:cNvPr id="103775" name="Line 1091"/>
              <p:cNvSpPr>
                <a:spLocks noChangeShapeType="1"/>
              </p:cNvSpPr>
              <p:nvPr/>
            </p:nvSpPr>
            <p:spPr bwMode="auto">
              <a:xfrm flipV="1">
                <a:off x="3046" y="3417"/>
                <a:ext cx="79" cy="47"/>
              </a:xfrm>
              <a:prstGeom prst="line">
                <a:avLst/>
              </a:prstGeom>
              <a:grpFill/>
              <a:ln w="12700">
                <a:solidFill>
                  <a:schemeClr val="bg1">
                    <a:lumMod val="65000"/>
                  </a:schemeClr>
                </a:solidFill>
                <a:round/>
                <a:headEnd/>
                <a:tailEnd/>
              </a:ln>
            </p:spPr>
            <p:txBody>
              <a:bodyPr/>
              <a:lstStyle/>
              <a:p>
                <a:endParaRPr lang="en-US"/>
              </a:p>
            </p:txBody>
          </p:sp>
          <p:sp>
            <p:nvSpPr>
              <p:cNvPr id="103776" name="Line 1092"/>
              <p:cNvSpPr>
                <a:spLocks noChangeShapeType="1"/>
              </p:cNvSpPr>
              <p:nvPr/>
            </p:nvSpPr>
            <p:spPr bwMode="auto">
              <a:xfrm flipV="1">
                <a:off x="3141" y="3368"/>
                <a:ext cx="48" cy="32"/>
              </a:xfrm>
              <a:prstGeom prst="line">
                <a:avLst/>
              </a:prstGeom>
              <a:grpFill/>
              <a:ln w="12700">
                <a:solidFill>
                  <a:schemeClr val="bg1">
                    <a:lumMod val="65000"/>
                  </a:schemeClr>
                </a:solidFill>
                <a:round/>
                <a:headEnd/>
                <a:tailEnd/>
              </a:ln>
            </p:spPr>
            <p:txBody>
              <a:bodyPr/>
              <a:lstStyle/>
              <a:p>
                <a:endParaRPr lang="en-US"/>
              </a:p>
            </p:txBody>
          </p:sp>
        </p:grpSp>
        <p:grpSp>
          <p:nvGrpSpPr>
            <p:cNvPr id="103640" name="Group 1093"/>
            <p:cNvGrpSpPr>
              <a:grpSpLocks/>
            </p:cNvGrpSpPr>
            <p:nvPr/>
          </p:nvGrpSpPr>
          <p:grpSpPr bwMode="auto">
            <a:xfrm>
              <a:off x="2870" y="2690"/>
              <a:ext cx="415" cy="287"/>
              <a:chOff x="2870" y="2690"/>
              <a:chExt cx="415" cy="287"/>
            </a:xfrm>
            <a:grpFill/>
          </p:grpSpPr>
          <p:sp>
            <p:nvSpPr>
              <p:cNvPr id="103767" name="Freeform 1094"/>
              <p:cNvSpPr>
                <a:spLocks/>
              </p:cNvSpPr>
              <p:nvPr/>
            </p:nvSpPr>
            <p:spPr bwMode="auto">
              <a:xfrm>
                <a:off x="3173" y="2690"/>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32" y="88"/>
                    </a:lnTo>
                    <a:lnTo>
                      <a:pt x="16" y="64"/>
                    </a:lnTo>
                    <a:lnTo>
                      <a:pt x="0" y="40"/>
                    </a:lnTo>
                    <a:lnTo>
                      <a:pt x="112" y="0"/>
                    </a:lnTo>
                    <a:close/>
                  </a:path>
                </a:pathLst>
              </a:custGeom>
              <a:grpFill/>
              <a:ln w="9525">
                <a:solidFill>
                  <a:schemeClr val="bg1">
                    <a:lumMod val="65000"/>
                  </a:schemeClr>
                </a:solidFill>
                <a:round/>
                <a:headEnd/>
                <a:tailEnd/>
              </a:ln>
            </p:spPr>
            <p:txBody>
              <a:bodyPr/>
              <a:lstStyle/>
              <a:p>
                <a:endParaRPr lang="en-US"/>
              </a:p>
            </p:txBody>
          </p:sp>
          <p:sp>
            <p:nvSpPr>
              <p:cNvPr id="103768" name="Line 1095"/>
              <p:cNvSpPr>
                <a:spLocks noChangeShapeType="1"/>
              </p:cNvSpPr>
              <p:nvPr/>
            </p:nvSpPr>
            <p:spPr bwMode="auto">
              <a:xfrm flipV="1">
                <a:off x="2870" y="2929"/>
                <a:ext cx="72" cy="48"/>
              </a:xfrm>
              <a:prstGeom prst="line">
                <a:avLst/>
              </a:prstGeom>
              <a:grpFill/>
              <a:ln w="12700">
                <a:solidFill>
                  <a:schemeClr val="bg1">
                    <a:lumMod val="65000"/>
                  </a:schemeClr>
                </a:solidFill>
                <a:round/>
                <a:headEnd/>
                <a:tailEnd/>
              </a:ln>
            </p:spPr>
            <p:txBody>
              <a:bodyPr/>
              <a:lstStyle/>
              <a:p>
                <a:endParaRPr lang="en-US"/>
              </a:p>
            </p:txBody>
          </p:sp>
          <p:sp>
            <p:nvSpPr>
              <p:cNvPr id="103769" name="Line 1096"/>
              <p:cNvSpPr>
                <a:spLocks noChangeShapeType="1"/>
              </p:cNvSpPr>
              <p:nvPr/>
            </p:nvSpPr>
            <p:spPr bwMode="auto">
              <a:xfrm flipV="1">
                <a:off x="2967" y="2867"/>
                <a:ext cx="70" cy="46"/>
              </a:xfrm>
              <a:prstGeom prst="line">
                <a:avLst/>
              </a:prstGeom>
              <a:grpFill/>
              <a:ln w="12700">
                <a:solidFill>
                  <a:schemeClr val="bg1">
                    <a:lumMod val="65000"/>
                  </a:schemeClr>
                </a:solidFill>
                <a:round/>
                <a:headEnd/>
                <a:tailEnd/>
              </a:ln>
            </p:spPr>
            <p:txBody>
              <a:bodyPr/>
              <a:lstStyle/>
              <a:p>
                <a:endParaRPr lang="en-US"/>
              </a:p>
            </p:txBody>
          </p:sp>
          <p:sp>
            <p:nvSpPr>
              <p:cNvPr id="103770" name="Line 1097"/>
              <p:cNvSpPr>
                <a:spLocks noChangeShapeType="1"/>
              </p:cNvSpPr>
              <p:nvPr/>
            </p:nvSpPr>
            <p:spPr bwMode="auto">
              <a:xfrm flipV="1">
                <a:off x="3053" y="2803"/>
                <a:ext cx="72" cy="47"/>
              </a:xfrm>
              <a:prstGeom prst="line">
                <a:avLst/>
              </a:prstGeom>
              <a:grpFill/>
              <a:ln w="12700">
                <a:solidFill>
                  <a:schemeClr val="bg1">
                    <a:lumMod val="65000"/>
                  </a:schemeClr>
                </a:solidFill>
                <a:round/>
                <a:headEnd/>
                <a:tailEnd/>
              </a:ln>
            </p:spPr>
            <p:txBody>
              <a:bodyPr/>
              <a:lstStyle/>
              <a:p>
                <a:endParaRPr lang="en-US"/>
              </a:p>
            </p:txBody>
          </p:sp>
          <p:sp>
            <p:nvSpPr>
              <p:cNvPr id="103771" name="Line 1098"/>
              <p:cNvSpPr>
                <a:spLocks noChangeShapeType="1"/>
              </p:cNvSpPr>
              <p:nvPr/>
            </p:nvSpPr>
            <p:spPr bwMode="auto">
              <a:xfrm flipV="1">
                <a:off x="3149" y="2754"/>
                <a:ext cx="40" cy="32"/>
              </a:xfrm>
              <a:prstGeom prst="line">
                <a:avLst/>
              </a:prstGeom>
              <a:grpFill/>
              <a:ln w="12700">
                <a:solidFill>
                  <a:schemeClr val="bg1">
                    <a:lumMod val="65000"/>
                  </a:schemeClr>
                </a:solidFill>
                <a:round/>
                <a:headEnd/>
                <a:tailEnd/>
              </a:ln>
            </p:spPr>
            <p:txBody>
              <a:bodyPr/>
              <a:lstStyle/>
              <a:p>
                <a:endParaRPr lang="en-US"/>
              </a:p>
            </p:txBody>
          </p:sp>
        </p:grpSp>
        <p:grpSp>
          <p:nvGrpSpPr>
            <p:cNvPr id="103641" name="Group 1099"/>
            <p:cNvGrpSpPr>
              <a:grpSpLocks/>
            </p:cNvGrpSpPr>
            <p:nvPr/>
          </p:nvGrpSpPr>
          <p:grpSpPr bwMode="auto">
            <a:xfrm>
              <a:off x="2878" y="2068"/>
              <a:ext cx="431" cy="287"/>
              <a:chOff x="2878" y="2068"/>
              <a:chExt cx="431" cy="287"/>
            </a:xfrm>
            <a:grpFill/>
          </p:grpSpPr>
          <p:sp>
            <p:nvSpPr>
              <p:cNvPr id="103762" name="Freeform 1100"/>
              <p:cNvSpPr>
                <a:spLocks/>
              </p:cNvSpPr>
              <p:nvPr/>
            </p:nvSpPr>
            <p:spPr bwMode="auto">
              <a:xfrm>
                <a:off x="3197" y="2267"/>
                <a:ext cx="112" cy="88"/>
              </a:xfrm>
              <a:custGeom>
                <a:avLst/>
                <a:gdLst>
                  <a:gd name="T0" fmla="*/ 112 w 112"/>
                  <a:gd name="T1" fmla="*/ 88 h 88"/>
                  <a:gd name="T2" fmla="*/ 0 w 112"/>
                  <a:gd name="T3" fmla="*/ 48 h 88"/>
                  <a:gd name="T4" fmla="*/ 16 w 112"/>
                  <a:gd name="T5" fmla="*/ 24 h 88"/>
                  <a:gd name="T6" fmla="*/ 32 w 112"/>
                  <a:gd name="T7" fmla="*/ 0 h 88"/>
                  <a:gd name="T8" fmla="*/ 112 w 112"/>
                  <a:gd name="T9" fmla="*/ 88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88"/>
                    </a:moveTo>
                    <a:lnTo>
                      <a:pt x="0" y="48"/>
                    </a:lnTo>
                    <a:lnTo>
                      <a:pt x="16" y="24"/>
                    </a:lnTo>
                    <a:lnTo>
                      <a:pt x="32" y="0"/>
                    </a:lnTo>
                    <a:lnTo>
                      <a:pt x="112" y="88"/>
                    </a:lnTo>
                    <a:close/>
                  </a:path>
                </a:pathLst>
              </a:custGeom>
              <a:grpFill/>
              <a:ln w="9525">
                <a:solidFill>
                  <a:schemeClr val="bg1">
                    <a:lumMod val="65000"/>
                  </a:schemeClr>
                </a:solidFill>
                <a:round/>
                <a:headEnd/>
                <a:tailEnd/>
              </a:ln>
            </p:spPr>
            <p:txBody>
              <a:bodyPr/>
              <a:lstStyle/>
              <a:p>
                <a:endParaRPr lang="en-US"/>
              </a:p>
            </p:txBody>
          </p:sp>
          <p:sp>
            <p:nvSpPr>
              <p:cNvPr id="103763" name="Line 1101"/>
              <p:cNvSpPr>
                <a:spLocks noChangeShapeType="1"/>
              </p:cNvSpPr>
              <p:nvPr/>
            </p:nvSpPr>
            <p:spPr bwMode="auto">
              <a:xfrm>
                <a:off x="2878" y="2068"/>
                <a:ext cx="72" cy="48"/>
              </a:xfrm>
              <a:prstGeom prst="line">
                <a:avLst/>
              </a:prstGeom>
              <a:grpFill/>
              <a:ln w="12700">
                <a:solidFill>
                  <a:schemeClr val="bg1">
                    <a:lumMod val="65000"/>
                  </a:schemeClr>
                </a:solidFill>
                <a:round/>
                <a:headEnd/>
                <a:tailEnd/>
              </a:ln>
            </p:spPr>
            <p:txBody>
              <a:bodyPr/>
              <a:lstStyle/>
              <a:p>
                <a:endParaRPr lang="en-US"/>
              </a:p>
            </p:txBody>
          </p:sp>
          <p:sp>
            <p:nvSpPr>
              <p:cNvPr id="103764" name="Line 1102"/>
              <p:cNvSpPr>
                <a:spLocks noChangeShapeType="1"/>
              </p:cNvSpPr>
              <p:nvPr/>
            </p:nvSpPr>
            <p:spPr bwMode="auto">
              <a:xfrm>
                <a:off x="2975" y="2132"/>
                <a:ext cx="70" cy="46"/>
              </a:xfrm>
              <a:prstGeom prst="line">
                <a:avLst/>
              </a:prstGeom>
              <a:grpFill/>
              <a:ln w="12700">
                <a:solidFill>
                  <a:schemeClr val="bg1">
                    <a:lumMod val="65000"/>
                  </a:schemeClr>
                </a:solidFill>
                <a:round/>
                <a:headEnd/>
                <a:tailEnd/>
              </a:ln>
            </p:spPr>
            <p:txBody>
              <a:bodyPr/>
              <a:lstStyle/>
              <a:p>
                <a:endParaRPr lang="en-US"/>
              </a:p>
            </p:txBody>
          </p:sp>
          <p:sp>
            <p:nvSpPr>
              <p:cNvPr id="103765" name="Line 1103"/>
              <p:cNvSpPr>
                <a:spLocks noChangeShapeType="1"/>
              </p:cNvSpPr>
              <p:nvPr/>
            </p:nvSpPr>
            <p:spPr bwMode="auto">
              <a:xfrm>
                <a:off x="3062" y="2196"/>
                <a:ext cx="71" cy="47"/>
              </a:xfrm>
              <a:prstGeom prst="line">
                <a:avLst/>
              </a:prstGeom>
              <a:grpFill/>
              <a:ln w="12700">
                <a:solidFill>
                  <a:schemeClr val="bg1">
                    <a:lumMod val="65000"/>
                  </a:schemeClr>
                </a:solidFill>
                <a:round/>
                <a:headEnd/>
                <a:tailEnd/>
              </a:ln>
            </p:spPr>
            <p:txBody>
              <a:bodyPr/>
              <a:lstStyle/>
              <a:p>
                <a:endParaRPr lang="en-US"/>
              </a:p>
            </p:txBody>
          </p:sp>
          <p:sp>
            <p:nvSpPr>
              <p:cNvPr id="103766" name="Line 1104"/>
              <p:cNvSpPr>
                <a:spLocks noChangeShapeType="1"/>
              </p:cNvSpPr>
              <p:nvPr/>
            </p:nvSpPr>
            <p:spPr bwMode="auto">
              <a:xfrm>
                <a:off x="3157" y="2251"/>
                <a:ext cx="56" cy="40"/>
              </a:xfrm>
              <a:prstGeom prst="line">
                <a:avLst/>
              </a:prstGeom>
              <a:grpFill/>
              <a:ln w="12700">
                <a:solidFill>
                  <a:schemeClr val="bg1">
                    <a:lumMod val="65000"/>
                  </a:schemeClr>
                </a:solidFill>
                <a:round/>
                <a:headEnd/>
                <a:tailEnd/>
              </a:ln>
            </p:spPr>
            <p:txBody>
              <a:bodyPr/>
              <a:lstStyle/>
              <a:p>
                <a:endParaRPr lang="en-US"/>
              </a:p>
            </p:txBody>
          </p:sp>
        </p:grpSp>
        <p:grpSp>
          <p:nvGrpSpPr>
            <p:cNvPr id="103642" name="Group 1105"/>
            <p:cNvGrpSpPr>
              <a:grpSpLocks/>
            </p:cNvGrpSpPr>
            <p:nvPr/>
          </p:nvGrpSpPr>
          <p:grpSpPr bwMode="auto">
            <a:xfrm>
              <a:off x="2415" y="2387"/>
              <a:ext cx="439" cy="271"/>
              <a:chOff x="2415" y="2387"/>
              <a:chExt cx="439" cy="271"/>
            </a:xfrm>
            <a:grpFill/>
          </p:grpSpPr>
          <p:sp>
            <p:nvSpPr>
              <p:cNvPr id="103757" name="Freeform 1106"/>
              <p:cNvSpPr>
                <a:spLocks/>
              </p:cNvSpPr>
              <p:nvPr/>
            </p:nvSpPr>
            <p:spPr bwMode="auto">
              <a:xfrm>
                <a:off x="2742" y="2578"/>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 name="T15" fmla="*/ 0 w 112"/>
                  <a:gd name="T16" fmla="*/ 0 h 80"/>
                  <a:gd name="T17" fmla="*/ 112 w 112"/>
                  <a:gd name="T18" fmla="*/ 80 h 80"/>
                </a:gdLst>
                <a:ahLst/>
                <a:cxnLst>
                  <a:cxn ang="T10">
                    <a:pos x="T0" y="T1"/>
                  </a:cxn>
                  <a:cxn ang="T11">
                    <a:pos x="T2" y="T3"/>
                  </a:cxn>
                  <a:cxn ang="T12">
                    <a:pos x="T4" y="T5"/>
                  </a:cxn>
                  <a:cxn ang="T13">
                    <a:pos x="T6" y="T7"/>
                  </a:cxn>
                  <a:cxn ang="T14">
                    <a:pos x="T8" y="T9"/>
                  </a:cxn>
                </a:cxnLst>
                <a:rect l="T15" t="T16" r="T17" b="T18"/>
                <a:pathLst>
                  <a:path w="112" h="80">
                    <a:moveTo>
                      <a:pt x="112" y="80"/>
                    </a:moveTo>
                    <a:lnTo>
                      <a:pt x="0" y="48"/>
                    </a:lnTo>
                    <a:lnTo>
                      <a:pt x="16" y="24"/>
                    </a:lnTo>
                    <a:lnTo>
                      <a:pt x="32" y="0"/>
                    </a:lnTo>
                    <a:lnTo>
                      <a:pt x="112" y="80"/>
                    </a:lnTo>
                    <a:close/>
                  </a:path>
                </a:pathLst>
              </a:custGeom>
              <a:grpFill/>
              <a:ln w="9525">
                <a:solidFill>
                  <a:schemeClr val="bg1">
                    <a:lumMod val="65000"/>
                  </a:schemeClr>
                </a:solidFill>
                <a:round/>
                <a:headEnd/>
                <a:tailEnd/>
              </a:ln>
            </p:spPr>
            <p:txBody>
              <a:bodyPr/>
              <a:lstStyle/>
              <a:p>
                <a:endParaRPr lang="en-US"/>
              </a:p>
            </p:txBody>
          </p:sp>
          <p:sp>
            <p:nvSpPr>
              <p:cNvPr id="103758" name="Line 1107"/>
              <p:cNvSpPr>
                <a:spLocks noChangeShapeType="1"/>
              </p:cNvSpPr>
              <p:nvPr/>
            </p:nvSpPr>
            <p:spPr bwMode="auto">
              <a:xfrm>
                <a:off x="2415" y="2387"/>
                <a:ext cx="72" cy="48"/>
              </a:xfrm>
              <a:prstGeom prst="line">
                <a:avLst/>
              </a:prstGeom>
              <a:grpFill/>
              <a:ln w="12700">
                <a:solidFill>
                  <a:schemeClr val="bg1">
                    <a:lumMod val="65000"/>
                  </a:schemeClr>
                </a:solidFill>
                <a:round/>
                <a:headEnd/>
                <a:tailEnd/>
              </a:ln>
            </p:spPr>
            <p:txBody>
              <a:bodyPr/>
              <a:lstStyle/>
              <a:p>
                <a:endParaRPr lang="en-US"/>
              </a:p>
            </p:txBody>
          </p:sp>
          <p:sp>
            <p:nvSpPr>
              <p:cNvPr id="103759" name="Line 1108"/>
              <p:cNvSpPr>
                <a:spLocks noChangeShapeType="1"/>
              </p:cNvSpPr>
              <p:nvPr/>
            </p:nvSpPr>
            <p:spPr bwMode="auto">
              <a:xfrm>
                <a:off x="2512" y="2443"/>
                <a:ext cx="70" cy="46"/>
              </a:xfrm>
              <a:prstGeom prst="line">
                <a:avLst/>
              </a:prstGeom>
              <a:grpFill/>
              <a:ln w="12700">
                <a:solidFill>
                  <a:schemeClr val="bg1">
                    <a:lumMod val="65000"/>
                  </a:schemeClr>
                </a:solidFill>
                <a:round/>
                <a:headEnd/>
                <a:tailEnd/>
              </a:ln>
            </p:spPr>
            <p:txBody>
              <a:bodyPr/>
              <a:lstStyle/>
              <a:p>
                <a:endParaRPr lang="en-US"/>
              </a:p>
            </p:txBody>
          </p:sp>
          <p:sp>
            <p:nvSpPr>
              <p:cNvPr id="103760" name="Line 1109"/>
              <p:cNvSpPr>
                <a:spLocks noChangeShapeType="1"/>
              </p:cNvSpPr>
              <p:nvPr/>
            </p:nvSpPr>
            <p:spPr bwMode="auto">
              <a:xfrm>
                <a:off x="2607" y="2507"/>
                <a:ext cx="71" cy="47"/>
              </a:xfrm>
              <a:prstGeom prst="line">
                <a:avLst/>
              </a:prstGeom>
              <a:grpFill/>
              <a:ln w="12700">
                <a:solidFill>
                  <a:schemeClr val="bg1">
                    <a:lumMod val="65000"/>
                  </a:schemeClr>
                </a:solidFill>
                <a:round/>
                <a:headEnd/>
                <a:tailEnd/>
              </a:ln>
            </p:spPr>
            <p:txBody>
              <a:bodyPr/>
              <a:lstStyle/>
              <a:p>
                <a:endParaRPr lang="en-US"/>
              </a:p>
            </p:txBody>
          </p:sp>
          <p:sp>
            <p:nvSpPr>
              <p:cNvPr id="103761" name="Line 1110"/>
              <p:cNvSpPr>
                <a:spLocks noChangeShapeType="1"/>
              </p:cNvSpPr>
              <p:nvPr/>
            </p:nvSpPr>
            <p:spPr bwMode="auto">
              <a:xfrm>
                <a:off x="2702" y="2562"/>
                <a:ext cx="56" cy="39"/>
              </a:xfrm>
              <a:prstGeom prst="line">
                <a:avLst/>
              </a:prstGeom>
              <a:grpFill/>
              <a:ln w="12700">
                <a:solidFill>
                  <a:schemeClr val="bg1">
                    <a:lumMod val="65000"/>
                  </a:schemeClr>
                </a:solidFill>
                <a:round/>
                <a:headEnd/>
                <a:tailEnd/>
              </a:ln>
            </p:spPr>
            <p:txBody>
              <a:bodyPr/>
              <a:lstStyle/>
              <a:p>
                <a:endParaRPr lang="en-US"/>
              </a:p>
            </p:txBody>
          </p:sp>
        </p:grpSp>
        <p:grpSp>
          <p:nvGrpSpPr>
            <p:cNvPr id="103643" name="Group 1111"/>
            <p:cNvGrpSpPr>
              <a:grpSpLocks/>
            </p:cNvGrpSpPr>
            <p:nvPr/>
          </p:nvGrpSpPr>
          <p:grpSpPr bwMode="auto">
            <a:xfrm>
              <a:off x="1944" y="2387"/>
              <a:ext cx="439" cy="271"/>
              <a:chOff x="1944" y="2387"/>
              <a:chExt cx="439" cy="271"/>
            </a:xfrm>
            <a:grpFill/>
          </p:grpSpPr>
          <p:sp>
            <p:nvSpPr>
              <p:cNvPr id="103752" name="Freeform 1112"/>
              <p:cNvSpPr>
                <a:spLocks/>
              </p:cNvSpPr>
              <p:nvPr/>
            </p:nvSpPr>
            <p:spPr bwMode="auto">
              <a:xfrm>
                <a:off x="2271" y="2578"/>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 name="T15" fmla="*/ 0 w 112"/>
                  <a:gd name="T16" fmla="*/ 0 h 80"/>
                  <a:gd name="T17" fmla="*/ 112 w 112"/>
                  <a:gd name="T18" fmla="*/ 80 h 80"/>
                </a:gdLst>
                <a:ahLst/>
                <a:cxnLst>
                  <a:cxn ang="T10">
                    <a:pos x="T0" y="T1"/>
                  </a:cxn>
                  <a:cxn ang="T11">
                    <a:pos x="T2" y="T3"/>
                  </a:cxn>
                  <a:cxn ang="T12">
                    <a:pos x="T4" y="T5"/>
                  </a:cxn>
                  <a:cxn ang="T13">
                    <a:pos x="T6" y="T7"/>
                  </a:cxn>
                  <a:cxn ang="T14">
                    <a:pos x="T8" y="T9"/>
                  </a:cxn>
                </a:cxnLst>
                <a:rect l="T15" t="T16" r="T17" b="T18"/>
                <a:pathLst>
                  <a:path w="112" h="80">
                    <a:moveTo>
                      <a:pt x="112" y="80"/>
                    </a:moveTo>
                    <a:lnTo>
                      <a:pt x="0" y="48"/>
                    </a:lnTo>
                    <a:lnTo>
                      <a:pt x="16" y="24"/>
                    </a:lnTo>
                    <a:lnTo>
                      <a:pt x="32" y="0"/>
                    </a:lnTo>
                    <a:lnTo>
                      <a:pt x="112" y="80"/>
                    </a:lnTo>
                    <a:close/>
                  </a:path>
                </a:pathLst>
              </a:custGeom>
              <a:grpFill/>
              <a:ln w="9525">
                <a:solidFill>
                  <a:schemeClr val="bg1">
                    <a:lumMod val="65000"/>
                  </a:schemeClr>
                </a:solidFill>
                <a:round/>
                <a:headEnd/>
                <a:tailEnd/>
              </a:ln>
            </p:spPr>
            <p:txBody>
              <a:bodyPr/>
              <a:lstStyle/>
              <a:p>
                <a:endParaRPr lang="en-US"/>
              </a:p>
            </p:txBody>
          </p:sp>
          <p:sp>
            <p:nvSpPr>
              <p:cNvPr id="103753" name="Line 1113"/>
              <p:cNvSpPr>
                <a:spLocks noChangeShapeType="1"/>
              </p:cNvSpPr>
              <p:nvPr/>
            </p:nvSpPr>
            <p:spPr bwMode="auto">
              <a:xfrm>
                <a:off x="1944" y="2387"/>
                <a:ext cx="71" cy="47"/>
              </a:xfrm>
              <a:prstGeom prst="line">
                <a:avLst/>
              </a:prstGeom>
              <a:grpFill/>
              <a:ln w="12700">
                <a:solidFill>
                  <a:schemeClr val="bg1">
                    <a:lumMod val="65000"/>
                  </a:schemeClr>
                </a:solidFill>
                <a:round/>
                <a:headEnd/>
                <a:tailEnd/>
              </a:ln>
            </p:spPr>
            <p:txBody>
              <a:bodyPr/>
              <a:lstStyle/>
              <a:p>
                <a:endParaRPr lang="en-US"/>
              </a:p>
            </p:txBody>
          </p:sp>
          <p:sp>
            <p:nvSpPr>
              <p:cNvPr id="103754" name="Line 1114"/>
              <p:cNvSpPr>
                <a:spLocks noChangeShapeType="1"/>
              </p:cNvSpPr>
              <p:nvPr/>
            </p:nvSpPr>
            <p:spPr bwMode="auto">
              <a:xfrm>
                <a:off x="2040" y="2443"/>
                <a:ext cx="71" cy="47"/>
              </a:xfrm>
              <a:prstGeom prst="line">
                <a:avLst/>
              </a:prstGeom>
              <a:grpFill/>
              <a:ln w="12700">
                <a:solidFill>
                  <a:schemeClr val="bg1">
                    <a:lumMod val="65000"/>
                  </a:schemeClr>
                </a:solidFill>
                <a:round/>
                <a:headEnd/>
                <a:tailEnd/>
              </a:ln>
            </p:spPr>
            <p:txBody>
              <a:bodyPr/>
              <a:lstStyle/>
              <a:p>
                <a:endParaRPr lang="en-US"/>
              </a:p>
            </p:txBody>
          </p:sp>
          <p:sp>
            <p:nvSpPr>
              <p:cNvPr id="103755" name="Line 1115"/>
              <p:cNvSpPr>
                <a:spLocks noChangeShapeType="1"/>
              </p:cNvSpPr>
              <p:nvPr/>
            </p:nvSpPr>
            <p:spPr bwMode="auto">
              <a:xfrm>
                <a:off x="2136" y="2507"/>
                <a:ext cx="71" cy="47"/>
              </a:xfrm>
              <a:prstGeom prst="line">
                <a:avLst/>
              </a:prstGeom>
              <a:grpFill/>
              <a:ln w="12700">
                <a:solidFill>
                  <a:schemeClr val="bg1">
                    <a:lumMod val="65000"/>
                  </a:schemeClr>
                </a:solidFill>
                <a:round/>
                <a:headEnd/>
                <a:tailEnd/>
              </a:ln>
            </p:spPr>
            <p:txBody>
              <a:bodyPr/>
              <a:lstStyle/>
              <a:p>
                <a:endParaRPr lang="en-US"/>
              </a:p>
            </p:txBody>
          </p:sp>
          <p:sp>
            <p:nvSpPr>
              <p:cNvPr id="103756" name="Line 1116"/>
              <p:cNvSpPr>
                <a:spLocks noChangeShapeType="1"/>
              </p:cNvSpPr>
              <p:nvPr/>
            </p:nvSpPr>
            <p:spPr bwMode="auto">
              <a:xfrm>
                <a:off x="2231" y="2562"/>
                <a:ext cx="56" cy="39"/>
              </a:xfrm>
              <a:prstGeom prst="line">
                <a:avLst/>
              </a:prstGeom>
              <a:grpFill/>
              <a:ln w="12700">
                <a:solidFill>
                  <a:schemeClr val="bg1">
                    <a:lumMod val="65000"/>
                  </a:schemeClr>
                </a:solidFill>
                <a:round/>
                <a:headEnd/>
                <a:tailEnd/>
              </a:ln>
            </p:spPr>
            <p:txBody>
              <a:bodyPr/>
              <a:lstStyle/>
              <a:p>
                <a:endParaRPr lang="en-US"/>
              </a:p>
            </p:txBody>
          </p:sp>
        </p:grpSp>
        <p:grpSp>
          <p:nvGrpSpPr>
            <p:cNvPr id="103644" name="Group 1117"/>
            <p:cNvGrpSpPr>
              <a:grpSpLocks/>
            </p:cNvGrpSpPr>
            <p:nvPr/>
          </p:nvGrpSpPr>
          <p:grpSpPr bwMode="auto">
            <a:xfrm>
              <a:off x="2399" y="3304"/>
              <a:ext cx="447" cy="279"/>
              <a:chOff x="2399" y="3304"/>
              <a:chExt cx="447" cy="279"/>
            </a:xfrm>
            <a:grpFill/>
          </p:grpSpPr>
          <p:sp>
            <p:nvSpPr>
              <p:cNvPr id="103747" name="Freeform 1118"/>
              <p:cNvSpPr>
                <a:spLocks/>
              </p:cNvSpPr>
              <p:nvPr/>
            </p:nvSpPr>
            <p:spPr bwMode="auto">
              <a:xfrm>
                <a:off x="2734" y="3504"/>
                <a:ext cx="112" cy="79"/>
              </a:xfrm>
              <a:custGeom>
                <a:avLst/>
                <a:gdLst>
                  <a:gd name="T0" fmla="*/ 112 w 112"/>
                  <a:gd name="T1" fmla="*/ 79 h 79"/>
                  <a:gd name="T2" fmla="*/ 0 w 112"/>
                  <a:gd name="T3" fmla="*/ 47 h 79"/>
                  <a:gd name="T4" fmla="*/ 16 w 112"/>
                  <a:gd name="T5" fmla="*/ 24 h 79"/>
                  <a:gd name="T6" fmla="*/ 32 w 112"/>
                  <a:gd name="T7" fmla="*/ 0 h 79"/>
                  <a:gd name="T8" fmla="*/ 112 w 112"/>
                  <a:gd name="T9" fmla="*/ 79 h 79"/>
                  <a:gd name="T10" fmla="*/ 0 60000 65536"/>
                  <a:gd name="T11" fmla="*/ 0 60000 65536"/>
                  <a:gd name="T12" fmla="*/ 0 60000 65536"/>
                  <a:gd name="T13" fmla="*/ 0 60000 65536"/>
                  <a:gd name="T14" fmla="*/ 0 60000 65536"/>
                  <a:gd name="T15" fmla="*/ 0 w 112"/>
                  <a:gd name="T16" fmla="*/ 0 h 79"/>
                  <a:gd name="T17" fmla="*/ 112 w 112"/>
                  <a:gd name="T18" fmla="*/ 79 h 79"/>
                </a:gdLst>
                <a:ahLst/>
                <a:cxnLst>
                  <a:cxn ang="T10">
                    <a:pos x="T0" y="T1"/>
                  </a:cxn>
                  <a:cxn ang="T11">
                    <a:pos x="T2" y="T3"/>
                  </a:cxn>
                  <a:cxn ang="T12">
                    <a:pos x="T4" y="T5"/>
                  </a:cxn>
                  <a:cxn ang="T13">
                    <a:pos x="T6" y="T7"/>
                  </a:cxn>
                  <a:cxn ang="T14">
                    <a:pos x="T8" y="T9"/>
                  </a:cxn>
                </a:cxnLst>
                <a:rect l="T15" t="T16" r="T17" b="T18"/>
                <a:pathLst>
                  <a:path w="112" h="79">
                    <a:moveTo>
                      <a:pt x="112" y="79"/>
                    </a:moveTo>
                    <a:lnTo>
                      <a:pt x="0" y="47"/>
                    </a:lnTo>
                    <a:lnTo>
                      <a:pt x="16" y="24"/>
                    </a:lnTo>
                    <a:lnTo>
                      <a:pt x="32" y="0"/>
                    </a:lnTo>
                    <a:lnTo>
                      <a:pt x="112" y="79"/>
                    </a:lnTo>
                    <a:close/>
                  </a:path>
                </a:pathLst>
              </a:custGeom>
              <a:grpFill/>
              <a:ln w="9525">
                <a:solidFill>
                  <a:schemeClr val="bg1">
                    <a:lumMod val="65000"/>
                  </a:schemeClr>
                </a:solidFill>
                <a:round/>
                <a:headEnd/>
                <a:tailEnd/>
              </a:ln>
            </p:spPr>
            <p:txBody>
              <a:bodyPr/>
              <a:lstStyle/>
              <a:p>
                <a:endParaRPr lang="en-US"/>
              </a:p>
            </p:txBody>
          </p:sp>
          <p:sp>
            <p:nvSpPr>
              <p:cNvPr id="103748" name="Line 1119"/>
              <p:cNvSpPr>
                <a:spLocks noChangeShapeType="1"/>
              </p:cNvSpPr>
              <p:nvPr/>
            </p:nvSpPr>
            <p:spPr bwMode="auto">
              <a:xfrm>
                <a:off x="2399" y="3304"/>
                <a:ext cx="72" cy="48"/>
              </a:xfrm>
              <a:prstGeom prst="line">
                <a:avLst/>
              </a:prstGeom>
              <a:grpFill/>
              <a:ln w="12700">
                <a:solidFill>
                  <a:schemeClr val="bg1">
                    <a:lumMod val="65000"/>
                  </a:schemeClr>
                </a:solidFill>
                <a:round/>
                <a:headEnd/>
                <a:tailEnd/>
              </a:ln>
            </p:spPr>
            <p:txBody>
              <a:bodyPr/>
              <a:lstStyle/>
              <a:p>
                <a:endParaRPr lang="en-US"/>
              </a:p>
            </p:txBody>
          </p:sp>
          <p:sp>
            <p:nvSpPr>
              <p:cNvPr id="103749" name="Line 1120"/>
              <p:cNvSpPr>
                <a:spLocks noChangeShapeType="1"/>
              </p:cNvSpPr>
              <p:nvPr/>
            </p:nvSpPr>
            <p:spPr bwMode="auto">
              <a:xfrm>
                <a:off x="2495" y="3360"/>
                <a:ext cx="71" cy="47"/>
              </a:xfrm>
              <a:prstGeom prst="line">
                <a:avLst/>
              </a:prstGeom>
              <a:grpFill/>
              <a:ln w="12700">
                <a:solidFill>
                  <a:schemeClr val="bg1">
                    <a:lumMod val="65000"/>
                  </a:schemeClr>
                </a:solidFill>
                <a:round/>
                <a:headEnd/>
                <a:tailEnd/>
              </a:ln>
            </p:spPr>
            <p:txBody>
              <a:bodyPr/>
              <a:lstStyle/>
              <a:p>
                <a:endParaRPr lang="en-US"/>
              </a:p>
            </p:txBody>
          </p:sp>
          <p:sp>
            <p:nvSpPr>
              <p:cNvPr id="103750" name="Line 1121"/>
              <p:cNvSpPr>
                <a:spLocks noChangeShapeType="1"/>
              </p:cNvSpPr>
              <p:nvPr/>
            </p:nvSpPr>
            <p:spPr bwMode="auto">
              <a:xfrm>
                <a:off x="2590" y="3424"/>
                <a:ext cx="72" cy="48"/>
              </a:xfrm>
              <a:prstGeom prst="line">
                <a:avLst/>
              </a:prstGeom>
              <a:grpFill/>
              <a:ln w="12700">
                <a:solidFill>
                  <a:schemeClr val="bg1">
                    <a:lumMod val="65000"/>
                  </a:schemeClr>
                </a:solidFill>
                <a:round/>
                <a:headEnd/>
                <a:tailEnd/>
              </a:ln>
            </p:spPr>
            <p:txBody>
              <a:bodyPr/>
              <a:lstStyle/>
              <a:p>
                <a:endParaRPr lang="en-US"/>
              </a:p>
            </p:txBody>
          </p:sp>
          <p:sp>
            <p:nvSpPr>
              <p:cNvPr id="103751" name="Line 1122"/>
              <p:cNvSpPr>
                <a:spLocks noChangeShapeType="1"/>
              </p:cNvSpPr>
              <p:nvPr/>
            </p:nvSpPr>
            <p:spPr bwMode="auto">
              <a:xfrm>
                <a:off x="2687" y="3480"/>
                <a:ext cx="63" cy="46"/>
              </a:xfrm>
              <a:prstGeom prst="line">
                <a:avLst/>
              </a:prstGeom>
              <a:grpFill/>
              <a:ln w="12700">
                <a:solidFill>
                  <a:schemeClr val="bg1">
                    <a:lumMod val="65000"/>
                  </a:schemeClr>
                </a:solidFill>
                <a:round/>
                <a:headEnd/>
                <a:tailEnd/>
              </a:ln>
            </p:spPr>
            <p:txBody>
              <a:bodyPr/>
              <a:lstStyle/>
              <a:p>
                <a:endParaRPr lang="en-US"/>
              </a:p>
            </p:txBody>
          </p:sp>
        </p:grpSp>
        <p:grpSp>
          <p:nvGrpSpPr>
            <p:cNvPr id="103645" name="Group 1123"/>
            <p:cNvGrpSpPr>
              <a:grpSpLocks/>
            </p:cNvGrpSpPr>
            <p:nvPr/>
          </p:nvGrpSpPr>
          <p:grpSpPr bwMode="auto">
            <a:xfrm>
              <a:off x="1936" y="3304"/>
              <a:ext cx="431" cy="271"/>
              <a:chOff x="1936" y="3304"/>
              <a:chExt cx="431" cy="271"/>
            </a:xfrm>
            <a:grpFill/>
          </p:grpSpPr>
          <p:sp>
            <p:nvSpPr>
              <p:cNvPr id="103742" name="Freeform 1124"/>
              <p:cNvSpPr>
                <a:spLocks/>
              </p:cNvSpPr>
              <p:nvPr/>
            </p:nvSpPr>
            <p:spPr bwMode="auto">
              <a:xfrm>
                <a:off x="2255" y="3496"/>
                <a:ext cx="112" cy="79"/>
              </a:xfrm>
              <a:custGeom>
                <a:avLst/>
                <a:gdLst>
                  <a:gd name="T0" fmla="*/ 112 w 112"/>
                  <a:gd name="T1" fmla="*/ 79 h 79"/>
                  <a:gd name="T2" fmla="*/ 0 w 112"/>
                  <a:gd name="T3" fmla="*/ 40 h 79"/>
                  <a:gd name="T4" fmla="*/ 16 w 112"/>
                  <a:gd name="T5" fmla="*/ 16 h 79"/>
                  <a:gd name="T6" fmla="*/ 32 w 112"/>
                  <a:gd name="T7" fmla="*/ 0 h 79"/>
                  <a:gd name="T8" fmla="*/ 112 w 112"/>
                  <a:gd name="T9" fmla="*/ 79 h 79"/>
                  <a:gd name="T10" fmla="*/ 0 60000 65536"/>
                  <a:gd name="T11" fmla="*/ 0 60000 65536"/>
                  <a:gd name="T12" fmla="*/ 0 60000 65536"/>
                  <a:gd name="T13" fmla="*/ 0 60000 65536"/>
                  <a:gd name="T14" fmla="*/ 0 60000 65536"/>
                  <a:gd name="T15" fmla="*/ 0 w 112"/>
                  <a:gd name="T16" fmla="*/ 0 h 79"/>
                  <a:gd name="T17" fmla="*/ 112 w 112"/>
                  <a:gd name="T18" fmla="*/ 79 h 79"/>
                </a:gdLst>
                <a:ahLst/>
                <a:cxnLst>
                  <a:cxn ang="T10">
                    <a:pos x="T0" y="T1"/>
                  </a:cxn>
                  <a:cxn ang="T11">
                    <a:pos x="T2" y="T3"/>
                  </a:cxn>
                  <a:cxn ang="T12">
                    <a:pos x="T4" y="T5"/>
                  </a:cxn>
                  <a:cxn ang="T13">
                    <a:pos x="T6" y="T7"/>
                  </a:cxn>
                  <a:cxn ang="T14">
                    <a:pos x="T8" y="T9"/>
                  </a:cxn>
                </a:cxnLst>
                <a:rect l="T15" t="T16" r="T17" b="T18"/>
                <a:pathLst>
                  <a:path w="112" h="79">
                    <a:moveTo>
                      <a:pt x="112" y="79"/>
                    </a:moveTo>
                    <a:lnTo>
                      <a:pt x="0" y="40"/>
                    </a:lnTo>
                    <a:lnTo>
                      <a:pt x="16" y="16"/>
                    </a:lnTo>
                    <a:lnTo>
                      <a:pt x="32" y="0"/>
                    </a:lnTo>
                    <a:lnTo>
                      <a:pt x="112" y="79"/>
                    </a:lnTo>
                    <a:close/>
                  </a:path>
                </a:pathLst>
              </a:custGeom>
              <a:grpFill/>
              <a:ln w="9525">
                <a:solidFill>
                  <a:schemeClr val="bg1">
                    <a:lumMod val="65000"/>
                  </a:schemeClr>
                </a:solidFill>
                <a:round/>
                <a:headEnd/>
                <a:tailEnd/>
              </a:ln>
            </p:spPr>
            <p:txBody>
              <a:bodyPr/>
              <a:lstStyle/>
              <a:p>
                <a:endParaRPr lang="en-US"/>
              </a:p>
            </p:txBody>
          </p:sp>
          <p:sp>
            <p:nvSpPr>
              <p:cNvPr id="103743" name="Line 1125"/>
              <p:cNvSpPr>
                <a:spLocks noChangeShapeType="1"/>
              </p:cNvSpPr>
              <p:nvPr/>
            </p:nvSpPr>
            <p:spPr bwMode="auto">
              <a:xfrm>
                <a:off x="1936" y="3304"/>
                <a:ext cx="72" cy="48"/>
              </a:xfrm>
              <a:prstGeom prst="line">
                <a:avLst/>
              </a:prstGeom>
              <a:grpFill/>
              <a:ln w="12700">
                <a:solidFill>
                  <a:schemeClr val="bg1">
                    <a:lumMod val="65000"/>
                  </a:schemeClr>
                </a:solidFill>
                <a:round/>
                <a:headEnd/>
                <a:tailEnd/>
              </a:ln>
            </p:spPr>
            <p:txBody>
              <a:bodyPr/>
              <a:lstStyle/>
              <a:p>
                <a:endParaRPr lang="en-US"/>
              </a:p>
            </p:txBody>
          </p:sp>
          <p:sp>
            <p:nvSpPr>
              <p:cNvPr id="103744" name="Line 1126"/>
              <p:cNvSpPr>
                <a:spLocks noChangeShapeType="1"/>
              </p:cNvSpPr>
              <p:nvPr/>
            </p:nvSpPr>
            <p:spPr bwMode="auto">
              <a:xfrm>
                <a:off x="2032" y="3360"/>
                <a:ext cx="71" cy="47"/>
              </a:xfrm>
              <a:prstGeom prst="line">
                <a:avLst/>
              </a:prstGeom>
              <a:grpFill/>
              <a:ln w="12700">
                <a:solidFill>
                  <a:schemeClr val="bg1">
                    <a:lumMod val="65000"/>
                  </a:schemeClr>
                </a:solidFill>
                <a:round/>
                <a:headEnd/>
                <a:tailEnd/>
              </a:ln>
            </p:spPr>
            <p:txBody>
              <a:bodyPr/>
              <a:lstStyle/>
              <a:p>
                <a:endParaRPr lang="en-US"/>
              </a:p>
            </p:txBody>
          </p:sp>
          <p:sp>
            <p:nvSpPr>
              <p:cNvPr id="103745" name="Line 1127"/>
              <p:cNvSpPr>
                <a:spLocks noChangeShapeType="1"/>
              </p:cNvSpPr>
              <p:nvPr/>
            </p:nvSpPr>
            <p:spPr bwMode="auto">
              <a:xfrm>
                <a:off x="2127" y="3424"/>
                <a:ext cx="72" cy="48"/>
              </a:xfrm>
              <a:prstGeom prst="line">
                <a:avLst/>
              </a:prstGeom>
              <a:grpFill/>
              <a:ln w="12700">
                <a:solidFill>
                  <a:schemeClr val="bg1">
                    <a:lumMod val="65000"/>
                  </a:schemeClr>
                </a:solidFill>
                <a:round/>
                <a:headEnd/>
                <a:tailEnd/>
              </a:ln>
            </p:spPr>
            <p:txBody>
              <a:bodyPr/>
              <a:lstStyle/>
              <a:p>
                <a:endParaRPr lang="en-US"/>
              </a:p>
            </p:txBody>
          </p:sp>
          <p:sp>
            <p:nvSpPr>
              <p:cNvPr id="103746" name="Line 1128"/>
              <p:cNvSpPr>
                <a:spLocks noChangeShapeType="1"/>
              </p:cNvSpPr>
              <p:nvPr/>
            </p:nvSpPr>
            <p:spPr bwMode="auto">
              <a:xfrm>
                <a:off x="2224" y="3480"/>
                <a:ext cx="47" cy="31"/>
              </a:xfrm>
              <a:prstGeom prst="line">
                <a:avLst/>
              </a:prstGeom>
              <a:grpFill/>
              <a:ln w="12700">
                <a:solidFill>
                  <a:schemeClr val="bg1">
                    <a:lumMod val="65000"/>
                  </a:schemeClr>
                </a:solidFill>
                <a:round/>
                <a:headEnd/>
                <a:tailEnd/>
              </a:ln>
            </p:spPr>
            <p:txBody>
              <a:bodyPr/>
              <a:lstStyle/>
              <a:p>
                <a:endParaRPr lang="en-US"/>
              </a:p>
            </p:txBody>
          </p:sp>
        </p:grpSp>
        <p:grpSp>
          <p:nvGrpSpPr>
            <p:cNvPr id="103646" name="Group 1129"/>
            <p:cNvGrpSpPr>
              <a:grpSpLocks/>
            </p:cNvGrpSpPr>
            <p:nvPr/>
          </p:nvGrpSpPr>
          <p:grpSpPr bwMode="auto">
            <a:xfrm>
              <a:off x="2400" y="3304"/>
              <a:ext cx="414" cy="279"/>
              <a:chOff x="2400" y="3304"/>
              <a:chExt cx="414" cy="279"/>
            </a:xfrm>
            <a:grpFill/>
          </p:grpSpPr>
          <p:sp>
            <p:nvSpPr>
              <p:cNvPr id="103737" name="Freeform 1130"/>
              <p:cNvSpPr>
                <a:spLocks/>
              </p:cNvSpPr>
              <p:nvPr/>
            </p:nvSpPr>
            <p:spPr bwMode="auto">
              <a:xfrm>
                <a:off x="2702" y="3304"/>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32" y="88"/>
                    </a:lnTo>
                    <a:lnTo>
                      <a:pt x="16" y="64"/>
                    </a:lnTo>
                    <a:lnTo>
                      <a:pt x="0" y="40"/>
                    </a:lnTo>
                    <a:lnTo>
                      <a:pt x="112" y="0"/>
                    </a:lnTo>
                    <a:close/>
                  </a:path>
                </a:pathLst>
              </a:custGeom>
              <a:grpFill/>
              <a:ln w="9525">
                <a:solidFill>
                  <a:schemeClr val="bg1">
                    <a:lumMod val="65000"/>
                  </a:schemeClr>
                </a:solidFill>
                <a:round/>
                <a:headEnd/>
                <a:tailEnd/>
              </a:ln>
            </p:spPr>
            <p:txBody>
              <a:bodyPr/>
              <a:lstStyle/>
              <a:p>
                <a:endParaRPr lang="en-US"/>
              </a:p>
            </p:txBody>
          </p:sp>
          <p:sp>
            <p:nvSpPr>
              <p:cNvPr id="103738" name="Line 1131"/>
              <p:cNvSpPr>
                <a:spLocks noChangeShapeType="1"/>
              </p:cNvSpPr>
              <p:nvPr/>
            </p:nvSpPr>
            <p:spPr bwMode="auto">
              <a:xfrm flipV="1">
                <a:off x="2400" y="3536"/>
                <a:ext cx="71" cy="47"/>
              </a:xfrm>
              <a:prstGeom prst="line">
                <a:avLst/>
              </a:prstGeom>
              <a:grpFill/>
              <a:ln w="12700">
                <a:solidFill>
                  <a:schemeClr val="bg1">
                    <a:lumMod val="65000"/>
                  </a:schemeClr>
                </a:solidFill>
                <a:round/>
                <a:headEnd/>
                <a:tailEnd/>
              </a:ln>
            </p:spPr>
            <p:txBody>
              <a:bodyPr/>
              <a:lstStyle/>
              <a:p>
                <a:endParaRPr lang="en-US"/>
              </a:p>
            </p:txBody>
          </p:sp>
          <p:sp>
            <p:nvSpPr>
              <p:cNvPr id="103739" name="Line 1132"/>
              <p:cNvSpPr>
                <a:spLocks noChangeShapeType="1"/>
              </p:cNvSpPr>
              <p:nvPr/>
            </p:nvSpPr>
            <p:spPr bwMode="auto">
              <a:xfrm flipV="1">
                <a:off x="2495" y="3473"/>
                <a:ext cx="71" cy="47"/>
              </a:xfrm>
              <a:prstGeom prst="line">
                <a:avLst/>
              </a:prstGeom>
              <a:grpFill/>
              <a:ln w="12700">
                <a:solidFill>
                  <a:schemeClr val="bg1">
                    <a:lumMod val="65000"/>
                  </a:schemeClr>
                </a:solidFill>
                <a:round/>
                <a:headEnd/>
                <a:tailEnd/>
              </a:ln>
            </p:spPr>
            <p:txBody>
              <a:bodyPr/>
              <a:lstStyle/>
              <a:p>
                <a:endParaRPr lang="en-US"/>
              </a:p>
            </p:txBody>
          </p:sp>
          <p:sp>
            <p:nvSpPr>
              <p:cNvPr id="103740" name="Line 1133"/>
              <p:cNvSpPr>
                <a:spLocks noChangeShapeType="1"/>
              </p:cNvSpPr>
              <p:nvPr/>
            </p:nvSpPr>
            <p:spPr bwMode="auto">
              <a:xfrm flipV="1">
                <a:off x="2583" y="3409"/>
                <a:ext cx="71" cy="47"/>
              </a:xfrm>
              <a:prstGeom prst="line">
                <a:avLst/>
              </a:prstGeom>
              <a:grpFill/>
              <a:ln w="12700">
                <a:solidFill>
                  <a:schemeClr val="bg1">
                    <a:lumMod val="65000"/>
                  </a:schemeClr>
                </a:solidFill>
                <a:round/>
                <a:headEnd/>
                <a:tailEnd/>
              </a:ln>
            </p:spPr>
            <p:txBody>
              <a:bodyPr/>
              <a:lstStyle/>
              <a:p>
                <a:endParaRPr lang="en-US"/>
              </a:p>
            </p:txBody>
          </p:sp>
          <p:sp>
            <p:nvSpPr>
              <p:cNvPr id="103741" name="Line 1134"/>
              <p:cNvSpPr>
                <a:spLocks noChangeShapeType="1"/>
              </p:cNvSpPr>
              <p:nvPr/>
            </p:nvSpPr>
            <p:spPr bwMode="auto">
              <a:xfrm flipV="1">
                <a:off x="2678" y="3368"/>
                <a:ext cx="40" cy="32"/>
              </a:xfrm>
              <a:prstGeom prst="line">
                <a:avLst/>
              </a:prstGeom>
              <a:grpFill/>
              <a:ln w="12700">
                <a:solidFill>
                  <a:schemeClr val="bg1">
                    <a:lumMod val="65000"/>
                  </a:schemeClr>
                </a:solidFill>
                <a:round/>
                <a:headEnd/>
                <a:tailEnd/>
              </a:ln>
            </p:spPr>
            <p:txBody>
              <a:bodyPr/>
              <a:lstStyle/>
              <a:p>
                <a:endParaRPr lang="en-US"/>
              </a:p>
            </p:txBody>
          </p:sp>
        </p:grpSp>
        <p:grpSp>
          <p:nvGrpSpPr>
            <p:cNvPr id="103647" name="Group 1135"/>
            <p:cNvGrpSpPr>
              <a:grpSpLocks/>
            </p:cNvGrpSpPr>
            <p:nvPr/>
          </p:nvGrpSpPr>
          <p:grpSpPr bwMode="auto">
            <a:xfrm>
              <a:off x="2400" y="3001"/>
              <a:ext cx="422" cy="271"/>
              <a:chOff x="2400" y="3001"/>
              <a:chExt cx="422" cy="271"/>
            </a:xfrm>
            <a:grpFill/>
          </p:grpSpPr>
          <p:sp>
            <p:nvSpPr>
              <p:cNvPr id="103732" name="Freeform 1136"/>
              <p:cNvSpPr>
                <a:spLocks/>
              </p:cNvSpPr>
              <p:nvPr/>
            </p:nvSpPr>
            <p:spPr bwMode="auto">
              <a:xfrm>
                <a:off x="2710" y="3001"/>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32" y="88"/>
                    </a:lnTo>
                    <a:lnTo>
                      <a:pt x="16" y="64"/>
                    </a:lnTo>
                    <a:lnTo>
                      <a:pt x="0" y="40"/>
                    </a:lnTo>
                    <a:lnTo>
                      <a:pt x="112" y="0"/>
                    </a:lnTo>
                    <a:close/>
                  </a:path>
                </a:pathLst>
              </a:custGeom>
              <a:grpFill/>
              <a:ln w="9525">
                <a:solidFill>
                  <a:schemeClr val="bg1">
                    <a:lumMod val="65000"/>
                  </a:schemeClr>
                </a:solidFill>
                <a:round/>
                <a:headEnd/>
                <a:tailEnd/>
              </a:ln>
            </p:spPr>
            <p:txBody>
              <a:bodyPr/>
              <a:lstStyle/>
              <a:p>
                <a:endParaRPr lang="en-US"/>
              </a:p>
            </p:txBody>
          </p:sp>
          <p:sp>
            <p:nvSpPr>
              <p:cNvPr id="103733" name="Line 1137"/>
              <p:cNvSpPr>
                <a:spLocks noChangeShapeType="1"/>
              </p:cNvSpPr>
              <p:nvPr/>
            </p:nvSpPr>
            <p:spPr bwMode="auto">
              <a:xfrm flipV="1">
                <a:off x="2400" y="3225"/>
                <a:ext cx="71" cy="47"/>
              </a:xfrm>
              <a:prstGeom prst="line">
                <a:avLst/>
              </a:prstGeom>
              <a:grpFill/>
              <a:ln w="12700">
                <a:solidFill>
                  <a:schemeClr val="bg1">
                    <a:lumMod val="65000"/>
                  </a:schemeClr>
                </a:solidFill>
                <a:round/>
                <a:headEnd/>
                <a:tailEnd/>
              </a:ln>
            </p:spPr>
            <p:txBody>
              <a:bodyPr/>
              <a:lstStyle/>
              <a:p>
                <a:endParaRPr lang="en-US"/>
              </a:p>
            </p:txBody>
          </p:sp>
          <p:sp>
            <p:nvSpPr>
              <p:cNvPr id="103734" name="Line 1138"/>
              <p:cNvSpPr>
                <a:spLocks noChangeShapeType="1"/>
              </p:cNvSpPr>
              <p:nvPr/>
            </p:nvSpPr>
            <p:spPr bwMode="auto">
              <a:xfrm flipV="1">
                <a:off x="2496" y="3170"/>
                <a:ext cx="70" cy="38"/>
              </a:xfrm>
              <a:prstGeom prst="line">
                <a:avLst/>
              </a:prstGeom>
              <a:grpFill/>
              <a:ln w="12700">
                <a:solidFill>
                  <a:schemeClr val="bg1">
                    <a:lumMod val="65000"/>
                  </a:schemeClr>
                </a:solidFill>
                <a:round/>
                <a:headEnd/>
                <a:tailEnd/>
              </a:ln>
            </p:spPr>
            <p:txBody>
              <a:bodyPr/>
              <a:lstStyle/>
              <a:p>
                <a:endParaRPr lang="en-US"/>
              </a:p>
            </p:txBody>
          </p:sp>
          <p:sp>
            <p:nvSpPr>
              <p:cNvPr id="103735" name="Line 1139"/>
              <p:cNvSpPr>
                <a:spLocks noChangeShapeType="1"/>
              </p:cNvSpPr>
              <p:nvPr/>
            </p:nvSpPr>
            <p:spPr bwMode="auto">
              <a:xfrm flipV="1">
                <a:off x="2590" y="3105"/>
                <a:ext cx="72" cy="48"/>
              </a:xfrm>
              <a:prstGeom prst="line">
                <a:avLst/>
              </a:prstGeom>
              <a:grpFill/>
              <a:ln w="12700">
                <a:solidFill>
                  <a:schemeClr val="bg1">
                    <a:lumMod val="65000"/>
                  </a:schemeClr>
                </a:solidFill>
                <a:round/>
                <a:headEnd/>
                <a:tailEnd/>
              </a:ln>
            </p:spPr>
            <p:txBody>
              <a:bodyPr/>
              <a:lstStyle/>
              <a:p>
                <a:endParaRPr lang="en-US"/>
              </a:p>
            </p:txBody>
          </p:sp>
          <p:sp>
            <p:nvSpPr>
              <p:cNvPr id="103736" name="Line 1140"/>
              <p:cNvSpPr>
                <a:spLocks noChangeShapeType="1"/>
              </p:cNvSpPr>
              <p:nvPr/>
            </p:nvSpPr>
            <p:spPr bwMode="auto">
              <a:xfrm flipV="1">
                <a:off x="2678" y="3065"/>
                <a:ext cx="48" cy="24"/>
              </a:xfrm>
              <a:prstGeom prst="line">
                <a:avLst/>
              </a:prstGeom>
              <a:grpFill/>
              <a:ln w="12700">
                <a:solidFill>
                  <a:schemeClr val="bg1">
                    <a:lumMod val="65000"/>
                  </a:schemeClr>
                </a:solidFill>
                <a:round/>
                <a:headEnd/>
                <a:tailEnd/>
              </a:ln>
            </p:spPr>
            <p:txBody>
              <a:bodyPr/>
              <a:lstStyle/>
              <a:p>
                <a:endParaRPr lang="en-US"/>
              </a:p>
            </p:txBody>
          </p:sp>
        </p:grpSp>
        <p:grpSp>
          <p:nvGrpSpPr>
            <p:cNvPr id="103648" name="Group 1141"/>
            <p:cNvGrpSpPr>
              <a:grpSpLocks/>
            </p:cNvGrpSpPr>
            <p:nvPr/>
          </p:nvGrpSpPr>
          <p:grpSpPr bwMode="auto">
            <a:xfrm>
              <a:off x="3318" y="3001"/>
              <a:ext cx="422" cy="271"/>
              <a:chOff x="3318" y="3001"/>
              <a:chExt cx="422" cy="271"/>
            </a:xfrm>
            <a:grpFill/>
          </p:grpSpPr>
          <p:sp>
            <p:nvSpPr>
              <p:cNvPr id="103727" name="Freeform 1142"/>
              <p:cNvSpPr>
                <a:spLocks/>
              </p:cNvSpPr>
              <p:nvPr/>
            </p:nvSpPr>
            <p:spPr bwMode="auto">
              <a:xfrm>
                <a:off x="3628" y="3001"/>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32" y="88"/>
                    </a:lnTo>
                    <a:lnTo>
                      <a:pt x="16" y="64"/>
                    </a:lnTo>
                    <a:lnTo>
                      <a:pt x="0" y="40"/>
                    </a:lnTo>
                    <a:lnTo>
                      <a:pt x="112" y="0"/>
                    </a:lnTo>
                    <a:close/>
                  </a:path>
                </a:pathLst>
              </a:custGeom>
              <a:grpFill/>
              <a:ln w="9525">
                <a:solidFill>
                  <a:schemeClr val="bg1">
                    <a:lumMod val="65000"/>
                  </a:schemeClr>
                </a:solidFill>
                <a:round/>
                <a:headEnd/>
                <a:tailEnd/>
              </a:ln>
            </p:spPr>
            <p:txBody>
              <a:bodyPr/>
              <a:lstStyle/>
              <a:p>
                <a:endParaRPr lang="en-US"/>
              </a:p>
            </p:txBody>
          </p:sp>
          <p:sp>
            <p:nvSpPr>
              <p:cNvPr id="103728" name="Line 1143"/>
              <p:cNvSpPr>
                <a:spLocks noChangeShapeType="1"/>
              </p:cNvSpPr>
              <p:nvPr/>
            </p:nvSpPr>
            <p:spPr bwMode="auto">
              <a:xfrm flipV="1">
                <a:off x="3318" y="3225"/>
                <a:ext cx="71" cy="47"/>
              </a:xfrm>
              <a:prstGeom prst="line">
                <a:avLst/>
              </a:prstGeom>
              <a:grpFill/>
              <a:ln w="12700">
                <a:solidFill>
                  <a:schemeClr val="bg1">
                    <a:lumMod val="65000"/>
                  </a:schemeClr>
                </a:solidFill>
                <a:round/>
                <a:headEnd/>
                <a:tailEnd/>
              </a:ln>
            </p:spPr>
            <p:txBody>
              <a:bodyPr/>
              <a:lstStyle/>
              <a:p>
                <a:endParaRPr lang="en-US"/>
              </a:p>
            </p:txBody>
          </p:sp>
          <p:sp>
            <p:nvSpPr>
              <p:cNvPr id="103729" name="Line 1144"/>
              <p:cNvSpPr>
                <a:spLocks noChangeShapeType="1"/>
              </p:cNvSpPr>
              <p:nvPr/>
            </p:nvSpPr>
            <p:spPr bwMode="auto">
              <a:xfrm flipV="1">
                <a:off x="3414" y="3169"/>
                <a:ext cx="71" cy="39"/>
              </a:xfrm>
              <a:prstGeom prst="line">
                <a:avLst/>
              </a:prstGeom>
              <a:grpFill/>
              <a:ln w="12700">
                <a:solidFill>
                  <a:schemeClr val="bg1">
                    <a:lumMod val="65000"/>
                  </a:schemeClr>
                </a:solidFill>
                <a:round/>
                <a:headEnd/>
                <a:tailEnd/>
              </a:ln>
            </p:spPr>
            <p:txBody>
              <a:bodyPr/>
              <a:lstStyle/>
              <a:p>
                <a:endParaRPr lang="en-US"/>
              </a:p>
            </p:txBody>
          </p:sp>
          <p:sp>
            <p:nvSpPr>
              <p:cNvPr id="103730" name="Line 1145"/>
              <p:cNvSpPr>
                <a:spLocks noChangeShapeType="1"/>
              </p:cNvSpPr>
              <p:nvPr/>
            </p:nvSpPr>
            <p:spPr bwMode="auto">
              <a:xfrm flipV="1">
                <a:off x="3509" y="3106"/>
                <a:ext cx="71" cy="47"/>
              </a:xfrm>
              <a:prstGeom prst="line">
                <a:avLst/>
              </a:prstGeom>
              <a:grpFill/>
              <a:ln w="12700">
                <a:solidFill>
                  <a:schemeClr val="bg1">
                    <a:lumMod val="65000"/>
                  </a:schemeClr>
                </a:solidFill>
                <a:round/>
                <a:headEnd/>
                <a:tailEnd/>
              </a:ln>
            </p:spPr>
            <p:txBody>
              <a:bodyPr/>
              <a:lstStyle/>
              <a:p>
                <a:endParaRPr lang="en-US"/>
              </a:p>
            </p:txBody>
          </p:sp>
          <p:sp>
            <p:nvSpPr>
              <p:cNvPr id="103731" name="Line 1146"/>
              <p:cNvSpPr>
                <a:spLocks noChangeShapeType="1"/>
              </p:cNvSpPr>
              <p:nvPr/>
            </p:nvSpPr>
            <p:spPr bwMode="auto">
              <a:xfrm flipV="1">
                <a:off x="3596" y="3065"/>
                <a:ext cx="48" cy="24"/>
              </a:xfrm>
              <a:prstGeom prst="line">
                <a:avLst/>
              </a:prstGeom>
              <a:grpFill/>
              <a:ln w="12700">
                <a:solidFill>
                  <a:schemeClr val="bg1">
                    <a:lumMod val="65000"/>
                  </a:schemeClr>
                </a:solidFill>
                <a:round/>
                <a:headEnd/>
                <a:tailEnd/>
              </a:ln>
            </p:spPr>
            <p:txBody>
              <a:bodyPr/>
              <a:lstStyle/>
              <a:p>
                <a:endParaRPr lang="en-US"/>
              </a:p>
            </p:txBody>
          </p:sp>
        </p:grpSp>
        <p:grpSp>
          <p:nvGrpSpPr>
            <p:cNvPr id="103649" name="Group 1147"/>
            <p:cNvGrpSpPr>
              <a:grpSpLocks/>
            </p:cNvGrpSpPr>
            <p:nvPr/>
          </p:nvGrpSpPr>
          <p:grpSpPr bwMode="auto">
            <a:xfrm>
              <a:off x="3325" y="2076"/>
              <a:ext cx="439" cy="271"/>
              <a:chOff x="3325" y="2076"/>
              <a:chExt cx="439" cy="271"/>
            </a:xfrm>
            <a:grpFill/>
          </p:grpSpPr>
          <p:sp>
            <p:nvSpPr>
              <p:cNvPr id="103722" name="Freeform 1148"/>
              <p:cNvSpPr>
                <a:spLocks/>
              </p:cNvSpPr>
              <p:nvPr/>
            </p:nvSpPr>
            <p:spPr bwMode="auto">
              <a:xfrm>
                <a:off x="3652" y="2267"/>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 name="T15" fmla="*/ 0 w 112"/>
                  <a:gd name="T16" fmla="*/ 0 h 80"/>
                  <a:gd name="T17" fmla="*/ 112 w 112"/>
                  <a:gd name="T18" fmla="*/ 80 h 80"/>
                </a:gdLst>
                <a:ahLst/>
                <a:cxnLst>
                  <a:cxn ang="T10">
                    <a:pos x="T0" y="T1"/>
                  </a:cxn>
                  <a:cxn ang="T11">
                    <a:pos x="T2" y="T3"/>
                  </a:cxn>
                  <a:cxn ang="T12">
                    <a:pos x="T4" y="T5"/>
                  </a:cxn>
                  <a:cxn ang="T13">
                    <a:pos x="T6" y="T7"/>
                  </a:cxn>
                  <a:cxn ang="T14">
                    <a:pos x="T8" y="T9"/>
                  </a:cxn>
                </a:cxnLst>
                <a:rect l="T15" t="T16" r="T17" b="T18"/>
                <a:pathLst>
                  <a:path w="112" h="80">
                    <a:moveTo>
                      <a:pt x="112" y="80"/>
                    </a:moveTo>
                    <a:lnTo>
                      <a:pt x="0" y="48"/>
                    </a:lnTo>
                    <a:lnTo>
                      <a:pt x="16" y="24"/>
                    </a:lnTo>
                    <a:lnTo>
                      <a:pt x="32" y="0"/>
                    </a:lnTo>
                    <a:lnTo>
                      <a:pt x="112" y="80"/>
                    </a:lnTo>
                    <a:close/>
                  </a:path>
                </a:pathLst>
              </a:custGeom>
              <a:grpFill/>
              <a:ln w="9525">
                <a:solidFill>
                  <a:schemeClr val="bg1">
                    <a:lumMod val="65000"/>
                  </a:schemeClr>
                </a:solidFill>
                <a:round/>
                <a:headEnd/>
                <a:tailEnd/>
              </a:ln>
            </p:spPr>
            <p:txBody>
              <a:bodyPr/>
              <a:lstStyle/>
              <a:p>
                <a:endParaRPr lang="en-US"/>
              </a:p>
            </p:txBody>
          </p:sp>
          <p:sp>
            <p:nvSpPr>
              <p:cNvPr id="103723" name="Line 1149"/>
              <p:cNvSpPr>
                <a:spLocks noChangeShapeType="1"/>
              </p:cNvSpPr>
              <p:nvPr/>
            </p:nvSpPr>
            <p:spPr bwMode="auto">
              <a:xfrm>
                <a:off x="3325" y="2076"/>
                <a:ext cx="72" cy="48"/>
              </a:xfrm>
              <a:prstGeom prst="line">
                <a:avLst/>
              </a:prstGeom>
              <a:grpFill/>
              <a:ln w="12700">
                <a:solidFill>
                  <a:schemeClr val="bg1">
                    <a:lumMod val="65000"/>
                  </a:schemeClr>
                </a:solidFill>
                <a:round/>
                <a:headEnd/>
                <a:tailEnd/>
              </a:ln>
            </p:spPr>
            <p:txBody>
              <a:bodyPr/>
              <a:lstStyle/>
              <a:p>
                <a:endParaRPr lang="en-US"/>
              </a:p>
            </p:txBody>
          </p:sp>
          <p:sp>
            <p:nvSpPr>
              <p:cNvPr id="103724" name="Line 1150"/>
              <p:cNvSpPr>
                <a:spLocks noChangeShapeType="1"/>
              </p:cNvSpPr>
              <p:nvPr/>
            </p:nvSpPr>
            <p:spPr bwMode="auto">
              <a:xfrm>
                <a:off x="3422" y="2132"/>
                <a:ext cx="71" cy="47"/>
              </a:xfrm>
              <a:prstGeom prst="line">
                <a:avLst/>
              </a:prstGeom>
              <a:grpFill/>
              <a:ln w="12700">
                <a:solidFill>
                  <a:schemeClr val="bg1">
                    <a:lumMod val="65000"/>
                  </a:schemeClr>
                </a:solidFill>
                <a:round/>
                <a:headEnd/>
                <a:tailEnd/>
              </a:ln>
            </p:spPr>
            <p:txBody>
              <a:bodyPr/>
              <a:lstStyle/>
              <a:p>
                <a:endParaRPr lang="en-US"/>
              </a:p>
            </p:txBody>
          </p:sp>
          <p:sp>
            <p:nvSpPr>
              <p:cNvPr id="103725" name="Line 1151"/>
              <p:cNvSpPr>
                <a:spLocks noChangeShapeType="1"/>
              </p:cNvSpPr>
              <p:nvPr/>
            </p:nvSpPr>
            <p:spPr bwMode="auto">
              <a:xfrm>
                <a:off x="3517" y="2196"/>
                <a:ext cx="71" cy="47"/>
              </a:xfrm>
              <a:prstGeom prst="line">
                <a:avLst/>
              </a:prstGeom>
              <a:grpFill/>
              <a:ln w="12700">
                <a:solidFill>
                  <a:schemeClr val="bg1">
                    <a:lumMod val="65000"/>
                  </a:schemeClr>
                </a:solidFill>
                <a:round/>
                <a:headEnd/>
                <a:tailEnd/>
              </a:ln>
            </p:spPr>
            <p:txBody>
              <a:bodyPr/>
              <a:lstStyle/>
              <a:p>
                <a:endParaRPr lang="en-US"/>
              </a:p>
            </p:txBody>
          </p:sp>
          <p:sp>
            <p:nvSpPr>
              <p:cNvPr id="103726" name="Line 1152"/>
              <p:cNvSpPr>
                <a:spLocks noChangeShapeType="1"/>
              </p:cNvSpPr>
              <p:nvPr/>
            </p:nvSpPr>
            <p:spPr bwMode="auto">
              <a:xfrm>
                <a:off x="3612" y="2251"/>
                <a:ext cx="56" cy="40"/>
              </a:xfrm>
              <a:prstGeom prst="line">
                <a:avLst/>
              </a:prstGeom>
              <a:grpFill/>
              <a:ln w="12700">
                <a:solidFill>
                  <a:schemeClr val="bg1">
                    <a:lumMod val="65000"/>
                  </a:schemeClr>
                </a:solidFill>
                <a:round/>
                <a:headEnd/>
                <a:tailEnd/>
              </a:ln>
            </p:spPr>
            <p:txBody>
              <a:bodyPr/>
              <a:lstStyle/>
              <a:p>
                <a:endParaRPr lang="en-US"/>
              </a:p>
            </p:txBody>
          </p:sp>
        </p:grpSp>
        <p:grpSp>
          <p:nvGrpSpPr>
            <p:cNvPr id="103650" name="Group 1153"/>
            <p:cNvGrpSpPr>
              <a:grpSpLocks/>
            </p:cNvGrpSpPr>
            <p:nvPr/>
          </p:nvGrpSpPr>
          <p:grpSpPr bwMode="auto">
            <a:xfrm>
              <a:off x="3788" y="2068"/>
              <a:ext cx="431" cy="287"/>
              <a:chOff x="3788" y="2068"/>
              <a:chExt cx="431" cy="287"/>
            </a:xfrm>
            <a:grpFill/>
          </p:grpSpPr>
          <p:sp>
            <p:nvSpPr>
              <p:cNvPr id="103717" name="Freeform 1154"/>
              <p:cNvSpPr>
                <a:spLocks/>
              </p:cNvSpPr>
              <p:nvPr/>
            </p:nvSpPr>
            <p:spPr bwMode="auto">
              <a:xfrm>
                <a:off x="4107" y="2267"/>
                <a:ext cx="112" cy="88"/>
              </a:xfrm>
              <a:custGeom>
                <a:avLst/>
                <a:gdLst>
                  <a:gd name="T0" fmla="*/ 112 w 112"/>
                  <a:gd name="T1" fmla="*/ 88 h 88"/>
                  <a:gd name="T2" fmla="*/ 0 w 112"/>
                  <a:gd name="T3" fmla="*/ 48 h 88"/>
                  <a:gd name="T4" fmla="*/ 16 w 112"/>
                  <a:gd name="T5" fmla="*/ 24 h 88"/>
                  <a:gd name="T6" fmla="*/ 32 w 112"/>
                  <a:gd name="T7" fmla="*/ 0 h 88"/>
                  <a:gd name="T8" fmla="*/ 112 w 112"/>
                  <a:gd name="T9" fmla="*/ 88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88"/>
                    </a:moveTo>
                    <a:lnTo>
                      <a:pt x="0" y="48"/>
                    </a:lnTo>
                    <a:lnTo>
                      <a:pt x="16" y="24"/>
                    </a:lnTo>
                    <a:lnTo>
                      <a:pt x="32" y="0"/>
                    </a:lnTo>
                    <a:lnTo>
                      <a:pt x="112" y="88"/>
                    </a:lnTo>
                    <a:close/>
                  </a:path>
                </a:pathLst>
              </a:custGeom>
              <a:grpFill/>
              <a:ln w="9525">
                <a:solidFill>
                  <a:schemeClr val="bg1">
                    <a:lumMod val="65000"/>
                  </a:schemeClr>
                </a:solidFill>
                <a:round/>
                <a:headEnd/>
                <a:tailEnd/>
              </a:ln>
            </p:spPr>
            <p:txBody>
              <a:bodyPr/>
              <a:lstStyle/>
              <a:p>
                <a:endParaRPr lang="en-US"/>
              </a:p>
            </p:txBody>
          </p:sp>
          <p:sp>
            <p:nvSpPr>
              <p:cNvPr id="103718" name="Line 1155"/>
              <p:cNvSpPr>
                <a:spLocks noChangeShapeType="1"/>
              </p:cNvSpPr>
              <p:nvPr/>
            </p:nvSpPr>
            <p:spPr bwMode="auto">
              <a:xfrm>
                <a:off x="3788" y="2068"/>
                <a:ext cx="72" cy="48"/>
              </a:xfrm>
              <a:prstGeom prst="line">
                <a:avLst/>
              </a:prstGeom>
              <a:grpFill/>
              <a:ln w="12700">
                <a:solidFill>
                  <a:schemeClr val="bg1">
                    <a:lumMod val="65000"/>
                  </a:schemeClr>
                </a:solidFill>
                <a:round/>
                <a:headEnd/>
                <a:tailEnd/>
              </a:ln>
            </p:spPr>
            <p:txBody>
              <a:bodyPr/>
              <a:lstStyle/>
              <a:p>
                <a:endParaRPr lang="en-US"/>
              </a:p>
            </p:txBody>
          </p:sp>
          <p:sp>
            <p:nvSpPr>
              <p:cNvPr id="103719" name="Line 1156"/>
              <p:cNvSpPr>
                <a:spLocks noChangeShapeType="1"/>
              </p:cNvSpPr>
              <p:nvPr/>
            </p:nvSpPr>
            <p:spPr bwMode="auto">
              <a:xfrm>
                <a:off x="3885" y="2132"/>
                <a:ext cx="71" cy="47"/>
              </a:xfrm>
              <a:prstGeom prst="line">
                <a:avLst/>
              </a:prstGeom>
              <a:grpFill/>
              <a:ln w="12700">
                <a:solidFill>
                  <a:schemeClr val="bg1">
                    <a:lumMod val="65000"/>
                  </a:schemeClr>
                </a:solidFill>
                <a:round/>
                <a:headEnd/>
                <a:tailEnd/>
              </a:ln>
            </p:spPr>
            <p:txBody>
              <a:bodyPr/>
              <a:lstStyle/>
              <a:p>
                <a:endParaRPr lang="en-US"/>
              </a:p>
            </p:txBody>
          </p:sp>
          <p:sp>
            <p:nvSpPr>
              <p:cNvPr id="103720" name="Line 1157"/>
              <p:cNvSpPr>
                <a:spLocks noChangeShapeType="1"/>
              </p:cNvSpPr>
              <p:nvPr/>
            </p:nvSpPr>
            <p:spPr bwMode="auto">
              <a:xfrm>
                <a:off x="3973" y="2196"/>
                <a:ext cx="70" cy="46"/>
              </a:xfrm>
              <a:prstGeom prst="line">
                <a:avLst/>
              </a:prstGeom>
              <a:grpFill/>
              <a:ln w="12700">
                <a:solidFill>
                  <a:schemeClr val="bg1">
                    <a:lumMod val="65000"/>
                  </a:schemeClr>
                </a:solidFill>
                <a:round/>
                <a:headEnd/>
                <a:tailEnd/>
              </a:ln>
            </p:spPr>
            <p:txBody>
              <a:bodyPr/>
              <a:lstStyle/>
              <a:p>
                <a:endParaRPr lang="en-US"/>
              </a:p>
            </p:txBody>
          </p:sp>
          <p:sp>
            <p:nvSpPr>
              <p:cNvPr id="103721" name="Line 1158"/>
              <p:cNvSpPr>
                <a:spLocks noChangeShapeType="1"/>
              </p:cNvSpPr>
              <p:nvPr/>
            </p:nvSpPr>
            <p:spPr bwMode="auto">
              <a:xfrm>
                <a:off x="4067" y="2251"/>
                <a:ext cx="56" cy="40"/>
              </a:xfrm>
              <a:prstGeom prst="line">
                <a:avLst/>
              </a:prstGeom>
              <a:grpFill/>
              <a:ln w="12700">
                <a:solidFill>
                  <a:schemeClr val="bg1">
                    <a:lumMod val="65000"/>
                  </a:schemeClr>
                </a:solidFill>
                <a:round/>
                <a:headEnd/>
                <a:tailEnd/>
              </a:ln>
            </p:spPr>
            <p:txBody>
              <a:bodyPr/>
              <a:lstStyle/>
              <a:p>
                <a:endParaRPr lang="en-US"/>
              </a:p>
            </p:txBody>
          </p:sp>
        </p:grpSp>
        <p:grpSp>
          <p:nvGrpSpPr>
            <p:cNvPr id="103651" name="Group 1159"/>
            <p:cNvGrpSpPr>
              <a:grpSpLocks/>
            </p:cNvGrpSpPr>
            <p:nvPr/>
          </p:nvGrpSpPr>
          <p:grpSpPr bwMode="auto">
            <a:xfrm>
              <a:off x="4251" y="2084"/>
              <a:ext cx="431" cy="263"/>
              <a:chOff x="4251" y="2084"/>
              <a:chExt cx="431" cy="263"/>
            </a:xfrm>
            <a:grpFill/>
          </p:grpSpPr>
          <p:sp>
            <p:nvSpPr>
              <p:cNvPr id="103712" name="Freeform 1160"/>
              <p:cNvSpPr>
                <a:spLocks/>
              </p:cNvSpPr>
              <p:nvPr/>
            </p:nvSpPr>
            <p:spPr bwMode="auto">
              <a:xfrm>
                <a:off x="4570" y="2267"/>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 name="T15" fmla="*/ 0 w 112"/>
                  <a:gd name="T16" fmla="*/ 0 h 80"/>
                  <a:gd name="T17" fmla="*/ 112 w 112"/>
                  <a:gd name="T18" fmla="*/ 80 h 80"/>
                </a:gdLst>
                <a:ahLst/>
                <a:cxnLst>
                  <a:cxn ang="T10">
                    <a:pos x="T0" y="T1"/>
                  </a:cxn>
                  <a:cxn ang="T11">
                    <a:pos x="T2" y="T3"/>
                  </a:cxn>
                  <a:cxn ang="T12">
                    <a:pos x="T4" y="T5"/>
                  </a:cxn>
                  <a:cxn ang="T13">
                    <a:pos x="T6" y="T7"/>
                  </a:cxn>
                  <a:cxn ang="T14">
                    <a:pos x="T8" y="T9"/>
                  </a:cxn>
                </a:cxnLst>
                <a:rect l="T15" t="T16" r="T17" b="T18"/>
                <a:pathLst>
                  <a:path w="112" h="80">
                    <a:moveTo>
                      <a:pt x="112" y="80"/>
                    </a:moveTo>
                    <a:lnTo>
                      <a:pt x="0" y="48"/>
                    </a:lnTo>
                    <a:lnTo>
                      <a:pt x="16" y="24"/>
                    </a:lnTo>
                    <a:lnTo>
                      <a:pt x="32" y="0"/>
                    </a:lnTo>
                    <a:lnTo>
                      <a:pt x="112" y="80"/>
                    </a:lnTo>
                    <a:close/>
                  </a:path>
                </a:pathLst>
              </a:custGeom>
              <a:grpFill/>
              <a:ln w="9525">
                <a:solidFill>
                  <a:schemeClr val="bg1">
                    <a:lumMod val="65000"/>
                  </a:schemeClr>
                </a:solidFill>
                <a:round/>
                <a:headEnd/>
                <a:tailEnd/>
              </a:ln>
            </p:spPr>
            <p:txBody>
              <a:bodyPr/>
              <a:lstStyle/>
              <a:p>
                <a:endParaRPr lang="en-US"/>
              </a:p>
            </p:txBody>
          </p:sp>
          <p:sp>
            <p:nvSpPr>
              <p:cNvPr id="103713" name="Line 1161"/>
              <p:cNvSpPr>
                <a:spLocks noChangeShapeType="1"/>
              </p:cNvSpPr>
              <p:nvPr/>
            </p:nvSpPr>
            <p:spPr bwMode="auto">
              <a:xfrm>
                <a:off x="4251" y="2084"/>
                <a:ext cx="72" cy="48"/>
              </a:xfrm>
              <a:prstGeom prst="line">
                <a:avLst/>
              </a:prstGeom>
              <a:grpFill/>
              <a:ln w="12700">
                <a:solidFill>
                  <a:schemeClr val="bg1">
                    <a:lumMod val="65000"/>
                  </a:schemeClr>
                </a:solidFill>
                <a:round/>
                <a:headEnd/>
                <a:tailEnd/>
              </a:ln>
            </p:spPr>
            <p:txBody>
              <a:bodyPr/>
              <a:lstStyle/>
              <a:p>
                <a:endParaRPr lang="en-US"/>
              </a:p>
            </p:txBody>
          </p:sp>
          <p:sp>
            <p:nvSpPr>
              <p:cNvPr id="103714" name="Line 1162"/>
              <p:cNvSpPr>
                <a:spLocks noChangeShapeType="1"/>
              </p:cNvSpPr>
              <p:nvPr/>
            </p:nvSpPr>
            <p:spPr bwMode="auto">
              <a:xfrm>
                <a:off x="4348" y="2140"/>
                <a:ext cx="71" cy="47"/>
              </a:xfrm>
              <a:prstGeom prst="line">
                <a:avLst/>
              </a:prstGeom>
              <a:grpFill/>
              <a:ln w="12700">
                <a:solidFill>
                  <a:schemeClr val="bg1">
                    <a:lumMod val="65000"/>
                  </a:schemeClr>
                </a:solidFill>
                <a:round/>
                <a:headEnd/>
                <a:tailEnd/>
              </a:ln>
            </p:spPr>
            <p:txBody>
              <a:bodyPr/>
              <a:lstStyle/>
              <a:p>
                <a:endParaRPr lang="en-US"/>
              </a:p>
            </p:txBody>
          </p:sp>
          <p:sp>
            <p:nvSpPr>
              <p:cNvPr id="103715" name="Line 1163"/>
              <p:cNvSpPr>
                <a:spLocks noChangeShapeType="1"/>
              </p:cNvSpPr>
              <p:nvPr/>
            </p:nvSpPr>
            <p:spPr bwMode="auto">
              <a:xfrm>
                <a:off x="4443" y="2203"/>
                <a:ext cx="71" cy="39"/>
              </a:xfrm>
              <a:prstGeom prst="line">
                <a:avLst/>
              </a:prstGeom>
              <a:grpFill/>
              <a:ln w="12700">
                <a:solidFill>
                  <a:schemeClr val="bg1">
                    <a:lumMod val="65000"/>
                  </a:schemeClr>
                </a:solidFill>
                <a:round/>
                <a:headEnd/>
                <a:tailEnd/>
              </a:ln>
            </p:spPr>
            <p:txBody>
              <a:bodyPr/>
              <a:lstStyle/>
              <a:p>
                <a:endParaRPr lang="en-US"/>
              </a:p>
            </p:txBody>
          </p:sp>
          <p:sp>
            <p:nvSpPr>
              <p:cNvPr id="103716" name="Line 1164"/>
              <p:cNvSpPr>
                <a:spLocks noChangeShapeType="1"/>
              </p:cNvSpPr>
              <p:nvPr/>
            </p:nvSpPr>
            <p:spPr bwMode="auto">
              <a:xfrm>
                <a:off x="4539" y="2259"/>
                <a:ext cx="47" cy="31"/>
              </a:xfrm>
              <a:prstGeom prst="line">
                <a:avLst/>
              </a:prstGeom>
              <a:grpFill/>
              <a:ln w="12700">
                <a:solidFill>
                  <a:schemeClr val="bg1">
                    <a:lumMod val="65000"/>
                  </a:schemeClr>
                </a:solidFill>
                <a:round/>
                <a:headEnd/>
                <a:tailEnd/>
              </a:ln>
            </p:spPr>
            <p:txBody>
              <a:bodyPr/>
              <a:lstStyle/>
              <a:p>
                <a:endParaRPr lang="en-US"/>
              </a:p>
            </p:txBody>
          </p:sp>
        </p:grpSp>
        <p:grpSp>
          <p:nvGrpSpPr>
            <p:cNvPr id="103652" name="Group 1165"/>
            <p:cNvGrpSpPr>
              <a:grpSpLocks/>
            </p:cNvGrpSpPr>
            <p:nvPr/>
          </p:nvGrpSpPr>
          <p:grpSpPr bwMode="auto">
            <a:xfrm>
              <a:off x="4236" y="3001"/>
              <a:ext cx="430" cy="279"/>
              <a:chOff x="4236" y="3001"/>
              <a:chExt cx="430" cy="279"/>
            </a:xfrm>
            <a:grpFill/>
          </p:grpSpPr>
          <p:sp>
            <p:nvSpPr>
              <p:cNvPr id="103707" name="Freeform 1166"/>
              <p:cNvSpPr>
                <a:spLocks/>
              </p:cNvSpPr>
              <p:nvPr/>
            </p:nvSpPr>
            <p:spPr bwMode="auto">
              <a:xfrm>
                <a:off x="4554" y="3001"/>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32" y="88"/>
                    </a:lnTo>
                    <a:lnTo>
                      <a:pt x="16" y="64"/>
                    </a:lnTo>
                    <a:lnTo>
                      <a:pt x="0" y="40"/>
                    </a:lnTo>
                    <a:lnTo>
                      <a:pt x="112" y="0"/>
                    </a:lnTo>
                    <a:close/>
                  </a:path>
                </a:pathLst>
              </a:custGeom>
              <a:grpFill/>
              <a:ln w="9525">
                <a:solidFill>
                  <a:schemeClr val="bg1">
                    <a:lumMod val="65000"/>
                  </a:schemeClr>
                </a:solidFill>
                <a:round/>
                <a:headEnd/>
                <a:tailEnd/>
              </a:ln>
            </p:spPr>
            <p:txBody>
              <a:bodyPr/>
              <a:lstStyle/>
              <a:p>
                <a:endParaRPr lang="en-US"/>
              </a:p>
            </p:txBody>
          </p:sp>
          <p:sp>
            <p:nvSpPr>
              <p:cNvPr id="103708" name="Line 1167"/>
              <p:cNvSpPr>
                <a:spLocks noChangeShapeType="1"/>
              </p:cNvSpPr>
              <p:nvPr/>
            </p:nvSpPr>
            <p:spPr bwMode="auto">
              <a:xfrm flipV="1">
                <a:off x="4236" y="3233"/>
                <a:ext cx="71" cy="47"/>
              </a:xfrm>
              <a:prstGeom prst="line">
                <a:avLst/>
              </a:prstGeom>
              <a:grpFill/>
              <a:ln w="12700">
                <a:solidFill>
                  <a:schemeClr val="bg1">
                    <a:lumMod val="65000"/>
                  </a:schemeClr>
                </a:solidFill>
                <a:round/>
                <a:headEnd/>
                <a:tailEnd/>
              </a:ln>
            </p:spPr>
            <p:txBody>
              <a:bodyPr/>
              <a:lstStyle/>
              <a:p>
                <a:endParaRPr lang="en-US"/>
              </a:p>
            </p:txBody>
          </p:sp>
          <p:sp>
            <p:nvSpPr>
              <p:cNvPr id="103709" name="Line 1168"/>
              <p:cNvSpPr>
                <a:spLocks noChangeShapeType="1"/>
              </p:cNvSpPr>
              <p:nvPr/>
            </p:nvSpPr>
            <p:spPr bwMode="auto">
              <a:xfrm flipV="1">
                <a:off x="4332" y="3169"/>
                <a:ext cx="71" cy="47"/>
              </a:xfrm>
              <a:prstGeom prst="line">
                <a:avLst/>
              </a:prstGeom>
              <a:grpFill/>
              <a:ln w="12700">
                <a:solidFill>
                  <a:schemeClr val="bg1">
                    <a:lumMod val="65000"/>
                  </a:schemeClr>
                </a:solidFill>
                <a:round/>
                <a:headEnd/>
                <a:tailEnd/>
              </a:ln>
            </p:spPr>
            <p:txBody>
              <a:bodyPr/>
              <a:lstStyle/>
              <a:p>
                <a:endParaRPr lang="en-US"/>
              </a:p>
            </p:txBody>
          </p:sp>
          <p:sp>
            <p:nvSpPr>
              <p:cNvPr id="103710" name="Line 1169"/>
              <p:cNvSpPr>
                <a:spLocks noChangeShapeType="1"/>
              </p:cNvSpPr>
              <p:nvPr/>
            </p:nvSpPr>
            <p:spPr bwMode="auto">
              <a:xfrm flipV="1">
                <a:off x="4419" y="3114"/>
                <a:ext cx="80" cy="47"/>
              </a:xfrm>
              <a:prstGeom prst="line">
                <a:avLst/>
              </a:prstGeom>
              <a:grpFill/>
              <a:ln w="12700">
                <a:solidFill>
                  <a:schemeClr val="bg1">
                    <a:lumMod val="65000"/>
                  </a:schemeClr>
                </a:solidFill>
                <a:round/>
                <a:headEnd/>
                <a:tailEnd/>
              </a:ln>
            </p:spPr>
            <p:txBody>
              <a:bodyPr/>
              <a:lstStyle/>
              <a:p>
                <a:endParaRPr lang="en-US"/>
              </a:p>
            </p:txBody>
          </p:sp>
          <p:sp>
            <p:nvSpPr>
              <p:cNvPr id="103711" name="Line 1170"/>
              <p:cNvSpPr>
                <a:spLocks noChangeShapeType="1"/>
              </p:cNvSpPr>
              <p:nvPr/>
            </p:nvSpPr>
            <p:spPr bwMode="auto">
              <a:xfrm flipV="1">
                <a:off x="4515" y="3066"/>
                <a:ext cx="55" cy="31"/>
              </a:xfrm>
              <a:prstGeom prst="line">
                <a:avLst/>
              </a:prstGeom>
              <a:grpFill/>
              <a:ln w="12700">
                <a:solidFill>
                  <a:schemeClr val="bg1">
                    <a:lumMod val="65000"/>
                  </a:schemeClr>
                </a:solidFill>
                <a:round/>
                <a:headEnd/>
                <a:tailEnd/>
              </a:ln>
            </p:spPr>
            <p:txBody>
              <a:bodyPr/>
              <a:lstStyle/>
              <a:p>
                <a:endParaRPr lang="en-US"/>
              </a:p>
            </p:txBody>
          </p:sp>
        </p:grpSp>
        <p:grpSp>
          <p:nvGrpSpPr>
            <p:cNvPr id="103653" name="Group 1171"/>
            <p:cNvGrpSpPr>
              <a:grpSpLocks/>
            </p:cNvGrpSpPr>
            <p:nvPr/>
          </p:nvGrpSpPr>
          <p:grpSpPr bwMode="auto">
            <a:xfrm>
              <a:off x="3772" y="2682"/>
              <a:ext cx="423" cy="287"/>
              <a:chOff x="3772" y="2682"/>
              <a:chExt cx="423" cy="287"/>
            </a:xfrm>
            <a:grpFill/>
          </p:grpSpPr>
          <p:sp>
            <p:nvSpPr>
              <p:cNvPr id="103702" name="Freeform 1172"/>
              <p:cNvSpPr>
                <a:spLocks/>
              </p:cNvSpPr>
              <p:nvPr/>
            </p:nvSpPr>
            <p:spPr bwMode="auto">
              <a:xfrm>
                <a:off x="4083" y="2881"/>
                <a:ext cx="112" cy="88"/>
              </a:xfrm>
              <a:custGeom>
                <a:avLst/>
                <a:gdLst>
                  <a:gd name="T0" fmla="*/ 112 w 112"/>
                  <a:gd name="T1" fmla="*/ 88 h 88"/>
                  <a:gd name="T2" fmla="*/ 0 w 112"/>
                  <a:gd name="T3" fmla="*/ 48 h 88"/>
                  <a:gd name="T4" fmla="*/ 16 w 112"/>
                  <a:gd name="T5" fmla="*/ 24 h 88"/>
                  <a:gd name="T6" fmla="*/ 32 w 112"/>
                  <a:gd name="T7" fmla="*/ 0 h 88"/>
                  <a:gd name="T8" fmla="*/ 112 w 112"/>
                  <a:gd name="T9" fmla="*/ 88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88"/>
                    </a:moveTo>
                    <a:lnTo>
                      <a:pt x="0" y="48"/>
                    </a:lnTo>
                    <a:lnTo>
                      <a:pt x="16" y="24"/>
                    </a:lnTo>
                    <a:lnTo>
                      <a:pt x="32" y="0"/>
                    </a:lnTo>
                    <a:lnTo>
                      <a:pt x="112" y="88"/>
                    </a:lnTo>
                    <a:close/>
                  </a:path>
                </a:pathLst>
              </a:custGeom>
              <a:grpFill/>
              <a:ln w="9525">
                <a:solidFill>
                  <a:schemeClr val="bg1">
                    <a:lumMod val="65000"/>
                  </a:schemeClr>
                </a:solidFill>
                <a:round/>
                <a:headEnd/>
                <a:tailEnd/>
              </a:ln>
            </p:spPr>
            <p:txBody>
              <a:bodyPr/>
              <a:lstStyle/>
              <a:p>
                <a:endParaRPr lang="en-US"/>
              </a:p>
            </p:txBody>
          </p:sp>
          <p:sp>
            <p:nvSpPr>
              <p:cNvPr id="103703" name="Line 1173"/>
              <p:cNvSpPr>
                <a:spLocks noChangeShapeType="1"/>
              </p:cNvSpPr>
              <p:nvPr/>
            </p:nvSpPr>
            <p:spPr bwMode="auto">
              <a:xfrm>
                <a:off x="3772" y="2682"/>
                <a:ext cx="72" cy="48"/>
              </a:xfrm>
              <a:prstGeom prst="line">
                <a:avLst/>
              </a:prstGeom>
              <a:grpFill/>
              <a:ln w="12700">
                <a:solidFill>
                  <a:schemeClr val="bg1">
                    <a:lumMod val="65000"/>
                  </a:schemeClr>
                </a:solidFill>
                <a:round/>
                <a:headEnd/>
                <a:tailEnd/>
              </a:ln>
            </p:spPr>
            <p:txBody>
              <a:bodyPr/>
              <a:lstStyle/>
              <a:p>
                <a:endParaRPr lang="en-US"/>
              </a:p>
            </p:txBody>
          </p:sp>
          <p:sp>
            <p:nvSpPr>
              <p:cNvPr id="103704" name="Line 1174"/>
              <p:cNvSpPr>
                <a:spLocks noChangeShapeType="1"/>
              </p:cNvSpPr>
              <p:nvPr/>
            </p:nvSpPr>
            <p:spPr bwMode="auto">
              <a:xfrm>
                <a:off x="3868" y="2746"/>
                <a:ext cx="72" cy="48"/>
              </a:xfrm>
              <a:prstGeom prst="line">
                <a:avLst/>
              </a:prstGeom>
              <a:grpFill/>
              <a:ln w="12700">
                <a:solidFill>
                  <a:schemeClr val="bg1">
                    <a:lumMod val="65000"/>
                  </a:schemeClr>
                </a:solidFill>
                <a:round/>
                <a:headEnd/>
                <a:tailEnd/>
              </a:ln>
            </p:spPr>
            <p:txBody>
              <a:bodyPr/>
              <a:lstStyle/>
              <a:p>
                <a:endParaRPr lang="en-US"/>
              </a:p>
            </p:txBody>
          </p:sp>
          <p:sp>
            <p:nvSpPr>
              <p:cNvPr id="103705" name="Line 1175"/>
              <p:cNvSpPr>
                <a:spLocks noChangeShapeType="1"/>
              </p:cNvSpPr>
              <p:nvPr/>
            </p:nvSpPr>
            <p:spPr bwMode="auto">
              <a:xfrm>
                <a:off x="3957" y="2810"/>
                <a:ext cx="70" cy="46"/>
              </a:xfrm>
              <a:prstGeom prst="line">
                <a:avLst/>
              </a:prstGeom>
              <a:grpFill/>
              <a:ln w="12700">
                <a:solidFill>
                  <a:schemeClr val="bg1">
                    <a:lumMod val="65000"/>
                  </a:schemeClr>
                </a:solidFill>
                <a:round/>
                <a:headEnd/>
                <a:tailEnd/>
              </a:ln>
            </p:spPr>
            <p:txBody>
              <a:bodyPr/>
              <a:lstStyle/>
              <a:p>
                <a:endParaRPr lang="en-US"/>
              </a:p>
            </p:txBody>
          </p:sp>
          <p:sp>
            <p:nvSpPr>
              <p:cNvPr id="103706" name="Line 1176"/>
              <p:cNvSpPr>
                <a:spLocks noChangeShapeType="1"/>
              </p:cNvSpPr>
              <p:nvPr/>
            </p:nvSpPr>
            <p:spPr bwMode="auto">
              <a:xfrm>
                <a:off x="4051" y="2873"/>
                <a:ext cx="48" cy="31"/>
              </a:xfrm>
              <a:prstGeom prst="line">
                <a:avLst/>
              </a:prstGeom>
              <a:grpFill/>
              <a:ln w="12700">
                <a:solidFill>
                  <a:schemeClr val="bg1">
                    <a:lumMod val="65000"/>
                  </a:schemeClr>
                </a:solidFill>
                <a:round/>
                <a:headEnd/>
                <a:tailEnd/>
              </a:ln>
            </p:spPr>
            <p:txBody>
              <a:bodyPr/>
              <a:lstStyle/>
              <a:p>
                <a:endParaRPr lang="en-US"/>
              </a:p>
            </p:txBody>
          </p:sp>
        </p:grpSp>
        <p:grpSp>
          <p:nvGrpSpPr>
            <p:cNvPr id="103654" name="Group 1177"/>
            <p:cNvGrpSpPr>
              <a:grpSpLocks/>
            </p:cNvGrpSpPr>
            <p:nvPr/>
          </p:nvGrpSpPr>
          <p:grpSpPr bwMode="auto">
            <a:xfrm>
              <a:off x="3780" y="2387"/>
              <a:ext cx="431" cy="279"/>
              <a:chOff x="3780" y="2387"/>
              <a:chExt cx="431" cy="279"/>
            </a:xfrm>
            <a:grpFill/>
          </p:grpSpPr>
          <p:sp>
            <p:nvSpPr>
              <p:cNvPr id="103697" name="Freeform 1178"/>
              <p:cNvSpPr>
                <a:spLocks/>
              </p:cNvSpPr>
              <p:nvPr/>
            </p:nvSpPr>
            <p:spPr bwMode="auto">
              <a:xfrm>
                <a:off x="4099" y="2578"/>
                <a:ext cx="112" cy="88"/>
              </a:xfrm>
              <a:custGeom>
                <a:avLst/>
                <a:gdLst>
                  <a:gd name="T0" fmla="*/ 112 w 112"/>
                  <a:gd name="T1" fmla="*/ 88 h 88"/>
                  <a:gd name="T2" fmla="*/ 0 w 112"/>
                  <a:gd name="T3" fmla="*/ 48 h 88"/>
                  <a:gd name="T4" fmla="*/ 16 w 112"/>
                  <a:gd name="T5" fmla="*/ 24 h 88"/>
                  <a:gd name="T6" fmla="*/ 32 w 112"/>
                  <a:gd name="T7" fmla="*/ 0 h 88"/>
                  <a:gd name="T8" fmla="*/ 112 w 112"/>
                  <a:gd name="T9" fmla="*/ 88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88"/>
                    </a:moveTo>
                    <a:lnTo>
                      <a:pt x="0" y="48"/>
                    </a:lnTo>
                    <a:lnTo>
                      <a:pt x="16" y="24"/>
                    </a:lnTo>
                    <a:lnTo>
                      <a:pt x="32" y="0"/>
                    </a:lnTo>
                    <a:lnTo>
                      <a:pt x="112" y="88"/>
                    </a:lnTo>
                    <a:close/>
                  </a:path>
                </a:pathLst>
              </a:custGeom>
              <a:grpFill/>
              <a:ln w="9525">
                <a:solidFill>
                  <a:schemeClr val="bg1">
                    <a:lumMod val="65000"/>
                  </a:schemeClr>
                </a:solidFill>
                <a:round/>
                <a:headEnd/>
                <a:tailEnd/>
              </a:ln>
            </p:spPr>
            <p:txBody>
              <a:bodyPr/>
              <a:lstStyle/>
              <a:p>
                <a:endParaRPr lang="en-US"/>
              </a:p>
            </p:txBody>
          </p:sp>
          <p:sp>
            <p:nvSpPr>
              <p:cNvPr id="103698" name="Line 1179"/>
              <p:cNvSpPr>
                <a:spLocks noChangeShapeType="1"/>
              </p:cNvSpPr>
              <p:nvPr/>
            </p:nvSpPr>
            <p:spPr bwMode="auto">
              <a:xfrm>
                <a:off x="3780" y="2387"/>
                <a:ext cx="72" cy="48"/>
              </a:xfrm>
              <a:prstGeom prst="line">
                <a:avLst/>
              </a:prstGeom>
              <a:grpFill/>
              <a:ln w="12700">
                <a:solidFill>
                  <a:schemeClr val="bg1">
                    <a:lumMod val="65000"/>
                  </a:schemeClr>
                </a:solidFill>
                <a:round/>
                <a:headEnd/>
                <a:tailEnd/>
              </a:ln>
            </p:spPr>
            <p:txBody>
              <a:bodyPr/>
              <a:lstStyle/>
              <a:p>
                <a:endParaRPr lang="en-US"/>
              </a:p>
            </p:txBody>
          </p:sp>
          <p:sp>
            <p:nvSpPr>
              <p:cNvPr id="103699" name="Line 1180"/>
              <p:cNvSpPr>
                <a:spLocks noChangeShapeType="1"/>
              </p:cNvSpPr>
              <p:nvPr/>
            </p:nvSpPr>
            <p:spPr bwMode="auto">
              <a:xfrm>
                <a:off x="3877" y="2451"/>
                <a:ext cx="71" cy="47"/>
              </a:xfrm>
              <a:prstGeom prst="line">
                <a:avLst/>
              </a:prstGeom>
              <a:grpFill/>
              <a:ln w="12700">
                <a:solidFill>
                  <a:schemeClr val="bg1">
                    <a:lumMod val="65000"/>
                  </a:schemeClr>
                </a:solidFill>
                <a:round/>
                <a:headEnd/>
                <a:tailEnd/>
              </a:ln>
            </p:spPr>
            <p:txBody>
              <a:bodyPr/>
              <a:lstStyle/>
              <a:p>
                <a:endParaRPr lang="en-US"/>
              </a:p>
            </p:txBody>
          </p:sp>
          <p:sp>
            <p:nvSpPr>
              <p:cNvPr id="103700" name="Line 1181"/>
              <p:cNvSpPr>
                <a:spLocks noChangeShapeType="1"/>
              </p:cNvSpPr>
              <p:nvPr/>
            </p:nvSpPr>
            <p:spPr bwMode="auto">
              <a:xfrm>
                <a:off x="3965" y="2507"/>
                <a:ext cx="78" cy="46"/>
              </a:xfrm>
              <a:prstGeom prst="line">
                <a:avLst/>
              </a:prstGeom>
              <a:grpFill/>
              <a:ln w="12700">
                <a:solidFill>
                  <a:schemeClr val="bg1">
                    <a:lumMod val="65000"/>
                  </a:schemeClr>
                </a:solidFill>
                <a:round/>
                <a:headEnd/>
                <a:tailEnd/>
              </a:ln>
            </p:spPr>
            <p:txBody>
              <a:bodyPr/>
              <a:lstStyle/>
              <a:p>
                <a:endParaRPr lang="en-US"/>
              </a:p>
            </p:txBody>
          </p:sp>
          <p:sp>
            <p:nvSpPr>
              <p:cNvPr id="103701" name="Line 1182"/>
              <p:cNvSpPr>
                <a:spLocks noChangeShapeType="1"/>
              </p:cNvSpPr>
              <p:nvPr/>
            </p:nvSpPr>
            <p:spPr bwMode="auto">
              <a:xfrm>
                <a:off x="4060" y="2570"/>
                <a:ext cx="55" cy="31"/>
              </a:xfrm>
              <a:prstGeom prst="line">
                <a:avLst/>
              </a:prstGeom>
              <a:grpFill/>
              <a:ln w="12700">
                <a:solidFill>
                  <a:schemeClr val="bg1">
                    <a:lumMod val="65000"/>
                  </a:schemeClr>
                </a:solidFill>
                <a:round/>
                <a:headEnd/>
                <a:tailEnd/>
              </a:ln>
            </p:spPr>
            <p:txBody>
              <a:bodyPr/>
              <a:lstStyle/>
              <a:p>
                <a:endParaRPr lang="en-US"/>
              </a:p>
            </p:txBody>
          </p:sp>
        </p:grpSp>
        <p:grpSp>
          <p:nvGrpSpPr>
            <p:cNvPr id="103655" name="Group 1183"/>
            <p:cNvGrpSpPr>
              <a:grpSpLocks/>
            </p:cNvGrpSpPr>
            <p:nvPr/>
          </p:nvGrpSpPr>
          <p:grpSpPr bwMode="auto">
            <a:xfrm>
              <a:off x="3780" y="1781"/>
              <a:ext cx="415" cy="263"/>
              <a:chOff x="3780" y="1781"/>
              <a:chExt cx="415" cy="263"/>
            </a:xfrm>
            <a:grpFill/>
          </p:grpSpPr>
          <p:sp>
            <p:nvSpPr>
              <p:cNvPr id="103692" name="Freeform 1184"/>
              <p:cNvSpPr>
                <a:spLocks/>
              </p:cNvSpPr>
              <p:nvPr/>
            </p:nvSpPr>
            <p:spPr bwMode="auto">
              <a:xfrm>
                <a:off x="4083" y="1781"/>
                <a:ext cx="112" cy="87"/>
              </a:xfrm>
              <a:custGeom>
                <a:avLst/>
                <a:gdLst>
                  <a:gd name="T0" fmla="*/ 112 w 112"/>
                  <a:gd name="T1" fmla="*/ 0 h 87"/>
                  <a:gd name="T2" fmla="*/ 32 w 112"/>
                  <a:gd name="T3" fmla="*/ 87 h 87"/>
                  <a:gd name="T4" fmla="*/ 16 w 112"/>
                  <a:gd name="T5" fmla="*/ 64 h 87"/>
                  <a:gd name="T6" fmla="*/ 0 w 112"/>
                  <a:gd name="T7" fmla="*/ 40 h 87"/>
                  <a:gd name="T8" fmla="*/ 112 w 112"/>
                  <a:gd name="T9" fmla="*/ 0 h 87"/>
                  <a:gd name="T10" fmla="*/ 0 60000 65536"/>
                  <a:gd name="T11" fmla="*/ 0 60000 65536"/>
                  <a:gd name="T12" fmla="*/ 0 60000 65536"/>
                  <a:gd name="T13" fmla="*/ 0 60000 65536"/>
                  <a:gd name="T14" fmla="*/ 0 60000 65536"/>
                  <a:gd name="T15" fmla="*/ 0 w 112"/>
                  <a:gd name="T16" fmla="*/ 0 h 87"/>
                  <a:gd name="T17" fmla="*/ 112 w 112"/>
                  <a:gd name="T18" fmla="*/ 87 h 87"/>
                </a:gdLst>
                <a:ahLst/>
                <a:cxnLst>
                  <a:cxn ang="T10">
                    <a:pos x="T0" y="T1"/>
                  </a:cxn>
                  <a:cxn ang="T11">
                    <a:pos x="T2" y="T3"/>
                  </a:cxn>
                  <a:cxn ang="T12">
                    <a:pos x="T4" y="T5"/>
                  </a:cxn>
                  <a:cxn ang="T13">
                    <a:pos x="T6" y="T7"/>
                  </a:cxn>
                  <a:cxn ang="T14">
                    <a:pos x="T8" y="T9"/>
                  </a:cxn>
                </a:cxnLst>
                <a:rect l="T15" t="T16" r="T17" b="T18"/>
                <a:pathLst>
                  <a:path w="112" h="87">
                    <a:moveTo>
                      <a:pt x="112" y="0"/>
                    </a:moveTo>
                    <a:lnTo>
                      <a:pt x="32" y="87"/>
                    </a:lnTo>
                    <a:lnTo>
                      <a:pt x="16" y="64"/>
                    </a:lnTo>
                    <a:lnTo>
                      <a:pt x="0" y="40"/>
                    </a:lnTo>
                    <a:lnTo>
                      <a:pt x="112" y="0"/>
                    </a:lnTo>
                    <a:close/>
                  </a:path>
                </a:pathLst>
              </a:custGeom>
              <a:grpFill/>
              <a:ln w="9525">
                <a:solidFill>
                  <a:schemeClr val="bg1">
                    <a:lumMod val="65000"/>
                  </a:schemeClr>
                </a:solidFill>
                <a:round/>
                <a:headEnd/>
                <a:tailEnd/>
              </a:ln>
            </p:spPr>
            <p:txBody>
              <a:bodyPr/>
              <a:lstStyle/>
              <a:p>
                <a:endParaRPr lang="en-US"/>
              </a:p>
            </p:txBody>
          </p:sp>
          <p:sp>
            <p:nvSpPr>
              <p:cNvPr id="103693" name="Line 1185"/>
              <p:cNvSpPr>
                <a:spLocks noChangeShapeType="1"/>
              </p:cNvSpPr>
              <p:nvPr/>
            </p:nvSpPr>
            <p:spPr bwMode="auto">
              <a:xfrm flipV="1">
                <a:off x="3780" y="1996"/>
                <a:ext cx="72" cy="48"/>
              </a:xfrm>
              <a:prstGeom prst="line">
                <a:avLst/>
              </a:prstGeom>
              <a:grpFill/>
              <a:ln w="12700">
                <a:solidFill>
                  <a:schemeClr val="bg1">
                    <a:lumMod val="65000"/>
                  </a:schemeClr>
                </a:solidFill>
                <a:round/>
                <a:headEnd/>
                <a:tailEnd/>
              </a:ln>
            </p:spPr>
            <p:txBody>
              <a:bodyPr/>
              <a:lstStyle/>
              <a:p>
                <a:endParaRPr lang="en-US"/>
              </a:p>
            </p:txBody>
          </p:sp>
          <p:sp>
            <p:nvSpPr>
              <p:cNvPr id="103694" name="Line 1186"/>
              <p:cNvSpPr>
                <a:spLocks noChangeShapeType="1"/>
              </p:cNvSpPr>
              <p:nvPr/>
            </p:nvSpPr>
            <p:spPr bwMode="auto">
              <a:xfrm flipV="1">
                <a:off x="3876" y="1940"/>
                <a:ext cx="72" cy="40"/>
              </a:xfrm>
              <a:prstGeom prst="line">
                <a:avLst/>
              </a:prstGeom>
              <a:grpFill/>
              <a:ln w="12700">
                <a:solidFill>
                  <a:schemeClr val="bg1">
                    <a:lumMod val="65000"/>
                  </a:schemeClr>
                </a:solidFill>
                <a:round/>
                <a:headEnd/>
                <a:tailEnd/>
              </a:ln>
            </p:spPr>
            <p:txBody>
              <a:bodyPr/>
              <a:lstStyle/>
              <a:p>
                <a:endParaRPr lang="en-US"/>
              </a:p>
            </p:txBody>
          </p:sp>
          <p:sp>
            <p:nvSpPr>
              <p:cNvPr id="103695" name="Line 1187"/>
              <p:cNvSpPr>
                <a:spLocks noChangeShapeType="1"/>
              </p:cNvSpPr>
              <p:nvPr/>
            </p:nvSpPr>
            <p:spPr bwMode="auto">
              <a:xfrm flipV="1">
                <a:off x="3973" y="1878"/>
                <a:ext cx="70" cy="46"/>
              </a:xfrm>
              <a:prstGeom prst="line">
                <a:avLst/>
              </a:prstGeom>
              <a:grpFill/>
              <a:ln w="12700">
                <a:solidFill>
                  <a:schemeClr val="bg1">
                    <a:lumMod val="65000"/>
                  </a:schemeClr>
                </a:solidFill>
                <a:round/>
                <a:headEnd/>
                <a:tailEnd/>
              </a:ln>
            </p:spPr>
            <p:txBody>
              <a:bodyPr/>
              <a:lstStyle/>
              <a:p>
                <a:endParaRPr lang="en-US"/>
              </a:p>
            </p:txBody>
          </p:sp>
          <p:sp>
            <p:nvSpPr>
              <p:cNvPr id="103696" name="Line 1188"/>
              <p:cNvSpPr>
                <a:spLocks noChangeShapeType="1"/>
              </p:cNvSpPr>
              <p:nvPr/>
            </p:nvSpPr>
            <p:spPr bwMode="auto">
              <a:xfrm flipV="1">
                <a:off x="4059" y="1846"/>
                <a:ext cx="40" cy="15"/>
              </a:xfrm>
              <a:prstGeom prst="line">
                <a:avLst/>
              </a:prstGeom>
              <a:grpFill/>
              <a:ln w="12700">
                <a:solidFill>
                  <a:schemeClr val="bg1">
                    <a:lumMod val="65000"/>
                  </a:schemeClr>
                </a:solidFill>
                <a:round/>
                <a:headEnd/>
                <a:tailEnd/>
              </a:ln>
            </p:spPr>
            <p:txBody>
              <a:bodyPr/>
              <a:lstStyle/>
              <a:p>
                <a:endParaRPr lang="en-US"/>
              </a:p>
            </p:txBody>
          </p:sp>
        </p:grpSp>
        <p:grpSp>
          <p:nvGrpSpPr>
            <p:cNvPr id="103656" name="Group 1189"/>
            <p:cNvGrpSpPr>
              <a:grpSpLocks/>
            </p:cNvGrpSpPr>
            <p:nvPr/>
          </p:nvGrpSpPr>
          <p:grpSpPr bwMode="auto">
            <a:xfrm>
              <a:off x="3780" y="1765"/>
              <a:ext cx="447" cy="279"/>
              <a:chOff x="3780" y="1765"/>
              <a:chExt cx="447" cy="279"/>
            </a:xfrm>
            <a:grpFill/>
          </p:grpSpPr>
          <p:sp>
            <p:nvSpPr>
              <p:cNvPr id="103687" name="Freeform 1190"/>
              <p:cNvSpPr>
                <a:spLocks/>
              </p:cNvSpPr>
              <p:nvPr/>
            </p:nvSpPr>
            <p:spPr bwMode="auto">
              <a:xfrm>
                <a:off x="4115" y="1964"/>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 name="T15" fmla="*/ 0 w 112"/>
                  <a:gd name="T16" fmla="*/ 0 h 80"/>
                  <a:gd name="T17" fmla="*/ 112 w 112"/>
                  <a:gd name="T18" fmla="*/ 80 h 80"/>
                </a:gdLst>
                <a:ahLst/>
                <a:cxnLst>
                  <a:cxn ang="T10">
                    <a:pos x="T0" y="T1"/>
                  </a:cxn>
                  <a:cxn ang="T11">
                    <a:pos x="T2" y="T3"/>
                  </a:cxn>
                  <a:cxn ang="T12">
                    <a:pos x="T4" y="T5"/>
                  </a:cxn>
                  <a:cxn ang="T13">
                    <a:pos x="T6" y="T7"/>
                  </a:cxn>
                  <a:cxn ang="T14">
                    <a:pos x="T8" y="T9"/>
                  </a:cxn>
                </a:cxnLst>
                <a:rect l="T15" t="T16" r="T17" b="T18"/>
                <a:pathLst>
                  <a:path w="112" h="80">
                    <a:moveTo>
                      <a:pt x="112" y="80"/>
                    </a:moveTo>
                    <a:lnTo>
                      <a:pt x="0" y="48"/>
                    </a:lnTo>
                    <a:lnTo>
                      <a:pt x="16" y="24"/>
                    </a:lnTo>
                    <a:lnTo>
                      <a:pt x="32" y="0"/>
                    </a:lnTo>
                    <a:lnTo>
                      <a:pt x="112" y="80"/>
                    </a:lnTo>
                    <a:close/>
                  </a:path>
                </a:pathLst>
              </a:custGeom>
              <a:grpFill/>
              <a:ln w="9525">
                <a:solidFill>
                  <a:schemeClr val="bg1">
                    <a:lumMod val="65000"/>
                  </a:schemeClr>
                </a:solidFill>
                <a:round/>
                <a:headEnd/>
                <a:tailEnd/>
              </a:ln>
            </p:spPr>
            <p:txBody>
              <a:bodyPr/>
              <a:lstStyle/>
              <a:p>
                <a:endParaRPr lang="en-US"/>
              </a:p>
            </p:txBody>
          </p:sp>
          <p:sp>
            <p:nvSpPr>
              <p:cNvPr id="103688" name="Line 1191"/>
              <p:cNvSpPr>
                <a:spLocks noChangeShapeType="1"/>
              </p:cNvSpPr>
              <p:nvPr/>
            </p:nvSpPr>
            <p:spPr bwMode="auto">
              <a:xfrm>
                <a:off x="3780" y="1765"/>
                <a:ext cx="72" cy="48"/>
              </a:xfrm>
              <a:prstGeom prst="line">
                <a:avLst/>
              </a:prstGeom>
              <a:grpFill/>
              <a:ln w="12700">
                <a:solidFill>
                  <a:schemeClr val="bg1">
                    <a:lumMod val="65000"/>
                  </a:schemeClr>
                </a:solidFill>
                <a:round/>
                <a:headEnd/>
                <a:tailEnd/>
              </a:ln>
            </p:spPr>
            <p:txBody>
              <a:bodyPr/>
              <a:lstStyle/>
              <a:p>
                <a:endParaRPr lang="en-US"/>
              </a:p>
            </p:txBody>
          </p:sp>
          <p:sp>
            <p:nvSpPr>
              <p:cNvPr id="103689" name="Line 1192"/>
              <p:cNvSpPr>
                <a:spLocks noChangeShapeType="1"/>
              </p:cNvSpPr>
              <p:nvPr/>
            </p:nvSpPr>
            <p:spPr bwMode="auto">
              <a:xfrm>
                <a:off x="3877" y="1821"/>
                <a:ext cx="71" cy="47"/>
              </a:xfrm>
              <a:prstGeom prst="line">
                <a:avLst/>
              </a:prstGeom>
              <a:grpFill/>
              <a:ln w="12700">
                <a:solidFill>
                  <a:schemeClr val="bg1">
                    <a:lumMod val="65000"/>
                  </a:schemeClr>
                </a:solidFill>
                <a:round/>
                <a:headEnd/>
                <a:tailEnd/>
              </a:ln>
            </p:spPr>
            <p:txBody>
              <a:bodyPr/>
              <a:lstStyle/>
              <a:p>
                <a:endParaRPr lang="en-US"/>
              </a:p>
            </p:txBody>
          </p:sp>
          <p:sp>
            <p:nvSpPr>
              <p:cNvPr id="103690" name="Line 1193"/>
              <p:cNvSpPr>
                <a:spLocks noChangeShapeType="1"/>
              </p:cNvSpPr>
              <p:nvPr/>
            </p:nvSpPr>
            <p:spPr bwMode="auto">
              <a:xfrm>
                <a:off x="3972" y="1884"/>
                <a:ext cx="71" cy="47"/>
              </a:xfrm>
              <a:prstGeom prst="line">
                <a:avLst/>
              </a:prstGeom>
              <a:grpFill/>
              <a:ln w="12700">
                <a:solidFill>
                  <a:schemeClr val="bg1">
                    <a:lumMod val="65000"/>
                  </a:schemeClr>
                </a:solidFill>
                <a:round/>
                <a:headEnd/>
                <a:tailEnd/>
              </a:ln>
            </p:spPr>
            <p:txBody>
              <a:bodyPr/>
              <a:lstStyle/>
              <a:p>
                <a:endParaRPr lang="en-US"/>
              </a:p>
            </p:txBody>
          </p:sp>
          <p:sp>
            <p:nvSpPr>
              <p:cNvPr id="103691" name="Line 1194"/>
              <p:cNvSpPr>
                <a:spLocks noChangeShapeType="1"/>
              </p:cNvSpPr>
              <p:nvPr/>
            </p:nvSpPr>
            <p:spPr bwMode="auto">
              <a:xfrm>
                <a:off x="4068" y="1940"/>
                <a:ext cx="63" cy="47"/>
              </a:xfrm>
              <a:prstGeom prst="line">
                <a:avLst/>
              </a:prstGeom>
              <a:grpFill/>
              <a:ln w="12700">
                <a:solidFill>
                  <a:schemeClr val="bg1">
                    <a:lumMod val="65000"/>
                  </a:schemeClr>
                </a:solidFill>
                <a:round/>
                <a:headEnd/>
                <a:tailEnd/>
              </a:ln>
            </p:spPr>
            <p:txBody>
              <a:bodyPr/>
              <a:lstStyle/>
              <a:p>
                <a:endParaRPr lang="en-US"/>
              </a:p>
            </p:txBody>
          </p:sp>
        </p:grpSp>
        <p:grpSp>
          <p:nvGrpSpPr>
            <p:cNvPr id="103657" name="Group 1195"/>
            <p:cNvGrpSpPr>
              <a:grpSpLocks/>
            </p:cNvGrpSpPr>
            <p:nvPr/>
          </p:nvGrpSpPr>
          <p:grpSpPr bwMode="auto">
            <a:xfrm>
              <a:off x="3326" y="1781"/>
              <a:ext cx="430" cy="255"/>
              <a:chOff x="3326" y="1781"/>
              <a:chExt cx="430" cy="255"/>
            </a:xfrm>
            <a:grpFill/>
          </p:grpSpPr>
          <p:sp>
            <p:nvSpPr>
              <p:cNvPr id="103682" name="Freeform 1196"/>
              <p:cNvSpPr>
                <a:spLocks/>
              </p:cNvSpPr>
              <p:nvPr/>
            </p:nvSpPr>
            <p:spPr bwMode="auto">
              <a:xfrm>
                <a:off x="3644" y="1956"/>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 name="T15" fmla="*/ 0 w 112"/>
                  <a:gd name="T16" fmla="*/ 0 h 80"/>
                  <a:gd name="T17" fmla="*/ 112 w 112"/>
                  <a:gd name="T18" fmla="*/ 80 h 80"/>
                </a:gdLst>
                <a:ahLst/>
                <a:cxnLst>
                  <a:cxn ang="T10">
                    <a:pos x="T0" y="T1"/>
                  </a:cxn>
                  <a:cxn ang="T11">
                    <a:pos x="T2" y="T3"/>
                  </a:cxn>
                  <a:cxn ang="T12">
                    <a:pos x="T4" y="T5"/>
                  </a:cxn>
                  <a:cxn ang="T13">
                    <a:pos x="T6" y="T7"/>
                  </a:cxn>
                  <a:cxn ang="T14">
                    <a:pos x="T8" y="T9"/>
                  </a:cxn>
                </a:cxnLst>
                <a:rect l="T15" t="T16" r="T17" b="T18"/>
                <a:pathLst>
                  <a:path w="112" h="80">
                    <a:moveTo>
                      <a:pt x="112" y="80"/>
                    </a:moveTo>
                    <a:lnTo>
                      <a:pt x="0" y="48"/>
                    </a:lnTo>
                    <a:lnTo>
                      <a:pt x="16" y="24"/>
                    </a:lnTo>
                    <a:lnTo>
                      <a:pt x="32" y="0"/>
                    </a:lnTo>
                    <a:lnTo>
                      <a:pt x="112" y="80"/>
                    </a:lnTo>
                    <a:close/>
                  </a:path>
                </a:pathLst>
              </a:custGeom>
              <a:grpFill/>
              <a:ln w="9525">
                <a:solidFill>
                  <a:schemeClr val="bg1">
                    <a:lumMod val="65000"/>
                  </a:schemeClr>
                </a:solidFill>
                <a:round/>
                <a:headEnd/>
                <a:tailEnd/>
              </a:ln>
            </p:spPr>
            <p:txBody>
              <a:bodyPr/>
              <a:lstStyle/>
              <a:p>
                <a:endParaRPr lang="en-US"/>
              </a:p>
            </p:txBody>
          </p:sp>
          <p:sp>
            <p:nvSpPr>
              <p:cNvPr id="103683" name="Line 1197"/>
              <p:cNvSpPr>
                <a:spLocks noChangeShapeType="1"/>
              </p:cNvSpPr>
              <p:nvPr/>
            </p:nvSpPr>
            <p:spPr bwMode="auto">
              <a:xfrm>
                <a:off x="3326" y="1781"/>
                <a:ext cx="71" cy="47"/>
              </a:xfrm>
              <a:prstGeom prst="line">
                <a:avLst/>
              </a:prstGeom>
              <a:grpFill/>
              <a:ln w="12700">
                <a:solidFill>
                  <a:schemeClr val="bg1">
                    <a:lumMod val="65000"/>
                  </a:schemeClr>
                </a:solidFill>
                <a:round/>
                <a:headEnd/>
                <a:tailEnd/>
              </a:ln>
            </p:spPr>
            <p:txBody>
              <a:bodyPr/>
              <a:lstStyle/>
              <a:p>
                <a:endParaRPr lang="en-US"/>
              </a:p>
            </p:txBody>
          </p:sp>
          <p:sp>
            <p:nvSpPr>
              <p:cNvPr id="103684" name="Line 1198"/>
              <p:cNvSpPr>
                <a:spLocks noChangeShapeType="1"/>
              </p:cNvSpPr>
              <p:nvPr/>
            </p:nvSpPr>
            <p:spPr bwMode="auto">
              <a:xfrm>
                <a:off x="3422" y="1837"/>
                <a:ext cx="79" cy="47"/>
              </a:xfrm>
              <a:prstGeom prst="line">
                <a:avLst/>
              </a:prstGeom>
              <a:grpFill/>
              <a:ln w="12700">
                <a:solidFill>
                  <a:schemeClr val="bg1">
                    <a:lumMod val="65000"/>
                  </a:schemeClr>
                </a:solidFill>
                <a:round/>
                <a:headEnd/>
                <a:tailEnd/>
              </a:ln>
            </p:spPr>
            <p:txBody>
              <a:bodyPr/>
              <a:lstStyle/>
              <a:p>
                <a:endParaRPr lang="en-US"/>
              </a:p>
            </p:txBody>
          </p:sp>
          <p:sp>
            <p:nvSpPr>
              <p:cNvPr id="103685" name="Line 1199"/>
              <p:cNvSpPr>
                <a:spLocks noChangeShapeType="1"/>
              </p:cNvSpPr>
              <p:nvPr/>
            </p:nvSpPr>
            <p:spPr bwMode="auto">
              <a:xfrm>
                <a:off x="3516" y="1892"/>
                <a:ext cx="80" cy="47"/>
              </a:xfrm>
              <a:prstGeom prst="line">
                <a:avLst/>
              </a:prstGeom>
              <a:grpFill/>
              <a:ln w="12700">
                <a:solidFill>
                  <a:schemeClr val="bg1">
                    <a:lumMod val="65000"/>
                  </a:schemeClr>
                </a:solidFill>
                <a:round/>
                <a:headEnd/>
                <a:tailEnd/>
              </a:ln>
            </p:spPr>
            <p:txBody>
              <a:bodyPr/>
              <a:lstStyle/>
              <a:p>
                <a:endParaRPr lang="en-US"/>
              </a:p>
            </p:txBody>
          </p:sp>
          <p:sp>
            <p:nvSpPr>
              <p:cNvPr id="103686" name="Line 1200"/>
              <p:cNvSpPr>
                <a:spLocks noChangeShapeType="1"/>
              </p:cNvSpPr>
              <p:nvPr/>
            </p:nvSpPr>
            <p:spPr bwMode="auto">
              <a:xfrm>
                <a:off x="3612" y="1948"/>
                <a:ext cx="48" cy="32"/>
              </a:xfrm>
              <a:prstGeom prst="line">
                <a:avLst/>
              </a:prstGeom>
              <a:grpFill/>
              <a:ln w="12700">
                <a:solidFill>
                  <a:schemeClr val="bg1">
                    <a:lumMod val="65000"/>
                  </a:schemeClr>
                </a:solidFill>
                <a:round/>
                <a:headEnd/>
                <a:tailEnd/>
              </a:ln>
            </p:spPr>
            <p:txBody>
              <a:bodyPr/>
              <a:lstStyle/>
              <a:p>
                <a:endParaRPr lang="en-US"/>
              </a:p>
            </p:txBody>
          </p:sp>
        </p:grpSp>
        <p:grpSp>
          <p:nvGrpSpPr>
            <p:cNvPr id="103658" name="Group 1201"/>
            <p:cNvGrpSpPr>
              <a:grpSpLocks/>
            </p:cNvGrpSpPr>
            <p:nvPr/>
          </p:nvGrpSpPr>
          <p:grpSpPr bwMode="auto">
            <a:xfrm>
              <a:off x="3325" y="2698"/>
              <a:ext cx="415" cy="279"/>
              <a:chOff x="3325" y="2698"/>
              <a:chExt cx="415" cy="279"/>
            </a:xfrm>
            <a:grpFill/>
          </p:grpSpPr>
          <p:sp>
            <p:nvSpPr>
              <p:cNvPr id="103677" name="Freeform 1202"/>
              <p:cNvSpPr>
                <a:spLocks/>
              </p:cNvSpPr>
              <p:nvPr/>
            </p:nvSpPr>
            <p:spPr bwMode="auto">
              <a:xfrm>
                <a:off x="3628" y="2889"/>
                <a:ext cx="112" cy="88"/>
              </a:xfrm>
              <a:custGeom>
                <a:avLst/>
                <a:gdLst>
                  <a:gd name="T0" fmla="*/ 112 w 112"/>
                  <a:gd name="T1" fmla="*/ 88 h 88"/>
                  <a:gd name="T2" fmla="*/ 0 w 112"/>
                  <a:gd name="T3" fmla="*/ 48 h 88"/>
                  <a:gd name="T4" fmla="*/ 16 w 112"/>
                  <a:gd name="T5" fmla="*/ 24 h 88"/>
                  <a:gd name="T6" fmla="*/ 32 w 112"/>
                  <a:gd name="T7" fmla="*/ 0 h 88"/>
                  <a:gd name="T8" fmla="*/ 112 w 112"/>
                  <a:gd name="T9" fmla="*/ 88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88"/>
                    </a:moveTo>
                    <a:lnTo>
                      <a:pt x="0" y="48"/>
                    </a:lnTo>
                    <a:lnTo>
                      <a:pt x="16" y="24"/>
                    </a:lnTo>
                    <a:lnTo>
                      <a:pt x="32" y="0"/>
                    </a:lnTo>
                    <a:lnTo>
                      <a:pt x="112" y="88"/>
                    </a:lnTo>
                    <a:close/>
                  </a:path>
                </a:pathLst>
              </a:custGeom>
              <a:grpFill/>
              <a:ln w="9525">
                <a:solidFill>
                  <a:schemeClr val="bg1">
                    <a:lumMod val="65000"/>
                  </a:schemeClr>
                </a:solidFill>
                <a:round/>
                <a:headEnd/>
                <a:tailEnd/>
              </a:ln>
            </p:spPr>
            <p:txBody>
              <a:bodyPr/>
              <a:lstStyle/>
              <a:p>
                <a:endParaRPr lang="en-US"/>
              </a:p>
            </p:txBody>
          </p:sp>
          <p:sp>
            <p:nvSpPr>
              <p:cNvPr id="103678" name="Line 1203"/>
              <p:cNvSpPr>
                <a:spLocks noChangeShapeType="1"/>
              </p:cNvSpPr>
              <p:nvPr/>
            </p:nvSpPr>
            <p:spPr bwMode="auto">
              <a:xfrm>
                <a:off x="3325" y="2698"/>
                <a:ext cx="72" cy="48"/>
              </a:xfrm>
              <a:prstGeom prst="line">
                <a:avLst/>
              </a:prstGeom>
              <a:grpFill/>
              <a:ln w="12700">
                <a:solidFill>
                  <a:schemeClr val="bg1">
                    <a:lumMod val="65000"/>
                  </a:schemeClr>
                </a:solidFill>
                <a:round/>
                <a:headEnd/>
                <a:tailEnd/>
              </a:ln>
            </p:spPr>
            <p:txBody>
              <a:bodyPr/>
              <a:lstStyle/>
              <a:p>
                <a:endParaRPr lang="en-US"/>
              </a:p>
            </p:txBody>
          </p:sp>
          <p:sp>
            <p:nvSpPr>
              <p:cNvPr id="103679" name="Line 1204"/>
              <p:cNvSpPr>
                <a:spLocks noChangeShapeType="1"/>
              </p:cNvSpPr>
              <p:nvPr/>
            </p:nvSpPr>
            <p:spPr bwMode="auto">
              <a:xfrm>
                <a:off x="3421" y="2762"/>
                <a:ext cx="72" cy="48"/>
              </a:xfrm>
              <a:prstGeom prst="line">
                <a:avLst/>
              </a:prstGeom>
              <a:grpFill/>
              <a:ln w="12700">
                <a:solidFill>
                  <a:schemeClr val="bg1">
                    <a:lumMod val="65000"/>
                  </a:schemeClr>
                </a:solidFill>
                <a:round/>
                <a:headEnd/>
                <a:tailEnd/>
              </a:ln>
            </p:spPr>
            <p:txBody>
              <a:bodyPr/>
              <a:lstStyle/>
              <a:p>
                <a:endParaRPr lang="en-US"/>
              </a:p>
            </p:txBody>
          </p:sp>
          <p:sp>
            <p:nvSpPr>
              <p:cNvPr id="103680" name="Line 1205"/>
              <p:cNvSpPr>
                <a:spLocks noChangeShapeType="1"/>
              </p:cNvSpPr>
              <p:nvPr/>
            </p:nvSpPr>
            <p:spPr bwMode="auto">
              <a:xfrm>
                <a:off x="3510" y="2826"/>
                <a:ext cx="70" cy="46"/>
              </a:xfrm>
              <a:prstGeom prst="line">
                <a:avLst/>
              </a:prstGeom>
              <a:grpFill/>
              <a:ln w="12700">
                <a:solidFill>
                  <a:schemeClr val="bg1">
                    <a:lumMod val="65000"/>
                  </a:schemeClr>
                </a:solidFill>
                <a:round/>
                <a:headEnd/>
                <a:tailEnd/>
              </a:ln>
            </p:spPr>
            <p:txBody>
              <a:bodyPr/>
              <a:lstStyle/>
              <a:p>
                <a:endParaRPr lang="en-US"/>
              </a:p>
            </p:txBody>
          </p:sp>
          <p:sp>
            <p:nvSpPr>
              <p:cNvPr id="103681" name="Line 1206"/>
              <p:cNvSpPr>
                <a:spLocks noChangeShapeType="1"/>
              </p:cNvSpPr>
              <p:nvPr/>
            </p:nvSpPr>
            <p:spPr bwMode="auto">
              <a:xfrm>
                <a:off x="3604" y="2881"/>
                <a:ext cx="40" cy="31"/>
              </a:xfrm>
              <a:prstGeom prst="line">
                <a:avLst/>
              </a:prstGeom>
              <a:grpFill/>
              <a:ln w="12700">
                <a:solidFill>
                  <a:schemeClr val="bg1">
                    <a:lumMod val="65000"/>
                  </a:schemeClr>
                </a:solidFill>
                <a:round/>
                <a:headEnd/>
                <a:tailEnd/>
              </a:ln>
            </p:spPr>
            <p:txBody>
              <a:bodyPr/>
              <a:lstStyle/>
              <a:p>
                <a:endParaRPr lang="en-US"/>
              </a:p>
            </p:txBody>
          </p:sp>
        </p:grpSp>
        <p:grpSp>
          <p:nvGrpSpPr>
            <p:cNvPr id="103659" name="Group 1207"/>
            <p:cNvGrpSpPr>
              <a:grpSpLocks/>
            </p:cNvGrpSpPr>
            <p:nvPr/>
          </p:nvGrpSpPr>
          <p:grpSpPr bwMode="auto">
            <a:xfrm>
              <a:off x="2878" y="2395"/>
              <a:ext cx="423" cy="271"/>
              <a:chOff x="2878" y="2395"/>
              <a:chExt cx="423" cy="271"/>
            </a:xfrm>
            <a:grpFill/>
          </p:grpSpPr>
          <p:sp>
            <p:nvSpPr>
              <p:cNvPr id="103672" name="Freeform 1208"/>
              <p:cNvSpPr>
                <a:spLocks/>
              </p:cNvSpPr>
              <p:nvPr/>
            </p:nvSpPr>
            <p:spPr bwMode="auto">
              <a:xfrm>
                <a:off x="3189" y="2578"/>
                <a:ext cx="112" cy="88"/>
              </a:xfrm>
              <a:custGeom>
                <a:avLst/>
                <a:gdLst>
                  <a:gd name="T0" fmla="*/ 112 w 112"/>
                  <a:gd name="T1" fmla="*/ 88 h 88"/>
                  <a:gd name="T2" fmla="*/ 0 w 112"/>
                  <a:gd name="T3" fmla="*/ 48 h 88"/>
                  <a:gd name="T4" fmla="*/ 16 w 112"/>
                  <a:gd name="T5" fmla="*/ 24 h 88"/>
                  <a:gd name="T6" fmla="*/ 32 w 112"/>
                  <a:gd name="T7" fmla="*/ 0 h 88"/>
                  <a:gd name="T8" fmla="*/ 112 w 112"/>
                  <a:gd name="T9" fmla="*/ 88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88"/>
                    </a:moveTo>
                    <a:lnTo>
                      <a:pt x="0" y="48"/>
                    </a:lnTo>
                    <a:lnTo>
                      <a:pt x="16" y="24"/>
                    </a:lnTo>
                    <a:lnTo>
                      <a:pt x="32" y="0"/>
                    </a:lnTo>
                    <a:lnTo>
                      <a:pt x="112" y="88"/>
                    </a:lnTo>
                    <a:close/>
                  </a:path>
                </a:pathLst>
              </a:custGeom>
              <a:grpFill/>
              <a:ln w="9525">
                <a:solidFill>
                  <a:schemeClr val="bg1">
                    <a:lumMod val="65000"/>
                  </a:schemeClr>
                </a:solidFill>
                <a:round/>
                <a:headEnd/>
                <a:tailEnd/>
              </a:ln>
            </p:spPr>
            <p:txBody>
              <a:bodyPr/>
              <a:lstStyle/>
              <a:p>
                <a:endParaRPr lang="en-US"/>
              </a:p>
            </p:txBody>
          </p:sp>
          <p:sp>
            <p:nvSpPr>
              <p:cNvPr id="103673" name="Line 1209"/>
              <p:cNvSpPr>
                <a:spLocks noChangeShapeType="1"/>
              </p:cNvSpPr>
              <p:nvPr/>
            </p:nvSpPr>
            <p:spPr bwMode="auto">
              <a:xfrm>
                <a:off x="2878" y="2395"/>
                <a:ext cx="72" cy="48"/>
              </a:xfrm>
              <a:prstGeom prst="line">
                <a:avLst/>
              </a:prstGeom>
              <a:grpFill/>
              <a:ln w="12700">
                <a:solidFill>
                  <a:schemeClr val="bg1">
                    <a:lumMod val="65000"/>
                  </a:schemeClr>
                </a:solidFill>
                <a:round/>
                <a:headEnd/>
                <a:tailEnd/>
              </a:ln>
            </p:spPr>
            <p:txBody>
              <a:bodyPr/>
              <a:lstStyle/>
              <a:p>
                <a:endParaRPr lang="en-US"/>
              </a:p>
            </p:txBody>
          </p:sp>
          <p:sp>
            <p:nvSpPr>
              <p:cNvPr id="103674" name="Line 1210"/>
              <p:cNvSpPr>
                <a:spLocks noChangeShapeType="1"/>
              </p:cNvSpPr>
              <p:nvPr/>
            </p:nvSpPr>
            <p:spPr bwMode="auto">
              <a:xfrm>
                <a:off x="2975" y="2459"/>
                <a:ext cx="70" cy="38"/>
              </a:xfrm>
              <a:prstGeom prst="line">
                <a:avLst/>
              </a:prstGeom>
              <a:grpFill/>
              <a:ln w="12700">
                <a:solidFill>
                  <a:schemeClr val="bg1">
                    <a:lumMod val="65000"/>
                  </a:schemeClr>
                </a:solidFill>
                <a:round/>
                <a:headEnd/>
                <a:tailEnd/>
              </a:ln>
            </p:spPr>
            <p:txBody>
              <a:bodyPr/>
              <a:lstStyle/>
              <a:p>
                <a:endParaRPr lang="en-US"/>
              </a:p>
            </p:txBody>
          </p:sp>
          <p:sp>
            <p:nvSpPr>
              <p:cNvPr id="103675" name="Line 1211"/>
              <p:cNvSpPr>
                <a:spLocks noChangeShapeType="1"/>
              </p:cNvSpPr>
              <p:nvPr/>
            </p:nvSpPr>
            <p:spPr bwMode="auto">
              <a:xfrm>
                <a:off x="3070" y="2515"/>
                <a:ext cx="71" cy="47"/>
              </a:xfrm>
              <a:prstGeom prst="line">
                <a:avLst/>
              </a:prstGeom>
              <a:grpFill/>
              <a:ln w="12700">
                <a:solidFill>
                  <a:schemeClr val="bg1">
                    <a:lumMod val="65000"/>
                  </a:schemeClr>
                </a:solidFill>
                <a:round/>
                <a:headEnd/>
                <a:tailEnd/>
              </a:ln>
            </p:spPr>
            <p:txBody>
              <a:bodyPr/>
              <a:lstStyle/>
              <a:p>
                <a:endParaRPr lang="en-US"/>
              </a:p>
            </p:txBody>
          </p:sp>
          <p:sp>
            <p:nvSpPr>
              <p:cNvPr id="103676" name="Line 1212"/>
              <p:cNvSpPr>
                <a:spLocks noChangeShapeType="1"/>
              </p:cNvSpPr>
              <p:nvPr/>
            </p:nvSpPr>
            <p:spPr bwMode="auto">
              <a:xfrm>
                <a:off x="3157" y="2578"/>
                <a:ext cx="48" cy="24"/>
              </a:xfrm>
              <a:prstGeom prst="line">
                <a:avLst/>
              </a:prstGeom>
              <a:grpFill/>
              <a:ln w="12700">
                <a:solidFill>
                  <a:schemeClr val="bg1">
                    <a:lumMod val="65000"/>
                  </a:schemeClr>
                </a:solidFill>
                <a:round/>
                <a:headEnd/>
                <a:tailEnd/>
              </a:ln>
            </p:spPr>
            <p:txBody>
              <a:bodyPr/>
              <a:lstStyle/>
              <a:p>
                <a:endParaRPr lang="en-US"/>
              </a:p>
            </p:txBody>
          </p:sp>
        </p:grpSp>
        <p:grpSp>
          <p:nvGrpSpPr>
            <p:cNvPr id="103660" name="Group 1213"/>
            <p:cNvGrpSpPr>
              <a:grpSpLocks/>
            </p:cNvGrpSpPr>
            <p:nvPr/>
          </p:nvGrpSpPr>
          <p:grpSpPr bwMode="auto">
            <a:xfrm>
              <a:off x="2862" y="3001"/>
              <a:ext cx="423" cy="263"/>
              <a:chOff x="2862" y="3001"/>
              <a:chExt cx="423" cy="263"/>
            </a:xfrm>
            <a:grpFill/>
          </p:grpSpPr>
          <p:sp>
            <p:nvSpPr>
              <p:cNvPr id="103667" name="Freeform 1214"/>
              <p:cNvSpPr>
                <a:spLocks/>
              </p:cNvSpPr>
              <p:nvPr/>
            </p:nvSpPr>
            <p:spPr bwMode="auto">
              <a:xfrm>
                <a:off x="3173" y="3185"/>
                <a:ext cx="112" cy="79"/>
              </a:xfrm>
              <a:custGeom>
                <a:avLst/>
                <a:gdLst>
                  <a:gd name="T0" fmla="*/ 112 w 112"/>
                  <a:gd name="T1" fmla="*/ 79 h 79"/>
                  <a:gd name="T2" fmla="*/ 0 w 112"/>
                  <a:gd name="T3" fmla="*/ 47 h 79"/>
                  <a:gd name="T4" fmla="*/ 16 w 112"/>
                  <a:gd name="T5" fmla="*/ 23 h 79"/>
                  <a:gd name="T6" fmla="*/ 32 w 112"/>
                  <a:gd name="T7" fmla="*/ 0 h 79"/>
                  <a:gd name="T8" fmla="*/ 112 w 112"/>
                  <a:gd name="T9" fmla="*/ 79 h 79"/>
                  <a:gd name="T10" fmla="*/ 0 60000 65536"/>
                  <a:gd name="T11" fmla="*/ 0 60000 65536"/>
                  <a:gd name="T12" fmla="*/ 0 60000 65536"/>
                  <a:gd name="T13" fmla="*/ 0 60000 65536"/>
                  <a:gd name="T14" fmla="*/ 0 60000 65536"/>
                  <a:gd name="T15" fmla="*/ 0 w 112"/>
                  <a:gd name="T16" fmla="*/ 0 h 79"/>
                  <a:gd name="T17" fmla="*/ 112 w 112"/>
                  <a:gd name="T18" fmla="*/ 79 h 79"/>
                </a:gdLst>
                <a:ahLst/>
                <a:cxnLst>
                  <a:cxn ang="T10">
                    <a:pos x="T0" y="T1"/>
                  </a:cxn>
                  <a:cxn ang="T11">
                    <a:pos x="T2" y="T3"/>
                  </a:cxn>
                  <a:cxn ang="T12">
                    <a:pos x="T4" y="T5"/>
                  </a:cxn>
                  <a:cxn ang="T13">
                    <a:pos x="T6" y="T7"/>
                  </a:cxn>
                  <a:cxn ang="T14">
                    <a:pos x="T8" y="T9"/>
                  </a:cxn>
                </a:cxnLst>
                <a:rect l="T15" t="T16" r="T17" b="T18"/>
                <a:pathLst>
                  <a:path w="112" h="79">
                    <a:moveTo>
                      <a:pt x="112" y="79"/>
                    </a:moveTo>
                    <a:lnTo>
                      <a:pt x="0" y="47"/>
                    </a:lnTo>
                    <a:lnTo>
                      <a:pt x="16" y="23"/>
                    </a:lnTo>
                    <a:lnTo>
                      <a:pt x="32" y="0"/>
                    </a:lnTo>
                    <a:lnTo>
                      <a:pt x="112" y="79"/>
                    </a:lnTo>
                    <a:close/>
                  </a:path>
                </a:pathLst>
              </a:custGeom>
              <a:grpFill/>
              <a:ln w="9525">
                <a:solidFill>
                  <a:schemeClr val="bg1">
                    <a:lumMod val="65000"/>
                  </a:schemeClr>
                </a:solidFill>
                <a:round/>
                <a:headEnd/>
                <a:tailEnd/>
              </a:ln>
            </p:spPr>
            <p:txBody>
              <a:bodyPr/>
              <a:lstStyle/>
              <a:p>
                <a:endParaRPr lang="en-US"/>
              </a:p>
            </p:txBody>
          </p:sp>
          <p:sp>
            <p:nvSpPr>
              <p:cNvPr id="103668" name="Line 1215"/>
              <p:cNvSpPr>
                <a:spLocks noChangeShapeType="1"/>
              </p:cNvSpPr>
              <p:nvPr/>
            </p:nvSpPr>
            <p:spPr bwMode="auto">
              <a:xfrm>
                <a:off x="2862" y="3001"/>
                <a:ext cx="72" cy="48"/>
              </a:xfrm>
              <a:prstGeom prst="line">
                <a:avLst/>
              </a:prstGeom>
              <a:grpFill/>
              <a:ln w="12700">
                <a:solidFill>
                  <a:schemeClr val="bg1">
                    <a:lumMod val="65000"/>
                  </a:schemeClr>
                </a:solidFill>
                <a:round/>
                <a:headEnd/>
                <a:tailEnd/>
              </a:ln>
            </p:spPr>
            <p:txBody>
              <a:bodyPr/>
              <a:lstStyle/>
              <a:p>
                <a:endParaRPr lang="en-US"/>
              </a:p>
            </p:txBody>
          </p:sp>
          <p:sp>
            <p:nvSpPr>
              <p:cNvPr id="103669" name="Line 1216"/>
              <p:cNvSpPr>
                <a:spLocks noChangeShapeType="1"/>
              </p:cNvSpPr>
              <p:nvPr/>
            </p:nvSpPr>
            <p:spPr bwMode="auto">
              <a:xfrm>
                <a:off x="2958" y="3057"/>
                <a:ext cx="71" cy="47"/>
              </a:xfrm>
              <a:prstGeom prst="line">
                <a:avLst/>
              </a:prstGeom>
              <a:grpFill/>
              <a:ln w="12700">
                <a:solidFill>
                  <a:schemeClr val="bg1">
                    <a:lumMod val="65000"/>
                  </a:schemeClr>
                </a:solidFill>
                <a:round/>
                <a:headEnd/>
                <a:tailEnd/>
              </a:ln>
            </p:spPr>
            <p:txBody>
              <a:bodyPr/>
              <a:lstStyle/>
              <a:p>
                <a:endParaRPr lang="en-US"/>
              </a:p>
            </p:txBody>
          </p:sp>
          <p:sp>
            <p:nvSpPr>
              <p:cNvPr id="103670" name="Line 1217"/>
              <p:cNvSpPr>
                <a:spLocks noChangeShapeType="1"/>
              </p:cNvSpPr>
              <p:nvPr/>
            </p:nvSpPr>
            <p:spPr bwMode="auto">
              <a:xfrm>
                <a:off x="3054" y="3121"/>
                <a:ext cx="71" cy="47"/>
              </a:xfrm>
              <a:prstGeom prst="line">
                <a:avLst/>
              </a:prstGeom>
              <a:grpFill/>
              <a:ln w="12700">
                <a:solidFill>
                  <a:schemeClr val="bg1">
                    <a:lumMod val="65000"/>
                  </a:schemeClr>
                </a:solidFill>
                <a:round/>
                <a:headEnd/>
                <a:tailEnd/>
              </a:ln>
            </p:spPr>
            <p:txBody>
              <a:bodyPr/>
              <a:lstStyle/>
              <a:p>
                <a:endParaRPr lang="en-US"/>
              </a:p>
            </p:txBody>
          </p:sp>
          <p:sp>
            <p:nvSpPr>
              <p:cNvPr id="103671" name="Line 1218"/>
              <p:cNvSpPr>
                <a:spLocks noChangeShapeType="1"/>
              </p:cNvSpPr>
              <p:nvPr/>
            </p:nvSpPr>
            <p:spPr bwMode="auto">
              <a:xfrm>
                <a:off x="3150" y="3177"/>
                <a:ext cx="39" cy="30"/>
              </a:xfrm>
              <a:prstGeom prst="line">
                <a:avLst/>
              </a:prstGeom>
              <a:grpFill/>
              <a:ln w="12700">
                <a:solidFill>
                  <a:schemeClr val="bg1">
                    <a:lumMod val="65000"/>
                  </a:schemeClr>
                </a:solidFill>
                <a:round/>
                <a:headEnd/>
                <a:tailEnd/>
              </a:ln>
            </p:spPr>
            <p:txBody>
              <a:bodyPr/>
              <a:lstStyle/>
              <a:p>
                <a:endParaRPr lang="en-US"/>
              </a:p>
            </p:txBody>
          </p:sp>
        </p:grpSp>
        <p:grpSp>
          <p:nvGrpSpPr>
            <p:cNvPr id="103661" name="Group 1219"/>
            <p:cNvGrpSpPr>
              <a:grpSpLocks/>
            </p:cNvGrpSpPr>
            <p:nvPr/>
          </p:nvGrpSpPr>
          <p:grpSpPr bwMode="auto">
            <a:xfrm>
              <a:off x="3318" y="3304"/>
              <a:ext cx="422" cy="287"/>
              <a:chOff x="3318" y="3304"/>
              <a:chExt cx="422" cy="287"/>
            </a:xfrm>
            <a:grpFill/>
          </p:grpSpPr>
          <p:sp>
            <p:nvSpPr>
              <p:cNvPr id="103662" name="Freeform 1220"/>
              <p:cNvSpPr>
                <a:spLocks/>
              </p:cNvSpPr>
              <p:nvPr/>
            </p:nvSpPr>
            <p:spPr bwMode="auto">
              <a:xfrm>
                <a:off x="3628" y="3304"/>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 name="T15" fmla="*/ 0 w 112"/>
                  <a:gd name="T16" fmla="*/ 0 h 88"/>
                  <a:gd name="T17" fmla="*/ 112 w 112"/>
                  <a:gd name="T18" fmla="*/ 88 h 88"/>
                </a:gdLst>
                <a:ahLst/>
                <a:cxnLst>
                  <a:cxn ang="T10">
                    <a:pos x="T0" y="T1"/>
                  </a:cxn>
                  <a:cxn ang="T11">
                    <a:pos x="T2" y="T3"/>
                  </a:cxn>
                  <a:cxn ang="T12">
                    <a:pos x="T4" y="T5"/>
                  </a:cxn>
                  <a:cxn ang="T13">
                    <a:pos x="T6" y="T7"/>
                  </a:cxn>
                  <a:cxn ang="T14">
                    <a:pos x="T8" y="T9"/>
                  </a:cxn>
                </a:cxnLst>
                <a:rect l="T15" t="T16" r="T17" b="T18"/>
                <a:pathLst>
                  <a:path w="112" h="88">
                    <a:moveTo>
                      <a:pt x="112" y="0"/>
                    </a:moveTo>
                    <a:lnTo>
                      <a:pt x="32" y="88"/>
                    </a:lnTo>
                    <a:lnTo>
                      <a:pt x="16" y="64"/>
                    </a:lnTo>
                    <a:lnTo>
                      <a:pt x="0" y="40"/>
                    </a:lnTo>
                    <a:lnTo>
                      <a:pt x="112" y="0"/>
                    </a:lnTo>
                    <a:close/>
                  </a:path>
                </a:pathLst>
              </a:custGeom>
              <a:grpFill/>
              <a:ln w="9525">
                <a:solidFill>
                  <a:schemeClr val="bg1">
                    <a:lumMod val="65000"/>
                  </a:schemeClr>
                </a:solidFill>
                <a:round/>
                <a:headEnd/>
                <a:tailEnd/>
              </a:ln>
            </p:spPr>
            <p:txBody>
              <a:bodyPr/>
              <a:lstStyle/>
              <a:p>
                <a:endParaRPr lang="en-US"/>
              </a:p>
            </p:txBody>
          </p:sp>
          <p:sp>
            <p:nvSpPr>
              <p:cNvPr id="103663" name="Line 1221"/>
              <p:cNvSpPr>
                <a:spLocks noChangeShapeType="1"/>
              </p:cNvSpPr>
              <p:nvPr/>
            </p:nvSpPr>
            <p:spPr bwMode="auto">
              <a:xfrm flipV="1">
                <a:off x="3318" y="3544"/>
                <a:ext cx="71" cy="47"/>
              </a:xfrm>
              <a:prstGeom prst="line">
                <a:avLst/>
              </a:prstGeom>
              <a:grpFill/>
              <a:ln w="12700">
                <a:solidFill>
                  <a:schemeClr val="bg1">
                    <a:lumMod val="65000"/>
                  </a:schemeClr>
                </a:solidFill>
                <a:round/>
                <a:headEnd/>
                <a:tailEnd/>
              </a:ln>
            </p:spPr>
            <p:txBody>
              <a:bodyPr/>
              <a:lstStyle/>
              <a:p>
                <a:endParaRPr lang="en-US"/>
              </a:p>
            </p:txBody>
          </p:sp>
          <p:sp>
            <p:nvSpPr>
              <p:cNvPr id="103664" name="Line 1222"/>
              <p:cNvSpPr>
                <a:spLocks noChangeShapeType="1"/>
              </p:cNvSpPr>
              <p:nvPr/>
            </p:nvSpPr>
            <p:spPr bwMode="auto">
              <a:xfrm flipV="1">
                <a:off x="3413" y="3481"/>
                <a:ext cx="72" cy="47"/>
              </a:xfrm>
              <a:prstGeom prst="line">
                <a:avLst/>
              </a:prstGeom>
              <a:grpFill/>
              <a:ln w="12700">
                <a:solidFill>
                  <a:schemeClr val="bg1">
                    <a:lumMod val="65000"/>
                  </a:schemeClr>
                </a:solidFill>
                <a:round/>
                <a:headEnd/>
                <a:tailEnd/>
              </a:ln>
            </p:spPr>
            <p:txBody>
              <a:bodyPr/>
              <a:lstStyle/>
              <a:p>
                <a:endParaRPr lang="en-US"/>
              </a:p>
            </p:txBody>
          </p:sp>
          <p:sp>
            <p:nvSpPr>
              <p:cNvPr id="103665" name="Line 1223"/>
              <p:cNvSpPr>
                <a:spLocks noChangeShapeType="1"/>
              </p:cNvSpPr>
              <p:nvPr/>
            </p:nvSpPr>
            <p:spPr bwMode="auto">
              <a:xfrm flipV="1">
                <a:off x="3501" y="3417"/>
                <a:ext cx="71" cy="47"/>
              </a:xfrm>
              <a:prstGeom prst="line">
                <a:avLst/>
              </a:prstGeom>
              <a:grpFill/>
              <a:ln w="12700">
                <a:solidFill>
                  <a:schemeClr val="bg1">
                    <a:lumMod val="65000"/>
                  </a:schemeClr>
                </a:solidFill>
                <a:round/>
                <a:headEnd/>
                <a:tailEnd/>
              </a:ln>
            </p:spPr>
            <p:txBody>
              <a:bodyPr/>
              <a:lstStyle/>
              <a:p>
                <a:endParaRPr lang="en-US"/>
              </a:p>
            </p:txBody>
          </p:sp>
          <p:sp>
            <p:nvSpPr>
              <p:cNvPr id="103666" name="Line 1224"/>
              <p:cNvSpPr>
                <a:spLocks noChangeShapeType="1"/>
              </p:cNvSpPr>
              <p:nvPr/>
            </p:nvSpPr>
            <p:spPr bwMode="auto">
              <a:xfrm flipV="1">
                <a:off x="3596" y="3368"/>
                <a:ext cx="48" cy="32"/>
              </a:xfrm>
              <a:prstGeom prst="line">
                <a:avLst/>
              </a:prstGeom>
              <a:grpFill/>
              <a:ln w="12700">
                <a:solidFill>
                  <a:schemeClr val="bg1">
                    <a:lumMod val="65000"/>
                  </a:schemeClr>
                </a:solidFill>
                <a:round/>
                <a:headEnd/>
                <a:tailEnd/>
              </a:ln>
            </p:spPr>
            <p:txBody>
              <a:bodyPr/>
              <a:lstStyle/>
              <a:p>
                <a:endParaRPr lang="en-US"/>
              </a:p>
            </p:txBody>
          </p:sp>
        </p:grpSp>
      </p:grpSp>
      <p:grpSp>
        <p:nvGrpSpPr>
          <p:cNvPr id="5" name="Group 4">
            <a:extLst>
              <a:ext uri="{FF2B5EF4-FFF2-40B4-BE49-F238E27FC236}">
                <a16:creationId xmlns:a16="http://schemas.microsoft.com/office/drawing/2014/main" id="{A689736F-E598-F854-5EA5-0167F42B18A6}"/>
              </a:ext>
            </a:extLst>
          </p:cNvPr>
          <p:cNvGrpSpPr/>
          <p:nvPr/>
        </p:nvGrpSpPr>
        <p:grpSpPr>
          <a:xfrm>
            <a:off x="3510756" y="1004888"/>
            <a:ext cx="3481388" cy="4038600"/>
            <a:chOff x="3510756" y="1004888"/>
            <a:chExt cx="3481388" cy="4038600"/>
          </a:xfrm>
        </p:grpSpPr>
        <p:sp>
          <p:nvSpPr>
            <p:cNvPr id="3949770" name="Line 1226"/>
            <p:cNvSpPr>
              <a:spLocks noChangeShapeType="1"/>
            </p:cNvSpPr>
            <p:nvPr/>
          </p:nvSpPr>
          <p:spPr bwMode="auto">
            <a:xfrm flipV="1">
              <a:off x="3948906" y="1955306"/>
              <a:ext cx="1325893" cy="525958"/>
            </a:xfrm>
            <a:prstGeom prst="line">
              <a:avLst/>
            </a:prstGeom>
            <a:noFill/>
            <a:ln w="76200">
              <a:solidFill>
                <a:schemeClr val="bg1"/>
              </a:solidFill>
              <a:round/>
              <a:headEnd type="none" w="lg" len="lg"/>
              <a:tailEnd type="triangle" w="med" len="lg"/>
            </a:ln>
            <a:extLst>
              <a:ext uri="{909E8E84-426E-40DD-AFC4-6F175D3DCCD1}">
                <a14:hiddenFill xmlns:a14="http://schemas.microsoft.com/office/drawing/2010/main">
                  <a:noFill/>
                </a14:hiddenFill>
              </a:ext>
            </a:extLst>
          </p:spPr>
          <p:txBody>
            <a:bodyPr wrap="none" anchor="ctr"/>
            <a:lstStyle/>
            <a:p>
              <a:endParaRPr lang="en-US"/>
            </a:p>
          </p:txBody>
        </p:sp>
        <p:sp>
          <p:nvSpPr>
            <p:cNvPr id="3949771" name="Line 1227"/>
            <p:cNvSpPr>
              <a:spLocks noChangeShapeType="1"/>
            </p:cNvSpPr>
            <p:nvPr/>
          </p:nvSpPr>
          <p:spPr bwMode="auto">
            <a:xfrm flipV="1">
              <a:off x="3948908" y="2565347"/>
              <a:ext cx="2016248" cy="2079678"/>
            </a:xfrm>
            <a:prstGeom prst="line">
              <a:avLst/>
            </a:prstGeom>
            <a:noFill/>
            <a:ln w="76200">
              <a:solidFill>
                <a:schemeClr val="bg1"/>
              </a:solidFill>
              <a:round/>
              <a:headEnd type="none" w="lg" len="lg"/>
              <a:tailEnd type="triangle" w="med" len="lg"/>
            </a:ln>
            <a:extLst>
              <a:ext uri="{909E8E84-426E-40DD-AFC4-6F175D3DCCD1}">
                <a14:hiddenFill xmlns:a14="http://schemas.microsoft.com/office/drawing/2010/main">
                  <a:noFill/>
                </a14:hiddenFill>
              </a:ext>
            </a:extLst>
          </p:spPr>
          <p:txBody>
            <a:bodyPr wrap="none" anchor="ctr"/>
            <a:lstStyle/>
            <a:p>
              <a:endParaRPr lang="en-US"/>
            </a:p>
          </p:txBody>
        </p:sp>
        <p:sp>
          <p:nvSpPr>
            <p:cNvPr id="3949772" name="Line 1228"/>
            <p:cNvSpPr>
              <a:spLocks noChangeShapeType="1"/>
            </p:cNvSpPr>
            <p:nvPr/>
          </p:nvSpPr>
          <p:spPr bwMode="auto">
            <a:xfrm>
              <a:off x="3948906" y="1427163"/>
              <a:ext cx="1132172" cy="2688394"/>
            </a:xfrm>
            <a:prstGeom prst="line">
              <a:avLst/>
            </a:prstGeom>
            <a:noFill/>
            <a:ln w="76200">
              <a:solidFill>
                <a:schemeClr val="bg1"/>
              </a:solidFill>
              <a:round/>
              <a:headEnd type="none" w="lg" len="lg"/>
              <a:tailEnd type="triangle" w="med" len="lg"/>
            </a:ln>
            <a:extLst>
              <a:ext uri="{909E8E84-426E-40DD-AFC4-6F175D3DCCD1}">
                <a14:hiddenFill xmlns:a14="http://schemas.microsoft.com/office/drawing/2010/main">
                  <a:noFill/>
                </a14:hiddenFill>
              </a:ext>
            </a:extLst>
          </p:spPr>
          <p:txBody>
            <a:bodyPr wrap="none" anchor="ctr"/>
            <a:lstStyle/>
            <a:p>
              <a:endParaRPr lang="en-US"/>
            </a:p>
          </p:txBody>
        </p:sp>
        <p:sp>
          <p:nvSpPr>
            <p:cNvPr id="3949773" name="Rectangle 1229"/>
            <p:cNvSpPr>
              <a:spLocks noChangeArrowheads="1"/>
            </p:cNvSpPr>
            <p:nvPr/>
          </p:nvSpPr>
          <p:spPr bwMode="auto">
            <a:xfrm>
              <a:off x="3510756" y="1004888"/>
              <a:ext cx="736600" cy="4038600"/>
            </a:xfrm>
            <a:prstGeom prst="rect">
              <a:avLst/>
            </a:prstGeom>
            <a:solidFill>
              <a:srgbClr val="477BFD">
                <a:alpha val="50195"/>
              </a:srgbClr>
            </a:solidFill>
            <a:ln>
              <a:noFill/>
            </a:ln>
            <a:extLst>
              <a:ext uri="{91240B29-F687-4F45-9708-019B960494DF}">
                <a14:hiddenLine xmlns:a14="http://schemas.microsoft.com/office/drawing/2010/main" w="38100">
                  <a:solidFill>
                    <a:srgbClr val="000000"/>
                  </a:solidFill>
                  <a:miter lim="800000"/>
                  <a:headEnd type="none" w="lg" len="lg"/>
                  <a:tailEnd type="none" w="lg" len="lg"/>
                </a14:hiddenLine>
              </a:ext>
            </a:extLst>
          </p:spPr>
          <p:txBody>
            <a:bodyPr wrap="none" anchor="ctr"/>
            <a:lstStyle/>
            <a:p>
              <a:endParaRPr lang="en-US"/>
            </a:p>
          </p:txBody>
        </p:sp>
        <p:grpSp>
          <p:nvGrpSpPr>
            <p:cNvPr id="89194" name="Group 1230"/>
            <p:cNvGrpSpPr>
              <a:grpSpLocks/>
            </p:cNvGrpSpPr>
            <p:nvPr/>
          </p:nvGrpSpPr>
          <p:grpSpPr bwMode="auto">
            <a:xfrm>
              <a:off x="5231606" y="1541464"/>
              <a:ext cx="985838" cy="811213"/>
              <a:chOff x="2700" y="1858"/>
              <a:chExt cx="948" cy="780"/>
            </a:xfrm>
          </p:grpSpPr>
          <p:sp>
            <p:nvSpPr>
              <p:cNvPr id="103448" name="Rectangle 1231"/>
              <p:cNvSpPr>
                <a:spLocks noChangeArrowheads="1"/>
              </p:cNvSpPr>
              <p:nvPr/>
            </p:nvSpPr>
            <p:spPr bwMode="auto">
              <a:xfrm>
                <a:off x="2700" y="1858"/>
                <a:ext cx="948" cy="780"/>
              </a:xfrm>
              <a:prstGeom prst="rect">
                <a:avLst/>
              </a:prstGeom>
              <a:solidFill>
                <a:srgbClr val="3770FD">
                  <a:alpha val="50195"/>
                </a:srgbClr>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p>
                <a:endParaRPr lang="en-US"/>
              </a:p>
            </p:txBody>
          </p:sp>
          <p:grpSp>
            <p:nvGrpSpPr>
              <p:cNvPr id="103449" name="Group 1232"/>
              <p:cNvGrpSpPr>
                <a:grpSpLocks/>
              </p:cNvGrpSpPr>
              <p:nvPr/>
            </p:nvGrpSpPr>
            <p:grpSpPr bwMode="auto">
              <a:xfrm>
                <a:off x="2931" y="2061"/>
                <a:ext cx="506" cy="416"/>
                <a:chOff x="4101" y="2013"/>
                <a:chExt cx="506" cy="416"/>
              </a:xfrm>
            </p:grpSpPr>
            <p:sp>
              <p:nvSpPr>
                <p:cNvPr id="103450" name="Line 1233"/>
                <p:cNvSpPr>
                  <a:spLocks noChangeShapeType="1"/>
                </p:cNvSpPr>
                <p:nvPr/>
              </p:nvSpPr>
              <p:spPr bwMode="auto">
                <a:xfrm flipV="1">
                  <a:off x="4101" y="2013"/>
                  <a:ext cx="0" cy="416"/>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3451" name="Line 1234"/>
                <p:cNvSpPr>
                  <a:spLocks noChangeShapeType="1"/>
                </p:cNvSpPr>
                <p:nvPr/>
              </p:nvSpPr>
              <p:spPr bwMode="auto">
                <a:xfrm>
                  <a:off x="4107" y="2423"/>
                  <a:ext cx="500"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3452" name="Arc 1235"/>
                <p:cNvSpPr>
                  <a:spLocks/>
                </p:cNvSpPr>
                <p:nvPr/>
              </p:nvSpPr>
              <p:spPr bwMode="auto">
                <a:xfrm flipH="1" flipV="1">
                  <a:off x="4109" y="2068"/>
                  <a:ext cx="379" cy="331"/>
                </a:xfrm>
                <a:custGeom>
                  <a:avLst/>
                  <a:gdLst>
                    <a:gd name="T0" fmla="*/ 7 w 21600"/>
                    <a:gd name="T1" fmla="*/ 0 h 21600"/>
                    <a:gd name="T2" fmla="*/ 0 w 21600"/>
                    <a:gd name="T3" fmla="*/ 5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21600" y="0"/>
                      </a:moveTo>
                      <a:cubicBezTo>
                        <a:pt x="21600" y="11929"/>
                        <a:pt x="11929" y="21599"/>
                        <a:pt x="0" y="21600"/>
                      </a:cubicBezTo>
                    </a:path>
                    <a:path w="21600" h="21600" stroke="0" extrusionOk="0">
                      <a:moveTo>
                        <a:pt x="21600" y="0"/>
                      </a:moveTo>
                      <a:cubicBezTo>
                        <a:pt x="21600" y="11929"/>
                        <a:pt x="11929" y="21599"/>
                        <a:pt x="0" y="21600"/>
                      </a:cubicBezTo>
                      <a:lnTo>
                        <a:pt x="0" y="0"/>
                      </a:lnTo>
                      <a:close/>
                    </a:path>
                  </a:pathLst>
                </a:custGeom>
                <a:noFill/>
                <a:ln w="28575" cap="rnd">
                  <a:solidFill>
                    <a:schemeClr val="bg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grpSp>
        <p:grpSp>
          <p:nvGrpSpPr>
            <p:cNvPr id="89210" name="Group 1236"/>
            <p:cNvGrpSpPr>
              <a:grpSpLocks/>
            </p:cNvGrpSpPr>
            <p:nvPr/>
          </p:nvGrpSpPr>
          <p:grpSpPr bwMode="auto">
            <a:xfrm>
              <a:off x="6006306" y="2162176"/>
              <a:ext cx="985838" cy="811212"/>
              <a:chOff x="2700" y="1858"/>
              <a:chExt cx="948" cy="780"/>
            </a:xfrm>
          </p:grpSpPr>
          <p:sp>
            <p:nvSpPr>
              <p:cNvPr id="103443" name="Rectangle 1237"/>
              <p:cNvSpPr>
                <a:spLocks noChangeArrowheads="1"/>
              </p:cNvSpPr>
              <p:nvPr/>
            </p:nvSpPr>
            <p:spPr bwMode="auto">
              <a:xfrm>
                <a:off x="2700" y="1858"/>
                <a:ext cx="948" cy="780"/>
              </a:xfrm>
              <a:prstGeom prst="rect">
                <a:avLst/>
              </a:prstGeom>
              <a:solidFill>
                <a:srgbClr val="3770FD">
                  <a:alpha val="50195"/>
                </a:srgbClr>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p>
                <a:endParaRPr lang="en-US"/>
              </a:p>
            </p:txBody>
          </p:sp>
          <p:grpSp>
            <p:nvGrpSpPr>
              <p:cNvPr id="103444" name="Group 1238"/>
              <p:cNvGrpSpPr>
                <a:grpSpLocks/>
              </p:cNvGrpSpPr>
              <p:nvPr/>
            </p:nvGrpSpPr>
            <p:grpSpPr bwMode="auto">
              <a:xfrm>
                <a:off x="2931" y="2061"/>
                <a:ext cx="506" cy="416"/>
                <a:chOff x="4101" y="2013"/>
                <a:chExt cx="506" cy="416"/>
              </a:xfrm>
            </p:grpSpPr>
            <p:sp>
              <p:nvSpPr>
                <p:cNvPr id="103445" name="Line 1239"/>
                <p:cNvSpPr>
                  <a:spLocks noChangeShapeType="1"/>
                </p:cNvSpPr>
                <p:nvPr/>
              </p:nvSpPr>
              <p:spPr bwMode="auto">
                <a:xfrm flipV="1">
                  <a:off x="4101" y="2013"/>
                  <a:ext cx="0" cy="416"/>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3446" name="Line 1240"/>
                <p:cNvSpPr>
                  <a:spLocks noChangeShapeType="1"/>
                </p:cNvSpPr>
                <p:nvPr/>
              </p:nvSpPr>
              <p:spPr bwMode="auto">
                <a:xfrm>
                  <a:off x="4107" y="2423"/>
                  <a:ext cx="500"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3447" name="Arc 1241"/>
                <p:cNvSpPr>
                  <a:spLocks/>
                </p:cNvSpPr>
                <p:nvPr/>
              </p:nvSpPr>
              <p:spPr bwMode="auto">
                <a:xfrm flipH="1" flipV="1">
                  <a:off x="4109" y="2068"/>
                  <a:ext cx="379" cy="331"/>
                </a:xfrm>
                <a:custGeom>
                  <a:avLst/>
                  <a:gdLst>
                    <a:gd name="T0" fmla="*/ 7 w 21600"/>
                    <a:gd name="T1" fmla="*/ 0 h 21600"/>
                    <a:gd name="T2" fmla="*/ 0 w 21600"/>
                    <a:gd name="T3" fmla="*/ 5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21600" y="0"/>
                      </a:moveTo>
                      <a:cubicBezTo>
                        <a:pt x="21600" y="11929"/>
                        <a:pt x="11929" y="21599"/>
                        <a:pt x="0" y="21600"/>
                      </a:cubicBezTo>
                    </a:path>
                    <a:path w="21600" h="21600" stroke="0" extrusionOk="0">
                      <a:moveTo>
                        <a:pt x="21600" y="0"/>
                      </a:moveTo>
                      <a:cubicBezTo>
                        <a:pt x="21600" y="11929"/>
                        <a:pt x="11929" y="21599"/>
                        <a:pt x="0" y="21600"/>
                      </a:cubicBezTo>
                      <a:lnTo>
                        <a:pt x="0" y="0"/>
                      </a:lnTo>
                      <a:close/>
                    </a:path>
                  </a:pathLst>
                </a:custGeom>
                <a:noFill/>
                <a:ln w="28575" cap="rnd">
                  <a:solidFill>
                    <a:schemeClr val="bg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grpSp>
        <p:grpSp>
          <p:nvGrpSpPr>
            <p:cNvPr id="3949793" name="Group 1242"/>
            <p:cNvGrpSpPr>
              <a:grpSpLocks/>
            </p:cNvGrpSpPr>
            <p:nvPr/>
          </p:nvGrpSpPr>
          <p:grpSpPr bwMode="auto">
            <a:xfrm>
              <a:off x="5096670" y="3606801"/>
              <a:ext cx="985837" cy="811212"/>
              <a:chOff x="2700" y="1858"/>
              <a:chExt cx="948" cy="780"/>
            </a:xfrm>
          </p:grpSpPr>
          <p:sp>
            <p:nvSpPr>
              <p:cNvPr id="103438" name="Rectangle 1243"/>
              <p:cNvSpPr>
                <a:spLocks noChangeArrowheads="1"/>
              </p:cNvSpPr>
              <p:nvPr/>
            </p:nvSpPr>
            <p:spPr bwMode="auto">
              <a:xfrm>
                <a:off x="2700" y="1858"/>
                <a:ext cx="948" cy="780"/>
              </a:xfrm>
              <a:prstGeom prst="rect">
                <a:avLst/>
              </a:prstGeom>
              <a:solidFill>
                <a:srgbClr val="3770FD">
                  <a:alpha val="50195"/>
                </a:srgbClr>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p>
                <a:endParaRPr lang="en-US"/>
              </a:p>
            </p:txBody>
          </p:sp>
          <p:grpSp>
            <p:nvGrpSpPr>
              <p:cNvPr id="103439" name="Group 1244"/>
              <p:cNvGrpSpPr>
                <a:grpSpLocks/>
              </p:cNvGrpSpPr>
              <p:nvPr/>
            </p:nvGrpSpPr>
            <p:grpSpPr bwMode="auto">
              <a:xfrm>
                <a:off x="2931" y="2061"/>
                <a:ext cx="506" cy="416"/>
                <a:chOff x="4101" y="2013"/>
                <a:chExt cx="506" cy="416"/>
              </a:xfrm>
            </p:grpSpPr>
            <p:sp>
              <p:nvSpPr>
                <p:cNvPr id="103440" name="Line 1245"/>
                <p:cNvSpPr>
                  <a:spLocks noChangeShapeType="1"/>
                </p:cNvSpPr>
                <p:nvPr/>
              </p:nvSpPr>
              <p:spPr bwMode="auto">
                <a:xfrm flipV="1">
                  <a:off x="4101" y="2013"/>
                  <a:ext cx="0" cy="416"/>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3441" name="Line 1246"/>
                <p:cNvSpPr>
                  <a:spLocks noChangeShapeType="1"/>
                </p:cNvSpPr>
                <p:nvPr/>
              </p:nvSpPr>
              <p:spPr bwMode="auto">
                <a:xfrm>
                  <a:off x="4107" y="2423"/>
                  <a:ext cx="500"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3442" name="Arc 1247"/>
                <p:cNvSpPr>
                  <a:spLocks/>
                </p:cNvSpPr>
                <p:nvPr/>
              </p:nvSpPr>
              <p:spPr bwMode="auto">
                <a:xfrm flipH="1" flipV="1">
                  <a:off x="4109" y="2068"/>
                  <a:ext cx="379" cy="331"/>
                </a:xfrm>
                <a:custGeom>
                  <a:avLst/>
                  <a:gdLst>
                    <a:gd name="T0" fmla="*/ 7 w 21600"/>
                    <a:gd name="T1" fmla="*/ 0 h 21600"/>
                    <a:gd name="T2" fmla="*/ 0 w 21600"/>
                    <a:gd name="T3" fmla="*/ 5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21600" y="0"/>
                      </a:moveTo>
                      <a:cubicBezTo>
                        <a:pt x="21600" y="11929"/>
                        <a:pt x="11929" y="21599"/>
                        <a:pt x="0" y="21600"/>
                      </a:cubicBezTo>
                    </a:path>
                    <a:path w="21600" h="21600" stroke="0" extrusionOk="0">
                      <a:moveTo>
                        <a:pt x="21600" y="0"/>
                      </a:moveTo>
                      <a:cubicBezTo>
                        <a:pt x="21600" y="11929"/>
                        <a:pt x="11929" y="21599"/>
                        <a:pt x="0" y="21600"/>
                      </a:cubicBezTo>
                      <a:lnTo>
                        <a:pt x="0" y="0"/>
                      </a:lnTo>
                      <a:close/>
                    </a:path>
                  </a:pathLst>
                </a:custGeom>
                <a:noFill/>
                <a:ln w="28575" cap="rnd">
                  <a:solidFill>
                    <a:schemeClr val="bg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grpSp>
      </p:grpSp>
      <p:sp>
        <p:nvSpPr>
          <p:cNvPr id="103437" name="Text Box 1248"/>
          <p:cNvSpPr txBox="1">
            <a:spLocks noChangeArrowheads="1"/>
          </p:cNvSpPr>
          <p:nvPr/>
        </p:nvSpPr>
        <p:spPr bwMode="auto">
          <a:xfrm>
            <a:off x="3400413" y="495306"/>
            <a:ext cx="95782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type="none" w="lg" len="lg"/>
                <a:tailEnd type="none" w="med" len="lg"/>
              </a14:hiddenLine>
            </a:ext>
          </a:extLst>
        </p:spPr>
        <p:txBody>
          <a:bodyPr wrap="none">
            <a:spAutoFit/>
          </a:bodyPr>
          <a:lstStyle>
            <a:lvl1pPr>
              <a:defRPr i="1">
                <a:solidFill>
                  <a:schemeClr val="tx1"/>
                </a:solidFill>
                <a:latin typeface="Times New Roman" pitchFamily="18" charset="0"/>
              </a:defRPr>
            </a:lvl1pPr>
            <a:lvl2pPr marL="742950" indent="-285750">
              <a:defRPr i="1">
                <a:solidFill>
                  <a:schemeClr val="tx1"/>
                </a:solidFill>
                <a:latin typeface="Times New Roman" pitchFamily="18" charset="0"/>
              </a:defRPr>
            </a:lvl2pPr>
            <a:lvl3pPr marL="1143000" indent="-228600">
              <a:defRPr i="1">
                <a:solidFill>
                  <a:schemeClr val="tx1"/>
                </a:solidFill>
                <a:latin typeface="Times New Roman" pitchFamily="18" charset="0"/>
              </a:defRPr>
            </a:lvl3pPr>
            <a:lvl4pPr marL="1600200" indent="-228600">
              <a:defRPr i="1">
                <a:solidFill>
                  <a:schemeClr val="tx1"/>
                </a:solidFill>
                <a:latin typeface="Times New Roman" pitchFamily="18" charset="0"/>
              </a:defRPr>
            </a:lvl4pPr>
            <a:lvl5pPr marL="2057400" indent="-228600">
              <a:defRPr i="1">
                <a:solidFill>
                  <a:schemeClr val="tx1"/>
                </a:solidFill>
                <a:latin typeface="Times New Roman" pitchFamily="18" charset="0"/>
              </a:defRPr>
            </a:lvl5pPr>
            <a:lvl6pPr marL="2514600" indent="-228600" algn="ctr" eaLnBrk="0" fontAlgn="base" hangingPunct="0">
              <a:spcBef>
                <a:spcPct val="0"/>
              </a:spcBef>
              <a:spcAft>
                <a:spcPct val="0"/>
              </a:spcAft>
              <a:defRPr i="1">
                <a:solidFill>
                  <a:schemeClr val="tx1"/>
                </a:solidFill>
                <a:latin typeface="Times New Roman" pitchFamily="18" charset="0"/>
              </a:defRPr>
            </a:lvl6pPr>
            <a:lvl7pPr marL="2971800" indent="-228600" algn="ctr" eaLnBrk="0" fontAlgn="base" hangingPunct="0">
              <a:spcBef>
                <a:spcPct val="0"/>
              </a:spcBef>
              <a:spcAft>
                <a:spcPct val="0"/>
              </a:spcAft>
              <a:defRPr i="1">
                <a:solidFill>
                  <a:schemeClr val="tx1"/>
                </a:solidFill>
                <a:latin typeface="Times New Roman" pitchFamily="18" charset="0"/>
              </a:defRPr>
            </a:lvl7pPr>
            <a:lvl8pPr marL="3429000" indent="-228600" algn="ctr" eaLnBrk="0" fontAlgn="base" hangingPunct="0">
              <a:spcBef>
                <a:spcPct val="0"/>
              </a:spcBef>
              <a:spcAft>
                <a:spcPct val="0"/>
              </a:spcAft>
              <a:defRPr i="1">
                <a:solidFill>
                  <a:schemeClr val="tx1"/>
                </a:solidFill>
                <a:latin typeface="Times New Roman" pitchFamily="18" charset="0"/>
              </a:defRPr>
            </a:lvl8pPr>
            <a:lvl9pPr marL="3886200" indent="-228600" algn="ctr" eaLnBrk="0" fontAlgn="base" hangingPunct="0">
              <a:spcBef>
                <a:spcPct val="0"/>
              </a:spcBef>
              <a:spcAft>
                <a:spcPct val="0"/>
              </a:spcAft>
              <a:defRPr i="1">
                <a:solidFill>
                  <a:schemeClr val="tx1"/>
                </a:solidFill>
                <a:latin typeface="Times New Roman" pitchFamily="18" charset="0"/>
              </a:defRPr>
            </a:lvl9pPr>
          </a:lstStyle>
          <a:p>
            <a:pPr algn="l"/>
            <a:r>
              <a:rPr lang="en-US" i="0" dirty="0">
                <a:solidFill>
                  <a:schemeClr val="bg1"/>
                </a:solidFill>
                <a:latin typeface="+mn-lt"/>
              </a:rPr>
              <a:t>Monday</a:t>
            </a:r>
          </a:p>
        </p:txBody>
      </p:sp>
      <p:grpSp>
        <p:nvGrpSpPr>
          <p:cNvPr id="6" name="Group 5">
            <a:extLst>
              <a:ext uri="{FF2B5EF4-FFF2-40B4-BE49-F238E27FC236}">
                <a16:creationId xmlns:a16="http://schemas.microsoft.com/office/drawing/2014/main" id="{3D1F03C8-D321-A2A2-C026-212A94DA7482}"/>
              </a:ext>
            </a:extLst>
          </p:cNvPr>
          <p:cNvGrpSpPr/>
          <p:nvPr/>
        </p:nvGrpSpPr>
        <p:grpSpPr>
          <a:xfrm>
            <a:off x="4432606" y="1007264"/>
            <a:ext cx="3481388" cy="4038600"/>
            <a:chOff x="3510756" y="1004888"/>
            <a:chExt cx="3481388" cy="4038600"/>
          </a:xfrm>
        </p:grpSpPr>
        <p:sp>
          <p:nvSpPr>
            <p:cNvPr id="89201" name="Line 1226">
              <a:extLst>
                <a:ext uri="{FF2B5EF4-FFF2-40B4-BE49-F238E27FC236}">
                  <a16:creationId xmlns:a16="http://schemas.microsoft.com/office/drawing/2014/main" id="{3909BE8F-AD9A-A84E-B012-670F79DAE6B9}"/>
                </a:ext>
              </a:extLst>
            </p:cNvPr>
            <p:cNvSpPr>
              <a:spLocks noChangeShapeType="1"/>
            </p:cNvSpPr>
            <p:nvPr/>
          </p:nvSpPr>
          <p:spPr bwMode="auto">
            <a:xfrm flipV="1">
              <a:off x="3948906" y="1955306"/>
              <a:ext cx="1325893" cy="525958"/>
            </a:xfrm>
            <a:prstGeom prst="line">
              <a:avLst/>
            </a:prstGeom>
            <a:noFill/>
            <a:ln w="76200">
              <a:solidFill>
                <a:schemeClr val="bg1"/>
              </a:solidFill>
              <a:round/>
              <a:headEnd type="none" w="lg" len="lg"/>
              <a:tailEnd type="triangle" w="med" len="lg"/>
            </a:ln>
            <a:extLst>
              <a:ext uri="{909E8E84-426E-40DD-AFC4-6F175D3DCCD1}">
                <a14:hiddenFill xmlns:a14="http://schemas.microsoft.com/office/drawing/2010/main">
                  <a:noFill/>
                </a14:hiddenFill>
              </a:ext>
            </a:extLst>
          </p:spPr>
          <p:txBody>
            <a:bodyPr wrap="none" anchor="ctr"/>
            <a:lstStyle/>
            <a:p>
              <a:endParaRPr lang="en-US"/>
            </a:p>
          </p:txBody>
        </p:sp>
        <p:sp>
          <p:nvSpPr>
            <p:cNvPr id="89202" name="Line 1227">
              <a:extLst>
                <a:ext uri="{FF2B5EF4-FFF2-40B4-BE49-F238E27FC236}">
                  <a16:creationId xmlns:a16="http://schemas.microsoft.com/office/drawing/2014/main" id="{1CEF2642-EA76-8B8A-679C-BBEF1FB9530F}"/>
                </a:ext>
              </a:extLst>
            </p:cNvPr>
            <p:cNvSpPr>
              <a:spLocks noChangeShapeType="1"/>
            </p:cNvSpPr>
            <p:nvPr/>
          </p:nvSpPr>
          <p:spPr bwMode="auto">
            <a:xfrm flipV="1">
              <a:off x="3948908" y="2565347"/>
              <a:ext cx="2016248" cy="2079678"/>
            </a:xfrm>
            <a:prstGeom prst="line">
              <a:avLst/>
            </a:prstGeom>
            <a:noFill/>
            <a:ln w="76200">
              <a:solidFill>
                <a:schemeClr val="bg1"/>
              </a:solidFill>
              <a:round/>
              <a:headEnd type="none" w="lg" len="lg"/>
              <a:tailEnd type="triangle" w="med" len="lg"/>
            </a:ln>
            <a:extLst>
              <a:ext uri="{909E8E84-426E-40DD-AFC4-6F175D3DCCD1}">
                <a14:hiddenFill xmlns:a14="http://schemas.microsoft.com/office/drawing/2010/main">
                  <a:noFill/>
                </a14:hiddenFill>
              </a:ext>
            </a:extLst>
          </p:spPr>
          <p:txBody>
            <a:bodyPr wrap="none" anchor="ctr"/>
            <a:lstStyle/>
            <a:p>
              <a:endParaRPr lang="en-US"/>
            </a:p>
          </p:txBody>
        </p:sp>
        <p:sp>
          <p:nvSpPr>
            <p:cNvPr id="89204" name="Line 1228">
              <a:extLst>
                <a:ext uri="{FF2B5EF4-FFF2-40B4-BE49-F238E27FC236}">
                  <a16:creationId xmlns:a16="http://schemas.microsoft.com/office/drawing/2014/main" id="{740DB8AF-D3F0-0D04-A9A2-4F59586DB753}"/>
                </a:ext>
              </a:extLst>
            </p:cNvPr>
            <p:cNvSpPr>
              <a:spLocks noChangeShapeType="1"/>
            </p:cNvSpPr>
            <p:nvPr/>
          </p:nvSpPr>
          <p:spPr bwMode="auto">
            <a:xfrm>
              <a:off x="3948906" y="1427163"/>
              <a:ext cx="1132172" cy="2688394"/>
            </a:xfrm>
            <a:prstGeom prst="line">
              <a:avLst/>
            </a:prstGeom>
            <a:noFill/>
            <a:ln w="76200">
              <a:solidFill>
                <a:schemeClr val="bg1"/>
              </a:solidFill>
              <a:round/>
              <a:headEnd type="none" w="lg" len="lg"/>
              <a:tailEnd type="triangle" w="med" len="lg"/>
            </a:ln>
            <a:extLst>
              <a:ext uri="{909E8E84-426E-40DD-AFC4-6F175D3DCCD1}">
                <a14:hiddenFill xmlns:a14="http://schemas.microsoft.com/office/drawing/2010/main">
                  <a:noFill/>
                </a14:hiddenFill>
              </a:ext>
            </a:extLst>
          </p:spPr>
          <p:txBody>
            <a:bodyPr wrap="none" anchor="ctr"/>
            <a:lstStyle/>
            <a:p>
              <a:endParaRPr lang="en-US"/>
            </a:p>
          </p:txBody>
        </p:sp>
        <p:sp>
          <p:nvSpPr>
            <p:cNvPr id="89205" name="Rectangle 1229">
              <a:extLst>
                <a:ext uri="{FF2B5EF4-FFF2-40B4-BE49-F238E27FC236}">
                  <a16:creationId xmlns:a16="http://schemas.microsoft.com/office/drawing/2014/main" id="{C76D2864-61DF-B84B-1E58-8EFFF3513B0B}"/>
                </a:ext>
              </a:extLst>
            </p:cNvPr>
            <p:cNvSpPr>
              <a:spLocks noChangeArrowheads="1"/>
            </p:cNvSpPr>
            <p:nvPr/>
          </p:nvSpPr>
          <p:spPr bwMode="auto">
            <a:xfrm>
              <a:off x="3510756" y="1004888"/>
              <a:ext cx="736600" cy="4038600"/>
            </a:xfrm>
            <a:prstGeom prst="rect">
              <a:avLst/>
            </a:prstGeom>
            <a:solidFill>
              <a:srgbClr val="477BFD">
                <a:alpha val="50195"/>
              </a:srgbClr>
            </a:solidFill>
            <a:ln>
              <a:noFill/>
            </a:ln>
            <a:extLst>
              <a:ext uri="{91240B29-F687-4F45-9708-019B960494DF}">
                <a14:hiddenLine xmlns:a14="http://schemas.microsoft.com/office/drawing/2010/main" w="38100">
                  <a:solidFill>
                    <a:srgbClr val="000000"/>
                  </a:solidFill>
                  <a:miter lim="800000"/>
                  <a:headEnd type="none" w="lg" len="lg"/>
                  <a:tailEnd type="none" w="lg" len="lg"/>
                </a14:hiddenLine>
              </a:ext>
            </a:extLst>
          </p:spPr>
          <p:txBody>
            <a:bodyPr wrap="none" anchor="ctr"/>
            <a:lstStyle/>
            <a:p>
              <a:endParaRPr lang="en-US"/>
            </a:p>
          </p:txBody>
        </p:sp>
        <p:grpSp>
          <p:nvGrpSpPr>
            <p:cNvPr id="89206" name="Group 1230">
              <a:extLst>
                <a:ext uri="{FF2B5EF4-FFF2-40B4-BE49-F238E27FC236}">
                  <a16:creationId xmlns:a16="http://schemas.microsoft.com/office/drawing/2014/main" id="{5553AF17-DAC5-7AC2-ED23-89BCCE4CBA18}"/>
                </a:ext>
              </a:extLst>
            </p:cNvPr>
            <p:cNvGrpSpPr>
              <a:grpSpLocks/>
            </p:cNvGrpSpPr>
            <p:nvPr/>
          </p:nvGrpSpPr>
          <p:grpSpPr bwMode="auto">
            <a:xfrm>
              <a:off x="5231606" y="1541464"/>
              <a:ext cx="985838" cy="811213"/>
              <a:chOff x="2700" y="1858"/>
              <a:chExt cx="948" cy="780"/>
            </a:xfrm>
          </p:grpSpPr>
          <p:sp>
            <p:nvSpPr>
              <p:cNvPr id="3949764" name="Rectangle 1231">
                <a:extLst>
                  <a:ext uri="{FF2B5EF4-FFF2-40B4-BE49-F238E27FC236}">
                    <a16:creationId xmlns:a16="http://schemas.microsoft.com/office/drawing/2014/main" id="{8FD4C5F2-2FC8-5C5E-549A-B047CC1C57FF}"/>
                  </a:ext>
                </a:extLst>
              </p:cNvPr>
              <p:cNvSpPr>
                <a:spLocks noChangeArrowheads="1"/>
              </p:cNvSpPr>
              <p:nvPr/>
            </p:nvSpPr>
            <p:spPr bwMode="auto">
              <a:xfrm>
                <a:off x="2700" y="1858"/>
                <a:ext cx="948" cy="780"/>
              </a:xfrm>
              <a:prstGeom prst="rect">
                <a:avLst/>
              </a:prstGeom>
              <a:solidFill>
                <a:srgbClr val="3770FD">
                  <a:alpha val="50195"/>
                </a:srgbClr>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p>
                <a:endParaRPr lang="en-US"/>
              </a:p>
            </p:txBody>
          </p:sp>
          <p:grpSp>
            <p:nvGrpSpPr>
              <p:cNvPr id="3949765" name="Group 1232">
                <a:extLst>
                  <a:ext uri="{FF2B5EF4-FFF2-40B4-BE49-F238E27FC236}">
                    <a16:creationId xmlns:a16="http://schemas.microsoft.com/office/drawing/2014/main" id="{A6F8878F-1A8C-9DA7-3655-AEEE5A402DDB}"/>
                  </a:ext>
                </a:extLst>
              </p:cNvPr>
              <p:cNvGrpSpPr>
                <a:grpSpLocks/>
              </p:cNvGrpSpPr>
              <p:nvPr/>
            </p:nvGrpSpPr>
            <p:grpSpPr bwMode="auto">
              <a:xfrm>
                <a:off x="2931" y="2061"/>
                <a:ext cx="506" cy="416"/>
                <a:chOff x="4101" y="2013"/>
                <a:chExt cx="506" cy="416"/>
              </a:xfrm>
            </p:grpSpPr>
            <p:sp>
              <p:nvSpPr>
                <p:cNvPr id="3949766" name="Line 1233">
                  <a:extLst>
                    <a:ext uri="{FF2B5EF4-FFF2-40B4-BE49-F238E27FC236}">
                      <a16:creationId xmlns:a16="http://schemas.microsoft.com/office/drawing/2014/main" id="{CF83B19D-B7AF-572D-AA00-6E164A6CAE68}"/>
                    </a:ext>
                  </a:extLst>
                </p:cNvPr>
                <p:cNvSpPr>
                  <a:spLocks noChangeShapeType="1"/>
                </p:cNvSpPr>
                <p:nvPr/>
              </p:nvSpPr>
              <p:spPr bwMode="auto">
                <a:xfrm flipV="1">
                  <a:off x="4101" y="2013"/>
                  <a:ext cx="0" cy="416"/>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3949767" name="Line 1234">
                  <a:extLst>
                    <a:ext uri="{FF2B5EF4-FFF2-40B4-BE49-F238E27FC236}">
                      <a16:creationId xmlns:a16="http://schemas.microsoft.com/office/drawing/2014/main" id="{8789039C-B9C6-0FDE-467E-B984E1D9AE39}"/>
                    </a:ext>
                  </a:extLst>
                </p:cNvPr>
                <p:cNvSpPr>
                  <a:spLocks noChangeShapeType="1"/>
                </p:cNvSpPr>
                <p:nvPr/>
              </p:nvSpPr>
              <p:spPr bwMode="auto">
                <a:xfrm>
                  <a:off x="4107" y="2423"/>
                  <a:ext cx="500"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3949768" name="Arc 1235">
                  <a:extLst>
                    <a:ext uri="{FF2B5EF4-FFF2-40B4-BE49-F238E27FC236}">
                      <a16:creationId xmlns:a16="http://schemas.microsoft.com/office/drawing/2014/main" id="{1FCD793E-A855-0324-20FC-22AFE353970A}"/>
                    </a:ext>
                  </a:extLst>
                </p:cNvPr>
                <p:cNvSpPr>
                  <a:spLocks/>
                </p:cNvSpPr>
                <p:nvPr/>
              </p:nvSpPr>
              <p:spPr bwMode="auto">
                <a:xfrm flipH="1" flipV="1">
                  <a:off x="4109" y="2068"/>
                  <a:ext cx="379" cy="331"/>
                </a:xfrm>
                <a:custGeom>
                  <a:avLst/>
                  <a:gdLst>
                    <a:gd name="T0" fmla="*/ 7 w 21600"/>
                    <a:gd name="T1" fmla="*/ 0 h 21600"/>
                    <a:gd name="T2" fmla="*/ 0 w 21600"/>
                    <a:gd name="T3" fmla="*/ 5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21600" y="0"/>
                      </a:moveTo>
                      <a:cubicBezTo>
                        <a:pt x="21600" y="11929"/>
                        <a:pt x="11929" y="21599"/>
                        <a:pt x="0" y="21600"/>
                      </a:cubicBezTo>
                    </a:path>
                    <a:path w="21600" h="21600" stroke="0" extrusionOk="0">
                      <a:moveTo>
                        <a:pt x="21600" y="0"/>
                      </a:moveTo>
                      <a:cubicBezTo>
                        <a:pt x="21600" y="11929"/>
                        <a:pt x="11929" y="21599"/>
                        <a:pt x="0" y="21600"/>
                      </a:cubicBezTo>
                      <a:lnTo>
                        <a:pt x="0" y="0"/>
                      </a:lnTo>
                      <a:close/>
                    </a:path>
                  </a:pathLst>
                </a:custGeom>
                <a:noFill/>
                <a:ln w="28575" cap="rnd">
                  <a:solidFill>
                    <a:schemeClr val="bg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grpSp>
        <p:grpSp>
          <p:nvGrpSpPr>
            <p:cNvPr id="89207" name="Group 1236">
              <a:extLst>
                <a:ext uri="{FF2B5EF4-FFF2-40B4-BE49-F238E27FC236}">
                  <a16:creationId xmlns:a16="http://schemas.microsoft.com/office/drawing/2014/main" id="{BF8BDF5C-DCCB-0305-24EF-965E69B829BC}"/>
                </a:ext>
              </a:extLst>
            </p:cNvPr>
            <p:cNvGrpSpPr>
              <a:grpSpLocks/>
            </p:cNvGrpSpPr>
            <p:nvPr/>
          </p:nvGrpSpPr>
          <p:grpSpPr bwMode="auto">
            <a:xfrm>
              <a:off x="6006306" y="2162176"/>
              <a:ext cx="985838" cy="811212"/>
              <a:chOff x="2700" y="1858"/>
              <a:chExt cx="948" cy="780"/>
            </a:xfrm>
          </p:grpSpPr>
          <p:sp>
            <p:nvSpPr>
              <p:cNvPr id="89215" name="Rectangle 1237">
                <a:extLst>
                  <a:ext uri="{FF2B5EF4-FFF2-40B4-BE49-F238E27FC236}">
                    <a16:creationId xmlns:a16="http://schemas.microsoft.com/office/drawing/2014/main" id="{B14B51EE-A237-43AB-2098-2FC6D7724879}"/>
                  </a:ext>
                </a:extLst>
              </p:cNvPr>
              <p:cNvSpPr>
                <a:spLocks noChangeArrowheads="1"/>
              </p:cNvSpPr>
              <p:nvPr/>
            </p:nvSpPr>
            <p:spPr bwMode="auto">
              <a:xfrm>
                <a:off x="2700" y="1858"/>
                <a:ext cx="948" cy="780"/>
              </a:xfrm>
              <a:prstGeom prst="rect">
                <a:avLst/>
              </a:prstGeom>
              <a:solidFill>
                <a:srgbClr val="3770FD">
                  <a:alpha val="50195"/>
                </a:srgbClr>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p>
                <a:endParaRPr lang="en-US"/>
              </a:p>
            </p:txBody>
          </p:sp>
          <p:grpSp>
            <p:nvGrpSpPr>
              <p:cNvPr id="3949760" name="Group 1238">
                <a:extLst>
                  <a:ext uri="{FF2B5EF4-FFF2-40B4-BE49-F238E27FC236}">
                    <a16:creationId xmlns:a16="http://schemas.microsoft.com/office/drawing/2014/main" id="{B95AF4FC-D39B-F35A-0825-CF0F8EACD2F3}"/>
                  </a:ext>
                </a:extLst>
              </p:cNvPr>
              <p:cNvGrpSpPr>
                <a:grpSpLocks/>
              </p:cNvGrpSpPr>
              <p:nvPr/>
            </p:nvGrpSpPr>
            <p:grpSpPr bwMode="auto">
              <a:xfrm>
                <a:off x="2931" y="2061"/>
                <a:ext cx="506" cy="416"/>
                <a:chOff x="4101" y="2013"/>
                <a:chExt cx="506" cy="416"/>
              </a:xfrm>
            </p:grpSpPr>
            <p:sp>
              <p:nvSpPr>
                <p:cNvPr id="3949761" name="Line 1239">
                  <a:extLst>
                    <a:ext uri="{FF2B5EF4-FFF2-40B4-BE49-F238E27FC236}">
                      <a16:creationId xmlns:a16="http://schemas.microsoft.com/office/drawing/2014/main" id="{F6A61EB4-944D-5424-AA88-F732131E96FB}"/>
                    </a:ext>
                  </a:extLst>
                </p:cNvPr>
                <p:cNvSpPr>
                  <a:spLocks noChangeShapeType="1"/>
                </p:cNvSpPr>
                <p:nvPr/>
              </p:nvSpPr>
              <p:spPr bwMode="auto">
                <a:xfrm flipV="1">
                  <a:off x="4101" y="2013"/>
                  <a:ext cx="0" cy="416"/>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3949762" name="Line 1240">
                  <a:extLst>
                    <a:ext uri="{FF2B5EF4-FFF2-40B4-BE49-F238E27FC236}">
                      <a16:creationId xmlns:a16="http://schemas.microsoft.com/office/drawing/2014/main" id="{4C9CB1D6-1D36-4619-1973-77876FE5C44B}"/>
                    </a:ext>
                  </a:extLst>
                </p:cNvPr>
                <p:cNvSpPr>
                  <a:spLocks noChangeShapeType="1"/>
                </p:cNvSpPr>
                <p:nvPr/>
              </p:nvSpPr>
              <p:spPr bwMode="auto">
                <a:xfrm>
                  <a:off x="4107" y="2423"/>
                  <a:ext cx="500"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3949763" name="Arc 1241">
                  <a:extLst>
                    <a:ext uri="{FF2B5EF4-FFF2-40B4-BE49-F238E27FC236}">
                      <a16:creationId xmlns:a16="http://schemas.microsoft.com/office/drawing/2014/main" id="{B83D2287-A6DA-06EB-1EE0-38ACB2969AF0}"/>
                    </a:ext>
                  </a:extLst>
                </p:cNvPr>
                <p:cNvSpPr>
                  <a:spLocks/>
                </p:cNvSpPr>
                <p:nvPr/>
              </p:nvSpPr>
              <p:spPr bwMode="auto">
                <a:xfrm flipH="1" flipV="1">
                  <a:off x="4109" y="2068"/>
                  <a:ext cx="379" cy="331"/>
                </a:xfrm>
                <a:custGeom>
                  <a:avLst/>
                  <a:gdLst>
                    <a:gd name="T0" fmla="*/ 7 w 21600"/>
                    <a:gd name="T1" fmla="*/ 0 h 21600"/>
                    <a:gd name="T2" fmla="*/ 0 w 21600"/>
                    <a:gd name="T3" fmla="*/ 5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21600" y="0"/>
                      </a:moveTo>
                      <a:cubicBezTo>
                        <a:pt x="21600" y="11929"/>
                        <a:pt x="11929" y="21599"/>
                        <a:pt x="0" y="21600"/>
                      </a:cubicBezTo>
                    </a:path>
                    <a:path w="21600" h="21600" stroke="0" extrusionOk="0">
                      <a:moveTo>
                        <a:pt x="21600" y="0"/>
                      </a:moveTo>
                      <a:cubicBezTo>
                        <a:pt x="21600" y="11929"/>
                        <a:pt x="11929" y="21599"/>
                        <a:pt x="0" y="21600"/>
                      </a:cubicBezTo>
                      <a:lnTo>
                        <a:pt x="0" y="0"/>
                      </a:lnTo>
                      <a:close/>
                    </a:path>
                  </a:pathLst>
                </a:custGeom>
                <a:noFill/>
                <a:ln w="28575" cap="rnd">
                  <a:solidFill>
                    <a:schemeClr val="bg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grpSp>
        <p:grpSp>
          <p:nvGrpSpPr>
            <p:cNvPr id="89208" name="Group 1242">
              <a:extLst>
                <a:ext uri="{FF2B5EF4-FFF2-40B4-BE49-F238E27FC236}">
                  <a16:creationId xmlns:a16="http://schemas.microsoft.com/office/drawing/2014/main" id="{D05CA2BF-DCD3-6939-EB18-A1EEAAD9806F}"/>
                </a:ext>
              </a:extLst>
            </p:cNvPr>
            <p:cNvGrpSpPr>
              <a:grpSpLocks/>
            </p:cNvGrpSpPr>
            <p:nvPr/>
          </p:nvGrpSpPr>
          <p:grpSpPr bwMode="auto">
            <a:xfrm>
              <a:off x="5096670" y="3606801"/>
              <a:ext cx="985837" cy="811212"/>
              <a:chOff x="2700" y="1858"/>
              <a:chExt cx="948" cy="780"/>
            </a:xfrm>
          </p:grpSpPr>
          <p:sp>
            <p:nvSpPr>
              <p:cNvPr id="89209" name="Rectangle 1243">
                <a:extLst>
                  <a:ext uri="{FF2B5EF4-FFF2-40B4-BE49-F238E27FC236}">
                    <a16:creationId xmlns:a16="http://schemas.microsoft.com/office/drawing/2014/main" id="{071CD15B-F39E-8769-18C4-3658944906F2}"/>
                  </a:ext>
                </a:extLst>
              </p:cNvPr>
              <p:cNvSpPr>
                <a:spLocks noChangeArrowheads="1"/>
              </p:cNvSpPr>
              <p:nvPr/>
            </p:nvSpPr>
            <p:spPr bwMode="auto">
              <a:xfrm>
                <a:off x="2700" y="1858"/>
                <a:ext cx="948" cy="780"/>
              </a:xfrm>
              <a:prstGeom prst="rect">
                <a:avLst/>
              </a:prstGeom>
              <a:solidFill>
                <a:srgbClr val="3770FD">
                  <a:alpha val="50195"/>
                </a:srgbClr>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p>
                <a:endParaRPr lang="en-US"/>
              </a:p>
            </p:txBody>
          </p:sp>
          <p:grpSp>
            <p:nvGrpSpPr>
              <p:cNvPr id="89211" name="Group 1244">
                <a:extLst>
                  <a:ext uri="{FF2B5EF4-FFF2-40B4-BE49-F238E27FC236}">
                    <a16:creationId xmlns:a16="http://schemas.microsoft.com/office/drawing/2014/main" id="{E54A7B73-A1C1-8CA1-114A-B6316BEAC7C1}"/>
                  </a:ext>
                </a:extLst>
              </p:cNvPr>
              <p:cNvGrpSpPr>
                <a:grpSpLocks/>
              </p:cNvGrpSpPr>
              <p:nvPr/>
            </p:nvGrpSpPr>
            <p:grpSpPr bwMode="auto">
              <a:xfrm>
                <a:off x="2931" y="2061"/>
                <a:ext cx="506" cy="416"/>
                <a:chOff x="4101" y="2013"/>
                <a:chExt cx="506" cy="416"/>
              </a:xfrm>
            </p:grpSpPr>
            <p:sp>
              <p:nvSpPr>
                <p:cNvPr id="89212" name="Line 1245">
                  <a:extLst>
                    <a:ext uri="{FF2B5EF4-FFF2-40B4-BE49-F238E27FC236}">
                      <a16:creationId xmlns:a16="http://schemas.microsoft.com/office/drawing/2014/main" id="{90A58848-E31F-ED13-AC9F-5954EF8D5DB4}"/>
                    </a:ext>
                  </a:extLst>
                </p:cNvPr>
                <p:cNvSpPr>
                  <a:spLocks noChangeShapeType="1"/>
                </p:cNvSpPr>
                <p:nvPr/>
              </p:nvSpPr>
              <p:spPr bwMode="auto">
                <a:xfrm flipV="1">
                  <a:off x="4101" y="2013"/>
                  <a:ext cx="0" cy="416"/>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89213" name="Line 1246">
                  <a:extLst>
                    <a:ext uri="{FF2B5EF4-FFF2-40B4-BE49-F238E27FC236}">
                      <a16:creationId xmlns:a16="http://schemas.microsoft.com/office/drawing/2014/main" id="{E1F9C47D-2882-F588-1DF8-113CB7F3F6C5}"/>
                    </a:ext>
                  </a:extLst>
                </p:cNvPr>
                <p:cNvSpPr>
                  <a:spLocks noChangeShapeType="1"/>
                </p:cNvSpPr>
                <p:nvPr/>
              </p:nvSpPr>
              <p:spPr bwMode="auto">
                <a:xfrm>
                  <a:off x="4107" y="2423"/>
                  <a:ext cx="500"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89214" name="Arc 1247">
                  <a:extLst>
                    <a:ext uri="{FF2B5EF4-FFF2-40B4-BE49-F238E27FC236}">
                      <a16:creationId xmlns:a16="http://schemas.microsoft.com/office/drawing/2014/main" id="{F8AF951D-A423-33E5-7727-BD164DB1E5B0}"/>
                    </a:ext>
                  </a:extLst>
                </p:cNvPr>
                <p:cNvSpPr>
                  <a:spLocks/>
                </p:cNvSpPr>
                <p:nvPr/>
              </p:nvSpPr>
              <p:spPr bwMode="auto">
                <a:xfrm flipH="1" flipV="1">
                  <a:off x="4109" y="2068"/>
                  <a:ext cx="379" cy="331"/>
                </a:xfrm>
                <a:custGeom>
                  <a:avLst/>
                  <a:gdLst>
                    <a:gd name="T0" fmla="*/ 7 w 21600"/>
                    <a:gd name="T1" fmla="*/ 0 h 21600"/>
                    <a:gd name="T2" fmla="*/ 0 w 21600"/>
                    <a:gd name="T3" fmla="*/ 5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21600" y="0"/>
                      </a:moveTo>
                      <a:cubicBezTo>
                        <a:pt x="21600" y="11929"/>
                        <a:pt x="11929" y="21599"/>
                        <a:pt x="0" y="21600"/>
                      </a:cubicBezTo>
                    </a:path>
                    <a:path w="21600" h="21600" stroke="0" extrusionOk="0">
                      <a:moveTo>
                        <a:pt x="21600" y="0"/>
                      </a:moveTo>
                      <a:cubicBezTo>
                        <a:pt x="21600" y="11929"/>
                        <a:pt x="11929" y="21599"/>
                        <a:pt x="0" y="21600"/>
                      </a:cubicBezTo>
                      <a:lnTo>
                        <a:pt x="0" y="0"/>
                      </a:lnTo>
                      <a:close/>
                    </a:path>
                  </a:pathLst>
                </a:custGeom>
                <a:noFill/>
                <a:ln w="28575" cap="rnd">
                  <a:solidFill>
                    <a:schemeClr val="bg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grpSp>
      </p:grpSp>
      <p:grpSp>
        <p:nvGrpSpPr>
          <p:cNvPr id="3949769" name="Group 3949768">
            <a:extLst>
              <a:ext uri="{FF2B5EF4-FFF2-40B4-BE49-F238E27FC236}">
                <a16:creationId xmlns:a16="http://schemas.microsoft.com/office/drawing/2014/main" id="{3455F3B6-DAEE-95DF-BD1D-E53435995D12}"/>
              </a:ext>
            </a:extLst>
          </p:cNvPr>
          <p:cNvGrpSpPr/>
          <p:nvPr/>
        </p:nvGrpSpPr>
        <p:grpSpPr>
          <a:xfrm>
            <a:off x="5320847" y="1007264"/>
            <a:ext cx="3481388" cy="4038600"/>
            <a:chOff x="3510756" y="1004888"/>
            <a:chExt cx="3481388" cy="4038600"/>
          </a:xfrm>
        </p:grpSpPr>
        <p:sp>
          <p:nvSpPr>
            <p:cNvPr id="3949774" name="Line 1226">
              <a:extLst>
                <a:ext uri="{FF2B5EF4-FFF2-40B4-BE49-F238E27FC236}">
                  <a16:creationId xmlns:a16="http://schemas.microsoft.com/office/drawing/2014/main" id="{397BC896-1A80-7479-81BD-CD2253743F64}"/>
                </a:ext>
              </a:extLst>
            </p:cNvPr>
            <p:cNvSpPr>
              <a:spLocks noChangeShapeType="1"/>
            </p:cNvSpPr>
            <p:nvPr/>
          </p:nvSpPr>
          <p:spPr bwMode="auto">
            <a:xfrm flipV="1">
              <a:off x="3948906" y="1955306"/>
              <a:ext cx="1325893" cy="525958"/>
            </a:xfrm>
            <a:prstGeom prst="line">
              <a:avLst/>
            </a:prstGeom>
            <a:noFill/>
            <a:ln w="76200">
              <a:solidFill>
                <a:schemeClr val="bg1"/>
              </a:solidFill>
              <a:round/>
              <a:headEnd type="none" w="lg" len="lg"/>
              <a:tailEnd type="triangle" w="med" len="lg"/>
            </a:ln>
            <a:extLst>
              <a:ext uri="{909E8E84-426E-40DD-AFC4-6F175D3DCCD1}">
                <a14:hiddenFill xmlns:a14="http://schemas.microsoft.com/office/drawing/2010/main">
                  <a:noFill/>
                </a14:hiddenFill>
              </a:ext>
            </a:extLst>
          </p:spPr>
          <p:txBody>
            <a:bodyPr wrap="none" anchor="ctr"/>
            <a:lstStyle/>
            <a:p>
              <a:endParaRPr lang="en-US"/>
            </a:p>
          </p:txBody>
        </p:sp>
        <p:sp>
          <p:nvSpPr>
            <p:cNvPr id="3949775" name="Line 1227">
              <a:extLst>
                <a:ext uri="{FF2B5EF4-FFF2-40B4-BE49-F238E27FC236}">
                  <a16:creationId xmlns:a16="http://schemas.microsoft.com/office/drawing/2014/main" id="{48CC74AC-5BA7-3620-8D21-A8784076DC67}"/>
                </a:ext>
              </a:extLst>
            </p:cNvPr>
            <p:cNvSpPr>
              <a:spLocks noChangeShapeType="1"/>
            </p:cNvSpPr>
            <p:nvPr/>
          </p:nvSpPr>
          <p:spPr bwMode="auto">
            <a:xfrm flipV="1">
              <a:off x="3948908" y="2565347"/>
              <a:ext cx="2016248" cy="2079678"/>
            </a:xfrm>
            <a:prstGeom prst="line">
              <a:avLst/>
            </a:prstGeom>
            <a:noFill/>
            <a:ln w="76200">
              <a:solidFill>
                <a:schemeClr val="bg1"/>
              </a:solidFill>
              <a:round/>
              <a:headEnd type="none" w="lg" len="lg"/>
              <a:tailEnd type="triangle" w="med" len="lg"/>
            </a:ln>
            <a:extLst>
              <a:ext uri="{909E8E84-426E-40DD-AFC4-6F175D3DCCD1}">
                <a14:hiddenFill xmlns:a14="http://schemas.microsoft.com/office/drawing/2010/main">
                  <a:noFill/>
                </a14:hiddenFill>
              </a:ext>
            </a:extLst>
          </p:spPr>
          <p:txBody>
            <a:bodyPr wrap="none" anchor="ctr"/>
            <a:lstStyle/>
            <a:p>
              <a:endParaRPr lang="en-US"/>
            </a:p>
          </p:txBody>
        </p:sp>
        <p:sp>
          <p:nvSpPr>
            <p:cNvPr id="3949776" name="Line 1228">
              <a:extLst>
                <a:ext uri="{FF2B5EF4-FFF2-40B4-BE49-F238E27FC236}">
                  <a16:creationId xmlns:a16="http://schemas.microsoft.com/office/drawing/2014/main" id="{1C19AF4F-7155-CEA2-10F4-C3BB570E68F0}"/>
                </a:ext>
              </a:extLst>
            </p:cNvPr>
            <p:cNvSpPr>
              <a:spLocks noChangeShapeType="1"/>
            </p:cNvSpPr>
            <p:nvPr/>
          </p:nvSpPr>
          <p:spPr bwMode="auto">
            <a:xfrm>
              <a:off x="3948906" y="1427163"/>
              <a:ext cx="1132172" cy="2688394"/>
            </a:xfrm>
            <a:prstGeom prst="line">
              <a:avLst/>
            </a:prstGeom>
            <a:noFill/>
            <a:ln w="76200">
              <a:solidFill>
                <a:schemeClr val="bg1"/>
              </a:solidFill>
              <a:round/>
              <a:headEnd type="none" w="lg" len="lg"/>
              <a:tailEnd type="triangle" w="med" len="lg"/>
            </a:ln>
            <a:extLst>
              <a:ext uri="{909E8E84-426E-40DD-AFC4-6F175D3DCCD1}">
                <a14:hiddenFill xmlns:a14="http://schemas.microsoft.com/office/drawing/2010/main">
                  <a:noFill/>
                </a14:hiddenFill>
              </a:ext>
            </a:extLst>
          </p:spPr>
          <p:txBody>
            <a:bodyPr wrap="none" anchor="ctr"/>
            <a:lstStyle/>
            <a:p>
              <a:endParaRPr lang="en-US"/>
            </a:p>
          </p:txBody>
        </p:sp>
        <p:sp>
          <p:nvSpPr>
            <p:cNvPr id="3949777" name="Rectangle 1229">
              <a:extLst>
                <a:ext uri="{FF2B5EF4-FFF2-40B4-BE49-F238E27FC236}">
                  <a16:creationId xmlns:a16="http://schemas.microsoft.com/office/drawing/2014/main" id="{5CD73124-39EF-425F-ABE3-078BDB508601}"/>
                </a:ext>
              </a:extLst>
            </p:cNvPr>
            <p:cNvSpPr>
              <a:spLocks noChangeArrowheads="1"/>
            </p:cNvSpPr>
            <p:nvPr/>
          </p:nvSpPr>
          <p:spPr bwMode="auto">
            <a:xfrm>
              <a:off x="3510756" y="1004888"/>
              <a:ext cx="736600" cy="4038600"/>
            </a:xfrm>
            <a:prstGeom prst="rect">
              <a:avLst/>
            </a:prstGeom>
            <a:solidFill>
              <a:srgbClr val="477BFD">
                <a:alpha val="50195"/>
              </a:srgbClr>
            </a:solidFill>
            <a:ln>
              <a:noFill/>
            </a:ln>
            <a:extLst>
              <a:ext uri="{91240B29-F687-4F45-9708-019B960494DF}">
                <a14:hiddenLine xmlns:a14="http://schemas.microsoft.com/office/drawing/2010/main" w="38100">
                  <a:solidFill>
                    <a:srgbClr val="000000"/>
                  </a:solidFill>
                  <a:miter lim="800000"/>
                  <a:headEnd type="none" w="lg" len="lg"/>
                  <a:tailEnd type="none" w="lg" len="lg"/>
                </a14:hiddenLine>
              </a:ext>
            </a:extLst>
          </p:spPr>
          <p:txBody>
            <a:bodyPr wrap="none" anchor="ctr"/>
            <a:lstStyle/>
            <a:p>
              <a:endParaRPr lang="en-US"/>
            </a:p>
          </p:txBody>
        </p:sp>
        <p:grpSp>
          <p:nvGrpSpPr>
            <p:cNvPr id="3949778" name="Group 1230">
              <a:extLst>
                <a:ext uri="{FF2B5EF4-FFF2-40B4-BE49-F238E27FC236}">
                  <a16:creationId xmlns:a16="http://schemas.microsoft.com/office/drawing/2014/main" id="{85823266-0EE4-39E5-A5CE-0B1CE73492F0}"/>
                </a:ext>
              </a:extLst>
            </p:cNvPr>
            <p:cNvGrpSpPr>
              <a:grpSpLocks/>
            </p:cNvGrpSpPr>
            <p:nvPr/>
          </p:nvGrpSpPr>
          <p:grpSpPr bwMode="auto">
            <a:xfrm>
              <a:off x="5231606" y="1541464"/>
              <a:ext cx="985838" cy="811213"/>
              <a:chOff x="2700" y="1858"/>
              <a:chExt cx="948" cy="780"/>
            </a:xfrm>
          </p:grpSpPr>
          <p:sp>
            <p:nvSpPr>
              <p:cNvPr id="3949791" name="Rectangle 1231">
                <a:extLst>
                  <a:ext uri="{FF2B5EF4-FFF2-40B4-BE49-F238E27FC236}">
                    <a16:creationId xmlns:a16="http://schemas.microsoft.com/office/drawing/2014/main" id="{8A49ED0E-5D48-AE2B-84FF-A499081595A8}"/>
                  </a:ext>
                </a:extLst>
              </p:cNvPr>
              <p:cNvSpPr>
                <a:spLocks noChangeArrowheads="1"/>
              </p:cNvSpPr>
              <p:nvPr/>
            </p:nvSpPr>
            <p:spPr bwMode="auto">
              <a:xfrm>
                <a:off x="2700" y="1858"/>
                <a:ext cx="948" cy="780"/>
              </a:xfrm>
              <a:prstGeom prst="rect">
                <a:avLst/>
              </a:prstGeom>
              <a:solidFill>
                <a:srgbClr val="3770FD">
                  <a:alpha val="50195"/>
                </a:srgbClr>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p>
                <a:endParaRPr lang="en-US"/>
              </a:p>
            </p:txBody>
          </p:sp>
          <p:grpSp>
            <p:nvGrpSpPr>
              <p:cNvPr id="3949792" name="Group 1232">
                <a:extLst>
                  <a:ext uri="{FF2B5EF4-FFF2-40B4-BE49-F238E27FC236}">
                    <a16:creationId xmlns:a16="http://schemas.microsoft.com/office/drawing/2014/main" id="{05ECAEB1-CA5D-EF19-D89E-81CEB9AD9BF8}"/>
                  </a:ext>
                </a:extLst>
              </p:cNvPr>
              <p:cNvGrpSpPr>
                <a:grpSpLocks/>
              </p:cNvGrpSpPr>
              <p:nvPr/>
            </p:nvGrpSpPr>
            <p:grpSpPr bwMode="auto">
              <a:xfrm>
                <a:off x="2931" y="2061"/>
                <a:ext cx="506" cy="416"/>
                <a:chOff x="4101" y="2013"/>
                <a:chExt cx="506" cy="416"/>
              </a:xfrm>
            </p:grpSpPr>
            <p:sp>
              <p:nvSpPr>
                <p:cNvPr id="3949794" name="Line 1233">
                  <a:extLst>
                    <a:ext uri="{FF2B5EF4-FFF2-40B4-BE49-F238E27FC236}">
                      <a16:creationId xmlns:a16="http://schemas.microsoft.com/office/drawing/2014/main" id="{3FDADF51-6C93-5C02-75D9-E39599B80365}"/>
                    </a:ext>
                  </a:extLst>
                </p:cNvPr>
                <p:cNvSpPr>
                  <a:spLocks noChangeShapeType="1"/>
                </p:cNvSpPr>
                <p:nvPr/>
              </p:nvSpPr>
              <p:spPr bwMode="auto">
                <a:xfrm flipV="1">
                  <a:off x="4101" y="2013"/>
                  <a:ext cx="0" cy="416"/>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3949795" name="Line 1234">
                  <a:extLst>
                    <a:ext uri="{FF2B5EF4-FFF2-40B4-BE49-F238E27FC236}">
                      <a16:creationId xmlns:a16="http://schemas.microsoft.com/office/drawing/2014/main" id="{55B6F1DC-EBBD-E768-3B2E-B3F3428B98EA}"/>
                    </a:ext>
                  </a:extLst>
                </p:cNvPr>
                <p:cNvSpPr>
                  <a:spLocks noChangeShapeType="1"/>
                </p:cNvSpPr>
                <p:nvPr/>
              </p:nvSpPr>
              <p:spPr bwMode="auto">
                <a:xfrm>
                  <a:off x="4107" y="2423"/>
                  <a:ext cx="500"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3949796" name="Arc 1235">
                  <a:extLst>
                    <a:ext uri="{FF2B5EF4-FFF2-40B4-BE49-F238E27FC236}">
                      <a16:creationId xmlns:a16="http://schemas.microsoft.com/office/drawing/2014/main" id="{E2EA673A-070D-4D79-DAC7-21E2BCB6BB1D}"/>
                    </a:ext>
                  </a:extLst>
                </p:cNvPr>
                <p:cNvSpPr>
                  <a:spLocks/>
                </p:cNvSpPr>
                <p:nvPr/>
              </p:nvSpPr>
              <p:spPr bwMode="auto">
                <a:xfrm flipH="1" flipV="1">
                  <a:off x="4109" y="2068"/>
                  <a:ext cx="379" cy="331"/>
                </a:xfrm>
                <a:custGeom>
                  <a:avLst/>
                  <a:gdLst>
                    <a:gd name="T0" fmla="*/ 7 w 21600"/>
                    <a:gd name="T1" fmla="*/ 0 h 21600"/>
                    <a:gd name="T2" fmla="*/ 0 w 21600"/>
                    <a:gd name="T3" fmla="*/ 5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21600" y="0"/>
                      </a:moveTo>
                      <a:cubicBezTo>
                        <a:pt x="21600" y="11929"/>
                        <a:pt x="11929" y="21599"/>
                        <a:pt x="0" y="21600"/>
                      </a:cubicBezTo>
                    </a:path>
                    <a:path w="21600" h="21600" stroke="0" extrusionOk="0">
                      <a:moveTo>
                        <a:pt x="21600" y="0"/>
                      </a:moveTo>
                      <a:cubicBezTo>
                        <a:pt x="21600" y="11929"/>
                        <a:pt x="11929" y="21599"/>
                        <a:pt x="0" y="21600"/>
                      </a:cubicBezTo>
                      <a:lnTo>
                        <a:pt x="0" y="0"/>
                      </a:lnTo>
                      <a:close/>
                    </a:path>
                  </a:pathLst>
                </a:custGeom>
                <a:noFill/>
                <a:ln w="28575" cap="rnd">
                  <a:solidFill>
                    <a:schemeClr val="bg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grpSp>
        <p:grpSp>
          <p:nvGrpSpPr>
            <p:cNvPr id="3949779" name="Group 1236">
              <a:extLst>
                <a:ext uri="{FF2B5EF4-FFF2-40B4-BE49-F238E27FC236}">
                  <a16:creationId xmlns:a16="http://schemas.microsoft.com/office/drawing/2014/main" id="{DD894293-920E-B6C6-5637-5FD696E1221D}"/>
                </a:ext>
              </a:extLst>
            </p:cNvPr>
            <p:cNvGrpSpPr>
              <a:grpSpLocks/>
            </p:cNvGrpSpPr>
            <p:nvPr/>
          </p:nvGrpSpPr>
          <p:grpSpPr bwMode="auto">
            <a:xfrm>
              <a:off x="6006306" y="2162176"/>
              <a:ext cx="985838" cy="811212"/>
              <a:chOff x="2700" y="1858"/>
              <a:chExt cx="948" cy="780"/>
            </a:xfrm>
          </p:grpSpPr>
          <p:sp>
            <p:nvSpPr>
              <p:cNvPr id="3949786" name="Rectangle 1237">
                <a:extLst>
                  <a:ext uri="{FF2B5EF4-FFF2-40B4-BE49-F238E27FC236}">
                    <a16:creationId xmlns:a16="http://schemas.microsoft.com/office/drawing/2014/main" id="{7F623EC8-8FA9-2F9A-F25C-C7BC80DD8DBB}"/>
                  </a:ext>
                </a:extLst>
              </p:cNvPr>
              <p:cNvSpPr>
                <a:spLocks noChangeArrowheads="1"/>
              </p:cNvSpPr>
              <p:nvPr/>
            </p:nvSpPr>
            <p:spPr bwMode="auto">
              <a:xfrm>
                <a:off x="2700" y="1858"/>
                <a:ext cx="948" cy="780"/>
              </a:xfrm>
              <a:prstGeom prst="rect">
                <a:avLst/>
              </a:prstGeom>
              <a:solidFill>
                <a:srgbClr val="3770FD">
                  <a:alpha val="50195"/>
                </a:srgbClr>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p>
                <a:endParaRPr lang="en-US"/>
              </a:p>
            </p:txBody>
          </p:sp>
          <p:grpSp>
            <p:nvGrpSpPr>
              <p:cNvPr id="3949787" name="Group 1238">
                <a:extLst>
                  <a:ext uri="{FF2B5EF4-FFF2-40B4-BE49-F238E27FC236}">
                    <a16:creationId xmlns:a16="http://schemas.microsoft.com/office/drawing/2014/main" id="{C27FB96A-3C89-42BC-4EB5-4046AC26CB44}"/>
                  </a:ext>
                </a:extLst>
              </p:cNvPr>
              <p:cNvGrpSpPr>
                <a:grpSpLocks/>
              </p:cNvGrpSpPr>
              <p:nvPr/>
            </p:nvGrpSpPr>
            <p:grpSpPr bwMode="auto">
              <a:xfrm>
                <a:off x="2931" y="2061"/>
                <a:ext cx="506" cy="416"/>
                <a:chOff x="4101" y="2013"/>
                <a:chExt cx="506" cy="416"/>
              </a:xfrm>
            </p:grpSpPr>
            <p:sp>
              <p:nvSpPr>
                <p:cNvPr id="3949788" name="Line 1239">
                  <a:extLst>
                    <a:ext uri="{FF2B5EF4-FFF2-40B4-BE49-F238E27FC236}">
                      <a16:creationId xmlns:a16="http://schemas.microsoft.com/office/drawing/2014/main" id="{32A849BA-0D1F-99A0-AEFD-E7DCAC0EA01A}"/>
                    </a:ext>
                  </a:extLst>
                </p:cNvPr>
                <p:cNvSpPr>
                  <a:spLocks noChangeShapeType="1"/>
                </p:cNvSpPr>
                <p:nvPr/>
              </p:nvSpPr>
              <p:spPr bwMode="auto">
                <a:xfrm flipV="1">
                  <a:off x="4101" y="2013"/>
                  <a:ext cx="0" cy="416"/>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3949789" name="Line 1240">
                  <a:extLst>
                    <a:ext uri="{FF2B5EF4-FFF2-40B4-BE49-F238E27FC236}">
                      <a16:creationId xmlns:a16="http://schemas.microsoft.com/office/drawing/2014/main" id="{DAEFCB8A-B630-62FF-F936-48C88781311E}"/>
                    </a:ext>
                  </a:extLst>
                </p:cNvPr>
                <p:cNvSpPr>
                  <a:spLocks noChangeShapeType="1"/>
                </p:cNvSpPr>
                <p:nvPr/>
              </p:nvSpPr>
              <p:spPr bwMode="auto">
                <a:xfrm>
                  <a:off x="4107" y="2423"/>
                  <a:ext cx="500"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3949790" name="Arc 1241">
                  <a:extLst>
                    <a:ext uri="{FF2B5EF4-FFF2-40B4-BE49-F238E27FC236}">
                      <a16:creationId xmlns:a16="http://schemas.microsoft.com/office/drawing/2014/main" id="{508F5299-8BDA-76FF-3924-81F78A47D7B5}"/>
                    </a:ext>
                  </a:extLst>
                </p:cNvPr>
                <p:cNvSpPr>
                  <a:spLocks/>
                </p:cNvSpPr>
                <p:nvPr/>
              </p:nvSpPr>
              <p:spPr bwMode="auto">
                <a:xfrm flipH="1" flipV="1">
                  <a:off x="4109" y="2068"/>
                  <a:ext cx="379" cy="331"/>
                </a:xfrm>
                <a:custGeom>
                  <a:avLst/>
                  <a:gdLst>
                    <a:gd name="T0" fmla="*/ 7 w 21600"/>
                    <a:gd name="T1" fmla="*/ 0 h 21600"/>
                    <a:gd name="T2" fmla="*/ 0 w 21600"/>
                    <a:gd name="T3" fmla="*/ 5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21600" y="0"/>
                      </a:moveTo>
                      <a:cubicBezTo>
                        <a:pt x="21600" y="11929"/>
                        <a:pt x="11929" y="21599"/>
                        <a:pt x="0" y="21600"/>
                      </a:cubicBezTo>
                    </a:path>
                    <a:path w="21600" h="21600" stroke="0" extrusionOk="0">
                      <a:moveTo>
                        <a:pt x="21600" y="0"/>
                      </a:moveTo>
                      <a:cubicBezTo>
                        <a:pt x="21600" y="11929"/>
                        <a:pt x="11929" y="21599"/>
                        <a:pt x="0" y="21600"/>
                      </a:cubicBezTo>
                      <a:lnTo>
                        <a:pt x="0" y="0"/>
                      </a:lnTo>
                      <a:close/>
                    </a:path>
                  </a:pathLst>
                </a:custGeom>
                <a:noFill/>
                <a:ln w="28575" cap="rnd">
                  <a:solidFill>
                    <a:schemeClr val="bg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grpSp>
        <p:grpSp>
          <p:nvGrpSpPr>
            <p:cNvPr id="3949780" name="Group 1242">
              <a:extLst>
                <a:ext uri="{FF2B5EF4-FFF2-40B4-BE49-F238E27FC236}">
                  <a16:creationId xmlns:a16="http://schemas.microsoft.com/office/drawing/2014/main" id="{646A3791-E752-AAFF-227A-D9A38FBAEE8D}"/>
                </a:ext>
              </a:extLst>
            </p:cNvPr>
            <p:cNvGrpSpPr>
              <a:grpSpLocks/>
            </p:cNvGrpSpPr>
            <p:nvPr/>
          </p:nvGrpSpPr>
          <p:grpSpPr bwMode="auto">
            <a:xfrm>
              <a:off x="5096670" y="3606801"/>
              <a:ext cx="985837" cy="811212"/>
              <a:chOff x="2700" y="1858"/>
              <a:chExt cx="948" cy="780"/>
            </a:xfrm>
          </p:grpSpPr>
          <p:sp>
            <p:nvSpPr>
              <p:cNvPr id="3949781" name="Rectangle 1243">
                <a:extLst>
                  <a:ext uri="{FF2B5EF4-FFF2-40B4-BE49-F238E27FC236}">
                    <a16:creationId xmlns:a16="http://schemas.microsoft.com/office/drawing/2014/main" id="{F2F1A401-CEA8-E72E-09A7-AF137227FAD7}"/>
                  </a:ext>
                </a:extLst>
              </p:cNvPr>
              <p:cNvSpPr>
                <a:spLocks noChangeArrowheads="1"/>
              </p:cNvSpPr>
              <p:nvPr/>
            </p:nvSpPr>
            <p:spPr bwMode="auto">
              <a:xfrm>
                <a:off x="2700" y="1858"/>
                <a:ext cx="948" cy="780"/>
              </a:xfrm>
              <a:prstGeom prst="rect">
                <a:avLst/>
              </a:prstGeom>
              <a:solidFill>
                <a:srgbClr val="3770FD">
                  <a:alpha val="50195"/>
                </a:srgbClr>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p>
                <a:endParaRPr lang="en-US"/>
              </a:p>
            </p:txBody>
          </p:sp>
          <p:grpSp>
            <p:nvGrpSpPr>
              <p:cNvPr id="3949782" name="Group 1244">
                <a:extLst>
                  <a:ext uri="{FF2B5EF4-FFF2-40B4-BE49-F238E27FC236}">
                    <a16:creationId xmlns:a16="http://schemas.microsoft.com/office/drawing/2014/main" id="{04B96FDE-3428-9652-A588-FE3210C0249F}"/>
                  </a:ext>
                </a:extLst>
              </p:cNvPr>
              <p:cNvGrpSpPr>
                <a:grpSpLocks/>
              </p:cNvGrpSpPr>
              <p:nvPr/>
            </p:nvGrpSpPr>
            <p:grpSpPr bwMode="auto">
              <a:xfrm>
                <a:off x="2931" y="2061"/>
                <a:ext cx="506" cy="416"/>
                <a:chOff x="4101" y="2013"/>
                <a:chExt cx="506" cy="416"/>
              </a:xfrm>
            </p:grpSpPr>
            <p:sp>
              <p:nvSpPr>
                <p:cNvPr id="3949783" name="Line 1245">
                  <a:extLst>
                    <a:ext uri="{FF2B5EF4-FFF2-40B4-BE49-F238E27FC236}">
                      <a16:creationId xmlns:a16="http://schemas.microsoft.com/office/drawing/2014/main" id="{739DE5AC-0D3B-D3D6-19BC-BD78D21E2420}"/>
                    </a:ext>
                  </a:extLst>
                </p:cNvPr>
                <p:cNvSpPr>
                  <a:spLocks noChangeShapeType="1"/>
                </p:cNvSpPr>
                <p:nvPr/>
              </p:nvSpPr>
              <p:spPr bwMode="auto">
                <a:xfrm flipV="1">
                  <a:off x="4101" y="2013"/>
                  <a:ext cx="0" cy="416"/>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3949784" name="Line 1246">
                  <a:extLst>
                    <a:ext uri="{FF2B5EF4-FFF2-40B4-BE49-F238E27FC236}">
                      <a16:creationId xmlns:a16="http://schemas.microsoft.com/office/drawing/2014/main" id="{B6FABC2E-92B4-0EDA-C611-04B9FDA44ECF}"/>
                    </a:ext>
                  </a:extLst>
                </p:cNvPr>
                <p:cNvSpPr>
                  <a:spLocks noChangeShapeType="1"/>
                </p:cNvSpPr>
                <p:nvPr/>
              </p:nvSpPr>
              <p:spPr bwMode="auto">
                <a:xfrm>
                  <a:off x="4107" y="2423"/>
                  <a:ext cx="500"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3949785" name="Arc 1247">
                  <a:extLst>
                    <a:ext uri="{FF2B5EF4-FFF2-40B4-BE49-F238E27FC236}">
                      <a16:creationId xmlns:a16="http://schemas.microsoft.com/office/drawing/2014/main" id="{987728EE-4B31-8A1C-8E21-17DB266E8C06}"/>
                    </a:ext>
                  </a:extLst>
                </p:cNvPr>
                <p:cNvSpPr>
                  <a:spLocks/>
                </p:cNvSpPr>
                <p:nvPr/>
              </p:nvSpPr>
              <p:spPr bwMode="auto">
                <a:xfrm flipH="1" flipV="1">
                  <a:off x="4109" y="2068"/>
                  <a:ext cx="379" cy="331"/>
                </a:xfrm>
                <a:custGeom>
                  <a:avLst/>
                  <a:gdLst>
                    <a:gd name="T0" fmla="*/ 7 w 21600"/>
                    <a:gd name="T1" fmla="*/ 0 h 21600"/>
                    <a:gd name="T2" fmla="*/ 0 w 21600"/>
                    <a:gd name="T3" fmla="*/ 5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21600" y="0"/>
                      </a:moveTo>
                      <a:cubicBezTo>
                        <a:pt x="21600" y="11929"/>
                        <a:pt x="11929" y="21599"/>
                        <a:pt x="0" y="21600"/>
                      </a:cubicBezTo>
                    </a:path>
                    <a:path w="21600" h="21600" stroke="0" extrusionOk="0">
                      <a:moveTo>
                        <a:pt x="21600" y="0"/>
                      </a:moveTo>
                      <a:cubicBezTo>
                        <a:pt x="21600" y="11929"/>
                        <a:pt x="11929" y="21599"/>
                        <a:pt x="0" y="21600"/>
                      </a:cubicBezTo>
                      <a:lnTo>
                        <a:pt x="0" y="0"/>
                      </a:lnTo>
                      <a:close/>
                    </a:path>
                  </a:pathLst>
                </a:custGeom>
                <a:noFill/>
                <a:ln w="28575" cap="rnd">
                  <a:solidFill>
                    <a:schemeClr val="bg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grpSp>
      </p:grpSp>
      <p:grpSp>
        <p:nvGrpSpPr>
          <p:cNvPr id="3949797" name="Group 3949796">
            <a:extLst>
              <a:ext uri="{FF2B5EF4-FFF2-40B4-BE49-F238E27FC236}">
                <a16:creationId xmlns:a16="http://schemas.microsoft.com/office/drawing/2014/main" id="{947CD759-4172-9CFB-C918-29B10AB841F1}"/>
              </a:ext>
            </a:extLst>
          </p:cNvPr>
          <p:cNvGrpSpPr/>
          <p:nvPr/>
        </p:nvGrpSpPr>
        <p:grpSpPr>
          <a:xfrm>
            <a:off x="6242697" y="1009640"/>
            <a:ext cx="3481388" cy="4038600"/>
            <a:chOff x="3510756" y="1004888"/>
            <a:chExt cx="3481388" cy="4038600"/>
          </a:xfrm>
        </p:grpSpPr>
        <p:sp>
          <p:nvSpPr>
            <p:cNvPr id="3949798" name="Line 1226">
              <a:extLst>
                <a:ext uri="{FF2B5EF4-FFF2-40B4-BE49-F238E27FC236}">
                  <a16:creationId xmlns:a16="http://schemas.microsoft.com/office/drawing/2014/main" id="{B4769E25-C6CB-1616-0D96-57CFD3DA45EC}"/>
                </a:ext>
              </a:extLst>
            </p:cNvPr>
            <p:cNvSpPr>
              <a:spLocks noChangeShapeType="1"/>
            </p:cNvSpPr>
            <p:nvPr/>
          </p:nvSpPr>
          <p:spPr bwMode="auto">
            <a:xfrm flipV="1">
              <a:off x="3948906" y="1955306"/>
              <a:ext cx="1325893" cy="525958"/>
            </a:xfrm>
            <a:prstGeom prst="line">
              <a:avLst/>
            </a:prstGeom>
            <a:noFill/>
            <a:ln w="76200">
              <a:solidFill>
                <a:schemeClr val="bg1"/>
              </a:solidFill>
              <a:round/>
              <a:headEnd type="none" w="lg" len="lg"/>
              <a:tailEnd type="triangle" w="med" len="lg"/>
            </a:ln>
            <a:extLst>
              <a:ext uri="{909E8E84-426E-40DD-AFC4-6F175D3DCCD1}">
                <a14:hiddenFill xmlns:a14="http://schemas.microsoft.com/office/drawing/2010/main">
                  <a:noFill/>
                </a14:hiddenFill>
              </a:ext>
            </a:extLst>
          </p:spPr>
          <p:txBody>
            <a:bodyPr wrap="none" anchor="ctr"/>
            <a:lstStyle/>
            <a:p>
              <a:endParaRPr lang="en-US"/>
            </a:p>
          </p:txBody>
        </p:sp>
        <p:sp>
          <p:nvSpPr>
            <p:cNvPr id="3949799" name="Line 1227">
              <a:extLst>
                <a:ext uri="{FF2B5EF4-FFF2-40B4-BE49-F238E27FC236}">
                  <a16:creationId xmlns:a16="http://schemas.microsoft.com/office/drawing/2014/main" id="{82FABCAB-9D65-1598-57B1-2C047B4C5F4A}"/>
                </a:ext>
              </a:extLst>
            </p:cNvPr>
            <p:cNvSpPr>
              <a:spLocks noChangeShapeType="1"/>
            </p:cNvSpPr>
            <p:nvPr/>
          </p:nvSpPr>
          <p:spPr bwMode="auto">
            <a:xfrm flipV="1">
              <a:off x="3948908" y="2565347"/>
              <a:ext cx="2016248" cy="2079678"/>
            </a:xfrm>
            <a:prstGeom prst="line">
              <a:avLst/>
            </a:prstGeom>
            <a:noFill/>
            <a:ln w="76200">
              <a:solidFill>
                <a:schemeClr val="bg1"/>
              </a:solidFill>
              <a:round/>
              <a:headEnd type="none" w="lg" len="lg"/>
              <a:tailEnd type="triangle" w="med" len="lg"/>
            </a:ln>
            <a:extLst>
              <a:ext uri="{909E8E84-426E-40DD-AFC4-6F175D3DCCD1}">
                <a14:hiddenFill xmlns:a14="http://schemas.microsoft.com/office/drawing/2010/main">
                  <a:noFill/>
                </a14:hiddenFill>
              </a:ext>
            </a:extLst>
          </p:spPr>
          <p:txBody>
            <a:bodyPr wrap="none" anchor="ctr"/>
            <a:lstStyle/>
            <a:p>
              <a:endParaRPr lang="en-US"/>
            </a:p>
          </p:txBody>
        </p:sp>
        <p:sp>
          <p:nvSpPr>
            <p:cNvPr id="3949800" name="Line 1228">
              <a:extLst>
                <a:ext uri="{FF2B5EF4-FFF2-40B4-BE49-F238E27FC236}">
                  <a16:creationId xmlns:a16="http://schemas.microsoft.com/office/drawing/2014/main" id="{FC3365BC-13E4-383A-F878-51384D3AF1DD}"/>
                </a:ext>
              </a:extLst>
            </p:cNvPr>
            <p:cNvSpPr>
              <a:spLocks noChangeShapeType="1"/>
            </p:cNvSpPr>
            <p:nvPr/>
          </p:nvSpPr>
          <p:spPr bwMode="auto">
            <a:xfrm>
              <a:off x="3948906" y="1427163"/>
              <a:ext cx="1132172" cy="2688394"/>
            </a:xfrm>
            <a:prstGeom prst="line">
              <a:avLst/>
            </a:prstGeom>
            <a:noFill/>
            <a:ln w="76200">
              <a:solidFill>
                <a:schemeClr val="bg1"/>
              </a:solidFill>
              <a:round/>
              <a:headEnd type="none" w="lg" len="lg"/>
              <a:tailEnd type="triangle" w="med" len="lg"/>
            </a:ln>
            <a:extLst>
              <a:ext uri="{909E8E84-426E-40DD-AFC4-6F175D3DCCD1}">
                <a14:hiddenFill xmlns:a14="http://schemas.microsoft.com/office/drawing/2010/main">
                  <a:noFill/>
                </a14:hiddenFill>
              </a:ext>
            </a:extLst>
          </p:spPr>
          <p:txBody>
            <a:bodyPr wrap="none" anchor="ctr"/>
            <a:lstStyle/>
            <a:p>
              <a:endParaRPr lang="en-US"/>
            </a:p>
          </p:txBody>
        </p:sp>
        <p:sp>
          <p:nvSpPr>
            <p:cNvPr id="3949801" name="Rectangle 1229">
              <a:extLst>
                <a:ext uri="{FF2B5EF4-FFF2-40B4-BE49-F238E27FC236}">
                  <a16:creationId xmlns:a16="http://schemas.microsoft.com/office/drawing/2014/main" id="{A244ADAB-4510-5E5C-F9E9-9CE63B654F65}"/>
                </a:ext>
              </a:extLst>
            </p:cNvPr>
            <p:cNvSpPr>
              <a:spLocks noChangeArrowheads="1"/>
            </p:cNvSpPr>
            <p:nvPr/>
          </p:nvSpPr>
          <p:spPr bwMode="auto">
            <a:xfrm>
              <a:off x="3510756" y="1004888"/>
              <a:ext cx="736600" cy="4038600"/>
            </a:xfrm>
            <a:prstGeom prst="rect">
              <a:avLst/>
            </a:prstGeom>
            <a:solidFill>
              <a:srgbClr val="477BFD">
                <a:alpha val="50195"/>
              </a:srgbClr>
            </a:solidFill>
            <a:ln>
              <a:noFill/>
            </a:ln>
            <a:extLst>
              <a:ext uri="{91240B29-F687-4F45-9708-019B960494DF}">
                <a14:hiddenLine xmlns:a14="http://schemas.microsoft.com/office/drawing/2010/main" w="38100">
                  <a:solidFill>
                    <a:srgbClr val="000000"/>
                  </a:solidFill>
                  <a:miter lim="800000"/>
                  <a:headEnd type="none" w="lg" len="lg"/>
                  <a:tailEnd type="none" w="lg" len="lg"/>
                </a14:hiddenLine>
              </a:ext>
            </a:extLst>
          </p:spPr>
          <p:txBody>
            <a:bodyPr wrap="none" anchor="ctr"/>
            <a:lstStyle/>
            <a:p>
              <a:endParaRPr lang="en-US"/>
            </a:p>
          </p:txBody>
        </p:sp>
        <p:grpSp>
          <p:nvGrpSpPr>
            <p:cNvPr id="3949802" name="Group 1230">
              <a:extLst>
                <a:ext uri="{FF2B5EF4-FFF2-40B4-BE49-F238E27FC236}">
                  <a16:creationId xmlns:a16="http://schemas.microsoft.com/office/drawing/2014/main" id="{BD19712D-3A58-12A9-753D-7E13E523C33A}"/>
                </a:ext>
              </a:extLst>
            </p:cNvPr>
            <p:cNvGrpSpPr>
              <a:grpSpLocks/>
            </p:cNvGrpSpPr>
            <p:nvPr/>
          </p:nvGrpSpPr>
          <p:grpSpPr bwMode="auto">
            <a:xfrm>
              <a:off x="5231606" y="1541464"/>
              <a:ext cx="985838" cy="811213"/>
              <a:chOff x="2700" y="1858"/>
              <a:chExt cx="948" cy="780"/>
            </a:xfrm>
          </p:grpSpPr>
          <p:sp>
            <p:nvSpPr>
              <p:cNvPr id="3949815" name="Rectangle 1231">
                <a:extLst>
                  <a:ext uri="{FF2B5EF4-FFF2-40B4-BE49-F238E27FC236}">
                    <a16:creationId xmlns:a16="http://schemas.microsoft.com/office/drawing/2014/main" id="{9CF161F5-C299-EB6F-EDB5-1C91C7653146}"/>
                  </a:ext>
                </a:extLst>
              </p:cNvPr>
              <p:cNvSpPr>
                <a:spLocks noChangeArrowheads="1"/>
              </p:cNvSpPr>
              <p:nvPr/>
            </p:nvSpPr>
            <p:spPr bwMode="auto">
              <a:xfrm>
                <a:off x="2700" y="1858"/>
                <a:ext cx="948" cy="780"/>
              </a:xfrm>
              <a:prstGeom prst="rect">
                <a:avLst/>
              </a:prstGeom>
              <a:solidFill>
                <a:srgbClr val="3770FD">
                  <a:alpha val="50195"/>
                </a:srgbClr>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p>
                <a:endParaRPr lang="en-US"/>
              </a:p>
            </p:txBody>
          </p:sp>
          <p:grpSp>
            <p:nvGrpSpPr>
              <p:cNvPr id="3949816" name="Group 1232">
                <a:extLst>
                  <a:ext uri="{FF2B5EF4-FFF2-40B4-BE49-F238E27FC236}">
                    <a16:creationId xmlns:a16="http://schemas.microsoft.com/office/drawing/2014/main" id="{2CD03355-E57E-7858-79C5-3BAF8CE9596A}"/>
                  </a:ext>
                </a:extLst>
              </p:cNvPr>
              <p:cNvGrpSpPr>
                <a:grpSpLocks/>
              </p:cNvGrpSpPr>
              <p:nvPr/>
            </p:nvGrpSpPr>
            <p:grpSpPr bwMode="auto">
              <a:xfrm>
                <a:off x="2931" y="2061"/>
                <a:ext cx="506" cy="416"/>
                <a:chOff x="4101" y="2013"/>
                <a:chExt cx="506" cy="416"/>
              </a:xfrm>
            </p:grpSpPr>
            <p:sp>
              <p:nvSpPr>
                <p:cNvPr id="3949817" name="Line 1233">
                  <a:extLst>
                    <a:ext uri="{FF2B5EF4-FFF2-40B4-BE49-F238E27FC236}">
                      <a16:creationId xmlns:a16="http://schemas.microsoft.com/office/drawing/2014/main" id="{2EBC56F6-AEA3-BC84-997F-C93DACD60D35}"/>
                    </a:ext>
                  </a:extLst>
                </p:cNvPr>
                <p:cNvSpPr>
                  <a:spLocks noChangeShapeType="1"/>
                </p:cNvSpPr>
                <p:nvPr/>
              </p:nvSpPr>
              <p:spPr bwMode="auto">
                <a:xfrm flipV="1">
                  <a:off x="4101" y="2013"/>
                  <a:ext cx="0" cy="416"/>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3949818" name="Line 1234">
                  <a:extLst>
                    <a:ext uri="{FF2B5EF4-FFF2-40B4-BE49-F238E27FC236}">
                      <a16:creationId xmlns:a16="http://schemas.microsoft.com/office/drawing/2014/main" id="{C96C5612-D90F-9DB0-34F6-25CDC73B294E}"/>
                    </a:ext>
                  </a:extLst>
                </p:cNvPr>
                <p:cNvSpPr>
                  <a:spLocks noChangeShapeType="1"/>
                </p:cNvSpPr>
                <p:nvPr/>
              </p:nvSpPr>
              <p:spPr bwMode="auto">
                <a:xfrm>
                  <a:off x="4107" y="2423"/>
                  <a:ext cx="500"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3949819" name="Arc 1235">
                  <a:extLst>
                    <a:ext uri="{FF2B5EF4-FFF2-40B4-BE49-F238E27FC236}">
                      <a16:creationId xmlns:a16="http://schemas.microsoft.com/office/drawing/2014/main" id="{9416A917-6554-46EA-19DE-3D5181FBE3AA}"/>
                    </a:ext>
                  </a:extLst>
                </p:cNvPr>
                <p:cNvSpPr>
                  <a:spLocks/>
                </p:cNvSpPr>
                <p:nvPr/>
              </p:nvSpPr>
              <p:spPr bwMode="auto">
                <a:xfrm flipH="1" flipV="1">
                  <a:off x="4109" y="2068"/>
                  <a:ext cx="379" cy="331"/>
                </a:xfrm>
                <a:custGeom>
                  <a:avLst/>
                  <a:gdLst>
                    <a:gd name="T0" fmla="*/ 7 w 21600"/>
                    <a:gd name="T1" fmla="*/ 0 h 21600"/>
                    <a:gd name="T2" fmla="*/ 0 w 21600"/>
                    <a:gd name="T3" fmla="*/ 5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21600" y="0"/>
                      </a:moveTo>
                      <a:cubicBezTo>
                        <a:pt x="21600" y="11929"/>
                        <a:pt x="11929" y="21599"/>
                        <a:pt x="0" y="21600"/>
                      </a:cubicBezTo>
                    </a:path>
                    <a:path w="21600" h="21600" stroke="0" extrusionOk="0">
                      <a:moveTo>
                        <a:pt x="21600" y="0"/>
                      </a:moveTo>
                      <a:cubicBezTo>
                        <a:pt x="21600" y="11929"/>
                        <a:pt x="11929" y="21599"/>
                        <a:pt x="0" y="21600"/>
                      </a:cubicBezTo>
                      <a:lnTo>
                        <a:pt x="0" y="0"/>
                      </a:lnTo>
                      <a:close/>
                    </a:path>
                  </a:pathLst>
                </a:custGeom>
                <a:noFill/>
                <a:ln w="28575" cap="rnd">
                  <a:solidFill>
                    <a:schemeClr val="bg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grpSp>
        <p:grpSp>
          <p:nvGrpSpPr>
            <p:cNvPr id="3949803" name="Group 1236">
              <a:extLst>
                <a:ext uri="{FF2B5EF4-FFF2-40B4-BE49-F238E27FC236}">
                  <a16:creationId xmlns:a16="http://schemas.microsoft.com/office/drawing/2014/main" id="{6AA3FD26-9790-DDFB-F196-1DD1D51EBE8C}"/>
                </a:ext>
              </a:extLst>
            </p:cNvPr>
            <p:cNvGrpSpPr>
              <a:grpSpLocks/>
            </p:cNvGrpSpPr>
            <p:nvPr/>
          </p:nvGrpSpPr>
          <p:grpSpPr bwMode="auto">
            <a:xfrm>
              <a:off x="6006306" y="2162176"/>
              <a:ext cx="985838" cy="811212"/>
              <a:chOff x="2700" y="1858"/>
              <a:chExt cx="948" cy="780"/>
            </a:xfrm>
          </p:grpSpPr>
          <p:sp>
            <p:nvSpPr>
              <p:cNvPr id="3949810" name="Rectangle 1237">
                <a:extLst>
                  <a:ext uri="{FF2B5EF4-FFF2-40B4-BE49-F238E27FC236}">
                    <a16:creationId xmlns:a16="http://schemas.microsoft.com/office/drawing/2014/main" id="{AEA4CA0C-5486-B67E-B914-0795FA91F231}"/>
                  </a:ext>
                </a:extLst>
              </p:cNvPr>
              <p:cNvSpPr>
                <a:spLocks noChangeArrowheads="1"/>
              </p:cNvSpPr>
              <p:nvPr/>
            </p:nvSpPr>
            <p:spPr bwMode="auto">
              <a:xfrm>
                <a:off x="2700" y="1858"/>
                <a:ext cx="948" cy="780"/>
              </a:xfrm>
              <a:prstGeom prst="rect">
                <a:avLst/>
              </a:prstGeom>
              <a:solidFill>
                <a:srgbClr val="3770FD">
                  <a:alpha val="50195"/>
                </a:srgbClr>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p>
                <a:endParaRPr lang="en-US"/>
              </a:p>
            </p:txBody>
          </p:sp>
          <p:grpSp>
            <p:nvGrpSpPr>
              <p:cNvPr id="3949811" name="Group 1238">
                <a:extLst>
                  <a:ext uri="{FF2B5EF4-FFF2-40B4-BE49-F238E27FC236}">
                    <a16:creationId xmlns:a16="http://schemas.microsoft.com/office/drawing/2014/main" id="{932666EC-65D8-4D60-19BC-87A65A9701A0}"/>
                  </a:ext>
                </a:extLst>
              </p:cNvPr>
              <p:cNvGrpSpPr>
                <a:grpSpLocks/>
              </p:cNvGrpSpPr>
              <p:nvPr/>
            </p:nvGrpSpPr>
            <p:grpSpPr bwMode="auto">
              <a:xfrm>
                <a:off x="2931" y="2061"/>
                <a:ext cx="506" cy="416"/>
                <a:chOff x="4101" y="2013"/>
                <a:chExt cx="506" cy="416"/>
              </a:xfrm>
            </p:grpSpPr>
            <p:sp>
              <p:nvSpPr>
                <p:cNvPr id="3949812" name="Line 1239">
                  <a:extLst>
                    <a:ext uri="{FF2B5EF4-FFF2-40B4-BE49-F238E27FC236}">
                      <a16:creationId xmlns:a16="http://schemas.microsoft.com/office/drawing/2014/main" id="{41FD9D86-9121-A799-68FA-7F1A0D3F53B6}"/>
                    </a:ext>
                  </a:extLst>
                </p:cNvPr>
                <p:cNvSpPr>
                  <a:spLocks noChangeShapeType="1"/>
                </p:cNvSpPr>
                <p:nvPr/>
              </p:nvSpPr>
              <p:spPr bwMode="auto">
                <a:xfrm flipV="1">
                  <a:off x="4101" y="2013"/>
                  <a:ext cx="0" cy="416"/>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3949813" name="Line 1240">
                  <a:extLst>
                    <a:ext uri="{FF2B5EF4-FFF2-40B4-BE49-F238E27FC236}">
                      <a16:creationId xmlns:a16="http://schemas.microsoft.com/office/drawing/2014/main" id="{34C34279-FE10-7AF9-A3D7-C5E08B992D65}"/>
                    </a:ext>
                  </a:extLst>
                </p:cNvPr>
                <p:cNvSpPr>
                  <a:spLocks noChangeShapeType="1"/>
                </p:cNvSpPr>
                <p:nvPr/>
              </p:nvSpPr>
              <p:spPr bwMode="auto">
                <a:xfrm>
                  <a:off x="4107" y="2423"/>
                  <a:ext cx="500"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3949814" name="Arc 1241">
                  <a:extLst>
                    <a:ext uri="{FF2B5EF4-FFF2-40B4-BE49-F238E27FC236}">
                      <a16:creationId xmlns:a16="http://schemas.microsoft.com/office/drawing/2014/main" id="{AC62BAE5-56A7-047C-7053-92016F93C690}"/>
                    </a:ext>
                  </a:extLst>
                </p:cNvPr>
                <p:cNvSpPr>
                  <a:spLocks/>
                </p:cNvSpPr>
                <p:nvPr/>
              </p:nvSpPr>
              <p:spPr bwMode="auto">
                <a:xfrm flipH="1" flipV="1">
                  <a:off x="4109" y="2068"/>
                  <a:ext cx="379" cy="331"/>
                </a:xfrm>
                <a:custGeom>
                  <a:avLst/>
                  <a:gdLst>
                    <a:gd name="T0" fmla="*/ 7 w 21600"/>
                    <a:gd name="T1" fmla="*/ 0 h 21600"/>
                    <a:gd name="T2" fmla="*/ 0 w 21600"/>
                    <a:gd name="T3" fmla="*/ 5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21600" y="0"/>
                      </a:moveTo>
                      <a:cubicBezTo>
                        <a:pt x="21600" y="11929"/>
                        <a:pt x="11929" y="21599"/>
                        <a:pt x="0" y="21600"/>
                      </a:cubicBezTo>
                    </a:path>
                    <a:path w="21600" h="21600" stroke="0" extrusionOk="0">
                      <a:moveTo>
                        <a:pt x="21600" y="0"/>
                      </a:moveTo>
                      <a:cubicBezTo>
                        <a:pt x="21600" y="11929"/>
                        <a:pt x="11929" y="21599"/>
                        <a:pt x="0" y="21600"/>
                      </a:cubicBezTo>
                      <a:lnTo>
                        <a:pt x="0" y="0"/>
                      </a:lnTo>
                      <a:close/>
                    </a:path>
                  </a:pathLst>
                </a:custGeom>
                <a:noFill/>
                <a:ln w="28575" cap="rnd">
                  <a:solidFill>
                    <a:schemeClr val="bg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grpSp>
        <p:grpSp>
          <p:nvGrpSpPr>
            <p:cNvPr id="3949804" name="Group 1242">
              <a:extLst>
                <a:ext uri="{FF2B5EF4-FFF2-40B4-BE49-F238E27FC236}">
                  <a16:creationId xmlns:a16="http://schemas.microsoft.com/office/drawing/2014/main" id="{FB64645B-59AE-EC6D-67C8-F83EC6C93D4E}"/>
                </a:ext>
              </a:extLst>
            </p:cNvPr>
            <p:cNvGrpSpPr>
              <a:grpSpLocks/>
            </p:cNvGrpSpPr>
            <p:nvPr/>
          </p:nvGrpSpPr>
          <p:grpSpPr bwMode="auto">
            <a:xfrm>
              <a:off x="5096670" y="3606801"/>
              <a:ext cx="985837" cy="811212"/>
              <a:chOff x="2700" y="1858"/>
              <a:chExt cx="948" cy="780"/>
            </a:xfrm>
          </p:grpSpPr>
          <p:sp>
            <p:nvSpPr>
              <p:cNvPr id="3949805" name="Rectangle 1243">
                <a:extLst>
                  <a:ext uri="{FF2B5EF4-FFF2-40B4-BE49-F238E27FC236}">
                    <a16:creationId xmlns:a16="http://schemas.microsoft.com/office/drawing/2014/main" id="{9BE47012-68BF-BC04-B19C-D1A3CFC0B972}"/>
                  </a:ext>
                </a:extLst>
              </p:cNvPr>
              <p:cNvSpPr>
                <a:spLocks noChangeArrowheads="1"/>
              </p:cNvSpPr>
              <p:nvPr/>
            </p:nvSpPr>
            <p:spPr bwMode="auto">
              <a:xfrm>
                <a:off x="2700" y="1858"/>
                <a:ext cx="948" cy="780"/>
              </a:xfrm>
              <a:prstGeom prst="rect">
                <a:avLst/>
              </a:prstGeom>
              <a:solidFill>
                <a:srgbClr val="3770FD">
                  <a:alpha val="50195"/>
                </a:srgbClr>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p>
                <a:endParaRPr lang="en-US"/>
              </a:p>
            </p:txBody>
          </p:sp>
          <p:grpSp>
            <p:nvGrpSpPr>
              <p:cNvPr id="3949806" name="Group 1244">
                <a:extLst>
                  <a:ext uri="{FF2B5EF4-FFF2-40B4-BE49-F238E27FC236}">
                    <a16:creationId xmlns:a16="http://schemas.microsoft.com/office/drawing/2014/main" id="{DFD43839-1A12-CC89-43C9-5B69BD57DBBD}"/>
                  </a:ext>
                </a:extLst>
              </p:cNvPr>
              <p:cNvGrpSpPr>
                <a:grpSpLocks/>
              </p:cNvGrpSpPr>
              <p:nvPr/>
            </p:nvGrpSpPr>
            <p:grpSpPr bwMode="auto">
              <a:xfrm>
                <a:off x="2931" y="2061"/>
                <a:ext cx="506" cy="416"/>
                <a:chOff x="4101" y="2013"/>
                <a:chExt cx="506" cy="416"/>
              </a:xfrm>
            </p:grpSpPr>
            <p:sp>
              <p:nvSpPr>
                <p:cNvPr id="3949807" name="Line 1245">
                  <a:extLst>
                    <a:ext uri="{FF2B5EF4-FFF2-40B4-BE49-F238E27FC236}">
                      <a16:creationId xmlns:a16="http://schemas.microsoft.com/office/drawing/2014/main" id="{B97952D1-CCF8-2E92-7FBD-56F25755B5D9}"/>
                    </a:ext>
                  </a:extLst>
                </p:cNvPr>
                <p:cNvSpPr>
                  <a:spLocks noChangeShapeType="1"/>
                </p:cNvSpPr>
                <p:nvPr/>
              </p:nvSpPr>
              <p:spPr bwMode="auto">
                <a:xfrm flipV="1">
                  <a:off x="4101" y="2013"/>
                  <a:ext cx="0" cy="416"/>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3949808" name="Line 1246">
                  <a:extLst>
                    <a:ext uri="{FF2B5EF4-FFF2-40B4-BE49-F238E27FC236}">
                      <a16:creationId xmlns:a16="http://schemas.microsoft.com/office/drawing/2014/main" id="{792665E0-66F1-E9EB-1CB0-A734BD267371}"/>
                    </a:ext>
                  </a:extLst>
                </p:cNvPr>
                <p:cNvSpPr>
                  <a:spLocks noChangeShapeType="1"/>
                </p:cNvSpPr>
                <p:nvPr/>
              </p:nvSpPr>
              <p:spPr bwMode="auto">
                <a:xfrm>
                  <a:off x="4107" y="2423"/>
                  <a:ext cx="500"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3949809" name="Arc 1247">
                  <a:extLst>
                    <a:ext uri="{FF2B5EF4-FFF2-40B4-BE49-F238E27FC236}">
                      <a16:creationId xmlns:a16="http://schemas.microsoft.com/office/drawing/2014/main" id="{F49F52D7-32C0-0883-2A7E-62AE3AFEC14D}"/>
                    </a:ext>
                  </a:extLst>
                </p:cNvPr>
                <p:cNvSpPr>
                  <a:spLocks/>
                </p:cNvSpPr>
                <p:nvPr/>
              </p:nvSpPr>
              <p:spPr bwMode="auto">
                <a:xfrm flipH="1" flipV="1">
                  <a:off x="4109" y="2068"/>
                  <a:ext cx="379" cy="331"/>
                </a:xfrm>
                <a:custGeom>
                  <a:avLst/>
                  <a:gdLst>
                    <a:gd name="T0" fmla="*/ 7 w 21600"/>
                    <a:gd name="T1" fmla="*/ 0 h 21600"/>
                    <a:gd name="T2" fmla="*/ 0 w 21600"/>
                    <a:gd name="T3" fmla="*/ 5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21600" y="0"/>
                      </a:moveTo>
                      <a:cubicBezTo>
                        <a:pt x="21600" y="11929"/>
                        <a:pt x="11929" y="21599"/>
                        <a:pt x="0" y="21600"/>
                      </a:cubicBezTo>
                    </a:path>
                    <a:path w="21600" h="21600" stroke="0" extrusionOk="0">
                      <a:moveTo>
                        <a:pt x="21600" y="0"/>
                      </a:moveTo>
                      <a:cubicBezTo>
                        <a:pt x="21600" y="11929"/>
                        <a:pt x="11929" y="21599"/>
                        <a:pt x="0" y="21600"/>
                      </a:cubicBezTo>
                      <a:lnTo>
                        <a:pt x="0" y="0"/>
                      </a:lnTo>
                      <a:close/>
                    </a:path>
                  </a:pathLst>
                </a:custGeom>
                <a:noFill/>
                <a:ln w="28575" cap="rnd">
                  <a:solidFill>
                    <a:schemeClr val="bg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grpSp>
      </p:grpSp>
      <p:grpSp>
        <p:nvGrpSpPr>
          <p:cNvPr id="3949820" name="Group 3949819">
            <a:extLst>
              <a:ext uri="{FF2B5EF4-FFF2-40B4-BE49-F238E27FC236}">
                <a16:creationId xmlns:a16="http://schemas.microsoft.com/office/drawing/2014/main" id="{2A36BA38-F36C-F0FA-61B3-0256D9C84293}"/>
              </a:ext>
            </a:extLst>
          </p:cNvPr>
          <p:cNvGrpSpPr/>
          <p:nvPr/>
        </p:nvGrpSpPr>
        <p:grpSpPr>
          <a:xfrm>
            <a:off x="7195225" y="1012016"/>
            <a:ext cx="3481388" cy="4038600"/>
            <a:chOff x="3510756" y="1004888"/>
            <a:chExt cx="3481388" cy="4038600"/>
          </a:xfrm>
        </p:grpSpPr>
        <p:sp>
          <p:nvSpPr>
            <p:cNvPr id="3949821" name="Line 1226">
              <a:extLst>
                <a:ext uri="{FF2B5EF4-FFF2-40B4-BE49-F238E27FC236}">
                  <a16:creationId xmlns:a16="http://schemas.microsoft.com/office/drawing/2014/main" id="{35577A6F-A0AF-21B5-CFF6-E703A3F1EC5F}"/>
                </a:ext>
              </a:extLst>
            </p:cNvPr>
            <p:cNvSpPr>
              <a:spLocks noChangeShapeType="1"/>
            </p:cNvSpPr>
            <p:nvPr/>
          </p:nvSpPr>
          <p:spPr bwMode="auto">
            <a:xfrm flipV="1">
              <a:off x="3948906" y="1955306"/>
              <a:ext cx="1325893" cy="525958"/>
            </a:xfrm>
            <a:prstGeom prst="line">
              <a:avLst/>
            </a:prstGeom>
            <a:noFill/>
            <a:ln w="76200">
              <a:solidFill>
                <a:schemeClr val="bg1"/>
              </a:solidFill>
              <a:round/>
              <a:headEnd type="none" w="lg" len="lg"/>
              <a:tailEnd type="triangle" w="med" len="lg"/>
            </a:ln>
            <a:extLst>
              <a:ext uri="{909E8E84-426E-40DD-AFC4-6F175D3DCCD1}">
                <a14:hiddenFill xmlns:a14="http://schemas.microsoft.com/office/drawing/2010/main">
                  <a:noFill/>
                </a14:hiddenFill>
              </a:ext>
            </a:extLst>
          </p:spPr>
          <p:txBody>
            <a:bodyPr wrap="none" anchor="ctr"/>
            <a:lstStyle/>
            <a:p>
              <a:endParaRPr lang="en-US"/>
            </a:p>
          </p:txBody>
        </p:sp>
        <p:sp>
          <p:nvSpPr>
            <p:cNvPr id="3949822" name="Line 1227">
              <a:extLst>
                <a:ext uri="{FF2B5EF4-FFF2-40B4-BE49-F238E27FC236}">
                  <a16:creationId xmlns:a16="http://schemas.microsoft.com/office/drawing/2014/main" id="{8EBDA83F-2DEB-13CA-0F3E-430EE47116A1}"/>
                </a:ext>
              </a:extLst>
            </p:cNvPr>
            <p:cNvSpPr>
              <a:spLocks noChangeShapeType="1"/>
            </p:cNvSpPr>
            <p:nvPr/>
          </p:nvSpPr>
          <p:spPr bwMode="auto">
            <a:xfrm flipV="1">
              <a:off x="3948908" y="2565347"/>
              <a:ext cx="2016248" cy="2079678"/>
            </a:xfrm>
            <a:prstGeom prst="line">
              <a:avLst/>
            </a:prstGeom>
            <a:noFill/>
            <a:ln w="76200">
              <a:solidFill>
                <a:schemeClr val="bg1"/>
              </a:solidFill>
              <a:round/>
              <a:headEnd type="none" w="lg" len="lg"/>
              <a:tailEnd type="triangle" w="med" len="lg"/>
            </a:ln>
            <a:extLst>
              <a:ext uri="{909E8E84-426E-40DD-AFC4-6F175D3DCCD1}">
                <a14:hiddenFill xmlns:a14="http://schemas.microsoft.com/office/drawing/2010/main">
                  <a:noFill/>
                </a14:hiddenFill>
              </a:ext>
            </a:extLst>
          </p:spPr>
          <p:txBody>
            <a:bodyPr wrap="none" anchor="ctr"/>
            <a:lstStyle/>
            <a:p>
              <a:endParaRPr lang="en-US"/>
            </a:p>
          </p:txBody>
        </p:sp>
        <p:sp>
          <p:nvSpPr>
            <p:cNvPr id="3949823" name="Line 1228">
              <a:extLst>
                <a:ext uri="{FF2B5EF4-FFF2-40B4-BE49-F238E27FC236}">
                  <a16:creationId xmlns:a16="http://schemas.microsoft.com/office/drawing/2014/main" id="{1B899CEE-D9ED-F994-6796-CF3A23AFBF77}"/>
                </a:ext>
              </a:extLst>
            </p:cNvPr>
            <p:cNvSpPr>
              <a:spLocks noChangeShapeType="1"/>
            </p:cNvSpPr>
            <p:nvPr/>
          </p:nvSpPr>
          <p:spPr bwMode="auto">
            <a:xfrm>
              <a:off x="3948906" y="1427163"/>
              <a:ext cx="1132172" cy="2688394"/>
            </a:xfrm>
            <a:prstGeom prst="line">
              <a:avLst/>
            </a:prstGeom>
            <a:noFill/>
            <a:ln w="76200">
              <a:solidFill>
                <a:schemeClr val="bg1"/>
              </a:solidFill>
              <a:round/>
              <a:headEnd type="none" w="lg" len="lg"/>
              <a:tailEnd type="triangle" w="med" len="lg"/>
            </a:ln>
            <a:extLst>
              <a:ext uri="{909E8E84-426E-40DD-AFC4-6F175D3DCCD1}">
                <a14:hiddenFill xmlns:a14="http://schemas.microsoft.com/office/drawing/2010/main">
                  <a:noFill/>
                </a14:hiddenFill>
              </a:ext>
            </a:extLst>
          </p:spPr>
          <p:txBody>
            <a:bodyPr wrap="none" anchor="ctr"/>
            <a:lstStyle/>
            <a:p>
              <a:endParaRPr lang="en-US"/>
            </a:p>
          </p:txBody>
        </p:sp>
        <p:sp>
          <p:nvSpPr>
            <p:cNvPr id="104675" name="Rectangle 1229">
              <a:extLst>
                <a:ext uri="{FF2B5EF4-FFF2-40B4-BE49-F238E27FC236}">
                  <a16:creationId xmlns:a16="http://schemas.microsoft.com/office/drawing/2014/main" id="{A00648A1-BB20-27A1-5F7E-91D904B57DF6}"/>
                </a:ext>
              </a:extLst>
            </p:cNvPr>
            <p:cNvSpPr>
              <a:spLocks noChangeArrowheads="1"/>
            </p:cNvSpPr>
            <p:nvPr/>
          </p:nvSpPr>
          <p:spPr bwMode="auto">
            <a:xfrm>
              <a:off x="3510756" y="1004888"/>
              <a:ext cx="736600" cy="4038600"/>
            </a:xfrm>
            <a:prstGeom prst="rect">
              <a:avLst/>
            </a:prstGeom>
            <a:solidFill>
              <a:srgbClr val="477BFD">
                <a:alpha val="50195"/>
              </a:srgbClr>
            </a:solidFill>
            <a:ln>
              <a:noFill/>
            </a:ln>
            <a:extLst>
              <a:ext uri="{91240B29-F687-4F45-9708-019B960494DF}">
                <a14:hiddenLine xmlns:a14="http://schemas.microsoft.com/office/drawing/2010/main" w="38100">
                  <a:solidFill>
                    <a:srgbClr val="000000"/>
                  </a:solidFill>
                  <a:miter lim="800000"/>
                  <a:headEnd type="none" w="lg" len="lg"/>
                  <a:tailEnd type="none" w="lg" len="lg"/>
                </a14:hiddenLine>
              </a:ext>
            </a:extLst>
          </p:spPr>
          <p:txBody>
            <a:bodyPr wrap="none" anchor="ctr"/>
            <a:lstStyle/>
            <a:p>
              <a:endParaRPr lang="en-US"/>
            </a:p>
          </p:txBody>
        </p:sp>
        <p:grpSp>
          <p:nvGrpSpPr>
            <p:cNvPr id="104676" name="Group 1230">
              <a:extLst>
                <a:ext uri="{FF2B5EF4-FFF2-40B4-BE49-F238E27FC236}">
                  <a16:creationId xmlns:a16="http://schemas.microsoft.com/office/drawing/2014/main" id="{255A43B2-22C0-8A71-CCA5-4A5E951185F7}"/>
                </a:ext>
              </a:extLst>
            </p:cNvPr>
            <p:cNvGrpSpPr>
              <a:grpSpLocks/>
            </p:cNvGrpSpPr>
            <p:nvPr/>
          </p:nvGrpSpPr>
          <p:grpSpPr bwMode="auto">
            <a:xfrm>
              <a:off x="5231606" y="1541464"/>
              <a:ext cx="985838" cy="811213"/>
              <a:chOff x="2700" y="1858"/>
              <a:chExt cx="948" cy="780"/>
            </a:xfrm>
          </p:grpSpPr>
          <p:sp>
            <p:nvSpPr>
              <p:cNvPr id="104689" name="Rectangle 1231">
                <a:extLst>
                  <a:ext uri="{FF2B5EF4-FFF2-40B4-BE49-F238E27FC236}">
                    <a16:creationId xmlns:a16="http://schemas.microsoft.com/office/drawing/2014/main" id="{E651F417-555D-1CE1-E8D2-723366D230B7}"/>
                  </a:ext>
                </a:extLst>
              </p:cNvPr>
              <p:cNvSpPr>
                <a:spLocks noChangeArrowheads="1"/>
              </p:cNvSpPr>
              <p:nvPr/>
            </p:nvSpPr>
            <p:spPr bwMode="auto">
              <a:xfrm>
                <a:off x="2700" y="1858"/>
                <a:ext cx="948" cy="780"/>
              </a:xfrm>
              <a:prstGeom prst="rect">
                <a:avLst/>
              </a:prstGeom>
              <a:solidFill>
                <a:srgbClr val="3770FD">
                  <a:alpha val="50195"/>
                </a:srgbClr>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p>
                <a:endParaRPr lang="en-US"/>
              </a:p>
            </p:txBody>
          </p:sp>
          <p:grpSp>
            <p:nvGrpSpPr>
              <p:cNvPr id="104690" name="Group 1232">
                <a:extLst>
                  <a:ext uri="{FF2B5EF4-FFF2-40B4-BE49-F238E27FC236}">
                    <a16:creationId xmlns:a16="http://schemas.microsoft.com/office/drawing/2014/main" id="{4A575489-9111-FA62-1A26-6692152A5660}"/>
                  </a:ext>
                </a:extLst>
              </p:cNvPr>
              <p:cNvGrpSpPr>
                <a:grpSpLocks/>
              </p:cNvGrpSpPr>
              <p:nvPr/>
            </p:nvGrpSpPr>
            <p:grpSpPr bwMode="auto">
              <a:xfrm>
                <a:off x="2931" y="2061"/>
                <a:ext cx="506" cy="416"/>
                <a:chOff x="4101" y="2013"/>
                <a:chExt cx="506" cy="416"/>
              </a:xfrm>
            </p:grpSpPr>
            <p:sp>
              <p:nvSpPr>
                <p:cNvPr id="104691" name="Line 1233">
                  <a:extLst>
                    <a:ext uri="{FF2B5EF4-FFF2-40B4-BE49-F238E27FC236}">
                      <a16:creationId xmlns:a16="http://schemas.microsoft.com/office/drawing/2014/main" id="{E1D27EA1-C773-3311-8FEE-07836B9ECB2A}"/>
                    </a:ext>
                  </a:extLst>
                </p:cNvPr>
                <p:cNvSpPr>
                  <a:spLocks noChangeShapeType="1"/>
                </p:cNvSpPr>
                <p:nvPr/>
              </p:nvSpPr>
              <p:spPr bwMode="auto">
                <a:xfrm flipV="1">
                  <a:off x="4101" y="2013"/>
                  <a:ext cx="0" cy="416"/>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4692" name="Line 1234">
                  <a:extLst>
                    <a:ext uri="{FF2B5EF4-FFF2-40B4-BE49-F238E27FC236}">
                      <a16:creationId xmlns:a16="http://schemas.microsoft.com/office/drawing/2014/main" id="{64F0048B-2EAF-B1A9-BD51-C59A6F37FD82}"/>
                    </a:ext>
                  </a:extLst>
                </p:cNvPr>
                <p:cNvSpPr>
                  <a:spLocks noChangeShapeType="1"/>
                </p:cNvSpPr>
                <p:nvPr/>
              </p:nvSpPr>
              <p:spPr bwMode="auto">
                <a:xfrm>
                  <a:off x="4107" y="2423"/>
                  <a:ext cx="500"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4693" name="Arc 1235">
                  <a:extLst>
                    <a:ext uri="{FF2B5EF4-FFF2-40B4-BE49-F238E27FC236}">
                      <a16:creationId xmlns:a16="http://schemas.microsoft.com/office/drawing/2014/main" id="{6CAE38B1-735A-A5BD-9476-27B627BBD678}"/>
                    </a:ext>
                  </a:extLst>
                </p:cNvPr>
                <p:cNvSpPr>
                  <a:spLocks/>
                </p:cNvSpPr>
                <p:nvPr/>
              </p:nvSpPr>
              <p:spPr bwMode="auto">
                <a:xfrm flipH="1" flipV="1">
                  <a:off x="4109" y="2068"/>
                  <a:ext cx="379" cy="331"/>
                </a:xfrm>
                <a:custGeom>
                  <a:avLst/>
                  <a:gdLst>
                    <a:gd name="T0" fmla="*/ 7 w 21600"/>
                    <a:gd name="T1" fmla="*/ 0 h 21600"/>
                    <a:gd name="T2" fmla="*/ 0 w 21600"/>
                    <a:gd name="T3" fmla="*/ 5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21600" y="0"/>
                      </a:moveTo>
                      <a:cubicBezTo>
                        <a:pt x="21600" y="11929"/>
                        <a:pt x="11929" y="21599"/>
                        <a:pt x="0" y="21600"/>
                      </a:cubicBezTo>
                    </a:path>
                    <a:path w="21600" h="21600" stroke="0" extrusionOk="0">
                      <a:moveTo>
                        <a:pt x="21600" y="0"/>
                      </a:moveTo>
                      <a:cubicBezTo>
                        <a:pt x="21600" y="11929"/>
                        <a:pt x="11929" y="21599"/>
                        <a:pt x="0" y="21600"/>
                      </a:cubicBezTo>
                      <a:lnTo>
                        <a:pt x="0" y="0"/>
                      </a:lnTo>
                      <a:close/>
                    </a:path>
                  </a:pathLst>
                </a:custGeom>
                <a:noFill/>
                <a:ln w="28575" cap="rnd">
                  <a:solidFill>
                    <a:schemeClr val="bg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grpSp>
        <p:grpSp>
          <p:nvGrpSpPr>
            <p:cNvPr id="104677" name="Group 1236">
              <a:extLst>
                <a:ext uri="{FF2B5EF4-FFF2-40B4-BE49-F238E27FC236}">
                  <a16:creationId xmlns:a16="http://schemas.microsoft.com/office/drawing/2014/main" id="{D5BAA2A1-C6C2-0299-DE10-9D8226DAF66E}"/>
                </a:ext>
              </a:extLst>
            </p:cNvPr>
            <p:cNvGrpSpPr>
              <a:grpSpLocks/>
            </p:cNvGrpSpPr>
            <p:nvPr/>
          </p:nvGrpSpPr>
          <p:grpSpPr bwMode="auto">
            <a:xfrm>
              <a:off x="6006306" y="2162176"/>
              <a:ext cx="985838" cy="811212"/>
              <a:chOff x="2700" y="1858"/>
              <a:chExt cx="948" cy="780"/>
            </a:xfrm>
          </p:grpSpPr>
          <p:sp>
            <p:nvSpPr>
              <p:cNvPr id="104684" name="Rectangle 1237">
                <a:extLst>
                  <a:ext uri="{FF2B5EF4-FFF2-40B4-BE49-F238E27FC236}">
                    <a16:creationId xmlns:a16="http://schemas.microsoft.com/office/drawing/2014/main" id="{ED08BC7C-EAAF-2D92-1A9C-121B1D687F18}"/>
                  </a:ext>
                </a:extLst>
              </p:cNvPr>
              <p:cNvSpPr>
                <a:spLocks noChangeArrowheads="1"/>
              </p:cNvSpPr>
              <p:nvPr/>
            </p:nvSpPr>
            <p:spPr bwMode="auto">
              <a:xfrm>
                <a:off x="2700" y="1858"/>
                <a:ext cx="948" cy="780"/>
              </a:xfrm>
              <a:prstGeom prst="rect">
                <a:avLst/>
              </a:prstGeom>
              <a:solidFill>
                <a:srgbClr val="3770FD">
                  <a:alpha val="50195"/>
                </a:srgbClr>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p>
                <a:endParaRPr lang="en-US"/>
              </a:p>
            </p:txBody>
          </p:sp>
          <p:grpSp>
            <p:nvGrpSpPr>
              <p:cNvPr id="104685" name="Group 1238">
                <a:extLst>
                  <a:ext uri="{FF2B5EF4-FFF2-40B4-BE49-F238E27FC236}">
                    <a16:creationId xmlns:a16="http://schemas.microsoft.com/office/drawing/2014/main" id="{AC501003-48E9-98CA-0C43-327E9A37A30C}"/>
                  </a:ext>
                </a:extLst>
              </p:cNvPr>
              <p:cNvGrpSpPr>
                <a:grpSpLocks/>
              </p:cNvGrpSpPr>
              <p:nvPr/>
            </p:nvGrpSpPr>
            <p:grpSpPr bwMode="auto">
              <a:xfrm>
                <a:off x="2931" y="2061"/>
                <a:ext cx="506" cy="416"/>
                <a:chOff x="4101" y="2013"/>
                <a:chExt cx="506" cy="416"/>
              </a:xfrm>
            </p:grpSpPr>
            <p:sp>
              <p:nvSpPr>
                <p:cNvPr id="104686" name="Line 1239">
                  <a:extLst>
                    <a:ext uri="{FF2B5EF4-FFF2-40B4-BE49-F238E27FC236}">
                      <a16:creationId xmlns:a16="http://schemas.microsoft.com/office/drawing/2014/main" id="{E0D23EBD-C68A-33E3-9987-F3A8D9268319}"/>
                    </a:ext>
                  </a:extLst>
                </p:cNvPr>
                <p:cNvSpPr>
                  <a:spLocks noChangeShapeType="1"/>
                </p:cNvSpPr>
                <p:nvPr/>
              </p:nvSpPr>
              <p:spPr bwMode="auto">
                <a:xfrm flipV="1">
                  <a:off x="4101" y="2013"/>
                  <a:ext cx="0" cy="416"/>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4687" name="Line 1240">
                  <a:extLst>
                    <a:ext uri="{FF2B5EF4-FFF2-40B4-BE49-F238E27FC236}">
                      <a16:creationId xmlns:a16="http://schemas.microsoft.com/office/drawing/2014/main" id="{5CA38200-F533-2AC9-E00C-6588C85AB9EE}"/>
                    </a:ext>
                  </a:extLst>
                </p:cNvPr>
                <p:cNvSpPr>
                  <a:spLocks noChangeShapeType="1"/>
                </p:cNvSpPr>
                <p:nvPr/>
              </p:nvSpPr>
              <p:spPr bwMode="auto">
                <a:xfrm>
                  <a:off x="4107" y="2423"/>
                  <a:ext cx="500"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4688" name="Arc 1241">
                  <a:extLst>
                    <a:ext uri="{FF2B5EF4-FFF2-40B4-BE49-F238E27FC236}">
                      <a16:creationId xmlns:a16="http://schemas.microsoft.com/office/drawing/2014/main" id="{7668405A-1D96-2F92-E2C9-01B3A8CECED7}"/>
                    </a:ext>
                  </a:extLst>
                </p:cNvPr>
                <p:cNvSpPr>
                  <a:spLocks/>
                </p:cNvSpPr>
                <p:nvPr/>
              </p:nvSpPr>
              <p:spPr bwMode="auto">
                <a:xfrm flipH="1" flipV="1">
                  <a:off x="4109" y="2068"/>
                  <a:ext cx="379" cy="331"/>
                </a:xfrm>
                <a:custGeom>
                  <a:avLst/>
                  <a:gdLst>
                    <a:gd name="T0" fmla="*/ 7 w 21600"/>
                    <a:gd name="T1" fmla="*/ 0 h 21600"/>
                    <a:gd name="T2" fmla="*/ 0 w 21600"/>
                    <a:gd name="T3" fmla="*/ 5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21600" y="0"/>
                      </a:moveTo>
                      <a:cubicBezTo>
                        <a:pt x="21600" y="11929"/>
                        <a:pt x="11929" y="21599"/>
                        <a:pt x="0" y="21600"/>
                      </a:cubicBezTo>
                    </a:path>
                    <a:path w="21600" h="21600" stroke="0" extrusionOk="0">
                      <a:moveTo>
                        <a:pt x="21600" y="0"/>
                      </a:moveTo>
                      <a:cubicBezTo>
                        <a:pt x="21600" y="11929"/>
                        <a:pt x="11929" y="21599"/>
                        <a:pt x="0" y="21600"/>
                      </a:cubicBezTo>
                      <a:lnTo>
                        <a:pt x="0" y="0"/>
                      </a:lnTo>
                      <a:close/>
                    </a:path>
                  </a:pathLst>
                </a:custGeom>
                <a:noFill/>
                <a:ln w="28575" cap="rnd">
                  <a:solidFill>
                    <a:schemeClr val="bg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grpSp>
        <p:grpSp>
          <p:nvGrpSpPr>
            <p:cNvPr id="104678" name="Group 1242">
              <a:extLst>
                <a:ext uri="{FF2B5EF4-FFF2-40B4-BE49-F238E27FC236}">
                  <a16:creationId xmlns:a16="http://schemas.microsoft.com/office/drawing/2014/main" id="{E4A7FA59-3FED-3470-4DD2-418EBE787E93}"/>
                </a:ext>
              </a:extLst>
            </p:cNvPr>
            <p:cNvGrpSpPr>
              <a:grpSpLocks/>
            </p:cNvGrpSpPr>
            <p:nvPr/>
          </p:nvGrpSpPr>
          <p:grpSpPr bwMode="auto">
            <a:xfrm>
              <a:off x="5096670" y="3606801"/>
              <a:ext cx="985837" cy="811212"/>
              <a:chOff x="2700" y="1858"/>
              <a:chExt cx="948" cy="780"/>
            </a:xfrm>
          </p:grpSpPr>
          <p:sp>
            <p:nvSpPr>
              <p:cNvPr id="104679" name="Rectangle 1243">
                <a:extLst>
                  <a:ext uri="{FF2B5EF4-FFF2-40B4-BE49-F238E27FC236}">
                    <a16:creationId xmlns:a16="http://schemas.microsoft.com/office/drawing/2014/main" id="{8DAF9D8E-EA3D-2A3D-3605-19C44ABCB5DC}"/>
                  </a:ext>
                </a:extLst>
              </p:cNvPr>
              <p:cNvSpPr>
                <a:spLocks noChangeArrowheads="1"/>
              </p:cNvSpPr>
              <p:nvPr/>
            </p:nvSpPr>
            <p:spPr bwMode="auto">
              <a:xfrm>
                <a:off x="2700" y="1858"/>
                <a:ext cx="948" cy="780"/>
              </a:xfrm>
              <a:prstGeom prst="rect">
                <a:avLst/>
              </a:prstGeom>
              <a:solidFill>
                <a:srgbClr val="3770FD">
                  <a:alpha val="50195"/>
                </a:srgbClr>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p>
                <a:endParaRPr lang="en-US"/>
              </a:p>
            </p:txBody>
          </p:sp>
          <p:grpSp>
            <p:nvGrpSpPr>
              <p:cNvPr id="104680" name="Group 1244">
                <a:extLst>
                  <a:ext uri="{FF2B5EF4-FFF2-40B4-BE49-F238E27FC236}">
                    <a16:creationId xmlns:a16="http://schemas.microsoft.com/office/drawing/2014/main" id="{2A27E04A-86E1-5BEA-E9EE-9352377CF4A9}"/>
                  </a:ext>
                </a:extLst>
              </p:cNvPr>
              <p:cNvGrpSpPr>
                <a:grpSpLocks/>
              </p:cNvGrpSpPr>
              <p:nvPr/>
            </p:nvGrpSpPr>
            <p:grpSpPr bwMode="auto">
              <a:xfrm>
                <a:off x="2931" y="2061"/>
                <a:ext cx="506" cy="416"/>
                <a:chOff x="4101" y="2013"/>
                <a:chExt cx="506" cy="416"/>
              </a:xfrm>
            </p:grpSpPr>
            <p:sp>
              <p:nvSpPr>
                <p:cNvPr id="104681" name="Line 1245">
                  <a:extLst>
                    <a:ext uri="{FF2B5EF4-FFF2-40B4-BE49-F238E27FC236}">
                      <a16:creationId xmlns:a16="http://schemas.microsoft.com/office/drawing/2014/main" id="{B3498E24-E9AD-7817-43E1-38AFC9541487}"/>
                    </a:ext>
                  </a:extLst>
                </p:cNvPr>
                <p:cNvSpPr>
                  <a:spLocks noChangeShapeType="1"/>
                </p:cNvSpPr>
                <p:nvPr/>
              </p:nvSpPr>
              <p:spPr bwMode="auto">
                <a:xfrm flipV="1">
                  <a:off x="4101" y="2013"/>
                  <a:ext cx="0" cy="416"/>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4682" name="Line 1246">
                  <a:extLst>
                    <a:ext uri="{FF2B5EF4-FFF2-40B4-BE49-F238E27FC236}">
                      <a16:creationId xmlns:a16="http://schemas.microsoft.com/office/drawing/2014/main" id="{0A948516-893A-79CF-8E4B-B61A174D2F72}"/>
                    </a:ext>
                  </a:extLst>
                </p:cNvPr>
                <p:cNvSpPr>
                  <a:spLocks noChangeShapeType="1"/>
                </p:cNvSpPr>
                <p:nvPr/>
              </p:nvSpPr>
              <p:spPr bwMode="auto">
                <a:xfrm>
                  <a:off x="4107" y="2423"/>
                  <a:ext cx="500"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4683" name="Arc 1247">
                  <a:extLst>
                    <a:ext uri="{FF2B5EF4-FFF2-40B4-BE49-F238E27FC236}">
                      <a16:creationId xmlns:a16="http://schemas.microsoft.com/office/drawing/2014/main" id="{E02BFFD5-6AC2-B3D7-9ADE-3E27FA38BB8D}"/>
                    </a:ext>
                  </a:extLst>
                </p:cNvPr>
                <p:cNvSpPr>
                  <a:spLocks/>
                </p:cNvSpPr>
                <p:nvPr/>
              </p:nvSpPr>
              <p:spPr bwMode="auto">
                <a:xfrm flipH="1" flipV="1">
                  <a:off x="4109" y="2068"/>
                  <a:ext cx="379" cy="331"/>
                </a:xfrm>
                <a:custGeom>
                  <a:avLst/>
                  <a:gdLst>
                    <a:gd name="T0" fmla="*/ 7 w 21600"/>
                    <a:gd name="T1" fmla="*/ 0 h 21600"/>
                    <a:gd name="T2" fmla="*/ 0 w 21600"/>
                    <a:gd name="T3" fmla="*/ 5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21600" y="0"/>
                      </a:moveTo>
                      <a:cubicBezTo>
                        <a:pt x="21600" y="11929"/>
                        <a:pt x="11929" y="21599"/>
                        <a:pt x="0" y="21600"/>
                      </a:cubicBezTo>
                    </a:path>
                    <a:path w="21600" h="21600" stroke="0" extrusionOk="0">
                      <a:moveTo>
                        <a:pt x="21600" y="0"/>
                      </a:moveTo>
                      <a:cubicBezTo>
                        <a:pt x="21600" y="11929"/>
                        <a:pt x="11929" y="21599"/>
                        <a:pt x="0" y="21600"/>
                      </a:cubicBezTo>
                      <a:lnTo>
                        <a:pt x="0" y="0"/>
                      </a:lnTo>
                      <a:close/>
                    </a:path>
                  </a:pathLst>
                </a:custGeom>
                <a:noFill/>
                <a:ln w="28575" cap="rnd">
                  <a:solidFill>
                    <a:schemeClr val="bg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grpSp>
      </p:grpSp>
      <p:pic>
        <p:nvPicPr>
          <p:cNvPr id="8" name="Picture 7" descr="A picture containing text, clipart&#10;&#10;Description automatically generated">
            <a:extLst>
              <a:ext uri="{FF2B5EF4-FFF2-40B4-BE49-F238E27FC236}">
                <a16:creationId xmlns:a16="http://schemas.microsoft.com/office/drawing/2014/main" id="{DA2C8B52-696E-93E8-47EA-42E2F4E553B7}"/>
              </a:ext>
            </a:extLst>
          </p:cNvPr>
          <p:cNvPicPr>
            <a:picLocks noChangeAspect="1"/>
          </p:cNvPicPr>
          <p:nvPr/>
        </p:nvPicPr>
        <p:blipFill>
          <a:blip r:embed="rId5">
            <a:extLst>
              <a:ext uri="{BEBA8EAE-BF5A-486C-A8C5-ECC9F3942E4B}">
                <a14:imgProps xmlns:a14="http://schemas.microsoft.com/office/drawing/2010/main">
                  <a14:imgLayer r:embed="rId6">
                    <a14:imgEffect>
                      <a14:backgroundRemoval t="5495" b="97253" l="4706" r="97059">
                        <a14:foregroundMark x1="45294" y1="24725" x2="45294" y2="24725"/>
                        <a14:foregroundMark x1="56471" y1="23626" x2="56471" y2="23626"/>
                        <a14:foregroundMark x1="41765" y1="20879" x2="41765" y2="20879"/>
                        <a14:foregroundMark x1="10000" y1="72527" x2="10000" y2="72527"/>
                        <a14:foregroundMark x1="10588" y1="79121" x2="10588" y2="79121"/>
                        <a14:foregroundMark x1="11765" y1="68681" x2="11765" y2="68681"/>
                        <a14:foregroundMark x1="6471" y1="68681" x2="6471" y2="68681"/>
                        <a14:foregroundMark x1="40000" y1="30220" x2="40000" y2="30220"/>
                        <a14:foregroundMark x1="54706" y1="20879" x2="54706" y2="20879"/>
                        <a14:foregroundMark x1="54706" y1="30220" x2="54706" y2="30220"/>
                        <a14:foregroundMark x1="54706" y1="30220" x2="54706" y2="30220"/>
                        <a14:foregroundMark x1="51765" y1="24176" x2="51765" y2="24176"/>
                        <a14:foregroundMark x1="53529" y1="30769" x2="53529" y2="30769"/>
                        <a14:foregroundMark x1="45882" y1="29670" x2="45882" y2="29670"/>
                        <a14:foregroundMark x1="8824" y1="87363" x2="8824" y2="87363"/>
                        <a14:foregroundMark x1="19412" y1="89011" x2="19412" y2="89011"/>
                        <a14:foregroundMark x1="31176" y1="93407" x2="31176" y2="93407"/>
                        <a14:foregroundMark x1="24118" y1="95604" x2="24118" y2="96154"/>
                        <a14:foregroundMark x1="24118" y1="87912" x2="24118" y2="95604"/>
                        <a14:foregroundMark x1="5882" y1="65385" x2="5882" y2="65385"/>
                        <a14:foregroundMark x1="9413" y1="62088" x2="8235" y2="61538"/>
                        <a14:foregroundMark x1="10588" y1="62637" x2="9413" y2="62088"/>
                        <a14:foregroundMark x1="16471" y1="65385" x2="10588" y2="62637"/>
                        <a14:foregroundMark x1="28235" y1="89560" x2="28235" y2="89560"/>
                        <a14:foregroundMark x1="31765" y1="96703" x2="31765" y2="96703"/>
                        <a14:foregroundMark x1="38235" y1="95604" x2="38235" y2="95604"/>
                        <a14:foregroundMark x1="35882" y1="92857" x2="35882" y2="92857"/>
                        <a14:foregroundMark x1="34118" y1="90110" x2="34118" y2="90110"/>
                        <a14:foregroundMark x1="41765" y1="90659" x2="41765" y2="90659"/>
                        <a14:foregroundMark x1="41765" y1="93956" x2="41765" y2="93956"/>
                        <a14:foregroundMark x1="45882" y1="97253" x2="45882" y2="97253"/>
                        <a14:foregroundMark x1="50000" y1="97802" x2="50000" y2="97802"/>
                        <a14:foregroundMark x1="52941" y1="97802" x2="52941" y2="97802"/>
                        <a14:foregroundMark x1="58235" y1="97253" x2="58235" y2="97253"/>
                        <a14:foregroundMark x1="61176" y1="97802" x2="61176" y2="97802"/>
                        <a14:foregroundMark x1="60000" y1="90110" x2="60000" y2="90110"/>
                        <a14:foregroundMark x1="64118" y1="90659" x2="64118" y2="90659"/>
                        <a14:foregroundMark x1="70000" y1="86813" x2="70000" y2="86813"/>
                        <a14:foregroundMark x1="74118" y1="85165" x2="74118" y2="85165"/>
                        <a14:foregroundMark x1="75882" y1="91758" x2="75882" y2="91758"/>
                        <a14:foregroundMark x1="87647" y1="75275" x2="87647" y2="75275"/>
                        <a14:foregroundMark x1="87647" y1="75275" x2="87647" y2="75275"/>
                        <a14:foregroundMark x1="87647" y1="72527" x2="87647" y2="72527"/>
                        <a14:foregroundMark x1="84706" y1="80769" x2="84706" y2="80769"/>
                        <a14:foregroundMark x1="92941" y1="82418" x2="92941" y2="82418"/>
                        <a14:foregroundMark x1="97059" y1="65934" x2="97059" y2="65934"/>
                        <a14:foregroundMark x1="88235" y1="65934" x2="88235" y2="65934"/>
                        <a14:foregroundMark x1="10000" y1="62088" x2="10000" y2="62088"/>
                        <a14:foregroundMark x1="10000" y1="62088" x2="10000" y2="62088"/>
                        <a14:foregroundMark x1="10000" y1="62088" x2="10000" y2="62088"/>
                        <a14:foregroundMark x1="10000" y1="62088" x2="10000" y2="62088"/>
                        <a14:foregroundMark x1="50000" y1="5495" x2="50000" y2="5495"/>
                        <a14:foregroundMark x1="9412" y1="62637" x2="9412" y2="62637"/>
                        <a14:foregroundMark x1="9412" y1="62088" x2="9412" y2="62088"/>
                        <a14:foregroundMark x1="9412" y1="62088" x2="9412" y2="62088"/>
                        <a14:foregroundMark x1="9412" y1="62088" x2="9412" y2="62088"/>
                        <a14:foregroundMark x1="9412" y1="62088" x2="9412" y2="62088"/>
                        <a14:backgroundMark x1="9412" y1="61538" x2="9412" y2="61538"/>
                        <a14:backgroundMark x1="8235" y1="60989" x2="8235" y2="60989"/>
                        <a14:backgroundMark x1="11765" y1="62637" x2="11765" y2="62637"/>
                        <a14:backgroundMark x1="10588" y1="62088" x2="10588" y2="62088"/>
                        <a14:backgroundMark x1="24706" y1="96154" x2="24706" y2="96154"/>
                        <a14:backgroundMark x1="24118" y1="95604" x2="24118" y2="95604"/>
                        <a14:backgroundMark x1="23529" y1="97253" x2="23529" y2="97253"/>
                        <a14:backgroundMark x1="24118" y1="97253" x2="24118" y2="97253"/>
                        <a14:backgroundMark x1="24118" y1="97253" x2="24118" y2="97253"/>
                        <a14:backgroundMark x1="23529" y1="97802" x2="23529" y2="97802"/>
                        <a14:backgroundMark x1="23529" y1="96703" x2="23529" y2="96703"/>
                        <a14:backgroundMark x1="23529" y1="96703" x2="23529" y2="96154"/>
                        <a14:backgroundMark x1="7647" y1="62088" x2="7647" y2="62088"/>
                        <a14:backgroundMark x1="8824" y1="62637" x2="8824" y2="62637"/>
                      </a14:backgroundRemoval>
                    </a14:imgEffect>
                  </a14:imgLayer>
                </a14:imgProps>
              </a:ext>
            </a:extLst>
          </a:blip>
          <a:stretch>
            <a:fillRect/>
          </a:stretch>
        </p:blipFill>
        <p:spPr>
          <a:xfrm>
            <a:off x="11521881" y="6235103"/>
            <a:ext cx="518216" cy="554796"/>
          </a:xfrm>
          <a:prstGeom prst="rect">
            <a:avLst/>
          </a:prstGeom>
        </p:spPr>
      </p:pic>
      <p:pic>
        <p:nvPicPr>
          <p:cNvPr id="9" name="Picture 8">
            <a:extLst>
              <a:ext uri="{FF2B5EF4-FFF2-40B4-BE49-F238E27FC236}">
                <a16:creationId xmlns:a16="http://schemas.microsoft.com/office/drawing/2014/main" id="{7B09E8EA-7EC7-5904-BBA9-4D466E52A09E}"/>
              </a:ext>
            </a:extLst>
          </p:cNvPr>
          <p:cNvPicPr>
            <a:picLocks noChangeAspect="1"/>
          </p:cNvPicPr>
          <p:nvPr/>
        </p:nvPicPr>
        <p:blipFill>
          <a:blip r:embed="rId7"/>
          <a:stretch>
            <a:fillRect/>
          </a:stretch>
        </p:blipFill>
        <p:spPr>
          <a:xfrm>
            <a:off x="189185" y="6505401"/>
            <a:ext cx="1948619" cy="175408"/>
          </a:xfrm>
          <a:prstGeom prst="rect">
            <a:avLst/>
          </a:prstGeom>
        </p:spPr>
      </p:pic>
      <p:sp>
        <p:nvSpPr>
          <p:cNvPr id="7" name="Title 1">
            <a:extLst>
              <a:ext uri="{FF2B5EF4-FFF2-40B4-BE49-F238E27FC236}">
                <a16:creationId xmlns:a16="http://schemas.microsoft.com/office/drawing/2014/main" id="{99E1FA12-8443-5BAA-FD64-F28114D1F632}"/>
              </a:ext>
            </a:extLst>
          </p:cNvPr>
          <p:cNvSpPr>
            <a:spLocks noGrp="1"/>
          </p:cNvSpPr>
          <p:nvPr>
            <p:ph type="title"/>
          </p:nvPr>
        </p:nvSpPr>
        <p:spPr>
          <a:xfrm>
            <a:off x="2021700" y="14484"/>
            <a:ext cx="8283900" cy="550500"/>
          </a:xfrm>
        </p:spPr>
        <p:txBody>
          <a:bodyPr/>
          <a:lstStyle/>
          <a:p>
            <a:r>
              <a:rPr lang="en-US" dirty="0">
                <a:solidFill>
                  <a:schemeClr val="bg1"/>
                </a:solidFill>
              </a:rPr>
              <a:t>Truckload fleet planning at Schneider National</a:t>
            </a:r>
          </a:p>
        </p:txBody>
      </p:sp>
    </p:spTree>
    <p:extLst>
      <p:ext uri="{BB962C8B-B14F-4D97-AF65-F5344CB8AC3E}">
        <p14:creationId xmlns:p14="http://schemas.microsoft.com/office/powerpoint/2010/main" val="290082874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left)">
                                      <p:cBhvr>
                                        <p:cTn id="7" dur="500"/>
                                        <p:tgtEl>
                                          <p:spTgt spid="5"/>
                                        </p:tgtEl>
                                      </p:cBhvr>
                                    </p:animEffect>
                                  </p:childTnLst>
                                  <p:subTnLst>
                                    <p:set>
                                      <p:cBhvr override="childStyle">
                                        <p:cTn dur="1" fill="hold" display="0" masterRel="sameClick" afterEffect="1">
                                          <p:stCondLst>
                                            <p:cond evt="end" delay="0">
                                              <p:tn val="5"/>
                                            </p:cond>
                                          </p:stCondLst>
                                        </p:cTn>
                                        <p:tgtEl>
                                          <p:spTgt spid="5"/>
                                        </p:tgtEl>
                                        <p:attrNameLst>
                                          <p:attrName>style.visibility</p:attrName>
                                        </p:attrNameLst>
                                      </p:cBhvr>
                                      <p:to>
                                        <p:strVal val="hidden"/>
                                      </p:to>
                                    </p:set>
                                  </p:sub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6"/>
                                        </p:tgtEl>
                                        <p:attrNameLst>
                                          <p:attrName>style.visibility</p:attrName>
                                        </p:attrNameLst>
                                      </p:cBhvr>
                                      <p:to>
                                        <p:strVal val="visible"/>
                                      </p:to>
                                    </p:set>
                                    <p:animEffect transition="in" filter="wipe(left)">
                                      <p:cBhvr>
                                        <p:cTn id="11" dur="500"/>
                                        <p:tgtEl>
                                          <p:spTgt spid="6"/>
                                        </p:tgtEl>
                                      </p:cBhvr>
                                    </p:animEffect>
                                  </p:childTnLst>
                                  <p:subTnLst>
                                    <p:set>
                                      <p:cBhvr override="childStyle">
                                        <p:cTn dur="1" fill="hold" display="0" masterRel="sameClick" afterEffect="1">
                                          <p:stCondLst>
                                            <p:cond evt="end" delay="0">
                                              <p:tn val="9"/>
                                            </p:cond>
                                          </p:stCondLst>
                                        </p:cTn>
                                        <p:tgtEl>
                                          <p:spTgt spid="6"/>
                                        </p:tgtEl>
                                        <p:attrNameLst>
                                          <p:attrName>style.visibility</p:attrName>
                                        </p:attrNameLst>
                                      </p:cBhvr>
                                      <p:to>
                                        <p:strVal val="hidden"/>
                                      </p:to>
                                    </p:set>
                                  </p:subTnLst>
                                </p:cTn>
                              </p:par>
                            </p:childTnLst>
                          </p:cTn>
                        </p:par>
                        <p:par>
                          <p:cTn id="12" fill="hold">
                            <p:stCondLst>
                              <p:cond delay="1000"/>
                            </p:stCondLst>
                            <p:childTnLst>
                              <p:par>
                                <p:cTn id="13" presetID="22" presetClass="entr" presetSubtype="8" fill="hold" nodeType="afterEffect">
                                  <p:stCondLst>
                                    <p:cond delay="0"/>
                                  </p:stCondLst>
                                  <p:childTnLst>
                                    <p:set>
                                      <p:cBhvr>
                                        <p:cTn id="14" dur="1" fill="hold">
                                          <p:stCondLst>
                                            <p:cond delay="0"/>
                                          </p:stCondLst>
                                        </p:cTn>
                                        <p:tgtEl>
                                          <p:spTgt spid="3949769"/>
                                        </p:tgtEl>
                                        <p:attrNameLst>
                                          <p:attrName>style.visibility</p:attrName>
                                        </p:attrNameLst>
                                      </p:cBhvr>
                                      <p:to>
                                        <p:strVal val="visible"/>
                                      </p:to>
                                    </p:set>
                                    <p:animEffect transition="in" filter="wipe(left)">
                                      <p:cBhvr>
                                        <p:cTn id="15" dur="500"/>
                                        <p:tgtEl>
                                          <p:spTgt spid="3949769"/>
                                        </p:tgtEl>
                                      </p:cBhvr>
                                    </p:animEffect>
                                  </p:childTnLst>
                                  <p:subTnLst>
                                    <p:set>
                                      <p:cBhvr override="childStyle">
                                        <p:cTn dur="1" fill="hold" display="0" masterRel="sameClick" afterEffect="1">
                                          <p:stCondLst>
                                            <p:cond evt="end" delay="0">
                                              <p:tn val="13"/>
                                            </p:cond>
                                          </p:stCondLst>
                                        </p:cTn>
                                        <p:tgtEl>
                                          <p:spTgt spid="3949769"/>
                                        </p:tgtEl>
                                        <p:attrNameLst>
                                          <p:attrName>style.visibility</p:attrName>
                                        </p:attrNameLst>
                                      </p:cBhvr>
                                      <p:to>
                                        <p:strVal val="hidden"/>
                                      </p:to>
                                    </p:set>
                                  </p:subTnLst>
                                </p:cTn>
                              </p:par>
                            </p:childTnLst>
                          </p:cTn>
                        </p:par>
                        <p:par>
                          <p:cTn id="16" fill="hold">
                            <p:stCondLst>
                              <p:cond delay="1500"/>
                            </p:stCondLst>
                            <p:childTnLst>
                              <p:par>
                                <p:cTn id="17" presetID="22" presetClass="entr" presetSubtype="8" fill="hold" nodeType="afterEffect">
                                  <p:stCondLst>
                                    <p:cond delay="0"/>
                                  </p:stCondLst>
                                  <p:childTnLst>
                                    <p:set>
                                      <p:cBhvr>
                                        <p:cTn id="18" dur="1" fill="hold">
                                          <p:stCondLst>
                                            <p:cond delay="0"/>
                                          </p:stCondLst>
                                        </p:cTn>
                                        <p:tgtEl>
                                          <p:spTgt spid="3949797"/>
                                        </p:tgtEl>
                                        <p:attrNameLst>
                                          <p:attrName>style.visibility</p:attrName>
                                        </p:attrNameLst>
                                      </p:cBhvr>
                                      <p:to>
                                        <p:strVal val="visible"/>
                                      </p:to>
                                    </p:set>
                                    <p:animEffect transition="in" filter="wipe(left)">
                                      <p:cBhvr>
                                        <p:cTn id="19" dur="500"/>
                                        <p:tgtEl>
                                          <p:spTgt spid="3949797"/>
                                        </p:tgtEl>
                                      </p:cBhvr>
                                    </p:animEffect>
                                  </p:childTnLst>
                                  <p:subTnLst>
                                    <p:set>
                                      <p:cBhvr override="childStyle">
                                        <p:cTn dur="1" fill="hold" display="0" masterRel="sameClick" afterEffect="1">
                                          <p:stCondLst>
                                            <p:cond evt="end" delay="0">
                                              <p:tn val="17"/>
                                            </p:cond>
                                          </p:stCondLst>
                                        </p:cTn>
                                        <p:tgtEl>
                                          <p:spTgt spid="3949797"/>
                                        </p:tgtEl>
                                        <p:attrNameLst>
                                          <p:attrName>style.visibility</p:attrName>
                                        </p:attrNameLst>
                                      </p:cBhvr>
                                      <p:to>
                                        <p:strVal val="hidden"/>
                                      </p:to>
                                    </p:set>
                                  </p:subTnLst>
                                </p:cTn>
                              </p:par>
                            </p:childTnLst>
                          </p:cTn>
                        </p:par>
                        <p:par>
                          <p:cTn id="20" fill="hold">
                            <p:stCondLst>
                              <p:cond delay="2000"/>
                            </p:stCondLst>
                            <p:childTnLst>
                              <p:par>
                                <p:cTn id="21" presetID="22" presetClass="entr" presetSubtype="8" fill="hold" nodeType="afterEffect">
                                  <p:stCondLst>
                                    <p:cond delay="0"/>
                                  </p:stCondLst>
                                  <p:childTnLst>
                                    <p:set>
                                      <p:cBhvr>
                                        <p:cTn id="22" dur="1" fill="hold">
                                          <p:stCondLst>
                                            <p:cond delay="0"/>
                                          </p:stCondLst>
                                        </p:cTn>
                                        <p:tgtEl>
                                          <p:spTgt spid="3949820"/>
                                        </p:tgtEl>
                                        <p:attrNameLst>
                                          <p:attrName>style.visibility</p:attrName>
                                        </p:attrNameLst>
                                      </p:cBhvr>
                                      <p:to>
                                        <p:strVal val="visible"/>
                                      </p:to>
                                    </p:set>
                                    <p:animEffect transition="in" filter="wipe(left)">
                                      <p:cBhvr>
                                        <p:cTn id="23" dur="500"/>
                                        <p:tgtEl>
                                          <p:spTgt spid="3949820"/>
                                        </p:tgtEl>
                                      </p:cBhvr>
                                    </p:animEffect>
                                  </p:childTnLst>
                                  <p:subTnLst>
                                    <p:set>
                                      <p:cBhvr override="childStyle">
                                        <p:cTn dur="1" fill="hold" display="0" masterRel="sameClick" afterEffect="1">
                                          <p:stCondLst>
                                            <p:cond evt="end" delay="0">
                                              <p:tn val="21"/>
                                            </p:cond>
                                          </p:stCondLst>
                                        </p:cTn>
                                        <p:tgtEl>
                                          <p:spTgt spid="3949820"/>
                                        </p:tgtEl>
                                        <p:attrNameLst>
                                          <p:attrName>style.visibility</p:attrName>
                                        </p:attrNameLst>
                                      </p:cBhvr>
                                      <p:to>
                                        <p:strVal val="hidden"/>
                                      </p:to>
                                    </p:set>
                                  </p:sub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Shape 146"/>
        <p:cNvGrpSpPr/>
        <p:nvPr/>
      </p:nvGrpSpPr>
      <p:grpSpPr>
        <a:xfrm>
          <a:off x="0" y="0"/>
          <a:ext cx="0" cy="0"/>
          <a:chOff x="0" y="0"/>
          <a:chExt cx="0" cy="0"/>
        </a:xfrm>
      </p:grpSpPr>
      <p:pic>
        <p:nvPicPr>
          <p:cNvPr id="147" name="Google Shape;147;gc8dc29dcca_0_12"/>
          <p:cNvPicPr preferRelativeResize="0"/>
          <p:nvPr/>
        </p:nvPicPr>
        <p:blipFill>
          <a:blip r:embed="rId3">
            <a:alphaModFix/>
          </a:blip>
          <a:stretch>
            <a:fillRect/>
          </a:stretch>
        </p:blipFill>
        <p:spPr>
          <a:xfrm>
            <a:off x="1464402" y="1578394"/>
            <a:ext cx="8218507" cy="4895701"/>
          </a:xfrm>
          <a:prstGeom prst="rect">
            <a:avLst/>
          </a:prstGeom>
          <a:noFill/>
          <a:ln>
            <a:noFill/>
          </a:ln>
        </p:spPr>
      </p:pic>
      <p:sp>
        <p:nvSpPr>
          <p:cNvPr id="149" name="Google Shape;149;gc8dc29dcca_0_12"/>
          <p:cNvSpPr txBox="1">
            <a:spLocks noGrp="1"/>
          </p:cNvSpPr>
          <p:nvPr>
            <p:ph type="body" idx="1"/>
          </p:nvPr>
        </p:nvSpPr>
        <p:spPr>
          <a:xfrm>
            <a:off x="982050" y="994344"/>
            <a:ext cx="10363200" cy="4895700"/>
          </a:xfrm>
          <a:prstGeom prst="rect">
            <a:avLst/>
          </a:prstGeom>
        </p:spPr>
        <p:txBody>
          <a:bodyPr spcFirstLastPara="1" wrap="square" lIns="91425" tIns="45700" rIns="91425" bIns="45700" anchor="t" anchorCtr="0">
            <a:noAutofit/>
          </a:bodyPr>
          <a:lstStyle/>
          <a:p>
            <a:pPr marL="0" lvl="0" indent="0" algn="l" rtl="0">
              <a:spcBef>
                <a:spcPts val="560"/>
              </a:spcBef>
              <a:spcAft>
                <a:spcPts val="0"/>
              </a:spcAft>
              <a:buNone/>
            </a:pPr>
            <a:r>
              <a:rPr lang="en-US" dirty="0"/>
              <a:t>         Percent improvement due to value function training</a:t>
            </a:r>
            <a:endParaRPr dirty="0"/>
          </a:p>
        </p:txBody>
      </p:sp>
      <p:grpSp>
        <p:nvGrpSpPr>
          <p:cNvPr id="4" name="Group 3">
            <a:extLst>
              <a:ext uri="{FF2B5EF4-FFF2-40B4-BE49-F238E27FC236}">
                <a16:creationId xmlns:a16="http://schemas.microsoft.com/office/drawing/2014/main" id="{4E90A7F6-57C3-6A47-D01B-2AD1D1697148}"/>
              </a:ext>
            </a:extLst>
          </p:cNvPr>
          <p:cNvGrpSpPr/>
          <p:nvPr/>
        </p:nvGrpSpPr>
        <p:grpSpPr>
          <a:xfrm>
            <a:off x="2142876" y="2356435"/>
            <a:ext cx="2217471" cy="2530610"/>
            <a:chOff x="2631149" y="2356435"/>
            <a:chExt cx="2217471" cy="2530610"/>
          </a:xfrm>
        </p:grpSpPr>
        <p:cxnSp>
          <p:nvCxnSpPr>
            <p:cNvPr id="150" name="Google Shape;150;gc8dc29dcca_0_12"/>
            <p:cNvCxnSpPr>
              <a:cxnSpLocks/>
            </p:cNvCxnSpPr>
            <p:nvPr/>
          </p:nvCxnSpPr>
          <p:spPr>
            <a:xfrm>
              <a:off x="2631150" y="2554375"/>
              <a:ext cx="0" cy="2332670"/>
            </a:xfrm>
            <a:prstGeom prst="straightConnector1">
              <a:avLst/>
            </a:prstGeom>
            <a:noFill/>
            <a:ln w="28575" cap="flat" cmpd="sng">
              <a:solidFill>
                <a:schemeClr val="dk2"/>
              </a:solidFill>
              <a:prstDash val="solid"/>
              <a:round/>
              <a:headEnd type="none" w="med" len="med"/>
              <a:tailEnd type="arrow" w="med" len="med"/>
            </a:ln>
          </p:spPr>
        </p:cxnSp>
        <p:sp>
          <p:nvSpPr>
            <p:cNvPr id="151" name="Google Shape;151;gc8dc29dcca_0_12"/>
            <p:cNvSpPr txBox="1"/>
            <p:nvPr/>
          </p:nvSpPr>
          <p:spPr>
            <a:xfrm>
              <a:off x="2631149" y="2356435"/>
              <a:ext cx="2217471" cy="430857"/>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US" sz="1600" dirty="0">
                  <a:latin typeface="Raleway"/>
                  <a:ea typeface="Raleway"/>
                  <a:cs typeface="Raleway"/>
                  <a:sym typeface="Raleway"/>
                </a:rPr>
                <a:t>VFAs = 0</a:t>
              </a:r>
              <a:endParaRPr sz="1600" dirty="0">
                <a:latin typeface="Raleway"/>
                <a:ea typeface="Raleway"/>
                <a:cs typeface="Raleway"/>
                <a:sym typeface="Raleway"/>
              </a:endParaRPr>
            </a:p>
          </p:txBody>
        </p:sp>
      </p:grpSp>
      <p:grpSp>
        <p:nvGrpSpPr>
          <p:cNvPr id="6" name="Group 5">
            <a:extLst>
              <a:ext uri="{FF2B5EF4-FFF2-40B4-BE49-F238E27FC236}">
                <a16:creationId xmlns:a16="http://schemas.microsoft.com/office/drawing/2014/main" id="{975E999C-9CF2-4FBE-3D09-277675A9D5A3}"/>
              </a:ext>
            </a:extLst>
          </p:cNvPr>
          <p:cNvGrpSpPr/>
          <p:nvPr/>
        </p:nvGrpSpPr>
        <p:grpSpPr>
          <a:xfrm>
            <a:off x="7679855" y="2163141"/>
            <a:ext cx="1707872" cy="2723904"/>
            <a:chOff x="8168128" y="2163141"/>
            <a:chExt cx="1707872" cy="2723904"/>
          </a:xfrm>
        </p:grpSpPr>
        <p:cxnSp>
          <p:nvCxnSpPr>
            <p:cNvPr id="152" name="Google Shape;152;gc8dc29dcca_0_12"/>
            <p:cNvCxnSpPr>
              <a:cxnSpLocks/>
            </p:cNvCxnSpPr>
            <p:nvPr/>
          </p:nvCxnSpPr>
          <p:spPr>
            <a:xfrm>
              <a:off x="9870150" y="2323225"/>
              <a:ext cx="0" cy="2563820"/>
            </a:xfrm>
            <a:prstGeom prst="straightConnector1">
              <a:avLst/>
            </a:prstGeom>
            <a:noFill/>
            <a:ln w="28575" cap="flat" cmpd="sng">
              <a:solidFill>
                <a:schemeClr val="dk2"/>
              </a:solidFill>
              <a:prstDash val="solid"/>
              <a:round/>
              <a:headEnd type="none" w="med" len="med"/>
              <a:tailEnd type="arrow" w="med" len="med"/>
            </a:ln>
          </p:spPr>
        </p:cxnSp>
        <p:sp>
          <p:nvSpPr>
            <p:cNvPr id="153" name="Google Shape;153;gc8dc29dcca_0_12"/>
            <p:cNvSpPr txBox="1"/>
            <p:nvPr/>
          </p:nvSpPr>
          <p:spPr>
            <a:xfrm>
              <a:off x="8168128" y="2163141"/>
              <a:ext cx="1707872" cy="430857"/>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US" sz="1600" dirty="0">
                  <a:latin typeface="Raleway"/>
                  <a:ea typeface="Raleway"/>
                  <a:cs typeface="Raleway"/>
                  <a:sym typeface="Raleway"/>
                </a:rPr>
                <a:t>Optimized VFAs</a:t>
              </a:r>
              <a:endParaRPr sz="1600" dirty="0">
                <a:latin typeface="Raleway"/>
                <a:ea typeface="Raleway"/>
                <a:cs typeface="Raleway"/>
                <a:sym typeface="Raleway"/>
              </a:endParaRPr>
            </a:p>
          </p:txBody>
        </p:sp>
      </p:grpSp>
      <p:sp>
        <p:nvSpPr>
          <p:cNvPr id="154" name="Google Shape;154;gc8dc29dcca_0_12"/>
          <p:cNvSpPr txBox="1"/>
          <p:nvPr/>
        </p:nvSpPr>
        <p:spPr>
          <a:xfrm>
            <a:off x="7484227" y="5243513"/>
            <a:ext cx="1897800" cy="4002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US" dirty="0">
                <a:latin typeface="Raleway"/>
                <a:ea typeface="Raleway"/>
                <a:cs typeface="Raleway"/>
                <a:sym typeface="Raleway"/>
              </a:rPr>
              <a:t>Training iterations</a:t>
            </a:r>
            <a:endParaRPr dirty="0">
              <a:latin typeface="Raleway"/>
              <a:ea typeface="Raleway"/>
              <a:cs typeface="Raleway"/>
              <a:sym typeface="Raleway"/>
            </a:endParaRPr>
          </a:p>
        </p:txBody>
      </p:sp>
      <p:sp>
        <p:nvSpPr>
          <p:cNvPr id="2" name="TextBox 1">
            <a:extLst>
              <a:ext uri="{FF2B5EF4-FFF2-40B4-BE49-F238E27FC236}">
                <a16:creationId xmlns:a16="http://schemas.microsoft.com/office/drawing/2014/main" id="{773E0F6E-2B77-4FB0-92A7-0FB254DE21A4}"/>
              </a:ext>
            </a:extLst>
          </p:cNvPr>
          <p:cNvSpPr txBox="1"/>
          <p:nvPr/>
        </p:nvSpPr>
        <p:spPr>
          <a:xfrm>
            <a:off x="2803567" y="5828322"/>
            <a:ext cx="5617243" cy="307777"/>
          </a:xfrm>
          <a:prstGeom prst="rect">
            <a:avLst/>
          </a:prstGeom>
          <a:noFill/>
        </p:spPr>
        <p:txBody>
          <a:bodyPr wrap="none" rtlCol="0">
            <a:spAutoFit/>
          </a:bodyPr>
          <a:lstStyle/>
          <a:p>
            <a:r>
              <a:rPr lang="en-US" dirty="0"/>
              <a:t>Actual results for 11 different carriers analyzed by Optimal Dynamics</a:t>
            </a:r>
          </a:p>
        </p:txBody>
      </p:sp>
      <p:sp>
        <p:nvSpPr>
          <p:cNvPr id="11" name="Google Shape;4226;p87">
            <a:extLst>
              <a:ext uri="{FF2B5EF4-FFF2-40B4-BE49-F238E27FC236}">
                <a16:creationId xmlns:a16="http://schemas.microsoft.com/office/drawing/2014/main" id="{4FC53AE6-80CD-4035-9F8A-E602169D7AD2}"/>
              </a:ext>
            </a:extLst>
          </p:cNvPr>
          <p:cNvSpPr txBox="1">
            <a:spLocks noGrp="1"/>
          </p:cNvSpPr>
          <p:nvPr>
            <p:ph type="title"/>
          </p:nvPr>
        </p:nvSpPr>
        <p:spPr>
          <a:xfrm>
            <a:off x="1459605" y="346759"/>
            <a:ext cx="9272789" cy="550500"/>
          </a:xfrm>
          <a:prstGeom prst="rect">
            <a:avLst/>
          </a:prstGeom>
          <a:noFill/>
          <a:ln>
            <a:noFill/>
          </a:ln>
        </p:spPr>
        <p:txBody>
          <a:bodyPr spcFirstLastPara="1" wrap="square" lIns="91425" tIns="45700" rIns="91425" bIns="45700" anchor="ctr" anchorCtr="0">
            <a:noAutofit/>
          </a:bodyPr>
          <a:lstStyle/>
          <a:p>
            <a:pPr lvl="0"/>
            <a:r>
              <a:rPr lang="en-US" dirty="0">
                <a:solidFill>
                  <a:schemeClr val="tx1"/>
                </a:solidFill>
              </a:rPr>
              <a:t>Truckload fleet planning at Schneider National</a:t>
            </a:r>
            <a:endParaRPr b="1" dirty="0">
              <a:solidFill>
                <a:schemeClr val="tx1"/>
              </a:solidFill>
            </a:endParaRPr>
          </a:p>
        </p:txBody>
      </p:sp>
      <p:sp>
        <p:nvSpPr>
          <p:cNvPr id="3" name="Oval 2">
            <a:extLst>
              <a:ext uri="{FF2B5EF4-FFF2-40B4-BE49-F238E27FC236}">
                <a16:creationId xmlns:a16="http://schemas.microsoft.com/office/drawing/2014/main" id="{A3680450-DD8C-209B-A854-5B2495234725}"/>
              </a:ext>
            </a:extLst>
          </p:cNvPr>
          <p:cNvSpPr/>
          <p:nvPr/>
        </p:nvSpPr>
        <p:spPr>
          <a:xfrm>
            <a:off x="2539015" y="4405543"/>
            <a:ext cx="113190" cy="113190"/>
          </a:xfrm>
          <a:prstGeom prst="ellipse">
            <a:avLst/>
          </a:prstGeom>
          <a:solidFill>
            <a:schemeClr val="accent2">
              <a:lumMod val="60000"/>
              <a:lumOff val="40000"/>
            </a:schemeClr>
          </a:solidFill>
          <a:ln>
            <a:solidFill>
              <a:schemeClr val="accent2">
                <a:lumMod val="60000"/>
                <a:lumOff val="4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Oval 4">
            <a:extLst>
              <a:ext uri="{FF2B5EF4-FFF2-40B4-BE49-F238E27FC236}">
                <a16:creationId xmlns:a16="http://schemas.microsoft.com/office/drawing/2014/main" id="{A313811F-14BA-F862-229C-BF179C0C1296}"/>
              </a:ext>
            </a:extLst>
          </p:cNvPr>
          <p:cNvSpPr/>
          <p:nvPr/>
        </p:nvSpPr>
        <p:spPr>
          <a:xfrm>
            <a:off x="3117545" y="4247221"/>
            <a:ext cx="113190" cy="113190"/>
          </a:xfrm>
          <a:prstGeom prst="ellipse">
            <a:avLst/>
          </a:prstGeom>
          <a:solidFill>
            <a:schemeClr val="accent2">
              <a:lumMod val="60000"/>
              <a:lumOff val="40000"/>
            </a:schemeClr>
          </a:solidFill>
          <a:ln>
            <a:solidFill>
              <a:schemeClr val="accent2">
                <a:lumMod val="60000"/>
                <a:lumOff val="4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Oval 6">
            <a:extLst>
              <a:ext uri="{FF2B5EF4-FFF2-40B4-BE49-F238E27FC236}">
                <a16:creationId xmlns:a16="http://schemas.microsoft.com/office/drawing/2014/main" id="{77846129-C098-AFA3-D777-10FB6B178A61}"/>
              </a:ext>
            </a:extLst>
          </p:cNvPr>
          <p:cNvSpPr/>
          <p:nvPr/>
        </p:nvSpPr>
        <p:spPr>
          <a:xfrm>
            <a:off x="3598422" y="4133288"/>
            <a:ext cx="113190" cy="113190"/>
          </a:xfrm>
          <a:prstGeom prst="ellipse">
            <a:avLst/>
          </a:prstGeom>
          <a:solidFill>
            <a:schemeClr val="accent2">
              <a:lumMod val="60000"/>
              <a:lumOff val="40000"/>
            </a:schemeClr>
          </a:solidFill>
          <a:ln>
            <a:solidFill>
              <a:schemeClr val="accent2">
                <a:lumMod val="60000"/>
                <a:lumOff val="4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Oval 7">
            <a:extLst>
              <a:ext uri="{FF2B5EF4-FFF2-40B4-BE49-F238E27FC236}">
                <a16:creationId xmlns:a16="http://schemas.microsoft.com/office/drawing/2014/main" id="{1C5B28D9-788F-2EA0-223A-76F0DFEDB3A5}"/>
              </a:ext>
            </a:extLst>
          </p:cNvPr>
          <p:cNvSpPr/>
          <p:nvPr/>
        </p:nvSpPr>
        <p:spPr>
          <a:xfrm>
            <a:off x="4132563" y="4294566"/>
            <a:ext cx="113190" cy="113190"/>
          </a:xfrm>
          <a:prstGeom prst="ellipse">
            <a:avLst/>
          </a:prstGeom>
          <a:solidFill>
            <a:schemeClr val="accent2">
              <a:lumMod val="60000"/>
              <a:lumOff val="40000"/>
            </a:schemeClr>
          </a:solidFill>
          <a:ln>
            <a:solidFill>
              <a:schemeClr val="accent2">
                <a:lumMod val="60000"/>
                <a:lumOff val="4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Oval 8">
            <a:extLst>
              <a:ext uri="{FF2B5EF4-FFF2-40B4-BE49-F238E27FC236}">
                <a16:creationId xmlns:a16="http://schemas.microsoft.com/office/drawing/2014/main" id="{64FA9E82-D4F4-DE57-CFDE-34F13EFA6FF8}"/>
              </a:ext>
            </a:extLst>
          </p:cNvPr>
          <p:cNvSpPr/>
          <p:nvPr/>
        </p:nvSpPr>
        <p:spPr>
          <a:xfrm>
            <a:off x="4666704" y="4304922"/>
            <a:ext cx="113190" cy="113190"/>
          </a:xfrm>
          <a:prstGeom prst="ellipse">
            <a:avLst/>
          </a:prstGeom>
          <a:solidFill>
            <a:schemeClr val="accent2">
              <a:lumMod val="60000"/>
              <a:lumOff val="40000"/>
            </a:schemeClr>
          </a:solidFill>
          <a:ln>
            <a:solidFill>
              <a:schemeClr val="accent2">
                <a:lumMod val="60000"/>
                <a:lumOff val="4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Oval 9">
            <a:extLst>
              <a:ext uri="{FF2B5EF4-FFF2-40B4-BE49-F238E27FC236}">
                <a16:creationId xmlns:a16="http://schemas.microsoft.com/office/drawing/2014/main" id="{13F54FEB-9EF6-FE20-98D8-ABBB5D72872B}"/>
              </a:ext>
            </a:extLst>
          </p:cNvPr>
          <p:cNvSpPr/>
          <p:nvPr/>
        </p:nvSpPr>
        <p:spPr>
          <a:xfrm>
            <a:off x="5156459" y="3995681"/>
            <a:ext cx="113190" cy="113190"/>
          </a:xfrm>
          <a:prstGeom prst="ellipse">
            <a:avLst/>
          </a:prstGeom>
          <a:solidFill>
            <a:schemeClr val="accent2">
              <a:lumMod val="60000"/>
              <a:lumOff val="40000"/>
            </a:schemeClr>
          </a:solidFill>
          <a:ln>
            <a:solidFill>
              <a:schemeClr val="accent2">
                <a:lumMod val="60000"/>
                <a:lumOff val="4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Oval 11">
            <a:extLst>
              <a:ext uri="{FF2B5EF4-FFF2-40B4-BE49-F238E27FC236}">
                <a16:creationId xmlns:a16="http://schemas.microsoft.com/office/drawing/2014/main" id="{9EE1D61D-A038-C591-CB7C-16A6C7E7FDD1}"/>
              </a:ext>
            </a:extLst>
          </p:cNvPr>
          <p:cNvSpPr/>
          <p:nvPr/>
        </p:nvSpPr>
        <p:spPr>
          <a:xfrm>
            <a:off x="5646214" y="4059304"/>
            <a:ext cx="113190" cy="113190"/>
          </a:xfrm>
          <a:prstGeom prst="ellipse">
            <a:avLst/>
          </a:prstGeom>
          <a:solidFill>
            <a:schemeClr val="accent2">
              <a:lumMod val="60000"/>
              <a:lumOff val="40000"/>
            </a:schemeClr>
          </a:solidFill>
          <a:ln>
            <a:solidFill>
              <a:schemeClr val="accent2">
                <a:lumMod val="60000"/>
                <a:lumOff val="4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Oval 12">
            <a:extLst>
              <a:ext uri="{FF2B5EF4-FFF2-40B4-BE49-F238E27FC236}">
                <a16:creationId xmlns:a16="http://schemas.microsoft.com/office/drawing/2014/main" id="{FA414DC7-F5A7-2E02-30FB-AC3D042BBF9F}"/>
              </a:ext>
            </a:extLst>
          </p:cNvPr>
          <p:cNvSpPr/>
          <p:nvPr/>
        </p:nvSpPr>
        <p:spPr>
          <a:xfrm>
            <a:off x="6215864" y="3838840"/>
            <a:ext cx="113190" cy="113190"/>
          </a:xfrm>
          <a:prstGeom prst="ellipse">
            <a:avLst/>
          </a:prstGeom>
          <a:solidFill>
            <a:schemeClr val="accent2">
              <a:lumMod val="60000"/>
              <a:lumOff val="40000"/>
            </a:schemeClr>
          </a:solidFill>
          <a:ln>
            <a:solidFill>
              <a:schemeClr val="accent2">
                <a:lumMod val="60000"/>
                <a:lumOff val="4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Oval 13">
            <a:extLst>
              <a:ext uri="{FF2B5EF4-FFF2-40B4-BE49-F238E27FC236}">
                <a16:creationId xmlns:a16="http://schemas.microsoft.com/office/drawing/2014/main" id="{F2BFD654-AC3F-7755-9D1B-6C01E9114DF5}"/>
              </a:ext>
            </a:extLst>
          </p:cNvPr>
          <p:cNvSpPr/>
          <p:nvPr/>
        </p:nvSpPr>
        <p:spPr>
          <a:xfrm>
            <a:off x="6723375" y="3556234"/>
            <a:ext cx="113190" cy="113190"/>
          </a:xfrm>
          <a:prstGeom prst="ellipse">
            <a:avLst/>
          </a:prstGeom>
          <a:solidFill>
            <a:schemeClr val="accent2">
              <a:lumMod val="60000"/>
              <a:lumOff val="40000"/>
            </a:schemeClr>
          </a:solidFill>
          <a:ln>
            <a:solidFill>
              <a:schemeClr val="accent2">
                <a:lumMod val="60000"/>
                <a:lumOff val="4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Oval 14">
            <a:extLst>
              <a:ext uri="{FF2B5EF4-FFF2-40B4-BE49-F238E27FC236}">
                <a16:creationId xmlns:a16="http://schemas.microsoft.com/office/drawing/2014/main" id="{4DB0A8CD-FBFA-F1A0-4E73-831ED74FE589}"/>
              </a:ext>
            </a:extLst>
          </p:cNvPr>
          <p:cNvSpPr/>
          <p:nvPr/>
        </p:nvSpPr>
        <p:spPr>
          <a:xfrm>
            <a:off x="7257517" y="3673122"/>
            <a:ext cx="113190" cy="113190"/>
          </a:xfrm>
          <a:prstGeom prst="ellipse">
            <a:avLst/>
          </a:prstGeom>
          <a:solidFill>
            <a:schemeClr val="accent2">
              <a:lumMod val="60000"/>
              <a:lumOff val="40000"/>
            </a:schemeClr>
          </a:solidFill>
          <a:ln>
            <a:solidFill>
              <a:schemeClr val="accent2">
                <a:lumMod val="60000"/>
                <a:lumOff val="4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Oval 15">
            <a:extLst>
              <a:ext uri="{FF2B5EF4-FFF2-40B4-BE49-F238E27FC236}">
                <a16:creationId xmlns:a16="http://schemas.microsoft.com/office/drawing/2014/main" id="{803047C6-E1A3-F829-094F-8073B6F55B2F}"/>
              </a:ext>
            </a:extLst>
          </p:cNvPr>
          <p:cNvSpPr/>
          <p:nvPr/>
        </p:nvSpPr>
        <p:spPr>
          <a:xfrm>
            <a:off x="7765028" y="3630211"/>
            <a:ext cx="113190" cy="113190"/>
          </a:xfrm>
          <a:prstGeom prst="ellipse">
            <a:avLst/>
          </a:prstGeom>
          <a:solidFill>
            <a:schemeClr val="accent2">
              <a:lumMod val="60000"/>
              <a:lumOff val="40000"/>
            </a:schemeClr>
          </a:solidFill>
          <a:ln>
            <a:solidFill>
              <a:schemeClr val="accent2">
                <a:lumMod val="60000"/>
                <a:lumOff val="4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Oval 16">
            <a:extLst>
              <a:ext uri="{FF2B5EF4-FFF2-40B4-BE49-F238E27FC236}">
                <a16:creationId xmlns:a16="http://schemas.microsoft.com/office/drawing/2014/main" id="{7DC2158F-B13C-01A6-3D60-741C0EE54AAA}"/>
              </a:ext>
            </a:extLst>
          </p:cNvPr>
          <p:cNvSpPr/>
          <p:nvPr/>
        </p:nvSpPr>
        <p:spPr>
          <a:xfrm>
            <a:off x="8308045" y="3498523"/>
            <a:ext cx="113190" cy="113190"/>
          </a:xfrm>
          <a:prstGeom prst="ellipse">
            <a:avLst/>
          </a:prstGeom>
          <a:solidFill>
            <a:schemeClr val="accent2">
              <a:lumMod val="60000"/>
              <a:lumOff val="40000"/>
            </a:schemeClr>
          </a:solidFill>
          <a:ln>
            <a:solidFill>
              <a:schemeClr val="accent2">
                <a:lumMod val="60000"/>
                <a:lumOff val="4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Oval 17">
            <a:extLst>
              <a:ext uri="{FF2B5EF4-FFF2-40B4-BE49-F238E27FC236}">
                <a16:creationId xmlns:a16="http://schemas.microsoft.com/office/drawing/2014/main" id="{960D4C01-D0FE-BED9-B457-60B654BA087D}"/>
              </a:ext>
            </a:extLst>
          </p:cNvPr>
          <p:cNvSpPr/>
          <p:nvPr/>
        </p:nvSpPr>
        <p:spPr>
          <a:xfrm>
            <a:off x="8824430" y="3446736"/>
            <a:ext cx="113190" cy="113190"/>
          </a:xfrm>
          <a:prstGeom prst="ellipse">
            <a:avLst/>
          </a:prstGeom>
          <a:solidFill>
            <a:schemeClr val="accent2">
              <a:lumMod val="60000"/>
              <a:lumOff val="40000"/>
            </a:schemeClr>
          </a:solidFill>
          <a:ln>
            <a:solidFill>
              <a:schemeClr val="accent2">
                <a:lumMod val="60000"/>
                <a:lumOff val="4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mc:AlternateContent xmlns:mc="http://schemas.openxmlformats.org/markup-compatibility/2006" xmlns:a14="http://schemas.microsoft.com/office/drawing/2010/main">
        <mc:Choice Requires="a14">
          <p:sp>
            <p:nvSpPr>
              <p:cNvPr id="19" name="TextBox 18">
                <a:extLst>
                  <a:ext uri="{FF2B5EF4-FFF2-40B4-BE49-F238E27FC236}">
                    <a16:creationId xmlns:a16="http://schemas.microsoft.com/office/drawing/2014/main" id="{8C7C960E-3617-E5CD-10D1-817DFB53D917}"/>
                  </a:ext>
                </a:extLst>
              </p:cNvPr>
              <p:cNvSpPr txBox="1"/>
              <p:nvPr/>
            </p:nvSpPr>
            <p:spPr>
              <a:xfrm rot="16200000">
                <a:off x="-1269314" y="3322017"/>
                <a:ext cx="4398434" cy="784638"/>
              </a:xfrm>
              <a:prstGeom prst="rect">
                <a:avLst/>
              </a:prstGeom>
              <a:noFill/>
            </p:spPr>
            <p:txBody>
              <a:bodyPr wrap="square" rtlCol="0">
                <a:spAutoFit/>
              </a:bodyPr>
              <a:lstStyle/>
              <a:p>
                <a:pPr/>
                <a14:m>
                  <m:oMathPara xmlns:m="http://schemas.openxmlformats.org/officeDocument/2006/math">
                    <m:oMath>
                      <m:func>
                        <m:funcPr>
                          <m:ctrlPr>
                            <a:rPr lang="en-US" sz="1600" b="0" i="1" smtClean="0">
                              <a:latin typeface="Cambria Math" panose="02040503050406030204" pitchFamily="18" charset="0"/>
                              <a:sym typeface="Raleway Thin"/>
                            </a:rPr>
                          </m:ctrlPr>
                        </m:funcPr>
                        <m:fName>
                          <m:sSup>
                            <m:sSupPr>
                              <m:ctrlPr>
                                <a:rPr lang="en-US" sz="1600" b="0" i="1" smtClean="0">
                                  <a:latin typeface="Cambria Math" panose="02040503050406030204" pitchFamily="18" charset="0"/>
                                  <a:sym typeface="Raleway Thin"/>
                                </a:rPr>
                              </m:ctrlPr>
                            </m:sSupPr>
                            <m:e>
                              <m:r>
                                <a:rPr lang="en-US" sz="1600" b="0" i="1" smtClean="0">
                                  <a:latin typeface="Cambria Math" panose="02040503050406030204" pitchFamily="18" charset="0"/>
                                  <a:sym typeface="Raleway Thin"/>
                                </a:rPr>
                                <m:t>𝐹</m:t>
                              </m:r>
                            </m:e>
                            <m:sup>
                              <m:r>
                                <a:rPr lang="en-US" sz="1600" b="0" i="1" smtClean="0">
                                  <a:latin typeface="Cambria Math" panose="02040503050406030204" pitchFamily="18" charset="0"/>
                                  <a:sym typeface="Raleway Thin"/>
                                </a:rPr>
                                <m:t>𝜋</m:t>
                              </m:r>
                            </m:sup>
                          </m:sSup>
                          <m:d>
                            <m:dPr>
                              <m:ctrlPr>
                                <a:rPr lang="en-US" sz="1600" b="0" i="1" smtClean="0">
                                  <a:latin typeface="Cambria Math" panose="02040503050406030204" pitchFamily="18" charset="0"/>
                                  <a:sym typeface="Raleway Thin"/>
                                </a:rPr>
                              </m:ctrlPr>
                            </m:dPr>
                            <m:e>
                              <m:sSub>
                                <m:sSubPr>
                                  <m:ctrlPr>
                                    <a:rPr lang="en-US" sz="1600" b="0" i="1" smtClean="0">
                                      <a:latin typeface="Cambria Math" panose="02040503050406030204" pitchFamily="18" charset="0"/>
                                      <a:sym typeface="Raleway Thin"/>
                                    </a:rPr>
                                  </m:ctrlPr>
                                </m:sSubPr>
                                <m:e>
                                  <m:r>
                                    <a:rPr lang="en-US" sz="1600" b="0" i="1" smtClean="0">
                                      <a:latin typeface="Cambria Math" panose="02040503050406030204" pitchFamily="18" charset="0"/>
                                      <a:sym typeface="Raleway Thin"/>
                                    </a:rPr>
                                    <m:t>𝑆</m:t>
                                  </m:r>
                                </m:e>
                                <m:sub>
                                  <m:r>
                                    <a:rPr lang="en-US" sz="1600" b="0" i="1" smtClean="0">
                                      <a:latin typeface="Cambria Math" panose="02040503050406030204" pitchFamily="18" charset="0"/>
                                      <a:sym typeface="Raleway Thin"/>
                                    </a:rPr>
                                    <m:t>0</m:t>
                                  </m:r>
                                </m:sub>
                              </m:sSub>
                            </m:e>
                          </m:d>
                          <m:r>
                            <a:rPr lang="en-US" sz="1600" b="0" i="1" smtClean="0">
                              <a:latin typeface="Cambria Math" panose="02040503050406030204" pitchFamily="18" charset="0"/>
                              <a:sym typeface="Raleway Thin"/>
                            </a:rPr>
                            <m:t>=</m:t>
                          </m:r>
                        </m:fName>
                        <m:e>
                          <m:nary>
                            <m:naryPr>
                              <m:chr m:val="∑"/>
                              <m:ctrlPr>
                                <a:rPr lang="ar-AE" sz="1600" i="1">
                                  <a:latin typeface="Cambria Math" panose="02040503050406030204" pitchFamily="18" charset="0"/>
                                  <a:ea typeface="Cambria Math" panose="02040503050406030204" pitchFamily="18" charset="0"/>
                                  <a:sym typeface="Raleway Thin"/>
                                </a:rPr>
                              </m:ctrlPr>
                            </m:naryPr>
                            <m:sub>
                              <m:r>
                                <a:rPr lang="ar-AE" sz="1600" i="1">
                                  <a:latin typeface="Cambria Math" panose="02040503050406030204" pitchFamily="18" charset="0"/>
                                  <a:ea typeface="Cambria Math" panose="02040503050406030204" pitchFamily="18" charset="0"/>
                                  <a:sym typeface="Raleway Thin"/>
                                </a:rPr>
                                <m:t>𝑛</m:t>
                              </m:r>
                              <m:r>
                                <a:rPr lang="ar-AE" sz="1600" i="1">
                                  <a:latin typeface="Cambria Math" panose="02040503050406030204" pitchFamily="18" charset="0"/>
                                  <a:ea typeface="Cambria Math" panose="02040503050406030204" pitchFamily="18" charset="0"/>
                                  <a:sym typeface="Raleway Thin"/>
                                </a:rPr>
                                <m:t>=1</m:t>
                              </m:r>
                            </m:sub>
                            <m:sup>
                              <m:r>
                                <a:rPr lang="ar-AE" sz="1600" i="1">
                                  <a:latin typeface="Cambria Math" panose="02040503050406030204" pitchFamily="18" charset="0"/>
                                  <a:ea typeface="Cambria Math" panose="02040503050406030204" pitchFamily="18" charset="0"/>
                                  <a:sym typeface="Raleway Thin"/>
                                </a:rPr>
                                <m:t>𝑁</m:t>
                              </m:r>
                            </m:sup>
                            <m:e>
                              <m:r>
                                <a:rPr lang="ar-AE" sz="1600" i="1">
                                  <a:latin typeface="Cambria Math" panose="02040503050406030204" pitchFamily="18" charset="0"/>
                                  <a:ea typeface="Cambria Math" panose="02040503050406030204" pitchFamily="18" charset="0"/>
                                  <a:sym typeface="Raleway Thin"/>
                                </a:rPr>
                                <m:t>𝐶</m:t>
                              </m:r>
                              <m:r>
                                <a:rPr lang="ar-AE" sz="1600" i="1">
                                  <a:latin typeface="Cambria Math" panose="02040503050406030204" pitchFamily="18" charset="0"/>
                                  <a:ea typeface="Cambria Math" panose="02040503050406030204" pitchFamily="18" charset="0"/>
                                  <a:sym typeface="Raleway Thin"/>
                                </a:rPr>
                                <m:t>(</m:t>
                              </m:r>
                              <m:sSup>
                                <m:sSupPr>
                                  <m:ctrlPr>
                                    <a:rPr lang="ar-AE" sz="1600" i="1">
                                      <a:latin typeface="Cambria Math" panose="02040503050406030204" pitchFamily="18" charset="0"/>
                                      <a:ea typeface="Cambria Math" panose="02040503050406030204" pitchFamily="18" charset="0"/>
                                      <a:sym typeface="Raleway Thin"/>
                                    </a:rPr>
                                  </m:ctrlPr>
                                </m:sSupPr>
                                <m:e>
                                  <m:r>
                                    <a:rPr lang="ar-AE" sz="1600" i="1">
                                      <a:latin typeface="Cambria Math" panose="02040503050406030204" pitchFamily="18" charset="0"/>
                                      <a:ea typeface="Cambria Math" panose="02040503050406030204" pitchFamily="18" charset="0"/>
                                      <a:sym typeface="Raleway Thin"/>
                                    </a:rPr>
                                    <m:t>𝑆</m:t>
                                  </m:r>
                                </m:e>
                                <m:sup>
                                  <m:r>
                                    <a:rPr lang="ar-AE" sz="1600" i="1">
                                      <a:latin typeface="Cambria Math" panose="02040503050406030204" pitchFamily="18" charset="0"/>
                                      <a:ea typeface="Cambria Math" panose="02040503050406030204" pitchFamily="18" charset="0"/>
                                      <a:sym typeface="Raleway Thin"/>
                                    </a:rPr>
                                    <m:t>𝑛</m:t>
                                  </m:r>
                                </m:sup>
                              </m:sSup>
                              <m:r>
                                <a:rPr lang="ar-AE" sz="1600" i="1">
                                  <a:latin typeface="Cambria Math" panose="02040503050406030204" pitchFamily="18" charset="0"/>
                                  <a:ea typeface="Cambria Math" panose="02040503050406030204" pitchFamily="18" charset="0"/>
                                  <a:sym typeface="Raleway Thin"/>
                                </a:rPr>
                                <m:t>,</m:t>
                              </m:r>
                              <m:sSup>
                                <m:sSupPr>
                                  <m:ctrlPr>
                                    <a:rPr lang="ar-AE" sz="1600" i="1">
                                      <a:latin typeface="Cambria Math" panose="02040503050406030204" pitchFamily="18" charset="0"/>
                                      <a:ea typeface="Cambria Math" panose="02040503050406030204" pitchFamily="18" charset="0"/>
                                      <a:sym typeface="Raleway Thin"/>
                                    </a:rPr>
                                  </m:ctrlPr>
                                </m:sSupPr>
                                <m:e>
                                  <m:r>
                                    <a:rPr lang="ar-AE" sz="1600" i="1">
                                      <a:latin typeface="Cambria Math" panose="02040503050406030204" pitchFamily="18" charset="0"/>
                                      <a:ea typeface="Cambria Math" panose="02040503050406030204" pitchFamily="18" charset="0"/>
                                      <a:sym typeface="Raleway Thin"/>
                                    </a:rPr>
                                    <m:t>𝑋</m:t>
                                  </m:r>
                                </m:e>
                                <m:sup>
                                  <m:r>
                                    <a:rPr lang="ar-AE" sz="1600" i="1">
                                      <a:latin typeface="Cambria Math" panose="02040503050406030204" pitchFamily="18" charset="0"/>
                                      <a:ea typeface="Cambria Math" panose="02040503050406030204" pitchFamily="18" charset="0"/>
                                      <a:sym typeface="Raleway Thin"/>
                                    </a:rPr>
                                    <m:t>𝜋</m:t>
                                  </m:r>
                                </m:sup>
                              </m:sSup>
                              <m:d>
                                <m:dPr>
                                  <m:ctrlPr>
                                    <a:rPr lang="ar-AE" sz="1600" i="1">
                                      <a:latin typeface="Cambria Math" panose="02040503050406030204" pitchFamily="18" charset="0"/>
                                      <a:ea typeface="Cambria Math" panose="02040503050406030204" pitchFamily="18" charset="0"/>
                                      <a:sym typeface="Raleway Thin"/>
                                    </a:rPr>
                                  </m:ctrlPr>
                                </m:dPr>
                                <m:e>
                                  <m:sSup>
                                    <m:sSupPr>
                                      <m:ctrlPr>
                                        <a:rPr lang="ar-AE" sz="1600" i="1">
                                          <a:latin typeface="Cambria Math" panose="02040503050406030204" pitchFamily="18" charset="0"/>
                                          <a:ea typeface="Cambria Math" panose="02040503050406030204" pitchFamily="18" charset="0"/>
                                          <a:sym typeface="Raleway Thin"/>
                                        </a:rPr>
                                      </m:ctrlPr>
                                    </m:sSupPr>
                                    <m:e>
                                      <m:r>
                                        <a:rPr lang="ar-AE" sz="1600" i="1">
                                          <a:latin typeface="Cambria Math" panose="02040503050406030204" pitchFamily="18" charset="0"/>
                                          <a:ea typeface="Cambria Math" panose="02040503050406030204" pitchFamily="18" charset="0"/>
                                          <a:sym typeface="Raleway Thin"/>
                                        </a:rPr>
                                        <m:t>𝑆</m:t>
                                      </m:r>
                                    </m:e>
                                    <m:sup>
                                      <m:r>
                                        <a:rPr lang="ar-AE" sz="1600" i="1">
                                          <a:latin typeface="Cambria Math" panose="02040503050406030204" pitchFamily="18" charset="0"/>
                                          <a:ea typeface="Cambria Math" panose="02040503050406030204" pitchFamily="18" charset="0"/>
                                          <a:sym typeface="Raleway Thin"/>
                                        </a:rPr>
                                        <m:t>𝑛</m:t>
                                      </m:r>
                                    </m:sup>
                                  </m:sSup>
                                </m:e>
                                <m:e>
                                  <m:r>
                                    <a:rPr lang="ar-AE" sz="1600" i="1">
                                      <a:latin typeface="Cambria Math" panose="02040503050406030204" pitchFamily="18" charset="0"/>
                                      <a:ea typeface="Cambria Math" panose="02040503050406030204" pitchFamily="18" charset="0"/>
                                      <a:sym typeface="Raleway Thin"/>
                                    </a:rPr>
                                    <m:t>𝜃</m:t>
                                  </m:r>
                                </m:e>
                              </m:d>
                              <m:r>
                                <a:rPr lang="ar-AE" sz="1600" i="1">
                                  <a:latin typeface="Cambria Math" panose="02040503050406030204" pitchFamily="18" charset="0"/>
                                  <a:ea typeface="Cambria Math" panose="02040503050406030204" pitchFamily="18" charset="0"/>
                                  <a:sym typeface="Raleway Thin"/>
                                </a:rPr>
                                <m:t>)</m:t>
                              </m:r>
                            </m:e>
                          </m:nary>
                        </m:e>
                      </m:func>
                    </m:oMath>
                  </m:oMathPara>
                </a14:m>
                <a:endParaRPr lang="en-US" sz="1600" dirty="0"/>
              </a:p>
            </p:txBody>
          </p:sp>
        </mc:Choice>
        <mc:Fallback xmlns="">
          <p:sp>
            <p:nvSpPr>
              <p:cNvPr id="19" name="TextBox 18">
                <a:extLst>
                  <a:ext uri="{FF2B5EF4-FFF2-40B4-BE49-F238E27FC236}">
                    <a16:creationId xmlns:a16="http://schemas.microsoft.com/office/drawing/2014/main" id="{8C7C960E-3617-E5CD-10D1-817DFB53D917}"/>
                  </a:ext>
                </a:extLst>
              </p:cNvPr>
              <p:cNvSpPr txBox="1">
                <a:spLocks noRot="1" noChangeAspect="1" noMove="1" noResize="1" noEditPoints="1" noAdjustHandles="1" noChangeArrowheads="1" noChangeShapeType="1" noTextEdit="1"/>
              </p:cNvSpPr>
              <p:nvPr/>
            </p:nvSpPr>
            <p:spPr>
              <a:xfrm rot="16200000">
                <a:off x="-1269314" y="3322017"/>
                <a:ext cx="4398434" cy="784638"/>
              </a:xfrm>
              <a:prstGeom prst="rect">
                <a:avLst/>
              </a:prstGeom>
              <a:blipFill>
                <a:blip r:embed="rId4"/>
                <a:stretch>
                  <a:fillRect/>
                </a:stretch>
              </a:blipFill>
            </p:spPr>
            <p:txBody>
              <a:bodyPr/>
              <a:lstStyle/>
              <a:p>
                <a:r>
                  <a:rPr lang="en-US">
                    <a:noFill/>
                  </a:rPr>
                  <a:t> </a:t>
                </a:r>
              </a:p>
            </p:txBody>
          </p:sp>
        </mc:Fallback>
      </mc:AlternateContent>
      <p:grpSp>
        <p:nvGrpSpPr>
          <p:cNvPr id="20" name="Group 19">
            <a:extLst>
              <a:ext uri="{FF2B5EF4-FFF2-40B4-BE49-F238E27FC236}">
                <a16:creationId xmlns:a16="http://schemas.microsoft.com/office/drawing/2014/main" id="{5A7972BC-5B5C-F02C-C8AB-CC44A1B9BB5B}"/>
              </a:ext>
            </a:extLst>
          </p:cNvPr>
          <p:cNvGrpSpPr/>
          <p:nvPr/>
        </p:nvGrpSpPr>
        <p:grpSpPr>
          <a:xfrm>
            <a:off x="9317435" y="2351467"/>
            <a:ext cx="2532681" cy="2295372"/>
            <a:chOff x="9409182" y="2871112"/>
            <a:chExt cx="2532681" cy="2295372"/>
          </a:xfrm>
        </p:grpSpPr>
        <mc:AlternateContent xmlns:mc="http://schemas.openxmlformats.org/markup-compatibility/2006" xmlns:a14="http://schemas.microsoft.com/office/drawing/2010/main">
          <mc:Choice Requires="a14">
            <p:sp>
              <p:nvSpPr>
                <p:cNvPr id="21" name="TextBox 20">
                  <a:extLst>
                    <a:ext uri="{FF2B5EF4-FFF2-40B4-BE49-F238E27FC236}">
                      <a16:creationId xmlns:a16="http://schemas.microsoft.com/office/drawing/2014/main" id="{759C107A-989C-9ADD-6B87-E48160EF9D48}"/>
                    </a:ext>
                  </a:extLst>
                </p:cNvPr>
                <p:cNvSpPr txBox="1"/>
                <p:nvPr/>
              </p:nvSpPr>
              <p:spPr>
                <a:xfrm>
                  <a:off x="9409182" y="2871112"/>
                  <a:ext cx="522387" cy="2295372"/>
                </a:xfrm>
                <a:prstGeom prst="rect">
                  <a:avLst/>
                </a:prstGeom>
                <a:noFill/>
              </p:spPr>
              <p:txBody>
                <a:bodyPr wrap="none" rtlCol="0">
                  <a:spAutoFit/>
                </a:bodyPr>
                <a:lstStyle/>
                <a:p>
                  <a:pPr/>
                  <a14:m>
                    <m:oMathPara xmlns:m="http://schemas.openxmlformats.org/officeDocument/2006/math">
                      <m:oMath>
                        <m:d>
                          <m:dPr>
                            <m:begChr m:val=""/>
                            <m:endChr m:val="}"/>
                            <m:ctrlPr>
                              <a:rPr lang="en-US" i="1" smtClean="0">
                                <a:latin typeface="Cambria Math" panose="02040503050406030204" pitchFamily="18" charset="0"/>
                              </a:rPr>
                            </m:ctrlPr>
                          </m:dPr>
                          <m:e>
                            <m:m>
                              <m:mPr>
                                <m:mcs>
                                  <m:mc>
                                    <m:mcPr>
                                      <m:count m:val="1"/>
                                      <m:mcJc m:val="center"/>
                                    </m:mcPr>
                                  </m:mc>
                                </m:mcs>
                                <m:ctrlPr>
                                  <a:rPr lang="en-US" i="1" smtClean="0">
                                    <a:latin typeface="Cambria Math" panose="02040503050406030204" pitchFamily="18" charset="0"/>
                                  </a:rPr>
                                </m:ctrlPr>
                              </m:mPr>
                              <m:mr>
                                <m:e/>
                              </m:mr>
                              <m:mr>
                                <m:e/>
                              </m:mr>
                              <m:mr>
                                <m:e>
                                  <m:m>
                                    <m:mPr>
                                      <m:mcs>
                                        <m:mc>
                                          <m:mcPr>
                                            <m:count m:val="1"/>
                                            <m:mcJc m:val="center"/>
                                          </m:mcPr>
                                        </m:mc>
                                      </m:mcs>
                                      <m:ctrlPr>
                                        <a:rPr lang="en-US" i="1" smtClean="0">
                                          <a:latin typeface="Cambria Math" panose="02040503050406030204" pitchFamily="18" charset="0"/>
                                        </a:rPr>
                                      </m:ctrlPr>
                                    </m:mPr>
                                    <m:mr>
                                      <m:e/>
                                    </m:mr>
                                    <m:mr>
                                      <m:e/>
                                    </m:mr>
                                    <m:mr>
                                      <m:e>
                                        <m:m>
                                          <m:mPr>
                                            <m:mcs>
                                              <m:mc>
                                                <m:mcPr>
                                                  <m:count m:val="1"/>
                                                  <m:mcJc m:val="center"/>
                                                </m:mcPr>
                                              </m:mc>
                                            </m:mcs>
                                            <m:ctrlPr>
                                              <a:rPr lang="en-US" i="1" smtClean="0">
                                                <a:latin typeface="Cambria Math" panose="02040503050406030204" pitchFamily="18" charset="0"/>
                                              </a:rPr>
                                            </m:ctrlPr>
                                          </m:mPr>
                                          <m:mr>
                                            <m:e/>
                                          </m:mr>
                                          <m:mr>
                                            <m:e/>
                                          </m:mr>
                                          <m:mr>
                                            <m:e>
                                              <m:m>
                                                <m:mPr>
                                                  <m:mcs>
                                                    <m:mc>
                                                      <m:mcPr>
                                                        <m:count m:val="1"/>
                                                        <m:mcJc m:val="center"/>
                                                      </m:mcPr>
                                                    </m:mc>
                                                  </m:mcs>
                                                  <m:ctrlPr>
                                                    <a:rPr lang="en-US" i="1" smtClean="0">
                                                      <a:latin typeface="Cambria Math" panose="02040503050406030204" pitchFamily="18" charset="0"/>
                                                    </a:rPr>
                                                  </m:ctrlPr>
                                                </m:mPr>
                                                <m:mr>
                                                  <m:e/>
                                                </m:mr>
                                                <m:mr>
                                                  <m:e/>
                                                </m:mr>
                                                <m:mr>
                                                  <m:e>
                                                    <m:m>
                                                      <m:mPr>
                                                        <m:mcs>
                                                          <m:mc>
                                                            <m:mcPr>
                                                              <m:count m:val="1"/>
                                                              <m:mcJc m:val="center"/>
                                                            </m:mcPr>
                                                          </m:mc>
                                                        </m:mcs>
                                                        <m:ctrlPr>
                                                          <a:rPr lang="en-US" i="1" smtClean="0">
                                                            <a:latin typeface="Cambria Math" panose="02040503050406030204" pitchFamily="18" charset="0"/>
                                                          </a:rPr>
                                                        </m:ctrlPr>
                                                      </m:mPr>
                                                      <m:mr>
                                                        <m:e/>
                                                      </m:mr>
                                                      <m:mr>
                                                        <m:e>
                                                          <m:m>
                                                            <m:mPr>
                                                              <m:mcs>
                                                                <m:mc>
                                                                  <m:mcPr>
                                                                    <m:count m:val="1"/>
                                                                    <m:mcJc m:val="center"/>
                                                                  </m:mcPr>
                                                                </m:mc>
                                                              </m:mcs>
                                                              <m:ctrlPr>
                                                                <a:rPr lang="en-US" i="1" smtClean="0">
                                                                  <a:latin typeface="Cambria Math" panose="02040503050406030204" pitchFamily="18" charset="0"/>
                                                                </a:rPr>
                                                              </m:ctrlPr>
                                                            </m:mPr>
                                                            <m:mr>
                                                              <m:e/>
                                                            </m:mr>
                                                            <m:mr>
                                                              <m:e/>
                                                            </m:mr>
                                                          </m:m>
                                                        </m:e>
                                                      </m:mr>
                                                    </m:m>
                                                  </m:e>
                                                </m:mr>
                                              </m:m>
                                            </m:e>
                                          </m:mr>
                                        </m:m>
                                      </m:e>
                                    </m:mr>
                                  </m:m>
                                </m:e>
                              </m:mr>
                            </m:m>
                          </m:e>
                        </m:d>
                      </m:oMath>
                    </m:oMathPara>
                  </a14:m>
                  <a:endParaRPr lang="en-US" dirty="0"/>
                </a:p>
              </p:txBody>
            </p:sp>
          </mc:Choice>
          <mc:Fallback xmlns="">
            <p:sp>
              <p:nvSpPr>
                <p:cNvPr id="3" name="TextBox 2">
                  <a:extLst>
                    <a:ext uri="{FF2B5EF4-FFF2-40B4-BE49-F238E27FC236}">
                      <a16:creationId xmlns:a16="http://schemas.microsoft.com/office/drawing/2014/main" id="{4D3CEC26-AE5F-28B2-3F51-41DD988AD2A3}"/>
                    </a:ext>
                  </a:extLst>
                </p:cNvPr>
                <p:cNvSpPr txBox="1">
                  <a:spLocks noRot="1" noChangeAspect="1" noMove="1" noResize="1" noEditPoints="1" noAdjustHandles="1" noChangeArrowheads="1" noChangeShapeType="1" noTextEdit="1"/>
                </p:cNvSpPr>
                <p:nvPr/>
              </p:nvSpPr>
              <p:spPr>
                <a:xfrm>
                  <a:off x="9409182" y="2871112"/>
                  <a:ext cx="522387" cy="2295372"/>
                </a:xfrm>
                <a:prstGeom prst="rect">
                  <a:avLst/>
                </a:prstGeom>
                <a:blipFill>
                  <a:blip r:embed="rId5"/>
                  <a:stretch>
                    <a:fillRect/>
                  </a:stretch>
                </a:blipFill>
              </p:spPr>
              <p:txBody>
                <a:bodyPr/>
                <a:lstStyle/>
                <a:p>
                  <a:r>
                    <a:rPr lang="en-US">
                      <a:noFill/>
                    </a:rPr>
                    <a:t> </a:t>
                  </a:r>
                </a:p>
              </p:txBody>
            </p:sp>
          </mc:Fallback>
        </mc:AlternateContent>
        <p:sp>
          <p:nvSpPr>
            <p:cNvPr id="22" name="TextBox 21">
              <a:extLst>
                <a:ext uri="{FF2B5EF4-FFF2-40B4-BE49-F238E27FC236}">
                  <a16:creationId xmlns:a16="http://schemas.microsoft.com/office/drawing/2014/main" id="{8DDCC435-CDF1-0B5C-5221-BBFDB814F955}"/>
                </a:ext>
              </a:extLst>
            </p:cNvPr>
            <p:cNvSpPr txBox="1"/>
            <p:nvPr/>
          </p:nvSpPr>
          <p:spPr>
            <a:xfrm>
              <a:off x="9806342" y="3903671"/>
              <a:ext cx="2135521" cy="338554"/>
            </a:xfrm>
            <a:prstGeom prst="rect">
              <a:avLst/>
            </a:prstGeom>
            <a:noFill/>
          </p:spPr>
          <p:txBody>
            <a:bodyPr wrap="none" rtlCol="0">
              <a:spAutoFit/>
            </a:bodyPr>
            <a:lstStyle/>
            <a:p>
              <a:r>
                <a:rPr lang="en-US" sz="1600" dirty="0"/>
                <a:t>10-50% improvement</a:t>
              </a:r>
            </a:p>
          </p:txBody>
        </p:sp>
      </p:grpSp>
    </p:spTree>
    <p:extLst>
      <p:ext uri="{BB962C8B-B14F-4D97-AF65-F5344CB8AC3E}">
        <p14:creationId xmlns:p14="http://schemas.microsoft.com/office/powerpoint/2010/main" val="29270886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up)">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wipe(up)">
                                      <p:cBhvr>
                                        <p:cTn id="12" dur="500"/>
                                        <p:tgtEl>
                                          <p:spTgt spid="6"/>
                                        </p:tgtEl>
                                      </p:cBhvr>
                                    </p:animEffect>
                                  </p:childTnLst>
                                </p:cTn>
                              </p:par>
                            </p:childTnLst>
                          </p:cTn>
                        </p:par>
                        <p:par>
                          <p:cTn id="13" fill="hold">
                            <p:stCondLst>
                              <p:cond delay="500"/>
                            </p:stCondLst>
                            <p:childTnLst>
                              <p:par>
                                <p:cTn id="14" presetID="22" presetClass="entr" presetSubtype="8" fill="hold" nodeType="afterEffect">
                                  <p:stCondLst>
                                    <p:cond delay="0"/>
                                  </p:stCondLst>
                                  <p:childTnLst>
                                    <p:set>
                                      <p:cBhvr>
                                        <p:cTn id="15" dur="1" fill="hold">
                                          <p:stCondLst>
                                            <p:cond delay="0"/>
                                          </p:stCondLst>
                                        </p:cTn>
                                        <p:tgtEl>
                                          <p:spTgt spid="20"/>
                                        </p:tgtEl>
                                        <p:attrNameLst>
                                          <p:attrName>style.visibility</p:attrName>
                                        </p:attrNameLst>
                                      </p:cBhvr>
                                      <p:to>
                                        <p:strVal val="visible"/>
                                      </p:to>
                                    </p:set>
                                    <p:animEffect transition="in" filter="wipe(left)">
                                      <p:cBhvr>
                                        <p:cTn id="16" dur="500"/>
                                        <p:tgtEl>
                                          <p:spTgt spid="20"/>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3"/>
                                        </p:tgtEl>
                                        <p:attrNameLst>
                                          <p:attrName>style.visibility</p:attrName>
                                        </p:attrNameLst>
                                      </p:cBhvr>
                                      <p:to>
                                        <p:strVal val="visible"/>
                                      </p:to>
                                    </p:set>
                                    <p:animEffect transition="in" filter="dissolve">
                                      <p:cBhvr>
                                        <p:cTn id="21" dur="500"/>
                                        <p:tgtEl>
                                          <p:spTgt spid="3"/>
                                        </p:tgtEl>
                                      </p:cBhvr>
                                    </p:animEffect>
                                  </p:childTnLst>
                                </p:cTn>
                              </p:par>
                            </p:childTnLst>
                          </p:cTn>
                        </p:par>
                        <p:par>
                          <p:cTn id="22" fill="hold">
                            <p:stCondLst>
                              <p:cond delay="500"/>
                            </p:stCondLst>
                            <p:childTnLst>
                              <p:par>
                                <p:cTn id="23" presetID="9" presetClass="entr" presetSubtype="0" fill="hold" grpId="0" nodeType="afterEffect">
                                  <p:stCondLst>
                                    <p:cond delay="0"/>
                                  </p:stCondLst>
                                  <p:childTnLst>
                                    <p:set>
                                      <p:cBhvr>
                                        <p:cTn id="24" dur="1" fill="hold">
                                          <p:stCondLst>
                                            <p:cond delay="0"/>
                                          </p:stCondLst>
                                        </p:cTn>
                                        <p:tgtEl>
                                          <p:spTgt spid="5"/>
                                        </p:tgtEl>
                                        <p:attrNameLst>
                                          <p:attrName>style.visibility</p:attrName>
                                        </p:attrNameLst>
                                      </p:cBhvr>
                                      <p:to>
                                        <p:strVal val="visible"/>
                                      </p:to>
                                    </p:set>
                                    <p:animEffect transition="in" filter="dissolve">
                                      <p:cBhvr>
                                        <p:cTn id="25" dur="500"/>
                                        <p:tgtEl>
                                          <p:spTgt spid="5"/>
                                        </p:tgtEl>
                                      </p:cBhvr>
                                    </p:animEffect>
                                  </p:childTnLst>
                                </p:cTn>
                              </p:par>
                            </p:childTnLst>
                          </p:cTn>
                        </p:par>
                        <p:par>
                          <p:cTn id="26" fill="hold">
                            <p:stCondLst>
                              <p:cond delay="1000"/>
                            </p:stCondLst>
                            <p:childTnLst>
                              <p:par>
                                <p:cTn id="27" presetID="9" presetClass="entr" presetSubtype="0" fill="hold" grpId="0" nodeType="afterEffect">
                                  <p:stCondLst>
                                    <p:cond delay="0"/>
                                  </p:stCondLst>
                                  <p:childTnLst>
                                    <p:set>
                                      <p:cBhvr>
                                        <p:cTn id="28" dur="1" fill="hold">
                                          <p:stCondLst>
                                            <p:cond delay="0"/>
                                          </p:stCondLst>
                                        </p:cTn>
                                        <p:tgtEl>
                                          <p:spTgt spid="7"/>
                                        </p:tgtEl>
                                        <p:attrNameLst>
                                          <p:attrName>style.visibility</p:attrName>
                                        </p:attrNameLst>
                                      </p:cBhvr>
                                      <p:to>
                                        <p:strVal val="visible"/>
                                      </p:to>
                                    </p:set>
                                    <p:animEffect transition="in" filter="dissolve">
                                      <p:cBhvr>
                                        <p:cTn id="29" dur="500"/>
                                        <p:tgtEl>
                                          <p:spTgt spid="7"/>
                                        </p:tgtEl>
                                      </p:cBhvr>
                                    </p:animEffect>
                                  </p:childTnLst>
                                </p:cTn>
                              </p:par>
                            </p:childTnLst>
                          </p:cTn>
                        </p:par>
                        <p:par>
                          <p:cTn id="30" fill="hold">
                            <p:stCondLst>
                              <p:cond delay="1500"/>
                            </p:stCondLst>
                            <p:childTnLst>
                              <p:par>
                                <p:cTn id="31" presetID="9" presetClass="entr" presetSubtype="0" fill="hold" grpId="0" nodeType="afterEffect">
                                  <p:stCondLst>
                                    <p:cond delay="0"/>
                                  </p:stCondLst>
                                  <p:childTnLst>
                                    <p:set>
                                      <p:cBhvr>
                                        <p:cTn id="32" dur="1" fill="hold">
                                          <p:stCondLst>
                                            <p:cond delay="0"/>
                                          </p:stCondLst>
                                        </p:cTn>
                                        <p:tgtEl>
                                          <p:spTgt spid="8"/>
                                        </p:tgtEl>
                                        <p:attrNameLst>
                                          <p:attrName>style.visibility</p:attrName>
                                        </p:attrNameLst>
                                      </p:cBhvr>
                                      <p:to>
                                        <p:strVal val="visible"/>
                                      </p:to>
                                    </p:set>
                                    <p:animEffect transition="in" filter="dissolve">
                                      <p:cBhvr>
                                        <p:cTn id="33" dur="500"/>
                                        <p:tgtEl>
                                          <p:spTgt spid="8"/>
                                        </p:tgtEl>
                                      </p:cBhvr>
                                    </p:animEffect>
                                  </p:childTnLst>
                                </p:cTn>
                              </p:par>
                            </p:childTnLst>
                          </p:cTn>
                        </p:par>
                        <p:par>
                          <p:cTn id="34" fill="hold">
                            <p:stCondLst>
                              <p:cond delay="2000"/>
                            </p:stCondLst>
                            <p:childTnLst>
                              <p:par>
                                <p:cTn id="35" presetID="9" presetClass="entr" presetSubtype="0" fill="hold" grpId="0" nodeType="afterEffect">
                                  <p:stCondLst>
                                    <p:cond delay="0"/>
                                  </p:stCondLst>
                                  <p:childTnLst>
                                    <p:set>
                                      <p:cBhvr>
                                        <p:cTn id="36" dur="1" fill="hold">
                                          <p:stCondLst>
                                            <p:cond delay="0"/>
                                          </p:stCondLst>
                                        </p:cTn>
                                        <p:tgtEl>
                                          <p:spTgt spid="9"/>
                                        </p:tgtEl>
                                        <p:attrNameLst>
                                          <p:attrName>style.visibility</p:attrName>
                                        </p:attrNameLst>
                                      </p:cBhvr>
                                      <p:to>
                                        <p:strVal val="visible"/>
                                      </p:to>
                                    </p:set>
                                    <p:animEffect transition="in" filter="dissolve">
                                      <p:cBhvr>
                                        <p:cTn id="37" dur="500"/>
                                        <p:tgtEl>
                                          <p:spTgt spid="9"/>
                                        </p:tgtEl>
                                      </p:cBhvr>
                                    </p:animEffect>
                                  </p:childTnLst>
                                </p:cTn>
                              </p:par>
                            </p:childTnLst>
                          </p:cTn>
                        </p:par>
                        <p:par>
                          <p:cTn id="38" fill="hold">
                            <p:stCondLst>
                              <p:cond delay="2500"/>
                            </p:stCondLst>
                            <p:childTnLst>
                              <p:par>
                                <p:cTn id="39" presetID="9" presetClass="entr" presetSubtype="0" fill="hold" grpId="0" nodeType="afterEffect">
                                  <p:stCondLst>
                                    <p:cond delay="0"/>
                                  </p:stCondLst>
                                  <p:childTnLst>
                                    <p:set>
                                      <p:cBhvr>
                                        <p:cTn id="40" dur="1" fill="hold">
                                          <p:stCondLst>
                                            <p:cond delay="0"/>
                                          </p:stCondLst>
                                        </p:cTn>
                                        <p:tgtEl>
                                          <p:spTgt spid="10"/>
                                        </p:tgtEl>
                                        <p:attrNameLst>
                                          <p:attrName>style.visibility</p:attrName>
                                        </p:attrNameLst>
                                      </p:cBhvr>
                                      <p:to>
                                        <p:strVal val="visible"/>
                                      </p:to>
                                    </p:set>
                                    <p:animEffect transition="in" filter="dissolve">
                                      <p:cBhvr>
                                        <p:cTn id="41" dur="500"/>
                                        <p:tgtEl>
                                          <p:spTgt spid="10"/>
                                        </p:tgtEl>
                                      </p:cBhvr>
                                    </p:animEffect>
                                  </p:childTnLst>
                                </p:cTn>
                              </p:par>
                            </p:childTnLst>
                          </p:cTn>
                        </p:par>
                        <p:par>
                          <p:cTn id="42" fill="hold">
                            <p:stCondLst>
                              <p:cond delay="3000"/>
                            </p:stCondLst>
                            <p:childTnLst>
                              <p:par>
                                <p:cTn id="43" presetID="9" presetClass="entr" presetSubtype="0" fill="hold" grpId="0" nodeType="afterEffect">
                                  <p:stCondLst>
                                    <p:cond delay="0"/>
                                  </p:stCondLst>
                                  <p:childTnLst>
                                    <p:set>
                                      <p:cBhvr>
                                        <p:cTn id="44" dur="1" fill="hold">
                                          <p:stCondLst>
                                            <p:cond delay="0"/>
                                          </p:stCondLst>
                                        </p:cTn>
                                        <p:tgtEl>
                                          <p:spTgt spid="12"/>
                                        </p:tgtEl>
                                        <p:attrNameLst>
                                          <p:attrName>style.visibility</p:attrName>
                                        </p:attrNameLst>
                                      </p:cBhvr>
                                      <p:to>
                                        <p:strVal val="visible"/>
                                      </p:to>
                                    </p:set>
                                    <p:animEffect transition="in" filter="dissolve">
                                      <p:cBhvr>
                                        <p:cTn id="45" dur="500"/>
                                        <p:tgtEl>
                                          <p:spTgt spid="12"/>
                                        </p:tgtEl>
                                      </p:cBhvr>
                                    </p:animEffect>
                                  </p:childTnLst>
                                </p:cTn>
                              </p:par>
                            </p:childTnLst>
                          </p:cTn>
                        </p:par>
                        <p:par>
                          <p:cTn id="46" fill="hold">
                            <p:stCondLst>
                              <p:cond delay="3500"/>
                            </p:stCondLst>
                            <p:childTnLst>
                              <p:par>
                                <p:cTn id="47" presetID="9" presetClass="entr" presetSubtype="0" fill="hold" grpId="0" nodeType="afterEffect">
                                  <p:stCondLst>
                                    <p:cond delay="0"/>
                                  </p:stCondLst>
                                  <p:childTnLst>
                                    <p:set>
                                      <p:cBhvr>
                                        <p:cTn id="48" dur="1" fill="hold">
                                          <p:stCondLst>
                                            <p:cond delay="0"/>
                                          </p:stCondLst>
                                        </p:cTn>
                                        <p:tgtEl>
                                          <p:spTgt spid="13"/>
                                        </p:tgtEl>
                                        <p:attrNameLst>
                                          <p:attrName>style.visibility</p:attrName>
                                        </p:attrNameLst>
                                      </p:cBhvr>
                                      <p:to>
                                        <p:strVal val="visible"/>
                                      </p:to>
                                    </p:set>
                                    <p:animEffect transition="in" filter="dissolve">
                                      <p:cBhvr>
                                        <p:cTn id="49" dur="500"/>
                                        <p:tgtEl>
                                          <p:spTgt spid="13"/>
                                        </p:tgtEl>
                                      </p:cBhvr>
                                    </p:animEffect>
                                  </p:childTnLst>
                                </p:cTn>
                              </p:par>
                            </p:childTnLst>
                          </p:cTn>
                        </p:par>
                        <p:par>
                          <p:cTn id="50" fill="hold">
                            <p:stCondLst>
                              <p:cond delay="4000"/>
                            </p:stCondLst>
                            <p:childTnLst>
                              <p:par>
                                <p:cTn id="51" presetID="9" presetClass="entr" presetSubtype="0" fill="hold" grpId="0" nodeType="afterEffect">
                                  <p:stCondLst>
                                    <p:cond delay="0"/>
                                  </p:stCondLst>
                                  <p:childTnLst>
                                    <p:set>
                                      <p:cBhvr>
                                        <p:cTn id="52" dur="1" fill="hold">
                                          <p:stCondLst>
                                            <p:cond delay="0"/>
                                          </p:stCondLst>
                                        </p:cTn>
                                        <p:tgtEl>
                                          <p:spTgt spid="14"/>
                                        </p:tgtEl>
                                        <p:attrNameLst>
                                          <p:attrName>style.visibility</p:attrName>
                                        </p:attrNameLst>
                                      </p:cBhvr>
                                      <p:to>
                                        <p:strVal val="visible"/>
                                      </p:to>
                                    </p:set>
                                    <p:animEffect transition="in" filter="dissolve">
                                      <p:cBhvr>
                                        <p:cTn id="53" dur="500"/>
                                        <p:tgtEl>
                                          <p:spTgt spid="14"/>
                                        </p:tgtEl>
                                      </p:cBhvr>
                                    </p:animEffect>
                                  </p:childTnLst>
                                </p:cTn>
                              </p:par>
                            </p:childTnLst>
                          </p:cTn>
                        </p:par>
                        <p:par>
                          <p:cTn id="54" fill="hold">
                            <p:stCondLst>
                              <p:cond delay="4500"/>
                            </p:stCondLst>
                            <p:childTnLst>
                              <p:par>
                                <p:cTn id="55" presetID="9" presetClass="entr" presetSubtype="0" fill="hold" grpId="0" nodeType="afterEffect">
                                  <p:stCondLst>
                                    <p:cond delay="0"/>
                                  </p:stCondLst>
                                  <p:childTnLst>
                                    <p:set>
                                      <p:cBhvr>
                                        <p:cTn id="56" dur="1" fill="hold">
                                          <p:stCondLst>
                                            <p:cond delay="0"/>
                                          </p:stCondLst>
                                        </p:cTn>
                                        <p:tgtEl>
                                          <p:spTgt spid="15"/>
                                        </p:tgtEl>
                                        <p:attrNameLst>
                                          <p:attrName>style.visibility</p:attrName>
                                        </p:attrNameLst>
                                      </p:cBhvr>
                                      <p:to>
                                        <p:strVal val="visible"/>
                                      </p:to>
                                    </p:set>
                                    <p:animEffect transition="in" filter="dissolve">
                                      <p:cBhvr>
                                        <p:cTn id="57" dur="500"/>
                                        <p:tgtEl>
                                          <p:spTgt spid="15"/>
                                        </p:tgtEl>
                                      </p:cBhvr>
                                    </p:animEffect>
                                  </p:childTnLst>
                                </p:cTn>
                              </p:par>
                            </p:childTnLst>
                          </p:cTn>
                        </p:par>
                        <p:par>
                          <p:cTn id="58" fill="hold">
                            <p:stCondLst>
                              <p:cond delay="5000"/>
                            </p:stCondLst>
                            <p:childTnLst>
                              <p:par>
                                <p:cTn id="59" presetID="9" presetClass="entr" presetSubtype="0" fill="hold" grpId="0" nodeType="afterEffect">
                                  <p:stCondLst>
                                    <p:cond delay="0"/>
                                  </p:stCondLst>
                                  <p:childTnLst>
                                    <p:set>
                                      <p:cBhvr>
                                        <p:cTn id="60" dur="1" fill="hold">
                                          <p:stCondLst>
                                            <p:cond delay="0"/>
                                          </p:stCondLst>
                                        </p:cTn>
                                        <p:tgtEl>
                                          <p:spTgt spid="16"/>
                                        </p:tgtEl>
                                        <p:attrNameLst>
                                          <p:attrName>style.visibility</p:attrName>
                                        </p:attrNameLst>
                                      </p:cBhvr>
                                      <p:to>
                                        <p:strVal val="visible"/>
                                      </p:to>
                                    </p:set>
                                    <p:animEffect transition="in" filter="dissolve">
                                      <p:cBhvr>
                                        <p:cTn id="61" dur="500"/>
                                        <p:tgtEl>
                                          <p:spTgt spid="16"/>
                                        </p:tgtEl>
                                      </p:cBhvr>
                                    </p:animEffect>
                                  </p:childTnLst>
                                </p:cTn>
                              </p:par>
                            </p:childTnLst>
                          </p:cTn>
                        </p:par>
                        <p:par>
                          <p:cTn id="62" fill="hold">
                            <p:stCondLst>
                              <p:cond delay="5500"/>
                            </p:stCondLst>
                            <p:childTnLst>
                              <p:par>
                                <p:cTn id="63" presetID="9" presetClass="entr" presetSubtype="0" fill="hold" grpId="0" nodeType="afterEffect">
                                  <p:stCondLst>
                                    <p:cond delay="0"/>
                                  </p:stCondLst>
                                  <p:childTnLst>
                                    <p:set>
                                      <p:cBhvr>
                                        <p:cTn id="64" dur="1" fill="hold">
                                          <p:stCondLst>
                                            <p:cond delay="0"/>
                                          </p:stCondLst>
                                        </p:cTn>
                                        <p:tgtEl>
                                          <p:spTgt spid="17"/>
                                        </p:tgtEl>
                                        <p:attrNameLst>
                                          <p:attrName>style.visibility</p:attrName>
                                        </p:attrNameLst>
                                      </p:cBhvr>
                                      <p:to>
                                        <p:strVal val="visible"/>
                                      </p:to>
                                    </p:set>
                                    <p:animEffect transition="in" filter="dissolve">
                                      <p:cBhvr>
                                        <p:cTn id="65" dur="500"/>
                                        <p:tgtEl>
                                          <p:spTgt spid="17"/>
                                        </p:tgtEl>
                                      </p:cBhvr>
                                    </p:animEffect>
                                  </p:childTnLst>
                                </p:cTn>
                              </p:par>
                            </p:childTnLst>
                          </p:cTn>
                        </p:par>
                        <p:par>
                          <p:cTn id="66" fill="hold">
                            <p:stCondLst>
                              <p:cond delay="6000"/>
                            </p:stCondLst>
                            <p:childTnLst>
                              <p:par>
                                <p:cTn id="67" presetID="9" presetClass="entr" presetSubtype="0" fill="hold" grpId="0" nodeType="afterEffect">
                                  <p:stCondLst>
                                    <p:cond delay="0"/>
                                  </p:stCondLst>
                                  <p:childTnLst>
                                    <p:set>
                                      <p:cBhvr>
                                        <p:cTn id="68" dur="1" fill="hold">
                                          <p:stCondLst>
                                            <p:cond delay="0"/>
                                          </p:stCondLst>
                                        </p:cTn>
                                        <p:tgtEl>
                                          <p:spTgt spid="18"/>
                                        </p:tgtEl>
                                        <p:attrNameLst>
                                          <p:attrName>style.visibility</p:attrName>
                                        </p:attrNameLst>
                                      </p:cBhvr>
                                      <p:to>
                                        <p:strVal val="visible"/>
                                      </p:to>
                                    </p:set>
                                    <p:animEffect transition="in" filter="dissolve">
                                      <p:cBhvr>
                                        <p:cTn id="69"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5" grpId="0" animBg="1"/>
      <p:bldP spid="7" grpId="0" animBg="1"/>
      <p:bldP spid="8" grpId="0" animBg="1"/>
      <p:bldP spid="9" grpId="0" animBg="1"/>
      <p:bldP spid="10" grpId="0" animBg="1"/>
      <p:bldP spid="12" grpId="0" animBg="1"/>
      <p:bldP spid="13" grpId="0" animBg="1"/>
      <p:bldP spid="14" grpId="0" animBg="1"/>
      <p:bldP spid="15" grpId="0" animBg="1"/>
      <p:bldP spid="16" grpId="0" animBg="1"/>
      <p:bldP spid="17" grpId="0" animBg="1"/>
      <p:bldP spid="18" grpId="0" animBg="1"/>
    </p:bldLst>
  </p:timing>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Shape 4537"/>
        <p:cNvGrpSpPr/>
        <p:nvPr/>
      </p:nvGrpSpPr>
      <p:grpSpPr>
        <a:xfrm>
          <a:off x="0" y="0"/>
          <a:ext cx="0" cy="0"/>
          <a:chOff x="0" y="0"/>
          <a:chExt cx="0" cy="0"/>
        </a:xfrm>
      </p:grpSpPr>
      <p:pic>
        <p:nvPicPr>
          <p:cNvPr id="3" name="pilot view clip.avi">
            <a:hlinkClick r:id="" action="ppaction://media"/>
            <a:extLst>
              <a:ext uri="{FF2B5EF4-FFF2-40B4-BE49-F238E27FC236}">
                <a16:creationId xmlns:a16="http://schemas.microsoft.com/office/drawing/2014/main" id="{F840D8BF-F4E5-4F25-950F-CBB8554E728E}"/>
              </a:ext>
            </a:extLst>
          </p:cNvPr>
          <p:cNvPicPr>
            <a:picLocks/>
          </p:cNvPicPr>
          <p:nvPr>
            <a:videoFile r:link="rId1"/>
            <p:extLst>
              <p:ext uri="{DAA4B4D4-6D71-4841-9C94-3DE7FCFB9230}">
                <p14:media xmlns:p14="http://schemas.microsoft.com/office/powerpoint/2010/main" r:embed="rId2">
                  <p14:trim st="1072"/>
                </p14:media>
              </p:ext>
            </p:extLst>
          </p:nvPr>
        </p:nvPicPr>
        <p:blipFill rotWithShape="1">
          <a:blip r:embed="rId5"/>
          <a:srcRect l="6560" t="17697" r="9503"/>
          <a:stretch/>
        </p:blipFill>
        <p:spPr>
          <a:xfrm>
            <a:off x="0" y="0"/>
            <a:ext cx="12192000" cy="7001691"/>
          </a:xfrm>
          <a:prstGeom prst="rect">
            <a:avLst/>
          </a:prstGeom>
          <a:ln>
            <a:noFill/>
          </a:ln>
          <a:effectLst>
            <a:outerShdw blurRad="190500" algn="tl" rotWithShape="0">
              <a:srgbClr val="000000">
                <a:alpha val="70000"/>
              </a:srgbClr>
            </a:outerShdw>
          </a:effectLst>
        </p:spPr>
      </p:pic>
      <p:pic>
        <p:nvPicPr>
          <p:cNvPr id="4" name="Picture 3" descr="A picture containing text, clipart&#10;&#10;Description automatically generated">
            <a:extLst>
              <a:ext uri="{FF2B5EF4-FFF2-40B4-BE49-F238E27FC236}">
                <a16:creationId xmlns:a16="http://schemas.microsoft.com/office/drawing/2014/main" id="{F08567D3-327E-84E5-BD0B-447FACCE1FBB}"/>
              </a:ext>
            </a:extLst>
          </p:cNvPr>
          <p:cNvPicPr>
            <a:picLocks noChangeAspect="1"/>
          </p:cNvPicPr>
          <p:nvPr/>
        </p:nvPicPr>
        <p:blipFill>
          <a:blip r:embed="rId6">
            <a:extLst>
              <a:ext uri="{BEBA8EAE-BF5A-486C-A8C5-ECC9F3942E4B}">
                <a14:imgProps xmlns:a14="http://schemas.microsoft.com/office/drawing/2010/main">
                  <a14:imgLayer r:embed="rId7">
                    <a14:imgEffect>
                      <a14:backgroundRemoval t="5495" b="97253" l="4706" r="97059">
                        <a14:foregroundMark x1="45294" y1="24725" x2="45294" y2="24725"/>
                        <a14:foregroundMark x1="56471" y1="23626" x2="56471" y2="23626"/>
                        <a14:foregroundMark x1="41765" y1="20879" x2="41765" y2="20879"/>
                        <a14:foregroundMark x1="10000" y1="72527" x2="10000" y2="72527"/>
                        <a14:foregroundMark x1="10588" y1="79121" x2="10588" y2="79121"/>
                        <a14:foregroundMark x1="11765" y1="68681" x2="11765" y2="68681"/>
                        <a14:foregroundMark x1="6471" y1="68681" x2="6471" y2="68681"/>
                        <a14:foregroundMark x1="40000" y1="30220" x2="40000" y2="30220"/>
                        <a14:foregroundMark x1="54706" y1="20879" x2="54706" y2="20879"/>
                        <a14:foregroundMark x1="54706" y1="30220" x2="54706" y2="30220"/>
                        <a14:foregroundMark x1="54706" y1="30220" x2="54706" y2="30220"/>
                        <a14:foregroundMark x1="51765" y1="24176" x2="51765" y2="24176"/>
                        <a14:foregroundMark x1="53529" y1="30769" x2="53529" y2="30769"/>
                        <a14:foregroundMark x1="45882" y1="29670" x2="45882" y2="29670"/>
                        <a14:foregroundMark x1="8824" y1="87363" x2="8824" y2="87363"/>
                        <a14:foregroundMark x1="19412" y1="89011" x2="19412" y2="89011"/>
                        <a14:foregroundMark x1="31176" y1="93407" x2="31176" y2="93407"/>
                        <a14:foregroundMark x1="24118" y1="95604" x2="24118" y2="96154"/>
                        <a14:foregroundMark x1="24118" y1="87912" x2="24118" y2="95604"/>
                        <a14:foregroundMark x1="5882" y1="65385" x2="5882" y2="65385"/>
                        <a14:foregroundMark x1="9413" y1="62088" x2="8235" y2="61538"/>
                        <a14:foregroundMark x1="10588" y1="62637" x2="9413" y2="62088"/>
                        <a14:foregroundMark x1="16471" y1="65385" x2="10588" y2="62637"/>
                        <a14:foregroundMark x1="28235" y1="89560" x2="28235" y2="89560"/>
                        <a14:foregroundMark x1="31765" y1="96703" x2="31765" y2="96703"/>
                        <a14:foregroundMark x1="38235" y1="95604" x2="38235" y2="95604"/>
                        <a14:foregroundMark x1="35882" y1="92857" x2="35882" y2="92857"/>
                        <a14:foregroundMark x1="34118" y1="90110" x2="34118" y2="90110"/>
                        <a14:foregroundMark x1="41765" y1="90659" x2="41765" y2="90659"/>
                        <a14:foregroundMark x1="41765" y1="93956" x2="41765" y2="93956"/>
                        <a14:foregroundMark x1="45882" y1="97253" x2="45882" y2="97253"/>
                        <a14:foregroundMark x1="50000" y1="97802" x2="50000" y2="97802"/>
                        <a14:foregroundMark x1="52941" y1="97802" x2="52941" y2="97802"/>
                        <a14:foregroundMark x1="58235" y1="97253" x2="58235" y2="97253"/>
                        <a14:foregroundMark x1="61176" y1="97802" x2="61176" y2="97802"/>
                        <a14:foregroundMark x1="60000" y1="90110" x2="60000" y2="90110"/>
                        <a14:foregroundMark x1="64118" y1="90659" x2="64118" y2="90659"/>
                        <a14:foregroundMark x1="70000" y1="86813" x2="70000" y2="86813"/>
                        <a14:foregroundMark x1="74118" y1="85165" x2="74118" y2="85165"/>
                        <a14:foregroundMark x1="75882" y1="91758" x2="75882" y2="91758"/>
                        <a14:foregroundMark x1="87647" y1="75275" x2="87647" y2="75275"/>
                        <a14:foregroundMark x1="87647" y1="75275" x2="87647" y2="75275"/>
                        <a14:foregroundMark x1="87647" y1="72527" x2="87647" y2="72527"/>
                        <a14:foregroundMark x1="84706" y1="80769" x2="84706" y2="80769"/>
                        <a14:foregroundMark x1="92941" y1="82418" x2="92941" y2="82418"/>
                        <a14:foregroundMark x1="97059" y1="65934" x2="97059" y2="65934"/>
                        <a14:foregroundMark x1="88235" y1="65934" x2="88235" y2="65934"/>
                        <a14:foregroundMark x1="10000" y1="62088" x2="10000" y2="62088"/>
                        <a14:foregroundMark x1="10000" y1="62088" x2="10000" y2="62088"/>
                        <a14:foregroundMark x1="10000" y1="62088" x2="10000" y2="62088"/>
                        <a14:foregroundMark x1="10000" y1="62088" x2="10000" y2="62088"/>
                        <a14:foregroundMark x1="50000" y1="5495" x2="50000" y2="5495"/>
                        <a14:foregroundMark x1="9412" y1="62637" x2="9412" y2="62637"/>
                        <a14:foregroundMark x1="9412" y1="62088" x2="9412" y2="62088"/>
                        <a14:foregroundMark x1="9412" y1="62088" x2="9412" y2="62088"/>
                        <a14:foregroundMark x1="9412" y1="62088" x2="9412" y2="62088"/>
                        <a14:foregroundMark x1="9412" y1="62088" x2="9412" y2="62088"/>
                        <a14:backgroundMark x1="9412" y1="61538" x2="9412" y2="61538"/>
                        <a14:backgroundMark x1="8235" y1="60989" x2="8235" y2="60989"/>
                        <a14:backgroundMark x1="11765" y1="62637" x2="11765" y2="62637"/>
                        <a14:backgroundMark x1="10588" y1="62088" x2="10588" y2="62088"/>
                        <a14:backgroundMark x1="24706" y1="96154" x2="24706" y2="96154"/>
                        <a14:backgroundMark x1="24118" y1="95604" x2="24118" y2="95604"/>
                        <a14:backgroundMark x1="23529" y1="97253" x2="23529" y2="97253"/>
                        <a14:backgroundMark x1="24118" y1="97253" x2="24118" y2="97253"/>
                        <a14:backgroundMark x1="24118" y1="97253" x2="24118" y2="97253"/>
                        <a14:backgroundMark x1="23529" y1="97802" x2="23529" y2="97802"/>
                        <a14:backgroundMark x1="23529" y1="96703" x2="23529" y2="96703"/>
                        <a14:backgroundMark x1="23529" y1="96703" x2="23529" y2="96154"/>
                        <a14:backgroundMark x1="7647" y1="62088" x2="7647" y2="62088"/>
                        <a14:backgroundMark x1="8824" y1="62637" x2="8824" y2="62637"/>
                      </a14:backgroundRemoval>
                    </a14:imgEffect>
                  </a14:imgLayer>
                </a14:imgProps>
              </a:ext>
            </a:extLst>
          </a:blip>
          <a:stretch>
            <a:fillRect/>
          </a:stretch>
        </p:blipFill>
        <p:spPr>
          <a:xfrm>
            <a:off x="11521881" y="6235103"/>
            <a:ext cx="518216" cy="554796"/>
          </a:xfrm>
          <a:prstGeom prst="rect">
            <a:avLst/>
          </a:prstGeom>
        </p:spPr>
      </p:pic>
      <p:pic>
        <p:nvPicPr>
          <p:cNvPr id="5" name="Picture 4">
            <a:extLst>
              <a:ext uri="{FF2B5EF4-FFF2-40B4-BE49-F238E27FC236}">
                <a16:creationId xmlns:a16="http://schemas.microsoft.com/office/drawing/2014/main" id="{8C8D6498-228C-3134-97D2-851B2077DE8E}"/>
              </a:ext>
            </a:extLst>
          </p:cNvPr>
          <p:cNvPicPr>
            <a:picLocks noChangeAspect="1"/>
          </p:cNvPicPr>
          <p:nvPr/>
        </p:nvPicPr>
        <p:blipFill>
          <a:blip r:embed="rId8"/>
          <a:stretch>
            <a:fillRect/>
          </a:stretch>
        </p:blipFill>
        <p:spPr>
          <a:xfrm>
            <a:off x="189185" y="6505401"/>
            <a:ext cx="1948619" cy="175408"/>
          </a:xfrm>
          <a:prstGeom prst="rect">
            <a:avLst/>
          </a:prstGeom>
        </p:spPr>
      </p:pic>
      <p:sp>
        <p:nvSpPr>
          <p:cNvPr id="2" name="Title 1">
            <a:extLst>
              <a:ext uri="{FF2B5EF4-FFF2-40B4-BE49-F238E27FC236}">
                <a16:creationId xmlns:a16="http://schemas.microsoft.com/office/drawing/2014/main" id="{CB3F8C0F-404A-C424-373C-068BB56B3D7E}"/>
              </a:ext>
            </a:extLst>
          </p:cNvPr>
          <p:cNvSpPr txBox="1">
            <a:spLocks/>
          </p:cNvSpPr>
          <p:nvPr/>
        </p:nvSpPr>
        <p:spPr>
          <a:xfrm>
            <a:off x="2021700" y="14484"/>
            <a:ext cx="8283900" cy="550500"/>
          </a:xfrm>
          <a:prstGeom prst="rect">
            <a:avLst/>
          </a:prstGeom>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r>
              <a:rPr lang="en-US" sz="3300" dirty="0">
                <a:solidFill>
                  <a:schemeClr val="bg1"/>
                </a:solidFill>
                <a:latin typeface="Oswald" panose="00000500000000000000" pitchFamily="2" charset="0"/>
              </a:rPr>
              <a:t>Truckload fleet planning at Schneider National</a:t>
            </a:r>
          </a:p>
        </p:txBody>
      </p:sp>
    </p:spTree>
    <p:extLst>
      <p:ext uri="{BB962C8B-B14F-4D97-AF65-F5344CB8AC3E}">
        <p14:creationId xmlns:p14="http://schemas.microsoft.com/office/powerpoint/2010/main" val="41010235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withEffect">
                                  <p:stCondLst>
                                    <p:cond delay="0"/>
                                  </p:stCondLst>
                                  <p:childTnLst>
                                    <p:cmd type="call" cmd="playFrom(0.0)">
                                      <p:cBhvr>
                                        <p:cTn id="6" dur="20547" fill="hold"/>
                                        <p:tgtEl>
                                          <p:spTgt spid="3"/>
                                        </p:tgtEl>
                                      </p:cBhvr>
                                    </p:cmd>
                                  </p:childTnLst>
                                </p:cTn>
                              </p:par>
                            </p:childTnLst>
                          </p:cTn>
                        </p:par>
                      </p:childTnLst>
                    </p:cTn>
                  </p:par>
                </p:childTnLst>
              </p:cTn>
              <p:prevCondLst>
                <p:cond evt="onPrev" delay="0">
                  <p:tgtEl>
                    <p:sldTgt/>
                  </p:tgtEl>
                </p:cond>
              </p:prevCondLst>
              <p:nextCondLst>
                <p:cond evt="onNext" delay="0">
                  <p:tgtEl>
                    <p:sldTgt/>
                  </p:tgtEl>
                </p:cond>
              </p:nextCondLst>
            </p:seq>
            <p:video>
              <p:cMediaNode vol="80000">
                <p:cTn id="7" repeatCount="indefinite" fill="hold" display="0">
                  <p:stCondLst>
                    <p:cond delay="indefinite"/>
                  </p:stCondLst>
                </p:cTn>
                <p:tgtEl>
                  <p:spTgt spid="3"/>
                </p:tgtEl>
              </p:cMediaNode>
            </p:video>
          </p:childTnLst>
        </p:cTn>
      </p:par>
    </p:tnLst>
  </p:timing>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0660" name="Object 2"/>
          <p:cNvGraphicFramePr>
            <a:graphicFrameLocks noChangeAspect="1"/>
          </p:cNvGraphicFramePr>
          <p:nvPr/>
        </p:nvGraphicFramePr>
        <p:xfrm>
          <a:off x="1884363" y="1109663"/>
          <a:ext cx="4679950" cy="3409950"/>
        </p:xfrm>
        <a:graphic>
          <a:graphicData uri="http://schemas.openxmlformats.org/presentationml/2006/ole">
            <mc:AlternateContent xmlns:mc="http://schemas.openxmlformats.org/markup-compatibility/2006">
              <mc:Choice xmlns:v="urn:schemas-microsoft-com:vml" Requires="v">
                <p:oleObj name="Chart" r:id="rId3" imgW="5371921" imgH="2943285" progId="Excel.Chart.8">
                  <p:embed/>
                </p:oleObj>
              </mc:Choice>
              <mc:Fallback>
                <p:oleObj name="Chart" r:id="rId3" imgW="5371921" imgH="2943285" progId="Excel.Chart.8">
                  <p:embed/>
                  <p:pic>
                    <p:nvPicPr>
                      <p:cNvPr id="70660" name="Object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884363" y="1109663"/>
                        <a:ext cx="4679950" cy="34099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70661" name="Object 3"/>
          <p:cNvGraphicFramePr>
            <a:graphicFrameLocks noChangeAspect="1"/>
          </p:cNvGraphicFramePr>
          <p:nvPr/>
        </p:nvGraphicFramePr>
        <p:xfrm>
          <a:off x="5399089" y="3003550"/>
          <a:ext cx="4810125" cy="3405188"/>
        </p:xfrm>
        <a:graphic>
          <a:graphicData uri="http://schemas.openxmlformats.org/presentationml/2006/ole">
            <mc:AlternateContent xmlns:mc="http://schemas.openxmlformats.org/markup-compatibility/2006">
              <mc:Choice xmlns:v="urn:schemas-microsoft-com:vml" Requires="v">
                <p:oleObj name="Chart" r:id="rId5" imgW="5381506" imgH="2971621" progId="Excel.Chart.8">
                  <p:embed/>
                </p:oleObj>
              </mc:Choice>
              <mc:Fallback>
                <p:oleObj name="Chart" r:id="rId5" imgW="5381506" imgH="2971621" progId="Excel.Chart.8">
                  <p:embed/>
                  <p:pic>
                    <p:nvPicPr>
                      <p:cNvPr id="70661" name="Object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399089" y="3003550"/>
                        <a:ext cx="4810125" cy="34051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70662" name="Text Box 4"/>
          <p:cNvSpPr txBox="1">
            <a:spLocks noChangeArrowheads="1"/>
          </p:cNvSpPr>
          <p:nvPr/>
        </p:nvSpPr>
        <p:spPr bwMode="auto">
          <a:xfrm>
            <a:off x="2095500" y="4559300"/>
            <a:ext cx="19812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i="1">
                <a:solidFill>
                  <a:schemeClr val="tx1"/>
                </a:solidFill>
                <a:latin typeface="Times New Roman" pitchFamily="18" charset="0"/>
              </a:defRPr>
            </a:lvl1pPr>
            <a:lvl2pPr marL="742950" indent="-285750">
              <a:defRPr i="1">
                <a:solidFill>
                  <a:schemeClr val="tx1"/>
                </a:solidFill>
                <a:latin typeface="Times New Roman" pitchFamily="18" charset="0"/>
              </a:defRPr>
            </a:lvl2pPr>
            <a:lvl3pPr marL="1143000" indent="-228600">
              <a:defRPr i="1">
                <a:solidFill>
                  <a:schemeClr val="tx1"/>
                </a:solidFill>
                <a:latin typeface="Times New Roman" pitchFamily="18" charset="0"/>
              </a:defRPr>
            </a:lvl3pPr>
            <a:lvl4pPr marL="1600200" indent="-228600">
              <a:defRPr i="1">
                <a:solidFill>
                  <a:schemeClr val="tx1"/>
                </a:solidFill>
                <a:latin typeface="Times New Roman" pitchFamily="18" charset="0"/>
              </a:defRPr>
            </a:lvl4pPr>
            <a:lvl5pPr marL="2057400" indent="-228600">
              <a:defRPr i="1">
                <a:solidFill>
                  <a:schemeClr val="tx1"/>
                </a:solidFill>
                <a:latin typeface="Times New Roman" pitchFamily="18" charset="0"/>
              </a:defRPr>
            </a:lvl5pPr>
            <a:lvl6pPr marL="2514600" indent="-228600" algn="ctr" eaLnBrk="0" fontAlgn="base" hangingPunct="0">
              <a:spcBef>
                <a:spcPct val="0"/>
              </a:spcBef>
              <a:spcAft>
                <a:spcPct val="0"/>
              </a:spcAft>
              <a:defRPr i="1">
                <a:solidFill>
                  <a:schemeClr val="tx1"/>
                </a:solidFill>
                <a:latin typeface="Times New Roman" pitchFamily="18" charset="0"/>
              </a:defRPr>
            </a:lvl6pPr>
            <a:lvl7pPr marL="2971800" indent="-228600" algn="ctr" eaLnBrk="0" fontAlgn="base" hangingPunct="0">
              <a:spcBef>
                <a:spcPct val="0"/>
              </a:spcBef>
              <a:spcAft>
                <a:spcPct val="0"/>
              </a:spcAft>
              <a:defRPr i="1">
                <a:solidFill>
                  <a:schemeClr val="tx1"/>
                </a:solidFill>
                <a:latin typeface="Times New Roman" pitchFamily="18" charset="0"/>
              </a:defRPr>
            </a:lvl7pPr>
            <a:lvl8pPr marL="3429000" indent="-228600" algn="ctr" eaLnBrk="0" fontAlgn="base" hangingPunct="0">
              <a:spcBef>
                <a:spcPct val="0"/>
              </a:spcBef>
              <a:spcAft>
                <a:spcPct val="0"/>
              </a:spcAft>
              <a:defRPr i="1">
                <a:solidFill>
                  <a:schemeClr val="tx1"/>
                </a:solidFill>
                <a:latin typeface="Times New Roman" pitchFamily="18" charset="0"/>
              </a:defRPr>
            </a:lvl8pPr>
            <a:lvl9pPr marL="3886200" indent="-228600" algn="ctr" eaLnBrk="0" fontAlgn="base" hangingPunct="0">
              <a:spcBef>
                <a:spcPct val="0"/>
              </a:spcBef>
              <a:spcAft>
                <a:spcPct val="0"/>
              </a:spcAft>
              <a:defRPr i="1">
                <a:solidFill>
                  <a:schemeClr val="tx1"/>
                </a:solidFill>
                <a:latin typeface="Times New Roman" pitchFamily="18" charset="0"/>
              </a:defRPr>
            </a:lvl9pPr>
          </a:lstStyle>
          <a:p>
            <a:pPr algn="l" eaLnBrk="1" hangingPunct="1">
              <a:spcBef>
                <a:spcPct val="50000"/>
              </a:spcBef>
            </a:pPr>
            <a:r>
              <a:rPr lang="en-US" sz="1600" b="1" i="0"/>
              <a:t>Revenue per WU</a:t>
            </a:r>
          </a:p>
        </p:txBody>
      </p:sp>
      <p:sp>
        <p:nvSpPr>
          <p:cNvPr id="70663" name="Text Box 5"/>
          <p:cNvSpPr txBox="1">
            <a:spLocks noChangeArrowheads="1"/>
          </p:cNvSpPr>
          <p:nvPr/>
        </p:nvSpPr>
        <p:spPr bwMode="auto">
          <a:xfrm>
            <a:off x="9067800" y="2667000"/>
            <a:ext cx="12192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i="1">
                <a:solidFill>
                  <a:schemeClr val="tx1"/>
                </a:solidFill>
                <a:latin typeface="Times New Roman" pitchFamily="18" charset="0"/>
              </a:defRPr>
            </a:lvl1pPr>
            <a:lvl2pPr marL="742950" indent="-285750">
              <a:defRPr i="1">
                <a:solidFill>
                  <a:schemeClr val="tx1"/>
                </a:solidFill>
                <a:latin typeface="Times New Roman" pitchFamily="18" charset="0"/>
              </a:defRPr>
            </a:lvl2pPr>
            <a:lvl3pPr marL="1143000" indent="-228600">
              <a:defRPr i="1">
                <a:solidFill>
                  <a:schemeClr val="tx1"/>
                </a:solidFill>
                <a:latin typeface="Times New Roman" pitchFamily="18" charset="0"/>
              </a:defRPr>
            </a:lvl3pPr>
            <a:lvl4pPr marL="1600200" indent="-228600">
              <a:defRPr i="1">
                <a:solidFill>
                  <a:schemeClr val="tx1"/>
                </a:solidFill>
                <a:latin typeface="Times New Roman" pitchFamily="18" charset="0"/>
              </a:defRPr>
            </a:lvl4pPr>
            <a:lvl5pPr marL="2057400" indent="-228600">
              <a:defRPr i="1">
                <a:solidFill>
                  <a:schemeClr val="tx1"/>
                </a:solidFill>
                <a:latin typeface="Times New Roman" pitchFamily="18" charset="0"/>
              </a:defRPr>
            </a:lvl5pPr>
            <a:lvl6pPr marL="2514600" indent="-228600" algn="ctr" eaLnBrk="0" fontAlgn="base" hangingPunct="0">
              <a:spcBef>
                <a:spcPct val="0"/>
              </a:spcBef>
              <a:spcAft>
                <a:spcPct val="0"/>
              </a:spcAft>
              <a:defRPr i="1">
                <a:solidFill>
                  <a:schemeClr val="tx1"/>
                </a:solidFill>
                <a:latin typeface="Times New Roman" pitchFamily="18" charset="0"/>
              </a:defRPr>
            </a:lvl6pPr>
            <a:lvl7pPr marL="2971800" indent="-228600" algn="ctr" eaLnBrk="0" fontAlgn="base" hangingPunct="0">
              <a:spcBef>
                <a:spcPct val="0"/>
              </a:spcBef>
              <a:spcAft>
                <a:spcPct val="0"/>
              </a:spcAft>
              <a:defRPr i="1">
                <a:solidFill>
                  <a:schemeClr val="tx1"/>
                </a:solidFill>
                <a:latin typeface="Times New Roman" pitchFamily="18" charset="0"/>
              </a:defRPr>
            </a:lvl7pPr>
            <a:lvl8pPr marL="3429000" indent="-228600" algn="ctr" eaLnBrk="0" fontAlgn="base" hangingPunct="0">
              <a:spcBef>
                <a:spcPct val="0"/>
              </a:spcBef>
              <a:spcAft>
                <a:spcPct val="0"/>
              </a:spcAft>
              <a:defRPr i="1">
                <a:solidFill>
                  <a:schemeClr val="tx1"/>
                </a:solidFill>
                <a:latin typeface="Times New Roman" pitchFamily="18" charset="0"/>
              </a:defRPr>
            </a:lvl8pPr>
            <a:lvl9pPr marL="3886200" indent="-228600" algn="ctr" eaLnBrk="0" fontAlgn="base" hangingPunct="0">
              <a:spcBef>
                <a:spcPct val="0"/>
              </a:spcBef>
              <a:spcAft>
                <a:spcPct val="0"/>
              </a:spcAft>
              <a:defRPr i="1">
                <a:solidFill>
                  <a:schemeClr val="tx1"/>
                </a:solidFill>
                <a:latin typeface="Times New Roman" pitchFamily="18" charset="0"/>
              </a:defRPr>
            </a:lvl9pPr>
          </a:lstStyle>
          <a:p>
            <a:pPr algn="l" eaLnBrk="1" hangingPunct="1">
              <a:spcBef>
                <a:spcPct val="50000"/>
              </a:spcBef>
            </a:pPr>
            <a:r>
              <a:rPr lang="en-US" sz="1600" b="1" i="0"/>
              <a:t>Utilization</a:t>
            </a:r>
          </a:p>
        </p:txBody>
      </p:sp>
      <p:grpSp>
        <p:nvGrpSpPr>
          <p:cNvPr id="2" name="Group 6"/>
          <p:cNvGrpSpPr>
            <a:grpSpLocks/>
          </p:cNvGrpSpPr>
          <p:nvPr/>
        </p:nvGrpSpPr>
        <p:grpSpPr bwMode="auto">
          <a:xfrm>
            <a:off x="4864101" y="1512902"/>
            <a:ext cx="4176713" cy="495306"/>
            <a:chOff x="2088" y="953"/>
            <a:chExt cx="2631" cy="312"/>
          </a:xfrm>
        </p:grpSpPr>
        <p:sp>
          <p:nvSpPr>
            <p:cNvPr id="70669" name="Line 7"/>
            <p:cNvSpPr>
              <a:spLocks noChangeShapeType="1"/>
            </p:cNvSpPr>
            <p:nvPr/>
          </p:nvSpPr>
          <p:spPr bwMode="auto">
            <a:xfrm flipH="1">
              <a:off x="2088" y="1128"/>
              <a:ext cx="1464" cy="0"/>
            </a:xfrm>
            <a:prstGeom prst="line">
              <a:avLst/>
            </a:prstGeom>
            <a:noFill/>
            <a:ln w="25400">
              <a:solidFill>
                <a:srgbClr val="0000CC"/>
              </a:solidFill>
              <a:round/>
              <a:headEnd type="none" w="lg" len="lg"/>
              <a:tailEnd type="stealth" w="lg" len="lg"/>
            </a:ln>
            <a:extLst>
              <a:ext uri="{909E8E84-426E-40DD-AFC4-6F175D3DCCD1}">
                <a14:hiddenFill xmlns:a14="http://schemas.microsoft.com/office/drawing/2010/main">
                  <a:noFill/>
                </a14:hiddenFill>
              </a:ext>
            </a:extLst>
          </p:spPr>
          <p:txBody>
            <a:bodyPr>
              <a:spAutoFit/>
            </a:bodyPr>
            <a:lstStyle/>
            <a:p>
              <a:endParaRPr lang="en-US"/>
            </a:p>
          </p:txBody>
        </p:sp>
        <p:sp>
          <p:nvSpPr>
            <p:cNvPr id="70670" name="Line 8"/>
            <p:cNvSpPr>
              <a:spLocks noChangeShapeType="1"/>
            </p:cNvSpPr>
            <p:nvPr/>
          </p:nvSpPr>
          <p:spPr bwMode="auto">
            <a:xfrm flipH="1">
              <a:off x="2097" y="1265"/>
              <a:ext cx="1464" cy="0"/>
            </a:xfrm>
            <a:prstGeom prst="line">
              <a:avLst/>
            </a:prstGeom>
            <a:noFill/>
            <a:ln w="25400">
              <a:solidFill>
                <a:srgbClr val="0000CC"/>
              </a:solidFill>
              <a:round/>
              <a:headEnd type="none" w="lg" len="lg"/>
              <a:tailEnd type="stealth" w="lg" len="lg"/>
            </a:ln>
            <a:extLst>
              <a:ext uri="{909E8E84-426E-40DD-AFC4-6F175D3DCCD1}">
                <a14:hiddenFill xmlns:a14="http://schemas.microsoft.com/office/drawing/2010/main">
                  <a:noFill/>
                </a14:hiddenFill>
              </a:ext>
            </a:extLst>
          </p:spPr>
          <p:txBody>
            <a:bodyPr>
              <a:spAutoFit/>
            </a:bodyPr>
            <a:lstStyle/>
            <a:p>
              <a:endParaRPr lang="en-US"/>
            </a:p>
          </p:txBody>
        </p:sp>
        <p:sp>
          <p:nvSpPr>
            <p:cNvPr id="70671" name="Text Box 9"/>
            <p:cNvSpPr txBox="1">
              <a:spLocks noChangeArrowheads="1"/>
            </p:cNvSpPr>
            <p:nvPr/>
          </p:nvSpPr>
          <p:spPr bwMode="auto">
            <a:xfrm>
              <a:off x="3537" y="953"/>
              <a:ext cx="1182"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miter lim="800000"/>
                  <a:headEnd type="none" w="lg" len="lg"/>
                  <a:tailEnd type="none" w="lg" len="lg"/>
                </a14:hiddenLine>
              </a:ext>
            </a:extLst>
          </p:spPr>
          <p:txBody>
            <a:bodyPr wrap="none">
              <a:spAutoFit/>
            </a:bodyPr>
            <a:lstStyle>
              <a:lvl1pPr>
                <a:defRPr i="1">
                  <a:solidFill>
                    <a:schemeClr val="tx1"/>
                  </a:solidFill>
                  <a:latin typeface="Times New Roman" pitchFamily="18" charset="0"/>
                </a:defRPr>
              </a:lvl1pPr>
              <a:lvl2pPr marL="742950" indent="-285750">
                <a:defRPr i="1">
                  <a:solidFill>
                    <a:schemeClr val="tx1"/>
                  </a:solidFill>
                  <a:latin typeface="Times New Roman" pitchFamily="18" charset="0"/>
                </a:defRPr>
              </a:lvl2pPr>
              <a:lvl3pPr marL="1143000" indent="-228600">
                <a:defRPr i="1">
                  <a:solidFill>
                    <a:schemeClr val="tx1"/>
                  </a:solidFill>
                  <a:latin typeface="Times New Roman" pitchFamily="18" charset="0"/>
                </a:defRPr>
              </a:lvl3pPr>
              <a:lvl4pPr marL="1600200" indent="-228600">
                <a:defRPr i="1">
                  <a:solidFill>
                    <a:schemeClr val="tx1"/>
                  </a:solidFill>
                  <a:latin typeface="Times New Roman" pitchFamily="18" charset="0"/>
                </a:defRPr>
              </a:lvl4pPr>
              <a:lvl5pPr marL="2057400" indent="-228600">
                <a:defRPr i="1">
                  <a:solidFill>
                    <a:schemeClr val="tx1"/>
                  </a:solidFill>
                  <a:latin typeface="Times New Roman" pitchFamily="18" charset="0"/>
                </a:defRPr>
              </a:lvl5pPr>
              <a:lvl6pPr marL="2514600" indent="-228600" algn="ctr" eaLnBrk="0" fontAlgn="base" hangingPunct="0">
                <a:spcBef>
                  <a:spcPct val="0"/>
                </a:spcBef>
                <a:spcAft>
                  <a:spcPct val="0"/>
                </a:spcAft>
                <a:defRPr i="1">
                  <a:solidFill>
                    <a:schemeClr val="tx1"/>
                  </a:solidFill>
                  <a:latin typeface="Times New Roman" pitchFamily="18" charset="0"/>
                </a:defRPr>
              </a:lvl6pPr>
              <a:lvl7pPr marL="2971800" indent="-228600" algn="ctr" eaLnBrk="0" fontAlgn="base" hangingPunct="0">
                <a:spcBef>
                  <a:spcPct val="0"/>
                </a:spcBef>
                <a:spcAft>
                  <a:spcPct val="0"/>
                </a:spcAft>
                <a:defRPr i="1">
                  <a:solidFill>
                    <a:schemeClr val="tx1"/>
                  </a:solidFill>
                  <a:latin typeface="Times New Roman" pitchFamily="18" charset="0"/>
                </a:defRPr>
              </a:lvl7pPr>
              <a:lvl8pPr marL="3429000" indent="-228600" algn="ctr" eaLnBrk="0" fontAlgn="base" hangingPunct="0">
                <a:spcBef>
                  <a:spcPct val="0"/>
                </a:spcBef>
                <a:spcAft>
                  <a:spcPct val="0"/>
                </a:spcAft>
                <a:defRPr i="1">
                  <a:solidFill>
                    <a:schemeClr val="tx1"/>
                  </a:solidFill>
                  <a:latin typeface="Times New Roman" pitchFamily="18" charset="0"/>
                </a:defRPr>
              </a:lvl8pPr>
              <a:lvl9pPr marL="3886200" indent="-228600" algn="ctr" eaLnBrk="0" fontAlgn="base" hangingPunct="0">
                <a:spcBef>
                  <a:spcPct val="0"/>
                </a:spcBef>
                <a:spcAft>
                  <a:spcPct val="0"/>
                </a:spcAft>
                <a:defRPr i="1">
                  <a:solidFill>
                    <a:schemeClr val="tx1"/>
                  </a:solidFill>
                  <a:latin typeface="Times New Roman" pitchFamily="18" charset="0"/>
                </a:defRPr>
              </a:lvl9pPr>
            </a:lstStyle>
            <a:p>
              <a:r>
                <a:rPr lang="en-US" i="0" dirty="0">
                  <a:solidFill>
                    <a:srgbClr val="0000CC"/>
                  </a:solidFill>
                </a:rPr>
                <a:t>Historical min and max</a:t>
              </a:r>
            </a:p>
          </p:txBody>
        </p:sp>
      </p:grpSp>
      <p:grpSp>
        <p:nvGrpSpPr>
          <p:cNvPr id="3" name="Group 10"/>
          <p:cNvGrpSpPr>
            <a:grpSpLocks/>
          </p:cNvGrpSpPr>
          <p:nvPr/>
        </p:nvGrpSpPr>
        <p:grpSpPr bwMode="auto">
          <a:xfrm>
            <a:off x="4889501" y="1779590"/>
            <a:ext cx="3706813" cy="307975"/>
            <a:chOff x="2304" y="817"/>
            <a:chExt cx="2335" cy="194"/>
          </a:xfrm>
        </p:grpSpPr>
        <p:sp>
          <p:nvSpPr>
            <p:cNvPr id="70667" name="Line 11"/>
            <p:cNvSpPr>
              <a:spLocks noChangeShapeType="1"/>
            </p:cNvSpPr>
            <p:nvPr/>
          </p:nvSpPr>
          <p:spPr bwMode="auto">
            <a:xfrm flipH="1">
              <a:off x="2304" y="888"/>
              <a:ext cx="1456" cy="0"/>
            </a:xfrm>
            <a:prstGeom prst="line">
              <a:avLst/>
            </a:prstGeom>
            <a:noFill/>
            <a:ln w="38100">
              <a:solidFill>
                <a:srgbClr val="FF3399"/>
              </a:solidFill>
              <a:round/>
              <a:headEnd type="none" w="lg" len="lg"/>
              <a:tailEnd type="stealth" w="med" len="lg"/>
            </a:ln>
            <a:extLst>
              <a:ext uri="{909E8E84-426E-40DD-AFC4-6F175D3DCCD1}">
                <a14:hiddenFill xmlns:a14="http://schemas.microsoft.com/office/drawing/2010/main">
                  <a:noFill/>
                </a14:hiddenFill>
              </a:ext>
            </a:extLst>
          </p:spPr>
          <p:txBody>
            <a:bodyPr>
              <a:spAutoFit/>
            </a:bodyPr>
            <a:lstStyle/>
            <a:p>
              <a:endParaRPr lang="en-US"/>
            </a:p>
          </p:txBody>
        </p:sp>
        <p:sp>
          <p:nvSpPr>
            <p:cNvPr id="70668" name="Text Box 12"/>
            <p:cNvSpPr txBox="1">
              <a:spLocks noChangeArrowheads="1"/>
            </p:cNvSpPr>
            <p:nvPr/>
          </p:nvSpPr>
          <p:spPr bwMode="auto">
            <a:xfrm>
              <a:off x="3740" y="817"/>
              <a:ext cx="899"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miter lim="800000"/>
                  <a:headEnd type="none" w="lg" len="lg"/>
                  <a:tailEnd type="none" w="lg" len="lg"/>
                </a14:hiddenLine>
              </a:ext>
            </a:extLst>
          </p:spPr>
          <p:txBody>
            <a:bodyPr wrap="none">
              <a:spAutoFit/>
            </a:bodyPr>
            <a:lstStyle>
              <a:lvl1pPr>
                <a:defRPr i="1">
                  <a:solidFill>
                    <a:schemeClr val="tx1"/>
                  </a:solidFill>
                  <a:latin typeface="Times New Roman" pitchFamily="18" charset="0"/>
                </a:defRPr>
              </a:lvl1pPr>
              <a:lvl2pPr marL="742950" indent="-285750">
                <a:defRPr i="1">
                  <a:solidFill>
                    <a:schemeClr val="tx1"/>
                  </a:solidFill>
                  <a:latin typeface="Times New Roman" pitchFamily="18" charset="0"/>
                </a:defRPr>
              </a:lvl2pPr>
              <a:lvl3pPr marL="1143000" indent="-228600">
                <a:defRPr i="1">
                  <a:solidFill>
                    <a:schemeClr val="tx1"/>
                  </a:solidFill>
                  <a:latin typeface="Times New Roman" pitchFamily="18" charset="0"/>
                </a:defRPr>
              </a:lvl3pPr>
              <a:lvl4pPr marL="1600200" indent="-228600">
                <a:defRPr i="1">
                  <a:solidFill>
                    <a:schemeClr val="tx1"/>
                  </a:solidFill>
                  <a:latin typeface="Times New Roman" pitchFamily="18" charset="0"/>
                </a:defRPr>
              </a:lvl4pPr>
              <a:lvl5pPr marL="2057400" indent="-228600">
                <a:defRPr i="1">
                  <a:solidFill>
                    <a:schemeClr val="tx1"/>
                  </a:solidFill>
                  <a:latin typeface="Times New Roman" pitchFamily="18" charset="0"/>
                </a:defRPr>
              </a:lvl5pPr>
              <a:lvl6pPr marL="2514600" indent="-228600" algn="ctr" eaLnBrk="0" fontAlgn="base" hangingPunct="0">
                <a:spcBef>
                  <a:spcPct val="0"/>
                </a:spcBef>
                <a:spcAft>
                  <a:spcPct val="0"/>
                </a:spcAft>
                <a:defRPr i="1">
                  <a:solidFill>
                    <a:schemeClr val="tx1"/>
                  </a:solidFill>
                  <a:latin typeface="Times New Roman" pitchFamily="18" charset="0"/>
                </a:defRPr>
              </a:lvl6pPr>
              <a:lvl7pPr marL="2971800" indent="-228600" algn="ctr" eaLnBrk="0" fontAlgn="base" hangingPunct="0">
                <a:spcBef>
                  <a:spcPct val="0"/>
                </a:spcBef>
                <a:spcAft>
                  <a:spcPct val="0"/>
                </a:spcAft>
                <a:defRPr i="1">
                  <a:solidFill>
                    <a:schemeClr val="tx1"/>
                  </a:solidFill>
                  <a:latin typeface="Times New Roman" pitchFamily="18" charset="0"/>
                </a:defRPr>
              </a:lvl7pPr>
              <a:lvl8pPr marL="3429000" indent="-228600" algn="ctr" eaLnBrk="0" fontAlgn="base" hangingPunct="0">
                <a:spcBef>
                  <a:spcPct val="0"/>
                </a:spcBef>
                <a:spcAft>
                  <a:spcPct val="0"/>
                </a:spcAft>
                <a:defRPr i="1">
                  <a:solidFill>
                    <a:schemeClr val="tx1"/>
                  </a:solidFill>
                  <a:latin typeface="Times New Roman" pitchFamily="18" charset="0"/>
                </a:defRPr>
              </a:lvl8pPr>
              <a:lvl9pPr marL="3886200" indent="-228600" algn="ctr" eaLnBrk="0" fontAlgn="base" hangingPunct="0">
                <a:spcBef>
                  <a:spcPct val="0"/>
                </a:spcBef>
                <a:spcAft>
                  <a:spcPct val="0"/>
                </a:spcAft>
                <a:defRPr i="1">
                  <a:solidFill>
                    <a:schemeClr val="tx1"/>
                  </a:solidFill>
                  <a:latin typeface="Times New Roman" pitchFamily="18" charset="0"/>
                </a:defRPr>
              </a:lvl9pPr>
            </a:lstStyle>
            <a:p>
              <a:r>
                <a:rPr lang="en-US" i="0" dirty="0">
                  <a:solidFill>
                    <a:srgbClr val="FF3399"/>
                  </a:solidFill>
                </a:rPr>
                <a:t>Calibrated model</a:t>
              </a:r>
            </a:p>
          </p:txBody>
        </p:sp>
      </p:grpSp>
      <p:sp>
        <p:nvSpPr>
          <p:cNvPr id="70666" name="Rectangle 13"/>
          <p:cNvSpPr>
            <a:spLocks noGrp="1" noChangeArrowheads="1"/>
          </p:cNvSpPr>
          <p:nvPr>
            <p:ph type="title" idx="4294967295"/>
          </p:nvPr>
        </p:nvSpPr>
        <p:spPr>
          <a:noFill/>
        </p:spPr>
        <p:txBody>
          <a:bodyPr/>
          <a:lstStyle/>
          <a:p>
            <a:r>
              <a:rPr lang="en-US" sz="3200" dirty="0">
                <a:solidFill>
                  <a:schemeClr val="tx1"/>
                </a:solidFill>
                <a:latin typeface="Oswald" panose="00000500000000000000" pitchFamily="2" charset="0"/>
              </a:rPr>
              <a:t>Truckload fleet planning at Schneider National</a:t>
            </a:r>
            <a:endParaRPr lang="en-US" sz="3200" dirty="0">
              <a:latin typeface="Oswald" panose="00000500000000000000" pitchFamily="2" charset="0"/>
            </a:endParaRPr>
          </a:p>
        </p:txBody>
      </p:sp>
      <p:sp>
        <p:nvSpPr>
          <p:cNvPr id="6" name="TextBox 5"/>
          <p:cNvSpPr txBox="1"/>
          <p:nvPr/>
        </p:nvSpPr>
        <p:spPr>
          <a:xfrm>
            <a:off x="1975413" y="5127586"/>
            <a:ext cx="3447034" cy="954107"/>
          </a:xfrm>
          <a:prstGeom prst="rect">
            <a:avLst/>
          </a:prstGeom>
          <a:noFill/>
        </p:spPr>
        <p:txBody>
          <a:bodyPr wrap="square" rtlCol="0">
            <a:spAutoFit/>
          </a:bodyPr>
          <a:lstStyle/>
          <a:p>
            <a:pPr algn="l"/>
            <a:r>
              <a:rPr lang="en-US" dirty="0"/>
              <a:t>We were able to calibrate our ADP model very closely to the behavior of the company, which helped to build confidence.  </a:t>
            </a:r>
          </a:p>
        </p:txBody>
      </p:sp>
      <p:sp>
        <p:nvSpPr>
          <p:cNvPr id="4" name="Footer Placeholder 3"/>
          <p:cNvSpPr>
            <a:spLocks noGrp="1"/>
          </p:cNvSpPr>
          <p:nvPr>
            <p:ph type="ftr" sz="quarter" idx="11"/>
          </p:nvPr>
        </p:nvSpPr>
        <p:spPr/>
        <p:txBody>
          <a:bodyPr/>
          <a:lstStyle/>
          <a:p>
            <a:pPr>
              <a:defRPr/>
            </a:pPr>
            <a:r>
              <a:rPr lang="en-US"/>
              <a:t>© 2019 W.B. Powell</a:t>
            </a:r>
          </a:p>
        </p:txBody>
      </p:sp>
    </p:spTree>
    <p:extLst>
      <p:ext uri="{BB962C8B-B14F-4D97-AF65-F5344CB8AC3E}">
        <p14:creationId xmlns:p14="http://schemas.microsoft.com/office/powerpoint/2010/main" val="156838100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2"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right)">
                                      <p:cBhvr>
                                        <p:cTn id="7" dur="500"/>
                                        <p:tgtEl>
                                          <p:spTgt spid="2"/>
                                        </p:tgtEl>
                                      </p:cBhvr>
                                    </p:animEffect>
                                  </p:childTnLst>
                                  <p:subTnLst>
                                    <p:set>
                                      <p:cBhvr override="childStyle">
                                        <p:cTn dur="1" fill="hold" display="0" masterRel="nextClick" afterEffect="1"/>
                                        <p:tgtEl>
                                          <p:spTgt spid="2"/>
                                        </p:tgtEl>
                                        <p:attrNameLst>
                                          <p:attrName>style.visibility</p:attrName>
                                        </p:attrNameLst>
                                      </p:cBhvr>
                                      <p:to>
                                        <p:strVal val="hidden"/>
                                      </p:to>
                                    </p:set>
                                  </p:sub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2" fill="hold"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wipe(right)">
                                      <p:cBhvr>
                                        <p:cTn id="12"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3200" dirty="0">
                <a:solidFill>
                  <a:schemeClr val="tx1"/>
                </a:solidFill>
              </a:rPr>
              <a:t>Truckload fleet planning at Schneider National</a:t>
            </a:r>
            <a:endParaRPr lang="en-US" sz="3200" dirty="0"/>
          </a:p>
        </p:txBody>
      </p:sp>
      <p:sp>
        <p:nvSpPr>
          <p:cNvPr id="3" name="Content Placeholder 2"/>
          <p:cNvSpPr>
            <a:spLocks noGrp="1"/>
          </p:cNvSpPr>
          <p:nvPr>
            <p:ph idx="1"/>
          </p:nvPr>
        </p:nvSpPr>
        <p:spPr/>
        <p:txBody>
          <a:bodyPr/>
          <a:lstStyle/>
          <a:p>
            <a:pPr marL="86360" indent="0">
              <a:buNone/>
            </a:pPr>
            <a:r>
              <a:rPr lang="en-US" dirty="0"/>
              <a:t>Notes:</a:t>
            </a:r>
          </a:p>
          <a:p>
            <a:pPr lvl="1"/>
            <a:r>
              <a:rPr lang="en-US" dirty="0"/>
              <a:t>We can use the value functions to estimate the marginal value of drivers whose home is in a particular region.</a:t>
            </a:r>
          </a:p>
          <a:p>
            <a:pPr lvl="1"/>
            <a:r>
              <a:rPr lang="en-US" dirty="0"/>
              <a:t>In the next slides, we are going to show two ways to estimate these values:</a:t>
            </a:r>
          </a:p>
          <a:p>
            <a:pPr lvl="2"/>
            <a:endParaRPr lang="en-US" dirty="0"/>
          </a:p>
          <a:p>
            <a:pPr lvl="2"/>
            <a:r>
              <a:rPr lang="en-US" dirty="0"/>
              <a:t>In the first, we are going to run a series of (very expensive) simulations where we hire an increasing number of drivers in a region. Each time, we have to </a:t>
            </a:r>
            <a:r>
              <a:rPr lang="en-US" dirty="0" err="1"/>
              <a:t>reoptimize</a:t>
            </a:r>
            <a:r>
              <a:rPr lang="en-US" dirty="0"/>
              <a:t> the entire fleet over many iterations.  We would have to repeat this for each possible home location.</a:t>
            </a:r>
          </a:p>
          <a:p>
            <a:pPr lvl="2"/>
            <a:r>
              <a:rPr lang="en-US" dirty="0"/>
              <a:t>In the second, we are going to estimate the marginal value by using the value function approximations to estimate the value of drivers in </a:t>
            </a:r>
            <a:r>
              <a:rPr lang="en-US" i="1" dirty="0"/>
              <a:t>each</a:t>
            </a:r>
            <a:r>
              <a:rPr lang="en-US" dirty="0"/>
              <a:t> region, from one run of the model.</a:t>
            </a:r>
          </a:p>
        </p:txBody>
      </p:sp>
      <p:sp>
        <p:nvSpPr>
          <p:cNvPr id="4" name="Footer Placeholder 3"/>
          <p:cNvSpPr>
            <a:spLocks noGrp="1"/>
          </p:cNvSpPr>
          <p:nvPr>
            <p:ph type="ftr" sz="quarter" idx="11"/>
          </p:nvPr>
        </p:nvSpPr>
        <p:spPr>
          <a:xfrm>
            <a:off x="3124200" y="6637828"/>
            <a:ext cx="2895600" cy="457200"/>
          </a:xfrm>
          <a:prstGeom prst="rect">
            <a:avLst/>
          </a:prstGeom>
          <a:ln/>
        </p:spPr>
        <p:txBody>
          <a:bodyPr/>
          <a:lstStyle>
            <a:defPPr>
              <a:defRPr lang="en-US"/>
            </a:defPPr>
            <a:lvl1pPr algn="ctr" rtl="0" eaLnBrk="0" fontAlgn="base" hangingPunct="0">
              <a:spcBef>
                <a:spcPct val="0"/>
              </a:spcBef>
              <a:spcAft>
                <a:spcPct val="0"/>
              </a:spcAft>
              <a:defRPr sz="1200" i="0" kern="1200">
                <a:solidFill>
                  <a:schemeClr val="tx1"/>
                </a:solidFill>
                <a:latin typeface="Times New Roman" pitchFamily="18" charset="0"/>
                <a:ea typeface="+mn-ea"/>
                <a:cs typeface="+mn-cs"/>
              </a:defRPr>
            </a:lvl1pPr>
            <a:lvl2pPr marL="457200" algn="ctr" rtl="0" eaLnBrk="0" fontAlgn="base" hangingPunct="0">
              <a:spcBef>
                <a:spcPct val="0"/>
              </a:spcBef>
              <a:spcAft>
                <a:spcPct val="0"/>
              </a:spcAft>
              <a:defRPr i="1" kern="1200">
                <a:solidFill>
                  <a:schemeClr val="tx1"/>
                </a:solidFill>
                <a:latin typeface="Times New Roman" pitchFamily="18" charset="0"/>
                <a:ea typeface="+mn-ea"/>
                <a:cs typeface="+mn-cs"/>
              </a:defRPr>
            </a:lvl2pPr>
            <a:lvl3pPr marL="914400" algn="ctr" rtl="0" eaLnBrk="0" fontAlgn="base" hangingPunct="0">
              <a:spcBef>
                <a:spcPct val="0"/>
              </a:spcBef>
              <a:spcAft>
                <a:spcPct val="0"/>
              </a:spcAft>
              <a:defRPr i="1" kern="1200">
                <a:solidFill>
                  <a:schemeClr val="tx1"/>
                </a:solidFill>
                <a:latin typeface="Times New Roman" pitchFamily="18" charset="0"/>
                <a:ea typeface="+mn-ea"/>
                <a:cs typeface="+mn-cs"/>
              </a:defRPr>
            </a:lvl3pPr>
            <a:lvl4pPr marL="1371600" algn="ctr" rtl="0" eaLnBrk="0" fontAlgn="base" hangingPunct="0">
              <a:spcBef>
                <a:spcPct val="0"/>
              </a:spcBef>
              <a:spcAft>
                <a:spcPct val="0"/>
              </a:spcAft>
              <a:defRPr i="1" kern="1200">
                <a:solidFill>
                  <a:schemeClr val="tx1"/>
                </a:solidFill>
                <a:latin typeface="Times New Roman" pitchFamily="18" charset="0"/>
                <a:ea typeface="+mn-ea"/>
                <a:cs typeface="+mn-cs"/>
              </a:defRPr>
            </a:lvl4pPr>
            <a:lvl5pPr marL="1828800" algn="ctr" rtl="0" eaLnBrk="0" fontAlgn="base" hangingPunct="0">
              <a:spcBef>
                <a:spcPct val="0"/>
              </a:spcBef>
              <a:spcAft>
                <a:spcPct val="0"/>
              </a:spcAft>
              <a:defRPr i="1" kern="1200">
                <a:solidFill>
                  <a:schemeClr val="tx1"/>
                </a:solidFill>
                <a:latin typeface="Times New Roman" pitchFamily="18" charset="0"/>
                <a:ea typeface="+mn-ea"/>
                <a:cs typeface="+mn-cs"/>
              </a:defRPr>
            </a:lvl5pPr>
            <a:lvl6pPr marL="2286000" algn="l" defTabSz="914400" rtl="0" eaLnBrk="1" latinLnBrk="0" hangingPunct="1">
              <a:defRPr i="1" kern="1200">
                <a:solidFill>
                  <a:schemeClr val="tx1"/>
                </a:solidFill>
                <a:latin typeface="Times New Roman" pitchFamily="18" charset="0"/>
                <a:ea typeface="+mn-ea"/>
                <a:cs typeface="+mn-cs"/>
              </a:defRPr>
            </a:lvl6pPr>
            <a:lvl7pPr marL="2743200" algn="l" defTabSz="914400" rtl="0" eaLnBrk="1" latinLnBrk="0" hangingPunct="1">
              <a:defRPr i="1" kern="1200">
                <a:solidFill>
                  <a:schemeClr val="tx1"/>
                </a:solidFill>
                <a:latin typeface="Times New Roman" pitchFamily="18" charset="0"/>
                <a:ea typeface="+mn-ea"/>
                <a:cs typeface="+mn-cs"/>
              </a:defRPr>
            </a:lvl7pPr>
            <a:lvl8pPr marL="3200400" algn="l" defTabSz="914400" rtl="0" eaLnBrk="1" latinLnBrk="0" hangingPunct="1">
              <a:defRPr i="1" kern="1200">
                <a:solidFill>
                  <a:schemeClr val="tx1"/>
                </a:solidFill>
                <a:latin typeface="Times New Roman" pitchFamily="18" charset="0"/>
                <a:ea typeface="+mn-ea"/>
                <a:cs typeface="+mn-cs"/>
              </a:defRPr>
            </a:lvl8pPr>
            <a:lvl9pPr marL="3657600" algn="l" defTabSz="914400" rtl="0" eaLnBrk="1" latinLnBrk="0" hangingPunct="1">
              <a:defRPr i="1" kern="1200">
                <a:solidFill>
                  <a:schemeClr val="tx1"/>
                </a:solidFill>
                <a:latin typeface="Times New Roman" pitchFamily="18" charset="0"/>
                <a:ea typeface="+mn-ea"/>
                <a:cs typeface="+mn-cs"/>
              </a:defRPr>
            </a:lvl9pPr>
          </a:lstStyle>
          <a:p>
            <a:pPr>
              <a:defRPr/>
            </a:pPr>
            <a:r>
              <a:rPr lang="en-US"/>
              <a:t>© 2019 W.B. Powell</a:t>
            </a:r>
            <a:endParaRPr lang="en-US" dirty="0"/>
          </a:p>
        </p:txBody>
      </p:sp>
    </p:spTree>
    <p:extLst>
      <p:ext uri="{BB962C8B-B14F-4D97-AF65-F5344CB8AC3E}">
        <p14:creationId xmlns:p14="http://schemas.microsoft.com/office/powerpoint/2010/main" val="2804186082"/>
      </p:ext>
    </p:extLst>
  </p:cSld>
  <p:clrMapOvr>
    <a:masterClrMapping/>
  </p:clrMapOvr>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6274" name="Rectangle 2"/>
          <p:cNvSpPr>
            <a:spLocks noGrp="1" noChangeArrowheads="1"/>
          </p:cNvSpPr>
          <p:nvPr>
            <p:ph type="title"/>
          </p:nvPr>
        </p:nvSpPr>
        <p:spPr/>
        <p:txBody>
          <a:bodyPr/>
          <a:lstStyle/>
          <a:p>
            <a:r>
              <a:rPr lang="en-US" sz="3200" dirty="0">
                <a:solidFill>
                  <a:schemeClr val="tx1"/>
                </a:solidFill>
              </a:rPr>
              <a:t>Truckload fleet planning at Schneider National</a:t>
            </a:r>
            <a:endParaRPr lang="en-US" altLang="en-US" sz="3200" dirty="0"/>
          </a:p>
        </p:txBody>
      </p:sp>
      <p:graphicFrame>
        <p:nvGraphicFramePr>
          <p:cNvPr id="566276" name="Object 4"/>
          <p:cNvGraphicFramePr>
            <a:graphicFrameLocks noChangeAspect="1"/>
          </p:cNvGraphicFramePr>
          <p:nvPr/>
        </p:nvGraphicFramePr>
        <p:xfrm>
          <a:off x="2182813" y="1225550"/>
          <a:ext cx="7861300" cy="5029200"/>
        </p:xfrm>
        <a:graphic>
          <a:graphicData uri="http://schemas.openxmlformats.org/presentationml/2006/ole">
            <mc:AlternateContent xmlns:mc="http://schemas.openxmlformats.org/markup-compatibility/2006">
              <mc:Choice xmlns:v="urn:schemas-microsoft-com:vml" Requires="v">
                <p:oleObj name="Chart" r:id="rId3" imgW="5743635" imgH="3133725" progId="Excel.Chart.8">
                  <p:embed/>
                </p:oleObj>
              </mc:Choice>
              <mc:Fallback>
                <p:oleObj name="Chart" r:id="rId3" imgW="5743635" imgH="3133725" progId="Excel.Chart.8">
                  <p:embed/>
                  <p:pic>
                    <p:nvPicPr>
                      <p:cNvPr id="566276" name="Object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182813" y="1225550"/>
                        <a:ext cx="7861300" cy="5029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type="none" w="med" len="lg"/>
                            <a:tailEnd type="none" w="med" len="lg"/>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 name="Footer Placeholder 1"/>
          <p:cNvSpPr>
            <a:spLocks noGrp="1"/>
          </p:cNvSpPr>
          <p:nvPr>
            <p:ph type="ftr" sz="quarter" idx="11"/>
          </p:nvPr>
        </p:nvSpPr>
        <p:spPr>
          <a:xfrm>
            <a:off x="3124200" y="6637828"/>
            <a:ext cx="2895600" cy="457200"/>
          </a:xfrm>
          <a:prstGeom prst="rect">
            <a:avLst/>
          </a:prstGeom>
          <a:ln/>
        </p:spPr>
        <p:txBody>
          <a:bodyPr/>
          <a:lstStyle>
            <a:defPPr>
              <a:defRPr lang="en-US"/>
            </a:defPPr>
            <a:lvl1pPr algn="ctr" rtl="0" eaLnBrk="0" fontAlgn="base" hangingPunct="0">
              <a:spcBef>
                <a:spcPct val="0"/>
              </a:spcBef>
              <a:spcAft>
                <a:spcPct val="0"/>
              </a:spcAft>
              <a:defRPr sz="1200" i="0" kern="1200">
                <a:solidFill>
                  <a:schemeClr val="tx1"/>
                </a:solidFill>
                <a:latin typeface="Times New Roman" pitchFamily="18" charset="0"/>
                <a:ea typeface="+mn-ea"/>
                <a:cs typeface="+mn-cs"/>
              </a:defRPr>
            </a:lvl1pPr>
            <a:lvl2pPr marL="457200" algn="ctr" rtl="0" eaLnBrk="0" fontAlgn="base" hangingPunct="0">
              <a:spcBef>
                <a:spcPct val="0"/>
              </a:spcBef>
              <a:spcAft>
                <a:spcPct val="0"/>
              </a:spcAft>
              <a:defRPr i="1" kern="1200">
                <a:solidFill>
                  <a:schemeClr val="tx1"/>
                </a:solidFill>
                <a:latin typeface="Times New Roman" pitchFamily="18" charset="0"/>
                <a:ea typeface="+mn-ea"/>
                <a:cs typeface="+mn-cs"/>
              </a:defRPr>
            </a:lvl2pPr>
            <a:lvl3pPr marL="914400" algn="ctr" rtl="0" eaLnBrk="0" fontAlgn="base" hangingPunct="0">
              <a:spcBef>
                <a:spcPct val="0"/>
              </a:spcBef>
              <a:spcAft>
                <a:spcPct val="0"/>
              </a:spcAft>
              <a:defRPr i="1" kern="1200">
                <a:solidFill>
                  <a:schemeClr val="tx1"/>
                </a:solidFill>
                <a:latin typeface="Times New Roman" pitchFamily="18" charset="0"/>
                <a:ea typeface="+mn-ea"/>
                <a:cs typeface="+mn-cs"/>
              </a:defRPr>
            </a:lvl3pPr>
            <a:lvl4pPr marL="1371600" algn="ctr" rtl="0" eaLnBrk="0" fontAlgn="base" hangingPunct="0">
              <a:spcBef>
                <a:spcPct val="0"/>
              </a:spcBef>
              <a:spcAft>
                <a:spcPct val="0"/>
              </a:spcAft>
              <a:defRPr i="1" kern="1200">
                <a:solidFill>
                  <a:schemeClr val="tx1"/>
                </a:solidFill>
                <a:latin typeface="Times New Roman" pitchFamily="18" charset="0"/>
                <a:ea typeface="+mn-ea"/>
                <a:cs typeface="+mn-cs"/>
              </a:defRPr>
            </a:lvl4pPr>
            <a:lvl5pPr marL="1828800" algn="ctr" rtl="0" eaLnBrk="0" fontAlgn="base" hangingPunct="0">
              <a:spcBef>
                <a:spcPct val="0"/>
              </a:spcBef>
              <a:spcAft>
                <a:spcPct val="0"/>
              </a:spcAft>
              <a:defRPr i="1" kern="1200">
                <a:solidFill>
                  <a:schemeClr val="tx1"/>
                </a:solidFill>
                <a:latin typeface="Times New Roman" pitchFamily="18" charset="0"/>
                <a:ea typeface="+mn-ea"/>
                <a:cs typeface="+mn-cs"/>
              </a:defRPr>
            </a:lvl5pPr>
            <a:lvl6pPr marL="2286000" algn="l" defTabSz="914400" rtl="0" eaLnBrk="1" latinLnBrk="0" hangingPunct="1">
              <a:defRPr i="1" kern="1200">
                <a:solidFill>
                  <a:schemeClr val="tx1"/>
                </a:solidFill>
                <a:latin typeface="Times New Roman" pitchFamily="18" charset="0"/>
                <a:ea typeface="+mn-ea"/>
                <a:cs typeface="+mn-cs"/>
              </a:defRPr>
            </a:lvl6pPr>
            <a:lvl7pPr marL="2743200" algn="l" defTabSz="914400" rtl="0" eaLnBrk="1" latinLnBrk="0" hangingPunct="1">
              <a:defRPr i="1" kern="1200">
                <a:solidFill>
                  <a:schemeClr val="tx1"/>
                </a:solidFill>
                <a:latin typeface="Times New Roman" pitchFamily="18" charset="0"/>
                <a:ea typeface="+mn-ea"/>
                <a:cs typeface="+mn-cs"/>
              </a:defRPr>
            </a:lvl7pPr>
            <a:lvl8pPr marL="3200400" algn="l" defTabSz="914400" rtl="0" eaLnBrk="1" latinLnBrk="0" hangingPunct="1">
              <a:defRPr i="1" kern="1200">
                <a:solidFill>
                  <a:schemeClr val="tx1"/>
                </a:solidFill>
                <a:latin typeface="Times New Roman" pitchFamily="18" charset="0"/>
                <a:ea typeface="+mn-ea"/>
                <a:cs typeface="+mn-cs"/>
              </a:defRPr>
            </a:lvl8pPr>
            <a:lvl9pPr marL="3657600" algn="l" defTabSz="914400" rtl="0" eaLnBrk="1" latinLnBrk="0" hangingPunct="1">
              <a:defRPr i="1" kern="1200">
                <a:solidFill>
                  <a:schemeClr val="tx1"/>
                </a:solidFill>
                <a:latin typeface="Times New Roman" pitchFamily="18" charset="0"/>
                <a:ea typeface="+mn-ea"/>
                <a:cs typeface="+mn-cs"/>
              </a:defRPr>
            </a:lvl9pPr>
          </a:lstStyle>
          <a:p>
            <a:pPr>
              <a:defRPr/>
            </a:pPr>
            <a:r>
              <a:rPr lang="en-US"/>
              <a:t>© 2019 W.B. Powell</a:t>
            </a:r>
            <a:endParaRPr lang="en-US" dirty="0"/>
          </a:p>
        </p:txBody>
      </p:sp>
    </p:spTree>
    <p:extLst>
      <p:ext uri="{BB962C8B-B14F-4D97-AF65-F5344CB8AC3E}">
        <p14:creationId xmlns:p14="http://schemas.microsoft.com/office/powerpoint/2010/main" val="3219207524"/>
      </p:ext>
    </p:extLst>
  </p:cSld>
  <p:clrMapOvr>
    <a:masterClrMapping/>
  </p:clrMapOvr>
  <p:transition/>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8322" name="Rectangle 2"/>
          <p:cNvSpPr>
            <a:spLocks noGrp="1" noChangeArrowheads="1"/>
          </p:cNvSpPr>
          <p:nvPr>
            <p:ph type="title"/>
          </p:nvPr>
        </p:nvSpPr>
        <p:spPr/>
        <p:txBody>
          <a:bodyPr/>
          <a:lstStyle/>
          <a:p>
            <a:r>
              <a:rPr lang="en-US" sz="3200" dirty="0">
                <a:solidFill>
                  <a:schemeClr val="tx1"/>
                </a:solidFill>
              </a:rPr>
              <a:t>Truckload fleet planning at Schneider National</a:t>
            </a:r>
            <a:endParaRPr lang="en-US" altLang="en-US" sz="3200" dirty="0"/>
          </a:p>
        </p:txBody>
      </p:sp>
      <p:graphicFrame>
        <p:nvGraphicFramePr>
          <p:cNvPr id="568324" name="Object 4"/>
          <p:cNvGraphicFramePr>
            <a:graphicFrameLocks noChangeAspect="1"/>
          </p:cNvGraphicFramePr>
          <p:nvPr/>
        </p:nvGraphicFramePr>
        <p:xfrm>
          <a:off x="2182813" y="1225550"/>
          <a:ext cx="7861300" cy="5029200"/>
        </p:xfrm>
        <a:graphic>
          <a:graphicData uri="http://schemas.openxmlformats.org/presentationml/2006/ole">
            <mc:AlternateContent xmlns:mc="http://schemas.openxmlformats.org/markup-compatibility/2006">
              <mc:Choice xmlns:v="urn:schemas-microsoft-com:vml" Requires="v">
                <p:oleObj name="Chart" r:id="rId3" imgW="5743635" imgH="3133725" progId="Excel.Chart.8">
                  <p:embed/>
                </p:oleObj>
              </mc:Choice>
              <mc:Fallback>
                <p:oleObj name="Chart" r:id="rId3" imgW="5743635" imgH="3133725" progId="Excel.Chart.8">
                  <p:embed/>
                  <p:pic>
                    <p:nvPicPr>
                      <p:cNvPr id="568324" name="Object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182813" y="1225550"/>
                        <a:ext cx="7861300" cy="5029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type="none" w="med" len="lg"/>
                            <a:tailEnd type="none" w="med" len="lg"/>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568325" name="Freeform 5"/>
          <p:cNvSpPr>
            <a:spLocks/>
          </p:cNvSpPr>
          <p:nvPr/>
        </p:nvSpPr>
        <p:spPr bwMode="auto">
          <a:xfrm>
            <a:off x="4635500" y="3797301"/>
            <a:ext cx="1155700" cy="307777"/>
          </a:xfrm>
          <a:custGeom>
            <a:avLst/>
            <a:gdLst>
              <a:gd name="T0" fmla="*/ 0 w 728"/>
              <a:gd name="T1" fmla="*/ 328 h 328"/>
              <a:gd name="T2" fmla="*/ 728 w 728"/>
              <a:gd name="T3" fmla="*/ 328 h 328"/>
              <a:gd name="T4" fmla="*/ 728 w 728"/>
              <a:gd name="T5" fmla="*/ 0 h 328"/>
            </a:gdLst>
            <a:ahLst/>
            <a:cxnLst>
              <a:cxn ang="0">
                <a:pos x="T0" y="T1"/>
              </a:cxn>
              <a:cxn ang="0">
                <a:pos x="T2" y="T3"/>
              </a:cxn>
              <a:cxn ang="0">
                <a:pos x="T4" y="T5"/>
              </a:cxn>
            </a:cxnLst>
            <a:rect l="0" t="0" r="r" b="b"/>
            <a:pathLst>
              <a:path w="728" h="328">
                <a:moveTo>
                  <a:pt x="0" y="328"/>
                </a:moveTo>
                <a:lnTo>
                  <a:pt x="728" y="328"/>
                </a:lnTo>
                <a:lnTo>
                  <a:pt x="728" y="0"/>
                </a:lnTo>
              </a:path>
            </a:pathLst>
          </a:custGeom>
          <a:noFill/>
          <a:ln w="25400" cap="flat" cmpd="sng">
            <a:solidFill>
              <a:srgbClr val="FF0000"/>
            </a:solidFill>
            <a:prstDash val="solid"/>
            <a:round/>
            <a:headEnd type="none" w="lg" len="lg"/>
            <a:tailEnd type="none" w="lg" len="lg"/>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endParaRPr lang="en-US"/>
          </a:p>
        </p:txBody>
      </p:sp>
      <mc:AlternateContent xmlns:mc="http://schemas.openxmlformats.org/markup-compatibility/2006" xmlns:a14="http://schemas.microsoft.com/office/drawing/2010/main">
        <mc:Choice Requires="a14">
          <p:sp>
            <p:nvSpPr>
              <p:cNvPr id="568326" name="Object 6"/>
              <p:cNvSpPr txBox="1"/>
              <p:nvPr/>
            </p:nvSpPr>
            <p:spPr bwMode="auto">
              <a:xfrm>
                <a:off x="5886450" y="3871913"/>
                <a:ext cx="349250" cy="482600"/>
              </a:xfrm>
              <a:prstGeom prst="rect">
                <a:avLst/>
              </a:prstGeom>
              <a:solidFill>
                <a:schemeClr val="bg1"/>
              </a:solidFill>
              <a:ln>
                <a:noFill/>
              </a:ln>
              <a:effectLst/>
            </p:spPr>
            <p:txBody>
              <a:bodyPr>
                <a:normAutofit/>
              </a:bodyPr>
              <a:lstStyle/>
              <a:p>
                <a:pPr/>
                <a14:m>
                  <m:oMathPara xmlns:m="http://schemas.openxmlformats.org/officeDocument/2006/math">
                    <m:oMathParaPr>
                      <m:jc m:val="left"/>
                    </m:oMathParaPr>
                    <m:oMath>
                      <m:sSub>
                        <m:sSubPr>
                          <m:ctrlPr>
                            <a:rPr lang="en-US" i="1">
                              <a:solidFill>
                                <a:srgbClr val="FF0000"/>
                              </a:solidFill>
                              <a:latin typeface="Cambria Math" panose="02040503050406030204" pitchFamily="18" charset="0"/>
                            </a:rPr>
                          </m:ctrlPr>
                        </m:sSubPr>
                        <m:e>
                          <m:acc>
                            <m:accPr>
                              <m:chr m:val="̄"/>
                              <m:ctrlPr>
                                <a:rPr lang="en-US" i="1">
                                  <a:solidFill>
                                    <a:srgbClr val="FF0000"/>
                                  </a:solidFill>
                                  <a:latin typeface="Cambria Math" panose="02040503050406030204" pitchFamily="18" charset="0"/>
                                </a:rPr>
                              </m:ctrlPr>
                            </m:accPr>
                            <m:e>
                              <m:r>
                                <a:rPr lang="en-US" i="1">
                                  <a:solidFill>
                                    <a:srgbClr val="FF0000"/>
                                  </a:solidFill>
                                  <a:latin typeface="Cambria Math" panose="02040503050406030204" pitchFamily="18" charset="0"/>
                                </a:rPr>
                                <m:t>𝑣</m:t>
                              </m:r>
                            </m:e>
                          </m:acc>
                        </m:e>
                        <m:sub>
                          <m:r>
                            <a:rPr lang="en-US" i="1">
                              <a:solidFill>
                                <a:srgbClr val="FF0000"/>
                              </a:solidFill>
                              <a:latin typeface="Cambria Math" panose="02040503050406030204" pitchFamily="18" charset="0"/>
                            </a:rPr>
                            <m:t>𝑎</m:t>
                          </m:r>
                        </m:sub>
                      </m:sSub>
                    </m:oMath>
                  </m:oMathPara>
                </a14:m>
                <a:endParaRPr lang="en-US"/>
              </a:p>
            </p:txBody>
          </p:sp>
        </mc:Choice>
        <mc:Fallback xmlns="">
          <p:sp>
            <p:nvSpPr>
              <p:cNvPr id="568326" name="Object 6"/>
              <p:cNvSpPr txBox="1">
                <a:spLocks noRot="1" noChangeAspect="1" noMove="1" noResize="1" noEditPoints="1" noAdjustHandles="1" noChangeArrowheads="1" noChangeShapeType="1" noTextEdit="1"/>
              </p:cNvSpPr>
              <p:nvPr/>
            </p:nvSpPr>
            <p:spPr bwMode="auto">
              <a:xfrm>
                <a:off x="5886450" y="3871913"/>
                <a:ext cx="349250" cy="482600"/>
              </a:xfrm>
              <a:prstGeom prst="rect">
                <a:avLst/>
              </a:prstGeom>
              <a:blipFill>
                <a:blip r:embed="rId5"/>
                <a:stretch>
                  <a:fillRect r="-1754"/>
                </a:stretch>
              </a:blipFill>
              <a:ln>
                <a:noFill/>
              </a:ln>
              <a:effectLst/>
            </p:spPr>
            <p:txBody>
              <a:bodyPr/>
              <a:lstStyle/>
              <a:p>
                <a:r>
                  <a:rPr lang="en-US">
                    <a:noFill/>
                  </a:rPr>
                  <a:t> </a:t>
                </a:r>
              </a:p>
            </p:txBody>
          </p:sp>
        </mc:Fallback>
      </mc:AlternateContent>
      <p:sp>
        <p:nvSpPr>
          <p:cNvPr id="2" name="Footer Placeholder 1"/>
          <p:cNvSpPr>
            <a:spLocks noGrp="1"/>
          </p:cNvSpPr>
          <p:nvPr>
            <p:ph type="ftr" sz="quarter" idx="11"/>
          </p:nvPr>
        </p:nvSpPr>
        <p:spPr>
          <a:xfrm>
            <a:off x="3124200" y="6637828"/>
            <a:ext cx="2895600" cy="457200"/>
          </a:xfrm>
          <a:prstGeom prst="rect">
            <a:avLst/>
          </a:prstGeom>
          <a:ln/>
        </p:spPr>
        <p:txBody>
          <a:bodyPr/>
          <a:lstStyle>
            <a:defPPr>
              <a:defRPr lang="en-US"/>
            </a:defPPr>
            <a:lvl1pPr algn="ctr" rtl="0" eaLnBrk="0" fontAlgn="base" hangingPunct="0">
              <a:spcBef>
                <a:spcPct val="0"/>
              </a:spcBef>
              <a:spcAft>
                <a:spcPct val="0"/>
              </a:spcAft>
              <a:defRPr sz="1200" i="0" kern="1200">
                <a:solidFill>
                  <a:schemeClr val="tx1"/>
                </a:solidFill>
                <a:latin typeface="Times New Roman" pitchFamily="18" charset="0"/>
                <a:ea typeface="+mn-ea"/>
                <a:cs typeface="+mn-cs"/>
              </a:defRPr>
            </a:lvl1pPr>
            <a:lvl2pPr marL="457200" algn="ctr" rtl="0" eaLnBrk="0" fontAlgn="base" hangingPunct="0">
              <a:spcBef>
                <a:spcPct val="0"/>
              </a:spcBef>
              <a:spcAft>
                <a:spcPct val="0"/>
              </a:spcAft>
              <a:defRPr i="1" kern="1200">
                <a:solidFill>
                  <a:schemeClr val="tx1"/>
                </a:solidFill>
                <a:latin typeface="Times New Roman" pitchFamily="18" charset="0"/>
                <a:ea typeface="+mn-ea"/>
                <a:cs typeface="+mn-cs"/>
              </a:defRPr>
            </a:lvl2pPr>
            <a:lvl3pPr marL="914400" algn="ctr" rtl="0" eaLnBrk="0" fontAlgn="base" hangingPunct="0">
              <a:spcBef>
                <a:spcPct val="0"/>
              </a:spcBef>
              <a:spcAft>
                <a:spcPct val="0"/>
              </a:spcAft>
              <a:defRPr i="1" kern="1200">
                <a:solidFill>
                  <a:schemeClr val="tx1"/>
                </a:solidFill>
                <a:latin typeface="Times New Roman" pitchFamily="18" charset="0"/>
                <a:ea typeface="+mn-ea"/>
                <a:cs typeface="+mn-cs"/>
              </a:defRPr>
            </a:lvl3pPr>
            <a:lvl4pPr marL="1371600" algn="ctr" rtl="0" eaLnBrk="0" fontAlgn="base" hangingPunct="0">
              <a:spcBef>
                <a:spcPct val="0"/>
              </a:spcBef>
              <a:spcAft>
                <a:spcPct val="0"/>
              </a:spcAft>
              <a:defRPr i="1" kern="1200">
                <a:solidFill>
                  <a:schemeClr val="tx1"/>
                </a:solidFill>
                <a:latin typeface="Times New Roman" pitchFamily="18" charset="0"/>
                <a:ea typeface="+mn-ea"/>
                <a:cs typeface="+mn-cs"/>
              </a:defRPr>
            </a:lvl4pPr>
            <a:lvl5pPr marL="1828800" algn="ctr" rtl="0" eaLnBrk="0" fontAlgn="base" hangingPunct="0">
              <a:spcBef>
                <a:spcPct val="0"/>
              </a:spcBef>
              <a:spcAft>
                <a:spcPct val="0"/>
              </a:spcAft>
              <a:defRPr i="1" kern="1200">
                <a:solidFill>
                  <a:schemeClr val="tx1"/>
                </a:solidFill>
                <a:latin typeface="Times New Roman" pitchFamily="18" charset="0"/>
                <a:ea typeface="+mn-ea"/>
                <a:cs typeface="+mn-cs"/>
              </a:defRPr>
            </a:lvl5pPr>
            <a:lvl6pPr marL="2286000" algn="l" defTabSz="914400" rtl="0" eaLnBrk="1" latinLnBrk="0" hangingPunct="1">
              <a:defRPr i="1" kern="1200">
                <a:solidFill>
                  <a:schemeClr val="tx1"/>
                </a:solidFill>
                <a:latin typeface="Times New Roman" pitchFamily="18" charset="0"/>
                <a:ea typeface="+mn-ea"/>
                <a:cs typeface="+mn-cs"/>
              </a:defRPr>
            </a:lvl6pPr>
            <a:lvl7pPr marL="2743200" algn="l" defTabSz="914400" rtl="0" eaLnBrk="1" latinLnBrk="0" hangingPunct="1">
              <a:defRPr i="1" kern="1200">
                <a:solidFill>
                  <a:schemeClr val="tx1"/>
                </a:solidFill>
                <a:latin typeface="Times New Roman" pitchFamily="18" charset="0"/>
                <a:ea typeface="+mn-ea"/>
                <a:cs typeface="+mn-cs"/>
              </a:defRPr>
            </a:lvl7pPr>
            <a:lvl8pPr marL="3200400" algn="l" defTabSz="914400" rtl="0" eaLnBrk="1" latinLnBrk="0" hangingPunct="1">
              <a:defRPr i="1" kern="1200">
                <a:solidFill>
                  <a:schemeClr val="tx1"/>
                </a:solidFill>
                <a:latin typeface="Times New Roman" pitchFamily="18" charset="0"/>
                <a:ea typeface="+mn-ea"/>
                <a:cs typeface="+mn-cs"/>
              </a:defRPr>
            </a:lvl8pPr>
            <a:lvl9pPr marL="3657600" algn="l" defTabSz="914400" rtl="0" eaLnBrk="1" latinLnBrk="0" hangingPunct="1">
              <a:defRPr i="1" kern="1200">
                <a:solidFill>
                  <a:schemeClr val="tx1"/>
                </a:solidFill>
                <a:latin typeface="Times New Roman" pitchFamily="18" charset="0"/>
                <a:ea typeface="+mn-ea"/>
                <a:cs typeface="+mn-cs"/>
              </a:defRPr>
            </a:lvl9pPr>
          </a:lstStyle>
          <a:p>
            <a:pPr>
              <a:defRPr/>
            </a:pPr>
            <a:r>
              <a:rPr lang="en-US"/>
              <a:t>© 2019 W.B. Powell</a:t>
            </a:r>
            <a:endParaRPr lang="en-US" dirty="0"/>
          </a:p>
        </p:txBody>
      </p:sp>
    </p:spTree>
    <p:extLst>
      <p:ext uri="{BB962C8B-B14F-4D97-AF65-F5344CB8AC3E}">
        <p14:creationId xmlns:p14="http://schemas.microsoft.com/office/powerpoint/2010/main" val="638192813"/>
      </p:ext>
    </p:extLst>
  </p:cSld>
  <p:clrMapOvr>
    <a:masterClrMapping/>
  </p:clrMapOvr>
  <p:transition>
    <p:wipe dir="r"/>
  </p:transition>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0370" name="Rectangle 2"/>
          <p:cNvSpPr>
            <a:spLocks noGrp="1" noChangeArrowheads="1"/>
          </p:cNvSpPr>
          <p:nvPr>
            <p:ph type="title"/>
          </p:nvPr>
        </p:nvSpPr>
        <p:spPr/>
        <p:txBody>
          <a:bodyPr/>
          <a:lstStyle/>
          <a:p>
            <a:r>
              <a:rPr lang="en-US" sz="3200" dirty="0">
                <a:solidFill>
                  <a:schemeClr val="tx1"/>
                </a:solidFill>
              </a:rPr>
              <a:t>Truckload fleet planning at Schneider National</a:t>
            </a:r>
            <a:endParaRPr lang="en-US" altLang="en-US" sz="3200" dirty="0"/>
          </a:p>
        </p:txBody>
      </p:sp>
      <p:graphicFrame>
        <p:nvGraphicFramePr>
          <p:cNvPr id="570372" name="Object 4"/>
          <p:cNvGraphicFramePr>
            <a:graphicFrameLocks noChangeAspect="1"/>
          </p:cNvGraphicFramePr>
          <p:nvPr/>
        </p:nvGraphicFramePr>
        <p:xfrm>
          <a:off x="2073276" y="1206500"/>
          <a:ext cx="8296275" cy="4940300"/>
        </p:xfrm>
        <a:graphic>
          <a:graphicData uri="http://schemas.openxmlformats.org/presentationml/2006/ole">
            <mc:AlternateContent xmlns:mc="http://schemas.openxmlformats.org/markup-compatibility/2006">
              <mc:Choice xmlns:v="urn:schemas-microsoft-com:vml" Requires="v">
                <p:oleObj name="Chart" r:id="rId3" imgW="5886427" imgH="3505155" progId="Excel.Chart.8">
                  <p:embed/>
                </p:oleObj>
              </mc:Choice>
              <mc:Fallback>
                <p:oleObj name="Chart" r:id="rId3" imgW="5886427" imgH="3505155" progId="Excel.Chart.8">
                  <p:embed/>
                  <p:pic>
                    <p:nvPicPr>
                      <p:cNvPr id="570372" name="Object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73276" y="1206500"/>
                        <a:ext cx="8296275" cy="49403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type="none" w="med" len="lg"/>
                            <a:tailEnd type="none" w="med" len="lg"/>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 name="TextBox 1"/>
          <p:cNvSpPr txBox="1"/>
          <p:nvPr/>
        </p:nvSpPr>
        <p:spPr>
          <a:xfrm>
            <a:off x="1752601" y="6337301"/>
            <a:ext cx="7340471" cy="307777"/>
          </a:xfrm>
          <a:prstGeom prst="rect">
            <a:avLst/>
          </a:prstGeom>
          <a:noFill/>
        </p:spPr>
        <p:txBody>
          <a:bodyPr wrap="square" rtlCol="0">
            <a:spAutoFit/>
          </a:bodyPr>
          <a:lstStyle/>
          <a:p>
            <a:pPr algn="l"/>
            <a:r>
              <a:rPr lang="en-US" dirty="0"/>
              <a:t>This shows that the value functions provide reasonable approximations of the </a:t>
            </a:r>
          </a:p>
        </p:txBody>
      </p:sp>
      <p:sp>
        <p:nvSpPr>
          <p:cNvPr id="3" name="TextBox 2"/>
          <p:cNvSpPr txBox="1"/>
          <p:nvPr/>
        </p:nvSpPr>
        <p:spPr>
          <a:xfrm>
            <a:off x="3492501" y="1694934"/>
            <a:ext cx="5267789" cy="523220"/>
          </a:xfrm>
          <a:prstGeom prst="rect">
            <a:avLst/>
          </a:prstGeom>
          <a:noFill/>
        </p:spPr>
        <p:txBody>
          <a:bodyPr wrap="none" rtlCol="0">
            <a:spAutoFit/>
          </a:bodyPr>
          <a:lstStyle/>
          <a:p>
            <a:pPr algn="l"/>
            <a:r>
              <a:rPr lang="en-US" dirty="0"/>
              <a:t>Purple bars: Value of drivers from value function approximations</a:t>
            </a:r>
          </a:p>
          <a:p>
            <a:pPr algn="l"/>
            <a:r>
              <a:rPr lang="en-US" dirty="0"/>
              <a:t>Error bars: Statistical estimate from rerunning the simulation.</a:t>
            </a:r>
          </a:p>
        </p:txBody>
      </p:sp>
      <p:sp>
        <p:nvSpPr>
          <p:cNvPr id="4" name="Footer Placeholder 3"/>
          <p:cNvSpPr>
            <a:spLocks noGrp="1"/>
          </p:cNvSpPr>
          <p:nvPr>
            <p:ph type="ftr" sz="quarter" idx="11"/>
          </p:nvPr>
        </p:nvSpPr>
        <p:spPr>
          <a:xfrm>
            <a:off x="3124200" y="6637828"/>
            <a:ext cx="2895600" cy="457200"/>
          </a:xfrm>
          <a:prstGeom prst="rect">
            <a:avLst/>
          </a:prstGeom>
          <a:ln/>
        </p:spPr>
        <p:txBody>
          <a:bodyPr/>
          <a:lstStyle>
            <a:defPPr>
              <a:defRPr lang="en-US"/>
            </a:defPPr>
            <a:lvl1pPr algn="ctr" rtl="0" eaLnBrk="0" fontAlgn="base" hangingPunct="0">
              <a:spcBef>
                <a:spcPct val="0"/>
              </a:spcBef>
              <a:spcAft>
                <a:spcPct val="0"/>
              </a:spcAft>
              <a:defRPr sz="1200" i="0" kern="1200">
                <a:solidFill>
                  <a:schemeClr val="tx1"/>
                </a:solidFill>
                <a:latin typeface="Times New Roman" pitchFamily="18" charset="0"/>
                <a:ea typeface="+mn-ea"/>
                <a:cs typeface="+mn-cs"/>
              </a:defRPr>
            </a:lvl1pPr>
            <a:lvl2pPr marL="457200" algn="ctr" rtl="0" eaLnBrk="0" fontAlgn="base" hangingPunct="0">
              <a:spcBef>
                <a:spcPct val="0"/>
              </a:spcBef>
              <a:spcAft>
                <a:spcPct val="0"/>
              </a:spcAft>
              <a:defRPr i="1" kern="1200">
                <a:solidFill>
                  <a:schemeClr val="tx1"/>
                </a:solidFill>
                <a:latin typeface="Times New Roman" pitchFamily="18" charset="0"/>
                <a:ea typeface="+mn-ea"/>
                <a:cs typeface="+mn-cs"/>
              </a:defRPr>
            </a:lvl2pPr>
            <a:lvl3pPr marL="914400" algn="ctr" rtl="0" eaLnBrk="0" fontAlgn="base" hangingPunct="0">
              <a:spcBef>
                <a:spcPct val="0"/>
              </a:spcBef>
              <a:spcAft>
                <a:spcPct val="0"/>
              </a:spcAft>
              <a:defRPr i="1" kern="1200">
                <a:solidFill>
                  <a:schemeClr val="tx1"/>
                </a:solidFill>
                <a:latin typeface="Times New Roman" pitchFamily="18" charset="0"/>
                <a:ea typeface="+mn-ea"/>
                <a:cs typeface="+mn-cs"/>
              </a:defRPr>
            </a:lvl3pPr>
            <a:lvl4pPr marL="1371600" algn="ctr" rtl="0" eaLnBrk="0" fontAlgn="base" hangingPunct="0">
              <a:spcBef>
                <a:spcPct val="0"/>
              </a:spcBef>
              <a:spcAft>
                <a:spcPct val="0"/>
              </a:spcAft>
              <a:defRPr i="1" kern="1200">
                <a:solidFill>
                  <a:schemeClr val="tx1"/>
                </a:solidFill>
                <a:latin typeface="Times New Roman" pitchFamily="18" charset="0"/>
                <a:ea typeface="+mn-ea"/>
                <a:cs typeface="+mn-cs"/>
              </a:defRPr>
            </a:lvl4pPr>
            <a:lvl5pPr marL="1828800" algn="ctr" rtl="0" eaLnBrk="0" fontAlgn="base" hangingPunct="0">
              <a:spcBef>
                <a:spcPct val="0"/>
              </a:spcBef>
              <a:spcAft>
                <a:spcPct val="0"/>
              </a:spcAft>
              <a:defRPr i="1" kern="1200">
                <a:solidFill>
                  <a:schemeClr val="tx1"/>
                </a:solidFill>
                <a:latin typeface="Times New Roman" pitchFamily="18" charset="0"/>
                <a:ea typeface="+mn-ea"/>
                <a:cs typeface="+mn-cs"/>
              </a:defRPr>
            </a:lvl5pPr>
            <a:lvl6pPr marL="2286000" algn="l" defTabSz="914400" rtl="0" eaLnBrk="1" latinLnBrk="0" hangingPunct="1">
              <a:defRPr i="1" kern="1200">
                <a:solidFill>
                  <a:schemeClr val="tx1"/>
                </a:solidFill>
                <a:latin typeface="Times New Roman" pitchFamily="18" charset="0"/>
                <a:ea typeface="+mn-ea"/>
                <a:cs typeface="+mn-cs"/>
              </a:defRPr>
            </a:lvl6pPr>
            <a:lvl7pPr marL="2743200" algn="l" defTabSz="914400" rtl="0" eaLnBrk="1" latinLnBrk="0" hangingPunct="1">
              <a:defRPr i="1" kern="1200">
                <a:solidFill>
                  <a:schemeClr val="tx1"/>
                </a:solidFill>
                <a:latin typeface="Times New Roman" pitchFamily="18" charset="0"/>
                <a:ea typeface="+mn-ea"/>
                <a:cs typeface="+mn-cs"/>
              </a:defRPr>
            </a:lvl7pPr>
            <a:lvl8pPr marL="3200400" algn="l" defTabSz="914400" rtl="0" eaLnBrk="1" latinLnBrk="0" hangingPunct="1">
              <a:defRPr i="1" kern="1200">
                <a:solidFill>
                  <a:schemeClr val="tx1"/>
                </a:solidFill>
                <a:latin typeface="Times New Roman" pitchFamily="18" charset="0"/>
                <a:ea typeface="+mn-ea"/>
                <a:cs typeface="+mn-cs"/>
              </a:defRPr>
            </a:lvl8pPr>
            <a:lvl9pPr marL="3657600" algn="l" defTabSz="914400" rtl="0" eaLnBrk="1" latinLnBrk="0" hangingPunct="1">
              <a:defRPr i="1" kern="1200">
                <a:solidFill>
                  <a:schemeClr val="tx1"/>
                </a:solidFill>
                <a:latin typeface="Times New Roman" pitchFamily="18" charset="0"/>
                <a:ea typeface="+mn-ea"/>
                <a:cs typeface="+mn-cs"/>
              </a:defRPr>
            </a:lvl9pPr>
          </a:lstStyle>
          <a:p>
            <a:pPr>
              <a:defRPr/>
            </a:pPr>
            <a:r>
              <a:rPr lang="en-US"/>
              <a:t>© 2019 W.B. Powell</a:t>
            </a:r>
            <a:endParaRPr lang="en-US" dirty="0"/>
          </a:p>
        </p:txBody>
      </p:sp>
    </p:spTree>
    <p:extLst>
      <p:ext uri="{BB962C8B-B14F-4D97-AF65-F5344CB8AC3E}">
        <p14:creationId xmlns:p14="http://schemas.microsoft.com/office/powerpoint/2010/main" val="3383970710"/>
      </p:ext>
    </p:extLst>
  </p:cSld>
  <p:clrMapOvr>
    <a:masterClrMapping/>
  </p:clrMapOvr>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Footer Placeholder 4"/>
          <p:cNvSpPr>
            <a:spLocks noGrp="1"/>
          </p:cNvSpPr>
          <p:nvPr>
            <p:ph type="ftr" sz="quarter" idx="4294967295"/>
          </p:nvPr>
        </p:nvSpPr>
        <p:spPr>
          <a:xfrm>
            <a:off x="4648200" y="6553200"/>
            <a:ext cx="2895600" cy="457200"/>
          </a:xfrm>
          <a:prstGeom prst="rect">
            <a:avLst/>
          </a:prstGeom>
        </p:spPr>
        <p:txBody>
          <a:bodyPr/>
          <a:lstStyle/>
          <a:p>
            <a:r>
              <a:rPr lang="en-US"/>
              <a:t>© 2019 W.B. Powell</a:t>
            </a:r>
          </a:p>
        </p:txBody>
      </p:sp>
      <p:sp>
        <p:nvSpPr>
          <p:cNvPr id="2866178" name="Rectangle 2"/>
          <p:cNvSpPr>
            <a:spLocks noGrp="1" noChangeArrowheads="1"/>
          </p:cNvSpPr>
          <p:nvPr>
            <p:ph type="title"/>
          </p:nvPr>
        </p:nvSpPr>
        <p:spPr/>
        <p:txBody>
          <a:bodyPr/>
          <a:lstStyle/>
          <a:p>
            <a:r>
              <a:rPr lang="en-US" sz="3200" dirty="0">
                <a:solidFill>
                  <a:schemeClr val="tx1"/>
                </a:solidFill>
              </a:rPr>
              <a:t>Truckload fleet planning at Schneider National</a:t>
            </a:r>
            <a:endParaRPr lang="en-US" sz="3200" dirty="0"/>
          </a:p>
        </p:txBody>
      </p:sp>
      <p:sp>
        <p:nvSpPr>
          <p:cNvPr id="2866179" name="Rectangle 3"/>
          <p:cNvSpPr>
            <a:spLocks noGrp="1" noChangeArrowheads="1"/>
          </p:cNvSpPr>
          <p:nvPr>
            <p:ph type="body" idx="1"/>
          </p:nvPr>
        </p:nvSpPr>
        <p:spPr/>
        <p:txBody>
          <a:bodyPr/>
          <a:lstStyle/>
          <a:p>
            <a:endParaRPr lang="en-US"/>
          </a:p>
        </p:txBody>
      </p:sp>
      <p:pic>
        <p:nvPicPr>
          <p:cNvPr id="2866180"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524000" y="1436688"/>
            <a:ext cx="9144000" cy="5421312"/>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38100" algn="ctr">
                <a:solidFill>
                  <a:schemeClr val="tx1"/>
                </a:solidFill>
                <a:miter lim="800000"/>
                <a:headEnd/>
                <a:tailEnd type="none" w="med" len="lg"/>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 name="TextBox 1"/>
          <p:cNvSpPr txBox="1"/>
          <p:nvPr/>
        </p:nvSpPr>
        <p:spPr>
          <a:xfrm>
            <a:off x="2982411" y="3102016"/>
            <a:ext cx="1895071" cy="307777"/>
          </a:xfrm>
          <a:prstGeom prst="rect">
            <a:avLst/>
          </a:prstGeom>
          <a:solidFill>
            <a:schemeClr val="bg1"/>
          </a:solidFill>
        </p:spPr>
        <p:txBody>
          <a:bodyPr wrap="none" rtlCol="0">
            <a:spAutoFit/>
          </a:bodyPr>
          <a:lstStyle/>
          <a:p>
            <a:pPr algn="l"/>
            <a:r>
              <a:rPr lang="en-US" dirty="0"/>
              <a:t>Where to add drivers:</a:t>
            </a:r>
          </a:p>
        </p:txBody>
      </p:sp>
    </p:spTree>
    <p:extLst>
      <p:ext uri="{BB962C8B-B14F-4D97-AF65-F5344CB8AC3E}">
        <p14:creationId xmlns:p14="http://schemas.microsoft.com/office/powerpoint/2010/main" val="3925049239"/>
      </p:ext>
    </p:extLst>
  </p:cSld>
  <p:clrMapOvr>
    <a:masterClrMapping/>
  </p:clrMapOvr>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Footer Placeholder 4"/>
          <p:cNvSpPr>
            <a:spLocks noGrp="1"/>
          </p:cNvSpPr>
          <p:nvPr>
            <p:ph type="ftr" sz="quarter" idx="4294967295"/>
          </p:nvPr>
        </p:nvSpPr>
        <p:spPr>
          <a:xfrm>
            <a:off x="4648200" y="6553200"/>
            <a:ext cx="2895600" cy="457200"/>
          </a:xfrm>
          <a:prstGeom prst="rect">
            <a:avLst/>
          </a:prstGeom>
        </p:spPr>
        <p:txBody>
          <a:bodyPr/>
          <a:lstStyle/>
          <a:p>
            <a:r>
              <a:rPr lang="en-US"/>
              <a:t>© 2019 W.B. Powell</a:t>
            </a:r>
          </a:p>
        </p:txBody>
      </p:sp>
      <p:sp>
        <p:nvSpPr>
          <p:cNvPr id="2869250" name="Rectangle 2"/>
          <p:cNvSpPr>
            <a:spLocks noGrp="1" noChangeArrowheads="1"/>
          </p:cNvSpPr>
          <p:nvPr>
            <p:ph type="title"/>
          </p:nvPr>
        </p:nvSpPr>
        <p:spPr/>
        <p:txBody>
          <a:bodyPr/>
          <a:lstStyle/>
          <a:p>
            <a:r>
              <a:rPr lang="en-US" sz="3200" dirty="0">
                <a:solidFill>
                  <a:schemeClr val="tx1"/>
                </a:solidFill>
              </a:rPr>
              <a:t>Truckload fleet planning at Schneider National</a:t>
            </a:r>
            <a:endParaRPr lang="en-US" sz="3200" dirty="0"/>
          </a:p>
        </p:txBody>
      </p:sp>
      <p:sp>
        <p:nvSpPr>
          <p:cNvPr id="2869251" name="Rectangle 3"/>
          <p:cNvSpPr>
            <a:spLocks noGrp="1" noChangeArrowheads="1"/>
          </p:cNvSpPr>
          <p:nvPr>
            <p:ph type="body" idx="1"/>
          </p:nvPr>
        </p:nvSpPr>
        <p:spPr/>
        <p:txBody>
          <a:bodyPr/>
          <a:lstStyle/>
          <a:p>
            <a:endParaRPr lang="en-US"/>
          </a:p>
        </p:txBody>
      </p:sp>
      <p:pic>
        <p:nvPicPr>
          <p:cNvPr id="2869252"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524000" y="1430338"/>
            <a:ext cx="9144000" cy="5427662"/>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38100" algn="ctr">
                <a:solidFill>
                  <a:schemeClr val="tx1"/>
                </a:solidFill>
                <a:miter lim="800000"/>
                <a:headEnd/>
                <a:tailEnd type="none" w="med" len="lg"/>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 name="TextBox 7"/>
          <p:cNvSpPr txBox="1"/>
          <p:nvPr/>
        </p:nvSpPr>
        <p:spPr>
          <a:xfrm>
            <a:off x="2982410" y="3102016"/>
            <a:ext cx="2143536" cy="307777"/>
          </a:xfrm>
          <a:prstGeom prst="rect">
            <a:avLst/>
          </a:prstGeom>
          <a:solidFill>
            <a:schemeClr val="bg1"/>
          </a:solidFill>
        </p:spPr>
        <p:txBody>
          <a:bodyPr wrap="none" rtlCol="0">
            <a:spAutoFit/>
          </a:bodyPr>
          <a:lstStyle/>
          <a:p>
            <a:pPr algn="l"/>
            <a:r>
              <a:rPr lang="en-US" dirty="0"/>
              <a:t>Where to reduce drivers:</a:t>
            </a:r>
          </a:p>
        </p:txBody>
      </p:sp>
    </p:spTree>
    <p:extLst>
      <p:ext uri="{BB962C8B-B14F-4D97-AF65-F5344CB8AC3E}">
        <p14:creationId xmlns:p14="http://schemas.microsoft.com/office/powerpoint/2010/main" val="3844319613"/>
      </p:ext>
    </p:extLst>
  </p:cSld>
  <p:clrMapOvr>
    <a:masterClrMapping/>
  </p:clrMapOvr>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Shape 245">
          <a:extLst>
            <a:ext uri="{FF2B5EF4-FFF2-40B4-BE49-F238E27FC236}">
              <a16:creationId xmlns:a16="http://schemas.microsoft.com/office/drawing/2014/main" id="{8E08F371-B6F7-6EDE-A4EE-1B45D708FA2A}"/>
            </a:ext>
          </a:extLst>
        </p:cNvPr>
        <p:cNvGrpSpPr/>
        <p:nvPr/>
      </p:nvGrpSpPr>
      <p:grpSpPr>
        <a:xfrm>
          <a:off x="0" y="0"/>
          <a:ext cx="0" cy="0"/>
          <a:chOff x="0" y="0"/>
          <a:chExt cx="0" cy="0"/>
        </a:xfrm>
      </p:grpSpPr>
      <p:pic>
        <p:nvPicPr>
          <p:cNvPr id="3" name="Picture 2">
            <a:extLst>
              <a:ext uri="{FF2B5EF4-FFF2-40B4-BE49-F238E27FC236}">
                <a16:creationId xmlns:a16="http://schemas.microsoft.com/office/drawing/2014/main" id="{5AD39A62-418E-5DE4-0484-8856ACC8921C}"/>
              </a:ext>
            </a:extLst>
          </p:cNvPr>
          <p:cNvPicPr>
            <a:picLocks noChangeAspect="1"/>
          </p:cNvPicPr>
          <p:nvPr/>
        </p:nvPicPr>
        <p:blipFill>
          <a:blip r:embed="rId3"/>
          <a:stretch>
            <a:fillRect/>
          </a:stretch>
        </p:blipFill>
        <p:spPr>
          <a:xfrm>
            <a:off x="-57956" y="-51516"/>
            <a:ext cx="12292833" cy="6909515"/>
          </a:xfrm>
          <a:prstGeom prst="rect">
            <a:avLst/>
          </a:prstGeom>
        </p:spPr>
      </p:pic>
      <p:sp>
        <p:nvSpPr>
          <p:cNvPr id="246" name="Google Shape;246;p26">
            <a:extLst>
              <a:ext uri="{FF2B5EF4-FFF2-40B4-BE49-F238E27FC236}">
                <a16:creationId xmlns:a16="http://schemas.microsoft.com/office/drawing/2014/main" id="{FD21271B-895F-D6A1-75A3-4DB8F27BB12F}"/>
              </a:ext>
            </a:extLst>
          </p:cNvPr>
          <p:cNvSpPr txBox="1">
            <a:spLocks noGrp="1"/>
          </p:cNvSpPr>
          <p:nvPr>
            <p:ph type="title"/>
          </p:nvPr>
        </p:nvSpPr>
        <p:spPr>
          <a:xfrm>
            <a:off x="2021700" y="353850"/>
            <a:ext cx="8283900" cy="550500"/>
          </a:xfrm>
          <a:prstGeom prst="rect">
            <a:avLst/>
          </a:prstGeom>
          <a:noFill/>
          <a:ln>
            <a:noFill/>
          </a:ln>
        </p:spPr>
        <p:txBody>
          <a:bodyPr spcFirstLastPara="1" wrap="square" lIns="91425" tIns="45700" rIns="91425" bIns="45700" anchor="ctr" anchorCtr="0">
            <a:noAutofit/>
          </a:bodyPr>
          <a:lstStyle/>
          <a:p>
            <a:pPr marL="0" lvl="0" indent="0" algn="ctr" rtl="0">
              <a:spcBef>
                <a:spcPts val="0"/>
              </a:spcBef>
              <a:spcAft>
                <a:spcPts val="0"/>
              </a:spcAft>
              <a:buNone/>
            </a:pPr>
            <a:r>
              <a:rPr lang="en-US">
                <a:solidFill>
                  <a:schemeClr val="lt1"/>
                </a:solidFill>
              </a:rPr>
              <a:t>OUTLINE</a:t>
            </a:r>
            <a:endParaRPr/>
          </a:p>
        </p:txBody>
      </p:sp>
      <p:sp>
        <p:nvSpPr>
          <p:cNvPr id="5" name="Google Shape;247;p26">
            <a:extLst>
              <a:ext uri="{FF2B5EF4-FFF2-40B4-BE49-F238E27FC236}">
                <a16:creationId xmlns:a16="http://schemas.microsoft.com/office/drawing/2014/main" id="{D2128583-5141-9500-B94B-8488BD69B6E4}"/>
              </a:ext>
            </a:extLst>
          </p:cNvPr>
          <p:cNvSpPr txBox="1">
            <a:spLocks noGrp="1"/>
          </p:cNvSpPr>
          <p:nvPr>
            <p:ph type="body" idx="1"/>
          </p:nvPr>
        </p:nvSpPr>
        <p:spPr>
          <a:xfrm>
            <a:off x="1039756" y="1799894"/>
            <a:ext cx="10856871" cy="3479115"/>
          </a:xfrm>
          <a:prstGeom prst="rect">
            <a:avLst/>
          </a:prstGeom>
          <a:noFill/>
          <a:ln>
            <a:noFill/>
          </a:ln>
        </p:spPr>
        <p:txBody>
          <a:bodyPr spcFirstLastPara="1" wrap="square" lIns="91425" tIns="45700" rIns="91425" bIns="45700" anchor="t" anchorCtr="0">
            <a:noAutofit/>
          </a:bodyPr>
          <a:lstStyle/>
          <a:p>
            <a:pPr marL="342900">
              <a:buClr>
                <a:schemeClr val="lt1"/>
              </a:buClr>
              <a:buFont typeface="Times New Roman"/>
              <a:buChar char="➜"/>
            </a:pPr>
            <a:r>
              <a:rPr lang="en-US" sz="2400" dirty="0">
                <a:solidFill>
                  <a:schemeClr val="bg1"/>
                </a:solidFill>
              </a:rPr>
              <a:t>VFA V - Applications of ADP</a:t>
            </a:r>
          </a:p>
          <a:p>
            <a:pPr marL="800100" lvl="1">
              <a:buClr>
                <a:schemeClr val="lt1"/>
              </a:buClr>
              <a:buFont typeface="Times New Roman"/>
              <a:buChar char="➜"/>
            </a:pPr>
            <a:endParaRPr lang="en-US" sz="2000" dirty="0">
              <a:solidFill>
                <a:schemeClr val="bg1"/>
              </a:solidFill>
            </a:endParaRPr>
          </a:p>
          <a:p>
            <a:pPr marL="800100" lvl="1">
              <a:spcBef>
                <a:spcPts val="0"/>
              </a:spcBef>
              <a:buClr>
                <a:schemeClr val="lt1"/>
              </a:buClr>
              <a:buFont typeface="Times New Roman"/>
              <a:buChar char="➜"/>
            </a:pPr>
            <a:r>
              <a:rPr lang="en-US" sz="2000" dirty="0">
                <a:solidFill>
                  <a:schemeClr val="accent2">
                    <a:lumMod val="40000"/>
                    <a:lumOff val="60000"/>
                  </a:schemeClr>
                </a:solidFill>
              </a:rPr>
              <a:t>Blood management</a:t>
            </a:r>
          </a:p>
          <a:p>
            <a:pPr marL="800100" lvl="1">
              <a:spcBef>
                <a:spcPts val="0"/>
              </a:spcBef>
              <a:buClr>
                <a:schemeClr val="lt1"/>
              </a:buClr>
              <a:buFont typeface="Times New Roman"/>
              <a:buChar char="➜"/>
            </a:pPr>
            <a:endParaRPr lang="en-US" sz="2000" dirty="0">
              <a:solidFill>
                <a:schemeClr val="accent2">
                  <a:lumMod val="40000"/>
                  <a:lumOff val="60000"/>
                </a:schemeClr>
              </a:solidFill>
            </a:endParaRPr>
          </a:p>
          <a:p>
            <a:pPr marL="800100" lvl="1">
              <a:spcBef>
                <a:spcPts val="0"/>
              </a:spcBef>
              <a:buClr>
                <a:schemeClr val="lt1"/>
              </a:buClr>
              <a:buFont typeface="Times New Roman"/>
              <a:buChar char="➜"/>
            </a:pPr>
            <a:r>
              <a:rPr lang="en-US" sz="2000" dirty="0">
                <a:solidFill>
                  <a:schemeClr val="accent2">
                    <a:lumMod val="40000"/>
                    <a:lumOff val="60000"/>
                  </a:schemeClr>
                </a:solidFill>
              </a:rPr>
              <a:t>Grid-level energy storage</a:t>
            </a:r>
          </a:p>
          <a:p>
            <a:pPr marL="800100" lvl="1">
              <a:spcBef>
                <a:spcPts val="0"/>
              </a:spcBef>
              <a:buClr>
                <a:schemeClr val="lt1"/>
              </a:buClr>
              <a:buFont typeface="Times New Roman"/>
              <a:buChar char="➜"/>
            </a:pPr>
            <a:endParaRPr lang="en-US" sz="2000" dirty="0">
              <a:solidFill>
                <a:schemeClr val="accent2">
                  <a:lumMod val="40000"/>
                  <a:lumOff val="60000"/>
                </a:schemeClr>
              </a:solidFill>
            </a:endParaRPr>
          </a:p>
          <a:p>
            <a:pPr marL="800100" lvl="1">
              <a:spcBef>
                <a:spcPts val="0"/>
              </a:spcBef>
              <a:buClr>
                <a:schemeClr val="lt1"/>
              </a:buClr>
              <a:buFont typeface="Times New Roman"/>
              <a:buChar char="➜"/>
            </a:pPr>
            <a:r>
              <a:rPr lang="en-US" sz="2000" dirty="0">
                <a:solidFill>
                  <a:schemeClr val="accent2">
                    <a:lumMod val="40000"/>
                    <a:lumOff val="60000"/>
                  </a:schemeClr>
                </a:solidFill>
              </a:rPr>
              <a:t>Truckload fleet planning at Schneider National</a:t>
            </a:r>
          </a:p>
          <a:p>
            <a:pPr marL="800100" lvl="1">
              <a:spcBef>
                <a:spcPts val="0"/>
              </a:spcBef>
              <a:buClr>
                <a:schemeClr val="lt1"/>
              </a:buClr>
              <a:buFont typeface="Times New Roman"/>
              <a:buChar char="➜"/>
            </a:pPr>
            <a:endParaRPr lang="en-US" sz="2000" dirty="0">
              <a:solidFill>
                <a:schemeClr val="accent2">
                  <a:lumMod val="40000"/>
                  <a:lumOff val="60000"/>
                </a:schemeClr>
              </a:solidFill>
            </a:endParaRPr>
          </a:p>
          <a:p>
            <a:pPr marL="800100" lvl="1">
              <a:spcBef>
                <a:spcPts val="0"/>
              </a:spcBef>
              <a:buClr>
                <a:schemeClr val="lt1"/>
              </a:buClr>
              <a:buFont typeface="Times New Roman"/>
              <a:buChar char="➜"/>
            </a:pPr>
            <a:r>
              <a:rPr lang="en-US" sz="2000" dirty="0">
                <a:solidFill>
                  <a:schemeClr val="bg1"/>
                </a:solidFill>
              </a:rPr>
              <a:t>Locomotive planning at Norfolk Southern</a:t>
            </a:r>
          </a:p>
          <a:p>
            <a:pPr marL="800100" lvl="1">
              <a:spcBef>
                <a:spcPts val="0"/>
              </a:spcBef>
              <a:buClr>
                <a:schemeClr val="lt1"/>
              </a:buClr>
              <a:buFont typeface="Times New Roman"/>
              <a:buChar char="➜"/>
            </a:pPr>
            <a:endParaRPr lang="en-US" sz="2000" dirty="0">
              <a:solidFill>
                <a:schemeClr val="bg1"/>
              </a:solidFill>
            </a:endParaRPr>
          </a:p>
          <a:p>
            <a:pPr marL="800100" lvl="1">
              <a:buClr>
                <a:schemeClr val="lt1"/>
              </a:buClr>
              <a:buFont typeface="Arial" panose="020B0604020202020204" pitchFamily="34" charset="0"/>
              <a:buChar char="•"/>
            </a:pPr>
            <a:endParaRPr lang="en-US" sz="2000" dirty="0">
              <a:solidFill>
                <a:schemeClr val="bg1"/>
              </a:solidFill>
            </a:endParaRPr>
          </a:p>
        </p:txBody>
      </p:sp>
      <p:sp>
        <p:nvSpPr>
          <p:cNvPr id="2" name="TextBox 1">
            <a:extLst>
              <a:ext uri="{FF2B5EF4-FFF2-40B4-BE49-F238E27FC236}">
                <a16:creationId xmlns:a16="http://schemas.microsoft.com/office/drawing/2014/main" id="{73C71CAF-4185-A1A5-9F5D-0724711008FE}"/>
              </a:ext>
            </a:extLst>
          </p:cNvPr>
          <p:cNvSpPr txBox="1"/>
          <p:nvPr/>
        </p:nvSpPr>
        <p:spPr>
          <a:xfrm>
            <a:off x="11439525" y="6280363"/>
            <a:ext cx="527709" cy="461665"/>
          </a:xfrm>
          <a:prstGeom prst="rect">
            <a:avLst/>
          </a:prstGeom>
          <a:noFill/>
        </p:spPr>
        <p:txBody>
          <a:bodyPr wrap="none" rtlCol="0">
            <a:spAutoFit/>
          </a:bodyPr>
          <a:lstStyle/>
          <a:p>
            <a:r>
              <a:rPr lang="en-US" sz="2400" dirty="0">
                <a:solidFill>
                  <a:schemeClr val="accent2">
                    <a:lumMod val="60000"/>
                    <a:lumOff val="40000"/>
                  </a:schemeClr>
                </a:solidFill>
              </a:rPr>
              <a:t>15</a:t>
            </a:r>
          </a:p>
        </p:txBody>
      </p:sp>
    </p:spTree>
    <p:extLst>
      <p:ext uri="{BB962C8B-B14F-4D97-AF65-F5344CB8AC3E}">
        <p14:creationId xmlns:p14="http://schemas.microsoft.com/office/powerpoint/2010/main" val="2525864433"/>
      </p:ext>
    </p:extLst>
  </p:cSld>
  <p:clrMapOvr>
    <a:masterClrMapping/>
  </p:clrMapOvr>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761239F-9E41-B580-B9CE-DA0C81B31CA7}"/>
            </a:ext>
          </a:extLst>
        </p:cNvPr>
        <p:cNvGrpSpPr/>
        <p:nvPr/>
      </p:nvGrpSpPr>
      <p:grpSpPr>
        <a:xfrm>
          <a:off x="0" y="0"/>
          <a:ext cx="0" cy="0"/>
          <a:chOff x="0" y="0"/>
          <a:chExt cx="0" cy="0"/>
        </a:xfrm>
      </p:grpSpPr>
      <p:grpSp>
        <p:nvGrpSpPr>
          <p:cNvPr id="3074" name="Group 20">
            <a:extLst>
              <a:ext uri="{FF2B5EF4-FFF2-40B4-BE49-F238E27FC236}">
                <a16:creationId xmlns:a16="http://schemas.microsoft.com/office/drawing/2014/main" id="{454B0C99-13D0-411B-4FC1-7756217729F8}"/>
              </a:ext>
            </a:extLst>
          </p:cNvPr>
          <p:cNvGrpSpPr>
            <a:grpSpLocks/>
          </p:cNvGrpSpPr>
          <p:nvPr/>
        </p:nvGrpSpPr>
        <p:grpSpPr bwMode="auto">
          <a:xfrm>
            <a:off x="0" y="-17463"/>
            <a:ext cx="12192000" cy="6346826"/>
            <a:chOff x="-18" y="13"/>
            <a:chExt cx="5782" cy="3998"/>
          </a:xfrm>
        </p:grpSpPr>
        <p:grpSp>
          <p:nvGrpSpPr>
            <p:cNvPr id="3075" name="Group 19">
              <a:extLst>
                <a:ext uri="{FF2B5EF4-FFF2-40B4-BE49-F238E27FC236}">
                  <a16:creationId xmlns:a16="http://schemas.microsoft.com/office/drawing/2014/main" id="{DA115BB9-80B1-FE47-786D-402818F22A40}"/>
                </a:ext>
              </a:extLst>
            </p:cNvPr>
            <p:cNvGrpSpPr>
              <a:grpSpLocks/>
            </p:cNvGrpSpPr>
            <p:nvPr/>
          </p:nvGrpSpPr>
          <p:grpSpPr bwMode="auto">
            <a:xfrm>
              <a:off x="-18" y="13"/>
              <a:ext cx="5782" cy="3998"/>
              <a:chOff x="-18" y="13"/>
              <a:chExt cx="5782" cy="3998"/>
            </a:xfrm>
          </p:grpSpPr>
          <p:grpSp>
            <p:nvGrpSpPr>
              <p:cNvPr id="3079" name="Group 12">
                <a:extLst>
                  <a:ext uri="{FF2B5EF4-FFF2-40B4-BE49-F238E27FC236}">
                    <a16:creationId xmlns:a16="http://schemas.microsoft.com/office/drawing/2014/main" id="{5D5B82F6-875C-AE98-E65D-8555BFB6B344}"/>
                  </a:ext>
                </a:extLst>
              </p:cNvPr>
              <p:cNvGrpSpPr>
                <a:grpSpLocks/>
              </p:cNvGrpSpPr>
              <p:nvPr/>
            </p:nvGrpSpPr>
            <p:grpSpPr bwMode="auto">
              <a:xfrm>
                <a:off x="-18" y="13"/>
                <a:ext cx="5782" cy="3998"/>
                <a:chOff x="-6" y="193"/>
                <a:chExt cx="5782" cy="3998"/>
              </a:xfrm>
            </p:grpSpPr>
            <p:pic>
              <p:nvPicPr>
                <p:cNvPr id="3081" name="Picture 9" descr="NS loco in show">
                  <a:extLst>
                    <a:ext uri="{FF2B5EF4-FFF2-40B4-BE49-F238E27FC236}">
                      <a16:creationId xmlns:a16="http://schemas.microsoft.com/office/drawing/2014/main" id="{B3BC6FDE-9B21-DA9C-DA9C-12C2364EF6B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 y="193"/>
                  <a:ext cx="5782" cy="3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082" name="Picture 10">
                  <a:extLst>
                    <a:ext uri="{FF2B5EF4-FFF2-40B4-BE49-F238E27FC236}">
                      <a16:creationId xmlns:a16="http://schemas.microsoft.com/office/drawing/2014/main" id="{771CE32F-EA0A-5774-0F75-06885E34DAD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730" y="3940"/>
                  <a:ext cx="1032" cy="251"/>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28575" algn="ctr">
                      <a:solidFill>
                        <a:schemeClr val="tx1"/>
                      </a:solidFill>
                      <a:miter lim="800000"/>
                      <a:headEnd/>
                      <a:tailEnd type="none" w="med" len="lg"/>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pic>
            <p:nvPicPr>
              <p:cNvPr id="3080" name="Picture 13">
                <a:extLst>
                  <a:ext uri="{FF2B5EF4-FFF2-40B4-BE49-F238E27FC236}">
                    <a16:creationId xmlns:a16="http://schemas.microsoft.com/office/drawing/2014/main" id="{7F578389-8A8A-7058-EF9F-FD223A733A5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026" y="3453"/>
                <a:ext cx="613" cy="45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28575" algn="ctr">
                    <a:solidFill>
                      <a:schemeClr val="tx1"/>
                    </a:solidFill>
                    <a:miter lim="800000"/>
                    <a:headEnd/>
                    <a:tailEnd type="none" w="med" len="lg"/>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076" name="Group 17">
              <a:extLst>
                <a:ext uri="{FF2B5EF4-FFF2-40B4-BE49-F238E27FC236}">
                  <a16:creationId xmlns:a16="http://schemas.microsoft.com/office/drawing/2014/main" id="{FB89D8B5-3F55-FE0E-1448-A653D40A40A2}"/>
                </a:ext>
              </a:extLst>
            </p:cNvPr>
            <p:cNvGrpSpPr>
              <a:grpSpLocks/>
            </p:cNvGrpSpPr>
            <p:nvPr/>
          </p:nvGrpSpPr>
          <p:grpSpPr bwMode="auto">
            <a:xfrm>
              <a:off x="1530" y="3402"/>
              <a:ext cx="106" cy="151"/>
              <a:chOff x="1530" y="3402"/>
              <a:chExt cx="106" cy="151"/>
            </a:xfrm>
          </p:grpSpPr>
          <p:pic>
            <p:nvPicPr>
              <p:cNvPr id="3077" name="Picture 15">
                <a:extLst>
                  <a:ext uri="{FF2B5EF4-FFF2-40B4-BE49-F238E27FC236}">
                    <a16:creationId xmlns:a16="http://schemas.microsoft.com/office/drawing/2014/main" id="{2D693903-D596-B79B-D77A-33131F556F96}"/>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1384819">
                <a:off x="1530" y="3431"/>
                <a:ext cx="104" cy="122"/>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28575" algn="ctr">
                    <a:solidFill>
                      <a:schemeClr val="tx1"/>
                    </a:solidFill>
                    <a:miter lim="800000"/>
                    <a:headEnd/>
                    <a:tailEnd type="none" w="med" len="lg"/>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078" name="Picture 16">
                <a:extLst>
                  <a:ext uri="{FF2B5EF4-FFF2-40B4-BE49-F238E27FC236}">
                    <a16:creationId xmlns:a16="http://schemas.microsoft.com/office/drawing/2014/main" id="{EF42D43B-704E-90D6-B5E6-9800AF214D94}"/>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1050333">
                <a:off x="1560" y="3402"/>
                <a:ext cx="76" cy="89"/>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28575" algn="ctr">
                    <a:solidFill>
                      <a:schemeClr val="tx1"/>
                    </a:solidFill>
                    <a:miter lim="800000"/>
                    <a:headEnd/>
                    <a:tailEnd type="none" w="med" len="lg"/>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3" name="Rectangle 3">
            <a:extLst>
              <a:ext uri="{FF2B5EF4-FFF2-40B4-BE49-F238E27FC236}">
                <a16:creationId xmlns:a16="http://schemas.microsoft.com/office/drawing/2014/main" id="{0EA0B78D-76C4-34AC-BD9C-04DF02EE95C1}"/>
              </a:ext>
            </a:extLst>
          </p:cNvPr>
          <p:cNvSpPr>
            <a:spLocks noGrp="1" noChangeArrowheads="1"/>
          </p:cNvSpPr>
          <p:nvPr>
            <p:ph type="title"/>
          </p:nvPr>
        </p:nvSpPr>
        <p:spPr>
          <a:xfrm>
            <a:off x="2021700" y="353850"/>
            <a:ext cx="8283900" cy="550500"/>
          </a:xfrm>
        </p:spPr>
        <p:txBody>
          <a:bodyPr/>
          <a:lstStyle/>
          <a:p>
            <a:pPr eaLnBrk="1" hangingPunct="1"/>
            <a:r>
              <a:rPr lang="en-US" dirty="0"/>
              <a:t>Locomotive planning at Norfolk Southern</a:t>
            </a:r>
          </a:p>
        </p:txBody>
      </p:sp>
    </p:spTree>
    <p:extLst>
      <p:ext uri="{BB962C8B-B14F-4D97-AF65-F5344CB8AC3E}">
        <p14:creationId xmlns:p14="http://schemas.microsoft.com/office/powerpoint/2010/main" val="3387129504"/>
      </p:ext>
    </p:extLst>
  </p:cSld>
  <p:clrMapOvr>
    <a:masterClrMapping/>
  </p:clrMapOvr>
</p:sld>
</file>

<file path=ppt/slides/slide210.xml><?xml version="1.0" encoding="utf-8"?>
<p:sld xmlns:a="http://schemas.openxmlformats.org/drawingml/2006/main" xmlns:r="http://schemas.openxmlformats.org/officeDocument/2006/relationships" xmlns:p="http://schemas.openxmlformats.org/presentationml/2006/main" showMasterSp="0">
  <p:cSld>
    <p:bg>
      <p:bgPr>
        <a:solidFill>
          <a:schemeClr val="tx1"/>
        </a:solidFill>
        <a:effectLst/>
      </p:bgPr>
    </p:bg>
    <p:spTree>
      <p:nvGrpSpPr>
        <p:cNvPr id="1" name=""/>
        <p:cNvGrpSpPr/>
        <p:nvPr/>
      </p:nvGrpSpPr>
      <p:grpSpPr>
        <a:xfrm>
          <a:off x="0" y="0"/>
          <a:ext cx="0" cy="0"/>
          <a:chOff x="0" y="0"/>
          <a:chExt cx="0" cy="0"/>
        </a:xfrm>
      </p:grpSpPr>
      <p:pic>
        <p:nvPicPr>
          <p:cNvPr id="91140" name="Picture 2" descr="PV5 pilottour-bnsf locos"/>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52400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30147" name="Rectangle 3"/>
          <p:cNvSpPr>
            <a:spLocks noChangeArrowheads="1"/>
          </p:cNvSpPr>
          <p:nvPr/>
        </p:nvSpPr>
        <p:spPr bwMode="auto">
          <a:xfrm>
            <a:off x="1562100" y="38100"/>
            <a:ext cx="2209800" cy="2209800"/>
          </a:xfrm>
          <a:prstGeom prst="rect">
            <a:avLst/>
          </a:prstGeom>
          <a:solidFill>
            <a:srgbClr val="969696">
              <a:alpha val="50195"/>
            </a:srgbClr>
          </a:solidFill>
          <a:ln w="28575">
            <a:solidFill>
              <a:schemeClr val="bg1"/>
            </a:solidFill>
            <a:miter lim="800000"/>
            <a:headEnd/>
            <a:tailEnd/>
          </a:ln>
        </p:spPr>
        <p:txBody>
          <a:bodyPr wrap="none" anchor="ctr"/>
          <a:lstStyle/>
          <a:p>
            <a:endParaRPr lang="en-US"/>
          </a:p>
        </p:txBody>
      </p:sp>
      <p:sp>
        <p:nvSpPr>
          <p:cNvPr id="4230148" name="Rectangle 4"/>
          <p:cNvSpPr>
            <a:spLocks noChangeArrowheads="1"/>
          </p:cNvSpPr>
          <p:nvPr/>
        </p:nvSpPr>
        <p:spPr bwMode="auto">
          <a:xfrm>
            <a:off x="3886200" y="4457700"/>
            <a:ext cx="2209800" cy="2400300"/>
          </a:xfrm>
          <a:prstGeom prst="rect">
            <a:avLst/>
          </a:prstGeom>
          <a:solidFill>
            <a:srgbClr val="969696">
              <a:alpha val="50195"/>
            </a:srgbClr>
          </a:solidFill>
          <a:ln w="28575">
            <a:solidFill>
              <a:schemeClr val="bg1"/>
            </a:solidFill>
            <a:miter lim="800000"/>
            <a:headEnd/>
            <a:tailEnd/>
          </a:ln>
        </p:spPr>
        <p:txBody>
          <a:bodyPr wrap="none" anchor="ctr"/>
          <a:lstStyle/>
          <a:p>
            <a:endParaRPr lang="en-US"/>
          </a:p>
        </p:txBody>
      </p:sp>
      <p:sp>
        <p:nvSpPr>
          <p:cNvPr id="4230149" name="Line 5"/>
          <p:cNvSpPr>
            <a:spLocks noChangeShapeType="1"/>
          </p:cNvSpPr>
          <p:nvPr/>
        </p:nvSpPr>
        <p:spPr bwMode="auto">
          <a:xfrm>
            <a:off x="3505200" y="2228850"/>
            <a:ext cx="628650" cy="2228850"/>
          </a:xfrm>
          <a:prstGeom prst="line">
            <a:avLst/>
          </a:prstGeom>
          <a:noFill/>
          <a:ln w="57150">
            <a:solidFill>
              <a:schemeClr val="bg1"/>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4230150" name="Rectangle 6"/>
          <p:cNvSpPr>
            <a:spLocks noChangeArrowheads="1"/>
          </p:cNvSpPr>
          <p:nvPr/>
        </p:nvSpPr>
        <p:spPr bwMode="auto">
          <a:xfrm>
            <a:off x="8477250" y="76200"/>
            <a:ext cx="2209800" cy="3352800"/>
          </a:xfrm>
          <a:prstGeom prst="rect">
            <a:avLst/>
          </a:prstGeom>
          <a:solidFill>
            <a:srgbClr val="969696">
              <a:alpha val="50195"/>
            </a:srgbClr>
          </a:solidFill>
          <a:ln w="28575">
            <a:solidFill>
              <a:schemeClr val="bg1"/>
            </a:solidFill>
            <a:miter lim="800000"/>
            <a:headEnd/>
            <a:tailEnd/>
          </a:ln>
        </p:spPr>
        <p:txBody>
          <a:bodyPr wrap="none" anchor="ctr"/>
          <a:lstStyle/>
          <a:p>
            <a:endParaRPr lang="en-US"/>
          </a:p>
        </p:txBody>
      </p:sp>
      <p:sp>
        <p:nvSpPr>
          <p:cNvPr id="4230151" name="Line 7"/>
          <p:cNvSpPr>
            <a:spLocks noChangeShapeType="1"/>
          </p:cNvSpPr>
          <p:nvPr/>
        </p:nvSpPr>
        <p:spPr bwMode="auto">
          <a:xfrm flipV="1">
            <a:off x="6096000" y="819150"/>
            <a:ext cx="2419350" cy="4114800"/>
          </a:xfrm>
          <a:prstGeom prst="line">
            <a:avLst/>
          </a:prstGeom>
          <a:noFill/>
          <a:ln w="57150">
            <a:solidFill>
              <a:schemeClr val="bg1"/>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Tree>
    <p:extLst>
      <p:ext uri="{BB962C8B-B14F-4D97-AF65-F5344CB8AC3E}">
        <p14:creationId xmlns:p14="http://schemas.microsoft.com/office/powerpoint/2010/main" val="2253603286"/>
      </p:ext>
    </p:extLst>
  </p:cSld>
  <p:clrMapOvr>
    <a:masterClrMapping/>
  </p:clrMapOvr>
  <p:transition spd="med">
    <p:wipe dir="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230147"/>
                                        </p:tgtEl>
                                        <p:attrNameLst>
                                          <p:attrName>style.visibility</p:attrName>
                                        </p:attrNameLst>
                                      </p:cBhvr>
                                      <p:to>
                                        <p:strVal val="visible"/>
                                      </p:to>
                                    </p:set>
                                    <p:animEffect transition="in" filter="dissolve">
                                      <p:cBhvr>
                                        <p:cTn id="7" dur="500"/>
                                        <p:tgtEl>
                                          <p:spTgt spid="4230147"/>
                                        </p:tgtEl>
                                      </p:cBhvr>
                                    </p:animEffect>
                                  </p:childTnLst>
                                </p:cTn>
                              </p:par>
                            </p:childTnLst>
                          </p:cTn>
                        </p:par>
                        <p:par>
                          <p:cTn id="8" fill="hold" nodeType="afterGroup">
                            <p:stCondLst>
                              <p:cond delay="500"/>
                            </p:stCondLst>
                            <p:childTnLst>
                              <p:par>
                                <p:cTn id="9" presetID="22" presetClass="entr" presetSubtype="1" fill="hold" grpId="0" nodeType="afterEffect">
                                  <p:stCondLst>
                                    <p:cond delay="0"/>
                                  </p:stCondLst>
                                  <p:childTnLst>
                                    <p:set>
                                      <p:cBhvr>
                                        <p:cTn id="10" dur="1" fill="hold">
                                          <p:stCondLst>
                                            <p:cond delay="0"/>
                                          </p:stCondLst>
                                        </p:cTn>
                                        <p:tgtEl>
                                          <p:spTgt spid="4230149"/>
                                        </p:tgtEl>
                                        <p:attrNameLst>
                                          <p:attrName>style.visibility</p:attrName>
                                        </p:attrNameLst>
                                      </p:cBhvr>
                                      <p:to>
                                        <p:strVal val="visible"/>
                                      </p:to>
                                    </p:set>
                                    <p:animEffect transition="in" filter="wipe(up)">
                                      <p:cBhvr>
                                        <p:cTn id="11" dur="500"/>
                                        <p:tgtEl>
                                          <p:spTgt spid="4230149"/>
                                        </p:tgtEl>
                                      </p:cBhvr>
                                    </p:animEffect>
                                  </p:childTnLst>
                                </p:cTn>
                              </p:par>
                            </p:childTnLst>
                          </p:cTn>
                        </p:par>
                        <p:par>
                          <p:cTn id="12" fill="hold" nodeType="afterGroup">
                            <p:stCondLst>
                              <p:cond delay="1000"/>
                            </p:stCondLst>
                            <p:childTnLst>
                              <p:par>
                                <p:cTn id="13" presetID="9" presetClass="entr" presetSubtype="0" fill="hold" grpId="0" nodeType="afterEffect">
                                  <p:stCondLst>
                                    <p:cond delay="0"/>
                                  </p:stCondLst>
                                  <p:childTnLst>
                                    <p:set>
                                      <p:cBhvr>
                                        <p:cTn id="14" dur="1" fill="hold">
                                          <p:stCondLst>
                                            <p:cond delay="0"/>
                                          </p:stCondLst>
                                        </p:cTn>
                                        <p:tgtEl>
                                          <p:spTgt spid="4230148"/>
                                        </p:tgtEl>
                                        <p:attrNameLst>
                                          <p:attrName>style.visibility</p:attrName>
                                        </p:attrNameLst>
                                      </p:cBhvr>
                                      <p:to>
                                        <p:strVal val="visible"/>
                                      </p:to>
                                    </p:set>
                                    <p:animEffect transition="in" filter="dissolve">
                                      <p:cBhvr>
                                        <p:cTn id="15" dur="500"/>
                                        <p:tgtEl>
                                          <p:spTgt spid="4230148"/>
                                        </p:tgtEl>
                                      </p:cBhvr>
                                    </p:animEffect>
                                  </p:childTnLst>
                                </p:cTn>
                              </p:par>
                            </p:childTnLst>
                          </p:cTn>
                        </p:par>
                        <p:par>
                          <p:cTn id="16" fill="hold" nodeType="afterGroup">
                            <p:stCondLst>
                              <p:cond delay="1500"/>
                            </p:stCondLst>
                            <p:childTnLst>
                              <p:par>
                                <p:cTn id="17" presetID="22" presetClass="entr" presetSubtype="4" fill="hold" grpId="0" nodeType="afterEffect">
                                  <p:stCondLst>
                                    <p:cond delay="0"/>
                                  </p:stCondLst>
                                  <p:childTnLst>
                                    <p:set>
                                      <p:cBhvr>
                                        <p:cTn id="18" dur="1" fill="hold">
                                          <p:stCondLst>
                                            <p:cond delay="0"/>
                                          </p:stCondLst>
                                        </p:cTn>
                                        <p:tgtEl>
                                          <p:spTgt spid="4230151"/>
                                        </p:tgtEl>
                                        <p:attrNameLst>
                                          <p:attrName>style.visibility</p:attrName>
                                        </p:attrNameLst>
                                      </p:cBhvr>
                                      <p:to>
                                        <p:strVal val="visible"/>
                                      </p:to>
                                    </p:set>
                                    <p:animEffect transition="in" filter="wipe(down)">
                                      <p:cBhvr>
                                        <p:cTn id="19" dur="500"/>
                                        <p:tgtEl>
                                          <p:spTgt spid="4230151"/>
                                        </p:tgtEl>
                                      </p:cBhvr>
                                    </p:animEffect>
                                  </p:childTnLst>
                                </p:cTn>
                              </p:par>
                            </p:childTnLst>
                          </p:cTn>
                        </p:par>
                        <p:par>
                          <p:cTn id="20" fill="hold" nodeType="afterGroup">
                            <p:stCondLst>
                              <p:cond delay="2000"/>
                            </p:stCondLst>
                            <p:childTnLst>
                              <p:par>
                                <p:cTn id="21" presetID="9" presetClass="entr" presetSubtype="0" fill="hold" grpId="0" nodeType="afterEffect">
                                  <p:stCondLst>
                                    <p:cond delay="0"/>
                                  </p:stCondLst>
                                  <p:childTnLst>
                                    <p:set>
                                      <p:cBhvr>
                                        <p:cTn id="22" dur="1" fill="hold">
                                          <p:stCondLst>
                                            <p:cond delay="0"/>
                                          </p:stCondLst>
                                        </p:cTn>
                                        <p:tgtEl>
                                          <p:spTgt spid="4230150"/>
                                        </p:tgtEl>
                                        <p:attrNameLst>
                                          <p:attrName>style.visibility</p:attrName>
                                        </p:attrNameLst>
                                      </p:cBhvr>
                                      <p:to>
                                        <p:strVal val="visible"/>
                                      </p:to>
                                    </p:set>
                                    <p:animEffect transition="in" filter="dissolve">
                                      <p:cBhvr>
                                        <p:cTn id="23" dur="500"/>
                                        <p:tgtEl>
                                          <p:spTgt spid="42301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30147" grpId="0" animBg="1"/>
      <p:bldP spid="4230148" grpId="0" animBg="1"/>
      <p:bldP spid="4230149" grpId="0" animBg="1"/>
      <p:bldP spid="4230150" grpId="0" animBg="1"/>
      <p:bldP spid="4230151" grpId="0" animBg="1"/>
    </p:bldLst>
  </p:timing>
</p:sld>
</file>

<file path=ppt/slides/slide211.xml><?xml version="1.0" encoding="utf-8"?>
<p:sld xmlns:a="http://schemas.openxmlformats.org/drawingml/2006/main" xmlns:r="http://schemas.openxmlformats.org/officeDocument/2006/relationships" xmlns:p="http://schemas.openxmlformats.org/presentationml/2006/main" showMasterSp="0">
  <p:cSld>
    <p:bg>
      <p:bgPr>
        <a:solidFill>
          <a:schemeClr val="tx1"/>
        </a:solidFill>
        <a:effectLst/>
      </p:bgPr>
    </p:bg>
    <p:spTree>
      <p:nvGrpSpPr>
        <p:cNvPr id="1" name=""/>
        <p:cNvGrpSpPr/>
        <p:nvPr/>
      </p:nvGrpSpPr>
      <p:grpSpPr>
        <a:xfrm>
          <a:off x="0" y="0"/>
          <a:ext cx="0" cy="0"/>
          <a:chOff x="0" y="0"/>
          <a:chExt cx="0" cy="0"/>
        </a:xfrm>
      </p:grpSpPr>
      <p:pic>
        <p:nvPicPr>
          <p:cNvPr id="92164" name="Picture 2" descr="PV5 pilottour-bnsf locos"/>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52400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32195" name="Rectangle 3"/>
          <p:cNvSpPr>
            <a:spLocks noChangeArrowheads="1"/>
          </p:cNvSpPr>
          <p:nvPr/>
        </p:nvSpPr>
        <p:spPr bwMode="auto">
          <a:xfrm>
            <a:off x="1562100" y="38100"/>
            <a:ext cx="2209800" cy="2209800"/>
          </a:xfrm>
          <a:prstGeom prst="rect">
            <a:avLst/>
          </a:prstGeom>
          <a:solidFill>
            <a:srgbClr val="969696">
              <a:alpha val="50195"/>
            </a:srgbClr>
          </a:solidFill>
          <a:ln w="28575">
            <a:solidFill>
              <a:schemeClr val="bg1"/>
            </a:solidFill>
            <a:miter lim="800000"/>
            <a:headEnd/>
            <a:tailEnd/>
          </a:ln>
        </p:spPr>
        <p:txBody>
          <a:bodyPr wrap="none" anchor="ctr"/>
          <a:lstStyle/>
          <a:p>
            <a:endParaRPr lang="en-US"/>
          </a:p>
        </p:txBody>
      </p:sp>
      <p:sp>
        <p:nvSpPr>
          <p:cNvPr id="4232196" name="Line 4"/>
          <p:cNvSpPr>
            <a:spLocks noChangeShapeType="1"/>
          </p:cNvSpPr>
          <p:nvPr/>
        </p:nvSpPr>
        <p:spPr bwMode="auto">
          <a:xfrm>
            <a:off x="3505200" y="2228850"/>
            <a:ext cx="628650" cy="2228850"/>
          </a:xfrm>
          <a:prstGeom prst="line">
            <a:avLst/>
          </a:prstGeom>
          <a:noFill/>
          <a:ln w="57150">
            <a:solidFill>
              <a:schemeClr val="bg1"/>
            </a:solidFill>
            <a:round/>
            <a:headEnd type="stealth" w="med" len="lg"/>
            <a:tailEnd type="none" w="med" len="lg"/>
          </a:ln>
          <a:extLst>
            <a:ext uri="{909E8E84-426E-40DD-AFC4-6F175D3DCCD1}">
              <a14:hiddenFill xmlns:a14="http://schemas.microsoft.com/office/drawing/2010/main">
                <a:noFill/>
              </a14:hiddenFill>
            </a:ext>
          </a:extLst>
        </p:spPr>
        <p:txBody>
          <a:bodyPr/>
          <a:lstStyle/>
          <a:p>
            <a:endParaRPr lang="en-US"/>
          </a:p>
        </p:txBody>
      </p:sp>
      <p:sp>
        <p:nvSpPr>
          <p:cNvPr id="4232197" name="Line 5"/>
          <p:cNvSpPr>
            <a:spLocks noChangeShapeType="1"/>
          </p:cNvSpPr>
          <p:nvPr/>
        </p:nvSpPr>
        <p:spPr bwMode="auto">
          <a:xfrm flipV="1">
            <a:off x="6096000" y="857250"/>
            <a:ext cx="2381250" cy="4076700"/>
          </a:xfrm>
          <a:prstGeom prst="line">
            <a:avLst/>
          </a:prstGeom>
          <a:noFill/>
          <a:ln w="57150">
            <a:solidFill>
              <a:schemeClr val="bg1"/>
            </a:solidFill>
            <a:round/>
            <a:headEnd type="stealth" w="med" len="lg"/>
            <a:tailEnd type="none" w="med" len="lg"/>
          </a:ln>
          <a:extLst>
            <a:ext uri="{909E8E84-426E-40DD-AFC4-6F175D3DCCD1}">
              <a14:hiddenFill xmlns:a14="http://schemas.microsoft.com/office/drawing/2010/main">
                <a:noFill/>
              </a14:hiddenFill>
            </a:ext>
          </a:extLst>
        </p:spPr>
        <p:txBody>
          <a:bodyPr/>
          <a:lstStyle/>
          <a:p>
            <a:endParaRPr lang="en-US"/>
          </a:p>
        </p:txBody>
      </p:sp>
      <p:grpSp>
        <p:nvGrpSpPr>
          <p:cNvPr id="120858" name="Group 26"/>
          <p:cNvGrpSpPr>
            <a:grpSpLocks/>
          </p:cNvGrpSpPr>
          <p:nvPr/>
        </p:nvGrpSpPr>
        <p:grpSpPr bwMode="auto">
          <a:xfrm>
            <a:off x="8477250" y="76200"/>
            <a:ext cx="2209800" cy="3352800"/>
            <a:chOff x="4380" y="48"/>
            <a:chExt cx="1392" cy="2112"/>
          </a:xfrm>
        </p:grpSpPr>
        <p:sp>
          <p:nvSpPr>
            <p:cNvPr id="92178" name="Rectangle 7"/>
            <p:cNvSpPr>
              <a:spLocks noChangeArrowheads="1"/>
            </p:cNvSpPr>
            <p:nvPr/>
          </p:nvSpPr>
          <p:spPr bwMode="auto">
            <a:xfrm>
              <a:off x="4380" y="48"/>
              <a:ext cx="1392" cy="2112"/>
            </a:xfrm>
            <a:prstGeom prst="rect">
              <a:avLst/>
            </a:prstGeom>
            <a:solidFill>
              <a:srgbClr val="969696">
                <a:alpha val="50195"/>
              </a:srgbClr>
            </a:solidFill>
            <a:ln w="28575">
              <a:solidFill>
                <a:schemeClr val="bg1"/>
              </a:solidFill>
              <a:miter lim="800000"/>
              <a:headEnd/>
              <a:tailEnd/>
            </a:ln>
          </p:spPr>
          <p:txBody>
            <a:bodyPr wrap="none" anchor="ctr"/>
            <a:lstStyle/>
            <a:p>
              <a:endParaRPr lang="en-US"/>
            </a:p>
          </p:txBody>
        </p:sp>
        <p:sp>
          <p:nvSpPr>
            <p:cNvPr id="92179" name="Line 8"/>
            <p:cNvSpPr>
              <a:spLocks noChangeShapeType="1"/>
            </p:cNvSpPr>
            <p:nvPr/>
          </p:nvSpPr>
          <p:spPr bwMode="auto">
            <a:xfrm flipV="1">
              <a:off x="4656" y="296"/>
              <a:ext cx="0" cy="568"/>
            </a:xfrm>
            <a:prstGeom prst="line">
              <a:avLst/>
            </a:prstGeom>
            <a:noFill/>
            <a:ln w="38100">
              <a:solidFill>
                <a:schemeClr val="bg1"/>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92180" name="Line 9"/>
            <p:cNvSpPr>
              <a:spLocks noChangeShapeType="1"/>
            </p:cNvSpPr>
            <p:nvPr/>
          </p:nvSpPr>
          <p:spPr bwMode="auto">
            <a:xfrm rot="5400000" flipV="1">
              <a:off x="5072" y="424"/>
              <a:ext cx="0" cy="856"/>
            </a:xfrm>
            <a:prstGeom prst="line">
              <a:avLst/>
            </a:prstGeom>
            <a:noFill/>
            <a:ln w="38100">
              <a:solidFill>
                <a:schemeClr val="bg1"/>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92181" name="Line 10"/>
            <p:cNvSpPr>
              <a:spLocks noChangeShapeType="1"/>
            </p:cNvSpPr>
            <p:nvPr/>
          </p:nvSpPr>
          <p:spPr bwMode="auto">
            <a:xfrm>
              <a:off x="4688" y="360"/>
              <a:ext cx="666" cy="384"/>
            </a:xfrm>
            <a:custGeom>
              <a:avLst/>
              <a:gdLst>
                <a:gd name="T0" fmla="*/ 0 w 666"/>
                <a:gd name="T1" fmla="*/ 384 h 384"/>
                <a:gd name="T2" fmla="*/ 144 w 666"/>
                <a:gd name="T3" fmla="*/ 184 h 384"/>
                <a:gd name="T4" fmla="*/ 384 w 666"/>
                <a:gd name="T5" fmla="*/ 40 h 384"/>
                <a:gd name="T6" fmla="*/ 666 w 666"/>
                <a:gd name="T7" fmla="*/ 0 h 38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66" h="384">
                  <a:moveTo>
                    <a:pt x="0" y="384"/>
                  </a:moveTo>
                  <a:lnTo>
                    <a:pt x="144" y="184"/>
                  </a:lnTo>
                  <a:lnTo>
                    <a:pt x="384" y="40"/>
                  </a:lnTo>
                  <a:lnTo>
                    <a:pt x="666" y="0"/>
                  </a:lnTo>
                </a:path>
              </a:pathLst>
            </a:custGeom>
            <a:noFill/>
            <a:ln w="38100">
              <a:solidFill>
                <a:schemeClr val="bg1"/>
              </a:solidFill>
              <a:round/>
              <a:headEnd/>
              <a:tailEnd type="none" w="med" len="lg"/>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2182" name="Line 11"/>
            <p:cNvSpPr>
              <a:spLocks noChangeShapeType="1"/>
            </p:cNvSpPr>
            <p:nvPr/>
          </p:nvSpPr>
          <p:spPr bwMode="auto">
            <a:xfrm flipV="1">
              <a:off x="4656" y="1256"/>
              <a:ext cx="0" cy="568"/>
            </a:xfrm>
            <a:prstGeom prst="line">
              <a:avLst/>
            </a:prstGeom>
            <a:noFill/>
            <a:ln w="38100">
              <a:solidFill>
                <a:schemeClr val="bg1"/>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92183" name="Line 12"/>
            <p:cNvSpPr>
              <a:spLocks noChangeShapeType="1"/>
            </p:cNvSpPr>
            <p:nvPr/>
          </p:nvSpPr>
          <p:spPr bwMode="auto">
            <a:xfrm rot="5400000" flipV="1">
              <a:off x="5072" y="1384"/>
              <a:ext cx="0" cy="856"/>
            </a:xfrm>
            <a:prstGeom prst="line">
              <a:avLst/>
            </a:prstGeom>
            <a:noFill/>
            <a:ln w="38100">
              <a:solidFill>
                <a:schemeClr val="bg1"/>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92184" name="Line 13"/>
            <p:cNvSpPr>
              <a:spLocks noChangeShapeType="1"/>
            </p:cNvSpPr>
            <p:nvPr/>
          </p:nvSpPr>
          <p:spPr bwMode="auto">
            <a:xfrm>
              <a:off x="4672" y="1384"/>
              <a:ext cx="656" cy="224"/>
            </a:xfrm>
            <a:custGeom>
              <a:avLst/>
              <a:gdLst>
                <a:gd name="T0" fmla="*/ 0 w 656"/>
                <a:gd name="T1" fmla="*/ 224 h 224"/>
                <a:gd name="T2" fmla="*/ 240 w 656"/>
                <a:gd name="T3" fmla="*/ 0 h 224"/>
                <a:gd name="T4" fmla="*/ 656 w 656"/>
                <a:gd name="T5" fmla="*/ 112 h 224"/>
                <a:gd name="T6" fmla="*/ 0 60000 65536"/>
                <a:gd name="T7" fmla="*/ 0 60000 65536"/>
                <a:gd name="T8" fmla="*/ 0 60000 65536"/>
              </a:gdLst>
              <a:ahLst/>
              <a:cxnLst>
                <a:cxn ang="T6">
                  <a:pos x="T0" y="T1"/>
                </a:cxn>
                <a:cxn ang="T7">
                  <a:pos x="T2" y="T3"/>
                </a:cxn>
                <a:cxn ang="T8">
                  <a:pos x="T4" y="T5"/>
                </a:cxn>
              </a:cxnLst>
              <a:rect l="0" t="0" r="r" b="b"/>
              <a:pathLst>
                <a:path w="656" h="224">
                  <a:moveTo>
                    <a:pt x="0" y="224"/>
                  </a:moveTo>
                  <a:lnTo>
                    <a:pt x="240" y="0"/>
                  </a:lnTo>
                  <a:lnTo>
                    <a:pt x="656" y="112"/>
                  </a:lnTo>
                </a:path>
              </a:pathLst>
            </a:custGeom>
            <a:noFill/>
            <a:ln w="38100">
              <a:solidFill>
                <a:schemeClr val="bg1"/>
              </a:solidFill>
              <a:round/>
              <a:headEnd/>
              <a:tailEnd type="none" w="med" len="lg"/>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120860" name="Group 28"/>
          <p:cNvGrpSpPr>
            <a:grpSpLocks/>
          </p:cNvGrpSpPr>
          <p:nvPr/>
        </p:nvGrpSpPr>
        <p:grpSpPr bwMode="auto">
          <a:xfrm>
            <a:off x="3886200" y="4457700"/>
            <a:ext cx="2209800" cy="2400300"/>
            <a:chOff x="1488" y="2808"/>
            <a:chExt cx="1392" cy="1512"/>
          </a:xfrm>
        </p:grpSpPr>
        <p:sp>
          <p:nvSpPr>
            <p:cNvPr id="92170" name="Rectangle 15"/>
            <p:cNvSpPr>
              <a:spLocks noChangeArrowheads="1"/>
            </p:cNvSpPr>
            <p:nvPr/>
          </p:nvSpPr>
          <p:spPr bwMode="auto">
            <a:xfrm>
              <a:off x="1488" y="2808"/>
              <a:ext cx="1392" cy="1512"/>
            </a:xfrm>
            <a:prstGeom prst="rect">
              <a:avLst/>
            </a:prstGeom>
            <a:solidFill>
              <a:srgbClr val="969696">
                <a:alpha val="50195"/>
              </a:srgbClr>
            </a:solidFill>
            <a:ln w="28575">
              <a:solidFill>
                <a:schemeClr val="bg1"/>
              </a:solidFill>
              <a:miter lim="800000"/>
              <a:headEnd/>
              <a:tailEnd/>
            </a:ln>
          </p:spPr>
          <p:txBody>
            <a:bodyPr wrap="none" anchor="ctr"/>
            <a:lstStyle/>
            <a:p>
              <a:endParaRPr lang="en-US"/>
            </a:p>
          </p:txBody>
        </p:sp>
        <p:grpSp>
          <p:nvGrpSpPr>
            <p:cNvPr id="92171" name="Group 27"/>
            <p:cNvGrpSpPr>
              <a:grpSpLocks/>
            </p:cNvGrpSpPr>
            <p:nvPr/>
          </p:nvGrpSpPr>
          <p:grpSpPr bwMode="auto">
            <a:xfrm>
              <a:off x="1804" y="2888"/>
              <a:ext cx="856" cy="568"/>
              <a:chOff x="1804" y="2888"/>
              <a:chExt cx="856" cy="568"/>
            </a:xfrm>
          </p:grpSpPr>
          <p:sp>
            <p:nvSpPr>
              <p:cNvPr id="92175" name="Line 17"/>
              <p:cNvSpPr>
                <a:spLocks noChangeShapeType="1"/>
              </p:cNvSpPr>
              <p:nvPr/>
            </p:nvSpPr>
            <p:spPr bwMode="auto">
              <a:xfrm flipV="1">
                <a:off x="1816" y="2888"/>
                <a:ext cx="0" cy="568"/>
              </a:xfrm>
              <a:prstGeom prst="line">
                <a:avLst/>
              </a:prstGeom>
              <a:noFill/>
              <a:ln w="38100">
                <a:solidFill>
                  <a:schemeClr val="bg1"/>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92176" name="Line 18"/>
              <p:cNvSpPr>
                <a:spLocks noChangeShapeType="1"/>
              </p:cNvSpPr>
              <p:nvPr/>
            </p:nvSpPr>
            <p:spPr bwMode="auto">
              <a:xfrm rot="5400000" flipV="1">
                <a:off x="2232" y="3016"/>
                <a:ext cx="0" cy="856"/>
              </a:xfrm>
              <a:prstGeom prst="line">
                <a:avLst/>
              </a:prstGeom>
              <a:noFill/>
              <a:ln w="38100">
                <a:solidFill>
                  <a:schemeClr val="bg1"/>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92177" name="Line 19"/>
              <p:cNvSpPr>
                <a:spLocks noChangeShapeType="1"/>
              </p:cNvSpPr>
              <p:nvPr/>
            </p:nvSpPr>
            <p:spPr bwMode="auto">
              <a:xfrm>
                <a:off x="1848" y="2952"/>
                <a:ext cx="666" cy="384"/>
              </a:xfrm>
              <a:custGeom>
                <a:avLst/>
                <a:gdLst>
                  <a:gd name="T0" fmla="*/ 0 w 666"/>
                  <a:gd name="T1" fmla="*/ 384 h 384"/>
                  <a:gd name="T2" fmla="*/ 232 w 666"/>
                  <a:gd name="T3" fmla="*/ 152 h 384"/>
                  <a:gd name="T4" fmla="*/ 472 w 666"/>
                  <a:gd name="T5" fmla="*/ 24 h 384"/>
                  <a:gd name="T6" fmla="*/ 666 w 666"/>
                  <a:gd name="T7" fmla="*/ 0 h 38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66" h="384">
                    <a:moveTo>
                      <a:pt x="0" y="384"/>
                    </a:moveTo>
                    <a:lnTo>
                      <a:pt x="232" y="152"/>
                    </a:lnTo>
                    <a:lnTo>
                      <a:pt x="472" y="24"/>
                    </a:lnTo>
                    <a:lnTo>
                      <a:pt x="666" y="0"/>
                    </a:lnTo>
                  </a:path>
                </a:pathLst>
              </a:custGeom>
              <a:noFill/>
              <a:ln w="38100">
                <a:solidFill>
                  <a:schemeClr val="bg1"/>
                </a:solidFill>
                <a:round/>
                <a:headEnd/>
                <a:tailEnd type="none" w="med" len="lg"/>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92172" name="Line 20"/>
            <p:cNvSpPr>
              <a:spLocks noChangeShapeType="1"/>
            </p:cNvSpPr>
            <p:nvPr/>
          </p:nvSpPr>
          <p:spPr bwMode="auto">
            <a:xfrm flipV="1">
              <a:off x="1816" y="3600"/>
              <a:ext cx="0" cy="568"/>
            </a:xfrm>
            <a:prstGeom prst="line">
              <a:avLst/>
            </a:prstGeom>
            <a:noFill/>
            <a:ln w="38100">
              <a:solidFill>
                <a:schemeClr val="bg1"/>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92173" name="Line 21"/>
            <p:cNvSpPr>
              <a:spLocks noChangeShapeType="1"/>
            </p:cNvSpPr>
            <p:nvPr/>
          </p:nvSpPr>
          <p:spPr bwMode="auto">
            <a:xfrm rot="5400000" flipV="1">
              <a:off x="2232" y="3728"/>
              <a:ext cx="0" cy="856"/>
            </a:xfrm>
            <a:prstGeom prst="line">
              <a:avLst/>
            </a:prstGeom>
            <a:noFill/>
            <a:ln w="38100">
              <a:solidFill>
                <a:schemeClr val="bg1"/>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92174" name="Line 22"/>
            <p:cNvSpPr>
              <a:spLocks noChangeShapeType="1"/>
            </p:cNvSpPr>
            <p:nvPr/>
          </p:nvSpPr>
          <p:spPr bwMode="auto">
            <a:xfrm>
              <a:off x="1824" y="3688"/>
              <a:ext cx="706" cy="344"/>
            </a:xfrm>
            <a:custGeom>
              <a:avLst/>
              <a:gdLst>
                <a:gd name="T0" fmla="*/ 0 w 706"/>
                <a:gd name="T1" fmla="*/ 344 h 344"/>
                <a:gd name="T2" fmla="*/ 216 w 706"/>
                <a:gd name="T3" fmla="*/ 104 h 344"/>
                <a:gd name="T4" fmla="*/ 464 w 706"/>
                <a:gd name="T5" fmla="*/ 0 h 344"/>
                <a:gd name="T6" fmla="*/ 706 w 706"/>
                <a:gd name="T7" fmla="*/ 32 h 34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706" h="344">
                  <a:moveTo>
                    <a:pt x="0" y="344"/>
                  </a:moveTo>
                  <a:lnTo>
                    <a:pt x="216" y="104"/>
                  </a:lnTo>
                  <a:lnTo>
                    <a:pt x="464" y="0"/>
                  </a:lnTo>
                  <a:lnTo>
                    <a:pt x="706" y="32"/>
                  </a:lnTo>
                </a:path>
              </a:pathLst>
            </a:custGeom>
            <a:noFill/>
            <a:ln w="38100">
              <a:solidFill>
                <a:schemeClr val="bg1"/>
              </a:solidFill>
              <a:round/>
              <a:headEnd/>
              <a:tailEnd type="none" w="med" len="lg"/>
            </a:ln>
            <a:extLst>
              <a:ext uri="{909E8E84-426E-40DD-AFC4-6F175D3DCCD1}">
                <a14:hiddenFill xmlns:a14="http://schemas.microsoft.com/office/drawing/2010/main">
                  <a:solidFill>
                    <a:srgbClr val="FFFFFF"/>
                  </a:solidFill>
                </a14:hiddenFill>
              </a:ext>
            </a:extLst>
          </p:spPr>
          <p:txBody>
            <a:bodyPr/>
            <a:lstStyle/>
            <a:p>
              <a:endParaRPr lang="en-US"/>
            </a:p>
          </p:txBody>
        </p:sp>
      </p:grpSp>
    </p:spTree>
    <p:extLst>
      <p:ext uri="{BB962C8B-B14F-4D97-AF65-F5344CB8AC3E}">
        <p14:creationId xmlns:p14="http://schemas.microsoft.com/office/powerpoint/2010/main" val="4275858796"/>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9" presetClass="entr" presetSubtype="0" fill="hold" nodeType="afterEffect">
                                  <p:stCondLst>
                                    <p:cond delay="0"/>
                                  </p:stCondLst>
                                  <p:childTnLst>
                                    <p:set>
                                      <p:cBhvr>
                                        <p:cTn id="6" dur="1" fill="hold">
                                          <p:stCondLst>
                                            <p:cond delay="0"/>
                                          </p:stCondLst>
                                        </p:cTn>
                                        <p:tgtEl>
                                          <p:spTgt spid="120858"/>
                                        </p:tgtEl>
                                        <p:attrNameLst>
                                          <p:attrName>style.visibility</p:attrName>
                                        </p:attrNameLst>
                                      </p:cBhvr>
                                      <p:to>
                                        <p:strVal val="visible"/>
                                      </p:to>
                                    </p:set>
                                    <p:animEffect transition="in" filter="dissolve">
                                      <p:cBhvr>
                                        <p:cTn id="7" dur="500"/>
                                        <p:tgtEl>
                                          <p:spTgt spid="120858"/>
                                        </p:tgtEl>
                                      </p:cBhvr>
                                    </p:animEffect>
                                  </p:childTnLst>
                                </p:cTn>
                              </p:par>
                            </p:childTnLst>
                          </p:cTn>
                        </p:par>
                        <p:par>
                          <p:cTn id="8" fill="hold" nodeType="afterGroup">
                            <p:stCondLst>
                              <p:cond delay="500"/>
                            </p:stCondLst>
                            <p:childTnLst>
                              <p:par>
                                <p:cTn id="9" presetID="22" presetClass="entr" presetSubtype="2" fill="hold" grpId="0" nodeType="afterEffect">
                                  <p:stCondLst>
                                    <p:cond delay="0"/>
                                  </p:stCondLst>
                                  <p:childTnLst>
                                    <p:set>
                                      <p:cBhvr>
                                        <p:cTn id="10" dur="1" fill="hold">
                                          <p:stCondLst>
                                            <p:cond delay="0"/>
                                          </p:stCondLst>
                                        </p:cTn>
                                        <p:tgtEl>
                                          <p:spTgt spid="4232197"/>
                                        </p:tgtEl>
                                        <p:attrNameLst>
                                          <p:attrName>style.visibility</p:attrName>
                                        </p:attrNameLst>
                                      </p:cBhvr>
                                      <p:to>
                                        <p:strVal val="visible"/>
                                      </p:to>
                                    </p:set>
                                    <p:animEffect transition="in" filter="wipe(right)">
                                      <p:cBhvr>
                                        <p:cTn id="11" dur="500"/>
                                        <p:tgtEl>
                                          <p:spTgt spid="4232197"/>
                                        </p:tgtEl>
                                      </p:cBhvr>
                                    </p:animEffect>
                                  </p:childTnLst>
                                </p:cTn>
                              </p:par>
                            </p:childTnLst>
                          </p:cTn>
                        </p:par>
                        <p:par>
                          <p:cTn id="12" fill="hold" nodeType="afterGroup">
                            <p:stCondLst>
                              <p:cond delay="1000"/>
                            </p:stCondLst>
                            <p:childTnLst>
                              <p:par>
                                <p:cTn id="13" presetID="9" presetClass="entr" presetSubtype="0" fill="hold" nodeType="afterEffect">
                                  <p:stCondLst>
                                    <p:cond delay="0"/>
                                  </p:stCondLst>
                                  <p:childTnLst>
                                    <p:set>
                                      <p:cBhvr>
                                        <p:cTn id="14" dur="1" fill="hold">
                                          <p:stCondLst>
                                            <p:cond delay="0"/>
                                          </p:stCondLst>
                                        </p:cTn>
                                        <p:tgtEl>
                                          <p:spTgt spid="120860"/>
                                        </p:tgtEl>
                                        <p:attrNameLst>
                                          <p:attrName>style.visibility</p:attrName>
                                        </p:attrNameLst>
                                      </p:cBhvr>
                                      <p:to>
                                        <p:strVal val="visible"/>
                                      </p:to>
                                    </p:set>
                                    <p:animEffect transition="in" filter="dissolve">
                                      <p:cBhvr>
                                        <p:cTn id="15" dur="500"/>
                                        <p:tgtEl>
                                          <p:spTgt spid="120860"/>
                                        </p:tgtEl>
                                      </p:cBhvr>
                                    </p:animEffect>
                                  </p:childTnLst>
                                </p:cTn>
                              </p:par>
                            </p:childTnLst>
                          </p:cTn>
                        </p:par>
                        <p:par>
                          <p:cTn id="16" fill="hold" nodeType="afterGroup">
                            <p:stCondLst>
                              <p:cond delay="1500"/>
                            </p:stCondLst>
                            <p:childTnLst>
                              <p:par>
                                <p:cTn id="17" presetID="22" presetClass="entr" presetSubtype="4" fill="hold" grpId="0" nodeType="afterEffect">
                                  <p:stCondLst>
                                    <p:cond delay="0"/>
                                  </p:stCondLst>
                                  <p:childTnLst>
                                    <p:set>
                                      <p:cBhvr>
                                        <p:cTn id="18" dur="1" fill="hold">
                                          <p:stCondLst>
                                            <p:cond delay="0"/>
                                          </p:stCondLst>
                                        </p:cTn>
                                        <p:tgtEl>
                                          <p:spTgt spid="4232196"/>
                                        </p:tgtEl>
                                        <p:attrNameLst>
                                          <p:attrName>style.visibility</p:attrName>
                                        </p:attrNameLst>
                                      </p:cBhvr>
                                      <p:to>
                                        <p:strVal val="visible"/>
                                      </p:to>
                                    </p:set>
                                    <p:animEffect transition="in" filter="wipe(down)">
                                      <p:cBhvr>
                                        <p:cTn id="19" dur="500"/>
                                        <p:tgtEl>
                                          <p:spTgt spid="4232196"/>
                                        </p:tgtEl>
                                      </p:cBhvr>
                                    </p:animEffect>
                                  </p:childTnLst>
                                </p:cTn>
                              </p:par>
                            </p:childTnLst>
                          </p:cTn>
                        </p:par>
                        <p:par>
                          <p:cTn id="20" fill="hold" nodeType="afterGroup">
                            <p:stCondLst>
                              <p:cond delay="2000"/>
                            </p:stCondLst>
                            <p:childTnLst>
                              <p:par>
                                <p:cTn id="21" presetID="9" presetClass="entr" presetSubtype="0" fill="hold" grpId="0" nodeType="afterEffect">
                                  <p:stCondLst>
                                    <p:cond delay="0"/>
                                  </p:stCondLst>
                                  <p:childTnLst>
                                    <p:set>
                                      <p:cBhvr>
                                        <p:cTn id="22" dur="1" fill="hold">
                                          <p:stCondLst>
                                            <p:cond delay="0"/>
                                          </p:stCondLst>
                                        </p:cTn>
                                        <p:tgtEl>
                                          <p:spTgt spid="4232195"/>
                                        </p:tgtEl>
                                        <p:attrNameLst>
                                          <p:attrName>style.visibility</p:attrName>
                                        </p:attrNameLst>
                                      </p:cBhvr>
                                      <p:to>
                                        <p:strVal val="visible"/>
                                      </p:to>
                                    </p:set>
                                    <p:animEffect transition="in" filter="dissolve">
                                      <p:cBhvr>
                                        <p:cTn id="23" dur="500"/>
                                        <p:tgtEl>
                                          <p:spTgt spid="423219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32195" grpId="0" animBg="1"/>
      <p:bldP spid="4232196" grpId="0" animBg="1"/>
      <p:bldP spid="4232197" grpId="0" animBg="1"/>
    </p:bldLst>
  </p:timing>
</p:sld>
</file>

<file path=ppt/slides/slide212.xml><?xml version="1.0" encoding="utf-8"?>
<p:sld xmlns:a="http://schemas.openxmlformats.org/drawingml/2006/main" xmlns:r="http://schemas.openxmlformats.org/officeDocument/2006/relationships" xmlns:p="http://schemas.openxmlformats.org/presentationml/2006/main" showMasterSp="0">
  <p:cSld>
    <p:bg>
      <p:bgPr>
        <a:solidFill>
          <a:schemeClr val="tx1"/>
        </a:solidFill>
        <a:effectLst/>
      </p:bgPr>
    </p:bg>
    <p:spTree>
      <p:nvGrpSpPr>
        <p:cNvPr id="1" name=""/>
        <p:cNvGrpSpPr/>
        <p:nvPr/>
      </p:nvGrpSpPr>
      <p:grpSpPr>
        <a:xfrm>
          <a:off x="0" y="0"/>
          <a:ext cx="0" cy="0"/>
          <a:chOff x="0" y="0"/>
          <a:chExt cx="0" cy="0"/>
        </a:xfrm>
      </p:grpSpPr>
      <p:pic>
        <p:nvPicPr>
          <p:cNvPr id="93188" name="Picture 2" descr="PV5 pilottour-bnsf locos"/>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52400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34243" name="Rectangle 3"/>
          <p:cNvSpPr>
            <a:spLocks noChangeArrowheads="1"/>
          </p:cNvSpPr>
          <p:nvPr/>
        </p:nvSpPr>
        <p:spPr bwMode="auto">
          <a:xfrm>
            <a:off x="1562100" y="38100"/>
            <a:ext cx="2209800" cy="2209800"/>
          </a:xfrm>
          <a:prstGeom prst="rect">
            <a:avLst/>
          </a:prstGeom>
          <a:solidFill>
            <a:srgbClr val="969696">
              <a:alpha val="50195"/>
            </a:srgbClr>
          </a:solidFill>
          <a:ln w="28575">
            <a:solidFill>
              <a:schemeClr val="bg1"/>
            </a:solidFill>
            <a:miter lim="800000"/>
            <a:headEnd/>
            <a:tailEnd/>
          </a:ln>
        </p:spPr>
        <p:txBody>
          <a:bodyPr wrap="none" anchor="ctr"/>
          <a:lstStyle/>
          <a:p>
            <a:endParaRPr lang="en-US"/>
          </a:p>
        </p:txBody>
      </p:sp>
      <p:sp>
        <p:nvSpPr>
          <p:cNvPr id="4234244" name="Rectangle 4"/>
          <p:cNvSpPr>
            <a:spLocks noChangeArrowheads="1"/>
          </p:cNvSpPr>
          <p:nvPr/>
        </p:nvSpPr>
        <p:spPr bwMode="auto">
          <a:xfrm>
            <a:off x="3886200" y="4457700"/>
            <a:ext cx="2209800" cy="2400300"/>
          </a:xfrm>
          <a:prstGeom prst="rect">
            <a:avLst/>
          </a:prstGeom>
          <a:solidFill>
            <a:srgbClr val="969696">
              <a:alpha val="50195"/>
            </a:srgbClr>
          </a:solidFill>
          <a:ln w="28575">
            <a:solidFill>
              <a:schemeClr val="bg1"/>
            </a:solidFill>
            <a:miter lim="800000"/>
            <a:headEnd/>
            <a:tailEnd/>
          </a:ln>
        </p:spPr>
        <p:txBody>
          <a:bodyPr wrap="none" anchor="ctr"/>
          <a:lstStyle/>
          <a:p>
            <a:endParaRPr lang="en-US"/>
          </a:p>
        </p:txBody>
      </p:sp>
      <p:sp>
        <p:nvSpPr>
          <p:cNvPr id="4234245" name="Line 5"/>
          <p:cNvSpPr>
            <a:spLocks noChangeShapeType="1"/>
          </p:cNvSpPr>
          <p:nvPr/>
        </p:nvSpPr>
        <p:spPr bwMode="auto">
          <a:xfrm>
            <a:off x="3505200" y="2228850"/>
            <a:ext cx="628650" cy="2228850"/>
          </a:xfrm>
          <a:prstGeom prst="line">
            <a:avLst/>
          </a:prstGeom>
          <a:noFill/>
          <a:ln w="57150">
            <a:solidFill>
              <a:schemeClr val="bg1"/>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4234246" name="Rectangle 6"/>
          <p:cNvSpPr>
            <a:spLocks noChangeArrowheads="1"/>
          </p:cNvSpPr>
          <p:nvPr/>
        </p:nvSpPr>
        <p:spPr bwMode="auto">
          <a:xfrm>
            <a:off x="8477250" y="76200"/>
            <a:ext cx="2209800" cy="3352800"/>
          </a:xfrm>
          <a:prstGeom prst="rect">
            <a:avLst/>
          </a:prstGeom>
          <a:solidFill>
            <a:srgbClr val="969696">
              <a:alpha val="50195"/>
            </a:srgbClr>
          </a:solidFill>
          <a:ln w="28575">
            <a:solidFill>
              <a:schemeClr val="bg1"/>
            </a:solidFill>
            <a:miter lim="800000"/>
            <a:headEnd/>
            <a:tailEnd/>
          </a:ln>
        </p:spPr>
        <p:txBody>
          <a:bodyPr wrap="none" anchor="ctr"/>
          <a:lstStyle/>
          <a:p>
            <a:endParaRPr lang="en-US"/>
          </a:p>
        </p:txBody>
      </p:sp>
      <p:sp>
        <p:nvSpPr>
          <p:cNvPr id="4234247" name="Line 7"/>
          <p:cNvSpPr>
            <a:spLocks noChangeShapeType="1"/>
          </p:cNvSpPr>
          <p:nvPr/>
        </p:nvSpPr>
        <p:spPr bwMode="auto">
          <a:xfrm flipV="1">
            <a:off x="6096000" y="819150"/>
            <a:ext cx="2419350" cy="4114800"/>
          </a:xfrm>
          <a:prstGeom prst="line">
            <a:avLst/>
          </a:prstGeom>
          <a:noFill/>
          <a:ln w="57150">
            <a:solidFill>
              <a:schemeClr val="bg1"/>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Tree>
    <p:extLst>
      <p:ext uri="{BB962C8B-B14F-4D97-AF65-F5344CB8AC3E}">
        <p14:creationId xmlns:p14="http://schemas.microsoft.com/office/powerpoint/2010/main" val="3719890807"/>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9" presetClass="entr" presetSubtype="0" fill="hold" grpId="0" nodeType="afterEffect">
                                  <p:stCondLst>
                                    <p:cond delay="0"/>
                                  </p:stCondLst>
                                  <p:childTnLst>
                                    <p:set>
                                      <p:cBhvr>
                                        <p:cTn id="6" dur="1" fill="hold">
                                          <p:stCondLst>
                                            <p:cond delay="0"/>
                                          </p:stCondLst>
                                        </p:cTn>
                                        <p:tgtEl>
                                          <p:spTgt spid="4234243"/>
                                        </p:tgtEl>
                                        <p:attrNameLst>
                                          <p:attrName>style.visibility</p:attrName>
                                        </p:attrNameLst>
                                      </p:cBhvr>
                                      <p:to>
                                        <p:strVal val="visible"/>
                                      </p:to>
                                    </p:set>
                                    <p:animEffect transition="in" filter="dissolve">
                                      <p:cBhvr>
                                        <p:cTn id="7" dur="500"/>
                                        <p:tgtEl>
                                          <p:spTgt spid="4234243"/>
                                        </p:tgtEl>
                                      </p:cBhvr>
                                    </p:animEffect>
                                  </p:childTnLst>
                                </p:cTn>
                              </p:par>
                            </p:childTnLst>
                          </p:cTn>
                        </p:par>
                        <p:par>
                          <p:cTn id="8" fill="hold" nodeType="afterGroup">
                            <p:stCondLst>
                              <p:cond delay="500"/>
                            </p:stCondLst>
                            <p:childTnLst>
                              <p:par>
                                <p:cTn id="9" presetID="22" presetClass="entr" presetSubtype="1" fill="hold" grpId="0" nodeType="afterEffect">
                                  <p:stCondLst>
                                    <p:cond delay="0"/>
                                  </p:stCondLst>
                                  <p:childTnLst>
                                    <p:set>
                                      <p:cBhvr>
                                        <p:cTn id="10" dur="1" fill="hold">
                                          <p:stCondLst>
                                            <p:cond delay="0"/>
                                          </p:stCondLst>
                                        </p:cTn>
                                        <p:tgtEl>
                                          <p:spTgt spid="4234245"/>
                                        </p:tgtEl>
                                        <p:attrNameLst>
                                          <p:attrName>style.visibility</p:attrName>
                                        </p:attrNameLst>
                                      </p:cBhvr>
                                      <p:to>
                                        <p:strVal val="visible"/>
                                      </p:to>
                                    </p:set>
                                    <p:animEffect transition="in" filter="wipe(up)">
                                      <p:cBhvr>
                                        <p:cTn id="11" dur="500"/>
                                        <p:tgtEl>
                                          <p:spTgt spid="4234245"/>
                                        </p:tgtEl>
                                      </p:cBhvr>
                                    </p:animEffect>
                                  </p:childTnLst>
                                </p:cTn>
                              </p:par>
                            </p:childTnLst>
                          </p:cTn>
                        </p:par>
                        <p:par>
                          <p:cTn id="12" fill="hold" nodeType="afterGroup">
                            <p:stCondLst>
                              <p:cond delay="1000"/>
                            </p:stCondLst>
                            <p:childTnLst>
                              <p:par>
                                <p:cTn id="13" presetID="9" presetClass="entr" presetSubtype="0" fill="hold" grpId="0" nodeType="afterEffect">
                                  <p:stCondLst>
                                    <p:cond delay="0"/>
                                  </p:stCondLst>
                                  <p:childTnLst>
                                    <p:set>
                                      <p:cBhvr>
                                        <p:cTn id="14" dur="1" fill="hold">
                                          <p:stCondLst>
                                            <p:cond delay="0"/>
                                          </p:stCondLst>
                                        </p:cTn>
                                        <p:tgtEl>
                                          <p:spTgt spid="4234244"/>
                                        </p:tgtEl>
                                        <p:attrNameLst>
                                          <p:attrName>style.visibility</p:attrName>
                                        </p:attrNameLst>
                                      </p:cBhvr>
                                      <p:to>
                                        <p:strVal val="visible"/>
                                      </p:to>
                                    </p:set>
                                    <p:animEffect transition="in" filter="dissolve">
                                      <p:cBhvr>
                                        <p:cTn id="15" dur="500"/>
                                        <p:tgtEl>
                                          <p:spTgt spid="4234244"/>
                                        </p:tgtEl>
                                      </p:cBhvr>
                                    </p:animEffect>
                                  </p:childTnLst>
                                </p:cTn>
                              </p:par>
                            </p:childTnLst>
                          </p:cTn>
                        </p:par>
                        <p:par>
                          <p:cTn id="16" fill="hold" nodeType="afterGroup">
                            <p:stCondLst>
                              <p:cond delay="1500"/>
                            </p:stCondLst>
                            <p:childTnLst>
                              <p:par>
                                <p:cTn id="17" presetID="22" presetClass="entr" presetSubtype="4" fill="hold" grpId="0" nodeType="afterEffect">
                                  <p:stCondLst>
                                    <p:cond delay="0"/>
                                  </p:stCondLst>
                                  <p:childTnLst>
                                    <p:set>
                                      <p:cBhvr>
                                        <p:cTn id="18" dur="1" fill="hold">
                                          <p:stCondLst>
                                            <p:cond delay="0"/>
                                          </p:stCondLst>
                                        </p:cTn>
                                        <p:tgtEl>
                                          <p:spTgt spid="4234247"/>
                                        </p:tgtEl>
                                        <p:attrNameLst>
                                          <p:attrName>style.visibility</p:attrName>
                                        </p:attrNameLst>
                                      </p:cBhvr>
                                      <p:to>
                                        <p:strVal val="visible"/>
                                      </p:to>
                                    </p:set>
                                    <p:animEffect transition="in" filter="wipe(down)">
                                      <p:cBhvr>
                                        <p:cTn id="19" dur="500"/>
                                        <p:tgtEl>
                                          <p:spTgt spid="4234247"/>
                                        </p:tgtEl>
                                      </p:cBhvr>
                                    </p:animEffect>
                                  </p:childTnLst>
                                </p:cTn>
                              </p:par>
                            </p:childTnLst>
                          </p:cTn>
                        </p:par>
                        <p:par>
                          <p:cTn id="20" fill="hold" nodeType="afterGroup">
                            <p:stCondLst>
                              <p:cond delay="2000"/>
                            </p:stCondLst>
                            <p:childTnLst>
                              <p:par>
                                <p:cTn id="21" presetID="9" presetClass="entr" presetSubtype="0" fill="hold" grpId="0" nodeType="afterEffect">
                                  <p:stCondLst>
                                    <p:cond delay="0"/>
                                  </p:stCondLst>
                                  <p:childTnLst>
                                    <p:set>
                                      <p:cBhvr>
                                        <p:cTn id="22" dur="1" fill="hold">
                                          <p:stCondLst>
                                            <p:cond delay="0"/>
                                          </p:stCondLst>
                                        </p:cTn>
                                        <p:tgtEl>
                                          <p:spTgt spid="4234246"/>
                                        </p:tgtEl>
                                        <p:attrNameLst>
                                          <p:attrName>style.visibility</p:attrName>
                                        </p:attrNameLst>
                                      </p:cBhvr>
                                      <p:to>
                                        <p:strVal val="visible"/>
                                      </p:to>
                                    </p:set>
                                    <p:animEffect transition="in" filter="dissolve">
                                      <p:cBhvr>
                                        <p:cTn id="23" dur="500"/>
                                        <p:tgtEl>
                                          <p:spTgt spid="42342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34243" grpId="0" animBg="1"/>
      <p:bldP spid="4234244" grpId="0" animBg="1"/>
      <p:bldP spid="4234245" grpId="0" animBg="1"/>
      <p:bldP spid="4234246" grpId="0" animBg="1"/>
      <p:bldP spid="4234247" grpId="0" animBg="1"/>
    </p:bldLst>
  </p:timing>
</p:sld>
</file>

<file path=ppt/slides/slide213.xml><?xml version="1.0" encoding="utf-8"?>
<p:sld xmlns:a="http://schemas.openxmlformats.org/drawingml/2006/main" xmlns:r="http://schemas.openxmlformats.org/officeDocument/2006/relationships" xmlns:p="http://schemas.openxmlformats.org/presentationml/2006/main" showMasterSp="0">
  <p:cSld>
    <p:bg>
      <p:bgPr>
        <a:solidFill>
          <a:schemeClr val="tx1"/>
        </a:solidFill>
        <a:effectLst/>
      </p:bgPr>
    </p:bg>
    <p:spTree>
      <p:nvGrpSpPr>
        <p:cNvPr id="1" name=""/>
        <p:cNvGrpSpPr/>
        <p:nvPr/>
      </p:nvGrpSpPr>
      <p:grpSpPr>
        <a:xfrm>
          <a:off x="0" y="0"/>
          <a:ext cx="0" cy="0"/>
          <a:chOff x="0" y="0"/>
          <a:chExt cx="0" cy="0"/>
        </a:xfrm>
      </p:grpSpPr>
      <p:sp>
        <p:nvSpPr>
          <p:cNvPr id="94210" name="Footer Placeholder 2"/>
          <p:cNvSpPr txBox="1">
            <a:spLocks noGrp="1"/>
          </p:cNvSpPr>
          <p:nvPr/>
        </p:nvSpPr>
        <p:spPr bwMode="auto">
          <a:xfrm>
            <a:off x="4648200" y="6553200"/>
            <a:ext cx="2895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i="1">
                <a:solidFill>
                  <a:schemeClr val="tx1"/>
                </a:solidFill>
                <a:latin typeface="Times New Roman" pitchFamily="18" charset="0"/>
              </a:defRPr>
            </a:lvl1pPr>
            <a:lvl2pPr marL="742950" indent="-285750">
              <a:defRPr i="1">
                <a:solidFill>
                  <a:schemeClr val="tx1"/>
                </a:solidFill>
                <a:latin typeface="Times New Roman" pitchFamily="18" charset="0"/>
              </a:defRPr>
            </a:lvl2pPr>
            <a:lvl3pPr marL="1143000" indent="-228600">
              <a:defRPr i="1">
                <a:solidFill>
                  <a:schemeClr val="tx1"/>
                </a:solidFill>
                <a:latin typeface="Times New Roman" pitchFamily="18" charset="0"/>
              </a:defRPr>
            </a:lvl3pPr>
            <a:lvl4pPr marL="1600200" indent="-228600">
              <a:defRPr i="1">
                <a:solidFill>
                  <a:schemeClr val="tx1"/>
                </a:solidFill>
                <a:latin typeface="Times New Roman" pitchFamily="18" charset="0"/>
              </a:defRPr>
            </a:lvl4pPr>
            <a:lvl5pPr marL="2057400" indent="-228600">
              <a:defRPr i="1">
                <a:solidFill>
                  <a:schemeClr val="tx1"/>
                </a:solidFill>
                <a:latin typeface="Times New Roman" pitchFamily="18" charset="0"/>
              </a:defRPr>
            </a:lvl5pPr>
            <a:lvl6pPr marL="2514600" indent="-228600" algn="ctr" eaLnBrk="0" fontAlgn="base" hangingPunct="0">
              <a:spcBef>
                <a:spcPct val="0"/>
              </a:spcBef>
              <a:spcAft>
                <a:spcPct val="0"/>
              </a:spcAft>
              <a:defRPr i="1">
                <a:solidFill>
                  <a:schemeClr val="tx1"/>
                </a:solidFill>
                <a:latin typeface="Times New Roman" pitchFamily="18" charset="0"/>
              </a:defRPr>
            </a:lvl6pPr>
            <a:lvl7pPr marL="2971800" indent="-228600" algn="ctr" eaLnBrk="0" fontAlgn="base" hangingPunct="0">
              <a:spcBef>
                <a:spcPct val="0"/>
              </a:spcBef>
              <a:spcAft>
                <a:spcPct val="0"/>
              </a:spcAft>
              <a:defRPr i="1">
                <a:solidFill>
                  <a:schemeClr val="tx1"/>
                </a:solidFill>
                <a:latin typeface="Times New Roman" pitchFamily="18" charset="0"/>
              </a:defRPr>
            </a:lvl7pPr>
            <a:lvl8pPr marL="3429000" indent="-228600" algn="ctr" eaLnBrk="0" fontAlgn="base" hangingPunct="0">
              <a:spcBef>
                <a:spcPct val="0"/>
              </a:spcBef>
              <a:spcAft>
                <a:spcPct val="0"/>
              </a:spcAft>
              <a:defRPr i="1">
                <a:solidFill>
                  <a:schemeClr val="tx1"/>
                </a:solidFill>
                <a:latin typeface="Times New Roman" pitchFamily="18" charset="0"/>
              </a:defRPr>
            </a:lvl8pPr>
            <a:lvl9pPr marL="3886200" indent="-228600" algn="ctr" eaLnBrk="0" fontAlgn="base" hangingPunct="0">
              <a:spcBef>
                <a:spcPct val="0"/>
              </a:spcBef>
              <a:spcAft>
                <a:spcPct val="0"/>
              </a:spcAft>
              <a:defRPr i="1">
                <a:solidFill>
                  <a:schemeClr val="tx1"/>
                </a:solidFill>
                <a:latin typeface="Times New Roman" pitchFamily="18" charset="0"/>
              </a:defRPr>
            </a:lvl9pPr>
          </a:lstStyle>
          <a:p>
            <a:r>
              <a:rPr lang="en-US" i="0"/>
              <a:t>© 2008 Warren B. Powell</a:t>
            </a:r>
          </a:p>
        </p:txBody>
      </p:sp>
      <p:sp>
        <p:nvSpPr>
          <p:cNvPr id="94211" name="Slide Number Placeholder 3"/>
          <p:cNvSpPr txBox="1">
            <a:spLocks noGrp="1"/>
          </p:cNvSpPr>
          <p:nvPr/>
        </p:nvSpPr>
        <p:spPr bwMode="auto">
          <a:xfrm>
            <a:off x="8077200" y="6534150"/>
            <a:ext cx="19050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i="1">
                <a:solidFill>
                  <a:schemeClr val="tx1"/>
                </a:solidFill>
                <a:latin typeface="Times New Roman" pitchFamily="18" charset="0"/>
              </a:defRPr>
            </a:lvl1pPr>
            <a:lvl2pPr marL="742950" indent="-285750">
              <a:defRPr i="1">
                <a:solidFill>
                  <a:schemeClr val="tx1"/>
                </a:solidFill>
                <a:latin typeface="Times New Roman" pitchFamily="18" charset="0"/>
              </a:defRPr>
            </a:lvl2pPr>
            <a:lvl3pPr marL="1143000" indent="-228600">
              <a:defRPr i="1">
                <a:solidFill>
                  <a:schemeClr val="tx1"/>
                </a:solidFill>
                <a:latin typeface="Times New Roman" pitchFamily="18" charset="0"/>
              </a:defRPr>
            </a:lvl3pPr>
            <a:lvl4pPr marL="1600200" indent="-228600">
              <a:defRPr i="1">
                <a:solidFill>
                  <a:schemeClr val="tx1"/>
                </a:solidFill>
                <a:latin typeface="Times New Roman" pitchFamily="18" charset="0"/>
              </a:defRPr>
            </a:lvl4pPr>
            <a:lvl5pPr marL="2057400" indent="-228600">
              <a:defRPr i="1">
                <a:solidFill>
                  <a:schemeClr val="tx1"/>
                </a:solidFill>
                <a:latin typeface="Times New Roman" pitchFamily="18" charset="0"/>
              </a:defRPr>
            </a:lvl5pPr>
            <a:lvl6pPr marL="2514600" indent="-228600" algn="ctr" eaLnBrk="0" fontAlgn="base" hangingPunct="0">
              <a:spcBef>
                <a:spcPct val="0"/>
              </a:spcBef>
              <a:spcAft>
                <a:spcPct val="0"/>
              </a:spcAft>
              <a:defRPr i="1">
                <a:solidFill>
                  <a:schemeClr val="tx1"/>
                </a:solidFill>
                <a:latin typeface="Times New Roman" pitchFamily="18" charset="0"/>
              </a:defRPr>
            </a:lvl6pPr>
            <a:lvl7pPr marL="2971800" indent="-228600" algn="ctr" eaLnBrk="0" fontAlgn="base" hangingPunct="0">
              <a:spcBef>
                <a:spcPct val="0"/>
              </a:spcBef>
              <a:spcAft>
                <a:spcPct val="0"/>
              </a:spcAft>
              <a:defRPr i="1">
                <a:solidFill>
                  <a:schemeClr val="tx1"/>
                </a:solidFill>
                <a:latin typeface="Times New Roman" pitchFamily="18" charset="0"/>
              </a:defRPr>
            </a:lvl7pPr>
            <a:lvl8pPr marL="3429000" indent="-228600" algn="ctr" eaLnBrk="0" fontAlgn="base" hangingPunct="0">
              <a:spcBef>
                <a:spcPct val="0"/>
              </a:spcBef>
              <a:spcAft>
                <a:spcPct val="0"/>
              </a:spcAft>
              <a:defRPr i="1">
                <a:solidFill>
                  <a:schemeClr val="tx1"/>
                </a:solidFill>
                <a:latin typeface="Times New Roman" pitchFamily="18" charset="0"/>
              </a:defRPr>
            </a:lvl8pPr>
            <a:lvl9pPr marL="3886200" indent="-228600" algn="ctr" eaLnBrk="0" fontAlgn="base" hangingPunct="0">
              <a:spcBef>
                <a:spcPct val="0"/>
              </a:spcBef>
              <a:spcAft>
                <a:spcPct val="0"/>
              </a:spcAft>
              <a:defRPr i="1">
                <a:solidFill>
                  <a:schemeClr val="tx1"/>
                </a:solidFill>
                <a:latin typeface="Times New Roman" pitchFamily="18" charset="0"/>
              </a:defRPr>
            </a:lvl9pPr>
          </a:lstStyle>
          <a:p>
            <a:pPr algn="r"/>
            <a:r>
              <a:rPr lang="en-US" i="0"/>
              <a:t>Slide </a:t>
            </a:r>
            <a:fld id="{A8585AEB-5103-4F15-9645-356FA6EE78AF}" type="slidenum">
              <a:rPr lang="en-US" i="0"/>
              <a:pPr algn="r"/>
              <a:t>213</a:t>
            </a:fld>
            <a:endParaRPr lang="en-US" i="0"/>
          </a:p>
        </p:txBody>
      </p:sp>
      <p:pic>
        <p:nvPicPr>
          <p:cNvPr id="94212" name="Picture 2" descr="PV5 pilottour-bnsf locos"/>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52400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32195" name="Rectangle 3"/>
          <p:cNvSpPr>
            <a:spLocks noChangeArrowheads="1"/>
          </p:cNvSpPr>
          <p:nvPr/>
        </p:nvSpPr>
        <p:spPr bwMode="auto">
          <a:xfrm>
            <a:off x="1562100" y="38100"/>
            <a:ext cx="2209800" cy="2209800"/>
          </a:xfrm>
          <a:prstGeom prst="rect">
            <a:avLst/>
          </a:prstGeom>
          <a:solidFill>
            <a:srgbClr val="969696">
              <a:alpha val="50195"/>
            </a:srgbClr>
          </a:solidFill>
          <a:ln w="28575">
            <a:solidFill>
              <a:schemeClr val="bg1"/>
            </a:solidFill>
            <a:miter lim="800000"/>
            <a:headEnd/>
            <a:tailEnd/>
          </a:ln>
        </p:spPr>
        <p:txBody>
          <a:bodyPr wrap="none" anchor="ctr"/>
          <a:lstStyle/>
          <a:p>
            <a:endParaRPr lang="en-US"/>
          </a:p>
        </p:txBody>
      </p:sp>
      <p:sp>
        <p:nvSpPr>
          <p:cNvPr id="4232196" name="Line 4"/>
          <p:cNvSpPr>
            <a:spLocks noChangeShapeType="1"/>
          </p:cNvSpPr>
          <p:nvPr/>
        </p:nvSpPr>
        <p:spPr bwMode="auto">
          <a:xfrm>
            <a:off x="3505200" y="2228850"/>
            <a:ext cx="628650" cy="2228850"/>
          </a:xfrm>
          <a:prstGeom prst="line">
            <a:avLst/>
          </a:prstGeom>
          <a:noFill/>
          <a:ln w="57150">
            <a:solidFill>
              <a:schemeClr val="bg1"/>
            </a:solidFill>
            <a:round/>
            <a:headEnd type="stealth" w="med" len="lg"/>
            <a:tailEnd type="none" w="med" len="lg"/>
          </a:ln>
          <a:extLst>
            <a:ext uri="{909E8E84-426E-40DD-AFC4-6F175D3DCCD1}">
              <a14:hiddenFill xmlns:a14="http://schemas.microsoft.com/office/drawing/2010/main">
                <a:noFill/>
              </a14:hiddenFill>
            </a:ext>
          </a:extLst>
        </p:spPr>
        <p:txBody>
          <a:bodyPr/>
          <a:lstStyle/>
          <a:p>
            <a:endParaRPr lang="en-US"/>
          </a:p>
        </p:txBody>
      </p:sp>
      <p:sp>
        <p:nvSpPr>
          <p:cNvPr id="4232197" name="Line 5"/>
          <p:cNvSpPr>
            <a:spLocks noChangeShapeType="1"/>
          </p:cNvSpPr>
          <p:nvPr/>
        </p:nvSpPr>
        <p:spPr bwMode="auto">
          <a:xfrm flipV="1">
            <a:off x="6096000" y="857250"/>
            <a:ext cx="2381250" cy="4076700"/>
          </a:xfrm>
          <a:prstGeom prst="line">
            <a:avLst/>
          </a:prstGeom>
          <a:noFill/>
          <a:ln w="57150">
            <a:solidFill>
              <a:schemeClr val="bg1"/>
            </a:solidFill>
            <a:round/>
            <a:headEnd type="stealth" w="med" len="lg"/>
            <a:tailEnd type="none" w="med" len="lg"/>
          </a:ln>
          <a:extLst>
            <a:ext uri="{909E8E84-426E-40DD-AFC4-6F175D3DCCD1}">
              <a14:hiddenFill xmlns:a14="http://schemas.microsoft.com/office/drawing/2010/main">
                <a:noFill/>
              </a14:hiddenFill>
            </a:ext>
          </a:extLst>
        </p:spPr>
        <p:txBody>
          <a:bodyPr/>
          <a:lstStyle/>
          <a:p>
            <a:endParaRPr lang="en-US"/>
          </a:p>
        </p:txBody>
      </p:sp>
      <p:grpSp>
        <p:nvGrpSpPr>
          <p:cNvPr id="326664" name="Group 8"/>
          <p:cNvGrpSpPr>
            <a:grpSpLocks/>
          </p:cNvGrpSpPr>
          <p:nvPr/>
        </p:nvGrpSpPr>
        <p:grpSpPr bwMode="auto">
          <a:xfrm>
            <a:off x="8477250" y="76200"/>
            <a:ext cx="2209800" cy="3352800"/>
            <a:chOff x="4380" y="48"/>
            <a:chExt cx="1392" cy="2112"/>
          </a:xfrm>
        </p:grpSpPr>
        <p:sp>
          <p:nvSpPr>
            <p:cNvPr id="94226" name="Rectangle 7"/>
            <p:cNvSpPr>
              <a:spLocks noChangeArrowheads="1"/>
            </p:cNvSpPr>
            <p:nvPr/>
          </p:nvSpPr>
          <p:spPr bwMode="auto">
            <a:xfrm>
              <a:off x="4380" y="48"/>
              <a:ext cx="1392" cy="2112"/>
            </a:xfrm>
            <a:prstGeom prst="rect">
              <a:avLst/>
            </a:prstGeom>
            <a:solidFill>
              <a:srgbClr val="969696">
                <a:alpha val="50195"/>
              </a:srgbClr>
            </a:solidFill>
            <a:ln w="28575">
              <a:solidFill>
                <a:schemeClr val="bg1"/>
              </a:solidFill>
              <a:miter lim="800000"/>
              <a:headEnd/>
              <a:tailEnd/>
            </a:ln>
          </p:spPr>
          <p:txBody>
            <a:bodyPr wrap="none" anchor="ctr"/>
            <a:lstStyle/>
            <a:p>
              <a:endParaRPr lang="en-US"/>
            </a:p>
          </p:txBody>
        </p:sp>
        <p:sp>
          <p:nvSpPr>
            <p:cNvPr id="94227" name="Line 8"/>
            <p:cNvSpPr>
              <a:spLocks noChangeShapeType="1"/>
            </p:cNvSpPr>
            <p:nvPr/>
          </p:nvSpPr>
          <p:spPr bwMode="auto">
            <a:xfrm flipV="1">
              <a:off x="4656" y="296"/>
              <a:ext cx="0" cy="568"/>
            </a:xfrm>
            <a:prstGeom prst="line">
              <a:avLst/>
            </a:prstGeom>
            <a:noFill/>
            <a:ln w="38100">
              <a:solidFill>
                <a:schemeClr val="bg1"/>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94228" name="Line 9"/>
            <p:cNvSpPr>
              <a:spLocks noChangeShapeType="1"/>
            </p:cNvSpPr>
            <p:nvPr/>
          </p:nvSpPr>
          <p:spPr bwMode="auto">
            <a:xfrm rot="5400000" flipV="1">
              <a:off x="5072" y="424"/>
              <a:ext cx="0" cy="856"/>
            </a:xfrm>
            <a:prstGeom prst="line">
              <a:avLst/>
            </a:prstGeom>
            <a:noFill/>
            <a:ln w="38100">
              <a:solidFill>
                <a:schemeClr val="bg1"/>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94229" name="Line 10"/>
            <p:cNvSpPr>
              <a:spLocks noChangeShapeType="1"/>
            </p:cNvSpPr>
            <p:nvPr/>
          </p:nvSpPr>
          <p:spPr bwMode="auto">
            <a:xfrm>
              <a:off x="4688" y="360"/>
              <a:ext cx="666" cy="384"/>
            </a:xfrm>
            <a:custGeom>
              <a:avLst/>
              <a:gdLst>
                <a:gd name="T0" fmla="*/ 0 w 666"/>
                <a:gd name="T1" fmla="*/ 384 h 384"/>
                <a:gd name="T2" fmla="*/ 144 w 666"/>
                <a:gd name="T3" fmla="*/ 184 h 384"/>
                <a:gd name="T4" fmla="*/ 384 w 666"/>
                <a:gd name="T5" fmla="*/ 40 h 384"/>
                <a:gd name="T6" fmla="*/ 666 w 666"/>
                <a:gd name="T7" fmla="*/ 0 h 38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66" h="384">
                  <a:moveTo>
                    <a:pt x="0" y="384"/>
                  </a:moveTo>
                  <a:lnTo>
                    <a:pt x="144" y="184"/>
                  </a:lnTo>
                  <a:lnTo>
                    <a:pt x="384" y="40"/>
                  </a:lnTo>
                  <a:lnTo>
                    <a:pt x="666" y="0"/>
                  </a:lnTo>
                </a:path>
              </a:pathLst>
            </a:custGeom>
            <a:noFill/>
            <a:ln w="38100">
              <a:solidFill>
                <a:schemeClr val="bg1"/>
              </a:solidFill>
              <a:round/>
              <a:headEnd/>
              <a:tailEnd type="none" w="med" len="lg"/>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4230" name="Line 11"/>
            <p:cNvSpPr>
              <a:spLocks noChangeShapeType="1"/>
            </p:cNvSpPr>
            <p:nvPr/>
          </p:nvSpPr>
          <p:spPr bwMode="auto">
            <a:xfrm flipV="1">
              <a:off x="4656" y="1256"/>
              <a:ext cx="0" cy="568"/>
            </a:xfrm>
            <a:prstGeom prst="line">
              <a:avLst/>
            </a:prstGeom>
            <a:noFill/>
            <a:ln w="38100">
              <a:solidFill>
                <a:schemeClr val="bg1"/>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94231" name="Line 12"/>
            <p:cNvSpPr>
              <a:spLocks noChangeShapeType="1"/>
            </p:cNvSpPr>
            <p:nvPr/>
          </p:nvSpPr>
          <p:spPr bwMode="auto">
            <a:xfrm rot="5400000" flipV="1">
              <a:off x="5072" y="1384"/>
              <a:ext cx="0" cy="856"/>
            </a:xfrm>
            <a:prstGeom prst="line">
              <a:avLst/>
            </a:prstGeom>
            <a:noFill/>
            <a:ln w="38100">
              <a:solidFill>
                <a:schemeClr val="bg1"/>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94232" name="Line 13"/>
            <p:cNvSpPr>
              <a:spLocks noChangeShapeType="1"/>
            </p:cNvSpPr>
            <p:nvPr/>
          </p:nvSpPr>
          <p:spPr bwMode="auto">
            <a:xfrm>
              <a:off x="4672" y="1384"/>
              <a:ext cx="656" cy="224"/>
            </a:xfrm>
            <a:custGeom>
              <a:avLst/>
              <a:gdLst>
                <a:gd name="T0" fmla="*/ 0 w 656"/>
                <a:gd name="T1" fmla="*/ 224 h 224"/>
                <a:gd name="T2" fmla="*/ 240 w 656"/>
                <a:gd name="T3" fmla="*/ 0 h 224"/>
                <a:gd name="T4" fmla="*/ 656 w 656"/>
                <a:gd name="T5" fmla="*/ 112 h 224"/>
                <a:gd name="T6" fmla="*/ 0 60000 65536"/>
                <a:gd name="T7" fmla="*/ 0 60000 65536"/>
                <a:gd name="T8" fmla="*/ 0 60000 65536"/>
              </a:gdLst>
              <a:ahLst/>
              <a:cxnLst>
                <a:cxn ang="T6">
                  <a:pos x="T0" y="T1"/>
                </a:cxn>
                <a:cxn ang="T7">
                  <a:pos x="T2" y="T3"/>
                </a:cxn>
                <a:cxn ang="T8">
                  <a:pos x="T4" y="T5"/>
                </a:cxn>
              </a:cxnLst>
              <a:rect l="0" t="0" r="r" b="b"/>
              <a:pathLst>
                <a:path w="656" h="224">
                  <a:moveTo>
                    <a:pt x="0" y="224"/>
                  </a:moveTo>
                  <a:lnTo>
                    <a:pt x="240" y="0"/>
                  </a:lnTo>
                  <a:lnTo>
                    <a:pt x="656" y="112"/>
                  </a:lnTo>
                </a:path>
              </a:pathLst>
            </a:custGeom>
            <a:noFill/>
            <a:ln w="38100">
              <a:solidFill>
                <a:schemeClr val="bg1"/>
              </a:solidFill>
              <a:round/>
              <a:headEnd/>
              <a:tailEnd type="none" w="med" len="lg"/>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326672" name="Group 16"/>
          <p:cNvGrpSpPr>
            <a:grpSpLocks/>
          </p:cNvGrpSpPr>
          <p:nvPr/>
        </p:nvGrpSpPr>
        <p:grpSpPr bwMode="auto">
          <a:xfrm>
            <a:off x="3886200" y="4457700"/>
            <a:ext cx="2209800" cy="2400300"/>
            <a:chOff x="1488" y="2808"/>
            <a:chExt cx="1392" cy="1512"/>
          </a:xfrm>
        </p:grpSpPr>
        <p:sp>
          <p:nvSpPr>
            <p:cNvPr id="94218" name="Rectangle 15"/>
            <p:cNvSpPr>
              <a:spLocks noChangeArrowheads="1"/>
            </p:cNvSpPr>
            <p:nvPr/>
          </p:nvSpPr>
          <p:spPr bwMode="auto">
            <a:xfrm>
              <a:off x="1488" y="2808"/>
              <a:ext cx="1392" cy="1512"/>
            </a:xfrm>
            <a:prstGeom prst="rect">
              <a:avLst/>
            </a:prstGeom>
            <a:solidFill>
              <a:srgbClr val="969696">
                <a:alpha val="50195"/>
              </a:srgbClr>
            </a:solidFill>
            <a:ln w="28575">
              <a:solidFill>
                <a:schemeClr val="bg1"/>
              </a:solidFill>
              <a:miter lim="800000"/>
              <a:headEnd/>
              <a:tailEnd/>
            </a:ln>
          </p:spPr>
          <p:txBody>
            <a:bodyPr wrap="none" anchor="ctr"/>
            <a:lstStyle/>
            <a:p>
              <a:endParaRPr lang="en-US"/>
            </a:p>
          </p:txBody>
        </p:sp>
        <p:grpSp>
          <p:nvGrpSpPr>
            <p:cNvPr id="94219" name="Group 18"/>
            <p:cNvGrpSpPr>
              <a:grpSpLocks/>
            </p:cNvGrpSpPr>
            <p:nvPr/>
          </p:nvGrpSpPr>
          <p:grpSpPr bwMode="auto">
            <a:xfrm>
              <a:off x="1804" y="2888"/>
              <a:ext cx="856" cy="568"/>
              <a:chOff x="1804" y="2888"/>
              <a:chExt cx="856" cy="568"/>
            </a:xfrm>
          </p:grpSpPr>
          <p:sp>
            <p:nvSpPr>
              <p:cNvPr id="94223" name="Line 17"/>
              <p:cNvSpPr>
                <a:spLocks noChangeShapeType="1"/>
              </p:cNvSpPr>
              <p:nvPr/>
            </p:nvSpPr>
            <p:spPr bwMode="auto">
              <a:xfrm flipV="1">
                <a:off x="1816" y="2888"/>
                <a:ext cx="0" cy="568"/>
              </a:xfrm>
              <a:prstGeom prst="line">
                <a:avLst/>
              </a:prstGeom>
              <a:noFill/>
              <a:ln w="38100">
                <a:solidFill>
                  <a:schemeClr val="bg1"/>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94224" name="Line 18"/>
              <p:cNvSpPr>
                <a:spLocks noChangeShapeType="1"/>
              </p:cNvSpPr>
              <p:nvPr/>
            </p:nvSpPr>
            <p:spPr bwMode="auto">
              <a:xfrm rot="5400000" flipV="1">
                <a:off x="2232" y="3016"/>
                <a:ext cx="0" cy="856"/>
              </a:xfrm>
              <a:prstGeom prst="line">
                <a:avLst/>
              </a:prstGeom>
              <a:noFill/>
              <a:ln w="38100">
                <a:solidFill>
                  <a:schemeClr val="bg1"/>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94225" name="Line 19"/>
              <p:cNvSpPr>
                <a:spLocks noChangeShapeType="1"/>
              </p:cNvSpPr>
              <p:nvPr/>
            </p:nvSpPr>
            <p:spPr bwMode="auto">
              <a:xfrm>
                <a:off x="1848" y="2952"/>
                <a:ext cx="666" cy="384"/>
              </a:xfrm>
              <a:custGeom>
                <a:avLst/>
                <a:gdLst>
                  <a:gd name="T0" fmla="*/ 0 w 666"/>
                  <a:gd name="T1" fmla="*/ 384 h 384"/>
                  <a:gd name="T2" fmla="*/ 232 w 666"/>
                  <a:gd name="T3" fmla="*/ 152 h 384"/>
                  <a:gd name="T4" fmla="*/ 472 w 666"/>
                  <a:gd name="T5" fmla="*/ 24 h 384"/>
                  <a:gd name="T6" fmla="*/ 666 w 666"/>
                  <a:gd name="T7" fmla="*/ 0 h 38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66" h="384">
                    <a:moveTo>
                      <a:pt x="0" y="384"/>
                    </a:moveTo>
                    <a:lnTo>
                      <a:pt x="232" y="152"/>
                    </a:lnTo>
                    <a:lnTo>
                      <a:pt x="472" y="24"/>
                    </a:lnTo>
                    <a:lnTo>
                      <a:pt x="666" y="0"/>
                    </a:lnTo>
                  </a:path>
                </a:pathLst>
              </a:custGeom>
              <a:noFill/>
              <a:ln w="38100">
                <a:solidFill>
                  <a:schemeClr val="bg1"/>
                </a:solidFill>
                <a:round/>
                <a:headEnd/>
                <a:tailEnd type="none" w="med" len="lg"/>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94220" name="Line 20"/>
            <p:cNvSpPr>
              <a:spLocks noChangeShapeType="1"/>
            </p:cNvSpPr>
            <p:nvPr/>
          </p:nvSpPr>
          <p:spPr bwMode="auto">
            <a:xfrm flipV="1">
              <a:off x="1816" y="3600"/>
              <a:ext cx="0" cy="568"/>
            </a:xfrm>
            <a:prstGeom prst="line">
              <a:avLst/>
            </a:prstGeom>
            <a:noFill/>
            <a:ln w="38100">
              <a:solidFill>
                <a:schemeClr val="bg1"/>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94221" name="Line 21"/>
            <p:cNvSpPr>
              <a:spLocks noChangeShapeType="1"/>
            </p:cNvSpPr>
            <p:nvPr/>
          </p:nvSpPr>
          <p:spPr bwMode="auto">
            <a:xfrm rot="5400000" flipV="1">
              <a:off x="2232" y="3728"/>
              <a:ext cx="0" cy="856"/>
            </a:xfrm>
            <a:prstGeom prst="line">
              <a:avLst/>
            </a:prstGeom>
            <a:noFill/>
            <a:ln w="38100">
              <a:solidFill>
                <a:schemeClr val="bg1"/>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94222" name="Line 22"/>
            <p:cNvSpPr>
              <a:spLocks noChangeShapeType="1"/>
            </p:cNvSpPr>
            <p:nvPr/>
          </p:nvSpPr>
          <p:spPr bwMode="auto">
            <a:xfrm>
              <a:off x="1824" y="3688"/>
              <a:ext cx="706" cy="344"/>
            </a:xfrm>
            <a:custGeom>
              <a:avLst/>
              <a:gdLst>
                <a:gd name="T0" fmla="*/ 0 w 706"/>
                <a:gd name="T1" fmla="*/ 344 h 344"/>
                <a:gd name="T2" fmla="*/ 216 w 706"/>
                <a:gd name="T3" fmla="*/ 104 h 344"/>
                <a:gd name="T4" fmla="*/ 464 w 706"/>
                <a:gd name="T5" fmla="*/ 0 h 344"/>
                <a:gd name="T6" fmla="*/ 706 w 706"/>
                <a:gd name="T7" fmla="*/ 32 h 34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706" h="344">
                  <a:moveTo>
                    <a:pt x="0" y="344"/>
                  </a:moveTo>
                  <a:lnTo>
                    <a:pt x="216" y="104"/>
                  </a:lnTo>
                  <a:lnTo>
                    <a:pt x="464" y="0"/>
                  </a:lnTo>
                  <a:lnTo>
                    <a:pt x="706" y="32"/>
                  </a:lnTo>
                </a:path>
              </a:pathLst>
            </a:custGeom>
            <a:noFill/>
            <a:ln w="38100">
              <a:solidFill>
                <a:schemeClr val="bg1"/>
              </a:solidFill>
              <a:round/>
              <a:headEnd/>
              <a:tailEnd type="none" w="med" len="lg"/>
            </a:ln>
            <a:extLst>
              <a:ext uri="{909E8E84-426E-40DD-AFC4-6F175D3DCCD1}">
                <a14:hiddenFill xmlns:a14="http://schemas.microsoft.com/office/drawing/2010/main">
                  <a:solidFill>
                    <a:srgbClr val="FFFFFF"/>
                  </a:solidFill>
                </a14:hiddenFill>
              </a:ext>
            </a:extLst>
          </p:spPr>
          <p:txBody>
            <a:bodyPr/>
            <a:lstStyle/>
            <a:p>
              <a:endParaRPr lang="en-US"/>
            </a:p>
          </p:txBody>
        </p:sp>
      </p:grpSp>
    </p:spTree>
    <p:extLst>
      <p:ext uri="{BB962C8B-B14F-4D97-AF65-F5344CB8AC3E}">
        <p14:creationId xmlns:p14="http://schemas.microsoft.com/office/powerpoint/2010/main" val="2809387848"/>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9" presetClass="entr" presetSubtype="0" fill="hold" nodeType="afterEffect">
                                  <p:stCondLst>
                                    <p:cond delay="0"/>
                                  </p:stCondLst>
                                  <p:childTnLst>
                                    <p:set>
                                      <p:cBhvr>
                                        <p:cTn id="6" dur="1" fill="hold">
                                          <p:stCondLst>
                                            <p:cond delay="0"/>
                                          </p:stCondLst>
                                        </p:cTn>
                                        <p:tgtEl>
                                          <p:spTgt spid="326664"/>
                                        </p:tgtEl>
                                        <p:attrNameLst>
                                          <p:attrName>style.visibility</p:attrName>
                                        </p:attrNameLst>
                                      </p:cBhvr>
                                      <p:to>
                                        <p:strVal val="visible"/>
                                      </p:to>
                                    </p:set>
                                    <p:animEffect transition="in" filter="dissolve">
                                      <p:cBhvr>
                                        <p:cTn id="7" dur="500"/>
                                        <p:tgtEl>
                                          <p:spTgt spid="326664"/>
                                        </p:tgtEl>
                                      </p:cBhvr>
                                    </p:animEffect>
                                  </p:childTnLst>
                                </p:cTn>
                              </p:par>
                            </p:childTnLst>
                          </p:cTn>
                        </p:par>
                        <p:par>
                          <p:cTn id="8" fill="hold" nodeType="afterGroup">
                            <p:stCondLst>
                              <p:cond delay="500"/>
                            </p:stCondLst>
                            <p:childTnLst>
                              <p:par>
                                <p:cTn id="9" presetID="22" presetClass="entr" presetSubtype="2" fill="hold" grpId="0" nodeType="afterEffect">
                                  <p:stCondLst>
                                    <p:cond delay="0"/>
                                  </p:stCondLst>
                                  <p:childTnLst>
                                    <p:set>
                                      <p:cBhvr>
                                        <p:cTn id="10" dur="1" fill="hold">
                                          <p:stCondLst>
                                            <p:cond delay="0"/>
                                          </p:stCondLst>
                                        </p:cTn>
                                        <p:tgtEl>
                                          <p:spTgt spid="4232197"/>
                                        </p:tgtEl>
                                        <p:attrNameLst>
                                          <p:attrName>style.visibility</p:attrName>
                                        </p:attrNameLst>
                                      </p:cBhvr>
                                      <p:to>
                                        <p:strVal val="visible"/>
                                      </p:to>
                                    </p:set>
                                    <p:animEffect transition="in" filter="wipe(right)">
                                      <p:cBhvr>
                                        <p:cTn id="11" dur="500"/>
                                        <p:tgtEl>
                                          <p:spTgt spid="4232197"/>
                                        </p:tgtEl>
                                      </p:cBhvr>
                                    </p:animEffect>
                                  </p:childTnLst>
                                </p:cTn>
                              </p:par>
                            </p:childTnLst>
                          </p:cTn>
                        </p:par>
                        <p:par>
                          <p:cTn id="12" fill="hold" nodeType="afterGroup">
                            <p:stCondLst>
                              <p:cond delay="1000"/>
                            </p:stCondLst>
                            <p:childTnLst>
                              <p:par>
                                <p:cTn id="13" presetID="9" presetClass="entr" presetSubtype="0" fill="hold" nodeType="afterEffect">
                                  <p:stCondLst>
                                    <p:cond delay="0"/>
                                  </p:stCondLst>
                                  <p:childTnLst>
                                    <p:set>
                                      <p:cBhvr>
                                        <p:cTn id="14" dur="1" fill="hold">
                                          <p:stCondLst>
                                            <p:cond delay="0"/>
                                          </p:stCondLst>
                                        </p:cTn>
                                        <p:tgtEl>
                                          <p:spTgt spid="326672"/>
                                        </p:tgtEl>
                                        <p:attrNameLst>
                                          <p:attrName>style.visibility</p:attrName>
                                        </p:attrNameLst>
                                      </p:cBhvr>
                                      <p:to>
                                        <p:strVal val="visible"/>
                                      </p:to>
                                    </p:set>
                                    <p:animEffect transition="in" filter="dissolve">
                                      <p:cBhvr>
                                        <p:cTn id="15" dur="500"/>
                                        <p:tgtEl>
                                          <p:spTgt spid="326672"/>
                                        </p:tgtEl>
                                      </p:cBhvr>
                                    </p:animEffect>
                                  </p:childTnLst>
                                </p:cTn>
                              </p:par>
                            </p:childTnLst>
                          </p:cTn>
                        </p:par>
                        <p:par>
                          <p:cTn id="16" fill="hold" nodeType="afterGroup">
                            <p:stCondLst>
                              <p:cond delay="1500"/>
                            </p:stCondLst>
                            <p:childTnLst>
                              <p:par>
                                <p:cTn id="17" presetID="22" presetClass="entr" presetSubtype="4" fill="hold" grpId="0" nodeType="afterEffect">
                                  <p:stCondLst>
                                    <p:cond delay="0"/>
                                  </p:stCondLst>
                                  <p:childTnLst>
                                    <p:set>
                                      <p:cBhvr>
                                        <p:cTn id="18" dur="1" fill="hold">
                                          <p:stCondLst>
                                            <p:cond delay="0"/>
                                          </p:stCondLst>
                                        </p:cTn>
                                        <p:tgtEl>
                                          <p:spTgt spid="4232196"/>
                                        </p:tgtEl>
                                        <p:attrNameLst>
                                          <p:attrName>style.visibility</p:attrName>
                                        </p:attrNameLst>
                                      </p:cBhvr>
                                      <p:to>
                                        <p:strVal val="visible"/>
                                      </p:to>
                                    </p:set>
                                    <p:animEffect transition="in" filter="wipe(down)">
                                      <p:cBhvr>
                                        <p:cTn id="19" dur="500"/>
                                        <p:tgtEl>
                                          <p:spTgt spid="4232196"/>
                                        </p:tgtEl>
                                      </p:cBhvr>
                                    </p:animEffect>
                                  </p:childTnLst>
                                </p:cTn>
                              </p:par>
                            </p:childTnLst>
                          </p:cTn>
                        </p:par>
                        <p:par>
                          <p:cTn id="20" fill="hold" nodeType="afterGroup">
                            <p:stCondLst>
                              <p:cond delay="2000"/>
                            </p:stCondLst>
                            <p:childTnLst>
                              <p:par>
                                <p:cTn id="21" presetID="9" presetClass="entr" presetSubtype="0" fill="hold" grpId="0" nodeType="afterEffect">
                                  <p:stCondLst>
                                    <p:cond delay="0"/>
                                  </p:stCondLst>
                                  <p:childTnLst>
                                    <p:set>
                                      <p:cBhvr>
                                        <p:cTn id="22" dur="1" fill="hold">
                                          <p:stCondLst>
                                            <p:cond delay="0"/>
                                          </p:stCondLst>
                                        </p:cTn>
                                        <p:tgtEl>
                                          <p:spTgt spid="4232195"/>
                                        </p:tgtEl>
                                        <p:attrNameLst>
                                          <p:attrName>style.visibility</p:attrName>
                                        </p:attrNameLst>
                                      </p:cBhvr>
                                      <p:to>
                                        <p:strVal val="visible"/>
                                      </p:to>
                                    </p:set>
                                    <p:animEffect transition="in" filter="dissolve">
                                      <p:cBhvr>
                                        <p:cTn id="23" dur="500"/>
                                        <p:tgtEl>
                                          <p:spTgt spid="423219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32195" grpId="0" animBg="1"/>
      <p:bldP spid="4232196" grpId="0" animBg="1"/>
      <p:bldP spid="4232197" grpId="0" animBg="1"/>
    </p:bldLst>
  </p:timing>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8" name="Rectangle 2"/>
          <p:cNvSpPr>
            <a:spLocks noChangeArrowheads="1"/>
          </p:cNvSpPr>
          <p:nvPr/>
        </p:nvSpPr>
        <p:spPr bwMode="auto">
          <a:xfrm>
            <a:off x="3200400" y="1397000"/>
            <a:ext cx="3378200" cy="4610100"/>
          </a:xfrm>
          <a:prstGeom prst="rect">
            <a:avLst/>
          </a:prstGeom>
          <a:solidFill>
            <a:srgbClr val="66CCFF"/>
          </a:solidFill>
          <a:ln w="28575">
            <a:solidFill>
              <a:schemeClr val="tx1"/>
            </a:solidFill>
            <a:miter lim="800000"/>
            <a:headEnd type="none" w="lg" len="lg"/>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219" name="Rectangle 3"/>
          <p:cNvSpPr>
            <a:spLocks noGrp="1" noChangeArrowheads="1"/>
          </p:cNvSpPr>
          <p:nvPr>
            <p:ph type="title"/>
          </p:nvPr>
        </p:nvSpPr>
        <p:spPr/>
        <p:txBody>
          <a:bodyPr/>
          <a:lstStyle/>
          <a:p>
            <a:pPr eaLnBrk="1" hangingPunct="1"/>
            <a:r>
              <a:rPr lang="en-US" dirty="0"/>
              <a:t>Locomotive planning at Norfolk Southern</a:t>
            </a:r>
          </a:p>
        </p:txBody>
      </p:sp>
      <p:sp>
        <p:nvSpPr>
          <p:cNvPr id="9220" name="Text Box 4"/>
          <p:cNvSpPr txBox="1">
            <a:spLocks noChangeArrowheads="1"/>
          </p:cNvSpPr>
          <p:nvPr/>
        </p:nvSpPr>
        <p:spPr bwMode="auto">
          <a:xfrm>
            <a:off x="3222626" y="1982789"/>
            <a:ext cx="150812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1"/>
                </a:solidFill>
                <a:miter lim="800000"/>
                <a:headEnd type="none" w="lg" len="lg"/>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i="1">
                <a:solidFill>
                  <a:schemeClr val="tx1"/>
                </a:solidFill>
                <a:latin typeface="Arial" charset="0"/>
                <a:cs typeface="Arial" charset="0"/>
              </a:defRPr>
            </a:lvl1pPr>
            <a:lvl2pPr marL="742950" indent="-285750" eaLnBrk="0" hangingPunct="0">
              <a:defRPr i="1">
                <a:solidFill>
                  <a:schemeClr val="tx1"/>
                </a:solidFill>
                <a:latin typeface="Arial" charset="0"/>
                <a:cs typeface="Arial" charset="0"/>
              </a:defRPr>
            </a:lvl2pPr>
            <a:lvl3pPr marL="1143000" indent="-228600" eaLnBrk="0" hangingPunct="0">
              <a:defRPr i="1">
                <a:solidFill>
                  <a:schemeClr val="tx1"/>
                </a:solidFill>
                <a:latin typeface="Arial" charset="0"/>
                <a:cs typeface="Arial" charset="0"/>
              </a:defRPr>
            </a:lvl3pPr>
            <a:lvl4pPr marL="1600200" indent="-228600" eaLnBrk="0" hangingPunct="0">
              <a:defRPr i="1">
                <a:solidFill>
                  <a:schemeClr val="tx1"/>
                </a:solidFill>
                <a:latin typeface="Arial" charset="0"/>
                <a:cs typeface="Arial" charset="0"/>
              </a:defRPr>
            </a:lvl4pPr>
            <a:lvl5pPr marL="2057400" indent="-228600" eaLnBrk="0" hangingPunct="0">
              <a:defRPr i="1">
                <a:solidFill>
                  <a:schemeClr val="tx1"/>
                </a:solidFill>
                <a:latin typeface="Arial" charset="0"/>
                <a:cs typeface="Arial" charset="0"/>
              </a:defRPr>
            </a:lvl5pPr>
            <a:lvl6pPr marL="2514600" indent="-228600" eaLnBrk="0" fontAlgn="base" hangingPunct="0">
              <a:spcBef>
                <a:spcPct val="0"/>
              </a:spcBef>
              <a:spcAft>
                <a:spcPct val="0"/>
              </a:spcAft>
              <a:defRPr i="1">
                <a:solidFill>
                  <a:schemeClr val="tx1"/>
                </a:solidFill>
                <a:latin typeface="Arial" charset="0"/>
                <a:cs typeface="Arial" charset="0"/>
              </a:defRPr>
            </a:lvl6pPr>
            <a:lvl7pPr marL="2971800" indent="-228600" eaLnBrk="0" fontAlgn="base" hangingPunct="0">
              <a:spcBef>
                <a:spcPct val="0"/>
              </a:spcBef>
              <a:spcAft>
                <a:spcPct val="0"/>
              </a:spcAft>
              <a:defRPr i="1">
                <a:solidFill>
                  <a:schemeClr val="tx1"/>
                </a:solidFill>
                <a:latin typeface="Arial" charset="0"/>
                <a:cs typeface="Arial" charset="0"/>
              </a:defRPr>
            </a:lvl7pPr>
            <a:lvl8pPr marL="3429000" indent="-228600" eaLnBrk="0" fontAlgn="base" hangingPunct="0">
              <a:spcBef>
                <a:spcPct val="0"/>
              </a:spcBef>
              <a:spcAft>
                <a:spcPct val="0"/>
              </a:spcAft>
              <a:defRPr i="1">
                <a:solidFill>
                  <a:schemeClr val="tx1"/>
                </a:solidFill>
                <a:latin typeface="Arial" charset="0"/>
                <a:cs typeface="Arial" charset="0"/>
              </a:defRPr>
            </a:lvl8pPr>
            <a:lvl9pPr marL="3886200" indent="-228600" eaLnBrk="0" fontAlgn="base" hangingPunct="0">
              <a:spcBef>
                <a:spcPct val="0"/>
              </a:spcBef>
              <a:spcAft>
                <a:spcPct val="0"/>
              </a:spcAft>
              <a:defRPr i="1">
                <a:solidFill>
                  <a:schemeClr val="tx1"/>
                </a:solidFill>
                <a:latin typeface="Arial" charset="0"/>
                <a:cs typeface="Arial" charset="0"/>
              </a:defRPr>
            </a:lvl9pPr>
          </a:lstStyle>
          <a:p>
            <a:pPr algn="ctr"/>
            <a:r>
              <a:rPr lang="en-US" sz="2000" i="0">
                <a:latin typeface="Times New Roman" pitchFamily="18" charset="0"/>
              </a:rPr>
              <a:t>Locomotives</a:t>
            </a:r>
          </a:p>
        </p:txBody>
      </p:sp>
      <p:sp>
        <p:nvSpPr>
          <p:cNvPr id="9221" name="Text Box 5"/>
          <p:cNvSpPr txBox="1">
            <a:spLocks noChangeArrowheads="1"/>
          </p:cNvSpPr>
          <p:nvPr/>
        </p:nvSpPr>
        <p:spPr bwMode="auto">
          <a:xfrm>
            <a:off x="5492750" y="1982789"/>
            <a:ext cx="8318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1"/>
                </a:solidFill>
                <a:miter lim="800000"/>
                <a:headEnd type="none" w="lg" len="lg"/>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i="1">
                <a:solidFill>
                  <a:schemeClr val="tx1"/>
                </a:solidFill>
                <a:latin typeface="Arial" charset="0"/>
                <a:cs typeface="Arial" charset="0"/>
              </a:defRPr>
            </a:lvl1pPr>
            <a:lvl2pPr marL="742950" indent="-285750" eaLnBrk="0" hangingPunct="0">
              <a:defRPr i="1">
                <a:solidFill>
                  <a:schemeClr val="tx1"/>
                </a:solidFill>
                <a:latin typeface="Arial" charset="0"/>
                <a:cs typeface="Arial" charset="0"/>
              </a:defRPr>
            </a:lvl2pPr>
            <a:lvl3pPr marL="1143000" indent="-228600" eaLnBrk="0" hangingPunct="0">
              <a:defRPr i="1">
                <a:solidFill>
                  <a:schemeClr val="tx1"/>
                </a:solidFill>
                <a:latin typeface="Arial" charset="0"/>
                <a:cs typeface="Arial" charset="0"/>
              </a:defRPr>
            </a:lvl3pPr>
            <a:lvl4pPr marL="1600200" indent="-228600" eaLnBrk="0" hangingPunct="0">
              <a:defRPr i="1">
                <a:solidFill>
                  <a:schemeClr val="tx1"/>
                </a:solidFill>
                <a:latin typeface="Arial" charset="0"/>
                <a:cs typeface="Arial" charset="0"/>
              </a:defRPr>
            </a:lvl4pPr>
            <a:lvl5pPr marL="2057400" indent="-228600" eaLnBrk="0" hangingPunct="0">
              <a:defRPr i="1">
                <a:solidFill>
                  <a:schemeClr val="tx1"/>
                </a:solidFill>
                <a:latin typeface="Arial" charset="0"/>
                <a:cs typeface="Arial" charset="0"/>
              </a:defRPr>
            </a:lvl5pPr>
            <a:lvl6pPr marL="2514600" indent="-228600" eaLnBrk="0" fontAlgn="base" hangingPunct="0">
              <a:spcBef>
                <a:spcPct val="0"/>
              </a:spcBef>
              <a:spcAft>
                <a:spcPct val="0"/>
              </a:spcAft>
              <a:defRPr i="1">
                <a:solidFill>
                  <a:schemeClr val="tx1"/>
                </a:solidFill>
                <a:latin typeface="Arial" charset="0"/>
                <a:cs typeface="Arial" charset="0"/>
              </a:defRPr>
            </a:lvl6pPr>
            <a:lvl7pPr marL="2971800" indent="-228600" eaLnBrk="0" fontAlgn="base" hangingPunct="0">
              <a:spcBef>
                <a:spcPct val="0"/>
              </a:spcBef>
              <a:spcAft>
                <a:spcPct val="0"/>
              </a:spcAft>
              <a:defRPr i="1">
                <a:solidFill>
                  <a:schemeClr val="tx1"/>
                </a:solidFill>
                <a:latin typeface="Arial" charset="0"/>
                <a:cs typeface="Arial" charset="0"/>
              </a:defRPr>
            </a:lvl7pPr>
            <a:lvl8pPr marL="3429000" indent="-228600" eaLnBrk="0" fontAlgn="base" hangingPunct="0">
              <a:spcBef>
                <a:spcPct val="0"/>
              </a:spcBef>
              <a:spcAft>
                <a:spcPct val="0"/>
              </a:spcAft>
              <a:defRPr i="1">
                <a:solidFill>
                  <a:schemeClr val="tx1"/>
                </a:solidFill>
                <a:latin typeface="Arial" charset="0"/>
                <a:cs typeface="Arial" charset="0"/>
              </a:defRPr>
            </a:lvl8pPr>
            <a:lvl9pPr marL="3886200" indent="-228600" eaLnBrk="0" fontAlgn="base" hangingPunct="0">
              <a:spcBef>
                <a:spcPct val="0"/>
              </a:spcBef>
              <a:spcAft>
                <a:spcPct val="0"/>
              </a:spcAft>
              <a:defRPr i="1">
                <a:solidFill>
                  <a:schemeClr val="tx1"/>
                </a:solidFill>
                <a:latin typeface="Arial" charset="0"/>
                <a:cs typeface="Arial" charset="0"/>
              </a:defRPr>
            </a:lvl9pPr>
          </a:lstStyle>
          <a:p>
            <a:pPr algn="ctr"/>
            <a:r>
              <a:rPr lang="en-US" sz="2000" i="0">
                <a:latin typeface="Times New Roman" pitchFamily="18" charset="0"/>
              </a:rPr>
              <a:t>Trains</a:t>
            </a:r>
          </a:p>
        </p:txBody>
      </p:sp>
      <p:sp>
        <p:nvSpPr>
          <p:cNvPr id="9222" name="Rectangle 6"/>
          <p:cNvSpPr>
            <a:spLocks noChangeArrowheads="1"/>
          </p:cNvSpPr>
          <p:nvPr/>
        </p:nvSpPr>
        <p:spPr bwMode="auto">
          <a:xfrm>
            <a:off x="3530600" y="2781300"/>
            <a:ext cx="673100" cy="228600"/>
          </a:xfrm>
          <a:prstGeom prst="rect">
            <a:avLst/>
          </a:prstGeom>
          <a:solidFill>
            <a:schemeClr val="tx1"/>
          </a:solidFill>
          <a:ln w="38100">
            <a:solidFill>
              <a:schemeClr val="tx1"/>
            </a:solidFill>
            <a:miter lim="800000"/>
            <a:headEnd type="none" w="lg" len="lg"/>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223" name="Rectangle 7"/>
          <p:cNvSpPr>
            <a:spLocks noChangeArrowheads="1"/>
          </p:cNvSpPr>
          <p:nvPr/>
        </p:nvSpPr>
        <p:spPr bwMode="auto">
          <a:xfrm>
            <a:off x="3530600" y="3225800"/>
            <a:ext cx="673100" cy="228600"/>
          </a:xfrm>
          <a:prstGeom prst="rect">
            <a:avLst/>
          </a:prstGeom>
          <a:solidFill>
            <a:schemeClr val="tx1"/>
          </a:solidFill>
          <a:ln w="38100">
            <a:solidFill>
              <a:schemeClr val="tx1"/>
            </a:solidFill>
            <a:miter lim="800000"/>
            <a:headEnd type="none" w="lg" len="lg"/>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224" name="Rectangle 8"/>
          <p:cNvSpPr>
            <a:spLocks noChangeArrowheads="1"/>
          </p:cNvSpPr>
          <p:nvPr/>
        </p:nvSpPr>
        <p:spPr bwMode="auto">
          <a:xfrm>
            <a:off x="3530600" y="3670300"/>
            <a:ext cx="673100" cy="228600"/>
          </a:xfrm>
          <a:prstGeom prst="rect">
            <a:avLst/>
          </a:prstGeom>
          <a:solidFill>
            <a:schemeClr val="tx1"/>
          </a:solidFill>
          <a:ln w="38100">
            <a:solidFill>
              <a:schemeClr val="tx1"/>
            </a:solidFill>
            <a:miter lim="800000"/>
            <a:headEnd type="none" w="lg" len="lg"/>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225" name="Rectangle 9"/>
          <p:cNvSpPr>
            <a:spLocks noChangeArrowheads="1"/>
          </p:cNvSpPr>
          <p:nvPr/>
        </p:nvSpPr>
        <p:spPr bwMode="auto">
          <a:xfrm>
            <a:off x="3530600" y="4102100"/>
            <a:ext cx="673100" cy="228600"/>
          </a:xfrm>
          <a:prstGeom prst="rect">
            <a:avLst/>
          </a:prstGeom>
          <a:solidFill>
            <a:schemeClr val="tx1"/>
          </a:solidFill>
          <a:ln w="38100">
            <a:solidFill>
              <a:schemeClr val="tx1"/>
            </a:solidFill>
            <a:miter lim="800000"/>
            <a:headEnd type="none" w="lg" len="lg"/>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226" name="Rectangle 10"/>
          <p:cNvSpPr>
            <a:spLocks noChangeArrowheads="1"/>
          </p:cNvSpPr>
          <p:nvPr/>
        </p:nvSpPr>
        <p:spPr bwMode="auto">
          <a:xfrm>
            <a:off x="3530600" y="4559300"/>
            <a:ext cx="673100" cy="228600"/>
          </a:xfrm>
          <a:prstGeom prst="rect">
            <a:avLst/>
          </a:prstGeom>
          <a:solidFill>
            <a:schemeClr val="tx1"/>
          </a:solidFill>
          <a:ln w="38100">
            <a:solidFill>
              <a:schemeClr val="tx1"/>
            </a:solidFill>
            <a:miter lim="800000"/>
            <a:headEnd type="none" w="lg" len="lg"/>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227" name="Rectangle 11"/>
          <p:cNvSpPr>
            <a:spLocks noChangeArrowheads="1"/>
          </p:cNvSpPr>
          <p:nvPr/>
        </p:nvSpPr>
        <p:spPr bwMode="auto">
          <a:xfrm>
            <a:off x="3530600" y="5029200"/>
            <a:ext cx="673100" cy="228600"/>
          </a:xfrm>
          <a:prstGeom prst="rect">
            <a:avLst/>
          </a:prstGeom>
          <a:solidFill>
            <a:schemeClr val="tx1"/>
          </a:solidFill>
          <a:ln w="38100">
            <a:solidFill>
              <a:schemeClr val="tx1"/>
            </a:solidFill>
            <a:miter lim="800000"/>
            <a:headEnd type="none" w="lg" len="lg"/>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228" name="Rectangle 12"/>
          <p:cNvSpPr>
            <a:spLocks noChangeArrowheads="1"/>
          </p:cNvSpPr>
          <p:nvPr/>
        </p:nvSpPr>
        <p:spPr bwMode="auto">
          <a:xfrm>
            <a:off x="3517900" y="5499100"/>
            <a:ext cx="673100" cy="228600"/>
          </a:xfrm>
          <a:prstGeom prst="rect">
            <a:avLst/>
          </a:prstGeom>
          <a:solidFill>
            <a:schemeClr val="tx1"/>
          </a:solidFill>
          <a:ln w="38100">
            <a:solidFill>
              <a:schemeClr val="tx1"/>
            </a:solidFill>
            <a:miter lim="800000"/>
            <a:headEnd type="none" w="lg" len="lg"/>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229" name="Rectangle 13"/>
          <p:cNvSpPr>
            <a:spLocks noChangeArrowheads="1"/>
          </p:cNvSpPr>
          <p:nvPr/>
        </p:nvSpPr>
        <p:spPr bwMode="auto">
          <a:xfrm>
            <a:off x="5613400" y="3060700"/>
            <a:ext cx="673100" cy="228600"/>
          </a:xfrm>
          <a:prstGeom prst="rect">
            <a:avLst/>
          </a:prstGeom>
          <a:solidFill>
            <a:schemeClr val="bg1"/>
          </a:solidFill>
          <a:ln w="28575">
            <a:solidFill>
              <a:schemeClr val="tx1"/>
            </a:solidFill>
            <a:miter lim="800000"/>
            <a:headEnd type="none" w="lg" len="lg"/>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230" name="Rectangle 14"/>
          <p:cNvSpPr>
            <a:spLocks noChangeArrowheads="1"/>
          </p:cNvSpPr>
          <p:nvPr/>
        </p:nvSpPr>
        <p:spPr bwMode="auto">
          <a:xfrm>
            <a:off x="5613400" y="3886200"/>
            <a:ext cx="673100" cy="228600"/>
          </a:xfrm>
          <a:prstGeom prst="rect">
            <a:avLst/>
          </a:prstGeom>
          <a:solidFill>
            <a:schemeClr val="bg1"/>
          </a:solidFill>
          <a:ln w="28575">
            <a:solidFill>
              <a:schemeClr val="tx1"/>
            </a:solidFill>
            <a:miter lim="800000"/>
            <a:headEnd type="none" w="lg" len="lg"/>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231" name="Rectangle 15"/>
          <p:cNvSpPr>
            <a:spLocks noChangeArrowheads="1"/>
          </p:cNvSpPr>
          <p:nvPr/>
        </p:nvSpPr>
        <p:spPr bwMode="auto">
          <a:xfrm>
            <a:off x="5613400" y="4737100"/>
            <a:ext cx="673100" cy="228600"/>
          </a:xfrm>
          <a:prstGeom prst="rect">
            <a:avLst/>
          </a:prstGeom>
          <a:solidFill>
            <a:schemeClr val="bg1"/>
          </a:solidFill>
          <a:ln w="28575">
            <a:solidFill>
              <a:schemeClr val="tx1"/>
            </a:solidFill>
            <a:miter lim="800000"/>
            <a:headEnd type="none" w="lg" len="lg"/>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cxnSp>
        <p:nvCxnSpPr>
          <p:cNvPr id="9232" name="AutoShape 16"/>
          <p:cNvCxnSpPr>
            <a:cxnSpLocks noChangeShapeType="1"/>
            <a:stCxn id="9222" idx="3"/>
            <a:endCxn id="9229" idx="1"/>
          </p:cNvCxnSpPr>
          <p:nvPr/>
        </p:nvCxnSpPr>
        <p:spPr bwMode="auto">
          <a:xfrm>
            <a:off x="4222751" y="2895600"/>
            <a:ext cx="1376363" cy="2794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233" name="AutoShape 17"/>
          <p:cNvCxnSpPr>
            <a:cxnSpLocks noChangeShapeType="1"/>
            <a:stCxn id="9223" idx="3"/>
            <a:endCxn id="9229" idx="1"/>
          </p:cNvCxnSpPr>
          <p:nvPr/>
        </p:nvCxnSpPr>
        <p:spPr bwMode="auto">
          <a:xfrm flipV="1">
            <a:off x="4222751" y="3175000"/>
            <a:ext cx="1376363" cy="1651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234" name="AutoShape 18"/>
          <p:cNvCxnSpPr>
            <a:cxnSpLocks noChangeShapeType="1"/>
            <a:stCxn id="9224" idx="3"/>
            <a:endCxn id="9229" idx="1"/>
          </p:cNvCxnSpPr>
          <p:nvPr/>
        </p:nvCxnSpPr>
        <p:spPr bwMode="auto">
          <a:xfrm flipV="1">
            <a:off x="4222751" y="3175000"/>
            <a:ext cx="1376363" cy="6096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235" name="AutoShape 19"/>
          <p:cNvCxnSpPr>
            <a:cxnSpLocks noChangeShapeType="1"/>
            <a:stCxn id="9225" idx="3"/>
            <a:endCxn id="9229" idx="1"/>
          </p:cNvCxnSpPr>
          <p:nvPr/>
        </p:nvCxnSpPr>
        <p:spPr bwMode="auto">
          <a:xfrm flipV="1">
            <a:off x="4222751" y="3175000"/>
            <a:ext cx="1376363" cy="10414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236" name="AutoShape 20"/>
          <p:cNvCxnSpPr>
            <a:cxnSpLocks noChangeShapeType="1"/>
            <a:stCxn id="9224" idx="3"/>
            <a:endCxn id="9230" idx="1"/>
          </p:cNvCxnSpPr>
          <p:nvPr/>
        </p:nvCxnSpPr>
        <p:spPr bwMode="auto">
          <a:xfrm>
            <a:off x="4222751" y="3784600"/>
            <a:ext cx="1376363" cy="2159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237" name="AutoShape 21"/>
          <p:cNvCxnSpPr>
            <a:cxnSpLocks noChangeShapeType="1"/>
            <a:stCxn id="9225" idx="3"/>
            <a:endCxn id="9230" idx="1"/>
          </p:cNvCxnSpPr>
          <p:nvPr/>
        </p:nvCxnSpPr>
        <p:spPr bwMode="auto">
          <a:xfrm flipV="1">
            <a:off x="4222751" y="4000500"/>
            <a:ext cx="1376363" cy="2159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238" name="AutoShape 22"/>
          <p:cNvCxnSpPr>
            <a:cxnSpLocks noChangeShapeType="1"/>
            <a:stCxn id="9223" idx="3"/>
            <a:endCxn id="9230" idx="1"/>
          </p:cNvCxnSpPr>
          <p:nvPr/>
        </p:nvCxnSpPr>
        <p:spPr bwMode="auto">
          <a:xfrm>
            <a:off x="4222751" y="3340100"/>
            <a:ext cx="1376363" cy="6604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239" name="AutoShape 23"/>
          <p:cNvCxnSpPr>
            <a:cxnSpLocks noChangeShapeType="1"/>
            <a:stCxn id="9226" idx="3"/>
            <a:endCxn id="9230" idx="1"/>
          </p:cNvCxnSpPr>
          <p:nvPr/>
        </p:nvCxnSpPr>
        <p:spPr bwMode="auto">
          <a:xfrm flipV="1">
            <a:off x="4222751" y="4000500"/>
            <a:ext cx="1376363" cy="6731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240" name="AutoShape 24"/>
          <p:cNvCxnSpPr>
            <a:cxnSpLocks noChangeShapeType="1"/>
            <a:stCxn id="9227" idx="3"/>
            <a:endCxn id="9230" idx="1"/>
          </p:cNvCxnSpPr>
          <p:nvPr/>
        </p:nvCxnSpPr>
        <p:spPr bwMode="auto">
          <a:xfrm flipV="1">
            <a:off x="4222751" y="4000500"/>
            <a:ext cx="1376363" cy="11430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241" name="AutoShape 25"/>
          <p:cNvCxnSpPr>
            <a:cxnSpLocks noChangeShapeType="1"/>
            <a:stCxn id="9225" idx="3"/>
            <a:endCxn id="9231" idx="1"/>
          </p:cNvCxnSpPr>
          <p:nvPr/>
        </p:nvCxnSpPr>
        <p:spPr bwMode="auto">
          <a:xfrm>
            <a:off x="4222751" y="4216400"/>
            <a:ext cx="1376363" cy="6350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242" name="AutoShape 26"/>
          <p:cNvCxnSpPr>
            <a:cxnSpLocks noChangeShapeType="1"/>
            <a:stCxn id="9226" idx="3"/>
            <a:endCxn id="9231" idx="1"/>
          </p:cNvCxnSpPr>
          <p:nvPr/>
        </p:nvCxnSpPr>
        <p:spPr bwMode="auto">
          <a:xfrm>
            <a:off x="4222751" y="4673600"/>
            <a:ext cx="1376363" cy="1778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243" name="AutoShape 27"/>
          <p:cNvCxnSpPr>
            <a:cxnSpLocks noChangeShapeType="1"/>
            <a:stCxn id="9227" idx="3"/>
            <a:endCxn id="9231" idx="1"/>
          </p:cNvCxnSpPr>
          <p:nvPr/>
        </p:nvCxnSpPr>
        <p:spPr bwMode="auto">
          <a:xfrm flipV="1">
            <a:off x="4222751" y="4851400"/>
            <a:ext cx="1376363" cy="2921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244" name="AutoShape 28"/>
          <p:cNvCxnSpPr>
            <a:cxnSpLocks noChangeShapeType="1"/>
            <a:stCxn id="9228" idx="3"/>
            <a:endCxn id="9231" idx="1"/>
          </p:cNvCxnSpPr>
          <p:nvPr/>
        </p:nvCxnSpPr>
        <p:spPr bwMode="auto">
          <a:xfrm flipV="1">
            <a:off x="4210051" y="4851400"/>
            <a:ext cx="1389063" cy="7620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245" name="AutoShape 29"/>
          <p:cNvCxnSpPr>
            <a:cxnSpLocks noChangeShapeType="1"/>
            <a:stCxn id="9224" idx="3"/>
            <a:endCxn id="9231" idx="1"/>
          </p:cNvCxnSpPr>
          <p:nvPr/>
        </p:nvCxnSpPr>
        <p:spPr bwMode="auto">
          <a:xfrm>
            <a:off x="4222751" y="3784600"/>
            <a:ext cx="1376363" cy="10668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246" name="AutoShape 30"/>
          <p:cNvCxnSpPr>
            <a:cxnSpLocks noChangeShapeType="1"/>
            <a:stCxn id="9226" idx="3"/>
            <a:endCxn id="9229" idx="1"/>
          </p:cNvCxnSpPr>
          <p:nvPr/>
        </p:nvCxnSpPr>
        <p:spPr bwMode="auto">
          <a:xfrm flipV="1">
            <a:off x="4222751" y="3175000"/>
            <a:ext cx="1376363" cy="14986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247" name="AutoShape 31"/>
          <p:cNvCxnSpPr>
            <a:cxnSpLocks noChangeShapeType="1"/>
            <a:stCxn id="9229" idx="3"/>
            <a:endCxn id="9249" idx="2"/>
          </p:cNvCxnSpPr>
          <p:nvPr/>
        </p:nvCxnSpPr>
        <p:spPr bwMode="auto">
          <a:xfrm flipV="1">
            <a:off x="6300789" y="3111500"/>
            <a:ext cx="1660525" cy="635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9248" name="Text Box 32"/>
          <p:cNvSpPr txBox="1">
            <a:spLocks noChangeArrowheads="1"/>
          </p:cNvSpPr>
          <p:nvPr/>
        </p:nvSpPr>
        <p:spPr bwMode="auto">
          <a:xfrm>
            <a:off x="7953376" y="1995489"/>
            <a:ext cx="79057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1"/>
                </a:solidFill>
                <a:miter lim="800000"/>
                <a:headEnd type="none" w="lg" len="lg"/>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i="1">
                <a:solidFill>
                  <a:schemeClr val="tx1"/>
                </a:solidFill>
                <a:latin typeface="Arial" charset="0"/>
                <a:cs typeface="Arial" charset="0"/>
              </a:defRPr>
            </a:lvl1pPr>
            <a:lvl2pPr marL="742950" indent="-285750" eaLnBrk="0" hangingPunct="0">
              <a:defRPr i="1">
                <a:solidFill>
                  <a:schemeClr val="tx1"/>
                </a:solidFill>
                <a:latin typeface="Arial" charset="0"/>
                <a:cs typeface="Arial" charset="0"/>
              </a:defRPr>
            </a:lvl2pPr>
            <a:lvl3pPr marL="1143000" indent="-228600" eaLnBrk="0" hangingPunct="0">
              <a:defRPr i="1">
                <a:solidFill>
                  <a:schemeClr val="tx1"/>
                </a:solidFill>
                <a:latin typeface="Arial" charset="0"/>
                <a:cs typeface="Arial" charset="0"/>
              </a:defRPr>
            </a:lvl3pPr>
            <a:lvl4pPr marL="1600200" indent="-228600" eaLnBrk="0" hangingPunct="0">
              <a:defRPr i="1">
                <a:solidFill>
                  <a:schemeClr val="tx1"/>
                </a:solidFill>
                <a:latin typeface="Arial" charset="0"/>
                <a:cs typeface="Arial" charset="0"/>
              </a:defRPr>
            </a:lvl4pPr>
            <a:lvl5pPr marL="2057400" indent="-228600" eaLnBrk="0" hangingPunct="0">
              <a:defRPr i="1">
                <a:solidFill>
                  <a:schemeClr val="tx1"/>
                </a:solidFill>
                <a:latin typeface="Arial" charset="0"/>
                <a:cs typeface="Arial" charset="0"/>
              </a:defRPr>
            </a:lvl5pPr>
            <a:lvl6pPr marL="2514600" indent="-228600" eaLnBrk="0" fontAlgn="base" hangingPunct="0">
              <a:spcBef>
                <a:spcPct val="0"/>
              </a:spcBef>
              <a:spcAft>
                <a:spcPct val="0"/>
              </a:spcAft>
              <a:defRPr i="1">
                <a:solidFill>
                  <a:schemeClr val="tx1"/>
                </a:solidFill>
                <a:latin typeface="Arial" charset="0"/>
                <a:cs typeface="Arial" charset="0"/>
              </a:defRPr>
            </a:lvl6pPr>
            <a:lvl7pPr marL="2971800" indent="-228600" eaLnBrk="0" fontAlgn="base" hangingPunct="0">
              <a:spcBef>
                <a:spcPct val="0"/>
              </a:spcBef>
              <a:spcAft>
                <a:spcPct val="0"/>
              </a:spcAft>
              <a:defRPr i="1">
                <a:solidFill>
                  <a:schemeClr val="tx1"/>
                </a:solidFill>
                <a:latin typeface="Arial" charset="0"/>
                <a:cs typeface="Arial" charset="0"/>
              </a:defRPr>
            </a:lvl7pPr>
            <a:lvl8pPr marL="3429000" indent="-228600" eaLnBrk="0" fontAlgn="base" hangingPunct="0">
              <a:spcBef>
                <a:spcPct val="0"/>
              </a:spcBef>
              <a:spcAft>
                <a:spcPct val="0"/>
              </a:spcAft>
              <a:defRPr i="1">
                <a:solidFill>
                  <a:schemeClr val="tx1"/>
                </a:solidFill>
                <a:latin typeface="Arial" charset="0"/>
                <a:cs typeface="Arial" charset="0"/>
              </a:defRPr>
            </a:lvl8pPr>
            <a:lvl9pPr marL="3886200" indent="-228600" eaLnBrk="0" fontAlgn="base" hangingPunct="0">
              <a:spcBef>
                <a:spcPct val="0"/>
              </a:spcBef>
              <a:spcAft>
                <a:spcPct val="0"/>
              </a:spcAft>
              <a:defRPr i="1">
                <a:solidFill>
                  <a:schemeClr val="tx1"/>
                </a:solidFill>
                <a:latin typeface="Arial" charset="0"/>
                <a:cs typeface="Arial" charset="0"/>
              </a:defRPr>
            </a:lvl9pPr>
          </a:lstStyle>
          <a:p>
            <a:pPr algn="ctr"/>
            <a:r>
              <a:rPr lang="en-US" sz="2000" i="0">
                <a:latin typeface="Times New Roman" pitchFamily="18" charset="0"/>
              </a:rPr>
              <a:t>Yards</a:t>
            </a:r>
          </a:p>
        </p:txBody>
      </p:sp>
      <p:sp>
        <p:nvSpPr>
          <p:cNvPr id="9249" name="Oval 33"/>
          <p:cNvSpPr>
            <a:spLocks noChangeArrowheads="1"/>
          </p:cNvSpPr>
          <p:nvPr/>
        </p:nvSpPr>
        <p:spPr bwMode="auto">
          <a:xfrm>
            <a:off x="7975600" y="2984500"/>
            <a:ext cx="698500" cy="254000"/>
          </a:xfrm>
          <a:prstGeom prst="ellipse">
            <a:avLst/>
          </a:prstGeom>
          <a:solidFill>
            <a:srgbClr val="FE9B03"/>
          </a:solidFill>
          <a:ln w="28575">
            <a:solidFill>
              <a:schemeClr val="tx1"/>
            </a:solidFill>
            <a:round/>
            <a:headEnd type="none" w="lg" len="lg"/>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250" name="Oval 34"/>
          <p:cNvSpPr>
            <a:spLocks noChangeArrowheads="1"/>
          </p:cNvSpPr>
          <p:nvPr/>
        </p:nvSpPr>
        <p:spPr bwMode="auto">
          <a:xfrm>
            <a:off x="8013700" y="4686300"/>
            <a:ext cx="698500" cy="254000"/>
          </a:xfrm>
          <a:prstGeom prst="ellipse">
            <a:avLst/>
          </a:prstGeom>
          <a:solidFill>
            <a:schemeClr val="accent2"/>
          </a:solidFill>
          <a:ln w="28575">
            <a:solidFill>
              <a:schemeClr val="tx1"/>
            </a:solidFill>
            <a:round/>
            <a:headEnd type="none" w="lg" len="lg"/>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cxnSp>
        <p:nvCxnSpPr>
          <p:cNvPr id="9251" name="AutoShape 35"/>
          <p:cNvCxnSpPr>
            <a:cxnSpLocks noChangeShapeType="1"/>
            <a:stCxn id="9230" idx="3"/>
            <a:endCxn id="9249" idx="2"/>
          </p:cNvCxnSpPr>
          <p:nvPr/>
        </p:nvCxnSpPr>
        <p:spPr bwMode="auto">
          <a:xfrm flipV="1">
            <a:off x="6300789" y="3111500"/>
            <a:ext cx="1660525" cy="8890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252" name="AutoShape 36"/>
          <p:cNvCxnSpPr>
            <a:cxnSpLocks noChangeShapeType="1"/>
            <a:stCxn id="9231" idx="3"/>
            <a:endCxn id="9250" idx="2"/>
          </p:cNvCxnSpPr>
          <p:nvPr/>
        </p:nvCxnSpPr>
        <p:spPr bwMode="auto">
          <a:xfrm flipV="1">
            <a:off x="6300789" y="4813300"/>
            <a:ext cx="1698625" cy="381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9253" name="Text Box 37"/>
          <p:cNvSpPr txBox="1">
            <a:spLocks noChangeArrowheads="1"/>
          </p:cNvSpPr>
          <p:nvPr/>
        </p:nvSpPr>
        <p:spPr bwMode="auto">
          <a:xfrm>
            <a:off x="4211639" y="1538289"/>
            <a:ext cx="93027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1"/>
                </a:solidFill>
                <a:miter lim="800000"/>
                <a:headEnd type="none" w="lg" len="lg"/>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i="1">
                <a:solidFill>
                  <a:schemeClr val="tx1"/>
                </a:solidFill>
                <a:latin typeface="Arial" charset="0"/>
                <a:cs typeface="Arial" charset="0"/>
              </a:defRPr>
            </a:lvl1pPr>
            <a:lvl2pPr marL="742950" indent="-285750" eaLnBrk="0" hangingPunct="0">
              <a:defRPr i="1">
                <a:solidFill>
                  <a:schemeClr val="tx1"/>
                </a:solidFill>
                <a:latin typeface="Arial" charset="0"/>
                <a:cs typeface="Arial" charset="0"/>
              </a:defRPr>
            </a:lvl2pPr>
            <a:lvl3pPr marL="1143000" indent="-228600" eaLnBrk="0" hangingPunct="0">
              <a:defRPr i="1">
                <a:solidFill>
                  <a:schemeClr val="tx1"/>
                </a:solidFill>
                <a:latin typeface="Arial" charset="0"/>
                <a:cs typeface="Arial" charset="0"/>
              </a:defRPr>
            </a:lvl3pPr>
            <a:lvl4pPr marL="1600200" indent="-228600" eaLnBrk="0" hangingPunct="0">
              <a:defRPr i="1">
                <a:solidFill>
                  <a:schemeClr val="tx1"/>
                </a:solidFill>
                <a:latin typeface="Arial" charset="0"/>
                <a:cs typeface="Arial" charset="0"/>
              </a:defRPr>
            </a:lvl4pPr>
            <a:lvl5pPr marL="2057400" indent="-228600" eaLnBrk="0" hangingPunct="0">
              <a:defRPr i="1">
                <a:solidFill>
                  <a:schemeClr val="tx1"/>
                </a:solidFill>
                <a:latin typeface="Arial" charset="0"/>
                <a:cs typeface="Arial" charset="0"/>
              </a:defRPr>
            </a:lvl5pPr>
            <a:lvl6pPr marL="2514600" indent="-228600" eaLnBrk="0" fontAlgn="base" hangingPunct="0">
              <a:spcBef>
                <a:spcPct val="0"/>
              </a:spcBef>
              <a:spcAft>
                <a:spcPct val="0"/>
              </a:spcAft>
              <a:defRPr i="1">
                <a:solidFill>
                  <a:schemeClr val="tx1"/>
                </a:solidFill>
                <a:latin typeface="Arial" charset="0"/>
                <a:cs typeface="Arial" charset="0"/>
              </a:defRPr>
            </a:lvl6pPr>
            <a:lvl7pPr marL="2971800" indent="-228600" eaLnBrk="0" fontAlgn="base" hangingPunct="0">
              <a:spcBef>
                <a:spcPct val="0"/>
              </a:spcBef>
              <a:spcAft>
                <a:spcPct val="0"/>
              </a:spcAft>
              <a:defRPr i="1">
                <a:solidFill>
                  <a:schemeClr val="tx1"/>
                </a:solidFill>
                <a:latin typeface="Arial" charset="0"/>
                <a:cs typeface="Arial" charset="0"/>
              </a:defRPr>
            </a:lvl7pPr>
            <a:lvl8pPr marL="3429000" indent="-228600" eaLnBrk="0" fontAlgn="base" hangingPunct="0">
              <a:spcBef>
                <a:spcPct val="0"/>
              </a:spcBef>
              <a:spcAft>
                <a:spcPct val="0"/>
              </a:spcAft>
              <a:defRPr i="1">
                <a:solidFill>
                  <a:schemeClr val="tx1"/>
                </a:solidFill>
                <a:latin typeface="Arial" charset="0"/>
                <a:cs typeface="Arial" charset="0"/>
              </a:defRPr>
            </a:lvl8pPr>
            <a:lvl9pPr marL="3886200" indent="-228600" eaLnBrk="0" fontAlgn="base" hangingPunct="0">
              <a:spcBef>
                <a:spcPct val="0"/>
              </a:spcBef>
              <a:spcAft>
                <a:spcPct val="0"/>
              </a:spcAft>
              <a:defRPr i="1">
                <a:solidFill>
                  <a:schemeClr val="tx1"/>
                </a:solidFill>
                <a:latin typeface="Arial" charset="0"/>
                <a:cs typeface="Arial" charset="0"/>
              </a:defRPr>
            </a:lvl9pPr>
          </a:lstStyle>
          <a:p>
            <a:pPr algn="ctr"/>
            <a:r>
              <a:rPr lang="en-US" sz="2000" i="0">
                <a:latin typeface="Times New Roman" pitchFamily="18" charset="0"/>
              </a:rPr>
              <a:t>Atlanta</a:t>
            </a:r>
          </a:p>
        </p:txBody>
      </p:sp>
      <p:sp>
        <p:nvSpPr>
          <p:cNvPr id="9254" name="Text Box 38"/>
          <p:cNvSpPr txBox="1">
            <a:spLocks noChangeArrowheads="1"/>
          </p:cNvSpPr>
          <p:nvPr/>
        </p:nvSpPr>
        <p:spPr bwMode="auto">
          <a:xfrm>
            <a:off x="8904289" y="2871789"/>
            <a:ext cx="119697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1"/>
                </a:solidFill>
                <a:miter lim="800000"/>
                <a:headEnd type="none" w="lg" len="lg"/>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i="1">
                <a:solidFill>
                  <a:schemeClr val="tx1"/>
                </a:solidFill>
                <a:latin typeface="Arial" charset="0"/>
                <a:cs typeface="Arial" charset="0"/>
              </a:defRPr>
            </a:lvl1pPr>
            <a:lvl2pPr marL="742950" indent="-285750" eaLnBrk="0" hangingPunct="0">
              <a:defRPr i="1">
                <a:solidFill>
                  <a:schemeClr val="tx1"/>
                </a:solidFill>
                <a:latin typeface="Arial" charset="0"/>
                <a:cs typeface="Arial" charset="0"/>
              </a:defRPr>
            </a:lvl2pPr>
            <a:lvl3pPr marL="1143000" indent="-228600" eaLnBrk="0" hangingPunct="0">
              <a:defRPr i="1">
                <a:solidFill>
                  <a:schemeClr val="tx1"/>
                </a:solidFill>
                <a:latin typeface="Arial" charset="0"/>
                <a:cs typeface="Arial" charset="0"/>
              </a:defRPr>
            </a:lvl3pPr>
            <a:lvl4pPr marL="1600200" indent="-228600" eaLnBrk="0" hangingPunct="0">
              <a:defRPr i="1">
                <a:solidFill>
                  <a:schemeClr val="tx1"/>
                </a:solidFill>
                <a:latin typeface="Arial" charset="0"/>
                <a:cs typeface="Arial" charset="0"/>
              </a:defRPr>
            </a:lvl4pPr>
            <a:lvl5pPr marL="2057400" indent="-228600" eaLnBrk="0" hangingPunct="0">
              <a:defRPr i="1">
                <a:solidFill>
                  <a:schemeClr val="tx1"/>
                </a:solidFill>
                <a:latin typeface="Arial" charset="0"/>
                <a:cs typeface="Arial" charset="0"/>
              </a:defRPr>
            </a:lvl5pPr>
            <a:lvl6pPr marL="2514600" indent="-228600" eaLnBrk="0" fontAlgn="base" hangingPunct="0">
              <a:spcBef>
                <a:spcPct val="0"/>
              </a:spcBef>
              <a:spcAft>
                <a:spcPct val="0"/>
              </a:spcAft>
              <a:defRPr i="1">
                <a:solidFill>
                  <a:schemeClr val="tx1"/>
                </a:solidFill>
                <a:latin typeface="Arial" charset="0"/>
                <a:cs typeface="Arial" charset="0"/>
              </a:defRPr>
            </a:lvl6pPr>
            <a:lvl7pPr marL="2971800" indent="-228600" eaLnBrk="0" fontAlgn="base" hangingPunct="0">
              <a:spcBef>
                <a:spcPct val="0"/>
              </a:spcBef>
              <a:spcAft>
                <a:spcPct val="0"/>
              </a:spcAft>
              <a:defRPr i="1">
                <a:solidFill>
                  <a:schemeClr val="tx1"/>
                </a:solidFill>
                <a:latin typeface="Arial" charset="0"/>
                <a:cs typeface="Arial" charset="0"/>
              </a:defRPr>
            </a:lvl7pPr>
            <a:lvl8pPr marL="3429000" indent="-228600" eaLnBrk="0" fontAlgn="base" hangingPunct="0">
              <a:spcBef>
                <a:spcPct val="0"/>
              </a:spcBef>
              <a:spcAft>
                <a:spcPct val="0"/>
              </a:spcAft>
              <a:defRPr i="1">
                <a:solidFill>
                  <a:schemeClr val="tx1"/>
                </a:solidFill>
                <a:latin typeface="Arial" charset="0"/>
                <a:cs typeface="Arial" charset="0"/>
              </a:defRPr>
            </a:lvl8pPr>
            <a:lvl9pPr marL="3886200" indent="-228600" eaLnBrk="0" fontAlgn="base" hangingPunct="0">
              <a:spcBef>
                <a:spcPct val="0"/>
              </a:spcBef>
              <a:spcAft>
                <a:spcPct val="0"/>
              </a:spcAft>
              <a:defRPr i="1">
                <a:solidFill>
                  <a:schemeClr val="tx1"/>
                </a:solidFill>
                <a:latin typeface="Arial" charset="0"/>
                <a:cs typeface="Arial" charset="0"/>
              </a:defRPr>
            </a:lvl9pPr>
          </a:lstStyle>
          <a:p>
            <a:pPr algn="ctr"/>
            <a:r>
              <a:rPr lang="en-US" sz="2000" i="0">
                <a:latin typeface="Times New Roman" pitchFamily="18" charset="0"/>
              </a:rPr>
              <a:t>Baltimore</a:t>
            </a:r>
          </a:p>
        </p:txBody>
      </p:sp>
      <p:sp>
        <p:nvSpPr>
          <p:cNvPr id="9255" name="Text Box 39"/>
          <p:cNvSpPr txBox="1">
            <a:spLocks noChangeArrowheads="1"/>
          </p:cNvSpPr>
          <p:nvPr/>
        </p:nvSpPr>
        <p:spPr bwMode="auto">
          <a:xfrm>
            <a:off x="8796339" y="4611689"/>
            <a:ext cx="1436687"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1"/>
                </a:solidFill>
                <a:miter lim="800000"/>
                <a:headEnd type="none" w="lg" len="lg"/>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i="1">
                <a:solidFill>
                  <a:schemeClr val="tx1"/>
                </a:solidFill>
                <a:latin typeface="Arial" charset="0"/>
                <a:cs typeface="Arial" charset="0"/>
              </a:defRPr>
            </a:lvl1pPr>
            <a:lvl2pPr marL="742950" indent="-285750" eaLnBrk="0" hangingPunct="0">
              <a:defRPr i="1">
                <a:solidFill>
                  <a:schemeClr val="tx1"/>
                </a:solidFill>
                <a:latin typeface="Arial" charset="0"/>
                <a:cs typeface="Arial" charset="0"/>
              </a:defRPr>
            </a:lvl2pPr>
            <a:lvl3pPr marL="1143000" indent="-228600" eaLnBrk="0" hangingPunct="0">
              <a:defRPr i="1">
                <a:solidFill>
                  <a:schemeClr val="tx1"/>
                </a:solidFill>
                <a:latin typeface="Arial" charset="0"/>
                <a:cs typeface="Arial" charset="0"/>
              </a:defRPr>
            </a:lvl3pPr>
            <a:lvl4pPr marL="1600200" indent="-228600" eaLnBrk="0" hangingPunct="0">
              <a:defRPr i="1">
                <a:solidFill>
                  <a:schemeClr val="tx1"/>
                </a:solidFill>
                <a:latin typeface="Arial" charset="0"/>
                <a:cs typeface="Arial" charset="0"/>
              </a:defRPr>
            </a:lvl4pPr>
            <a:lvl5pPr marL="2057400" indent="-228600" eaLnBrk="0" hangingPunct="0">
              <a:defRPr i="1">
                <a:solidFill>
                  <a:schemeClr val="tx1"/>
                </a:solidFill>
                <a:latin typeface="Arial" charset="0"/>
                <a:cs typeface="Arial" charset="0"/>
              </a:defRPr>
            </a:lvl5pPr>
            <a:lvl6pPr marL="2514600" indent="-228600" eaLnBrk="0" fontAlgn="base" hangingPunct="0">
              <a:spcBef>
                <a:spcPct val="0"/>
              </a:spcBef>
              <a:spcAft>
                <a:spcPct val="0"/>
              </a:spcAft>
              <a:defRPr i="1">
                <a:solidFill>
                  <a:schemeClr val="tx1"/>
                </a:solidFill>
                <a:latin typeface="Arial" charset="0"/>
                <a:cs typeface="Arial" charset="0"/>
              </a:defRPr>
            </a:lvl6pPr>
            <a:lvl7pPr marL="2971800" indent="-228600" eaLnBrk="0" fontAlgn="base" hangingPunct="0">
              <a:spcBef>
                <a:spcPct val="0"/>
              </a:spcBef>
              <a:spcAft>
                <a:spcPct val="0"/>
              </a:spcAft>
              <a:defRPr i="1">
                <a:solidFill>
                  <a:schemeClr val="tx1"/>
                </a:solidFill>
                <a:latin typeface="Arial" charset="0"/>
                <a:cs typeface="Arial" charset="0"/>
              </a:defRPr>
            </a:lvl7pPr>
            <a:lvl8pPr marL="3429000" indent="-228600" eaLnBrk="0" fontAlgn="base" hangingPunct="0">
              <a:spcBef>
                <a:spcPct val="0"/>
              </a:spcBef>
              <a:spcAft>
                <a:spcPct val="0"/>
              </a:spcAft>
              <a:defRPr i="1">
                <a:solidFill>
                  <a:schemeClr val="tx1"/>
                </a:solidFill>
                <a:latin typeface="Arial" charset="0"/>
                <a:cs typeface="Arial" charset="0"/>
              </a:defRPr>
            </a:lvl8pPr>
            <a:lvl9pPr marL="3886200" indent="-228600" eaLnBrk="0" fontAlgn="base" hangingPunct="0">
              <a:spcBef>
                <a:spcPct val="0"/>
              </a:spcBef>
              <a:spcAft>
                <a:spcPct val="0"/>
              </a:spcAft>
              <a:defRPr i="1">
                <a:solidFill>
                  <a:schemeClr val="tx1"/>
                </a:solidFill>
                <a:latin typeface="Arial" charset="0"/>
                <a:cs typeface="Arial" charset="0"/>
              </a:defRPr>
            </a:lvl9pPr>
          </a:lstStyle>
          <a:p>
            <a:pPr algn="ctr"/>
            <a:r>
              <a:rPr lang="en-US" sz="2000" i="0">
                <a:latin typeface="Times New Roman" pitchFamily="18" charset="0"/>
              </a:rPr>
              <a:t>Jacksonville</a:t>
            </a:r>
          </a:p>
        </p:txBody>
      </p:sp>
    </p:spTree>
    <p:extLst>
      <p:ext uri="{BB962C8B-B14F-4D97-AF65-F5344CB8AC3E}">
        <p14:creationId xmlns:p14="http://schemas.microsoft.com/office/powerpoint/2010/main" val="975041277"/>
      </p:ext>
    </p:extLst>
  </p:cSld>
  <p:clrMapOvr>
    <a:masterClrMapping/>
  </p:clrMapOvr>
  <p:transition/>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2" name="Rectangle 2"/>
          <p:cNvSpPr>
            <a:spLocks noGrp="1" noChangeArrowheads="1"/>
          </p:cNvSpPr>
          <p:nvPr>
            <p:ph type="title"/>
          </p:nvPr>
        </p:nvSpPr>
        <p:spPr/>
        <p:txBody>
          <a:bodyPr/>
          <a:lstStyle/>
          <a:p>
            <a:pPr eaLnBrk="1" hangingPunct="1"/>
            <a:r>
              <a:rPr lang="en-US" dirty="0"/>
              <a:t>Locomotive planning at Norfolk Southern</a:t>
            </a:r>
          </a:p>
        </p:txBody>
      </p:sp>
      <p:sp>
        <p:nvSpPr>
          <p:cNvPr id="10243" name="Text Box 3"/>
          <p:cNvSpPr txBox="1">
            <a:spLocks noChangeArrowheads="1"/>
          </p:cNvSpPr>
          <p:nvPr/>
        </p:nvSpPr>
        <p:spPr bwMode="auto">
          <a:xfrm>
            <a:off x="3400426" y="1982789"/>
            <a:ext cx="150812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1"/>
                </a:solidFill>
                <a:miter lim="800000"/>
                <a:headEnd type="none" w="lg" len="lg"/>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i="1">
                <a:solidFill>
                  <a:schemeClr val="tx1"/>
                </a:solidFill>
                <a:latin typeface="Arial" charset="0"/>
                <a:cs typeface="Arial" charset="0"/>
              </a:defRPr>
            </a:lvl1pPr>
            <a:lvl2pPr marL="742950" indent="-285750" eaLnBrk="0" hangingPunct="0">
              <a:defRPr i="1">
                <a:solidFill>
                  <a:schemeClr val="tx1"/>
                </a:solidFill>
                <a:latin typeface="Arial" charset="0"/>
                <a:cs typeface="Arial" charset="0"/>
              </a:defRPr>
            </a:lvl2pPr>
            <a:lvl3pPr marL="1143000" indent="-228600" eaLnBrk="0" hangingPunct="0">
              <a:defRPr i="1">
                <a:solidFill>
                  <a:schemeClr val="tx1"/>
                </a:solidFill>
                <a:latin typeface="Arial" charset="0"/>
                <a:cs typeface="Arial" charset="0"/>
              </a:defRPr>
            </a:lvl3pPr>
            <a:lvl4pPr marL="1600200" indent="-228600" eaLnBrk="0" hangingPunct="0">
              <a:defRPr i="1">
                <a:solidFill>
                  <a:schemeClr val="tx1"/>
                </a:solidFill>
                <a:latin typeface="Arial" charset="0"/>
                <a:cs typeface="Arial" charset="0"/>
              </a:defRPr>
            </a:lvl4pPr>
            <a:lvl5pPr marL="2057400" indent="-228600" eaLnBrk="0" hangingPunct="0">
              <a:defRPr i="1">
                <a:solidFill>
                  <a:schemeClr val="tx1"/>
                </a:solidFill>
                <a:latin typeface="Arial" charset="0"/>
                <a:cs typeface="Arial" charset="0"/>
              </a:defRPr>
            </a:lvl5pPr>
            <a:lvl6pPr marL="2514600" indent="-228600" eaLnBrk="0" fontAlgn="base" hangingPunct="0">
              <a:spcBef>
                <a:spcPct val="0"/>
              </a:spcBef>
              <a:spcAft>
                <a:spcPct val="0"/>
              </a:spcAft>
              <a:defRPr i="1">
                <a:solidFill>
                  <a:schemeClr val="tx1"/>
                </a:solidFill>
                <a:latin typeface="Arial" charset="0"/>
                <a:cs typeface="Arial" charset="0"/>
              </a:defRPr>
            </a:lvl6pPr>
            <a:lvl7pPr marL="2971800" indent="-228600" eaLnBrk="0" fontAlgn="base" hangingPunct="0">
              <a:spcBef>
                <a:spcPct val="0"/>
              </a:spcBef>
              <a:spcAft>
                <a:spcPct val="0"/>
              </a:spcAft>
              <a:defRPr i="1">
                <a:solidFill>
                  <a:schemeClr val="tx1"/>
                </a:solidFill>
                <a:latin typeface="Arial" charset="0"/>
                <a:cs typeface="Arial" charset="0"/>
              </a:defRPr>
            </a:lvl7pPr>
            <a:lvl8pPr marL="3429000" indent="-228600" eaLnBrk="0" fontAlgn="base" hangingPunct="0">
              <a:spcBef>
                <a:spcPct val="0"/>
              </a:spcBef>
              <a:spcAft>
                <a:spcPct val="0"/>
              </a:spcAft>
              <a:defRPr i="1">
                <a:solidFill>
                  <a:schemeClr val="tx1"/>
                </a:solidFill>
                <a:latin typeface="Arial" charset="0"/>
                <a:cs typeface="Arial" charset="0"/>
              </a:defRPr>
            </a:lvl8pPr>
            <a:lvl9pPr marL="3886200" indent="-228600" eaLnBrk="0" fontAlgn="base" hangingPunct="0">
              <a:spcBef>
                <a:spcPct val="0"/>
              </a:spcBef>
              <a:spcAft>
                <a:spcPct val="0"/>
              </a:spcAft>
              <a:defRPr i="1">
                <a:solidFill>
                  <a:schemeClr val="tx1"/>
                </a:solidFill>
                <a:latin typeface="Arial" charset="0"/>
                <a:cs typeface="Arial" charset="0"/>
              </a:defRPr>
            </a:lvl9pPr>
          </a:lstStyle>
          <a:p>
            <a:pPr algn="ctr"/>
            <a:r>
              <a:rPr lang="en-US" sz="2000" i="0">
                <a:latin typeface="Times New Roman" pitchFamily="18" charset="0"/>
              </a:rPr>
              <a:t>Locomotives</a:t>
            </a:r>
          </a:p>
        </p:txBody>
      </p:sp>
      <p:sp>
        <p:nvSpPr>
          <p:cNvPr id="10244" name="Rectangle 4"/>
          <p:cNvSpPr>
            <a:spLocks noChangeArrowheads="1"/>
          </p:cNvSpPr>
          <p:nvPr/>
        </p:nvSpPr>
        <p:spPr bwMode="auto">
          <a:xfrm>
            <a:off x="3530600" y="2781300"/>
            <a:ext cx="673100" cy="228600"/>
          </a:xfrm>
          <a:prstGeom prst="rect">
            <a:avLst/>
          </a:prstGeom>
          <a:solidFill>
            <a:schemeClr val="tx1"/>
          </a:solidFill>
          <a:ln w="38100">
            <a:solidFill>
              <a:schemeClr val="tx1"/>
            </a:solidFill>
            <a:miter lim="800000"/>
            <a:headEnd type="none" w="lg" len="lg"/>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245" name="Rectangle 5"/>
          <p:cNvSpPr>
            <a:spLocks noChangeArrowheads="1"/>
          </p:cNvSpPr>
          <p:nvPr/>
        </p:nvSpPr>
        <p:spPr bwMode="auto">
          <a:xfrm>
            <a:off x="3530600" y="3225800"/>
            <a:ext cx="673100" cy="228600"/>
          </a:xfrm>
          <a:prstGeom prst="rect">
            <a:avLst/>
          </a:prstGeom>
          <a:solidFill>
            <a:schemeClr val="tx1"/>
          </a:solidFill>
          <a:ln w="38100">
            <a:solidFill>
              <a:schemeClr val="tx1"/>
            </a:solidFill>
            <a:miter lim="800000"/>
            <a:headEnd type="none" w="lg" len="lg"/>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246" name="Rectangle 6"/>
          <p:cNvSpPr>
            <a:spLocks noChangeArrowheads="1"/>
          </p:cNvSpPr>
          <p:nvPr/>
        </p:nvSpPr>
        <p:spPr bwMode="auto">
          <a:xfrm>
            <a:off x="3530600" y="3670300"/>
            <a:ext cx="673100" cy="228600"/>
          </a:xfrm>
          <a:prstGeom prst="rect">
            <a:avLst/>
          </a:prstGeom>
          <a:solidFill>
            <a:schemeClr val="tx1"/>
          </a:solidFill>
          <a:ln w="38100">
            <a:solidFill>
              <a:schemeClr val="tx1"/>
            </a:solidFill>
            <a:miter lim="800000"/>
            <a:headEnd type="none" w="lg" len="lg"/>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247" name="Rectangle 7"/>
          <p:cNvSpPr>
            <a:spLocks noChangeArrowheads="1"/>
          </p:cNvSpPr>
          <p:nvPr/>
        </p:nvSpPr>
        <p:spPr bwMode="auto">
          <a:xfrm>
            <a:off x="3530600" y="4102100"/>
            <a:ext cx="673100" cy="228600"/>
          </a:xfrm>
          <a:prstGeom prst="rect">
            <a:avLst/>
          </a:prstGeom>
          <a:solidFill>
            <a:schemeClr val="tx1"/>
          </a:solidFill>
          <a:ln w="38100">
            <a:solidFill>
              <a:schemeClr val="tx1"/>
            </a:solidFill>
            <a:miter lim="800000"/>
            <a:headEnd type="none" w="lg" len="lg"/>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248" name="Rectangle 8"/>
          <p:cNvSpPr>
            <a:spLocks noChangeArrowheads="1"/>
          </p:cNvSpPr>
          <p:nvPr/>
        </p:nvSpPr>
        <p:spPr bwMode="auto">
          <a:xfrm>
            <a:off x="3530600" y="4559300"/>
            <a:ext cx="673100" cy="228600"/>
          </a:xfrm>
          <a:prstGeom prst="rect">
            <a:avLst/>
          </a:prstGeom>
          <a:solidFill>
            <a:schemeClr val="tx1"/>
          </a:solidFill>
          <a:ln w="38100">
            <a:solidFill>
              <a:schemeClr val="tx1"/>
            </a:solidFill>
            <a:miter lim="800000"/>
            <a:headEnd type="none" w="lg" len="lg"/>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249" name="Rectangle 9"/>
          <p:cNvSpPr>
            <a:spLocks noChangeArrowheads="1"/>
          </p:cNvSpPr>
          <p:nvPr/>
        </p:nvSpPr>
        <p:spPr bwMode="auto">
          <a:xfrm>
            <a:off x="3530600" y="5029200"/>
            <a:ext cx="673100" cy="228600"/>
          </a:xfrm>
          <a:prstGeom prst="rect">
            <a:avLst/>
          </a:prstGeom>
          <a:solidFill>
            <a:schemeClr val="tx1"/>
          </a:solidFill>
          <a:ln w="38100">
            <a:solidFill>
              <a:schemeClr val="tx1"/>
            </a:solidFill>
            <a:miter lim="800000"/>
            <a:headEnd type="none" w="lg" len="lg"/>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250" name="Rectangle 10"/>
          <p:cNvSpPr>
            <a:spLocks noChangeArrowheads="1"/>
          </p:cNvSpPr>
          <p:nvPr/>
        </p:nvSpPr>
        <p:spPr bwMode="auto">
          <a:xfrm>
            <a:off x="3517900" y="5499100"/>
            <a:ext cx="673100" cy="228600"/>
          </a:xfrm>
          <a:prstGeom prst="rect">
            <a:avLst/>
          </a:prstGeom>
          <a:solidFill>
            <a:schemeClr val="tx1"/>
          </a:solidFill>
          <a:ln w="38100">
            <a:solidFill>
              <a:schemeClr val="tx1"/>
            </a:solidFill>
            <a:miter lim="800000"/>
            <a:headEnd type="none" w="lg" len="lg"/>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251" name="Rectangle 11"/>
          <p:cNvSpPr>
            <a:spLocks noChangeArrowheads="1"/>
          </p:cNvSpPr>
          <p:nvPr/>
        </p:nvSpPr>
        <p:spPr bwMode="auto">
          <a:xfrm>
            <a:off x="5613400" y="3060700"/>
            <a:ext cx="673100" cy="228600"/>
          </a:xfrm>
          <a:prstGeom prst="rect">
            <a:avLst/>
          </a:prstGeom>
          <a:solidFill>
            <a:schemeClr val="bg1"/>
          </a:solidFill>
          <a:ln w="28575">
            <a:solidFill>
              <a:schemeClr val="tx1"/>
            </a:solidFill>
            <a:miter lim="800000"/>
            <a:headEnd type="none" w="lg" len="lg"/>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252" name="Rectangle 12"/>
          <p:cNvSpPr>
            <a:spLocks noChangeArrowheads="1"/>
          </p:cNvSpPr>
          <p:nvPr/>
        </p:nvSpPr>
        <p:spPr bwMode="auto">
          <a:xfrm>
            <a:off x="5613400" y="3886200"/>
            <a:ext cx="673100" cy="228600"/>
          </a:xfrm>
          <a:prstGeom prst="rect">
            <a:avLst/>
          </a:prstGeom>
          <a:solidFill>
            <a:schemeClr val="bg1"/>
          </a:solidFill>
          <a:ln w="28575">
            <a:solidFill>
              <a:schemeClr val="tx1"/>
            </a:solidFill>
            <a:miter lim="800000"/>
            <a:headEnd type="none" w="lg" len="lg"/>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253" name="Rectangle 13"/>
          <p:cNvSpPr>
            <a:spLocks noChangeArrowheads="1"/>
          </p:cNvSpPr>
          <p:nvPr/>
        </p:nvSpPr>
        <p:spPr bwMode="auto">
          <a:xfrm>
            <a:off x="5613400" y="4737100"/>
            <a:ext cx="673100" cy="228600"/>
          </a:xfrm>
          <a:prstGeom prst="rect">
            <a:avLst/>
          </a:prstGeom>
          <a:solidFill>
            <a:schemeClr val="bg1"/>
          </a:solidFill>
          <a:ln w="28575">
            <a:solidFill>
              <a:schemeClr val="tx1"/>
            </a:solidFill>
            <a:miter lim="800000"/>
            <a:headEnd type="none" w="lg" len="lg"/>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cxnSp>
        <p:nvCxnSpPr>
          <p:cNvPr id="10254" name="AutoShape 14"/>
          <p:cNvCxnSpPr>
            <a:cxnSpLocks noChangeShapeType="1"/>
            <a:stCxn id="10244" idx="3"/>
            <a:endCxn id="10251" idx="1"/>
          </p:cNvCxnSpPr>
          <p:nvPr/>
        </p:nvCxnSpPr>
        <p:spPr bwMode="auto">
          <a:xfrm>
            <a:off x="4222751" y="2895600"/>
            <a:ext cx="1376363" cy="2794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255" name="AutoShape 15"/>
          <p:cNvCxnSpPr>
            <a:cxnSpLocks noChangeShapeType="1"/>
            <a:stCxn id="10245" idx="3"/>
            <a:endCxn id="10251" idx="1"/>
          </p:cNvCxnSpPr>
          <p:nvPr/>
        </p:nvCxnSpPr>
        <p:spPr bwMode="auto">
          <a:xfrm flipV="1">
            <a:off x="4222751" y="3175000"/>
            <a:ext cx="1376363" cy="1651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256" name="AutoShape 16"/>
          <p:cNvCxnSpPr>
            <a:cxnSpLocks noChangeShapeType="1"/>
            <a:stCxn id="10246" idx="3"/>
            <a:endCxn id="10251" idx="1"/>
          </p:cNvCxnSpPr>
          <p:nvPr/>
        </p:nvCxnSpPr>
        <p:spPr bwMode="auto">
          <a:xfrm flipV="1">
            <a:off x="4222751" y="3175000"/>
            <a:ext cx="1376363" cy="6096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257" name="AutoShape 17"/>
          <p:cNvCxnSpPr>
            <a:cxnSpLocks noChangeShapeType="1"/>
            <a:stCxn id="10247" idx="3"/>
            <a:endCxn id="10251" idx="1"/>
          </p:cNvCxnSpPr>
          <p:nvPr/>
        </p:nvCxnSpPr>
        <p:spPr bwMode="auto">
          <a:xfrm flipV="1">
            <a:off x="4222751" y="3175000"/>
            <a:ext cx="1376363" cy="10414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258" name="AutoShape 18"/>
          <p:cNvCxnSpPr>
            <a:cxnSpLocks noChangeShapeType="1"/>
            <a:stCxn id="10246" idx="3"/>
            <a:endCxn id="10252" idx="1"/>
          </p:cNvCxnSpPr>
          <p:nvPr/>
        </p:nvCxnSpPr>
        <p:spPr bwMode="auto">
          <a:xfrm>
            <a:off x="4222751" y="3784600"/>
            <a:ext cx="1376363" cy="2159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259" name="AutoShape 19"/>
          <p:cNvCxnSpPr>
            <a:cxnSpLocks noChangeShapeType="1"/>
            <a:stCxn id="10247" idx="3"/>
            <a:endCxn id="10252" idx="1"/>
          </p:cNvCxnSpPr>
          <p:nvPr/>
        </p:nvCxnSpPr>
        <p:spPr bwMode="auto">
          <a:xfrm flipV="1">
            <a:off x="4222751" y="4000500"/>
            <a:ext cx="1376363" cy="2159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260" name="AutoShape 20"/>
          <p:cNvCxnSpPr>
            <a:cxnSpLocks noChangeShapeType="1"/>
            <a:stCxn id="10245" idx="3"/>
            <a:endCxn id="10252" idx="1"/>
          </p:cNvCxnSpPr>
          <p:nvPr/>
        </p:nvCxnSpPr>
        <p:spPr bwMode="auto">
          <a:xfrm>
            <a:off x="4222751" y="3340100"/>
            <a:ext cx="1376363" cy="6604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261" name="AutoShape 21"/>
          <p:cNvCxnSpPr>
            <a:cxnSpLocks noChangeShapeType="1"/>
            <a:stCxn id="10248" idx="3"/>
            <a:endCxn id="10252" idx="1"/>
          </p:cNvCxnSpPr>
          <p:nvPr/>
        </p:nvCxnSpPr>
        <p:spPr bwMode="auto">
          <a:xfrm flipV="1">
            <a:off x="4222751" y="4000500"/>
            <a:ext cx="1376363" cy="6731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262" name="AutoShape 22"/>
          <p:cNvCxnSpPr>
            <a:cxnSpLocks noChangeShapeType="1"/>
            <a:stCxn id="10249" idx="3"/>
            <a:endCxn id="10252" idx="1"/>
          </p:cNvCxnSpPr>
          <p:nvPr/>
        </p:nvCxnSpPr>
        <p:spPr bwMode="auto">
          <a:xfrm flipV="1">
            <a:off x="4222751" y="4000500"/>
            <a:ext cx="1376363" cy="11430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263" name="AutoShape 23"/>
          <p:cNvCxnSpPr>
            <a:cxnSpLocks noChangeShapeType="1"/>
            <a:stCxn id="10247" idx="3"/>
            <a:endCxn id="10253" idx="1"/>
          </p:cNvCxnSpPr>
          <p:nvPr/>
        </p:nvCxnSpPr>
        <p:spPr bwMode="auto">
          <a:xfrm>
            <a:off x="4222751" y="4216400"/>
            <a:ext cx="1376363" cy="6350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264" name="AutoShape 24"/>
          <p:cNvCxnSpPr>
            <a:cxnSpLocks noChangeShapeType="1"/>
            <a:stCxn id="10248" idx="3"/>
            <a:endCxn id="10253" idx="1"/>
          </p:cNvCxnSpPr>
          <p:nvPr/>
        </p:nvCxnSpPr>
        <p:spPr bwMode="auto">
          <a:xfrm>
            <a:off x="4222751" y="4673600"/>
            <a:ext cx="1376363" cy="1778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265" name="AutoShape 25"/>
          <p:cNvCxnSpPr>
            <a:cxnSpLocks noChangeShapeType="1"/>
            <a:stCxn id="10249" idx="3"/>
            <a:endCxn id="10253" idx="1"/>
          </p:cNvCxnSpPr>
          <p:nvPr/>
        </p:nvCxnSpPr>
        <p:spPr bwMode="auto">
          <a:xfrm flipV="1">
            <a:off x="4222751" y="4851400"/>
            <a:ext cx="1376363" cy="2921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266" name="AutoShape 26"/>
          <p:cNvCxnSpPr>
            <a:cxnSpLocks noChangeShapeType="1"/>
            <a:stCxn id="10250" idx="3"/>
            <a:endCxn id="10253" idx="1"/>
          </p:cNvCxnSpPr>
          <p:nvPr/>
        </p:nvCxnSpPr>
        <p:spPr bwMode="auto">
          <a:xfrm flipV="1">
            <a:off x="4210051" y="4851400"/>
            <a:ext cx="1389063" cy="7620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267" name="AutoShape 27"/>
          <p:cNvCxnSpPr>
            <a:cxnSpLocks noChangeShapeType="1"/>
            <a:stCxn id="10246" idx="3"/>
            <a:endCxn id="10253" idx="1"/>
          </p:cNvCxnSpPr>
          <p:nvPr/>
        </p:nvCxnSpPr>
        <p:spPr bwMode="auto">
          <a:xfrm>
            <a:off x="4222751" y="3784600"/>
            <a:ext cx="1376363" cy="10668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268" name="AutoShape 28"/>
          <p:cNvCxnSpPr>
            <a:cxnSpLocks noChangeShapeType="1"/>
            <a:stCxn id="10248" idx="3"/>
            <a:endCxn id="10251" idx="1"/>
          </p:cNvCxnSpPr>
          <p:nvPr/>
        </p:nvCxnSpPr>
        <p:spPr bwMode="auto">
          <a:xfrm flipV="1">
            <a:off x="4222751" y="3175000"/>
            <a:ext cx="1376363" cy="14986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269" name="AutoShape 29"/>
          <p:cNvCxnSpPr>
            <a:cxnSpLocks noChangeShapeType="1"/>
            <a:stCxn id="10251" idx="3"/>
            <a:endCxn id="10270" idx="2"/>
          </p:cNvCxnSpPr>
          <p:nvPr/>
        </p:nvCxnSpPr>
        <p:spPr bwMode="auto">
          <a:xfrm flipV="1">
            <a:off x="6300789" y="3111500"/>
            <a:ext cx="1660525" cy="635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0270" name="Oval 30"/>
          <p:cNvSpPr>
            <a:spLocks noChangeArrowheads="1"/>
          </p:cNvSpPr>
          <p:nvPr/>
        </p:nvSpPr>
        <p:spPr bwMode="auto">
          <a:xfrm>
            <a:off x="7975600" y="2984500"/>
            <a:ext cx="698500" cy="254000"/>
          </a:xfrm>
          <a:prstGeom prst="ellipse">
            <a:avLst/>
          </a:prstGeom>
          <a:solidFill>
            <a:srgbClr val="FE9B03"/>
          </a:solidFill>
          <a:ln w="28575">
            <a:solidFill>
              <a:schemeClr val="tx1"/>
            </a:solidFill>
            <a:round/>
            <a:headEnd type="none" w="lg" len="lg"/>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271" name="Oval 31"/>
          <p:cNvSpPr>
            <a:spLocks noChangeArrowheads="1"/>
          </p:cNvSpPr>
          <p:nvPr/>
        </p:nvSpPr>
        <p:spPr bwMode="auto">
          <a:xfrm>
            <a:off x="8013700" y="4686300"/>
            <a:ext cx="698500" cy="254000"/>
          </a:xfrm>
          <a:prstGeom prst="ellipse">
            <a:avLst/>
          </a:prstGeom>
          <a:solidFill>
            <a:schemeClr val="accent2"/>
          </a:solidFill>
          <a:ln w="28575">
            <a:solidFill>
              <a:schemeClr val="tx1"/>
            </a:solidFill>
            <a:round/>
            <a:headEnd type="none" w="lg" len="lg"/>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cxnSp>
        <p:nvCxnSpPr>
          <p:cNvPr id="10272" name="AutoShape 32"/>
          <p:cNvCxnSpPr>
            <a:cxnSpLocks noChangeShapeType="1"/>
            <a:stCxn id="10252" idx="3"/>
            <a:endCxn id="10270" idx="2"/>
          </p:cNvCxnSpPr>
          <p:nvPr/>
        </p:nvCxnSpPr>
        <p:spPr bwMode="auto">
          <a:xfrm flipV="1">
            <a:off x="6300789" y="3111500"/>
            <a:ext cx="1660525" cy="8890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273" name="AutoShape 33"/>
          <p:cNvCxnSpPr>
            <a:cxnSpLocks noChangeShapeType="1"/>
            <a:stCxn id="10253" idx="3"/>
            <a:endCxn id="10271" idx="2"/>
          </p:cNvCxnSpPr>
          <p:nvPr/>
        </p:nvCxnSpPr>
        <p:spPr bwMode="auto">
          <a:xfrm flipV="1">
            <a:off x="6300789" y="4813300"/>
            <a:ext cx="1698625" cy="381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0274" name="Text Box 34"/>
          <p:cNvSpPr txBox="1">
            <a:spLocks noChangeArrowheads="1"/>
          </p:cNvSpPr>
          <p:nvPr/>
        </p:nvSpPr>
        <p:spPr bwMode="auto">
          <a:xfrm>
            <a:off x="1973264" y="1970089"/>
            <a:ext cx="142557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1"/>
                </a:solidFill>
                <a:miter lim="800000"/>
                <a:headEnd type="none" w="lg" len="lg"/>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i="1">
                <a:solidFill>
                  <a:schemeClr val="tx1"/>
                </a:solidFill>
                <a:latin typeface="Arial" charset="0"/>
                <a:cs typeface="Arial" charset="0"/>
              </a:defRPr>
            </a:lvl1pPr>
            <a:lvl2pPr marL="742950" indent="-285750" eaLnBrk="0" hangingPunct="0">
              <a:defRPr i="1">
                <a:solidFill>
                  <a:schemeClr val="tx1"/>
                </a:solidFill>
                <a:latin typeface="Arial" charset="0"/>
                <a:cs typeface="Arial" charset="0"/>
              </a:defRPr>
            </a:lvl2pPr>
            <a:lvl3pPr marL="1143000" indent="-228600" eaLnBrk="0" hangingPunct="0">
              <a:defRPr i="1">
                <a:solidFill>
                  <a:schemeClr val="tx1"/>
                </a:solidFill>
                <a:latin typeface="Arial" charset="0"/>
                <a:cs typeface="Arial" charset="0"/>
              </a:defRPr>
            </a:lvl3pPr>
            <a:lvl4pPr marL="1600200" indent="-228600" eaLnBrk="0" hangingPunct="0">
              <a:defRPr i="1">
                <a:solidFill>
                  <a:schemeClr val="tx1"/>
                </a:solidFill>
                <a:latin typeface="Arial" charset="0"/>
                <a:cs typeface="Arial" charset="0"/>
              </a:defRPr>
            </a:lvl4pPr>
            <a:lvl5pPr marL="2057400" indent="-228600" eaLnBrk="0" hangingPunct="0">
              <a:defRPr i="1">
                <a:solidFill>
                  <a:schemeClr val="tx1"/>
                </a:solidFill>
                <a:latin typeface="Arial" charset="0"/>
                <a:cs typeface="Arial" charset="0"/>
              </a:defRPr>
            </a:lvl5pPr>
            <a:lvl6pPr marL="2514600" indent="-228600" eaLnBrk="0" fontAlgn="base" hangingPunct="0">
              <a:spcBef>
                <a:spcPct val="0"/>
              </a:spcBef>
              <a:spcAft>
                <a:spcPct val="0"/>
              </a:spcAft>
              <a:defRPr i="1">
                <a:solidFill>
                  <a:schemeClr val="tx1"/>
                </a:solidFill>
                <a:latin typeface="Arial" charset="0"/>
                <a:cs typeface="Arial" charset="0"/>
              </a:defRPr>
            </a:lvl6pPr>
            <a:lvl7pPr marL="2971800" indent="-228600" eaLnBrk="0" fontAlgn="base" hangingPunct="0">
              <a:spcBef>
                <a:spcPct val="0"/>
              </a:spcBef>
              <a:spcAft>
                <a:spcPct val="0"/>
              </a:spcAft>
              <a:defRPr i="1">
                <a:solidFill>
                  <a:schemeClr val="tx1"/>
                </a:solidFill>
                <a:latin typeface="Arial" charset="0"/>
                <a:cs typeface="Arial" charset="0"/>
              </a:defRPr>
            </a:lvl7pPr>
            <a:lvl8pPr marL="3429000" indent="-228600" eaLnBrk="0" fontAlgn="base" hangingPunct="0">
              <a:spcBef>
                <a:spcPct val="0"/>
              </a:spcBef>
              <a:spcAft>
                <a:spcPct val="0"/>
              </a:spcAft>
              <a:defRPr i="1">
                <a:solidFill>
                  <a:schemeClr val="tx1"/>
                </a:solidFill>
                <a:latin typeface="Arial" charset="0"/>
                <a:cs typeface="Arial" charset="0"/>
              </a:defRPr>
            </a:lvl8pPr>
            <a:lvl9pPr marL="3886200" indent="-228600" eaLnBrk="0" fontAlgn="base" hangingPunct="0">
              <a:spcBef>
                <a:spcPct val="0"/>
              </a:spcBef>
              <a:spcAft>
                <a:spcPct val="0"/>
              </a:spcAft>
              <a:defRPr i="1">
                <a:solidFill>
                  <a:schemeClr val="tx1"/>
                </a:solidFill>
                <a:latin typeface="Arial" charset="0"/>
                <a:cs typeface="Arial" charset="0"/>
              </a:defRPr>
            </a:lvl9pPr>
          </a:lstStyle>
          <a:p>
            <a:pPr algn="ctr"/>
            <a:r>
              <a:rPr lang="en-US" sz="2000" i="0">
                <a:latin typeface="Times New Roman" pitchFamily="18" charset="0"/>
              </a:rPr>
              <a:t>Horsepower</a:t>
            </a:r>
          </a:p>
        </p:txBody>
      </p:sp>
      <p:grpSp>
        <p:nvGrpSpPr>
          <p:cNvPr id="10275" name="Group 35"/>
          <p:cNvGrpSpPr>
            <a:grpSpLocks/>
          </p:cNvGrpSpPr>
          <p:nvPr/>
        </p:nvGrpSpPr>
        <p:grpSpPr bwMode="auto">
          <a:xfrm>
            <a:off x="2349500" y="2693989"/>
            <a:ext cx="1155700" cy="396875"/>
            <a:chOff x="520" y="1697"/>
            <a:chExt cx="728" cy="250"/>
          </a:xfrm>
        </p:grpSpPr>
        <p:sp>
          <p:nvSpPr>
            <p:cNvPr id="10296" name="Text Box 36"/>
            <p:cNvSpPr txBox="1">
              <a:spLocks noChangeArrowheads="1"/>
            </p:cNvSpPr>
            <p:nvPr/>
          </p:nvSpPr>
          <p:spPr bwMode="auto">
            <a:xfrm>
              <a:off x="520" y="1697"/>
              <a:ext cx="436"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1"/>
                  </a:solidFill>
                  <a:miter lim="800000"/>
                  <a:headEnd type="none" w="lg" len="lg"/>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i="1">
                  <a:solidFill>
                    <a:schemeClr val="tx1"/>
                  </a:solidFill>
                  <a:latin typeface="Arial" charset="0"/>
                  <a:cs typeface="Arial" charset="0"/>
                </a:defRPr>
              </a:lvl1pPr>
              <a:lvl2pPr marL="742950" indent="-285750" eaLnBrk="0" hangingPunct="0">
                <a:defRPr i="1">
                  <a:solidFill>
                    <a:schemeClr val="tx1"/>
                  </a:solidFill>
                  <a:latin typeface="Arial" charset="0"/>
                  <a:cs typeface="Arial" charset="0"/>
                </a:defRPr>
              </a:lvl2pPr>
              <a:lvl3pPr marL="1143000" indent="-228600" eaLnBrk="0" hangingPunct="0">
                <a:defRPr i="1">
                  <a:solidFill>
                    <a:schemeClr val="tx1"/>
                  </a:solidFill>
                  <a:latin typeface="Arial" charset="0"/>
                  <a:cs typeface="Arial" charset="0"/>
                </a:defRPr>
              </a:lvl3pPr>
              <a:lvl4pPr marL="1600200" indent="-228600" eaLnBrk="0" hangingPunct="0">
                <a:defRPr i="1">
                  <a:solidFill>
                    <a:schemeClr val="tx1"/>
                  </a:solidFill>
                  <a:latin typeface="Arial" charset="0"/>
                  <a:cs typeface="Arial" charset="0"/>
                </a:defRPr>
              </a:lvl4pPr>
              <a:lvl5pPr marL="2057400" indent="-228600" eaLnBrk="0" hangingPunct="0">
                <a:defRPr i="1">
                  <a:solidFill>
                    <a:schemeClr val="tx1"/>
                  </a:solidFill>
                  <a:latin typeface="Arial" charset="0"/>
                  <a:cs typeface="Arial" charset="0"/>
                </a:defRPr>
              </a:lvl5pPr>
              <a:lvl6pPr marL="2514600" indent="-228600" eaLnBrk="0" fontAlgn="base" hangingPunct="0">
                <a:spcBef>
                  <a:spcPct val="0"/>
                </a:spcBef>
                <a:spcAft>
                  <a:spcPct val="0"/>
                </a:spcAft>
                <a:defRPr i="1">
                  <a:solidFill>
                    <a:schemeClr val="tx1"/>
                  </a:solidFill>
                  <a:latin typeface="Arial" charset="0"/>
                  <a:cs typeface="Arial" charset="0"/>
                </a:defRPr>
              </a:lvl6pPr>
              <a:lvl7pPr marL="2971800" indent="-228600" eaLnBrk="0" fontAlgn="base" hangingPunct="0">
                <a:spcBef>
                  <a:spcPct val="0"/>
                </a:spcBef>
                <a:spcAft>
                  <a:spcPct val="0"/>
                </a:spcAft>
                <a:defRPr i="1">
                  <a:solidFill>
                    <a:schemeClr val="tx1"/>
                  </a:solidFill>
                  <a:latin typeface="Arial" charset="0"/>
                  <a:cs typeface="Arial" charset="0"/>
                </a:defRPr>
              </a:lvl7pPr>
              <a:lvl8pPr marL="3429000" indent="-228600" eaLnBrk="0" fontAlgn="base" hangingPunct="0">
                <a:spcBef>
                  <a:spcPct val="0"/>
                </a:spcBef>
                <a:spcAft>
                  <a:spcPct val="0"/>
                </a:spcAft>
                <a:defRPr i="1">
                  <a:solidFill>
                    <a:schemeClr val="tx1"/>
                  </a:solidFill>
                  <a:latin typeface="Arial" charset="0"/>
                  <a:cs typeface="Arial" charset="0"/>
                </a:defRPr>
              </a:lvl8pPr>
              <a:lvl9pPr marL="3886200" indent="-228600" eaLnBrk="0" fontAlgn="base" hangingPunct="0">
                <a:spcBef>
                  <a:spcPct val="0"/>
                </a:spcBef>
                <a:spcAft>
                  <a:spcPct val="0"/>
                </a:spcAft>
                <a:defRPr i="1">
                  <a:solidFill>
                    <a:schemeClr val="tx1"/>
                  </a:solidFill>
                  <a:latin typeface="Arial" charset="0"/>
                  <a:cs typeface="Arial" charset="0"/>
                </a:defRPr>
              </a:lvl9pPr>
            </a:lstStyle>
            <a:p>
              <a:pPr algn="ctr"/>
              <a:r>
                <a:rPr lang="en-US" sz="2000" i="0">
                  <a:latin typeface="Times New Roman" pitchFamily="18" charset="0"/>
                </a:rPr>
                <a:t>4400</a:t>
              </a:r>
            </a:p>
          </p:txBody>
        </p:sp>
        <p:sp>
          <p:nvSpPr>
            <p:cNvPr id="10297" name="Line 37"/>
            <p:cNvSpPr>
              <a:spLocks noChangeShapeType="1"/>
            </p:cNvSpPr>
            <p:nvPr/>
          </p:nvSpPr>
          <p:spPr bwMode="auto">
            <a:xfrm>
              <a:off x="976" y="1824"/>
              <a:ext cx="272" cy="0"/>
            </a:xfrm>
            <a:prstGeom prst="line">
              <a:avLst/>
            </a:prstGeom>
            <a:noFill/>
            <a:ln w="28575">
              <a:solidFill>
                <a:schemeClr val="tx1"/>
              </a:solidFill>
              <a:round/>
              <a:headEnd type="none"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10276" name="Group 38"/>
          <p:cNvGrpSpPr>
            <a:grpSpLocks/>
          </p:cNvGrpSpPr>
          <p:nvPr/>
        </p:nvGrpSpPr>
        <p:grpSpPr bwMode="auto">
          <a:xfrm>
            <a:off x="2349500" y="3151189"/>
            <a:ext cx="1155700" cy="396875"/>
            <a:chOff x="520" y="1697"/>
            <a:chExt cx="728" cy="250"/>
          </a:xfrm>
        </p:grpSpPr>
        <p:sp>
          <p:nvSpPr>
            <p:cNvPr id="10294" name="Text Box 39"/>
            <p:cNvSpPr txBox="1">
              <a:spLocks noChangeArrowheads="1"/>
            </p:cNvSpPr>
            <p:nvPr/>
          </p:nvSpPr>
          <p:spPr bwMode="auto">
            <a:xfrm>
              <a:off x="520" y="1697"/>
              <a:ext cx="436"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1"/>
                  </a:solidFill>
                  <a:miter lim="800000"/>
                  <a:headEnd type="none" w="lg" len="lg"/>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i="1">
                  <a:solidFill>
                    <a:schemeClr val="tx1"/>
                  </a:solidFill>
                  <a:latin typeface="Arial" charset="0"/>
                  <a:cs typeface="Arial" charset="0"/>
                </a:defRPr>
              </a:lvl1pPr>
              <a:lvl2pPr marL="742950" indent="-285750" eaLnBrk="0" hangingPunct="0">
                <a:defRPr i="1">
                  <a:solidFill>
                    <a:schemeClr val="tx1"/>
                  </a:solidFill>
                  <a:latin typeface="Arial" charset="0"/>
                  <a:cs typeface="Arial" charset="0"/>
                </a:defRPr>
              </a:lvl2pPr>
              <a:lvl3pPr marL="1143000" indent="-228600" eaLnBrk="0" hangingPunct="0">
                <a:defRPr i="1">
                  <a:solidFill>
                    <a:schemeClr val="tx1"/>
                  </a:solidFill>
                  <a:latin typeface="Arial" charset="0"/>
                  <a:cs typeface="Arial" charset="0"/>
                </a:defRPr>
              </a:lvl3pPr>
              <a:lvl4pPr marL="1600200" indent="-228600" eaLnBrk="0" hangingPunct="0">
                <a:defRPr i="1">
                  <a:solidFill>
                    <a:schemeClr val="tx1"/>
                  </a:solidFill>
                  <a:latin typeface="Arial" charset="0"/>
                  <a:cs typeface="Arial" charset="0"/>
                </a:defRPr>
              </a:lvl4pPr>
              <a:lvl5pPr marL="2057400" indent="-228600" eaLnBrk="0" hangingPunct="0">
                <a:defRPr i="1">
                  <a:solidFill>
                    <a:schemeClr val="tx1"/>
                  </a:solidFill>
                  <a:latin typeface="Arial" charset="0"/>
                  <a:cs typeface="Arial" charset="0"/>
                </a:defRPr>
              </a:lvl5pPr>
              <a:lvl6pPr marL="2514600" indent="-228600" eaLnBrk="0" fontAlgn="base" hangingPunct="0">
                <a:spcBef>
                  <a:spcPct val="0"/>
                </a:spcBef>
                <a:spcAft>
                  <a:spcPct val="0"/>
                </a:spcAft>
                <a:defRPr i="1">
                  <a:solidFill>
                    <a:schemeClr val="tx1"/>
                  </a:solidFill>
                  <a:latin typeface="Arial" charset="0"/>
                  <a:cs typeface="Arial" charset="0"/>
                </a:defRPr>
              </a:lvl6pPr>
              <a:lvl7pPr marL="2971800" indent="-228600" eaLnBrk="0" fontAlgn="base" hangingPunct="0">
                <a:spcBef>
                  <a:spcPct val="0"/>
                </a:spcBef>
                <a:spcAft>
                  <a:spcPct val="0"/>
                </a:spcAft>
                <a:defRPr i="1">
                  <a:solidFill>
                    <a:schemeClr val="tx1"/>
                  </a:solidFill>
                  <a:latin typeface="Arial" charset="0"/>
                  <a:cs typeface="Arial" charset="0"/>
                </a:defRPr>
              </a:lvl7pPr>
              <a:lvl8pPr marL="3429000" indent="-228600" eaLnBrk="0" fontAlgn="base" hangingPunct="0">
                <a:spcBef>
                  <a:spcPct val="0"/>
                </a:spcBef>
                <a:spcAft>
                  <a:spcPct val="0"/>
                </a:spcAft>
                <a:defRPr i="1">
                  <a:solidFill>
                    <a:schemeClr val="tx1"/>
                  </a:solidFill>
                  <a:latin typeface="Arial" charset="0"/>
                  <a:cs typeface="Arial" charset="0"/>
                </a:defRPr>
              </a:lvl8pPr>
              <a:lvl9pPr marL="3886200" indent="-228600" eaLnBrk="0" fontAlgn="base" hangingPunct="0">
                <a:spcBef>
                  <a:spcPct val="0"/>
                </a:spcBef>
                <a:spcAft>
                  <a:spcPct val="0"/>
                </a:spcAft>
                <a:defRPr i="1">
                  <a:solidFill>
                    <a:schemeClr val="tx1"/>
                  </a:solidFill>
                  <a:latin typeface="Arial" charset="0"/>
                  <a:cs typeface="Arial" charset="0"/>
                </a:defRPr>
              </a:lvl9pPr>
            </a:lstStyle>
            <a:p>
              <a:pPr algn="ctr"/>
              <a:r>
                <a:rPr lang="en-US" sz="2000" i="0">
                  <a:latin typeface="Times New Roman" pitchFamily="18" charset="0"/>
                </a:rPr>
                <a:t>4400</a:t>
              </a:r>
            </a:p>
          </p:txBody>
        </p:sp>
        <p:sp>
          <p:nvSpPr>
            <p:cNvPr id="10295" name="Line 40"/>
            <p:cNvSpPr>
              <a:spLocks noChangeShapeType="1"/>
            </p:cNvSpPr>
            <p:nvPr/>
          </p:nvSpPr>
          <p:spPr bwMode="auto">
            <a:xfrm>
              <a:off x="976" y="1824"/>
              <a:ext cx="272" cy="0"/>
            </a:xfrm>
            <a:prstGeom prst="line">
              <a:avLst/>
            </a:prstGeom>
            <a:noFill/>
            <a:ln w="28575">
              <a:solidFill>
                <a:schemeClr val="tx1"/>
              </a:solidFill>
              <a:round/>
              <a:headEnd type="none"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10277" name="Group 41"/>
          <p:cNvGrpSpPr>
            <a:grpSpLocks/>
          </p:cNvGrpSpPr>
          <p:nvPr/>
        </p:nvGrpSpPr>
        <p:grpSpPr bwMode="auto">
          <a:xfrm>
            <a:off x="2349500" y="3570289"/>
            <a:ext cx="1155700" cy="396875"/>
            <a:chOff x="520" y="1697"/>
            <a:chExt cx="728" cy="250"/>
          </a:xfrm>
        </p:grpSpPr>
        <p:sp>
          <p:nvSpPr>
            <p:cNvPr id="10292" name="Text Box 42"/>
            <p:cNvSpPr txBox="1">
              <a:spLocks noChangeArrowheads="1"/>
            </p:cNvSpPr>
            <p:nvPr/>
          </p:nvSpPr>
          <p:spPr bwMode="auto">
            <a:xfrm>
              <a:off x="520" y="1697"/>
              <a:ext cx="436"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1"/>
                  </a:solidFill>
                  <a:miter lim="800000"/>
                  <a:headEnd type="none" w="lg" len="lg"/>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i="1">
                  <a:solidFill>
                    <a:schemeClr val="tx1"/>
                  </a:solidFill>
                  <a:latin typeface="Arial" charset="0"/>
                  <a:cs typeface="Arial" charset="0"/>
                </a:defRPr>
              </a:lvl1pPr>
              <a:lvl2pPr marL="742950" indent="-285750" eaLnBrk="0" hangingPunct="0">
                <a:defRPr i="1">
                  <a:solidFill>
                    <a:schemeClr val="tx1"/>
                  </a:solidFill>
                  <a:latin typeface="Arial" charset="0"/>
                  <a:cs typeface="Arial" charset="0"/>
                </a:defRPr>
              </a:lvl2pPr>
              <a:lvl3pPr marL="1143000" indent="-228600" eaLnBrk="0" hangingPunct="0">
                <a:defRPr i="1">
                  <a:solidFill>
                    <a:schemeClr val="tx1"/>
                  </a:solidFill>
                  <a:latin typeface="Arial" charset="0"/>
                  <a:cs typeface="Arial" charset="0"/>
                </a:defRPr>
              </a:lvl3pPr>
              <a:lvl4pPr marL="1600200" indent="-228600" eaLnBrk="0" hangingPunct="0">
                <a:defRPr i="1">
                  <a:solidFill>
                    <a:schemeClr val="tx1"/>
                  </a:solidFill>
                  <a:latin typeface="Arial" charset="0"/>
                  <a:cs typeface="Arial" charset="0"/>
                </a:defRPr>
              </a:lvl4pPr>
              <a:lvl5pPr marL="2057400" indent="-228600" eaLnBrk="0" hangingPunct="0">
                <a:defRPr i="1">
                  <a:solidFill>
                    <a:schemeClr val="tx1"/>
                  </a:solidFill>
                  <a:latin typeface="Arial" charset="0"/>
                  <a:cs typeface="Arial" charset="0"/>
                </a:defRPr>
              </a:lvl5pPr>
              <a:lvl6pPr marL="2514600" indent="-228600" eaLnBrk="0" fontAlgn="base" hangingPunct="0">
                <a:spcBef>
                  <a:spcPct val="0"/>
                </a:spcBef>
                <a:spcAft>
                  <a:spcPct val="0"/>
                </a:spcAft>
                <a:defRPr i="1">
                  <a:solidFill>
                    <a:schemeClr val="tx1"/>
                  </a:solidFill>
                  <a:latin typeface="Arial" charset="0"/>
                  <a:cs typeface="Arial" charset="0"/>
                </a:defRPr>
              </a:lvl6pPr>
              <a:lvl7pPr marL="2971800" indent="-228600" eaLnBrk="0" fontAlgn="base" hangingPunct="0">
                <a:spcBef>
                  <a:spcPct val="0"/>
                </a:spcBef>
                <a:spcAft>
                  <a:spcPct val="0"/>
                </a:spcAft>
                <a:defRPr i="1">
                  <a:solidFill>
                    <a:schemeClr val="tx1"/>
                  </a:solidFill>
                  <a:latin typeface="Arial" charset="0"/>
                  <a:cs typeface="Arial" charset="0"/>
                </a:defRPr>
              </a:lvl7pPr>
              <a:lvl8pPr marL="3429000" indent="-228600" eaLnBrk="0" fontAlgn="base" hangingPunct="0">
                <a:spcBef>
                  <a:spcPct val="0"/>
                </a:spcBef>
                <a:spcAft>
                  <a:spcPct val="0"/>
                </a:spcAft>
                <a:defRPr i="1">
                  <a:solidFill>
                    <a:schemeClr val="tx1"/>
                  </a:solidFill>
                  <a:latin typeface="Arial" charset="0"/>
                  <a:cs typeface="Arial" charset="0"/>
                </a:defRPr>
              </a:lvl8pPr>
              <a:lvl9pPr marL="3886200" indent="-228600" eaLnBrk="0" fontAlgn="base" hangingPunct="0">
                <a:spcBef>
                  <a:spcPct val="0"/>
                </a:spcBef>
                <a:spcAft>
                  <a:spcPct val="0"/>
                </a:spcAft>
                <a:defRPr i="1">
                  <a:solidFill>
                    <a:schemeClr val="tx1"/>
                  </a:solidFill>
                  <a:latin typeface="Arial" charset="0"/>
                  <a:cs typeface="Arial" charset="0"/>
                </a:defRPr>
              </a:lvl9pPr>
            </a:lstStyle>
            <a:p>
              <a:pPr algn="ctr"/>
              <a:r>
                <a:rPr lang="en-US" sz="2000" i="0">
                  <a:latin typeface="Times New Roman" pitchFamily="18" charset="0"/>
                </a:rPr>
                <a:t>6000</a:t>
              </a:r>
            </a:p>
          </p:txBody>
        </p:sp>
        <p:sp>
          <p:nvSpPr>
            <p:cNvPr id="10293" name="Line 43"/>
            <p:cNvSpPr>
              <a:spLocks noChangeShapeType="1"/>
            </p:cNvSpPr>
            <p:nvPr/>
          </p:nvSpPr>
          <p:spPr bwMode="auto">
            <a:xfrm>
              <a:off x="976" y="1824"/>
              <a:ext cx="272" cy="0"/>
            </a:xfrm>
            <a:prstGeom prst="line">
              <a:avLst/>
            </a:prstGeom>
            <a:noFill/>
            <a:ln w="28575">
              <a:solidFill>
                <a:schemeClr val="tx1"/>
              </a:solidFill>
              <a:round/>
              <a:headEnd type="none"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10278" name="Group 44"/>
          <p:cNvGrpSpPr>
            <a:grpSpLocks/>
          </p:cNvGrpSpPr>
          <p:nvPr/>
        </p:nvGrpSpPr>
        <p:grpSpPr bwMode="auto">
          <a:xfrm>
            <a:off x="2336800" y="4014789"/>
            <a:ext cx="1155700" cy="396875"/>
            <a:chOff x="520" y="1697"/>
            <a:chExt cx="728" cy="250"/>
          </a:xfrm>
        </p:grpSpPr>
        <p:sp>
          <p:nvSpPr>
            <p:cNvPr id="10290" name="Text Box 45"/>
            <p:cNvSpPr txBox="1">
              <a:spLocks noChangeArrowheads="1"/>
            </p:cNvSpPr>
            <p:nvPr/>
          </p:nvSpPr>
          <p:spPr bwMode="auto">
            <a:xfrm>
              <a:off x="520" y="1697"/>
              <a:ext cx="436"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1"/>
                  </a:solidFill>
                  <a:miter lim="800000"/>
                  <a:headEnd type="none" w="lg" len="lg"/>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i="1">
                  <a:solidFill>
                    <a:schemeClr val="tx1"/>
                  </a:solidFill>
                  <a:latin typeface="Arial" charset="0"/>
                  <a:cs typeface="Arial" charset="0"/>
                </a:defRPr>
              </a:lvl1pPr>
              <a:lvl2pPr marL="742950" indent="-285750" eaLnBrk="0" hangingPunct="0">
                <a:defRPr i="1">
                  <a:solidFill>
                    <a:schemeClr val="tx1"/>
                  </a:solidFill>
                  <a:latin typeface="Arial" charset="0"/>
                  <a:cs typeface="Arial" charset="0"/>
                </a:defRPr>
              </a:lvl2pPr>
              <a:lvl3pPr marL="1143000" indent="-228600" eaLnBrk="0" hangingPunct="0">
                <a:defRPr i="1">
                  <a:solidFill>
                    <a:schemeClr val="tx1"/>
                  </a:solidFill>
                  <a:latin typeface="Arial" charset="0"/>
                  <a:cs typeface="Arial" charset="0"/>
                </a:defRPr>
              </a:lvl3pPr>
              <a:lvl4pPr marL="1600200" indent="-228600" eaLnBrk="0" hangingPunct="0">
                <a:defRPr i="1">
                  <a:solidFill>
                    <a:schemeClr val="tx1"/>
                  </a:solidFill>
                  <a:latin typeface="Arial" charset="0"/>
                  <a:cs typeface="Arial" charset="0"/>
                </a:defRPr>
              </a:lvl4pPr>
              <a:lvl5pPr marL="2057400" indent="-228600" eaLnBrk="0" hangingPunct="0">
                <a:defRPr i="1">
                  <a:solidFill>
                    <a:schemeClr val="tx1"/>
                  </a:solidFill>
                  <a:latin typeface="Arial" charset="0"/>
                  <a:cs typeface="Arial" charset="0"/>
                </a:defRPr>
              </a:lvl5pPr>
              <a:lvl6pPr marL="2514600" indent="-228600" eaLnBrk="0" fontAlgn="base" hangingPunct="0">
                <a:spcBef>
                  <a:spcPct val="0"/>
                </a:spcBef>
                <a:spcAft>
                  <a:spcPct val="0"/>
                </a:spcAft>
                <a:defRPr i="1">
                  <a:solidFill>
                    <a:schemeClr val="tx1"/>
                  </a:solidFill>
                  <a:latin typeface="Arial" charset="0"/>
                  <a:cs typeface="Arial" charset="0"/>
                </a:defRPr>
              </a:lvl6pPr>
              <a:lvl7pPr marL="2971800" indent="-228600" eaLnBrk="0" fontAlgn="base" hangingPunct="0">
                <a:spcBef>
                  <a:spcPct val="0"/>
                </a:spcBef>
                <a:spcAft>
                  <a:spcPct val="0"/>
                </a:spcAft>
                <a:defRPr i="1">
                  <a:solidFill>
                    <a:schemeClr val="tx1"/>
                  </a:solidFill>
                  <a:latin typeface="Arial" charset="0"/>
                  <a:cs typeface="Arial" charset="0"/>
                </a:defRPr>
              </a:lvl7pPr>
              <a:lvl8pPr marL="3429000" indent="-228600" eaLnBrk="0" fontAlgn="base" hangingPunct="0">
                <a:spcBef>
                  <a:spcPct val="0"/>
                </a:spcBef>
                <a:spcAft>
                  <a:spcPct val="0"/>
                </a:spcAft>
                <a:defRPr i="1">
                  <a:solidFill>
                    <a:schemeClr val="tx1"/>
                  </a:solidFill>
                  <a:latin typeface="Arial" charset="0"/>
                  <a:cs typeface="Arial" charset="0"/>
                </a:defRPr>
              </a:lvl8pPr>
              <a:lvl9pPr marL="3886200" indent="-228600" eaLnBrk="0" fontAlgn="base" hangingPunct="0">
                <a:spcBef>
                  <a:spcPct val="0"/>
                </a:spcBef>
                <a:spcAft>
                  <a:spcPct val="0"/>
                </a:spcAft>
                <a:defRPr i="1">
                  <a:solidFill>
                    <a:schemeClr val="tx1"/>
                  </a:solidFill>
                  <a:latin typeface="Arial" charset="0"/>
                  <a:cs typeface="Arial" charset="0"/>
                </a:defRPr>
              </a:lvl9pPr>
            </a:lstStyle>
            <a:p>
              <a:pPr algn="ctr"/>
              <a:r>
                <a:rPr lang="en-US" sz="2000" i="0">
                  <a:latin typeface="Times New Roman" pitchFamily="18" charset="0"/>
                </a:rPr>
                <a:t>4400</a:t>
              </a:r>
            </a:p>
          </p:txBody>
        </p:sp>
        <p:sp>
          <p:nvSpPr>
            <p:cNvPr id="10291" name="Line 46"/>
            <p:cNvSpPr>
              <a:spLocks noChangeShapeType="1"/>
            </p:cNvSpPr>
            <p:nvPr/>
          </p:nvSpPr>
          <p:spPr bwMode="auto">
            <a:xfrm>
              <a:off x="976" y="1824"/>
              <a:ext cx="272" cy="0"/>
            </a:xfrm>
            <a:prstGeom prst="line">
              <a:avLst/>
            </a:prstGeom>
            <a:noFill/>
            <a:ln w="28575">
              <a:solidFill>
                <a:schemeClr val="tx1"/>
              </a:solidFill>
              <a:round/>
              <a:headEnd type="none"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10279" name="Group 47"/>
          <p:cNvGrpSpPr>
            <a:grpSpLocks/>
          </p:cNvGrpSpPr>
          <p:nvPr/>
        </p:nvGrpSpPr>
        <p:grpSpPr bwMode="auto">
          <a:xfrm>
            <a:off x="2336800" y="4471989"/>
            <a:ext cx="1155700" cy="396875"/>
            <a:chOff x="520" y="1697"/>
            <a:chExt cx="728" cy="250"/>
          </a:xfrm>
        </p:grpSpPr>
        <p:sp>
          <p:nvSpPr>
            <p:cNvPr id="10288" name="Text Box 48"/>
            <p:cNvSpPr txBox="1">
              <a:spLocks noChangeArrowheads="1"/>
            </p:cNvSpPr>
            <p:nvPr/>
          </p:nvSpPr>
          <p:spPr bwMode="auto">
            <a:xfrm>
              <a:off x="520" y="1697"/>
              <a:ext cx="436"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1"/>
                  </a:solidFill>
                  <a:miter lim="800000"/>
                  <a:headEnd type="none" w="lg" len="lg"/>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i="1">
                  <a:solidFill>
                    <a:schemeClr val="tx1"/>
                  </a:solidFill>
                  <a:latin typeface="Arial" charset="0"/>
                  <a:cs typeface="Arial" charset="0"/>
                </a:defRPr>
              </a:lvl1pPr>
              <a:lvl2pPr marL="742950" indent="-285750" eaLnBrk="0" hangingPunct="0">
                <a:defRPr i="1">
                  <a:solidFill>
                    <a:schemeClr val="tx1"/>
                  </a:solidFill>
                  <a:latin typeface="Arial" charset="0"/>
                  <a:cs typeface="Arial" charset="0"/>
                </a:defRPr>
              </a:lvl2pPr>
              <a:lvl3pPr marL="1143000" indent="-228600" eaLnBrk="0" hangingPunct="0">
                <a:defRPr i="1">
                  <a:solidFill>
                    <a:schemeClr val="tx1"/>
                  </a:solidFill>
                  <a:latin typeface="Arial" charset="0"/>
                  <a:cs typeface="Arial" charset="0"/>
                </a:defRPr>
              </a:lvl3pPr>
              <a:lvl4pPr marL="1600200" indent="-228600" eaLnBrk="0" hangingPunct="0">
                <a:defRPr i="1">
                  <a:solidFill>
                    <a:schemeClr val="tx1"/>
                  </a:solidFill>
                  <a:latin typeface="Arial" charset="0"/>
                  <a:cs typeface="Arial" charset="0"/>
                </a:defRPr>
              </a:lvl4pPr>
              <a:lvl5pPr marL="2057400" indent="-228600" eaLnBrk="0" hangingPunct="0">
                <a:defRPr i="1">
                  <a:solidFill>
                    <a:schemeClr val="tx1"/>
                  </a:solidFill>
                  <a:latin typeface="Arial" charset="0"/>
                  <a:cs typeface="Arial" charset="0"/>
                </a:defRPr>
              </a:lvl5pPr>
              <a:lvl6pPr marL="2514600" indent="-228600" eaLnBrk="0" fontAlgn="base" hangingPunct="0">
                <a:spcBef>
                  <a:spcPct val="0"/>
                </a:spcBef>
                <a:spcAft>
                  <a:spcPct val="0"/>
                </a:spcAft>
                <a:defRPr i="1">
                  <a:solidFill>
                    <a:schemeClr val="tx1"/>
                  </a:solidFill>
                  <a:latin typeface="Arial" charset="0"/>
                  <a:cs typeface="Arial" charset="0"/>
                </a:defRPr>
              </a:lvl6pPr>
              <a:lvl7pPr marL="2971800" indent="-228600" eaLnBrk="0" fontAlgn="base" hangingPunct="0">
                <a:spcBef>
                  <a:spcPct val="0"/>
                </a:spcBef>
                <a:spcAft>
                  <a:spcPct val="0"/>
                </a:spcAft>
                <a:defRPr i="1">
                  <a:solidFill>
                    <a:schemeClr val="tx1"/>
                  </a:solidFill>
                  <a:latin typeface="Arial" charset="0"/>
                  <a:cs typeface="Arial" charset="0"/>
                </a:defRPr>
              </a:lvl7pPr>
              <a:lvl8pPr marL="3429000" indent="-228600" eaLnBrk="0" fontAlgn="base" hangingPunct="0">
                <a:spcBef>
                  <a:spcPct val="0"/>
                </a:spcBef>
                <a:spcAft>
                  <a:spcPct val="0"/>
                </a:spcAft>
                <a:defRPr i="1">
                  <a:solidFill>
                    <a:schemeClr val="tx1"/>
                  </a:solidFill>
                  <a:latin typeface="Arial" charset="0"/>
                  <a:cs typeface="Arial" charset="0"/>
                </a:defRPr>
              </a:lvl8pPr>
              <a:lvl9pPr marL="3886200" indent="-228600" eaLnBrk="0" fontAlgn="base" hangingPunct="0">
                <a:spcBef>
                  <a:spcPct val="0"/>
                </a:spcBef>
                <a:spcAft>
                  <a:spcPct val="0"/>
                </a:spcAft>
                <a:defRPr i="1">
                  <a:solidFill>
                    <a:schemeClr val="tx1"/>
                  </a:solidFill>
                  <a:latin typeface="Arial" charset="0"/>
                  <a:cs typeface="Arial" charset="0"/>
                </a:defRPr>
              </a:lvl9pPr>
            </a:lstStyle>
            <a:p>
              <a:pPr algn="ctr"/>
              <a:r>
                <a:rPr lang="en-US" sz="2000" i="0">
                  <a:latin typeface="Times New Roman" pitchFamily="18" charset="0"/>
                </a:rPr>
                <a:t>5700</a:t>
              </a:r>
            </a:p>
          </p:txBody>
        </p:sp>
        <p:sp>
          <p:nvSpPr>
            <p:cNvPr id="10289" name="Line 49"/>
            <p:cNvSpPr>
              <a:spLocks noChangeShapeType="1"/>
            </p:cNvSpPr>
            <p:nvPr/>
          </p:nvSpPr>
          <p:spPr bwMode="auto">
            <a:xfrm>
              <a:off x="976" y="1824"/>
              <a:ext cx="272" cy="0"/>
            </a:xfrm>
            <a:prstGeom prst="line">
              <a:avLst/>
            </a:prstGeom>
            <a:noFill/>
            <a:ln w="28575">
              <a:solidFill>
                <a:schemeClr val="tx1"/>
              </a:solidFill>
              <a:round/>
              <a:headEnd type="none"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10280" name="Group 50"/>
          <p:cNvGrpSpPr>
            <a:grpSpLocks/>
          </p:cNvGrpSpPr>
          <p:nvPr/>
        </p:nvGrpSpPr>
        <p:grpSpPr bwMode="auto">
          <a:xfrm>
            <a:off x="2336800" y="4941889"/>
            <a:ext cx="1155700" cy="396875"/>
            <a:chOff x="520" y="1697"/>
            <a:chExt cx="728" cy="250"/>
          </a:xfrm>
        </p:grpSpPr>
        <p:sp>
          <p:nvSpPr>
            <p:cNvPr id="10286" name="Text Box 51"/>
            <p:cNvSpPr txBox="1">
              <a:spLocks noChangeArrowheads="1"/>
            </p:cNvSpPr>
            <p:nvPr/>
          </p:nvSpPr>
          <p:spPr bwMode="auto">
            <a:xfrm>
              <a:off x="520" y="1697"/>
              <a:ext cx="436"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1"/>
                  </a:solidFill>
                  <a:miter lim="800000"/>
                  <a:headEnd type="none" w="lg" len="lg"/>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i="1">
                  <a:solidFill>
                    <a:schemeClr val="tx1"/>
                  </a:solidFill>
                  <a:latin typeface="Arial" charset="0"/>
                  <a:cs typeface="Arial" charset="0"/>
                </a:defRPr>
              </a:lvl1pPr>
              <a:lvl2pPr marL="742950" indent="-285750" eaLnBrk="0" hangingPunct="0">
                <a:defRPr i="1">
                  <a:solidFill>
                    <a:schemeClr val="tx1"/>
                  </a:solidFill>
                  <a:latin typeface="Arial" charset="0"/>
                  <a:cs typeface="Arial" charset="0"/>
                </a:defRPr>
              </a:lvl2pPr>
              <a:lvl3pPr marL="1143000" indent="-228600" eaLnBrk="0" hangingPunct="0">
                <a:defRPr i="1">
                  <a:solidFill>
                    <a:schemeClr val="tx1"/>
                  </a:solidFill>
                  <a:latin typeface="Arial" charset="0"/>
                  <a:cs typeface="Arial" charset="0"/>
                </a:defRPr>
              </a:lvl3pPr>
              <a:lvl4pPr marL="1600200" indent="-228600" eaLnBrk="0" hangingPunct="0">
                <a:defRPr i="1">
                  <a:solidFill>
                    <a:schemeClr val="tx1"/>
                  </a:solidFill>
                  <a:latin typeface="Arial" charset="0"/>
                  <a:cs typeface="Arial" charset="0"/>
                </a:defRPr>
              </a:lvl4pPr>
              <a:lvl5pPr marL="2057400" indent="-228600" eaLnBrk="0" hangingPunct="0">
                <a:defRPr i="1">
                  <a:solidFill>
                    <a:schemeClr val="tx1"/>
                  </a:solidFill>
                  <a:latin typeface="Arial" charset="0"/>
                  <a:cs typeface="Arial" charset="0"/>
                </a:defRPr>
              </a:lvl5pPr>
              <a:lvl6pPr marL="2514600" indent="-228600" eaLnBrk="0" fontAlgn="base" hangingPunct="0">
                <a:spcBef>
                  <a:spcPct val="0"/>
                </a:spcBef>
                <a:spcAft>
                  <a:spcPct val="0"/>
                </a:spcAft>
                <a:defRPr i="1">
                  <a:solidFill>
                    <a:schemeClr val="tx1"/>
                  </a:solidFill>
                  <a:latin typeface="Arial" charset="0"/>
                  <a:cs typeface="Arial" charset="0"/>
                </a:defRPr>
              </a:lvl6pPr>
              <a:lvl7pPr marL="2971800" indent="-228600" eaLnBrk="0" fontAlgn="base" hangingPunct="0">
                <a:spcBef>
                  <a:spcPct val="0"/>
                </a:spcBef>
                <a:spcAft>
                  <a:spcPct val="0"/>
                </a:spcAft>
                <a:defRPr i="1">
                  <a:solidFill>
                    <a:schemeClr val="tx1"/>
                  </a:solidFill>
                  <a:latin typeface="Arial" charset="0"/>
                  <a:cs typeface="Arial" charset="0"/>
                </a:defRPr>
              </a:lvl7pPr>
              <a:lvl8pPr marL="3429000" indent="-228600" eaLnBrk="0" fontAlgn="base" hangingPunct="0">
                <a:spcBef>
                  <a:spcPct val="0"/>
                </a:spcBef>
                <a:spcAft>
                  <a:spcPct val="0"/>
                </a:spcAft>
                <a:defRPr i="1">
                  <a:solidFill>
                    <a:schemeClr val="tx1"/>
                  </a:solidFill>
                  <a:latin typeface="Arial" charset="0"/>
                  <a:cs typeface="Arial" charset="0"/>
                </a:defRPr>
              </a:lvl8pPr>
              <a:lvl9pPr marL="3886200" indent="-228600" eaLnBrk="0" fontAlgn="base" hangingPunct="0">
                <a:spcBef>
                  <a:spcPct val="0"/>
                </a:spcBef>
                <a:spcAft>
                  <a:spcPct val="0"/>
                </a:spcAft>
                <a:defRPr i="1">
                  <a:solidFill>
                    <a:schemeClr val="tx1"/>
                  </a:solidFill>
                  <a:latin typeface="Arial" charset="0"/>
                  <a:cs typeface="Arial" charset="0"/>
                </a:defRPr>
              </a:lvl9pPr>
            </a:lstStyle>
            <a:p>
              <a:pPr algn="ctr"/>
              <a:r>
                <a:rPr lang="en-US" sz="2000" i="0">
                  <a:latin typeface="Times New Roman" pitchFamily="18" charset="0"/>
                </a:rPr>
                <a:t>4600</a:t>
              </a:r>
            </a:p>
          </p:txBody>
        </p:sp>
        <p:sp>
          <p:nvSpPr>
            <p:cNvPr id="10287" name="Line 52"/>
            <p:cNvSpPr>
              <a:spLocks noChangeShapeType="1"/>
            </p:cNvSpPr>
            <p:nvPr/>
          </p:nvSpPr>
          <p:spPr bwMode="auto">
            <a:xfrm>
              <a:off x="976" y="1824"/>
              <a:ext cx="272" cy="0"/>
            </a:xfrm>
            <a:prstGeom prst="line">
              <a:avLst/>
            </a:prstGeom>
            <a:noFill/>
            <a:ln w="28575">
              <a:solidFill>
                <a:schemeClr val="tx1"/>
              </a:solidFill>
              <a:round/>
              <a:headEnd type="none"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10281" name="Group 53"/>
          <p:cNvGrpSpPr>
            <a:grpSpLocks/>
          </p:cNvGrpSpPr>
          <p:nvPr/>
        </p:nvGrpSpPr>
        <p:grpSpPr bwMode="auto">
          <a:xfrm>
            <a:off x="2349500" y="5411789"/>
            <a:ext cx="1155700" cy="396875"/>
            <a:chOff x="520" y="1697"/>
            <a:chExt cx="728" cy="250"/>
          </a:xfrm>
        </p:grpSpPr>
        <p:sp>
          <p:nvSpPr>
            <p:cNvPr id="10284" name="Text Box 54"/>
            <p:cNvSpPr txBox="1">
              <a:spLocks noChangeArrowheads="1"/>
            </p:cNvSpPr>
            <p:nvPr/>
          </p:nvSpPr>
          <p:spPr bwMode="auto">
            <a:xfrm>
              <a:off x="520" y="1697"/>
              <a:ext cx="436"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1"/>
                  </a:solidFill>
                  <a:miter lim="800000"/>
                  <a:headEnd type="none" w="lg" len="lg"/>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i="1">
                  <a:solidFill>
                    <a:schemeClr val="tx1"/>
                  </a:solidFill>
                  <a:latin typeface="Arial" charset="0"/>
                  <a:cs typeface="Arial" charset="0"/>
                </a:defRPr>
              </a:lvl1pPr>
              <a:lvl2pPr marL="742950" indent="-285750" eaLnBrk="0" hangingPunct="0">
                <a:defRPr i="1">
                  <a:solidFill>
                    <a:schemeClr val="tx1"/>
                  </a:solidFill>
                  <a:latin typeface="Arial" charset="0"/>
                  <a:cs typeface="Arial" charset="0"/>
                </a:defRPr>
              </a:lvl2pPr>
              <a:lvl3pPr marL="1143000" indent="-228600" eaLnBrk="0" hangingPunct="0">
                <a:defRPr i="1">
                  <a:solidFill>
                    <a:schemeClr val="tx1"/>
                  </a:solidFill>
                  <a:latin typeface="Arial" charset="0"/>
                  <a:cs typeface="Arial" charset="0"/>
                </a:defRPr>
              </a:lvl3pPr>
              <a:lvl4pPr marL="1600200" indent="-228600" eaLnBrk="0" hangingPunct="0">
                <a:defRPr i="1">
                  <a:solidFill>
                    <a:schemeClr val="tx1"/>
                  </a:solidFill>
                  <a:latin typeface="Arial" charset="0"/>
                  <a:cs typeface="Arial" charset="0"/>
                </a:defRPr>
              </a:lvl4pPr>
              <a:lvl5pPr marL="2057400" indent="-228600" eaLnBrk="0" hangingPunct="0">
                <a:defRPr i="1">
                  <a:solidFill>
                    <a:schemeClr val="tx1"/>
                  </a:solidFill>
                  <a:latin typeface="Arial" charset="0"/>
                  <a:cs typeface="Arial" charset="0"/>
                </a:defRPr>
              </a:lvl5pPr>
              <a:lvl6pPr marL="2514600" indent="-228600" eaLnBrk="0" fontAlgn="base" hangingPunct="0">
                <a:spcBef>
                  <a:spcPct val="0"/>
                </a:spcBef>
                <a:spcAft>
                  <a:spcPct val="0"/>
                </a:spcAft>
                <a:defRPr i="1">
                  <a:solidFill>
                    <a:schemeClr val="tx1"/>
                  </a:solidFill>
                  <a:latin typeface="Arial" charset="0"/>
                  <a:cs typeface="Arial" charset="0"/>
                </a:defRPr>
              </a:lvl6pPr>
              <a:lvl7pPr marL="2971800" indent="-228600" eaLnBrk="0" fontAlgn="base" hangingPunct="0">
                <a:spcBef>
                  <a:spcPct val="0"/>
                </a:spcBef>
                <a:spcAft>
                  <a:spcPct val="0"/>
                </a:spcAft>
                <a:defRPr i="1">
                  <a:solidFill>
                    <a:schemeClr val="tx1"/>
                  </a:solidFill>
                  <a:latin typeface="Arial" charset="0"/>
                  <a:cs typeface="Arial" charset="0"/>
                </a:defRPr>
              </a:lvl7pPr>
              <a:lvl8pPr marL="3429000" indent="-228600" eaLnBrk="0" fontAlgn="base" hangingPunct="0">
                <a:spcBef>
                  <a:spcPct val="0"/>
                </a:spcBef>
                <a:spcAft>
                  <a:spcPct val="0"/>
                </a:spcAft>
                <a:defRPr i="1">
                  <a:solidFill>
                    <a:schemeClr val="tx1"/>
                  </a:solidFill>
                  <a:latin typeface="Arial" charset="0"/>
                  <a:cs typeface="Arial" charset="0"/>
                </a:defRPr>
              </a:lvl8pPr>
              <a:lvl9pPr marL="3886200" indent="-228600" eaLnBrk="0" fontAlgn="base" hangingPunct="0">
                <a:spcBef>
                  <a:spcPct val="0"/>
                </a:spcBef>
                <a:spcAft>
                  <a:spcPct val="0"/>
                </a:spcAft>
                <a:defRPr i="1">
                  <a:solidFill>
                    <a:schemeClr val="tx1"/>
                  </a:solidFill>
                  <a:latin typeface="Arial" charset="0"/>
                  <a:cs typeface="Arial" charset="0"/>
                </a:defRPr>
              </a:lvl9pPr>
            </a:lstStyle>
            <a:p>
              <a:pPr algn="ctr"/>
              <a:r>
                <a:rPr lang="en-US" sz="2000" i="0">
                  <a:latin typeface="Times New Roman" pitchFamily="18" charset="0"/>
                </a:rPr>
                <a:t>6200</a:t>
              </a:r>
            </a:p>
          </p:txBody>
        </p:sp>
        <p:sp>
          <p:nvSpPr>
            <p:cNvPr id="10285" name="Line 55"/>
            <p:cNvSpPr>
              <a:spLocks noChangeShapeType="1"/>
            </p:cNvSpPr>
            <p:nvPr/>
          </p:nvSpPr>
          <p:spPr bwMode="auto">
            <a:xfrm>
              <a:off x="976" y="1824"/>
              <a:ext cx="272" cy="0"/>
            </a:xfrm>
            <a:prstGeom prst="line">
              <a:avLst/>
            </a:prstGeom>
            <a:noFill/>
            <a:ln w="28575">
              <a:solidFill>
                <a:schemeClr val="tx1"/>
              </a:solidFill>
              <a:round/>
              <a:headEnd type="none"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827448" name="Oval 56"/>
          <p:cNvSpPr>
            <a:spLocks noChangeArrowheads="1"/>
          </p:cNvSpPr>
          <p:nvPr/>
        </p:nvSpPr>
        <p:spPr bwMode="auto">
          <a:xfrm>
            <a:off x="4699000" y="2565400"/>
            <a:ext cx="444500" cy="3238500"/>
          </a:xfrm>
          <a:prstGeom prst="ellipse">
            <a:avLst/>
          </a:prstGeom>
          <a:noFill/>
          <a:ln w="38100">
            <a:solidFill>
              <a:srgbClr val="0000FF"/>
            </a:solidFill>
            <a:round/>
            <a:headEnd type="none" w="lg" len="lg"/>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7449" name="Text Box 57"/>
          <p:cNvSpPr txBox="1">
            <a:spLocks noChangeArrowheads="1"/>
          </p:cNvSpPr>
          <p:nvPr/>
        </p:nvSpPr>
        <p:spPr bwMode="auto">
          <a:xfrm>
            <a:off x="5159375" y="5321300"/>
            <a:ext cx="2475358" cy="7386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1"/>
                </a:solidFill>
                <a:miter lim="800000"/>
                <a:headEnd type="none" w="lg" len="lg"/>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i="1">
                <a:solidFill>
                  <a:schemeClr val="tx1"/>
                </a:solidFill>
                <a:latin typeface="Arial" charset="0"/>
                <a:cs typeface="Arial" charset="0"/>
              </a:defRPr>
            </a:lvl1pPr>
            <a:lvl2pPr marL="742950" indent="-285750" eaLnBrk="0" hangingPunct="0">
              <a:defRPr i="1">
                <a:solidFill>
                  <a:schemeClr val="tx1"/>
                </a:solidFill>
                <a:latin typeface="Arial" charset="0"/>
                <a:cs typeface="Arial" charset="0"/>
              </a:defRPr>
            </a:lvl2pPr>
            <a:lvl3pPr marL="1143000" indent="-228600" eaLnBrk="0" hangingPunct="0">
              <a:defRPr i="1">
                <a:solidFill>
                  <a:schemeClr val="tx1"/>
                </a:solidFill>
                <a:latin typeface="Arial" charset="0"/>
                <a:cs typeface="Arial" charset="0"/>
              </a:defRPr>
            </a:lvl3pPr>
            <a:lvl4pPr marL="1600200" indent="-228600" eaLnBrk="0" hangingPunct="0">
              <a:defRPr i="1">
                <a:solidFill>
                  <a:schemeClr val="tx1"/>
                </a:solidFill>
                <a:latin typeface="Arial" charset="0"/>
                <a:cs typeface="Arial" charset="0"/>
              </a:defRPr>
            </a:lvl4pPr>
            <a:lvl5pPr marL="2057400" indent="-228600" eaLnBrk="0" hangingPunct="0">
              <a:defRPr i="1">
                <a:solidFill>
                  <a:schemeClr val="tx1"/>
                </a:solidFill>
                <a:latin typeface="Arial" charset="0"/>
                <a:cs typeface="Arial" charset="0"/>
              </a:defRPr>
            </a:lvl5pPr>
            <a:lvl6pPr marL="2514600" indent="-228600" eaLnBrk="0" fontAlgn="base" hangingPunct="0">
              <a:spcBef>
                <a:spcPct val="0"/>
              </a:spcBef>
              <a:spcAft>
                <a:spcPct val="0"/>
              </a:spcAft>
              <a:defRPr i="1">
                <a:solidFill>
                  <a:schemeClr val="tx1"/>
                </a:solidFill>
                <a:latin typeface="Arial" charset="0"/>
                <a:cs typeface="Arial" charset="0"/>
              </a:defRPr>
            </a:lvl6pPr>
            <a:lvl7pPr marL="2971800" indent="-228600" eaLnBrk="0" fontAlgn="base" hangingPunct="0">
              <a:spcBef>
                <a:spcPct val="0"/>
              </a:spcBef>
              <a:spcAft>
                <a:spcPct val="0"/>
              </a:spcAft>
              <a:defRPr i="1">
                <a:solidFill>
                  <a:schemeClr val="tx1"/>
                </a:solidFill>
                <a:latin typeface="Arial" charset="0"/>
                <a:cs typeface="Arial" charset="0"/>
              </a:defRPr>
            </a:lvl7pPr>
            <a:lvl8pPr marL="3429000" indent="-228600" eaLnBrk="0" fontAlgn="base" hangingPunct="0">
              <a:spcBef>
                <a:spcPct val="0"/>
              </a:spcBef>
              <a:spcAft>
                <a:spcPct val="0"/>
              </a:spcAft>
              <a:defRPr i="1">
                <a:solidFill>
                  <a:schemeClr val="tx1"/>
                </a:solidFill>
                <a:latin typeface="Arial" charset="0"/>
                <a:cs typeface="Arial" charset="0"/>
              </a:defRPr>
            </a:lvl8pPr>
            <a:lvl9pPr marL="3886200" indent="-228600" eaLnBrk="0" fontAlgn="base" hangingPunct="0">
              <a:spcBef>
                <a:spcPct val="0"/>
              </a:spcBef>
              <a:spcAft>
                <a:spcPct val="0"/>
              </a:spcAft>
              <a:defRPr i="1">
                <a:solidFill>
                  <a:schemeClr val="tx1"/>
                </a:solidFill>
                <a:latin typeface="Arial" charset="0"/>
                <a:cs typeface="Arial" charset="0"/>
              </a:defRPr>
            </a:lvl9pPr>
          </a:lstStyle>
          <a:p>
            <a:r>
              <a:rPr lang="en-US" i="0">
                <a:solidFill>
                  <a:srgbClr val="0000FF"/>
                </a:solidFill>
                <a:latin typeface="Times New Roman" pitchFamily="18" charset="0"/>
              </a:rPr>
              <a:t>Consist-breakup costs</a:t>
            </a:r>
          </a:p>
          <a:p>
            <a:r>
              <a:rPr lang="en-US" i="0">
                <a:solidFill>
                  <a:srgbClr val="0000FF"/>
                </a:solidFill>
                <a:latin typeface="Times New Roman" pitchFamily="18" charset="0"/>
              </a:rPr>
              <a:t>Shop routing bonuses/ penalties</a:t>
            </a:r>
          </a:p>
          <a:p>
            <a:r>
              <a:rPr lang="en-US" i="0">
                <a:solidFill>
                  <a:srgbClr val="0000FF"/>
                </a:solidFill>
                <a:latin typeface="Times New Roman" pitchFamily="18" charset="0"/>
              </a:rPr>
              <a:t>Leader logic</a:t>
            </a:r>
          </a:p>
        </p:txBody>
      </p:sp>
    </p:spTree>
    <p:extLst>
      <p:ext uri="{BB962C8B-B14F-4D97-AF65-F5344CB8AC3E}">
        <p14:creationId xmlns:p14="http://schemas.microsoft.com/office/powerpoint/2010/main" val="3582578230"/>
      </p:ext>
    </p:extLst>
  </p:cSld>
  <p:clrMapOvr>
    <a:masterClrMapping/>
  </p:clrMapOvr>
  <p:transition spd="med">
    <p:wipe dir="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827448"/>
                                        </p:tgtEl>
                                        <p:attrNameLst>
                                          <p:attrName>style.visibility</p:attrName>
                                        </p:attrNameLst>
                                      </p:cBhvr>
                                      <p:to>
                                        <p:strVal val="visible"/>
                                      </p:to>
                                    </p:set>
                                    <p:animEffect transition="in" filter="wipe(up)">
                                      <p:cBhvr>
                                        <p:cTn id="7" dur="500"/>
                                        <p:tgtEl>
                                          <p:spTgt spid="827448"/>
                                        </p:tgtEl>
                                      </p:cBhvr>
                                    </p:animEffect>
                                  </p:childTnLst>
                                </p:cTn>
                              </p:par>
                            </p:childTnLst>
                          </p:cTn>
                        </p:par>
                        <p:par>
                          <p:cTn id="8" fill="hold" nodeType="afterGroup">
                            <p:stCondLst>
                              <p:cond delay="500"/>
                            </p:stCondLst>
                            <p:childTnLst>
                              <p:par>
                                <p:cTn id="9" presetID="22" presetClass="entr" presetSubtype="1" fill="hold" grpId="0" nodeType="afterEffect">
                                  <p:stCondLst>
                                    <p:cond delay="0"/>
                                  </p:stCondLst>
                                  <p:childTnLst>
                                    <p:set>
                                      <p:cBhvr>
                                        <p:cTn id="10" dur="1" fill="hold">
                                          <p:stCondLst>
                                            <p:cond delay="0"/>
                                          </p:stCondLst>
                                        </p:cTn>
                                        <p:tgtEl>
                                          <p:spTgt spid="827449"/>
                                        </p:tgtEl>
                                        <p:attrNameLst>
                                          <p:attrName>style.visibility</p:attrName>
                                        </p:attrNameLst>
                                      </p:cBhvr>
                                      <p:to>
                                        <p:strVal val="visible"/>
                                      </p:to>
                                    </p:set>
                                    <p:animEffect transition="in" filter="wipe(up)">
                                      <p:cBhvr>
                                        <p:cTn id="11" dur="500"/>
                                        <p:tgtEl>
                                          <p:spTgt spid="8274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27448" grpId="0" animBg="1"/>
      <p:bldP spid="827449" grpId="0"/>
    </p:bldLst>
  </p:timing>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6" name="Rectangle 2"/>
          <p:cNvSpPr>
            <a:spLocks noGrp="1" noChangeArrowheads="1"/>
          </p:cNvSpPr>
          <p:nvPr>
            <p:ph type="title"/>
          </p:nvPr>
        </p:nvSpPr>
        <p:spPr/>
        <p:txBody>
          <a:bodyPr/>
          <a:lstStyle/>
          <a:p>
            <a:pPr eaLnBrk="1" hangingPunct="1"/>
            <a:r>
              <a:rPr lang="en-US" dirty="0"/>
              <a:t>Locomotive planning at Norfolk Southern</a:t>
            </a:r>
          </a:p>
        </p:txBody>
      </p:sp>
      <p:sp>
        <p:nvSpPr>
          <p:cNvPr id="11267" name="Rectangle 4"/>
          <p:cNvSpPr>
            <a:spLocks noChangeArrowheads="1"/>
          </p:cNvSpPr>
          <p:nvPr/>
        </p:nvSpPr>
        <p:spPr bwMode="auto">
          <a:xfrm>
            <a:off x="3530600" y="2781300"/>
            <a:ext cx="673100" cy="228600"/>
          </a:xfrm>
          <a:prstGeom prst="rect">
            <a:avLst/>
          </a:prstGeom>
          <a:solidFill>
            <a:srgbClr val="0000FF"/>
          </a:solidFill>
          <a:ln w="28575">
            <a:solidFill>
              <a:schemeClr val="tx1"/>
            </a:solidFill>
            <a:miter lim="800000"/>
            <a:headEnd type="none" w="lg" len="lg"/>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268" name="Rectangle 5"/>
          <p:cNvSpPr>
            <a:spLocks noChangeArrowheads="1"/>
          </p:cNvSpPr>
          <p:nvPr/>
        </p:nvSpPr>
        <p:spPr bwMode="auto">
          <a:xfrm>
            <a:off x="3530600" y="3225800"/>
            <a:ext cx="673100" cy="228600"/>
          </a:xfrm>
          <a:prstGeom prst="rect">
            <a:avLst/>
          </a:prstGeom>
          <a:solidFill>
            <a:srgbClr val="0000FF"/>
          </a:solidFill>
          <a:ln w="28575">
            <a:solidFill>
              <a:schemeClr val="tx1"/>
            </a:solidFill>
            <a:miter lim="800000"/>
            <a:headEnd type="none" w="lg" len="lg"/>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269" name="Rectangle 6"/>
          <p:cNvSpPr>
            <a:spLocks noChangeArrowheads="1"/>
          </p:cNvSpPr>
          <p:nvPr/>
        </p:nvSpPr>
        <p:spPr bwMode="auto">
          <a:xfrm>
            <a:off x="3530600" y="4102100"/>
            <a:ext cx="673100" cy="228600"/>
          </a:xfrm>
          <a:prstGeom prst="rect">
            <a:avLst/>
          </a:prstGeom>
          <a:solidFill>
            <a:srgbClr val="33CC33"/>
          </a:solidFill>
          <a:ln w="28575">
            <a:solidFill>
              <a:schemeClr val="tx1"/>
            </a:solidFill>
            <a:miter lim="800000"/>
            <a:headEnd type="none" w="lg" len="lg"/>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270" name="Rectangle 7"/>
          <p:cNvSpPr>
            <a:spLocks noChangeArrowheads="1"/>
          </p:cNvSpPr>
          <p:nvPr/>
        </p:nvSpPr>
        <p:spPr bwMode="auto">
          <a:xfrm>
            <a:off x="3530600" y="4559300"/>
            <a:ext cx="673100" cy="228600"/>
          </a:xfrm>
          <a:prstGeom prst="rect">
            <a:avLst/>
          </a:prstGeom>
          <a:solidFill>
            <a:srgbClr val="33CC33"/>
          </a:solidFill>
          <a:ln w="28575">
            <a:solidFill>
              <a:schemeClr val="tx1"/>
            </a:solidFill>
            <a:miter lim="800000"/>
            <a:headEnd type="none" w="lg" len="lg"/>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271" name="Rectangle 8"/>
          <p:cNvSpPr>
            <a:spLocks noChangeArrowheads="1"/>
          </p:cNvSpPr>
          <p:nvPr/>
        </p:nvSpPr>
        <p:spPr bwMode="auto">
          <a:xfrm>
            <a:off x="3530600" y="5029200"/>
            <a:ext cx="673100" cy="228600"/>
          </a:xfrm>
          <a:prstGeom prst="rect">
            <a:avLst/>
          </a:prstGeom>
          <a:solidFill>
            <a:srgbClr val="FF33CC"/>
          </a:solidFill>
          <a:ln w="28575">
            <a:solidFill>
              <a:schemeClr val="tx1"/>
            </a:solidFill>
            <a:miter lim="800000"/>
            <a:headEnd type="none" w="lg" len="lg"/>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272" name="Rectangle 9"/>
          <p:cNvSpPr>
            <a:spLocks noChangeArrowheads="1"/>
          </p:cNvSpPr>
          <p:nvPr/>
        </p:nvSpPr>
        <p:spPr bwMode="auto">
          <a:xfrm>
            <a:off x="3517900" y="5499100"/>
            <a:ext cx="673100" cy="228600"/>
          </a:xfrm>
          <a:prstGeom prst="rect">
            <a:avLst/>
          </a:prstGeom>
          <a:solidFill>
            <a:srgbClr val="FF33CC"/>
          </a:solidFill>
          <a:ln w="28575">
            <a:solidFill>
              <a:schemeClr val="tx1"/>
            </a:solidFill>
            <a:miter lim="800000"/>
            <a:headEnd type="none" w="lg" len="lg"/>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273" name="Rectangle 10"/>
          <p:cNvSpPr>
            <a:spLocks noChangeArrowheads="1"/>
          </p:cNvSpPr>
          <p:nvPr/>
        </p:nvSpPr>
        <p:spPr bwMode="auto">
          <a:xfrm>
            <a:off x="5613400" y="3060700"/>
            <a:ext cx="673100" cy="228600"/>
          </a:xfrm>
          <a:prstGeom prst="rect">
            <a:avLst/>
          </a:prstGeom>
          <a:solidFill>
            <a:schemeClr val="bg1"/>
          </a:solidFill>
          <a:ln w="28575">
            <a:solidFill>
              <a:schemeClr val="tx1"/>
            </a:solidFill>
            <a:miter lim="800000"/>
            <a:headEnd type="none" w="lg" len="lg"/>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274" name="Rectangle 11"/>
          <p:cNvSpPr>
            <a:spLocks noChangeArrowheads="1"/>
          </p:cNvSpPr>
          <p:nvPr/>
        </p:nvSpPr>
        <p:spPr bwMode="auto">
          <a:xfrm>
            <a:off x="5613400" y="3886200"/>
            <a:ext cx="673100" cy="228600"/>
          </a:xfrm>
          <a:prstGeom prst="rect">
            <a:avLst/>
          </a:prstGeom>
          <a:solidFill>
            <a:schemeClr val="bg1"/>
          </a:solidFill>
          <a:ln w="28575">
            <a:solidFill>
              <a:schemeClr val="tx1"/>
            </a:solidFill>
            <a:miter lim="800000"/>
            <a:headEnd type="none" w="lg" len="lg"/>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275" name="Rectangle 12"/>
          <p:cNvSpPr>
            <a:spLocks noChangeArrowheads="1"/>
          </p:cNvSpPr>
          <p:nvPr/>
        </p:nvSpPr>
        <p:spPr bwMode="auto">
          <a:xfrm>
            <a:off x="5613400" y="4737100"/>
            <a:ext cx="673100" cy="228600"/>
          </a:xfrm>
          <a:prstGeom prst="rect">
            <a:avLst/>
          </a:prstGeom>
          <a:solidFill>
            <a:schemeClr val="bg1"/>
          </a:solidFill>
          <a:ln w="28575">
            <a:solidFill>
              <a:schemeClr val="tx1"/>
            </a:solidFill>
            <a:miter lim="800000"/>
            <a:headEnd type="none" w="lg" len="lg"/>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cxnSp>
        <p:nvCxnSpPr>
          <p:cNvPr id="11276" name="AutoShape 13"/>
          <p:cNvCxnSpPr>
            <a:cxnSpLocks noChangeShapeType="1"/>
            <a:stCxn id="11267" idx="3"/>
            <a:endCxn id="11273" idx="1"/>
          </p:cNvCxnSpPr>
          <p:nvPr/>
        </p:nvCxnSpPr>
        <p:spPr bwMode="auto">
          <a:xfrm>
            <a:off x="4217989" y="2895600"/>
            <a:ext cx="1381125" cy="2794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1277" name="AutoShape 14"/>
          <p:cNvCxnSpPr>
            <a:cxnSpLocks noChangeShapeType="1"/>
            <a:stCxn id="11268" idx="3"/>
            <a:endCxn id="11273" idx="1"/>
          </p:cNvCxnSpPr>
          <p:nvPr/>
        </p:nvCxnSpPr>
        <p:spPr bwMode="auto">
          <a:xfrm flipV="1">
            <a:off x="4217989" y="3175000"/>
            <a:ext cx="1381125" cy="1651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1278" name="AutoShape 15"/>
          <p:cNvCxnSpPr>
            <a:cxnSpLocks noChangeShapeType="1"/>
            <a:endCxn id="11274" idx="1"/>
          </p:cNvCxnSpPr>
          <p:nvPr/>
        </p:nvCxnSpPr>
        <p:spPr bwMode="auto">
          <a:xfrm>
            <a:off x="4217989" y="3784600"/>
            <a:ext cx="1381125" cy="215900"/>
          </a:xfrm>
          <a:prstGeom prst="straightConnector1">
            <a:avLst/>
          </a:prstGeom>
          <a:noFill/>
          <a:ln w="28575">
            <a:solidFill>
              <a:schemeClr val="hlink"/>
            </a:solidFill>
            <a:prstDash val="dash"/>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1279" name="AutoShape 16"/>
          <p:cNvCxnSpPr>
            <a:cxnSpLocks noChangeShapeType="1"/>
            <a:stCxn id="11269" idx="3"/>
            <a:endCxn id="11274" idx="1"/>
          </p:cNvCxnSpPr>
          <p:nvPr/>
        </p:nvCxnSpPr>
        <p:spPr bwMode="auto">
          <a:xfrm flipV="1">
            <a:off x="4217989" y="4000500"/>
            <a:ext cx="1381125" cy="2159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1280" name="AutoShape 17"/>
          <p:cNvCxnSpPr>
            <a:cxnSpLocks noChangeShapeType="1"/>
            <a:stCxn id="11270" idx="3"/>
            <a:endCxn id="11274" idx="1"/>
          </p:cNvCxnSpPr>
          <p:nvPr/>
        </p:nvCxnSpPr>
        <p:spPr bwMode="auto">
          <a:xfrm flipV="1">
            <a:off x="4217989" y="4000500"/>
            <a:ext cx="1381125" cy="6731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1281" name="AutoShape 18"/>
          <p:cNvCxnSpPr>
            <a:cxnSpLocks noChangeShapeType="1"/>
            <a:stCxn id="11271" idx="3"/>
            <a:endCxn id="11275" idx="1"/>
          </p:cNvCxnSpPr>
          <p:nvPr/>
        </p:nvCxnSpPr>
        <p:spPr bwMode="auto">
          <a:xfrm flipV="1">
            <a:off x="4217989" y="4851400"/>
            <a:ext cx="1381125" cy="2921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1282" name="AutoShape 19"/>
          <p:cNvCxnSpPr>
            <a:cxnSpLocks noChangeShapeType="1"/>
            <a:stCxn id="11272" idx="3"/>
            <a:endCxn id="11275" idx="1"/>
          </p:cNvCxnSpPr>
          <p:nvPr/>
        </p:nvCxnSpPr>
        <p:spPr bwMode="auto">
          <a:xfrm flipV="1">
            <a:off x="4205289" y="4851400"/>
            <a:ext cx="1393825" cy="7620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1283" name="AutoShape 20"/>
          <p:cNvCxnSpPr>
            <a:cxnSpLocks noChangeShapeType="1"/>
            <a:stCxn id="11273" idx="3"/>
            <a:endCxn id="11284" idx="2"/>
          </p:cNvCxnSpPr>
          <p:nvPr/>
        </p:nvCxnSpPr>
        <p:spPr bwMode="auto">
          <a:xfrm flipV="1">
            <a:off x="6300789" y="3111500"/>
            <a:ext cx="1660525" cy="635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1284" name="Oval 21"/>
          <p:cNvSpPr>
            <a:spLocks noChangeArrowheads="1"/>
          </p:cNvSpPr>
          <p:nvPr/>
        </p:nvSpPr>
        <p:spPr bwMode="auto">
          <a:xfrm>
            <a:off x="7975600" y="2984500"/>
            <a:ext cx="698500" cy="254000"/>
          </a:xfrm>
          <a:prstGeom prst="ellipse">
            <a:avLst/>
          </a:prstGeom>
          <a:solidFill>
            <a:srgbClr val="FE9B03"/>
          </a:solidFill>
          <a:ln w="28575">
            <a:solidFill>
              <a:schemeClr val="tx1"/>
            </a:solidFill>
            <a:round/>
            <a:headEnd type="none" w="lg" len="lg"/>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285" name="Oval 22"/>
          <p:cNvSpPr>
            <a:spLocks noChangeArrowheads="1"/>
          </p:cNvSpPr>
          <p:nvPr/>
        </p:nvSpPr>
        <p:spPr bwMode="auto">
          <a:xfrm>
            <a:off x="8013700" y="4686300"/>
            <a:ext cx="698500" cy="254000"/>
          </a:xfrm>
          <a:prstGeom prst="ellipse">
            <a:avLst/>
          </a:prstGeom>
          <a:solidFill>
            <a:schemeClr val="accent2"/>
          </a:solidFill>
          <a:ln w="28575">
            <a:solidFill>
              <a:schemeClr val="tx1"/>
            </a:solidFill>
            <a:round/>
            <a:headEnd type="none" w="lg" len="lg"/>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cxnSp>
        <p:nvCxnSpPr>
          <p:cNvPr id="11286" name="AutoShape 23"/>
          <p:cNvCxnSpPr>
            <a:cxnSpLocks noChangeShapeType="1"/>
            <a:stCxn id="11274" idx="3"/>
            <a:endCxn id="11284" idx="2"/>
          </p:cNvCxnSpPr>
          <p:nvPr/>
        </p:nvCxnSpPr>
        <p:spPr bwMode="auto">
          <a:xfrm flipV="1">
            <a:off x="6300789" y="3111500"/>
            <a:ext cx="1660525" cy="8890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1287" name="AutoShape 24"/>
          <p:cNvCxnSpPr>
            <a:cxnSpLocks noChangeShapeType="1"/>
            <a:stCxn id="11275" idx="3"/>
            <a:endCxn id="11285" idx="2"/>
          </p:cNvCxnSpPr>
          <p:nvPr/>
        </p:nvCxnSpPr>
        <p:spPr bwMode="auto">
          <a:xfrm flipV="1">
            <a:off x="6300789" y="4813300"/>
            <a:ext cx="1698625" cy="381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11288" name="Group 26"/>
          <p:cNvGrpSpPr>
            <a:grpSpLocks/>
          </p:cNvGrpSpPr>
          <p:nvPr/>
        </p:nvGrpSpPr>
        <p:grpSpPr bwMode="auto">
          <a:xfrm>
            <a:off x="2349500" y="2693989"/>
            <a:ext cx="1155700" cy="396875"/>
            <a:chOff x="520" y="1697"/>
            <a:chExt cx="728" cy="250"/>
          </a:xfrm>
        </p:grpSpPr>
        <p:sp>
          <p:nvSpPr>
            <p:cNvPr id="11312" name="Text Box 27"/>
            <p:cNvSpPr txBox="1">
              <a:spLocks noChangeArrowheads="1"/>
            </p:cNvSpPr>
            <p:nvPr/>
          </p:nvSpPr>
          <p:spPr bwMode="auto">
            <a:xfrm>
              <a:off x="520" y="1697"/>
              <a:ext cx="436"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1"/>
                  </a:solidFill>
                  <a:miter lim="800000"/>
                  <a:headEnd type="none" w="lg" len="lg"/>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i="1">
                  <a:solidFill>
                    <a:schemeClr val="tx1"/>
                  </a:solidFill>
                  <a:latin typeface="Arial" charset="0"/>
                  <a:cs typeface="Arial" charset="0"/>
                </a:defRPr>
              </a:lvl1pPr>
              <a:lvl2pPr marL="742950" indent="-285750" eaLnBrk="0" hangingPunct="0">
                <a:defRPr i="1">
                  <a:solidFill>
                    <a:schemeClr val="tx1"/>
                  </a:solidFill>
                  <a:latin typeface="Arial" charset="0"/>
                  <a:cs typeface="Arial" charset="0"/>
                </a:defRPr>
              </a:lvl2pPr>
              <a:lvl3pPr marL="1143000" indent="-228600" eaLnBrk="0" hangingPunct="0">
                <a:defRPr i="1">
                  <a:solidFill>
                    <a:schemeClr val="tx1"/>
                  </a:solidFill>
                  <a:latin typeface="Arial" charset="0"/>
                  <a:cs typeface="Arial" charset="0"/>
                </a:defRPr>
              </a:lvl3pPr>
              <a:lvl4pPr marL="1600200" indent="-228600" eaLnBrk="0" hangingPunct="0">
                <a:defRPr i="1">
                  <a:solidFill>
                    <a:schemeClr val="tx1"/>
                  </a:solidFill>
                  <a:latin typeface="Arial" charset="0"/>
                  <a:cs typeface="Arial" charset="0"/>
                </a:defRPr>
              </a:lvl4pPr>
              <a:lvl5pPr marL="2057400" indent="-228600" eaLnBrk="0" hangingPunct="0">
                <a:defRPr i="1">
                  <a:solidFill>
                    <a:schemeClr val="tx1"/>
                  </a:solidFill>
                  <a:latin typeface="Arial" charset="0"/>
                  <a:cs typeface="Arial" charset="0"/>
                </a:defRPr>
              </a:lvl5pPr>
              <a:lvl6pPr marL="2514600" indent="-228600" eaLnBrk="0" fontAlgn="base" hangingPunct="0">
                <a:spcBef>
                  <a:spcPct val="0"/>
                </a:spcBef>
                <a:spcAft>
                  <a:spcPct val="0"/>
                </a:spcAft>
                <a:defRPr i="1">
                  <a:solidFill>
                    <a:schemeClr val="tx1"/>
                  </a:solidFill>
                  <a:latin typeface="Arial" charset="0"/>
                  <a:cs typeface="Arial" charset="0"/>
                </a:defRPr>
              </a:lvl6pPr>
              <a:lvl7pPr marL="2971800" indent="-228600" eaLnBrk="0" fontAlgn="base" hangingPunct="0">
                <a:spcBef>
                  <a:spcPct val="0"/>
                </a:spcBef>
                <a:spcAft>
                  <a:spcPct val="0"/>
                </a:spcAft>
                <a:defRPr i="1">
                  <a:solidFill>
                    <a:schemeClr val="tx1"/>
                  </a:solidFill>
                  <a:latin typeface="Arial" charset="0"/>
                  <a:cs typeface="Arial" charset="0"/>
                </a:defRPr>
              </a:lvl7pPr>
              <a:lvl8pPr marL="3429000" indent="-228600" eaLnBrk="0" fontAlgn="base" hangingPunct="0">
                <a:spcBef>
                  <a:spcPct val="0"/>
                </a:spcBef>
                <a:spcAft>
                  <a:spcPct val="0"/>
                </a:spcAft>
                <a:defRPr i="1">
                  <a:solidFill>
                    <a:schemeClr val="tx1"/>
                  </a:solidFill>
                  <a:latin typeface="Arial" charset="0"/>
                  <a:cs typeface="Arial" charset="0"/>
                </a:defRPr>
              </a:lvl8pPr>
              <a:lvl9pPr marL="3886200" indent="-228600" eaLnBrk="0" fontAlgn="base" hangingPunct="0">
                <a:spcBef>
                  <a:spcPct val="0"/>
                </a:spcBef>
                <a:spcAft>
                  <a:spcPct val="0"/>
                </a:spcAft>
                <a:defRPr i="1">
                  <a:solidFill>
                    <a:schemeClr val="tx1"/>
                  </a:solidFill>
                  <a:latin typeface="Arial" charset="0"/>
                  <a:cs typeface="Arial" charset="0"/>
                </a:defRPr>
              </a:lvl9pPr>
            </a:lstStyle>
            <a:p>
              <a:pPr algn="ctr"/>
              <a:r>
                <a:rPr lang="en-US" sz="2000" i="0">
                  <a:latin typeface="Times New Roman" pitchFamily="18" charset="0"/>
                </a:rPr>
                <a:t>4400</a:t>
              </a:r>
            </a:p>
          </p:txBody>
        </p:sp>
        <p:sp>
          <p:nvSpPr>
            <p:cNvPr id="11313" name="Line 28"/>
            <p:cNvSpPr>
              <a:spLocks noChangeShapeType="1"/>
            </p:cNvSpPr>
            <p:nvPr/>
          </p:nvSpPr>
          <p:spPr bwMode="auto">
            <a:xfrm>
              <a:off x="976" y="1824"/>
              <a:ext cx="272" cy="0"/>
            </a:xfrm>
            <a:prstGeom prst="line">
              <a:avLst/>
            </a:prstGeom>
            <a:noFill/>
            <a:ln w="28575">
              <a:solidFill>
                <a:schemeClr val="tx1"/>
              </a:solidFill>
              <a:round/>
              <a:headEnd type="none"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11289" name="Group 29"/>
          <p:cNvGrpSpPr>
            <a:grpSpLocks/>
          </p:cNvGrpSpPr>
          <p:nvPr/>
        </p:nvGrpSpPr>
        <p:grpSpPr bwMode="auto">
          <a:xfrm>
            <a:off x="2349500" y="3151189"/>
            <a:ext cx="1155700" cy="396875"/>
            <a:chOff x="520" y="1697"/>
            <a:chExt cx="728" cy="250"/>
          </a:xfrm>
        </p:grpSpPr>
        <p:sp>
          <p:nvSpPr>
            <p:cNvPr id="11310" name="Text Box 30"/>
            <p:cNvSpPr txBox="1">
              <a:spLocks noChangeArrowheads="1"/>
            </p:cNvSpPr>
            <p:nvPr/>
          </p:nvSpPr>
          <p:spPr bwMode="auto">
            <a:xfrm>
              <a:off x="520" y="1697"/>
              <a:ext cx="436"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1"/>
                  </a:solidFill>
                  <a:miter lim="800000"/>
                  <a:headEnd type="none" w="lg" len="lg"/>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i="1">
                  <a:solidFill>
                    <a:schemeClr val="tx1"/>
                  </a:solidFill>
                  <a:latin typeface="Arial" charset="0"/>
                  <a:cs typeface="Arial" charset="0"/>
                </a:defRPr>
              </a:lvl1pPr>
              <a:lvl2pPr marL="742950" indent="-285750" eaLnBrk="0" hangingPunct="0">
                <a:defRPr i="1">
                  <a:solidFill>
                    <a:schemeClr val="tx1"/>
                  </a:solidFill>
                  <a:latin typeface="Arial" charset="0"/>
                  <a:cs typeface="Arial" charset="0"/>
                </a:defRPr>
              </a:lvl2pPr>
              <a:lvl3pPr marL="1143000" indent="-228600" eaLnBrk="0" hangingPunct="0">
                <a:defRPr i="1">
                  <a:solidFill>
                    <a:schemeClr val="tx1"/>
                  </a:solidFill>
                  <a:latin typeface="Arial" charset="0"/>
                  <a:cs typeface="Arial" charset="0"/>
                </a:defRPr>
              </a:lvl3pPr>
              <a:lvl4pPr marL="1600200" indent="-228600" eaLnBrk="0" hangingPunct="0">
                <a:defRPr i="1">
                  <a:solidFill>
                    <a:schemeClr val="tx1"/>
                  </a:solidFill>
                  <a:latin typeface="Arial" charset="0"/>
                  <a:cs typeface="Arial" charset="0"/>
                </a:defRPr>
              </a:lvl4pPr>
              <a:lvl5pPr marL="2057400" indent="-228600" eaLnBrk="0" hangingPunct="0">
                <a:defRPr i="1">
                  <a:solidFill>
                    <a:schemeClr val="tx1"/>
                  </a:solidFill>
                  <a:latin typeface="Arial" charset="0"/>
                  <a:cs typeface="Arial" charset="0"/>
                </a:defRPr>
              </a:lvl5pPr>
              <a:lvl6pPr marL="2514600" indent="-228600" eaLnBrk="0" fontAlgn="base" hangingPunct="0">
                <a:spcBef>
                  <a:spcPct val="0"/>
                </a:spcBef>
                <a:spcAft>
                  <a:spcPct val="0"/>
                </a:spcAft>
                <a:defRPr i="1">
                  <a:solidFill>
                    <a:schemeClr val="tx1"/>
                  </a:solidFill>
                  <a:latin typeface="Arial" charset="0"/>
                  <a:cs typeface="Arial" charset="0"/>
                </a:defRPr>
              </a:lvl6pPr>
              <a:lvl7pPr marL="2971800" indent="-228600" eaLnBrk="0" fontAlgn="base" hangingPunct="0">
                <a:spcBef>
                  <a:spcPct val="0"/>
                </a:spcBef>
                <a:spcAft>
                  <a:spcPct val="0"/>
                </a:spcAft>
                <a:defRPr i="1">
                  <a:solidFill>
                    <a:schemeClr val="tx1"/>
                  </a:solidFill>
                  <a:latin typeface="Arial" charset="0"/>
                  <a:cs typeface="Arial" charset="0"/>
                </a:defRPr>
              </a:lvl7pPr>
              <a:lvl8pPr marL="3429000" indent="-228600" eaLnBrk="0" fontAlgn="base" hangingPunct="0">
                <a:spcBef>
                  <a:spcPct val="0"/>
                </a:spcBef>
                <a:spcAft>
                  <a:spcPct val="0"/>
                </a:spcAft>
                <a:defRPr i="1">
                  <a:solidFill>
                    <a:schemeClr val="tx1"/>
                  </a:solidFill>
                  <a:latin typeface="Arial" charset="0"/>
                  <a:cs typeface="Arial" charset="0"/>
                </a:defRPr>
              </a:lvl8pPr>
              <a:lvl9pPr marL="3886200" indent="-228600" eaLnBrk="0" fontAlgn="base" hangingPunct="0">
                <a:spcBef>
                  <a:spcPct val="0"/>
                </a:spcBef>
                <a:spcAft>
                  <a:spcPct val="0"/>
                </a:spcAft>
                <a:defRPr i="1">
                  <a:solidFill>
                    <a:schemeClr val="tx1"/>
                  </a:solidFill>
                  <a:latin typeface="Arial" charset="0"/>
                  <a:cs typeface="Arial" charset="0"/>
                </a:defRPr>
              </a:lvl9pPr>
            </a:lstStyle>
            <a:p>
              <a:pPr algn="ctr"/>
              <a:r>
                <a:rPr lang="en-US" sz="2000" i="0">
                  <a:latin typeface="Times New Roman" pitchFamily="18" charset="0"/>
                </a:rPr>
                <a:t>4400</a:t>
              </a:r>
            </a:p>
          </p:txBody>
        </p:sp>
        <p:sp>
          <p:nvSpPr>
            <p:cNvPr id="11311" name="Line 31"/>
            <p:cNvSpPr>
              <a:spLocks noChangeShapeType="1"/>
            </p:cNvSpPr>
            <p:nvPr/>
          </p:nvSpPr>
          <p:spPr bwMode="auto">
            <a:xfrm>
              <a:off x="976" y="1824"/>
              <a:ext cx="272" cy="0"/>
            </a:xfrm>
            <a:prstGeom prst="line">
              <a:avLst/>
            </a:prstGeom>
            <a:noFill/>
            <a:ln w="28575">
              <a:solidFill>
                <a:schemeClr val="tx1"/>
              </a:solidFill>
              <a:round/>
              <a:headEnd type="none"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11290" name="Group 32"/>
          <p:cNvGrpSpPr>
            <a:grpSpLocks/>
          </p:cNvGrpSpPr>
          <p:nvPr/>
        </p:nvGrpSpPr>
        <p:grpSpPr bwMode="auto">
          <a:xfrm>
            <a:off x="2349500" y="3570289"/>
            <a:ext cx="1155700" cy="396875"/>
            <a:chOff x="520" y="1697"/>
            <a:chExt cx="728" cy="250"/>
          </a:xfrm>
        </p:grpSpPr>
        <p:sp>
          <p:nvSpPr>
            <p:cNvPr id="11308" name="Text Box 33"/>
            <p:cNvSpPr txBox="1">
              <a:spLocks noChangeArrowheads="1"/>
            </p:cNvSpPr>
            <p:nvPr/>
          </p:nvSpPr>
          <p:spPr bwMode="auto">
            <a:xfrm>
              <a:off x="520" y="1697"/>
              <a:ext cx="436"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1"/>
                  </a:solidFill>
                  <a:miter lim="800000"/>
                  <a:headEnd type="none" w="lg" len="lg"/>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i="1">
                  <a:solidFill>
                    <a:schemeClr val="tx1"/>
                  </a:solidFill>
                  <a:latin typeface="Arial" charset="0"/>
                  <a:cs typeface="Arial" charset="0"/>
                </a:defRPr>
              </a:lvl1pPr>
              <a:lvl2pPr marL="742950" indent="-285750" eaLnBrk="0" hangingPunct="0">
                <a:defRPr i="1">
                  <a:solidFill>
                    <a:schemeClr val="tx1"/>
                  </a:solidFill>
                  <a:latin typeface="Arial" charset="0"/>
                  <a:cs typeface="Arial" charset="0"/>
                </a:defRPr>
              </a:lvl2pPr>
              <a:lvl3pPr marL="1143000" indent="-228600" eaLnBrk="0" hangingPunct="0">
                <a:defRPr i="1">
                  <a:solidFill>
                    <a:schemeClr val="tx1"/>
                  </a:solidFill>
                  <a:latin typeface="Arial" charset="0"/>
                  <a:cs typeface="Arial" charset="0"/>
                </a:defRPr>
              </a:lvl3pPr>
              <a:lvl4pPr marL="1600200" indent="-228600" eaLnBrk="0" hangingPunct="0">
                <a:defRPr i="1">
                  <a:solidFill>
                    <a:schemeClr val="tx1"/>
                  </a:solidFill>
                  <a:latin typeface="Arial" charset="0"/>
                  <a:cs typeface="Arial" charset="0"/>
                </a:defRPr>
              </a:lvl4pPr>
              <a:lvl5pPr marL="2057400" indent="-228600" eaLnBrk="0" hangingPunct="0">
                <a:defRPr i="1">
                  <a:solidFill>
                    <a:schemeClr val="tx1"/>
                  </a:solidFill>
                  <a:latin typeface="Arial" charset="0"/>
                  <a:cs typeface="Arial" charset="0"/>
                </a:defRPr>
              </a:lvl5pPr>
              <a:lvl6pPr marL="2514600" indent="-228600" eaLnBrk="0" fontAlgn="base" hangingPunct="0">
                <a:spcBef>
                  <a:spcPct val="0"/>
                </a:spcBef>
                <a:spcAft>
                  <a:spcPct val="0"/>
                </a:spcAft>
                <a:defRPr i="1">
                  <a:solidFill>
                    <a:schemeClr val="tx1"/>
                  </a:solidFill>
                  <a:latin typeface="Arial" charset="0"/>
                  <a:cs typeface="Arial" charset="0"/>
                </a:defRPr>
              </a:lvl6pPr>
              <a:lvl7pPr marL="2971800" indent="-228600" eaLnBrk="0" fontAlgn="base" hangingPunct="0">
                <a:spcBef>
                  <a:spcPct val="0"/>
                </a:spcBef>
                <a:spcAft>
                  <a:spcPct val="0"/>
                </a:spcAft>
                <a:defRPr i="1">
                  <a:solidFill>
                    <a:schemeClr val="tx1"/>
                  </a:solidFill>
                  <a:latin typeface="Arial" charset="0"/>
                  <a:cs typeface="Arial" charset="0"/>
                </a:defRPr>
              </a:lvl7pPr>
              <a:lvl8pPr marL="3429000" indent="-228600" eaLnBrk="0" fontAlgn="base" hangingPunct="0">
                <a:spcBef>
                  <a:spcPct val="0"/>
                </a:spcBef>
                <a:spcAft>
                  <a:spcPct val="0"/>
                </a:spcAft>
                <a:defRPr i="1">
                  <a:solidFill>
                    <a:schemeClr val="tx1"/>
                  </a:solidFill>
                  <a:latin typeface="Arial" charset="0"/>
                  <a:cs typeface="Arial" charset="0"/>
                </a:defRPr>
              </a:lvl8pPr>
              <a:lvl9pPr marL="3886200" indent="-228600" eaLnBrk="0" fontAlgn="base" hangingPunct="0">
                <a:spcBef>
                  <a:spcPct val="0"/>
                </a:spcBef>
                <a:spcAft>
                  <a:spcPct val="0"/>
                </a:spcAft>
                <a:defRPr i="1">
                  <a:solidFill>
                    <a:schemeClr val="tx1"/>
                  </a:solidFill>
                  <a:latin typeface="Arial" charset="0"/>
                  <a:cs typeface="Arial" charset="0"/>
                </a:defRPr>
              </a:lvl9pPr>
            </a:lstStyle>
            <a:p>
              <a:pPr algn="ctr"/>
              <a:r>
                <a:rPr lang="en-US" sz="2000" i="0">
                  <a:latin typeface="Times New Roman" pitchFamily="18" charset="0"/>
                </a:rPr>
                <a:t>6000</a:t>
              </a:r>
            </a:p>
          </p:txBody>
        </p:sp>
        <p:sp>
          <p:nvSpPr>
            <p:cNvPr id="11309" name="Line 34"/>
            <p:cNvSpPr>
              <a:spLocks noChangeShapeType="1"/>
            </p:cNvSpPr>
            <p:nvPr/>
          </p:nvSpPr>
          <p:spPr bwMode="auto">
            <a:xfrm>
              <a:off x="976" y="1824"/>
              <a:ext cx="272" cy="0"/>
            </a:xfrm>
            <a:prstGeom prst="line">
              <a:avLst/>
            </a:prstGeom>
            <a:noFill/>
            <a:ln w="28575">
              <a:solidFill>
                <a:schemeClr val="tx1"/>
              </a:solidFill>
              <a:round/>
              <a:headEnd type="none"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11291" name="Group 35"/>
          <p:cNvGrpSpPr>
            <a:grpSpLocks/>
          </p:cNvGrpSpPr>
          <p:nvPr/>
        </p:nvGrpSpPr>
        <p:grpSpPr bwMode="auto">
          <a:xfrm>
            <a:off x="2336800" y="4014789"/>
            <a:ext cx="1155700" cy="396875"/>
            <a:chOff x="520" y="1697"/>
            <a:chExt cx="728" cy="250"/>
          </a:xfrm>
        </p:grpSpPr>
        <p:sp>
          <p:nvSpPr>
            <p:cNvPr id="11306" name="Text Box 36"/>
            <p:cNvSpPr txBox="1">
              <a:spLocks noChangeArrowheads="1"/>
            </p:cNvSpPr>
            <p:nvPr/>
          </p:nvSpPr>
          <p:spPr bwMode="auto">
            <a:xfrm>
              <a:off x="520" y="1697"/>
              <a:ext cx="436"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1"/>
                  </a:solidFill>
                  <a:miter lim="800000"/>
                  <a:headEnd type="none" w="lg" len="lg"/>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i="1">
                  <a:solidFill>
                    <a:schemeClr val="tx1"/>
                  </a:solidFill>
                  <a:latin typeface="Arial" charset="0"/>
                  <a:cs typeface="Arial" charset="0"/>
                </a:defRPr>
              </a:lvl1pPr>
              <a:lvl2pPr marL="742950" indent="-285750" eaLnBrk="0" hangingPunct="0">
                <a:defRPr i="1">
                  <a:solidFill>
                    <a:schemeClr val="tx1"/>
                  </a:solidFill>
                  <a:latin typeface="Arial" charset="0"/>
                  <a:cs typeface="Arial" charset="0"/>
                </a:defRPr>
              </a:lvl2pPr>
              <a:lvl3pPr marL="1143000" indent="-228600" eaLnBrk="0" hangingPunct="0">
                <a:defRPr i="1">
                  <a:solidFill>
                    <a:schemeClr val="tx1"/>
                  </a:solidFill>
                  <a:latin typeface="Arial" charset="0"/>
                  <a:cs typeface="Arial" charset="0"/>
                </a:defRPr>
              </a:lvl3pPr>
              <a:lvl4pPr marL="1600200" indent="-228600" eaLnBrk="0" hangingPunct="0">
                <a:defRPr i="1">
                  <a:solidFill>
                    <a:schemeClr val="tx1"/>
                  </a:solidFill>
                  <a:latin typeface="Arial" charset="0"/>
                  <a:cs typeface="Arial" charset="0"/>
                </a:defRPr>
              </a:lvl4pPr>
              <a:lvl5pPr marL="2057400" indent="-228600" eaLnBrk="0" hangingPunct="0">
                <a:defRPr i="1">
                  <a:solidFill>
                    <a:schemeClr val="tx1"/>
                  </a:solidFill>
                  <a:latin typeface="Arial" charset="0"/>
                  <a:cs typeface="Arial" charset="0"/>
                </a:defRPr>
              </a:lvl5pPr>
              <a:lvl6pPr marL="2514600" indent="-228600" eaLnBrk="0" fontAlgn="base" hangingPunct="0">
                <a:spcBef>
                  <a:spcPct val="0"/>
                </a:spcBef>
                <a:spcAft>
                  <a:spcPct val="0"/>
                </a:spcAft>
                <a:defRPr i="1">
                  <a:solidFill>
                    <a:schemeClr val="tx1"/>
                  </a:solidFill>
                  <a:latin typeface="Arial" charset="0"/>
                  <a:cs typeface="Arial" charset="0"/>
                </a:defRPr>
              </a:lvl6pPr>
              <a:lvl7pPr marL="2971800" indent="-228600" eaLnBrk="0" fontAlgn="base" hangingPunct="0">
                <a:spcBef>
                  <a:spcPct val="0"/>
                </a:spcBef>
                <a:spcAft>
                  <a:spcPct val="0"/>
                </a:spcAft>
                <a:defRPr i="1">
                  <a:solidFill>
                    <a:schemeClr val="tx1"/>
                  </a:solidFill>
                  <a:latin typeface="Arial" charset="0"/>
                  <a:cs typeface="Arial" charset="0"/>
                </a:defRPr>
              </a:lvl7pPr>
              <a:lvl8pPr marL="3429000" indent="-228600" eaLnBrk="0" fontAlgn="base" hangingPunct="0">
                <a:spcBef>
                  <a:spcPct val="0"/>
                </a:spcBef>
                <a:spcAft>
                  <a:spcPct val="0"/>
                </a:spcAft>
                <a:defRPr i="1">
                  <a:solidFill>
                    <a:schemeClr val="tx1"/>
                  </a:solidFill>
                  <a:latin typeface="Arial" charset="0"/>
                  <a:cs typeface="Arial" charset="0"/>
                </a:defRPr>
              </a:lvl8pPr>
              <a:lvl9pPr marL="3886200" indent="-228600" eaLnBrk="0" fontAlgn="base" hangingPunct="0">
                <a:spcBef>
                  <a:spcPct val="0"/>
                </a:spcBef>
                <a:spcAft>
                  <a:spcPct val="0"/>
                </a:spcAft>
                <a:defRPr i="1">
                  <a:solidFill>
                    <a:schemeClr val="tx1"/>
                  </a:solidFill>
                  <a:latin typeface="Arial" charset="0"/>
                  <a:cs typeface="Arial" charset="0"/>
                </a:defRPr>
              </a:lvl9pPr>
            </a:lstStyle>
            <a:p>
              <a:pPr algn="ctr"/>
              <a:r>
                <a:rPr lang="en-US" sz="2000" i="0">
                  <a:latin typeface="Times New Roman" pitchFamily="18" charset="0"/>
                </a:rPr>
                <a:t>4400</a:t>
              </a:r>
            </a:p>
          </p:txBody>
        </p:sp>
        <p:sp>
          <p:nvSpPr>
            <p:cNvPr id="11307" name="Line 37"/>
            <p:cNvSpPr>
              <a:spLocks noChangeShapeType="1"/>
            </p:cNvSpPr>
            <p:nvPr/>
          </p:nvSpPr>
          <p:spPr bwMode="auto">
            <a:xfrm>
              <a:off x="976" y="1824"/>
              <a:ext cx="272" cy="0"/>
            </a:xfrm>
            <a:prstGeom prst="line">
              <a:avLst/>
            </a:prstGeom>
            <a:noFill/>
            <a:ln w="28575">
              <a:solidFill>
                <a:schemeClr val="tx1"/>
              </a:solidFill>
              <a:round/>
              <a:headEnd type="none"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11292" name="Group 38"/>
          <p:cNvGrpSpPr>
            <a:grpSpLocks/>
          </p:cNvGrpSpPr>
          <p:nvPr/>
        </p:nvGrpSpPr>
        <p:grpSpPr bwMode="auto">
          <a:xfrm>
            <a:off x="2336800" y="4471989"/>
            <a:ext cx="1155700" cy="396875"/>
            <a:chOff x="520" y="1697"/>
            <a:chExt cx="728" cy="250"/>
          </a:xfrm>
        </p:grpSpPr>
        <p:sp>
          <p:nvSpPr>
            <p:cNvPr id="11304" name="Text Box 39"/>
            <p:cNvSpPr txBox="1">
              <a:spLocks noChangeArrowheads="1"/>
            </p:cNvSpPr>
            <p:nvPr/>
          </p:nvSpPr>
          <p:spPr bwMode="auto">
            <a:xfrm>
              <a:off x="520" y="1697"/>
              <a:ext cx="436"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1"/>
                  </a:solidFill>
                  <a:miter lim="800000"/>
                  <a:headEnd type="none" w="lg" len="lg"/>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i="1">
                  <a:solidFill>
                    <a:schemeClr val="tx1"/>
                  </a:solidFill>
                  <a:latin typeface="Arial" charset="0"/>
                  <a:cs typeface="Arial" charset="0"/>
                </a:defRPr>
              </a:lvl1pPr>
              <a:lvl2pPr marL="742950" indent="-285750" eaLnBrk="0" hangingPunct="0">
                <a:defRPr i="1">
                  <a:solidFill>
                    <a:schemeClr val="tx1"/>
                  </a:solidFill>
                  <a:latin typeface="Arial" charset="0"/>
                  <a:cs typeface="Arial" charset="0"/>
                </a:defRPr>
              </a:lvl2pPr>
              <a:lvl3pPr marL="1143000" indent="-228600" eaLnBrk="0" hangingPunct="0">
                <a:defRPr i="1">
                  <a:solidFill>
                    <a:schemeClr val="tx1"/>
                  </a:solidFill>
                  <a:latin typeface="Arial" charset="0"/>
                  <a:cs typeface="Arial" charset="0"/>
                </a:defRPr>
              </a:lvl3pPr>
              <a:lvl4pPr marL="1600200" indent="-228600" eaLnBrk="0" hangingPunct="0">
                <a:defRPr i="1">
                  <a:solidFill>
                    <a:schemeClr val="tx1"/>
                  </a:solidFill>
                  <a:latin typeface="Arial" charset="0"/>
                  <a:cs typeface="Arial" charset="0"/>
                </a:defRPr>
              </a:lvl4pPr>
              <a:lvl5pPr marL="2057400" indent="-228600" eaLnBrk="0" hangingPunct="0">
                <a:defRPr i="1">
                  <a:solidFill>
                    <a:schemeClr val="tx1"/>
                  </a:solidFill>
                  <a:latin typeface="Arial" charset="0"/>
                  <a:cs typeface="Arial" charset="0"/>
                </a:defRPr>
              </a:lvl5pPr>
              <a:lvl6pPr marL="2514600" indent="-228600" eaLnBrk="0" fontAlgn="base" hangingPunct="0">
                <a:spcBef>
                  <a:spcPct val="0"/>
                </a:spcBef>
                <a:spcAft>
                  <a:spcPct val="0"/>
                </a:spcAft>
                <a:defRPr i="1">
                  <a:solidFill>
                    <a:schemeClr val="tx1"/>
                  </a:solidFill>
                  <a:latin typeface="Arial" charset="0"/>
                  <a:cs typeface="Arial" charset="0"/>
                </a:defRPr>
              </a:lvl6pPr>
              <a:lvl7pPr marL="2971800" indent="-228600" eaLnBrk="0" fontAlgn="base" hangingPunct="0">
                <a:spcBef>
                  <a:spcPct val="0"/>
                </a:spcBef>
                <a:spcAft>
                  <a:spcPct val="0"/>
                </a:spcAft>
                <a:defRPr i="1">
                  <a:solidFill>
                    <a:schemeClr val="tx1"/>
                  </a:solidFill>
                  <a:latin typeface="Arial" charset="0"/>
                  <a:cs typeface="Arial" charset="0"/>
                </a:defRPr>
              </a:lvl7pPr>
              <a:lvl8pPr marL="3429000" indent="-228600" eaLnBrk="0" fontAlgn="base" hangingPunct="0">
                <a:spcBef>
                  <a:spcPct val="0"/>
                </a:spcBef>
                <a:spcAft>
                  <a:spcPct val="0"/>
                </a:spcAft>
                <a:defRPr i="1">
                  <a:solidFill>
                    <a:schemeClr val="tx1"/>
                  </a:solidFill>
                  <a:latin typeface="Arial" charset="0"/>
                  <a:cs typeface="Arial" charset="0"/>
                </a:defRPr>
              </a:lvl8pPr>
              <a:lvl9pPr marL="3886200" indent="-228600" eaLnBrk="0" fontAlgn="base" hangingPunct="0">
                <a:spcBef>
                  <a:spcPct val="0"/>
                </a:spcBef>
                <a:spcAft>
                  <a:spcPct val="0"/>
                </a:spcAft>
                <a:defRPr i="1">
                  <a:solidFill>
                    <a:schemeClr val="tx1"/>
                  </a:solidFill>
                  <a:latin typeface="Arial" charset="0"/>
                  <a:cs typeface="Arial" charset="0"/>
                </a:defRPr>
              </a:lvl9pPr>
            </a:lstStyle>
            <a:p>
              <a:pPr algn="ctr"/>
              <a:r>
                <a:rPr lang="en-US" sz="2000" i="0">
                  <a:latin typeface="Times New Roman" pitchFamily="18" charset="0"/>
                </a:rPr>
                <a:t>5700</a:t>
              </a:r>
            </a:p>
          </p:txBody>
        </p:sp>
        <p:sp>
          <p:nvSpPr>
            <p:cNvPr id="11305" name="Line 40"/>
            <p:cNvSpPr>
              <a:spLocks noChangeShapeType="1"/>
            </p:cNvSpPr>
            <p:nvPr/>
          </p:nvSpPr>
          <p:spPr bwMode="auto">
            <a:xfrm>
              <a:off x="976" y="1824"/>
              <a:ext cx="272" cy="0"/>
            </a:xfrm>
            <a:prstGeom prst="line">
              <a:avLst/>
            </a:prstGeom>
            <a:noFill/>
            <a:ln w="28575">
              <a:solidFill>
                <a:schemeClr val="tx1"/>
              </a:solidFill>
              <a:round/>
              <a:headEnd type="none"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11293" name="Group 41"/>
          <p:cNvGrpSpPr>
            <a:grpSpLocks/>
          </p:cNvGrpSpPr>
          <p:nvPr/>
        </p:nvGrpSpPr>
        <p:grpSpPr bwMode="auto">
          <a:xfrm>
            <a:off x="2336800" y="4941889"/>
            <a:ext cx="1155700" cy="396875"/>
            <a:chOff x="520" y="1697"/>
            <a:chExt cx="728" cy="250"/>
          </a:xfrm>
        </p:grpSpPr>
        <p:sp>
          <p:nvSpPr>
            <p:cNvPr id="11302" name="Text Box 42"/>
            <p:cNvSpPr txBox="1">
              <a:spLocks noChangeArrowheads="1"/>
            </p:cNvSpPr>
            <p:nvPr/>
          </p:nvSpPr>
          <p:spPr bwMode="auto">
            <a:xfrm>
              <a:off x="520" y="1697"/>
              <a:ext cx="436"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1"/>
                  </a:solidFill>
                  <a:miter lim="800000"/>
                  <a:headEnd type="none" w="lg" len="lg"/>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i="1">
                  <a:solidFill>
                    <a:schemeClr val="tx1"/>
                  </a:solidFill>
                  <a:latin typeface="Arial" charset="0"/>
                  <a:cs typeface="Arial" charset="0"/>
                </a:defRPr>
              </a:lvl1pPr>
              <a:lvl2pPr marL="742950" indent="-285750" eaLnBrk="0" hangingPunct="0">
                <a:defRPr i="1">
                  <a:solidFill>
                    <a:schemeClr val="tx1"/>
                  </a:solidFill>
                  <a:latin typeface="Arial" charset="0"/>
                  <a:cs typeface="Arial" charset="0"/>
                </a:defRPr>
              </a:lvl2pPr>
              <a:lvl3pPr marL="1143000" indent="-228600" eaLnBrk="0" hangingPunct="0">
                <a:defRPr i="1">
                  <a:solidFill>
                    <a:schemeClr val="tx1"/>
                  </a:solidFill>
                  <a:latin typeface="Arial" charset="0"/>
                  <a:cs typeface="Arial" charset="0"/>
                </a:defRPr>
              </a:lvl3pPr>
              <a:lvl4pPr marL="1600200" indent="-228600" eaLnBrk="0" hangingPunct="0">
                <a:defRPr i="1">
                  <a:solidFill>
                    <a:schemeClr val="tx1"/>
                  </a:solidFill>
                  <a:latin typeface="Arial" charset="0"/>
                  <a:cs typeface="Arial" charset="0"/>
                </a:defRPr>
              </a:lvl4pPr>
              <a:lvl5pPr marL="2057400" indent="-228600" eaLnBrk="0" hangingPunct="0">
                <a:defRPr i="1">
                  <a:solidFill>
                    <a:schemeClr val="tx1"/>
                  </a:solidFill>
                  <a:latin typeface="Arial" charset="0"/>
                  <a:cs typeface="Arial" charset="0"/>
                </a:defRPr>
              </a:lvl5pPr>
              <a:lvl6pPr marL="2514600" indent="-228600" eaLnBrk="0" fontAlgn="base" hangingPunct="0">
                <a:spcBef>
                  <a:spcPct val="0"/>
                </a:spcBef>
                <a:spcAft>
                  <a:spcPct val="0"/>
                </a:spcAft>
                <a:defRPr i="1">
                  <a:solidFill>
                    <a:schemeClr val="tx1"/>
                  </a:solidFill>
                  <a:latin typeface="Arial" charset="0"/>
                  <a:cs typeface="Arial" charset="0"/>
                </a:defRPr>
              </a:lvl6pPr>
              <a:lvl7pPr marL="2971800" indent="-228600" eaLnBrk="0" fontAlgn="base" hangingPunct="0">
                <a:spcBef>
                  <a:spcPct val="0"/>
                </a:spcBef>
                <a:spcAft>
                  <a:spcPct val="0"/>
                </a:spcAft>
                <a:defRPr i="1">
                  <a:solidFill>
                    <a:schemeClr val="tx1"/>
                  </a:solidFill>
                  <a:latin typeface="Arial" charset="0"/>
                  <a:cs typeface="Arial" charset="0"/>
                </a:defRPr>
              </a:lvl7pPr>
              <a:lvl8pPr marL="3429000" indent="-228600" eaLnBrk="0" fontAlgn="base" hangingPunct="0">
                <a:spcBef>
                  <a:spcPct val="0"/>
                </a:spcBef>
                <a:spcAft>
                  <a:spcPct val="0"/>
                </a:spcAft>
                <a:defRPr i="1">
                  <a:solidFill>
                    <a:schemeClr val="tx1"/>
                  </a:solidFill>
                  <a:latin typeface="Arial" charset="0"/>
                  <a:cs typeface="Arial" charset="0"/>
                </a:defRPr>
              </a:lvl8pPr>
              <a:lvl9pPr marL="3886200" indent="-228600" eaLnBrk="0" fontAlgn="base" hangingPunct="0">
                <a:spcBef>
                  <a:spcPct val="0"/>
                </a:spcBef>
                <a:spcAft>
                  <a:spcPct val="0"/>
                </a:spcAft>
                <a:defRPr i="1">
                  <a:solidFill>
                    <a:schemeClr val="tx1"/>
                  </a:solidFill>
                  <a:latin typeface="Arial" charset="0"/>
                  <a:cs typeface="Arial" charset="0"/>
                </a:defRPr>
              </a:lvl9pPr>
            </a:lstStyle>
            <a:p>
              <a:pPr algn="ctr"/>
              <a:r>
                <a:rPr lang="en-US" sz="2000" i="0">
                  <a:latin typeface="Times New Roman" pitchFamily="18" charset="0"/>
                </a:rPr>
                <a:t>4600</a:t>
              </a:r>
            </a:p>
          </p:txBody>
        </p:sp>
        <p:sp>
          <p:nvSpPr>
            <p:cNvPr id="11303" name="Line 43"/>
            <p:cNvSpPr>
              <a:spLocks noChangeShapeType="1"/>
            </p:cNvSpPr>
            <p:nvPr/>
          </p:nvSpPr>
          <p:spPr bwMode="auto">
            <a:xfrm>
              <a:off x="976" y="1824"/>
              <a:ext cx="272" cy="0"/>
            </a:xfrm>
            <a:prstGeom prst="line">
              <a:avLst/>
            </a:prstGeom>
            <a:noFill/>
            <a:ln w="28575">
              <a:solidFill>
                <a:schemeClr val="tx1"/>
              </a:solidFill>
              <a:round/>
              <a:headEnd type="none"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11294" name="Group 44"/>
          <p:cNvGrpSpPr>
            <a:grpSpLocks/>
          </p:cNvGrpSpPr>
          <p:nvPr/>
        </p:nvGrpSpPr>
        <p:grpSpPr bwMode="auto">
          <a:xfrm>
            <a:off x="2349500" y="5411789"/>
            <a:ext cx="1155700" cy="396875"/>
            <a:chOff x="520" y="1697"/>
            <a:chExt cx="728" cy="250"/>
          </a:xfrm>
        </p:grpSpPr>
        <p:sp>
          <p:nvSpPr>
            <p:cNvPr id="11300" name="Text Box 45"/>
            <p:cNvSpPr txBox="1">
              <a:spLocks noChangeArrowheads="1"/>
            </p:cNvSpPr>
            <p:nvPr/>
          </p:nvSpPr>
          <p:spPr bwMode="auto">
            <a:xfrm>
              <a:off x="520" y="1697"/>
              <a:ext cx="436"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1"/>
                  </a:solidFill>
                  <a:miter lim="800000"/>
                  <a:headEnd type="none" w="lg" len="lg"/>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i="1">
                  <a:solidFill>
                    <a:schemeClr val="tx1"/>
                  </a:solidFill>
                  <a:latin typeface="Arial" charset="0"/>
                  <a:cs typeface="Arial" charset="0"/>
                </a:defRPr>
              </a:lvl1pPr>
              <a:lvl2pPr marL="742950" indent="-285750" eaLnBrk="0" hangingPunct="0">
                <a:defRPr i="1">
                  <a:solidFill>
                    <a:schemeClr val="tx1"/>
                  </a:solidFill>
                  <a:latin typeface="Arial" charset="0"/>
                  <a:cs typeface="Arial" charset="0"/>
                </a:defRPr>
              </a:lvl2pPr>
              <a:lvl3pPr marL="1143000" indent="-228600" eaLnBrk="0" hangingPunct="0">
                <a:defRPr i="1">
                  <a:solidFill>
                    <a:schemeClr val="tx1"/>
                  </a:solidFill>
                  <a:latin typeface="Arial" charset="0"/>
                  <a:cs typeface="Arial" charset="0"/>
                </a:defRPr>
              </a:lvl3pPr>
              <a:lvl4pPr marL="1600200" indent="-228600" eaLnBrk="0" hangingPunct="0">
                <a:defRPr i="1">
                  <a:solidFill>
                    <a:schemeClr val="tx1"/>
                  </a:solidFill>
                  <a:latin typeface="Arial" charset="0"/>
                  <a:cs typeface="Arial" charset="0"/>
                </a:defRPr>
              </a:lvl4pPr>
              <a:lvl5pPr marL="2057400" indent="-228600" eaLnBrk="0" hangingPunct="0">
                <a:defRPr i="1">
                  <a:solidFill>
                    <a:schemeClr val="tx1"/>
                  </a:solidFill>
                  <a:latin typeface="Arial" charset="0"/>
                  <a:cs typeface="Arial" charset="0"/>
                </a:defRPr>
              </a:lvl5pPr>
              <a:lvl6pPr marL="2514600" indent="-228600" eaLnBrk="0" fontAlgn="base" hangingPunct="0">
                <a:spcBef>
                  <a:spcPct val="0"/>
                </a:spcBef>
                <a:spcAft>
                  <a:spcPct val="0"/>
                </a:spcAft>
                <a:defRPr i="1">
                  <a:solidFill>
                    <a:schemeClr val="tx1"/>
                  </a:solidFill>
                  <a:latin typeface="Arial" charset="0"/>
                  <a:cs typeface="Arial" charset="0"/>
                </a:defRPr>
              </a:lvl6pPr>
              <a:lvl7pPr marL="2971800" indent="-228600" eaLnBrk="0" fontAlgn="base" hangingPunct="0">
                <a:spcBef>
                  <a:spcPct val="0"/>
                </a:spcBef>
                <a:spcAft>
                  <a:spcPct val="0"/>
                </a:spcAft>
                <a:defRPr i="1">
                  <a:solidFill>
                    <a:schemeClr val="tx1"/>
                  </a:solidFill>
                  <a:latin typeface="Arial" charset="0"/>
                  <a:cs typeface="Arial" charset="0"/>
                </a:defRPr>
              </a:lvl7pPr>
              <a:lvl8pPr marL="3429000" indent="-228600" eaLnBrk="0" fontAlgn="base" hangingPunct="0">
                <a:spcBef>
                  <a:spcPct val="0"/>
                </a:spcBef>
                <a:spcAft>
                  <a:spcPct val="0"/>
                </a:spcAft>
                <a:defRPr i="1">
                  <a:solidFill>
                    <a:schemeClr val="tx1"/>
                  </a:solidFill>
                  <a:latin typeface="Arial" charset="0"/>
                  <a:cs typeface="Arial" charset="0"/>
                </a:defRPr>
              </a:lvl8pPr>
              <a:lvl9pPr marL="3886200" indent="-228600" eaLnBrk="0" fontAlgn="base" hangingPunct="0">
                <a:spcBef>
                  <a:spcPct val="0"/>
                </a:spcBef>
                <a:spcAft>
                  <a:spcPct val="0"/>
                </a:spcAft>
                <a:defRPr i="1">
                  <a:solidFill>
                    <a:schemeClr val="tx1"/>
                  </a:solidFill>
                  <a:latin typeface="Arial" charset="0"/>
                  <a:cs typeface="Arial" charset="0"/>
                </a:defRPr>
              </a:lvl9pPr>
            </a:lstStyle>
            <a:p>
              <a:pPr algn="ctr"/>
              <a:r>
                <a:rPr lang="en-US" sz="2000" i="0">
                  <a:latin typeface="Times New Roman" pitchFamily="18" charset="0"/>
                </a:rPr>
                <a:t>6200</a:t>
              </a:r>
            </a:p>
          </p:txBody>
        </p:sp>
        <p:sp>
          <p:nvSpPr>
            <p:cNvPr id="11301" name="Line 46"/>
            <p:cNvSpPr>
              <a:spLocks noChangeShapeType="1"/>
            </p:cNvSpPr>
            <p:nvPr/>
          </p:nvSpPr>
          <p:spPr bwMode="auto">
            <a:xfrm>
              <a:off x="976" y="1824"/>
              <a:ext cx="272" cy="0"/>
            </a:xfrm>
            <a:prstGeom prst="line">
              <a:avLst/>
            </a:prstGeom>
            <a:noFill/>
            <a:ln w="28575">
              <a:solidFill>
                <a:schemeClr val="tx1"/>
              </a:solidFill>
              <a:round/>
              <a:headEnd type="none"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11295" name="Rectangle 47"/>
          <p:cNvSpPr>
            <a:spLocks noChangeArrowheads="1"/>
          </p:cNvSpPr>
          <p:nvPr/>
        </p:nvSpPr>
        <p:spPr bwMode="auto">
          <a:xfrm>
            <a:off x="3517900" y="3657600"/>
            <a:ext cx="673100" cy="228600"/>
          </a:xfrm>
          <a:prstGeom prst="rect">
            <a:avLst/>
          </a:prstGeom>
          <a:solidFill>
            <a:srgbClr val="0000FF"/>
          </a:solidFill>
          <a:ln w="28575">
            <a:solidFill>
              <a:schemeClr val="tx1"/>
            </a:solidFill>
            <a:miter lim="800000"/>
            <a:headEnd type="none" w="lg" len="lg"/>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9488" name="Oval 48"/>
          <p:cNvSpPr>
            <a:spLocks noChangeArrowheads="1"/>
          </p:cNvSpPr>
          <p:nvPr/>
        </p:nvSpPr>
        <p:spPr bwMode="auto">
          <a:xfrm>
            <a:off x="3238500" y="2311400"/>
            <a:ext cx="1270000" cy="1841500"/>
          </a:xfrm>
          <a:prstGeom prst="ellipse">
            <a:avLst/>
          </a:prstGeom>
          <a:noFill/>
          <a:ln w="38100">
            <a:solidFill>
              <a:srgbClr val="0066FF"/>
            </a:solidFill>
            <a:round/>
            <a:headEnd type="none" w="lg" len="lg"/>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9489" name="Text Box 49"/>
          <p:cNvSpPr txBox="1">
            <a:spLocks noChangeArrowheads="1"/>
          </p:cNvSpPr>
          <p:nvPr/>
        </p:nvSpPr>
        <p:spPr bwMode="auto">
          <a:xfrm>
            <a:off x="4403725" y="2236789"/>
            <a:ext cx="4021138"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1"/>
                </a:solidFill>
                <a:miter lim="800000"/>
                <a:headEnd type="none" w="lg" len="lg"/>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i="1">
                <a:solidFill>
                  <a:schemeClr val="tx1"/>
                </a:solidFill>
                <a:latin typeface="Arial" charset="0"/>
                <a:cs typeface="Arial" charset="0"/>
              </a:defRPr>
            </a:lvl1pPr>
            <a:lvl2pPr marL="742950" indent="-285750" eaLnBrk="0" hangingPunct="0">
              <a:defRPr i="1">
                <a:solidFill>
                  <a:schemeClr val="tx1"/>
                </a:solidFill>
                <a:latin typeface="Arial" charset="0"/>
                <a:cs typeface="Arial" charset="0"/>
              </a:defRPr>
            </a:lvl2pPr>
            <a:lvl3pPr marL="1143000" indent="-228600" eaLnBrk="0" hangingPunct="0">
              <a:defRPr i="1">
                <a:solidFill>
                  <a:schemeClr val="tx1"/>
                </a:solidFill>
                <a:latin typeface="Arial" charset="0"/>
                <a:cs typeface="Arial" charset="0"/>
              </a:defRPr>
            </a:lvl3pPr>
            <a:lvl4pPr marL="1600200" indent="-228600" eaLnBrk="0" hangingPunct="0">
              <a:defRPr i="1">
                <a:solidFill>
                  <a:schemeClr val="tx1"/>
                </a:solidFill>
                <a:latin typeface="Arial" charset="0"/>
                <a:cs typeface="Arial" charset="0"/>
              </a:defRPr>
            </a:lvl4pPr>
            <a:lvl5pPr marL="2057400" indent="-228600" eaLnBrk="0" hangingPunct="0">
              <a:defRPr i="1">
                <a:solidFill>
                  <a:schemeClr val="tx1"/>
                </a:solidFill>
                <a:latin typeface="Arial" charset="0"/>
                <a:cs typeface="Arial" charset="0"/>
              </a:defRPr>
            </a:lvl5pPr>
            <a:lvl6pPr marL="2514600" indent="-228600" eaLnBrk="0" fontAlgn="base" hangingPunct="0">
              <a:spcBef>
                <a:spcPct val="0"/>
              </a:spcBef>
              <a:spcAft>
                <a:spcPct val="0"/>
              </a:spcAft>
              <a:defRPr i="1">
                <a:solidFill>
                  <a:schemeClr val="tx1"/>
                </a:solidFill>
                <a:latin typeface="Arial" charset="0"/>
                <a:cs typeface="Arial" charset="0"/>
              </a:defRPr>
            </a:lvl6pPr>
            <a:lvl7pPr marL="2971800" indent="-228600" eaLnBrk="0" fontAlgn="base" hangingPunct="0">
              <a:spcBef>
                <a:spcPct val="0"/>
              </a:spcBef>
              <a:spcAft>
                <a:spcPct val="0"/>
              </a:spcAft>
              <a:defRPr i="1">
                <a:solidFill>
                  <a:schemeClr val="tx1"/>
                </a:solidFill>
                <a:latin typeface="Arial" charset="0"/>
                <a:cs typeface="Arial" charset="0"/>
              </a:defRPr>
            </a:lvl7pPr>
            <a:lvl8pPr marL="3429000" indent="-228600" eaLnBrk="0" fontAlgn="base" hangingPunct="0">
              <a:spcBef>
                <a:spcPct val="0"/>
              </a:spcBef>
              <a:spcAft>
                <a:spcPct val="0"/>
              </a:spcAft>
              <a:defRPr i="1">
                <a:solidFill>
                  <a:schemeClr val="tx1"/>
                </a:solidFill>
                <a:latin typeface="Arial" charset="0"/>
                <a:cs typeface="Arial" charset="0"/>
              </a:defRPr>
            </a:lvl8pPr>
            <a:lvl9pPr marL="3886200" indent="-228600" eaLnBrk="0" fontAlgn="base" hangingPunct="0">
              <a:spcBef>
                <a:spcPct val="0"/>
              </a:spcBef>
              <a:spcAft>
                <a:spcPct val="0"/>
              </a:spcAft>
              <a:defRPr i="1">
                <a:solidFill>
                  <a:schemeClr val="tx1"/>
                </a:solidFill>
                <a:latin typeface="Arial" charset="0"/>
                <a:cs typeface="Arial" charset="0"/>
              </a:defRPr>
            </a:lvl9pPr>
          </a:lstStyle>
          <a:p>
            <a:r>
              <a:rPr lang="en-US" sz="2000" i="0">
                <a:solidFill>
                  <a:srgbClr val="0066FF"/>
                </a:solidFill>
                <a:latin typeface="Times New Roman" pitchFamily="18" charset="0"/>
              </a:rPr>
              <a:t>Locomotives coming in on same train</a:t>
            </a:r>
          </a:p>
        </p:txBody>
      </p:sp>
      <p:sp>
        <p:nvSpPr>
          <p:cNvPr id="11298" name="Text Box 50"/>
          <p:cNvSpPr txBox="1">
            <a:spLocks noChangeArrowheads="1"/>
          </p:cNvSpPr>
          <p:nvPr/>
        </p:nvSpPr>
        <p:spPr bwMode="auto">
          <a:xfrm>
            <a:off x="3400426" y="1982789"/>
            <a:ext cx="150812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1"/>
                </a:solidFill>
                <a:miter lim="800000"/>
                <a:headEnd type="none" w="lg" len="lg"/>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i="1">
                <a:solidFill>
                  <a:schemeClr val="tx1"/>
                </a:solidFill>
                <a:latin typeface="Arial" charset="0"/>
                <a:cs typeface="Arial" charset="0"/>
              </a:defRPr>
            </a:lvl1pPr>
            <a:lvl2pPr marL="742950" indent="-285750" eaLnBrk="0" hangingPunct="0">
              <a:defRPr i="1">
                <a:solidFill>
                  <a:schemeClr val="tx1"/>
                </a:solidFill>
                <a:latin typeface="Arial" charset="0"/>
                <a:cs typeface="Arial" charset="0"/>
              </a:defRPr>
            </a:lvl2pPr>
            <a:lvl3pPr marL="1143000" indent="-228600" eaLnBrk="0" hangingPunct="0">
              <a:defRPr i="1">
                <a:solidFill>
                  <a:schemeClr val="tx1"/>
                </a:solidFill>
                <a:latin typeface="Arial" charset="0"/>
                <a:cs typeface="Arial" charset="0"/>
              </a:defRPr>
            </a:lvl3pPr>
            <a:lvl4pPr marL="1600200" indent="-228600" eaLnBrk="0" hangingPunct="0">
              <a:defRPr i="1">
                <a:solidFill>
                  <a:schemeClr val="tx1"/>
                </a:solidFill>
                <a:latin typeface="Arial" charset="0"/>
                <a:cs typeface="Arial" charset="0"/>
              </a:defRPr>
            </a:lvl4pPr>
            <a:lvl5pPr marL="2057400" indent="-228600" eaLnBrk="0" hangingPunct="0">
              <a:defRPr i="1">
                <a:solidFill>
                  <a:schemeClr val="tx1"/>
                </a:solidFill>
                <a:latin typeface="Arial" charset="0"/>
                <a:cs typeface="Arial" charset="0"/>
              </a:defRPr>
            </a:lvl5pPr>
            <a:lvl6pPr marL="2514600" indent="-228600" eaLnBrk="0" fontAlgn="base" hangingPunct="0">
              <a:spcBef>
                <a:spcPct val="0"/>
              </a:spcBef>
              <a:spcAft>
                <a:spcPct val="0"/>
              </a:spcAft>
              <a:defRPr i="1">
                <a:solidFill>
                  <a:schemeClr val="tx1"/>
                </a:solidFill>
                <a:latin typeface="Arial" charset="0"/>
                <a:cs typeface="Arial" charset="0"/>
              </a:defRPr>
            </a:lvl6pPr>
            <a:lvl7pPr marL="2971800" indent="-228600" eaLnBrk="0" fontAlgn="base" hangingPunct="0">
              <a:spcBef>
                <a:spcPct val="0"/>
              </a:spcBef>
              <a:spcAft>
                <a:spcPct val="0"/>
              </a:spcAft>
              <a:defRPr i="1">
                <a:solidFill>
                  <a:schemeClr val="tx1"/>
                </a:solidFill>
                <a:latin typeface="Arial" charset="0"/>
                <a:cs typeface="Arial" charset="0"/>
              </a:defRPr>
            </a:lvl7pPr>
            <a:lvl8pPr marL="3429000" indent="-228600" eaLnBrk="0" fontAlgn="base" hangingPunct="0">
              <a:spcBef>
                <a:spcPct val="0"/>
              </a:spcBef>
              <a:spcAft>
                <a:spcPct val="0"/>
              </a:spcAft>
              <a:defRPr i="1">
                <a:solidFill>
                  <a:schemeClr val="tx1"/>
                </a:solidFill>
                <a:latin typeface="Arial" charset="0"/>
                <a:cs typeface="Arial" charset="0"/>
              </a:defRPr>
            </a:lvl8pPr>
            <a:lvl9pPr marL="3886200" indent="-228600" eaLnBrk="0" fontAlgn="base" hangingPunct="0">
              <a:spcBef>
                <a:spcPct val="0"/>
              </a:spcBef>
              <a:spcAft>
                <a:spcPct val="0"/>
              </a:spcAft>
              <a:defRPr i="1">
                <a:solidFill>
                  <a:schemeClr val="tx1"/>
                </a:solidFill>
                <a:latin typeface="Arial" charset="0"/>
                <a:cs typeface="Arial" charset="0"/>
              </a:defRPr>
            </a:lvl9pPr>
          </a:lstStyle>
          <a:p>
            <a:pPr algn="ctr"/>
            <a:r>
              <a:rPr lang="en-US" sz="2000" i="0">
                <a:latin typeface="Times New Roman" pitchFamily="18" charset="0"/>
              </a:rPr>
              <a:t>Locomotives</a:t>
            </a:r>
          </a:p>
        </p:txBody>
      </p:sp>
      <p:sp>
        <p:nvSpPr>
          <p:cNvPr id="11299" name="Text Box 51"/>
          <p:cNvSpPr txBox="1">
            <a:spLocks noChangeArrowheads="1"/>
          </p:cNvSpPr>
          <p:nvPr/>
        </p:nvSpPr>
        <p:spPr bwMode="auto">
          <a:xfrm>
            <a:off x="1973264" y="1970089"/>
            <a:ext cx="142557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1"/>
                </a:solidFill>
                <a:miter lim="800000"/>
                <a:headEnd type="none" w="lg" len="lg"/>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i="1">
                <a:solidFill>
                  <a:schemeClr val="tx1"/>
                </a:solidFill>
                <a:latin typeface="Arial" charset="0"/>
                <a:cs typeface="Arial" charset="0"/>
              </a:defRPr>
            </a:lvl1pPr>
            <a:lvl2pPr marL="742950" indent="-285750" eaLnBrk="0" hangingPunct="0">
              <a:defRPr i="1">
                <a:solidFill>
                  <a:schemeClr val="tx1"/>
                </a:solidFill>
                <a:latin typeface="Arial" charset="0"/>
                <a:cs typeface="Arial" charset="0"/>
              </a:defRPr>
            </a:lvl2pPr>
            <a:lvl3pPr marL="1143000" indent="-228600" eaLnBrk="0" hangingPunct="0">
              <a:defRPr i="1">
                <a:solidFill>
                  <a:schemeClr val="tx1"/>
                </a:solidFill>
                <a:latin typeface="Arial" charset="0"/>
                <a:cs typeface="Arial" charset="0"/>
              </a:defRPr>
            </a:lvl3pPr>
            <a:lvl4pPr marL="1600200" indent="-228600" eaLnBrk="0" hangingPunct="0">
              <a:defRPr i="1">
                <a:solidFill>
                  <a:schemeClr val="tx1"/>
                </a:solidFill>
                <a:latin typeface="Arial" charset="0"/>
                <a:cs typeface="Arial" charset="0"/>
              </a:defRPr>
            </a:lvl4pPr>
            <a:lvl5pPr marL="2057400" indent="-228600" eaLnBrk="0" hangingPunct="0">
              <a:defRPr i="1">
                <a:solidFill>
                  <a:schemeClr val="tx1"/>
                </a:solidFill>
                <a:latin typeface="Arial" charset="0"/>
                <a:cs typeface="Arial" charset="0"/>
              </a:defRPr>
            </a:lvl5pPr>
            <a:lvl6pPr marL="2514600" indent="-228600" eaLnBrk="0" fontAlgn="base" hangingPunct="0">
              <a:spcBef>
                <a:spcPct val="0"/>
              </a:spcBef>
              <a:spcAft>
                <a:spcPct val="0"/>
              </a:spcAft>
              <a:defRPr i="1">
                <a:solidFill>
                  <a:schemeClr val="tx1"/>
                </a:solidFill>
                <a:latin typeface="Arial" charset="0"/>
                <a:cs typeface="Arial" charset="0"/>
              </a:defRPr>
            </a:lvl6pPr>
            <a:lvl7pPr marL="2971800" indent="-228600" eaLnBrk="0" fontAlgn="base" hangingPunct="0">
              <a:spcBef>
                <a:spcPct val="0"/>
              </a:spcBef>
              <a:spcAft>
                <a:spcPct val="0"/>
              </a:spcAft>
              <a:defRPr i="1">
                <a:solidFill>
                  <a:schemeClr val="tx1"/>
                </a:solidFill>
                <a:latin typeface="Arial" charset="0"/>
                <a:cs typeface="Arial" charset="0"/>
              </a:defRPr>
            </a:lvl7pPr>
            <a:lvl8pPr marL="3429000" indent="-228600" eaLnBrk="0" fontAlgn="base" hangingPunct="0">
              <a:spcBef>
                <a:spcPct val="0"/>
              </a:spcBef>
              <a:spcAft>
                <a:spcPct val="0"/>
              </a:spcAft>
              <a:defRPr i="1">
                <a:solidFill>
                  <a:schemeClr val="tx1"/>
                </a:solidFill>
                <a:latin typeface="Arial" charset="0"/>
                <a:cs typeface="Arial" charset="0"/>
              </a:defRPr>
            </a:lvl8pPr>
            <a:lvl9pPr marL="3886200" indent="-228600" eaLnBrk="0" fontAlgn="base" hangingPunct="0">
              <a:spcBef>
                <a:spcPct val="0"/>
              </a:spcBef>
              <a:spcAft>
                <a:spcPct val="0"/>
              </a:spcAft>
              <a:defRPr i="1">
                <a:solidFill>
                  <a:schemeClr val="tx1"/>
                </a:solidFill>
                <a:latin typeface="Arial" charset="0"/>
                <a:cs typeface="Arial" charset="0"/>
              </a:defRPr>
            </a:lvl9pPr>
          </a:lstStyle>
          <a:p>
            <a:pPr algn="ctr"/>
            <a:r>
              <a:rPr lang="en-US" sz="2000" i="0">
                <a:latin typeface="Times New Roman" pitchFamily="18" charset="0"/>
              </a:rPr>
              <a:t>Horsepower</a:t>
            </a:r>
          </a:p>
        </p:txBody>
      </p:sp>
    </p:spTree>
    <p:extLst>
      <p:ext uri="{BB962C8B-B14F-4D97-AF65-F5344CB8AC3E}">
        <p14:creationId xmlns:p14="http://schemas.microsoft.com/office/powerpoint/2010/main" val="1237485721"/>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1" fill="hold" grpId="0" nodeType="afterEffect">
                                  <p:stCondLst>
                                    <p:cond delay="0"/>
                                  </p:stCondLst>
                                  <p:childTnLst>
                                    <p:set>
                                      <p:cBhvr>
                                        <p:cTn id="6" dur="1" fill="hold">
                                          <p:stCondLst>
                                            <p:cond delay="0"/>
                                          </p:stCondLst>
                                        </p:cTn>
                                        <p:tgtEl>
                                          <p:spTgt spid="829488"/>
                                        </p:tgtEl>
                                        <p:attrNameLst>
                                          <p:attrName>style.visibility</p:attrName>
                                        </p:attrNameLst>
                                      </p:cBhvr>
                                      <p:to>
                                        <p:strVal val="visible"/>
                                      </p:to>
                                    </p:set>
                                    <p:animEffect transition="in" filter="wipe(up)">
                                      <p:cBhvr>
                                        <p:cTn id="7" dur="500"/>
                                        <p:tgtEl>
                                          <p:spTgt spid="829488"/>
                                        </p:tgtEl>
                                      </p:cBhvr>
                                    </p:animEffect>
                                  </p:childTnLst>
                                </p:cTn>
                              </p:par>
                            </p:childTnLst>
                          </p:cTn>
                        </p:par>
                        <p:par>
                          <p:cTn id="8" fill="hold" nodeType="afterGroup">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829489"/>
                                        </p:tgtEl>
                                        <p:attrNameLst>
                                          <p:attrName>style.visibility</p:attrName>
                                        </p:attrNameLst>
                                      </p:cBhvr>
                                      <p:to>
                                        <p:strVal val="visible"/>
                                      </p:to>
                                    </p:set>
                                    <p:animEffect transition="in" filter="wipe(left)">
                                      <p:cBhvr>
                                        <p:cTn id="11" dur="500"/>
                                        <p:tgtEl>
                                          <p:spTgt spid="82948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29488" grpId="0" animBg="1"/>
      <p:bldP spid="829489" grpId="0"/>
    </p:bldLst>
  </p:timing>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90" name="Rectangle 2"/>
          <p:cNvSpPr>
            <a:spLocks noGrp="1" noChangeArrowheads="1"/>
          </p:cNvSpPr>
          <p:nvPr>
            <p:ph type="title"/>
          </p:nvPr>
        </p:nvSpPr>
        <p:spPr/>
        <p:txBody>
          <a:bodyPr/>
          <a:lstStyle/>
          <a:p>
            <a:pPr eaLnBrk="1" hangingPunct="1"/>
            <a:r>
              <a:rPr lang="en-US" dirty="0"/>
              <a:t>Locomotive planning at Norfolk Southern</a:t>
            </a:r>
          </a:p>
        </p:txBody>
      </p:sp>
      <p:sp>
        <p:nvSpPr>
          <p:cNvPr id="12291" name="Rectangle 4"/>
          <p:cNvSpPr>
            <a:spLocks noChangeArrowheads="1"/>
          </p:cNvSpPr>
          <p:nvPr/>
        </p:nvSpPr>
        <p:spPr bwMode="auto">
          <a:xfrm>
            <a:off x="5613400" y="3060700"/>
            <a:ext cx="673100" cy="228600"/>
          </a:xfrm>
          <a:prstGeom prst="rect">
            <a:avLst/>
          </a:prstGeom>
          <a:solidFill>
            <a:schemeClr val="bg1"/>
          </a:solidFill>
          <a:ln w="28575">
            <a:solidFill>
              <a:schemeClr val="tx1"/>
            </a:solidFill>
            <a:miter lim="800000"/>
            <a:headEnd type="none" w="lg" len="lg"/>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292" name="Rectangle 5"/>
          <p:cNvSpPr>
            <a:spLocks noChangeArrowheads="1"/>
          </p:cNvSpPr>
          <p:nvPr/>
        </p:nvSpPr>
        <p:spPr bwMode="auto">
          <a:xfrm>
            <a:off x="5613400" y="3886200"/>
            <a:ext cx="673100" cy="228600"/>
          </a:xfrm>
          <a:prstGeom prst="rect">
            <a:avLst/>
          </a:prstGeom>
          <a:solidFill>
            <a:schemeClr val="bg1"/>
          </a:solidFill>
          <a:ln w="28575">
            <a:solidFill>
              <a:schemeClr val="tx1"/>
            </a:solidFill>
            <a:miter lim="800000"/>
            <a:headEnd type="none" w="lg" len="lg"/>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293" name="Rectangle 6"/>
          <p:cNvSpPr>
            <a:spLocks noChangeArrowheads="1"/>
          </p:cNvSpPr>
          <p:nvPr/>
        </p:nvSpPr>
        <p:spPr bwMode="auto">
          <a:xfrm>
            <a:off x="5613400" y="4737100"/>
            <a:ext cx="673100" cy="228600"/>
          </a:xfrm>
          <a:prstGeom prst="rect">
            <a:avLst/>
          </a:prstGeom>
          <a:solidFill>
            <a:schemeClr val="bg1"/>
          </a:solidFill>
          <a:ln w="28575">
            <a:solidFill>
              <a:schemeClr val="tx1"/>
            </a:solidFill>
            <a:miter lim="800000"/>
            <a:headEnd type="none" w="lg" len="lg"/>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cxnSp>
        <p:nvCxnSpPr>
          <p:cNvPr id="12294" name="AutoShape 7"/>
          <p:cNvCxnSpPr>
            <a:cxnSpLocks noChangeShapeType="1"/>
            <a:endCxn id="12291" idx="1"/>
          </p:cNvCxnSpPr>
          <p:nvPr/>
        </p:nvCxnSpPr>
        <p:spPr bwMode="auto">
          <a:xfrm>
            <a:off x="4222751" y="2895600"/>
            <a:ext cx="1376363" cy="2794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295" name="AutoShape 8"/>
          <p:cNvCxnSpPr>
            <a:cxnSpLocks noChangeShapeType="1"/>
            <a:endCxn id="12291" idx="1"/>
          </p:cNvCxnSpPr>
          <p:nvPr/>
        </p:nvCxnSpPr>
        <p:spPr bwMode="auto">
          <a:xfrm flipV="1">
            <a:off x="4222751" y="3175000"/>
            <a:ext cx="1376363" cy="1651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296" name="AutoShape 9"/>
          <p:cNvCxnSpPr>
            <a:cxnSpLocks noChangeShapeType="1"/>
            <a:endCxn id="12291" idx="1"/>
          </p:cNvCxnSpPr>
          <p:nvPr/>
        </p:nvCxnSpPr>
        <p:spPr bwMode="auto">
          <a:xfrm flipV="1">
            <a:off x="4222751" y="3175000"/>
            <a:ext cx="1376363" cy="6096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297" name="AutoShape 10"/>
          <p:cNvCxnSpPr>
            <a:cxnSpLocks noChangeShapeType="1"/>
            <a:endCxn id="12291" idx="1"/>
          </p:cNvCxnSpPr>
          <p:nvPr/>
        </p:nvCxnSpPr>
        <p:spPr bwMode="auto">
          <a:xfrm flipV="1">
            <a:off x="4222751" y="3175000"/>
            <a:ext cx="1376363" cy="10414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298" name="AutoShape 11"/>
          <p:cNvCxnSpPr>
            <a:cxnSpLocks noChangeShapeType="1"/>
            <a:endCxn id="12292" idx="1"/>
          </p:cNvCxnSpPr>
          <p:nvPr/>
        </p:nvCxnSpPr>
        <p:spPr bwMode="auto">
          <a:xfrm>
            <a:off x="4222751" y="3784600"/>
            <a:ext cx="1376363" cy="2159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299" name="AutoShape 12"/>
          <p:cNvCxnSpPr>
            <a:cxnSpLocks noChangeShapeType="1"/>
            <a:endCxn id="12292" idx="1"/>
          </p:cNvCxnSpPr>
          <p:nvPr/>
        </p:nvCxnSpPr>
        <p:spPr bwMode="auto">
          <a:xfrm flipV="1">
            <a:off x="4222751" y="4000500"/>
            <a:ext cx="1376363" cy="2159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300" name="AutoShape 13"/>
          <p:cNvCxnSpPr>
            <a:cxnSpLocks noChangeShapeType="1"/>
            <a:endCxn id="12292" idx="1"/>
          </p:cNvCxnSpPr>
          <p:nvPr/>
        </p:nvCxnSpPr>
        <p:spPr bwMode="auto">
          <a:xfrm>
            <a:off x="4222751" y="3340100"/>
            <a:ext cx="1376363" cy="6604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301" name="AutoShape 14"/>
          <p:cNvCxnSpPr>
            <a:cxnSpLocks noChangeShapeType="1"/>
            <a:endCxn id="12292" idx="1"/>
          </p:cNvCxnSpPr>
          <p:nvPr/>
        </p:nvCxnSpPr>
        <p:spPr bwMode="auto">
          <a:xfrm flipV="1">
            <a:off x="4222751" y="4000500"/>
            <a:ext cx="1376363" cy="6731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302" name="AutoShape 15"/>
          <p:cNvCxnSpPr>
            <a:cxnSpLocks noChangeShapeType="1"/>
            <a:endCxn id="12292" idx="1"/>
          </p:cNvCxnSpPr>
          <p:nvPr/>
        </p:nvCxnSpPr>
        <p:spPr bwMode="auto">
          <a:xfrm flipV="1">
            <a:off x="4222751" y="4000500"/>
            <a:ext cx="1376363" cy="11430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303" name="AutoShape 16"/>
          <p:cNvCxnSpPr>
            <a:cxnSpLocks noChangeShapeType="1"/>
            <a:endCxn id="12293" idx="1"/>
          </p:cNvCxnSpPr>
          <p:nvPr/>
        </p:nvCxnSpPr>
        <p:spPr bwMode="auto">
          <a:xfrm>
            <a:off x="4222751" y="4216400"/>
            <a:ext cx="1376363" cy="6350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304" name="AutoShape 17"/>
          <p:cNvCxnSpPr>
            <a:cxnSpLocks noChangeShapeType="1"/>
            <a:endCxn id="12293" idx="1"/>
          </p:cNvCxnSpPr>
          <p:nvPr/>
        </p:nvCxnSpPr>
        <p:spPr bwMode="auto">
          <a:xfrm>
            <a:off x="4222751" y="4673600"/>
            <a:ext cx="1376363" cy="1778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305" name="AutoShape 18"/>
          <p:cNvCxnSpPr>
            <a:cxnSpLocks noChangeShapeType="1"/>
            <a:endCxn id="12293" idx="1"/>
          </p:cNvCxnSpPr>
          <p:nvPr/>
        </p:nvCxnSpPr>
        <p:spPr bwMode="auto">
          <a:xfrm flipV="1">
            <a:off x="4222751" y="4851400"/>
            <a:ext cx="1376363" cy="2921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306" name="AutoShape 19"/>
          <p:cNvCxnSpPr>
            <a:cxnSpLocks noChangeShapeType="1"/>
            <a:endCxn id="12293" idx="1"/>
          </p:cNvCxnSpPr>
          <p:nvPr/>
        </p:nvCxnSpPr>
        <p:spPr bwMode="auto">
          <a:xfrm flipV="1">
            <a:off x="4210051" y="4851400"/>
            <a:ext cx="1389063" cy="7620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307" name="AutoShape 20"/>
          <p:cNvCxnSpPr>
            <a:cxnSpLocks noChangeShapeType="1"/>
            <a:endCxn id="12293" idx="1"/>
          </p:cNvCxnSpPr>
          <p:nvPr/>
        </p:nvCxnSpPr>
        <p:spPr bwMode="auto">
          <a:xfrm>
            <a:off x="4222751" y="3784600"/>
            <a:ext cx="1376363" cy="10668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308" name="AutoShape 21"/>
          <p:cNvCxnSpPr>
            <a:cxnSpLocks noChangeShapeType="1"/>
            <a:endCxn id="12291" idx="1"/>
          </p:cNvCxnSpPr>
          <p:nvPr/>
        </p:nvCxnSpPr>
        <p:spPr bwMode="auto">
          <a:xfrm flipV="1">
            <a:off x="4222751" y="3175000"/>
            <a:ext cx="1376363" cy="14986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309" name="AutoShape 22"/>
          <p:cNvCxnSpPr>
            <a:cxnSpLocks noChangeShapeType="1"/>
            <a:stCxn id="12291" idx="3"/>
            <a:endCxn id="12310" idx="2"/>
          </p:cNvCxnSpPr>
          <p:nvPr/>
        </p:nvCxnSpPr>
        <p:spPr bwMode="auto">
          <a:xfrm flipV="1">
            <a:off x="6300789" y="3111500"/>
            <a:ext cx="1660525" cy="635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2310" name="Oval 23"/>
          <p:cNvSpPr>
            <a:spLocks noChangeArrowheads="1"/>
          </p:cNvSpPr>
          <p:nvPr/>
        </p:nvSpPr>
        <p:spPr bwMode="auto">
          <a:xfrm>
            <a:off x="7975600" y="2984500"/>
            <a:ext cx="698500" cy="254000"/>
          </a:xfrm>
          <a:prstGeom prst="ellipse">
            <a:avLst/>
          </a:prstGeom>
          <a:solidFill>
            <a:srgbClr val="FE9B03"/>
          </a:solidFill>
          <a:ln w="28575">
            <a:solidFill>
              <a:schemeClr val="tx1"/>
            </a:solidFill>
            <a:round/>
            <a:headEnd type="none" w="lg" len="lg"/>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311" name="Oval 24"/>
          <p:cNvSpPr>
            <a:spLocks noChangeArrowheads="1"/>
          </p:cNvSpPr>
          <p:nvPr/>
        </p:nvSpPr>
        <p:spPr bwMode="auto">
          <a:xfrm>
            <a:off x="8013700" y="4686300"/>
            <a:ext cx="698500" cy="254000"/>
          </a:xfrm>
          <a:prstGeom prst="ellipse">
            <a:avLst/>
          </a:prstGeom>
          <a:solidFill>
            <a:schemeClr val="accent2"/>
          </a:solidFill>
          <a:ln w="28575">
            <a:solidFill>
              <a:schemeClr val="tx1"/>
            </a:solidFill>
            <a:round/>
            <a:headEnd type="none" w="lg" len="lg"/>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cxnSp>
        <p:nvCxnSpPr>
          <p:cNvPr id="12312" name="AutoShape 25"/>
          <p:cNvCxnSpPr>
            <a:cxnSpLocks noChangeShapeType="1"/>
            <a:stCxn id="12292" idx="3"/>
            <a:endCxn id="12310" idx="2"/>
          </p:cNvCxnSpPr>
          <p:nvPr/>
        </p:nvCxnSpPr>
        <p:spPr bwMode="auto">
          <a:xfrm flipV="1">
            <a:off x="6300789" y="3111500"/>
            <a:ext cx="1660525" cy="8890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313" name="AutoShape 26"/>
          <p:cNvCxnSpPr>
            <a:cxnSpLocks noChangeShapeType="1"/>
            <a:stCxn id="12293" idx="3"/>
            <a:endCxn id="12311" idx="2"/>
          </p:cNvCxnSpPr>
          <p:nvPr/>
        </p:nvCxnSpPr>
        <p:spPr bwMode="auto">
          <a:xfrm flipV="1">
            <a:off x="6300789" y="4813300"/>
            <a:ext cx="1698625" cy="381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12314" name="Group 28"/>
          <p:cNvGrpSpPr>
            <a:grpSpLocks/>
          </p:cNvGrpSpPr>
          <p:nvPr/>
        </p:nvGrpSpPr>
        <p:grpSpPr bwMode="auto">
          <a:xfrm>
            <a:off x="2349500" y="2693989"/>
            <a:ext cx="1155700" cy="396875"/>
            <a:chOff x="520" y="1697"/>
            <a:chExt cx="728" cy="250"/>
          </a:xfrm>
        </p:grpSpPr>
        <p:sp>
          <p:nvSpPr>
            <p:cNvPr id="12353" name="Text Box 29"/>
            <p:cNvSpPr txBox="1">
              <a:spLocks noChangeArrowheads="1"/>
            </p:cNvSpPr>
            <p:nvPr/>
          </p:nvSpPr>
          <p:spPr bwMode="auto">
            <a:xfrm>
              <a:off x="520" y="1697"/>
              <a:ext cx="436"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1"/>
                  </a:solidFill>
                  <a:miter lim="800000"/>
                  <a:headEnd type="none" w="lg" len="lg"/>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i="1">
                  <a:solidFill>
                    <a:schemeClr val="tx1"/>
                  </a:solidFill>
                  <a:latin typeface="Arial" charset="0"/>
                  <a:cs typeface="Arial" charset="0"/>
                </a:defRPr>
              </a:lvl1pPr>
              <a:lvl2pPr marL="742950" indent="-285750" eaLnBrk="0" hangingPunct="0">
                <a:defRPr i="1">
                  <a:solidFill>
                    <a:schemeClr val="tx1"/>
                  </a:solidFill>
                  <a:latin typeface="Arial" charset="0"/>
                  <a:cs typeface="Arial" charset="0"/>
                </a:defRPr>
              </a:lvl2pPr>
              <a:lvl3pPr marL="1143000" indent="-228600" eaLnBrk="0" hangingPunct="0">
                <a:defRPr i="1">
                  <a:solidFill>
                    <a:schemeClr val="tx1"/>
                  </a:solidFill>
                  <a:latin typeface="Arial" charset="0"/>
                  <a:cs typeface="Arial" charset="0"/>
                </a:defRPr>
              </a:lvl3pPr>
              <a:lvl4pPr marL="1600200" indent="-228600" eaLnBrk="0" hangingPunct="0">
                <a:defRPr i="1">
                  <a:solidFill>
                    <a:schemeClr val="tx1"/>
                  </a:solidFill>
                  <a:latin typeface="Arial" charset="0"/>
                  <a:cs typeface="Arial" charset="0"/>
                </a:defRPr>
              </a:lvl4pPr>
              <a:lvl5pPr marL="2057400" indent="-228600" eaLnBrk="0" hangingPunct="0">
                <a:defRPr i="1">
                  <a:solidFill>
                    <a:schemeClr val="tx1"/>
                  </a:solidFill>
                  <a:latin typeface="Arial" charset="0"/>
                  <a:cs typeface="Arial" charset="0"/>
                </a:defRPr>
              </a:lvl5pPr>
              <a:lvl6pPr marL="2514600" indent="-228600" eaLnBrk="0" fontAlgn="base" hangingPunct="0">
                <a:spcBef>
                  <a:spcPct val="0"/>
                </a:spcBef>
                <a:spcAft>
                  <a:spcPct val="0"/>
                </a:spcAft>
                <a:defRPr i="1">
                  <a:solidFill>
                    <a:schemeClr val="tx1"/>
                  </a:solidFill>
                  <a:latin typeface="Arial" charset="0"/>
                  <a:cs typeface="Arial" charset="0"/>
                </a:defRPr>
              </a:lvl6pPr>
              <a:lvl7pPr marL="2971800" indent="-228600" eaLnBrk="0" fontAlgn="base" hangingPunct="0">
                <a:spcBef>
                  <a:spcPct val="0"/>
                </a:spcBef>
                <a:spcAft>
                  <a:spcPct val="0"/>
                </a:spcAft>
                <a:defRPr i="1">
                  <a:solidFill>
                    <a:schemeClr val="tx1"/>
                  </a:solidFill>
                  <a:latin typeface="Arial" charset="0"/>
                  <a:cs typeface="Arial" charset="0"/>
                </a:defRPr>
              </a:lvl7pPr>
              <a:lvl8pPr marL="3429000" indent="-228600" eaLnBrk="0" fontAlgn="base" hangingPunct="0">
                <a:spcBef>
                  <a:spcPct val="0"/>
                </a:spcBef>
                <a:spcAft>
                  <a:spcPct val="0"/>
                </a:spcAft>
                <a:defRPr i="1">
                  <a:solidFill>
                    <a:schemeClr val="tx1"/>
                  </a:solidFill>
                  <a:latin typeface="Arial" charset="0"/>
                  <a:cs typeface="Arial" charset="0"/>
                </a:defRPr>
              </a:lvl8pPr>
              <a:lvl9pPr marL="3886200" indent="-228600" eaLnBrk="0" fontAlgn="base" hangingPunct="0">
                <a:spcBef>
                  <a:spcPct val="0"/>
                </a:spcBef>
                <a:spcAft>
                  <a:spcPct val="0"/>
                </a:spcAft>
                <a:defRPr i="1">
                  <a:solidFill>
                    <a:schemeClr val="tx1"/>
                  </a:solidFill>
                  <a:latin typeface="Arial" charset="0"/>
                  <a:cs typeface="Arial" charset="0"/>
                </a:defRPr>
              </a:lvl9pPr>
            </a:lstStyle>
            <a:p>
              <a:pPr algn="ctr"/>
              <a:r>
                <a:rPr lang="en-US" sz="2000" i="0">
                  <a:latin typeface="Times New Roman" pitchFamily="18" charset="0"/>
                </a:rPr>
                <a:t>4400</a:t>
              </a:r>
            </a:p>
          </p:txBody>
        </p:sp>
        <p:sp>
          <p:nvSpPr>
            <p:cNvPr id="12354" name="Line 30"/>
            <p:cNvSpPr>
              <a:spLocks noChangeShapeType="1"/>
            </p:cNvSpPr>
            <p:nvPr/>
          </p:nvSpPr>
          <p:spPr bwMode="auto">
            <a:xfrm>
              <a:off x="976" y="1824"/>
              <a:ext cx="272" cy="0"/>
            </a:xfrm>
            <a:prstGeom prst="line">
              <a:avLst/>
            </a:prstGeom>
            <a:noFill/>
            <a:ln w="28575">
              <a:solidFill>
                <a:schemeClr val="tx1"/>
              </a:solidFill>
              <a:round/>
              <a:headEnd type="none"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12315" name="Group 31"/>
          <p:cNvGrpSpPr>
            <a:grpSpLocks/>
          </p:cNvGrpSpPr>
          <p:nvPr/>
        </p:nvGrpSpPr>
        <p:grpSpPr bwMode="auto">
          <a:xfrm>
            <a:off x="2349500" y="3151189"/>
            <a:ext cx="1155700" cy="396875"/>
            <a:chOff x="520" y="1697"/>
            <a:chExt cx="728" cy="250"/>
          </a:xfrm>
        </p:grpSpPr>
        <p:sp>
          <p:nvSpPr>
            <p:cNvPr id="12351" name="Text Box 32"/>
            <p:cNvSpPr txBox="1">
              <a:spLocks noChangeArrowheads="1"/>
            </p:cNvSpPr>
            <p:nvPr/>
          </p:nvSpPr>
          <p:spPr bwMode="auto">
            <a:xfrm>
              <a:off x="520" y="1697"/>
              <a:ext cx="436"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1"/>
                  </a:solidFill>
                  <a:miter lim="800000"/>
                  <a:headEnd type="none" w="lg" len="lg"/>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i="1">
                  <a:solidFill>
                    <a:schemeClr val="tx1"/>
                  </a:solidFill>
                  <a:latin typeface="Arial" charset="0"/>
                  <a:cs typeface="Arial" charset="0"/>
                </a:defRPr>
              </a:lvl1pPr>
              <a:lvl2pPr marL="742950" indent="-285750" eaLnBrk="0" hangingPunct="0">
                <a:defRPr i="1">
                  <a:solidFill>
                    <a:schemeClr val="tx1"/>
                  </a:solidFill>
                  <a:latin typeface="Arial" charset="0"/>
                  <a:cs typeface="Arial" charset="0"/>
                </a:defRPr>
              </a:lvl2pPr>
              <a:lvl3pPr marL="1143000" indent="-228600" eaLnBrk="0" hangingPunct="0">
                <a:defRPr i="1">
                  <a:solidFill>
                    <a:schemeClr val="tx1"/>
                  </a:solidFill>
                  <a:latin typeface="Arial" charset="0"/>
                  <a:cs typeface="Arial" charset="0"/>
                </a:defRPr>
              </a:lvl3pPr>
              <a:lvl4pPr marL="1600200" indent="-228600" eaLnBrk="0" hangingPunct="0">
                <a:defRPr i="1">
                  <a:solidFill>
                    <a:schemeClr val="tx1"/>
                  </a:solidFill>
                  <a:latin typeface="Arial" charset="0"/>
                  <a:cs typeface="Arial" charset="0"/>
                </a:defRPr>
              </a:lvl4pPr>
              <a:lvl5pPr marL="2057400" indent="-228600" eaLnBrk="0" hangingPunct="0">
                <a:defRPr i="1">
                  <a:solidFill>
                    <a:schemeClr val="tx1"/>
                  </a:solidFill>
                  <a:latin typeface="Arial" charset="0"/>
                  <a:cs typeface="Arial" charset="0"/>
                </a:defRPr>
              </a:lvl5pPr>
              <a:lvl6pPr marL="2514600" indent="-228600" eaLnBrk="0" fontAlgn="base" hangingPunct="0">
                <a:spcBef>
                  <a:spcPct val="0"/>
                </a:spcBef>
                <a:spcAft>
                  <a:spcPct val="0"/>
                </a:spcAft>
                <a:defRPr i="1">
                  <a:solidFill>
                    <a:schemeClr val="tx1"/>
                  </a:solidFill>
                  <a:latin typeface="Arial" charset="0"/>
                  <a:cs typeface="Arial" charset="0"/>
                </a:defRPr>
              </a:lvl6pPr>
              <a:lvl7pPr marL="2971800" indent="-228600" eaLnBrk="0" fontAlgn="base" hangingPunct="0">
                <a:spcBef>
                  <a:spcPct val="0"/>
                </a:spcBef>
                <a:spcAft>
                  <a:spcPct val="0"/>
                </a:spcAft>
                <a:defRPr i="1">
                  <a:solidFill>
                    <a:schemeClr val="tx1"/>
                  </a:solidFill>
                  <a:latin typeface="Arial" charset="0"/>
                  <a:cs typeface="Arial" charset="0"/>
                </a:defRPr>
              </a:lvl7pPr>
              <a:lvl8pPr marL="3429000" indent="-228600" eaLnBrk="0" fontAlgn="base" hangingPunct="0">
                <a:spcBef>
                  <a:spcPct val="0"/>
                </a:spcBef>
                <a:spcAft>
                  <a:spcPct val="0"/>
                </a:spcAft>
                <a:defRPr i="1">
                  <a:solidFill>
                    <a:schemeClr val="tx1"/>
                  </a:solidFill>
                  <a:latin typeface="Arial" charset="0"/>
                  <a:cs typeface="Arial" charset="0"/>
                </a:defRPr>
              </a:lvl8pPr>
              <a:lvl9pPr marL="3886200" indent="-228600" eaLnBrk="0" fontAlgn="base" hangingPunct="0">
                <a:spcBef>
                  <a:spcPct val="0"/>
                </a:spcBef>
                <a:spcAft>
                  <a:spcPct val="0"/>
                </a:spcAft>
                <a:defRPr i="1">
                  <a:solidFill>
                    <a:schemeClr val="tx1"/>
                  </a:solidFill>
                  <a:latin typeface="Arial" charset="0"/>
                  <a:cs typeface="Arial" charset="0"/>
                </a:defRPr>
              </a:lvl9pPr>
            </a:lstStyle>
            <a:p>
              <a:pPr algn="ctr"/>
              <a:r>
                <a:rPr lang="en-US" sz="2000" i="0">
                  <a:latin typeface="Times New Roman" pitchFamily="18" charset="0"/>
                </a:rPr>
                <a:t>4400</a:t>
              </a:r>
            </a:p>
          </p:txBody>
        </p:sp>
        <p:sp>
          <p:nvSpPr>
            <p:cNvPr id="12352" name="Line 33"/>
            <p:cNvSpPr>
              <a:spLocks noChangeShapeType="1"/>
            </p:cNvSpPr>
            <p:nvPr/>
          </p:nvSpPr>
          <p:spPr bwMode="auto">
            <a:xfrm>
              <a:off x="976" y="1824"/>
              <a:ext cx="272" cy="0"/>
            </a:xfrm>
            <a:prstGeom prst="line">
              <a:avLst/>
            </a:prstGeom>
            <a:noFill/>
            <a:ln w="28575">
              <a:solidFill>
                <a:schemeClr val="tx1"/>
              </a:solidFill>
              <a:round/>
              <a:headEnd type="none"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12316" name="Group 34"/>
          <p:cNvGrpSpPr>
            <a:grpSpLocks/>
          </p:cNvGrpSpPr>
          <p:nvPr/>
        </p:nvGrpSpPr>
        <p:grpSpPr bwMode="auto">
          <a:xfrm>
            <a:off x="2349500" y="3570289"/>
            <a:ext cx="1155700" cy="396875"/>
            <a:chOff x="520" y="1697"/>
            <a:chExt cx="728" cy="250"/>
          </a:xfrm>
        </p:grpSpPr>
        <p:sp>
          <p:nvSpPr>
            <p:cNvPr id="12349" name="Text Box 35"/>
            <p:cNvSpPr txBox="1">
              <a:spLocks noChangeArrowheads="1"/>
            </p:cNvSpPr>
            <p:nvPr/>
          </p:nvSpPr>
          <p:spPr bwMode="auto">
            <a:xfrm>
              <a:off x="520" y="1697"/>
              <a:ext cx="436"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1"/>
                  </a:solidFill>
                  <a:miter lim="800000"/>
                  <a:headEnd type="none" w="lg" len="lg"/>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i="1">
                  <a:solidFill>
                    <a:schemeClr val="tx1"/>
                  </a:solidFill>
                  <a:latin typeface="Arial" charset="0"/>
                  <a:cs typeface="Arial" charset="0"/>
                </a:defRPr>
              </a:lvl1pPr>
              <a:lvl2pPr marL="742950" indent="-285750" eaLnBrk="0" hangingPunct="0">
                <a:defRPr i="1">
                  <a:solidFill>
                    <a:schemeClr val="tx1"/>
                  </a:solidFill>
                  <a:latin typeface="Arial" charset="0"/>
                  <a:cs typeface="Arial" charset="0"/>
                </a:defRPr>
              </a:lvl2pPr>
              <a:lvl3pPr marL="1143000" indent="-228600" eaLnBrk="0" hangingPunct="0">
                <a:defRPr i="1">
                  <a:solidFill>
                    <a:schemeClr val="tx1"/>
                  </a:solidFill>
                  <a:latin typeface="Arial" charset="0"/>
                  <a:cs typeface="Arial" charset="0"/>
                </a:defRPr>
              </a:lvl3pPr>
              <a:lvl4pPr marL="1600200" indent="-228600" eaLnBrk="0" hangingPunct="0">
                <a:defRPr i="1">
                  <a:solidFill>
                    <a:schemeClr val="tx1"/>
                  </a:solidFill>
                  <a:latin typeface="Arial" charset="0"/>
                  <a:cs typeface="Arial" charset="0"/>
                </a:defRPr>
              </a:lvl4pPr>
              <a:lvl5pPr marL="2057400" indent="-228600" eaLnBrk="0" hangingPunct="0">
                <a:defRPr i="1">
                  <a:solidFill>
                    <a:schemeClr val="tx1"/>
                  </a:solidFill>
                  <a:latin typeface="Arial" charset="0"/>
                  <a:cs typeface="Arial" charset="0"/>
                </a:defRPr>
              </a:lvl5pPr>
              <a:lvl6pPr marL="2514600" indent="-228600" eaLnBrk="0" fontAlgn="base" hangingPunct="0">
                <a:spcBef>
                  <a:spcPct val="0"/>
                </a:spcBef>
                <a:spcAft>
                  <a:spcPct val="0"/>
                </a:spcAft>
                <a:defRPr i="1">
                  <a:solidFill>
                    <a:schemeClr val="tx1"/>
                  </a:solidFill>
                  <a:latin typeface="Arial" charset="0"/>
                  <a:cs typeface="Arial" charset="0"/>
                </a:defRPr>
              </a:lvl6pPr>
              <a:lvl7pPr marL="2971800" indent="-228600" eaLnBrk="0" fontAlgn="base" hangingPunct="0">
                <a:spcBef>
                  <a:spcPct val="0"/>
                </a:spcBef>
                <a:spcAft>
                  <a:spcPct val="0"/>
                </a:spcAft>
                <a:defRPr i="1">
                  <a:solidFill>
                    <a:schemeClr val="tx1"/>
                  </a:solidFill>
                  <a:latin typeface="Arial" charset="0"/>
                  <a:cs typeface="Arial" charset="0"/>
                </a:defRPr>
              </a:lvl7pPr>
              <a:lvl8pPr marL="3429000" indent="-228600" eaLnBrk="0" fontAlgn="base" hangingPunct="0">
                <a:spcBef>
                  <a:spcPct val="0"/>
                </a:spcBef>
                <a:spcAft>
                  <a:spcPct val="0"/>
                </a:spcAft>
                <a:defRPr i="1">
                  <a:solidFill>
                    <a:schemeClr val="tx1"/>
                  </a:solidFill>
                  <a:latin typeface="Arial" charset="0"/>
                  <a:cs typeface="Arial" charset="0"/>
                </a:defRPr>
              </a:lvl8pPr>
              <a:lvl9pPr marL="3886200" indent="-228600" eaLnBrk="0" fontAlgn="base" hangingPunct="0">
                <a:spcBef>
                  <a:spcPct val="0"/>
                </a:spcBef>
                <a:spcAft>
                  <a:spcPct val="0"/>
                </a:spcAft>
                <a:defRPr i="1">
                  <a:solidFill>
                    <a:schemeClr val="tx1"/>
                  </a:solidFill>
                  <a:latin typeface="Arial" charset="0"/>
                  <a:cs typeface="Arial" charset="0"/>
                </a:defRPr>
              </a:lvl9pPr>
            </a:lstStyle>
            <a:p>
              <a:pPr algn="ctr"/>
              <a:r>
                <a:rPr lang="en-US" sz="2000" i="0">
                  <a:latin typeface="Times New Roman" pitchFamily="18" charset="0"/>
                </a:rPr>
                <a:t>6000</a:t>
              </a:r>
            </a:p>
          </p:txBody>
        </p:sp>
        <p:sp>
          <p:nvSpPr>
            <p:cNvPr id="12350" name="Line 36"/>
            <p:cNvSpPr>
              <a:spLocks noChangeShapeType="1"/>
            </p:cNvSpPr>
            <p:nvPr/>
          </p:nvSpPr>
          <p:spPr bwMode="auto">
            <a:xfrm>
              <a:off x="976" y="1824"/>
              <a:ext cx="272" cy="0"/>
            </a:xfrm>
            <a:prstGeom prst="line">
              <a:avLst/>
            </a:prstGeom>
            <a:noFill/>
            <a:ln w="28575">
              <a:solidFill>
                <a:schemeClr val="tx1"/>
              </a:solidFill>
              <a:round/>
              <a:headEnd type="none"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12317" name="Group 37"/>
          <p:cNvGrpSpPr>
            <a:grpSpLocks/>
          </p:cNvGrpSpPr>
          <p:nvPr/>
        </p:nvGrpSpPr>
        <p:grpSpPr bwMode="auto">
          <a:xfrm>
            <a:off x="2336800" y="4014789"/>
            <a:ext cx="1155700" cy="396875"/>
            <a:chOff x="520" y="1697"/>
            <a:chExt cx="728" cy="250"/>
          </a:xfrm>
        </p:grpSpPr>
        <p:sp>
          <p:nvSpPr>
            <p:cNvPr id="12347" name="Text Box 38"/>
            <p:cNvSpPr txBox="1">
              <a:spLocks noChangeArrowheads="1"/>
            </p:cNvSpPr>
            <p:nvPr/>
          </p:nvSpPr>
          <p:spPr bwMode="auto">
            <a:xfrm>
              <a:off x="520" y="1697"/>
              <a:ext cx="436"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1"/>
                  </a:solidFill>
                  <a:miter lim="800000"/>
                  <a:headEnd type="none" w="lg" len="lg"/>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i="1">
                  <a:solidFill>
                    <a:schemeClr val="tx1"/>
                  </a:solidFill>
                  <a:latin typeface="Arial" charset="0"/>
                  <a:cs typeface="Arial" charset="0"/>
                </a:defRPr>
              </a:lvl1pPr>
              <a:lvl2pPr marL="742950" indent="-285750" eaLnBrk="0" hangingPunct="0">
                <a:defRPr i="1">
                  <a:solidFill>
                    <a:schemeClr val="tx1"/>
                  </a:solidFill>
                  <a:latin typeface="Arial" charset="0"/>
                  <a:cs typeface="Arial" charset="0"/>
                </a:defRPr>
              </a:lvl2pPr>
              <a:lvl3pPr marL="1143000" indent="-228600" eaLnBrk="0" hangingPunct="0">
                <a:defRPr i="1">
                  <a:solidFill>
                    <a:schemeClr val="tx1"/>
                  </a:solidFill>
                  <a:latin typeface="Arial" charset="0"/>
                  <a:cs typeface="Arial" charset="0"/>
                </a:defRPr>
              </a:lvl3pPr>
              <a:lvl4pPr marL="1600200" indent="-228600" eaLnBrk="0" hangingPunct="0">
                <a:defRPr i="1">
                  <a:solidFill>
                    <a:schemeClr val="tx1"/>
                  </a:solidFill>
                  <a:latin typeface="Arial" charset="0"/>
                  <a:cs typeface="Arial" charset="0"/>
                </a:defRPr>
              </a:lvl4pPr>
              <a:lvl5pPr marL="2057400" indent="-228600" eaLnBrk="0" hangingPunct="0">
                <a:defRPr i="1">
                  <a:solidFill>
                    <a:schemeClr val="tx1"/>
                  </a:solidFill>
                  <a:latin typeface="Arial" charset="0"/>
                  <a:cs typeface="Arial" charset="0"/>
                </a:defRPr>
              </a:lvl5pPr>
              <a:lvl6pPr marL="2514600" indent="-228600" eaLnBrk="0" fontAlgn="base" hangingPunct="0">
                <a:spcBef>
                  <a:spcPct val="0"/>
                </a:spcBef>
                <a:spcAft>
                  <a:spcPct val="0"/>
                </a:spcAft>
                <a:defRPr i="1">
                  <a:solidFill>
                    <a:schemeClr val="tx1"/>
                  </a:solidFill>
                  <a:latin typeface="Arial" charset="0"/>
                  <a:cs typeface="Arial" charset="0"/>
                </a:defRPr>
              </a:lvl6pPr>
              <a:lvl7pPr marL="2971800" indent="-228600" eaLnBrk="0" fontAlgn="base" hangingPunct="0">
                <a:spcBef>
                  <a:spcPct val="0"/>
                </a:spcBef>
                <a:spcAft>
                  <a:spcPct val="0"/>
                </a:spcAft>
                <a:defRPr i="1">
                  <a:solidFill>
                    <a:schemeClr val="tx1"/>
                  </a:solidFill>
                  <a:latin typeface="Arial" charset="0"/>
                  <a:cs typeface="Arial" charset="0"/>
                </a:defRPr>
              </a:lvl7pPr>
              <a:lvl8pPr marL="3429000" indent="-228600" eaLnBrk="0" fontAlgn="base" hangingPunct="0">
                <a:spcBef>
                  <a:spcPct val="0"/>
                </a:spcBef>
                <a:spcAft>
                  <a:spcPct val="0"/>
                </a:spcAft>
                <a:defRPr i="1">
                  <a:solidFill>
                    <a:schemeClr val="tx1"/>
                  </a:solidFill>
                  <a:latin typeface="Arial" charset="0"/>
                  <a:cs typeface="Arial" charset="0"/>
                </a:defRPr>
              </a:lvl8pPr>
              <a:lvl9pPr marL="3886200" indent="-228600" eaLnBrk="0" fontAlgn="base" hangingPunct="0">
                <a:spcBef>
                  <a:spcPct val="0"/>
                </a:spcBef>
                <a:spcAft>
                  <a:spcPct val="0"/>
                </a:spcAft>
                <a:defRPr i="1">
                  <a:solidFill>
                    <a:schemeClr val="tx1"/>
                  </a:solidFill>
                  <a:latin typeface="Arial" charset="0"/>
                  <a:cs typeface="Arial" charset="0"/>
                </a:defRPr>
              </a:lvl9pPr>
            </a:lstStyle>
            <a:p>
              <a:pPr algn="ctr"/>
              <a:r>
                <a:rPr lang="en-US" sz="2000" i="0">
                  <a:latin typeface="Times New Roman" pitchFamily="18" charset="0"/>
                </a:rPr>
                <a:t>4400</a:t>
              </a:r>
            </a:p>
          </p:txBody>
        </p:sp>
        <p:sp>
          <p:nvSpPr>
            <p:cNvPr id="12348" name="Line 39"/>
            <p:cNvSpPr>
              <a:spLocks noChangeShapeType="1"/>
            </p:cNvSpPr>
            <p:nvPr/>
          </p:nvSpPr>
          <p:spPr bwMode="auto">
            <a:xfrm>
              <a:off x="976" y="1824"/>
              <a:ext cx="272" cy="0"/>
            </a:xfrm>
            <a:prstGeom prst="line">
              <a:avLst/>
            </a:prstGeom>
            <a:noFill/>
            <a:ln w="28575">
              <a:solidFill>
                <a:schemeClr val="tx1"/>
              </a:solidFill>
              <a:round/>
              <a:headEnd type="none"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12318" name="Group 40"/>
          <p:cNvGrpSpPr>
            <a:grpSpLocks/>
          </p:cNvGrpSpPr>
          <p:nvPr/>
        </p:nvGrpSpPr>
        <p:grpSpPr bwMode="auto">
          <a:xfrm>
            <a:off x="2336800" y="4471989"/>
            <a:ext cx="1155700" cy="396875"/>
            <a:chOff x="520" y="1697"/>
            <a:chExt cx="728" cy="250"/>
          </a:xfrm>
        </p:grpSpPr>
        <p:sp>
          <p:nvSpPr>
            <p:cNvPr id="12345" name="Text Box 41"/>
            <p:cNvSpPr txBox="1">
              <a:spLocks noChangeArrowheads="1"/>
            </p:cNvSpPr>
            <p:nvPr/>
          </p:nvSpPr>
          <p:spPr bwMode="auto">
            <a:xfrm>
              <a:off x="520" y="1697"/>
              <a:ext cx="436"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1"/>
                  </a:solidFill>
                  <a:miter lim="800000"/>
                  <a:headEnd type="none" w="lg" len="lg"/>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i="1">
                  <a:solidFill>
                    <a:schemeClr val="tx1"/>
                  </a:solidFill>
                  <a:latin typeface="Arial" charset="0"/>
                  <a:cs typeface="Arial" charset="0"/>
                </a:defRPr>
              </a:lvl1pPr>
              <a:lvl2pPr marL="742950" indent="-285750" eaLnBrk="0" hangingPunct="0">
                <a:defRPr i="1">
                  <a:solidFill>
                    <a:schemeClr val="tx1"/>
                  </a:solidFill>
                  <a:latin typeface="Arial" charset="0"/>
                  <a:cs typeface="Arial" charset="0"/>
                </a:defRPr>
              </a:lvl2pPr>
              <a:lvl3pPr marL="1143000" indent="-228600" eaLnBrk="0" hangingPunct="0">
                <a:defRPr i="1">
                  <a:solidFill>
                    <a:schemeClr val="tx1"/>
                  </a:solidFill>
                  <a:latin typeface="Arial" charset="0"/>
                  <a:cs typeface="Arial" charset="0"/>
                </a:defRPr>
              </a:lvl3pPr>
              <a:lvl4pPr marL="1600200" indent="-228600" eaLnBrk="0" hangingPunct="0">
                <a:defRPr i="1">
                  <a:solidFill>
                    <a:schemeClr val="tx1"/>
                  </a:solidFill>
                  <a:latin typeface="Arial" charset="0"/>
                  <a:cs typeface="Arial" charset="0"/>
                </a:defRPr>
              </a:lvl4pPr>
              <a:lvl5pPr marL="2057400" indent="-228600" eaLnBrk="0" hangingPunct="0">
                <a:defRPr i="1">
                  <a:solidFill>
                    <a:schemeClr val="tx1"/>
                  </a:solidFill>
                  <a:latin typeface="Arial" charset="0"/>
                  <a:cs typeface="Arial" charset="0"/>
                </a:defRPr>
              </a:lvl5pPr>
              <a:lvl6pPr marL="2514600" indent="-228600" eaLnBrk="0" fontAlgn="base" hangingPunct="0">
                <a:spcBef>
                  <a:spcPct val="0"/>
                </a:spcBef>
                <a:spcAft>
                  <a:spcPct val="0"/>
                </a:spcAft>
                <a:defRPr i="1">
                  <a:solidFill>
                    <a:schemeClr val="tx1"/>
                  </a:solidFill>
                  <a:latin typeface="Arial" charset="0"/>
                  <a:cs typeface="Arial" charset="0"/>
                </a:defRPr>
              </a:lvl6pPr>
              <a:lvl7pPr marL="2971800" indent="-228600" eaLnBrk="0" fontAlgn="base" hangingPunct="0">
                <a:spcBef>
                  <a:spcPct val="0"/>
                </a:spcBef>
                <a:spcAft>
                  <a:spcPct val="0"/>
                </a:spcAft>
                <a:defRPr i="1">
                  <a:solidFill>
                    <a:schemeClr val="tx1"/>
                  </a:solidFill>
                  <a:latin typeface="Arial" charset="0"/>
                  <a:cs typeface="Arial" charset="0"/>
                </a:defRPr>
              </a:lvl7pPr>
              <a:lvl8pPr marL="3429000" indent="-228600" eaLnBrk="0" fontAlgn="base" hangingPunct="0">
                <a:spcBef>
                  <a:spcPct val="0"/>
                </a:spcBef>
                <a:spcAft>
                  <a:spcPct val="0"/>
                </a:spcAft>
                <a:defRPr i="1">
                  <a:solidFill>
                    <a:schemeClr val="tx1"/>
                  </a:solidFill>
                  <a:latin typeface="Arial" charset="0"/>
                  <a:cs typeface="Arial" charset="0"/>
                </a:defRPr>
              </a:lvl8pPr>
              <a:lvl9pPr marL="3886200" indent="-228600" eaLnBrk="0" fontAlgn="base" hangingPunct="0">
                <a:spcBef>
                  <a:spcPct val="0"/>
                </a:spcBef>
                <a:spcAft>
                  <a:spcPct val="0"/>
                </a:spcAft>
                <a:defRPr i="1">
                  <a:solidFill>
                    <a:schemeClr val="tx1"/>
                  </a:solidFill>
                  <a:latin typeface="Arial" charset="0"/>
                  <a:cs typeface="Arial" charset="0"/>
                </a:defRPr>
              </a:lvl9pPr>
            </a:lstStyle>
            <a:p>
              <a:pPr algn="ctr"/>
              <a:r>
                <a:rPr lang="en-US" sz="2000" i="0">
                  <a:latin typeface="Times New Roman" pitchFamily="18" charset="0"/>
                </a:rPr>
                <a:t>5700</a:t>
              </a:r>
            </a:p>
          </p:txBody>
        </p:sp>
        <p:sp>
          <p:nvSpPr>
            <p:cNvPr id="12346" name="Line 42"/>
            <p:cNvSpPr>
              <a:spLocks noChangeShapeType="1"/>
            </p:cNvSpPr>
            <p:nvPr/>
          </p:nvSpPr>
          <p:spPr bwMode="auto">
            <a:xfrm>
              <a:off x="976" y="1824"/>
              <a:ext cx="272" cy="0"/>
            </a:xfrm>
            <a:prstGeom prst="line">
              <a:avLst/>
            </a:prstGeom>
            <a:noFill/>
            <a:ln w="28575">
              <a:solidFill>
                <a:schemeClr val="tx1"/>
              </a:solidFill>
              <a:round/>
              <a:headEnd type="none"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12319" name="Group 43"/>
          <p:cNvGrpSpPr>
            <a:grpSpLocks/>
          </p:cNvGrpSpPr>
          <p:nvPr/>
        </p:nvGrpSpPr>
        <p:grpSpPr bwMode="auto">
          <a:xfrm>
            <a:off x="2336800" y="4941889"/>
            <a:ext cx="1155700" cy="396875"/>
            <a:chOff x="520" y="1697"/>
            <a:chExt cx="728" cy="250"/>
          </a:xfrm>
        </p:grpSpPr>
        <p:sp>
          <p:nvSpPr>
            <p:cNvPr id="12343" name="Text Box 44"/>
            <p:cNvSpPr txBox="1">
              <a:spLocks noChangeArrowheads="1"/>
            </p:cNvSpPr>
            <p:nvPr/>
          </p:nvSpPr>
          <p:spPr bwMode="auto">
            <a:xfrm>
              <a:off x="520" y="1697"/>
              <a:ext cx="436"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1"/>
                  </a:solidFill>
                  <a:miter lim="800000"/>
                  <a:headEnd type="none" w="lg" len="lg"/>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i="1">
                  <a:solidFill>
                    <a:schemeClr val="tx1"/>
                  </a:solidFill>
                  <a:latin typeface="Arial" charset="0"/>
                  <a:cs typeface="Arial" charset="0"/>
                </a:defRPr>
              </a:lvl1pPr>
              <a:lvl2pPr marL="742950" indent="-285750" eaLnBrk="0" hangingPunct="0">
                <a:defRPr i="1">
                  <a:solidFill>
                    <a:schemeClr val="tx1"/>
                  </a:solidFill>
                  <a:latin typeface="Arial" charset="0"/>
                  <a:cs typeface="Arial" charset="0"/>
                </a:defRPr>
              </a:lvl2pPr>
              <a:lvl3pPr marL="1143000" indent="-228600" eaLnBrk="0" hangingPunct="0">
                <a:defRPr i="1">
                  <a:solidFill>
                    <a:schemeClr val="tx1"/>
                  </a:solidFill>
                  <a:latin typeface="Arial" charset="0"/>
                  <a:cs typeface="Arial" charset="0"/>
                </a:defRPr>
              </a:lvl3pPr>
              <a:lvl4pPr marL="1600200" indent="-228600" eaLnBrk="0" hangingPunct="0">
                <a:defRPr i="1">
                  <a:solidFill>
                    <a:schemeClr val="tx1"/>
                  </a:solidFill>
                  <a:latin typeface="Arial" charset="0"/>
                  <a:cs typeface="Arial" charset="0"/>
                </a:defRPr>
              </a:lvl4pPr>
              <a:lvl5pPr marL="2057400" indent="-228600" eaLnBrk="0" hangingPunct="0">
                <a:defRPr i="1">
                  <a:solidFill>
                    <a:schemeClr val="tx1"/>
                  </a:solidFill>
                  <a:latin typeface="Arial" charset="0"/>
                  <a:cs typeface="Arial" charset="0"/>
                </a:defRPr>
              </a:lvl5pPr>
              <a:lvl6pPr marL="2514600" indent="-228600" eaLnBrk="0" fontAlgn="base" hangingPunct="0">
                <a:spcBef>
                  <a:spcPct val="0"/>
                </a:spcBef>
                <a:spcAft>
                  <a:spcPct val="0"/>
                </a:spcAft>
                <a:defRPr i="1">
                  <a:solidFill>
                    <a:schemeClr val="tx1"/>
                  </a:solidFill>
                  <a:latin typeface="Arial" charset="0"/>
                  <a:cs typeface="Arial" charset="0"/>
                </a:defRPr>
              </a:lvl6pPr>
              <a:lvl7pPr marL="2971800" indent="-228600" eaLnBrk="0" fontAlgn="base" hangingPunct="0">
                <a:spcBef>
                  <a:spcPct val="0"/>
                </a:spcBef>
                <a:spcAft>
                  <a:spcPct val="0"/>
                </a:spcAft>
                <a:defRPr i="1">
                  <a:solidFill>
                    <a:schemeClr val="tx1"/>
                  </a:solidFill>
                  <a:latin typeface="Arial" charset="0"/>
                  <a:cs typeface="Arial" charset="0"/>
                </a:defRPr>
              </a:lvl7pPr>
              <a:lvl8pPr marL="3429000" indent="-228600" eaLnBrk="0" fontAlgn="base" hangingPunct="0">
                <a:spcBef>
                  <a:spcPct val="0"/>
                </a:spcBef>
                <a:spcAft>
                  <a:spcPct val="0"/>
                </a:spcAft>
                <a:defRPr i="1">
                  <a:solidFill>
                    <a:schemeClr val="tx1"/>
                  </a:solidFill>
                  <a:latin typeface="Arial" charset="0"/>
                  <a:cs typeface="Arial" charset="0"/>
                </a:defRPr>
              </a:lvl8pPr>
              <a:lvl9pPr marL="3886200" indent="-228600" eaLnBrk="0" fontAlgn="base" hangingPunct="0">
                <a:spcBef>
                  <a:spcPct val="0"/>
                </a:spcBef>
                <a:spcAft>
                  <a:spcPct val="0"/>
                </a:spcAft>
                <a:defRPr i="1">
                  <a:solidFill>
                    <a:schemeClr val="tx1"/>
                  </a:solidFill>
                  <a:latin typeface="Arial" charset="0"/>
                  <a:cs typeface="Arial" charset="0"/>
                </a:defRPr>
              </a:lvl9pPr>
            </a:lstStyle>
            <a:p>
              <a:pPr algn="ctr"/>
              <a:r>
                <a:rPr lang="en-US" sz="2000" i="0">
                  <a:latin typeface="Times New Roman" pitchFamily="18" charset="0"/>
                </a:rPr>
                <a:t>4600</a:t>
              </a:r>
            </a:p>
          </p:txBody>
        </p:sp>
        <p:sp>
          <p:nvSpPr>
            <p:cNvPr id="12344" name="Line 45"/>
            <p:cNvSpPr>
              <a:spLocks noChangeShapeType="1"/>
            </p:cNvSpPr>
            <p:nvPr/>
          </p:nvSpPr>
          <p:spPr bwMode="auto">
            <a:xfrm>
              <a:off x="976" y="1824"/>
              <a:ext cx="272" cy="0"/>
            </a:xfrm>
            <a:prstGeom prst="line">
              <a:avLst/>
            </a:prstGeom>
            <a:noFill/>
            <a:ln w="28575">
              <a:solidFill>
                <a:schemeClr val="tx1"/>
              </a:solidFill>
              <a:round/>
              <a:headEnd type="none"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12320" name="Group 46"/>
          <p:cNvGrpSpPr>
            <a:grpSpLocks/>
          </p:cNvGrpSpPr>
          <p:nvPr/>
        </p:nvGrpSpPr>
        <p:grpSpPr bwMode="auto">
          <a:xfrm>
            <a:off x="2349500" y="5411789"/>
            <a:ext cx="1155700" cy="396875"/>
            <a:chOff x="520" y="1697"/>
            <a:chExt cx="728" cy="250"/>
          </a:xfrm>
        </p:grpSpPr>
        <p:sp>
          <p:nvSpPr>
            <p:cNvPr id="12341" name="Text Box 47"/>
            <p:cNvSpPr txBox="1">
              <a:spLocks noChangeArrowheads="1"/>
            </p:cNvSpPr>
            <p:nvPr/>
          </p:nvSpPr>
          <p:spPr bwMode="auto">
            <a:xfrm>
              <a:off x="520" y="1697"/>
              <a:ext cx="436"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1"/>
                  </a:solidFill>
                  <a:miter lim="800000"/>
                  <a:headEnd type="none" w="lg" len="lg"/>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i="1">
                  <a:solidFill>
                    <a:schemeClr val="tx1"/>
                  </a:solidFill>
                  <a:latin typeface="Arial" charset="0"/>
                  <a:cs typeface="Arial" charset="0"/>
                </a:defRPr>
              </a:lvl1pPr>
              <a:lvl2pPr marL="742950" indent="-285750" eaLnBrk="0" hangingPunct="0">
                <a:defRPr i="1">
                  <a:solidFill>
                    <a:schemeClr val="tx1"/>
                  </a:solidFill>
                  <a:latin typeface="Arial" charset="0"/>
                  <a:cs typeface="Arial" charset="0"/>
                </a:defRPr>
              </a:lvl2pPr>
              <a:lvl3pPr marL="1143000" indent="-228600" eaLnBrk="0" hangingPunct="0">
                <a:defRPr i="1">
                  <a:solidFill>
                    <a:schemeClr val="tx1"/>
                  </a:solidFill>
                  <a:latin typeface="Arial" charset="0"/>
                  <a:cs typeface="Arial" charset="0"/>
                </a:defRPr>
              </a:lvl3pPr>
              <a:lvl4pPr marL="1600200" indent="-228600" eaLnBrk="0" hangingPunct="0">
                <a:defRPr i="1">
                  <a:solidFill>
                    <a:schemeClr val="tx1"/>
                  </a:solidFill>
                  <a:latin typeface="Arial" charset="0"/>
                  <a:cs typeface="Arial" charset="0"/>
                </a:defRPr>
              </a:lvl4pPr>
              <a:lvl5pPr marL="2057400" indent="-228600" eaLnBrk="0" hangingPunct="0">
                <a:defRPr i="1">
                  <a:solidFill>
                    <a:schemeClr val="tx1"/>
                  </a:solidFill>
                  <a:latin typeface="Arial" charset="0"/>
                  <a:cs typeface="Arial" charset="0"/>
                </a:defRPr>
              </a:lvl5pPr>
              <a:lvl6pPr marL="2514600" indent="-228600" eaLnBrk="0" fontAlgn="base" hangingPunct="0">
                <a:spcBef>
                  <a:spcPct val="0"/>
                </a:spcBef>
                <a:spcAft>
                  <a:spcPct val="0"/>
                </a:spcAft>
                <a:defRPr i="1">
                  <a:solidFill>
                    <a:schemeClr val="tx1"/>
                  </a:solidFill>
                  <a:latin typeface="Arial" charset="0"/>
                  <a:cs typeface="Arial" charset="0"/>
                </a:defRPr>
              </a:lvl6pPr>
              <a:lvl7pPr marL="2971800" indent="-228600" eaLnBrk="0" fontAlgn="base" hangingPunct="0">
                <a:spcBef>
                  <a:spcPct val="0"/>
                </a:spcBef>
                <a:spcAft>
                  <a:spcPct val="0"/>
                </a:spcAft>
                <a:defRPr i="1">
                  <a:solidFill>
                    <a:schemeClr val="tx1"/>
                  </a:solidFill>
                  <a:latin typeface="Arial" charset="0"/>
                  <a:cs typeface="Arial" charset="0"/>
                </a:defRPr>
              </a:lvl7pPr>
              <a:lvl8pPr marL="3429000" indent="-228600" eaLnBrk="0" fontAlgn="base" hangingPunct="0">
                <a:spcBef>
                  <a:spcPct val="0"/>
                </a:spcBef>
                <a:spcAft>
                  <a:spcPct val="0"/>
                </a:spcAft>
                <a:defRPr i="1">
                  <a:solidFill>
                    <a:schemeClr val="tx1"/>
                  </a:solidFill>
                  <a:latin typeface="Arial" charset="0"/>
                  <a:cs typeface="Arial" charset="0"/>
                </a:defRPr>
              </a:lvl8pPr>
              <a:lvl9pPr marL="3886200" indent="-228600" eaLnBrk="0" fontAlgn="base" hangingPunct="0">
                <a:spcBef>
                  <a:spcPct val="0"/>
                </a:spcBef>
                <a:spcAft>
                  <a:spcPct val="0"/>
                </a:spcAft>
                <a:defRPr i="1">
                  <a:solidFill>
                    <a:schemeClr val="tx1"/>
                  </a:solidFill>
                  <a:latin typeface="Arial" charset="0"/>
                  <a:cs typeface="Arial" charset="0"/>
                </a:defRPr>
              </a:lvl9pPr>
            </a:lstStyle>
            <a:p>
              <a:pPr algn="ctr"/>
              <a:r>
                <a:rPr lang="en-US" sz="2000" i="0">
                  <a:latin typeface="Times New Roman" pitchFamily="18" charset="0"/>
                </a:rPr>
                <a:t>6200</a:t>
              </a:r>
            </a:p>
          </p:txBody>
        </p:sp>
        <p:sp>
          <p:nvSpPr>
            <p:cNvPr id="12342" name="Line 48"/>
            <p:cNvSpPr>
              <a:spLocks noChangeShapeType="1"/>
            </p:cNvSpPr>
            <p:nvPr/>
          </p:nvSpPr>
          <p:spPr bwMode="auto">
            <a:xfrm>
              <a:off x="976" y="1824"/>
              <a:ext cx="272" cy="0"/>
            </a:xfrm>
            <a:prstGeom prst="line">
              <a:avLst/>
            </a:prstGeom>
            <a:noFill/>
            <a:ln w="28575">
              <a:solidFill>
                <a:schemeClr val="tx1"/>
              </a:solidFill>
              <a:round/>
              <a:headEnd type="none"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12321" name="Rectangle 49"/>
          <p:cNvSpPr>
            <a:spLocks noChangeArrowheads="1"/>
          </p:cNvSpPr>
          <p:nvPr/>
        </p:nvSpPr>
        <p:spPr bwMode="auto">
          <a:xfrm>
            <a:off x="3530600" y="2781300"/>
            <a:ext cx="673100" cy="228600"/>
          </a:xfrm>
          <a:prstGeom prst="rect">
            <a:avLst/>
          </a:prstGeom>
          <a:solidFill>
            <a:srgbClr val="0000FF"/>
          </a:solidFill>
          <a:ln w="28575">
            <a:solidFill>
              <a:schemeClr val="tx1"/>
            </a:solidFill>
            <a:miter lim="800000"/>
            <a:headEnd type="none" w="lg" len="lg"/>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322" name="Rectangle 50"/>
          <p:cNvSpPr>
            <a:spLocks noChangeArrowheads="1"/>
          </p:cNvSpPr>
          <p:nvPr/>
        </p:nvSpPr>
        <p:spPr bwMode="auto">
          <a:xfrm>
            <a:off x="3530600" y="3225800"/>
            <a:ext cx="673100" cy="228600"/>
          </a:xfrm>
          <a:prstGeom prst="rect">
            <a:avLst/>
          </a:prstGeom>
          <a:solidFill>
            <a:srgbClr val="0000FF"/>
          </a:solidFill>
          <a:ln w="28575">
            <a:solidFill>
              <a:schemeClr val="tx1"/>
            </a:solidFill>
            <a:miter lim="800000"/>
            <a:headEnd type="none" w="lg" len="lg"/>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323" name="Rectangle 51"/>
          <p:cNvSpPr>
            <a:spLocks noChangeArrowheads="1"/>
          </p:cNvSpPr>
          <p:nvPr/>
        </p:nvSpPr>
        <p:spPr bwMode="auto">
          <a:xfrm>
            <a:off x="3530600" y="4102100"/>
            <a:ext cx="673100" cy="228600"/>
          </a:xfrm>
          <a:prstGeom prst="rect">
            <a:avLst/>
          </a:prstGeom>
          <a:solidFill>
            <a:srgbClr val="33CC33"/>
          </a:solidFill>
          <a:ln w="28575">
            <a:solidFill>
              <a:schemeClr val="tx1"/>
            </a:solidFill>
            <a:miter lim="800000"/>
            <a:headEnd type="none" w="lg" len="lg"/>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324" name="Rectangle 52"/>
          <p:cNvSpPr>
            <a:spLocks noChangeArrowheads="1"/>
          </p:cNvSpPr>
          <p:nvPr/>
        </p:nvSpPr>
        <p:spPr bwMode="auto">
          <a:xfrm>
            <a:off x="3530600" y="4559300"/>
            <a:ext cx="673100" cy="228600"/>
          </a:xfrm>
          <a:prstGeom prst="rect">
            <a:avLst/>
          </a:prstGeom>
          <a:solidFill>
            <a:srgbClr val="33CC33"/>
          </a:solidFill>
          <a:ln w="28575">
            <a:solidFill>
              <a:schemeClr val="tx1"/>
            </a:solidFill>
            <a:miter lim="800000"/>
            <a:headEnd type="none" w="lg" len="lg"/>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325" name="Rectangle 53"/>
          <p:cNvSpPr>
            <a:spLocks noChangeArrowheads="1"/>
          </p:cNvSpPr>
          <p:nvPr/>
        </p:nvSpPr>
        <p:spPr bwMode="auto">
          <a:xfrm>
            <a:off x="3530600" y="5029200"/>
            <a:ext cx="673100" cy="228600"/>
          </a:xfrm>
          <a:prstGeom prst="rect">
            <a:avLst/>
          </a:prstGeom>
          <a:solidFill>
            <a:srgbClr val="FF33CC"/>
          </a:solidFill>
          <a:ln w="28575">
            <a:solidFill>
              <a:schemeClr val="tx1"/>
            </a:solidFill>
            <a:miter lim="800000"/>
            <a:headEnd type="none" w="lg" len="lg"/>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326" name="Rectangle 54"/>
          <p:cNvSpPr>
            <a:spLocks noChangeArrowheads="1"/>
          </p:cNvSpPr>
          <p:nvPr/>
        </p:nvSpPr>
        <p:spPr bwMode="auto">
          <a:xfrm>
            <a:off x="3517900" y="5499100"/>
            <a:ext cx="673100" cy="228600"/>
          </a:xfrm>
          <a:prstGeom prst="rect">
            <a:avLst/>
          </a:prstGeom>
          <a:solidFill>
            <a:srgbClr val="FF33CC"/>
          </a:solidFill>
          <a:ln w="28575">
            <a:solidFill>
              <a:schemeClr val="tx1"/>
            </a:solidFill>
            <a:miter lim="800000"/>
            <a:headEnd type="none" w="lg" len="lg"/>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327" name="Rectangle 55"/>
          <p:cNvSpPr>
            <a:spLocks noChangeArrowheads="1"/>
          </p:cNvSpPr>
          <p:nvPr/>
        </p:nvSpPr>
        <p:spPr bwMode="auto">
          <a:xfrm>
            <a:off x="3517900" y="3657600"/>
            <a:ext cx="673100" cy="228600"/>
          </a:xfrm>
          <a:prstGeom prst="rect">
            <a:avLst/>
          </a:prstGeom>
          <a:solidFill>
            <a:srgbClr val="0000FF"/>
          </a:solidFill>
          <a:ln w="28575">
            <a:solidFill>
              <a:schemeClr val="tx1"/>
            </a:solidFill>
            <a:miter lim="800000"/>
            <a:headEnd type="none" w="lg" len="lg"/>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831544" name="Group 56"/>
          <p:cNvGrpSpPr>
            <a:grpSpLocks/>
          </p:cNvGrpSpPr>
          <p:nvPr/>
        </p:nvGrpSpPr>
        <p:grpSpPr bwMode="auto">
          <a:xfrm>
            <a:off x="5851526" y="1335088"/>
            <a:ext cx="2409825" cy="1587500"/>
            <a:chOff x="2726" y="841"/>
            <a:chExt cx="1518" cy="1000"/>
          </a:xfrm>
        </p:grpSpPr>
        <p:grpSp>
          <p:nvGrpSpPr>
            <p:cNvPr id="12336" name="Group 57"/>
            <p:cNvGrpSpPr>
              <a:grpSpLocks/>
            </p:cNvGrpSpPr>
            <p:nvPr/>
          </p:nvGrpSpPr>
          <p:grpSpPr bwMode="auto">
            <a:xfrm>
              <a:off x="3113" y="1249"/>
              <a:ext cx="982" cy="592"/>
              <a:chOff x="3113" y="1249"/>
              <a:chExt cx="982" cy="592"/>
            </a:xfrm>
          </p:grpSpPr>
          <p:sp>
            <p:nvSpPr>
              <p:cNvPr id="12338" name="Line 58"/>
              <p:cNvSpPr>
                <a:spLocks noChangeShapeType="1"/>
              </p:cNvSpPr>
              <p:nvPr/>
            </p:nvSpPr>
            <p:spPr bwMode="auto">
              <a:xfrm flipV="1">
                <a:off x="3115" y="1249"/>
                <a:ext cx="0" cy="592"/>
              </a:xfrm>
              <a:prstGeom prst="line">
                <a:avLst/>
              </a:prstGeom>
              <a:noFill/>
              <a:ln w="28575">
                <a:solidFill>
                  <a:srgbClr val="0066FF"/>
                </a:solidFill>
                <a:round/>
                <a:headEnd type="none"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339" name="Line 59"/>
              <p:cNvSpPr>
                <a:spLocks noChangeShapeType="1"/>
              </p:cNvSpPr>
              <p:nvPr/>
            </p:nvSpPr>
            <p:spPr bwMode="auto">
              <a:xfrm rot="5400000" flipV="1">
                <a:off x="3604" y="1342"/>
                <a:ext cx="0" cy="982"/>
              </a:xfrm>
              <a:prstGeom prst="line">
                <a:avLst/>
              </a:prstGeom>
              <a:noFill/>
              <a:ln w="28575">
                <a:solidFill>
                  <a:srgbClr val="0066FF"/>
                </a:solidFill>
                <a:round/>
                <a:headEnd type="none"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340" name="Freeform 60"/>
              <p:cNvSpPr>
                <a:spLocks/>
              </p:cNvSpPr>
              <p:nvPr/>
            </p:nvSpPr>
            <p:spPr bwMode="auto">
              <a:xfrm>
                <a:off x="3128" y="1304"/>
                <a:ext cx="840" cy="528"/>
              </a:xfrm>
              <a:custGeom>
                <a:avLst/>
                <a:gdLst>
                  <a:gd name="T0" fmla="*/ 0 w 912"/>
                  <a:gd name="T1" fmla="*/ 528 h 528"/>
                  <a:gd name="T2" fmla="*/ 96 w 912"/>
                  <a:gd name="T3" fmla="*/ 136 h 528"/>
                  <a:gd name="T4" fmla="*/ 317 w 912"/>
                  <a:gd name="T5" fmla="*/ 0 h 528"/>
                  <a:gd name="T6" fmla="*/ 589 w 912"/>
                  <a:gd name="T7" fmla="*/ 8 h 528"/>
                  <a:gd name="T8" fmla="*/ 840 w 912"/>
                  <a:gd name="T9" fmla="*/ 72 h 5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12" h="528">
                    <a:moveTo>
                      <a:pt x="0" y="528"/>
                    </a:moveTo>
                    <a:lnTo>
                      <a:pt x="104" y="136"/>
                    </a:lnTo>
                    <a:lnTo>
                      <a:pt x="344" y="0"/>
                    </a:lnTo>
                    <a:lnTo>
                      <a:pt x="640" y="8"/>
                    </a:lnTo>
                    <a:lnTo>
                      <a:pt x="912" y="72"/>
                    </a:lnTo>
                  </a:path>
                </a:pathLst>
              </a:custGeom>
              <a:noFill/>
              <a:ln w="38100" cap="flat" cmpd="sng">
                <a:solidFill>
                  <a:srgbClr val="0066FF"/>
                </a:solidFill>
                <a:prstDash val="solid"/>
                <a:round/>
                <a:headEnd type="none" w="lg" len="lg"/>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12337" name="Text Box 61"/>
            <p:cNvSpPr txBox="1">
              <a:spLocks noChangeArrowheads="1"/>
            </p:cNvSpPr>
            <p:nvPr/>
          </p:nvSpPr>
          <p:spPr bwMode="auto">
            <a:xfrm>
              <a:off x="2726" y="841"/>
              <a:ext cx="1518"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1"/>
                  </a:solidFill>
                  <a:miter lim="800000"/>
                  <a:headEnd type="none" w="lg" len="lg"/>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i="1">
                  <a:solidFill>
                    <a:schemeClr val="tx1"/>
                  </a:solidFill>
                  <a:latin typeface="Arial" charset="0"/>
                  <a:cs typeface="Arial" charset="0"/>
                </a:defRPr>
              </a:lvl1pPr>
              <a:lvl2pPr marL="742950" indent="-285750" eaLnBrk="0" hangingPunct="0">
                <a:defRPr i="1">
                  <a:solidFill>
                    <a:schemeClr val="tx1"/>
                  </a:solidFill>
                  <a:latin typeface="Arial" charset="0"/>
                  <a:cs typeface="Arial" charset="0"/>
                </a:defRPr>
              </a:lvl2pPr>
              <a:lvl3pPr marL="1143000" indent="-228600" eaLnBrk="0" hangingPunct="0">
                <a:defRPr i="1">
                  <a:solidFill>
                    <a:schemeClr val="tx1"/>
                  </a:solidFill>
                  <a:latin typeface="Arial" charset="0"/>
                  <a:cs typeface="Arial" charset="0"/>
                </a:defRPr>
              </a:lvl3pPr>
              <a:lvl4pPr marL="1600200" indent="-228600" eaLnBrk="0" hangingPunct="0">
                <a:defRPr i="1">
                  <a:solidFill>
                    <a:schemeClr val="tx1"/>
                  </a:solidFill>
                  <a:latin typeface="Arial" charset="0"/>
                  <a:cs typeface="Arial" charset="0"/>
                </a:defRPr>
              </a:lvl4pPr>
              <a:lvl5pPr marL="2057400" indent="-228600" eaLnBrk="0" hangingPunct="0">
                <a:defRPr i="1">
                  <a:solidFill>
                    <a:schemeClr val="tx1"/>
                  </a:solidFill>
                  <a:latin typeface="Arial" charset="0"/>
                  <a:cs typeface="Arial" charset="0"/>
                </a:defRPr>
              </a:lvl5pPr>
              <a:lvl6pPr marL="2514600" indent="-228600" eaLnBrk="0" fontAlgn="base" hangingPunct="0">
                <a:spcBef>
                  <a:spcPct val="0"/>
                </a:spcBef>
                <a:spcAft>
                  <a:spcPct val="0"/>
                </a:spcAft>
                <a:defRPr i="1">
                  <a:solidFill>
                    <a:schemeClr val="tx1"/>
                  </a:solidFill>
                  <a:latin typeface="Arial" charset="0"/>
                  <a:cs typeface="Arial" charset="0"/>
                </a:defRPr>
              </a:lvl6pPr>
              <a:lvl7pPr marL="2971800" indent="-228600" eaLnBrk="0" fontAlgn="base" hangingPunct="0">
                <a:spcBef>
                  <a:spcPct val="0"/>
                </a:spcBef>
                <a:spcAft>
                  <a:spcPct val="0"/>
                </a:spcAft>
                <a:defRPr i="1">
                  <a:solidFill>
                    <a:schemeClr val="tx1"/>
                  </a:solidFill>
                  <a:latin typeface="Arial" charset="0"/>
                  <a:cs typeface="Arial" charset="0"/>
                </a:defRPr>
              </a:lvl7pPr>
              <a:lvl8pPr marL="3429000" indent="-228600" eaLnBrk="0" fontAlgn="base" hangingPunct="0">
                <a:spcBef>
                  <a:spcPct val="0"/>
                </a:spcBef>
                <a:spcAft>
                  <a:spcPct val="0"/>
                </a:spcAft>
                <a:defRPr i="1">
                  <a:solidFill>
                    <a:schemeClr val="tx1"/>
                  </a:solidFill>
                  <a:latin typeface="Arial" charset="0"/>
                  <a:cs typeface="Arial" charset="0"/>
                </a:defRPr>
              </a:lvl8pPr>
              <a:lvl9pPr marL="3886200" indent="-228600" eaLnBrk="0" fontAlgn="base" hangingPunct="0">
                <a:spcBef>
                  <a:spcPct val="0"/>
                </a:spcBef>
                <a:spcAft>
                  <a:spcPct val="0"/>
                </a:spcAft>
                <a:defRPr i="1">
                  <a:solidFill>
                    <a:schemeClr val="tx1"/>
                  </a:solidFill>
                  <a:latin typeface="Arial" charset="0"/>
                  <a:cs typeface="Arial" charset="0"/>
                </a:defRPr>
              </a:lvl9pPr>
            </a:lstStyle>
            <a:p>
              <a:r>
                <a:rPr lang="en-US" sz="2000" i="0">
                  <a:solidFill>
                    <a:srgbClr val="0066FF"/>
                  </a:solidFill>
                  <a:latin typeface="Times New Roman" pitchFamily="18" charset="0"/>
                </a:rPr>
                <a:t>Train reward function</a:t>
              </a:r>
            </a:p>
          </p:txBody>
        </p:sp>
      </p:grpSp>
      <p:grpSp>
        <p:nvGrpSpPr>
          <p:cNvPr id="831550" name="Group 62"/>
          <p:cNvGrpSpPr>
            <a:grpSpLocks/>
          </p:cNvGrpSpPr>
          <p:nvPr/>
        </p:nvGrpSpPr>
        <p:grpSpPr bwMode="auto">
          <a:xfrm>
            <a:off x="4210051" y="2895600"/>
            <a:ext cx="1389063" cy="444500"/>
            <a:chOff x="1692" y="1824"/>
            <a:chExt cx="875" cy="280"/>
          </a:xfrm>
        </p:grpSpPr>
        <p:cxnSp>
          <p:nvCxnSpPr>
            <p:cNvPr id="12334" name="AutoShape 63"/>
            <p:cNvCxnSpPr>
              <a:cxnSpLocks noChangeShapeType="1"/>
            </p:cNvCxnSpPr>
            <p:nvPr/>
          </p:nvCxnSpPr>
          <p:spPr bwMode="auto">
            <a:xfrm>
              <a:off x="1700" y="1824"/>
              <a:ext cx="867" cy="176"/>
            </a:xfrm>
            <a:prstGeom prst="straightConnector1">
              <a:avLst/>
            </a:prstGeom>
            <a:noFill/>
            <a:ln w="57150">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335" name="AutoShape 64"/>
            <p:cNvCxnSpPr>
              <a:cxnSpLocks noChangeShapeType="1"/>
            </p:cNvCxnSpPr>
            <p:nvPr/>
          </p:nvCxnSpPr>
          <p:spPr bwMode="auto">
            <a:xfrm flipV="1">
              <a:off x="1692" y="2000"/>
              <a:ext cx="867" cy="104"/>
            </a:xfrm>
            <a:prstGeom prst="straightConnector1">
              <a:avLst/>
            </a:prstGeom>
            <a:noFill/>
            <a:ln w="57150">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cxnSp>
        <p:nvCxnSpPr>
          <p:cNvPr id="831553" name="AutoShape 65"/>
          <p:cNvCxnSpPr>
            <a:cxnSpLocks noChangeShapeType="1"/>
          </p:cNvCxnSpPr>
          <p:nvPr/>
        </p:nvCxnSpPr>
        <p:spPr bwMode="auto">
          <a:xfrm flipV="1">
            <a:off x="6275389" y="3111500"/>
            <a:ext cx="1660525" cy="63500"/>
          </a:xfrm>
          <a:prstGeom prst="straightConnector1">
            <a:avLst/>
          </a:prstGeom>
          <a:noFill/>
          <a:ln w="57150">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831554" name="Freeform 66" descr="Dark upward diagonal"/>
          <p:cNvSpPr>
            <a:spLocks/>
          </p:cNvSpPr>
          <p:nvPr/>
        </p:nvSpPr>
        <p:spPr bwMode="auto">
          <a:xfrm>
            <a:off x="6483350" y="2063750"/>
            <a:ext cx="755650" cy="850900"/>
          </a:xfrm>
          <a:custGeom>
            <a:avLst/>
            <a:gdLst>
              <a:gd name="T0" fmla="*/ 0 w 476"/>
              <a:gd name="T1" fmla="*/ 838200 h 536"/>
              <a:gd name="T2" fmla="*/ 158750 w 476"/>
              <a:gd name="T3" fmla="*/ 215900 h 536"/>
              <a:gd name="T4" fmla="*/ 514350 w 476"/>
              <a:gd name="T5" fmla="*/ 0 h 536"/>
              <a:gd name="T6" fmla="*/ 755650 w 476"/>
              <a:gd name="T7" fmla="*/ 12700 h 536"/>
              <a:gd name="T8" fmla="*/ 755650 w 476"/>
              <a:gd name="T9" fmla="*/ 850900 h 536"/>
              <a:gd name="T10" fmla="*/ 0 w 476"/>
              <a:gd name="T11" fmla="*/ 838200 h 53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76" h="536">
                <a:moveTo>
                  <a:pt x="0" y="528"/>
                </a:moveTo>
                <a:lnTo>
                  <a:pt x="100" y="136"/>
                </a:lnTo>
                <a:lnTo>
                  <a:pt x="324" y="0"/>
                </a:lnTo>
                <a:lnTo>
                  <a:pt x="476" y="8"/>
                </a:lnTo>
                <a:lnTo>
                  <a:pt x="476" y="536"/>
                </a:lnTo>
                <a:lnTo>
                  <a:pt x="0" y="528"/>
                </a:lnTo>
                <a:close/>
              </a:path>
            </a:pathLst>
          </a:custGeom>
          <a:pattFill prst="dkUpDiag">
            <a:fgClr>
              <a:schemeClr val="accent1"/>
            </a:fgClr>
            <a:bgClr>
              <a:schemeClr val="bg1"/>
            </a:bgClr>
          </a:pattFill>
          <a:ln>
            <a:noFill/>
          </a:ln>
          <a:effectLst/>
          <a:extLst>
            <a:ext uri="{91240B29-F687-4F45-9708-019B960494DF}">
              <a14:hiddenLine xmlns:a14="http://schemas.microsoft.com/office/drawing/2010/main" w="38100" cap="flat" cmpd="sng">
                <a:solidFill>
                  <a:schemeClr val="tx1"/>
                </a:solidFill>
                <a:prstDash val="solid"/>
                <a:round/>
                <a:headEnd type="none" w="lg" len="lg"/>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332" name="Text Box 67"/>
          <p:cNvSpPr txBox="1">
            <a:spLocks noChangeArrowheads="1"/>
          </p:cNvSpPr>
          <p:nvPr/>
        </p:nvSpPr>
        <p:spPr bwMode="auto">
          <a:xfrm>
            <a:off x="3400426" y="1982789"/>
            <a:ext cx="150812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1"/>
                </a:solidFill>
                <a:miter lim="800000"/>
                <a:headEnd type="none" w="lg" len="lg"/>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i="1">
                <a:solidFill>
                  <a:schemeClr val="tx1"/>
                </a:solidFill>
                <a:latin typeface="Arial" charset="0"/>
                <a:cs typeface="Arial" charset="0"/>
              </a:defRPr>
            </a:lvl1pPr>
            <a:lvl2pPr marL="742950" indent="-285750" eaLnBrk="0" hangingPunct="0">
              <a:defRPr i="1">
                <a:solidFill>
                  <a:schemeClr val="tx1"/>
                </a:solidFill>
                <a:latin typeface="Arial" charset="0"/>
                <a:cs typeface="Arial" charset="0"/>
              </a:defRPr>
            </a:lvl2pPr>
            <a:lvl3pPr marL="1143000" indent="-228600" eaLnBrk="0" hangingPunct="0">
              <a:defRPr i="1">
                <a:solidFill>
                  <a:schemeClr val="tx1"/>
                </a:solidFill>
                <a:latin typeface="Arial" charset="0"/>
                <a:cs typeface="Arial" charset="0"/>
              </a:defRPr>
            </a:lvl3pPr>
            <a:lvl4pPr marL="1600200" indent="-228600" eaLnBrk="0" hangingPunct="0">
              <a:defRPr i="1">
                <a:solidFill>
                  <a:schemeClr val="tx1"/>
                </a:solidFill>
                <a:latin typeface="Arial" charset="0"/>
                <a:cs typeface="Arial" charset="0"/>
              </a:defRPr>
            </a:lvl4pPr>
            <a:lvl5pPr marL="2057400" indent="-228600" eaLnBrk="0" hangingPunct="0">
              <a:defRPr i="1">
                <a:solidFill>
                  <a:schemeClr val="tx1"/>
                </a:solidFill>
                <a:latin typeface="Arial" charset="0"/>
                <a:cs typeface="Arial" charset="0"/>
              </a:defRPr>
            </a:lvl5pPr>
            <a:lvl6pPr marL="2514600" indent="-228600" eaLnBrk="0" fontAlgn="base" hangingPunct="0">
              <a:spcBef>
                <a:spcPct val="0"/>
              </a:spcBef>
              <a:spcAft>
                <a:spcPct val="0"/>
              </a:spcAft>
              <a:defRPr i="1">
                <a:solidFill>
                  <a:schemeClr val="tx1"/>
                </a:solidFill>
                <a:latin typeface="Arial" charset="0"/>
                <a:cs typeface="Arial" charset="0"/>
              </a:defRPr>
            </a:lvl6pPr>
            <a:lvl7pPr marL="2971800" indent="-228600" eaLnBrk="0" fontAlgn="base" hangingPunct="0">
              <a:spcBef>
                <a:spcPct val="0"/>
              </a:spcBef>
              <a:spcAft>
                <a:spcPct val="0"/>
              </a:spcAft>
              <a:defRPr i="1">
                <a:solidFill>
                  <a:schemeClr val="tx1"/>
                </a:solidFill>
                <a:latin typeface="Arial" charset="0"/>
                <a:cs typeface="Arial" charset="0"/>
              </a:defRPr>
            </a:lvl7pPr>
            <a:lvl8pPr marL="3429000" indent="-228600" eaLnBrk="0" fontAlgn="base" hangingPunct="0">
              <a:spcBef>
                <a:spcPct val="0"/>
              </a:spcBef>
              <a:spcAft>
                <a:spcPct val="0"/>
              </a:spcAft>
              <a:defRPr i="1">
                <a:solidFill>
                  <a:schemeClr val="tx1"/>
                </a:solidFill>
                <a:latin typeface="Arial" charset="0"/>
                <a:cs typeface="Arial" charset="0"/>
              </a:defRPr>
            </a:lvl8pPr>
            <a:lvl9pPr marL="3886200" indent="-228600" eaLnBrk="0" fontAlgn="base" hangingPunct="0">
              <a:spcBef>
                <a:spcPct val="0"/>
              </a:spcBef>
              <a:spcAft>
                <a:spcPct val="0"/>
              </a:spcAft>
              <a:defRPr i="1">
                <a:solidFill>
                  <a:schemeClr val="tx1"/>
                </a:solidFill>
                <a:latin typeface="Arial" charset="0"/>
                <a:cs typeface="Arial" charset="0"/>
              </a:defRPr>
            </a:lvl9pPr>
          </a:lstStyle>
          <a:p>
            <a:pPr algn="ctr"/>
            <a:r>
              <a:rPr lang="en-US" sz="2000" i="0">
                <a:latin typeface="Times New Roman" pitchFamily="18" charset="0"/>
              </a:rPr>
              <a:t>Locomotives</a:t>
            </a:r>
          </a:p>
        </p:txBody>
      </p:sp>
      <p:sp>
        <p:nvSpPr>
          <p:cNvPr id="12333" name="Text Box 68"/>
          <p:cNvSpPr txBox="1">
            <a:spLocks noChangeArrowheads="1"/>
          </p:cNvSpPr>
          <p:nvPr/>
        </p:nvSpPr>
        <p:spPr bwMode="auto">
          <a:xfrm>
            <a:off x="1973264" y="1970089"/>
            <a:ext cx="142557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1"/>
                </a:solidFill>
                <a:miter lim="800000"/>
                <a:headEnd type="none" w="lg" len="lg"/>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i="1">
                <a:solidFill>
                  <a:schemeClr val="tx1"/>
                </a:solidFill>
                <a:latin typeface="Arial" charset="0"/>
                <a:cs typeface="Arial" charset="0"/>
              </a:defRPr>
            </a:lvl1pPr>
            <a:lvl2pPr marL="742950" indent="-285750" eaLnBrk="0" hangingPunct="0">
              <a:defRPr i="1">
                <a:solidFill>
                  <a:schemeClr val="tx1"/>
                </a:solidFill>
                <a:latin typeface="Arial" charset="0"/>
                <a:cs typeface="Arial" charset="0"/>
              </a:defRPr>
            </a:lvl2pPr>
            <a:lvl3pPr marL="1143000" indent="-228600" eaLnBrk="0" hangingPunct="0">
              <a:defRPr i="1">
                <a:solidFill>
                  <a:schemeClr val="tx1"/>
                </a:solidFill>
                <a:latin typeface="Arial" charset="0"/>
                <a:cs typeface="Arial" charset="0"/>
              </a:defRPr>
            </a:lvl3pPr>
            <a:lvl4pPr marL="1600200" indent="-228600" eaLnBrk="0" hangingPunct="0">
              <a:defRPr i="1">
                <a:solidFill>
                  <a:schemeClr val="tx1"/>
                </a:solidFill>
                <a:latin typeface="Arial" charset="0"/>
                <a:cs typeface="Arial" charset="0"/>
              </a:defRPr>
            </a:lvl4pPr>
            <a:lvl5pPr marL="2057400" indent="-228600" eaLnBrk="0" hangingPunct="0">
              <a:defRPr i="1">
                <a:solidFill>
                  <a:schemeClr val="tx1"/>
                </a:solidFill>
                <a:latin typeface="Arial" charset="0"/>
                <a:cs typeface="Arial" charset="0"/>
              </a:defRPr>
            </a:lvl5pPr>
            <a:lvl6pPr marL="2514600" indent="-228600" eaLnBrk="0" fontAlgn="base" hangingPunct="0">
              <a:spcBef>
                <a:spcPct val="0"/>
              </a:spcBef>
              <a:spcAft>
                <a:spcPct val="0"/>
              </a:spcAft>
              <a:defRPr i="1">
                <a:solidFill>
                  <a:schemeClr val="tx1"/>
                </a:solidFill>
                <a:latin typeface="Arial" charset="0"/>
                <a:cs typeface="Arial" charset="0"/>
              </a:defRPr>
            </a:lvl6pPr>
            <a:lvl7pPr marL="2971800" indent="-228600" eaLnBrk="0" fontAlgn="base" hangingPunct="0">
              <a:spcBef>
                <a:spcPct val="0"/>
              </a:spcBef>
              <a:spcAft>
                <a:spcPct val="0"/>
              </a:spcAft>
              <a:defRPr i="1">
                <a:solidFill>
                  <a:schemeClr val="tx1"/>
                </a:solidFill>
                <a:latin typeface="Arial" charset="0"/>
                <a:cs typeface="Arial" charset="0"/>
              </a:defRPr>
            </a:lvl7pPr>
            <a:lvl8pPr marL="3429000" indent="-228600" eaLnBrk="0" fontAlgn="base" hangingPunct="0">
              <a:spcBef>
                <a:spcPct val="0"/>
              </a:spcBef>
              <a:spcAft>
                <a:spcPct val="0"/>
              </a:spcAft>
              <a:defRPr i="1">
                <a:solidFill>
                  <a:schemeClr val="tx1"/>
                </a:solidFill>
                <a:latin typeface="Arial" charset="0"/>
                <a:cs typeface="Arial" charset="0"/>
              </a:defRPr>
            </a:lvl8pPr>
            <a:lvl9pPr marL="3886200" indent="-228600" eaLnBrk="0" fontAlgn="base" hangingPunct="0">
              <a:spcBef>
                <a:spcPct val="0"/>
              </a:spcBef>
              <a:spcAft>
                <a:spcPct val="0"/>
              </a:spcAft>
              <a:defRPr i="1">
                <a:solidFill>
                  <a:schemeClr val="tx1"/>
                </a:solidFill>
                <a:latin typeface="Arial" charset="0"/>
                <a:cs typeface="Arial" charset="0"/>
              </a:defRPr>
            </a:lvl9pPr>
          </a:lstStyle>
          <a:p>
            <a:pPr algn="ctr"/>
            <a:r>
              <a:rPr lang="en-US" sz="2000" i="0">
                <a:latin typeface="Times New Roman" pitchFamily="18" charset="0"/>
              </a:rPr>
              <a:t>Horsepower</a:t>
            </a:r>
          </a:p>
        </p:txBody>
      </p:sp>
    </p:spTree>
    <p:extLst>
      <p:ext uri="{BB962C8B-B14F-4D97-AF65-F5344CB8AC3E}">
        <p14:creationId xmlns:p14="http://schemas.microsoft.com/office/powerpoint/2010/main" val="4158388348"/>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nodeType="clickEffect">
                                  <p:stCondLst>
                                    <p:cond delay="0"/>
                                  </p:stCondLst>
                                  <p:childTnLst>
                                    <p:set>
                                      <p:cBhvr>
                                        <p:cTn id="6" dur="1" fill="hold">
                                          <p:stCondLst>
                                            <p:cond delay="0"/>
                                          </p:stCondLst>
                                        </p:cTn>
                                        <p:tgtEl>
                                          <p:spTgt spid="831544"/>
                                        </p:tgtEl>
                                        <p:attrNameLst>
                                          <p:attrName>style.visibility</p:attrName>
                                        </p:attrNameLst>
                                      </p:cBhvr>
                                      <p:to>
                                        <p:strVal val="visible"/>
                                      </p:to>
                                    </p:set>
                                    <p:animEffect transition="in" filter="wipe(up)">
                                      <p:cBhvr>
                                        <p:cTn id="7" dur="500"/>
                                        <p:tgtEl>
                                          <p:spTgt spid="831544"/>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8" fill="hold" nodeType="clickEffect">
                                  <p:stCondLst>
                                    <p:cond delay="0"/>
                                  </p:stCondLst>
                                  <p:childTnLst>
                                    <p:set>
                                      <p:cBhvr>
                                        <p:cTn id="11" dur="1" fill="hold">
                                          <p:stCondLst>
                                            <p:cond delay="0"/>
                                          </p:stCondLst>
                                        </p:cTn>
                                        <p:tgtEl>
                                          <p:spTgt spid="831550"/>
                                        </p:tgtEl>
                                        <p:attrNameLst>
                                          <p:attrName>style.visibility</p:attrName>
                                        </p:attrNameLst>
                                      </p:cBhvr>
                                      <p:to>
                                        <p:strVal val="visible"/>
                                      </p:to>
                                    </p:set>
                                    <p:animEffect transition="in" filter="wipe(left)">
                                      <p:cBhvr>
                                        <p:cTn id="12" dur="500"/>
                                        <p:tgtEl>
                                          <p:spTgt spid="831550"/>
                                        </p:tgtEl>
                                      </p:cBhvr>
                                    </p:animEffect>
                                  </p:childTnLst>
                                </p:cTn>
                              </p:par>
                            </p:childTnLst>
                          </p:cTn>
                        </p:par>
                        <p:par>
                          <p:cTn id="13" fill="hold" nodeType="afterGroup">
                            <p:stCondLst>
                              <p:cond delay="500"/>
                            </p:stCondLst>
                            <p:childTnLst>
                              <p:par>
                                <p:cTn id="14" presetID="22" presetClass="entr" presetSubtype="8" fill="hold" nodeType="afterEffect">
                                  <p:stCondLst>
                                    <p:cond delay="0"/>
                                  </p:stCondLst>
                                  <p:childTnLst>
                                    <p:set>
                                      <p:cBhvr>
                                        <p:cTn id="15" dur="1" fill="hold">
                                          <p:stCondLst>
                                            <p:cond delay="0"/>
                                          </p:stCondLst>
                                        </p:cTn>
                                        <p:tgtEl>
                                          <p:spTgt spid="831553"/>
                                        </p:tgtEl>
                                        <p:attrNameLst>
                                          <p:attrName>style.visibility</p:attrName>
                                        </p:attrNameLst>
                                      </p:cBhvr>
                                      <p:to>
                                        <p:strVal val="visible"/>
                                      </p:to>
                                    </p:set>
                                    <p:animEffect transition="in" filter="wipe(left)">
                                      <p:cBhvr>
                                        <p:cTn id="16" dur="500"/>
                                        <p:tgtEl>
                                          <p:spTgt spid="831553"/>
                                        </p:tgtEl>
                                      </p:cBhvr>
                                    </p:animEffect>
                                  </p:childTnLst>
                                </p:cTn>
                              </p:par>
                            </p:childTnLst>
                          </p:cTn>
                        </p:par>
                        <p:par>
                          <p:cTn id="17" fill="hold" nodeType="afterGroup">
                            <p:stCondLst>
                              <p:cond delay="1000"/>
                            </p:stCondLst>
                            <p:childTnLst>
                              <p:par>
                                <p:cTn id="18" presetID="22" presetClass="entr" presetSubtype="8" fill="hold" grpId="0" nodeType="afterEffect">
                                  <p:stCondLst>
                                    <p:cond delay="0"/>
                                  </p:stCondLst>
                                  <p:childTnLst>
                                    <p:set>
                                      <p:cBhvr>
                                        <p:cTn id="19" dur="1" fill="hold">
                                          <p:stCondLst>
                                            <p:cond delay="0"/>
                                          </p:stCondLst>
                                        </p:cTn>
                                        <p:tgtEl>
                                          <p:spTgt spid="831554"/>
                                        </p:tgtEl>
                                        <p:attrNameLst>
                                          <p:attrName>style.visibility</p:attrName>
                                        </p:attrNameLst>
                                      </p:cBhvr>
                                      <p:to>
                                        <p:strVal val="visible"/>
                                      </p:to>
                                    </p:set>
                                    <p:animEffect transition="in" filter="wipe(left)">
                                      <p:cBhvr>
                                        <p:cTn id="20" dur="500"/>
                                        <p:tgtEl>
                                          <p:spTgt spid="8315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31554" grpId="0" animBg="1"/>
    </p:bldLst>
  </p:timing>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14" name="Rectangle 2"/>
          <p:cNvSpPr>
            <a:spLocks noGrp="1" noChangeArrowheads="1"/>
          </p:cNvSpPr>
          <p:nvPr>
            <p:ph type="title"/>
          </p:nvPr>
        </p:nvSpPr>
        <p:spPr/>
        <p:txBody>
          <a:bodyPr/>
          <a:lstStyle/>
          <a:p>
            <a:pPr eaLnBrk="1" hangingPunct="1"/>
            <a:r>
              <a:rPr lang="en-US" dirty="0"/>
              <a:t>Locomotive planning at Norfolk Southern</a:t>
            </a:r>
          </a:p>
        </p:txBody>
      </p:sp>
      <p:sp>
        <p:nvSpPr>
          <p:cNvPr id="13315" name="Rectangle 3"/>
          <p:cNvSpPr>
            <a:spLocks noGrp="1" noChangeArrowheads="1"/>
          </p:cNvSpPr>
          <p:nvPr>
            <p:ph type="body" idx="1"/>
          </p:nvPr>
        </p:nvSpPr>
        <p:spPr>
          <a:xfrm>
            <a:off x="2133600" y="1343026"/>
            <a:ext cx="8382000" cy="525463"/>
          </a:xfrm>
        </p:spPr>
        <p:txBody>
          <a:bodyPr/>
          <a:lstStyle/>
          <a:p>
            <a:pPr eaLnBrk="1" hangingPunct="1"/>
            <a:r>
              <a:rPr lang="en-US"/>
              <a:t>The train reward function</a:t>
            </a:r>
          </a:p>
        </p:txBody>
      </p:sp>
      <p:sp>
        <p:nvSpPr>
          <p:cNvPr id="13316" name="Line 4"/>
          <p:cNvSpPr>
            <a:spLocks noChangeShapeType="1"/>
          </p:cNvSpPr>
          <p:nvPr/>
        </p:nvSpPr>
        <p:spPr bwMode="auto">
          <a:xfrm flipV="1">
            <a:off x="4159250" y="2219326"/>
            <a:ext cx="0" cy="2124075"/>
          </a:xfrm>
          <a:prstGeom prst="line">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317" name="Line 5"/>
          <p:cNvSpPr>
            <a:spLocks noChangeShapeType="1"/>
          </p:cNvSpPr>
          <p:nvPr/>
        </p:nvSpPr>
        <p:spPr bwMode="auto">
          <a:xfrm rot="5400000" flipV="1">
            <a:off x="6224588" y="2268538"/>
            <a:ext cx="0" cy="4140200"/>
          </a:xfrm>
          <a:prstGeom prst="line">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318" name="Freeform 6"/>
          <p:cNvSpPr>
            <a:spLocks/>
          </p:cNvSpPr>
          <p:nvPr/>
        </p:nvSpPr>
        <p:spPr bwMode="auto">
          <a:xfrm>
            <a:off x="4178301" y="2447926"/>
            <a:ext cx="4048125" cy="1895475"/>
          </a:xfrm>
          <a:custGeom>
            <a:avLst/>
            <a:gdLst>
              <a:gd name="T0" fmla="*/ 0 w 2046"/>
              <a:gd name="T1" fmla="*/ 1895475 h 906"/>
              <a:gd name="T2" fmla="*/ 546081 w 2046"/>
              <a:gd name="T3" fmla="*/ 539771 h 906"/>
              <a:gd name="T4" fmla="*/ 1305847 w 2046"/>
              <a:gd name="T5" fmla="*/ 0 h 906"/>
              <a:gd name="T6" fmla="*/ 2101226 w 2046"/>
              <a:gd name="T7" fmla="*/ 62764 h 906"/>
              <a:gd name="T8" fmla="*/ 2825378 w 2046"/>
              <a:gd name="T9" fmla="*/ 288715 h 906"/>
              <a:gd name="T10" fmla="*/ 3490172 w 2046"/>
              <a:gd name="T11" fmla="*/ 640194 h 906"/>
              <a:gd name="T12" fmla="*/ 4048125 w 2046"/>
              <a:gd name="T13" fmla="*/ 1054436 h 90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46" h="906">
                <a:moveTo>
                  <a:pt x="0" y="906"/>
                </a:moveTo>
                <a:lnTo>
                  <a:pt x="276" y="258"/>
                </a:lnTo>
                <a:lnTo>
                  <a:pt x="660" y="0"/>
                </a:lnTo>
                <a:lnTo>
                  <a:pt x="1062" y="30"/>
                </a:lnTo>
                <a:lnTo>
                  <a:pt x="1428" y="138"/>
                </a:lnTo>
                <a:lnTo>
                  <a:pt x="1764" y="306"/>
                </a:lnTo>
                <a:lnTo>
                  <a:pt x="2046" y="504"/>
                </a:lnTo>
              </a:path>
            </a:pathLst>
          </a:custGeom>
          <a:noFill/>
          <a:ln w="28575" cap="flat" cmpd="sng">
            <a:solidFill>
              <a:schemeClr val="tx1"/>
            </a:solidFill>
            <a:prstDash val="solid"/>
            <a:round/>
            <a:headEnd type="none" w="lg" len="lg"/>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833543" name="Group 7"/>
          <p:cNvGrpSpPr>
            <a:grpSpLocks/>
          </p:cNvGrpSpPr>
          <p:nvPr/>
        </p:nvGrpSpPr>
        <p:grpSpPr bwMode="auto">
          <a:xfrm>
            <a:off x="5505448" y="2444749"/>
            <a:ext cx="587375" cy="2381250"/>
            <a:chOff x="2508" y="1540"/>
            <a:chExt cx="370" cy="1500"/>
          </a:xfrm>
        </p:grpSpPr>
        <p:sp>
          <p:nvSpPr>
            <p:cNvPr id="13329" name="Line 8"/>
            <p:cNvSpPr>
              <a:spLocks noChangeShapeType="1"/>
            </p:cNvSpPr>
            <p:nvPr/>
          </p:nvSpPr>
          <p:spPr bwMode="auto">
            <a:xfrm>
              <a:off x="2508" y="1540"/>
              <a:ext cx="0" cy="1380"/>
            </a:xfrm>
            <a:prstGeom prst="line">
              <a:avLst/>
            </a:prstGeom>
            <a:noFill/>
            <a:ln w="28575">
              <a:solidFill>
                <a:srgbClr val="0000CC"/>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330" name="Text Box 9"/>
            <p:cNvSpPr txBox="1">
              <a:spLocks noChangeArrowheads="1"/>
            </p:cNvSpPr>
            <p:nvPr/>
          </p:nvSpPr>
          <p:spPr bwMode="auto">
            <a:xfrm>
              <a:off x="2510" y="2827"/>
              <a:ext cx="368" cy="213"/>
            </a:xfrm>
            <a:prstGeom prst="rect">
              <a:avLst/>
            </a:prstGeom>
            <a:noFill/>
            <a:ln w="28575">
              <a:solidFill>
                <a:srgbClr val="0000CC"/>
              </a:solidFill>
              <a:miter lim="800000"/>
              <a:headEnd type="none" w="lg" len="lg"/>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i="1">
                  <a:solidFill>
                    <a:schemeClr val="tx1"/>
                  </a:solidFill>
                  <a:latin typeface="Arial" charset="0"/>
                  <a:cs typeface="Arial" charset="0"/>
                </a:defRPr>
              </a:lvl1pPr>
              <a:lvl2pPr marL="742950" indent="-285750" eaLnBrk="0" hangingPunct="0">
                <a:defRPr i="1">
                  <a:solidFill>
                    <a:schemeClr val="tx1"/>
                  </a:solidFill>
                  <a:latin typeface="Arial" charset="0"/>
                  <a:cs typeface="Arial" charset="0"/>
                </a:defRPr>
              </a:lvl2pPr>
              <a:lvl3pPr marL="1143000" indent="-228600" eaLnBrk="0" hangingPunct="0">
                <a:defRPr i="1">
                  <a:solidFill>
                    <a:schemeClr val="tx1"/>
                  </a:solidFill>
                  <a:latin typeface="Arial" charset="0"/>
                  <a:cs typeface="Arial" charset="0"/>
                </a:defRPr>
              </a:lvl3pPr>
              <a:lvl4pPr marL="1600200" indent="-228600" eaLnBrk="0" hangingPunct="0">
                <a:defRPr i="1">
                  <a:solidFill>
                    <a:schemeClr val="tx1"/>
                  </a:solidFill>
                  <a:latin typeface="Arial" charset="0"/>
                  <a:cs typeface="Arial" charset="0"/>
                </a:defRPr>
              </a:lvl4pPr>
              <a:lvl5pPr marL="2057400" indent="-228600" eaLnBrk="0" hangingPunct="0">
                <a:defRPr i="1">
                  <a:solidFill>
                    <a:schemeClr val="tx1"/>
                  </a:solidFill>
                  <a:latin typeface="Arial" charset="0"/>
                  <a:cs typeface="Arial" charset="0"/>
                </a:defRPr>
              </a:lvl5pPr>
              <a:lvl6pPr marL="2514600" indent="-228600" eaLnBrk="0" fontAlgn="base" hangingPunct="0">
                <a:spcBef>
                  <a:spcPct val="0"/>
                </a:spcBef>
                <a:spcAft>
                  <a:spcPct val="0"/>
                </a:spcAft>
                <a:defRPr i="1">
                  <a:solidFill>
                    <a:schemeClr val="tx1"/>
                  </a:solidFill>
                  <a:latin typeface="Arial" charset="0"/>
                  <a:cs typeface="Arial" charset="0"/>
                </a:defRPr>
              </a:lvl6pPr>
              <a:lvl7pPr marL="2971800" indent="-228600" eaLnBrk="0" fontAlgn="base" hangingPunct="0">
                <a:spcBef>
                  <a:spcPct val="0"/>
                </a:spcBef>
                <a:spcAft>
                  <a:spcPct val="0"/>
                </a:spcAft>
                <a:defRPr i="1">
                  <a:solidFill>
                    <a:schemeClr val="tx1"/>
                  </a:solidFill>
                  <a:latin typeface="Arial" charset="0"/>
                  <a:cs typeface="Arial" charset="0"/>
                </a:defRPr>
              </a:lvl7pPr>
              <a:lvl8pPr marL="3429000" indent="-228600" eaLnBrk="0" fontAlgn="base" hangingPunct="0">
                <a:spcBef>
                  <a:spcPct val="0"/>
                </a:spcBef>
                <a:spcAft>
                  <a:spcPct val="0"/>
                </a:spcAft>
                <a:defRPr i="1">
                  <a:solidFill>
                    <a:schemeClr val="tx1"/>
                  </a:solidFill>
                  <a:latin typeface="Arial" charset="0"/>
                  <a:cs typeface="Arial" charset="0"/>
                </a:defRPr>
              </a:lvl8pPr>
              <a:lvl9pPr marL="3886200" indent="-228600" eaLnBrk="0" fontAlgn="base" hangingPunct="0">
                <a:spcBef>
                  <a:spcPct val="0"/>
                </a:spcBef>
                <a:spcAft>
                  <a:spcPct val="0"/>
                </a:spcAft>
                <a:defRPr i="1">
                  <a:solidFill>
                    <a:schemeClr val="tx1"/>
                  </a:solidFill>
                  <a:latin typeface="Arial" charset="0"/>
                  <a:cs typeface="Arial" charset="0"/>
                </a:defRPr>
              </a:lvl9pPr>
            </a:lstStyle>
            <a:p>
              <a:r>
                <a:rPr lang="en-US" sz="1600" i="0">
                  <a:solidFill>
                    <a:srgbClr val="0000CC"/>
                  </a:solidFill>
                  <a:latin typeface="Times New Roman" pitchFamily="18" charset="0"/>
                </a:rPr>
                <a:t>Goal</a:t>
              </a:r>
            </a:p>
          </p:txBody>
        </p:sp>
      </p:grpSp>
      <p:sp>
        <p:nvSpPr>
          <p:cNvPr id="13320" name="Text Box 10"/>
          <p:cNvSpPr txBox="1">
            <a:spLocks noChangeArrowheads="1"/>
          </p:cNvSpPr>
          <p:nvPr/>
        </p:nvSpPr>
        <p:spPr bwMode="auto">
          <a:xfrm>
            <a:off x="6486526" y="4300538"/>
            <a:ext cx="703263"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type="none" w="lg" len="lg"/>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i="1">
                <a:solidFill>
                  <a:schemeClr val="tx1"/>
                </a:solidFill>
                <a:latin typeface="Arial" charset="0"/>
                <a:cs typeface="Arial" charset="0"/>
              </a:defRPr>
            </a:lvl1pPr>
            <a:lvl2pPr marL="742950" indent="-285750" eaLnBrk="0" hangingPunct="0">
              <a:defRPr i="1">
                <a:solidFill>
                  <a:schemeClr val="tx1"/>
                </a:solidFill>
                <a:latin typeface="Arial" charset="0"/>
                <a:cs typeface="Arial" charset="0"/>
              </a:defRPr>
            </a:lvl2pPr>
            <a:lvl3pPr marL="1143000" indent="-228600" eaLnBrk="0" hangingPunct="0">
              <a:defRPr i="1">
                <a:solidFill>
                  <a:schemeClr val="tx1"/>
                </a:solidFill>
                <a:latin typeface="Arial" charset="0"/>
                <a:cs typeface="Arial" charset="0"/>
              </a:defRPr>
            </a:lvl3pPr>
            <a:lvl4pPr marL="1600200" indent="-228600" eaLnBrk="0" hangingPunct="0">
              <a:defRPr i="1">
                <a:solidFill>
                  <a:schemeClr val="tx1"/>
                </a:solidFill>
                <a:latin typeface="Arial" charset="0"/>
                <a:cs typeface="Arial" charset="0"/>
              </a:defRPr>
            </a:lvl4pPr>
            <a:lvl5pPr marL="2057400" indent="-228600" eaLnBrk="0" hangingPunct="0">
              <a:defRPr i="1">
                <a:solidFill>
                  <a:schemeClr val="tx1"/>
                </a:solidFill>
                <a:latin typeface="Arial" charset="0"/>
                <a:cs typeface="Arial" charset="0"/>
              </a:defRPr>
            </a:lvl5pPr>
            <a:lvl6pPr marL="2514600" indent="-228600" eaLnBrk="0" fontAlgn="base" hangingPunct="0">
              <a:spcBef>
                <a:spcPct val="0"/>
              </a:spcBef>
              <a:spcAft>
                <a:spcPct val="0"/>
              </a:spcAft>
              <a:defRPr i="1">
                <a:solidFill>
                  <a:schemeClr val="tx1"/>
                </a:solidFill>
                <a:latin typeface="Arial" charset="0"/>
                <a:cs typeface="Arial" charset="0"/>
              </a:defRPr>
            </a:lvl6pPr>
            <a:lvl7pPr marL="2971800" indent="-228600" eaLnBrk="0" fontAlgn="base" hangingPunct="0">
              <a:spcBef>
                <a:spcPct val="0"/>
              </a:spcBef>
              <a:spcAft>
                <a:spcPct val="0"/>
              </a:spcAft>
              <a:defRPr i="1">
                <a:solidFill>
                  <a:schemeClr val="tx1"/>
                </a:solidFill>
                <a:latin typeface="Arial" charset="0"/>
                <a:cs typeface="Arial" charset="0"/>
              </a:defRPr>
            </a:lvl7pPr>
            <a:lvl8pPr marL="3429000" indent="-228600" eaLnBrk="0" fontAlgn="base" hangingPunct="0">
              <a:spcBef>
                <a:spcPct val="0"/>
              </a:spcBef>
              <a:spcAft>
                <a:spcPct val="0"/>
              </a:spcAft>
              <a:defRPr i="1">
                <a:solidFill>
                  <a:schemeClr val="tx1"/>
                </a:solidFill>
                <a:latin typeface="Arial" charset="0"/>
                <a:cs typeface="Arial" charset="0"/>
              </a:defRPr>
            </a:lvl8pPr>
            <a:lvl9pPr marL="3886200" indent="-228600" eaLnBrk="0" fontAlgn="base" hangingPunct="0">
              <a:spcBef>
                <a:spcPct val="0"/>
              </a:spcBef>
              <a:spcAft>
                <a:spcPct val="0"/>
              </a:spcAft>
              <a:defRPr i="1">
                <a:solidFill>
                  <a:schemeClr val="tx1"/>
                </a:solidFill>
                <a:latin typeface="Arial" charset="0"/>
                <a:cs typeface="Arial" charset="0"/>
              </a:defRPr>
            </a:lvl9pPr>
          </a:lstStyle>
          <a:p>
            <a:r>
              <a:rPr lang="en-US" sz="1600" i="0">
                <a:latin typeface="Times New Roman" pitchFamily="18" charset="0"/>
              </a:rPr>
              <a:t>Power</a:t>
            </a:r>
          </a:p>
        </p:txBody>
      </p:sp>
      <p:grpSp>
        <p:nvGrpSpPr>
          <p:cNvPr id="833547" name="Group 11"/>
          <p:cNvGrpSpPr>
            <a:grpSpLocks/>
          </p:cNvGrpSpPr>
          <p:nvPr/>
        </p:nvGrpSpPr>
        <p:grpSpPr bwMode="auto">
          <a:xfrm>
            <a:off x="4756152" y="2994024"/>
            <a:ext cx="1011238" cy="2330450"/>
            <a:chOff x="2036" y="1886"/>
            <a:chExt cx="637" cy="1468"/>
          </a:xfrm>
        </p:grpSpPr>
        <p:sp>
          <p:nvSpPr>
            <p:cNvPr id="13327" name="Line 12"/>
            <p:cNvSpPr>
              <a:spLocks noChangeShapeType="1"/>
            </p:cNvSpPr>
            <p:nvPr/>
          </p:nvSpPr>
          <p:spPr bwMode="auto">
            <a:xfrm>
              <a:off x="2036" y="1886"/>
              <a:ext cx="0" cy="1300"/>
            </a:xfrm>
            <a:prstGeom prst="line">
              <a:avLst/>
            </a:prstGeom>
            <a:noFill/>
            <a:ln w="28575">
              <a:solidFill>
                <a:srgbClr val="0000CC"/>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328" name="Text Box 13"/>
            <p:cNvSpPr txBox="1">
              <a:spLocks noChangeArrowheads="1"/>
            </p:cNvSpPr>
            <p:nvPr/>
          </p:nvSpPr>
          <p:spPr bwMode="auto">
            <a:xfrm>
              <a:off x="2038" y="3141"/>
              <a:ext cx="635" cy="213"/>
            </a:xfrm>
            <a:prstGeom prst="rect">
              <a:avLst/>
            </a:prstGeom>
            <a:noFill/>
            <a:ln w="28575">
              <a:solidFill>
                <a:srgbClr val="0000CC"/>
              </a:solidFill>
              <a:miter lim="800000"/>
              <a:headEnd type="none" w="lg" len="lg"/>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i="1">
                  <a:solidFill>
                    <a:schemeClr val="tx1"/>
                  </a:solidFill>
                  <a:latin typeface="Arial" charset="0"/>
                  <a:cs typeface="Arial" charset="0"/>
                </a:defRPr>
              </a:lvl1pPr>
              <a:lvl2pPr marL="742950" indent="-285750" eaLnBrk="0" hangingPunct="0">
                <a:defRPr i="1">
                  <a:solidFill>
                    <a:schemeClr val="tx1"/>
                  </a:solidFill>
                  <a:latin typeface="Arial" charset="0"/>
                  <a:cs typeface="Arial" charset="0"/>
                </a:defRPr>
              </a:lvl2pPr>
              <a:lvl3pPr marL="1143000" indent="-228600" eaLnBrk="0" hangingPunct="0">
                <a:defRPr i="1">
                  <a:solidFill>
                    <a:schemeClr val="tx1"/>
                  </a:solidFill>
                  <a:latin typeface="Arial" charset="0"/>
                  <a:cs typeface="Arial" charset="0"/>
                </a:defRPr>
              </a:lvl3pPr>
              <a:lvl4pPr marL="1600200" indent="-228600" eaLnBrk="0" hangingPunct="0">
                <a:defRPr i="1">
                  <a:solidFill>
                    <a:schemeClr val="tx1"/>
                  </a:solidFill>
                  <a:latin typeface="Arial" charset="0"/>
                  <a:cs typeface="Arial" charset="0"/>
                </a:defRPr>
              </a:lvl4pPr>
              <a:lvl5pPr marL="2057400" indent="-228600" eaLnBrk="0" hangingPunct="0">
                <a:defRPr i="1">
                  <a:solidFill>
                    <a:schemeClr val="tx1"/>
                  </a:solidFill>
                  <a:latin typeface="Arial" charset="0"/>
                  <a:cs typeface="Arial" charset="0"/>
                </a:defRPr>
              </a:lvl5pPr>
              <a:lvl6pPr marL="2514600" indent="-228600" eaLnBrk="0" fontAlgn="base" hangingPunct="0">
                <a:spcBef>
                  <a:spcPct val="0"/>
                </a:spcBef>
                <a:spcAft>
                  <a:spcPct val="0"/>
                </a:spcAft>
                <a:defRPr i="1">
                  <a:solidFill>
                    <a:schemeClr val="tx1"/>
                  </a:solidFill>
                  <a:latin typeface="Arial" charset="0"/>
                  <a:cs typeface="Arial" charset="0"/>
                </a:defRPr>
              </a:lvl6pPr>
              <a:lvl7pPr marL="2971800" indent="-228600" eaLnBrk="0" fontAlgn="base" hangingPunct="0">
                <a:spcBef>
                  <a:spcPct val="0"/>
                </a:spcBef>
                <a:spcAft>
                  <a:spcPct val="0"/>
                </a:spcAft>
                <a:defRPr i="1">
                  <a:solidFill>
                    <a:schemeClr val="tx1"/>
                  </a:solidFill>
                  <a:latin typeface="Arial" charset="0"/>
                  <a:cs typeface="Arial" charset="0"/>
                </a:defRPr>
              </a:lvl7pPr>
              <a:lvl8pPr marL="3429000" indent="-228600" eaLnBrk="0" fontAlgn="base" hangingPunct="0">
                <a:spcBef>
                  <a:spcPct val="0"/>
                </a:spcBef>
                <a:spcAft>
                  <a:spcPct val="0"/>
                </a:spcAft>
                <a:defRPr i="1">
                  <a:solidFill>
                    <a:schemeClr val="tx1"/>
                  </a:solidFill>
                  <a:latin typeface="Arial" charset="0"/>
                  <a:cs typeface="Arial" charset="0"/>
                </a:defRPr>
              </a:lvl8pPr>
              <a:lvl9pPr marL="3886200" indent="-228600" eaLnBrk="0" fontAlgn="base" hangingPunct="0">
                <a:spcBef>
                  <a:spcPct val="0"/>
                </a:spcBef>
                <a:spcAft>
                  <a:spcPct val="0"/>
                </a:spcAft>
                <a:defRPr i="1">
                  <a:solidFill>
                    <a:schemeClr val="tx1"/>
                  </a:solidFill>
                  <a:latin typeface="Arial" charset="0"/>
                  <a:cs typeface="Arial" charset="0"/>
                </a:defRPr>
              </a:lvl9pPr>
            </a:lstStyle>
            <a:p>
              <a:r>
                <a:rPr lang="en-US" sz="1600" i="0">
                  <a:solidFill>
                    <a:srgbClr val="0000CC"/>
                  </a:solidFill>
                  <a:latin typeface="Times New Roman" pitchFamily="18" charset="0"/>
                </a:rPr>
                <a:t>Minimum</a:t>
              </a:r>
            </a:p>
          </p:txBody>
        </p:sp>
      </p:grpSp>
      <p:sp>
        <p:nvSpPr>
          <p:cNvPr id="13322" name="Text Box 14"/>
          <p:cNvSpPr txBox="1">
            <a:spLocks noChangeArrowheads="1"/>
          </p:cNvSpPr>
          <p:nvPr/>
        </p:nvSpPr>
        <p:spPr bwMode="auto">
          <a:xfrm rot="-5400000">
            <a:off x="3146426" y="3397251"/>
            <a:ext cx="150177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1"/>
                </a:solidFill>
                <a:miter lim="800000"/>
                <a:headEnd type="none" w="lg" len="lg"/>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i="1">
                <a:solidFill>
                  <a:schemeClr val="tx1"/>
                </a:solidFill>
                <a:latin typeface="Arial" charset="0"/>
                <a:cs typeface="Arial" charset="0"/>
              </a:defRPr>
            </a:lvl1pPr>
            <a:lvl2pPr marL="742950" indent="-285750" eaLnBrk="0" hangingPunct="0">
              <a:defRPr i="1">
                <a:solidFill>
                  <a:schemeClr val="tx1"/>
                </a:solidFill>
                <a:latin typeface="Arial" charset="0"/>
                <a:cs typeface="Arial" charset="0"/>
              </a:defRPr>
            </a:lvl2pPr>
            <a:lvl3pPr marL="1143000" indent="-228600" eaLnBrk="0" hangingPunct="0">
              <a:defRPr i="1">
                <a:solidFill>
                  <a:schemeClr val="tx1"/>
                </a:solidFill>
                <a:latin typeface="Arial" charset="0"/>
                <a:cs typeface="Arial" charset="0"/>
              </a:defRPr>
            </a:lvl3pPr>
            <a:lvl4pPr marL="1600200" indent="-228600" eaLnBrk="0" hangingPunct="0">
              <a:defRPr i="1">
                <a:solidFill>
                  <a:schemeClr val="tx1"/>
                </a:solidFill>
                <a:latin typeface="Arial" charset="0"/>
                <a:cs typeface="Arial" charset="0"/>
              </a:defRPr>
            </a:lvl4pPr>
            <a:lvl5pPr marL="2057400" indent="-228600" eaLnBrk="0" hangingPunct="0">
              <a:defRPr i="1">
                <a:solidFill>
                  <a:schemeClr val="tx1"/>
                </a:solidFill>
                <a:latin typeface="Arial" charset="0"/>
                <a:cs typeface="Arial" charset="0"/>
              </a:defRPr>
            </a:lvl5pPr>
            <a:lvl6pPr marL="2514600" indent="-228600" eaLnBrk="0" fontAlgn="base" hangingPunct="0">
              <a:spcBef>
                <a:spcPct val="0"/>
              </a:spcBef>
              <a:spcAft>
                <a:spcPct val="0"/>
              </a:spcAft>
              <a:defRPr i="1">
                <a:solidFill>
                  <a:schemeClr val="tx1"/>
                </a:solidFill>
                <a:latin typeface="Arial" charset="0"/>
                <a:cs typeface="Arial" charset="0"/>
              </a:defRPr>
            </a:lvl6pPr>
            <a:lvl7pPr marL="2971800" indent="-228600" eaLnBrk="0" fontAlgn="base" hangingPunct="0">
              <a:spcBef>
                <a:spcPct val="0"/>
              </a:spcBef>
              <a:spcAft>
                <a:spcPct val="0"/>
              </a:spcAft>
              <a:defRPr i="1">
                <a:solidFill>
                  <a:schemeClr val="tx1"/>
                </a:solidFill>
                <a:latin typeface="Arial" charset="0"/>
                <a:cs typeface="Arial" charset="0"/>
              </a:defRPr>
            </a:lvl7pPr>
            <a:lvl8pPr marL="3429000" indent="-228600" eaLnBrk="0" fontAlgn="base" hangingPunct="0">
              <a:spcBef>
                <a:spcPct val="0"/>
              </a:spcBef>
              <a:spcAft>
                <a:spcPct val="0"/>
              </a:spcAft>
              <a:defRPr i="1">
                <a:solidFill>
                  <a:schemeClr val="tx1"/>
                </a:solidFill>
                <a:latin typeface="Arial" charset="0"/>
                <a:cs typeface="Arial" charset="0"/>
              </a:defRPr>
            </a:lvl8pPr>
            <a:lvl9pPr marL="3886200" indent="-228600" eaLnBrk="0" fontAlgn="base" hangingPunct="0">
              <a:spcBef>
                <a:spcPct val="0"/>
              </a:spcBef>
              <a:spcAft>
                <a:spcPct val="0"/>
              </a:spcAft>
              <a:defRPr i="1">
                <a:solidFill>
                  <a:schemeClr val="tx1"/>
                </a:solidFill>
                <a:latin typeface="Arial" charset="0"/>
                <a:cs typeface="Arial" charset="0"/>
              </a:defRPr>
            </a:lvl9pPr>
          </a:lstStyle>
          <a:p>
            <a:r>
              <a:rPr lang="en-US" sz="2000" i="0">
                <a:latin typeface="Times New Roman" pitchFamily="18" charset="0"/>
              </a:rPr>
              <a:t>Train reward</a:t>
            </a:r>
          </a:p>
        </p:txBody>
      </p:sp>
      <p:grpSp>
        <p:nvGrpSpPr>
          <p:cNvPr id="833551" name="Group 15"/>
          <p:cNvGrpSpPr>
            <a:grpSpLocks/>
          </p:cNvGrpSpPr>
          <p:nvPr/>
        </p:nvGrpSpPr>
        <p:grpSpPr bwMode="auto">
          <a:xfrm>
            <a:off x="5524500" y="3579814"/>
            <a:ext cx="2679700" cy="585787"/>
            <a:chOff x="2520" y="2255"/>
            <a:chExt cx="1688" cy="369"/>
          </a:xfrm>
        </p:grpSpPr>
        <p:sp>
          <p:nvSpPr>
            <p:cNvPr id="13324" name="Line 16"/>
            <p:cNvSpPr>
              <a:spLocks noChangeShapeType="1"/>
            </p:cNvSpPr>
            <p:nvPr/>
          </p:nvSpPr>
          <p:spPr bwMode="auto">
            <a:xfrm>
              <a:off x="4200" y="2336"/>
              <a:ext cx="0" cy="288"/>
            </a:xfrm>
            <a:prstGeom prst="line">
              <a:avLst/>
            </a:prstGeom>
            <a:noFill/>
            <a:ln w="28575">
              <a:solidFill>
                <a:srgbClr val="0000CC"/>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325" name="Line 17"/>
            <p:cNvSpPr>
              <a:spLocks noChangeShapeType="1"/>
            </p:cNvSpPr>
            <p:nvPr/>
          </p:nvSpPr>
          <p:spPr bwMode="auto">
            <a:xfrm flipH="1">
              <a:off x="2520" y="2464"/>
              <a:ext cx="1688" cy="0"/>
            </a:xfrm>
            <a:prstGeom prst="line">
              <a:avLst/>
            </a:prstGeom>
            <a:noFill/>
            <a:ln w="28575">
              <a:solidFill>
                <a:srgbClr val="0066FF"/>
              </a:solidFill>
              <a:round/>
              <a:headEnd type="stealth"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326" name="Text Box 18"/>
            <p:cNvSpPr txBox="1">
              <a:spLocks noChangeArrowheads="1"/>
            </p:cNvSpPr>
            <p:nvPr/>
          </p:nvSpPr>
          <p:spPr bwMode="auto">
            <a:xfrm>
              <a:off x="2862" y="2255"/>
              <a:ext cx="871" cy="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1"/>
                  </a:solidFill>
                  <a:miter lim="800000"/>
                  <a:headEnd type="none" w="lg" len="lg"/>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i="1">
                  <a:solidFill>
                    <a:schemeClr val="tx1"/>
                  </a:solidFill>
                  <a:latin typeface="Arial" charset="0"/>
                  <a:cs typeface="Arial" charset="0"/>
                </a:defRPr>
              </a:lvl1pPr>
              <a:lvl2pPr marL="742950" indent="-285750" eaLnBrk="0" hangingPunct="0">
                <a:defRPr i="1">
                  <a:solidFill>
                    <a:schemeClr val="tx1"/>
                  </a:solidFill>
                  <a:latin typeface="Arial" charset="0"/>
                  <a:cs typeface="Arial" charset="0"/>
                </a:defRPr>
              </a:lvl2pPr>
              <a:lvl3pPr marL="1143000" indent="-228600" eaLnBrk="0" hangingPunct="0">
                <a:defRPr i="1">
                  <a:solidFill>
                    <a:schemeClr val="tx1"/>
                  </a:solidFill>
                  <a:latin typeface="Arial" charset="0"/>
                  <a:cs typeface="Arial" charset="0"/>
                </a:defRPr>
              </a:lvl3pPr>
              <a:lvl4pPr marL="1600200" indent="-228600" eaLnBrk="0" hangingPunct="0">
                <a:defRPr i="1">
                  <a:solidFill>
                    <a:schemeClr val="tx1"/>
                  </a:solidFill>
                  <a:latin typeface="Arial" charset="0"/>
                  <a:cs typeface="Arial" charset="0"/>
                </a:defRPr>
              </a:lvl4pPr>
              <a:lvl5pPr marL="2057400" indent="-228600" eaLnBrk="0" hangingPunct="0">
                <a:defRPr i="1">
                  <a:solidFill>
                    <a:schemeClr val="tx1"/>
                  </a:solidFill>
                  <a:latin typeface="Arial" charset="0"/>
                  <a:cs typeface="Arial" charset="0"/>
                </a:defRPr>
              </a:lvl5pPr>
              <a:lvl6pPr marL="2514600" indent="-228600" eaLnBrk="0" fontAlgn="base" hangingPunct="0">
                <a:spcBef>
                  <a:spcPct val="0"/>
                </a:spcBef>
                <a:spcAft>
                  <a:spcPct val="0"/>
                </a:spcAft>
                <a:defRPr i="1">
                  <a:solidFill>
                    <a:schemeClr val="tx1"/>
                  </a:solidFill>
                  <a:latin typeface="Arial" charset="0"/>
                  <a:cs typeface="Arial" charset="0"/>
                </a:defRPr>
              </a:lvl6pPr>
              <a:lvl7pPr marL="2971800" indent="-228600" eaLnBrk="0" fontAlgn="base" hangingPunct="0">
                <a:spcBef>
                  <a:spcPct val="0"/>
                </a:spcBef>
                <a:spcAft>
                  <a:spcPct val="0"/>
                </a:spcAft>
                <a:defRPr i="1">
                  <a:solidFill>
                    <a:schemeClr val="tx1"/>
                  </a:solidFill>
                  <a:latin typeface="Arial" charset="0"/>
                  <a:cs typeface="Arial" charset="0"/>
                </a:defRPr>
              </a:lvl7pPr>
              <a:lvl8pPr marL="3429000" indent="-228600" eaLnBrk="0" fontAlgn="base" hangingPunct="0">
                <a:spcBef>
                  <a:spcPct val="0"/>
                </a:spcBef>
                <a:spcAft>
                  <a:spcPct val="0"/>
                </a:spcAft>
                <a:defRPr i="1">
                  <a:solidFill>
                    <a:schemeClr val="tx1"/>
                  </a:solidFill>
                  <a:latin typeface="Arial" charset="0"/>
                  <a:cs typeface="Arial" charset="0"/>
                </a:defRPr>
              </a:lvl8pPr>
              <a:lvl9pPr marL="3886200" indent="-228600" eaLnBrk="0" fontAlgn="base" hangingPunct="0">
                <a:spcBef>
                  <a:spcPct val="0"/>
                </a:spcBef>
                <a:spcAft>
                  <a:spcPct val="0"/>
                </a:spcAft>
                <a:defRPr i="1">
                  <a:solidFill>
                    <a:schemeClr val="tx1"/>
                  </a:solidFill>
                  <a:latin typeface="Arial" charset="0"/>
                  <a:cs typeface="Arial" charset="0"/>
                </a:defRPr>
              </a:lvl9pPr>
            </a:lstStyle>
            <a:p>
              <a:r>
                <a:rPr lang="en-US" sz="1600" b="1" i="0">
                  <a:solidFill>
                    <a:srgbClr val="0066FF"/>
                  </a:solidFill>
                  <a:latin typeface="Times New Roman" pitchFamily="18" charset="0"/>
                </a:rPr>
                <a:t>Repositioning</a:t>
              </a:r>
            </a:p>
          </p:txBody>
        </p:sp>
      </p:grpSp>
    </p:spTree>
    <p:extLst>
      <p:ext uri="{BB962C8B-B14F-4D97-AF65-F5344CB8AC3E}">
        <p14:creationId xmlns:p14="http://schemas.microsoft.com/office/powerpoint/2010/main" val="1037441763"/>
      </p:ext>
    </p:extLst>
  </p:cSld>
  <p:clrMapOvr>
    <a:masterClrMapping/>
  </p:clrMapOvr>
  <p:transition spd="med">
    <p:pull dir="ru"/>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4" fill="hold" nodeType="clickEffect">
                                  <p:stCondLst>
                                    <p:cond delay="0"/>
                                  </p:stCondLst>
                                  <p:childTnLst>
                                    <p:set>
                                      <p:cBhvr>
                                        <p:cTn id="6" dur="1" fill="hold">
                                          <p:stCondLst>
                                            <p:cond delay="0"/>
                                          </p:stCondLst>
                                        </p:cTn>
                                        <p:tgtEl>
                                          <p:spTgt spid="833547"/>
                                        </p:tgtEl>
                                        <p:attrNameLst>
                                          <p:attrName>style.visibility</p:attrName>
                                        </p:attrNameLst>
                                      </p:cBhvr>
                                      <p:to>
                                        <p:strVal val="visible"/>
                                      </p:to>
                                    </p:set>
                                    <p:animEffect transition="in" filter="wipe(down)">
                                      <p:cBhvr>
                                        <p:cTn id="7" dur="500"/>
                                        <p:tgtEl>
                                          <p:spTgt spid="833547"/>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4" fill="hold" nodeType="clickEffect">
                                  <p:stCondLst>
                                    <p:cond delay="0"/>
                                  </p:stCondLst>
                                  <p:childTnLst>
                                    <p:set>
                                      <p:cBhvr>
                                        <p:cTn id="11" dur="1" fill="hold">
                                          <p:stCondLst>
                                            <p:cond delay="0"/>
                                          </p:stCondLst>
                                        </p:cTn>
                                        <p:tgtEl>
                                          <p:spTgt spid="833543"/>
                                        </p:tgtEl>
                                        <p:attrNameLst>
                                          <p:attrName>style.visibility</p:attrName>
                                        </p:attrNameLst>
                                      </p:cBhvr>
                                      <p:to>
                                        <p:strVal val="visible"/>
                                      </p:to>
                                    </p:set>
                                    <p:animEffect transition="in" filter="wipe(down)">
                                      <p:cBhvr>
                                        <p:cTn id="12" dur="500"/>
                                        <p:tgtEl>
                                          <p:spTgt spid="833543"/>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8" fill="hold" nodeType="clickEffect">
                                  <p:stCondLst>
                                    <p:cond delay="0"/>
                                  </p:stCondLst>
                                  <p:childTnLst>
                                    <p:set>
                                      <p:cBhvr>
                                        <p:cTn id="16" dur="1" fill="hold">
                                          <p:stCondLst>
                                            <p:cond delay="0"/>
                                          </p:stCondLst>
                                        </p:cTn>
                                        <p:tgtEl>
                                          <p:spTgt spid="833551"/>
                                        </p:tgtEl>
                                        <p:attrNameLst>
                                          <p:attrName>style.visibility</p:attrName>
                                        </p:attrNameLst>
                                      </p:cBhvr>
                                      <p:to>
                                        <p:strVal val="visible"/>
                                      </p:to>
                                    </p:set>
                                    <p:animEffect transition="in" filter="wipe(left)">
                                      <p:cBhvr>
                                        <p:cTn id="17" dur="500"/>
                                        <p:tgtEl>
                                          <p:spTgt spid="83355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38" name="Rectangle 2"/>
          <p:cNvSpPr>
            <a:spLocks noGrp="1" noChangeArrowheads="1"/>
          </p:cNvSpPr>
          <p:nvPr>
            <p:ph type="title"/>
          </p:nvPr>
        </p:nvSpPr>
        <p:spPr/>
        <p:txBody>
          <a:bodyPr/>
          <a:lstStyle/>
          <a:p>
            <a:pPr eaLnBrk="1" hangingPunct="1"/>
            <a:r>
              <a:rPr lang="en-US" dirty="0"/>
              <a:t>Locomotive planning at Norfolk Southern</a:t>
            </a:r>
          </a:p>
        </p:txBody>
      </p:sp>
      <p:sp>
        <p:nvSpPr>
          <p:cNvPr id="14339" name="Text Box 3"/>
          <p:cNvSpPr txBox="1">
            <a:spLocks noChangeArrowheads="1"/>
          </p:cNvSpPr>
          <p:nvPr/>
        </p:nvSpPr>
        <p:spPr bwMode="auto">
          <a:xfrm>
            <a:off x="3222626" y="1982789"/>
            <a:ext cx="150812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1"/>
                </a:solidFill>
                <a:miter lim="800000"/>
                <a:headEnd type="none" w="lg" len="lg"/>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i="1">
                <a:solidFill>
                  <a:schemeClr val="tx1"/>
                </a:solidFill>
                <a:latin typeface="Arial" charset="0"/>
                <a:cs typeface="Arial" charset="0"/>
              </a:defRPr>
            </a:lvl1pPr>
            <a:lvl2pPr marL="742950" indent="-285750" eaLnBrk="0" hangingPunct="0">
              <a:defRPr i="1">
                <a:solidFill>
                  <a:schemeClr val="tx1"/>
                </a:solidFill>
                <a:latin typeface="Arial" charset="0"/>
                <a:cs typeface="Arial" charset="0"/>
              </a:defRPr>
            </a:lvl2pPr>
            <a:lvl3pPr marL="1143000" indent="-228600" eaLnBrk="0" hangingPunct="0">
              <a:defRPr i="1">
                <a:solidFill>
                  <a:schemeClr val="tx1"/>
                </a:solidFill>
                <a:latin typeface="Arial" charset="0"/>
                <a:cs typeface="Arial" charset="0"/>
              </a:defRPr>
            </a:lvl3pPr>
            <a:lvl4pPr marL="1600200" indent="-228600" eaLnBrk="0" hangingPunct="0">
              <a:defRPr i="1">
                <a:solidFill>
                  <a:schemeClr val="tx1"/>
                </a:solidFill>
                <a:latin typeface="Arial" charset="0"/>
                <a:cs typeface="Arial" charset="0"/>
              </a:defRPr>
            </a:lvl4pPr>
            <a:lvl5pPr marL="2057400" indent="-228600" eaLnBrk="0" hangingPunct="0">
              <a:defRPr i="1">
                <a:solidFill>
                  <a:schemeClr val="tx1"/>
                </a:solidFill>
                <a:latin typeface="Arial" charset="0"/>
                <a:cs typeface="Arial" charset="0"/>
              </a:defRPr>
            </a:lvl5pPr>
            <a:lvl6pPr marL="2514600" indent="-228600" eaLnBrk="0" fontAlgn="base" hangingPunct="0">
              <a:spcBef>
                <a:spcPct val="0"/>
              </a:spcBef>
              <a:spcAft>
                <a:spcPct val="0"/>
              </a:spcAft>
              <a:defRPr i="1">
                <a:solidFill>
                  <a:schemeClr val="tx1"/>
                </a:solidFill>
                <a:latin typeface="Arial" charset="0"/>
                <a:cs typeface="Arial" charset="0"/>
              </a:defRPr>
            </a:lvl6pPr>
            <a:lvl7pPr marL="2971800" indent="-228600" eaLnBrk="0" fontAlgn="base" hangingPunct="0">
              <a:spcBef>
                <a:spcPct val="0"/>
              </a:spcBef>
              <a:spcAft>
                <a:spcPct val="0"/>
              </a:spcAft>
              <a:defRPr i="1">
                <a:solidFill>
                  <a:schemeClr val="tx1"/>
                </a:solidFill>
                <a:latin typeface="Arial" charset="0"/>
                <a:cs typeface="Arial" charset="0"/>
              </a:defRPr>
            </a:lvl7pPr>
            <a:lvl8pPr marL="3429000" indent="-228600" eaLnBrk="0" fontAlgn="base" hangingPunct="0">
              <a:spcBef>
                <a:spcPct val="0"/>
              </a:spcBef>
              <a:spcAft>
                <a:spcPct val="0"/>
              </a:spcAft>
              <a:defRPr i="1">
                <a:solidFill>
                  <a:schemeClr val="tx1"/>
                </a:solidFill>
                <a:latin typeface="Arial" charset="0"/>
                <a:cs typeface="Arial" charset="0"/>
              </a:defRPr>
            </a:lvl8pPr>
            <a:lvl9pPr marL="3886200" indent="-228600" eaLnBrk="0" fontAlgn="base" hangingPunct="0">
              <a:spcBef>
                <a:spcPct val="0"/>
              </a:spcBef>
              <a:spcAft>
                <a:spcPct val="0"/>
              </a:spcAft>
              <a:defRPr i="1">
                <a:solidFill>
                  <a:schemeClr val="tx1"/>
                </a:solidFill>
                <a:latin typeface="Arial" charset="0"/>
                <a:cs typeface="Arial" charset="0"/>
              </a:defRPr>
            </a:lvl9pPr>
          </a:lstStyle>
          <a:p>
            <a:pPr algn="ctr"/>
            <a:r>
              <a:rPr lang="en-US" sz="2000" i="0">
                <a:latin typeface="Times New Roman" pitchFamily="18" charset="0"/>
              </a:rPr>
              <a:t>Locomotives</a:t>
            </a:r>
          </a:p>
        </p:txBody>
      </p:sp>
      <p:sp>
        <p:nvSpPr>
          <p:cNvPr id="14340" name="Rectangle 4"/>
          <p:cNvSpPr>
            <a:spLocks noChangeArrowheads="1"/>
          </p:cNvSpPr>
          <p:nvPr/>
        </p:nvSpPr>
        <p:spPr bwMode="auto">
          <a:xfrm>
            <a:off x="5613400" y="3060700"/>
            <a:ext cx="673100" cy="228600"/>
          </a:xfrm>
          <a:prstGeom prst="rect">
            <a:avLst/>
          </a:prstGeom>
          <a:solidFill>
            <a:schemeClr val="bg1"/>
          </a:solidFill>
          <a:ln w="28575">
            <a:solidFill>
              <a:schemeClr val="tx1"/>
            </a:solidFill>
            <a:miter lim="800000"/>
            <a:headEnd type="none" w="lg" len="lg"/>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341" name="Rectangle 5"/>
          <p:cNvSpPr>
            <a:spLocks noChangeArrowheads="1"/>
          </p:cNvSpPr>
          <p:nvPr/>
        </p:nvSpPr>
        <p:spPr bwMode="auto">
          <a:xfrm>
            <a:off x="5613400" y="3886200"/>
            <a:ext cx="673100" cy="228600"/>
          </a:xfrm>
          <a:prstGeom prst="rect">
            <a:avLst/>
          </a:prstGeom>
          <a:solidFill>
            <a:schemeClr val="bg1"/>
          </a:solidFill>
          <a:ln w="28575">
            <a:solidFill>
              <a:schemeClr val="tx1"/>
            </a:solidFill>
            <a:miter lim="800000"/>
            <a:headEnd type="none" w="lg" len="lg"/>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342" name="Rectangle 6"/>
          <p:cNvSpPr>
            <a:spLocks noChangeArrowheads="1"/>
          </p:cNvSpPr>
          <p:nvPr/>
        </p:nvSpPr>
        <p:spPr bwMode="auto">
          <a:xfrm>
            <a:off x="5613400" y="4737100"/>
            <a:ext cx="673100" cy="228600"/>
          </a:xfrm>
          <a:prstGeom prst="rect">
            <a:avLst/>
          </a:prstGeom>
          <a:solidFill>
            <a:schemeClr val="bg1"/>
          </a:solidFill>
          <a:ln w="28575">
            <a:solidFill>
              <a:schemeClr val="tx1"/>
            </a:solidFill>
            <a:miter lim="800000"/>
            <a:headEnd type="none" w="lg" len="lg"/>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cxnSp>
        <p:nvCxnSpPr>
          <p:cNvPr id="14343" name="AutoShape 7"/>
          <p:cNvCxnSpPr>
            <a:cxnSpLocks noChangeShapeType="1"/>
            <a:endCxn id="14340" idx="1"/>
          </p:cNvCxnSpPr>
          <p:nvPr/>
        </p:nvCxnSpPr>
        <p:spPr bwMode="auto">
          <a:xfrm>
            <a:off x="4222751" y="2895600"/>
            <a:ext cx="1376363" cy="2794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344" name="AutoShape 8"/>
          <p:cNvCxnSpPr>
            <a:cxnSpLocks noChangeShapeType="1"/>
            <a:endCxn id="14340" idx="1"/>
          </p:cNvCxnSpPr>
          <p:nvPr/>
        </p:nvCxnSpPr>
        <p:spPr bwMode="auto">
          <a:xfrm flipV="1">
            <a:off x="4222751" y="3175000"/>
            <a:ext cx="1376363" cy="1651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345" name="AutoShape 9"/>
          <p:cNvCxnSpPr>
            <a:cxnSpLocks noChangeShapeType="1"/>
            <a:endCxn id="14340" idx="1"/>
          </p:cNvCxnSpPr>
          <p:nvPr/>
        </p:nvCxnSpPr>
        <p:spPr bwMode="auto">
          <a:xfrm flipV="1">
            <a:off x="4222751" y="3175000"/>
            <a:ext cx="1376363" cy="6096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346" name="AutoShape 10"/>
          <p:cNvCxnSpPr>
            <a:cxnSpLocks noChangeShapeType="1"/>
            <a:endCxn id="14340" idx="1"/>
          </p:cNvCxnSpPr>
          <p:nvPr/>
        </p:nvCxnSpPr>
        <p:spPr bwMode="auto">
          <a:xfrm flipV="1">
            <a:off x="4222751" y="3175000"/>
            <a:ext cx="1376363" cy="10414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347" name="AutoShape 11"/>
          <p:cNvCxnSpPr>
            <a:cxnSpLocks noChangeShapeType="1"/>
            <a:endCxn id="14341" idx="1"/>
          </p:cNvCxnSpPr>
          <p:nvPr/>
        </p:nvCxnSpPr>
        <p:spPr bwMode="auto">
          <a:xfrm>
            <a:off x="4222751" y="3784600"/>
            <a:ext cx="1376363" cy="2159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348" name="AutoShape 12"/>
          <p:cNvCxnSpPr>
            <a:cxnSpLocks noChangeShapeType="1"/>
            <a:endCxn id="14341" idx="1"/>
          </p:cNvCxnSpPr>
          <p:nvPr/>
        </p:nvCxnSpPr>
        <p:spPr bwMode="auto">
          <a:xfrm flipV="1">
            <a:off x="4222751" y="4000500"/>
            <a:ext cx="1376363" cy="2159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349" name="AutoShape 13"/>
          <p:cNvCxnSpPr>
            <a:cxnSpLocks noChangeShapeType="1"/>
            <a:endCxn id="14341" idx="1"/>
          </p:cNvCxnSpPr>
          <p:nvPr/>
        </p:nvCxnSpPr>
        <p:spPr bwMode="auto">
          <a:xfrm>
            <a:off x="4222751" y="3340100"/>
            <a:ext cx="1376363" cy="6604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350" name="AutoShape 14"/>
          <p:cNvCxnSpPr>
            <a:cxnSpLocks noChangeShapeType="1"/>
            <a:endCxn id="14341" idx="1"/>
          </p:cNvCxnSpPr>
          <p:nvPr/>
        </p:nvCxnSpPr>
        <p:spPr bwMode="auto">
          <a:xfrm flipV="1">
            <a:off x="4222751" y="4000500"/>
            <a:ext cx="1376363" cy="6731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351" name="AutoShape 15"/>
          <p:cNvCxnSpPr>
            <a:cxnSpLocks noChangeShapeType="1"/>
            <a:endCxn id="14341" idx="1"/>
          </p:cNvCxnSpPr>
          <p:nvPr/>
        </p:nvCxnSpPr>
        <p:spPr bwMode="auto">
          <a:xfrm flipV="1">
            <a:off x="4222751" y="4000500"/>
            <a:ext cx="1376363" cy="11430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352" name="AutoShape 16"/>
          <p:cNvCxnSpPr>
            <a:cxnSpLocks noChangeShapeType="1"/>
            <a:endCxn id="14342" idx="1"/>
          </p:cNvCxnSpPr>
          <p:nvPr/>
        </p:nvCxnSpPr>
        <p:spPr bwMode="auto">
          <a:xfrm>
            <a:off x="4222751" y="4216400"/>
            <a:ext cx="1376363" cy="6350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353" name="AutoShape 17"/>
          <p:cNvCxnSpPr>
            <a:cxnSpLocks noChangeShapeType="1"/>
            <a:endCxn id="14342" idx="1"/>
          </p:cNvCxnSpPr>
          <p:nvPr/>
        </p:nvCxnSpPr>
        <p:spPr bwMode="auto">
          <a:xfrm>
            <a:off x="4222751" y="4673600"/>
            <a:ext cx="1376363" cy="1778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354" name="AutoShape 18"/>
          <p:cNvCxnSpPr>
            <a:cxnSpLocks noChangeShapeType="1"/>
            <a:endCxn id="14342" idx="1"/>
          </p:cNvCxnSpPr>
          <p:nvPr/>
        </p:nvCxnSpPr>
        <p:spPr bwMode="auto">
          <a:xfrm flipV="1">
            <a:off x="4222751" y="4851400"/>
            <a:ext cx="1376363" cy="2921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355" name="AutoShape 19"/>
          <p:cNvCxnSpPr>
            <a:cxnSpLocks noChangeShapeType="1"/>
            <a:endCxn id="14342" idx="1"/>
          </p:cNvCxnSpPr>
          <p:nvPr/>
        </p:nvCxnSpPr>
        <p:spPr bwMode="auto">
          <a:xfrm flipV="1">
            <a:off x="4210051" y="4851400"/>
            <a:ext cx="1389063" cy="7620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356" name="AutoShape 20"/>
          <p:cNvCxnSpPr>
            <a:cxnSpLocks noChangeShapeType="1"/>
            <a:endCxn id="14342" idx="1"/>
          </p:cNvCxnSpPr>
          <p:nvPr/>
        </p:nvCxnSpPr>
        <p:spPr bwMode="auto">
          <a:xfrm>
            <a:off x="4222751" y="3784600"/>
            <a:ext cx="1376363" cy="10668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357" name="AutoShape 21"/>
          <p:cNvCxnSpPr>
            <a:cxnSpLocks noChangeShapeType="1"/>
            <a:endCxn id="14340" idx="1"/>
          </p:cNvCxnSpPr>
          <p:nvPr/>
        </p:nvCxnSpPr>
        <p:spPr bwMode="auto">
          <a:xfrm flipV="1">
            <a:off x="4222751" y="3175000"/>
            <a:ext cx="1376363" cy="14986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358" name="AutoShape 22"/>
          <p:cNvCxnSpPr>
            <a:cxnSpLocks noChangeShapeType="1"/>
            <a:stCxn id="14340" idx="3"/>
            <a:endCxn id="14359" idx="2"/>
          </p:cNvCxnSpPr>
          <p:nvPr/>
        </p:nvCxnSpPr>
        <p:spPr bwMode="auto">
          <a:xfrm flipV="1">
            <a:off x="6300789" y="3111500"/>
            <a:ext cx="1660525" cy="635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4359" name="Oval 23"/>
          <p:cNvSpPr>
            <a:spLocks noChangeArrowheads="1"/>
          </p:cNvSpPr>
          <p:nvPr/>
        </p:nvSpPr>
        <p:spPr bwMode="auto">
          <a:xfrm>
            <a:off x="7975600" y="2984500"/>
            <a:ext cx="698500" cy="254000"/>
          </a:xfrm>
          <a:prstGeom prst="ellipse">
            <a:avLst/>
          </a:prstGeom>
          <a:solidFill>
            <a:srgbClr val="FE9B03"/>
          </a:solidFill>
          <a:ln w="28575">
            <a:solidFill>
              <a:schemeClr val="tx1"/>
            </a:solidFill>
            <a:round/>
            <a:headEnd type="none" w="lg" len="lg"/>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360" name="Oval 24"/>
          <p:cNvSpPr>
            <a:spLocks noChangeArrowheads="1"/>
          </p:cNvSpPr>
          <p:nvPr/>
        </p:nvSpPr>
        <p:spPr bwMode="auto">
          <a:xfrm>
            <a:off x="8013700" y="4686300"/>
            <a:ext cx="698500" cy="254000"/>
          </a:xfrm>
          <a:prstGeom prst="ellipse">
            <a:avLst/>
          </a:prstGeom>
          <a:solidFill>
            <a:schemeClr val="accent2"/>
          </a:solidFill>
          <a:ln w="28575">
            <a:solidFill>
              <a:schemeClr val="tx1"/>
            </a:solidFill>
            <a:round/>
            <a:headEnd type="none" w="lg" len="lg"/>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cxnSp>
        <p:nvCxnSpPr>
          <p:cNvPr id="14361" name="AutoShape 25"/>
          <p:cNvCxnSpPr>
            <a:cxnSpLocks noChangeShapeType="1"/>
            <a:stCxn id="14341" idx="3"/>
            <a:endCxn id="14359" idx="2"/>
          </p:cNvCxnSpPr>
          <p:nvPr/>
        </p:nvCxnSpPr>
        <p:spPr bwMode="auto">
          <a:xfrm flipV="1">
            <a:off x="6300789" y="3111500"/>
            <a:ext cx="1660525" cy="8890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362" name="AutoShape 26"/>
          <p:cNvCxnSpPr>
            <a:cxnSpLocks noChangeShapeType="1"/>
            <a:stCxn id="14342" idx="3"/>
            <a:endCxn id="14360" idx="2"/>
          </p:cNvCxnSpPr>
          <p:nvPr/>
        </p:nvCxnSpPr>
        <p:spPr bwMode="auto">
          <a:xfrm flipV="1">
            <a:off x="6300789" y="4813300"/>
            <a:ext cx="1698625" cy="381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4363" name="Text Box 27"/>
          <p:cNvSpPr txBox="1">
            <a:spLocks noChangeArrowheads="1"/>
          </p:cNvSpPr>
          <p:nvPr/>
        </p:nvSpPr>
        <p:spPr bwMode="auto">
          <a:xfrm>
            <a:off x="1795464" y="1970089"/>
            <a:ext cx="142557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1"/>
                </a:solidFill>
                <a:miter lim="800000"/>
                <a:headEnd type="none" w="lg" len="lg"/>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i="1">
                <a:solidFill>
                  <a:schemeClr val="tx1"/>
                </a:solidFill>
                <a:latin typeface="Arial" charset="0"/>
                <a:cs typeface="Arial" charset="0"/>
              </a:defRPr>
            </a:lvl1pPr>
            <a:lvl2pPr marL="742950" indent="-285750" eaLnBrk="0" hangingPunct="0">
              <a:defRPr i="1">
                <a:solidFill>
                  <a:schemeClr val="tx1"/>
                </a:solidFill>
                <a:latin typeface="Arial" charset="0"/>
                <a:cs typeface="Arial" charset="0"/>
              </a:defRPr>
            </a:lvl2pPr>
            <a:lvl3pPr marL="1143000" indent="-228600" eaLnBrk="0" hangingPunct="0">
              <a:defRPr i="1">
                <a:solidFill>
                  <a:schemeClr val="tx1"/>
                </a:solidFill>
                <a:latin typeface="Arial" charset="0"/>
                <a:cs typeface="Arial" charset="0"/>
              </a:defRPr>
            </a:lvl3pPr>
            <a:lvl4pPr marL="1600200" indent="-228600" eaLnBrk="0" hangingPunct="0">
              <a:defRPr i="1">
                <a:solidFill>
                  <a:schemeClr val="tx1"/>
                </a:solidFill>
                <a:latin typeface="Arial" charset="0"/>
                <a:cs typeface="Arial" charset="0"/>
              </a:defRPr>
            </a:lvl4pPr>
            <a:lvl5pPr marL="2057400" indent="-228600" eaLnBrk="0" hangingPunct="0">
              <a:defRPr i="1">
                <a:solidFill>
                  <a:schemeClr val="tx1"/>
                </a:solidFill>
                <a:latin typeface="Arial" charset="0"/>
                <a:cs typeface="Arial" charset="0"/>
              </a:defRPr>
            </a:lvl5pPr>
            <a:lvl6pPr marL="2514600" indent="-228600" eaLnBrk="0" fontAlgn="base" hangingPunct="0">
              <a:spcBef>
                <a:spcPct val="0"/>
              </a:spcBef>
              <a:spcAft>
                <a:spcPct val="0"/>
              </a:spcAft>
              <a:defRPr i="1">
                <a:solidFill>
                  <a:schemeClr val="tx1"/>
                </a:solidFill>
                <a:latin typeface="Arial" charset="0"/>
                <a:cs typeface="Arial" charset="0"/>
              </a:defRPr>
            </a:lvl6pPr>
            <a:lvl7pPr marL="2971800" indent="-228600" eaLnBrk="0" fontAlgn="base" hangingPunct="0">
              <a:spcBef>
                <a:spcPct val="0"/>
              </a:spcBef>
              <a:spcAft>
                <a:spcPct val="0"/>
              </a:spcAft>
              <a:defRPr i="1">
                <a:solidFill>
                  <a:schemeClr val="tx1"/>
                </a:solidFill>
                <a:latin typeface="Arial" charset="0"/>
                <a:cs typeface="Arial" charset="0"/>
              </a:defRPr>
            </a:lvl7pPr>
            <a:lvl8pPr marL="3429000" indent="-228600" eaLnBrk="0" fontAlgn="base" hangingPunct="0">
              <a:spcBef>
                <a:spcPct val="0"/>
              </a:spcBef>
              <a:spcAft>
                <a:spcPct val="0"/>
              </a:spcAft>
              <a:defRPr i="1">
                <a:solidFill>
                  <a:schemeClr val="tx1"/>
                </a:solidFill>
                <a:latin typeface="Arial" charset="0"/>
                <a:cs typeface="Arial" charset="0"/>
              </a:defRPr>
            </a:lvl8pPr>
            <a:lvl9pPr marL="3886200" indent="-228600" eaLnBrk="0" fontAlgn="base" hangingPunct="0">
              <a:spcBef>
                <a:spcPct val="0"/>
              </a:spcBef>
              <a:spcAft>
                <a:spcPct val="0"/>
              </a:spcAft>
              <a:defRPr i="1">
                <a:solidFill>
                  <a:schemeClr val="tx1"/>
                </a:solidFill>
                <a:latin typeface="Arial" charset="0"/>
                <a:cs typeface="Arial" charset="0"/>
              </a:defRPr>
            </a:lvl9pPr>
          </a:lstStyle>
          <a:p>
            <a:pPr algn="ctr"/>
            <a:r>
              <a:rPr lang="en-US" sz="2000" i="0">
                <a:latin typeface="Times New Roman" pitchFamily="18" charset="0"/>
              </a:rPr>
              <a:t>Horsepower</a:t>
            </a:r>
          </a:p>
        </p:txBody>
      </p:sp>
      <p:grpSp>
        <p:nvGrpSpPr>
          <p:cNvPr id="14364" name="Group 28"/>
          <p:cNvGrpSpPr>
            <a:grpSpLocks/>
          </p:cNvGrpSpPr>
          <p:nvPr/>
        </p:nvGrpSpPr>
        <p:grpSpPr bwMode="auto">
          <a:xfrm>
            <a:off x="2349500" y="2693989"/>
            <a:ext cx="1155700" cy="396875"/>
            <a:chOff x="520" y="1697"/>
            <a:chExt cx="728" cy="250"/>
          </a:xfrm>
        </p:grpSpPr>
        <p:sp>
          <p:nvSpPr>
            <p:cNvPr id="14395" name="Text Box 29"/>
            <p:cNvSpPr txBox="1">
              <a:spLocks noChangeArrowheads="1"/>
            </p:cNvSpPr>
            <p:nvPr/>
          </p:nvSpPr>
          <p:spPr bwMode="auto">
            <a:xfrm>
              <a:off x="520" y="1697"/>
              <a:ext cx="436"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1"/>
                  </a:solidFill>
                  <a:miter lim="800000"/>
                  <a:headEnd type="none" w="lg" len="lg"/>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i="1">
                  <a:solidFill>
                    <a:schemeClr val="tx1"/>
                  </a:solidFill>
                  <a:latin typeface="Arial" charset="0"/>
                  <a:cs typeface="Arial" charset="0"/>
                </a:defRPr>
              </a:lvl1pPr>
              <a:lvl2pPr marL="742950" indent="-285750" eaLnBrk="0" hangingPunct="0">
                <a:defRPr i="1">
                  <a:solidFill>
                    <a:schemeClr val="tx1"/>
                  </a:solidFill>
                  <a:latin typeface="Arial" charset="0"/>
                  <a:cs typeface="Arial" charset="0"/>
                </a:defRPr>
              </a:lvl2pPr>
              <a:lvl3pPr marL="1143000" indent="-228600" eaLnBrk="0" hangingPunct="0">
                <a:defRPr i="1">
                  <a:solidFill>
                    <a:schemeClr val="tx1"/>
                  </a:solidFill>
                  <a:latin typeface="Arial" charset="0"/>
                  <a:cs typeface="Arial" charset="0"/>
                </a:defRPr>
              </a:lvl3pPr>
              <a:lvl4pPr marL="1600200" indent="-228600" eaLnBrk="0" hangingPunct="0">
                <a:defRPr i="1">
                  <a:solidFill>
                    <a:schemeClr val="tx1"/>
                  </a:solidFill>
                  <a:latin typeface="Arial" charset="0"/>
                  <a:cs typeface="Arial" charset="0"/>
                </a:defRPr>
              </a:lvl4pPr>
              <a:lvl5pPr marL="2057400" indent="-228600" eaLnBrk="0" hangingPunct="0">
                <a:defRPr i="1">
                  <a:solidFill>
                    <a:schemeClr val="tx1"/>
                  </a:solidFill>
                  <a:latin typeface="Arial" charset="0"/>
                  <a:cs typeface="Arial" charset="0"/>
                </a:defRPr>
              </a:lvl5pPr>
              <a:lvl6pPr marL="2514600" indent="-228600" eaLnBrk="0" fontAlgn="base" hangingPunct="0">
                <a:spcBef>
                  <a:spcPct val="0"/>
                </a:spcBef>
                <a:spcAft>
                  <a:spcPct val="0"/>
                </a:spcAft>
                <a:defRPr i="1">
                  <a:solidFill>
                    <a:schemeClr val="tx1"/>
                  </a:solidFill>
                  <a:latin typeface="Arial" charset="0"/>
                  <a:cs typeface="Arial" charset="0"/>
                </a:defRPr>
              </a:lvl6pPr>
              <a:lvl7pPr marL="2971800" indent="-228600" eaLnBrk="0" fontAlgn="base" hangingPunct="0">
                <a:spcBef>
                  <a:spcPct val="0"/>
                </a:spcBef>
                <a:spcAft>
                  <a:spcPct val="0"/>
                </a:spcAft>
                <a:defRPr i="1">
                  <a:solidFill>
                    <a:schemeClr val="tx1"/>
                  </a:solidFill>
                  <a:latin typeface="Arial" charset="0"/>
                  <a:cs typeface="Arial" charset="0"/>
                </a:defRPr>
              </a:lvl7pPr>
              <a:lvl8pPr marL="3429000" indent="-228600" eaLnBrk="0" fontAlgn="base" hangingPunct="0">
                <a:spcBef>
                  <a:spcPct val="0"/>
                </a:spcBef>
                <a:spcAft>
                  <a:spcPct val="0"/>
                </a:spcAft>
                <a:defRPr i="1">
                  <a:solidFill>
                    <a:schemeClr val="tx1"/>
                  </a:solidFill>
                  <a:latin typeface="Arial" charset="0"/>
                  <a:cs typeface="Arial" charset="0"/>
                </a:defRPr>
              </a:lvl8pPr>
              <a:lvl9pPr marL="3886200" indent="-228600" eaLnBrk="0" fontAlgn="base" hangingPunct="0">
                <a:spcBef>
                  <a:spcPct val="0"/>
                </a:spcBef>
                <a:spcAft>
                  <a:spcPct val="0"/>
                </a:spcAft>
                <a:defRPr i="1">
                  <a:solidFill>
                    <a:schemeClr val="tx1"/>
                  </a:solidFill>
                  <a:latin typeface="Arial" charset="0"/>
                  <a:cs typeface="Arial" charset="0"/>
                </a:defRPr>
              </a:lvl9pPr>
            </a:lstStyle>
            <a:p>
              <a:pPr algn="ctr"/>
              <a:r>
                <a:rPr lang="en-US" sz="2000" i="0">
                  <a:latin typeface="Times New Roman" pitchFamily="18" charset="0"/>
                </a:rPr>
                <a:t>4400</a:t>
              </a:r>
            </a:p>
          </p:txBody>
        </p:sp>
        <p:sp>
          <p:nvSpPr>
            <p:cNvPr id="14396" name="Line 30"/>
            <p:cNvSpPr>
              <a:spLocks noChangeShapeType="1"/>
            </p:cNvSpPr>
            <p:nvPr/>
          </p:nvSpPr>
          <p:spPr bwMode="auto">
            <a:xfrm>
              <a:off x="976" y="1824"/>
              <a:ext cx="272" cy="0"/>
            </a:xfrm>
            <a:prstGeom prst="line">
              <a:avLst/>
            </a:prstGeom>
            <a:noFill/>
            <a:ln w="28575">
              <a:solidFill>
                <a:schemeClr val="tx1"/>
              </a:solidFill>
              <a:round/>
              <a:headEnd type="none"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14365" name="Group 31"/>
          <p:cNvGrpSpPr>
            <a:grpSpLocks/>
          </p:cNvGrpSpPr>
          <p:nvPr/>
        </p:nvGrpSpPr>
        <p:grpSpPr bwMode="auto">
          <a:xfrm>
            <a:off x="2349500" y="3151189"/>
            <a:ext cx="1155700" cy="396875"/>
            <a:chOff x="520" y="1697"/>
            <a:chExt cx="728" cy="250"/>
          </a:xfrm>
        </p:grpSpPr>
        <p:sp>
          <p:nvSpPr>
            <p:cNvPr id="14393" name="Text Box 32"/>
            <p:cNvSpPr txBox="1">
              <a:spLocks noChangeArrowheads="1"/>
            </p:cNvSpPr>
            <p:nvPr/>
          </p:nvSpPr>
          <p:spPr bwMode="auto">
            <a:xfrm>
              <a:off x="520" y="1697"/>
              <a:ext cx="436"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1"/>
                  </a:solidFill>
                  <a:miter lim="800000"/>
                  <a:headEnd type="none" w="lg" len="lg"/>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i="1">
                  <a:solidFill>
                    <a:schemeClr val="tx1"/>
                  </a:solidFill>
                  <a:latin typeface="Arial" charset="0"/>
                  <a:cs typeface="Arial" charset="0"/>
                </a:defRPr>
              </a:lvl1pPr>
              <a:lvl2pPr marL="742950" indent="-285750" eaLnBrk="0" hangingPunct="0">
                <a:defRPr i="1">
                  <a:solidFill>
                    <a:schemeClr val="tx1"/>
                  </a:solidFill>
                  <a:latin typeface="Arial" charset="0"/>
                  <a:cs typeface="Arial" charset="0"/>
                </a:defRPr>
              </a:lvl2pPr>
              <a:lvl3pPr marL="1143000" indent="-228600" eaLnBrk="0" hangingPunct="0">
                <a:defRPr i="1">
                  <a:solidFill>
                    <a:schemeClr val="tx1"/>
                  </a:solidFill>
                  <a:latin typeface="Arial" charset="0"/>
                  <a:cs typeface="Arial" charset="0"/>
                </a:defRPr>
              </a:lvl3pPr>
              <a:lvl4pPr marL="1600200" indent="-228600" eaLnBrk="0" hangingPunct="0">
                <a:defRPr i="1">
                  <a:solidFill>
                    <a:schemeClr val="tx1"/>
                  </a:solidFill>
                  <a:latin typeface="Arial" charset="0"/>
                  <a:cs typeface="Arial" charset="0"/>
                </a:defRPr>
              </a:lvl4pPr>
              <a:lvl5pPr marL="2057400" indent="-228600" eaLnBrk="0" hangingPunct="0">
                <a:defRPr i="1">
                  <a:solidFill>
                    <a:schemeClr val="tx1"/>
                  </a:solidFill>
                  <a:latin typeface="Arial" charset="0"/>
                  <a:cs typeface="Arial" charset="0"/>
                </a:defRPr>
              </a:lvl5pPr>
              <a:lvl6pPr marL="2514600" indent="-228600" eaLnBrk="0" fontAlgn="base" hangingPunct="0">
                <a:spcBef>
                  <a:spcPct val="0"/>
                </a:spcBef>
                <a:spcAft>
                  <a:spcPct val="0"/>
                </a:spcAft>
                <a:defRPr i="1">
                  <a:solidFill>
                    <a:schemeClr val="tx1"/>
                  </a:solidFill>
                  <a:latin typeface="Arial" charset="0"/>
                  <a:cs typeface="Arial" charset="0"/>
                </a:defRPr>
              </a:lvl6pPr>
              <a:lvl7pPr marL="2971800" indent="-228600" eaLnBrk="0" fontAlgn="base" hangingPunct="0">
                <a:spcBef>
                  <a:spcPct val="0"/>
                </a:spcBef>
                <a:spcAft>
                  <a:spcPct val="0"/>
                </a:spcAft>
                <a:defRPr i="1">
                  <a:solidFill>
                    <a:schemeClr val="tx1"/>
                  </a:solidFill>
                  <a:latin typeface="Arial" charset="0"/>
                  <a:cs typeface="Arial" charset="0"/>
                </a:defRPr>
              </a:lvl7pPr>
              <a:lvl8pPr marL="3429000" indent="-228600" eaLnBrk="0" fontAlgn="base" hangingPunct="0">
                <a:spcBef>
                  <a:spcPct val="0"/>
                </a:spcBef>
                <a:spcAft>
                  <a:spcPct val="0"/>
                </a:spcAft>
                <a:defRPr i="1">
                  <a:solidFill>
                    <a:schemeClr val="tx1"/>
                  </a:solidFill>
                  <a:latin typeface="Arial" charset="0"/>
                  <a:cs typeface="Arial" charset="0"/>
                </a:defRPr>
              </a:lvl8pPr>
              <a:lvl9pPr marL="3886200" indent="-228600" eaLnBrk="0" fontAlgn="base" hangingPunct="0">
                <a:spcBef>
                  <a:spcPct val="0"/>
                </a:spcBef>
                <a:spcAft>
                  <a:spcPct val="0"/>
                </a:spcAft>
                <a:defRPr i="1">
                  <a:solidFill>
                    <a:schemeClr val="tx1"/>
                  </a:solidFill>
                  <a:latin typeface="Arial" charset="0"/>
                  <a:cs typeface="Arial" charset="0"/>
                </a:defRPr>
              </a:lvl9pPr>
            </a:lstStyle>
            <a:p>
              <a:pPr algn="ctr"/>
              <a:r>
                <a:rPr lang="en-US" sz="2000" i="0">
                  <a:latin typeface="Times New Roman" pitchFamily="18" charset="0"/>
                </a:rPr>
                <a:t>4400</a:t>
              </a:r>
            </a:p>
          </p:txBody>
        </p:sp>
        <p:sp>
          <p:nvSpPr>
            <p:cNvPr id="14394" name="Line 33"/>
            <p:cNvSpPr>
              <a:spLocks noChangeShapeType="1"/>
            </p:cNvSpPr>
            <p:nvPr/>
          </p:nvSpPr>
          <p:spPr bwMode="auto">
            <a:xfrm>
              <a:off x="976" y="1824"/>
              <a:ext cx="272" cy="0"/>
            </a:xfrm>
            <a:prstGeom prst="line">
              <a:avLst/>
            </a:prstGeom>
            <a:noFill/>
            <a:ln w="28575">
              <a:solidFill>
                <a:schemeClr val="tx1"/>
              </a:solidFill>
              <a:round/>
              <a:headEnd type="none"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14366" name="Group 34"/>
          <p:cNvGrpSpPr>
            <a:grpSpLocks/>
          </p:cNvGrpSpPr>
          <p:nvPr/>
        </p:nvGrpSpPr>
        <p:grpSpPr bwMode="auto">
          <a:xfrm>
            <a:off x="2349500" y="3570289"/>
            <a:ext cx="1155700" cy="396875"/>
            <a:chOff x="520" y="1697"/>
            <a:chExt cx="728" cy="250"/>
          </a:xfrm>
        </p:grpSpPr>
        <p:sp>
          <p:nvSpPr>
            <p:cNvPr id="14391" name="Text Box 35"/>
            <p:cNvSpPr txBox="1">
              <a:spLocks noChangeArrowheads="1"/>
            </p:cNvSpPr>
            <p:nvPr/>
          </p:nvSpPr>
          <p:spPr bwMode="auto">
            <a:xfrm>
              <a:off x="520" y="1697"/>
              <a:ext cx="436"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1"/>
                  </a:solidFill>
                  <a:miter lim="800000"/>
                  <a:headEnd type="none" w="lg" len="lg"/>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i="1">
                  <a:solidFill>
                    <a:schemeClr val="tx1"/>
                  </a:solidFill>
                  <a:latin typeface="Arial" charset="0"/>
                  <a:cs typeface="Arial" charset="0"/>
                </a:defRPr>
              </a:lvl1pPr>
              <a:lvl2pPr marL="742950" indent="-285750" eaLnBrk="0" hangingPunct="0">
                <a:defRPr i="1">
                  <a:solidFill>
                    <a:schemeClr val="tx1"/>
                  </a:solidFill>
                  <a:latin typeface="Arial" charset="0"/>
                  <a:cs typeface="Arial" charset="0"/>
                </a:defRPr>
              </a:lvl2pPr>
              <a:lvl3pPr marL="1143000" indent="-228600" eaLnBrk="0" hangingPunct="0">
                <a:defRPr i="1">
                  <a:solidFill>
                    <a:schemeClr val="tx1"/>
                  </a:solidFill>
                  <a:latin typeface="Arial" charset="0"/>
                  <a:cs typeface="Arial" charset="0"/>
                </a:defRPr>
              </a:lvl3pPr>
              <a:lvl4pPr marL="1600200" indent="-228600" eaLnBrk="0" hangingPunct="0">
                <a:defRPr i="1">
                  <a:solidFill>
                    <a:schemeClr val="tx1"/>
                  </a:solidFill>
                  <a:latin typeface="Arial" charset="0"/>
                  <a:cs typeface="Arial" charset="0"/>
                </a:defRPr>
              </a:lvl4pPr>
              <a:lvl5pPr marL="2057400" indent="-228600" eaLnBrk="0" hangingPunct="0">
                <a:defRPr i="1">
                  <a:solidFill>
                    <a:schemeClr val="tx1"/>
                  </a:solidFill>
                  <a:latin typeface="Arial" charset="0"/>
                  <a:cs typeface="Arial" charset="0"/>
                </a:defRPr>
              </a:lvl5pPr>
              <a:lvl6pPr marL="2514600" indent="-228600" eaLnBrk="0" fontAlgn="base" hangingPunct="0">
                <a:spcBef>
                  <a:spcPct val="0"/>
                </a:spcBef>
                <a:spcAft>
                  <a:spcPct val="0"/>
                </a:spcAft>
                <a:defRPr i="1">
                  <a:solidFill>
                    <a:schemeClr val="tx1"/>
                  </a:solidFill>
                  <a:latin typeface="Arial" charset="0"/>
                  <a:cs typeface="Arial" charset="0"/>
                </a:defRPr>
              </a:lvl6pPr>
              <a:lvl7pPr marL="2971800" indent="-228600" eaLnBrk="0" fontAlgn="base" hangingPunct="0">
                <a:spcBef>
                  <a:spcPct val="0"/>
                </a:spcBef>
                <a:spcAft>
                  <a:spcPct val="0"/>
                </a:spcAft>
                <a:defRPr i="1">
                  <a:solidFill>
                    <a:schemeClr val="tx1"/>
                  </a:solidFill>
                  <a:latin typeface="Arial" charset="0"/>
                  <a:cs typeface="Arial" charset="0"/>
                </a:defRPr>
              </a:lvl7pPr>
              <a:lvl8pPr marL="3429000" indent="-228600" eaLnBrk="0" fontAlgn="base" hangingPunct="0">
                <a:spcBef>
                  <a:spcPct val="0"/>
                </a:spcBef>
                <a:spcAft>
                  <a:spcPct val="0"/>
                </a:spcAft>
                <a:defRPr i="1">
                  <a:solidFill>
                    <a:schemeClr val="tx1"/>
                  </a:solidFill>
                  <a:latin typeface="Arial" charset="0"/>
                  <a:cs typeface="Arial" charset="0"/>
                </a:defRPr>
              </a:lvl8pPr>
              <a:lvl9pPr marL="3886200" indent="-228600" eaLnBrk="0" fontAlgn="base" hangingPunct="0">
                <a:spcBef>
                  <a:spcPct val="0"/>
                </a:spcBef>
                <a:spcAft>
                  <a:spcPct val="0"/>
                </a:spcAft>
                <a:defRPr i="1">
                  <a:solidFill>
                    <a:schemeClr val="tx1"/>
                  </a:solidFill>
                  <a:latin typeface="Arial" charset="0"/>
                  <a:cs typeface="Arial" charset="0"/>
                </a:defRPr>
              </a:lvl9pPr>
            </a:lstStyle>
            <a:p>
              <a:pPr algn="ctr"/>
              <a:r>
                <a:rPr lang="en-US" sz="2000" i="0">
                  <a:latin typeface="Times New Roman" pitchFamily="18" charset="0"/>
                </a:rPr>
                <a:t>6000</a:t>
              </a:r>
            </a:p>
          </p:txBody>
        </p:sp>
        <p:sp>
          <p:nvSpPr>
            <p:cNvPr id="14392" name="Line 36"/>
            <p:cNvSpPr>
              <a:spLocks noChangeShapeType="1"/>
            </p:cNvSpPr>
            <p:nvPr/>
          </p:nvSpPr>
          <p:spPr bwMode="auto">
            <a:xfrm>
              <a:off x="976" y="1824"/>
              <a:ext cx="272" cy="0"/>
            </a:xfrm>
            <a:prstGeom prst="line">
              <a:avLst/>
            </a:prstGeom>
            <a:noFill/>
            <a:ln w="28575">
              <a:solidFill>
                <a:schemeClr val="tx1"/>
              </a:solidFill>
              <a:round/>
              <a:headEnd type="none"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14367" name="Group 37"/>
          <p:cNvGrpSpPr>
            <a:grpSpLocks/>
          </p:cNvGrpSpPr>
          <p:nvPr/>
        </p:nvGrpSpPr>
        <p:grpSpPr bwMode="auto">
          <a:xfrm>
            <a:off x="2336800" y="4014789"/>
            <a:ext cx="1155700" cy="396875"/>
            <a:chOff x="520" y="1697"/>
            <a:chExt cx="728" cy="250"/>
          </a:xfrm>
        </p:grpSpPr>
        <p:sp>
          <p:nvSpPr>
            <p:cNvPr id="14389" name="Text Box 38"/>
            <p:cNvSpPr txBox="1">
              <a:spLocks noChangeArrowheads="1"/>
            </p:cNvSpPr>
            <p:nvPr/>
          </p:nvSpPr>
          <p:spPr bwMode="auto">
            <a:xfrm>
              <a:off x="520" y="1697"/>
              <a:ext cx="436"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1"/>
                  </a:solidFill>
                  <a:miter lim="800000"/>
                  <a:headEnd type="none" w="lg" len="lg"/>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i="1">
                  <a:solidFill>
                    <a:schemeClr val="tx1"/>
                  </a:solidFill>
                  <a:latin typeface="Arial" charset="0"/>
                  <a:cs typeface="Arial" charset="0"/>
                </a:defRPr>
              </a:lvl1pPr>
              <a:lvl2pPr marL="742950" indent="-285750" eaLnBrk="0" hangingPunct="0">
                <a:defRPr i="1">
                  <a:solidFill>
                    <a:schemeClr val="tx1"/>
                  </a:solidFill>
                  <a:latin typeface="Arial" charset="0"/>
                  <a:cs typeface="Arial" charset="0"/>
                </a:defRPr>
              </a:lvl2pPr>
              <a:lvl3pPr marL="1143000" indent="-228600" eaLnBrk="0" hangingPunct="0">
                <a:defRPr i="1">
                  <a:solidFill>
                    <a:schemeClr val="tx1"/>
                  </a:solidFill>
                  <a:latin typeface="Arial" charset="0"/>
                  <a:cs typeface="Arial" charset="0"/>
                </a:defRPr>
              </a:lvl3pPr>
              <a:lvl4pPr marL="1600200" indent="-228600" eaLnBrk="0" hangingPunct="0">
                <a:defRPr i="1">
                  <a:solidFill>
                    <a:schemeClr val="tx1"/>
                  </a:solidFill>
                  <a:latin typeface="Arial" charset="0"/>
                  <a:cs typeface="Arial" charset="0"/>
                </a:defRPr>
              </a:lvl4pPr>
              <a:lvl5pPr marL="2057400" indent="-228600" eaLnBrk="0" hangingPunct="0">
                <a:defRPr i="1">
                  <a:solidFill>
                    <a:schemeClr val="tx1"/>
                  </a:solidFill>
                  <a:latin typeface="Arial" charset="0"/>
                  <a:cs typeface="Arial" charset="0"/>
                </a:defRPr>
              </a:lvl5pPr>
              <a:lvl6pPr marL="2514600" indent="-228600" eaLnBrk="0" fontAlgn="base" hangingPunct="0">
                <a:spcBef>
                  <a:spcPct val="0"/>
                </a:spcBef>
                <a:spcAft>
                  <a:spcPct val="0"/>
                </a:spcAft>
                <a:defRPr i="1">
                  <a:solidFill>
                    <a:schemeClr val="tx1"/>
                  </a:solidFill>
                  <a:latin typeface="Arial" charset="0"/>
                  <a:cs typeface="Arial" charset="0"/>
                </a:defRPr>
              </a:lvl6pPr>
              <a:lvl7pPr marL="2971800" indent="-228600" eaLnBrk="0" fontAlgn="base" hangingPunct="0">
                <a:spcBef>
                  <a:spcPct val="0"/>
                </a:spcBef>
                <a:spcAft>
                  <a:spcPct val="0"/>
                </a:spcAft>
                <a:defRPr i="1">
                  <a:solidFill>
                    <a:schemeClr val="tx1"/>
                  </a:solidFill>
                  <a:latin typeface="Arial" charset="0"/>
                  <a:cs typeface="Arial" charset="0"/>
                </a:defRPr>
              </a:lvl7pPr>
              <a:lvl8pPr marL="3429000" indent="-228600" eaLnBrk="0" fontAlgn="base" hangingPunct="0">
                <a:spcBef>
                  <a:spcPct val="0"/>
                </a:spcBef>
                <a:spcAft>
                  <a:spcPct val="0"/>
                </a:spcAft>
                <a:defRPr i="1">
                  <a:solidFill>
                    <a:schemeClr val="tx1"/>
                  </a:solidFill>
                  <a:latin typeface="Arial" charset="0"/>
                  <a:cs typeface="Arial" charset="0"/>
                </a:defRPr>
              </a:lvl8pPr>
              <a:lvl9pPr marL="3886200" indent="-228600" eaLnBrk="0" fontAlgn="base" hangingPunct="0">
                <a:spcBef>
                  <a:spcPct val="0"/>
                </a:spcBef>
                <a:spcAft>
                  <a:spcPct val="0"/>
                </a:spcAft>
                <a:defRPr i="1">
                  <a:solidFill>
                    <a:schemeClr val="tx1"/>
                  </a:solidFill>
                  <a:latin typeface="Arial" charset="0"/>
                  <a:cs typeface="Arial" charset="0"/>
                </a:defRPr>
              </a:lvl9pPr>
            </a:lstStyle>
            <a:p>
              <a:pPr algn="ctr"/>
              <a:r>
                <a:rPr lang="en-US" sz="2000" i="0">
                  <a:latin typeface="Times New Roman" pitchFamily="18" charset="0"/>
                </a:rPr>
                <a:t>4400</a:t>
              </a:r>
            </a:p>
          </p:txBody>
        </p:sp>
        <p:sp>
          <p:nvSpPr>
            <p:cNvPr id="14390" name="Line 39"/>
            <p:cNvSpPr>
              <a:spLocks noChangeShapeType="1"/>
            </p:cNvSpPr>
            <p:nvPr/>
          </p:nvSpPr>
          <p:spPr bwMode="auto">
            <a:xfrm>
              <a:off x="976" y="1824"/>
              <a:ext cx="272" cy="0"/>
            </a:xfrm>
            <a:prstGeom prst="line">
              <a:avLst/>
            </a:prstGeom>
            <a:noFill/>
            <a:ln w="28575">
              <a:solidFill>
                <a:schemeClr val="tx1"/>
              </a:solidFill>
              <a:round/>
              <a:headEnd type="none"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14368" name="Group 40"/>
          <p:cNvGrpSpPr>
            <a:grpSpLocks/>
          </p:cNvGrpSpPr>
          <p:nvPr/>
        </p:nvGrpSpPr>
        <p:grpSpPr bwMode="auto">
          <a:xfrm>
            <a:off x="2336800" y="4471989"/>
            <a:ext cx="1155700" cy="396875"/>
            <a:chOff x="520" y="1697"/>
            <a:chExt cx="728" cy="250"/>
          </a:xfrm>
        </p:grpSpPr>
        <p:sp>
          <p:nvSpPr>
            <p:cNvPr id="14387" name="Text Box 41"/>
            <p:cNvSpPr txBox="1">
              <a:spLocks noChangeArrowheads="1"/>
            </p:cNvSpPr>
            <p:nvPr/>
          </p:nvSpPr>
          <p:spPr bwMode="auto">
            <a:xfrm>
              <a:off x="520" y="1697"/>
              <a:ext cx="436"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1"/>
                  </a:solidFill>
                  <a:miter lim="800000"/>
                  <a:headEnd type="none" w="lg" len="lg"/>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i="1">
                  <a:solidFill>
                    <a:schemeClr val="tx1"/>
                  </a:solidFill>
                  <a:latin typeface="Arial" charset="0"/>
                  <a:cs typeface="Arial" charset="0"/>
                </a:defRPr>
              </a:lvl1pPr>
              <a:lvl2pPr marL="742950" indent="-285750" eaLnBrk="0" hangingPunct="0">
                <a:defRPr i="1">
                  <a:solidFill>
                    <a:schemeClr val="tx1"/>
                  </a:solidFill>
                  <a:latin typeface="Arial" charset="0"/>
                  <a:cs typeface="Arial" charset="0"/>
                </a:defRPr>
              </a:lvl2pPr>
              <a:lvl3pPr marL="1143000" indent="-228600" eaLnBrk="0" hangingPunct="0">
                <a:defRPr i="1">
                  <a:solidFill>
                    <a:schemeClr val="tx1"/>
                  </a:solidFill>
                  <a:latin typeface="Arial" charset="0"/>
                  <a:cs typeface="Arial" charset="0"/>
                </a:defRPr>
              </a:lvl3pPr>
              <a:lvl4pPr marL="1600200" indent="-228600" eaLnBrk="0" hangingPunct="0">
                <a:defRPr i="1">
                  <a:solidFill>
                    <a:schemeClr val="tx1"/>
                  </a:solidFill>
                  <a:latin typeface="Arial" charset="0"/>
                  <a:cs typeface="Arial" charset="0"/>
                </a:defRPr>
              </a:lvl4pPr>
              <a:lvl5pPr marL="2057400" indent="-228600" eaLnBrk="0" hangingPunct="0">
                <a:defRPr i="1">
                  <a:solidFill>
                    <a:schemeClr val="tx1"/>
                  </a:solidFill>
                  <a:latin typeface="Arial" charset="0"/>
                  <a:cs typeface="Arial" charset="0"/>
                </a:defRPr>
              </a:lvl5pPr>
              <a:lvl6pPr marL="2514600" indent="-228600" eaLnBrk="0" fontAlgn="base" hangingPunct="0">
                <a:spcBef>
                  <a:spcPct val="0"/>
                </a:spcBef>
                <a:spcAft>
                  <a:spcPct val="0"/>
                </a:spcAft>
                <a:defRPr i="1">
                  <a:solidFill>
                    <a:schemeClr val="tx1"/>
                  </a:solidFill>
                  <a:latin typeface="Arial" charset="0"/>
                  <a:cs typeface="Arial" charset="0"/>
                </a:defRPr>
              </a:lvl6pPr>
              <a:lvl7pPr marL="2971800" indent="-228600" eaLnBrk="0" fontAlgn="base" hangingPunct="0">
                <a:spcBef>
                  <a:spcPct val="0"/>
                </a:spcBef>
                <a:spcAft>
                  <a:spcPct val="0"/>
                </a:spcAft>
                <a:defRPr i="1">
                  <a:solidFill>
                    <a:schemeClr val="tx1"/>
                  </a:solidFill>
                  <a:latin typeface="Arial" charset="0"/>
                  <a:cs typeface="Arial" charset="0"/>
                </a:defRPr>
              </a:lvl7pPr>
              <a:lvl8pPr marL="3429000" indent="-228600" eaLnBrk="0" fontAlgn="base" hangingPunct="0">
                <a:spcBef>
                  <a:spcPct val="0"/>
                </a:spcBef>
                <a:spcAft>
                  <a:spcPct val="0"/>
                </a:spcAft>
                <a:defRPr i="1">
                  <a:solidFill>
                    <a:schemeClr val="tx1"/>
                  </a:solidFill>
                  <a:latin typeface="Arial" charset="0"/>
                  <a:cs typeface="Arial" charset="0"/>
                </a:defRPr>
              </a:lvl8pPr>
              <a:lvl9pPr marL="3886200" indent="-228600" eaLnBrk="0" fontAlgn="base" hangingPunct="0">
                <a:spcBef>
                  <a:spcPct val="0"/>
                </a:spcBef>
                <a:spcAft>
                  <a:spcPct val="0"/>
                </a:spcAft>
                <a:defRPr i="1">
                  <a:solidFill>
                    <a:schemeClr val="tx1"/>
                  </a:solidFill>
                  <a:latin typeface="Arial" charset="0"/>
                  <a:cs typeface="Arial" charset="0"/>
                </a:defRPr>
              </a:lvl9pPr>
            </a:lstStyle>
            <a:p>
              <a:pPr algn="ctr"/>
              <a:r>
                <a:rPr lang="en-US" sz="2000" i="0">
                  <a:latin typeface="Times New Roman" pitchFamily="18" charset="0"/>
                </a:rPr>
                <a:t>5700</a:t>
              </a:r>
            </a:p>
          </p:txBody>
        </p:sp>
        <p:sp>
          <p:nvSpPr>
            <p:cNvPr id="14388" name="Line 42"/>
            <p:cNvSpPr>
              <a:spLocks noChangeShapeType="1"/>
            </p:cNvSpPr>
            <p:nvPr/>
          </p:nvSpPr>
          <p:spPr bwMode="auto">
            <a:xfrm>
              <a:off x="976" y="1824"/>
              <a:ext cx="272" cy="0"/>
            </a:xfrm>
            <a:prstGeom prst="line">
              <a:avLst/>
            </a:prstGeom>
            <a:noFill/>
            <a:ln w="28575">
              <a:solidFill>
                <a:schemeClr val="tx1"/>
              </a:solidFill>
              <a:round/>
              <a:headEnd type="none"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14369" name="Group 43"/>
          <p:cNvGrpSpPr>
            <a:grpSpLocks/>
          </p:cNvGrpSpPr>
          <p:nvPr/>
        </p:nvGrpSpPr>
        <p:grpSpPr bwMode="auto">
          <a:xfrm>
            <a:off x="2336800" y="4941889"/>
            <a:ext cx="1155700" cy="396875"/>
            <a:chOff x="520" y="1697"/>
            <a:chExt cx="728" cy="250"/>
          </a:xfrm>
        </p:grpSpPr>
        <p:sp>
          <p:nvSpPr>
            <p:cNvPr id="14385" name="Text Box 44"/>
            <p:cNvSpPr txBox="1">
              <a:spLocks noChangeArrowheads="1"/>
            </p:cNvSpPr>
            <p:nvPr/>
          </p:nvSpPr>
          <p:spPr bwMode="auto">
            <a:xfrm>
              <a:off x="520" y="1697"/>
              <a:ext cx="436"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1"/>
                  </a:solidFill>
                  <a:miter lim="800000"/>
                  <a:headEnd type="none" w="lg" len="lg"/>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i="1">
                  <a:solidFill>
                    <a:schemeClr val="tx1"/>
                  </a:solidFill>
                  <a:latin typeface="Arial" charset="0"/>
                  <a:cs typeface="Arial" charset="0"/>
                </a:defRPr>
              </a:lvl1pPr>
              <a:lvl2pPr marL="742950" indent="-285750" eaLnBrk="0" hangingPunct="0">
                <a:defRPr i="1">
                  <a:solidFill>
                    <a:schemeClr val="tx1"/>
                  </a:solidFill>
                  <a:latin typeface="Arial" charset="0"/>
                  <a:cs typeface="Arial" charset="0"/>
                </a:defRPr>
              </a:lvl2pPr>
              <a:lvl3pPr marL="1143000" indent="-228600" eaLnBrk="0" hangingPunct="0">
                <a:defRPr i="1">
                  <a:solidFill>
                    <a:schemeClr val="tx1"/>
                  </a:solidFill>
                  <a:latin typeface="Arial" charset="0"/>
                  <a:cs typeface="Arial" charset="0"/>
                </a:defRPr>
              </a:lvl3pPr>
              <a:lvl4pPr marL="1600200" indent="-228600" eaLnBrk="0" hangingPunct="0">
                <a:defRPr i="1">
                  <a:solidFill>
                    <a:schemeClr val="tx1"/>
                  </a:solidFill>
                  <a:latin typeface="Arial" charset="0"/>
                  <a:cs typeface="Arial" charset="0"/>
                </a:defRPr>
              </a:lvl4pPr>
              <a:lvl5pPr marL="2057400" indent="-228600" eaLnBrk="0" hangingPunct="0">
                <a:defRPr i="1">
                  <a:solidFill>
                    <a:schemeClr val="tx1"/>
                  </a:solidFill>
                  <a:latin typeface="Arial" charset="0"/>
                  <a:cs typeface="Arial" charset="0"/>
                </a:defRPr>
              </a:lvl5pPr>
              <a:lvl6pPr marL="2514600" indent="-228600" eaLnBrk="0" fontAlgn="base" hangingPunct="0">
                <a:spcBef>
                  <a:spcPct val="0"/>
                </a:spcBef>
                <a:spcAft>
                  <a:spcPct val="0"/>
                </a:spcAft>
                <a:defRPr i="1">
                  <a:solidFill>
                    <a:schemeClr val="tx1"/>
                  </a:solidFill>
                  <a:latin typeface="Arial" charset="0"/>
                  <a:cs typeface="Arial" charset="0"/>
                </a:defRPr>
              </a:lvl6pPr>
              <a:lvl7pPr marL="2971800" indent="-228600" eaLnBrk="0" fontAlgn="base" hangingPunct="0">
                <a:spcBef>
                  <a:spcPct val="0"/>
                </a:spcBef>
                <a:spcAft>
                  <a:spcPct val="0"/>
                </a:spcAft>
                <a:defRPr i="1">
                  <a:solidFill>
                    <a:schemeClr val="tx1"/>
                  </a:solidFill>
                  <a:latin typeface="Arial" charset="0"/>
                  <a:cs typeface="Arial" charset="0"/>
                </a:defRPr>
              </a:lvl7pPr>
              <a:lvl8pPr marL="3429000" indent="-228600" eaLnBrk="0" fontAlgn="base" hangingPunct="0">
                <a:spcBef>
                  <a:spcPct val="0"/>
                </a:spcBef>
                <a:spcAft>
                  <a:spcPct val="0"/>
                </a:spcAft>
                <a:defRPr i="1">
                  <a:solidFill>
                    <a:schemeClr val="tx1"/>
                  </a:solidFill>
                  <a:latin typeface="Arial" charset="0"/>
                  <a:cs typeface="Arial" charset="0"/>
                </a:defRPr>
              </a:lvl8pPr>
              <a:lvl9pPr marL="3886200" indent="-228600" eaLnBrk="0" fontAlgn="base" hangingPunct="0">
                <a:spcBef>
                  <a:spcPct val="0"/>
                </a:spcBef>
                <a:spcAft>
                  <a:spcPct val="0"/>
                </a:spcAft>
                <a:defRPr i="1">
                  <a:solidFill>
                    <a:schemeClr val="tx1"/>
                  </a:solidFill>
                  <a:latin typeface="Arial" charset="0"/>
                  <a:cs typeface="Arial" charset="0"/>
                </a:defRPr>
              </a:lvl9pPr>
            </a:lstStyle>
            <a:p>
              <a:pPr algn="ctr"/>
              <a:r>
                <a:rPr lang="en-US" sz="2000" i="0">
                  <a:latin typeface="Times New Roman" pitchFamily="18" charset="0"/>
                </a:rPr>
                <a:t>4600</a:t>
              </a:r>
            </a:p>
          </p:txBody>
        </p:sp>
        <p:sp>
          <p:nvSpPr>
            <p:cNvPr id="14386" name="Line 45"/>
            <p:cNvSpPr>
              <a:spLocks noChangeShapeType="1"/>
            </p:cNvSpPr>
            <p:nvPr/>
          </p:nvSpPr>
          <p:spPr bwMode="auto">
            <a:xfrm>
              <a:off x="976" y="1824"/>
              <a:ext cx="272" cy="0"/>
            </a:xfrm>
            <a:prstGeom prst="line">
              <a:avLst/>
            </a:prstGeom>
            <a:noFill/>
            <a:ln w="28575">
              <a:solidFill>
                <a:schemeClr val="tx1"/>
              </a:solidFill>
              <a:round/>
              <a:headEnd type="none"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14370" name="Group 46"/>
          <p:cNvGrpSpPr>
            <a:grpSpLocks/>
          </p:cNvGrpSpPr>
          <p:nvPr/>
        </p:nvGrpSpPr>
        <p:grpSpPr bwMode="auto">
          <a:xfrm>
            <a:off x="2349500" y="5411789"/>
            <a:ext cx="1155700" cy="396875"/>
            <a:chOff x="520" y="1697"/>
            <a:chExt cx="728" cy="250"/>
          </a:xfrm>
        </p:grpSpPr>
        <p:sp>
          <p:nvSpPr>
            <p:cNvPr id="14383" name="Text Box 47"/>
            <p:cNvSpPr txBox="1">
              <a:spLocks noChangeArrowheads="1"/>
            </p:cNvSpPr>
            <p:nvPr/>
          </p:nvSpPr>
          <p:spPr bwMode="auto">
            <a:xfrm>
              <a:off x="520" y="1697"/>
              <a:ext cx="436"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1"/>
                  </a:solidFill>
                  <a:miter lim="800000"/>
                  <a:headEnd type="none" w="lg" len="lg"/>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i="1">
                  <a:solidFill>
                    <a:schemeClr val="tx1"/>
                  </a:solidFill>
                  <a:latin typeface="Arial" charset="0"/>
                  <a:cs typeface="Arial" charset="0"/>
                </a:defRPr>
              </a:lvl1pPr>
              <a:lvl2pPr marL="742950" indent="-285750" eaLnBrk="0" hangingPunct="0">
                <a:defRPr i="1">
                  <a:solidFill>
                    <a:schemeClr val="tx1"/>
                  </a:solidFill>
                  <a:latin typeface="Arial" charset="0"/>
                  <a:cs typeface="Arial" charset="0"/>
                </a:defRPr>
              </a:lvl2pPr>
              <a:lvl3pPr marL="1143000" indent="-228600" eaLnBrk="0" hangingPunct="0">
                <a:defRPr i="1">
                  <a:solidFill>
                    <a:schemeClr val="tx1"/>
                  </a:solidFill>
                  <a:latin typeface="Arial" charset="0"/>
                  <a:cs typeface="Arial" charset="0"/>
                </a:defRPr>
              </a:lvl3pPr>
              <a:lvl4pPr marL="1600200" indent="-228600" eaLnBrk="0" hangingPunct="0">
                <a:defRPr i="1">
                  <a:solidFill>
                    <a:schemeClr val="tx1"/>
                  </a:solidFill>
                  <a:latin typeface="Arial" charset="0"/>
                  <a:cs typeface="Arial" charset="0"/>
                </a:defRPr>
              </a:lvl4pPr>
              <a:lvl5pPr marL="2057400" indent="-228600" eaLnBrk="0" hangingPunct="0">
                <a:defRPr i="1">
                  <a:solidFill>
                    <a:schemeClr val="tx1"/>
                  </a:solidFill>
                  <a:latin typeface="Arial" charset="0"/>
                  <a:cs typeface="Arial" charset="0"/>
                </a:defRPr>
              </a:lvl5pPr>
              <a:lvl6pPr marL="2514600" indent="-228600" eaLnBrk="0" fontAlgn="base" hangingPunct="0">
                <a:spcBef>
                  <a:spcPct val="0"/>
                </a:spcBef>
                <a:spcAft>
                  <a:spcPct val="0"/>
                </a:spcAft>
                <a:defRPr i="1">
                  <a:solidFill>
                    <a:schemeClr val="tx1"/>
                  </a:solidFill>
                  <a:latin typeface="Arial" charset="0"/>
                  <a:cs typeface="Arial" charset="0"/>
                </a:defRPr>
              </a:lvl6pPr>
              <a:lvl7pPr marL="2971800" indent="-228600" eaLnBrk="0" fontAlgn="base" hangingPunct="0">
                <a:spcBef>
                  <a:spcPct val="0"/>
                </a:spcBef>
                <a:spcAft>
                  <a:spcPct val="0"/>
                </a:spcAft>
                <a:defRPr i="1">
                  <a:solidFill>
                    <a:schemeClr val="tx1"/>
                  </a:solidFill>
                  <a:latin typeface="Arial" charset="0"/>
                  <a:cs typeface="Arial" charset="0"/>
                </a:defRPr>
              </a:lvl7pPr>
              <a:lvl8pPr marL="3429000" indent="-228600" eaLnBrk="0" fontAlgn="base" hangingPunct="0">
                <a:spcBef>
                  <a:spcPct val="0"/>
                </a:spcBef>
                <a:spcAft>
                  <a:spcPct val="0"/>
                </a:spcAft>
                <a:defRPr i="1">
                  <a:solidFill>
                    <a:schemeClr val="tx1"/>
                  </a:solidFill>
                  <a:latin typeface="Arial" charset="0"/>
                  <a:cs typeface="Arial" charset="0"/>
                </a:defRPr>
              </a:lvl8pPr>
              <a:lvl9pPr marL="3886200" indent="-228600" eaLnBrk="0" fontAlgn="base" hangingPunct="0">
                <a:spcBef>
                  <a:spcPct val="0"/>
                </a:spcBef>
                <a:spcAft>
                  <a:spcPct val="0"/>
                </a:spcAft>
                <a:defRPr i="1">
                  <a:solidFill>
                    <a:schemeClr val="tx1"/>
                  </a:solidFill>
                  <a:latin typeface="Arial" charset="0"/>
                  <a:cs typeface="Arial" charset="0"/>
                </a:defRPr>
              </a:lvl9pPr>
            </a:lstStyle>
            <a:p>
              <a:pPr algn="ctr"/>
              <a:r>
                <a:rPr lang="en-US" sz="2000" i="0">
                  <a:latin typeface="Times New Roman" pitchFamily="18" charset="0"/>
                </a:rPr>
                <a:t>6200</a:t>
              </a:r>
            </a:p>
          </p:txBody>
        </p:sp>
        <p:sp>
          <p:nvSpPr>
            <p:cNvPr id="14384" name="Line 48"/>
            <p:cNvSpPr>
              <a:spLocks noChangeShapeType="1"/>
            </p:cNvSpPr>
            <p:nvPr/>
          </p:nvSpPr>
          <p:spPr bwMode="auto">
            <a:xfrm>
              <a:off x="976" y="1824"/>
              <a:ext cx="272" cy="0"/>
            </a:xfrm>
            <a:prstGeom prst="line">
              <a:avLst/>
            </a:prstGeom>
            <a:noFill/>
            <a:ln w="28575">
              <a:solidFill>
                <a:schemeClr val="tx1"/>
              </a:solidFill>
              <a:round/>
              <a:headEnd type="none"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14371" name="Text Box 49"/>
          <p:cNvSpPr txBox="1">
            <a:spLocks noChangeArrowheads="1"/>
          </p:cNvSpPr>
          <p:nvPr/>
        </p:nvSpPr>
        <p:spPr bwMode="auto">
          <a:xfrm>
            <a:off x="5111750" y="5130801"/>
            <a:ext cx="3550972" cy="9541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1"/>
                </a:solidFill>
                <a:miter lim="800000"/>
                <a:headEnd type="none" w="lg" len="lg"/>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i="1">
                <a:solidFill>
                  <a:schemeClr val="tx1"/>
                </a:solidFill>
                <a:latin typeface="Arial" charset="0"/>
                <a:cs typeface="Arial" charset="0"/>
              </a:defRPr>
            </a:lvl1pPr>
            <a:lvl2pPr marL="742950" indent="-285750" eaLnBrk="0" hangingPunct="0">
              <a:defRPr i="1">
                <a:solidFill>
                  <a:schemeClr val="tx1"/>
                </a:solidFill>
                <a:latin typeface="Arial" charset="0"/>
                <a:cs typeface="Arial" charset="0"/>
              </a:defRPr>
            </a:lvl2pPr>
            <a:lvl3pPr marL="1143000" indent="-228600" eaLnBrk="0" hangingPunct="0">
              <a:defRPr i="1">
                <a:solidFill>
                  <a:schemeClr val="tx1"/>
                </a:solidFill>
                <a:latin typeface="Arial" charset="0"/>
                <a:cs typeface="Arial" charset="0"/>
              </a:defRPr>
            </a:lvl3pPr>
            <a:lvl4pPr marL="1600200" indent="-228600" eaLnBrk="0" hangingPunct="0">
              <a:defRPr i="1">
                <a:solidFill>
                  <a:schemeClr val="tx1"/>
                </a:solidFill>
                <a:latin typeface="Arial" charset="0"/>
                <a:cs typeface="Arial" charset="0"/>
              </a:defRPr>
            </a:lvl4pPr>
            <a:lvl5pPr marL="2057400" indent="-228600" eaLnBrk="0" hangingPunct="0">
              <a:defRPr i="1">
                <a:solidFill>
                  <a:schemeClr val="tx1"/>
                </a:solidFill>
                <a:latin typeface="Arial" charset="0"/>
                <a:cs typeface="Arial" charset="0"/>
              </a:defRPr>
            </a:lvl5pPr>
            <a:lvl6pPr marL="2514600" indent="-228600" eaLnBrk="0" fontAlgn="base" hangingPunct="0">
              <a:spcBef>
                <a:spcPct val="0"/>
              </a:spcBef>
              <a:spcAft>
                <a:spcPct val="0"/>
              </a:spcAft>
              <a:defRPr i="1">
                <a:solidFill>
                  <a:schemeClr val="tx1"/>
                </a:solidFill>
                <a:latin typeface="Arial" charset="0"/>
                <a:cs typeface="Arial" charset="0"/>
              </a:defRPr>
            </a:lvl6pPr>
            <a:lvl7pPr marL="2971800" indent="-228600" eaLnBrk="0" fontAlgn="base" hangingPunct="0">
              <a:spcBef>
                <a:spcPct val="0"/>
              </a:spcBef>
              <a:spcAft>
                <a:spcPct val="0"/>
              </a:spcAft>
              <a:defRPr i="1">
                <a:solidFill>
                  <a:schemeClr val="tx1"/>
                </a:solidFill>
                <a:latin typeface="Arial" charset="0"/>
                <a:cs typeface="Arial" charset="0"/>
              </a:defRPr>
            </a:lvl7pPr>
            <a:lvl8pPr marL="3429000" indent="-228600" eaLnBrk="0" fontAlgn="base" hangingPunct="0">
              <a:spcBef>
                <a:spcPct val="0"/>
              </a:spcBef>
              <a:spcAft>
                <a:spcPct val="0"/>
              </a:spcAft>
              <a:defRPr i="1">
                <a:solidFill>
                  <a:schemeClr val="tx1"/>
                </a:solidFill>
                <a:latin typeface="Arial" charset="0"/>
                <a:cs typeface="Arial" charset="0"/>
              </a:defRPr>
            </a:lvl8pPr>
            <a:lvl9pPr marL="3886200" indent="-228600" eaLnBrk="0" fontAlgn="base" hangingPunct="0">
              <a:spcBef>
                <a:spcPct val="0"/>
              </a:spcBef>
              <a:spcAft>
                <a:spcPct val="0"/>
              </a:spcAft>
              <a:defRPr i="1">
                <a:solidFill>
                  <a:schemeClr val="tx1"/>
                </a:solidFill>
                <a:latin typeface="Arial" charset="0"/>
                <a:cs typeface="Arial" charset="0"/>
              </a:defRPr>
            </a:lvl9pPr>
          </a:lstStyle>
          <a:p>
            <a:r>
              <a:rPr lang="en-US" i="0">
                <a:latin typeface="Times New Roman" pitchFamily="18" charset="0"/>
              </a:rPr>
              <a:t>Train may need 12,130 horsepower. Solutions:</a:t>
            </a:r>
          </a:p>
          <a:p>
            <a:r>
              <a:rPr lang="en-US" i="0">
                <a:latin typeface="Times New Roman" pitchFamily="18" charset="0"/>
              </a:rPr>
              <a:t>    4400 + 4400 + 6000 = 14,400</a:t>
            </a:r>
          </a:p>
          <a:p>
            <a:r>
              <a:rPr lang="en-US" i="0">
                <a:latin typeface="Times New Roman" pitchFamily="18" charset="0"/>
              </a:rPr>
              <a:t>    4400+4400+4400 = 13,200 </a:t>
            </a:r>
          </a:p>
          <a:p>
            <a:r>
              <a:rPr lang="en-US" i="0">
                <a:latin typeface="Times New Roman" pitchFamily="18" charset="0"/>
              </a:rPr>
              <a:t>    6000+6200 = 12,200</a:t>
            </a:r>
          </a:p>
        </p:txBody>
      </p:sp>
      <p:grpSp>
        <p:nvGrpSpPr>
          <p:cNvPr id="14372" name="Group 50"/>
          <p:cNvGrpSpPr>
            <a:grpSpLocks/>
          </p:cNvGrpSpPr>
          <p:nvPr/>
        </p:nvGrpSpPr>
        <p:grpSpPr bwMode="auto">
          <a:xfrm>
            <a:off x="6465888" y="1982788"/>
            <a:ext cx="1471612" cy="939800"/>
            <a:chOff x="3113" y="1249"/>
            <a:chExt cx="927" cy="592"/>
          </a:xfrm>
        </p:grpSpPr>
        <p:sp>
          <p:nvSpPr>
            <p:cNvPr id="14380" name="Line 51"/>
            <p:cNvSpPr>
              <a:spLocks noChangeShapeType="1"/>
            </p:cNvSpPr>
            <p:nvPr/>
          </p:nvSpPr>
          <p:spPr bwMode="auto">
            <a:xfrm flipV="1">
              <a:off x="3115" y="1249"/>
              <a:ext cx="0" cy="592"/>
            </a:xfrm>
            <a:prstGeom prst="line">
              <a:avLst/>
            </a:prstGeom>
            <a:noFill/>
            <a:ln w="28575">
              <a:solidFill>
                <a:schemeClr val="tx1"/>
              </a:solidFill>
              <a:round/>
              <a:headEnd type="none"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4381" name="Line 52"/>
            <p:cNvSpPr>
              <a:spLocks noChangeShapeType="1"/>
            </p:cNvSpPr>
            <p:nvPr/>
          </p:nvSpPr>
          <p:spPr bwMode="auto">
            <a:xfrm rot="5400000" flipV="1">
              <a:off x="3520" y="1426"/>
              <a:ext cx="0" cy="814"/>
            </a:xfrm>
            <a:prstGeom prst="line">
              <a:avLst/>
            </a:prstGeom>
            <a:noFill/>
            <a:ln w="28575">
              <a:solidFill>
                <a:schemeClr val="tx1"/>
              </a:solidFill>
              <a:round/>
              <a:headEnd type="none"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4382" name="Freeform 53"/>
            <p:cNvSpPr>
              <a:spLocks/>
            </p:cNvSpPr>
            <p:nvPr/>
          </p:nvSpPr>
          <p:spPr bwMode="auto">
            <a:xfrm>
              <a:off x="3128" y="1304"/>
              <a:ext cx="912" cy="528"/>
            </a:xfrm>
            <a:custGeom>
              <a:avLst/>
              <a:gdLst>
                <a:gd name="T0" fmla="*/ 0 w 912"/>
                <a:gd name="T1" fmla="*/ 528 h 528"/>
                <a:gd name="T2" fmla="*/ 104 w 912"/>
                <a:gd name="T3" fmla="*/ 136 h 528"/>
                <a:gd name="T4" fmla="*/ 344 w 912"/>
                <a:gd name="T5" fmla="*/ 0 h 528"/>
                <a:gd name="T6" fmla="*/ 640 w 912"/>
                <a:gd name="T7" fmla="*/ 8 h 528"/>
                <a:gd name="T8" fmla="*/ 912 w 912"/>
                <a:gd name="T9" fmla="*/ 72 h 5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12" h="528">
                  <a:moveTo>
                    <a:pt x="0" y="528"/>
                  </a:moveTo>
                  <a:lnTo>
                    <a:pt x="104" y="136"/>
                  </a:lnTo>
                  <a:lnTo>
                    <a:pt x="344" y="0"/>
                  </a:lnTo>
                  <a:lnTo>
                    <a:pt x="640" y="8"/>
                  </a:lnTo>
                  <a:lnTo>
                    <a:pt x="912" y="72"/>
                  </a:lnTo>
                </a:path>
              </a:pathLst>
            </a:custGeom>
            <a:noFill/>
            <a:ln w="38100" cap="flat" cmpd="sng">
              <a:solidFill>
                <a:schemeClr val="tx1"/>
              </a:solidFill>
              <a:prstDash val="solid"/>
              <a:round/>
              <a:headEnd type="none" w="lg" len="lg"/>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14373" name="Rectangle 54"/>
          <p:cNvSpPr>
            <a:spLocks noChangeArrowheads="1"/>
          </p:cNvSpPr>
          <p:nvPr/>
        </p:nvSpPr>
        <p:spPr bwMode="auto">
          <a:xfrm>
            <a:off x="3530600" y="2781300"/>
            <a:ext cx="673100" cy="228600"/>
          </a:xfrm>
          <a:prstGeom prst="rect">
            <a:avLst/>
          </a:prstGeom>
          <a:solidFill>
            <a:srgbClr val="0000FF"/>
          </a:solidFill>
          <a:ln w="28575">
            <a:solidFill>
              <a:schemeClr val="tx1"/>
            </a:solidFill>
            <a:miter lim="800000"/>
            <a:headEnd type="none" w="lg" len="lg"/>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374" name="Rectangle 55"/>
          <p:cNvSpPr>
            <a:spLocks noChangeArrowheads="1"/>
          </p:cNvSpPr>
          <p:nvPr/>
        </p:nvSpPr>
        <p:spPr bwMode="auto">
          <a:xfrm>
            <a:off x="3530600" y="3225800"/>
            <a:ext cx="673100" cy="228600"/>
          </a:xfrm>
          <a:prstGeom prst="rect">
            <a:avLst/>
          </a:prstGeom>
          <a:solidFill>
            <a:srgbClr val="0000FF"/>
          </a:solidFill>
          <a:ln w="28575">
            <a:solidFill>
              <a:schemeClr val="tx1"/>
            </a:solidFill>
            <a:miter lim="800000"/>
            <a:headEnd type="none" w="lg" len="lg"/>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375" name="Rectangle 56"/>
          <p:cNvSpPr>
            <a:spLocks noChangeArrowheads="1"/>
          </p:cNvSpPr>
          <p:nvPr/>
        </p:nvSpPr>
        <p:spPr bwMode="auto">
          <a:xfrm>
            <a:off x="3530600" y="4102100"/>
            <a:ext cx="673100" cy="228600"/>
          </a:xfrm>
          <a:prstGeom prst="rect">
            <a:avLst/>
          </a:prstGeom>
          <a:solidFill>
            <a:srgbClr val="33CC33"/>
          </a:solidFill>
          <a:ln w="28575">
            <a:solidFill>
              <a:schemeClr val="tx1"/>
            </a:solidFill>
            <a:miter lim="800000"/>
            <a:headEnd type="none" w="lg" len="lg"/>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376" name="Rectangle 57"/>
          <p:cNvSpPr>
            <a:spLocks noChangeArrowheads="1"/>
          </p:cNvSpPr>
          <p:nvPr/>
        </p:nvSpPr>
        <p:spPr bwMode="auto">
          <a:xfrm>
            <a:off x="3530600" y="4559300"/>
            <a:ext cx="673100" cy="228600"/>
          </a:xfrm>
          <a:prstGeom prst="rect">
            <a:avLst/>
          </a:prstGeom>
          <a:solidFill>
            <a:srgbClr val="33CC33"/>
          </a:solidFill>
          <a:ln w="28575">
            <a:solidFill>
              <a:schemeClr val="tx1"/>
            </a:solidFill>
            <a:miter lim="800000"/>
            <a:headEnd type="none" w="lg" len="lg"/>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377" name="Rectangle 58"/>
          <p:cNvSpPr>
            <a:spLocks noChangeArrowheads="1"/>
          </p:cNvSpPr>
          <p:nvPr/>
        </p:nvSpPr>
        <p:spPr bwMode="auto">
          <a:xfrm>
            <a:off x="3530600" y="5029200"/>
            <a:ext cx="673100" cy="228600"/>
          </a:xfrm>
          <a:prstGeom prst="rect">
            <a:avLst/>
          </a:prstGeom>
          <a:solidFill>
            <a:srgbClr val="FF33CC"/>
          </a:solidFill>
          <a:ln w="28575">
            <a:solidFill>
              <a:schemeClr val="tx1"/>
            </a:solidFill>
            <a:miter lim="800000"/>
            <a:headEnd type="none" w="lg" len="lg"/>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378" name="Rectangle 59"/>
          <p:cNvSpPr>
            <a:spLocks noChangeArrowheads="1"/>
          </p:cNvSpPr>
          <p:nvPr/>
        </p:nvSpPr>
        <p:spPr bwMode="auto">
          <a:xfrm>
            <a:off x="3517900" y="5499100"/>
            <a:ext cx="673100" cy="228600"/>
          </a:xfrm>
          <a:prstGeom prst="rect">
            <a:avLst/>
          </a:prstGeom>
          <a:solidFill>
            <a:srgbClr val="FF33CC"/>
          </a:solidFill>
          <a:ln w="28575">
            <a:solidFill>
              <a:schemeClr val="tx1"/>
            </a:solidFill>
            <a:miter lim="800000"/>
            <a:headEnd type="none" w="lg" len="lg"/>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379" name="Rectangle 60"/>
          <p:cNvSpPr>
            <a:spLocks noChangeArrowheads="1"/>
          </p:cNvSpPr>
          <p:nvPr/>
        </p:nvSpPr>
        <p:spPr bwMode="auto">
          <a:xfrm>
            <a:off x="3517900" y="3657600"/>
            <a:ext cx="673100" cy="228600"/>
          </a:xfrm>
          <a:prstGeom prst="rect">
            <a:avLst/>
          </a:prstGeom>
          <a:solidFill>
            <a:srgbClr val="0000FF"/>
          </a:solidFill>
          <a:ln w="28575">
            <a:solidFill>
              <a:schemeClr val="tx1"/>
            </a:solidFill>
            <a:miter lim="800000"/>
            <a:headEnd type="none" w="lg" len="lg"/>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Tree>
    <p:extLst>
      <p:ext uri="{BB962C8B-B14F-4D97-AF65-F5344CB8AC3E}">
        <p14:creationId xmlns:p14="http://schemas.microsoft.com/office/powerpoint/2010/main" val="2890115133"/>
      </p:ext>
    </p:extLst>
  </p:cSld>
  <p:clrMapOvr>
    <a:masterClrMapping/>
  </p:clrMapOvr>
  <p:transition/>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62" name="Rectangle 2"/>
          <p:cNvSpPr>
            <a:spLocks noGrp="1" noChangeArrowheads="1"/>
          </p:cNvSpPr>
          <p:nvPr>
            <p:ph type="title"/>
          </p:nvPr>
        </p:nvSpPr>
        <p:spPr/>
        <p:txBody>
          <a:bodyPr/>
          <a:lstStyle/>
          <a:p>
            <a:pPr eaLnBrk="1" hangingPunct="1"/>
            <a:r>
              <a:rPr lang="en-US" dirty="0"/>
              <a:t>Locomotive planning at Norfolk Southern</a:t>
            </a:r>
          </a:p>
        </p:txBody>
      </p:sp>
      <p:sp>
        <p:nvSpPr>
          <p:cNvPr id="15363" name="Text Box 3"/>
          <p:cNvSpPr txBox="1">
            <a:spLocks noChangeArrowheads="1"/>
          </p:cNvSpPr>
          <p:nvPr/>
        </p:nvSpPr>
        <p:spPr bwMode="auto">
          <a:xfrm>
            <a:off x="3222626" y="1982789"/>
            <a:ext cx="150812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1"/>
                </a:solidFill>
                <a:miter lim="800000"/>
                <a:headEnd type="none" w="lg" len="lg"/>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i="1">
                <a:solidFill>
                  <a:schemeClr val="tx1"/>
                </a:solidFill>
                <a:latin typeface="Arial" charset="0"/>
                <a:cs typeface="Arial" charset="0"/>
              </a:defRPr>
            </a:lvl1pPr>
            <a:lvl2pPr marL="742950" indent="-285750" eaLnBrk="0" hangingPunct="0">
              <a:defRPr i="1">
                <a:solidFill>
                  <a:schemeClr val="tx1"/>
                </a:solidFill>
                <a:latin typeface="Arial" charset="0"/>
                <a:cs typeface="Arial" charset="0"/>
              </a:defRPr>
            </a:lvl2pPr>
            <a:lvl3pPr marL="1143000" indent="-228600" eaLnBrk="0" hangingPunct="0">
              <a:defRPr i="1">
                <a:solidFill>
                  <a:schemeClr val="tx1"/>
                </a:solidFill>
                <a:latin typeface="Arial" charset="0"/>
                <a:cs typeface="Arial" charset="0"/>
              </a:defRPr>
            </a:lvl3pPr>
            <a:lvl4pPr marL="1600200" indent="-228600" eaLnBrk="0" hangingPunct="0">
              <a:defRPr i="1">
                <a:solidFill>
                  <a:schemeClr val="tx1"/>
                </a:solidFill>
                <a:latin typeface="Arial" charset="0"/>
                <a:cs typeface="Arial" charset="0"/>
              </a:defRPr>
            </a:lvl4pPr>
            <a:lvl5pPr marL="2057400" indent="-228600" eaLnBrk="0" hangingPunct="0">
              <a:defRPr i="1">
                <a:solidFill>
                  <a:schemeClr val="tx1"/>
                </a:solidFill>
                <a:latin typeface="Arial" charset="0"/>
                <a:cs typeface="Arial" charset="0"/>
              </a:defRPr>
            </a:lvl5pPr>
            <a:lvl6pPr marL="2514600" indent="-228600" eaLnBrk="0" fontAlgn="base" hangingPunct="0">
              <a:spcBef>
                <a:spcPct val="0"/>
              </a:spcBef>
              <a:spcAft>
                <a:spcPct val="0"/>
              </a:spcAft>
              <a:defRPr i="1">
                <a:solidFill>
                  <a:schemeClr val="tx1"/>
                </a:solidFill>
                <a:latin typeface="Arial" charset="0"/>
                <a:cs typeface="Arial" charset="0"/>
              </a:defRPr>
            </a:lvl6pPr>
            <a:lvl7pPr marL="2971800" indent="-228600" eaLnBrk="0" fontAlgn="base" hangingPunct="0">
              <a:spcBef>
                <a:spcPct val="0"/>
              </a:spcBef>
              <a:spcAft>
                <a:spcPct val="0"/>
              </a:spcAft>
              <a:defRPr i="1">
                <a:solidFill>
                  <a:schemeClr val="tx1"/>
                </a:solidFill>
                <a:latin typeface="Arial" charset="0"/>
                <a:cs typeface="Arial" charset="0"/>
              </a:defRPr>
            </a:lvl7pPr>
            <a:lvl8pPr marL="3429000" indent="-228600" eaLnBrk="0" fontAlgn="base" hangingPunct="0">
              <a:spcBef>
                <a:spcPct val="0"/>
              </a:spcBef>
              <a:spcAft>
                <a:spcPct val="0"/>
              </a:spcAft>
              <a:defRPr i="1">
                <a:solidFill>
                  <a:schemeClr val="tx1"/>
                </a:solidFill>
                <a:latin typeface="Arial" charset="0"/>
                <a:cs typeface="Arial" charset="0"/>
              </a:defRPr>
            </a:lvl8pPr>
            <a:lvl9pPr marL="3886200" indent="-228600" eaLnBrk="0" fontAlgn="base" hangingPunct="0">
              <a:spcBef>
                <a:spcPct val="0"/>
              </a:spcBef>
              <a:spcAft>
                <a:spcPct val="0"/>
              </a:spcAft>
              <a:defRPr i="1">
                <a:solidFill>
                  <a:schemeClr val="tx1"/>
                </a:solidFill>
                <a:latin typeface="Arial" charset="0"/>
                <a:cs typeface="Arial" charset="0"/>
              </a:defRPr>
            </a:lvl9pPr>
          </a:lstStyle>
          <a:p>
            <a:pPr algn="ctr"/>
            <a:r>
              <a:rPr lang="en-US" sz="2000" i="0">
                <a:latin typeface="Times New Roman" pitchFamily="18" charset="0"/>
              </a:rPr>
              <a:t>Locomotives</a:t>
            </a:r>
          </a:p>
        </p:txBody>
      </p:sp>
      <p:sp>
        <p:nvSpPr>
          <p:cNvPr id="15364" name="Rectangle 4"/>
          <p:cNvSpPr>
            <a:spLocks noChangeArrowheads="1"/>
          </p:cNvSpPr>
          <p:nvPr/>
        </p:nvSpPr>
        <p:spPr bwMode="auto">
          <a:xfrm>
            <a:off x="5613400" y="3060700"/>
            <a:ext cx="673100" cy="228600"/>
          </a:xfrm>
          <a:prstGeom prst="rect">
            <a:avLst/>
          </a:prstGeom>
          <a:solidFill>
            <a:schemeClr val="bg1"/>
          </a:solidFill>
          <a:ln w="28575">
            <a:solidFill>
              <a:schemeClr val="tx1"/>
            </a:solidFill>
            <a:miter lim="800000"/>
            <a:headEnd type="none" w="lg" len="lg"/>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365" name="Rectangle 5"/>
          <p:cNvSpPr>
            <a:spLocks noChangeArrowheads="1"/>
          </p:cNvSpPr>
          <p:nvPr/>
        </p:nvSpPr>
        <p:spPr bwMode="auto">
          <a:xfrm>
            <a:off x="5613400" y="3886200"/>
            <a:ext cx="673100" cy="228600"/>
          </a:xfrm>
          <a:prstGeom prst="rect">
            <a:avLst/>
          </a:prstGeom>
          <a:solidFill>
            <a:schemeClr val="bg1"/>
          </a:solidFill>
          <a:ln w="28575">
            <a:solidFill>
              <a:schemeClr val="tx1"/>
            </a:solidFill>
            <a:miter lim="800000"/>
            <a:headEnd type="none" w="lg" len="lg"/>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366" name="Rectangle 6"/>
          <p:cNvSpPr>
            <a:spLocks noChangeArrowheads="1"/>
          </p:cNvSpPr>
          <p:nvPr/>
        </p:nvSpPr>
        <p:spPr bwMode="auto">
          <a:xfrm>
            <a:off x="5613400" y="4737100"/>
            <a:ext cx="673100" cy="228600"/>
          </a:xfrm>
          <a:prstGeom prst="rect">
            <a:avLst/>
          </a:prstGeom>
          <a:solidFill>
            <a:schemeClr val="bg1"/>
          </a:solidFill>
          <a:ln w="28575">
            <a:solidFill>
              <a:schemeClr val="tx1"/>
            </a:solidFill>
            <a:miter lim="800000"/>
            <a:headEnd type="none" w="lg" len="lg"/>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cxnSp>
        <p:nvCxnSpPr>
          <p:cNvPr id="15367" name="AutoShape 7"/>
          <p:cNvCxnSpPr>
            <a:cxnSpLocks noChangeShapeType="1"/>
            <a:endCxn id="15364" idx="1"/>
          </p:cNvCxnSpPr>
          <p:nvPr/>
        </p:nvCxnSpPr>
        <p:spPr bwMode="auto">
          <a:xfrm>
            <a:off x="4222751" y="2895600"/>
            <a:ext cx="1376363" cy="2794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368" name="AutoShape 8"/>
          <p:cNvCxnSpPr>
            <a:cxnSpLocks noChangeShapeType="1"/>
            <a:endCxn id="15364" idx="1"/>
          </p:cNvCxnSpPr>
          <p:nvPr/>
        </p:nvCxnSpPr>
        <p:spPr bwMode="auto">
          <a:xfrm flipV="1">
            <a:off x="4222751" y="3175000"/>
            <a:ext cx="1376363" cy="1651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369" name="AutoShape 9"/>
          <p:cNvCxnSpPr>
            <a:cxnSpLocks noChangeShapeType="1"/>
            <a:endCxn id="15365" idx="1"/>
          </p:cNvCxnSpPr>
          <p:nvPr/>
        </p:nvCxnSpPr>
        <p:spPr bwMode="auto">
          <a:xfrm flipV="1">
            <a:off x="4222751" y="4000500"/>
            <a:ext cx="1376363" cy="2159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370" name="AutoShape 10"/>
          <p:cNvCxnSpPr>
            <a:cxnSpLocks noChangeShapeType="1"/>
            <a:endCxn id="15365" idx="1"/>
          </p:cNvCxnSpPr>
          <p:nvPr/>
        </p:nvCxnSpPr>
        <p:spPr bwMode="auto">
          <a:xfrm>
            <a:off x="4222751" y="3784600"/>
            <a:ext cx="1376363" cy="2159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371" name="AutoShape 11"/>
          <p:cNvCxnSpPr>
            <a:cxnSpLocks noChangeShapeType="1"/>
            <a:endCxn id="15365" idx="1"/>
          </p:cNvCxnSpPr>
          <p:nvPr/>
        </p:nvCxnSpPr>
        <p:spPr bwMode="auto">
          <a:xfrm flipV="1">
            <a:off x="4222751" y="4000500"/>
            <a:ext cx="1376363" cy="6731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372" name="AutoShape 12"/>
          <p:cNvCxnSpPr>
            <a:cxnSpLocks noChangeShapeType="1"/>
            <a:endCxn id="15366" idx="1"/>
          </p:cNvCxnSpPr>
          <p:nvPr/>
        </p:nvCxnSpPr>
        <p:spPr bwMode="auto">
          <a:xfrm flipV="1">
            <a:off x="4222751" y="4851400"/>
            <a:ext cx="1376363" cy="2921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373" name="AutoShape 13"/>
          <p:cNvCxnSpPr>
            <a:cxnSpLocks noChangeShapeType="1"/>
            <a:endCxn id="15366" idx="1"/>
          </p:cNvCxnSpPr>
          <p:nvPr/>
        </p:nvCxnSpPr>
        <p:spPr bwMode="auto">
          <a:xfrm flipV="1">
            <a:off x="4210051" y="4851400"/>
            <a:ext cx="1389063" cy="7620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374" name="AutoShape 14"/>
          <p:cNvCxnSpPr>
            <a:cxnSpLocks noChangeShapeType="1"/>
            <a:stCxn id="15364" idx="3"/>
            <a:endCxn id="15375" idx="2"/>
          </p:cNvCxnSpPr>
          <p:nvPr/>
        </p:nvCxnSpPr>
        <p:spPr bwMode="auto">
          <a:xfrm flipV="1">
            <a:off x="6300789" y="3111500"/>
            <a:ext cx="1660525" cy="635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5375" name="Oval 15"/>
          <p:cNvSpPr>
            <a:spLocks noChangeArrowheads="1"/>
          </p:cNvSpPr>
          <p:nvPr/>
        </p:nvSpPr>
        <p:spPr bwMode="auto">
          <a:xfrm>
            <a:off x="7975600" y="2984500"/>
            <a:ext cx="698500" cy="254000"/>
          </a:xfrm>
          <a:prstGeom prst="ellipse">
            <a:avLst/>
          </a:prstGeom>
          <a:solidFill>
            <a:srgbClr val="FE9B03"/>
          </a:solidFill>
          <a:ln w="28575">
            <a:solidFill>
              <a:schemeClr val="tx1"/>
            </a:solidFill>
            <a:round/>
            <a:headEnd type="none" w="lg" len="lg"/>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376" name="Oval 16"/>
          <p:cNvSpPr>
            <a:spLocks noChangeArrowheads="1"/>
          </p:cNvSpPr>
          <p:nvPr/>
        </p:nvSpPr>
        <p:spPr bwMode="auto">
          <a:xfrm>
            <a:off x="8013700" y="4686300"/>
            <a:ext cx="698500" cy="254000"/>
          </a:xfrm>
          <a:prstGeom prst="ellipse">
            <a:avLst/>
          </a:prstGeom>
          <a:solidFill>
            <a:schemeClr val="accent2"/>
          </a:solidFill>
          <a:ln w="28575">
            <a:solidFill>
              <a:schemeClr val="tx1"/>
            </a:solidFill>
            <a:round/>
            <a:headEnd type="none" w="lg" len="lg"/>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cxnSp>
        <p:nvCxnSpPr>
          <p:cNvPr id="15377" name="AutoShape 17"/>
          <p:cNvCxnSpPr>
            <a:cxnSpLocks noChangeShapeType="1"/>
            <a:stCxn id="15365" idx="3"/>
            <a:endCxn id="15375" idx="2"/>
          </p:cNvCxnSpPr>
          <p:nvPr/>
        </p:nvCxnSpPr>
        <p:spPr bwMode="auto">
          <a:xfrm flipV="1">
            <a:off x="6300789" y="3111500"/>
            <a:ext cx="1660525" cy="8890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378" name="AutoShape 18"/>
          <p:cNvCxnSpPr>
            <a:cxnSpLocks noChangeShapeType="1"/>
            <a:stCxn id="15366" idx="3"/>
            <a:endCxn id="15376" idx="2"/>
          </p:cNvCxnSpPr>
          <p:nvPr/>
        </p:nvCxnSpPr>
        <p:spPr bwMode="auto">
          <a:xfrm flipV="1">
            <a:off x="6300789" y="4813300"/>
            <a:ext cx="1698625" cy="381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5379" name="Text Box 19"/>
          <p:cNvSpPr txBox="1">
            <a:spLocks noChangeArrowheads="1"/>
          </p:cNvSpPr>
          <p:nvPr/>
        </p:nvSpPr>
        <p:spPr bwMode="auto">
          <a:xfrm>
            <a:off x="1795464" y="1970089"/>
            <a:ext cx="142557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1"/>
                </a:solidFill>
                <a:miter lim="800000"/>
                <a:headEnd type="none" w="lg" len="lg"/>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i="1">
                <a:solidFill>
                  <a:schemeClr val="tx1"/>
                </a:solidFill>
                <a:latin typeface="Arial" charset="0"/>
                <a:cs typeface="Arial" charset="0"/>
              </a:defRPr>
            </a:lvl1pPr>
            <a:lvl2pPr marL="742950" indent="-285750" eaLnBrk="0" hangingPunct="0">
              <a:defRPr i="1">
                <a:solidFill>
                  <a:schemeClr val="tx1"/>
                </a:solidFill>
                <a:latin typeface="Arial" charset="0"/>
                <a:cs typeface="Arial" charset="0"/>
              </a:defRPr>
            </a:lvl2pPr>
            <a:lvl3pPr marL="1143000" indent="-228600" eaLnBrk="0" hangingPunct="0">
              <a:defRPr i="1">
                <a:solidFill>
                  <a:schemeClr val="tx1"/>
                </a:solidFill>
                <a:latin typeface="Arial" charset="0"/>
                <a:cs typeface="Arial" charset="0"/>
              </a:defRPr>
            </a:lvl3pPr>
            <a:lvl4pPr marL="1600200" indent="-228600" eaLnBrk="0" hangingPunct="0">
              <a:defRPr i="1">
                <a:solidFill>
                  <a:schemeClr val="tx1"/>
                </a:solidFill>
                <a:latin typeface="Arial" charset="0"/>
                <a:cs typeface="Arial" charset="0"/>
              </a:defRPr>
            </a:lvl4pPr>
            <a:lvl5pPr marL="2057400" indent="-228600" eaLnBrk="0" hangingPunct="0">
              <a:defRPr i="1">
                <a:solidFill>
                  <a:schemeClr val="tx1"/>
                </a:solidFill>
                <a:latin typeface="Arial" charset="0"/>
                <a:cs typeface="Arial" charset="0"/>
              </a:defRPr>
            </a:lvl5pPr>
            <a:lvl6pPr marL="2514600" indent="-228600" eaLnBrk="0" fontAlgn="base" hangingPunct="0">
              <a:spcBef>
                <a:spcPct val="0"/>
              </a:spcBef>
              <a:spcAft>
                <a:spcPct val="0"/>
              </a:spcAft>
              <a:defRPr i="1">
                <a:solidFill>
                  <a:schemeClr val="tx1"/>
                </a:solidFill>
                <a:latin typeface="Arial" charset="0"/>
                <a:cs typeface="Arial" charset="0"/>
              </a:defRPr>
            </a:lvl6pPr>
            <a:lvl7pPr marL="2971800" indent="-228600" eaLnBrk="0" fontAlgn="base" hangingPunct="0">
              <a:spcBef>
                <a:spcPct val="0"/>
              </a:spcBef>
              <a:spcAft>
                <a:spcPct val="0"/>
              </a:spcAft>
              <a:defRPr i="1">
                <a:solidFill>
                  <a:schemeClr val="tx1"/>
                </a:solidFill>
                <a:latin typeface="Arial" charset="0"/>
                <a:cs typeface="Arial" charset="0"/>
              </a:defRPr>
            </a:lvl7pPr>
            <a:lvl8pPr marL="3429000" indent="-228600" eaLnBrk="0" fontAlgn="base" hangingPunct="0">
              <a:spcBef>
                <a:spcPct val="0"/>
              </a:spcBef>
              <a:spcAft>
                <a:spcPct val="0"/>
              </a:spcAft>
              <a:defRPr i="1">
                <a:solidFill>
                  <a:schemeClr val="tx1"/>
                </a:solidFill>
                <a:latin typeface="Arial" charset="0"/>
                <a:cs typeface="Arial" charset="0"/>
              </a:defRPr>
            </a:lvl8pPr>
            <a:lvl9pPr marL="3886200" indent="-228600" eaLnBrk="0" fontAlgn="base" hangingPunct="0">
              <a:spcBef>
                <a:spcPct val="0"/>
              </a:spcBef>
              <a:spcAft>
                <a:spcPct val="0"/>
              </a:spcAft>
              <a:defRPr i="1">
                <a:solidFill>
                  <a:schemeClr val="tx1"/>
                </a:solidFill>
                <a:latin typeface="Arial" charset="0"/>
                <a:cs typeface="Arial" charset="0"/>
              </a:defRPr>
            </a:lvl9pPr>
          </a:lstStyle>
          <a:p>
            <a:pPr algn="ctr"/>
            <a:r>
              <a:rPr lang="en-US" sz="2000" i="0">
                <a:latin typeface="Times New Roman" pitchFamily="18" charset="0"/>
              </a:rPr>
              <a:t>Horsepower</a:t>
            </a:r>
          </a:p>
        </p:txBody>
      </p:sp>
      <p:grpSp>
        <p:nvGrpSpPr>
          <p:cNvPr id="15380" name="Group 20"/>
          <p:cNvGrpSpPr>
            <a:grpSpLocks/>
          </p:cNvGrpSpPr>
          <p:nvPr/>
        </p:nvGrpSpPr>
        <p:grpSpPr bwMode="auto">
          <a:xfrm>
            <a:off x="2349500" y="2693989"/>
            <a:ext cx="1155700" cy="396875"/>
            <a:chOff x="520" y="1697"/>
            <a:chExt cx="728" cy="250"/>
          </a:xfrm>
        </p:grpSpPr>
        <p:sp>
          <p:nvSpPr>
            <p:cNvPr id="15411" name="Text Box 21"/>
            <p:cNvSpPr txBox="1">
              <a:spLocks noChangeArrowheads="1"/>
            </p:cNvSpPr>
            <p:nvPr/>
          </p:nvSpPr>
          <p:spPr bwMode="auto">
            <a:xfrm>
              <a:off x="520" y="1697"/>
              <a:ext cx="436"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1"/>
                  </a:solidFill>
                  <a:miter lim="800000"/>
                  <a:headEnd type="none" w="lg" len="lg"/>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i="1">
                  <a:solidFill>
                    <a:schemeClr val="tx1"/>
                  </a:solidFill>
                  <a:latin typeface="Arial" charset="0"/>
                  <a:cs typeface="Arial" charset="0"/>
                </a:defRPr>
              </a:lvl1pPr>
              <a:lvl2pPr marL="742950" indent="-285750" eaLnBrk="0" hangingPunct="0">
                <a:defRPr i="1">
                  <a:solidFill>
                    <a:schemeClr val="tx1"/>
                  </a:solidFill>
                  <a:latin typeface="Arial" charset="0"/>
                  <a:cs typeface="Arial" charset="0"/>
                </a:defRPr>
              </a:lvl2pPr>
              <a:lvl3pPr marL="1143000" indent="-228600" eaLnBrk="0" hangingPunct="0">
                <a:defRPr i="1">
                  <a:solidFill>
                    <a:schemeClr val="tx1"/>
                  </a:solidFill>
                  <a:latin typeface="Arial" charset="0"/>
                  <a:cs typeface="Arial" charset="0"/>
                </a:defRPr>
              </a:lvl3pPr>
              <a:lvl4pPr marL="1600200" indent="-228600" eaLnBrk="0" hangingPunct="0">
                <a:defRPr i="1">
                  <a:solidFill>
                    <a:schemeClr val="tx1"/>
                  </a:solidFill>
                  <a:latin typeface="Arial" charset="0"/>
                  <a:cs typeface="Arial" charset="0"/>
                </a:defRPr>
              </a:lvl4pPr>
              <a:lvl5pPr marL="2057400" indent="-228600" eaLnBrk="0" hangingPunct="0">
                <a:defRPr i="1">
                  <a:solidFill>
                    <a:schemeClr val="tx1"/>
                  </a:solidFill>
                  <a:latin typeface="Arial" charset="0"/>
                  <a:cs typeface="Arial" charset="0"/>
                </a:defRPr>
              </a:lvl5pPr>
              <a:lvl6pPr marL="2514600" indent="-228600" eaLnBrk="0" fontAlgn="base" hangingPunct="0">
                <a:spcBef>
                  <a:spcPct val="0"/>
                </a:spcBef>
                <a:spcAft>
                  <a:spcPct val="0"/>
                </a:spcAft>
                <a:defRPr i="1">
                  <a:solidFill>
                    <a:schemeClr val="tx1"/>
                  </a:solidFill>
                  <a:latin typeface="Arial" charset="0"/>
                  <a:cs typeface="Arial" charset="0"/>
                </a:defRPr>
              </a:lvl6pPr>
              <a:lvl7pPr marL="2971800" indent="-228600" eaLnBrk="0" fontAlgn="base" hangingPunct="0">
                <a:spcBef>
                  <a:spcPct val="0"/>
                </a:spcBef>
                <a:spcAft>
                  <a:spcPct val="0"/>
                </a:spcAft>
                <a:defRPr i="1">
                  <a:solidFill>
                    <a:schemeClr val="tx1"/>
                  </a:solidFill>
                  <a:latin typeface="Arial" charset="0"/>
                  <a:cs typeface="Arial" charset="0"/>
                </a:defRPr>
              </a:lvl7pPr>
              <a:lvl8pPr marL="3429000" indent="-228600" eaLnBrk="0" fontAlgn="base" hangingPunct="0">
                <a:spcBef>
                  <a:spcPct val="0"/>
                </a:spcBef>
                <a:spcAft>
                  <a:spcPct val="0"/>
                </a:spcAft>
                <a:defRPr i="1">
                  <a:solidFill>
                    <a:schemeClr val="tx1"/>
                  </a:solidFill>
                  <a:latin typeface="Arial" charset="0"/>
                  <a:cs typeface="Arial" charset="0"/>
                </a:defRPr>
              </a:lvl8pPr>
              <a:lvl9pPr marL="3886200" indent="-228600" eaLnBrk="0" fontAlgn="base" hangingPunct="0">
                <a:spcBef>
                  <a:spcPct val="0"/>
                </a:spcBef>
                <a:spcAft>
                  <a:spcPct val="0"/>
                </a:spcAft>
                <a:defRPr i="1">
                  <a:solidFill>
                    <a:schemeClr val="tx1"/>
                  </a:solidFill>
                  <a:latin typeface="Arial" charset="0"/>
                  <a:cs typeface="Arial" charset="0"/>
                </a:defRPr>
              </a:lvl9pPr>
            </a:lstStyle>
            <a:p>
              <a:pPr algn="ctr"/>
              <a:r>
                <a:rPr lang="en-US" sz="2000" i="0">
                  <a:latin typeface="Times New Roman" pitchFamily="18" charset="0"/>
                </a:rPr>
                <a:t>4400</a:t>
              </a:r>
            </a:p>
          </p:txBody>
        </p:sp>
        <p:sp>
          <p:nvSpPr>
            <p:cNvPr id="15412" name="Line 22"/>
            <p:cNvSpPr>
              <a:spLocks noChangeShapeType="1"/>
            </p:cNvSpPr>
            <p:nvPr/>
          </p:nvSpPr>
          <p:spPr bwMode="auto">
            <a:xfrm>
              <a:off x="976" y="1824"/>
              <a:ext cx="272" cy="0"/>
            </a:xfrm>
            <a:prstGeom prst="line">
              <a:avLst/>
            </a:prstGeom>
            <a:noFill/>
            <a:ln w="28575">
              <a:solidFill>
                <a:schemeClr val="tx1"/>
              </a:solidFill>
              <a:round/>
              <a:headEnd type="none"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15381" name="Group 23"/>
          <p:cNvGrpSpPr>
            <a:grpSpLocks/>
          </p:cNvGrpSpPr>
          <p:nvPr/>
        </p:nvGrpSpPr>
        <p:grpSpPr bwMode="auto">
          <a:xfrm>
            <a:off x="2349500" y="3151189"/>
            <a:ext cx="1155700" cy="396875"/>
            <a:chOff x="520" y="1697"/>
            <a:chExt cx="728" cy="250"/>
          </a:xfrm>
        </p:grpSpPr>
        <p:sp>
          <p:nvSpPr>
            <p:cNvPr id="15409" name="Text Box 24"/>
            <p:cNvSpPr txBox="1">
              <a:spLocks noChangeArrowheads="1"/>
            </p:cNvSpPr>
            <p:nvPr/>
          </p:nvSpPr>
          <p:spPr bwMode="auto">
            <a:xfrm>
              <a:off x="520" y="1697"/>
              <a:ext cx="436"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1"/>
                  </a:solidFill>
                  <a:miter lim="800000"/>
                  <a:headEnd type="none" w="lg" len="lg"/>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i="1">
                  <a:solidFill>
                    <a:schemeClr val="tx1"/>
                  </a:solidFill>
                  <a:latin typeface="Arial" charset="0"/>
                  <a:cs typeface="Arial" charset="0"/>
                </a:defRPr>
              </a:lvl1pPr>
              <a:lvl2pPr marL="742950" indent="-285750" eaLnBrk="0" hangingPunct="0">
                <a:defRPr i="1">
                  <a:solidFill>
                    <a:schemeClr val="tx1"/>
                  </a:solidFill>
                  <a:latin typeface="Arial" charset="0"/>
                  <a:cs typeface="Arial" charset="0"/>
                </a:defRPr>
              </a:lvl2pPr>
              <a:lvl3pPr marL="1143000" indent="-228600" eaLnBrk="0" hangingPunct="0">
                <a:defRPr i="1">
                  <a:solidFill>
                    <a:schemeClr val="tx1"/>
                  </a:solidFill>
                  <a:latin typeface="Arial" charset="0"/>
                  <a:cs typeface="Arial" charset="0"/>
                </a:defRPr>
              </a:lvl3pPr>
              <a:lvl4pPr marL="1600200" indent="-228600" eaLnBrk="0" hangingPunct="0">
                <a:defRPr i="1">
                  <a:solidFill>
                    <a:schemeClr val="tx1"/>
                  </a:solidFill>
                  <a:latin typeface="Arial" charset="0"/>
                  <a:cs typeface="Arial" charset="0"/>
                </a:defRPr>
              </a:lvl4pPr>
              <a:lvl5pPr marL="2057400" indent="-228600" eaLnBrk="0" hangingPunct="0">
                <a:defRPr i="1">
                  <a:solidFill>
                    <a:schemeClr val="tx1"/>
                  </a:solidFill>
                  <a:latin typeface="Arial" charset="0"/>
                  <a:cs typeface="Arial" charset="0"/>
                </a:defRPr>
              </a:lvl5pPr>
              <a:lvl6pPr marL="2514600" indent="-228600" eaLnBrk="0" fontAlgn="base" hangingPunct="0">
                <a:spcBef>
                  <a:spcPct val="0"/>
                </a:spcBef>
                <a:spcAft>
                  <a:spcPct val="0"/>
                </a:spcAft>
                <a:defRPr i="1">
                  <a:solidFill>
                    <a:schemeClr val="tx1"/>
                  </a:solidFill>
                  <a:latin typeface="Arial" charset="0"/>
                  <a:cs typeface="Arial" charset="0"/>
                </a:defRPr>
              </a:lvl6pPr>
              <a:lvl7pPr marL="2971800" indent="-228600" eaLnBrk="0" fontAlgn="base" hangingPunct="0">
                <a:spcBef>
                  <a:spcPct val="0"/>
                </a:spcBef>
                <a:spcAft>
                  <a:spcPct val="0"/>
                </a:spcAft>
                <a:defRPr i="1">
                  <a:solidFill>
                    <a:schemeClr val="tx1"/>
                  </a:solidFill>
                  <a:latin typeface="Arial" charset="0"/>
                  <a:cs typeface="Arial" charset="0"/>
                </a:defRPr>
              </a:lvl7pPr>
              <a:lvl8pPr marL="3429000" indent="-228600" eaLnBrk="0" fontAlgn="base" hangingPunct="0">
                <a:spcBef>
                  <a:spcPct val="0"/>
                </a:spcBef>
                <a:spcAft>
                  <a:spcPct val="0"/>
                </a:spcAft>
                <a:defRPr i="1">
                  <a:solidFill>
                    <a:schemeClr val="tx1"/>
                  </a:solidFill>
                  <a:latin typeface="Arial" charset="0"/>
                  <a:cs typeface="Arial" charset="0"/>
                </a:defRPr>
              </a:lvl8pPr>
              <a:lvl9pPr marL="3886200" indent="-228600" eaLnBrk="0" fontAlgn="base" hangingPunct="0">
                <a:spcBef>
                  <a:spcPct val="0"/>
                </a:spcBef>
                <a:spcAft>
                  <a:spcPct val="0"/>
                </a:spcAft>
                <a:defRPr i="1">
                  <a:solidFill>
                    <a:schemeClr val="tx1"/>
                  </a:solidFill>
                  <a:latin typeface="Arial" charset="0"/>
                  <a:cs typeface="Arial" charset="0"/>
                </a:defRPr>
              </a:lvl9pPr>
            </a:lstStyle>
            <a:p>
              <a:pPr algn="ctr"/>
              <a:r>
                <a:rPr lang="en-US" sz="2000" i="0">
                  <a:latin typeface="Times New Roman" pitchFamily="18" charset="0"/>
                </a:rPr>
                <a:t>4400</a:t>
              </a:r>
            </a:p>
          </p:txBody>
        </p:sp>
        <p:sp>
          <p:nvSpPr>
            <p:cNvPr id="15410" name="Line 25"/>
            <p:cNvSpPr>
              <a:spLocks noChangeShapeType="1"/>
            </p:cNvSpPr>
            <p:nvPr/>
          </p:nvSpPr>
          <p:spPr bwMode="auto">
            <a:xfrm>
              <a:off x="976" y="1824"/>
              <a:ext cx="272" cy="0"/>
            </a:xfrm>
            <a:prstGeom prst="line">
              <a:avLst/>
            </a:prstGeom>
            <a:noFill/>
            <a:ln w="28575">
              <a:solidFill>
                <a:schemeClr val="tx1"/>
              </a:solidFill>
              <a:round/>
              <a:headEnd type="none"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15382" name="Group 26"/>
          <p:cNvGrpSpPr>
            <a:grpSpLocks/>
          </p:cNvGrpSpPr>
          <p:nvPr/>
        </p:nvGrpSpPr>
        <p:grpSpPr bwMode="auto">
          <a:xfrm>
            <a:off x="2349500" y="3570289"/>
            <a:ext cx="1155700" cy="396875"/>
            <a:chOff x="520" y="1697"/>
            <a:chExt cx="728" cy="250"/>
          </a:xfrm>
        </p:grpSpPr>
        <p:sp>
          <p:nvSpPr>
            <p:cNvPr id="15407" name="Text Box 27"/>
            <p:cNvSpPr txBox="1">
              <a:spLocks noChangeArrowheads="1"/>
            </p:cNvSpPr>
            <p:nvPr/>
          </p:nvSpPr>
          <p:spPr bwMode="auto">
            <a:xfrm>
              <a:off x="520" y="1697"/>
              <a:ext cx="436"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1"/>
                  </a:solidFill>
                  <a:miter lim="800000"/>
                  <a:headEnd type="none" w="lg" len="lg"/>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i="1">
                  <a:solidFill>
                    <a:schemeClr val="tx1"/>
                  </a:solidFill>
                  <a:latin typeface="Arial" charset="0"/>
                  <a:cs typeface="Arial" charset="0"/>
                </a:defRPr>
              </a:lvl1pPr>
              <a:lvl2pPr marL="742950" indent="-285750" eaLnBrk="0" hangingPunct="0">
                <a:defRPr i="1">
                  <a:solidFill>
                    <a:schemeClr val="tx1"/>
                  </a:solidFill>
                  <a:latin typeface="Arial" charset="0"/>
                  <a:cs typeface="Arial" charset="0"/>
                </a:defRPr>
              </a:lvl2pPr>
              <a:lvl3pPr marL="1143000" indent="-228600" eaLnBrk="0" hangingPunct="0">
                <a:defRPr i="1">
                  <a:solidFill>
                    <a:schemeClr val="tx1"/>
                  </a:solidFill>
                  <a:latin typeface="Arial" charset="0"/>
                  <a:cs typeface="Arial" charset="0"/>
                </a:defRPr>
              </a:lvl3pPr>
              <a:lvl4pPr marL="1600200" indent="-228600" eaLnBrk="0" hangingPunct="0">
                <a:defRPr i="1">
                  <a:solidFill>
                    <a:schemeClr val="tx1"/>
                  </a:solidFill>
                  <a:latin typeface="Arial" charset="0"/>
                  <a:cs typeface="Arial" charset="0"/>
                </a:defRPr>
              </a:lvl4pPr>
              <a:lvl5pPr marL="2057400" indent="-228600" eaLnBrk="0" hangingPunct="0">
                <a:defRPr i="1">
                  <a:solidFill>
                    <a:schemeClr val="tx1"/>
                  </a:solidFill>
                  <a:latin typeface="Arial" charset="0"/>
                  <a:cs typeface="Arial" charset="0"/>
                </a:defRPr>
              </a:lvl5pPr>
              <a:lvl6pPr marL="2514600" indent="-228600" eaLnBrk="0" fontAlgn="base" hangingPunct="0">
                <a:spcBef>
                  <a:spcPct val="0"/>
                </a:spcBef>
                <a:spcAft>
                  <a:spcPct val="0"/>
                </a:spcAft>
                <a:defRPr i="1">
                  <a:solidFill>
                    <a:schemeClr val="tx1"/>
                  </a:solidFill>
                  <a:latin typeface="Arial" charset="0"/>
                  <a:cs typeface="Arial" charset="0"/>
                </a:defRPr>
              </a:lvl6pPr>
              <a:lvl7pPr marL="2971800" indent="-228600" eaLnBrk="0" fontAlgn="base" hangingPunct="0">
                <a:spcBef>
                  <a:spcPct val="0"/>
                </a:spcBef>
                <a:spcAft>
                  <a:spcPct val="0"/>
                </a:spcAft>
                <a:defRPr i="1">
                  <a:solidFill>
                    <a:schemeClr val="tx1"/>
                  </a:solidFill>
                  <a:latin typeface="Arial" charset="0"/>
                  <a:cs typeface="Arial" charset="0"/>
                </a:defRPr>
              </a:lvl7pPr>
              <a:lvl8pPr marL="3429000" indent="-228600" eaLnBrk="0" fontAlgn="base" hangingPunct="0">
                <a:spcBef>
                  <a:spcPct val="0"/>
                </a:spcBef>
                <a:spcAft>
                  <a:spcPct val="0"/>
                </a:spcAft>
                <a:defRPr i="1">
                  <a:solidFill>
                    <a:schemeClr val="tx1"/>
                  </a:solidFill>
                  <a:latin typeface="Arial" charset="0"/>
                  <a:cs typeface="Arial" charset="0"/>
                </a:defRPr>
              </a:lvl8pPr>
              <a:lvl9pPr marL="3886200" indent="-228600" eaLnBrk="0" fontAlgn="base" hangingPunct="0">
                <a:spcBef>
                  <a:spcPct val="0"/>
                </a:spcBef>
                <a:spcAft>
                  <a:spcPct val="0"/>
                </a:spcAft>
                <a:defRPr i="1">
                  <a:solidFill>
                    <a:schemeClr val="tx1"/>
                  </a:solidFill>
                  <a:latin typeface="Arial" charset="0"/>
                  <a:cs typeface="Arial" charset="0"/>
                </a:defRPr>
              </a:lvl9pPr>
            </a:lstStyle>
            <a:p>
              <a:pPr algn="ctr"/>
              <a:r>
                <a:rPr lang="en-US" sz="2000" i="0">
                  <a:latin typeface="Times New Roman" pitchFamily="18" charset="0"/>
                </a:rPr>
                <a:t>6000</a:t>
              </a:r>
            </a:p>
          </p:txBody>
        </p:sp>
        <p:sp>
          <p:nvSpPr>
            <p:cNvPr id="15408" name="Line 28"/>
            <p:cNvSpPr>
              <a:spLocks noChangeShapeType="1"/>
            </p:cNvSpPr>
            <p:nvPr/>
          </p:nvSpPr>
          <p:spPr bwMode="auto">
            <a:xfrm>
              <a:off x="976" y="1824"/>
              <a:ext cx="272" cy="0"/>
            </a:xfrm>
            <a:prstGeom prst="line">
              <a:avLst/>
            </a:prstGeom>
            <a:noFill/>
            <a:ln w="28575">
              <a:solidFill>
                <a:schemeClr val="tx1"/>
              </a:solidFill>
              <a:round/>
              <a:headEnd type="none"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15383" name="Group 29"/>
          <p:cNvGrpSpPr>
            <a:grpSpLocks/>
          </p:cNvGrpSpPr>
          <p:nvPr/>
        </p:nvGrpSpPr>
        <p:grpSpPr bwMode="auto">
          <a:xfrm>
            <a:off x="2336800" y="4014789"/>
            <a:ext cx="1155700" cy="396875"/>
            <a:chOff x="520" y="1697"/>
            <a:chExt cx="728" cy="250"/>
          </a:xfrm>
        </p:grpSpPr>
        <p:sp>
          <p:nvSpPr>
            <p:cNvPr id="15405" name="Text Box 30"/>
            <p:cNvSpPr txBox="1">
              <a:spLocks noChangeArrowheads="1"/>
            </p:cNvSpPr>
            <p:nvPr/>
          </p:nvSpPr>
          <p:spPr bwMode="auto">
            <a:xfrm>
              <a:off x="520" y="1697"/>
              <a:ext cx="436"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1"/>
                  </a:solidFill>
                  <a:miter lim="800000"/>
                  <a:headEnd type="none" w="lg" len="lg"/>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i="1">
                  <a:solidFill>
                    <a:schemeClr val="tx1"/>
                  </a:solidFill>
                  <a:latin typeface="Arial" charset="0"/>
                  <a:cs typeface="Arial" charset="0"/>
                </a:defRPr>
              </a:lvl1pPr>
              <a:lvl2pPr marL="742950" indent="-285750" eaLnBrk="0" hangingPunct="0">
                <a:defRPr i="1">
                  <a:solidFill>
                    <a:schemeClr val="tx1"/>
                  </a:solidFill>
                  <a:latin typeface="Arial" charset="0"/>
                  <a:cs typeface="Arial" charset="0"/>
                </a:defRPr>
              </a:lvl2pPr>
              <a:lvl3pPr marL="1143000" indent="-228600" eaLnBrk="0" hangingPunct="0">
                <a:defRPr i="1">
                  <a:solidFill>
                    <a:schemeClr val="tx1"/>
                  </a:solidFill>
                  <a:latin typeface="Arial" charset="0"/>
                  <a:cs typeface="Arial" charset="0"/>
                </a:defRPr>
              </a:lvl3pPr>
              <a:lvl4pPr marL="1600200" indent="-228600" eaLnBrk="0" hangingPunct="0">
                <a:defRPr i="1">
                  <a:solidFill>
                    <a:schemeClr val="tx1"/>
                  </a:solidFill>
                  <a:latin typeface="Arial" charset="0"/>
                  <a:cs typeface="Arial" charset="0"/>
                </a:defRPr>
              </a:lvl4pPr>
              <a:lvl5pPr marL="2057400" indent="-228600" eaLnBrk="0" hangingPunct="0">
                <a:defRPr i="1">
                  <a:solidFill>
                    <a:schemeClr val="tx1"/>
                  </a:solidFill>
                  <a:latin typeface="Arial" charset="0"/>
                  <a:cs typeface="Arial" charset="0"/>
                </a:defRPr>
              </a:lvl5pPr>
              <a:lvl6pPr marL="2514600" indent="-228600" eaLnBrk="0" fontAlgn="base" hangingPunct="0">
                <a:spcBef>
                  <a:spcPct val="0"/>
                </a:spcBef>
                <a:spcAft>
                  <a:spcPct val="0"/>
                </a:spcAft>
                <a:defRPr i="1">
                  <a:solidFill>
                    <a:schemeClr val="tx1"/>
                  </a:solidFill>
                  <a:latin typeface="Arial" charset="0"/>
                  <a:cs typeface="Arial" charset="0"/>
                </a:defRPr>
              </a:lvl6pPr>
              <a:lvl7pPr marL="2971800" indent="-228600" eaLnBrk="0" fontAlgn="base" hangingPunct="0">
                <a:spcBef>
                  <a:spcPct val="0"/>
                </a:spcBef>
                <a:spcAft>
                  <a:spcPct val="0"/>
                </a:spcAft>
                <a:defRPr i="1">
                  <a:solidFill>
                    <a:schemeClr val="tx1"/>
                  </a:solidFill>
                  <a:latin typeface="Arial" charset="0"/>
                  <a:cs typeface="Arial" charset="0"/>
                </a:defRPr>
              </a:lvl7pPr>
              <a:lvl8pPr marL="3429000" indent="-228600" eaLnBrk="0" fontAlgn="base" hangingPunct="0">
                <a:spcBef>
                  <a:spcPct val="0"/>
                </a:spcBef>
                <a:spcAft>
                  <a:spcPct val="0"/>
                </a:spcAft>
                <a:defRPr i="1">
                  <a:solidFill>
                    <a:schemeClr val="tx1"/>
                  </a:solidFill>
                  <a:latin typeface="Arial" charset="0"/>
                  <a:cs typeface="Arial" charset="0"/>
                </a:defRPr>
              </a:lvl8pPr>
              <a:lvl9pPr marL="3886200" indent="-228600" eaLnBrk="0" fontAlgn="base" hangingPunct="0">
                <a:spcBef>
                  <a:spcPct val="0"/>
                </a:spcBef>
                <a:spcAft>
                  <a:spcPct val="0"/>
                </a:spcAft>
                <a:defRPr i="1">
                  <a:solidFill>
                    <a:schemeClr val="tx1"/>
                  </a:solidFill>
                  <a:latin typeface="Arial" charset="0"/>
                  <a:cs typeface="Arial" charset="0"/>
                </a:defRPr>
              </a:lvl9pPr>
            </a:lstStyle>
            <a:p>
              <a:pPr algn="ctr"/>
              <a:r>
                <a:rPr lang="en-US" sz="2000" i="0">
                  <a:latin typeface="Times New Roman" pitchFamily="18" charset="0"/>
                </a:rPr>
                <a:t>4400</a:t>
              </a:r>
            </a:p>
          </p:txBody>
        </p:sp>
        <p:sp>
          <p:nvSpPr>
            <p:cNvPr id="15406" name="Line 31"/>
            <p:cNvSpPr>
              <a:spLocks noChangeShapeType="1"/>
            </p:cNvSpPr>
            <p:nvPr/>
          </p:nvSpPr>
          <p:spPr bwMode="auto">
            <a:xfrm>
              <a:off x="976" y="1824"/>
              <a:ext cx="272" cy="0"/>
            </a:xfrm>
            <a:prstGeom prst="line">
              <a:avLst/>
            </a:prstGeom>
            <a:noFill/>
            <a:ln w="28575">
              <a:solidFill>
                <a:schemeClr val="tx1"/>
              </a:solidFill>
              <a:round/>
              <a:headEnd type="none"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15384" name="Group 32"/>
          <p:cNvGrpSpPr>
            <a:grpSpLocks/>
          </p:cNvGrpSpPr>
          <p:nvPr/>
        </p:nvGrpSpPr>
        <p:grpSpPr bwMode="auto">
          <a:xfrm>
            <a:off x="2336800" y="4471989"/>
            <a:ext cx="1155700" cy="396875"/>
            <a:chOff x="520" y="1697"/>
            <a:chExt cx="728" cy="250"/>
          </a:xfrm>
        </p:grpSpPr>
        <p:sp>
          <p:nvSpPr>
            <p:cNvPr id="15403" name="Text Box 33"/>
            <p:cNvSpPr txBox="1">
              <a:spLocks noChangeArrowheads="1"/>
            </p:cNvSpPr>
            <p:nvPr/>
          </p:nvSpPr>
          <p:spPr bwMode="auto">
            <a:xfrm>
              <a:off x="520" y="1697"/>
              <a:ext cx="436"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1"/>
                  </a:solidFill>
                  <a:miter lim="800000"/>
                  <a:headEnd type="none" w="lg" len="lg"/>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i="1">
                  <a:solidFill>
                    <a:schemeClr val="tx1"/>
                  </a:solidFill>
                  <a:latin typeface="Arial" charset="0"/>
                  <a:cs typeface="Arial" charset="0"/>
                </a:defRPr>
              </a:lvl1pPr>
              <a:lvl2pPr marL="742950" indent="-285750" eaLnBrk="0" hangingPunct="0">
                <a:defRPr i="1">
                  <a:solidFill>
                    <a:schemeClr val="tx1"/>
                  </a:solidFill>
                  <a:latin typeface="Arial" charset="0"/>
                  <a:cs typeface="Arial" charset="0"/>
                </a:defRPr>
              </a:lvl2pPr>
              <a:lvl3pPr marL="1143000" indent="-228600" eaLnBrk="0" hangingPunct="0">
                <a:defRPr i="1">
                  <a:solidFill>
                    <a:schemeClr val="tx1"/>
                  </a:solidFill>
                  <a:latin typeface="Arial" charset="0"/>
                  <a:cs typeface="Arial" charset="0"/>
                </a:defRPr>
              </a:lvl3pPr>
              <a:lvl4pPr marL="1600200" indent="-228600" eaLnBrk="0" hangingPunct="0">
                <a:defRPr i="1">
                  <a:solidFill>
                    <a:schemeClr val="tx1"/>
                  </a:solidFill>
                  <a:latin typeface="Arial" charset="0"/>
                  <a:cs typeface="Arial" charset="0"/>
                </a:defRPr>
              </a:lvl4pPr>
              <a:lvl5pPr marL="2057400" indent="-228600" eaLnBrk="0" hangingPunct="0">
                <a:defRPr i="1">
                  <a:solidFill>
                    <a:schemeClr val="tx1"/>
                  </a:solidFill>
                  <a:latin typeface="Arial" charset="0"/>
                  <a:cs typeface="Arial" charset="0"/>
                </a:defRPr>
              </a:lvl5pPr>
              <a:lvl6pPr marL="2514600" indent="-228600" eaLnBrk="0" fontAlgn="base" hangingPunct="0">
                <a:spcBef>
                  <a:spcPct val="0"/>
                </a:spcBef>
                <a:spcAft>
                  <a:spcPct val="0"/>
                </a:spcAft>
                <a:defRPr i="1">
                  <a:solidFill>
                    <a:schemeClr val="tx1"/>
                  </a:solidFill>
                  <a:latin typeface="Arial" charset="0"/>
                  <a:cs typeface="Arial" charset="0"/>
                </a:defRPr>
              </a:lvl6pPr>
              <a:lvl7pPr marL="2971800" indent="-228600" eaLnBrk="0" fontAlgn="base" hangingPunct="0">
                <a:spcBef>
                  <a:spcPct val="0"/>
                </a:spcBef>
                <a:spcAft>
                  <a:spcPct val="0"/>
                </a:spcAft>
                <a:defRPr i="1">
                  <a:solidFill>
                    <a:schemeClr val="tx1"/>
                  </a:solidFill>
                  <a:latin typeface="Arial" charset="0"/>
                  <a:cs typeface="Arial" charset="0"/>
                </a:defRPr>
              </a:lvl7pPr>
              <a:lvl8pPr marL="3429000" indent="-228600" eaLnBrk="0" fontAlgn="base" hangingPunct="0">
                <a:spcBef>
                  <a:spcPct val="0"/>
                </a:spcBef>
                <a:spcAft>
                  <a:spcPct val="0"/>
                </a:spcAft>
                <a:defRPr i="1">
                  <a:solidFill>
                    <a:schemeClr val="tx1"/>
                  </a:solidFill>
                  <a:latin typeface="Arial" charset="0"/>
                  <a:cs typeface="Arial" charset="0"/>
                </a:defRPr>
              </a:lvl8pPr>
              <a:lvl9pPr marL="3886200" indent="-228600" eaLnBrk="0" fontAlgn="base" hangingPunct="0">
                <a:spcBef>
                  <a:spcPct val="0"/>
                </a:spcBef>
                <a:spcAft>
                  <a:spcPct val="0"/>
                </a:spcAft>
                <a:defRPr i="1">
                  <a:solidFill>
                    <a:schemeClr val="tx1"/>
                  </a:solidFill>
                  <a:latin typeface="Arial" charset="0"/>
                  <a:cs typeface="Arial" charset="0"/>
                </a:defRPr>
              </a:lvl9pPr>
            </a:lstStyle>
            <a:p>
              <a:pPr algn="ctr"/>
              <a:r>
                <a:rPr lang="en-US" sz="2000" i="0">
                  <a:latin typeface="Times New Roman" pitchFamily="18" charset="0"/>
                </a:rPr>
                <a:t>5700</a:t>
              </a:r>
            </a:p>
          </p:txBody>
        </p:sp>
        <p:sp>
          <p:nvSpPr>
            <p:cNvPr id="15404" name="Line 34"/>
            <p:cNvSpPr>
              <a:spLocks noChangeShapeType="1"/>
            </p:cNvSpPr>
            <p:nvPr/>
          </p:nvSpPr>
          <p:spPr bwMode="auto">
            <a:xfrm>
              <a:off x="976" y="1824"/>
              <a:ext cx="272" cy="0"/>
            </a:xfrm>
            <a:prstGeom prst="line">
              <a:avLst/>
            </a:prstGeom>
            <a:noFill/>
            <a:ln w="28575">
              <a:solidFill>
                <a:schemeClr val="tx1"/>
              </a:solidFill>
              <a:round/>
              <a:headEnd type="none"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15385" name="Group 35"/>
          <p:cNvGrpSpPr>
            <a:grpSpLocks/>
          </p:cNvGrpSpPr>
          <p:nvPr/>
        </p:nvGrpSpPr>
        <p:grpSpPr bwMode="auto">
          <a:xfrm>
            <a:off x="2336800" y="4941889"/>
            <a:ext cx="1155700" cy="396875"/>
            <a:chOff x="520" y="1697"/>
            <a:chExt cx="728" cy="250"/>
          </a:xfrm>
        </p:grpSpPr>
        <p:sp>
          <p:nvSpPr>
            <p:cNvPr id="15401" name="Text Box 36"/>
            <p:cNvSpPr txBox="1">
              <a:spLocks noChangeArrowheads="1"/>
            </p:cNvSpPr>
            <p:nvPr/>
          </p:nvSpPr>
          <p:spPr bwMode="auto">
            <a:xfrm>
              <a:off x="520" y="1697"/>
              <a:ext cx="436"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1"/>
                  </a:solidFill>
                  <a:miter lim="800000"/>
                  <a:headEnd type="none" w="lg" len="lg"/>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i="1">
                  <a:solidFill>
                    <a:schemeClr val="tx1"/>
                  </a:solidFill>
                  <a:latin typeface="Arial" charset="0"/>
                  <a:cs typeface="Arial" charset="0"/>
                </a:defRPr>
              </a:lvl1pPr>
              <a:lvl2pPr marL="742950" indent="-285750" eaLnBrk="0" hangingPunct="0">
                <a:defRPr i="1">
                  <a:solidFill>
                    <a:schemeClr val="tx1"/>
                  </a:solidFill>
                  <a:latin typeface="Arial" charset="0"/>
                  <a:cs typeface="Arial" charset="0"/>
                </a:defRPr>
              </a:lvl2pPr>
              <a:lvl3pPr marL="1143000" indent="-228600" eaLnBrk="0" hangingPunct="0">
                <a:defRPr i="1">
                  <a:solidFill>
                    <a:schemeClr val="tx1"/>
                  </a:solidFill>
                  <a:latin typeface="Arial" charset="0"/>
                  <a:cs typeface="Arial" charset="0"/>
                </a:defRPr>
              </a:lvl3pPr>
              <a:lvl4pPr marL="1600200" indent="-228600" eaLnBrk="0" hangingPunct="0">
                <a:defRPr i="1">
                  <a:solidFill>
                    <a:schemeClr val="tx1"/>
                  </a:solidFill>
                  <a:latin typeface="Arial" charset="0"/>
                  <a:cs typeface="Arial" charset="0"/>
                </a:defRPr>
              </a:lvl4pPr>
              <a:lvl5pPr marL="2057400" indent="-228600" eaLnBrk="0" hangingPunct="0">
                <a:defRPr i="1">
                  <a:solidFill>
                    <a:schemeClr val="tx1"/>
                  </a:solidFill>
                  <a:latin typeface="Arial" charset="0"/>
                  <a:cs typeface="Arial" charset="0"/>
                </a:defRPr>
              </a:lvl5pPr>
              <a:lvl6pPr marL="2514600" indent="-228600" eaLnBrk="0" fontAlgn="base" hangingPunct="0">
                <a:spcBef>
                  <a:spcPct val="0"/>
                </a:spcBef>
                <a:spcAft>
                  <a:spcPct val="0"/>
                </a:spcAft>
                <a:defRPr i="1">
                  <a:solidFill>
                    <a:schemeClr val="tx1"/>
                  </a:solidFill>
                  <a:latin typeface="Arial" charset="0"/>
                  <a:cs typeface="Arial" charset="0"/>
                </a:defRPr>
              </a:lvl6pPr>
              <a:lvl7pPr marL="2971800" indent="-228600" eaLnBrk="0" fontAlgn="base" hangingPunct="0">
                <a:spcBef>
                  <a:spcPct val="0"/>
                </a:spcBef>
                <a:spcAft>
                  <a:spcPct val="0"/>
                </a:spcAft>
                <a:defRPr i="1">
                  <a:solidFill>
                    <a:schemeClr val="tx1"/>
                  </a:solidFill>
                  <a:latin typeface="Arial" charset="0"/>
                  <a:cs typeface="Arial" charset="0"/>
                </a:defRPr>
              </a:lvl7pPr>
              <a:lvl8pPr marL="3429000" indent="-228600" eaLnBrk="0" fontAlgn="base" hangingPunct="0">
                <a:spcBef>
                  <a:spcPct val="0"/>
                </a:spcBef>
                <a:spcAft>
                  <a:spcPct val="0"/>
                </a:spcAft>
                <a:defRPr i="1">
                  <a:solidFill>
                    <a:schemeClr val="tx1"/>
                  </a:solidFill>
                  <a:latin typeface="Arial" charset="0"/>
                  <a:cs typeface="Arial" charset="0"/>
                </a:defRPr>
              </a:lvl8pPr>
              <a:lvl9pPr marL="3886200" indent="-228600" eaLnBrk="0" fontAlgn="base" hangingPunct="0">
                <a:spcBef>
                  <a:spcPct val="0"/>
                </a:spcBef>
                <a:spcAft>
                  <a:spcPct val="0"/>
                </a:spcAft>
                <a:defRPr i="1">
                  <a:solidFill>
                    <a:schemeClr val="tx1"/>
                  </a:solidFill>
                  <a:latin typeface="Arial" charset="0"/>
                  <a:cs typeface="Arial" charset="0"/>
                </a:defRPr>
              </a:lvl9pPr>
            </a:lstStyle>
            <a:p>
              <a:pPr algn="ctr"/>
              <a:r>
                <a:rPr lang="en-US" sz="2000" i="0">
                  <a:latin typeface="Times New Roman" pitchFamily="18" charset="0"/>
                </a:rPr>
                <a:t>4600</a:t>
              </a:r>
            </a:p>
          </p:txBody>
        </p:sp>
        <p:sp>
          <p:nvSpPr>
            <p:cNvPr id="15402" name="Line 37"/>
            <p:cNvSpPr>
              <a:spLocks noChangeShapeType="1"/>
            </p:cNvSpPr>
            <p:nvPr/>
          </p:nvSpPr>
          <p:spPr bwMode="auto">
            <a:xfrm>
              <a:off x="976" y="1824"/>
              <a:ext cx="272" cy="0"/>
            </a:xfrm>
            <a:prstGeom prst="line">
              <a:avLst/>
            </a:prstGeom>
            <a:noFill/>
            <a:ln w="28575">
              <a:solidFill>
                <a:schemeClr val="tx1"/>
              </a:solidFill>
              <a:round/>
              <a:headEnd type="none"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15386" name="Group 38"/>
          <p:cNvGrpSpPr>
            <a:grpSpLocks/>
          </p:cNvGrpSpPr>
          <p:nvPr/>
        </p:nvGrpSpPr>
        <p:grpSpPr bwMode="auto">
          <a:xfrm>
            <a:off x="2349500" y="5411789"/>
            <a:ext cx="1155700" cy="396875"/>
            <a:chOff x="520" y="1697"/>
            <a:chExt cx="728" cy="250"/>
          </a:xfrm>
        </p:grpSpPr>
        <p:sp>
          <p:nvSpPr>
            <p:cNvPr id="15399" name="Text Box 39"/>
            <p:cNvSpPr txBox="1">
              <a:spLocks noChangeArrowheads="1"/>
            </p:cNvSpPr>
            <p:nvPr/>
          </p:nvSpPr>
          <p:spPr bwMode="auto">
            <a:xfrm>
              <a:off x="520" y="1697"/>
              <a:ext cx="436"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1"/>
                  </a:solidFill>
                  <a:miter lim="800000"/>
                  <a:headEnd type="none" w="lg" len="lg"/>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i="1">
                  <a:solidFill>
                    <a:schemeClr val="tx1"/>
                  </a:solidFill>
                  <a:latin typeface="Arial" charset="0"/>
                  <a:cs typeface="Arial" charset="0"/>
                </a:defRPr>
              </a:lvl1pPr>
              <a:lvl2pPr marL="742950" indent="-285750" eaLnBrk="0" hangingPunct="0">
                <a:defRPr i="1">
                  <a:solidFill>
                    <a:schemeClr val="tx1"/>
                  </a:solidFill>
                  <a:latin typeface="Arial" charset="0"/>
                  <a:cs typeface="Arial" charset="0"/>
                </a:defRPr>
              </a:lvl2pPr>
              <a:lvl3pPr marL="1143000" indent="-228600" eaLnBrk="0" hangingPunct="0">
                <a:defRPr i="1">
                  <a:solidFill>
                    <a:schemeClr val="tx1"/>
                  </a:solidFill>
                  <a:latin typeface="Arial" charset="0"/>
                  <a:cs typeface="Arial" charset="0"/>
                </a:defRPr>
              </a:lvl3pPr>
              <a:lvl4pPr marL="1600200" indent="-228600" eaLnBrk="0" hangingPunct="0">
                <a:defRPr i="1">
                  <a:solidFill>
                    <a:schemeClr val="tx1"/>
                  </a:solidFill>
                  <a:latin typeface="Arial" charset="0"/>
                  <a:cs typeface="Arial" charset="0"/>
                </a:defRPr>
              </a:lvl4pPr>
              <a:lvl5pPr marL="2057400" indent="-228600" eaLnBrk="0" hangingPunct="0">
                <a:defRPr i="1">
                  <a:solidFill>
                    <a:schemeClr val="tx1"/>
                  </a:solidFill>
                  <a:latin typeface="Arial" charset="0"/>
                  <a:cs typeface="Arial" charset="0"/>
                </a:defRPr>
              </a:lvl5pPr>
              <a:lvl6pPr marL="2514600" indent="-228600" eaLnBrk="0" fontAlgn="base" hangingPunct="0">
                <a:spcBef>
                  <a:spcPct val="0"/>
                </a:spcBef>
                <a:spcAft>
                  <a:spcPct val="0"/>
                </a:spcAft>
                <a:defRPr i="1">
                  <a:solidFill>
                    <a:schemeClr val="tx1"/>
                  </a:solidFill>
                  <a:latin typeface="Arial" charset="0"/>
                  <a:cs typeface="Arial" charset="0"/>
                </a:defRPr>
              </a:lvl6pPr>
              <a:lvl7pPr marL="2971800" indent="-228600" eaLnBrk="0" fontAlgn="base" hangingPunct="0">
                <a:spcBef>
                  <a:spcPct val="0"/>
                </a:spcBef>
                <a:spcAft>
                  <a:spcPct val="0"/>
                </a:spcAft>
                <a:defRPr i="1">
                  <a:solidFill>
                    <a:schemeClr val="tx1"/>
                  </a:solidFill>
                  <a:latin typeface="Arial" charset="0"/>
                  <a:cs typeface="Arial" charset="0"/>
                </a:defRPr>
              </a:lvl7pPr>
              <a:lvl8pPr marL="3429000" indent="-228600" eaLnBrk="0" fontAlgn="base" hangingPunct="0">
                <a:spcBef>
                  <a:spcPct val="0"/>
                </a:spcBef>
                <a:spcAft>
                  <a:spcPct val="0"/>
                </a:spcAft>
                <a:defRPr i="1">
                  <a:solidFill>
                    <a:schemeClr val="tx1"/>
                  </a:solidFill>
                  <a:latin typeface="Arial" charset="0"/>
                  <a:cs typeface="Arial" charset="0"/>
                </a:defRPr>
              </a:lvl8pPr>
              <a:lvl9pPr marL="3886200" indent="-228600" eaLnBrk="0" fontAlgn="base" hangingPunct="0">
                <a:spcBef>
                  <a:spcPct val="0"/>
                </a:spcBef>
                <a:spcAft>
                  <a:spcPct val="0"/>
                </a:spcAft>
                <a:defRPr i="1">
                  <a:solidFill>
                    <a:schemeClr val="tx1"/>
                  </a:solidFill>
                  <a:latin typeface="Arial" charset="0"/>
                  <a:cs typeface="Arial" charset="0"/>
                </a:defRPr>
              </a:lvl9pPr>
            </a:lstStyle>
            <a:p>
              <a:pPr algn="ctr"/>
              <a:r>
                <a:rPr lang="en-US" sz="2000" i="0">
                  <a:latin typeface="Times New Roman" pitchFamily="18" charset="0"/>
                </a:rPr>
                <a:t>6200</a:t>
              </a:r>
            </a:p>
          </p:txBody>
        </p:sp>
        <p:sp>
          <p:nvSpPr>
            <p:cNvPr id="15400" name="Line 40"/>
            <p:cNvSpPr>
              <a:spLocks noChangeShapeType="1"/>
            </p:cNvSpPr>
            <p:nvPr/>
          </p:nvSpPr>
          <p:spPr bwMode="auto">
            <a:xfrm>
              <a:off x="976" y="1824"/>
              <a:ext cx="272" cy="0"/>
            </a:xfrm>
            <a:prstGeom prst="line">
              <a:avLst/>
            </a:prstGeom>
            <a:noFill/>
            <a:ln w="28575">
              <a:solidFill>
                <a:schemeClr val="tx1"/>
              </a:solidFill>
              <a:round/>
              <a:headEnd type="none"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15387" name="Text Box 41"/>
          <p:cNvSpPr txBox="1">
            <a:spLocks noChangeArrowheads="1"/>
          </p:cNvSpPr>
          <p:nvPr/>
        </p:nvSpPr>
        <p:spPr bwMode="auto">
          <a:xfrm>
            <a:off x="5111750" y="5130801"/>
            <a:ext cx="3550972" cy="9541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1"/>
                </a:solidFill>
                <a:miter lim="800000"/>
                <a:headEnd type="none" w="lg" len="lg"/>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i="1">
                <a:solidFill>
                  <a:schemeClr val="tx1"/>
                </a:solidFill>
                <a:latin typeface="Arial" charset="0"/>
                <a:cs typeface="Arial" charset="0"/>
              </a:defRPr>
            </a:lvl1pPr>
            <a:lvl2pPr marL="742950" indent="-285750" eaLnBrk="0" hangingPunct="0">
              <a:defRPr i="1">
                <a:solidFill>
                  <a:schemeClr val="tx1"/>
                </a:solidFill>
                <a:latin typeface="Arial" charset="0"/>
                <a:cs typeface="Arial" charset="0"/>
              </a:defRPr>
            </a:lvl2pPr>
            <a:lvl3pPr marL="1143000" indent="-228600" eaLnBrk="0" hangingPunct="0">
              <a:defRPr i="1">
                <a:solidFill>
                  <a:schemeClr val="tx1"/>
                </a:solidFill>
                <a:latin typeface="Arial" charset="0"/>
                <a:cs typeface="Arial" charset="0"/>
              </a:defRPr>
            </a:lvl3pPr>
            <a:lvl4pPr marL="1600200" indent="-228600" eaLnBrk="0" hangingPunct="0">
              <a:defRPr i="1">
                <a:solidFill>
                  <a:schemeClr val="tx1"/>
                </a:solidFill>
                <a:latin typeface="Arial" charset="0"/>
                <a:cs typeface="Arial" charset="0"/>
              </a:defRPr>
            </a:lvl4pPr>
            <a:lvl5pPr marL="2057400" indent="-228600" eaLnBrk="0" hangingPunct="0">
              <a:defRPr i="1">
                <a:solidFill>
                  <a:schemeClr val="tx1"/>
                </a:solidFill>
                <a:latin typeface="Arial" charset="0"/>
                <a:cs typeface="Arial" charset="0"/>
              </a:defRPr>
            </a:lvl5pPr>
            <a:lvl6pPr marL="2514600" indent="-228600" eaLnBrk="0" fontAlgn="base" hangingPunct="0">
              <a:spcBef>
                <a:spcPct val="0"/>
              </a:spcBef>
              <a:spcAft>
                <a:spcPct val="0"/>
              </a:spcAft>
              <a:defRPr i="1">
                <a:solidFill>
                  <a:schemeClr val="tx1"/>
                </a:solidFill>
                <a:latin typeface="Arial" charset="0"/>
                <a:cs typeface="Arial" charset="0"/>
              </a:defRPr>
            </a:lvl6pPr>
            <a:lvl7pPr marL="2971800" indent="-228600" eaLnBrk="0" fontAlgn="base" hangingPunct="0">
              <a:spcBef>
                <a:spcPct val="0"/>
              </a:spcBef>
              <a:spcAft>
                <a:spcPct val="0"/>
              </a:spcAft>
              <a:defRPr i="1">
                <a:solidFill>
                  <a:schemeClr val="tx1"/>
                </a:solidFill>
                <a:latin typeface="Arial" charset="0"/>
                <a:cs typeface="Arial" charset="0"/>
              </a:defRPr>
            </a:lvl7pPr>
            <a:lvl8pPr marL="3429000" indent="-228600" eaLnBrk="0" fontAlgn="base" hangingPunct="0">
              <a:spcBef>
                <a:spcPct val="0"/>
              </a:spcBef>
              <a:spcAft>
                <a:spcPct val="0"/>
              </a:spcAft>
              <a:defRPr i="1">
                <a:solidFill>
                  <a:schemeClr val="tx1"/>
                </a:solidFill>
                <a:latin typeface="Arial" charset="0"/>
                <a:cs typeface="Arial" charset="0"/>
              </a:defRPr>
            </a:lvl8pPr>
            <a:lvl9pPr marL="3886200" indent="-228600" eaLnBrk="0" fontAlgn="base" hangingPunct="0">
              <a:spcBef>
                <a:spcPct val="0"/>
              </a:spcBef>
              <a:spcAft>
                <a:spcPct val="0"/>
              </a:spcAft>
              <a:defRPr i="1">
                <a:solidFill>
                  <a:schemeClr val="tx1"/>
                </a:solidFill>
                <a:latin typeface="Arial" charset="0"/>
                <a:cs typeface="Arial" charset="0"/>
              </a:defRPr>
            </a:lvl9pPr>
          </a:lstStyle>
          <a:p>
            <a:r>
              <a:rPr lang="en-US" i="0">
                <a:latin typeface="Times New Roman" pitchFamily="18" charset="0"/>
              </a:rPr>
              <a:t>Train may need 12,130 horsepower. Solutions:</a:t>
            </a:r>
          </a:p>
          <a:p>
            <a:r>
              <a:rPr lang="en-US" i="0">
                <a:latin typeface="Times New Roman" pitchFamily="18" charset="0"/>
              </a:rPr>
              <a:t>    4400 + 4400 + 6000 = 14,400</a:t>
            </a:r>
          </a:p>
          <a:p>
            <a:r>
              <a:rPr lang="en-US" i="0">
                <a:latin typeface="Times New Roman" pitchFamily="18" charset="0"/>
              </a:rPr>
              <a:t>    4400+4400+4400 = 13,200 </a:t>
            </a:r>
          </a:p>
          <a:p>
            <a:r>
              <a:rPr lang="en-US" i="0">
                <a:latin typeface="Times New Roman" pitchFamily="18" charset="0"/>
              </a:rPr>
              <a:t>    6000+6200 = 12,200</a:t>
            </a:r>
          </a:p>
        </p:txBody>
      </p:sp>
      <p:grpSp>
        <p:nvGrpSpPr>
          <p:cNvPr id="15388" name="Group 42"/>
          <p:cNvGrpSpPr>
            <a:grpSpLocks/>
          </p:cNvGrpSpPr>
          <p:nvPr/>
        </p:nvGrpSpPr>
        <p:grpSpPr bwMode="auto">
          <a:xfrm>
            <a:off x="6465888" y="1982788"/>
            <a:ext cx="1471612" cy="939800"/>
            <a:chOff x="3113" y="1249"/>
            <a:chExt cx="927" cy="592"/>
          </a:xfrm>
        </p:grpSpPr>
        <p:sp>
          <p:nvSpPr>
            <p:cNvPr id="15396" name="Line 43"/>
            <p:cNvSpPr>
              <a:spLocks noChangeShapeType="1"/>
            </p:cNvSpPr>
            <p:nvPr/>
          </p:nvSpPr>
          <p:spPr bwMode="auto">
            <a:xfrm flipV="1">
              <a:off x="3115" y="1249"/>
              <a:ext cx="0" cy="592"/>
            </a:xfrm>
            <a:prstGeom prst="line">
              <a:avLst/>
            </a:prstGeom>
            <a:noFill/>
            <a:ln w="28575">
              <a:solidFill>
                <a:schemeClr val="tx1"/>
              </a:solidFill>
              <a:round/>
              <a:headEnd type="none"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5397" name="Line 44"/>
            <p:cNvSpPr>
              <a:spLocks noChangeShapeType="1"/>
            </p:cNvSpPr>
            <p:nvPr/>
          </p:nvSpPr>
          <p:spPr bwMode="auto">
            <a:xfrm rot="5400000" flipV="1">
              <a:off x="3520" y="1426"/>
              <a:ext cx="0" cy="814"/>
            </a:xfrm>
            <a:prstGeom prst="line">
              <a:avLst/>
            </a:prstGeom>
            <a:noFill/>
            <a:ln w="28575">
              <a:solidFill>
                <a:schemeClr val="tx1"/>
              </a:solidFill>
              <a:round/>
              <a:headEnd type="none"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5398" name="Freeform 45"/>
            <p:cNvSpPr>
              <a:spLocks/>
            </p:cNvSpPr>
            <p:nvPr/>
          </p:nvSpPr>
          <p:spPr bwMode="auto">
            <a:xfrm>
              <a:off x="3128" y="1304"/>
              <a:ext cx="912" cy="528"/>
            </a:xfrm>
            <a:custGeom>
              <a:avLst/>
              <a:gdLst>
                <a:gd name="T0" fmla="*/ 0 w 912"/>
                <a:gd name="T1" fmla="*/ 528 h 528"/>
                <a:gd name="T2" fmla="*/ 104 w 912"/>
                <a:gd name="T3" fmla="*/ 136 h 528"/>
                <a:gd name="T4" fmla="*/ 344 w 912"/>
                <a:gd name="T5" fmla="*/ 0 h 528"/>
                <a:gd name="T6" fmla="*/ 640 w 912"/>
                <a:gd name="T7" fmla="*/ 8 h 528"/>
                <a:gd name="T8" fmla="*/ 912 w 912"/>
                <a:gd name="T9" fmla="*/ 72 h 5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12" h="528">
                  <a:moveTo>
                    <a:pt x="0" y="528"/>
                  </a:moveTo>
                  <a:lnTo>
                    <a:pt x="104" y="136"/>
                  </a:lnTo>
                  <a:lnTo>
                    <a:pt x="344" y="0"/>
                  </a:lnTo>
                  <a:lnTo>
                    <a:pt x="640" y="8"/>
                  </a:lnTo>
                  <a:lnTo>
                    <a:pt x="912" y="72"/>
                  </a:lnTo>
                </a:path>
              </a:pathLst>
            </a:custGeom>
            <a:noFill/>
            <a:ln w="38100" cap="flat" cmpd="sng">
              <a:solidFill>
                <a:schemeClr val="tx1"/>
              </a:solidFill>
              <a:prstDash val="solid"/>
              <a:round/>
              <a:headEnd type="none" w="lg" len="lg"/>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15389" name="Rectangle 46"/>
          <p:cNvSpPr>
            <a:spLocks noChangeArrowheads="1"/>
          </p:cNvSpPr>
          <p:nvPr/>
        </p:nvSpPr>
        <p:spPr bwMode="auto">
          <a:xfrm>
            <a:off x="3530600" y="2781300"/>
            <a:ext cx="673100" cy="228600"/>
          </a:xfrm>
          <a:prstGeom prst="rect">
            <a:avLst/>
          </a:prstGeom>
          <a:solidFill>
            <a:srgbClr val="0000FF"/>
          </a:solidFill>
          <a:ln w="28575">
            <a:solidFill>
              <a:schemeClr val="tx1"/>
            </a:solidFill>
            <a:miter lim="800000"/>
            <a:headEnd type="none" w="lg" len="lg"/>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390" name="Rectangle 47"/>
          <p:cNvSpPr>
            <a:spLocks noChangeArrowheads="1"/>
          </p:cNvSpPr>
          <p:nvPr/>
        </p:nvSpPr>
        <p:spPr bwMode="auto">
          <a:xfrm>
            <a:off x="3530600" y="3225800"/>
            <a:ext cx="673100" cy="228600"/>
          </a:xfrm>
          <a:prstGeom prst="rect">
            <a:avLst/>
          </a:prstGeom>
          <a:solidFill>
            <a:srgbClr val="0000FF"/>
          </a:solidFill>
          <a:ln w="28575">
            <a:solidFill>
              <a:schemeClr val="tx1"/>
            </a:solidFill>
            <a:miter lim="800000"/>
            <a:headEnd type="none" w="lg" len="lg"/>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391" name="Rectangle 48"/>
          <p:cNvSpPr>
            <a:spLocks noChangeArrowheads="1"/>
          </p:cNvSpPr>
          <p:nvPr/>
        </p:nvSpPr>
        <p:spPr bwMode="auto">
          <a:xfrm>
            <a:off x="3530600" y="4102100"/>
            <a:ext cx="673100" cy="228600"/>
          </a:xfrm>
          <a:prstGeom prst="rect">
            <a:avLst/>
          </a:prstGeom>
          <a:solidFill>
            <a:srgbClr val="33CC33"/>
          </a:solidFill>
          <a:ln w="28575">
            <a:solidFill>
              <a:schemeClr val="tx1"/>
            </a:solidFill>
            <a:miter lim="800000"/>
            <a:headEnd type="none" w="lg" len="lg"/>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392" name="Rectangle 49"/>
          <p:cNvSpPr>
            <a:spLocks noChangeArrowheads="1"/>
          </p:cNvSpPr>
          <p:nvPr/>
        </p:nvSpPr>
        <p:spPr bwMode="auto">
          <a:xfrm>
            <a:off x="3530600" y="4559300"/>
            <a:ext cx="673100" cy="228600"/>
          </a:xfrm>
          <a:prstGeom prst="rect">
            <a:avLst/>
          </a:prstGeom>
          <a:solidFill>
            <a:srgbClr val="33CC33"/>
          </a:solidFill>
          <a:ln w="28575">
            <a:solidFill>
              <a:schemeClr val="tx1"/>
            </a:solidFill>
            <a:miter lim="800000"/>
            <a:headEnd type="none" w="lg" len="lg"/>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393" name="Rectangle 50"/>
          <p:cNvSpPr>
            <a:spLocks noChangeArrowheads="1"/>
          </p:cNvSpPr>
          <p:nvPr/>
        </p:nvSpPr>
        <p:spPr bwMode="auto">
          <a:xfrm>
            <a:off x="3530600" y="5029200"/>
            <a:ext cx="673100" cy="228600"/>
          </a:xfrm>
          <a:prstGeom prst="rect">
            <a:avLst/>
          </a:prstGeom>
          <a:solidFill>
            <a:srgbClr val="FF33CC"/>
          </a:solidFill>
          <a:ln w="28575">
            <a:solidFill>
              <a:schemeClr val="tx1"/>
            </a:solidFill>
            <a:miter lim="800000"/>
            <a:headEnd type="none" w="lg" len="lg"/>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394" name="Rectangle 51"/>
          <p:cNvSpPr>
            <a:spLocks noChangeArrowheads="1"/>
          </p:cNvSpPr>
          <p:nvPr/>
        </p:nvSpPr>
        <p:spPr bwMode="auto">
          <a:xfrm>
            <a:off x="3517900" y="5499100"/>
            <a:ext cx="673100" cy="228600"/>
          </a:xfrm>
          <a:prstGeom prst="rect">
            <a:avLst/>
          </a:prstGeom>
          <a:solidFill>
            <a:srgbClr val="FF33CC"/>
          </a:solidFill>
          <a:ln w="28575">
            <a:solidFill>
              <a:schemeClr val="tx1"/>
            </a:solidFill>
            <a:miter lim="800000"/>
            <a:headEnd type="none" w="lg" len="lg"/>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395" name="Rectangle 52"/>
          <p:cNvSpPr>
            <a:spLocks noChangeArrowheads="1"/>
          </p:cNvSpPr>
          <p:nvPr/>
        </p:nvSpPr>
        <p:spPr bwMode="auto">
          <a:xfrm>
            <a:off x="3517900" y="3657600"/>
            <a:ext cx="673100" cy="228600"/>
          </a:xfrm>
          <a:prstGeom prst="rect">
            <a:avLst/>
          </a:prstGeom>
          <a:solidFill>
            <a:srgbClr val="0000FF"/>
          </a:solidFill>
          <a:ln w="28575">
            <a:solidFill>
              <a:schemeClr val="tx1"/>
            </a:solidFill>
            <a:miter lim="800000"/>
            <a:headEnd type="none" w="lg" len="lg"/>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Tree>
    <p:extLst>
      <p:ext uri="{BB962C8B-B14F-4D97-AF65-F5344CB8AC3E}">
        <p14:creationId xmlns:p14="http://schemas.microsoft.com/office/powerpoint/2010/main" val="4167928610"/>
      </p:ext>
    </p:extLst>
  </p:cSld>
  <p:clrMapOvr>
    <a:masterClrMapping/>
  </p:clrMapOvr>
  <p:transition/>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6" name="Rectangle 2"/>
          <p:cNvSpPr>
            <a:spLocks noGrp="1" noChangeArrowheads="1"/>
          </p:cNvSpPr>
          <p:nvPr>
            <p:ph type="title"/>
          </p:nvPr>
        </p:nvSpPr>
        <p:spPr/>
        <p:txBody>
          <a:bodyPr/>
          <a:lstStyle/>
          <a:p>
            <a:pPr eaLnBrk="1" hangingPunct="1"/>
            <a:r>
              <a:rPr lang="en-US" dirty="0"/>
              <a:t>Locomotive planning at Norfolk Southern</a:t>
            </a:r>
          </a:p>
        </p:txBody>
      </p:sp>
      <p:sp>
        <p:nvSpPr>
          <p:cNvPr id="16387" name="Text Box 3"/>
          <p:cNvSpPr txBox="1">
            <a:spLocks noChangeArrowheads="1"/>
          </p:cNvSpPr>
          <p:nvPr/>
        </p:nvSpPr>
        <p:spPr bwMode="auto">
          <a:xfrm>
            <a:off x="3222626" y="1982789"/>
            <a:ext cx="150812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1"/>
                </a:solidFill>
                <a:miter lim="800000"/>
                <a:headEnd type="none" w="lg" len="lg"/>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i="1">
                <a:solidFill>
                  <a:schemeClr val="tx1"/>
                </a:solidFill>
                <a:latin typeface="Arial" charset="0"/>
                <a:cs typeface="Arial" charset="0"/>
              </a:defRPr>
            </a:lvl1pPr>
            <a:lvl2pPr marL="742950" indent="-285750" eaLnBrk="0" hangingPunct="0">
              <a:defRPr i="1">
                <a:solidFill>
                  <a:schemeClr val="tx1"/>
                </a:solidFill>
                <a:latin typeface="Arial" charset="0"/>
                <a:cs typeface="Arial" charset="0"/>
              </a:defRPr>
            </a:lvl2pPr>
            <a:lvl3pPr marL="1143000" indent="-228600" eaLnBrk="0" hangingPunct="0">
              <a:defRPr i="1">
                <a:solidFill>
                  <a:schemeClr val="tx1"/>
                </a:solidFill>
                <a:latin typeface="Arial" charset="0"/>
                <a:cs typeface="Arial" charset="0"/>
              </a:defRPr>
            </a:lvl3pPr>
            <a:lvl4pPr marL="1600200" indent="-228600" eaLnBrk="0" hangingPunct="0">
              <a:defRPr i="1">
                <a:solidFill>
                  <a:schemeClr val="tx1"/>
                </a:solidFill>
                <a:latin typeface="Arial" charset="0"/>
                <a:cs typeface="Arial" charset="0"/>
              </a:defRPr>
            </a:lvl4pPr>
            <a:lvl5pPr marL="2057400" indent="-228600" eaLnBrk="0" hangingPunct="0">
              <a:defRPr i="1">
                <a:solidFill>
                  <a:schemeClr val="tx1"/>
                </a:solidFill>
                <a:latin typeface="Arial" charset="0"/>
                <a:cs typeface="Arial" charset="0"/>
              </a:defRPr>
            </a:lvl5pPr>
            <a:lvl6pPr marL="2514600" indent="-228600" eaLnBrk="0" fontAlgn="base" hangingPunct="0">
              <a:spcBef>
                <a:spcPct val="0"/>
              </a:spcBef>
              <a:spcAft>
                <a:spcPct val="0"/>
              </a:spcAft>
              <a:defRPr i="1">
                <a:solidFill>
                  <a:schemeClr val="tx1"/>
                </a:solidFill>
                <a:latin typeface="Arial" charset="0"/>
                <a:cs typeface="Arial" charset="0"/>
              </a:defRPr>
            </a:lvl6pPr>
            <a:lvl7pPr marL="2971800" indent="-228600" eaLnBrk="0" fontAlgn="base" hangingPunct="0">
              <a:spcBef>
                <a:spcPct val="0"/>
              </a:spcBef>
              <a:spcAft>
                <a:spcPct val="0"/>
              </a:spcAft>
              <a:defRPr i="1">
                <a:solidFill>
                  <a:schemeClr val="tx1"/>
                </a:solidFill>
                <a:latin typeface="Arial" charset="0"/>
                <a:cs typeface="Arial" charset="0"/>
              </a:defRPr>
            </a:lvl7pPr>
            <a:lvl8pPr marL="3429000" indent="-228600" eaLnBrk="0" fontAlgn="base" hangingPunct="0">
              <a:spcBef>
                <a:spcPct val="0"/>
              </a:spcBef>
              <a:spcAft>
                <a:spcPct val="0"/>
              </a:spcAft>
              <a:defRPr i="1">
                <a:solidFill>
                  <a:schemeClr val="tx1"/>
                </a:solidFill>
                <a:latin typeface="Arial" charset="0"/>
                <a:cs typeface="Arial" charset="0"/>
              </a:defRPr>
            </a:lvl8pPr>
            <a:lvl9pPr marL="3886200" indent="-228600" eaLnBrk="0" fontAlgn="base" hangingPunct="0">
              <a:spcBef>
                <a:spcPct val="0"/>
              </a:spcBef>
              <a:spcAft>
                <a:spcPct val="0"/>
              </a:spcAft>
              <a:defRPr i="1">
                <a:solidFill>
                  <a:schemeClr val="tx1"/>
                </a:solidFill>
                <a:latin typeface="Arial" charset="0"/>
                <a:cs typeface="Arial" charset="0"/>
              </a:defRPr>
            </a:lvl9pPr>
          </a:lstStyle>
          <a:p>
            <a:pPr algn="ctr"/>
            <a:r>
              <a:rPr lang="en-US" sz="2000" i="0">
                <a:latin typeface="Times New Roman" pitchFamily="18" charset="0"/>
              </a:rPr>
              <a:t>Locomotives</a:t>
            </a:r>
          </a:p>
        </p:txBody>
      </p:sp>
      <p:sp>
        <p:nvSpPr>
          <p:cNvPr id="16388" name="Rectangle 4"/>
          <p:cNvSpPr>
            <a:spLocks noChangeArrowheads="1"/>
          </p:cNvSpPr>
          <p:nvPr/>
        </p:nvSpPr>
        <p:spPr bwMode="auto">
          <a:xfrm>
            <a:off x="5613400" y="3060700"/>
            <a:ext cx="673100" cy="228600"/>
          </a:xfrm>
          <a:prstGeom prst="rect">
            <a:avLst/>
          </a:prstGeom>
          <a:solidFill>
            <a:schemeClr val="bg1"/>
          </a:solidFill>
          <a:ln w="28575">
            <a:solidFill>
              <a:schemeClr val="tx1"/>
            </a:solidFill>
            <a:miter lim="800000"/>
            <a:headEnd type="none" w="lg" len="lg"/>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6389" name="Rectangle 5"/>
          <p:cNvSpPr>
            <a:spLocks noChangeArrowheads="1"/>
          </p:cNvSpPr>
          <p:nvPr/>
        </p:nvSpPr>
        <p:spPr bwMode="auto">
          <a:xfrm>
            <a:off x="5613400" y="3886200"/>
            <a:ext cx="673100" cy="228600"/>
          </a:xfrm>
          <a:prstGeom prst="rect">
            <a:avLst/>
          </a:prstGeom>
          <a:solidFill>
            <a:schemeClr val="bg1"/>
          </a:solidFill>
          <a:ln w="28575">
            <a:solidFill>
              <a:schemeClr val="tx1"/>
            </a:solidFill>
            <a:miter lim="800000"/>
            <a:headEnd type="none" w="lg" len="lg"/>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6390" name="Rectangle 6"/>
          <p:cNvSpPr>
            <a:spLocks noChangeArrowheads="1"/>
          </p:cNvSpPr>
          <p:nvPr/>
        </p:nvSpPr>
        <p:spPr bwMode="auto">
          <a:xfrm>
            <a:off x="5613400" y="4737100"/>
            <a:ext cx="673100" cy="228600"/>
          </a:xfrm>
          <a:prstGeom prst="rect">
            <a:avLst/>
          </a:prstGeom>
          <a:solidFill>
            <a:schemeClr val="bg1"/>
          </a:solidFill>
          <a:ln w="28575">
            <a:solidFill>
              <a:schemeClr val="tx1"/>
            </a:solidFill>
            <a:miter lim="800000"/>
            <a:headEnd type="none" w="lg" len="lg"/>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cxnSp>
        <p:nvCxnSpPr>
          <p:cNvPr id="16391" name="AutoShape 7"/>
          <p:cNvCxnSpPr>
            <a:cxnSpLocks noChangeShapeType="1"/>
            <a:endCxn id="16388" idx="1"/>
          </p:cNvCxnSpPr>
          <p:nvPr/>
        </p:nvCxnSpPr>
        <p:spPr bwMode="auto">
          <a:xfrm>
            <a:off x="4222751" y="2895600"/>
            <a:ext cx="1376363" cy="2794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392" name="AutoShape 8"/>
          <p:cNvCxnSpPr>
            <a:cxnSpLocks noChangeShapeType="1"/>
            <a:endCxn id="16388" idx="1"/>
          </p:cNvCxnSpPr>
          <p:nvPr/>
        </p:nvCxnSpPr>
        <p:spPr bwMode="auto">
          <a:xfrm flipV="1">
            <a:off x="4222751" y="3175000"/>
            <a:ext cx="1376363" cy="1651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393" name="AutoShape 9"/>
          <p:cNvCxnSpPr>
            <a:cxnSpLocks noChangeShapeType="1"/>
            <a:endCxn id="16389" idx="1"/>
          </p:cNvCxnSpPr>
          <p:nvPr/>
        </p:nvCxnSpPr>
        <p:spPr bwMode="auto">
          <a:xfrm flipV="1">
            <a:off x="4222751" y="4000500"/>
            <a:ext cx="1376363" cy="2159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394" name="AutoShape 10"/>
          <p:cNvCxnSpPr>
            <a:cxnSpLocks noChangeShapeType="1"/>
            <a:endCxn id="16389" idx="1"/>
          </p:cNvCxnSpPr>
          <p:nvPr/>
        </p:nvCxnSpPr>
        <p:spPr bwMode="auto">
          <a:xfrm>
            <a:off x="4222751" y="3784600"/>
            <a:ext cx="1376363" cy="2159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395" name="AutoShape 11"/>
          <p:cNvCxnSpPr>
            <a:cxnSpLocks noChangeShapeType="1"/>
            <a:endCxn id="16389" idx="1"/>
          </p:cNvCxnSpPr>
          <p:nvPr/>
        </p:nvCxnSpPr>
        <p:spPr bwMode="auto">
          <a:xfrm flipV="1">
            <a:off x="4222751" y="4000500"/>
            <a:ext cx="1376363" cy="6731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396" name="AutoShape 12"/>
          <p:cNvCxnSpPr>
            <a:cxnSpLocks noChangeShapeType="1"/>
            <a:endCxn id="16390" idx="1"/>
          </p:cNvCxnSpPr>
          <p:nvPr/>
        </p:nvCxnSpPr>
        <p:spPr bwMode="auto">
          <a:xfrm flipV="1">
            <a:off x="4222751" y="4851400"/>
            <a:ext cx="1376363" cy="2921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397" name="AutoShape 13"/>
          <p:cNvCxnSpPr>
            <a:cxnSpLocks noChangeShapeType="1"/>
            <a:endCxn id="16390" idx="1"/>
          </p:cNvCxnSpPr>
          <p:nvPr/>
        </p:nvCxnSpPr>
        <p:spPr bwMode="auto">
          <a:xfrm flipV="1">
            <a:off x="4210051" y="4851400"/>
            <a:ext cx="1389063" cy="7620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398" name="AutoShape 14"/>
          <p:cNvCxnSpPr>
            <a:cxnSpLocks noChangeShapeType="1"/>
            <a:stCxn id="16388" idx="3"/>
            <a:endCxn id="16399" idx="2"/>
          </p:cNvCxnSpPr>
          <p:nvPr/>
        </p:nvCxnSpPr>
        <p:spPr bwMode="auto">
          <a:xfrm flipV="1">
            <a:off x="6300789" y="3111500"/>
            <a:ext cx="1660525" cy="635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6399" name="Oval 15"/>
          <p:cNvSpPr>
            <a:spLocks noChangeArrowheads="1"/>
          </p:cNvSpPr>
          <p:nvPr/>
        </p:nvSpPr>
        <p:spPr bwMode="auto">
          <a:xfrm>
            <a:off x="7975600" y="2984500"/>
            <a:ext cx="698500" cy="254000"/>
          </a:xfrm>
          <a:prstGeom prst="ellipse">
            <a:avLst/>
          </a:prstGeom>
          <a:solidFill>
            <a:srgbClr val="FE9B03"/>
          </a:solidFill>
          <a:ln w="28575">
            <a:solidFill>
              <a:schemeClr val="tx1"/>
            </a:solidFill>
            <a:round/>
            <a:headEnd type="none" w="lg" len="lg"/>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6400" name="Oval 16"/>
          <p:cNvSpPr>
            <a:spLocks noChangeArrowheads="1"/>
          </p:cNvSpPr>
          <p:nvPr/>
        </p:nvSpPr>
        <p:spPr bwMode="auto">
          <a:xfrm>
            <a:off x="8013700" y="4686300"/>
            <a:ext cx="698500" cy="254000"/>
          </a:xfrm>
          <a:prstGeom prst="ellipse">
            <a:avLst/>
          </a:prstGeom>
          <a:solidFill>
            <a:schemeClr val="accent2"/>
          </a:solidFill>
          <a:ln w="28575">
            <a:solidFill>
              <a:schemeClr val="tx1"/>
            </a:solidFill>
            <a:round/>
            <a:headEnd type="none" w="lg" len="lg"/>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cxnSp>
        <p:nvCxnSpPr>
          <p:cNvPr id="16401" name="AutoShape 17"/>
          <p:cNvCxnSpPr>
            <a:cxnSpLocks noChangeShapeType="1"/>
            <a:stCxn id="16389" idx="3"/>
            <a:endCxn id="16399" idx="2"/>
          </p:cNvCxnSpPr>
          <p:nvPr/>
        </p:nvCxnSpPr>
        <p:spPr bwMode="auto">
          <a:xfrm flipV="1">
            <a:off x="6300789" y="3111500"/>
            <a:ext cx="1660525" cy="8890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402" name="AutoShape 18"/>
          <p:cNvCxnSpPr>
            <a:cxnSpLocks noChangeShapeType="1"/>
            <a:stCxn id="16390" idx="3"/>
            <a:endCxn id="16400" idx="2"/>
          </p:cNvCxnSpPr>
          <p:nvPr/>
        </p:nvCxnSpPr>
        <p:spPr bwMode="auto">
          <a:xfrm flipV="1">
            <a:off x="6300789" y="4813300"/>
            <a:ext cx="1698625" cy="381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6403" name="Text Box 19"/>
          <p:cNvSpPr txBox="1">
            <a:spLocks noChangeArrowheads="1"/>
          </p:cNvSpPr>
          <p:nvPr/>
        </p:nvSpPr>
        <p:spPr bwMode="auto">
          <a:xfrm>
            <a:off x="1795464" y="1970089"/>
            <a:ext cx="142557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1"/>
                </a:solidFill>
                <a:miter lim="800000"/>
                <a:headEnd type="none" w="lg" len="lg"/>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i="1">
                <a:solidFill>
                  <a:schemeClr val="tx1"/>
                </a:solidFill>
                <a:latin typeface="Arial" charset="0"/>
                <a:cs typeface="Arial" charset="0"/>
              </a:defRPr>
            </a:lvl1pPr>
            <a:lvl2pPr marL="742950" indent="-285750" eaLnBrk="0" hangingPunct="0">
              <a:defRPr i="1">
                <a:solidFill>
                  <a:schemeClr val="tx1"/>
                </a:solidFill>
                <a:latin typeface="Arial" charset="0"/>
                <a:cs typeface="Arial" charset="0"/>
              </a:defRPr>
            </a:lvl2pPr>
            <a:lvl3pPr marL="1143000" indent="-228600" eaLnBrk="0" hangingPunct="0">
              <a:defRPr i="1">
                <a:solidFill>
                  <a:schemeClr val="tx1"/>
                </a:solidFill>
                <a:latin typeface="Arial" charset="0"/>
                <a:cs typeface="Arial" charset="0"/>
              </a:defRPr>
            </a:lvl3pPr>
            <a:lvl4pPr marL="1600200" indent="-228600" eaLnBrk="0" hangingPunct="0">
              <a:defRPr i="1">
                <a:solidFill>
                  <a:schemeClr val="tx1"/>
                </a:solidFill>
                <a:latin typeface="Arial" charset="0"/>
                <a:cs typeface="Arial" charset="0"/>
              </a:defRPr>
            </a:lvl4pPr>
            <a:lvl5pPr marL="2057400" indent="-228600" eaLnBrk="0" hangingPunct="0">
              <a:defRPr i="1">
                <a:solidFill>
                  <a:schemeClr val="tx1"/>
                </a:solidFill>
                <a:latin typeface="Arial" charset="0"/>
                <a:cs typeface="Arial" charset="0"/>
              </a:defRPr>
            </a:lvl5pPr>
            <a:lvl6pPr marL="2514600" indent="-228600" eaLnBrk="0" fontAlgn="base" hangingPunct="0">
              <a:spcBef>
                <a:spcPct val="0"/>
              </a:spcBef>
              <a:spcAft>
                <a:spcPct val="0"/>
              </a:spcAft>
              <a:defRPr i="1">
                <a:solidFill>
                  <a:schemeClr val="tx1"/>
                </a:solidFill>
                <a:latin typeface="Arial" charset="0"/>
                <a:cs typeface="Arial" charset="0"/>
              </a:defRPr>
            </a:lvl6pPr>
            <a:lvl7pPr marL="2971800" indent="-228600" eaLnBrk="0" fontAlgn="base" hangingPunct="0">
              <a:spcBef>
                <a:spcPct val="0"/>
              </a:spcBef>
              <a:spcAft>
                <a:spcPct val="0"/>
              </a:spcAft>
              <a:defRPr i="1">
                <a:solidFill>
                  <a:schemeClr val="tx1"/>
                </a:solidFill>
                <a:latin typeface="Arial" charset="0"/>
                <a:cs typeface="Arial" charset="0"/>
              </a:defRPr>
            </a:lvl7pPr>
            <a:lvl8pPr marL="3429000" indent="-228600" eaLnBrk="0" fontAlgn="base" hangingPunct="0">
              <a:spcBef>
                <a:spcPct val="0"/>
              </a:spcBef>
              <a:spcAft>
                <a:spcPct val="0"/>
              </a:spcAft>
              <a:defRPr i="1">
                <a:solidFill>
                  <a:schemeClr val="tx1"/>
                </a:solidFill>
                <a:latin typeface="Arial" charset="0"/>
                <a:cs typeface="Arial" charset="0"/>
              </a:defRPr>
            </a:lvl8pPr>
            <a:lvl9pPr marL="3886200" indent="-228600" eaLnBrk="0" fontAlgn="base" hangingPunct="0">
              <a:spcBef>
                <a:spcPct val="0"/>
              </a:spcBef>
              <a:spcAft>
                <a:spcPct val="0"/>
              </a:spcAft>
              <a:defRPr i="1">
                <a:solidFill>
                  <a:schemeClr val="tx1"/>
                </a:solidFill>
                <a:latin typeface="Arial" charset="0"/>
                <a:cs typeface="Arial" charset="0"/>
              </a:defRPr>
            </a:lvl9pPr>
          </a:lstStyle>
          <a:p>
            <a:pPr algn="ctr"/>
            <a:r>
              <a:rPr lang="en-US" sz="2000" i="0">
                <a:latin typeface="Times New Roman" pitchFamily="18" charset="0"/>
              </a:rPr>
              <a:t>Horsepower</a:t>
            </a:r>
          </a:p>
        </p:txBody>
      </p:sp>
      <p:grpSp>
        <p:nvGrpSpPr>
          <p:cNvPr id="16404" name="Group 20"/>
          <p:cNvGrpSpPr>
            <a:grpSpLocks/>
          </p:cNvGrpSpPr>
          <p:nvPr/>
        </p:nvGrpSpPr>
        <p:grpSpPr bwMode="auto">
          <a:xfrm>
            <a:off x="2349500" y="2693989"/>
            <a:ext cx="1155700" cy="396875"/>
            <a:chOff x="520" y="1697"/>
            <a:chExt cx="728" cy="250"/>
          </a:xfrm>
        </p:grpSpPr>
        <p:sp>
          <p:nvSpPr>
            <p:cNvPr id="16481" name="Text Box 21"/>
            <p:cNvSpPr txBox="1">
              <a:spLocks noChangeArrowheads="1"/>
            </p:cNvSpPr>
            <p:nvPr/>
          </p:nvSpPr>
          <p:spPr bwMode="auto">
            <a:xfrm>
              <a:off x="520" y="1697"/>
              <a:ext cx="436"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1"/>
                  </a:solidFill>
                  <a:miter lim="800000"/>
                  <a:headEnd type="none" w="lg" len="lg"/>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i="1">
                  <a:solidFill>
                    <a:schemeClr val="tx1"/>
                  </a:solidFill>
                  <a:latin typeface="Arial" charset="0"/>
                  <a:cs typeface="Arial" charset="0"/>
                </a:defRPr>
              </a:lvl1pPr>
              <a:lvl2pPr marL="742950" indent="-285750" eaLnBrk="0" hangingPunct="0">
                <a:defRPr i="1">
                  <a:solidFill>
                    <a:schemeClr val="tx1"/>
                  </a:solidFill>
                  <a:latin typeface="Arial" charset="0"/>
                  <a:cs typeface="Arial" charset="0"/>
                </a:defRPr>
              </a:lvl2pPr>
              <a:lvl3pPr marL="1143000" indent="-228600" eaLnBrk="0" hangingPunct="0">
                <a:defRPr i="1">
                  <a:solidFill>
                    <a:schemeClr val="tx1"/>
                  </a:solidFill>
                  <a:latin typeface="Arial" charset="0"/>
                  <a:cs typeface="Arial" charset="0"/>
                </a:defRPr>
              </a:lvl3pPr>
              <a:lvl4pPr marL="1600200" indent="-228600" eaLnBrk="0" hangingPunct="0">
                <a:defRPr i="1">
                  <a:solidFill>
                    <a:schemeClr val="tx1"/>
                  </a:solidFill>
                  <a:latin typeface="Arial" charset="0"/>
                  <a:cs typeface="Arial" charset="0"/>
                </a:defRPr>
              </a:lvl4pPr>
              <a:lvl5pPr marL="2057400" indent="-228600" eaLnBrk="0" hangingPunct="0">
                <a:defRPr i="1">
                  <a:solidFill>
                    <a:schemeClr val="tx1"/>
                  </a:solidFill>
                  <a:latin typeface="Arial" charset="0"/>
                  <a:cs typeface="Arial" charset="0"/>
                </a:defRPr>
              </a:lvl5pPr>
              <a:lvl6pPr marL="2514600" indent="-228600" eaLnBrk="0" fontAlgn="base" hangingPunct="0">
                <a:spcBef>
                  <a:spcPct val="0"/>
                </a:spcBef>
                <a:spcAft>
                  <a:spcPct val="0"/>
                </a:spcAft>
                <a:defRPr i="1">
                  <a:solidFill>
                    <a:schemeClr val="tx1"/>
                  </a:solidFill>
                  <a:latin typeface="Arial" charset="0"/>
                  <a:cs typeface="Arial" charset="0"/>
                </a:defRPr>
              </a:lvl6pPr>
              <a:lvl7pPr marL="2971800" indent="-228600" eaLnBrk="0" fontAlgn="base" hangingPunct="0">
                <a:spcBef>
                  <a:spcPct val="0"/>
                </a:spcBef>
                <a:spcAft>
                  <a:spcPct val="0"/>
                </a:spcAft>
                <a:defRPr i="1">
                  <a:solidFill>
                    <a:schemeClr val="tx1"/>
                  </a:solidFill>
                  <a:latin typeface="Arial" charset="0"/>
                  <a:cs typeface="Arial" charset="0"/>
                </a:defRPr>
              </a:lvl7pPr>
              <a:lvl8pPr marL="3429000" indent="-228600" eaLnBrk="0" fontAlgn="base" hangingPunct="0">
                <a:spcBef>
                  <a:spcPct val="0"/>
                </a:spcBef>
                <a:spcAft>
                  <a:spcPct val="0"/>
                </a:spcAft>
                <a:defRPr i="1">
                  <a:solidFill>
                    <a:schemeClr val="tx1"/>
                  </a:solidFill>
                  <a:latin typeface="Arial" charset="0"/>
                  <a:cs typeface="Arial" charset="0"/>
                </a:defRPr>
              </a:lvl8pPr>
              <a:lvl9pPr marL="3886200" indent="-228600" eaLnBrk="0" fontAlgn="base" hangingPunct="0">
                <a:spcBef>
                  <a:spcPct val="0"/>
                </a:spcBef>
                <a:spcAft>
                  <a:spcPct val="0"/>
                </a:spcAft>
                <a:defRPr i="1">
                  <a:solidFill>
                    <a:schemeClr val="tx1"/>
                  </a:solidFill>
                  <a:latin typeface="Arial" charset="0"/>
                  <a:cs typeface="Arial" charset="0"/>
                </a:defRPr>
              </a:lvl9pPr>
            </a:lstStyle>
            <a:p>
              <a:pPr algn="ctr"/>
              <a:r>
                <a:rPr lang="en-US" sz="2000" i="0">
                  <a:latin typeface="Times New Roman" pitchFamily="18" charset="0"/>
                </a:rPr>
                <a:t>4400</a:t>
              </a:r>
            </a:p>
          </p:txBody>
        </p:sp>
        <p:sp>
          <p:nvSpPr>
            <p:cNvPr id="16482" name="Line 22"/>
            <p:cNvSpPr>
              <a:spLocks noChangeShapeType="1"/>
            </p:cNvSpPr>
            <p:nvPr/>
          </p:nvSpPr>
          <p:spPr bwMode="auto">
            <a:xfrm>
              <a:off x="976" y="1824"/>
              <a:ext cx="272" cy="0"/>
            </a:xfrm>
            <a:prstGeom prst="line">
              <a:avLst/>
            </a:prstGeom>
            <a:noFill/>
            <a:ln w="28575">
              <a:solidFill>
                <a:schemeClr val="tx1"/>
              </a:solidFill>
              <a:round/>
              <a:headEnd type="none"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16405" name="Group 23"/>
          <p:cNvGrpSpPr>
            <a:grpSpLocks/>
          </p:cNvGrpSpPr>
          <p:nvPr/>
        </p:nvGrpSpPr>
        <p:grpSpPr bwMode="auto">
          <a:xfrm>
            <a:off x="2349500" y="3151189"/>
            <a:ext cx="1155700" cy="396875"/>
            <a:chOff x="520" y="1697"/>
            <a:chExt cx="728" cy="250"/>
          </a:xfrm>
        </p:grpSpPr>
        <p:sp>
          <p:nvSpPr>
            <p:cNvPr id="16479" name="Text Box 24"/>
            <p:cNvSpPr txBox="1">
              <a:spLocks noChangeArrowheads="1"/>
            </p:cNvSpPr>
            <p:nvPr/>
          </p:nvSpPr>
          <p:spPr bwMode="auto">
            <a:xfrm>
              <a:off x="520" y="1697"/>
              <a:ext cx="436"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1"/>
                  </a:solidFill>
                  <a:miter lim="800000"/>
                  <a:headEnd type="none" w="lg" len="lg"/>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i="1">
                  <a:solidFill>
                    <a:schemeClr val="tx1"/>
                  </a:solidFill>
                  <a:latin typeface="Arial" charset="0"/>
                  <a:cs typeface="Arial" charset="0"/>
                </a:defRPr>
              </a:lvl1pPr>
              <a:lvl2pPr marL="742950" indent="-285750" eaLnBrk="0" hangingPunct="0">
                <a:defRPr i="1">
                  <a:solidFill>
                    <a:schemeClr val="tx1"/>
                  </a:solidFill>
                  <a:latin typeface="Arial" charset="0"/>
                  <a:cs typeface="Arial" charset="0"/>
                </a:defRPr>
              </a:lvl2pPr>
              <a:lvl3pPr marL="1143000" indent="-228600" eaLnBrk="0" hangingPunct="0">
                <a:defRPr i="1">
                  <a:solidFill>
                    <a:schemeClr val="tx1"/>
                  </a:solidFill>
                  <a:latin typeface="Arial" charset="0"/>
                  <a:cs typeface="Arial" charset="0"/>
                </a:defRPr>
              </a:lvl3pPr>
              <a:lvl4pPr marL="1600200" indent="-228600" eaLnBrk="0" hangingPunct="0">
                <a:defRPr i="1">
                  <a:solidFill>
                    <a:schemeClr val="tx1"/>
                  </a:solidFill>
                  <a:latin typeface="Arial" charset="0"/>
                  <a:cs typeface="Arial" charset="0"/>
                </a:defRPr>
              </a:lvl4pPr>
              <a:lvl5pPr marL="2057400" indent="-228600" eaLnBrk="0" hangingPunct="0">
                <a:defRPr i="1">
                  <a:solidFill>
                    <a:schemeClr val="tx1"/>
                  </a:solidFill>
                  <a:latin typeface="Arial" charset="0"/>
                  <a:cs typeface="Arial" charset="0"/>
                </a:defRPr>
              </a:lvl5pPr>
              <a:lvl6pPr marL="2514600" indent="-228600" eaLnBrk="0" fontAlgn="base" hangingPunct="0">
                <a:spcBef>
                  <a:spcPct val="0"/>
                </a:spcBef>
                <a:spcAft>
                  <a:spcPct val="0"/>
                </a:spcAft>
                <a:defRPr i="1">
                  <a:solidFill>
                    <a:schemeClr val="tx1"/>
                  </a:solidFill>
                  <a:latin typeface="Arial" charset="0"/>
                  <a:cs typeface="Arial" charset="0"/>
                </a:defRPr>
              </a:lvl6pPr>
              <a:lvl7pPr marL="2971800" indent="-228600" eaLnBrk="0" fontAlgn="base" hangingPunct="0">
                <a:spcBef>
                  <a:spcPct val="0"/>
                </a:spcBef>
                <a:spcAft>
                  <a:spcPct val="0"/>
                </a:spcAft>
                <a:defRPr i="1">
                  <a:solidFill>
                    <a:schemeClr val="tx1"/>
                  </a:solidFill>
                  <a:latin typeface="Arial" charset="0"/>
                  <a:cs typeface="Arial" charset="0"/>
                </a:defRPr>
              </a:lvl7pPr>
              <a:lvl8pPr marL="3429000" indent="-228600" eaLnBrk="0" fontAlgn="base" hangingPunct="0">
                <a:spcBef>
                  <a:spcPct val="0"/>
                </a:spcBef>
                <a:spcAft>
                  <a:spcPct val="0"/>
                </a:spcAft>
                <a:defRPr i="1">
                  <a:solidFill>
                    <a:schemeClr val="tx1"/>
                  </a:solidFill>
                  <a:latin typeface="Arial" charset="0"/>
                  <a:cs typeface="Arial" charset="0"/>
                </a:defRPr>
              </a:lvl8pPr>
              <a:lvl9pPr marL="3886200" indent="-228600" eaLnBrk="0" fontAlgn="base" hangingPunct="0">
                <a:spcBef>
                  <a:spcPct val="0"/>
                </a:spcBef>
                <a:spcAft>
                  <a:spcPct val="0"/>
                </a:spcAft>
                <a:defRPr i="1">
                  <a:solidFill>
                    <a:schemeClr val="tx1"/>
                  </a:solidFill>
                  <a:latin typeface="Arial" charset="0"/>
                  <a:cs typeface="Arial" charset="0"/>
                </a:defRPr>
              </a:lvl9pPr>
            </a:lstStyle>
            <a:p>
              <a:pPr algn="ctr"/>
              <a:r>
                <a:rPr lang="en-US" sz="2000" i="0">
                  <a:latin typeface="Times New Roman" pitchFamily="18" charset="0"/>
                </a:rPr>
                <a:t>4400</a:t>
              </a:r>
            </a:p>
          </p:txBody>
        </p:sp>
        <p:sp>
          <p:nvSpPr>
            <p:cNvPr id="16480" name="Line 25"/>
            <p:cNvSpPr>
              <a:spLocks noChangeShapeType="1"/>
            </p:cNvSpPr>
            <p:nvPr/>
          </p:nvSpPr>
          <p:spPr bwMode="auto">
            <a:xfrm>
              <a:off x="976" y="1824"/>
              <a:ext cx="272" cy="0"/>
            </a:xfrm>
            <a:prstGeom prst="line">
              <a:avLst/>
            </a:prstGeom>
            <a:noFill/>
            <a:ln w="28575">
              <a:solidFill>
                <a:schemeClr val="tx1"/>
              </a:solidFill>
              <a:round/>
              <a:headEnd type="none"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16406" name="Group 26"/>
          <p:cNvGrpSpPr>
            <a:grpSpLocks/>
          </p:cNvGrpSpPr>
          <p:nvPr/>
        </p:nvGrpSpPr>
        <p:grpSpPr bwMode="auto">
          <a:xfrm>
            <a:off x="2349500" y="3570289"/>
            <a:ext cx="1155700" cy="396875"/>
            <a:chOff x="520" y="1697"/>
            <a:chExt cx="728" cy="250"/>
          </a:xfrm>
        </p:grpSpPr>
        <p:sp>
          <p:nvSpPr>
            <p:cNvPr id="16477" name="Text Box 27"/>
            <p:cNvSpPr txBox="1">
              <a:spLocks noChangeArrowheads="1"/>
            </p:cNvSpPr>
            <p:nvPr/>
          </p:nvSpPr>
          <p:spPr bwMode="auto">
            <a:xfrm>
              <a:off x="520" y="1697"/>
              <a:ext cx="436"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1"/>
                  </a:solidFill>
                  <a:miter lim="800000"/>
                  <a:headEnd type="none" w="lg" len="lg"/>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i="1">
                  <a:solidFill>
                    <a:schemeClr val="tx1"/>
                  </a:solidFill>
                  <a:latin typeface="Arial" charset="0"/>
                  <a:cs typeface="Arial" charset="0"/>
                </a:defRPr>
              </a:lvl1pPr>
              <a:lvl2pPr marL="742950" indent="-285750" eaLnBrk="0" hangingPunct="0">
                <a:defRPr i="1">
                  <a:solidFill>
                    <a:schemeClr val="tx1"/>
                  </a:solidFill>
                  <a:latin typeface="Arial" charset="0"/>
                  <a:cs typeface="Arial" charset="0"/>
                </a:defRPr>
              </a:lvl2pPr>
              <a:lvl3pPr marL="1143000" indent="-228600" eaLnBrk="0" hangingPunct="0">
                <a:defRPr i="1">
                  <a:solidFill>
                    <a:schemeClr val="tx1"/>
                  </a:solidFill>
                  <a:latin typeface="Arial" charset="0"/>
                  <a:cs typeface="Arial" charset="0"/>
                </a:defRPr>
              </a:lvl3pPr>
              <a:lvl4pPr marL="1600200" indent="-228600" eaLnBrk="0" hangingPunct="0">
                <a:defRPr i="1">
                  <a:solidFill>
                    <a:schemeClr val="tx1"/>
                  </a:solidFill>
                  <a:latin typeface="Arial" charset="0"/>
                  <a:cs typeface="Arial" charset="0"/>
                </a:defRPr>
              </a:lvl4pPr>
              <a:lvl5pPr marL="2057400" indent="-228600" eaLnBrk="0" hangingPunct="0">
                <a:defRPr i="1">
                  <a:solidFill>
                    <a:schemeClr val="tx1"/>
                  </a:solidFill>
                  <a:latin typeface="Arial" charset="0"/>
                  <a:cs typeface="Arial" charset="0"/>
                </a:defRPr>
              </a:lvl5pPr>
              <a:lvl6pPr marL="2514600" indent="-228600" eaLnBrk="0" fontAlgn="base" hangingPunct="0">
                <a:spcBef>
                  <a:spcPct val="0"/>
                </a:spcBef>
                <a:spcAft>
                  <a:spcPct val="0"/>
                </a:spcAft>
                <a:defRPr i="1">
                  <a:solidFill>
                    <a:schemeClr val="tx1"/>
                  </a:solidFill>
                  <a:latin typeface="Arial" charset="0"/>
                  <a:cs typeface="Arial" charset="0"/>
                </a:defRPr>
              </a:lvl6pPr>
              <a:lvl7pPr marL="2971800" indent="-228600" eaLnBrk="0" fontAlgn="base" hangingPunct="0">
                <a:spcBef>
                  <a:spcPct val="0"/>
                </a:spcBef>
                <a:spcAft>
                  <a:spcPct val="0"/>
                </a:spcAft>
                <a:defRPr i="1">
                  <a:solidFill>
                    <a:schemeClr val="tx1"/>
                  </a:solidFill>
                  <a:latin typeface="Arial" charset="0"/>
                  <a:cs typeface="Arial" charset="0"/>
                </a:defRPr>
              </a:lvl7pPr>
              <a:lvl8pPr marL="3429000" indent="-228600" eaLnBrk="0" fontAlgn="base" hangingPunct="0">
                <a:spcBef>
                  <a:spcPct val="0"/>
                </a:spcBef>
                <a:spcAft>
                  <a:spcPct val="0"/>
                </a:spcAft>
                <a:defRPr i="1">
                  <a:solidFill>
                    <a:schemeClr val="tx1"/>
                  </a:solidFill>
                  <a:latin typeface="Arial" charset="0"/>
                  <a:cs typeface="Arial" charset="0"/>
                </a:defRPr>
              </a:lvl8pPr>
              <a:lvl9pPr marL="3886200" indent="-228600" eaLnBrk="0" fontAlgn="base" hangingPunct="0">
                <a:spcBef>
                  <a:spcPct val="0"/>
                </a:spcBef>
                <a:spcAft>
                  <a:spcPct val="0"/>
                </a:spcAft>
                <a:defRPr i="1">
                  <a:solidFill>
                    <a:schemeClr val="tx1"/>
                  </a:solidFill>
                  <a:latin typeface="Arial" charset="0"/>
                  <a:cs typeface="Arial" charset="0"/>
                </a:defRPr>
              </a:lvl9pPr>
            </a:lstStyle>
            <a:p>
              <a:pPr algn="ctr"/>
              <a:r>
                <a:rPr lang="en-US" sz="2000" i="0">
                  <a:latin typeface="Times New Roman" pitchFamily="18" charset="0"/>
                </a:rPr>
                <a:t>6000</a:t>
              </a:r>
            </a:p>
          </p:txBody>
        </p:sp>
        <p:sp>
          <p:nvSpPr>
            <p:cNvPr id="16478" name="Line 28"/>
            <p:cNvSpPr>
              <a:spLocks noChangeShapeType="1"/>
            </p:cNvSpPr>
            <p:nvPr/>
          </p:nvSpPr>
          <p:spPr bwMode="auto">
            <a:xfrm>
              <a:off x="976" y="1824"/>
              <a:ext cx="272" cy="0"/>
            </a:xfrm>
            <a:prstGeom prst="line">
              <a:avLst/>
            </a:prstGeom>
            <a:noFill/>
            <a:ln w="28575">
              <a:solidFill>
                <a:schemeClr val="tx1"/>
              </a:solidFill>
              <a:round/>
              <a:headEnd type="none"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16407" name="Group 29"/>
          <p:cNvGrpSpPr>
            <a:grpSpLocks/>
          </p:cNvGrpSpPr>
          <p:nvPr/>
        </p:nvGrpSpPr>
        <p:grpSpPr bwMode="auto">
          <a:xfrm>
            <a:off x="2336800" y="4014789"/>
            <a:ext cx="1155700" cy="396875"/>
            <a:chOff x="520" y="1697"/>
            <a:chExt cx="728" cy="250"/>
          </a:xfrm>
        </p:grpSpPr>
        <p:sp>
          <p:nvSpPr>
            <p:cNvPr id="16475" name="Text Box 30"/>
            <p:cNvSpPr txBox="1">
              <a:spLocks noChangeArrowheads="1"/>
            </p:cNvSpPr>
            <p:nvPr/>
          </p:nvSpPr>
          <p:spPr bwMode="auto">
            <a:xfrm>
              <a:off x="520" y="1697"/>
              <a:ext cx="436"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1"/>
                  </a:solidFill>
                  <a:miter lim="800000"/>
                  <a:headEnd type="none" w="lg" len="lg"/>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i="1">
                  <a:solidFill>
                    <a:schemeClr val="tx1"/>
                  </a:solidFill>
                  <a:latin typeface="Arial" charset="0"/>
                  <a:cs typeface="Arial" charset="0"/>
                </a:defRPr>
              </a:lvl1pPr>
              <a:lvl2pPr marL="742950" indent="-285750" eaLnBrk="0" hangingPunct="0">
                <a:defRPr i="1">
                  <a:solidFill>
                    <a:schemeClr val="tx1"/>
                  </a:solidFill>
                  <a:latin typeface="Arial" charset="0"/>
                  <a:cs typeface="Arial" charset="0"/>
                </a:defRPr>
              </a:lvl2pPr>
              <a:lvl3pPr marL="1143000" indent="-228600" eaLnBrk="0" hangingPunct="0">
                <a:defRPr i="1">
                  <a:solidFill>
                    <a:schemeClr val="tx1"/>
                  </a:solidFill>
                  <a:latin typeface="Arial" charset="0"/>
                  <a:cs typeface="Arial" charset="0"/>
                </a:defRPr>
              </a:lvl3pPr>
              <a:lvl4pPr marL="1600200" indent="-228600" eaLnBrk="0" hangingPunct="0">
                <a:defRPr i="1">
                  <a:solidFill>
                    <a:schemeClr val="tx1"/>
                  </a:solidFill>
                  <a:latin typeface="Arial" charset="0"/>
                  <a:cs typeface="Arial" charset="0"/>
                </a:defRPr>
              </a:lvl4pPr>
              <a:lvl5pPr marL="2057400" indent="-228600" eaLnBrk="0" hangingPunct="0">
                <a:defRPr i="1">
                  <a:solidFill>
                    <a:schemeClr val="tx1"/>
                  </a:solidFill>
                  <a:latin typeface="Arial" charset="0"/>
                  <a:cs typeface="Arial" charset="0"/>
                </a:defRPr>
              </a:lvl5pPr>
              <a:lvl6pPr marL="2514600" indent="-228600" eaLnBrk="0" fontAlgn="base" hangingPunct="0">
                <a:spcBef>
                  <a:spcPct val="0"/>
                </a:spcBef>
                <a:spcAft>
                  <a:spcPct val="0"/>
                </a:spcAft>
                <a:defRPr i="1">
                  <a:solidFill>
                    <a:schemeClr val="tx1"/>
                  </a:solidFill>
                  <a:latin typeface="Arial" charset="0"/>
                  <a:cs typeface="Arial" charset="0"/>
                </a:defRPr>
              </a:lvl6pPr>
              <a:lvl7pPr marL="2971800" indent="-228600" eaLnBrk="0" fontAlgn="base" hangingPunct="0">
                <a:spcBef>
                  <a:spcPct val="0"/>
                </a:spcBef>
                <a:spcAft>
                  <a:spcPct val="0"/>
                </a:spcAft>
                <a:defRPr i="1">
                  <a:solidFill>
                    <a:schemeClr val="tx1"/>
                  </a:solidFill>
                  <a:latin typeface="Arial" charset="0"/>
                  <a:cs typeface="Arial" charset="0"/>
                </a:defRPr>
              </a:lvl7pPr>
              <a:lvl8pPr marL="3429000" indent="-228600" eaLnBrk="0" fontAlgn="base" hangingPunct="0">
                <a:spcBef>
                  <a:spcPct val="0"/>
                </a:spcBef>
                <a:spcAft>
                  <a:spcPct val="0"/>
                </a:spcAft>
                <a:defRPr i="1">
                  <a:solidFill>
                    <a:schemeClr val="tx1"/>
                  </a:solidFill>
                  <a:latin typeface="Arial" charset="0"/>
                  <a:cs typeface="Arial" charset="0"/>
                </a:defRPr>
              </a:lvl8pPr>
              <a:lvl9pPr marL="3886200" indent="-228600" eaLnBrk="0" fontAlgn="base" hangingPunct="0">
                <a:spcBef>
                  <a:spcPct val="0"/>
                </a:spcBef>
                <a:spcAft>
                  <a:spcPct val="0"/>
                </a:spcAft>
                <a:defRPr i="1">
                  <a:solidFill>
                    <a:schemeClr val="tx1"/>
                  </a:solidFill>
                  <a:latin typeface="Arial" charset="0"/>
                  <a:cs typeface="Arial" charset="0"/>
                </a:defRPr>
              </a:lvl9pPr>
            </a:lstStyle>
            <a:p>
              <a:pPr algn="ctr"/>
              <a:r>
                <a:rPr lang="en-US" sz="2000" i="0">
                  <a:latin typeface="Times New Roman" pitchFamily="18" charset="0"/>
                </a:rPr>
                <a:t>4400</a:t>
              </a:r>
            </a:p>
          </p:txBody>
        </p:sp>
        <p:sp>
          <p:nvSpPr>
            <p:cNvPr id="16476" name="Line 31"/>
            <p:cNvSpPr>
              <a:spLocks noChangeShapeType="1"/>
            </p:cNvSpPr>
            <p:nvPr/>
          </p:nvSpPr>
          <p:spPr bwMode="auto">
            <a:xfrm>
              <a:off x="976" y="1824"/>
              <a:ext cx="272" cy="0"/>
            </a:xfrm>
            <a:prstGeom prst="line">
              <a:avLst/>
            </a:prstGeom>
            <a:noFill/>
            <a:ln w="28575">
              <a:solidFill>
                <a:schemeClr val="tx1"/>
              </a:solidFill>
              <a:round/>
              <a:headEnd type="none"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16408" name="Group 32"/>
          <p:cNvGrpSpPr>
            <a:grpSpLocks/>
          </p:cNvGrpSpPr>
          <p:nvPr/>
        </p:nvGrpSpPr>
        <p:grpSpPr bwMode="auto">
          <a:xfrm>
            <a:off x="2336800" y="4471989"/>
            <a:ext cx="1155700" cy="396875"/>
            <a:chOff x="520" y="1697"/>
            <a:chExt cx="728" cy="250"/>
          </a:xfrm>
        </p:grpSpPr>
        <p:sp>
          <p:nvSpPr>
            <p:cNvPr id="16473" name="Text Box 33"/>
            <p:cNvSpPr txBox="1">
              <a:spLocks noChangeArrowheads="1"/>
            </p:cNvSpPr>
            <p:nvPr/>
          </p:nvSpPr>
          <p:spPr bwMode="auto">
            <a:xfrm>
              <a:off x="520" y="1697"/>
              <a:ext cx="436"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1"/>
                  </a:solidFill>
                  <a:miter lim="800000"/>
                  <a:headEnd type="none" w="lg" len="lg"/>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i="1">
                  <a:solidFill>
                    <a:schemeClr val="tx1"/>
                  </a:solidFill>
                  <a:latin typeface="Arial" charset="0"/>
                  <a:cs typeface="Arial" charset="0"/>
                </a:defRPr>
              </a:lvl1pPr>
              <a:lvl2pPr marL="742950" indent="-285750" eaLnBrk="0" hangingPunct="0">
                <a:defRPr i="1">
                  <a:solidFill>
                    <a:schemeClr val="tx1"/>
                  </a:solidFill>
                  <a:latin typeface="Arial" charset="0"/>
                  <a:cs typeface="Arial" charset="0"/>
                </a:defRPr>
              </a:lvl2pPr>
              <a:lvl3pPr marL="1143000" indent="-228600" eaLnBrk="0" hangingPunct="0">
                <a:defRPr i="1">
                  <a:solidFill>
                    <a:schemeClr val="tx1"/>
                  </a:solidFill>
                  <a:latin typeface="Arial" charset="0"/>
                  <a:cs typeface="Arial" charset="0"/>
                </a:defRPr>
              </a:lvl3pPr>
              <a:lvl4pPr marL="1600200" indent="-228600" eaLnBrk="0" hangingPunct="0">
                <a:defRPr i="1">
                  <a:solidFill>
                    <a:schemeClr val="tx1"/>
                  </a:solidFill>
                  <a:latin typeface="Arial" charset="0"/>
                  <a:cs typeface="Arial" charset="0"/>
                </a:defRPr>
              </a:lvl4pPr>
              <a:lvl5pPr marL="2057400" indent="-228600" eaLnBrk="0" hangingPunct="0">
                <a:defRPr i="1">
                  <a:solidFill>
                    <a:schemeClr val="tx1"/>
                  </a:solidFill>
                  <a:latin typeface="Arial" charset="0"/>
                  <a:cs typeface="Arial" charset="0"/>
                </a:defRPr>
              </a:lvl5pPr>
              <a:lvl6pPr marL="2514600" indent="-228600" eaLnBrk="0" fontAlgn="base" hangingPunct="0">
                <a:spcBef>
                  <a:spcPct val="0"/>
                </a:spcBef>
                <a:spcAft>
                  <a:spcPct val="0"/>
                </a:spcAft>
                <a:defRPr i="1">
                  <a:solidFill>
                    <a:schemeClr val="tx1"/>
                  </a:solidFill>
                  <a:latin typeface="Arial" charset="0"/>
                  <a:cs typeface="Arial" charset="0"/>
                </a:defRPr>
              </a:lvl6pPr>
              <a:lvl7pPr marL="2971800" indent="-228600" eaLnBrk="0" fontAlgn="base" hangingPunct="0">
                <a:spcBef>
                  <a:spcPct val="0"/>
                </a:spcBef>
                <a:spcAft>
                  <a:spcPct val="0"/>
                </a:spcAft>
                <a:defRPr i="1">
                  <a:solidFill>
                    <a:schemeClr val="tx1"/>
                  </a:solidFill>
                  <a:latin typeface="Arial" charset="0"/>
                  <a:cs typeface="Arial" charset="0"/>
                </a:defRPr>
              </a:lvl7pPr>
              <a:lvl8pPr marL="3429000" indent="-228600" eaLnBrk="0" fontAlgn="base" hangingPunct="0">
                <a:spcBef>
                  <a:spcPct val="0"/>
                </a:spcBef>
                <a:spcAft>
                  <a:spcPct val="0"/>
                </a:spcAft>
                <a:defRPr i="1">
                  <a:solidFill>
                    <a:schemeClr val="tx1"/>
                  </a:solidFill>
                  <a:latin typeface="Arial" charset="0"/>
                  <a:cs typeface="Arial" charset="0"/>
                </a:defRPr>
              </a:lvl8pPr>
              <a:lvl9pPr marL="3886200" indent="-228600" eaLnBrk="0" fontAlgn="base" hangingPunct="0">
                <a:spcBef>
                  <a:spcPct val="0"/>
                </a:spcBef>
                <a:spcAft>
                  <a:spcPct val="0"/>
                </a:spcAft>
                <a:defRPr i="1">
                  <a:solidFill>
                    <a:schemeClr val="tx1"/>
                  </a:solidFill>
                  <a:latin typeface="Arial" charset="0"/>
                  <a:cs typeface="Arial" charset="0"/>
                </a:defRPr>
              </a:lvl9pPr>
            </a:lstStyle>
            <a:p>
              <a:pPr algn="ctr"/>
              <a:r>
                <a:rPr lang="en-US" sz="2000" i="0">
                  <a:latin typeface="Times New Roman" pitchFamily="18" charset="0"/>
                </a:rPr>
                <a:t>5700</a:t>
              </a:r>
            </a:p>
          </p:txBody>
        </p:sp>
        <p:sp>
          <p:nvSpPr>
            <p:cNvPr id="16474" name="Line 34"/>
            <p:cNvSpPr>
              <a:spLocks noChangeShapeType="1"/>
            </p:cNvSpPr>
            <p:nvPr/>
          </p:nvSpPr>
          <p:spPr bwMode="auto">
            <a:xfrm>
              <a:off x="976" y="1824"/>
              <a:ext cx="272" cy="0"/>
            </a:xfrm>
            <a:prstGeom prst="line">
              <a:avLst/>
            </a:prstGeom>
            <a:noFill/>
            <a:ln w="28575">
              <a:solidFill>
                <a:schemeClr val="tx1"/>
              </a:solidFill>
              <a:round/>
              <a:headEnd type="none"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16409" name="Group 35"/>
          <p:cNvGrpSpPr>
            <a:grpSpLocks/>
          </p:cNvGrpSpPr>
          <p:nvPr/>
        </p:nvGrpSpPr>
        <p:grpSpPr bwMode="auto">
          <a:xfrm>
            <a:off x="2336800" y="4941889"/>
            <a:ext cx="1155700" cy="396875"/>
            <a:chOff x="520" y="1697"/>
            <a:chExt cx="728" cy="250"/>
          </a:xfrm>
        </p:grpSpPr>
        <p:sp>
          <p:nvSpPr>
            <p:cNvPr id="16471" name="Text Box 36"/>
            <p:cNvSpPr txBox="1">
              <a:spLocks noChangeArrowheads="1"/>
            </p:cNvSpPr>
            <p:nvPr/>
          </p:nvSpPr>
          <p:spPr bwMode="auto">
            <a:xfrm>
              <a:off x="520" y="1697"/>
              <a:ext cx="436"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1"/>
                  </a:solidFill>
                  <a:miter lim="800000"/>
                  <a:headEnd type="none" w="lg" len="lg"/>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i="1">
                  <a:solidFill>
                    <a:schemeClr val="tx1"/>
                  </a:solidFill>
                  <a:latin typeface="Arial" charset="0"/>
                  <a:cs typeface="Arial" charset="0"/>
                </a:defRPr>
              </a:lvl1pPr>
              <a:lvl2pPr marL="742950" indent="-285750" eaLnBrk="0" hangingPunct="0">
                <a:defRPr i="1">
                  <a:solidFill>
                    <a:schemeClr val="tx1"/>
                  </a:solidFill>
                  <a:latin typeface="Arial" charset="0"/>
                  <a:cs typeface="Arial" charset="0"/>
                </a:defRPr>
              </a:lvl2pPr>
              <a:lvl3pPr marL="1143000" indent="-228600" eaLnBrk="0" hangingPunct="0">
                <a:defRPr i="1">
                  <a:solidFill>
                    <a:schemeClr val="tx1"/>
                  </a:solidFill>
                  <a:latin typeface="Arial" charset="0"/>
                  <a:cs typeface="Arial" charset="0"/>
                </a:defRPr>
              </a:lvl3pPr>
              <a:lvl4pPr marL="1600200" indent="-228600" eaLnBrk="0" hangingPunct="0">
                <a:defRPr i="1">
                  <a:solidFill>
                    <a:schemeClr val="tx1"/>
                  </a:solidFill>
                  <a:latin typeface="Arial" charset="0"/>
                  <a:cs typeface="Arial" charset="0"/>
                </a:defRPr>
              </a:lvl4pPr>
              <a:lvl5pPr marL="2057400" indent="-228600" eaLnBrk="0" hangingPunct="0">
                <a:defRPr i="1">
                  <a:solidFill>
                    <a:schemeClr val="tx1"/>
                  </a:solidFill>
                  <a:latin typeface="Arial" charset="0"/>
                  <a:cs typeface="Arial" charset="0"/>
                </a:defRPr>
              </a:lvl5pPr>
              <a:lvl6pPr marL="2514600" indent="-228600" eaLnBrk="0" fontAlgn="base" hangingPunct="0">
                <a:spcBef>
                  <a:spcPct val="0"/>
                </a:spcBef>
                <a:spcAft>
                  <a:spcPct val="0"/>
                </a:spcAft>
                <a:defRPr i="1">
                  <a:solidFill>
                    <a:schemeClr val="tx1"/>
                  </a:solidFill>
                  <a:latin typeface="Arial" charset="0"/>
                  <a:cs typeface="Arial" charset="0"/>
                </a:defRPr>
              </a:lvl6pPr>
              <a:lvl7pPr marL="2971800" indent="-228600" eaLnBrk="0" fontAlgn="base" hangingPunct="0">
                <a:spcBef>
                  <a:spcPct val="0"/>
                </a:spcBef>
                <a:spcAft>
                  <a:spcPct val="0"/>
                </a:spcAft>
                <a:defRPr i="1">
                  <a:solidFill>
                    <a:schemeClr val="tx1"/>
                  </a:solidFill>
                  <a:latin typeface="Arial" charset="0"/>
                  <a:cs typeface="Arial" charset="0"/>
                </a:defRPr>
              </a:lvl7pPr>
              <a:lvl8pPr marL="3429000" indent="-228600" eaLnBrk="0" fontAlgn="base" hangingPunct="0">
                <a:spcBef>
                  <a:spcPct val="0"/>
                </a:spcBef>
                <a:spcAft>
                  <a:spcPct val="0"/>
                </a:spcAft>
                <a:defRPr i="1">
                  <a:solidFill>
                    <a:schemeClr val="tx1"/>
                  </a:solidFill>
                  <a:latin typeface="Arial" charset="0"/>
                  <a:cs typeface="Arial" charset="0"/>
                </a:defRPr>
              </a:lvl8pPr>
              <a:lvl9pPr marL="3886200" indent="-228600" eaLnBrk="0" fontAlgn="base" hangingPunct="0">
                <a:spcBef>
                  <a:spcPct val="0"/>
                </a:spcBef>
                <a:spcAft>
                  <a:spcPct val="0"/>
                </a:spcAft>
                <a:defRPr i="1">
                  <a:solidFill>
                    <a:schemeClr val="tx1"/>
                  </a:solidFill>
                  <a:latin typeface="Arial" charset="0"/>
                  <a:cs typeface="Arial" charset="0"/>
                </a:defRPr>
              </a:lvl9pPr>
            </a:lstStyle>
            <a:p>
              <a:pPr algn="ctr"/>
              <a:r>
                <a:rPr lang="en-US" sz="2000" i="0">
                  <a:latin typeface="Times New Roman" pitchFamily="18" charset="0"/>
                </a:rPr>
                <a:t>4600</a:t>
              </a:r>
            </a:p>
          </p:txBody>
        </p:sp>
        <p:sp>
          <p:nvSpPr>
            <p:cNvPr id="16472" name="Line 37"/>
            <p:cNvSpPr>
              <a:spLocks noChangeShapeType="1"/>
            </p:cNvSpPr>
            <p:nvPr/>
          </p:nvSpPr>
          <p:spPr bwMode="auto">
            <a:xfrm>
              <a:off x="976" y="1824"/>
              <a:ext cx="272" cy="0"/>
            </a:xfrm>
            <a:prstGeom prst="line">
              <a:avLst/>
            </a:prstGeom>
            <a:noFill/>
            <a:ln w="28575">
              <a:solidFill>
                <a:schemeClr val="tx1"/>
              </a:solidFill>
              <a:round/>
              <a:headEnd type="none"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16410" name="Group 38"/>
          <p:cNvGrpSpPr>
            <a:grpSpLocks/>
          </p:cNvGrpSpPr>
          <p:nvPr/>
        </p:nvGrpSpPr>
        <p:grpSpPr bwMode="auto">
          <a:xfrm>
            <a:off x="2349500" y="5411789"/>
            <a:ext cx="1155700" cy="396875"/>
            <a:chOff x="520" y="1697"/>
            <a:chExt cx="728" cy="250"/>
          </a:xfrm>
        </p:grpSpPr>
        <p:sp>
          <p:nvSpPr>
            <p:cNvPr id="16469" name="Text Box 39"/>
            <p:cNvSpPr txBox="1">
              <a:spLocks noChangeArrowheads="1"/>
            </p:cNvSpPr>
            <p:nvPr/>
          </p:nvSpPr>
          <p:spPr bwMode="auto">
            <a:xfrm>
              <a:off x="520" y="1697"/>
              <a:ext cx="436"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1"/>
                  </a:solidFill>
                  <a:miter lim="800000"/>
                  <a:headEnd type="none" w="lg" len="lg"/>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i="1">
                  <a:solidFill>
                    <a:schemeClr val="tx1"/>
                  </a:solidFill>
                  <a:latin typeface="Arial" charset="0"/>
                  <a:cs typeface="Arial" charset="0"/>
                </a:defRPr>
              </a:lvl1pPr>
              <a:lvl2pPr marL="742950" indent="-285750" eaLnBrk="0" hangingPunct="0">
                <a:defRPr i="1">
                  <a:solidFill>
                    <a:schemeClr val="tx1"/>
                  </a:solidFill>
                  <a:latin typeface="Arial" charset="0"/>
                  <a:cs typeface="Arial" charset="0"/>
                </a:defRPr>
              </a:lvl2pPr>
              <a:lvl3pPr marL="1143000" indent="-228600" eaLnBrk="0" hangingPunct="0">
                <a:defRPr i="1">
                  <a:solidFill>
                    <a:schemeClr val="tx1"/>
                  </a:solidFill>
                  <a:latin typeface="Arial" charset="0"/>
                  <a:cs typeface="Arial" charset="0"/>
                </a:defRPr>
              </a:lvl3pPr>
              <a:lvl4pPr marL="1600200" indent="-228600" eaLnBrk="0" hangingPunct="0">
                <a:defRPr i="1">
                  <a:solidFill>
                    <a:schemeClr val="tx1"/>
                  </a:solidFill>
                  <a:latin typeface="Arial" charset="0"/>
                  <a:cs typeface="Arial" charset="0"/>
                </a:defRPr>
              </a:lvl4pPr>
              <a:lvl5pPr marL="2057400" indent="-228600" eaLnBrk="0" hangingPunct="0">
                <a:defRPr i="1">
                  <a:solidFill>
                    <a:schemeClr val="tx1"/>
                  </a:solidFill>
                  <a:latin typeface="Arial" charset="0"/>
                  <a:cs typeface="Arial" charset="0"/>
                </a:defRPr>
              </a:lvl5pPr>
              <a:lvl6pPr marL="2514600" indent="-228600" eaLnBrk="0" fontAlgn="base" hangingPunct="0">
                <a:spcBef>
                  <a:spcPct val="0"/>
                </a:spcBef>
                <a:spcAft>
                  <a:spcPct val="0"/>
                </a:spcAft>
                <a:defRPr i="1">
                  <a:solidFill>
                    <a:schemeClr val="tx1"/>
                  </a:solidFill>
                  <a:latin typeface="Arial" charset="0"/>
                  <a:cs typeface="Arial" charset="0"/>
                </a:defRPr>
              </a:lvl6pPr>
              <a:lvl7pPr marL="2971800" indent="-228600" eaLnBrk="0" fontAlgn="base" hangingPunct="0">
                <a:spcBef>
                  <a:spcPct val="0"/>
                </a:spcBef>
                <a:spcAft>
                  <a:spcPct val="0"/>
                </a:spcAft>
                <a:defRPr i="1">
                  <a:solidFill>
                    <a:schemeClr val="tx1"/>
                  </a:solidFill>
                  <a:latin typeface="Arial" charset="0"/>
                  <a:cs typeface="Arial" charset="0"/>
                </a:defRPr>
              </a:lvl7pPr>
              <a:lvl8pPr marL="3429000" indent="-228600" eaLnBrk="0" fontAlgn="base" hangingPunct="0">
                <a:spcBef>
                  <a:spcPct val="0"/>
                </a:spcBef>
                <a:spcAft>
                  <a:spcPct val="0"/>
                </a:spcAft>
                <a:defRPr i="1">
                  <a:solidFill>
                    <a:schemeClr val="tx1"/>
                  </a:solidFill>
                  <a:latin typeface="Arial" charset="0"/>
                  <a:cs typeface="Arial" charset="0"/>
                </a:defRPr>
              </a:lvl8pPr>
              <a:lvl9pPr marL="3886200" indent="-228600" eaLnBrk="0" fontAlgn="base" hangingPunct="0">
                <a:spcBef>
                  <a:spcPct val="0"/>
                </a:spcBef>
                <a:spcAft>
                  <a:spcPct val="0"/>
                </a:spcAft>
                <a:defRPr i="1">
                  <a:solidFill>
                    <a:schemeClr val="tx1"/>
                  </a:solidFill>
                  <a:latin typeface="Arial" charset="0"/>
                  <a:cs typeface="Arial" charset="0"/>
                </a:defRPr>
              </a:lvl9pPr>
            </a:lstStyle>
            <a:p>
              <a:pPr algn="ctr"/>
              <a:r>
                <a:rPr lang="en-US" sz="2000" i="0">
                  <a:latin typeface="Times New Roman" pitchFamily="18" charset="0"/>
                </a:rPr>
                <a:t>6200</a:t>
              </a:r>
            </a:p>
          </p:txBody>
        </p:sp>
        <p:sp>
          <p:nvSpPr>
            <p:cNvPr id="16470" name="Line 40"/>
            <p:cNvSpPr>
              <a:spLocks noChangeShapeType="1"/>
            </p:cNvSpPr>
            <p:nvPr/>
          </p:nvSpPr>
          <p:spPr bwMode="auto">
            <a:xfrm>
              <a:off x="976" y="1824"/>
              <a:ext cx="272" cy="0"/>
            </a:xfrm>
            <a:prstGeom prst="line">
              <a:avLst/>
            </a:prstGeom>
            <a:noFill/>
            <a:ln w="28575">
              <a:solidFill>
                <a:schemeClr val="tx1"/>
              </a:solidFill>
              <a:round/>
              <a:headEnd type="none"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16411" name="Group 41"/>
          <p:cNvGrpSpPr>
            <a:grpSpLocks/>
          </p:cNvGrpSpPr>
          <p:nvPr/>
        </p:nvGrpSpPr>
        <p:grpSpPr bwMode="auto">
          <a:xfrm>
            <a:off x="6465888" y="1982788"/>
            <a:ext cx="1471612" cy="939800"/>
            <a:chOff x="3113" y="1249"/>
            <a:chExt cx="927" cy="592"/>
          </a:xfrm>
        </p:grpSpPr>
        <p:sp>
          <p:nvSpPr>
            <p:cNvPr id="16466" name="Line 42"/>
            <p:cNvSpPr>
              <a:spLocks noChangeShapeType="1"/>
            </p:cNvSpPr>
            <p:nvPr/>
          </p:nvSpPr>
          <p:spPr bwMode="auto">
            <a:xfrm flipV="1">
              <a:off x="3115" y="1249"/>
              <a:ext cx="0" cy="592"/>
            </a:xfrm>
            <a:prstGeom prst="line">
              <a:avLst/>
            </a:prstGeom>
            <a:noFill/>
            <a:ln w="28575">
              <a:solidFill>
                <a:schemeClr val="tx1"/>
              </a:solidFill>
              <a:round/>
              <a:headEnd type="none"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6467" name="Line 43"/>
            <p:cNvSpPr>
              <a:spLocks noChangeShapeType="1"/>
            </p:cNvSpPr>
            <p:nvPr/>
          </p:nvSpPr>
          <p:spPr bwMode="auto">
            <a:xfrm rot="5400000" flipV="1">
              <a:off x="3520" y="1426"/>
              <a:ext cx="0" cy="814"/>
            </a:xfrm>
            <a:prstGeom prst="line">
              <a:avLst/>
            </a:prstGeom>
            <a:noFill/>
            <a:ln w="28575">
              <a:solidFill>
                <a:schemeClr val="tx1"/>
              </a:solidFill>
              <a:round/>
              <a:headEnd type="none"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6468" name="Freeform 44"/>
            <p:cNvSpPr>
              <a:spLocks/>
            </p:cNvSpPr>
            <p:nvPr/>
          </p:nvSpPr>
          <p:spPr bwMode="auto">
            <a:xfrm>
              <a:off x="3128" y="1304"/>
              <a:ext cx="912" cy="528"/>
            </a:xfrm>
            <a:custGeom>
              <a:avLst/>
              <a:gdLst>
                <a:gd name="T0" fmla="*/ 0 w 912"/>
                <a:gd name="T1" fmla="*/ 528 h 528"/>
                <a:gd name="T2" fmla="*/ 104 w 912"/>
                <a:gd name="T3" fmla="*/ 136 h 528"/>
                <a:gd name="T4" fmla="*/ 344 w 912"/>
                <a:gd name="T5" fmla="*/ 0 h 528"/>
                <a:gd name="T6" fmla="*/ 640 w 912"/>
                <a:gd name="T7" fmla="*/ 8 h 528"/>
                <a:gd name="T8" fmla="*/ 912 w 912"/>
                <a:gd name="T9" fmla="*/ 72 h 5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12" h="528">
                  <a:moveTo>
                    <a:pt x="0" y="528"/>
                  </a:moveTo>
                  <a:lnTo>
                    <a:pt x="104" y="136"/>
                  </a:lnTo>
                  <a:lnTo>
                    <a:pt x="344" y="0"/>
                  </a:lnTo>
                  <a:lnTo>
                    <a:pt x="640" y="8"/>
                  </a:lnTo>
                  <a:lnTo>
                    <a:pt x="912" y="72"/>
                  </a:lnTo>
                </a:path>
              </a:pathLst>
            </a:custGeom>
            <a:noFill/>
            <a:ln w="38100" cap="flat" cmpd="sng">
              <a:solidFill>
                <a:schemeClr val="tx1"/>
              </a:solidFill>
              <a:prstDash val="solid"/>
              <a:round/>
              <a:headEnd type="none" w="lg" len="lg"/>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16412" name="Rectangle 45" descr="Dark upward diagonal"/>
          <p:cNvSpPr>
            <a:spLocks noChangeArrowheads="1"/>
          </p:cNvSpPr>
          <p:nvPr/>
        </p:nvSpPr>
        <p:spPr bwMode="auto">
          <a:xfrm>
            <a:off x="3530600" y="2781300"/>
            <a:ext cx="673100" cy="228600"/>
          </a:xfrm>
          <a:prstGeom prst="rect">
            <a:avLst/>
          </a:prstGeom>
          <a:pattFill prst="dkUpDiag">
            <a:fgClr>
              <a:srgbClr val="0000FF"/>
            </a:fgClr>
            <a:bgClr>
              <a:schemeClr val="bg1"/>
            </a:bgClr>
          </a:pattFill>
          <a:ln w="28575">
            <a:solidFill>
              <a:schemeClr val="tx1"/>
            </a:solidFill>
            <a:miter lim="800000"/>
            <a:headEnd type="none" w="lg" len="lg"/>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6413" name="Rectangle 46" descr="Dark downward diagonal"/>
          <p:cNvSpPr>
            <a:spLocks noChangeArrowheads="1"/>
          </p:cNvSpPr>
          <p:nvPr/>
        </p:nvSpPr>
        <p:spPr bwMode="auto">
          <a:xfrm>
            <a:off x="3530600" y="3225800"/>
            <a:ext cx="673100" cy="228600"/>
          </a:xfrm>
          <a:prstGeom prst="rect">
            <a:avLst/>
          </a:prstGeom>
          <a:pattFill prst="dkDnDiag">
            <a:fgClr>
              <a:srgbClr val="0000FF"/>
            </a:fgClr>
            <a:bgClr>
              <a:schemeClr val="bg1"/>
            </a:bgClr>
          </a:pattFill>
          <a:ln w="28575">
            <a:solidFill>
              <a:schemeClr val="tx1"/>
            </a:solidFill>
            <a:miter lim="800000"/>
            <a:headEnd type="none" w="lg" len="lg"/>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6414" name="Rectangle 47" descr="Dark upward diagonal"/>
          <p:cNvSpPr>
            <a:spLocks noChangeArrowheads="1"/>
          </p:cNvSpPr>
          <p:nvPr/>
        </p:nvSpPr>
        <p:spPr bwMode="auto">
          <a:xfrm>
            <a:off x="3530600" y="4102100"/>
            <a:ext cx="673100" cy="228600"/>
          </a:xfrm>
          <a:prstGeom prst="rect">
            <a:avLst/>
          </a:prstGeom>
          <a:pattFill prst="dkUpDiag">
            <a:fgClr>
              <a:srgbClr val="33CC33"/>
            </a:fgClr>
            <a:bgClr>
              <a:schemeClr val="bg1"/>
            </a:bgClr>
          </a:pattFill>
          <a:ln w="28575">
            <a:solidFill>
              <a:schemeClr val="tx1"/>
            </a:solidFill>
            <a:miter lim="800000"/>
            <a:headEnd type="none" w="lg" len="lg"/>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6415" name="Rectangle 48" descr="Dark downward diagonal"/>
          <p:cNvSpPr>
            <a:spLocks noChangeArrowheads="1"/>
          </p:cNvSpPr>
          <p:nvPr/>
        </p:nvSpPr>
        <p:spPr bwMode="auto">
          <a:xfrm>
            <a:off x="3530600" y="4559300"/>
            <a:ext cx="673100" cy="228600"/>
          </a:xfrm>
          <a:prstGeom prst="rect">
            <a:avLst/>
          </a:prstGeom>
          <a:pattFill prst="dkDnDiag">
            <a:fgClr>
              <a:srgbClr val="33CC33"/>
            </a:fgClr>
            <a:bgClr>
              <a:schemeClr val="bg1"/>
            </a:bgClr>
          </a:pattFill>
          <a:ln w="28575">
            <a:solidFill>
              <a:schemeClr val="tx1"/>
            </a:solidFill>
            <a:miter lim="800000"/>
            <a:headEnd type="none" w="lg" len="lg"/>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6416" name="Rectangle 49" descr="Dark upward diagonal"/>
          <p:cNvSpPr>
            <a:spLocks noChangeArrowheads="1"/>
          </p:cNvSpPr>
          <p:nvPr/>
        </p:nvSpPr>
        <p:spPr bwMode="auto">
          <a:xfrm>
            <a:off x="3530600" y="5029200"/>
            <a:ext cx="673100" cy="228600"/>
          </a:xfrm>
          <a:prstGeom prst="rect">
            <a:avLst/>
          </a:prstGeom>
          <a:pattFill prst="dkUpDiag">
            <a:fgClr>
              <a:srgbClr val="FF33CC"/>
            </a:fgClr>
            <a:bgClr>
              <a:schemeClr val="bg1"/>
            </a:bgClr>
          </a:pattFill>
          <a:ln w="28575">
            <a:solidFill>
              <a:schemeClr val="tx1"/>
            </a:solidFill>
            <a:miter lim="800000"/>
            <a:headEnd type="none" w="lg" len="lg"/>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6417" name="Rectangle 50" descr="Light horizontal"/>
          <p:cNvSpPr>
            <a:spLocks noChangeArrowheads="1"/>
          </p:cNvSpPr>
          <p:nvPr/>
        </p:nvSpPr>
        <p:spPr bwMode="auto">
          <a:xfrm>
            <a:off x="3517900" y="5499100"/>
            <a:ext cx="673100" cy="228600"/>
          </a:xfrm>
          <a:prstGeom prst="rect">
            <a:avLst/>
          </a:prstGeom>
          <a:pattFill prst="ltHorz">
            <a:fgClr>
              <a:srgbClr val="FF33CC"/>
            </a:fgClr>
            <a:bgClr>
              <a:schemeClr val="bg1"/>
            </a:bgClr>
          </a:pattFill>
          <a:ln w="28575">
            <a:solidFill>
              <a:schemeClr val="tx1"/>
            </a:solidFill>
            <a:miter lim="800000"/>
            <a:headEnd type="none" w="lg" len="lg"/>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6418" name="Rectangle 51" descr="Light horizontal"/>
          <p:cNvSpPr>
            <a:spLocks noChangeArrowheads="1"/>
          </p:cNvSpPr>
          <p:nvPr/>
        </p:nvSpPr>
        <p:spPr bwMode="auto">
          <a:xfrm>
            <a:off x="3517900" y="3657600"/>
            <a:ext cx="673100" cy="228600"/>
          </a:xfrm>
          <a:prstGeom prst="rect">
            <a:avLst/>
          </a:prstGeom>
          <a:pattFill prst="ltHorz">
            <a:fgClr>
              <a:srgbClr val="0000FF"/>
            </a:fgClr>
            <a:bgClr>
              <a:schemeClr val="bg1"/>
            </a:bgClr>
          </a:pattFill>
          <a:ln w="28575">
            <a:solidFill>
              <a:schemeClr val="tx1"/>
            </a:solidFill>
            <a:miter lim="800000"/>
            <a:headEnd type="none" w="lg" len="lg"/>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6419" name="Rectangle 52" descr="Dark upward diagonal"/>
          <p:cNvSpPr>
            <a:spLocks noChangeArrowheads="1"/>
          </p:cNvSpPr>
          <p:nvPr/>
        </p:nvSpPr>
        <p:spPr bwMode="auto">
          <a:xfrm>
            <a:off x="8915400" y="2540000"/>
            <a:ext cx="673100" cy="228600"/>
          </a:xfrm>
          <a:prstGeom prst="rect">
            <a:avLst/>
          </a:prstGeom>
          <a:pattFill prst="dkUpDiag">
            <a:fgClr>
              <a:srgbClr val="FE9B03"/>
            </a:fgClr>
            <a:bgClr>
              <a:schemeClr val="bg1"/>
            </a:bgClr>
          </a:pattFill>
          <a:ln w="28575">
            <a:solidFill>
              <a:schemeClr val="tx1"/>
            </a:solidFill>
            <a:miter lim="800000"/>
            <a:headEnd type="none" w="lg" len="lg"/>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6420" name="Rectangle 53" descr="Dark downward diagonal"/>
          <p:cNvSpPr>
            <a:spLocks noChangeArrowheads="1"/>
          </p:cNvSpPr>
          <p:nvPr/>
        </p:nvSpPr>
        <p:spPr bwMode="auto">
          <a:xfrm>
            <a:off x="8915400" y="2946400"/>
            <a:ext cx="673100" cy="228600"/>
          </a:xfrm>
          <a:prstGeom prst="rect">
            <a:avLst/>
          </a:prstGeom>
          <a:pattFill prst="dkDnDiag">
            <a:fgClr>
              <a:srgbClr val="FE9B03"/>
            </a:fgClr>
            <a:bgClr>
              <a:schemeClr val="bg1"/>
            </a:bgClr>
          </a:pattFill>
          <a:ln w="28575">
            <a:solidFill>
              <a:schemeClr val="tx1"/>
            </a:solidFill>
            <a:miter lim="800000"/>
            <a:headEnd type="none" w="lg" len="lg"/>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6421" name="Rectangle 54" descr="Light horizontal"/>
          <p:cNvSpPr>
            <a:spLocks noChangeArrowheads="1"/>
          </p:cNvSpPr>
          <p:nvPr/>
        </p:nvSpPr>
        <p:spPr bwMode="auto">
          <a:xfrm>
            <a:off x="8915400" y="3378200"/>
            <a:ext cx="673100" cy="228600"/>
          </a:xfrm>
          <a:prstGeom prst="rect">
            <a:avLst/>
          </a:prstGeom>
          <a:pattFill prst="ltHorz">
            <a:fgClr>
              <a:srgbClr val="FE9B03"/>
            </a:fgClr>
            <a:bgClr>
              <a:schemeClr val="bg1"/>
            </a:bgClr>
          </a:pattFill>
          <a:ln w="28575">
            <a:solidFill>
              <a:schemeClr val="tx1"/>
            </a:solidFill>
            <a:miter lim="800000"/>
            <a:headEnd type="none" w="lg" len="lg"/>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6422" name="Rectangle 55" descr="Dark upward diagonal"/>
          <p:cNvSpPr>
            <a:spLocks noChangeArrowheads="1"/>
          </p:cNvSpPr>
          <p:nvPr/>
        </p:nvSpPr>
        <p:spPr bwMode="auto">
          <a:xfrm>
            <a:off x="8915400" y="4305300"/>
            <a:ext cx="673100" cy="228600"/>
          </a:xfrm>
          <a:prstGeom prst="rect">
            <a:avLst/>
          </a:prstGeom>
          <a:pattFill prst="dkUpDiag">
            <a:fgClr>
              <a:srgbClr val="33CC33"/>
            </a:fgClr>
            <a:bgClr>
              <a:schemeClr val="bg1"/>
            </a:bgClr>
          </a:pattFill>
          <a:ln w="28575">
            <a:solidFill>
              <a:schemeClr val="tx1"/>
            </a:solidFill>
            <a:miter lim="800000"/>
            <a:headEnd type="none" w="lg" len="lg"/>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6423" name="Rectangle 56" descr="Dark downward diagonal"/>
          <p:cNvSpPr>
            <a:spLocks noChangeArrowheads="1"/>
          </p:cNvSpPr>
          <p:nvPr/>
        </p:nvSpPr>
        <p:spPr bwMode="auto">
          <a:xfrm>
            <a:off x="8915400" y="4711700"/>
            <a:ext cx="673100" cy="228600"/>
          </a:xfrm>
          <a:prstGeom prst="rect">
            <a:avLst/>
          </a:prstGeom>
          <a:pattFill prst="dkDnDiag">
            <a:fgClr>
              <a:srgbClr val="33CC33"/>
            </a:fgClr>
            <a:bgClr>
              <a:schemeClr val="bg1"/>
            </a:bgClr>
          </a:pattFill>
          <a:ln w="28575">
            <a:solidFill>
              <a:schemeClr val="tx1"/>
            </a:solidFill>
            <a:miter lim="800000"/>
            <a:headEnd type="none" w="lg" len="lg"/>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6424" name="Rectangle 57" descr="Light horizontal"/>
          <p:cNvSpPr>
            <a:spLocks noChangeArrowheads="1"/>
          </p:cNvSpPr>
          <p:nvPr/>
        </p:nvSpPr>
        <p:spPr bwMode="auto">
          <a:xfrm>
            <a:off x="8915400" y="5143500"/>
            <a:ext cx="673100" cy="228600"/>
          </a:xfrm>
          <a:prstGeom prst="rect">
            <a:avLst/>
          </a:prstGeom>
          <a:pattFill prst="ltHorz">
            <a:fgClr>
              <a:srgbClr val="33CC33"/>
            </a:fgClr>
            <a:bgClr>
              <a:schemeClr val="bg1"/>
            </a:bgClr>
          </a:pattFill>
          <a:ln w="28575">
            <a:solidFill>
              <a:schemeClr val="tx1"/>
            </a:solidFill>
            <a:miter lim="800000"/>
            <a:headEnd type="none" w="lg" len="lg"/>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6425" name="Text Box 58"/>
          <p:cNvSpPr txBox="1">
            <a:spLocks noChangeArrowheads="1"/>
          </p:cNvSpPr>
          <p:nvPr/>
        </p:nvSpPr>
        <p:spPr bwMode="auto">
          <a:xfrm>
            <a:off x="8518525" y="1563689"/>
            <a:ext cx="140970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1"/>
                </a:solidFill>
                <a:miter lim="800000"/>
                <a:headEnd type="none" w="lg" len="lg"/>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i="1">
                <a:solidFill>
                  <a:schemeClr val="tx1"/>
                </a:solidFill>
                <a:latin typeface="Arial" charset="0"/>
                <a:cs typeface="Arial" charset="0"/>
              </a:defRPr>
            </a:lvl1pPr>
            <a:lvl2pPr marL="742950" indent="-285750" eaLnBrk="0" hangingPunct="0">
              <a:defRPr i="1">
                <a:solidFill>
                  <a:schemeClr val="tx1"/>
                </a:solidFill>
                <a:latin typeface="Arial" charset="0"/>
                <a:cs typeface="Arial" charset="0"/>
              </a:defRPr>
            </a:lvl2pPr>
            <a:lvl3pPr marL="1143000" indent="-228600" eaLnBrk="0" hangingPunct="0">
              <a:defRPr i="1">
                <a:solidFill>
                  <a:schemeClr val="tx1"/>
                </a:solidFill>
                <a:latin typeface="Arial" charset="0"/>
                <a:cs typeface="Arial" charset="0"/>
              </a:defRPr>
            </a:lvl3pPr>
            <a:lvl4pPr marL="1600200" indent="-228600" eaLnBrk="0" hangingPunct="0">
              <a:defRPr i="1">
                <a:solidFill>
                  <a:schemeClr val="tx1"/>
                </a:solidFill>
                <a:latin typeface="Arial" charset="0"/>
                <a:cs typeface="Arial" charset="0"/>
              </a:defRPr>
            </a:lvl4pPr>
            <a:lvl5pPr marL="2057400" indent="-228600" eaLnBrk="0" hangingPunct="0">
              <a:defRPr i="1">
                <a:solidFill>
                  <a:schemeClr val="tx1"/>
                </a:solidFill>
                <a:latin typeface="Arial" charset="0"/>
                <a:cs typeface="Arial" charset="0"/>
              </a:defRPr>
            </a:lvl5pPr>
            <a:lvl6pPr marL="2514600" indent="-228600" eaLnBrk="0" fontAlgn="base" hangingPunct="0">
              <a:spcBef>
                <a:spcPct val="0"/>
              </a:spcBef>
              <a:spcAft>
                <a:spcPct val="0"/>
              </a:spcAft>
              <a:defRPr i="1">
                <a:solidFill>
                  <a:schemeClr val="tx1"/>
                </a:solidFill>
                <a:latin typeface="Arial" charset="0"/>
                <a:cs typeface="Arial" charset="0"/>
              </a:defRPr>
            </a:lvl6pPr>
            <a:lvl7pPr marL="2971800" indent="-228600" eaLnBrk="0" fontAlgn="base" hangingPunct="0">
              <a:spcBef>
                <a:spcPct val="0"/>
              </a:spcBef>
              <a:spcAft>
                <a:spcPct val="0"/>
              </a:spcAft>
              <a:defRPr i="1">
                <a:solidFill>
                  <a:schemeClr val="tx1"/>
                </a:solidFill>
                <a:latin typeface="Arial" charset="0"/>
                <a:cs typeface="Arial" charset="0"/>
              </a:defRPr>
            </a:lvl7pPr>
            <a:lvl8pPr marL="3429000" indent="-228600" eaLnBrk="0" fontAlgn="base" hangingPunct="0">
              <a:spcBef>
                <a:spcPct val="0"/>
              </a:spcBef>
              <a:spcAft>
                <a:spcPct val="0"/>
              </a:spcAft>
              <a:defRPr i="1">
                <a:solidFill>
                  <a:schemeClr val="tx1"/>
                </a:solidFill>
                <a:latin typeface="Arial" charset="0"/>
                <a:cs typeface="Arial" charset="0"/>
              </a:defRPr>
            </a:lvl8pPr>
            <a:lvl9pPr marL="3886200" indent="-228600" eaLnBrk="0" fontAlgn="base" hangingPunct="0">
              <a:spcBef>
                <a:spcPct val="0"/>
              </a:spcBef>
              <a:spcAft>
                <a:spcPct val="0"/>
              </a:spcAft>
              <a:defRPr i="1">
                <a:solidFill>
                  <a:schemeClr val="tx1"/>
                </a:solidFill>
                <a:latin typeface="Arial" charset="0"/>
                <a:cs typeface="Arial" charset="0"/>
              </a:defRPr>
            </a:lvl9pPr>
          </a:lstStyle>
          <a:p>
            <a:pPr algn="ctr"/>
            <a:r>
              <a:rPr lang="en-US" sz="2000" i="0">
                <a:latin typeface="Times New Roman" pitchFamily="18" charset="0"/>
              </a:rPr>
              <a:t>Locomotive</a:t>
            </a:r>
          </a:p>
          <a:p>
            <a:pPr algn="ctr"/>
            <a:r>
              <a:rPr lang="en-US" sz="2000" i="0">
                <a:latin typeface="Times New Roman" pitchFamily="18" charset="0"/>
              </a:rPr>
              <a:t>buckets</a:t>
            </a:r>
          </a:p>
        </p:txBody>
      </p:sp>
      <p:cxnSp>
        <p:nvCxnSpPr>
          <p:cNvPr id="16426" name="AutoShape 59"/>
          <p:cNvCxnSpPr>
            <a:cxnSpLocks noChangeShapeType="1"/>
            <a:stCxn id="16399" idx="6"/>
            <a:endCxn id="16419" idx="1"/>
          </p:cNvCxnSpPr>
          <p:nvPr/>
        </p:nvCxnSpPr>
        <p:spPr bwMode="auto">
          <a:xfrm flipV="1">
            <a:off x="8688389" y="2654300"/>
            <a:ext cx="212725" cy="4572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427" name="AutoShape 60"/>
          <p:cNvCxnSpPr>
            <a:cxnSpLocks noChangeShapeType="1"/>
            <a:stCxn id="16399" idx="6"/>
            <a:endCxn id="16420" idx="1"/>
          </p:cNvCxnSpPr>
          <p:nvPr/>
        </p:nvCxnSpPr>
        <p:spPr bwMode="auto">
          <a:xfrm flipV="1">
            <a:off x="8688389" y="3060700"/>
            <a:ext cx="212725" cy="508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428" name="AutoShape 61"/>
          <p:cNvCxnSpPr>
            <a:cxnSpLocks noChangeShapeType="1"/>
            <a:stCxn id="16399" idx="6"/>
            <a:endCxn id="16421" idx="1"/>
          </p:cNvCxnSpPr>
          <p:nvPr/>
        </p:nvCxnSpPr>
        <p:spPr bwMode="auto">
          <a:xfrm>
            <a:off x="8688389" y="3111500"/>
            <a:ext cx="212725" cy="3810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429" name="AutoShape 62"/>
          <p:cNvCxnSpPr>
            <a:cxnSpLocks noChangeShapeType="1"/>
            <a:stCxn id="16400" idx="6"/>
            <a:endCxn id="16422" idx="1"/>
          </p:cNvCxnSpPr>
          <p:nvPr/>
        </p:nvCxnSpPr>
        <p:spPr bwMode="auto">
          <a:xfrm flipV="1">
            <a:off x="8726489" y="4419600"/>
            <a:ext cx="174625" cy="3937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430" name="AutoShape 63"/>
          <p:cNvCxnSpPr>
            <a:cxnSpLocks noChangeShapeType="1"/>
            <a:stCxn id="16400" idx="6"/>
            <a:endCxn id="16423" idx="1"/>
          </p:cNvCxnSpPr>
          <p:nvPr/>
        </p:nvCxnSpPr>
        <p:spPr bwMode="auto">
          <a:xfrm>
            <a:off x="8726489" y="4813300"/>
            <a:ext cx="174625" cy="127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431" name="AutoShape 64"/>
          <p:cNvCxnSpPr>
            <a:cxnSpLocks noChangeShapeType="1"/>
            <a:stCxn id="16400" idx="6"/>
            <a:endCxn id="16424" idx="1"/>
          </p:cNvCxnSpPr>
          <p:nvPr/>
        </p:nvCxnSpPr>
        <p:spPr bwMode="auto">
          <a:xfrm>
            <a:off x="8726489" y="4813300"/>
            <a:ext cx="174625" cy="4445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39745" name="AutoShape 65"/>
          <p:cNvCxnSpPr>
            <a:cxnSpLocks noChangeShapeType="1"/>
          </p:cNvCxnSpPr>
          <p:nvPr/>
        </p:nvCxnSpPr>
        <p:spPr bwMode="auto">
          <a:xfrm>
            <a:off x="4210051" y="2895600"/>
            <a:ext cx="1376363" cy="279400"/>
          </a:xfrm>
          <a:prstGeom prst="straightConnector1">
            <a:avLst/>
          </a:prstGeom>
          <a:noFill/>
          <a:ln w="57150">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39746" name="AutoShape 66"/>
          <p:cNvCxnSpPr>
            <a:cxnSpLocks noChangeShapeType="1"/>
          </p:cNvCxnSpPr>
          <p:nvPr/>
        </p:nvCxnSpPr>
        <p:spPr bwMode="auto">
          <a:xfrm flipV="1">
            <a:off x="6288089" y="3111500"/>
            <a:ext cx="1660525" cy="63500"/>
          </a:xfrm>
          <a:prstGeom prst="straightConnector1">
            <a:avLst/>
          </a:prstGeom>
          <a:noFill/>
          <a:ln w="57150">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39747" name="AutoShape 67"/>
          <p:cNvCxnSpPr>
            <a:cxnSpLocks noChangeShapeType="1"/>
          </p:cNvCxnSpPr>
          <p:nvPr/>
        </p:nvCxnSpPr>
        <p:spPr bwMode="auto">
          <a:xfrm flipV="1">
            <a:off x="8675689" y="2654300"/>
            <a:ext cx="212725" cy="457200"/>
          </a:xfrm>
          <a:prstGeom prst="straightConnector1">
            <a:avLst/>
          </a:prstGeom>
          <a:noFill/>
          <a:ln w="57150">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16435" name="Group 68"/>
          <p:cNvGrpSpPr>
            <a:grpSpLocks/>
          </p:cNvGrpSpPr>
          <p:nvPr/>
        </p:nvGrpSpPr>
        <p:grpSpPr bwMode="auto">
          <a:xfrm>
            <a:off x="9729789" y="2389188"/>
            <a:ext cx="636587" cy="3060700"/>
            <a:chOff x="5169" y="1505"/>
            <a:chExt cx="401" cy="1928"/>
          </a:xfrm>
        </p:grpSpPr>
        <p:grpSp>
          <p:nvGrpSpPr>
            <p:cNvPr id="16442" name="Group 69"/>
            <p:cNvGrpSpPr>
              <a:grpSpLocks/>
            </p:cNvGrpSpPr>
            <p:nvPr/>
          </p:nvGrpSpPr>
          <p:grpSpPr bwMode="auto">
            <a:xfrm>
              <a:off x="5169" y="1505"/>
              <a:ext cx="401" cy="256"/>
              <a:chOff x="3113" y="1249"/>
              <a:chExt cx="927" cy="592"/>
            </a:xfrm>
          </p:grpSpPr>
          <p:sp>
            <p:nvSpPr>
              <p:cNvPr id="16463" name="Line 70"/>
              <p:cNvSpPr>
                <a:spLocks noChangeShapeType="1"/>
              </p:cNvSpPr>
              <p:nvPr/>
            </p:nvSpPr>
            <p:spPr bwMode="auto">
              <a:xfrm flipV="1">
                <a:off x="3115" y="1249"/>
                <a:ext cx="0" cy="592"/>
              </a:xfrm>
              <a:prstGeom prst="line">
                <a:avLst/>
              </a:prstGeom>
              <a:noFill/>
              <a:ln w="28575">
                <a:solidFill>
                  <a:schemeClr val="tx1"/>
                </a:solidFill>
                <a:round/>
                <a:headEnd type="none"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6464" name="Line 71"/>
              <p:cNvSpPr>
                <a:spLocks noChangeShapeType="1"/>
              </p:cNvSpPr>
              <p:nvPr/>
            </p:nvSpPr>
            <p:spPr bwMode="auto">
              <a:xfrm rot="5400000" flipV="1">
                <a:off x="3520" y="1426"/>
                <a:ext cx="0" cy="814"/>
              </a:xfrm>
              <a:prstGeom prst="line">
                <a:avLst/>
              </a:prstGeom>
              <a:noFill/>
              <a:ln w="28575">
                <a:solidFill>
                  <a:schemeClr val="tx1"/>
                </a:solidFill>
                <a:round/>
                <a:headEnd type="none"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6465" name="Freeform 72"/>
              <p:cNvSpPr>
                <a:spLocks/>
              </p:cNvSpPr>
              <p:nvPr/>
            </p:nvSpPr>
            <p:spPr bwMode="auto">
              <a:xfrm>
                <a:off x="3128" y="1304"/>
                <a:ext cx="912" cy="528"/>
              </a:xfrm>
              <a:custGeom>
                <a:avLst/>
                <a:gdLst>
                  <a:gd name="T0" fmla="*/ 0 w 912"/>
                  <a:gd name="T1" fmla="*/ 528 h 528"/>
                  <a:gd name="T2" fmla="*/ 104 w 912"/>
                  <a:gd name="T3" fmla="*/ 136 h 528"/>
                  <a:gd name="T4" fmla="*/ 344 w 912"/>
                  <a:gd name="T5" fmla="*/ 0 h 528"/>
                  <a:gd name="T6" fmla="*/ 640 w 912"/>
                  <a:gd name="T7" fmla="*/ 8 h 528"/>
                  <a:gd name="T8" fmla="*/ 912 w 912"/>
                  <a:gd name="T9" fmla="*/ 72 h 5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12" h="528">
                    <a:moveTo>
                      <a:pt x="0" y="528"/>
                    </a:moveTo>
                    <a:lnTo>
                      <a:pt x="104" y="136"/>
                    </a:lnTo>
                    <a:lnTo>
                      <a:pt x="344" y="0"/>
                    </a:lnTo>
                    <a:lnTo>
                      <a:pt x="640" y="8"/>
                    </a:lnTo>
                    <a:lnTo>
                      <a:pt x="912" y="72"/>
                    </a:lnTo>
                  </a:path>
                </a:pathLst>
              </a:custGeom>
              <a:noFill/>
              <a:ln w="38100" cap="flat" cmpd="sng">
                <a:solidFill>
                  <a:schemeClr val="tx1"/>
                </a:solidFill>
                <a:prstDash val="solid"/>
                <a:round/>
                <a:headEnd type="none" w="lg" len="lg"/>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16443" name="Group 73"/>
            <p:cNvGrpSpPr>
              <a:grpSpLocks/>
            </p:cNvGrpSpPr>
            <p:nvPr/>
          </p:nvGrpSpPr>
          <p:grpSpPr bwMode="auto">
            <a:xfrm>
              <a:off x="5169" y="1841"/>
              <a:ext cx="401" cy="200"/>
              <a:chOff x="3113" y="1249"/>
              <a:chExt cx="927" cy="592"/>
            </a:xfrm>
          </p:grpSpPr>
          <p:sp>
            <p:nvSpPr>
              <p:cNvPr id="16460" name="Line 74"/>
              <p:cNvSpPr>
                <a:spLocks noChangeShapeType="1"/>
              </p:cNvSpPr>
              <p:nvPr/>
            </p:nvSpPr>
            <p:spPr bwMode="auto">
              <a:xfrm flipV="1">
                <a:off x="3115" y="1249"/>
                <a:ext cx="0" cy="592"/>
              </a:xfrm>
              <a:prstGeom prst="line">
                <a:avLst/>
              </a:prstGeom>
              <a:noFill/>
              <a:ln w="28575">
                <a:solidFill>
                  <a:schemeClr val="tx1"/>
                </a:solidFill>
                <a:round/>
                <a:headEnd type="none"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6461" name="Line 75"/>
              <p:cNvSpPr>
                <a:spLocks noChangeShapeType="1"/>
              </p:cNvSpPr>
              <p:nvPr/>
            </p:nvSpPr>
            <p:spPr bwMode="auto">
              <a:xfrm rot="5400000" flipV="1">
                <a:off x="3520" y="1426"/>
                <a:ext cx="0" cy="814"/>
              </a:xfrm>
              <a:prstGeom prst="line">
                <a:avLst/>
              </a:prstGeom>
              <a:noFill/>
              <a:ln w="28575">
                <a:solidFill>
                  <a:schemeClr val="tx1"/>
                </a:solidFill>
                <a:round/>
                <a:headEnd type="none"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6462" name="Freeform 76"/>
              <p:cNvSpPr>
                <a:spLocks/>
              </p:cNvSpPr>
              <p:nvPr/>
            </p:nvSpPr>
            <p:spPr bwMode="auto">
              <a:xfrm>
                <a:off x="3128" y="1304"/>
                <a:ext cx="912" cy="528"/>
              </a:xfrm>
              <a:custGeom>
                <a:avLst/>
                <a:gdLst>
                  <a:gd name="T0" fmla="*/ 0 w 912"/>
                  <a:gd name="T1" fmla="*/ 528 h 528"/>
                  <a:gd name="T2" fmla="*/ 104 w 912"/>
                  <a:gd name="T3" fmla="*/ 136 h 528"/>
                  <a:gd name="T4" fmla="*/ 344 w 912"/>
                  <a:gd name="T5" fmla="*/ 0 h 528"/>
                  <a:gd name="T6" fmla="*/ 640 w 912"/>
                  <a:gd name="T7" fmla="*/ 8 h 528"/>
                  <a:gd name="T8" fmla="*/ 912 w 912"/>
                  <a:gd name="T9" fmla="*/ 72 h 5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12" h="528">
                    <a:moveTo>
                      <a:pt x="0" y="528"/>
                    </a:moveTo>
                    <a:lnTo>
                      <a:pt x="104" y="136"/>
                    </a:lnTo>
                    <a:lnTo>
                      <a:pt x="344" y="0"/>
                    </a:lnTo>
                    <a:lnTo>
                      <a:pt x="640" y="8"/>
                    </a:lnTo>
                    <a:lnTo>
                      <a:pt x="912" y="72"/>
                    </a:lnTo>
                  </a:path>
                </a:pathLst>
              </a:custGeom>
              <a:noFill/>
              <a:ln w="38100" cap="flat" cmpd="sng">
                <a:solidFill>
                  <a:schemeClr val="tx1"/>
                </a:solidFill>
                <a:prstDash val="solid"/>
                <a:round/>
                <a:headEnd type="none" w="lg" len="lg"/>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16444" name="Group 77"/>
            <p:cNvGrpSpPr>
              <a:grpSpLocks/>
            </p:cNvGrpSpPr>
            <p:nvPr/>
          </p:nvGrpSpPr>
          <p:grpSpPr bwMode="auto">
            <a:xfrm>
              <a:off x="5169" y="2121"/>
              <a:ext cx="401" cy="192"/>
              <a:chOff x="3113" y="1249"/>
              <a:chExt cx="927" cy="592"/>
            </a:xfrm>
          </p:grpSpPr>
          <p:sp>
            <p:nvSpPr>
              <p:cNvPr id="16457" name="Line 78"/>
              <p:cNvSpPr>
                <a:spLocks noChangeShapeType="1"/>
              </p:cNvSpPr>
              <p:nvPr/>
            </p:nvSpPr>
            <p:spPr bwMode="auto">
              <a:xfrm flipV="1">
                <a:off x="3115" y="1249"/>
                <a:ext cx="0" cy="592"/>
              </a:xfrm>
              <a:prstGeom prst="line">
                <a:avLst/>
              </a:prstGeom>
              <a:noFill/>
              <a:ln w="28575">
                <a:solidFill>
                  <a:schemeClr val="tx1"/>
                </a:solidFill>
                <a:round/>
                <a:headEnd type="none"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6458" name="Line 79"/>
              <p:cNvSpPr>
                <a:spLocks noChangeShapeType="1"/>
              </p:cNvSpPr>
              <p:nvPr/>
            </p:nvSpPr>
            <p:spPr bwMode="auto">
              <a:xfrm rot="5400000" flipV="1">
                <a:off x="3520" y="1426"/>
                <a:ext cx="0" cy="814"/>
              </a:xfrm>
              <a:prstGeom prst="line">
                <a:avLst/>
              </a:prstGeom>
              <a:noFill/>
              <a:ln w="28575">
                <a:solidFill>
                  <a:schemeClr val="tx1"/>
                </a:solidFill>
                <a:round/>
                <a:headEnd type="none"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6459" name="Freeform 80"/>
              <p:cNvSpPr>
                <a:spLocks/>
              </p:cNvSpPr>
              <p:nvPr/>
            </p:nvSpPr>
            <p:spPr bwMode="auto">
              <a:xfrm>
                <a:off x="3128" y="1304"/>
                <a:ext cx="912" cy="528"/>
              </a:xfrm>
              <a:custGeom>
                <a:avLst/>
                <a:gdLst>
                  <a:gd name="T0" fmla="*/ 0 w 912"/>
                  <a:gd name="T1" fmla="*/ 528 h 528"/>
                  <a:gd name="T2" fmla="*/ 104 w 912"/>
                  <a:gd name="T3" fmla="*/ 136 h 528"/>
                  <a:gd name="T4" fmla="*/ 344 w 912"/>
                  <a:gd name="T5" fmla="*/ 0 h 528"/>
                  <a:gd name="T6" fmla="*/ 640 w 912"/>
                  <a:gd name="T7" fmla="*/ 8 h 528"/>
                  <a:gd name="T8" fmla="*/ 912 w 912"/>
                  <a:gd name="T9" fmla="*/ 72 h 5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12" h="528">
                    <a:moveTo>
                      <a:pt x="0" y="528"/>
                    </a:moveTo>
                    <a:lnTo>
                      <a:pt x="104" y="136"/>
                    </a:lnTo>
                    <a:lnTo>
                      <a:pt x="344" y="0"/>
                    </a:lnTo>
                    <a:lnTo>
                      <a:pt x="640" y="8"/>
                    </a:lnTo>
                    <a:lnTo>
                      <a:pt x="912" y="72"/>
                    </a:lnTo>
                  </a:path>
                </a:pathLst>
              </a:custGeom>
              <a:noFill/>
              <a:ln w="38100" cap="flat" cmpd="sng">
                <a:solidFill>
                  <a:schemeClr val="tx1"/>
                </a:solidFill>
                <a:prstDash val="solid"/>
                <a:round/>
                <a:headEnd type="none" w="lg" len="lg"/>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16445" name="Group 81"/>
            <p:cNvGrpSpPr>
              <a:grpSpLocks/>
            </p:cNvGrpSpPr>
            <p:nvPr/>
          </p:nvGrpSpPr>
          <p:grpSpPr bwMode="auto">
            <a:xfrm>
              <a:off x="5169" y="2625"/>
              <a:ext cx="401" cy="256"/>
              <a:chOff x="3113" y="1249"/>
              <a:chExt cx="927" cy="592"/>
            </a:xfrm>
          </p:grpSpPr>
          <p:sp>
            <p:nvSpPr>
              <p:cNvPr id="16454" name="Line 82"/>
              <p:cNvSpPr>
                <a:spLocks noChangeShapeType="1"/>
              </p:cNvSpPr>
              <p:nvPr/>
            </p:nvSpPr>
            <p:spPr bwMode="auto">
              <a:xfrm flipV="1">
                <a:off x="3115" y="1249"/>
                <a:ext cx="0" cy="592"/>
              </a:xfrm>
              <a:prstGeom prst="line">
                <a:avLst/>
              </a:prstGeom>
              <a:noFill/>
              <a:ln w="28575">
                <a:solidFill>
                  <a:schemeClr val="tx1"/>
                </a:solidFill>
                <a:round/>
                <a:headEnd type="none"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6455" name="Line 83"/>
              <p:cNvSpPr>
                <a:spLocks noChangeShapeType="1"/>
              </p:cNvSpPr>
              <p:nvPr/>
            </p:nvSpPr>
            <p:spPr bwMode="auto">
              <a:xfrm rot="5400000" flipV="1">
                <a:off x="3520" y="1426"/>
                <a:ext cx="0" cy="814"/>
              </a:xfrm>
              <a:prstGeom prst="line">
                <a:avLst/>
              </a:prstGeom>
              <a:noFill/>
              <a:ln w="28575">
                <a:solidFill>
                  <a:schemeClr val="tx1"/>
                </a:solidFill>
                <a:round/>
                <a:headEnd type="none"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6456" name="Freeform 84"/>
              <p:cNvSpPr>
                <a:spLocks/>
              </p:cNvSpPr>
              <p:nvPr/>
            </p:nvSpPr>
            <p:spPr bwMode="auto">
              <a:xfrm>
                <a:off x="3128" y="1304"/>
                <a:ext cx="912" cy="528"/>
              </a:xfrm>
              <a:custGeom>
                <a:avLst/>
                <a:gdLst>
                  <a:gd name="T0" fmla="*/ 0 w 912"/>
                  <a:gd name="T1" fmla="*/ 528 h 528"/>
                  <a:gd name="T2" fmla="*/ 104 w 912"/>
                  <a:gd name="T3" fmla="*/ 136 h 528"/>
                  <a:gd name="T4" fmla="*/ 344 w 912"/>
                  <a:gd name="T5" fmla="*/ 0 h 528"/>
                  <a:gd name="T6" fmla="*/ 640 w 912"/>
                  <a:gd name="T7" fmla="*/ 8 h 528"/>
                  <a:gd name="T8" fmla="*/ 912 w 912"/>
                  <a:gd name="T9" fmla="*/ 72 h 5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12" h="528">
                    <a:moveTo>
                      <a:pt x="0" y="528"/>
                    </a:moveTo>
                    <a:lnTo>
                      <a:pt x="104" y="136"/>
                    </a:lnTo>
                    <a:lnTo>
                      <a:pt x="344" y="0"/>
                    </a:lnTo>
                    <a:lnTo>
                      <a:pt x="640" y="8"/>
                    </a:lnTo>
                    <a:lnTo>
                      <a:pt x="912" y="72"/>
                    </a:lnTo>
                  </a:path>
                </a:pathLst>
              </a:custGeom>
              <a:noFill/>
              <a:ln w="38100" cap="flat" cmpd="sng">
                <a:solidFill>
                  <a:schemeClr val="tx1"/>
                </a:solidFill>
                <a:prstDash val="solid"/>
                <a:round/>
                <a:headEnd type="none" w="lg" len="lg"/>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16446" name="Group 85"/>
            <p:cNvGrpSpPr>
              <a:grpSpLocks/>
            </p:cNvGrpSpPr>
            <p:nvPr/>
          </p:nvGrpSpPr>
          <p:grpSpPr bwMode="auto">
            <a:xfrm>
              <a:off x="5169" y="2961"/>
              <a:ext cx="401" cy="200"/>
              <a:chOff x="3113" y="1249"/>
              <a:chExt cx="927" cy="592"/>
            </a:xfrm>
          </p:grpSpPr>
          <p:sp>
            <p:nvSpPr>
              <p:cNvPr id="16451" name="Line 86"/>
              <p:cNvSpPr>
                <a:spLocks noChangeShapeType="1"/>
              </p:cNvSpPr>
              <p:nvPr/>
            </p:nvSpPr>
            <p:spPr bwMode="auto">
              <a:xfrm flipV="1">
                <a:off x="3115" y="1249"/>
                <a:ext cx="0" cy="592"/>
              </a:xfrm>
              <a:prstGeom prst="line">
                <a:avLst/>
              </a:prstGeom>
              <a:noFill/>
              <a:ln w="28575">
                <a:solidFill>
                  <a:schemeClr val="tx1"/>
                </a:solidFill>
                <a:round/>
                <a:headEnd type="none"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6452" name="Line 87"/>
              <p:cNvSpPr>
                <a:spLocks noChangeShapeType="1"/>
              </p:cNvSpPr>
              <p:nvPr/>
            </p:nvSpPr>
            <p:spPr bwMode="auto">
              <a:xfrm rot="5400000" flipV="1">
                <a:off x="3520" y="1426"/>
                <a:ext cx="0" cy="814"/>
              </a:xfrm>
              <a:prstGeom prst="line">
                <a:avLst/>
              </a:prstGeom>
              <a:noFill/>
              <a:ln w="28575">
                <a:solidFill>
                  <a:schemeClr val="tx1"/>
                </a:solidFill>
                <a:round/>
                <a:headEnd type="none"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6453" name="Freeform 88"/>
              <p:cNvSpPr>
                <a:spLocks/>
              </p:cNvSpPr>
              <p:nvPr/>
            </p:nvSpPr>
            <p:spPr bwMode="auto">
              <a:xfrm>
                <a:off x="3128" y="1304"/>
                <a:ext cx="912" cy="528"/>
              </a:xfrm>
              <a:custGeom>
                <a:avLst/>
                <a:gdLst>
                  <a:gd name="T0" fmla="*/ 0 w 912"/>
                  <a:gd name="T1" fmla="*/ 528 h 528"/>
                  <a:gd name="T2" fmla="*/ 104 w 912"/>
                  <a:gd name="T3" fmla="*/ 136 h 528"/>
                  <a:gd name="T4" fmla="*/ 344 w 912"/>
                  <a:gd name="T5" fmla="*/ 0 h 528"/>
                  <a:gd name="T6" fmla="*/ 640 w 912"/>
                  <a:gd name="T7" fmla="*/ 8 h 528"/>
                  <a:gd name="T8" fmla="*/ 912 w 912"/>
                  <a:gd name="T9" fmla="*/ 72 h 5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12" h="528">
                    <a:moveTo>
                      <a:pt x="0" y="528"/>
                    </a:moveTo>
                    <a:lnTo>
                      <a:pt x="104" y="136"/>
                    </a:lnTo>
                    <a:lnTo>
                      <a:pt x="344" y="0"/>
                    </a:lnTo>
                    <a:lnTo>
                      <a:pt x="640" y="8"/>
                    </a:lnTo>
                    <a:lnTo>
                      <a:pt x="912" y="72"/>
                    </a:lnTo>
                  </a:path>
                </a:pathLst>
              </a:custGeom>
              <a:noFill/>
              <a:ln w="38100" cap="flat" cmpd="sng">
                <a:solidFill>
                  <a:schemeClr val="tx1"/>
                </a:solidFill>
                <a:prstDash val="solid"/>
                <a:round/>
                <a:headEnd type="none" w="lg" len="lg"/>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16447" name="Group 89"/>
            <p:cNvGrpSpPr>
              <a:grpSpLocks/>
            </p:cNvGrpSpPr>
            <p:nvPr/>
          </p:nvGrpSpPr>
          <p:grpSpPr bwMode="auto">
            <a:xfrm>
              <a:off x="5169" y="3241"/>
              <a:ext cx="401" cy="192"/>
              <a:chOff x="3113" y="1249"/>
              <a:chExt cx="927" cy="592"/>
            </a:xfrm>
          </p:grpSpPr>
          <p:sp>
            <p:nvSpPr>
              <p:cNvPr id="16448" name="Line 90"/>
              <p:cNvSpPr>
                <a:spLocks noChangeShapeType="1"/>
              </p:cNvSpPr>
              <p:nvPr/>
            </p:nvSpPr>
            <p:spPr bwMode="auto">
              <a:xfrm flipV="1">
                <a:off x="3115" y="1249"/>
                <a:ext cx="0" cy="592"/>
              </a:xfrm>
              <a:prstGeom prst="line">
                <a:avLst/>
              </a:prstGeom>
              <a:noFill/>
              <a:ln w="28575">
                <a:solidFill>
                  <a:schemeClr val="tx1"/>
                </a:solidFill>
                <a:round/>
                <a:headEnd type="none"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6449" name="Line 91"/>
              <p:cNvSpPr>
                <a:spLocks noChangeShapeType="1"/>
              </p:cNvSpPr>
              <p:nvPr/>
            </p:nvSpPr>
            <p:spPr bwMode="auto">
              <a:xfrm rot="5400000" flipV="1">
                <a:off x="3520" y="1426"/>
                <a:ext cx="0" cy="814"/>
              </a:xfrm>
              <a:prstGeom prst="line">
                <a:avLst/>
              </a:prstGeom>
              <a:noFill/>
              <a:ln w="28575">
                <a:solidFill>
                  <a:schemeClr val="tx1"/>
                </a:solidFill>
                <a:round/>
                <a:headEnd type="none"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6450" name="Freeform 92"/>
              <p:cNvSpPr>
                <a:spLocks/>
              </p:cNvSpPr>
              <p:nvPr/>
            </p:nvSpPr>
            <p:spPr bwMode="auto">
              <a:xfrm>
                <a:off x="3128" y="1304"/>
                <a:ext cx="912" cy="528"/>
              </a:xfrm>
              <a:custGeom>
                <a:avLst/>
                <a:gdLst>
                  <a:gd name="T0" fmla="*/ 0 w 912"/>
                  <a:gd name="T1" fmla="*/ 528 h 528"/>
                  <a:gd name="T2" fmla="*/ 104 w 912"/>
                  <a:gd name="T3" fmla="*/ 136 h 528"/>
                  <a:gd name="T4" fmla="*/ 344 w 912"/>
                  <a:gd name="T5" fmla="*/ 0 h 528"/>
                  <a:gd name="T6" fmla="*/ 640 w 912"/>
                  <a:gd name="T7" fmla="*/ 8 h 528"/>
                  <a:gd name="T8" fmla="*/ 912 w 912"/>
                  <a:gd name="T9" fmla="*/ 72 h 5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12" h="528">
                    <a:moveTo>
                      <a:pt x="0" y="528"/>
                    </a:moveTo>
                    <a:lnTo>
                      <a:pt x="104" y="136"/>
                    </a:lnTo>
                    <a:lnTo>
                      <a:pt x="344" y="0"/>
                    </a:lnTo>
                    <a:lnTo>
                      <a:pt x="640" y="8"/>
                    </a:lnTo>
                    <a:lnTo>
                      <a:pt x="912" y="72"/>
                    </a:lnTo>
                  </a:path>
                </a:pathLst>
              </a:custGeom>
              <a:noFill/>
              <a:ln w="38100" cap="flat" cmpd="sng">
                <a:solidFill>
                  <a:schemeClr val="tx1"/>
                </a:solidFill>
                <a:prstDash val="solid"/>
                <a:round/>
                <a:headEnd type="none" w="lg" len="lg"/>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sp>
        <p:nvSpPr>
          <p:cNvPr id="839773" name="Freeform 93" descr="Wide upward diagonal"/>
          <p:cNvSpPr>
            <a:spLocks/>
          </p:cNvSpPr>
          <p:nvPr/>
        </p:nvSpPr>
        <p:spPr bwMode="auto">
          <a:xfrm>
            <a:off x="9744076" y="2424113"/>
            <a:ext cx="347663" cy="366712"/>
          </a:xfrm>
          <a:custGeom>
            <a:avLst/>
            <a:gdLst>
              <a:gd name="T0" fmla="*/ 0 w 219"/>
              <a:gd name="T1" fmla="*/ 366712 h 231"/>
              <a:gd name="T2" fmla="*/ 71438 w 219"/>
              <a:gd name="T3" fmla="*/ 85725 h 231"/>
              <a:gd name="T4" fmla="*/ 238125 w 219"/>
              <a:gd name="T5" fmla="*/ 4762 h 231"/>
              <a:gd name="T6" fmla="*/ 347663 w 219"/>
              <a:gd name="T7" fmla="*/ 0 h 231"/>
              <a:gd name="T8" fmla="*/ 347663 w 219"/>
              <a:gd name="T9" fmla="*/ 357187 h 231"/>
              <a:gd name="T10" fmla="*/ 0 w 219"/>
              <a:gd name="T11" fmla="*/ 366712 h 23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19" h="231">
                <a:moveTo>
                  <a:pt x="0" y="231"/>
                </a:moveTo>
                <a:lnTo>
                  <a:pt x="45" y="54"/>
                </a:lnTo>
                <a:lnTo>
                  <a:pt x="150" y="3"/>
                </a:lnTo>
                <a:lnTo>
                  <a:pt x="219" y="0"/>
                </a:lnTo>
                <a:lnTo>
                  <a:pt x="219" y="225"/>
                </a:lnTo>
                <a:lnTo>
                  <a:pt x="0" y="231"/>
                </a:lnTo>
                <a:close/>
              </a:path>
            </a:pathLst>
          </a:custGeom>
          <a:pattFill prst="wdUpDiag">
            <a:fgClr>
              <a:schemeClr val="tx1"/>
            </a:fgClr>
            <a:bgClr>
              <a:schemeClr val="bg1"/>
            </a:bgClr>
          </a:pattFill>
          <a:ln w="19050" cap="flat" cmpd="sng">
            <a:solidFill>
              <a:schemeClr val="tx1"/>
            </a:solidFill>
            <a:prstDash val="solid"/>
            <a:round/>
            <a:headEnd type="none" w="lg" len="lg"/>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839776" name="Group 96"/>
          <p:cNvGrpSpPr>
            <a:grpSpLocks/>
          </p:cNvGrpSpPr>
          <p:nvPr/>
        </p:nvGrpSpPr>
        <p:grpSpPr bwMode="auto">
          <a:xfrm>
            <a:off x="4899026" y="1676401"/>
            <a:ext cx="5730875" cy="4473575"/>
            <a:chOff x="2126" y="1056"/>
            <a:chExt cx="3610" cy="2818"/>
          </a:xfrm>
        </p:grpSpPr>
        <p:sp>
          <p:nvSpPr>
            <p:cNvPr id="16440" name="Oval 94"/>
            <p:cNvSpPr>
              <a:spLocks noChangeArrowheads="1"/>
            </p:cNvSpPr>
            <p:nvPr/>
          </p:nvSpPr>
          <p:spPr bwMode="auto">
            <a:xfrm>
              <a:off x="5016" y="1056"/>
              <a:ext cx="720" cy="2664"/>
            </a:xfrm>
            <a:prstGeom prst="ellipse">
              <a:avLst/>
            </a:prstGeom>
            <a:noFill/>
            <a:ln w="28575">
              <a:solidFill>
                <a:srgbClr val="CC3300"/>
              </a:solidFill>
              <a:round/>
              <a:headEnd/>
              <a:tailEnd type="non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en-US">
                <a:solidFill>
                  <a:srgbClr val="CC3300"/>
                </a:solidFill>
              </a:endParaRPr>
            </a:p>
          </p:txBody>
        </p:sp>
        <p:sp>
          <p:nvSpPr>
            <p:cNvPr id="16441" name="Text Box 95"/>
            <p:cNvSpPr txBox="1">
              <a:spLocks noChangeArrowheads="1"/>
            </p:cNvSpPr>
            <p:nvPr/>
          </p:nvSpPr>
          <p:spPr bwMode="auto">
            <a:xfrm>
              <a:off x="2126" y="3544"/>
              <a:ext cx="2356" cy="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57150">
                  <a:solidFill>
                    <a:schemeClr val="bg1"/>
                  </a:solidFill>
                  <a:miter lim="800000"/>
                  <a:headEnd/>
                  <a:tailEnd type="none" w="med"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i="1">
                  <a:solidFill>
                    <a:schemeClr val="tx1"/>
                  </a:solidFill>
                  <a:latin typeface="Arial" charset="0"/>
                  <a:cs typeface="Arial" charset="0"/>
                </a:defRPr>
              </a:lvl1pPr>
              <a:lvl2pPr marL="742950" indent="-285750" eaLnBrk="0" hangingPunct="0">
                <a:defRPr i="1">
                  <a:solidFill>
                    <a:schemeClr val="tx1"/>
                  </a:solidFill>
                  <a:latin typeface="Arial" charset="0"/>
                  <a:cs typeface="Arial" charset="0"/>
                </a:defRPr>
              </a:lvl2pPr>
              <a:lvl3pPr marL="1143000" indent="-228600" eaLnBrk="0" hangingPunct="0">
                <a:defRPr i="1">
                  <a:solidFill>
                    <a:schemeClr val="tx1"/>
                  </a:solidFill>
                  <a:latin typeface="Arial" charset="0"/>
                  <a:cs typeface="Arial" charset="0"/>
                </a:defRPr>
              </a:lvl3pPr>
              <a:lvl4pPr marL="1600200" indent="-228600" eaLnBrk="0" hangingPunct="0">
                <a:defRPr i="1">
                  <a:solidFill>
                    <a:schemeClr val="tx1"/>
                  </a:solidFill>
                  <a:latin typeface="Arial" charset="0"/>
                  <a:cs typeface="Arial" charset="0"/>
                </a:defRPr>
              </a:lvl4pPr>
              <a:lvl5pPr marL="2057400" indent="-228600" eaLnBrk="0" hangingPunct="0">
                <a:defRPr i="1">
                  <a:solidFill>
                    <a:schemeClr val="tx1"/>
                  </a:solidFill>
                  <a:latin typeface="Arial" charset="0"/>
                  <a:cs typeface="Arial" charset="0"/>
                </a:defRPr>
              </a:lvl5pPr>
              <a:lvl6pPr marL="2514600" indent="-228600" eaLnBrk="0" fontAlgn="base" hangingPunct="0">
                <a:spcBef>
                  <a:spcPct val="0"/>
                </a:spcBef>
                <a:spcAft>
                  <a:spcPct val="0"/>
                </a:spcAft>
                <a:defRPr i="1">
                  <a:solidFill>
                    <a:schemeClr val="tx1"/>
                  </a:solidFill>
                  <a:latin typeface="Arial" charset="0"/>
                  <a:cs typeface="Arial" charset="0"/>
                </a:defRPr>
              </a:lvl6pPr>
              <a:lvl7pPr marL="2971800" indent="-228600" eaLnBrk="0" fontAlgn="base" hangingPunct="0">
                <a:spcBef>
                  <a:spcPct val="0"/>
                </a:spcBef>
                <a:spcAft>
                  <a:spcPct val="0"/>
                </a:spcAft>
                <a:defRPr i="1">
                  <a:solidFill>
                    <a:schemeClr val="tx1"/>
                  </a:solidFill>
                  <a:latin typeface="Arial" charset="0"/>
                  <a:cs typeface="Arial" charset="0"/>
                </a:defRPr>
              </a:lvl7pPr>
              <a:lvl8pPr marL="3429000" indent="-228600" eaLnBrk="0" fontAlgn="base" hangingPunct="0">
                <a:spcBef>
                  <a:spcPct val="0"/>
                </a:spcBef>
                <a:spcAft>
                  <a:spcPct val="0"/>
                </a:spcAft>
                <a:defRPr i="1">
                  <a:solidFill>
                    <a:schemeClr val="tx1"/>
                  </a:solidFill>
                  <a:latin typeface="Arial" charset="0"/>
                  <a:cs typeface="Arial" charset="0"/>
                </a:defRPr>
              </a:lvl8pPr>
              <a:lvl9pPr marL="3886200" indent="-228600" eaLnBrk="0" fontAlgn="base" hangingPunct="0">
                <a:spcBef>
                  <a:spcPct val="0"/>
                </a:spcBef>
                <a:spcAft>
                  <a:spcPct val="0"/>
                </a:spcAft>
                <a:defRPr i="1">
                  <a:solidFill>
                    <a:schemeClr val="tx1"/>
                  </a:solidFill>
                  <a:latin typeface="Arial" charset="0"/>
                  <a:cs typeface="Arial" charset="0"/>
                </a:defRPr>
              </a:lvl9pPr>
            </a:lstStyle>
            <a:p>
              <a:pPr eaLnBrk="1" hangingPunct="1"/>
              <a:r>
                <a:rPr lang="en-US" i="0">
                  <a:solidFill>
                    <a:srgbClr val="CC3300"/>
                  </a:solidFill>
                  <a:latin typeface="Times New Roman" pitchFamily="18" charset="0"/>
                </a:rPr>
                <a:t>The value of locomotives in the future is captured through nonlinear approximations.</a:t>
              </a:r>
            </a:p>
          </p:txBody>
        </p:sp>
      </p:grpSp>
      <p:cxnSp>
        <p:nvCxnSpPr>
          <p:cNvPr id="839777" name="AutoShape 97"/>
          <p:cNvCxnSpPr>
            <a:cxnSpLocks noChangeShapeType="1"/>
            <a:stCxn id="16414" idx="3"/>
            <a:endCxn id="16389" idx="1"/>
          </p:cNvCxnSpPr>
          <p:nvPr/>
        </p:nvCxnSpPr>
        <p:spPr bwMode="auto">
          <a:xfrm flipV="1">
            <a:off x="4217989" y="4000500"/>
            <a:ext cx="1381125" cy="215900"/>
          </a:xfrm>
          <a:prstGeom prst="straightConnector1">
            <a:avLst/>
          </a:prstGeom>
          <a:noFill/>
          <a:ln w="57150">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39778" name="AutoShape 98"/>
          <p:cNvCxnSpPr>
            <a:cxnSpLocks noChangeShapeType="1"/>
            <a:stCxn id="16389" idx="3"/>
            <a:endCxn id="16399" idx="2"/>
          </p:cNvCxnSpPr>
          <p:nvPr/>
        </p:nvCxnSpPr>
        <p:spPr bwMode="auto">
          <a:xfrm flipV="1">
            <a:off x="6300789" y="3111500"/>
            <a:ext cx="1660525" cy="889000"/>
          </a:xfrm>
          <a:prstGeom prst="straightConnector1">
            <a:avLst/>
          </a:prstGeom>
          <a:noFill/>
          <a:ln w="57150">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Tree>
    <p:extLst>
      <p:ext uri="{BB962C8B-B14F-4D97-AF65-F5344CB8AC3E}">
        <p14:creationId xmlns:p14="http://schemas.microsoft.com/office/powerpoint/2010/main" val="3450345607"/>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nodeType="clickEffect">
                                  <p:stCondLst>
                                    <p:cond delay="0"/>
                                  </p:stCondLst>
                                  <p:childTnLst>
                                    <p:set>
                                      <p:cBhvr>
                                        <p:cTn id="6" dur="1" fill="hold">
                                          <p:stCondLst>
                                            <p:cond delay="0"/>
                                          </p:stCondLst>
                                        </p:cTn>
                                        <p:tgtEl>
                                          <p:spTgt spid="839745"/>
                                        </p:tgtEl>
                                        <p:attrNameLst>
                                          <p:attrName>style.visibility</p:attrName>
                                        </p:attrNameLst>
                                      </p:cBhvr>
                                      <p:to>
                                        <p:strVal val="visible"/>
                                      </p:to>
                                    </p:set>
                                    <p:animEffect transition="in" filter="wipe(left)">
                                      <p:cBhvr>
                                        <p:cTn id="7" dur="500"/>
                                        <p:tgtEl>
                                          <p:spTgt spid="839745"/>
                                        </p:tgtEl>
                                      </p:cBhvr>
                                    </p:animEffect>
                                  </p:childTnLst>
                                </p:cTn>
                              </p:par>
                              <p:par>
                                <p:cTn id="8" presetID="22" presetClass="entr" presetSubtype="8" fill="hold" nodeType="withEffect">
                                  <p:stCondLst>
                                    <p:cond delay="0"/>
                                  </p:stCondLst>
                                  <p:childTnLst>
                                    <p:set>
                                      <p:cBhvr>
                                        <p:cTn id="9" dur="1" fill="hold">
                                          <p:stCondLst>
                                            <p:cond delay="0"/>
                                          </p:stCondLst>
                                        </p:cTn>
                                        <p:tgtEl>
                                          <p:spTgt spid="839777"/>
                                        </p:tgtEl>
                                        <p:attrNameLst>
                                          <p:attrName>style.visibility</p:attrName>
                                        </p:attrNameLst>
                                      </p:cBhvr>
                                      <p:to>
                                        <p:strVal val="visible"/>
                                      </p:to>
                                    </p:set>
                                    <p:animEffect transition="in" filter="wipe(left)">
                                      <p:cBhvr>
                                        <p:cTn id="10" dur="500"/>
                                        <p:tgtEl>
                                          <p:spTgt spid="839777"/>
                                        </p:tgtEl>
                                      </p:cBhvr>
                                    </p:animEffect>
                                  </p:childTnLst>
                                </p:cTn>
                              </p:par>
                            </p:childTnLst>
                          </p:cTn>
                        </p:par>
                        <p:par>
                          <p:cTn id="11" fill="hold" nodeType="afterGroup">
                            <p:stCondLst>
                              <p:cond delay="500"/>
                            </p:stCondLst>
                            <p:childTnLst>
                              <p:par>
                                <p:cTn id="12" presetID="22" presetClass="entr" presetSubtype="8" fill="hold" nodeType="afterEffect">
                                  <p:stCondLst>
                                    <p:cond delay="0"/>
                                  </p:stCondLst>
                                  <p:childTnLst>
                                    <p:set>
                                      <p:cBhvr>
                                        <p:cTn id="13" dur="1" fill="hold">
                                          <p:stCondLst>
                                            <p:cond delay="0"/>
                                          </p:stCondLst>
                                        </p:cTn>
                                        <p:tgtEl>
                                          <p:spTgt spid="839746"/>
                                        </p:tgtEl>
                                        <p:attrNameLst>
                                          <p:attrName>style.visibility</p:attrName>
                                        </p:attrNameLst>
                                      </p:cBhvr>
                                      <p:to>
                                        <p:strVal val="visible"/>
                                      </p:to>
                                    </p:set>
                                    <p:animEffect transition="in" filter="wipe(left)">
                                      <p:cBhvr>
                                        <p:cTn id="14" dur="500"/>
                                        <p:tgtEl>
                                          <p:spTgt spid="839746"/>
                                        </p:tgtEl>
                                      </p:cBhvr>
                                    </p:animEffect>
                                  </p:childTnLst>
                                </p:cTn>
                              </p:par>
                              <p:par>
                                <p:cTn id="15" presetID="22" presetClass="entr" presetSubtype="8" fill="hold" nodeType="withEffect">
                                  <p:stCondLst>
                                    <p:cond delay="0"/>
                                  </p:stCondLst>
                                  <p:childTnLst>
                                    <p:set>
                                      <p:cBhvr>
                                        <p:cTn id="16" dur="1" fill="hold">
                                          <p:stCondLst>
                                            <p:cond delay="0"/>
                                          </p:stCondLst>
                                        </p:cTn>
                                        <p:tgtEl>
                                          <p:spTgt spid="839778"/>
                                        </p:tgtEl>
                                        <p:attrNameLst>
                                          <p:attrName>style.visibility</p:attrName>
                                        </p:attrNameLst>
                                      </p:cBhvr>
                                      <p:to>
                                        <p:strVal val="visible"/>
                                      </p:to>
                                    </p:set>
                                    <p:animEffect transition="in" filter="wipe(left)">
                                      <p:cBhvr>
                                        <p:cTn id="17" dur="500"/>
                                        <p:tgtEl>
                                          <p:spTgt spid="839778"/>
                                        </p:tgtEl>
                                      </p:cBhvr>
                                    </p:animEffect>
                                  </p:childTnLst>
                                </p:cTn>
                              </p:par>
                            </p:childTnLst>
                          </p:cTn>
                        </p:par>
                        <p:par>
                          <p:cTn id="18" fill="hold" nodeType="afterGroup">
                            <p:stCondLst>
                              <p:cond delay="1000"/>
                            </p:stCondLst>
                            <p:childTnLst>
                              <p:par>
                                <p:cTn id="19" presetID="22" presetClass="entr" presetSubtype="8" fill="hold" nodeType="afterEffect">
                                  <p:stCondLst>
                                    <p:cond delay="0"/>
                                  </p:stCondLst>
                                  <p:childTnLst>
                                    <p:set>
                                      <p:cBhvr>
                                        <p:cTn id="20" dur="1" fill="hold">
                                          <p:stCondLst>
                                            <p:cond delay="0"/>
                                          </p:stCondLst>
                                        </p:cTn>
                                        <p:tgtEl>
                                          <p:spTgt spid="839747"/>
                                        </p:tgtEl>
                                        <p:attrNameLst>
                                          <p:attrName>style.visibility</p:attrName>
                                        </p:attrNameLst>
                                      </p:cBhvr>
                                      <p:to>
                                        <p:strVal val="visible"/>
                                      </p:to>
                                    </p:set>
                                    <p:animEffect transition="in" filter="wipe(left)">
                                      <p:cBhvr>
                                        <p:cTn id="21" dur="500"/>
                                        <p:tgtEl>
                                          <p:spTgt spid="839747"/>
                                        </p:tgtEl>
                                      </p:cBhvr>
                                    </p:animEffect>
                                  </p:childTnLst>
                                </p:cTn>
                              </p:par>
                            </p:childTnLst>
                          </p:cTn>
                        </p:par>
                        <p:par>
                          <p:cTn id="22" fill="hold" nodeType="afterGroup">
                            <p:stCondLst>
                              <p:cond delay="1500"/>
                            </p:stCondLst>
                            <p:childTnLst>
                              <p:par>
                                <p:cTn id="23" presetID="22" presetClass="entr" presetSubtype="8" fill="hold" grpId="0" nodeType="afterEffect">
                                  <p:stCondLst>
                                    <p:cond delay="0"/>
                                  </p:stCondLst>
                                  <p:childTnLst>
                                    <p:set>
                                      <p:cBhvr>
                                        <p:cTn id="24" dur="1" fill="hold">
                                          <p:stCondLst>
                                            <p:cond delay="0"/>
                                          </p:stCondLst>
                                        </p:cTn>
                                        <p:tgtEl>
                                          <p:spTgt spid="839773"/>
                                        </p:tgtEl>
                                        <p:attrNameLst>
                                          <p:attrName>style.visibility</p:attrName>
                                        </p:attrNameLst>
                                      </p:cBhvr>
                                      <p:to>
                                        <p:strVal val="visible"/>
                                      </p:to>
                                    </p:set>
                                    <p:animEffect transition="in" filter="wipe(left)">
                                      <p:cBhvr>
                                        <p:cTn id="25" dur="500"/>
                                        <p:tgtEl>
                                          <p:spTgt spid="839773"/>
                                        </p:tgtEl>
                                      </p:cBhvr>
                                    </p:animEffect>
                                  </p:childTnLst>
                                </p:cTn>
                              </p:par>
                            </p:childTnLst>
                          </p:cTn>
                        </p:par>
                      </p:childTnLst>
                    </p:cTn>
                  </p:par>
                  <p:par>
                    <p:cTn id="26" fill="hold" nodeType="clickPar">
                      <p:stCondLst>
                        <p:cond delay="indefinite"/>
                      </p:stCondLst>
                      <p:childTnLst>
                        <p:par>
                          <p:cTn id="27" fill="hold" nodeType="withGroup">
                            <p:stCondLst>
                              <p:cond delay="0"/>
                            </p:stCondLst>
                            <p:childTnLst>
                              <p:par>
                                <p:cTn id="28" presetID="22" presetClass="entr" presetSubtype="1" fill="hold" nodeType="clickEffect">
                                  <p:stCondLst>
                                    <p:cond delay="0"/>
                                  </p:stCondLst>
                                  <p:childTnLst>
                                    <p:set>
                                      <p:cBhvr>
                                        <p:cTn id="29" dur="1" fill="hold">
                                          <p:stCondLst>
                                            <p:cond delay="0"/>
                                          </p:stCondLst>
                                        </p:cTn>
                                        <p:tgtEl>
                                          <p:spTgt spid="839776"/>
                                        </p:tgtEl>
                                        <p:attrNameLst>
                                          <p:attrName>style.visibility</p:attrName>
                                        </p:attrNameLst>
                                      </p:cBhvr>
                                      <p:to>
                                        <p:strVal val="visible"/>
                                      </p:to>
                                    </p:set>
                                    <p:animEffect transition="in" filter="wipe(up)">
                                      <p:cBhvr>
                                        <p:cTn id="30" dur="500"/>
                                        <p:tgtEl>
                                          <p:spTgt spid="8397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39773" grpId="0" animBg="1"/>
    </p:bldLst>
  </p:timing>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10" name="Rectangle 99"/>
          <p:cNvSpPr>
            <a:spLocks noChangeArrowheads="1"/>
          </p:cNvSpPr>
          <p:nvPr/>
        </p:nvSpPr>
        <p:spPr bwMode="auto">
          <a:xfrm>
            <a:off x="2159000" y="1841500"/>
            <a:ext cx="8356600" cy="4203700"/>
          </a:xfrm>
          <a:prstGeom prst="rect">
            <a:avLst/>
          </a:prstGeom>
          <a:solidFill>
            <a:srgbClr val="0099FF"/>
          </a:solidFill>
          <a:ln>
            <a:noFill/>
          </a:ln>
          <a:effectLst/>
          <a:extLst>
            <a:ext uri="{91240B29-F687-4F45-9708-019B960494DF}">
              <a14:hiddenLine xmlns:a14="http://schemas.microsoft.com/office/drawing/2010/main" w="57150">
                <a:solidFill>
                  <a:schemeClr val="bg1"/>
                </a:solidFill>
                <a:miter lim="800000"/>
                <a:headEnd/>
                <a:tailEnd type="none" w="med"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7411" name="Rectangle 2"/>
          <p:cNvSpPr>
            <a:spLocks noGrp="1" noChangeArrowheads="1"/>
          </p:cNvSpPr>
          <p:nvPr>
            <p:ph type="title"/>
          </p:nvPr>
        </p:nvSpPr>
        <p:spPr/>
        <p:txBody>
          <a:bodyPr/>
          <a:lstStyle/>
          <a:p>
            <a:pPr eaLnBrk="1" hangingPunct="1"/>
            <a:r>
              <a:rPr lang="en-US" dirty="0"/>
              <a:t>Locomotive planning at Norfolk Southern</a:t>
            </a:r>
          </a:p>
        </p:txBody>
      </p:sp>
      <p:sp>
        <p:nvSpPr>
          <p:cNvPr id="17412" name="Rectangle 4"/>
          <p:cNvSpPr>
            <a:spLocks noChangeArrowheads="1"/>
          </p:cNvSpPr>
          <p:nvPr/>
        </p:nvSpPr>
        <p:spPr bwMode="auto">
          <a:xfrm>
            <a:off x="5613400" y="3060700"/>
            <a:ext cx="673100" cy="228600"/>
          </a:xfrm>
          <a:prstGeom prst="rect">
            <a:avLst/>
          </a:prstGeom>
          <a:solidFill>
            <a:schemeClr val="bg1"/>
          </a:solidFill>
          <a:ln w="28575">
            <a:solidFill>
              <a:schemeClr val="tx1"/>
            </a:solidFill>
            <a:miter lim="800000"/>
            <a:headEnd type="none" w="lg" len="lg"/>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7413" name="Rectangle 5"/>
          <p:cNvSpPr>
            <a:spLocks noChangeArrowheads="1"/>
          </p:cNvSpPr>
          <p:nvPr/>
        </p:nvSpPr>
        <p:spPr bwMode="auto">
          <a:xfrm>
            <a:off x="5613400" y="3886200"/>
            <a:ext cx="673100" cy="228600"/>
          </a:xfrm>
          <a:prstGeom prst="rect">
            <a:avLst/>
          </a:prstGeom>
          <a:solidFill>
            <a:schemeClr val="bg1"/>
          </a:solidFill>
          <a:ln w="28575">
            <a:solidFill>
              <a:schemeClr val="tx1"/>
            </a:solidFill>
            <a:miter lim="800000"/>
            <a:headEnd type="none" w="lg" len="lg"/>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7414" name="Rectangle 6"/>
          <p:cNvSpPr>
            <a:spLocks noChangeArrowheads="1"/>
          </p:cNvSpPr>
          <p:nvPr/>
        </p:nvSpPr>
        <p:spPr bwMode="auto">
          <a:xfrm>
            <a:off x="5613400" y="4737100"/>
            <a:ext cx="673100" cy="228600"/>
          </a:xfrm>
          <a:prstGeom prst="rect">
            <a:avLst/>
          </a:prstGeom>
          <a:solidFill>
            <a:schemeClr val="bg1"/>
          </a:solidFill>
          <a:ln w="28575">
            <a:solidFill>
              <a:schemeClr val="tx1"/>
            </a:solidFill>
            <a:miter lim="800000"/>
            <a:headEnd type="none" w="lg" len="lg"/>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cxnSp>
        <p:nvCxnSpPr>
          <p:cNvPr id="17415" name="AutoShape 7"/>
          <p:cNvCxnSpPr>
            <a:cxnSpLocks noChangeShapeType="1"/>
            <a:endCxn id="17412" idx="1"/>
          </p:cNvCxnSpPr>
          <p:nvPr/>
        </p:nvCxnSpPr>
        <p:spPr bwMode="auto">
          <a:xfrm>
            <a:off x="4222751" y="2895600"/>
            <a:ext cx="1376363" cy="2794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7416" name="AutoShape 8"/>
          <p:cNvCxnSpPr>
            <a:cxnSpLocks noChangeShapeType="1"/>
            <a:endCxn id="17412" idx="1"/>
          </p:cNvCxnSpPr>
          <p:nvPr/>
        </p:nvCxnSpPr>
        <p:spPr bwMode="auto">
          <a:xfrm flipV="1">
            <a:off x="4222751" y="3175000"/>
            <a:ext cx="1376363" cy="1651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7417" name="AutoShape 9"/>
          <p:cNvCxnSpPr>
            <a:cxnSpLocks noChangeShapeType="1"/>
            <a:endCxn id="17413" idx="1"/>
          </p:cNvCxnSpPr>
          <p:nvPr/>
        </p:nvCxnSpPr>
        <p:spPr bwMode="auto">
          <a:xfrm flipV="1">
            <a:off x="4222751" y="4000500"/>
            <a:ext cx="1376363" cy="2159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7418" name="AutoShape 10"/>
          <p:cNvCxnSpPr>
            <a:cxnSpLocks noChangeShapeType="1"/>
            <a:endCxn id="17413" idx="1"/>
          </p:cNvCxnSpPr>
          <p:nvPr/>
        </p:nvCxnSpPr>
        <p:spPr bwMode="auto">
          <a:xfrm>
            <a:off x="4222751" y="3784600"/>
            <a:ext cx="1376363" cy="2159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7419" name="AutoShape 11"/>
          <p:cNvCxnSpPr>
            <a:cxnSpLocks noChangeShapeType="1"/>
            <a:endCxn id="17413" idx="1"/>
          </p:cNvCxnSpPr>
          <p:nvPr/>
        </p:nvCxnSpPr>
        <p:spPr bwMode="auto">
          <a:xfrm flipV="1">
            <a:off x="4222751" y="4000500"/>
            <a:ext cx="1376363" cy="6731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7420" name="AutoShape 12"/>
          <p:cNvCxnSpPr>
            <a:cxnSpLocks noChangeShapeType="1"/>
            <a:endCxn id="17414" idx="1"/>
          </p:cNvCxnSpPr>
          <p:nvPr/>
        </p:nvCxnSpPr>
        <p:spPr bwMode="auto">
          <a:xfrm flipV="1">
            <a:off x="4222751" y="4851400"/>
            <a:ext cx="1376363" cy="2921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7421" name="AutoShape 13"/>
          <p:cNvCxnSpPr>
            <a:cxnSpLocks noChangeShapeType="1"/>
            <a:endCxn id="17414" idx="1"/>
          </p:cNvCxnSpPr>
          <p:nvPr/>
        </p:nvCxnSpPr>
        <p:spPr bwMode="auto">
          <a:xfrm flipV="1">
            <a:off x="4210051" y="4851400"/>
            <a:ext cx="1389063" cy="7620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7422" name="AutoShape 14"/>
          <p:cNvCxnSpPr>
            <a:cxnSpLocks noChangeShapeType="1"/>
            <a:stCxn id="17412" idx="3"/>
            <a:endCxn id="17423" idx="2"/>
          </p:cNvCxnSpPr>
          <p:nvPr/>
        </p:nvCxnSpPr>
        <p:spPr bwMode="auto">
          <a:xfrm flipV="1">
            <a:off x="6300789" y="3111500"/>
            <a:ext cx="1660525" cy="635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7423" name="Oval 15"/>
          <p:cNvSpPr>
            <a:spLocks noChangeArrowheads="1"/>
          </p:cNvSpPr>
          <p:nvPr/>
        </p:nvSpPr>
        <p:spPr bwMode="auto">
          <a:xfrm>
            <a:off x="7975600" y="2984500"/>
            <a:ext cx="698500" cy="254000"/>
          </a:xfrm>
          <a:prstGeom prst="ellipse">
            <a:avLst/>
          </a:prstGeom>
          <a:solidFill>
            <a:srgbClr val="FE9B03"/>
          </a:solidFill>
          <a:ln w="28575">
            <a:solidFill>
              <a:schemeClr val="tx1"/>
            </a:solidFill>
            <a:round/>
            <a:headEnd type="none" w="lg" len="lg"/>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7424" name="Oval 16"/>
          <p:cNvSpPr>
            <a:spLocks noChangeArrowheads="1"/>
          </p:cNvSpPr>
          <p:nvPr/>
        </p:nvSpPr>
        <p:spPr bwMode="auto">
          <a:xfrm>
            <a:off x="8013700" y="4686300"/>
            <a:ext cx="698500" cy="254000"/>
          </a:xfrm>
          <a:prstGeom prst="ellipse">
            <a:avLst/>
          </a:prstGeom>
          <a:solidFill>
            <a:schemeClr val="accent2"/>
          </a:solidFill>
          <a:ln w="28575">
            <a:solidFill>
              <a:schemeClr val="tx1"/>
            </a:solidFill>
            <a:round/>
            <a:headEnd type="none" w="lg" len="lg"/>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cxnSp>
        <p:nvCxnSpPr>
          <p:cNvPr id="17425" name="AutoShape 17"/>
          <p:cNvCxnSpPr>
            <a:cxnSpLocks noChangeShapeType="1"/>
            <a:stCxn id="17413" idx="3"/>
            <a:endCxn id="17423" idx="2"/>
          </p:cNvCxnSpPr>
          <p:nvPr/>
        </p:nvCxnSpPr>
        <p:spPr bwMode="auto">
          <a:xfrm flipV="1">
            <a:off x="6300789" y="3111500"/>
            <a:ext cx="1660525" cy="8890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7426" name="AutoShape 18"/>
          <p:cNvCxnSpPr>
            <a:cxnSpLocks noChangeShapeType="1"/>
            <a:stCxn id="17414" idx="3"/>
            <a:endCxn id="17424" idx="2"/>
          </p:cNvCxnSpPr>
          <p:nvPr/>
        </p:nvCxnSpPr>
        <p:spPr bwMode="auto">
          <a:xfrm flipV="1">
            <a:off x="6300789" y="4813300"/>
            <a:ext cx="1698625" cy="381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17427" name="Group 20"/>
          <p:cNvGrpSpPr>
            <a:grpSpLocks/>
          </p:cNvGrpSpPr>
          <p:nvPr/>
        </p:nvGrpSpPr>
        <p:grpSpPr bwMode="auto">
          <a:xfrm>
            <a:off x="2349500" y="2693989"/>
            <a:ext cx="1155700" cy="396875"/>
            <a:chOff x="520" y="1697"/>
            <a:chExt cx="728" cy="250"/>
          </a:xfrm>
        </p:grpSpPr>
        <p:sp>
          <p:nvSpPr>
            <p:cNvPr id="17496" name="Text Box 21"/>
            <p:cNvSpPr txBox="1">
              <a:spLocks noChangeArrowheads="1"/>
            </p:cNvSpPr>
            <p:nvPr/>
          </p:nvSpPr>
          <p:spPr bwMode="auto">
            <a:xfrm>
              <a:off x="520" y="1697"/>
              <a:ext cx="436"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1"/>
                  </a:solidFill>
                  <a:miter lim="800000"/>
                  <a:headEnd type="none" w="lg" len="lg"/>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i="1">
                  <a:solidFill>
                    <a:schemeClr val="tx1"/>
                  </a:solidFill>
                  <a:latin typeface="Arial" charset="0"/>
                  <a:cs typeface="Arial" charset="0"/>
                </a:defRPr>
              </a:lvl1pPr>
              <a:lvl2pPr marL="742950" indent="-285750" eaLnBrk="0" hangingPunct="0">
                <a:defRPr i="1">
                  <a:solidFill>
                    <a:schemeClr val="tx1"/>
                  </a:solidFill>
                  <a:latin typeface="Arial" charset="0"/>
                  <a:cs typeface="Arial" charset="0"/>
                </a:defRPr>
              </a:lvl2pPr>
              <a:lvl3pPr marL="1143000" indent="-228600" eaLnBrk="0" hangingPunct="0">
                <a:defRPr i="1">
                  <a:solidFill>
                    <a:schemeClr val="tx1"/>
                  </a:solidFill>
                  <a:latin typeface="Arial" charset="0"/>
                  <a:cs typeface="Arial" charset="0"/>
                </a:defRPr>
              </a:lvl3pPr>
              <a:lvl4pPr marL="1600200" indent="-228600" eaLnBrk="0" hangingPunct="0">
                <a:defRPr i="1">
                  <a:solidFill>
                    <a:schemeClr val="tx1"/>
                  </a:solidFill>
                  <a:latin typeface="Arial" charset="0"/>
                  <a:cs typeface="Arial" charset="0"/>
                </a:defRPr>
              </a:lvl4pPr>
              <a:lvl5pPr marL="2057400" indent="-228600" eaLnBrk="0" hangingPunct="0">
                <a:defRPr i="1">
                  <a:solidFill>
                    <a:schemeClr val="tx1"/>
                  </a:solidFill>
                  <a:latin typeface="Arial" charset="0"/>
                  <a:cs typeface="Arial" charset="0"/>
                </a:defRPr>
              </a:lvl5pPr>
              <a:lvl6pPr marL="2514600" indent="-228600" eaLnBrk="0" fontAlgn="base" hangingPunct="0">
                <a:spcBef>
                  <a:spcPct val="0"/>
                </a:spcBef>
                <a:spcAft>
                  <a:spcPct val="0"/>
                </a:spcAft>
                <a:defRPr i="1">
                  <a:solidFill>
                    <a:schemeClr val="tx1"/>
                  </a:solidFill>
                  <a:latin typeface="Arial" charset="0"/>
                  <a:cs typeface="Arial" charset="0"/>
                </a:defRPr>
              </a:lvl6pPr>
              <a:lvl7pPr marL="2971800" indent="-228600" eaLnBrk="0" fontAlgn="base" hangingPunct="0">
                <a:spcBef>
                  <a:spcPct val="0"/>
                </a:spcBef>
                <a:spcAft>
                  <a:spcPct val="0"/>
                </a:spcAft>
                <a:defRPr i="1">
                  <a:solidFill>
                    <a:schemeClr val="tx1"/>
                  </a:solidFill>
                  <a:latin typeface="Arial" charset="0"/>
                  <a:cs typeface="Arial" charset="0"/>
                </a:defRPr>
              </a:lvl7pPr>
              <a:lvl8pPr marL="3429000" indent="-228600" eaLnBrk="0" fontAlgn="base" hangingPunct="0">
                <a:spcBef>
                  <a:spcPct val="0"/>
                </a:spcBef>
                <a:spcAft>
                  <a:spcPct val="0"/>
                </a:spcAft>
                <a:defRPr i="1">
                  <a:solidFill>
                    <a:schemeClr val="tx1"/>
                  </a:solidFill>
                  <a:latin typeface="Arial" charset="0"/>
                  <a:cs typeface="Arial" charset="0"/>
                </a:defRPr>
              </a:lvl8pPr>
              <a:lvl9pPr marL="3886200" indent="-228600" eaLnBrk="0" fontAlgn="base" hangingPunct="0">
                <a:spcBef>
                  <a:spcPct val="0"/>
                </a:spcBef>
                <a:spcAft>
                  <a:spcPct val="0"/>
                </a:spcAft>
                <a:defRPr i="1">
                  <a:solidFill>
                    <a:schemeClr val="tx1"/>
                  </a:solidFill>
                  <a:latin typeface="Arial" charset="0"/>
                  <a:cs typeface="Arial" charset="0"/>
                </a:defRPr>
              </a:lvl9pPr>
            </a:lstStyle>
            <a:p>
              <a:pPr algn="ctr"/>
              <a:r>
                <a:rPr lang="en-US" sz="2000" i="0">
                  <a:latin typeface="Times New Roman" pitchFamily="18" charset="0"/>
                </a:rPr>
                <a:t>4400</a:t>
              </a:r>
            </a:p>
          </p:txBody>
        </p:sp>
        <p:sp>
          <p:nvSpPr>
            <p:cNvPr id="17497" name="Line 22"/>
            <p:cNvSpPr>
              <a:spLocks noChangeShapeType="1"/>
            </p:cNvSpPr>
            <p:nvPr/>
          </p:nvSpPr>
          <p:spPr bwMode="auto">
            <a:xfrm>
              <a:off x="976" y="1824"/>
              <a:ext cx="272" cy="0"/>
            </a:xfrm>
            <a:prstGeom prst="line">
              <a:avLst/>
            </a:prstGeom>
            <a:noFill/>
            <a:ln w="28575">
              <a:solidFill>
                <a:schemeClr val="tx1"/>
              </a:solidFill>
              <a:round/>
              <a:headEnd type="none"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17428" name="Group 23"/>
          <p:cNvGrpSpPr>
            <a:grpSpLocks/>
          </p:cNvGrpSpPr>
          <p:nvPr/>
        </p:nvGrpSpPr>
        <p:grpSpPr bwMode="auto">
          <a:xfrm>
            <a:off x="2349500" y="3151189"/>
            <a:ext cx="1155700" cy="396875"/>
            <a:chOff x="520" y="1697"/>
            <a:chExt cx="728" cy="250"/>
          </a:xfrm>
        </p:grpSpPr>
        <p:sp>
          <p:nvSpPr>
            <p:cNvPr id="17494" name="Text Box 24"/>
            <p:cNvSpPr txBox="1">
              <a:spLocks noChangeArrowheads="1"/>
            </p:cNvSpPr>
            <p:nvPr/>
          </p:nvSpPr>
          <p:spPr bwMode="auto">
            <a:xfrm>
              <a:off x="520" y="1697"/>
              <a:ext cx="436"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1"/>
                  </a:solidFill>
                  <a:miter lim="800000"/>
                  <a:headEnd type="none" w="lg" len="lg"/>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i="1">
                  <a:solidFill>
                    <a:schemeClr val="tx1"/>
                  </a:solidFill>
                  <a:latin typeface="Arial" charset="0"/>
                  <a:cs typeface="Arial" charset="0"/>
                </a:defRPr>
              </a:lvl1pPr>
              <a:lvl2pPr marL="742950" indent="-285750" eaLnBrk="0" hangingPunct="0">
                <a:defRPr i="1">
                  <a:solidFill>
                    <a:schemeClr val="tx1"/>
                  </a:solidFill>
                  <a:latin typeface="Arial" charset="0"/>
                  <a:cs typeface="Arial" charset="0"/>
                </a:defRPr>
              </a:lvl2pPr>
              <a:lvl3pPr marL="1143000" indent="-228600" eaLnBrk="0" hangingPunct="0">
                <a:defRPr i="1">
                  <a:solidFill>
                    <a:schemeClr val="tx1"/>
                  </a:solidFill>
                  <a:latin typeface="Arial" charset="0"/>
                  <a:cs typeface="Arial" charset="0"/>
                </a:defRPr>
              </a:lvl3pPr>
              <a:lvl4pPr marL="1600200" indent="-228600" eaLnBrk="0" hangingPunct="0">
                <a:defRPr i="1">
                  <a:solidFill>
                    <a:schemeClr val="tx1"/>
                  </a:solidFill>
                  <a:latin typeface="Arial" charset="0"/>
                  <a:cs typeface="Arial" charset="0"/>
                </a:defRPr>
              </a:lvl4pPr>
              <a:lvl5pPr marL="2057400" indent="-228600" eaLnBrk="0" hangingPunct="0">
                <a:defRPr i="1">
                  <a:solidFill>
                    <a:schemeClr val="tx1"/>
                  </a:solidFill>
                  <a:latin typeface="Arial" charset="0"/>
                  <a:cs typeface="Arial" charset="0"/>
                </a:defRPr>
              </a:lvl5pPr>
              <a:lvl6pPr marL="2514600" indent="-228600" eaLnBrk="0" fontAlgn="base" hangingPunct="0">
                <a:spcBef>
                  <a:spcPct val="0"/>
                </a:spcBef>
                <a:spcAft>
                  <a:spcPct val="0"/>
                </a:spcAft>
                <a:defRPr i="1">
                  <a:solidFill>
                    <a:schemeClr val="tx1"/>
                  </a:solidFill>
                  <a:latin typeface="Arial" charset="0"/>
                  <a:cs typeface="Arial" charset="0"/>
                </a:defRPr>
              </a:lvl6pPr>
              <a:lvl7pPr marL="2971800" indent="-228600" eaLnBrk="0" fontAlgn="base" hangingPunct="0">
                <a:spcBef>
                  <a:spcPct val="0"/>
                </a:spcBef>
                <a:spcAft>
                  <a:spcPct val="0"/>
                </a:spcAft>
                <a:defRPr i="1">
                  <a:solidFill>
                    <a:schemeClr val="tx1"/>
                  </a:solidFill>
                  <a:latin typeface="Arial" charset="0"/>
                  <a:cs typeface="Arial" charset="0"/>
                </a:defRPr>
              </a:lvl7pPr>
              <a:lvl8pPr marL="3429000" indent="-228600" eaLnBrk="0" fontAlgn="base" hangingPunct="0">
                <a:spcBef>
                  <a:spcPct val="0"/>
                </a:spcBef>
                <a:spcAft>
                  <a:spcPct val="0"/>
                </a:spcAft>
                <a:defRPr i="1">
                  <a:solidFill>
                    <a:schemeClr val="tx1"/>
                  </a:solidFill>
                  <a:latin typeface="Arial" charset="0"/>
                  <a:cs typeface="Arial" charset="0"/>
                </a:defRPr>
              </a:lvl8pPr>
              <a:lvl9pPr marL="3886200" indent="-228600" eaLnBrk="0" fontAlgn="base" hangingPunct="0">
                <a:spcBef>
                  <a:spcPct val="0"/>
                </a:spcBef>
                <a:spcAft>
                  <a:spcPct val="0"/>
                </a:spcAft>
                <a:defRPr i="1">
                  <a:solidFill>
                    <a:schemeClr val="tx1"/>
                  </a:solidFill>
                  <a:latin typeface="Arial" charset="0"/>
                  <a:cs typeface="Arial" charset="0"/>
                </a:defRPr>
              </a:lvl9pPr>
            </a:lstStyle>
            <a:p>
              <a:pPr algn="ctr"/>
              <a:r>
                <a:rPr lang="en-US" sz="2000" i="0">
                  <a:latin typeface="Times New Roman" pitchFamily="18" charset="0"/>
                </a:rPr>
                <a:t>4400</a:t>
              </a:r>
            </a:p>
          </p:txBody>
        </p:sp>
        <p:sp>
          <p:nvSpPr>
            <p:cNvPr id="17495" name="Line 25"/>
            <p:cNvSpPr>
              <a:spLocks noChangeShapeType="1"/>
            </p:cNvSpPr>
            <p:nvPr/>
          </p:nvSpPr>
          <p:spPr bwMode="auto">
            <a:xfrm>
              <a:off x="976" y="1824"/>
              <a:ext cx="272" cy="0"/>
            </a:xfrm>
            <a:prstGeom prst="line">
              <a:avLst/>
            </a:prstGeom>
            <a:noFill/>
            <a:ln w="28575">
              <a:solidFill>
                <a:schemeClr val="tx1"/>
              </a:solidFill>
              <a:round/>
              <a:headEnd type="none"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17429" name="Group 26"/>
          <p:cNvGrpSpPr>
            <a:grpSpLocks/>
          </p:cNvGrpSpPr>
          <p:nvPr/>
        </p:nvGrpSpPr>
        <p:grpSpPr bwMode="auto">
          <a:xfrm>
            <a:off x="2349500" y="3570289"/>
            <a:ext cx="1155700" cy="396875"/>
            <a:chOff x="520" y="1697"/>
            <a:chExt cx="728" cy="250"/>
          </a:xfrm>
        </p:grpSpPr>
        <p:sp>
          <p:nvSpPr>
            <p:cNvPr id="17492" name="Text Box 27"/>
            <p:cNvSpPr txBox="1">
              <a:spLocks noChangeArrowheads="1"/>
            </p:cNvSpPr>
            <p:nvPr/>
          </p:nvSpPr>
          <p:spPr bwMode="auto">
            <a:xfrm>
              <a:off x="520" y="1697"/>
              <a:ext cx="436"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1"/>
                  </a:solidFill>
                  <a:miter lim="800000"/>
                  <a:headEnd type="none" w="lg" len="lg"/>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i="1">
                  <a:solidFill>
                    <a:schemeClr val="tx1"/>
                  </a:solidFill>
                  <a:latin typeface="Arial" charset="0"/>
                  <a:cs typeface="Arial" charset="0"/>
                </a:defRPr>
              </a:lvl1pPr>
              <a:lvl2pPr marL="742950" indent="-285750" eaLnBrk="0" hangingPunct="0">
                <a:defRPr i="1">
                  <a:solidFill>
                    <a:schemeClr val="tx1"/>
                  </a:solidFill>
                  <a:latin typeface="Arial" charset="0"/>
                  <a:cs typeface="Arial" charset="0"/>
                </a:defRPr>
              </a:lvl2pPr>
              <a:lvl3pPr marL="1143000" indent="-228600" eaLnBrk="0" hangingPunct="0">
                <a:defRPr i="1">
                  <a:solidFill>
                    <a:schemeClr val="tx1"/>
                  </a:solidFill>
                  <a:latin typeface="Arial" charset="0"/>
                  <a:cs typeface="Arial" charset="0"/>
                </a:defRPr>
              </a:lvl3pPr>
              <a:lvl4pPr marL="1600200" indent="-228600" eaLnBrk="0" hangingPunct="0">
                <a:defRPr i="1">
                  <a:solidFill>
                    <a:schemeClr val="tx1"/>
                  </a:solidFill>
                  <a:latin typeface="Arial" charset="0"/>
                  <a:cs typeface="Arial" charset="0"/>
                </a:defRPr>
              </a:lvl4pPr>
              <a:lvl5pPr marL="2057400" indent="-228600" eaLnBrk="0" hangingPunct="0">
                <a:defRPr i="1">
                  <a:solidFill>
                    <a:schemeClr val="tx1"/>
                  </a:solidFill>
                  <a:latin typeface="Arial" charset="0"/>
                  <a:cs typeface="Arial" charset="0"/>
                </a:defRPr>
              </a:lvl5pPr>
              <a:lvl6pPr marL="2514600" indent="-228600" eaLnBrk="0" fontAlgn="base" hangingPunct="0">
                <a:spcBef>
                  <a:spcPct val="0"/>
                </a:spcBef>
                <a:spcAft>
                  <a:spcPct val="0"/>
                </a:spcAft>
                <a:defRPr i="1">
                  <a:solidFill>
                    <a:schemeClr val="tx1"/>
                  </a:solidFill>
                  <a:latin typeface="Arial" charset="0"/>
                  <a:cs typeface="Arial" charset="0"/>
                </a:defRPr>
              </a:lvl6pPr>
              <a:lvl7pPr marL="2971800" indent="-228600" eaLnBrk="0" fontAlgn="base" hangingPunct="0">
                <a:spcBef>
                  <a:spcPct val="0"/>
                </a:spcBef>
                <a:spcAft>
                  <a:spcPct val="0"/>
                </a:spcAft>
                <a:defRPr i="1">
                  <a:solidFill>
                    <a:schemeClr val="tx1"/>
                  </a:solidFill>
                  <a:latin typeface="Arial" charset="0"/>
                  <a:cs typeface="Arial" charset="0"/>
                </a:defRPr>
              </a:lvl7pPr>
              <a:lvl8pPr marL="3429000" indent="-228600" eaLnBrk="0" fontAlgn="base" hangingPunct="0">
                <a:spcBef>
                  <a:spcPct val="0"/>
                </a:spcBef>
                <a:spcAft>
                  <a:spcPct val="0"/>
                </a:spcAft>
                <a:defRPr i="1">
                  <a:solidFill>
                    <a:schemeClr val="tx1"/>
                  </a:solidFill>
                  <a:latin typeface="Arial" charset="0"/>
                  <a:cs typeface="Arial" charset="0"/>
                </a:defRPr>
              </a:lvl8pPr>
              <a:lvl9pPr marL="3886200" indent="-228600" eaLnBrk="0" fontAlgn="base" hangingPunct="0">
                <a:spcBef>
                  <a:spcPct val="0"/>
                </a:spcBef>
                <a:spcAft>
                  <a:spcPct val="0"/>
                </a:spcAft>
                <a:defRPr i="1">
                  <a:solidFill>
                    <a:schemeClr val="tx1"/>
                  </a:solidFill>
                  <a:latin typeface="Arial" charset="0"/>
                  <a:cs typeface="Arial" charset="0"/>
                </a:defRPr>
              </a:lvl9pPr>
            </a:lstStyle>
            <a:p>
              <a:pPr algn="ctr"/>
              <a:r>
                <a:rPr lang="en-US" sz="2000" i="0">
                  <a:latin typeface="Times New Roman" pitchFamily="18" charset="0"/>
                </a:rPr>
                <a:t>6000</a:t>
              </a:r>
            </a:p>
          </p:txBody>
        </p:sp>
        <p:sp>
          <p:nvSpPr>
            <p:cNvPr id="17493" name="Line 28"/>
            <p:cNvSpPr>
              <a:spLocks noChangeShapeType="1"/>
            </p:cNvSpPr>
            <p:nvPr/>
          </p:nvSpPr>
          <p:spPr bwMode="auto">
            <a:xfrm>
              <a:off x="976" y="1824"/>
              <a:ext cx="272" cy="0"/>
            </a:xfrm>
            <a:prstGeom prst="line">
              <a:avLst/>
            </a:prstGeom>
            <a:noFill/>
            <a:ln w="28575">
              <a:solidFill>
                <a:schemeClr val="tx1"/>
              </a:solidFill>
              <a:round/>
              <a:headEnd type="none"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17430" name="Group 29"/>
          <p:cNvGrpSpPr>
            <a:grpSpLocks/>
          </p:cNvGrpSpPr>
          <p:nvPr/>
        </p:nvGrpSpPr>
        <p:grpSpPr bwMode="auto">
          <a:xfrm>
            <a:off x="2336800" y="4014789"/>
            <a:ext cx="1155700" cy="396875"/>
            <a:chOff x="520" y="1697"/>
            <a:chExt cx="728" cy="250"/>
          </a:xfrm>
        </p:grpSpPr>
        <p:sp>
          <p:nvSpPr>
            <p:cNvPr id="17490" name="Text Box 30"/>
            <p:cNvSpPr txBox="1">
              <a:spLocks noChangeArrowheads="1"/>
            </p:cNvSpPr>
            <p:nvPr/>
          </p:nvSpPr>
          <p:spPr bwMode="auto">
            <a:xfrm>
              <a:off x="520" y="1697"/>
              <a:ext cx="436"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1"/>
                  </a:solidFill>
                  <a:miter lim="800000"/>
                  <a:headEnd type="none" w="lg" len="lg"/>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i="1">
                  <a:solidFill>
                    <a:schemeClr val="tx1"/>
                  </a:solidFill>
                  <a:latin typeface="Arial" charset="0"/>
                  <a:cs typeface="Arial" charset="0"/>
                </a:defRPr>
              </a:lvl1pPr>
              <a:lvl2pPr marL="742950" indent="-285750" eaLnBrk="0" hangingPunct="0">
                <a:defRPr i="1">
                  <a:solidFill>
                    <a:schemeClr val="tx1"/>
                  </a:solidFill>
                  <a:latin typeface="Arial" charset="0"/>
                  <a:cs typeface="Arial" charset="0"/>
                </a:defRPr>
              </a:lvl2pPr>
              <a:lvl3pPr marL="1143000" indent="-228600" eaLnBrk="0" hangingPunct="0">
                <a:defRPr i="1">
                  <a:solidFill>
                    <a:schemeClr val="tx1"/>
                  </a:solidFill>
                  <a:latin typeface="Arial" charset="0"/>
                  <a:cs typeface="Arial" charset="0"/>
                </a:defRPr>
              </a:lvl3pPr>
              <a:lvl4pPr marL="1600200" indent="-228600" eaLnBrk="0" hangingPunct="0">
                <a:defRPr i="1">
                  <a:solidFill>
                    <a:schemeClr val="tx1"/>
                  </a:solidFill>
                  <a:latin typeface="Arial" charset="0"/>
                  <a:cs typeface="Arial" charset="0"/>
                </a:defRPr>
              </a:lvl4pPr>
              <a:lvl5pPr marL="2057400" indent="-228600" eaLnBrk="0" hangingPunct="0">
                <a:defRPr i="1">
                  <a:solidFill>
                    <a:schemeClr val="tx1"/>
                  </a:solidFill>
                  <a:latin typeface="Arial" charset="0"/>
                  <a:cs typeface="Arial" charset="0"/>
                </a:defRPr>
              </a:lvl5pPr>
              <a:lvl6pPr marL="2514600" indent="-228600" eaLnBrk="0" fontAlgn="base" hangingPunct="0">
                <a:spcBef>
                  <a:spcPct val="0"/>
                </a:spcBef>
                <a:spcAft>
                  <a:spcPct val="0"/>
                </a:spcAft>
                <a:defRPr i="1">
                  <a:solidFill>
                    <a:schemeClr val="tx1"/>
                  </a:solidFill>
                  <a:latin typeface="Arial" charset="0"/>
                  <a:cs typeface="Arial" charset="0"/>
                </a:defRPr>
              </a:lvl6pPr>
              <a:lvl7pPr marL="2971800" indent="-228600" eaLnBrk="0" fontAlgn="base" hangingPunct="0">
                <a:spcBef>
                  <a:spcPct val="0"/>
                </a:spcBef>
                <a:spcAft>
                  <a:spcPct val="0"/>
                </a:spcAft>
                <a:defRPr i="1">
                  <a:solidFill>
                    <a:schemeClr val="tx1"/>
                  </a:solidFill>
                  <a:latin typeface="Arial" charset="0"/>
                  <a:cs typeface="Arial" charset="0"/>
                </a:defRPr>
              </a:lvl7pPr>
              <a:lvl8pPr marL="3429000" indent="-228600" eaLnBrk="0" fontAlgn="base" hangingPunct="0">
                <a:spcBef>
                  <a:spcPct val="0"/>
                </a:spcBef>
                <a:spcAft>
                  <a:spcPct val="0"/>
                </a:spcAft>
                <a:defRPr i="1">
                  <a:solidFill>
                    <a:schemeClr val="tx1"/>
                  </a:solidFill>
                  <a:latin typeface="Arial" charset="0"/>
                  <a:cs typeface="Arial" charset="0"/>
                </a:defRPr>
              </a:lvl8pPr>
              <a:lvl9pPr marL="3886200" indent="-228600" eaLnBrk="0" fontAlgn="base" hangingPunct="0">
                <a:spcBef>
                  <a:spcPct val="0"/>
                </a:spcBef>
                <a:spcAft>
                  <a:spcPct val="0"/>
                </a:spcAft>
                <a:defRPr i="1">
                  <a:solidFill>
                    <a:schemeClr val="tx1"/>
                  </a:solidFill>
                  <a:latin typeface="Arial" charset="0"/>
                  <a:cs typeface="Arial" charset="0"/>
                </a:defRPr>
              </a:lvl9pPr>
            </a:lstStyle>
            <a:p>
              <a:pPr algn="ctr"/>
              <a:r>
                <a:rPr lang="en-US" sz="2000" i="0">
                  <a:latin typeface="Times New Roman" pitchFamily="18" charset="0"/>
                </a:rPr>
                <a:t>4400</a:t>
              </a:r>
            </a:p>
          </p:txBody>
        </p:sp>
        <p:sp>
          <p:nvSpPr>
            <p:cNvPr id="17491" name="Line 31"/>
            <p:cNvSpPr>
              <a:spLocks noChangeShapeType="1"/>
            </p:cNvSpPr>
            <p:nvPr/>
          </p:nvSpPr>
          <p:spPr bwMode="auto">
            <a:xfrm>
              <a:off x="976" y="1824"/>
              <a:ext cx="272" cy="0"/>
            </a:xfrm>
            <a:prstGeom prst="line">
              <a:avLst/>
            </a:prstGeom>
            <a:noFill/>
            <a:ln w="28575">
              <a:solidFill>
                <a:schemeClr val="tx1"/>
              </a:solidFill>
              <a:round/>
              <a:headEnd type="none"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17431" name="Group 32"/>
          <p:cNvGrpSpPr>
            <a:grpSpLocks/>
          </p:cNvGrpSpPr>
          <p:nvPr/>
        </p:nvGrpSpPr>
        <p:grpSpPr bwMode="auto">
          <a:xfrm>
            <a:off x="2336800" y="4471989"/>
            <a:ext cx="1155700" cy="396875"/>
            <a:chOff x="520" y="1697"/>
            <a:chExt cx="728" cy="250"/>
          </a:xfrm>
        </p:grpSpPr>
        <p:sp>
          <p:nvSpPr>
            <p:cNvPr id="17488" name="Text Box 33"/>
            <p:cNvSpPr txBox="1">
              <a:spLocks noChangeArrowheads="1"/>
            </p:cNvSpPr>
            <p:nvPr/>
          </p:nvSpPr>
          <p:spPr bwMode="auto">
            <a:xfrm>
              <a:off x="520" y="1697"/>
              <a:ext cx="436"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1"/>
                  </a:solidFill>
                  <a:miter lim="800000"/>
                  <a:headEnd type="none" w="lg" len="lg"/>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i="1">
                  <a:solidFill>
                    <a:schemeClr val="tx1"/>
                  </a:solidFill>
                  <a:latin typeface="Arial" charset="0"/>
                  <a:cs typeface="Arial" charset="0"/>
                </a:defRPr>
              </a:lvl1pPr>
              <a:lvl2pPr marL="742950" indent="-285750" eaLnBrk="0" hangingPunct="0">
                <a:defRPr i="1">
                  <a:solidFill>
                    <a:schemeClr val="tx1"/>
                  </a:solidFill>
                  <a:latin typeface="Arial" charset="0"/>
                  <a:cs typeface="Arial" charset="0"/>
                </a:defRPr>
              </a:lvl2pPr>
              <a:lvl3pPr marL="1143000" indent="-228600" eaLnBrk="0" hangingPunct="0">
                <a:defRPr i="1">
                  <a:solidFill>
                    <a:schemeClr val="tx1"/>
                  </a:solidFill>
                  <a:latin typeface="Arial" charset="0"/>
                  <a:cs typeface="Arial" charset="0"/>
                </a:defRPr>
              </a:lvl3pPr>
              <a:lvl4pPr marL="1600200" indent="-228600" eaLnBrk="0" hangingPunct="0">
                <a:defRPr i="1">
                  <a:solidFill>
                    <a:schemeClr val="tx1"/>
                  </a:solidFill>
                  <a:latin typeface="Arial" charset="0"/>
                  <a:cs typeface="Arial" charset="0"/>
                </a:defRPr>
              </a:lvl4pPr>
              <a:lvl5pPr marL="2057400" indent="-228600" eaLnBrk="0" hangingPunct="0">
                <a:defRPr i="1">
                  <a:solidFill>
                    <a:schemeClr val="tx1"/>
                  </a:solidFill>
                  <a:latin typeface="Arial" charset="0"/>
                  <a:cs typeface="Arial" charset="0"/>
                </a:defRPr>
              </a:lvl5pPr>
              <a:lvl6pPr marL="2514600" indent="-228600" eaLnBrk="0" fontAlgn="base" hangingPunct="0">
                <a:spcBef>
                  <a:spcPct val="0"/>
                </a:spcBef>
                <a:spcAft>
                  <a:spcPct val="0"/>
                </a:spcAft>
                <a:defRPr i="1">
                  <a:solidFill>
                    <a:schemeClr val="tx1"/>
                  </a:solidFill>
                  <a:latin typeface="Arial" charset="0"/>
                  <a:cs typeface="Arial" charset="0"/>
                </a:defRPr>
              </a:lvl6pPr>
              <a:lvl7pPr marL="2971800" indent="-228600" eaLnBrk="0" fontAlgn="base" hangingPunct="0">
                <a:spcBef>
                  <a:spcPct val="0"/>
                </a:spcBef>
                <a:spcAft>
                  <a:spcPct val="0"/>
                </a:spcAft>
                <a:defRPr i="1">
                  <a:solidFill>
                    <a:schemeClr val="tx1"/>
                  </a:solidFill>
                  <a:latin typeface="Arial" charset="0"/>
                  <a:cs typeface="Arial" charset="0"/>
                </a:defRPr>
              </a:lvl7pPr>
              <a:lvl8pPr marL="3429000" indent="-228600" eaLnBrk="0" fontAlgn="base" hangingPunct="0">
                <a:spcBef>
                  <a:spcPct val="0"/>
                </a:spcBef>
                <a:spcAft>
                  <a:spcPct val="0"/>
                </a:spcAft>
                <a:defRPr i="1">
                  <a:solidFill>
                    <a:schemeClr val="tx1"/>
                  </a:solidFill>
                  <a:latin typeface="Arial" charset="0"/>
                  <a:cs typeface="Arial" charset="0"/>
                </a:defRPr>
              </a:lvl8pPr>
              <a:lvl9pPr marL="3886200" indent="-228600" eaLnBrk="0" fontAlgn="base" hangingPunct="0">
                <a:spcBef>
                  <a:spcPct val="0"/>
                </a:spcBef>
                <a:spcAft>
                  <a:spcPct val="0"/>
                </a:spcAft>
                <a:defRPr i="1">
                  <a:solidFill>
                    <a:schemeClr val="tx1"/>
                  </a:solidFill>
                  <a:latin typeface="Arial" charset="0"/>
                  <a:cs typeface="Arial" charset="0"/>
                </a:defRPr>
              </a:lvl9pPr>
            </a:lstStyle>
            <a:p>
              <a:pPr algn="ctr"/>
              <a:r>
                <a:rPr lang="en-US" sz="2000" i="0">
                  <a:latin typeface="Times New Roman" pitchFamily="18" charset="0"/>
                </a:rPr>
                <a:t>5700</a:t>
              </a:r>
            </a:p>
          </p:txBody>
        </p:sp>
        <p:sp>
          <p:nvSpPr>
            <p:cNvPr id="17489" name="Line 34"/>
            <p:cNvSpPr>
              <a:spLocks noChangeShapeType="1"/>
            </p:cNvSpPr>
            <p:nvPr/>
          </p:nvSpPr>
          <p:spPr bwMode="auto">
            <a:xfrm>
              <a:off x="976" y="1824"/>
              <a:ext cx="272" cy="0"/>
            </a:xfrm>
            <a:prstGeom prst="line">
              <a:avLst/>
            </a:prstGeom>
            <a:noFill/>
            <a:ln w="28575">
              <a:solidFill>
                <a:schemeClr val="tx1"/>
              </a:solidFill>
              <a:round/>
              <a:headEnd type="none"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17432" name="Group 35"/>
          <p:cNvGrpSpPr>
            <a:grpSpLocks/>
          </p:cNvGrpSpPr>
          <p:nvPr/>
        </p:nvGrpSpPr>
        <p:grpSpPr bwMode="auto">
          <a:xfrm>
            <a:off x="2336800" y="4941889"/>
            <a:ext cx="1155700" cy="396875"/>
            <a:chOff x="520" y="1697"/>
            <a:chExt cx="728" cy="250"/>
          </a:xfrm>
        </p:grpSpPr>
        <p:sp>
          <p:nvSpPr>
            <p:cNvPr id="17486" name="Text Box 36"/>
            <p:cNvSpPr txBox="1">
              <a:spLocks noChangeArrowheads="1"/>
            </p:cNvSpPr>
            <p:nvPr/>
          </p:nvSpPr>
          <p:spPr bwMode="auto">
            <a:xfrm>
              <a:off x="520" y="1697"/>
              <a:ext cx="436"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1"/>
                  </a:solidFill>
                  <a:miter lim="800000"/>
                  <a:headEnd type="none" w="lg" len="lg"/>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i="1">
                  <a:solidFill>
                    <a:schemeClr val="tx1"/>
                  </a:solidFill>
                  <a:latin typeface="Arial" charset="0"/>
                  <a:cs typeface="Arial" charset="0"/>
                </a:defRPr>
              </a:lvl1pPr>
              <a:lvl2pPr marL="742950" indent="-285750" eaLnBrk="0" hangingPunct="0">
                <a:defRPr i="1">
                  <a:solidFill>
                    <a:schemeClr val="tx1"/>
                  </a:solidFill>
                  <a:latin typeface="Arial" charset="0"/>
                  <a:cs typeface="Arial" charset="0"/>
                </a:defRPr>
              </a:lvl2pPr>
              <a:lvl3pPr marL="1143000" indent="-228600" eaLnBrk="0" hangingPunct="0">
                <a:defRPr i="1">
                  <a:solidFill>
                    <a:schemeClr val="tx1"/>
                  </a:solidFill>
                  <a:latin typeface="Arial" charset="0"/>
                  <a:cs typeface="Arial" charset="0"/>
                </a:defRPr>
              </a:lvl3pPr>
              <a:lvl4pPr marL="1600200" indent="-228600" eaLnBrk="0" hangingPunct="0">
                <a:defRPr i="1">
                  <a:solidFill>
                    <a:schemeClr val="tx1"/>
                  </a:solidFill>
                  <a:latin typeface="Arial" charset="0"/>
                  <a:cs typeface="Arial" charset="0"/>
                </a:defRPr>
              </a:lvl4pPr>
              <a:lvl5pPr marL="2057400" indent="-228600" eaLnBrk="0" hangingPunct="0">
                <a:defRPr i="1">
                  <a:solidFill>
                    <a:schemeClr val="tx1"/>
                  </a:solidFill>
                  <a:latin typeface="Arial" charset="0"/>
                  <a:cs typeface="Arial" charset="0"/>
                </a:defRPr>
              </a:lvl5pPr>
              <a:lvl6pPr marL="2514600" indent="-228600" eaLnBrk="0" fontAlgn="base" hangingPunct="0">
                <a:spcBef>
                  <a:spcPct val="0"/>
                </a:spcBef>
                <a:spcAft>
                  <a:spcPct val="0"/>
                </a:spcAft>
                <a:defRPr i="1">
                  <a:solidFill>
                    <a:schemeClr val="tx1"/>
                  </a:solidFill>
                  <a:latin typeface="Arial" charset="0"/>
                  <a:cs typeface="Arial" charset="0"/>
                </a:defRPr>
              </a:lvl6pPr>
              <a:lvl7pPr marL="2971800" indent="-228600" eaLnBrk="0" fontAlgn="base" hangingPunct="0">
                <a:spcBef>
                  <a:spcPct val="0"/>
                </a:spcBef>
                <a:spcAft>
                  <a:spcPct val="0"/>
                </a:spcAft>
                <a:defRPr i="1">
                  <a:solidFill>
                    <a:schemeClr val="tx1"/>
                  </a:solidFill>
                  <a:latin typeface="Arial" charset="0"/>
                  <a:cs typeface="Arial" charset="0"/>
                </a:defRPr>
              </a:lvl7pPr>
              <a:lvl8pPr marL="3429000" indent="-228600" eaLnBrk="0" fontAlgn="base" hangingPunct="0">
                <a:spcBef>
                  <a:spcPct val="0"/>
                </a:spcBef>
                <a:spcAft>
                  <a:spcPct val="0"/>
                </a:spcAft>
                <a:defRPr i="1">
                  <a:solidFill>
                    <a:schemeClr val="tx1"/>
                  </a:solidFill>
                  <a:latin typeface="Arial" charset="0"/>
                  <a:cs typeface="Arial" charset="0"/>
                </a:defRPr>
              </a:lvl8pPr>
              <a:lvl9pPr marL="3886200" indent="-228600" eaLnBrk="0" fontAlgn="base" hangingPunct="0">
                <a:spcBef>
                  <a:spcPct val="0"/>
                </a:spcBef>
                <a:spcAft>
                  <a:spcPct val="0"/>
                </a:spcAft>
                <a:defRPr i="1">
                  <a:solidFill>
                    <a:schemeClr val="tx1"/>
                  </a:solidFill>
                  <a:latin typeface="Arial" charset="0"/>
                  <a:cs typeface="Arial" charset="0"/>
                </a:defRPr>
              </a:lvl9pPr>
            </a:lstStyle>
            <a:p>
              <a:pPr algn="ctr"/>
              <a:r>
                <a:rPr lang="en-US" sz="2000" i="0">
                  <a:latin typeface="Times New Roman" pitchFamily="18" charset="0"/>
                </a:rPr>
                <a:t>4600</a:t>
              </a:r>
            </a:p>
          </p:txBody>
        </p:sp>
        <p:sp>
          <p:nvSpPr>
            <p:cNvPr id="17487" name="Line 37"/>
            <p:cNvSpPr>
              <a:spLocks noChangeShapeType="1"/>
            </p:cNvSpPr>
            <p:nvPr/>
          </p:nvSpPr>
          <p:spPr bwMode="auto">
            <a:xfrm>
              <a:off x="976" y="1824"/>
              <a:ext cx="272" cy="0"/>
            </a:xfrm>
            <a:prstGeom prst="line">
              <a:avLst/>
            </a:prstGeom>
            <a:noFill/>
            <a:ln w="28575">
              <a:solidFill>
                <a:schemeClr val="tx1"/>
              </a:solidFill>
              <a:round/>
              <a:headEnd type="none"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17433" name="Group 38"/>
          <p:cNvGrpSpPr>
            <a:grpSpLocks/>
          </p:cNvGrpSpPr>
          <p:nvPr/>
        </p:nvGrpSpPr>
        <p:grpSpPr bwMode="auto">
          <a:xfrm>
            <a:off x="2349500" y="5411789"/>
            <a:ext cx="1155700" cy="396875"/>
            <a:chOff x="520" y="1697"/>
            <a:chExt cx="728" cy="250"/>
          </a:xfrm>
        </p:grpSpPr>
        <p:sp>
          <p:nvSpPr>
            <p:cNvPr id="17484" name="Text Box 39"/>
            <p:cNvSpPr txBox="1">
              <a:spLocks noChangeArrowheads="1"/>
            </p:cNvSpPr>
            <p:nvPr/>
          </p:nvSpPr>
          <p:spPr bwMode="auto">
            <a:xfrm>
              <a:off x="520" y="1697"/>
              <a:ext cx="436"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1"/>
                  </a:solidFill>
                  <a:miter lim="800000"/>
                  <a:headEnd type="none" w="lg" len="lg"/>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i="1">
                  <a:solidFill>
                    <a:schemeClr val="tx1"/>
                  </a:solidFill>
                  <a:latin typeface="Arial" charset="0"/>
                  <a:cs typeface="Arial" charset="0"/>
                </a:defRPr>
              </a:lvl1pPr>
              <a:lvl2pPr marL="742950" indent="-285750" eaLnBrk="0" hangingPunct="0">
                <a:defRPr i="1">
                  <a:solidFill>
                    <a:schemeClr val="tx1"/>
                  </a:solidFill>
                  <a:latin typeface="Arial" charset="0"/>
                  <a:cs typeface="Arial" charset="0"/>
                </a:defRPr>
              </a:lvl2pPr>
              <a:lvl3pPr marL="1143000" indent="-228600" eaLnBrk="0" hangingPunct="0">
                <a:defRPr i="1">
                  <a:solidFill>
                    <a:schemeClr val="tx1"/>
                  </a:solidFill>
                  <a:latin typeface="Arial" charset="0"/>
                  <a:cs typeface="Arial" charset="0"/>
                </a:defRPr>
              </a:lvl3pPr>
              <a:lvl4pPr marL="1600200" indent="-228600" eaLnBrk="0" hangingPunct="0">
                <a:defRPr i="1">
                  <a:solidFill>
                    <a:schemeClr val="tx1"/>
                  </a:solidFill>
                  <a:latin typeface="Arial" charset="0"/>
                  <a:cs typeface="Arial" charset="0"/>
                </a:defRPr>
              </a:lvl4pPr>
              <a:lvl5pPr marL="2057400" indent="-228600" eaLnBrk="0" hangingPunct="0">
                <a:defRPr i="1">
                  <a:solidFill>
                    <a:schemeClr val="tx1"/>
                  </a:solidFill>
                  <a:latin typeface="Arial" charset="0"/>
                  <a:cs typeface="Arial" charset="0"/>
                </a:defRPr>
              </a:lvl5pPr>
              <a:lvl6pPr marL="2514600" indent="-228600" eaLnBrk="0" fontAlgn="base" hangingPunct="0">
                <a:spcBef>
                  <a:spcPct val="0"/>
                </a:spcBef>
                <a:spcAft>
                  <a:spcPct val="0"/>
                </a:spcAft>
                <a:defRPr i="1">
                  <a:solidFill>
                    <a:schemeClr val="tx1"/>
                  </a:solidFill>
                  <a:latin typeface="Arial" charset="0"/>
                  <a:cs typeface="Arial" charset="0"/>
                </a:defRPr>
              </a:lvl6pPr>
              <a:lvl7pPr marL="2971800" indent="-228600" eaLnBrk="0" fontAlgn="base" hangingPunct="0">
                <a:spcBef>
                  <a:spcPct val="0"/>
                </a:spcBef>
                <a:spcAft>
                  <a:spcPct val="0"/>
                </a:spcAft>
                <a:defRPr i="1">
                  <a:solidFill>
                    <a:schemeClr val="tx1"/>
                  </a:solidFill>
                  <a:latin typeface="Arial" charset="0"/>
                  <a:cs typeface="Arial" charset="0"/>
                </a:defRPr>
              </a:lvl7pPr>
              <a:lvl8pPr marL="3429000" indent="-228600" eaLnBrk="0" fontAlgn="base" hangingPunct="0">
                <a:spcBef>
                  <a:spcPct val="0"/>
                </a:spcBef>
                <a:spcAft>
                  <a:spcPct val="0"/>
                </a:spcAft>
                <a:defRPr i="1">
                  <a:solidFill>
                    <a:schemeClr val="tx1"/>
                  </a:solidFill>
                  <a:latin typeface="Arial" charset="0"/>
                  <a:cs typeface="Arial" charset="0"/>
                </a:defRPr>
              </a:lvl8pPr>
              <a:lvl9pPr marL="3886200" indent="-228600" eaLnBrk="0" fontAlgn="base" hangingPunct="0">
                <a:spcBef>
                  <a:spcPct val="0"/>
                </a:spcBef>
                <a:spcAft>
                  <a:spcPct val="0"/>
                </a:spcAft>
                <a:defRPr i="1">
                  <a:solidFill>
                    <a:schemeClr val="tx1"/>
                  </a:solidFill>
                  <a:latin typeface="Arial" charset="0"/>
                  <a:cs typeface="Arial" charset="0"/>
                </a:defRPr>
              </a:lvl9pPr>
            </a:lstStyle>
            <a:p>
              <a:pPr algn="ctr"/>
              <a:r>
                <a:rPr lang="en-US" sz="2000" i="0">
                  <a:latin typeface="Times New Roman" pitchFamily="18" charset="0"/>
                </a:rPr>
                <a:t>6200</a:t>
              </a:r>
            </a:p>
          </p:txBody>
        </p:sp>
        <p:sp>
          <p:nvSpPr>
            <p:cNvPr id="17485" name="Line 40"/>
            <p:cNvSpPr>
              <a:spLocks noChangeShapeType="1"/>
            </p:cNvSpPr>
            <p:nvPr/>
          </p:nvSpPr>
          <p:spPr bwMode="auto">
            <a:xfrm>
              <a:off x="976" y="1824"/>
              <a:ext cx="272" cy="0"/>
            </a:xfrm>
            <a:prstGeom prst="line">
              <a:avLst/>
            </a:prstGeom>
            <a:noFill/>
            <a:ln w="28575">
              <a:solidFill>
                <a:schemeClr val="tx1"/>
              </a:solidFill>
              <a:round/>
              <a:headEnd type="none"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17434" name="Rectangle 45" descr="Dark upward diagonal"/>
          <p:cNvSpPr>
            <a:spLocks noChangeArrowheads="1"/>
          </p:cNvSpPr>
          <p:nvPr/>
        </p:nvSpPr>
        <p:spPr bwMode="auto">
          <a:xfrm>
            <a:off x="3530600" y="2781300"/>
            <a:ext cx="673100" cy="228600"/>
          </a:xfrm>
          <a:prstGeom prst="rect">
            <a:avLst/>
          </a:prstGeom>
          <a:pattFill prst="dkUpDiag">
            <a:fgClr>
              <a:srgbClr val="0000FF"/>
            </a:fgClr>
            <a:bgClr>
              <a:schemeClr val="bg1"/>
            </a:bgClr>
          </a:pattFill>
          <a:ln w="28575">
            <a:solidFill>
              <a:schemeClr val="tx1"/>
            </a:solidFill>
            <a:miter lim="800000"/>
            <a:headEnd type="none" w="lg" len="lg"/>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7435" name="Rectangle 46" descr="Dark downward diagonal"/>
          <p:cNvSpPr>
            <a:spLocks noChangeArrowheads="1"/>
          </p:cNvSpPr>
          <p:nvPr/>
        </p:nvSpPr>
        <p:spPr bwMode="auto">
          <a:xfrm>
            <a:off x="3530600" y="3225800"/>
            <a:ext cx="673100" cy="228600"/>
          </a:xfrm>
          <a:prstGeom prst="rect">
            <a:avLst/>
          </a:prstGeom>
          <a:pattFill prst="dkDnDiag">
            <a:fgClr>
              <a:srgbClr val="0000FF"/>
            </a:fgClr>
            <a:bgClr>
              <a:schemeClr val="bg1"/>
            </a:bgClr>
          </a:pattFill>
          <a:ln w="28575">
            <a:solidFill>
              <a:schemeClr val="tx1"/>
            </a:solidFill>
            <a:miter lim="800000"/>
            <a:headEnd type="none" w="lg" len="lg"/>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7436" name="Rectangle 47" descr="Dark upward diagonal"/>
          <p:cNvSpPr>
            <a:spLocks noChangeArrowheads="1"/>
          </p:cNvSpPr>
          <p:nvPr/>
        </p:nvSpPr>
        <p:spPr bwMode="auto">
          <a:xfrm>
            <a:off x="3530600" y="4102100"/>
            <a:ext cx="673100" cy="228600"/>
          </a:xfrm>
          <a:prstGeom prst="rect">
            <a:avLst/>
          </a:prstGeom>
          <a:pattFill prst="dkUpDiag">
            <a:fgClr>
              <a:srgbClr val="33CC33"/>
            </a:fgClr>
            <a:bgClr>
              <a:schemeClr val="bg1"/>
            </a:bgClr>
          </a:pattFill>
          <a:ln w="28575">
            <a:solidFill>
              <a:schemeClr val="tx1"/>
            </a:solidFill>
            <a:miter lim="800000"/>
            <a:headEnd type="none" w="lg" len="lg"/>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7437" name="Rectangle 48" descr="Dark downward diagonal"/>
          <p:cNvSpPr>
            <a:spLocks noChangeArrowheads="1"/>
          </p:cNvSpPr>
          <p:nvPr/>
        </p:nvSpPr>
        <p:spPr bwMode="auto">
          <a:xfrm>
            <a:off x="3530600" y="4559300"/>
            <a:ext cx="673100" cy="228600"/>
          </a:xfrm>
          <a:prstGeom prst="rect">
            <a:avLst/>
          </a:prstGeom>
          <a:pattFill prst="dkDnDiag">
            <a:fgClr>
              <a:srgbClr val="33CC33"/>
            </a:fgClr>
            <a:bgClr>
              <a:schemeClr val="bg1"/>
            </a:bgClr>
          </a:pattFill>
          <a:ln w="28575">
            <a:solidFill>
              <a:schemeClr val="tx1"/>
            </a:solidFill>
            <a:miter lim="800000"/>
            <a:headEnd type="none" w="lg" len="lg"/>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7438" name="Rectangle 49" descr="Dark upward diagonal"/>
          <p:cNvSpPr>
            <a:spLocks noChangeArrowheads="1"/>
          </p:cNvSpPr>
          <p:nvPr/>
        </p:nvSpPr>
        <p:spPr bwMode="auto">
          <a:xfrm>
            <a:off x="3530600" y="5029200"/>
            <a:ext cx="673100" cy="228600"/>
          </a:xfrm>
          <a:prstGeom prst="rect">
            <a:avLst/>
          </a:prstGeom>
          <a:pattFill prst="dkUpDiag">
            <a:fgClr>
              <a:srgbClr val="FF33CC"/>
            </a:fgClr>
            <a:bgClr>
              <a:schemeClr val="bg1"/>
            </a:bgClr>
          </a:pattFill>
          <a:ln w="28575">
            <a:solidFill>
              <a:schemeClr val="tx1"/>
            </a:solidFill>
            <a:miter lim="800000"/>
            <a:headEnd type="none" w="lg" len="lg"/>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7439" name="Rectangle 50" descr="Light horizontal"/>
          <p:cNvSpPr>
            <a:spLocks noChangeArrowheads="1"/>
          </p:cNvSpPr>
          <p:nvPr/>
        </p:nvSpPr>
        <p:spPr bwMode="auto">
          <a:xfrm>
            <a:off x="3517900" y="5499100"/>
            <a:ext cx="673100" cy="228600"/>
          </a:xfrm>
          <a:prstGeom prst="rect">
            <a:avLst/>
          </a:prstGeom>
          <a:pattFill prst="ltHorz">
            <a:fgClr>
              <a:srgbClr val="FF33CC"/>
            </a:fgClr>
            <a:bgClr>
              <a:schemeClr val="bg1"/>
            </a:bgClr>
          </a:pattFill>
          <a:ln w="28575">
            <a:solidFill>
              <a:schemeClr val="tx1"/>
            </a:solidFill>
            <a:miter lim="800000"/>
            <a:headEnd type="none" w="lg" len="lg"/>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7440" name="Rectangle 51" descr="Light horizontal"/>
          <p:cNvSpPr>
            <a:spLocks noChangeArrowheads="1"/>
          </p:cNvSpPr>
          <p:nvPr/>
        </p:nvSpPr>
        <p:spPr bwMode="auto">
          <a:xfrm>
            <a:off x="3517900" y="3657600"/>
            <a:ext cx="673100" cy="228600"/>
          </a:xfrm>
          <a:prstGeom prst="rect">
            <a:avLst/>
          </a:prstGeom>
          <a:pattFill prst="ltHorz">
            <a:fgClr>
              <a:srgbClr val="0000FF"/>
            </a:fgClr>
            <a:bgClr>
              <a:schemeClr val="bg1"/>
            </a:bgClr>
          </a:pattFill>
          <a:ln w="28575">
            <a:solidFill>
              <a:schemeClr val="tx1"/>
            </a:solidFill>
            <a:miter lim="800000"/>
            <a:headEnd type="none" w="lg" len="lg"/>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7441" name="Rectangle 52" descr="Dark upward diagonal"/>
          <p:cNvSpPr>
            <a:spLocks noChangeArrowheads="1"/>
          </p:cNvSpPr>
          <p:nvPr/>
        </p:nvSpPr>
        <p:spPr bwMode="auto">
          <a:xfrm>
            <a:off x="8915400" y="2540000"/>
            <a:ext cx="673100" cy="228600"/>
          </a:xfrm>
          <a:prstGeom prst="rect">
            <a:avLst/>
          </a:prstGeom>
          <a:pattFill prst="dkUpDiag">
            <a:fgClr>
              <a:srgbClr val="FE9B03"/>
            </a:fgClr>
            <a:bgClr>
              <a:schemeClr val="bg1"/>
            </a:bgClr>
          </a:pattFill>
          <a:ln w="28575">
            <a:solidFill>
              <a:schemeClr val="tx1"/>
            </a:solidFill>
            <a:miter lim="800000"/>
            <a:headEnd type="none" w="lg" len="lg"/>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7442" name="Rectangle 53" descr="Dark downward diagonal"/>
          <p:cNvSpPr>
            <a:spLocks noChangeArrowheads="1"/>
          </p:cNvSpPr>
          <p:nvPr/>
        </p:nvSpPr>
        <p:spPr bwMode="auto">
          <a:xfrm>
            <a:off x="8915400" y="2946400"/>
            <a:ext cx="673100" cy="228600"/>
          </a:xfrm>
          <a:prstGeom prst="rect">
            <a:avLst/>
          </a:prstGeom>
          <a:pattFill prst="dkDnDiag">
            <a:fgClr>
              <a:srgbClr val="FE9B03"/>
            </a:fgClr>
            <a:bgClr>
              <a:schemeClr val="bg1"/>
            </a:bgClr>
          </a:pattFill>
          <a:ln w="28575">
            <a:solidFill>
              <a:schemeClr val="tx1"/>
            </a:solidFill>
            <a:miter lim="800000"/>
            <a:headEnd type="none" w="lg" len="lg"/>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7443" name="Rectangle 54" descr="Light horizontal"/>
          <p:cNvSpPr>
            <a:spLocks noChangeArrowheads="1"/>
          </p:cNvSpPr>
          <p:nvPr/>
        </p:nvSpPr>
        <p:spPr bwMode="auto">
          <a:xfrm>
            <a:off x="8915400" y="3378200"/>
            <a:ext cx="673100" cy="228600"/>
          </a:xfrm>
          <a:prstGeom prst="rect">
            <a:avLst/>
          </a:prstGeom>
          <a:pattFill prst="ltHorz">
            <a:fgClr>
              <a:srgbClr val="FE9B03"/>
            </a:fgClr>
            <a:bgClr>
              <a:schemeClr val="bg1"/>
            </a:bgClr>
          </a:pattFill>
          <a:ln w="28575">
            <a:solidFill>
              <a:schemeClr val="tx1"/>
            </a:solidFill>
            <a:miter lim="800000"/>
            <a:headEnd type="none" w="lg" len="lg"/>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7444" name="Rectangle 55" descr="Dark upward diagonal"/>
          <p:cNvSpPr>
            <a:spLocks noChangeArrowheads="1"/>
          </p:cNvSpPr>
          <p:nvPr/>
        </p:nvSpPr>
        <p:spPr bwMode="auto">
          <a:xfrm>
            <a:off x="8915400" y="4305300"/>
            <a:ext cx="673100" cy="228600"/>
          </a:xfrm>
          <a:prstGeom prst="rect">
            <a:avLst/>
          </a:prstGeom>
          <a:pattFill prst="dkUpDiag">
            <a:fgClr>
              <a:srgbClr val="33CC33"/>
            </a:fgClr>
            <a:bgClr>
              <a:schemeClr val="bg1"/>
            </a:bgClr>
          </a:pattFill>
          <a:ln w="28575">
            <a:solidFill>
              <a:schemeClr val="tx1"/>
            </a:solidFill>
            <a:miter lim="800000"/>
            <a:headEnd type="none" w="lg" len="lg"/>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7445" name="Rectangle 56" descr="Dark downward diagonal"/>
          <p:cNvSpPr>
            <a:spLocks noChangeArrowheads="1"/>
          </p:cNvSpPr>
          <p:nvPr/>
        </p:nvSpPr>
        <p:spPr bwMode="auto">
          <a:xfrm>
            <a:off x="8915400" y="4711700"/>
            <a:ext cx="673100" cy="228600"/>
          </a:xfrm>
          <a:prstGeom prst="rect">
            <a:avLst/>
          </a:prstGeom>
          <a:pattFill prst="dkDnDiag">
            <a:fgClr>
              <a:srgbClr val="33CC33"/>
            </a:fgClr>
            <a:bgClr>
              <a:schemeClr val="bg1"/>
            </a:bgClr>
          </a:pattFill>
          <a:ln w="28575">
            <a:solidFill>
              <a:schemeClr val="tx1"/>
            </a:solidFill>
            <a:miter lim="800000"/>
            <a:headEnd type="none" w="lg" len="lg"/>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7446" name="Rectangle 57" descr="Light horizontal"/>
          <p:cNvSpPr>
            <a:spLocks noChangeArrowheads="1"/>
          </p:cNvSpPr>
          <p:nvPr/>
        </p:nvSpPr>
        <p:spPr bwMode="auto">
          <a:xfrm>
            <a:off x="8915400" y="5143500"/>
            <a:ext cx="673100" cy="228600"/>
          </a:xfrm>
          <a:prstGeom prst="rect">
            <a:avLst/>
          </a:prstGeom>
          <a:pattFill prst="ltHorz">
            <a:fgClr>
              <a:srgbClr val="33CC33"/>
            </a:fgClr>
            <a:bgClr>
              <a:schemeClr val="bg1"/>
            </a:bgClr>
          </a:pattFill>
          <a:ln w="28575">
            <a:solidFill>
              <a:schemeClr val="tx1"/>
            </a:solidFill>
            <a:miter lim="800000"/>
            <a:headEnd type="none" w="lg" len="lg"/>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cxnSp>
        <p:nvCxnSpPr>
          <p:cNvPr id="17447" name="AutoShape 59"/>
          <p:cNvCxnSpPr>
            <a:cxnSpLocks noChangeShapeType="1"/>
            <a:stCxn id="17423" idx="6"/>
            <a:endCxn id="17441" idx="1"/>
          </p:cNvCxnSpPr>
          <p:nvPr/>
        </p:nvCxnSpPr>
        <p:spPr bwMode="auto">
          <a:xfrm flipV="1">
            <a:off x="8688389" y="2654300"/>
            <a:ext cx="212725" cy="4572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7448" name="AutoShape 60"/>
          <p:cNvCxnSpPr>
            <a:cxnSpLocks noChangeShapeType="1"/>
            <a:stCxn id="17423" idx="6"/>
            <a:endCxn id="17442" idx="1"/>
          </p:cNvCxnSpPr>
          <p:nvPr/>
        </p:nvCxnSpPr>
        <p:spPr bwMode="auto">
          <a:xfrm flipV="1">
            <a:off x="8688389" y="3060700"/>
            <a:ext cx="212725" cy="508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7449" name="AutoShape 61"/>
          <p:cNvCxnSpPr>
            <a:cxnSpLocks noChangeShapeType="1"/>
            <a:stCxn id="17423" idx="6"/>
            <a:endCxn id="17443" idx="1"/>
          </p:cNvCxnSpPr>
          <p:nvPr/>
        </p:nvCxnSpPr>
        <p:spPr bwMode="auto">
          <a:xfrm>
            <a:off x="8688389" y="3111500"/>
            <a:ext cx="212725" cy="3810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7450" name="AutoShape 62"/>
          <p:cNvCxnSpPr>
            <a:cxnSpLocks noChangeShapeType="1"/>
            <a:stCxn id="17424" idx="6"/>
            <a:endCxn id="17444" idx="1"/>
          </p:cNvCxnSpPr>
          <p:nvPr/>
        </p:nvCxnSpPr>
        <p:spPr bwMode="auto">
          <a:xfrm flipV="1">
            <a:off x="8726489" y="4419600"/>
            <a:ext cx="174625" cy="3937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7451" name="AutoShape 63"/>
          <p:cNvCxnSpPr>
            <a:cxnSpLocks noChangeShapeType="1"/>
            <a:stCxn id="17424" idx="6"/>
            <a:endCxn id="17445" idx="1"/>
          </p:cNvCxnSpPr>
          <p:nvPr/>
        </p:nvCxnSpPr>
        <p:spPr bwMode="auto">
          <a:xfrm>
            <a:off x="8726489" y="4813300"/>
            <a:ext cx="174625" cy="127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7452" name="AutoShape 64"/>
          <p:cNvCxnSpPr>
            <a:cxnSpLocks noChangeShapeType="1"/>
            <a:stCxn id="17424" idx="6"/>
            <a:endCxn id="17446" idx="1"/>
          </p:cNvCxnSpPr>
          <p:nvPr/>
        </p:nvCxnSpPr>
        <p:spPr bwMode="auto">
          <a:xfrm>
            <a:off x="8726489" y="4813300"/>
            <a:ext cx="174625" cy="444500"/>
          </a:xfrm>
          <a:prstGeom prst="straightConnector1">
            <a:avLst/>
          </a:prstGeom>
          <a:noFill/>
          <a:ln w="28575">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7453" name="AutoShape 65"/>
          <p:cNvCxnSpPr>
            <a:cxnSpLocks noChangeShapeType="1"/>
          </p:cNvCxnSpPr>
          <p:nvPr/>
        </p:nvCxnSpPr>
        <p:spPr bwMode="auto">
          <a:xfrm>
            <a:off x="4210051" y="2895600"/>
            <a:ext cx="1376363" cy="279400"/>
          </a:xfrm>
          <a:prstGeom prst="straightConnector1">
            <a:avLst/>
          </a:prstGeom>
          <a:noFill/>
          <a:ln w="57150">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7454" name="AutoShape 66"/>
          <p:cNvCxnSpPr>
            <a:cxnSpLocks noChangeShapeType="1"/>
          </p:cNvCxnSpPr>
          <p:nvPr/>
        </p:nvCxnSpPr>
        <p:spPr bwMode="auto">
          <a:xfrm flipV="1">
            <a:off x="6288089" y="3111500"/>
            <a:ext cx="1660525" cy="63500"/>
          </a:xfrm>
          <a:prstGeom prst="straightConnector1">
            <a:avLst/>
          </a:prstGeom>
          <a:noFill/>
          <a:ln w="57150">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7455" name="AutoShape 67"/>
          <p:cNvCxnSpPr>
            <a:cxnSpLocks noChangeShapeType="1"/>
          </p:cNvCxnSpPr>
          <p:nvPr/>
        </p:nvCxnSpPr>
        <p:spPr bwMode="auto">
          <a:xfrm flipV="1">
            <a:off x="8675689" y="2654300"/>
            <a:ext cx="212725" cy="457200"/>
          </a:xfrm>
          <a:prstGeom prst="straightConnector1">
            <a:avLst/>
          </a:prstGeom>
          <a:noFill/>
          <a:ln w="57150">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17456" name="Group 68"/>
          <p:cNvGrpSpPr>
            <a:grpSpLocks/>
          </p:cNvGrpSpPr>
          <p:nvPr/>
        </p:nvGrpSpPr>
        <p:grpSpPr bwMode="auto">
          <a:xfrm>
            <a:off x="9729789" y="2389188"/>
            <a:ext cx="636587" cy="3060700"/>
            <a:chOff x="5169" y="1505"/>
            <a:chExt cx="401" cy="1928"/>
          </a:xfrm>
        </p:grpSpPr>
        <p:grpSp>
          <p:nvGrpSpPr>
            <p:cNvPr id="17460" name="Group 69"/>
            <p:cNvGrpSpPr>
              <a:grpSpLocks/>
            </p:cNvGrpSpPr>
            <p:nvPr/>
          </p:nvGrpSpPr>
          <p:grpSpPr bwMode="auto">
            <a:xfrm>
              <a:off x="5169" y="1505"/>
              <a:ext cx="401" cy="256"/>
              <a:chOff x="3113" y="1249"/>
              <a:chExt cx="927" cy="592"/>
            </a:xfrm>
          </p:grpSpPr>
          <p:sp>
            <p:nvSpPr>
              <p:cNvPr id="17481" name="Line 70"/>
              <p:cNvSpPr>
                <a:spLocks noChangeShapeType="1"/>
              </p:cNvSpPr>
              <p:nvPr/>
            </p:nvSpPr>
            <p:spPr bwMode="auto">
              <a:xfrm flipV="1">
                <a:off x="3115" y="1249"/>
                <a:ext cx="0" cy="592"/>
              </a:xfrm>
              <a:prstGeom prst="line">
                <a:avLst/>
              </a:prstGeom>
              <a:noFill/>
              <a:ln w="28575">
                <a:solidFill>
                  <a:schemeClr val="tx1"/>
                </a:solidFill>
                <a:round/>
                <a:headEnd type="none"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7482" name="Line 71"/>
              <p:cNvSpPr>
                <a:spLocks noChangeShapeType="1"/>
              </p:cNvSpPr>
              <p:nvPr/>
            </p:nvSpPr>
            <p:spPr bwMode="auto">
              <a:xfrm rot="5400000" flipV="1">
                <a:off x="3520" y="1426"/>
                <a:ext cx="0" cy="814"/>
              </a:xfrm>
              <a:prstGeom prst="line">
                <a:avLst/>
              </a:prstGeom>
              <a:noFill/>
              <a:ln w="28575">
                <a:solidFill>
                  <a:schemeClr val="tx1"/>
                </a:solidFill>
                <a:round/>
                <a:headEnd type="none"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7483" name="Freeform 72"/>
              <p:cNvSpPr>
                <a:spLocks/>
              </p:cNvSpPr>
              <p:nvPr/>
            </p:nvSpPr>
            <p:spPr bwMode="auto">
              <a:xfrm>
                <a:off x="3128" y="1304"/>
                <a:ext cx="912" cy="528"/>
              </a:xfrm>
              <a:custGeom>
                <a:avLst/>
                <a:gdLst>
                  <a:gd name="T0" fmla="*/ 0 w 912"/>
                  <a:gd name="T1" fmla="*/ 528 h 528"/>
                  <a:gd name="T2" fmla="*/ 104 w 912"/>
                  <a:gd name="T3" fmla="*/ 136 h 528"/>
                  <a:gd name="T4" fmla="*/ 344 w 912"/>
                  <a:gd name="T5" fmla="*/ 0 h 528"/>
                  <a:gd name="T6" fmla="*/ 640 w 912"/>
                  <a:gd name="T7" fmla="*/ 8 h 528"/>
                  <a:gd name="T8" fmla="*/ 912 w 912"/>
                  <a:gd name="T9" fmla="*/ 72 h 5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12" h="528">
                    <a:moveTo>
                      <a:pt x="0" y="528"/>
                    </a:moveTo>
                    <a:lnTo>
                      <a:pt x="104" y="136"/>
                    </a:lnTo>
                    <a:lnTo>
                      <a:pt x="344" y="0"/>
                    </a:lnTo>
                    <a:lnTo>
                      <a:pt x="640" y="8"/>
                    </a:lnTo>
                    <a:lnTo>
                      <a:pt x="912" y="72"/>
                    </a:lnTo>
                  </a:path>
                </a:pathLst>
              </a:custGeom>
              <a:noFill/>
              <a:ln w="38100" cap="flat" cmpd="sng">
                <a:solidFill>
                  <a:schemeClr val="tx1"/>
                </a:solidFill>
                <a:prstDash val="solid"/>
                <a:round/>
                <a:headEnd type="none" w="lg" len="lg"/>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17461" name="Group 73"/>
            <p:cNvGrpSpPr>
              <a:grpSpLocks/>
            </p:cNvGrpSpPr>
            <p:nvPr/>
          </p:nvGrpSpPr>
          <p:grpSpPr bwMode="auto">
            <a:xfrm>
              <a:off x="5169" y="1841"/>
              <a:ext cx="401" cy="200"/>
              <a:chOff x="3113" y="1249"/>
              <a:chExt cx="927" cy="592"/>
            </a:xfrm>
          </p:grpSpPr>
          <p:sp>
            <p:nvSpPr>
              <p:cNvPr id="17478" name="Line 74"/>
              <p:cNvSpPr>
                <a:spLocks noChangeShapeType="1"/>
              </p:cNvSpPr>
              <p:nvPr/>
            </p:nvSpPr>
            <p:spPr bwMode="auto">
              <a:xfrm flipV="1">
                <a:off x="3115" y="1249"/>
                <a:ext cx="0" cy="592"/>
              </a:xfrm>
              <a:prstGeom prst="line">
                <a:avLst/>
              </a:prstGeom>
              <a:noFill/>
              <a:ln w="28575">
                <a:solidFill>
                  <a:schemeClr val="tx1"/>
                </a:solidFill>
                <a:round/>
                <a:headEnd type="none"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7479" name="Line 75"/>
              <p:cNvSpPr>
                <a:spLocks noChangeShapeType="1"/>
              </p:cNvSpPr>
              <p:nvPr/>
            </p:nvSpPr>
            <p:spPr bwMode="auto">
              <a:xfrm rot="5400000" flipV="1">
                <a:off x="3520" y="1426"/>
                <a:ext cx="0" cy="814"/>
              </a:xfrm>
              <a:prstGeom prst="line">
                <a:avLst/>
              </a:prstGeom>
              <a:noFill/>
              <a:ln w="28575">
                <a:solidFill>
                  <a:schemeClr val="tx1"/>
                </a:solidFill>
                <a:round/>
                <a:headEnd type="none"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7480" name="Freeform 76"/>
              <p:cNvSpPr>
                <a:spLocks/>
              </p:cNvSpPr>
              <p:nvPr/>
            </p:nvSpPr>
            <p:spPr bwMode="auto">
              <a:xfrm>
                <a:off x="3128" y="1304"/>
                <a:ext cx="912" cy="528"/>
              </a:xfrm>
              <a:custGeom>
                <a:avLst/>
                <a:gdLst>
                  <a:gd name="T0" fmla="*/ 0 w 912"/>
                  <a:gd name="T1" fmla="*/ 528 h 528"/>
                  <a:gd name="T2" fmla="*/ 104 w 912"/>
                  <a:gd name="T3" fmla="*/ 136 h 528"/>
                  <a:gd name="T4" fmla="*/ 344 w 912"/>
                  <a:gd name="T5" fmla="*/ 0 h 528"/>
                  <a:gd name="T6" fmla="*/ 640 w 912"/>
                  <a:gd name="T7" fmla="*/ 8 h 528"/>
                  <a:gd name="T8" fmla="*/ 912 w 912"/>
                  <a:gd name="T9" fmla="*/ 72 h 5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12" h="528">
                    <a:moveTo>
                      <a:pt x="0" y="528"/>
                    </a:moveTo>
                    <a:lnTo>
                      <a:pt x="104" y="136"/>
                    </a:lnTo>
                    <a:lnTo>
                      <a:pt x="344" y="0"/>
                    </a:lnTo>
                    <a:lnTo>
                      <a:pt x="640" y="8"/>
                    </a:lnTo>
                    <a:lnTo>
                      <a:pt x="912" y="72"/>
                    </a:lnTo>
                  </a:path>
                </a:pathLst>
              </a:custGeom>
              <a:noFill/>
              <a:ln w="38100" cap="flat" cmpd="sng">
                <a:solidFill>
                  <a:schemeClr val="tx1"/>
                </a:solidFill>
                <a:prstDash val="solid"/>
                <a:round/>
                <a:headEnd type="none" w="lg" len="lg"/>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17462" name="Group 77"/>
            <p:cNvGrpSpPr>
              <a:grpSpLocks/>
            </p:cNvGrpSpPr>
            <p:nvPr/>
          </p:nvGrpSpPr>
          <p:grpSpPr bwMode="auto">
            <a:xfrm>
              <a:off x="5169" y="2121"/>
              <a:ext cx="401" cy="192"/>
              <a:chOff x="3113" y="1249"/>
              <a:chExt cx="927" cy="592"/>
            </a:xfrm>
          </p:grpSpPr>
          <p:sp>
            <p:nvSpPr>
              <p:cNvPr id="17475" name="Line 78"/>
              <p:cNvSpPr>
                <a:spLocks noChangeShapeType="1"/>
              </p:cNvSpPr>
              <p:nvPr/>
            </p:nvSpPr>
            <p:spPr bwMode="auto">
              <a:xfrm flipV="1">
                <a:off x="3115" y="1249"/>
                <a:ext cx="0" cy="592"/>
              </a:xfrm>
              <a:prstGeom prst="line">
                <a:avLst/>
              </a:prstGeom>
              <a:noFill/>
              <a:ln w="28575">
                <a:solidFill>
                  <a:schemeClr val="tx1"/>
                </a:solidFill>
                <a:round/>
                <a:headEnd type="none"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7476" name="Line 79"/>
              <p:cNvSpPr>
                <a:spLocks noChangeShapeType="1"/>
              </p:cNvSpPr>
              <p:nvPr/>
            </p:nvSpPr>
            <p:spPr bwMode="auto">
              <a:xfrm rot="5400000" flipV="1">
                <a:off x="3520" y="1426"/>
                <a:ext cx="0" cy="814"/>
              </a:xfrm>
              <a:prstGeom prst="line">
                <a:avLst/>
              </a:prstGeom>
              <a:noFill/>
              <a:ln w="28575">
                <a:solidFill>
                  <a:schemeClr val="tx1"/>
                </a:solidFill>
                <a:round/>
                <a:headEnd type="none"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7477" name="Freeform 80"/>
              <p:cNvSpPr>
                <a:spLocks/>
              </p:cNvSpPr>
              <p:nvPr/>
            </p:nvSpPr>
            <p:spPr bwMode="auto">
              <a:xfrm>
                <a:off x="3128" y="1304"/>
                <a:ext cx="912" cy="528"/>
              </a:xfrm>
              <a:custGeom>
                <a:avLst/>
                <a:gdLst>
                  <a:gd name="T0" fmla="*/ 0 w 912"/>
                  <a:gd name="T1" fmla="*/ 528 h 528"/>
                  <a:gd name="T2" fmla="*/ 104 w 912"/>
                  <a:gd name="T3" fmla="*/ 136 h 528"/>
                  <a:gd name="T4" fmla="*/ 344 w 912"/>
                  <a:gd name="T5" fmla="*/ 0 h 528"/>
                  <a:gd name="T6" fmla="*/ 640 w 912"/>
                  <a:gd name="T7" fmla="*/ 8 h 528"/>
                  <a:gd name="T8" fmla="*/ 912 w 912"/>
                  <a:gd name="T9" fmla="*/ 72 h 5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12" h="528">
                    <a:moveTo>
                      <a:pt x="0" y="528"/>
                    </a:moveTo>
                    <a:lnTo>
                      <a:pt x="104" y="136"/>
                    </a:lnTo>
                    <a:lnTo>
                      <a:pt x="344" y="0"/>
                    </a:lnTo>
                    <a:lnTo>
                      <a:pt x="640" y="8"/>
                    </a:lnTo>
                    <a:lnTo>
                      <a:pt x="912" y="72"/>
                    </a:lnTo>
                  </a:path>
                </a:pathLst>
              </a:custGeom>
              <a:noFill/>
              <a:ln w="38100" cap="flat" cmpd="sng">
                <a:solidFill>
                  <a:schemeClr val="tx1"/>
                </a:solidFill>
                <a:prstDash val="solid"/>
                <a:round/>
                <a:headEnd type="none" w="lg" len="lg"/>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17463" name="Group 81"/>
            <p:cNvGrpSpPr>
              <a:grpSpLocks/>
            </p:cNvGrpSpPr>
            <p:nvPr/>
          </p:nvGrpSpPr>
          <p:grpSpPr bwMode="auto">
            <a:xfrm>
              <a:off x="5169" y="2625"/>
              <a:ext cx="401" cy="256"/>
              <a:chOff x="3113" y="1249"/>
              <a:chExt cx="927" cy="592"/>
            </a:xfrm>
          </p:grpSpPr>
          <p:sp>
            <p:nvSpPr>
              <p:cNvPr id="17472" name="Line 82"/>
              <p:cNvSpPr>
                <a:spLocks noChangeShapeType="1"/>
              </p:cNvSpPr>
              <p:nvPr/>
            </p:nvSpPr>
            <p:spPr bwMode="auto">
              <a:xfrm flipV="1">
                <a:off x="3115" y="1249"/>
                <a:ext cx="0" cy="592"/>
              </a:xfrm>
              <a:prstGeom prst="line">
                <a:avLst/>
              </a:prstGeom>
              <a:noFill/>
              <a:ln w="28575">
                <a:solidFill>
                  <a:schemeClr val="tx1"/>
                </a:solidFill>
                <a:round/>
                <a:headEnd type="none"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7473" name="Line 83"/>
              <p:cNvSpPr>
                <a:spLocks noChangeShapeType="1"/>
              </p:cNvSpPr>
              <p:nvPr/>
            </p:nvSpPr>
            <p:spPr bwMode="auto">
              <a:xfrm rot="5400000" flipV="1">
                <a:off x="3520" y="1426"/>
                <a:ext cx="0" cy="814"/>
              </a:xfrm>
              <a:prstGeom prst="line">
                <a:avLst/>
              </a:prstGeom>
              <a:noFill/>
              <a:ln w="28575">
                <a:solidFill>
                  <a:schemeClr val="tx1"/>
                </a:solidFill>
                <a:round/>
                <a:headEnd type="none"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7474" name="Freeform 84"/>
              <p:cNvSpPr>
                <a:spLocks/>
              </p:cNvSpPr>
              <p:nvPr/>
            </p:nvSpPr>
            <p:spPr bwMode="auto">
              <a:xfrm>
                <a:off x="3128" y="1304"/>
                <a:ext cx="912" cy="528"/>
              </a:xfrm>
              <a:custGeom>
                <a:avLst/>
                <a:gdLst>
                  <a:gd name="T0" fmla="*/ 0 w 912"/>
                  <a:gd name="T1" fmla="*/ 528 h 528"/>
                  <a:gd name="T2" fmla="*/ 104 w 912"/>
                  <a:gd name="T3" fmla="*/ 136 h 528"/>
                  <a:gd name="T4" fmla="*/ 344 w 912"/>
                  <a:gd name="T5" fmla="*/ 0 h 528"/>
                  <a:gd name="T6" fmla="*/ 640 w 912"/>
                  <a:gd name="T7" fmla="*/ 8 h 528"/>
                  <a:gd name="T8" fmla="*/ 912 w 912"/>
                  <a:gd name="T9" fmla="*/ 72 h 5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12" h="528">
                    <a:moveTo>
                      <a:pt x="0" y="528"/>
                    </a:moveTo>
                    <a:lnTo>
                      <a:pt x="104" y="136"/>
                    </a:lnTo>
                    <a:lnTo>
                      <a:pt x="344" y="0"/>
                    </a:lnTo>
                    <a:lnTo>
                      <a:pt x="640" y="8"/>
                    </a:lnTo>
                    <a:lnTo>
                      <a:pt x="912" y="72"/>
                    </a:lnTo>
                  </a:path>
                </a:pathLst>
              </a:custGeom>
              <a:noFill/>
              <a:ln w="38100" cap="flat" cmpd="sng">
                <a:solidFill>
                  <a:schemeClr val="tx1"/>
                </a:solidFill>
                <a:prstDash val="solid"/>
                <a:round/>
                <a:headEnd type="none" w="lg" len="lg"/>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17464" name="Group 85"/>
            <p:cNvGrpSpPr>
              <a:grpSpLocks/>
            </p:cNvGrpSpPr>
            <p:nvPr/>
          </p:nvGrpSpPr>
          <p:grpSpPr bwMode="auto">
            <a:xfrm>
              <a:off x="5169" y="2961"/>
              <a:ext cx="401" cy="200"/>
              <a:chOff x="3113" y="1249"/>
              <a:chExt cx="927" cy="592"/>
            </a:xfrm>
          </p:grpSpPr>
          <p:sp>
            <p:nvSpPr>
              <p:cNvPr id="17469" name="Line 86"/>
              <p:cNvSpPr>
                <a:spLocks noChangeShapeType="1"/>
              </p:cNvSpPr>
              <p:nvPr/>
            </p:nvSpPr>
            <p:spPr bwMode="auto">
              <a:xfrm flipV="1">
                <a:off x="3115" y="1249"/>
                <a:ext cx="0" cy="592"/>
              </a:xfrm>
              <a:prstGeom prst="line">
                <a:avLst/>
              </a:prstGeom>
              <a:noFill/>
              <a:ln w="28575">
                <a:solidFill>
                  <a:schemeClr val="tx1"/>
                </a:solidFill>
                <a:round/>
                <a:headEnd type="none"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7470" name="Line 87"/>
              <p:cNvSpPr>
                <a:spLocks noChangeShapeType="1"/>
              </p:cNvSpPr>
              <p:nvPr/>
            </p:nvSpPr>
            <p:spPr bwMode="auto">
              <a:xfrm rot="5400000" flipV="1">
                <a:off x="3520" y="1426"/>
                <a:ext cx="0" cy="814"/>
              </a:xfrm>
              <a:prstGeom prst="line">
                <a:avLst/>
              </a:prstGeom>
              <a:noFill/>
              <a:ln w="28575">
                <a:solidFill>
                  <a:schemeClr val="tx1"/>
                </a:solidFill>
                <a:round/>
                <a:headEnd type="none"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7471" name="Freeform 88"/>
              <p:cNvSpPr>
                <a:spLocks/>
              </p:cNvSpPr>
              <p:nvPr/>
            </p:nvSpPr>
            <p:spPr bwMode="auto">
              <a:xfrm>
                <a:off x="3128" y="1304"/>
                <a:ext cx="912" cy="528"/>
              </a:xfrm>
              <a:custGeom>
                <a:avLst/>
                <a:gdLst>
                  <a:gd name="T0" fmla="*/ 0 w 912"/>
                  <a:gd name="T1" fmla="*/ 528 h 528"/>
                  <a:gd name="T2" fmla="*/ 104 w 912"/>
                  <a:gd name="T3" fmla="*/ 136 h 528"/>
                  <a:gd name="T4" fmla="*/ 344 w 912"/>
                  <a:gd name="T5" fmla="*/ 0 h 528"/>
                  <a:gd name="T6" fmla="*/ 640 w 912"/>
                  <a:gd name="T7" fmla="*/ 8 h 528"/>
                  <a:gd name="T8" fmla="*/ 912 w 912"/>
                  <a:gd name="T9" fmla="*/ 72 h 5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12" h="528">
                    <a:moveTo>
                      <a:pt x="0" y="528"/>
                    </a:moveTo>
                    <a:lnTo>
                      <a:pt x="104" y="136"/>
                    </a:lnTo>
                    <a:lnTo>
                      <a:pt x="344" y="0"/>
                    </a:lnTo>
                    <a:lnTo>
                      <a:pt x="640" y="8"/>
                    </a:lnTo>
                    <a:lnTo>
                      <a:pt x="912" y="72"/>
                    </a:lnTo>
                  </a:path>
                </a:pathLst>
              </a:custGeom>
              <a:noFill/>
              <a:ln w="38100" cap="flat" cmpd="sng">
                <a:solidFill>
                  <a:schemeClr val="tx1"/>
                </a:solidFill>
                <a:prstDash val="solid"/>
                <a:round/>
                <a:headEnd type="none" w="lg" len="lg"/>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17465" name="Group 89"/>
            <p:cNvGrpSpPr>
              <a:grpSpLocks/>
            </p:cNvGrpSpPr>
            <p:nvPr/>
          </p:nvGrpSpPr>
          <p:grpSpPr bwMode="auto">
            <a:xfrm>
              <a:off x="5169" y="3241"/>
              <a:ext cx="401" cy="192"/>
              <a:chOff x="3113" y="1249"/>
              <a:chExt cx="927" cy="592"/>
            </a:xfrm>
          </p:grpSpPr>
          <p:sp>
            <p:nvSpPr>
              <p:cNvPr id="17466" name="Line 90"/>
              <p:cNvSpPr>
                <a:spLocks noChangeShapeType="1"/>
              </p:cNvSpPr>
              <p:nvPr/>
            </p:nvSpPr>
            <p:spPr bwMode="auto">
              <a:xfrm flipV="1">
                <a:off x="3115" y="1249"/>
                <a:ext cx="0" cy="592"/>
              </a:xfrm>
              <a:prstGeom prst="line">
                <a:avLst/>
              </a:prstGeom>
              <a:noFill/>
              <a:ln w="28575">
                <a:solidFill>
                  <a:schemeClr val="tx1"/>
                </a:solidFill>
                <a:round/>
                <a:headEnd type="none"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7467" name="Line 91"/>
              <p:cNvSpPr>
                <a:spLocks noChangeShapeType="1"/>
              </p:cNvSpPr>
              <p:nvPr/>
            </p:nvSpPr>
            <p:spPr bwMode="auto">
              <a:xfrm rot="5400000" flipV="1">
                <a:off x="3520" y="1426"/>
                <a:ext cx="0" cy="814"/>
              </a:xfrm>
              <a:prstGeom prst="line">
                <a:avLst/>
              </a:prstGeom>
              <a:noFill/>
              <a:ln w="28575">
                <a:solidFill>
                  <a:schemeClr val="tx1"/>
                </a:solidFill>
                <a:round/>
                <a:headEnd type="none"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7468" name="Freeform 92"/>
              <p:cNvSpPr>
                <a:spLocks/>
              </p:cNvSpPr>
              <p:nvPr/>
            </p:nvSpPr>
            <p:spPr bwMode="auto">
              <a:xfrm>
                <a:off x="3128" y="1304"/>
                <a:ext cx="912" cy="528"/>
              </a:xfrm>
              <a:custGeom>
                <a:avLst/>
                <a:gdLst>
                  <a:gd name="T0" fmla="*/ 0 w 912"/>
                  <a:gd name="T1" fmla="*/ 528 h 528"/>
                  <a:gd name="T2" fmla="*/ 104 w 912"/>
                  <a:gd name="T3" fmla="*/ 136 h 528"/>
                  <a:gd name="T4" fmla="*/ 344 w 912"/>
                  <a:gd name="T5" fmla="*/ 0 h 528"/>
                  <a:gd name="T6" fmla="*/ 640 w 912"/>
                  <a:gd name="T7" fmla="*/ 8 h 528"/>
                  <a:gd name="T8" fmla="*/ 912 w 912"/>
                  <a:gd name="T9" fmla="*/ 72 h 5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12" h="528">
                    <a:moveTo>
                      <a:pt x="0" y="528"/>
                    </a:moveTo>
                    <a:lnTo>
                      <a:pt x="104" y="136"/>
                    </a:lnTo>
                    <a:lnTo>
                      <a:pt x="344" y="0"/>
                    </a:lnTo>
                    <a:lnTo>
                      <a:pt x="640" y="8"/>
                    </a:lnTo>
                    <a:lnTo>
                      <a:pt x="912" y="72"/>
                    </a:lnTo>
                  </a:path>
                </a:pathLst>
              </a:custGeom>
              <a:noFill/>
              <a:ln w="38100" cap="flat" cmpd="sng">
                <a:solidFill>
                  <a:schemeClr val="tx1"/>
                </a:solidFill>
                <a:prstDash val="solid"/>
                <a:round/>
                <a:headEnd type="none" w="lg" len="lg"/>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cxnSp>
        <p:nvCxnSpPr>
          <p:cNvPr id="17457" name="AutoShape 97"/>
          <p:cNvCxnSpPr>
            <a:cxnSpLocks noChangeShapeType="1"/>
            <a:stCxn id="17436" idx="3"/>
            <a:endCxn id="17413" idx="1"/>
          </p:cNvCxnSpPr>
          <p:nvPr/>
        </p:nvCxnSpPr>
        <p:spPr bwMode="auto">
          <a:xfrm flipV="1">
            <a:off x="4217989" y="4000500"/>
            <a:ext cx="1381125" cy="215900"/>
          </a:xfrm>
          <a:prstGeom prst="straightConnector1">
            <a:avLst/>
          </a:prstGeom>
          <a:noFill/>
          <a:ln w="57150">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7458" name="AutoShape 98"/>
          <p:cNvCxnSpPr>
            <a:cxnSpLocks noChangeShapeType="1"/>
            <a:stCxn id="17413" idx="3"/>
            <a:endCxn id="17423" idx="2"/>
          </p:cNvCxnSpPr>
          <p:nvPr/>
        </p:nvCxnSpPr>
        <p:spPr bwMode="auto">
          <a:xfrm flipV="1">
            <a:off x="6300789" y="3111500"/>
            <a:ext cx="1660525" cy="889000"/>
          </a:xfrm>
          <a:prstGeom prst="straightConnector1">
            <a:avLst/>
          </a:prstGeom>
          <a:noFill/>
          <a:ln w="57150">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7459" name="Text Box 100"/>
          <p:cNvSpPr txBox="1">
            <a:spLocks noChangeArrowheads="1"/>
          </p:cNvSpPr>
          <p:nvPr/>
        </p:nvSpPr>
        <p:spPr bwMode="auto">
          <a:xfrm>
            <a:off x="2168526" y="6061075"/>
            <a:ext cx="73310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57150">
                <a:solidFill>
                  <a:schemeClr val="bg1"/>
                </a:solidFill>
                <a:miter lim="800000"/>
                <a:headEnd/>
                <a:tailEnd type="none" w="med"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i="1">
                <a:solidFill>
                  <a:schemeClr val="tx1"/>
                </a:solidFill>
                <a:latin typeface="Arial" charset="0"/>
                <a:cs typeface="Arial" charset="0"/>
              </a:defRPr>
            </a:lvl1pPr>
            <a:lvl2pPr marL="742950" indent="-285750" eaLnBrk="0" hangingPunct="0">
              <a:defRPr i="1">
                <a:solidFill>
                  <a:schemeClr val="tx1"/>
                </a:solidFill>
                <a:latin typeface="Arial" charset="0"/>
                <a:cs typeface="Arial" charset="0"/>
              </a:defRPr>
            </a:lvl2pPr>
            <a:lvl3pPr marL="1143000" indent="-228600" eaLnBrk="0" hangingPunct="0">
              <a:defRPr i="1">
                <a:solidFill>
                  <a:schemeClr val="tx1"/>
                </a:solidFill>
                <a:latin typeface="Arial" charset="0"/>
                <a:cs typeface="Arial" charset="0"/>
              </a:defRPr>
            </a:lvl3pPr>
            <a:lvl4pPr marL="1600200" indent="-228600" eaLnBrk="0" hangingPunct="0">
              <a:defRPr i="1">
                <a:solidFill>
                  <a:schemeClr val="tx1"/>
                </a:solidFill>
                <a:latin typeface="Arial" charset="0"/>
                <a:cs typeface="Arial" charset="0"/>
              </a:defRPr>
            </a:lvl4pPr>
            <a:lvl5pPr marL="2057400" indent="-228600" eaLnBrk="0" hangingPunct="0">
              <a:defRPr i="1">
                <a:solidFill>
                  <a:schemeClr val="tx1"/>
                </a:solidFill>
                <a:latin typeface="Arial" charset="0"/>
                <a:cs typeface="Arial" charset="0"/>
              </a:defRPr>
            </a:lvl5pPr>
            <a:lvl6pPr marL="2514600" indent="-228600" eaLnBrk="0" fontAlgn="base" hangingPunct="0">
              <a:spcBef>
                <a:spcPct val="0"/>
              </a:spcBef>
              <a:spcAft>
                <a:spcPct val="0"/>
              </a:spcAft>
              <a:defRPr i="1">
                <a:solidFill>
                  <a:schemeClr val="tx1"/>
                </a:solidFill>
                <a:latin typeface="Arial" charset="0"/>
                <a:cs typeface="Arial" charset="0"/>
              </a:defRPr>
            </a:lvl6pPr>
            <a:lvl7pPr marL="2971800" indent="-228600" eaLnBrk="0" fontAlgn="base" hangingPunct="0">
              <a:spcBef>
                <a:spcPct val="0"/>
              </a:spcBef>
              <a:spcAft>
                <a:spcPct val="0"/>
              </a:spcAft>
              <a:defRPr i="1">
                <a:solidFill>
                  <a:schemeClr val="tx1"/>
                </a:solidFill>
                <a:latin typeface="Arial" charset="0"/>
                <a:cs typeface="Arial" charset="0"/>
              </a:defRPr>
            </a:lvl7pPr>
            <a:lvl8pPr marL="3429000" indent="-228600" eaLnBrk="0" fontAlgn="base" hangingPunct="0">
              <a:spcBef>
                <a:spcPct val="0"/>
              </a:spcBef>
              <a:spcAft>
                <a:spcPct val="0"/>
              </a:spcAft>
              <a:defRPr i="1">
                <a:solidFill>
                  <a:schemeClr val="tx1"/>
                </a:solidFill>
                <a:latin typeface="Arial" charset="0"/>
                <a:cs typeface="Arial" charset="0"/>
              </a:defRPr>
            </a:lvl8pPr>
            <a:lvl9pPr marL="3886200" indent="-228600" eaLnBrk="0" fontAlgn="base" hangingPunct="0">
              <a:spcBef>
                <a:spcPct val="0"/>
              </a:spcBef>
              <a:spcAft>
                <a:spcPct val="0"/>
              </a:spcAft>
              <a:defRPr i="1">
                <a:solidFill>
                  <a:schemeClr val="tx1"/>
                </a:solidFill>
                <a:latin typeface="Arial" charset="0"/>
                <a:cs typeface="Arial" charset="0"/>
              </a:defRPr>
            </a:lvl9pPr>
          </a:lstStyle>
          <a:p>
            <a:pPr eaLnBrk="1" hangingPunct="1"/>
            <a:r>
              <a:rPr lang="en-US" sz="2400">
                <a:latin typeface="Times New Roman" pitchFamily="18" charset="0"/>
              </a:rPr>
              <a:t>Locomotive subproblem can be solved quickly using Cplex</a:t>
            </a:r>
          </a:p>
        </p:txBody>
      </p:sp>
    </p:spTree>
    <p:extLst>
      <p:ext uri="{BB962C8B-B14F-4D97-AF65-F5344CB8AC3E}">
        <p14:creationId xmlns:p14="http://schemas.microsoft.com/office/powerpoint/2010/main" val="3583531720"/>
      </p:ext>
    </p:extLst>
  </p:cSld>
  <p:clrMapOvr>
    <a:masterClrMapping/>
  </p:clrMapOvr>
  <p:transition>
    <p:wipe dir="d"/>
  </p:transition>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2226" name="Group 2"/>
          <p:cNvGrpSpPr>
            <a:grpSpLocks/>
          </p:cNvGrpSpPr>
          <p:nvPr/>
        </p:nvGrpSpPr>
        <p:grpSpPr bwMode="auto">
          <a:xfrm>
            <a:off x="3786188" y="2651126"/>
            <a:ext cx="4989512" cy="2733675"/>
            <a:chOff x="1449" y="1725"/>
            <a:chExt cx="3265" cy="1898"/>
          </a:xfrm>
        </p:grpSpPr>
        <p:grpSp>
          <p:nvGrpSpPr>
            <p:cNvPr id="53491" name="Group 3"/>
            <p:cNvGrpSpPr>
              <a:grpSpLocks/>
            </p:cNvGrpSpPr>
            <p:nvPr/>
          </p:nvGrpSpPr>
          <p:grpSpPr bwMode="auto">
            <a:xfrm>
              <a:off x="3772" y="2690"/>
              <a:ext cx="894" cy="596"/>
              <a:chOff x="3772" y="2690"/>
              <a:chExt cx="894" cy="596"/>
            </a:xfrm>
          </p:grpSpPr>
          <p:sp>
            <p:nvSpPr>
              <p:cNvPr id="54711" name="Freeform 4"/>
              <p:cNvSpPr>
                <a:spLocks/>
              </p:cNvSpPr>
              <p:nvPr/>
            </p:nvSpPr>
            <p:spPr bwMode="auto">
              <a:xfrm>
                <a:off x="4538" y="2690"/>
                <a:ext cx="128" cy="104"/>
              </a:xfrm>
              <a:custGeom>
                <a:avLst/>
                <a:gdLst>
                  <a:gd name="T0" fmla="*/ 128 w 128"/>
                  <a:gd name="T1" fmla="*/ 0 h 104"/>
                  <a:gd name="T2" fmla="*/ 40 w 128"/>
                  <a:gd name="T3" fmla="*/ 104 h 104"/>
                  <a:gd name="T4" fmla="*/ 16 w 128"/>
                  <a:gd name="T5" fmla="*/ 72 h 104"/>
                  <a:gd name="T6" fmla="*/ 0 w 128"/>
                  <a:gd name="T7" fmla="*/ 48 h 104"/>
                  <a:gd name="T8" fmla="*/ 128 w 128"/>
                  <a:gd name="T9" fmla="*/ 0 h 10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8" h="104">
                    <a:moveTo>
                      <a:pt x="128" y="0"/>
                    </a:moveTo>
                    <a:lnTo>
                      <a:pt x="40" y="104"/>
                    </a:lnTo>
                    <a:lnTo>
                      <a:pt x="16" y="72"/>
                    </a:lnTo>
                    <a:lnTo>
                      <a:pt x="0" y="48"/>
                    </a:lnTo>
                    <a:lnTo>
                      <a:pt x="128" y="0"/>
                    </a:lnTo>
                    <a:close/>
                  </a:path>
                </a:pathLst>
              </a:custGeom>
              <a:solidFill>
                <a:srgbClr val="808080"/>
              </a:solidFill>
              <a:ln w="9525">
                <a:solidFill>
                  <a:srgbClr val="808080"/>
                </a:solidFill>
                <a:round/>
                <a:headEnd/>
                <a:tailEnd/>
              </a:ln>
            </p:spPr>
            <p:txBody>
              <a:bodyPr/>
              <a:lstStyle/>
              <a:p>
                <a:endParaRPr lang="en-US"/>
              </a:p>
            </p:txBody>
          </p:sp>
          <p:sp>
            <p:nvSpPr>
              <p:cNvPr id="54712" name="Line 5"/>
              <p:cNvSpPr>
                <a:spLocks noChangeShapeType="1"/>
              </p:cNvSpPr>
              <p:nvPr/>
            </p:nvSpPr>
            <p:spPr bwMode="auto">
              <a:xfrm flipV="1">
                <a:off x="3772" y="2757"/>
                <a:ext cx="790" cy="529"/>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3492" name="Group 6"/>
            <p:cNvGrpSpPr>
              <a:grpSpLocks/>
            </p:cNvGrpSpPr>
            <p:nvPr/>
          </p:nvGrpSpPr>
          <p:grpSpPr bwMode="auto">
            <a:xfrm>
              <a:off x="1944" y="2690"/>
              <a:ext cx="894" cy="596"/>
              <a:chOff x="1944" y="2690"/>
              <a:chExt cx="894" cy="596"/>
            </a:xfrm>
          </p:grpSpPr>
          <p:sp>
            <p:nvSpPr>
              <p:cNvPr id="54709" name="Freeform 7"/>
              <p:cNvSpPr>
                <a:spLocks/>
              </p:cNvSpPr>
              <p:nvPr/>
            </p:nvSpPr>
            <p:spPr bwMode="auto">
              <a:xfrm>
                <a:off x="2702" y="2690"/>
                <a:ext cx="136" cy="104"/>
              </a:xfrm>
              <a:custGeom>
                <a:avLst/>
                <a:gdLst>
                  <a:gd name="T0" fmla="*/ 136 w 136"/>
                  <a:gd name="T1" fmla="*/ 0 h 104"/>
                  <a:gd name="T2" fmla="*/ 40 w 136"/>
                  <a:gd name="T3" fmla="*/ 104 h 104"/>
                  <a:gd name="T4" fmla="*/ 24 w 136"/>
                  <a:gd name="T5" fmla="*/ 72 h 104"/>
                  <a:gd name="T6" fmla="*/ 0 w 136"/>
                  <a:gd name="T7" fmla="*/ 48 h 104"/>
                  <a:gd name="T8" fmla="*/ 136 w 136"/>
                  <a:gd name="T9" fmla="*/ 0 h 10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 h="104">
                    <a:moveTo>
                      <a:pt x="136" y="0"/>
                    </a:moveTo>
                    <a:lnTo>
                      <a:pt x="40" y="104"/>
                    </a:lnTo>
                    <a:lnTo>
                      <a:pt x="24" y="72"/>
                    </a:lnTo>
                    <a:lnTo>
                      <a:pt x="0" y="48"/>
                    </a:lnTo>
                    <a:lnTo>
                      <a:pt x="136" y="0"/>
                    </a:lnTo>
                    <a:close/>
                  </a:path>
                </a:pathLst>
              </a:custGeom>
              <a:solidFill>
                <a:srgbClr val="808080"/>
              </a:solidFill>
              <a:ln w="9525">
                <a:solidFill>
                  <a:srgbClr val="808080"/>
                </a:solidFill>
                <a:round/>
                <a:headEnd/>
                <a:tailEnd/>
              </a:ln>
            </p:spPr>
            <p:txBody>
              <a:bodyPr/>
              <a:lstStyle/>
              <a:p>
                <a:endParaRPr lang="en-US"/>
              </a:p>
            </p:txBody>
          </p:sp>
          <p:sp>
            <p:nvSpPr>
              <p:cNvPr id="54710" name="Line 8"/>
              <p:cNvSpPr>
                <a:spLocks noChangeShapeType="1"/>
              </p:cNvSpPr>
              <p:nvPr/>
            </p:nvSpPr>
            <p:spPr bwMode="auto">
              <a:xfrm flipV="1">
                <a:off x="1944" y="2758"/>
                <a:ext cx="790" cy="528"/>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3493" name="Group 9"/>
            <p:cNvGrpSpPr>
              <a:grpSpLocks/>
            </p:cNvGrpSpPr>
            <p:nvPr/>
          </p:nvGrpSpPr>
          <p:grpSpPr bwMode="auto">
            <a:xfrm>
              <a:off x="1483" y="2379"/>
              <a:ext cx="429" cy="598"/>
              <a:chOff x="1483" y="2379"/>
              <a:chExt cx="429" cy="598"/>
            </a:xfrm>
          </p:grpSpPr>
          <p:sp>
            <p:nvSpPr>
              <p:cNvPr id="54707" name="Freeform 10"/>
              <p:cNvSpPr>
                <a:spLocks/>
              </p:cNvSpPr>
              <p:nvPr/>
            </p:nvSpPr>
            <p:spPr bwMode="auto">
              <a:xfrm>
                <a:off x="1808" y="2379"/>
                <a:ext cx="104" cy="136"/>
              </a:xfrm>
              <a:custGeom>
                <a:avLst/>
                <a:gdLst>
                  <a:gd name="T0" fmla="*/ 104 w 104"/>
                  <a:gd name="T1" fmla="*/ 0 h 136"/>
                  <a:gd name="T2" fmla="*/ 56 w 104"/>
                  <a:gd name="T3" fmla="*/ 136 h 136"/>
                  <a:gd name="T4" fmla="*/ 32 w 104"/>
                  <a:gd name="T5" fmla="*/ 112 h 136"/>
                  <a:gd name="T6" fmla="*/ 0 w 104"/>
                  <a:gd name="T7" fmla="*/ 96 h 136"/>
                  <a:gd name="T8" fmla="*/ 104 w 104"/>
                  <a:gd name="T9" fmla="*/ 0 h 1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4" h="136">
                    <a:moveTo>
                      <a:pt x="104" y="0"/>
                    </a:moveTo>
                    <a:lnTo>
                      <a:pt x="56" y="136"/>
                    </a:lnTo>
                    <a:lnTo>
                      <a:pt x="32" y="112"/>
                    </a:lnTo>
                    <a:lnTo>
                      <a:pt x="0" y="96"/>
                    </a:lnTo>
                    <a:lnTo>
                      <a:pt x="104" y="0"/>
                    </a:lnTo>
                    <a:close/>
                  </a:path>
                </a:pathLst>
              </a:custGeom>
              <a:solidFill>
                <a:srgbClr val="808080"/>
              </a:solidFill>
              <a:ln w="9525">
                <a:solidFill>
                  <a:srgbClr val="808080"/>
                </a:solidFill>
                <a:round/>
                <a:headEnd/>
                <a:tailEnd/>
              </a:ln>
            </p:spPr>
            <p:txBody>
              <a:bodyPr/>
              <a:lstStyle/>
              <a:p>
                <a:endParaRPr lang="en-US"/>
              </a:p>
            </p:txBody>
          </p:sp>
          <p:sp>
            <p:nvSpPr>
              <p:cNvPr id="54708" name="Line 11"/>
              <p:cNvSpPr>
                <a:spLocks noChangeShapeType="1"/>
              </p:cNvSpPr>
              <p:nvPr/>
            </p:nvSpPr>
            <p:spPr bwMode="auto">
              <a:xfrm flipV="1">
                <a:off x="1483" y="2483"/>
                <a:ext cx="362" cy="494"/>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3494" name="Group 12"/>
            <p:cNvGrpSpPr>
              <a:grpSpLocks/>
            </p:cNvGrpSpPr>
            <p:nvPr/>
          </p:nvGrpSpPr>
          <p:grpSpPr bwMode="auto">
            <a:xfrm>
              <a:off x="1936" y="2379"/>
              <a:ext cx="894" cy="604"/>
              <a:chOff x="1936" y="2379"/>
              <a:chExt cx="894" cy="604"/>
            </a:xfrm>
          </p:grpSpPr>
          <p:sp>
            <p:nvSpPr>
              <p:cNvPr id="54705" name="Freeform 13"/>
              <p:cNvSpPr>
                <a:spLocks/>
              </p:cNvSpPr>
              <p:nvPr/>
            </p:nvSpPr>
            <p:spPr bwMode="auto">
              <a:xfrm>
                <a:off x="2702" y="2379"/>
                <a:ext cx="128" cy="104"/>
              </a:xfrm>
              <a:custGeom>
                <a:avLst/>
                <a:gdLst>
                  <a:gd name="T0" fmla="*/ 128 w 128"/>
                  <a:gd name="T1" fmla="*/ 0 h 104"/>
                  <a:gd name="T2" fmla="*/ 40 w 128"/>
                  <a:gd name="T3" fmla="*/ 104 h 104"/>
                  <a:gd name="T4" fmla="*/ 16 w 128"/>
                  <a:gd name="T5" fmla="*/ 80 h 104"/>
                  <a:gd name="T6" fmla="*/ 0 w 128"/>
                  <a:gd name="T7" fmla="*/ 48 h 104"/>
                  <a:gd name="T8" fmla="*/ 128 w 128"/>
                  <a:gd name="T9" fmla="*/ 0 h 10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8" h="104">
                    <a:moveTo>
                      <a:pt x="128" y="0"/>
                    </a:moveTo>
                    <a:lnTo>
                      <a:pt x="40" y="104"/>
                    </a:lnTo>
                    <a:lnTo>
                      <a:pt x="16" y="80"/>
                    </a:lnTo>
                    <a:lnTo>
                      <a:pt x="0" y="48"/>
                    </a:lnTo>
                    <a:lnTo>
                      <a:pt x="128" y="0"/>
                    </a:lnTo>
                    <a:close/>
                  </a:path>
                </a:pathLst>
              </a:custGeom>
              <a:solidFill>
                <a:srgbClr val="808080"/>
              </a:solidFill>
              <a:ln w="9525">
                <a:solidFill>
                  <a:srgbClr val="808080"/>
                </a:solidFill>
                <a:round/>
                <a:headEnd/>
                <a:tailEnd/>
              </a:ln>
            </p:spPr>
            <p:txBody>
              <a:bodyPr/>
              <a:lstStyle/>
              <a:p>
                <a:endParaRPr lang="en-US"/>
              </a:p>
            </p:txBody>
          </p:sp>
          <p:sp>
            <p:nvSpPr>
              <p:cNvPr id="54706" name="Line 14"/>
              <p:cNvSpPr>
                <a:spLocks noChangeShapeType="1"/>
              </p:cNvSpPr>
              <p:nvPr/>
            </p:nvSpPr>
            <p:spPr bwMode="auto">
              <a:xfrm flipV="1">
                <a:off x="1936" y="2455"/>
                <a:ext cx="790" cy="528"/>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3495" name="Group 15"/>
            <p:cNvGrpSpPr>
              <a:grpSpLocks/>
            </p:cNvGrpSpPr>
            <p:nvPr/>
          </p:nvGrpSpPr>
          <p:grpSpPr bwMode="auto">
            <a:xfrm>
              <a:off x="1952" y="2076"/>
              <a:ext cx="886" cy="290"/>
              <a:chOff x="1952" y="2076"/>
              <a:chExt cx="886" cy="290"/>
            </a:xfrm>
          </p:grpSpPr>
          <p:sp>
            <p:nvSpPr>
              <p:cNvPr id="54703" name="Freeform 16"/>
              <p:cNvSpPr>
                <a:spLocks/>
              </p:cNvSpPr>
              <p:nvPr/>
            </p:nvSpPr>
            <p:spPr bwMode="auto">
              <a:xfrm>
                <a:off x="2702" y="2076"/>
                <a:ext cx="136" cy="72"/>
              </a:xfrm>
              <a:custGeom>
                <a:avLst/>
                <a:gdLst>
                  <a:gd name="T0" fmla="*/ 136 w 136"/>
                  <a:gd name="T1" fmla="*/ 0 h 72"/>
                  <a:gd name="T2" fmla="*/ 16 w 136"/>
                  <a:gd name="T3" fmla="*/ 72 h 72"/>
                  <a:gd name="T4" fmla="*/ 8 w 136"/>
                  <a:gd name="T5" fmla="*/ 40 h 72"/>
                  <a:gd name="T6" fmla="*/ 0 w 136"/>
                  <a:gd name="T7" fmla="*/ 8 h 72"/>
                  <a:gd name="T8" fmla="*/ 136 w 136"/>
                  <a:gd name="T9" fmla="*/ 0 h 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 h="72">
                    <a:moveTo>
                      <a:pt x="136" y="0"/>
                    </a:moveTo>
                    <a:lnTo>
                      <a:pt x="16" y="72"/>
                    </a:lnTo>
                    <a:lnTo>
                      <a:pt x="8" y="40"/>
                    </a:lnTo>
                    <a:lnTo>
                      <a:pt x="0" y="8"/>
                    </a:lnTo>
                    <a:lnTo>
                      <a:pt x="136" y="0"/>
                    </a:lnTo>
                    <a:close/>
                  </a:path>
                </a:pathLst>
              </a:custGeom>
              <a:solidFill>
                <a:srgbClr val="808080"/>
              </a:solidFill>
              <a:ln w="9525">
                <a:solidFill>
                  <a:srgbClr val="808080"/>
                </a:solidFill>
                <a:round/>
                <a:headEnd/>
                <a:tailEnd/>
              </a:ln>
            </p:spPr>
            <p:txBody>
              <a:bodyPr/>
              <a:lstStyle/>
              <a:p>
                <a:endParaRPr lang="en-US"/>
              </a:p>
            </p:txBody>
          </p:sp>
          <p:sp>
            <p:nvSpPr>
              <p:cNvPr id="54704" name="Line 17"/>
              <p:cNvSpPr>
                <a:spLocks noChangeShapeType="1"/>
              </p:cNvSpPr>
              <p:nvPr/>
            </p:nvSpPr>
            <p:spPr bwMode="auto">
              <a:xfrm flipV="1">
                <a:off x="1952" y="2114"/>
                <a:ext cx="766" cy="252"/>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3496" name="Group 18"/>
            <p:cNvGrpSpPr>
              <a:grpSpLocks/>
            </p:cNvGrpSpPr>
            <p:nvPr/>
          </p:nvGrpSpPr>
          <p:grpSpPr bwMode="auto">
            <a:xfrm>
              <a:off x="1481" y="1769"/>
              <a:ext cx="894" cy="283"/>
              <a:chOff x="1481" y="1769"/>
              <a:chExt cx="894" cy="283"/>
            </a:xfrm>
          </p:grpSpPr>
          <p:sp>
            <p:nvSpPr>
              <p:cNvPr id="54701" name="Freeform 19"/>
              <p:cNvSpPr>
                <a:spLocks/>
              </p:cNvSpPr>
              <p:nvPr/>
            </p:nvSpPr>
            <p:spPr bwMode="auto">
              <a:xfrm>
                <a:off x="2231" y="1980"/>
                <a:ext cx="144" cy="72"/>
              </a:xfrm>
              <a:custGeom>
                <a:avLst/>
                <a:gdLst>
                  <a:gd name="T0" fmla="*/ 144 w 144"/>
                  <a:gd name="T1" fmla="*/ 72 h 72"/>
                  <a:gd name="T2" fmla="*/ 0 w 144"/>
                  <a:gd name="T3" fmla="*/ 64 h 72"/>
                  <a:gd name="T4" fmla="*/ 16 w 144"/>
                  <a:gd name="T5" fmla="*/ 32 h 72"/>
                  <a:gd name="T6" fmla="*/ 24 w 144"/>
                  <a:gd name="T7" fmla="*/ 0 h 72"/>
                  <a:gd name="T8" fmla="*/ 144 w 144"/>
                  <a:gd name="T9" fmla="*/ 72 h 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4" h="72">
                    <a:moveTo>
                      <a:pt x="144" y="72"/>
                    </a:moveTo>
                    <a:lnTo>
                      <a:pt x="0" y="64"/>
                    </a:lnTo>
                    <a:lnTo>
                      <a:pt x="16" y="32"/>
                    </a:lnTo>
                    <a:lnTo>
                      <a:pt x="24" y="0"/>
                    </a:lnTo>
                    <a:lnTo>
                      <a:pt x="144" y="72"/>
                    </a:lnTo>
                    <a:close/>
                  </a:path>
                </a:pathLst>
              </a:custGeom>
              <a:solidFill>
                <a:srgbClr val="808080"/>
              </a:solidFill>
              <a:ln w="9525">
                <a:solidFill>
                  <a:srgbClr val="808080"/>
                </a:solidFill>
                <a:round/>
                <a:headEnd/>
                <a:tailEnd/>
              </a:ln>
            </p:spPr>
            <p:txBody>
              <a:bodyPr/>
              <a:lstStyle/>
              <a:p>
                <a:endParaRPr lang="en-US"/>
              </a:p>
            </p:txBody>
          </p:sp>
          <p:sp>
            <p:nvSpPr>
              <p:cNvPr id="54702" name="Line 20"/>
              <p:cNvSpPr>
                <a:spLocks noChangeShapeType="1"/>
              </p:cNvSpPr>
              <p:nvPr/>
            </p:nvSpPr>
            <p:spPr bwMode="auto">
              <a:xfrm>
                <a:off x="1481" y="1769"/>
                <a:ext cx="774" cy="244"/>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53497" name="Oval 21"/>
            <p:cNvSpPr>
              <a:spLocks noChangeArrowheads="1"/>
            </p:cNvSpPr>
            <p:nvPr/>
          </p:nvSpPr>
          <p:spPr bwMode="auto">
            <a:xfrm>
              <a:off x="1457" y="1741"/>
              <a:ext cx="32" cy="40"/>
            </a:xfrm>
            <a:prstGeom prst="ellipse">
              <a:avLst/>
            </a:prstGeom>
            <a:solidFill>
              <a:srgbClr val="808080"/>
            </a:solidFill>
            <a:ln w="9525">
              <a:solidFill>
                <a:srgbClr val="808080"/>
              </a:solidFill>
              <a:round/>
              <a:headEnd/>
              <a:tailEnd/>
            </a:ln>
          </p:spPr>
          <p:txBody>
            <a:bodyPr/>
            <a:lstStyle/>
            <a:p>
              <a:endParaRPr lang="en-US"/>
            </a:p>
          </p:txBody>
        </p:sp>
        <p:sp>
          <p:nvSpPr>
            <p:cNvPr id="53498" name="Oval 22"/>
            <p:cNvSpPr>
              <a:spLocks noChangeArrowheads="1"/>
            </p:cNvSpPr>
            <p:nvPr/>
          </p:nvSpPr>
          <p:spPr bwMode="auto">
            <a:xfrm>
              <a:off x="1457" y="1741"/>
              <a:ext cx="32" cy="40"/>
            </a:xfrm>
            <a:prstGeom prst="ellipse">
              <a:avLst/>
            </a:prstGeom>
            <a:solidFill>
              <a:srgbClr val="808080"/>
            </a:solidFill>
            <a:ln w="25400">
              <a:solidFill>
                <a:srgbClr val="808080"/>
              </a:solidFill>
              <a:round/>
              <a:headEnd/>
              <a:tailEnd/>
            </a:ln>
          </p:spPr>
          <p:txBody>
            <a:bodyPr/>
            <a:lstStyle/>
            <a:p>
              <a:endParaRPr lang="en-US"/>
            </a:p>
          </p:txBody>
        </p:sp>
        <p:sp>
          <p:nvSpPr>
            <p:cNvPr id="53499" name="Oval 23"/>
            <p:cNvSpPr>
              <a:spLocks noChangeArrowheads="1"/>
            </p:cNvSpPr>
            <p:nvPr/>
          </p:nvSpPr>
          <p:spPr bwMode="auto">
            <a:xfrm>
              <a:off x="1457" y="2044"/>
              <a:ext cx="40" cy="40"/>
            </a:xfrm>
            <a:prstGeom prst="ellipse">
              <a:avLst/>
            </a:prstGeom>
            <a:solidFill>
              <a:srgbClr val="808080"/>
            </a:solidFill>
            <a:ln w="9525">
              <a:solidFill>
                <a:srgbClr val="808080"/>
              </a:solidFill>
              <a:round/>
              <a:headEnd/>
              <a:tailEnd/>
            </a:ln>
          </p:spPr>
          <p:txBody>
            <a:bodyPr/>
            <a:lstStyle/>
            <a:p>
              <a:endParaRPr lang="en-US"/>
            </a:p>
          </p:txBody>
        </p:sp>
        <p:sp>
          <p:nvSpPr>
            <p:cNvPr id="53500" name="Oval 24"/>
            <p:cNvSpPr>
              <a:spLocks noChangeArrowheads="1"/>
            </p:cNvSpPr>
            <p:nvPr/>
          </p:nvSpPr>
          <p:spPr bwMode="auto">
            <a:xfrm>
              <a:off x="1457" y="2044"/>
              <a:ext cx="40" cy="40"/>
            </a:xfrm>
            <a:prstGeom prst="ellipse">
              <a:avLst/>
            </a:prstGeom>
            <a:solidFill>
              <a:srgbClr val="808080"/>
            </a:solidFill>
            <a:ln w="25400">
              <a:solidFill>
                <a:srgbClr val="808080"/>
              </a:solidFill>
              <a:round/>
              <a:headEnd/>
              <a:tailEnd/>
            </a:ln>
          </p:spPr>
          <p:txBody>
            <a:bodyPr/>
            <a:lstStyle/>
            <a:p>
              <a:endParaRPr lang="en-US"/>
            </a:p>
          </p:txBody>
        </p:sp>
        <p:sp>
          <p:nvSpPr>
            <p:cNvPr id="53501" name="Oval 25"/>
            <p:cNvSpPr>
              <a:spLocks noChangeArrowheads="1"/>
            </p:cNvSpPr>
            <p:nvPr/>
          </p:nvSpPr>
          <p:spPr bwMode="auto">
            <a:xfrm>
              <a:off x="1457" y="2355"/>
              <a:ext cx="40" cy="32"/>
            </a:xfrm>
            <a:prstGeom prst="ellipse">
              <a:avLst/>
            </a:prstGeom>
            <a:solidFill>
              <a:srgbClr val="808080"/>
            </a:solidFill>
            <a:ln w="9525">
              <a:solidFill>
                <a:srgbClr val="808080"/>
              </a:solidFill>
              <a:round/>
              <a:headEnd/>
              <a:tailEnd/>
            </a:ln>
          </p:spPr>
          <p:txBody>
            <a:bodyPr/>
            <a:lstStyle/>
            <a:p>
              <a:endParaRPr lang="en-US"/>
            </a:p>
          </p:txBody>
        </p:sp>
        <p:sp>
          <p:nvSpPr>
            <p:cNvPr id="53502" name="Oval 26"/>
            <p:cNvSpPr>
              <a:spLocks noChangeArrowheads="1"/>
            </p:cNvSpPr>
            <p:nvPr/>
          </p:nvSpPr>
          <p:spPr bwMode="auto">
            <a:xfrm>
              <a:off x="1457" y="2355"/>
              <a:ext cx="40" cy="32"/>
            </a:xfrm>
            <a:prstGeom prst="ellipse">
              <a:avLst/>
            </a:prstGeom>
            <a:solidFill>
              <a:srgbClr val="808080"/>
            </a:solidFill>
            <a:ln w="25400">
              <a:solidFill>
                <a:srgbClr val="808080"/>
              </a:solidFill>
              <a:round/>
              <a:headEnd/>
              <a:tailEnd/>
            </a:ln>
          </p:spPr>
          <p:txBody>
            <a:bodyPr/>
            <a:lstStyle/>
            <a:p>
              <a:endParaRPr lang="en-US"/>
            </a:p>
          </p:txBody>
        </p:sp>
        <p:sp>
          <p:nvSpPr>
            <p:cNvPr id="53503" name="Oval 27"/>
            <p:cNvSpPr>
              <a:spLocks noChangeArrowheads="1"/>
            </p:cNvSpPr>
            <p:nvPr/>
          </p:nvSpPr>
          <p:spPr bwMode="auto">
            <a:xfrm>
              <a:off x="1457" y="2658"/>
              <a:ext cx="32" cy="32"/>
            </a:xfrm>
            <a:prstGeom prst="ellipse">
              <a:avLst/>
            </a:prstGeom>
            <a:solidFill>
              <a:srgbClr val="808080"/>
            </a:solidFill>
            <a:ln w="9525">
              <a:solidFill>
                <a:srgbClr val="808080"/>
              </a:solidFill>
              <a:round/>
              <a:headEnd/>
              <a:tailEnd/>
            </a:ln>
          </p:spPr>
          <p:txBody>
            <a:bodyPr/>
            <a:lstStyle/>
            <a:p>
              <a:endParaRPr lang="en-US"/>
            </a:p>
          </p:txBody>
        </p:sp>
        <p:sp>
          <p:nvSpPr>
            <p:cNvPr id="53504" name="Oval 28"/>
            <p:cNvSpPr>
              <a:spLocks noChangeArrowheads="1"/>
            </p:cNvSpPr>
            <p:nvPr/>
          </p:nvSpPr>
          <p:spPr bwMode="auto">
            <a:xfrm>
              <a:off x="1457" y="2658"/>
              <a:ext cx="32" cy="32"/>
            </a:xfrm>
            <a:prstGeom prst="ellipse">
              <a:avLst/>
            </a:prstGeom>
            <a:solidFill>
              <a:srgbClr val="808080"/>
            </a:solidFill>
            <a:ln w="25400">
              <a:solidFill>
                <a:srgbClr val="808080"/>
              </a:solidFill>
              <a:round/>
              <a:headEnd/>
              <a:tailEnd/>
            </a:ln>
          </p:spPr>
          <p:txBody>
            <a:bodyPr/>
            <a:lstStyle/>
            <a:p>
              <a:endParaRPr lang="en-US"/>
            </a:p>
          </p:txBody>
        </p:sp>
        <p:sp>
          <p:nvSpPr>
            <p:cNvPr id="53505" name="Oval 29"/>
            <p:cNvSpPr>
              <a:spLocks noChangeArrowheads="1"/>
            </p:cNvSpPr>
            <p:nvPr/>
          </p:nvSpPr>
          <p:spPr bwMode="auto">
            <a:xfrm>
              <a:off x="1449" y="2969"/>
              <a:ext cx="40" cy="32"/>
            </a:xfrm>
            <a:prstGeom prst="ellipse">
              <a:avLst/>
            </a:prstGeom>
            <a:solidFill>
              <a:srgbClr val="808080"/>
            </a:solidFill>
            <a:ln w="9525">
              <a:solidFill>
                <a:srgbClr val="808080"/>
              </a:solidFill>
              <a:round/>
              <a:headEnd/>
              <a:tailEnd/>
            </a:ln>
          </p:spPr>
          <p:txBody>
            <a:bodyPr/>
            <a:lstStyle/>
            <a:p>
              <a:endParaRPr lang="en-US"/>
            </a:p>
          </p:txBody>
        </p:sp>
        <p:sp>
          <p:nvSpPr>
            <p:cNvPr id="53506" name="Oval 30"/>
            <p:cNvSpPr>
              <a:spLocks noChangeArrowheads="1"/>
            </p:cNvSpPr>
            <p:nvPr/>
          </p:nvSpPr>
          <p:spPr bwMode="auto">
            <a:xfrm>
              <a:off x="1449" y="2969"/>
              <a:ext cx="40" cy="32"/>
            </a:xfrm>
            <a:prstGeom prst="ellipse">
              <a:avLst/>
            </a:prstGeom>
            <a:solidFill>
              <a:srgbClr val="808080"/>
            </a:solidFill>
            <a:ln w="25400">
              <a:solidFill>
                <a:srgbClr val="808080"/>
              </a:solidFill>
              <a:round/>
              <a:headEnd/>
              <a:tailEnd/>
            </a:ln>
          </p:spPr>
          <p:txBody>
            <a:bodyPr/>
            <a:lstStyle/>
            <a:p>
              <a:endParaRPr lang="en-US"/>
            </a:p>
          </p:txBody>
        </p:sp>
        <p:grpSp>
          <p:nvGrpSpPr>
            <p:cNvPr id="53507" name="Group 31"/>
            <p:cNvGrpSpPr>
              <a:grpSpLocks/>
            </p:cNvGrpSpPr>
            <p:nvPr/>
          </p:nvGrpSpPr>
          <p:grpSpPr bwMode="auto">
            <a:xfrm>
              <a:off x="1912" y="1741"/>
              <a:ext cx="40" cy="1260"/>
              <a:chOff x="1912" y="1741"/>
              <a:chExt cx="40" cy="1260"/>
            </a:xfrm>
          </p:grpSpPr>
          <p:sp>
            <p:nvSpPr>
              <p:cNvPr id="54691" name="Oval 32"/>
              <p:cNvSpPr>
                <a:spLocks noChangeArrowheads="1"/>
              </p:cNvSpPr>
              <p:nvPr/>
            </p:nvSpPr>
            <p:spPr bwMode="auto">
              <a:xfrm>
                <a:off x="1920" y="1741"/>
                <a:ext cx="32" cy="32"/>
              </a:xfrm>
              <a:prstGeom prst="ellipse">
                <a:avLst/>
              </a:prstGeom>
              <a:solidFill>
                <a:srgbClr val="808080"/>
              </a:solidFill>
              <a:ln w="9525">
                <a:solidFill>
                  <a:srgbClr val="808080"/>
                </a:solidFill>
                <a:round/>
                <a:headEnd/>
                <a:tailEnd/>
              </a:ln>
            </p:spPr>
            <p:txBody>
              <a:bodyPr/>
              <a:lstStyle/>
              <a:p>
                <a:endParaRPr lang="en-US"/>
              </a:p>
            </p:txBody>
          </p:sp>
          <p:sp>
            <p:nvSpPr>
              <p:cNvPr id="54692" name="Oval 33"/>
              <p:cNvSpPr>
                <a:spLocks noChangeArrowheads="1"/>
              </p:cNvSpPr>
              <p:nvPr/>
            </p:nvSpPr>
            <p:spPr bwMode="auto">
              <a:xfrm>
                <a:off x="1920" y="1741"/>
                <a:ext cx="32" cy="32"/>
              </a:xfrm>
              <a:prstGeom prst="ellipse">
                <a:avLst/>
              </a:prstGeom>
              <a:solidFill>
                <a:srgbClr val="808080"/>
              </a:solidFill>
              <a:ln w="25400">
                <a:solidFill>
                  <a:srgbClr val="808080"/>
                </a:solidFill>
                <a:round/>
                <a:headEnd/>
                <a:tailEnd/>
              </a:ln>
            </p:spPr>
            <p:txBody>
              <a:bodyPr/>
              <a:lstStyle/>
              <a:p>
                <a:endParaRPr lang="en-US"/>
              </a:p>
            </p:txBody>
          </p:sp>
          <p:sp>
            <p:nvSpPr>
              <p:cNvPr id="54693" name="Oval 34"/>
              <p:cNvSpPr>
                <a:spLocks noChangeArrowheads="1"/>
              </p:cNvSpPr>
              <p:nvPr/>
            </p:nvSpPr>
            <p:spPr bwMode="auto">
              <a:xfrm>
                <a:off x="1920" y="2044"/>
                <a:ext cx="32" cy="32"/>
              </a:xfrm>
              <a:prstGeom prst="ellipse">
                <a:avLst/>
              </a:prstGeom>
              <a:solidFill>
                <a:srgbClr val="808080"/>
              </a:solidFill>
              <a:ln w="9525">
                <a:solidFill>
                  <a:srgbClr val="808080"/>
                </a:solidFill>
                <a:round/>
                <a:headEnd/>
                <a:tailEnd/>
              </a:ln>
            </p:spPr>
            <p:txBody>
              <a:bodyPr/>
              <a:lstStyle/>
              <a:p>
                <a:endParaRPr lang="en-US"/>
              </a:p>
            </p:txBody>
          </p:sp>
          <p:sp>
            <p:nvSpPr>
              <p:cNvPr id="54694" name="Oval 35"/>
              <p:cNvSpPr>
                <a:spLocks noChangeArrowheads="1"/>
              </p:cNvSpPr>
              <p:nvPr/>
            </p:nvSpPr>
            <p:spPr bwMode="auto">
              <a:xfrm>
                <a:off x="1920" y="2044"/>
                <a:ext cx="32" cy="32"/>
              </a:xfrm>
              <a:prstGeom prst="ellipse">
                <a:avLst/>
              </a:prstGeom>
              <a:solidFill>
                <a:srgbClr val="808080"/>
              </a:solidFill>
              <a:ln w="25400">
                <a:solidFill>
                  <a:srgbClr val="808080"/>
                </a:solidFill>
                <a:round/>
                <a:headEnd/>
                <a:tailEnd/>
              </a:ln>
            </p:spPr>
            <p:txBody>
              <a:bodyPr/>
              <a:lstStyle/>
              <a:p>
                <a:endParaRPr lang="en-US"/>
              </a:p>
            </p:txBody>
          </p:sp>
          <p:sp>
            <p:nvSpPr>
              <p:cNvPr id="54695" name="Oval 36"/>
              <p:cNvSpPr>
                <a:spLocks noChangeArrowheads="1"/>
              </p:cNvSpPr>
              <p:nvPr/>
            </p:nvSpPr>
            <p:spPr bwMode="auto">
              <a:xfrm>
                <a:off x="1920" y="2347"/>
                <a:ext cx="32" cy="40"/>
              </a:xfrm>
              <a:prstGeom prst="ellipse">
                <a:avLst/>
              </a:prstGeom>
              <a:solidFill>
                <a:srgbClr val="808080"/>
              </a:solidFill>
              <a:ln w="9525">
                <a:solidFill>
                  <a:srgbClr val="808080"/>
                </a:solidFill>
                <a:round/>
                <a:headEnd/>
                <a:tailEnd/>
              </a:ln>
            </p:spPr>
            <p:txBody>
              <a:bodyPr/>
              <a:lstStyle/>
              <a:p>
                <a:endParaRPr lang="en-US"/>
              </a:p>
            </p:txBody>
          </p:sp>
          <p:sp>
            <p:nvSpPr>
              <p:cNvPr id="54696" name="Oval 37"/>
              <p:cNvSpPr>
                <a:spLocks noChangeArrowheads="1"/>
              </p:cNvSpPr>
              <p:nvPr/>
            </p:nvSpPr>
            <p:spPr bwMode="auto">
              <a:xfrm>
                <a:off x="1920" y="2347"/>
                <a:ext cx="32" cy="40"/>
              </a:xfrm>
              <a:prstGeom prst="ellipse">
                <a:avLst/>
              </a:prstGeom>
              <a:solidFill>
                <a:srgbClr val="808080"/>
              </a:solidFill>
              <a:ln w="25400">
                <a:solidFill>
                  <a:srgbClr val="808080"/>
                </a:solidFill>
                <a:round/>
                <a:headEnd/>
                <a:tailEnd/>
              </a:ln>
            </p:spPr>
            <p:txBody>
              <a:bodyPr/>
              <a:lstStyle/>
              <a:p>
                <a:endParaRPr lang="en-US"/>
              </a:p>
            </p:txBody>
          </p:sp>
          <p:sp>
            <p:nvSpPr>
              <p:cNvPr id="54697" name="Oval 38"/>
              <p:cNvSpPr>
                <a:spLocks noChangeArrowheads="1"/>
              </p:cNvSpPr>
              <p:nvPr/>
            </p:nvSpPr>
            <p:spPr bwMode="auto">
              <a:xfrm>
                <a:off x="1920" y="2658"/>
                <a:ext cx="32" cy="32"/>
              </a:xfrm>
              <a:prstGeom prst="ellipse">
                <a:avLst/>
              </a:prstGeom>
              <a:solidFill>
                <a:srgbClr val="808080"/>
              </a:solidFill>
              <a:ln w="9525">
                <a:solidFill>
                  <a:srgbClr val="808080"/>
                </a:solidFill>
                <a:round/>
                <a:headEnd/>
                <a:tailEnd/>
              </a:ln>
            </p:spPr>
            <p:txBody>
              <a:bodyPr/>
              <a:lstStyle/>
              <a:p>
                <a:endParaRPr lang="en-US"/>
              </a:p>
            </p:txBody>
          </p:sp>
          <p:sp>
            <p:nvSpPr>
              <p:cNvPr id="54698" name="Oval 39"/>
              <p:cNvSpPr>
                <a:spLocks noChangeArrowheads="1"/>
              </p:cNvSpPr>
              <p:nvPr/>
            </p:nvSpPr>
            <p:spPr bwMode="auto">
              <a:xfrm>
                <a:off x="1920" y="2658"/>
                <a:ext cx="32" cy="32"/>
              </a:xfrm>
              <a:prstGeom prst="ellipse">
                <a:avLst/>
              </a:prstGeom>
              <a:solidFill>
                <a:srgbClr val="808080"/>
              </a:solidFill>
              <a:ln w="25400">
                <a:solidFill>
                  <a:srgbClr val="808080"/>
                </a:solidFill>
                <a:round/>
                <a:headEnd/>
                <a:tailEnd/>
              </a:ln>
            </p:spPr>
            <p:txBody>
              <a:bodyPr/>
              <a:lstStyle/>
              <a:p>
                <a:endParaRPr lang="en-US"/>
              </a:p>
            </p:txBody>
          </p:sp>
          <p:sp>
            <p:nvSpPr>
              <p:cNvPr id="54699" name="Oval 40"/>
              <p:cNvSpPr>
                <a:spLocks noChangeArrowheads="1"/>
              </p:cNvSpPr>
              <p:nvPr/>
            </p:nvSpPr>
            <p:spPr bwMode="auto">
              <a:xfrm>
                <a:off x="1912" y="2961"/>
                <a:ext cx="32" cy="40"/>
              </a:xfrm>
              <a:prstGeom prst="ellipse">
                <a:avLst/>
              </a:prstGeom>
              <a:solidFill>
                <a:srgbClr val="808080"/>
              </a:solidFill>
              <a:ln w="9525">
                <a:solidFill>
                  <a:srgbClr val="808080"/>
                </a:solidFill>
                <a:round/>
                <a:headEnd/>
                <a:tailEnd/>
              </a:ln>
            </p:spPr>
            <p:txBody>
              <a:bodyPr/>
              <a:lstStyle/>
              <a:p>
                <a:endParaRPr lang="en-US"/>
              </a:p>
            </p:txBody>
          </p:sp>
          <p:sp>
            <p:nvSpPr>
              <p:cNvPr id="54700" name="Oval 41"/>
              <p:cNvSpPr>
                <a:spLocks noChangeArrowheads="1"/>
              </p:cNvSpPr>
              <p:nvPr/>
            </p:nvSpPr>
            <p:spPr bwMode="auto">
              <a:xfrm>
                <a:off x="1912" y="2961"/>
                <a:ext cx="32" cy="40"/>
              </a:xfrm>
              <a:prstGeom prst="ellipse">
                <a:avLst/>
              </a:prstGeom>
              <a:solidFill>
                <a:srgbClr val="808080"/>
              </a:solidFill>
              <a:ln w="25400">
                <a:solidFill>
                  <a:srgbClr val="808080"/>
                </a:solidFill>
                <a:round/>
                <a:headEnd/>
                <a:tailEnd/>
              </a:ln>
            </p:spPr>
            <p:txBody>
              <a:bodyPr/>
              <a:lstStyle/>
              <a:p>
                <a:endParaRPr lang="en-US"/>
              </a:p>
            </p:txBody>
          </p:sp>
        </p:grpSp>
        <p:grpSp>
          <p:nvGrpSpPr>
            <p:cNvPr id="53508" name="Group 42"/>
            <p:cNvGrpSpPr>
              <a:grpSpLocks/>
            </p:cNvGrpSpPr>
            <p:nvPr/>
          </p:nvGrpSpPr>
          <p:grpSpPr bwMode="auto">
            <a:xfrm>
              <a:off x="2375" y="1749"/>
              <a:ext cx="40" cy="1252"/>
              <a:chOff x="2375" y="1749"/>
              <a:chExt cx="40" cy="1252"/>
            </a:xfrm>
          </p:grpSpPr>
          <p:sp>
            <p:nvSpPr>
              <p:cNvPr id="54681" name="Oval 43"/>
              <p:cNvSpPr>
                <a:spLocks noChangeArrowheads="1"/>
              </p:cNvSpPr>
              <p:nvPr/>
            </p:nvSpPr>
            <p:spPr bwMode="auto">
              <a:xfrm>
                <a:off x="2375" y="1749"/>
                <a:ext cx="32" cy="32"/>
              </a:xfrm>
              <a:prstGeom prst="ellipse">
                <a:avLst/>
              </a:prstGeom>
              <a:solidFill>
                <a:srgbClr val="808080"/>
              </a:solidFill>
              <a:ln w="9525">
                <a:solidFill>
                  <a:srgbClr val="808080"/>
                </a:solidFill>
                <a:round/>
                <a:headEnd/>
                <a:tailEnd/>
              </a:ln>
            </p:spPr>
            <p:txBody>
              <a:bodyPr/>
              <a:lstStyle/>
              <a:p>
                <a:endParaRPr lang="en-US"/>
              </a:p>
            </p:txBody>
          </p:sp>
          <p:sp>
            <p:nvSpPr>
              <p:cNvPr id="54682" name="Oval 44"/>
              <p:cNvSpPr>
                <a:spLocks noChangeArrowheads="1"/>
              </p:cNvSpPr>
              <p:nvPr/>
            </p:nvSpPr>
            <p:spPr bwMode="auto">
              <a:xfrm>
                <a:off x="2375" y="1749"/>
                <a:ext cx="32" cy="32"/>
              </a:xfrm>
              <a:prstGeom prst="ellipse">
                <a:avLst/>
              </a:prstGeom>
              <a:solidFill>
                <a:srgbClr val="808080"/>
              </a:solidFill>
              <a:ln w="25400">
                <a:solidFill>
                  <a:srgbClr val="808080"/>
                </a:solidFill>
                <a:round/>
                <a:headEnd/>
                <a:tailEnd/>
              </a:ln>
            </p:spPr>
            <p:txBody>
              <a:bodyPr/>
              <a:lstStyle/>
              <a:p>
                <a:endParaRPr lang="en-US"/>
              </a:p>
            </p:txBody>
          </p:sp>
          <p:sp>
            <p:nvSpPr>
              <p:cNvPr id="54683" name="Oval 45"/>
              <p:cNvSpPr>
                <a:spLocks noChangeArrowheads="1"/>
              </p:cNvSpPr>
              <p:nvPr/>
            </p:nvSpPr>
            <p:spPr bwMode="auto">
              <a:xfrm>
                <a:off x="2383" y="2052"/>
                <a:ext cx="32" cy="32"/>
              </a:xfrm>
              <a:prstGeom prst="ellipse">
                <a:avLst/>
              </a:prstGeom>
              <a:solidFill>
                <a:srgbClr val="808080"/>
              </a:solidFill>
              <a:ln w="9525">
                <a:solidFill>
                  <a:srgbClr val="808080"/>
                </a:solidFill>
                <a:round/>
                <a:headEnd/>
                <a:tailEnd/>
              </a:ln>
            </p:spPr>
            <p:txBody>
              <a:bodyPr/>
              <a:lstStyle/>
              <a:p>
                <a:endParaRPr lang="en-US"/>
              </a:p>
            </p:txBody>
          </p:sp>
          <p:sp>
            <p:nvSpPr>
              <p:cNvPr id="54684" name="Oval 46"/>
              <p:cNvSpPr>
                <a:spLocks noChangeArrowheads="1"/>
              </p:cNvSpPr>
              <p:nvPr/>
            </p:nvSpPr>
            <p:spPr bwMode="auto">
              <a:xfrm>
                <a:off x="2383" y="2052"/>
                <a:ext cx="32" cy="32"/>
              </a:xfrm>
              <a:prstGeom prst="ellipse">
                <a:avLst/>
              </a:prstGeom>
              <a:solidFill>
                <a:srgbClr val="808080"/>
              </a:solidFill>
              <a:ln w="25400">
                <a:solidFill>
                  <a:srgbClr val="808080"/>
                </a:solidFill>
                <a:round/>
                <a:headEnd/>
                <a:tailEnd/>
              </a:ln>
            </p:spPr>
            <p:txBody>
              <a:bodyPr/>
              <a:lstStyle/>
              <a:p>
                <a:endParaRPr lang="en-US"/>
              </a:p>
            </p:txBody>
          </p:sp>
          <p:sp>
            <p:nvSpPr>
              <p:cNvPr id="54685" name="Oval 47"/>
              <p:cNvSpPr>
                <a:spLocks noChangeArrowheads="1"/>
              </p:cNvSpPr>
              <p:nvPr/>
            </p:nvSpPr>
            <p:spPr bwMode="auto">
              <a:xfrm>
                <a:off x="2383" y="2355"/>
                <a:ext cx="32" cy="32"/>
              </a:xfrm>
              <a:prstGeom prst="ellipse">
                <a:avLst/>
              </a:prstGeom>
              <a:solidFill>
                <a:srgbClr val="808080"/>
              </a:solidFill>
              <a:ln w="9525">
                <a:solidFill>
                  <a:srgbClr val="808080"/>
                </a:solidFill>
                <a:round/>
                <a:headEnd/>
                <a:tailEnd/>
              </a:ln>
            </p:spPr>
            <p:txBody>
              <a:bodyPr/>
              <a:lstStyle/>
              <a:p>
                <a:endParaRPr lang="en-US"/>
              </a:p>
            </p:txBody>
          </p:sp>
          <p:sp>
            <p:nvSpPr>
              <p:cNvPr id="54686" name="Oval 48"/>
              <p:cNvSpPr>
                <a:spLocks noChangeArrowheads="1"/>
              </p:cNvSpPr>
              <p:nvPr/>
            </p:nvSpPr>
            <p:spPr bwMode="auto">
              <a:xfrm>
                <a:off x="2383" y="2355"/>
                <a:ext cx="32" cy="32"/>
              </a:xfrm>
              <a:prstGeom prst="ellipse">
                <a:avLst/>
              </a:prstGeom>
              <a:solidFill>
                <a:srgbClr val="808080"/>
              </a:solidFill>
              <a:ln w="25400">
                <a:solidFill>
                  <a:srgbClr val="808080"/>
                </a:solidFill>
                <a:round/>
                <a:headEnd/>
                <a:tailEnd/>
              </a:ln>
            </p:spPr>
            <p:txBody>
              <a:bodyPr/>
              <a:lstStyle/>
              <a:p>
                <a:endParaRPr lang="en-US"/>
              </a:p>
            </p:txBody>
          </p:sp>
          <p:sp>
            <p:nvSpPr>
              <p:cNvPr id="54687" name="Oval 49"/>
              <p:cNvSpPr>
                <a:spLocks noChangeArrowheads="1"/>
              </p:cNvSpPr>
              <p:nvPr/>
            </p:nvSpPr>
            <p:spPr bwMode="auto">
              <a:xfrm>
                <a:off x="2375" y="2658"/>
                <a:ext cx="32" cy="40"/>
              </a:xfrm>
              <a:prstGeom prst="ellipse">
                <a:avLst/>
              </a:prstGeom>
              <a:solidFill>
                <a:srgbClr val="808080"/>
              </a:solidFill>
              <a:ln w="9525">
                <a:solidFill>
                  <a:srgbClr val="808080"/>
                </a:solidFill>
                <a:round/>
                <a:headEnd/>
                <a:tailEnd/>
              </a:ln>
            </p:spPr>
            <p:txBody>
              <a:bodyPr/>
              <a:lstStyle/>
              <a:p>
                <a:endParaRPr lang="en-US"/>
              </a:p>
            </p:txBody>
          </p:sp>
          <p:sp>
            <p:nvSpPr>
              <p:cNvPr id="54688" name="Oval 50"/>
              <p:cNvSpPr>
                <a:spLocks noChangeArrowheads="1"/>
              </p:cNvSpPr>
              <p:nvPr/>
            </p:nvSpPr>
            <p:spPr bwMode="auto">
              <a:xfrm>
                <a:off x="2375" y="2658"/>
                <a:ext cx="32" cy="40"/>
              </a:xfrm>
              <a:prstGeom prst="ellipse">
                <a:avLst/>
              </a:prstGeom>
              <a:solidFill>
                <a:srgbClr val="808080"/>
              </a:solidFill>
              <a:ln w="25400">
                <a:solidFill>
                  <a:srgbClr val="808080"/>
                </a:solidFill>
                <a:round/>
                <a:headEnd/>
                <a:tailEnd/>
              </a:ln>
            </p:spPr>
            <p:txBody>
              <a:bodyPr/>
              <a:lstStyle/>
              <a:p>
                <a:endParaRPr lang="en-US"/>
              </a:p>
            </p:txBody>
          </p:sp>
          <p:sp>
            <p:nvSpPr>
              <p:cNvPr id="54689" name="Oval 51"/>
              <p:cNvSpPr>
                <a:spLocks noChangeArrowheads="1"/>
              </p:cNvSpPr>
              <p:nvPr/>
            </p:nvSpPr>
            <p:spPr bwMode="auto">
              <a:xfrm>
                <a:off x="2375" y="2969"/>
                <a:ext cx="32" cy="32"/>
              </a:xfrm>
              <a:prstGeom prst="ellipse">
                <a:avLst/>
              </a:prstGeom>
              <a:solidFill>
                <a:srgbClr val="808080"/>
              </a:solidFill>
              <a:ln w="9525">
                <a:solidFill>
                  <a:srgbClr val="808080"/>
                </a:solidFill>
                <a:round/>
                <a:headEnd/>
                <a:tailEnd/>
              </a:ln>
            </p:spPr>
            <p:txBody>
              <a:bodyPr/>
              <a:lstStyle/>
              <a:p>
                <a:endParaRPr lang="en-US"/>
              </a:p>
            </p:txBody>
          </p:sp>
          <p:sp>
            <p:nvSpPr>
              <p:cNvPr id="54690" name="Oval 52"/>
              <p:cNvSpPr>
                <a:spLocks noChangeArrowheads="1"/>
              </p:cNvSpPr>
              <p:nvPr/>
            </p:nvSpPr>
            <p:spPr bwMode="auto">
              <a:xfrm>
                <a:off x="2375" y="2969"/>
                <a:ext cx="32" cy="32"/>
              </a:xfrm>
              <a:prstGeom prst="ellipse">
                <a:avLst/>
              </a:prstGeom>
              <a:solidFill>
                <a:srgbClr val="808080"/>
              </a:solidFill>
              <a:ln w="25400">
                <a:solidFill>
                  <a:srgbClr val="808080"/>
                </a:solidFill>
                <a:round/>
                <a:headEnd/>
                <a:tailEnd/>
              </a:ln>
            </p:spPr>
            <p:txBody>
              <a:bodyPr/>
              <a:lstStyle/>
              <a:p>
                <a:endParaRPr lang="en-US"/>
              </a:p>
            </p:txBody>
          </p:sp>
        </p:grpSp>
        <p:grpSp>
          <p:nvGrpSpPr>
            <p:cNvPr id="53509" name="Group 53"/>
            <p:cNvGrpSpPr>
              <a:grpSpLocks/>
            </p:cNvGrpSpPr>
            <p:nvPr/>
          </p:nvGrpSpPr>
          <p:grpSpPr bwMode="auto">
            <a:xfrm>
              <a:off x="1489" y="2076"/>
              <a:ext cx="431" cy="284"/>
              <a:chOff x="1489" y="2076"/>
              <a:chExt cx="431" cy="284"/>
            </a:xfrm>
          </p:grpSpPr>
          <p:sp>
            <p:nvSpPr>
              <p:cNvPr id="54679" name="Freeform 54"/>
              <p:cNvSpPr>
                <a:spLocks/>
              </p:cNvSpPr>
              <p:nvPr/>
            </p:nvSpPr>
            <p:spPr bwMode="auto">
              <a:xfrm>
                <a:off x="1784" y="2076"/>
                <a:ext cx="136" cy="96"/>
              </a:xfrm>
              <a:custGeom>
                <a:avLst/>
                <a:gdLst>
                  <a:gd name="T0" fmla="*/ 136 w 136"/>
                  <a:gd name="T1" fmla="*/ 0 h 96"/>
                  <a:gd name="T2" fmla="*/ 40 w 136"/>
                  <a:gd name="T3" fmla="*/ 96 h 96"/>
                  <a:gd name="T4" fmla="*/ 24 w 136"/>
                  <a:gd name="T5" fmla="*/ 72 h 96"/>
                  <a:gd name="T6" fmla="*/ 0 w 136"/>
                  <a:gd name="T7" fmla="*/ 40 h 96"/>
                  <a:gd name="T8" fmla="*/ 136 w 136"/>
                  <a:gd name="T9" fmla="*/ 0 h 9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 h="96">
                    <a:moveTo>
                      <a:pt x="136" y="0"/>
                    </a:moveTo>
                    <a:lnTo>
                      <a:pt x="40" y="96"/>
                    </a:lnTo>
                    <a:lnTo>
                      <a:pt x="24" y="72"/>
                    </a:lnTo>
                    <a:lnTo>
                      <a:pt x="0" y="40"/>
                    </a:lnTo>
                    <a:lnTo>
                      <a:pt x="136" y="0"/>
                    </a:lnTo>
                    <a:close/>
                  </a:path>
                </a:pathLst>
              </a:custGeom>
              <a:solidFill>
                <a:srgbClr val="808080"/>
              </a:solidFill>
              <a:ln w="9525">
                <a:solidFill>
                  <a:srgbClr val="808080"/>
                </a:solidFill>
                <a:round/>
                <a:headEnd/>
                <a:tailEnd/>
              </a:ln>
            </p:spPr>
            <p:txBody>
              <a:bodyPr/>
              <a:lstStyle/>
              <a:p>
                <a:endParaRPr lang="en-US"/>
              </a:p>
            </p:txBody>
          </p:sp>
          <p:sp>
            <p:nvSpPr>
              <p:cNvPr id="54680" name="Line 55"/>
              <p:cNvSpPr>
                <a:spLocks noChangeShapeType="1"/>
              </p:cNvSpPr>
              <p:nvPr/>
            </p:nvSpPr>
            <p:spPr bwMode="auto">
              <a:xfrm flipV="1">
                <a:off x="1489" y="2143"/>
                <a:ext cx="327" cy="217"/>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3510" name="Group 56"/>
            <p:cNvGrpSpPr>
              <a:grpSpLocks/>
            </p:cNvGrpSpPr>
            <p:nvPr/>
          </p:nvGrpSpPr>
          <p:grpSpPr bwMode="auto">
            <a:xfrm>
              <a:off x="1489" y="1733"/>
              <a:ext cx="423" cy="56"/>
              <a:chOff x="1489" y="1733"/>
              <a:chExt cx="423" cy="56"/>
            </a:xfrm>
          </p:grpSpPr>
          <p:sp>
            <p:nvSpPr>
              <p:cNvPr id="54671" name="Freeform 57"/>
              <p:cNvSpPr>
                <a:spLocks/>
              </p:cNvSpPr>
              <p:nvPr/>
            </p:nvSpPr>
            <p:spPr bwMode="auto">
              <a:xfrm>
                <a:off x="1792" y="1733"/>
                <a:ext cx="120" cy="56"/>
              </a:xfrm>
              <a:custGeom>
                <a:avLst/>
                <a:gdLst>
                  <a:gd name="T0" fmla="*/ 120 w 120"/>
                  <a:gd name="T1" fmla="*/ 24 h 56"/>
                  <a:gd name="T2" fmla="*/ 0 w 120"/>
                  <a:gd name="T3" fmla="*/ 56 h 56"/>
                  <a:gd name="T4" fmla="*/ 0 w 120"/>
                  <a:gd name="T5" fmla="*/ 24 h 56"/>
                  <a:gd name="T6" fmla="*/ 0 w 120"/>
                  <a:gd name="T7" fmla="*/ 0 h 56"/>
                  <a:gd name="T8" fmla="*/ 120 w 120"/>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 h="56">
                    <a:moveTo>
                      <a:pt x="120" y="24"/>
                    </a:moveTo>
                    <a:lnTo>
                      <a:pt x="0" y="56"/>
                    </a:lnTo>
                    <a:lnTo>
                      <a:pt x="0" y="24"/>
                    </a:lnTo>
                    <a:lnTo>
                      <a:pt x="0" y="0"/>
                    </a:lnTo>
                    <a:lnTo>
                      <a:pt x="120" y="24"/>
                    </a:lnTo>
                    <a:close/>
                  </a:path>
                </a:pathLst>
              </a:custGeom>
              <a:solidFill>
                <a:srgbClr val="808080"/>
              </a:solidFill>
              <a:ln w="9525">
                <a:solidFill>
                  <a:srgbClr val="808080"/>
                </a:solidFill>
                <a:round/>
                <a:headEnd/>
                <a:tailEnd/>
              </a:ln>
            </p:spPr>
            <p:txBody>
              <a:bodyPr/>
              <a:lstStyle/>
              <a:p>
                <a:endParaRPr lang="en-US"/>
              </a:p>
            </p:txBody>
          </p:sp>
          <p:grpSp>
            <p:nvGrpSpPr>
              <p:cNvPr id="54672" name="Group 58"/>
              <p:cNvGrpSpPr>
                <a:grpSpLocks/>
              </p:cNvGrpSpPr>
              <p:nvPr/>
            </p:nvGrpSpPr>
            <p:grpSpPr bwMode="auto">
              <a:xfrm>
                <a:off x="1489" y="1757"/>
                <a:ext cx="295" cy="1"/>
                <a:chOff x="1489" y="1757"/>
                <a:chExt cx="295" cy="1"/>
              </a:xfrm>
            </p:grpSpPr>
            <p:sp>
              <p:nvSpPr>
                <p:cNvPr id="54673" name="Line 59"/>
                <p:cNvSpPr>
                  <a:spLocks noChangeShapeType="1"/>
                </p:cNvSpPr>
                <p:nvPr/>
              </p:nvSpPr>
              <p:spPr bwMode="auto">
                <a:xfrm>
                  <a:off x="1489"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674" name="Line 60"/>
                <p:cNvSpPr>
                  <a:spLocks noChangeShapeType="1"/>
                </p:cNvSpPr>
                <p:nvPr/>
              </p:nvSpPr>
              <p:spPr bwMode="auto">
                <a:xfrm>
                  <a:off x="1544"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675" name="Line 61"/>
                <p:cNvSpPr>
                  <a:spLocks noChangeShapeType="1"/>
                </p:cNvSpPr>
                <p:nvPr/>
              </p:nvSpPr>
              <p:spPr bwMode="auto">
                <a:xfrm>
                  <a:off x="1600"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676" name="Line 62"/>
                <p:cNvSpPr>
                  <a:spLocks noChangeShapeType="1"/>
                </p:cNvSpPr>
                <p:nvPr/>
              </p:nvSpPr>
              <p:spPr bwMode="auto">
                <a:xfrm>
                  <a:off x="1656"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677" name="Line 63"/>
                <p:cNvSpPr>
                  <a:spLocks noChangeShapeType="1"/>
                </p:cNvSpPr>
                <p:nvPr/>
              </p:nvSpPr>
              <p:spPr bwMode="auto">
                <a:xfrm>
                  <a:off x="1712"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678" name="Line 64"/>
                <p:cNvSpPr>
                  <a:spLocks noChangeShapeType="1"/>
                </p:cNvSpPr>
                <p:nvPr/>
              </p:nvSpPr>
              <p:spPr bwMode="auto">
                <a:xfrm>
                  <a:off x="1768" y="1757"/>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3511" name="Group 65"/>
            <p:cNvGrpSpPr>
              <a:grpSpLocks/>
            </p:cNvGrpSpPr>
            <p:nvPr/>
          </p:nvGrpSpPr>
          <p:grpSpPr bwMode="auto">
            <a:xfrm>
              <a:off x="1952" y="1725"/>
              <a:ext cx="415" cy="56"/>
              <a:chOff x="1952" y="1725"/>
              <a:chExt cx="415" cy="56"/>
            </a:xfrm>
          </p:grpSpPr>
          <p:sp>
            <p:nvSpPr>
              <p:cNvPr id="54663" name="Freeform 66"/>
              <p:cNvSpPr>
                <a:spLocks/>
              </p:cNvSpPr>
              <p:nvPr/>
            </p:nvSpPr>
            <p:spPr bwMode="auto">
              <a:xfrm>
                <a:off x="2255" y="1725"/>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rgbClr val="808080"/>
              </a:solidFill>
              <a:ln w="9525">
                <a:solidFill>
                  <a:srgbClr val="808080"/>
                </a:solidFill>
                <a:round/>
                <a:headEnd/>
                <a:tailEnd/>
              </a:ln>
            </p:spPr>
            <p:txBody>
              <a:bodyPr/>
              <a:lstStyle/>
              <a:p>
                <a:endParaRPr lang="en-US"/>
              </a:p>
            </p:txBody>
          </p:sp>
          <p:grpSp>
            <p:nvGrpSpPr>
              <p:cNvPr id="54664" name="Group 67"/>
              <p:cNvGrpSpPr>
                <a:grpSpLocks/>
              </p:cNvGrpSpPr>
              <p:nvPr/>
            </p:nvGrpSpPr>
            <p:grpSpPr bwMode="auto">
              <a:xfrm>
                <a:off x="1952" y="1757"/>
                <a:ext cx="295" cy="1"/>
                <a:chOff x="1952" y="1757"/>
                <a:chExt cx="295" cy="1"/>
              </a:xfrm>
            </p:grpSpPr>
            <p:sp>
              <p:nvSpPr>
                <p:cNvPr id="54665" name="Line 68"/>
                <p:cNvSpPr>
                  <a:spLocks noChangeShapeType="1"/>
                </p:cNvSpPr>
                <p:nvPr/>
              </p:nvSpPr>
              <p:spPr bwMode="auto">
                <a:xfrm>
                  <a:off x="1952"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666" name="Line 69"/>
                <p:cNvSpPr>
                  <a:spLocks noChangeShapeType="1"/>
                </p:cNvSpPr>
                <p:nvPr/>
              </p:nvSpPr>
              <p:spPr bwMode="auto">
                <a:xfrm>
                  <a:off x="2008" y="1757"/>
                  <a:ext cx="23"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667" name="Line 70"/>
                <p:cNvSpPr>
                  <a:spLocks noChangeShapeType="1"/>
                </p:cNvSpPr>
                <p:nvPr/>
              </p:nvSpPr>
              <p:spPr bwMode="auto">
                <a:xfrm>
                  <a:off x="2063"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668" name="Line 71"/>
                <p:cNvSpPr>
                  <a:spLocks noChangeShapeType="1"/>
                </p:cNvSpPr>
                <p:nvPr/>
              </p:nvSpPr>
              <p:spPr bwMode="auto">
                <a:xfrm>
                  <a:off x="2119"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669" name="Line 72"/>
                <p:cNvSpPr>
                  <a:spLocks noChangeShapeType="1"/>
                </p:cNvSpPr>
                <p:nvPr/>
              </p:nvSpPr>
              <p:spPr bwMode="auto">
                <a:xfrm>
                  <a:off x="2175"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670" name="Line 73"/>
                <p:cNvSpPr>
                  <a:spLocks noChangeShapeType="1"/>
                </p:cNvSpPr>
                <p:nvPr/>
              </p:nvSpPr>
              <p:spPr bwMode="auto">
                <a:xfrm>
                  <a:off x="2231" y="1757"/>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3512" name="Group 74"/>
            <p:cNvGrpSpPr>
              <a:grpSpLocks/>
            </p:cNvGrpSpPr>
            <p:nvPr/>
          </p:nvGrpSpPr>
          <p:grpSpPr bwMode="auto">
            <a:xfrm>
              <a:off x="1497" y="2036"/>
              <a:ext cx="415" cy="56"/>
              <a:chOff x="1497" y="2036"/>
              <a:chExt cx="415" cy="56"/>
            </a:xfrm>
          </p:grpSpPr>
          <p:sp>
            <p:nvSpPr>
              <p:cNvPr id="54655" name="Freeform 75"/>
              <p:cNvSpPr>
                <a:spLocks/>
              </p:cNvSpPr>
              <p:nvPr/>
            </p:nvSpPr>
            <p:spPr bwMode="auto">
              <a:xfrm>
                <a:off x="1800"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rgbClr val="808080"/>
              </a:solidFill>
              <a:ln w="9525">
                <a:solidFill>
                  <a:srgbClr val="808080"/>
                </a:solidFill>
                <a:round/>
                <a:headEnd/>
                <a:tailEnd/>
              </a:ln>
            </p:spPr>
            <p:txBody>
              <a:bodyPr/>
              <a:lstStyle/>
              <a:p>
                <a:endParaRPr lang="en-US"/>
              </a:p>
            </p:txBody>
          </p:sp>
          <p:grpSp>
            <p:nvGrpSpPr>
              <p:cNvPr id="54656" name="Group 76"/>
              <p:cNvGrpSpPr>
                <a:grpSpLocks/>
              </p:cNvGrpSpPr>
              <p:nvPr/>
            </p:nvGrpSpPr>
            <p:grpSpPr bwMode="auto">
              <a:xfrm>
                <a:off x="1497" y="2068"/>
                <a:ext cx="295" cy="1"/>
                <a:chOff x="1497" y="2068"/>
                <a:chExt cx="295" cy="1"/>
              </a:xfrm>
            </p:grpSpPr>
            <p:sp>
              <p:nvSpPr>
                <p:cNvPr id="54657" name="Line 77"/>
                <p:cNvSpPr>
                  <a:spLocks noChangeShapeType="1"/>
                </p:cNvSpPr>
                <p:nvPr/>
              </p:nvSpPr>
              <p:spPr bwMode="auto">
                <a:xfrm>
                  <a:off x="1497" y="2068"/>
                  <a:ext cx="23"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658" name="Line 78"/>
                <p:cNvSpPr>
                  <a:spLocks noChangeShapeType="1"/>
                </p:cNvSpPr>
                <p:nvPr/>
              </p:nvSpPr>
              <p:spPr bwMode="auto">
                <a:xfrm>
                  <a:off x="1552"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659" name="Line 79"/>
                <p:cNvSpPr>
                  <a:spLocks noChangeShapeType="1"/>
                </p:cNvSpPr>
                <p:nvPr/>
              </p:nvSpPr>
              <p:spPr bwMode="auto">
                <a:xfrm>
                  <a:off x="1608"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660" name="Line 80"/>
                <p:cNvSpPr>
                  <a:spLocks noChangeShapeType="1"/>
                </p:cNvSpPr>
                <p:nvPr/>
              </p:nvSpPr>
              <p:spPr bwMode="auto">
                <a:xfrm>
                  <a:off x="1664"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661" name="Line 81"/>
                <p:cNvSpPr>
                  <a:spLocks noChangeShapeType="1"/>
                </p:cNvSpPr>
                <p:nvPr/>
              </p:nvSpPr>
              <p:spPr bwMode="auto">
                <a:xfrm>
                  <a:off x="1720"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662" name="Line 82"/>
                <p:cNvSpPr>
                  <a:spLocks noChangeShapeType="1"/>
                </p:cNvSpPr>
                <p:nvPr/>
              </p:nvSpPr>
              <p:spPr bwMode="auto">
                <a:xfrm>
                  <a:off x="1776" y="2068"/>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3513" name="Group 83"/>
            <p:cNvGrpSpPr>
              <a:grpSpLocks/>
            </p:cNvGrpSpPr>
            <p:nvPr/>
          </p:nvGrpSpPr>
          <p:grpSpPr bwMode="auto">
            <a:xfrm>
              <a:off x="1960" y="2036"/>
              <a:ext cx="423" cy="56"/>
              <a:chOff x="1960" y="2036"/>
              <a:chExt cx="423" cy="56"/>
            </a:xfrm>
          </p:grpSpPr>
          <p:sp>
            <p:nvSpPr>
              <p:cNvPr id="54647" name="Freeform 84"/>
              <p:cNvSpPr>
                <a:spLocks/>
              </p:cNvSpPr>
              <p:nvPr/>
            </p:nvSpPr>
            <p:spPr bwMode="auto">
              <a:xfrm>
                <a:off x="2271"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rgbClr val="808080"/>
              </a:solidFill>
              <a:ln w="9525">
                <a:solidFill>
                  <a:srgbClr val="808080"/>
                </a:solidFill>
                <a:round/>
                <a:headEnd/>
                <a:tailEnd/>
              </a:ln>
            </p:spPr>
            <p:txBody>
              <a:bodyPr/>
              <a:lstStyle/>
              <a:p>
                <a:endParaRPr lang="en-US"/>
              </a:p>
            </p:txBody>
          </p:sp>
          <p:grpSp>
            <p:nvGrpSpPr>
              <p:cNvPr id="54648" name="Group 85"/>
              <p:cNvGrpSpPr>
                <a:grpSpLocks/>
              </p:cNvGrpSpPr>
              <p:nvPr/>
            </p:nvGrpSpPr>
            <p:grpSpPr bwMode="auto">
              <a:xfrm>
                <a:off x="1960" y="2068"/>
                <a:ext cx="303" cy="1"/>
                <a:chOff x="1960" y="2068"/>
                <a:chExt cx="303" cy="1"/>
              </a:xfrm>
            </p:grpSpPr>
            <p:sp>
              <p:nvSpPr>
                <p:cNvPr id="54649" name="Line 86"/>
                <p:cNvSpPr>
                  <a:spLocks noChangeShapeType="1"/>
                </p:cNvSpPr>
                <p:nvPr/>
              </p:nvSpPr>
              <p:spPr bwMode="auto">
                <a:xfrm>
                  <a:off x="1960"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650" name="Line 87"/>
                <p:cNvSpPr>
                  <a:spLocks noChangeShapeType="1"/>
                </p:cNvSpPr>
                <p:nvPr/>
              </p:nvSpPr>
              <p:spPr bwMode="auto">
                <a:xfrm>
                  <a:off x="2015"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651" name="Line 88"/>
                <p:cNvSpPr>
                  <a:spLocks noChangeShapeType="1"/>
                </p:cNvSpPr>
                <p:nvPr/>
              </p:nvSpPr>
              <p:spPr bwMode="auto">
                <a:xfrm>
                  <a:off x="2071"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652" name="Line 89"/>
                <p:cNvSpPr>
                  <a:spLocks noChangeShapeType="1"/>
                </p:cNvSpPr>
                <p:nvPr/>
              </p:nvSpPr>
              <p:spPr bwMode="auto">
                <a:xfrm>
                  <a:off x="2127"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653" name="Line 90"/>
                <p:cNvSpPr>
                  <a:spLocks noChangeShapeType="1"/>
                </p:cNvSpPr>
                <p:nvPr/>
              </p:nvSpPr>
              <p:spPr bwMode="auto">
                <a:xfrm>
                  <a:off x="2183"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654" name="Line 91"/>
                <p:cNvSpPr>
                  <a:spLocks noChangeShapeType="1"/>
                </p:cNvSpPr>
                <p:nvPr/>
              </p:nvSpPr>
              <p:spPr bwMode="auto">
                <a:xfrm>
                  <a:off x="2239"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3514" name="Group 92"/>
            <p:cNvGrpSpPr>
              <a:grpSpLocks/>
            </p:cNvGrpSpPr>
            <p:nvPr/>
          </p:nvGrpSpPr>
          <p:grpSpPr bwMode="auto">
            <a:xfrm>
              <a:off x="2431" y="2036"/>
              <a:ext cx="415" cy="56"/>
              <a:chOff x="2431" y="2036"/>
              <a:chExt cx="415" cy="56"/>
            </a:xfrm>
          </p:grpSpPr>
          <p:sp>
            <p:nvSpPr>
              <p:cNvPr id="54639" name="Freeform 93"/>
              <p:cNvSpPr>
                <a:spLocks/>
              </p:cNvSpPr>
              <p:nvPr/>
            </p:nvSpPr>
            <p:spPr bwMode="auto">
              <a:xfrm>
                <a:off x="2734"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rgbClr val="808080"/>
              </a:solidFill>
              <a:ln w="9525">
                <a:solidFill>
                  <a:srgbClr val="808080"/>
                </a:solidFill>
                <a:round/>
                <a:headEnd/>
                <a:tailEnd/>
              </a:ln>
            </p:spPr>
            <p:txBody>
              <a:bodyPr/>
              <a:lstStyle/>
              <a:p>
                <a:endParaRPr lang="en-US"/>
              </a:p>
            </p:txBody>
          </p:sp>
          <p:grpSp>
            <p:nvGrpSpPr>
              <p:cNvPr id="54640" name="Group 94"/>
              <p:cNvGrpSpPr>
                <a:grpSpLocks/>
              </p:cNvGrpSpPr>
              <p:nvPr/>
            </p:nvGrpSpPr>
            <p:grpSpPr bwMode="auto">
              <a:xfrm>
                <a:off x="2431" y="2068"/>
                <a:ext cx="295" cy="1"/>
                <a:chOff x="2431" y="2068"/>
                <a:chExt cx="295" cy="1"/>
              </a:xfrm>
            </p:grpSpPr>
            <p:sp>
              <p:nvSpPr>
                <p:cNvPr id="54641" name="Line 95"/>
                <p:cNvSpPr>
                  <a:spLocks noChangeShapeType="1"/>
                </p:cNvSpPr>
                <p:nvPr/>
              </p:nvSpPr>
              <p:spPr bwMode="auto">
                <a:xfrm>
                  <a:off x="2431"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642" name="Line 96"/>
                <p:cNvSpPr>
                  <a:spLocks noChangeShapeType="1"/>
                </p:cNvSpPr>
                <p:nvPr/>
              </p:nvSpPr>
              <p:spPr bwMode="auto">
                <a:xfrm>
                  <a:off x="2487"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643" name="Line 97"/>
                <p:cNvSpPr>
                  <a:spLocks noChangeShapeType="1"/>
                </p:cNvSpPr>
                <p:nvPr/>
              </p:nvSpPr>
              <p:spPr bwMode="auto">
                <a:xfrm>
                  <a:off x="2542"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644" name="Line 98"/>
                <p:cNvSpPr>
                  <a:spLocks noChangeShapeType="1"/>
                </p:cNvSpPr>
                <p:nvPr/>
              </p:nvSpPr>
              <p:spPr bwMode="auto">
                <a:xfrm>
                  <a:off x="2598"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645" name="Line 99"/>
                <p:cNvSpPr>
                  <a:spLocks noChangeShapeType="1"/>
                </p:cNvSpPr>
                <p:nvPr/>
              </p:nvSpPr>
              <p:spPr bwMode="auto">
                <a:xfrm>
                  <a:off x="2654"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646" name="Line 100"/>
                <p:cNvSpPr>
                  <a:spLocks noChangeShapeType="1"/>
                </p:cNvSpPr>
                <p:nvPr/>
              </p:nvSpPr>
              <p:spPr bwMode="auto">
                <a:xfrm>
                  <a:off x="2710" y="2068"/>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3515" name="Group 101"/>
            <p:cNvGrpSpPr>
              <a:grpSpLocks/>
            </p:cNvGrpSpPr>
            <p:nvPr/>
          </p:nvGrpSpPr>
          <p:grpSpPr bwMode="auto">
            <a:xfrm>
              <a:off x="2423" y="2347"/>
              <a:ext cx="415" cy="56"/>
              <a:chOff x="2423" y="2347"/>
              <a:chExt cx="415" cy="56"/>
            </a:xfrm>
          </p:grpSpPr>
          <p:sp>
            <p:nvSpPr>
              <p:cNvPr id="54631" name="Freeform 102"/>
              <p:cNvSpPr>
                <a:spLocks/>
              </p:cNvSpPr>
              <p:nvPr/>
            </p:nvSpPr>
            <p:spPr bwMode="auto">
              <a:xfrm>
                <a:off x="2726" y="234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rgbClr val="808080"/>
              </a:solidFill>
              <a:ln w="9525">
                <a:solidFill>
                  <a:srgbClr val="808080"/>
                </a:solidFill>
                <a:round/>
                <a:headEnd/>
                <a:tailEnd/>
              </a:ln>
            </p:spPr>
            <p:txBody>
              <a:bodyPr/>
              <a:lstStyle/>
              <a:p>
                <a:endParaRPr lang="en-US"/>
              </a:p>
            </p:txBody>
          </p:sp>
          <p:grpSp>
            <p:nvGrpSpPr>
              <p:cNvPr id="54632" name="Group 103"/>
              <p:cNvGrpSpPr>
                <a:grpSpLocks/>
              </p:cNvGrpSpPr>
              <p:nvPr/>
            </p:nvGrpSpPr>
            <p:grpSpPr bwMode="auto">
              <a:xfrm>
                <a:off x="2423" y="2371"/>
                <a:ext cx="295" cy="1"/>
                <a:chOff x="2423" y="2371"/>
                <a:chExt cx="295" cy="1"/>
              </a:xfrm>
            </p:grpSpPr>
            <p:sp>
              <p:nvSpPr>
                <p:cNvPr id="54633" name="Line 104"/>
                <p:cNvSpPr>
                  <a:spLocks noChangeShapeType="1"/>
                </p:cNvSpPr>
                <p:nvPr/>
              </p:nvSpPr>
              <p:spPr bwMode="auto">
                <a:xfrm>
                  <a:off x="2423"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634" name="Line 105"/>
                <p:cNvSpPr>
                  <a:spLocks noChangeShapeType="1"/>
                </p:cNvSpPr>
                <p:nvPr/>
              </p:nvSpPr>
              <p:spPr bwMode="auto">
                <a:xfrm>
                  <a:off x="2479"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635" name="Line 106"/>
                <p:cNvSpPr>
                  <a:spLocks noChangeShapeType="1"/>
                </p:cNvSpPr>
                <p:nvPr/>
              </p:nvSpPr>
              <p:spPr bwMode="auto">
                <a:xfrm>
                  <a:off x="2534"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636" name="Line 107"/>
                <p:cNvSpPr>
                  <a:spLocks noChangeShapeType="1"/>
                </p:cNvSpPr>
                <p:nvPr/>
              </p:nvSpPr>
              <p:spPr bwMode="auto">
                <a:xfrm>
                  <a:off x="2590"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637" name="Line 108"/>
                <p:cNvSpPr>
                  <a:spLocks noChangeShapeType="1"/>
                </p:cNvSpPr>
                <p:nvPr/>
              </p:nvSpPr>
              <p:spPr bwMode="auto">
                <a:xfrm>
                  <a:off x="2646"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638" name="Line 109"/>
                <p:cNvSpPr>
                  <a:spLocks noChangeShapeType="1"/>
                </p:cNvSpPr>
                <p:nvPr/>
              </p:nvSpPr>
              <p:spPr bwMode="auto">
                <a:xfrm>
                  <a:off x="2702" y="2371"/>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3516" name="Group 110"/>
            <p:cNvGrpSpPr>
              <a:grpSpLocks/>
            </p:cNvGrpSpPr>
            <p:nvPr/>
          </p:nvGrpSpPr>
          <p:grpSpPr bwMode="auto">
            <a:xfrm>
              <a:off x="1960" y="2347"/>
              <a:ext cx="415" cy="56"/>
              <a:chOff x="1960" y="2347"/>
              <a:chExt cx="415" cy="56"/>
            </a:xfrm>
          </p:grpSpPr>
          <p:sp>
            <p:nvSpPr>
              <p:cNvPr id="54623" name="Freeform 111"/>
              <p:cNvSpPr>
                <a:spLocks/>
              </p:cNvSpPr>
              <p:nvPr/>
            </p:nvSpPr>
            <p:spPr bwMode="auto">
              <a:xfrm>
                <a:off x="2263" y="234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rgbClr val="808080"/>
              </a:solidFill>
              <a:ln w="9525">
                <a:solidFill>
                  <a:srgbClr val="808080"/>
                </a:solidFill>
                <a:round/>
                <a:headEnd/>
                <a:tailEnd/>
              </a:ln>
            </p:spPr>
            <p:txBody>
              <a:bodyPr/>
              <a:lstStyle/>
              <a:p>
                <a:endParaRPr lang="en-US"/>
              </a:p>
            </p:txBody>
          </p:sp>
          <p:grpSp>
            <p:nvGrpSpPr>
              <p:cNvPr id="54624" name="Group 112"/>
              <p:cNvGrpSpPr>
                <a:grpSpLocks/>
              </p:cNvGrpSpPr>
              <p:nvPr/>
            </p:nvGrpSpPr>
            <p:grpSpPr bwMode="auto">
              <a:xfrm>
                <a:off x="1960" y="2371"/>
                <a:ext cx="295" cy="1"/>
                <a:chOff x="1960" y="2371"/>
                <a:chExt cx="295" cy="1"/>
              </a:xfrm>
            </p:grpSpPr>
            <p:sp>
              <p:nvSpPr>
                <p:cNvPr id="54625" name="Line 113"/>
                <p:cNvSpPr>
                  <a:spLocks noChangeShapeType="1"/>
                </p:cNvSpPr>
                <p:nvPr/>
              </p:nvSpPr>
              <p:spPr bwMode="auto">
                <a:xfrm>
                  <a:off x="1960"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626" name="Line 114"/>
                <p:cNvSpPr>
                  <a:spLocks noChangeShapeType="1"/>
                </p:cNvSpPr>
                <p:nvPr/>
              </p:nvSpPr>
              <p:spPr bwMode="auto">
                <a:xfrm>
                  <a:off x="2015"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627" name="Line 115"/>
                <p:cNvSpPr>
                  <a:spLocks noChangeShapeType="1"/>
                </p:cNvSpPr>
                <p:nvPr/>
              </p:nvSpPr>
              <p:spPr bwMode="auto">
                <a:xfrm>
                  <a:off x="2071"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628" name="Line 116"/>
                <p:cNvSpPr>
                  <a:spLocks noChangeShapeType="1"/>
                </p:cNvSpPr>
                <p:nvPr/>
              </p:nvSpPr>
              <p:spPr bwMode="auto">
                <a:xfrm>
                  <a:off x="2127"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629" name="Line 117"/>
                <p:cNvSpPr>
                  <a:spLocks noChangeShapeType="1"/>
                </p:cNvSpPr>
                <p:nvPr/>
              </p:nvSpPr>
              <p:spPr bwMode="auto">
                <a:xfrm>
                  <a:off x="2183"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630" name="Line 118"/>
                <p:cNvSpPr>
                  <a:spLocks noChangeShapeType="1"/>
                </p:cNvSpPr>
                <p:nvPr/>
              </p:nvSpPr>
              <p:spPr bwMode="auto">
                <a:xfrm>
                  <a:off x="2239" y="2371"/>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3517" name="Group 119"/>
            <p:cNvGrpSpPr>
              <a:grpSpLocks/>
            </p:cNvGrpSpPr>
            <p:nvPr/>
          </p:nvGrpSpPr>
          <p:grpSpPr bwMode="auto">
            <a:xfrm>
              <a:off x="1497" y="2339"/>
              <a:ext cx="415" cy="56"/>
              <a:chOff x="1497" y="2339"/>
              <a:chExt cx="415" cy="56"/>
            </a:xfrm>
          </p:grpSpPr>
          <p:sp>
            <p:nvSpPr>
              <p:cNvPr id="54615" name="Freeform 120"/>
              <p:cNvSpPr>
                <a:spLocks/>
              </p:cNvSpPr>
              <p:nvPr/>
            </p:nvSpPr>
            <p:spPr bwMode="auto">
              <a:xfrm>
                <a:off x="1800" y="2339"/>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rgbClr val="808080"/>
              </a:solidFill>
              <a:ln w="9525">
                <a:solidFill>
                  <a:srgbClr val="808080"/>
                </a:solidFill>
                <a:round/>
                <a:headEnd/>
                <a:tailEnd/>
              </a:ln>
            </p:spPr>
            <p:txBody>
              <a:bodyPr/>
              <a:lstStyle/>
              <a:p>
                <a:endParaRPr lang="en-US"/>
              </a:p>
            </p:txBody>
          </p:sp>
          <p:grpSp>
            <p:nvGrpSpPr>
              <p:cNvPr id="54616" name="Group 121"/>
              <p:cNvGrpSpPr>
                <a:grpSpLocks/>
              </p:cNvGrpSpPr>
              <p:nvPr/>
            </p:nvGrpSpPr>
            <p:grpSpPr bwMode="auto">
              <a:xfrm>
                <a:off x="1497" y="2371"/>
                <a:ext cx="295" cy="1"/>
                <a:chOff x="1497" y="2371"/>
                <a:chExt cx="295" cy="1"/>
              </a:xfrm>
            </p:grpSpPr>
            <p:sp>
              <p:nvSpPr>
                <p:cNvPr id="54617" name="Line 122"/>
                <p:cNvSpPr>
                  <a:spLocks noChangeShapeType="1"/>
                </p:cNvSpPr>
                <p:nvPr/>
              </p:nvSpPr>
              <p:spPr bwMode="auto">
                <a:xfrm>
                  <a:off x="1497" y="2371"/>
                  <a:ext cx="23"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618" name="Line 123"/>
                <p:cNvSpPr>
                  <a:spLocks noChangeShapeType="1"/>
                </p:cNvSpPr>
                <p:nvPr/>
              </p:nvSpPr>
              <p:spPr bwMode="auto">
                <a:xfrm>
                  <a:off x="1552"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619" name="Line 124"/>
                <p:cNvSpPr>
                  <a:spLocks noChangeShapeType="1"/>
                </p:cNvSpPr>
                <p:nvPr/>
              </p:nvSpPr>
              <p:spPr bwMode="auto">
                <a:xfrm>
                  <a:off x="1608"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620" name="Line 125"/>
                <p:cNvSpPr>
                  <a:spLocks noChangeShapeType="1"/>
                </p:cNvSpPr>
                <p:nvPr/>
              </p:nvSpPr>
              <p:spPr bwMode="auto">
                <a:xfrm>
                  <a:off x="1664"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621" name="Line 126"/>
                <p:cNvSpPr>
                  <a:spLocks noChangeShapeType="1"/>
                </p:cNvSpPr>
                <p:nvPr/>
              </p:nvSpPr>
              <p:spPr bwMode="auto">
                <a:xfrm>
                  <a:off x="1720"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622" name="Line 127"/>
                <p:cNvSpPr>
                  <a:spLocks noChangeShapeType="1"/>
                </p:cNvSpPr>
                <p:nvPr/>
              </p:nvSpPr>
              <p:spPr bwMode="auto">
                <a:xfrm>
                  <a:off x="1776" y="2371"/>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3518" name="Group 128"/>
            <p:cNvGrpSpPr>
              <a:grpSpLocks/>
            </p:cNvGrpSpPr>
            <p:nvPr/>
          </p:nvGrpSpPr>
          <p:grpSpPr bwMode="auto">
            <a:xfrm>
              <a:off x="1489" y="2650"/>
              <a:ext cx="423" cy="56"/>
              <a:chOff x="1489" y="2650"/>
              <a:chExt cx="423" cy="56"/>
            </a:xfrm>
          </p:grpSpPr>
          <p:sp>
            <p:nvSpPr>
              <p:cNvPr id="54607" name="Freeform 129"/>
              <p:cNvSpPr>
                <a:spLocks/>
              </p:cNvSpPr>
              <p:nvPr/>
            </p:nvSpPr>
            <p:spPr bwMode="auto">
              <a:xfrm>
                <a:off x="1792" y="2650"/>
                <a:ext cx="120" cy="56"/>
              </a:xfrm>
              <a:custGeom>
                <a:avLst/>
                <a:gdLst>
                  <a:gd name="T0" fmla="*/ 120 w 120"/>
                  <a:gd name="T1" fmla="*/ 24 h 56"/>
                  <a:gd name="T2" fmla="*/ 0 w 120"/>
                  <a:gd name="T3" fmla="*/ 56 h 56"/>
                  <a:gd name="T4" fmla="*/ 0 w 120"/>
                  <a:gd name="T5" fmla="*/ 24 h 56"/>
                  <a:gd name="T6" fmla="*/ 0 w 120"/>
                  <a:gd name="T7" fmla="*/ 0 h 56"/>
                  <a:gd name="T8" fmla="*/ 120 w 120"/>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 h="56">
                    <a:moveTo>
                      <a:pt x="120" y="24"/>
                    </a:moveTo>
                    <a:lnTo>
                      <a:pt x="0" y="56"/>
                    </a:lnTo>
                    <a:lnTo>
                      <a:pt x="0" y="24"/>
                    </a:lnTo>
                    <a:lnTo>
                      <a:pt x="0" y="0"/>
                    </a:lnTo>
                    <a:lnTo>
                      <a:pt x="120" y="24"/>
                    </a:lnTo>
                    <a:close/>
                  </a:path>
                </a:pathLst>
              </a:custGeom>
              <a:solidFill>
                <a:srgbClr val="808080"/>
              </a:solidFill>
              <a:ln w="9525">
                <a:solidFill>
                  <a:srgbClr val="808080"/>
                </a:solidFill>
                <a:round/>
                <a:headEnd/>
                <a:tailEnd/>
              </a:ln>
            </p:spPr>
            <p:txBody>
              <a:bodyPr/>
              <a:lstStyle/>
              <a:p>
                <a:endParaRPr lang="en-US"/>
              </a:p>
            </p:txBody>
          </p:sp>
          <p:grpSp>
            <p:nvGrpSpPr>
              <p:cNvPr id="54608" name="Group 130"/>
              <p:cNvGrpSpPr>
                <a:grpSpLocks/>
              </p:cNvGrpSpPr>
              <p:nvPr/>
            </p:nvGrpSpPr>
            <p:grpSpPr bwMode="auto">
              <a:xfrm>
                <a:off x="1489" y="2674"/>
                <a:ext cx="295" cy="1"/>
                <a:chOff x="1489" y="2674"/>
                <a:chExt cx="295" cy="1"/>
              </a:xfrm>
            </p:grpSpPr>
            <p:sp>
              <p:nvSpPr>
                <p:cNvPr id="54609" name="Line 131"/>
                <p:cNvSpPr>
                  <a:spLocks noChangeShapeType="1"/>
                </p:cNvSpPr>
                <p:nvPr/>
              </p:nvSpPr>
              <p:spPr bwMode="auto">
                <a:xfrm>
                  <a:off x="1489"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610" name="Line 132"/>
                <p:cNvSpPr>
                  <a:spLocks noChangeShapeType="1"/>
                </p:cNvSpPr>
                <p:nvPr/>
              </p:nvSpPr>
              <p:spPr bwMode="auto">
                <a:xfrm>
                  <a:off x="1544"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611" name="Line 133"/>
                <p:cNvSpPr>
                  <a:spLocks noChangeShapeType="1"/>
                </p:cNvSpPr>
                <p:nvPr/>
              </p:nvSpPr>
              <p:spPr bwMode="auto">
                <a:xfrm>
                  <a:off x="1600"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612" name="Line 134"/>
                <p:cNvSpPr>
                  <a:spLocks noChangeShapeType="1"/>
                </p:cNvSpPr>
                <p:nvPr/>
              </p:nvSpPr>
              <p:spPr bwMode="auto">
                <a:xfrm>
                  <a:off x="1656"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613" name="Line 135"/>
                <p:cNvSpPr>
                  <a:spLocks noChangeShapeType="1"/>
                </p:cNvSpPr>
                <p:nvPr/>
              </p:nvSpPr>
              <p:spPr bwMode="auto">
                <a:xfrm>
                  <a:off x="1712"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614" name="Line 136"/>
                <p:cNvSpPr>
                  <a:spLocks noChangeShapeType="1"/>
                </p:cNvSpPr>
                <p:nvPr/>
              </p:nvSpPr>
              <p:spPr bwMode="auto">
                <a:xfrm>
                  <a:off x="1768" y="2674"/>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3519" name="Group 137"/>
            <p:cNvGrpSpPr>
              <a:grpSpLocks/>
            </p:cNvGrpSpPr>
            <p:nvPr/>
          </p:nvGrpSpPr>
          <p:grpSpPr bwMode="auto">
            <a:xfrm>
              <a:off x="1968" y="2650"/>
              <a:ext cx="415" cy="56"/>
              <a:chOff x="1968" y="2650"/>
              <a:chExt cx="415" cy="56"/>
            </a:xfrm>
          </p:grpSpPr>
          <p:sp>
            <p:nvSpPr>
              <p:cNvPr id="54599" name="Freeform 138"/>
              <p:cNvSpPr>
                <a:spLocks/>
              </p:cNvSpPr>
              <p:nvPr/>
            </p:nvSpPr>
            <p:spPr bwMode="auto">
              <a:xfrm>
                <a:off x="2271" y="2650"/>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rgbClr val="808080"/>
              </a:solidFill>
              <a:ln w="9525">
                <a:solidFill>
                  <a:srgbClr val="808080"/>
                </a:solidFill>
                <a:round/>
                <a:headEnd/>
                <a:tailEnd/>
              </a:ln>
            </p:spPr>
            <p:txBody>
              <a:bodyPr/>
              <a:lstStyle/>
              <a:p>
                <a:endParaRPr lang="en-US"/>
              </a:p>
            </p:txBody>
          </p:sp>
          <p:grpSp>
            <p:nvGrpSpPr>
              <p:cNvPr id="54600" name="Group 139"/>
              <p:cNvGrpSpPr>
                <a:grpSpLocks/>
              </p:cNvGrpSpPr>
              <p:nvPr/>
            </p:nvGrpSpPr>
            <p:grpSpPr bwMode="auto">
              <a:xfrm>
                <a:off x="1968" y="2674"/>
                <a:ext cx="295" cy="1"/>
                <a:chOff x="1968" y="2674"/>
                <a:chExt cx="295" cy="1"/>
              </a:xfrm>
            </p:grpSpPr>
            <p:sp>
              <p:nvSpPr>
                <p:cNvPr id="54601" name="Line 140"/>
                <p:cNvSpPr>
                  <a:spLocks noChangeShapeType="1"/>
                </p:cNvSpPr>
                <p:nvPr/>
              </p:nvSpPr>
              <p:spPr bwMode="auto">
                <a:xfrm>
                  <a:off x="1968"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602" name="Line 141"/>
                <p:cNvSpPr>
                  <a:spLocks noChangeShapeType="1"/>
                </p:cNvSpPr>
                <p:nvPr/>
              </p:nvSpPr>
              <p:spPr bwMode="auto">
                <a:xfrm>
                  <a:off x="2023"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603" name="Line 142"/>
                <p:cNvSpPr>
                  <a:spLocks noChangeShapeType="1"/>
                </p:cNvSpPr>
                <p:nvPr/>
              </p:nvSpPr>
              <p:spPr bwMode="auto">
                <a:xfrm>
                  <a:off x="2079"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604" name="Line 143"/>
                <p:cNvSpPr>
                  <a:spLocks noChangeShapeType="1"/>
                </p:cNvSpPr>
                <p:nvPr/>
              </p:nvSpPr>
              <p:spPr bwMode="auto">
                <a:xfrm>
                  <a:off x="2135"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605" name="Line 144"/>
                <p:cNvSpPr>
                  <a:spLocks noChangeShapeType="1"/>
                </p:cNvSpPr>
                <p:nvPr/>
              </p:nvSpPr>
              <p:spPr bwMode="auto">
                <a:xfrm>
                  <a:off x="2191"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606" name="Line 145"/>
                <p:cNvSpPr>
                  <a:spLocks noChangeShapeType="1"/>
                </p:cNvSpPr>
                <p:nvPr/>
              </p:nvSpPr>
              <p:spPr bwMode="auto">
                <a:xfrm>
                  <a:off x="2247" y="2674"/>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3520" name="Group 146"/>
            <p:cNvGrpSpPr>
              <a:grpSpLocks/>
            </p:cNvGrpSpPr>
            <p:nvPr/>
          </p:nvGrpSpPr>
          <p:grpSpPr bwMode="auto">
            <a:xfrm>
              <a:off x="1489" y="2953"/>
              <a:ext cx="423" cy="56"/>
              <a:chOff x="1489" y="2953"/>
              <a:chExt cx="423" cy="56"/>
            </a:xfrm>
          </p:grpSpPr>
          <p:sp>
            <p:nvSpPr>
              <p:cNvPr id="54591" name="Freeform 147"/>
              <p:cNvSpPr>
                <a:spLocks/>
              </p:cNvSpPr>
              <p:nvPr/>
            </p:nvSpPr>
            <p:spPr bwMode="auto">
              <a:xfrm>
                <a:off x="1792" y="2953"/>
                <a:ext cx="120" cy="56"/>
              </a:xfrm>
              <a:custGeom>
                <a:avLst/>
                <a:gdLst>
                  <a:gd name="T0" fmla="*/ 120 w 120"/>
                  <a:gd name="T1" fmla="*/ 32 h 56"/>
                  <a:gd name="T2" fmla="*/ 0 w 120"/>
                  <a:gd name="T3" fmla="*/ 56 h 56"/>
                  <a:gd name="T4" fmla="*/ 0 w 120"/>
                  <a:gd name="T5" fmla="*/ 32 h 56"/>
                  <a:gd name="T6" fmla="*/ 0 w 120"/>
                  <a:gd name="T7" fmla="*/ 0 h 56"/>
                  <a:gd name="T8" fmla="*/ 120 w 120"/>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 h="56">
                    <a:moveTo>
                      <a:pt x="120" y="32"/>
                    </a:moveTo>
                    <a:lnTo>
                      <a:pt x="0" y="56"/>
                    </a:lnTo>
                    <a:lnTo>
                      <a:pt x="0" y="32"/>
                    </a:lnTo>
                    <a:lnTo>
                      <a:pt x="0" y="0"/>
                    </a:lnTo>
                    <a:lnTo>
                      <a:pt x="120" y="32"/>
                    </a:lnTo>
                    <a:close/>
                  </a:path>
                </a:pathLst>
              </a:custGeom>
              <a:solidFill>
                <a:srgbClr val="808080"/>
              </a:solidFill>
              <a:ln w="9525">
                <a:solidFill>
                  <a:srgbClr val="808080"/>
                </a:solidFill>
                <a:round/>
                <a:headEnd/>
                <a:tailEnd/>
              </a:ln>
            </p:spPr>
            <p:txBody>
              <a:bodyPr/>
              <a:lstStyle/>
              <a:p>
                <a:endParaRPr lang="en-US"/>
              </a:p>
            </p:txBody>
          </p:sp>
          <p:grpSp>
            <p:nvGrpSpPr>
              <p:cNvPr id="54592" name="Group 148"/>
              <p:cNvGrpSpPr>
                <a:grpSpLocks/>
              </p:cNvGrpSpPr>
              <p:nvPr/>
            </p:nvGrpSpPr>
            <p:grpSpPr bwMode="auto">
              <a:xfrm>
                <a:off x="1489" y="2985"/>
                <a:ext cx="295" cy="1"/>
                <a:chOff x="1489" y="2985"/>
                <a:chExt cx="295" cy="1"/>
              </a:xfrm>
            </p:grpSpPr>
            <p:sp>
              <p:nvSpPr>
                <p:cNvPr id="54593" name="Line 149"/>
                <p:cNvSpPr>
                  <a:spLocks noChangeShapeType="1"/>
                </p:cNvSpPr>
                <p:nvPr/>
              </p:nvSpPr>
              <p:spPr bwMode="auto">
                <a:xfrm>
                  <a:off x="1489"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594" name="Line 150"/>
                <p:cNvSpPr>
                  <a:spLocks noChangeShapeType="1"/>
                </p:cNvSpPr>
                <p:nvPr/>
              </p:nvSpPr>
              <p:spPr bwMode="auto">
                <a:xfrm>
                  <a:off x="1544"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595" name="Line 151"/>
                <p:cNvSpPr>
                  <a:spLocks noChangeShapeType="1"/>
                </p:cNvSpPr>
                <p:nvPr/>
              </p:nvSpPr>
              <p:spPr bwMode="auto">
                <a:xfrm>
                  <a:off x="1600"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596" name="Line 152"/>
                <p:cNvSpPr>
                  <a:spLocks noChangeShapeType="1"/>
                </p:cNvSpPr>
                <p:nvPr/>
              </p:nvSpPr>
              <p:spPr bwMode="auto">
                <a:xfrm>
                  <a:off x="1656"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597" name="Line 153"/>
                <p:cNvSpPr>
                  <a:spLocks noChangeShapeType="1"/>
                </p:cNvSpPr>
                <p:nvPr/>
              </p:nvSpPr>
              <p:spPr bwMode="auto">
                <a:xfrm>
                  <a:off x="1712"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598" name="Line 154"/>
                <p:cNvSpPr>
                  <a:spLocks noChangeShapeType="1"/>
                </p:cNvSpPr>
                <p:nvPr/>
              </p:nvSpPr>
              <p:spPr bwMode="auto">
                <a:xfrm>
                  <a:off x="1768" y="2985"/>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3521" name="Group 155"/>
            <p:cNvGrpSpPr>
              <a:grpSpLocks/>
            </p:cNvGrpSpPr>
            <p:nvPr/>
          </p:nvGrpSpPr>
          <p:grpSpPr bwMode="auto">
            <a:xfrm>
              <a:off x="1952" y="2953"/>
              <a:ext cx="415" cy="56"/>
              <a:chOff x="1952" y="2953"/>
              <a:chExt cx="415" cy="56"/>
            </a:xfrm>
          </p:grpSpPr>
          <p:sp>
            <p:nvSpPr>
              <p:cNvPr id="54583" name="Freeform 156"/>
              <p:cNvSpPr>
                <a:spLocks/>
              </p:cNvSpPr>
              <p:nvPr/>
            </p:nvSpPr>
            <p:spPr bwMode="auto">
              <a:xfrm>
                <a:off x="2255"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rgbClr val="808080"/>
              </a:solidFill>
              <a:ln w="9525">
                <a:solidFill>
                  <a:srgbClr val="808080"/>
                </a:solidFill>
                <a:round/>
                <a:headEnd/>
                <a:tailEnd/>
              </a:ln>
            </p:spPr>
            <p:txBody>
              <a:bodyPr/>
              <a:lstStyle/>
              <a:p>
                <a:endParaRPr lang="en-US"/>
              </a:p>
            </p:txBody>
          </p:sp>
          <p:grpSp>
            <p:nvGrpSpPr>
              <p:cNvPr id="54584" name="Group 157"/>
              <p:cNvGrpSpPr>
                <a:grpSpLocks/>
              </p:cNvGrpSpPr>
              <p:nvPr/>
            </p:nvGrpSpPr>
            <p:grpSpPr bwMode="auto">
              <a:xfrm>
                <a:off x="1952" y="2985"/>
                <a:ext cx="295" cy="1"/>
                <a:chOff x="1952" y="2985"/>
                <a:chExt cx="295" cy="1"/>
              </a:xfrm>
            </p:grpSpPr>
            <p:sp>
              <p:nvSpPr>
                <p:cNvPr id="54585" name="Line 158"/>
                <p:cNvSpPr>
                  <a:spLocks noChangeShapeType="1"/>
                </p:cNvSpPr>
                <p:nvPr/>
              </p:nvSpPr>
              <p:spPr bwMode="auto">
                <a:xfrm>
                  <a:off x="1952"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586" name="Line 159"/>
                <p:cNvSpPr>
                  <a:spLocks noChangeShapeType="1"/>
                </p:cNvSpPr>
                <p:nvPr/>
              </p:nvSpPr>
              <p:spPr bwMode="auto">
                <a:xfrm>
                  <a:off x="2008" y="2985"/>
                  <a:ext cx="23"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587" name="Line 160"/>
                <p:cNvSpPr>
                  <a:spLocks noChangeShapeType="1"/>
                </p:cNvSpPr>
                <p:nvPr/>
              </p:nvSpPr>
              <p:spPr bwMode="auto">
                <a:xfrm>
                  <a:off x="2063"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588" name="Line 161"/>
                <p:cNvSpPr>
                  <a:spLocks noChangeShapeType="1"/>
                </p:cNvSpPr>
                <p:nvPr/>
              </p:nvSpPr>
              <p:spPr bwMode="auto">
                <a:xfrm>
                  <a:off x="2119"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589" name="Line 162"/>
                <p:cNvSpPr>
                  <a:spLocks noChangeShapeType="1"/>
                </p:cNvSpPr>
                <p:nvPr/>
              </p:nvSpPr>
              <p:spPr bwMode="auto">
                <a:xfrm>
                  <a:off x="2175"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590" name="Line 163"/>
                <p:cNvSpPr>
                  <a:spLocks noChangeShapeType="1"/>
                </p:cNvSpPr>
                <p:nvPr/>
              </p:nvSpPr>
              <p:spPr bwMode="auto">
                <a:xfrm>
                  <a:off x="2231" y="2985"/>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3522" name="Group 164"/>
            <p:cNvGrpSpPr>
              <a:grpSpLocks/>
            </p:cNvGrpSpPr>
            <p:nvPr/>
          </p:nvGrpSpPr>
          <p:grpSpPr bwMode="auto">
            <a:xfrm>
              <a:off x="2415" y="2953"/>
              <a:ext cx="415" cy="56"/>
              <a:chOff x="2415" y="2953"/>
              <a:chExt cx="415" cy="56"/>
            </a:xfrm>
          </p:grpSpPr>
          <p:sp>
            <p:nvSpPr>
              <p:cNvPr id="54575" name="Freeform 165"/>
              <p:cNvSpPr>
                <a:spLocks/>
              </p:cNvSpPr>
              <p:nvPr/>
            </p:nvSpPr>
            <p:spPr bwMode="auto">
              <a:xfrm>
                <a:off x="2718"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rgbClr val="808080"/>
              </a:solidFill>
              <a:ln w="9525">
                <a:solidFill>
                  <a:srgbClr val="808080"/>
                </a:solidFill>
                <a:round/>
                <a:headEnd/>
                <a:tailEnd/>
              </a:ln>
            </p:spPr>
            <p:txBody>
              <a:bodyPr/>
              <a:lstStyle/>
              <a:p>
                <a:endParaRPr lang="en-US"/>
              </a:p>
            </p:txBody>
          </p:sp>
          <p:grpSp>
            <p:nvGrpSpPr>
              <p:cNvPr id="54576" name="Group 166"/>
              <p:cNvGrpSpPr>
                <a:grpSpLocks/>
              </p:cNvGrpSpPr>
              <p:nvPr/>
            </p:nvGrpSpPr>
            <p:grpSpPr bwMode="auto">
              <a:xfrm>
                <a:off x="2415" y="2985"/>
                <a:ext cx="295" cy="1"/>
                <a:chOff x="2415" y="2985"/>
                <a:chExt cx="295" cy="1"/>
              </a:xfrm>
            </p:grpSpPr>
            <p:sp>
              <p:nvSpPr>
                <p:cNvPr id="54577" name="Line 167"/>
                <p:cNvSpPr>
                  <a:spLocks noChangeShapeType="1"/>
                </p:cNvSpPr>
                <p:nvPr/>
              </p:nvSpPr>
              <p:spPr bwMode="auto">
                <a:xfrm>
                  <a:off x="2415"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578" name="Line 168"/>
                <p:cNvSpPr>
                  <a:spLocks noChangeShapeType="1"/>
                </p:cNvSpPr>
                <p:nvPr/>
              </p:nvSpPr>
              <p:spPr bwMode="auto">
                <a:xfrm>
                  <a:off x="2471"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579" name="Line 169"/>
                <p:cNvSpPr>
                  <a:spLocks noChangeShapeType="1"/>
                </p:cNvSpPr>
                <p:nvPr/>
              </p:nvSpPr>
              <p:spPr bwMode="auto">
                <a:xfrm>
                  <a:off x="2526"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580" name="Line 170"/>
                <p:cNvSpPr>
                  <a:spLocks noChangeShapeType="1"/>
                </p:cNvSpPr>
                <p:nvPr/>
              </p:nvSpPr>
              <p:spPr bwMode="auto">
                <a:xfrm>
                  <a:off x="2582"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581" name="Line 171"/>
                <p:cNvSpPr>
                  <a:spLocks noChangeShapeType="1"/>
                </p:cNvSpPr>
                <p:nvPr/>
              </p:nvSpPr>
              <p:spPr bwMode="auto">
                <a:xfrm>
                  <a:off x="2638"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582" name="Line 172"/>
                <p:cNvSpPr>
                  <a:spLocks noChangeShapeType="1"/>
                </p:cNvSpPr>
                <p:nvPr/>
              </p:nvSpPr>
              <p:spPr bwMode="auto">
                <a:xfrm>
                  <a:off x="2694" y="2985"/>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3523" name="Group 173"/>
            <p:cNvGrpSpPr>
              <a:grpSpLocks/>
            </p:cNvGrpSpPr>
            <p:nvPr/>
          </p:nvGrpSpPr>
          <p:grpSpPr bwMode="auto">
            <a:xfrm>
              <a:off x="2838" y="1741"/>
              <a:ext cx="40" cy="1260"/>
              <a:chOff x="2838" y="1741"/>
              <a:chExt cx="40" cy="1260"/>
            </a:xfrm>
          </p:grpSpPr>
          <p:sp>
            <p:nvSpPr>
              <p:cNvPr id="54565" name="Oval 174"/>
              <p:cNvSpPr>
                <a:spLocks noChangeArrowheads="1"/>
              </p:cNvSpPr>
              <p:nvPr/>
            </p:nvSpPr>
            <p:spPr bwMode="auto">
              <a:xfrm>
                <a:off x="2838" y="1741"/>
                <a:ext cx="40" cy="40"/>
              </a:xfrm>
              <a:prstGeom prst="ellipse">
                <a:avLst/>
              </a:prstGeom>
              <a:solidFill>
                <a:srgbClr val="808080"/>
              </a:solidFill>
              <a:ln w="9525">
                <a:solidFill>
                  <a:srgbClr val="808080"/>
                </a:solidFill>
                <a:round/>
                <a:headEnd/>
                <a:tailEnd/>
              </a:ln>
            </p:spPr>
            <p:txBody>
              <a:bodyPr/>
              <a:lstStyle/>
              <a:p>
                <a:endParaRPr lang="en-US"/>
              </a:p>
            </p:txBody>
          </p:sp>
          <p:sp>
            <p:nvSpPr>
              <p:cNvPr id="54566" name="Oval 175"/>
              <p:cNvSpPr>
                <a:spLocks noChangeArrowheads="1"/>
              </p:cNvSpPr>
              <p:nvPr/>
            </p:nvSpPr>
            <p:spPr bwMode="auto">
              <a:xfrm>
                <a:off x="2838" y="1741"/>
                <a:ext cx="40" cy="40"/>
              </a:xfrm>
              <a:prstGeom prst="ellipse">
                <a:avLst/>
              </a:prstGeom>
              <a:solidFill>
                <a:srgbClr val="808080"/>
              </a:solidFill>
              <a:ln w="25400">
                <a:solidFill>
                  <a:srgbClr val="808080"/>
                </a:solidFill>
                <a:round/>
                <a:headEnd/>
                <a:tailEnd/>
              </a:ln>
            </p:spPr>
            <p:txBody>
              <a:bodyPr/>
              <a:lstStyle/>
              <a:p>
                <a:endParaRPr lang="en-US"/>
              </a:p>
            </p:txBody>
          </p:sp>
          <p:sp>
            <p:nvSpPr>
              <p:cNvPr id="54567" name="Oval 176"/>
              <p:cNvSpPr>
                <a:spLocks noChangeArrowheads="1"/>
              </p:cNvSpPr>
              <p:nvPr/>
            </p:nvSpPr>
            <p:spPr bwMode="auto">
              <a:xfrm>
                <a:off x="2846" y="2044"/>
                <a:ext cx="32" cy="32"/>
              </a:xfrm>
              <a:prstGeom prst="ellipse">
                <a:avLst/>
              </a:prstGeom>
              <a:solidFill>
                <a:srgbClr val="808080"/>
              </a:solidFill>
              <a:ln w="9525">
                <a:solidFill>
                  <a:srgbClr val="808080"/>
                </a:solidFill>
                <a:round/>
                <a:headEnd/>
                <a:tailEnd/>
              </a:ln>
            </p:spPr>
            <p:txBody>
              <a:bodyPr/>
              <a:lstStyle/>
              <a:p>
                <a:endParaRPr lang="en-US"/>
              </a:p>
            </p:txBody>
          </p:sp>
          <p:sp>
            <p:nvSpPr>
              <p:cNvPr id="54568" name="Oval 177"/>
              <p:cNvSpPr>
                <a:spLocks noChangeArrowheads="1"/>
              </p:cNvSpPr>
              <p:nvPr/>
            </p:nvSpPr>
            <p:spPr bwMode="auto">
              <a:xfrm>
                <a:off x="2846" y="2044"/>
                <a:ext cx="32" cy="32"/>
              </a:xfrm>
              <a:prstGeom prst="ellipse">
                <a:avLst/>
              </a:prstGeom>
              <a:solidFill>
                <a:srgbClr val="808080"/>
              </a:solidFill>
              <a:ln w="25400">
                <a:solidFill>
                  <a:srgbClr val="808080"/>
                </a:solidFill>
                <a:round/>
                <a:headEnd/>
                <a:tailEnd/>
              </a:ln>
            </p:spPr>
            <p:txBody>
              <a:bodyPr/>
              <a:lstStyle/>
              <a:p>
                <a:endParaRPr lang="en-US"/>
              </a:p>
            </p:txBody>
          </p:sp>
          <p:sp>
            <p:nvSpPr>
              <p:cNvPr id="54569" name="Oval 178"/>
              <p:cNvSpPr>
                <a:spLocks noChangeArrowheads="1"/>
              </p:cNvSpPr>
              <p:nvPr/>
            </p:nvSpPr>
            <p:spPr bwMode="auto">
              <a:xfrm>
                <a:off x="2846" y="2355"/>
                <a:ext cx="32" cy="32"/>
              </a:xfrm>
              <a:prstGeom prst="ellipse">
                <a:avLst/>
              </a:prstGeom>
              <a:solidFill>
                <a:srgbClr val="808080"/>
              </a:solidFill>
              <a:ln w="9525">
                <a:solidFill>
                  <a:srgbClr val="808080"/>
                </a:solidFill>
                <a:round/>
                <a:headEnd/>
                <a:tailEnd/>
              </a:ln>
            </p:spPr>
            <p:txBody>
              <a:bodyPr/>
              <a:lstStyle/>
              <a:p>
                <a:endParaRPr lang="en-US"/>
              </a:p>
            </p:txBody>
          </p:sp>
          <p:sp>
            <p:nvSpPr>
              <p:cNvPr id="54570" name="Oval 179"/>
              <p:cNvSpPr>
                <a:spLocks noChangeArrowheads="1"/>
              </p:cNvSpPr>
              <p:nvPr/>
            </p:nvSpPr>
            <p:spPr bwMode="auto">
              <a:xfrm>
                <a:off x="2846" y="2355"/>
                <a:ext cx="32" cy="32"/>
              </a:xfrm>
              <a:prstGeom prst="ellipse">
                <a:avLst/>
              </a:prstGeom>
              <a:solidFill>
                <a:srgbClr val="808080"/>
              </a:solidFill>
              <a:ln w="25400">
                <a:solidFill>
                  <a:srgbClr val="808080"/>
                </a:solidFill>
                <a:round/>
                <a:headEnd/>
                <a:tailEnd/>
              </a:ln>
            </p:spPr>
            <p:txBody>
              <a:bodyPr/>
              <a:lstStyle/>
              <a:p>
                <a:endParaRPr lang="en-US"/>
              </a:p>
            </p:txBody>
          </p:sp>
          <p:sp>
            <p:nvSpPr>
              <p:cNvPr id="54571" name="Oval 180"/>
              <p:cNvSpPr>
                <a:spLocks noChangeArrowheads="1"/>
              </p:cNvSpPr>
              <p:nvPr/>
            </p:nvSpPr>
            <p:spPr bwMode="auto">
              <a:xfrm>
                <a:off x="2838" y="2658"/>
                <a:ext cx="40" cy="32"/>
              </a:xfrm>
              <a:prstGeom prst="ellipse">
                <a:avLst/>
              </a:prstGeom>
              <a:solidFill>
                <a:srgbClr val="808080"/>
              </a:solidFill>
              <a:ln w="9525">
                <a:solidFill>
                  <a:srgbClr val="808080"/>
                </a:solidFill>
                <a:round/>
                <a:headEnd/>
                <a:tailEnd/>
              </a:ln>
            </p:spPr>
            <p:txBody>
              <a:bodyPr/>
              <a:lstStyle/>
              <a:p>
                <a:endParaRPr lang="en-US"/>
              </a:p>
            </p:txBody>
          </p:sp>
          <p:sp>
            <p:nvSpPr>
              <p:cNvPr id="54572" name="Oval 181"/>
              <p:cNvSpPr>
                <a:spLocks noChangeArrowheads="1"/>
              </p:cNvSpPr>
              <p:nvPr/>
            </p:nvSpPr>
            <p:spPr bwMode="auto">
              <a:xfrm>
                <a:off x="2838" y="2658"/>
                <a:ext cx="40" cy="32"/>
              </a:xfrm>
              <a:prstGeom prst="ellipse">
                <a:avLst/>
              </a:prstGeom>
              <a:solidFill>
                <a:srgbClr val="808080"/>
              </a:solidFill>
              <a:ln w="25400">
                <a:solidFill>
                  <a:srgbClr val="808080"/>
                </a:solidFill>
                <a:round/>
                <a:headEnd/>
                <a:tailEnd/>
              </a:ln>
            </p:spPr>
            <p:txBody>
              <a:bodyPr/>
              <a:lstStyle/>
              <a:p>
                <a:endParaRPr lang="en-US"/>
              </a:p>
            </p:txBody>
          </p:sp>
          <p:sp>
            <p:nvSpPr>
              <p:cNvPr id="54573" name="Oval 182"/>
              <p:cNvSpPr>
                <a:spLocks noChangeArrowheads="1"/>
              </p:cNvSpPr>
              <p:nvPr/>
            </p:nvSpPr>
            <p:spPr bwMode="auto">
              <a:xfrm>
                <a:off x="2838" y="2969"/>
                <a:ext cx="32" cy="32"/>
              </a:xfrm>
              <a:prstGeom prst="ellipse">
                <a:avLst/>
              </a:prstGeom>
              <a:solidFill>
                <a:srgbClr val="808080"/>
              </a:solidFill>
              <a:ln w="9525">
                <a:solidFill>
                  <a:srgbClr val="808080"/>
                </a:solidFill>
                <a:round/>
                <a:headEnd/>
                <a:tailEnd/>
              </a:ln>
            </p:spPr>
            <p:txBody>
              <a:bodyPr/>
              <a:lstStyle/>
              <a:p>
                <a:endParaRPr lang="en-US"/>
              </a:p>
            </p:txBody>
          </p:sp>
          <p:sp>
            <p:nvSpPr>
              <p:cNvPr id="54574" name="Oval 183"/>
              <p:cNvSpPr>
                <a:spLocks noChangeArrowheads="1"/>
              </p:cNvSpPr>
              <p:nvPr/>
            </p:nvSpPr>
            <p:spPr bwMode="auto">
              <a:xfrm>
                <a:off x="2838" y="2969"/>
                <a:ext cx="32" cy="32"/>
              </a:xfrm>
              <a:prstGeom prst="ellipse">
                <a:avLst/>
              </a:prstGeom>
              <a:solidFill>
                <a:srgbClr val="808080"/>
              </a:solidFill>
              <a:ln w="25400">
                <a:solidFill>
                  <a:srgbClr val="808080"/>
                </a:solidFill>
                <a:round/>
                <a:headEnd/>
                <a:tailEnd/>
              </a:ln>
            </p:spPr>
            <p:txBody>
              <a:bodyPr/>
              <a:lstStyle/>
              <a:p>
                <a:endParaRPr lang="en-US"/>
              </a:p>
            </p:txBody>
          </p:sp>
        </p:grpSp>
        <p:grpSp>
          <p:nvGrpSpPr>
            <p:cNvPr id="53524" name="Group 184"/>
            <p:cNvGrpSpPr>
              <a:grpSpLocks/>
            </p:cNvGrpSpPr>
            <p:nvPr/>
          </p:nvGrpSpPr>
          <p:grpSpPr bwMode="auto">
            <a:xfrm>
              <a:off x="1912" y="3272"/>
              <a:ext cx="32" cy="335"/>
              <a:chOff x="1912" y="3272"/>
              <a:chExt cx="32" cy="335"/>
            </a:xfrm>
          </p:grpSpPr>
          <p:sp>
            <p:nvSpPr>
              <p:cNvPr id="54561" name="Oval 185"/>
              <p:cNvSpPr>
                <a:spLocks noChangeArrowheads="1"/>
              </p:cNvSpPr>
              <p:nvPr/>
            </p:nvSpPr>
            <p:spPr bwMode="auto">
              <a:xfrm>
                <a:off x="1912" y="3272"/>
                <a:ext cx="32" cy="32"/>
              </a:xfrm>
              <a:prstGeom prst="ellipse">
                <a:avLst/>
              </a:prstGeom>
              <a:solidFill>
                <a:srgbClr val="808080"/>
              </a:solidFill>
              <a:ln w="9525">
                <a:solidFill>
                  <a:srgbClr val="808080"/>
                </a:solidFill>
                <a:round/>
                <a:headEnd/>
                <a:tailEnd/>
              </a:ln>
            </p:spPr>
            <p:txBody>
              <a:bodyPr/>
              <a:lstStyle/>
              <a:p>
                <a:endParaRPr lang="en-US"/>
              </a:p>
            </p:txBody>
          </p:sp>
          <p:sp>
            <p:nvSpPr>
              <p:cNvPr id="54562" name="Oval 186"/>
              <p:cNvSpPr>
                <a:spLocks noChangeArrowheads="1"/>
              </p:cNvSpPr>
              <p:nvPr/>
            </p:nvSpPr>
            <p:spPr bwMode="auto">
              <a:xfrm>
                <a:off x="1912" y="3272"/>
                <a:ext cx="32" cy="32"/>
              </a:xfrm>
              <a:prstGeom prst="ellipse">
                <a:avLst/>
              </a:prstGeom>
              <a:solidFill>
                <a:srgbClr val="808080"/>
              </a:solidFill>
              <a:ln w="25400">
                <a:solidFill>
                  <a:srgbClr val="808080"/>
                </a:solidFill>
                <a:round/>
                <a:headEnd/>
                <a:tailEnd/>
              </a:ln>
            </p:spPr>
            <p:txBody>
              <a:bodyPr/>
              <a:lstStyle/>
              <a:p>
                <a:endParaRPr lang="en-US"/>
              </a:p>
            </p:txBody>
          </p:sp>
          <p:sp>
            <p:nvSpPr>
              <p:cNvPr id="54563" name="Oval 187"/>
              <p:cNvSpPr>
                <a:spLocks noChangeArrowheads="1"/>
              </p:cNvSpPr>
              <p:nvPr/>
            </p:nvSpPr>
            <p:spPr bwMode="auto">
              <a:xfrm>
                <a:off x="1912" y="3575"/>
                <a:ext cx="32" cy="32"/>
              </a:xfrm>
              <a:prstGeom prst="ellipse">
                <a:avLst/>
              </a:prstGeom>
              <a:solidFill>
                <a:srgbClr val="808080"/>
              </a:solidFill>
              <a:ln w="9525">
                <a:solidFill>
                  <a:srgbClr val="808080"/>
                </a:solidFill>
                <a:round/>
                <a:headEnd/>
                <a:tailEnd/>
              </a:ln>
            </p:spPr>
            <p:txBody>
              <a:bodyPr/>
              <a:lstStyle/>
              <a:p>
                <a:endParaRPr lang="en-US"/>
              </a:p>
            </p:txBody>
          </p:sp>
          <p:sp>
            <p:nvSpPr>
              <p:cNvPr id="54564" name="Oval 188"/>
              <p:cNvSpPr>
                <a:spLocks noChangeArrowheads="1"/>
              </p:cNvSpPr>
              <p:nvPr/>
            </p:nvSpPr>
            <p:spPr bwMode="auto">
              <a:xfrm>
                <a:off x="1912" y="3575"/>
                <a:ext cx="32" cy="32"/>
              </a:xfrm>
              <a:prstGeom prst="ellipse">
                <a:avLst/>
              </a:prstGeom>
              <a:solidFill>
                <a:srgbClr val="808080"/>
              </a:solidFill>
              <a:ln w="25400">
                <a:solidFill>
                  <a:srgbClr val="808080"/>
                </a:solidFill>
                <a:round/>
                <a:headEnd/>
                <a:tailEnd/>
              </a:ln>
            </p:spPr>
            <p:txBody>
              <a:bodyPr/>
              <a:lstStyle/>
              <a:p>
                <a:endParaRPr lang="en-US"/>
              </a:p>
            </p:txBody>
          </p:sp>
        </p:grpSp>
        <p:grpSp>
          <p:nvGrpSpPr>
            <p:cNvPr id="53525" name="Group 189"/>
            <p:cNvGrpSpPr>
              <a:grpSpLocks/>
            </p:cNvGrpSpPr>
            <p:nvPr/>
          </p:nvGrpSpPr>
          <p:grpSpPr bwMode="auto">
            <a:xfrm>
              <a:off x="1449" y="3272"/>
              <a:ext cx="40" cy="335"/>
              <a:chOff x="1449" y="3272"/>
              <a:chExt cx="40" cy="335"/>
            </a:xfrm>
          </p:grpSpPr>
          <p:sp>
            <p:nvSpPr>
              <p:cNvPr id="54557" name="Oval 190"/>
              <p:cNvSpPr>
                <a:spLocks noChangeArrowheads="1"/>
              </p:cNvSpPr>
              <p:nvPr/>
            </p:nvSpPr>
            <p:spPr bwMode="auto">
              <a:xfrm>
                <a:off x="1449" y="3272"/>
                <a:ext cx="40" cy="32"/>
              </a:xfrm>
              <a:prstGeom prst="ellipse">
                <a:avLst/>
              </a:prstGeom>
              <a:solidFill>
                <a:srgbClr val="808080"/>
              </a:solidFill>
              <a:ln w="9525">
                <a:solidFill>
                  <a:srgbClr val="808080"/>
                </a:solidFill>
                <a:round/>
                <a:headEnd/>
                <a:tailEnd/>
              </a:ln>
            </p:spPr>
            <p:txBody>
              <a:bodyPr/>
              <a:lstStyle/>
              <a:p>
                <a:endParaRPr lang="en-US"/>
              </a:p>
            </p:txBody>
          </p:sp>
          <p:sp>
            <p:nvSpPr>
              <p:cNvPr id="54558" name="Oval 191"/>
              <p:cNvSpPr>
                <a:spLocks noChangeArrowheads="1"/>
              </p:cNvSpPr>
              <p:nvPr/>
            </p:nvSpPr>
            <p:spPr bwMode="auto">
              <a:xfrm>
                <a:off x="1449" y="3272"/>
                <a:ext cx="40" cy="32"/>
              </a:xfrm>
              <a:prstGeom prst="ellipse">
                <a:avLst/>
              </a:prstGeom>
              <a:solidFill>
                <a:srgbClr val="808080"/>
              </a:solidFill>
              <a:ln w="25400">
                <a:solidFill>
                  <a:srgbClr val="808080"/>
                </a:solidFill>
                <a:round/>
                <a:headEnd/>
                <a:tailEnd/>
              </a:ln>
            </p:spPr>
            <p:txBody>
              <a:bodyPr/>
              <a:lstStyle/>
              <a:p>
                <a:endParaRPr lang="en-US"/>
              </a:p>
            </p:txBody>
          </p:sp>
          <p:sp>
            <p:nvSpPr>
              <p:cNvPr id="54559" name="Oval 192"/>
              <p:cNvSpPr>
                <a:spLocks noChangeArrowheads="1"/>
              </p:cNvSpPr>
              <p:nvPr/>
            </p:nvSpPr>
            <p:spPr bwMode="auto">
              <a:xfrm>
                <a:off x="1449" y="3575"/>
                <a:ext cx="40" cy="32"/>
              </a:xfrm>
              <a:prstGeom prst="ellipse">
                <a:avLst/>
              </a:prstGeom>
              <a:solidFill>
                <a:srgbClr val="808080"/>
              </a:solidFill>
              <a:ln w="9525">
                <a:solidFill>
                  <a:srgbClr val="808080"/>
                </a:solidFill>
                <a:round/>
                <a:headEnd/>
                <a:tailEnd/>
              </a:ln>
            </p:spPr>
            <p:txBody>
              <a:bodyPr/>
              <a:lstStyle/>
              <a:p>
                <a:endParaRPr lang="en-US"/>
              </a:p>
            </p:txBody>
          </p:sp>
          <p:sp>
            <p:nvSpPr>
              <p:cNvPr id="54560" name="Oval 193"/>
              <p:cNvSpPr>
                <a:spLocks noChangeArrowheads="1"/>
              </p:cNvSpPr>
              <p:nvPr/>
            </p:nvSpPr>
            <p:spPr bwMode="auto">
              <a:xfrm>
                <a:off x="1449" y="3575"/>
                <a:ext cx="40" cy="32"/>
              </a:xfrm>
              <a:prstGeom prst="ellipse">
                <a:avLst/>
              </a:prstGeom>
              <a:solidFill>
                <a:srgbClr val="808080"/>
              </a:solidFill>
              <a:ln w="25400">
                <a:solidFill>
                  <a:srgbClr val="808080"/>
                </a:solidFill>
                <a:round/>
                <a:headEnd/>
                <a:tailEnd/>
              </a:ln>
            </p:spPr>
            <p:txBody>
              <a:bodyPr/>
              <a:lstStyle/>
              <a:p>
                <a:endParaRPr lang="en-US"/>
              </a:p>
            </p:txBody>
          </p:sp>
        </p:grpSp>
        <p:grpSp>
          <p:nvGrpSpPr>
            <p:cNvPr id="53526" name="Group 194"/>
            <p:cNvGrpSpPr>
              <a:grpSpLocks/>
            </p:cNvGrpSpPr>
            <p:nvPr/>
          </p:nvGrpSpPr>
          <p:grpSpPr bwMode="auto">
            <a:xfrm>
              <a:off x="2367" y="3272"/>
              <a:ext cx="32" cy="335"/>
              <a:chOff x="2367" y="3272"/>
              <a:chExt cx="32" cy="335"/>
            </a:xfrm>
          </p:grpSpPr>
          <p:sp>
            <p:nvSpPr>
              <p:cNvPr id="54553" name="Oval 195"/>
              <p:cNvSpPr>
                <a:spLocks noChangeArrowheads="1"/>
              </p:cNvSpPr>
              <p:nvPr/>
            </p:nvSpPr>
            <p:spPr bwMode="auto">
              <a:xfrm>
                <a:off x="2367" y="3272"/>
                <a:ext cx="32" cy="32"/>
              </a:xfrm>
              <a:prstGeom prst="ellipse">
                <a:avLst/>
              </a:prstGeom>
              <a:solidFill>
                <a:srgbClr val="808080"/>
              </a:solidFill>
              <a:ln w="9525">
                <a:solidFill>
                  <a:srgbClr val="808080"/>
                </a:solidFill>
                <a:round/>
                <a:headEnd/>
                <a:tailEnd/>
              </a:ln>
            </p:spPr>
            <p:txBody>
              <a:bodyPr/>
              <a:lstStyle/>
              <a:p>
                <a:endParaRPr lang="en-US"/>
              </a:p>
            </p:txBody>
          </p:sp>
          <p:sp>
            <p:nvSpPr>
              <p:cNvPr id="54554" name="Oval 196"/>
              <p:cNvSpPr>
                <a:spLocks noChangeArrowheads="1"/>
              </p:cNvSpPr>
              <p:nvPr/>
            </p:nvSpPr>
            <p:spPr bwMode="auto">
              <a:xfrm>
                <a:off x="2367" y="3272"/>
                <a:ext cx="32" cy="32"/>
              </a:xfrm>
              <a:prstGeom prst="ellipse">
                <a:avLst/>
              </a:prstGeom>
              <a:solidFill>
                <a:srgbClr val="808080"/>
              </a:solidFill>
              <a:ln w="25400">
                <a:solidFill>
                  <a:srgbClr val="808080"/>
                </a:solidFill>
                <a:round/>
                <a:headEnd/>
                <a:tailEnd/>
              </a:ln>
            </p:spPr>
            <p:txBody>
              <a:bodyPr/>
              <a:lstStyle/>
              <a:p>
                <a:endParaRPr lang="en-US"/>
              </a:p>
            </p:txBody>
          </p:sp>
          <p:sp>
            <p:nvSpPr>
              <p:cNvPr id="54555" name="Oval 197"/>
              <p:cNvSpPr>
                <a:spLocks noChangeArrowheads="1"/>
              </p:cNvSpPr>
              <p:nvPr/>
            </p:nvSpPr>
            <p:spPr bwMode="auto">
              <a:xfrm>
                <a:off x="2367" y="3575"/>
                <a:ext cx="32" cy="32"/>
              </a:xfrm>
              <a:prstGeom prst="ellipse">
                <a:avLst/>
              </a:prstGeom>
              <a:solidFill>
                <a:srgbClr val="808080"/>
              </a:solidFill>
              <a:ln w="9525">
                <a:solidFill>
                  <a:srgbClr val="808080"/>
                </a:solidFill>
                <a:round/>
                <a:headEnd/>
                <a:tailEnd/>
              </a:ln>
            </p:spPr>
            <p:txBody>
              <a:bodyPr/>
              <a:lstStyle/>
              <a:p>
                <a:endParaRPr lang="en-US"/>
              </a:p>
            </p:txBody>
          </p:sp>
          <p:sp>
            <p:nvSpPr>
              <p:cNvPr id="54556" name="Oval 198"/>
              <p:cNvSpPr>
                <a:spLocks noChangeArrowheads="1"/>
              </p:cNvSpPr>
              <p:nvPr/>
            </p:nvSpPr>
            <p:spPr bwMode="auto">
              <a:xfrm>
                <a:off x="2367" y="3575"/>
                <a:ext cx="32" cy="32"/>
              </a:xfrm>
              <a:prstGeom prst="ellipse">
                <a:avLst/>
              </a:prstGeom>
              <a:solidFill>
                <a:srgbClr val="808080"/>
              </a:solidFill>
              <a:ln w="25400">
                <a:solidFill>
                  <a:srgbClr val="808080"/>
                </a:solidFill>
                <a:round/>
                <a:headEnd/>
                <a:tailEnd/>
              </a:ln>
            </p:spPr>
            <p:txBody>
              <a:bodyPr/>
              <a:lstStyle/>
              <a:p>
                <a:endParaRPr lang="en-US"/>
              </a:p>
            </p:txBody>
          </p:sp>
        </p:grpSp>
        <p:grpSp>
          <p:nvGrpSpPr>
            <p:cNvPr id="53527" name="Group 199"/>
            <p:cNvGrpSpPr>
              <a:grpSpLocks/>
            </p:cNvGrpSpPr>
            <p:nvPr/>
          </p:nvGrpSpPr>
          <p:grpSpPr bwMode="auto">
            <a:xfrm>
              <a:off x="2822" y="3272"/>
              <a:ext cx="40" cy="335"/>
              <a:chOff x="2822" y="3272"/>
              <a:chExt cx="40" cy="335"/>
            </a:xfrm>
          </p:grpSpPr>
          <p:sp>
            <p:nvSpPr>
              <p:cNvPr id="54549" name="Oval 200"/>
              <p:cNvSpPr>
                <a:spLocks noChangeArrowheads="1"/>
              </p:cNvSpPr>
              <p:nvPr/>
            </p:nvSpPr>
            <p:spPr bwMode="auto">
              <a:xfrm>
                <a:off x="2822" y="3272"/>
                <a:ext cx="40" cy="32"/>
              </a:xfrm>
              <a:prstGeom prst="ellipse">
                <a:avLst/>
              </a:prstGeom>
              <a:solidFill>
                <a:srgbClr val="808080"/>
              </a:solidFill>
              <a:ln w="9525">
                <a:solidFill>
                  <a:srgbClr val="808080"/>
                </a:solidFill>
                <a:round/>
                <a:headEnd/>
                <a:tailEnd/>
              </a:ln>
            </p:spPr>
            <p:txBody>
              <a:bodyPr/>
              <a:lstStyle/>
              <a:p>
                <a:endParaRPr lang="en-US"/>
              </a:p>
            </p:txBody>
          </p:sp>
          <p:sp>
            <p:nvSpPr>
              <p:cNvPr id="54550" name="Oval 201"/>
              <p:cNvSpPr>
                <a:spLocks noChangeArrowheads="1"/>
              </p:cNvSpPr>
              <p:nvPr/>
            </p:nvSpPr>
            <p:spPr bwMode="auto">
              <a:xfrm>
                <a:off x="2822" y="3272"/>
                <a:ext cx="40" cy="32"/>
              </a:xfrm>
              <a:prstGeom prst="ellipse">
                <a:avLst/>
              </a:prstGeom>
              <a:solidFill>
                <a:srgbClr val="808080"/>
              </a:solidFill>
              <a:ln w="25400">
                <a:solidFill>
                  <a:srgbClr val="808080"/>
                </a:solidFill>
                <a:round/>
                <a:headEnd/>
                <a:tailEnd/>
              </a:ln>
            </p:spPr>
            <p:txBody>
              <a:bodyPr/>
              <a:lstStyle/>
              <a:p>
                <a:endParaRPr lang="en-US"/>
              </a:p>
            </p:txBody>
          </p:sp>
          <p:sp>
            <p:nvSpPr>
              <p:cNvPr id="54551" name="Oval 202"/>
              <p:cNvSpPr>
                <a:spLocks noChangeArrowheads="1"/>
              </p:cNvSpPr>
              <p:nvPr/>
            </p:nvSpPr>
            <p:spPr bwMode="auto">
              <a:xfrm>
                <a:off x="2822" y="3575"/>
                <a:ext cx="40" cy="32"/>
              </a:xfrm>
              <a:prstGeom prst="ellipse">
                <a:avLst/>
              </a:prstGeom>
              <a:solidFill>
                <a:srgbClr val="808080"/>
              </a:solidFill>
              <a:ln w="9525">
                <a:solidFill>
                  <a:srgbClr val="808080"/>
                </a:solidFill>
                <a:round/>
                <a:headEnd/>
                <a:tailEnd/>
              </a:ln>
            </p:spPr>
            <p:txBody>
              <a:bodyPr/>
              <a:lstStyle/>
              <a:p>
                <a:endParaRPr lang="en-US"/>
              </a:p>
            </p:txBody>
          </p:sp>
          <p:sp>
            <p:nvSpPr>
              <p:cNvPr id="54552" name="Oval 203"/>
              <p:cNvSpPr>
                <a:spLocks noChangeArrowheads="1"/>
              </p:cNvSpPr>
              <p:nvPr/>
            </p:nvSpPr>
            <p:spPr bwMode="auto">
              <a:xfrm>
                <a:off x="2822" y="3575"/>
                <a:ext cx="40" cy="32"/>
              </a:xfrm>
              <a:prstGeom prst="ellipse">
                <a:avLst/>
              </a:prstGeom>
              <a:solidFill>
                <a:srgbClr val="808080"/>
              </a:solidFill>
              <a:ln w="25400">
                <a:solidFill>
                  <a:srgbClr val="808080"/>
                </a:solidFill>
                <a:round/>
                <a:headEnd/>
                <a:tailEnd/>
              </a:ln>
            </p:spPr>
            <p:txBody>
              <a:bodyPr/>
              <a:lstStyle/>
              <a:p>
                <a:endParaRPr lang="en-US"/>
              </a:p>
            </p:txBody>
          </p:sp>
        </p:grpSp>
        <p:grpSp>
          <p:nvGrpSpPr>
            <p:cNvPr id="53528" name="Group 204"/>
            <p:cNvGrpSpPr>
              <a:grpSpLocks/>
            </p:cNvGrpSpPr>
            <p:nvPr/>
          </p:nvGrpSpPr>
          <p:grpSpPr bwMode="auto">
            <a:xfrm>
              <a:off x="2415" y="2650"/>
              <a:ext cx="415" cy="56"/>
              <a:chOff x="2415" y="2650"/>
              <a:chExt cx="415" cy="56"/>
            </a:xfrm>
          </p:grpSpPr>
          <p:sp>
            <p:nvSpPr>
              <p:cNvPr id="54541" name="Freeform 205"/>
              <p:cNvSpPr>
                <a:spLocks/>
              </p:cNvSpPr>
              <p:nvPr/>
            </p:nvSpPr>
            <p:spPr bwMode="auto">
              <a:xfrm>
                <a:off x="2718" y="2650"/>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rgbClr val="808080"/>
              </a:solidFill>
              <a:ln w="9525">
                <a:solidFill>
                  <a:srgbClr val="808080"/>
                </a:solidFill>
                <a:round/>
                <a:headEnd/>
                <a:tailEnd/>
              </a:ln>
            </p:spPr>
            <p:txBody>
              <a:bodyPr/>
              <a:lstStyle/>
              <a:p>
                <a:endParaRPr lang="en-US"/>
              </a:p>
            </p:txBody>
          </p:sp>
          <p:grpSp>
            <p:nvGrpSpPr>
              <p:cNvPr id="54542" name="Group 206"/>
              <p:cNvGrpSpPr>
                <a:grpSpLocks/>
              </p:cNvGrpSpPr>
              <p:nvPr/>
            </p:nvGrpSpPr>
            <p:grpSpPr bwMode="auto">
              <a:xfrm>
                <a:off x="2415" y="2674"/>
                <a:ext cx="295" cy="1"/>
                <a:chOff x="2415" y="2674"/>
                <a:chExt cx="295" cy="1"/>
              </a:xfrm>
            </p:grpSpPr>
            <p:sp>
              <p:nvSpPr>
                <p:cNvPr id="54543" name="Line 207"/>
                <p:cNvSpPr>
                  <a:spLocks noChangeShapeType="1"/>
                </p:cNvSpPr>
                <p:nvPr/>
              </p:nvSpPr>
              <p:spPr bwMode="auto">
                <a:xfrm>
                  <a:off x="2415"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544" name="Line 208"/>
                <p:cNvSpPr>
                  <a:spLocks noChangeShapeType="1"/>
                </p:cNvSpPr>
                <p:nvPr/>
              </p:nvSpPr>
              <p:spPr bwMode="auto">
                <a:xfrm>
                  <a:off x="2471"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545" name="Line 209"/>
                <p:cNvSpPr>
                  <a:spLocks noChangeShapeType="1"/>
                </p:cNvSpPr>
                <p:nvPr/>
              </p:nvSpPr>
              <p:spPr bwMode="auto">
                <a:xfrm>
                  <a:off x="2526"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546" name="Line 210"/>
                <p:cNvSpPr>
                  <a:spLocks noChangeShapeType="1"/>
                </p:cNvSpPr>
                <p:nvPr/>
              </p:nvSpPr>
              <p:spPr bwMode="auto">
                <a:xfrm>
                  <a:off x="2582"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547" name="Line 211"/>
                <p:cNvSpPr>
                  <a:spLocks noChangeShapeType="1"/>
                </p:cNvSpPr>
                <p:nvPr/>
              </p:nvSpPr>
              <p:spPr bwMode="auto">
                <a:xfrm>
                  <a:off x="2638"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548" name="Line 212"/>
                <p:cNvSpPr>
                  <a:spLocks noChangeShapeType="1"/>
                </p:cNvSpPr>
                <p:nvPr/>
              </p:nvSpPr>
              <p:spPr bwMode="auto">
                <a:xfrm>
                  <a:off x="2694" y="2674"/>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3529" name="Group 213"/>
            <p:cNvGrpSpPr>
              <a:grpSpLocks/>
            </p:cNvGrpSpPr>
            <p:nvPr/>
          </p:nvGrpSpPr>
          <p:grpSpPr bwMode="auto">
            <a:xfrm>
              <a:off x="2415" y="1733"/>
              <a:ext cx="415" cy="56"/>
              <a:chOff x="2415" y="1733"/>
              <a:chExt cx="415" cy="56"/>
            </a:xfrm>
          </p:grpSpPr>
          <p:sp>
            <p:nvSpPr>
              <p:cNvPr id="54533" name="Freeform 214"/>
              <p:cNvSpPr>
                <a:spLocks/>
              </p:cNvSpPr>
              <p:nvPr/>
            </p:nvSpPr>
            <p:spPr bwMode="auto">
              <a:xfrm>
                <a:off x="2718" y="1733"/>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rgbClr val="808080"/>
              </a:solidFill>
              <a:ln w="9525">
                <a:solidFill>
                  <a:srgbClr val="808080"/>
                </a:solidFill>
                <a:round/>
                <a:headEnd/>
                <a:tailEnd/>
              </a:ln>
            </p:spPr>
            <p:txBody>
              <a:bodyPr/>
              <a:lstStyle/>
              <a:p>
                <a:endParaRPr lang="en-US"/>
              </a:p>
            </p:txBody>
          </p:sp>
          <p:grpSp>
            <p:nvGrpSpPr>
              <p:cNvPr id="54534" name="Group 215"/>
              <p:cNvGrpSpPr>
                <a:grpSpLocks/>
              </p:cNvGrpSpPr>
              <p:nvPr/>
            </p:nvGrpSpPr>
            <p:grpSpPr bwMode="auto">
              <a:xfrm>
                <a:off x="2415" y="1757"/>
                <a:ext cx="295" cy="1"/>
                <a:chOff x="2415" y="1757"/>
                <a:chExt cx="295" cy="1"/>
              </a:xfrm>
            </p:grpSpPr>
            <p:sp>
              <p:nvSpPr>
                <p:cNvPr id="54535" name="Line 216"/>
                <p:cNvSpPr>
                  <a:spLocks noChangeShapeType="1"/>
                </p:cNvSpPr>
                <p:nvPr/>
              </p:nvSpPr>
              <p:spPr bwMode="auto">
                <a:xfrm>
                  <a:off x="2415"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536" name="Line 217"/>
                <p:cNvSpPr>
                  <a:spLocks noChangeShapeType="1"/>
                </p:cNvSpPr>
                <p:nvPr/>
              </p:nvSpPr>
              <p:spPr bwMode="auto">
                <a:xfrm>
                  <a:off x="2471"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537" name="Line 218"/>
                <p:cNvSpPr>
                  <a:spLocks noChangeShapeType="1"/>
                </p:cNvSpPr>
                <p:nvPr/>
              </p:nvSpPr>
              <p:spPr bwMode="auto">
                <a:xfrm>
                  <a:off x="2526"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538" name="Line 219"/>
                <p:cNvSpPr>
                  <a:spLocks noChangeShapeType="1"/>
                </p:cNvSpPr>
                <p:nvPr/>
              </p:nvSpPr>
              <p:spPr bwMode="auto">
                <a:xfrm>
                  <a:off x="2582"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539" name="Line 220"/>
                <p:cNvSpPr>
                  <a:spLocks noChangeShapeType="1"/>
                </p:cNvSpPr>
                <p:nvPr/>
              </p:nvSpPr>
              <p:spPr bwMode="auto">
                <a:xfrm>
                  <a:off x="2638"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540" name="Line 221"/>
                <p:cNvSpPr>
                  <a:spLocks noChangeShapeType="1"/>
                </p:cNvSpPr>
                <p:nvPr/>
              </p:nvSpPr>
              <p:spPr bwMode="auto">
                <a:xfrm>
                  <a:off x="2694" y="1757"/>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3530" name="Group 222"/>
            <p:cNvGrpSpPr>
              <a:grpSpLocks/>
            </p:cNvGrpSpPr>
            <p:nvPr/>
          </p:nvGrpSpPr>
          <p:grpSpPr bwMode="auto">
            <a:xfrm>
              <a:off x="1489" y="3264"/>
              <a:ext cx="423" cy="56"/>
              <a:chOff x="1489" y="3264"/>
              <a:chExt cx="423" cy="56"/>
            </a:xfrm>
          </p:grpSpPr>
          <p:sp>
            <p:nvSpPr>
              <p:cNvPr id="54525" name="Freeform 223"/>
              <p:cNvSpPr>
                <a:spLocks/>
              </p:cNvSpPr>
              <p:nvPr/>
            </p:nvSpPr>
            <p:spPr bwMode="auto">
              <a:xfrm>
                <a:off x="1792" y="3264"/>
                <a:ext cx="120" cy="56"/>
              </a:xfrm>
              <a:custGeom>
                <a:avLst/>
                <a:gdLst>
                  <a:gd name="T0" fmla="*/ 120 w 120"/>
                  <a:gd name="T1" fmla="*/ 24 h 56"/>
                  <a:gd name="T2" fmla="*/ 0 w 120"/>
                  <a:gd name="T3" fmla="*/ 56 h 56"/>
                  <a:gd name="T4" fmla="*/ 0 w 120"/>
                  <a:gd name="T5" fmla="*/ 24 h 56"/>
                  <a:gd name="T6" fmla="*/ 0 w 120"/>
                  <a:gd name="T7" fmla="*/ 0 h 56"/>
                  <a:gd name="T8" fmla="*/ 120 w 120"/>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 h="56">
                    <a:moveTo>
                      <a:pt x="120" y="24"/>
                    </a:moveTo>
                    <a:lnTo>
                      <a:pt x="0" y="56"/>
                    </a:lnTo>
                    <a:lnTo>
                      <a:pt x="0" y="24"/>
                    </a:lnTo>
                    <a:lnTo>
                      <a:pt x="0" y="0"/>
                    </a:lnTo>
                    <a:lnTo>
                      <a:pt x="120" y="24"/>
                    </a:lnTo>
                    <a:close/>
                  </a:path>
                </a:pathLst>
              </a:custGeom>
              <a:solidFill>
                <a:srgbClr val="808080"/>
              </a:solidFill>
              <a:ln w="9525">
                <a:solidFill>
                  <a:srgbClr val="808080"/>
                </a:solidFill>
                <a:round/>
                <a:headEnd/>
                <a:tailEnd/>
              </a:ln>
            </p:spPr>
            <p:txBody>
              <a:bodyPr/>
              <a:lstStyle/>
              <a:p>
                <a:endParaRPr lang="en-US"/>
              </a:p>
            </p:txBody>
          </p:sp>
          <p:grpSp>
            <p:nvGrpSpPr>
              <p:cNvPr id="54526" name="Group 224"/>
              <p:cNvGrpSpPr>
                <a:grpSpLocks/>
              </p:cNvGrpSpPr>
              <p:nvPr/>
            </p:nvGrpSpPr>
            <p:grpSpPr bwMode="auto">
              <a:xfrm>
                <a:off x="1489" y="3288"/>
                <a:ext cx="295" cy="1"/>
                <a:chOff x="1489" y="3288"/>
                <a:chExt cx="295" cy="1"/>
              </a:xfrm>
            </p:grpSpPr>
            <p:sp>
              <p:nvSpPr>
                <p:cNvPr id="54527" name="Line 225"/>
                <p:cNvSpPr>
                  <a:spLocks noChangeShapeType="1"/>
                </p:cNvSpPr>
                <p:nvPr/>
              </p:nvSpPr>
              <p:spPr bwMode="auto">
                <a:xfrm>
                  <a:off x="1489"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528" name="Line 226"/>
                <p:cNvSpPr>
                  <a:spLocks noChangeShapeType="1"/>
                </p:cNvSpPr>
                <p:nvPr/>
              </p:nvSpPr>
              <p:spPr bwMode="auto">
                <a:xfrm>
                  <a:off x="1544"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529" name="Line 227"/>
                <p:cNvSpPr>
                  <a:spLocks noChangeShapeType="1"/>
                </p:cNvSpPr>
                <p:nvPr/>
              </p:nvSpPr>
              <p:spPr bwMode="auto">
                <a:xfrm>
                  <a:off x="1600"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530" name="Line 228"/>
                <p:cNvSpPr>
                  <a:spLocks noChangeShapeType="1"/>
                </p:cNvSpPr>
                <p:nvPr/>
              </p:nvSpPr>
              <p:spPr bwMode="auto">
                <a:xfrm>
                  <a:off x="1656"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531" name="Line 229"/>
                <p:cNvSpPr>
                  <a:spLocks noChangeShapeType="1"/>
                </p:cNvSpPr>
                <p:nvPr/>
              </p:nvSpPr>
              <p:spPr bwMode="auto">
                <a:xfrm>
                  <a:off x="1712"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532" name="Line 230"/>
                <p:cNvSpPr>
                  <a:spLocks noChangeShapeType="1"/>
                </p:cNvSpPr>
                <p:nvPr/>
              </p:nvSpPr>
              <p:spPr bwMode="auto">
                <a:xfrm>
                  <a:off x="1768" y="3288"/>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3531" name="Group 231"/>
            <p:cNvGrpSpPr>
              <a:grpSpLocks/>
            </p:cNvGrpSpPr>
            <p:nvPr/>
          </p:nvGrpSpPr>
          <p:grpSpPr bwMode="auto">
            <a:xfrm>
              <a:off x="1944" y="3256"/>
              <a:ext cx="423" cy="56"/>
              <a:chOff x="1944" y="3256"/>
              <a:chExt cx="423" cy="56"/>
            </a:xfrm>
          </p:grpSpPr>
          <p:sp>
            <p:nvSpPr>
              <p:cNvPr id="54517" name="Freeform 232"/>
              <p:cNvSpPr>
                <a:spLocks/>
              </p:cNvSpPr>
              <p:nvPr/>
            </p:nvSpPr>
            <p:spPr bwMode="auto">
              <a:xfrm>
                <a:off x="2255" y="325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rgbClr val="808080"/>
              </a:solidFill>
              <a:ln w="9525">
                <a:solidFill>
                  <a:srgbClr val="808080"/>
                </a:solidFill>
                <a:round/>
                <a:headEnd/>
                <a:tailEnd/>
              </a:ln>
            </p:spPr>
            <p:txBody>
              <a:bodyPr/>
              <a:lstStyle/>
              <a:p>
                <a:endParaRPr lang="en-US"/>
              </a:p>
            </p:txBody>
          </p:sp>
          <p:grpSp>
            <p:nvGrpSpPr>
              <p:cNvPr id="54518" name="Group 233"/>
              <p:cNvGrpSpPr>
                <a:grpSpLocks/>
              </p:cNvGrpSpPr>
              <p:nvPr/>
            </p:nvGrpSpPr>
            <p:grpSpPr bwMode="auto">
              <a:xfrm>
                <a:off x="1944" y="3288"/>
                <a:ext cx="303" cy="1"/>
                <a:chOff x="1944" y="3288"/>
                <a:chExt cx="303" cy="1"/>
              </a:xfrm>
            </p:grpSpPr>
            <p:sp>
              <p:nvSpPr>
                <p:cNvPr id="54519" name="Line 234"/>
                <p:cNvSpPr>
                  <a:spLocks noChangeShapeType="1"/>
                </p:cNvSpPr>
                <p:nvPr/>
              </p:nvSpPr>
              <p:spPr bwMode="auto">
                <a:xfrm>
                  <a:off x="1944"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520" name="Line 235"/>
                <p:cNvSpPr>
                  <a:spLocks noChangeShapeType="1"/>
                </p:cNvSpPr>
                <p:nvPr/>
              </p:nvSpPr>
              <p:spPr bwMode="auto">
                <a:xfrm>
                  <a:off x="2000" y="3288"/>
                  <a:ext cx="23"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521" name="Line 236"/>
                <p:cNvSpPr>
                  <a:spLocks noChangeShapeType="1"/>
                </p:cNvSpPr>
                <p:nvPr/>
              </p:nvSpPr>
              <p:spPr bwMode="auto">
                <a:xfrm>
                  <a:off x="2055"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522" name="Line 237"/>
                <p:cNvSpPr>
                  <a:spLocks noChangeShapeType="1"/>
                </p:cNvSpPr>
                <p:nvPr/>
              </p:nvSpPr>
              <p:spPr bwMode="auto">
                <a:xfrm>
                  <a:off x="2111"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523" name="Line 238"/>
                <p:cNvSpPr>
                  <a:spLocks noChangeShapeType="1"/>
                </p:cNvSpPr>
                <p:nvPr/>
              </p:nvSpPr>
              <p:spPr bwMode="auto">
                <a:xfrm>
                  <a:off x="2167"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524" name="Line 239"/>
                <p:cNvSpPr>
                  <a:spLocks noChangeShapeType="1"/>
                </p:cNvSpPr>
                <p:nvPr/>
              </p:nvSpPr>
              <p:spPr bwMode="auto">
                <a:xfrm>
                  <a:off x="2223"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3532" name="Group 240"/>
            <p:cNvGrpSpPr>
              <a:grpSpLocks/>
            </p:cNvGrpSpPr>
            <p:nvPr/>
          </p:nvGrpSpPr>
          <p:grpSpPr bwMode="auto">
            <a:xfrm>
              <a:off x="2415" y="3256"/>
              <a:ext cx="415" cy="56"/>
              <a:chOff x="2415" y="3256"/>
              <a:chExt cx="415" cy="56"/>
            </a:xfrm>
          </p:grpSpPr>
          <p:sp>
            <p:nvSpPr>
              <p:cNvPr id="54509" name="Freeform 241"/>
              <p:cNvSpPr>
                <a:spLocks/>
              </p:cNvSpPr>
              <p:nvPr/>
            </p:nvSpPr>
            <p:spPr bwMode="auto">
              <a:xfrm>
                <a:off x="2718" y="325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rgbClr val="808080"/>
              </a:solidFill>
              <a:ln w="9525">
                <a:solidFill>
                  <a:srgbClr val="808080"/>
                </a:solidFill>
                <a:round/>
                <a:headEnd/>
                <a:tailEnd/>
              </a:ln>
            </p:spPr>
            <p:txBody>
              <a:bodyPr/>
              <a:lstStyle/>
              <a:p>
                <a:endParaRPr lang="en-US"/>
              </a:p>
            </p:txBody>
          </p:sp>
          <p:grpSp>
            <p:nvGrpSpPr>
              <p:cNvPr id="54510" name="Group 242"/>
              <p:cNvGrpSpPr>
                <a:grpSpLocks/>
              </p:cNvGrpSpPr>
              <p:nvPr/>
            </p:nvGrpSpPr>
            <p:grpSpPr bwMode="auto">
              <a:xfrm>
                <a:off x="2415" y="3288"/>
                <a:ext cx="295" cy="1"/>
                <a:chOff x="2415" y="3288"/>
                <a:chExt cx="295" cy="1"/>
              </a:xfrm>
            </p:grpSpPr>
            <p:sp>
              <p:nvSpPr>
                <p:cNvPr id="54511" name="Line 243"/>
                <p:cNvSpPr>
                  <a:spLocks noChangeShapeType="1"/>
                </p:cNvSpPr>
                <p:nvPr/>
              </p:nvSpPr>
              <p:spPr bwMode="auto">
                <a:xfrm>
                  <a:off x="2415"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512" name="Line 244"/>
                <p:cNvSpPr>
                  <a:spLocks noChangeShapeType="1"/>
                </p:cNvSpPr>
                <p:nvPr/>
              </p:nvSpPr>
              <p:spPr bwMode="auto">
                <a:xfrm>
                  <a:off x="2471"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513" name="Line 245"/>
                <p:cNvSpPr>
                  <a:spLocks noChangeShapeType="1"/>
                </p:cNvSpPr>
                <p:nvPr/>
              </p:nvSpPr>
              <p:spPr bwMode="auto">
                <a:xfrm>
                  <a:off x="2526"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514" name="Line 246"/>
                <p:cNvSpPr>
                  <a:spLocks noChangeShapeType="1"/>
                </p:cNvSpPr>
                <p:nvPr/>
              </p:nvSpPr>
              <p:spPr bwMode="auto">
                <a:xfrm>
                  <a:off x="2582"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515" name="Line 247"/>
                <p:cNvSpPr>
                  <a:spLocks noChangeShapeType="1"/>
                </p:cNvSpPr>
                <p:nvPr/>
              </p:nvSpPr>
              <p:spPr bwMode="auto">
                <a:xfrm>
                  <a:off x="2638"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516" name="Line 248"/>
                <p:cNvSpPr>
                  <a:spLocks noChangeShapeType="1"/>
                </p:cNvSpPr>
                <p:nvPr/>
              </p:nvSpPr>
              <p:spPr bwMode="auto">
                <a:xfrm>
                  <a:off x="2694" y="3288"/>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3533" name="Group 249"/>
            <p:cNvGrpSpPr>
              <a:grpSpLocks/>
            </p:cNvGrpSpPr>
            <p:nvPr/>
          </p:nvGrpSpPr>
          <p:grpSpPr bwMode="auto">
            <a:xfrm>
              <a:off x="1489" y="3567"/>
              <a:ext cx="423" cy="56"/>
              <a:chOff x="1489" y="3567"/>
              <a:chExt cx="423" cy="56"/>
            </a:xfrm>
          </p:grpSpPr>
          <p:sp>
            <p:nvSpPr>
              <p:cNvPr id="54501" name="Freeform 250"/>
              <p:cNvSpPr>
                <a:spLocks/>
              </p:cNvSpPr>
              <p:nvPr/>
            </p:nvSpPr>
            <p:spPr bwMode="auto">
              <a:xfrm>
                <a:off x="1800"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rgbClr val="808080"/>
              </a:solidFill>
              <a:ln w="9525">
                <a:solidFill>
                  <a:srgbClr val="808080"/>
                </a:solidFill>
                <a:round/>
                <a:headEnd/>
                <a:tailEnd/>
              </a:ln>
            </p:spPr>
            <p:txBody>
              <a:bodyPr/>
              <a:lstStyle/>
              <a:p>
                <a:endParaRPr lang="en-US"/>
              </a:p>
            </p:txBody>
          </p:sp>
          <p:grpSp>
            <p:nvGrpSpPr>
              <p:cNvPr id="54502" name="Group 251"/>
              <p:cNvGrpSpPr>
                <a:grpSpLocks/>
              </p:cNvGrpSpPr>
              <p:nvPr/>
            </p:nvGrpSpPr>
            <p:grpSpPr bwMode="auto">
              <a:xfrm>
                <a:off x="1489" y="3591"/>
                <a:ext cx="303" cy="1"/>
                <a:chOff x="1489" y="3591"/>
                <a:chExt cx="303" cy="1"/>
              </a:xfrm>
            </p:grpSpPr>
            <p:sp>
              <p:nvSpPr>
                <p:cNvPr id="54503" name="Line 252"/>
                <p:cNvSpPr>
                  <a:spLocks noChangeShapeType="1"/>
                </p:cNvSpPr>
                <p:nvPr/>
              </p:nvSpPr>
              <p:spPr bwMode="auto">
                <a:xfrm>
                  <a:off x="1489"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504" name="Line 253"/>
                <p:cNvSpPr>
                  <a:spLocks noChangeShapeType="1"/>
                </p:cNvSpPr>
                <p:nvPr/>
              </p:nvSpPr>
              <p:spPr bwMode="auto">
                <a:xfrm>
                  <a:off x="1544"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505" name="Line 254"/>
                <p:cNvSpPr>
                  <a:spLocks noChangeShapeType="1"/>
                </p:cNvSpPr>
                <p:nvPr/>
              </p:nvSpPr>
              <p:spPr bwMode="auto">
                <a:xfrm>
                  <a:off x="1600"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506" name="Line 255"/>
                <p:cNvSpPr>
                  <a:spLocks noChangeShapeType="1"/>
                </p:cNvSpPr>
                <p:nvPr/>
              </p:nvSpPr>
              <p:spPr bwMode="auto">
                <a:xfrm>
                  <a:off x="1656"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507" name="Line 256"/>
                <p:cNvSpPr>
                  <a:spLocks noChangeShapeType="1"/>
                </p:cNvSpPr>
                <p:nvPr/>
              </p:nvSpPr>
              <p:spPr bwMode="auto">
                <a:xfrm>
                  <a:off x="1712"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508" name="Line 257"/>
                <p:cNvSpPr>
                  <a:spLocks noChangeShapeType="1"/>
                </p:cNvSpPr>
                <p:nvPr/>
              </p:nvSpPr>
              <p:spPr bwMode="auto">
                <a:xfrm>
                  <a:off x="1768"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3534" name="Group 258"/>
            <p:cNvGrpSpPr>
              <a:grpSpLocks/>
            </p:cNvGrpSpPr>
            <p:nvPr/>
          </p:nvGrpSpPr>
          <p:grpSpPr bwMode="auto">
            <a:xfrm>
              <a:off x="1952" y="3567"/>
              <a:ext cx="415" cy="56"/>
              <a:chOff x="1952" y="3567"/>
              <a:chExt cx="415" cy="56"/>
            </a:xfrm>
          </p:grpSpPr>
          <p:sp>
            <p:nvSpPr>
              <p:cNvPr id="54493" name="Freeform 259"/>
              <p:cNvSpPr>
                <a:spLocks/>
              </p:cNvSpPr>
              <p:nvPr/>
            </p:nvSpPr>
            <p:spPr bwMode="auto">
              <a:xfrm>
                <a:off x="2255"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rgbClr val="808080"/>
              </a:solidFill>
              <a:ln w="9525">
                <a:solidFill>
                  <a:srgbClr val="808080"/>
                </a:solidFill>
                <a:round/>
                <a:headEnd/>
                <a:tailEnd/>
              </a:ln>
            </p:spPr>
            <p:txBody>
              <a:bodyPr/>
              <a:lstStyle/>
              <a:p>
                <a:endParaRPr lang="en-US"/>
              </a:p>
            </p:txBody>
          </p:sp>
          <p:grpSp>
            <p:nvGrpSpPr>
              <p:cNvPr id="54494" name="Group 260"/>
              <p:cNvGrpSpPr>
                <a:grpSpLocks/>
              </p:cNvGrpSpPr>
              <p:nvPr/>
            </p:nvGrpSpPr>
            <p:grpSpPr bwMode="auto">
              <a:xfrm>
                <a:off x="1952" y="3591"/>
                <a:ext cx="295" cy="1"/>
                <a:chOff x="1952" y="3591"/>
                <a:chExt cx="295" cy="1"/>
              </a:xfrm>
            </p:grpSpPr>
            <p:sp>
              <p:nvSpPr>
                <p:cNvPr id="54495" name="Line 261"/>
                <p:cNvSpPr>
                  <a:spLocks noChangeShapeType="1"/>
                </p:cNvSpPr>
                <p:nvPr/>
              </p:nvSpPr>
              <p:spPr bwMode="auto">
                <a:xfrm>
                  <a:off x="1952"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496" name="Line 262"/>
                <p:cNvSpPr>
                  <a:spLocks noChangeShapeType="1"/>
                </p:cNvSpPr>
                <p:nvPr/>
              </p:nvSpPr>
              <p:spPr bwMode="auto">
                <a:xfrm>
                  <a:off x="2008" y="3591"/>
                  <a:ext cx="23"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497" name="Line 263"/>
                <p:cNvSpPr>
                  <a:spLocks noChangeShapeType="1"/>
                </p:cNvSpPr>
                <p:nvPr/>
              </p:nvSpPr>
              <p:spPr bwMode="auto">
                <a:xfrm>
                  <a:off x="2063"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498" name="Line 264"/>
                <p:cNvSpPr>
                  <a:spLocks noChangeShapeType="1"/>
                </p:cNvSpPr>
                <p:nvPr/>
              </p:nvSpPr>
              <p:spPr bwMode="auto">
                <a:xfrm>
                  <a:off x="2119"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499" name="Line 265"/>
                <p:cNvSpPr>
                  <a:spLocks noChangeShapeType="1"/>
                </p:cNvSpPr>
                <p:nvPr/>
              </p:nvSpPr>
              <p:spPr bwMode="auto">
                <a:xfrm>
                  <a:off x="2175"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500" name="Line 266"/>
                <p:cNvSpPr>
                  <a:spLocks noChangeShapeType="1"/>
                </p:cNvSpPr>
                <p:nvPr/>
              </p:nvSpPr>
              <p:spPr bwMode="auto">
                <a:xfrm>
                  <a:off x="2231" y="3591"/>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3535" name="Group 267"/>
            <p:cNvGrpSpPr>
              <a:grpSpLocks/>
            </p:cNvGrpSpPr>
            <p:nvPr/>
          </p:nvGrpSpPr>
          <p:grpSpPr bwMode="auto">
            <a:xfrm>
              <a:off x="2407" y="3567"/>
              <a:ext cx="415" cy="56"/>
              <a:chOff x="2407" y="3567"/>
              <a:chExt cx="415" cy="56"/>
            </a:xfrm>
          </p:grpSpPr>
          <p:sp>
            <p:nvSpPr>
              <p:cNvPr id="54485" name="Freeform 268"/>
              <p:cNvSpPr>
                <a:spLocks/>
              </p:cNvSpPr>
              <p:nvPr/>
            </p:nvSpPr>
            <p:spPr bwMode="auto">
              <a:xfrm>
                <a:off x="2710"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rgbClr val="808080"/>
              </a:solidFill>
              <a:ln w="9525">
                <a:solidFill>
                  <a:srgbClr val="808080"/>
                </a:solidFill>
                <a:round/>
                <a:headEnd/>
                <a:tailEnd/>
              </a:ln>
            </p:spPr>
            <p:txBody>
              <a:bodyPr/>
              <a:lstStyle/>
              <a:p>
                <a:endParaRPr lang="en-US"/>
              </a:p>
            </p:txBody>
          </p:sp>
          <p:grpSp>
            <p:nvGrpSpPr>
              <p:cNvPr id="54486" name="Group 269"/>
              <p:cNvGrpSpPr>
                <a:grpSpLocks/>
              </p:cNvGrpSpPr>
              <p:nvPr/>
            </p:nvGrpSpPr>
            <p:grpSpPr bwMode="auto">
              <a:xfrm>
                <a:off x="2407" y="3591"/>
                <a:ext cx="295" cy="1"/>
                <a:chOff x="2407" y="3591"/>
                <a:chExt cx="295" cy="1"/>
              </a:xfrm>
            </p:grpSpPr>
            <p:sp>
              <p:nvSpPr>
                <p:cNvPr id="54487" name="Line 270"/>
                <p:cNvSpPr>
                  <a:spLocks noChangeShapeType="1"/>
                </p:cNvSpPr>
                <p:nvPr/>
              </p:nvSpPr>
              <p:spPr bwMode="auto">
                <a:xfrm>
                  <a:off x="2407"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488" name="Line 271"/>
                <p:cNvSpPr>
                  <a:spLocks noChangeShapeType="1"/>
                </p:cNvSpPr>
                <p:nvPr/>
              </p:nvSpPr>
              <p:spPr bwMode="auto">
                <a:xfrm>
                  <a:off x="2463"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489" name="Line 272"/>
                <p:cNvSpPr>
                  <a:spLocks noChangeShapeType="1"/>
                </p:cNvSpPr>
                <p:nvPr/>
              </p:nvSpPr>
              <p:spPr bwMode="auto">
                <a:xfrm>
                  <a:off x="2518"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490" name="Line 273"/>
                <p:cNvSpPr>
                  <a:spLocks noChangeShapeType="1"/>
                </p:cNvSpPr>
                <p:nvPr/>
              </p:nvSpPr>
              <p:spPr bwMode="auto">
                <a:xfrm>
                  <a:off x="2574"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491" name="Line 274"/>
                <p:cNvSpPr>
                  <a:spLocks noChangeShapeType="1"/>
                </p:cNvSpPr>
                <p:nvPr/>
              </p:nvSpPr>
              <p:spPr bwMode="auto">
                <a:xfrm>
                  <a:off x="2630"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492" name="Line 275"/>
                <p:cNvSpPr>
                  <a:spLocks noChangeShapeType="1"/>
                </p:cNvSpPr>
                <p:nvPr/>
              </p:nvSpPr>
              <p:spPr bwMode="auto">
                <a:xfrm>
                  <a:off x="2686" y="3591"/>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3536" name="Group 276"/>
            <p:cNvGrpSpPr>
              <a:grpSpLocks/>
            </p:cNvGrpSpPr>
            <p:nvPr/>
          </p:nvGrpSpPr>
          <p:grpSpPr bwMode="auto">
            <a:xfrm>
              <a:off x="1944" y="2690"/>
              <a:ext cx="894" cy="596"/>
              <a:chOff x="1944" y="2690"/>
              <a:chExt cx="894" cy="596"/>
            </a:xfrm>
          </p:grpSpPr>
          <p:sp>
            <p:nvSpPr>
              <p:cNvPr id="54483" name="Freeform 277"/>
              <p:cNvSpPr>
                <a:spLocks/>
              </p:cNvSpPr>
              <p:nvPr/>
            </p:nvSpPr>
            <p:spPr bwMode="auto">
              <a:xfrm>
                <a:off x="2702" y="2690"/>
                <a:ext cx="136" cy="104"/>
              </a:xfrm>
              <a:custGeom>
                <a:avLst/>
                <a:gdLst>
                  <a:gd name="T0" fmla="*/ 136 w 136"/>
                  <a:gd name="T1" fmla="*/ 0 h 104"/>
                  <a:gd name="T2" fmla="*/ 40 w 136"/>
                  <a:gd name="T3" fmla="*/ 104 h 104"/>
                  <a:gd name="T4" fmla="*/ 24 w 136"/>
                  <a:gd name="T5" fmla="*/ 72 h 104"/>
                  <a:gd name="T6" fmla="*/ 0 w 136"/>
                  <a:gd name="T7" fmla="*/ 48 h 104"/>
                  <a:gd name="T8" fmla="*/ 136 w 136"/>
                  <a:gd name="T9" fmla="*/ 0 h 10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 h="104">
                    <a:moveTo>
                      <a:pt x="136" y="0"/>
                    </a:moveTo>
                    <a:lnTo>
                      <a:pt x="40" y="104"/>
                    </a:lnTo>
                    <a:lnTo>
                      <a:pt x="24" y="72"/>
                    </a:lnTo>
                    <a:lnTo>
                      <a:pt x="0" y="48"/>
                    </a:lnTo>
                    <a:lnTo>
                      <a:pt x="136" y="0"/>
                    </a:lnTo>
                    <a:close/>
                  </a:path>
                </a:pathLst>
              </a:custGeom>
              <a:solidFill>
                <a:srgbClr val="808080"/>
              </a:solidFill>
              <a:ln w="9525">
                <a:solidFill>
                  <a:srgbClr val="808080"/>
                </a:solidFill>
                <a:round/>
                <a:headEnd/>
                <a:tailEnd/>
              </a:ln>
            </p:spPr>
            <p:txBody>
              <a:bodyPr/>
              <a:lstStyle/>
              <a:p>
                <a:endParaRPr lang="en-US"/>
              </a:p>
            </p:txBody>
          </p:sp>
          <p:sp>
            <p:nvSpPr>
              <p:cNvPr id="54484" name="Line 278"/>
              <p:cNvSpPr>
                <a:spLocks noChangeShapeType="1"/>
              </p:cNvSpPr>
              <p:nvPr/>
            </p:nvSpPr>
            <p:spPr bwMode="auto">
              <a:xfrm flipV="1">
                <a:off x="1944" y="2758"/>
                <a:ext cx="790" cy="528"/>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3537" name="Group 279"/>
            <p:cNvGrpSpPr>
              <a:grpSpLocks/>
            </p:cNvGrpSpPr>
            <p:nvPr/>
          </p:nvGrpSpPr>
          <p:grpSpPr bwMode="auto">
            <a:xfrm>
              <a:off x="1952" y="2376"/>
              <a:ext cx="886" cy="290"/>
              <a:chOff x="1952" y="2376"/>
              <a:chExt cx="886" cy="290"/>
            </a:xfrm>
          </p:grpSpPr>
          <p:sp>
            <p:nvSpPr>
              <p:cNvPr id="54481" name="Freeform 280"/>
              <p:cNvSpPr>
                <a:spLocks/>
              </p:cNvSpPr>
              <p:nvPr/>
            </p:nvSpPr>
            <p:spPr bwMode="auto">
              <a:xfrm>
                <a:off x="2702" y="2586"/>
                <a:ext cx="136" cy="80"/>
              </a:xfrm>
              <a:custGeom>
                <a:avLst/>
                <a:gdLst>
                  <a:gd name="T0" fmla="*/ 136 w 136"/>
                  <a:gd name="T1" fmla="*/ 80 h 80"/>
                  <a:gd name="T2" fmla="*/ 0 w 136"/>
                  <a:gd name="T3" fmla="*/ 64 h 80"/>
                  <a:gd name="T4" fmla="*/ 8 w 136"/>
                  <a:gd name="T5" fmla="*/ 32 h 80"/>
                  <a:gd name="T6" fmla="*/ 16 w 136"/>
                  <a:gd name="T7" fmla="*/ 0 h 80"/>
                  <a:gd name="T8" fmla="*/ 136 w 136"/>
                  <a:gd name="T9" fmla="*/ 80 h 8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 h="80">
                    <a:moveTo>
                      <a:pt x="136" y="80"/>
                    </a:moveTo>
                    <a:lnTo>
                      <a:pt x="0" y="64"/>
                    </a:lnTo>
                    <a:lnTo>
                      <a:pt x="8" y="32"/>
                    </a:lnTo>
                    <a:lnTo>
                      <a:pt x="16" y="0"/>
                    </a:lnTo>
                    <a:lnTo>
                      <a:pt x="136" y="80"/>
                    </a:lnTo>
                    <a:close/>
                  </a:path>
                </a:pathLst>
              </a:custGeom>
              <a:solidFill>
                <a:srgbClr val="808080"/>
              </a:solidFill>
              <a:ln w="9525">
                <a:solidFill>
                  <a:srgbClr val="808080"/>
                </a:solidFill>
                <a:round/>
                <a:headEnd/>
                <a:tailEnd/>
              </a:ln>
            </p:spPr>
            <p:txBody>
              <a:bodyPr/>
              <a:lstStyle/>
              <a:p>
                <a:endParaRPr lang="en-US"/>
              </a:p>
            </p:txBody>
          </p:sp>
          <p:sp>
            <p:nvSpPr>
              <p:cNvPr id="54482" name="Line 281"/>
              <p:cNvSpPr>
                <a:spLocks noChangeShapeType="1"/>
              </p:cNvSpPr>
              <p:nvPr/>
            </p:nvSpPr>
            <p:spPr bwMode="auto">
              <a:xfrm>
                <a:off x="1952" y="2376"/>
                <a:ext cx="766" cy="244"/>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3538" name="Group 282"/>
            <p:cNvGrpSpPr>
              <a:grpSpLocks/>
            </p:cNvGrpSpPr>
            <p:nvPr/>
          </p:nvGrpSpPr>
          <p:grpSpPr bwMode="auto">
            <a:xfrm>
              <a:off x="1481" y="2084"/>
              <a:ext cx="1373" cy="1507"/>
              <a:chOff x="1481" y="2084"/>
              <a:chExt cx="1373" cy="1507"/>
            </a:xfrm>
          </p:grpSpPr>
          <p:sp>
            <p:nvSpPr>
              <p:cNvPr id="54479" name="Freeform 283"/>
              <p:cNvSpPr>
                <a:spLocks/>
              </p:cNvSpPr>
              <p:nvPr/>
            </p:nvSpPr>
            <p:spPr bwMode="auto">
              <a:xfrm>
                <a:off x="2742" y="2084"/>
                <a:ext cx="112" cy="119"/>
              </a:xfrm>
              <a:custGeom>
                <a:avLst/>
                <a:gdLst>
                  <a:gd name="T0" fmla="*/ 112 w 112"/>
                  <a:gd name="T1" fmla="*/ 0 h 119"/>
                  <a:gd name="T2" fmla="*/ 48 w 112"/>
                  <a:gd name="T3" fmla="*/ 119 h 119"/>
                  <a:gd name="T4" fmla="*/ 24 w 112"/>
                  <a:gd name="T5" fmla="*/ 96 h 119"/>
                  <a:gd name="T6" fmla="*/ 0 w 112"/>
                  <a:gd name="T7" fmla="*/ 72 h 119"/>
                  <a:gd name="T8" fmla="*/ 112 w 112"/>
                  <a:gd name="T9" fmla="*/ 0 h 1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119">
                    <a:moveTo>
                      <a:pt x="112" y="0"/>
                    </a:moveTo>
                    <a:lnTo>
                      <a:pt x="48" y="119"/>
                    </a:lnTo>
                    <a:lnTo>
                      <a:pt x="24" y="96"/>
                    </a:lnTo>
                    <a:lnTo>
                      <a:pt x="0" y="72"/>
                    </a:lnTo>
                    <a:lnTo>
                      <a:pt x="112" y="0"/>
                    </a:lnTo>
                    <a:close/>
                  </a:path>
                </a:pathLst>
              </a:custGeom>
              <a:solidFill>
                <a:srgbClr val="808080"/>
              </a:solidFill>
              <a:ln w="9525">
                <a:solidFill>
                  <a:srgbClr val="808080"/>
                </a:solidFill>
                <a:round/>
                <a:headEnd/>
                <a:tailEnd/>
              </a:ln>
            </p:spPr>
            <p:txBody>
              <a:bodyPr/>
              <a:lstStyle/>
              <a:p>
                <a:endParaRPr lang="en-US"/>
              </a:p>
            </p:txBody>
          </p:sp>
          <p:sp>
            <p:nvSpPr>
              <p:cNvPr id="54480" name="Line 284"/>
              <p:cNvSpPr>
                <a:spLocks noChangeShapeType="1"/>
              </p:cNvSpPr>
              <p:nvPr/>
            </p:nvSpPr>
            <p:spPr bwMode="auto">
              <a:xfrm flipV="1">
                <a:off x="1481" y="2172"/>
                <a:ext cx="1291" cy="1419"/>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3539" name="Group 285"/>
            <p:cNvGrpSpPr>
              <a:grpSpLocks/>
            </p:cNvGrpSpPr>
            <p:nvPr/>
          </p:nvGrpSpPr>
          <p:grpSpPr bwMode="auto">
            <a:xfrm>
              <a:off x="1944" y="2076"/>
              <a:ext cx="902" cy="885"/>
              <a:chOff x="1944" y="2076"/>
              <a:chExt cx="902" cy="885"/>
            </a:xfrm>
          </p:grpSpPr>
          <p:sp>
            <p:nvSpPr>
              <p:cNvPr id="54477" name="Freeform 286"/>
              <p:cNvSpPr>
                <a:spLocks/>
              </p:cNvSpPr>
              <p:nvPr/>
            </p:nvSpPr>
            <p:spPr bwMode="auto">
              <a:xfrm>
                <a:off x="2726" y="2850"/>
                <a:ext cx="120" cy="111"/>
              </a:xfrm>
              <a:custGeom>
                <a:avLst/>
                <a:gdLst>
                  <a:gd name="T0" fmla="*/ 120 w 120"/>
                  <a:gd name="T1" fmla="*/ 111 h 111"/>
                  <a:gd name="T2" fmla="*/ 0 w 120"/>
                  <a:gd name="T3" fmla="*/ 47 h 111"/>
                  <a:gd name="T4" fmla="*/ 24 w 120"/>
                  <a:gd name="T5" fmla="*/ 23 h 111"/>
                  <a:gd name="T6" fmla="*/ 48 w 120"/>
                  <a:gd name="T7" fmla="*/ 0 h 111"/>
                  <a:gd name="T8" fmla="*/ 120 w 120"/>
                  <a:gd name="T9" fmla="*/ 111 h 1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 h="111">
                    <a:moveTo>
                      <a:pt x="120" y="111"/>
                    </a:moveTo>
                    <a:lnTo>
                      <a:pt x="0" y="47"/>
                    </a:lnTo>
                    <a:lnTo>
                      <a:pt x="24" y="23"/>
                    </a:lnTo>
                    <a:lnTo>
                      <a:pt x="48" y="0"/>
                    </a:lnTo>
                    <a:lnTo>
                      <a:pt x="120" y="111"/>
                    </a:lnTo>
                    <a:close/>
                  </a:path>
                </a:pathLst>
              </a:custGeom>
              <a:solidFill>
                <a:srgbClr val="808080"/>
              </a:solidFill>
              <a:ln w="9525">
                <a:solidFill>
                  <a:srgbClr val="808080"/>
                </a:solidFill>
                <a:round/>
                <a:headEnd/>
                <a:tailEnd/>
              </a:ln>
            </p:spPr>
            <p:txBody>
              <a:bodyPr/>
              <a:lstStyle/>
              <a:p>
                <a:endParaRPr lang="en-US"/>
              </a:p>
            </p:txBody>
          </p:sp>
          <p:sp>
            <p:nvSpPr>
              <p:cNvPr id="54478" name="Line 287"/>
              <p:cNvSpPr>
                <a:spLocks noChangeShapeType="1"/>
              </p:cNvSpPr>
              <p:nvPr/>
            </p:nvSpPr>
            <p:spPr bwMode="auto">
              <a:xfrm>
                <a:off x="1944" y="2076"/>
                <a:ext cx="814" cy="805"/>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3540" name="Group 288"/>
            <p:cNvGrpSpPr>
              <a:grpSpLocks/>
            </p:cNvGrpSpPr>
            <p:nvPr/>
          </p:nvGrpSpPr>
          <p:grpSpPr bwMode="auto">
            <a:xfrm>
              <a:off x="1489" y="2379"/>
              <a:ext cx="902" cy="893"/>
              <a:chOff x="1489" y="2379"/>
              <a:chExt cx="902" cy="893"/>
            </a:xfrm>
          </p:grpSpPr>
          <p:sp>
            <p:nvSpPr>
              <p:cNvPr id="54475" name="Freeform 289"/>
              <p:cNvSpPr>
                <a:spLocks/>
              </p:cNvSpPr>
              <p:nvPr/>
            </p:nvSpPr>
            <p:spPr bwMode="auto">
              <a:xfrm>
                <a:off x="2271" y="3153"/>
                <a:ext cx="120" cy="119"/>
              </a:xfrm>
              <a:custGeom>
                <a:avLst/>
                <a:gdLst>
                  <a:gd name="T0" fmla="*/ 120 w 120"/>
                  <a:gd name="T1" fmla="*/ 119 h 119"/>
                  <a:gd name="T2" fmla="*/ 0 w 120"/>
                  <a:gd name="T3" fmla="*/ 48 h 119"/>
                  <a:gd name="T4" fmla="*/ 24 w 120"/>
                  <a:gd name="T5" fmla="*/ 24 h 119"/>
                  <a:gd name="T6" fmla="*/ 48 w 120"/>
                  <a:gd name="T7" fmla="*/ 0 h 119"/>
                  <a:gd name="T8" fmla="*/ 120 w 120"/>
                  <a:gd name="T9" fmla="*/ 119 h 1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 h="119">
                    <a:moveTo>
                      <a:pt x="120" y="119"/>
                    </a:moveTo>
                    <a:lnTo>
                      <a:pt x="0" y="48"/>
                    </a:lnTo>
                    <a:lnTo>
                      <a:pt x="24" y="24"/>
                    </a:lnTo>
                    <a:lnTo>
                      <a:pt x="48" y="0"/>
                    </a:lnTo>
                    <a:lnTo>
                      <a:pt x="120" y="119"/>
                    </a:lnTo>
                    <a:close/>
                  </a:path>
                </a:pathLst>
              </a:custGeom>
              <a:solidFill>
                <a:srgbClr val="808080"/>
              </a:solidFill>
              <a:ln w="9525">
                <a:solidFill>
                  <a:srgbClr val="808080"/>
                </a:solidFill>
                <a:round/>
                <a:headEnd/>
                <a:tailEnd/>
              </a:ln>
            </p:spPr>
            <p:txBody>
              <a:bodyPr/>
              <a:lstStyle/>
              <a:p>
                <a:endParaRPr lang="en-US"/>
              </a:p>
            </p:txBody>
          </p:sp>
          <p:sp>
            <p:nvSpPr>
              <p:cNvPr id="54476" name="Line 290"/>
              <p:cNvSpPr>
                <a:spLocks noChangeShapeType="1"/>
              </p:cNvSpPr>
              <p:nvPr/>
            </p:nvSpPr>
            <p:spPr bwMode="auto">
              <a:xfrm>
                <a:off x="1489" y="2379"/>
                <a:ext cx="814" cy="805"/>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3541" name="Group 291"/>
            <p:cNvGrpSpPr>
              <a:grpSpLocks/>
            </p:cNvGrpSpPr>
            <p:nvPr/>
          </p:nvGrpSpPr>
          <p:grpSpPr bwMode="auto">
            <a:xfrm>
              <a:off x="1483" y="2379"/>
              <a:ext cx="429" cy="598"/>
              <a:chOff x="1483" y="2379"/>
              <a:chExt cx="429" cy="598"/>
            </a:xfrm>
          </p:grpSpPr>
          <p:sp>
            <p:nvSpPr>
              <p:cNvPr id="54473" name="Freeform 292"/>
              <p:cNvSpPr>
                <a:spLocks/>
              </p:cNvSpPr>
              <p:nvPr/>
            </p:nvSpPr>
            <p:spPr bwMode="auto">
              <a:xfrm>
                <a:off x="1808" y="2379"/>
                <a:ext cx="104" cy="136"/>
              </a:xfrm>
              <a:custGeom>
                <a:avLst/>
                <a:gdLst>
                  <a:gd name="T0" fmla="*/ 104 w 104"/>
                  <a:gd name="T1" fmla="*/ 0 h 136"/>
                  <a:gd name="T2" fmla="*/ 56 w 104"/>
                  <a:gd name="T3" fmla="*/ 136 h 136"/>
                  <a:gd name="T4" fmla="*/ 32 w 104"/>
                  <a:gd name="T5" fmla="*/ 112 h 136"/>
                  <a:gd name="T6" fmla="*/ 0 w 104"/>
                  <a:gd name="T7" fmla="*/ 96 h 136"/>
                  <a:gd name="T8" fmla="*/ 104 w 104"/>
                  <a:gd name="T9" fmla="*/ 0 h 1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4" h="136">
                    <a:moveTo>
                      <a:pt x="104" y="0"/>
                    </a:moveTo>
                    <a:lnTo>
                      <a:pt x="56" y="136"/>
                    </a:lnTo>
                    <a:lnTo>
                      <a:pt x="32" y="112"/>
                    </a:lnTo>
                    <a:lnTo>
                      <a:pt x="0" y="96"/>
                    </a:lnTo>
                    <a:lnTo>
                      <a:pt x="104" y="0"/>
                    </a:lnTo>
                    <a:close/>
                  </a:path>
                </a:pathLst>
              </a:custGeom>
              <a:solidFill>
                <a:srgbClr val="808080"/>
              </a:solidFill>
              <a:ln w="9525">
                <a:solidFill>
                  <a:srgbClr val="808080"/>
                </a:solidFill>
                <a:round/>
                <a:headEnd/>
                <a:tailEnd/>
              </a:ln>
            </p:spPr>
            <p:txBody>
              <a:bodyPr/>
              <a:lstStyle/>
              <a:p>
                <a:endParaRPr lang="en-US"/>
              </a:p>
            </p:txBody>
          </p:sp>
          <p:sp>
            <p:nvSpPr>
              <p:cNvPr id="54474" name="Line 293"/>
              <p:cNvSpPr>
                <a:spLocks noChangeShapeType="1"/>
              </p:cNvSpPr>
              <p:nvPr/>
            </p:nvSpPr>
            <p:spPr bwMode="auto">
              <a:xfrm flipV="1">
                <a:off x="1483" y="2483"/>
                <a:ext cx="362" cy="494"/>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3542" name="Group 294"/>
            <p:cNvGrpSpPr>
              <a:grpSpLocks/>
            </p:cNvGrpSpPr>
            <p:nvPr/>
          </p:nvGrpSpPr>
          <p:grpSpPr bwMode="auto">
            <a:xfrm>
              <a:off x="1936" y="2379"/>
              <a:ext cx="894" cy="604"/>
              <a:chOff x="1936" y="2379"/>
              <a:chExt cx="894" cy="604"/>
            </a:xfrm>
          </p:grpSpPr>
          <p:sp>
            <p:nvSpPr>
              <p:cNvPr id="54471" name="Freeform 295"/>
              <p:cNvSpPr>
                <a:spLocks/>
              </p:cNvSpPr>
              <p:nvPr/>
            </p:nvSpPr>
            <p:spPr bwMode="auto">
              <a:xfrm>
                <a:off x="2702" y="2379"/>
                <a:ext cx="128" cy="104"/>
              </a:xfrm>
              <a:custGeom>
                <a:avLst/>
                <a:gdLst>
                  <a:gd name="T0" fmla="*/ 128 w 128"/>
                  <a:gd name="T1" fmla="*/ 0 h 104"/>
                  <a:gd name="T2" fmla="*/ 40 w 128"/>
                  <a:gd name="T3" fmla="*/ 104 h 104"/>
                  <a:gd name="T4" fmla="*/ 16 w 128"/>
                  <a:gd name="T5" fmla="*/ 80 h 104"/>
                  <a:gd name="T6" fmla="*/ 0 w 128"/>
                  <a:gd name="T7" fmla="*/ 48 h 104"/>
                  <a:gd name="T8" fmla="*/ 128 w 128"/>
                  <a:gd name="T9" fmla="*/ 0 h 10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8" h="104">
                    <a:moveTo>
                      <a:pt x="128" y="0"/>
                    </a:moveTo>
                    <a:lnTo>
                      <a:pt x="40" y="104"/>
                    </a:lnTo>
                    <a:lnTo>
                      <a:pt x="16" y="80"/>
                    </a:lnTo>
                    <a:lnTo>
                      <a:pt x="0" y="48"/>
                    </a:lnTo>
                    <a:lnTo>
                      <a:pt x="128" y="0"/>
                    </a:lnTo>
                    <a:close/>
                  </a:path>
                </a:pathLst>
              </a:custGeom>
              <a:solidFill>
                <a:srgbClr val="808080"/>
              </a:solidFill>
              <a:ln w="9525">
                <a:solidFill>
                  <a:srgbClr val="808080"/>
                </a:solidFill>
                <a:round/>
                <a:headEnd/>
                <a:tailEnd/>
              </a:ln>
            </p:spPr>
            <p:txBody>
              <a:bodyPr/>
              <a:lstStyle/>
              <a:p>
                <a:endParaRPr lang="en-US"/>
              </a:p>
            </p:txBody>
          </p:sp>
          <p:sp>
            <p:nvSpPr>
              <p:cNvPr id="54472" name="Line 296"/>
              <p:cNvSpPr>
                <a:spLocks noChangeShapeType="1"/>
              </p:cNvSpPr>
              <p:nvPr/>
            </p:nvSpPr>
            <p:spPr bwMode="auto">
              <a:xfrm flipV="1">
                <a:off x="1936" y="2455"/>
                <a:ext cx="790" cy="528"/>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3543" name="Group 297"/>
            <p:cNvGrpSpPr>
              <a:grpSpLocks/>
            </p:cNvGrpSpPr>
            <p:nvPr/>
          </p:nvGrpSpPr>
          <p:grpSpPr bwMode="auto">
            <a:xfrm>
              <a:off x="1952" y="2076"/>
              <a:ext cx="886" cy="290"/>
              <a:chOff x="1952" y="2076"/>
              <a:chExt cx="886" cy="290"/>
            </a:xfrm>
          </p:grpSpPr>
          <p:sp>
            <p:nvSpPr>
              <p:cNvPr id="54469" name="Freeform 298"/>
              <p:cNvSpPr>
                <a:spLocks/>
              </p:cNvSpPr>
              <p:nvPr/>
            </p:nvSpPr>
            <p:spPr bwMode="auto">
              <a:xfrm>
                <a:off x="2702" y="2076"/>
                <a:ext cx="136" cy="72"/>
              </a:xfrm>
              <a:custGeom>
                <a:avLst/>
                <a:gdLst>
                  <a:gd name="T0" fmla="*/ 136 w 136"/>
                  <a:gd name="T1" fmla="*/ 0 h 72"/>
                  <a:gd name="T2" fmla="*/ 16 w 136"/>
                  <a:gd name="T3" fmla="*/ 72 h 72"/>
                  <a:gd name="T4" fmla="*/ 8 w 136"/>
                  <a:gd name="T5" fmla="*/ 40 h 72"/>
                  <a:gd name="T6" fmla="*/ 0 w 136"/>
                  <a:gd name="T7" fmla="*/ 8 h 72"/>
                  <a:gd name="T8" fmla="*/ 136 w 136"/>
                  <a:gd name="T9" fmla="*/ 0 h 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 h="72">
                    <a:moveTo>
                      <a:pt x="136" y="0"/>
                    </a:moveTo>
                    <a:lnTo>
                      <a:pt x="16" y="72"/>
                    </a:lnTo>
                    <a:lnTo>
                      <a:pt x="8" y="40"/>
                    </a:lnTo>
                    <a:lnTo>
                      <a:pt x="0" y="8"/>
                    </a:lnTo>
                    <a:lnTo>
                      <a:pt x="136" y="0"/>
                    </a:lnTo>
                    <a:close/>
                  </a:path>
                </a:pathLst>
              </a:custGeom>
              <a:solidFill>
                <a:srgbClr val="808080"/>
              </a:solidFill>
              <a:ln w="9525">
                <a:solidFill>
                  <a:srgbClr val="808080"/>
                </a:solidFill>
                <a:round/>
                <a:headEnd/>
                <a:tailEnd/>
              </a:ln>
            </p:spPr>
            <p:txBody>
              <a:bodyPr/>
              <a:lstStyle/>
              <a:p>
                <a:endParaRPr lang="en-US"/>
              </a:p>
            </p:txBody>
          </p:sp>
          <p:sp>
            <p:nvSpPr>
              <p:cNvPr id="54470" name="Line 299"/>
              <p:cNvSpPr>
                <a:spLocks noChangeShapeType="1"/>
              </p:cNvSpPr>
              <p:nvPr/>
            </p:nvSpPr>
            <p:spPr bwMode="auto">
              <a:xfrm flipV="1">
                <a:off x="1952" y="2114"/>
                <a:ext cx="766" cy="252"/>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3544" name="Group 300"/>
            <p:cNvGrpSpPr>
              <a:grpSpLocks/>
            </p:cNvGrpSpPr>
            <p:nvPr/>
          </p:nvGrpSpPr>
          <p:grpSpPr bwMode="auto">
            <a:xfrm>
              <a:off x="1481" y="1769"/>
              <a:ext cx="894" cy="283"/>
              <a:chOff x="1481" y="1769"/>
              <a:chExt cx="894" cy="283"/>
            </a:xfrm>
          </p:grpSpPr>
          <p:sp>
            <p:nvSpPr>
              <p:cNvPr id="54467" name="Freeform 301"/>
              <p:cNvSpPr>
                <a:spLocks/>
              </p:cNvSpPr>
              <p:nvPr/>
            </p:nvSpPr>
            <p:spPr bwMode="auto">
              <a:xfrm>
                <a:off x="2231" y="1980"/>
                <a:ext cx="144" cy="72"/>
              </a:xfrm>
              <a:custGeom>
                <a:avLst/>
                <a:gdLst>
                  <a:gd name="T0" fmla="*/ 144 w 144"/>
                  <a:gd name="T1" fmla="*/ 72 h 72"/>
                  <a:gd name="T2" fmla="*/ 0 w 144"/>
                  <a:gd name="T3" fmla="*/ 64 h 72"/>
                  <a:gd name="T4" fmla="*/ 16 w 144"/>
                  <a:gd name="T5" fmla="*/ 32 h 72"/>
                  <a:gd name="T6" fmla="*/ 24 w 144"/>
                  <a:gd name="T7" fmla="*/ 0 h 72"/>
                  <a:gd name="T8" fmla="*/ 144 w 144"/>
                  <a:gd name="T9" fmla="*/ 72 h 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4" h="72">
                    <a:moveTo>
                      <a:pt x="144" y="72"/>
                    </a:moveTo>
                    <a:lnTo>
                      <a:pt x="0" y="64"/>
                    </a:lnTo>
                    <a:lnTo>
                      <a:pt x="16" y="32"/>
                    </a:lnTo>
                    <a:lnTo>
                      <a:pt x="24" y="0"/>
                    </a:lnTo>
                    <a:lnTo>
                      <a:pt x="144" y="72"/>
                    </a:lnTo>
                    <a:close/>
                  </a:path>
                </a:pathLst>
              </a:custGeom>
              <a:solidFill>
                <a:srgbClr val="808080"/>
              </a:solidFill>
              <a:ln w="9525">
                <a:solidFill>
                  <a:srgbClr val="808080"/>
                </a:solidFill>
                <a:round/>
                <a:headEnd/>
                <a:tailEnd/>
              </a:ln>
            </p:spPr>
            <p:txBody>
              <a:bodyPr/>
              <a:lstStyle/>
              <a:p>
                <a:endParaRPr lang="en-US"/>
              </a:p>
            </p:txBody>
          </p:sp>
          <p:sp>
            <p:nvSpPr>
              <p:cNvPr id="54468" name="Line 302"/>
              <p:cNvSpPr>
                <a:spLocks noChangeShapeType="1"/>
              </p:cNvSpPr>
              <p:nvPr/>
            </p:nvSpPr>
            <p:spPr bwMode="auto">
              <a:xfrm>
                <a:off x="1481" y="1769"/>
                <a:ext cx="774" cy="244"/>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53545" name="Oval 303"/>
            <p:cNvSpPr>
              <a:spLocks noChangeArrowheads="1"/>
            </p:cNvSpPr>
            <p:nvPr/>
          </p:nvSpPr>
          <p:spPr bwMode="auto">
            <a:xfrm>
              <a:off x="1457" y="1741"/>
              <a:ext cx="32" cy="40"/>
            </a:xfrm>
            <a:prstGeom prst="ellipse">
              <a:avLst/>
            </a:prstGeom>
            <a:solidFill>
              <a:srgbClr val="808080"/>
            </a:solidFill>
            <a:ln w="9525">
              <a:solidFill>
                <a:srgbClr val="808080"/>
              </a:solidFill>
              <a:round/>
              <a:headEnd/>
              <a:tailEnd/>
            </a:ln>
          </p:spPr>
          <p:txBody>
            <a:bodyPr/>
            <a:lstStyle/>
            <a:p>
              <a:endParaRPr lang="en-US"/>
            </a:p>
          </p:txBody>
        </p:sp>
        <p:sp>
          <p:nvSpPr>
            <p:cNvPr id="53546" name="Oval 304"/>
            <p:cNvSpPr>
              <a:spLocks noChangeArrowheads="1"/>
            </p:cNvSpPr>
            <p:nvPr/>
          </p:nvSpPr>
          <p:spPr bwMode="auto">
            <a:xfrm>
              <a:off x="1457" y="1741"/>
              <a:ext cx="32" cy="40"/>
            </a:xfrm>
            <a:prstGeom prst="ellipse">
              <a:avLst/>
            </a:prstGeom>
            <a:solidFill>
              <a:srgbClr val="808080"/>
            </a:solidFill>
            <a:ln w="25400">
              <a:solidFill>
                <a:srgbClr val="808080"/>
              </a:solidFill>
              <a:round/>
              <a:headEnd/>
              <a:tailEnd/>
            </a:ln>
          </p:spPr>
          <p:txBody>
            <a:bodyPr/>
            <a:lstStyle/>
            <a:p>
              <a:endParaRPr lang="en-US"/>
            </a:p>
          </p:txBody>
        </p:sp>
        <p:sp>
          <p:nvSpPr>
            <p:cNvPr id="53547" name="Oval 305"/>
            <p:cNvSpPr>
              <a:spLocks noChangeArrowheads="1"/>
            </p:cNvSpPr>
            <p:nvPr/>
          </p:nvSpPr>
          <p:spPr bwMode="auto">
            <a:xfrm>
              <a:off x="1457" y="2044"/>
              <a:ext cx="40" cy="40"/>
            </a:xfrm>
            <a:prstGeom prst="ellipse">
              <a:avLst/>
            </a:prstGeom>
            <a:solidFill>
              <a:srgbClr val="808080"/>
            </a:solidFill>
            <a:ln w="9525">
              <a:solidFill>
                <a:srgbClr val="808080"/>
              </a:solidFill>
              <a:round/>
              <a:headEnd/>
              <a:tailEnd/>
            </a:ln>
          </p:spPr>
          <p:txBody>
            <a:bodyPr/>
            <a:lstStyle/>
            <a:p>
              <a:endParaRPr lang="en-US"/>
            </a:p>
          </p:txBody>
        </p:sp>
        <p:sp>
          <p:nvSpPr>
            <p:cNvPr id="53548" name="Oval 306"/>
            <p:cNvSpPr>
              <a:spLocks noChangeArrowheads="1"/>
            </p:cNvSpPr>
            <p:nvPr/>
          </p:nvSpPr>
          <p:spPr bwMode="auto">
            <a:xfrm>
              <a:off x="1457" y="2044"/>
              <a:ext cx="40" cy="40"/>
            </a:xfrm>
            <a:prstGeom prst="ellipse">
              <a:avLst/>
            </a:prstGeom>
            <a:solidFill>
              <a:srgbClr val="808080"/>
            </a:solidFill>
            <a:ln w="25400">
              <a:solidFill>
                <a:srgbClr val="808080"/>
              </a:solidFill>
              <a:round/>
              <a:headEnd/>
              <a:tailEnd/>
            </a:ln>
          </p:spPr>
          <p:txBody>
            <a:bodyPr/>
            <a:lstStyle/>
            <a:p>
              <a:endParaRPr lang="en-US"/>
            </a:p>
          </p:txBody>
        </p:sp>
        <p:sp>
          <p:nvSpPr>
            <p:cNvPr id="53549" name="Oval 307"/>
            <p:cNvSpPr>
              <a:spLocks noChangeArrowheads="1"/>
            </p:cNvSpPr>
            <p:nvPr/>
          </p:nvSpPr>
          <p:spPr bwMode="auto">
            <a:xfrm>
              <a:off x="1457" y="2355"/>
              <a:ext cx="40" cy="32"/>
            </a:xfrm>
            <a:prstGeom prst="ellipse">
              <a:avLst/>
            </a:prstGeom>
            <a:solidFill>
              <a:srgbClr val="808080"/>
            </a:solidFill>
            <a:ln w="9525">
              <a:solidFill>
                <a:srgbClr val="808080"/>
              </a:solidFill>
              <a:round/>
              <a:headEnd/>
              <a:tailEnd/>
            </a:ln>
          </p:spPr>
          <p:txBody>
            <a:bodyPr/>
            <a:lstStyle/>
            <a:p>
              <a:endParaRPr lang="en-US"/>
            </a:p>
          </p:txBody>
        </p:sp>
        <p:sp>
          <p:nvSpPr>
            <p:cNvPr id="53550" name="Oval 308"/>
            <p:cNvSpPr>
              <a:spLocks noChangeArrowheads="1"/>
            </p:cNvSpPr>
            <p:nvPr/>
          </p:nvSpPr>
          <p:spPr bwMode="auto">
            <a:xfrm>
              <a:off x="1457" y="2355"/>
              <a:ext cx="40" cy="32"/>
            </a:xfrm>
            <a:prstGeom prst="ellipse">
              <a:avLst/>
            </a:prstGeom>
            <a:solidFill>
              <a:srgbClr val="808080"/>
            </a:solidFill>
            <a:ln w="25400">
              <a:solidFill>
                <a:srgbClr val="808080"/>
              </a:solidFill>
              <a:round/>
              <a:headEnd/>
              <a:tailEnd/>
            </a:ln>
          </p:spPr>
          <p:txBody>
            <a:bodyPr/>
            <a:lstStyle/>
            <a:p>
              <a:endParaRPr lang="en-US"/>
            </a:p>
          </p:txBody>
        </p:sp>
        <p:sp>
          <p:nvSpPr>
            <p:cNvPr id="53551" name="Oval 309"/>
            <p:cNvSpPr>
              <a:spLocks noChangeArrowheads="1"/>
            </p:cNvSpPr>
            <p:nvPr/>
          </p:nvSpPr>
          <p:spPr bwMode="auto">
            <a:xfrm>
              <a:off x="1457" y="2658"/>
              <a:ext cx="32" cy="32"/>
            </a:xfrm>
            <a:prstGeom prst="ellipse">
              <a:avLst/>
            </a:prstGeom>
            <a:solidFill>
              <a:srgbClr val="808080"/>
            </a:solidFill>
            <a:ln w="9525">
              <a:solidFill>
                <a:srgbClr val="808080"/>
              </a:solidFill>
              <a:round/>
              <a:headEnd/>
              <a:tailEnd/>
            </a:ln>
          </p:spPr>
          <p:txBody>
            <a:bodyPr/>
            <a:lstStyle/>
            <a:p>
              <a:endParaRPr lang="en-US"/>
            </a:p>
          </p:txBody>
        </p:sp>
        <p:sp>
          <p:nvSpPr>
            <p:cNvPr id="53552" name="Oval 310"/>
            <p:cNvSpPr>
              <a:spLocks noChangeArrowheads="1"/>
            </p:cNvSpPr>
            <p:nvPr/>
          </p:nvSpPr>
          <p:spPr bwMode="auto">
            <a:xfrm>
              <a:off x="1457" y="2658"/>
              <a:ext cx="32" cy="32"/>
            </a:xfrm>
            <a:prstGeom prst="ellipse">
              <a:avLst/>
            </a:prstGeom>
            <a:solidFill>
              <a:srgbClr val="808080"/>
            </a:solidFill>
            <a:ln w="25400">
              <a:solidFill>
                <a:srgbClr val="808080"/>
              </a:solidFill>
              <a:round/>
              <a:headEnd/>
              <a:tailEnd/>
            </a:ln>
          </p:spPr>
          <p:txBody>
            <a:bodyPr/>
            <a:lstStyle/>
            <a:p>
              <a:endParaRPr lang="en-US"/>
            </a:p>
          </p:txBody>
        </p:sp>
        <p:sp>
          <p:nvSpPr>
            <p:cNvPr id="53553" name="Oval 311"/>
            <p:cNvSpPr>
              <a:spLocks noChangeArrowheads="1"/>
            </p:cNvSpPr>
            <p:nvPr/>
          </p:nvSpPr>
          <p:spPr bwMode="auto">
            <a:xfrm>
              <a:off x="1449" y="2969"/>
              <a:ext cx="40" cy="32"/>
            </a:xfrm>
            <a:prstGeom prst="ellipse">
              <a:avLst/>
            </a:prstGeom>
            <a:solidFill>
              <a:srgbClr val="808080"/>
            </a:solidFill>
            <a:ln w="9525">
              <a:solidFill>
                <a:srgbClr val="808080"/>
              </a:solidFill>
              <a:round/>
              <a:headEnd/>
              <a:tailEnd/>
            </a:ln>
          </p:spPr>
          <p:txBody>
            <a:bodyPr/>
            <a:lstStyle/>
            <a:p>
              <a:endParaRPr lang="en-US"/>
            </a:p>
          </p:txBody>
        </p:sp>
        <p:sp>
          <p:nvSpPr>
            <p:cNvPr id="53554" name="Oval 312"/>
            <p:cNvSpPr>
              <a:spLocks noChangeArrowheads="1"/>
            </p:cNvSpPr>
            <p:nvPr/>
          </p:nvSpPr>
          <p:spPr bwMode="auto">
            <a:xfrm>
              <a:off x="1449" y="2969"/>
              <a:ext cx="40" cy="32"/>
            </a:xfrm>
            <a:prstGeom prst="ellipse">
              <a:avLst/>
            </a:prstGeom>
            <a:solidFill>
              <a:srgbClr val="808080"/>
            </a:solidFill>
            <a:ln w="25400">
              <a:solidFill>
                <a:srgbClr val="808080"/>
              </a:solidFill>
              <a:round/>
              <a:headEnd/>
              <a:tailEnd/>
            </a:ln>
          </p:spPr>
          <p:txBody>
            <a:bodyPr/>
            <a:lstStyle/>
            <a:p>
              <a:endParaRPr lang="en-US"/>
            </a:p>
          </p:txBody>
        </p:sp>
        <p:grpSp>
          <p:nvGrpSpPr>
            <p:cNvPr id="53555" name="Group 313"/>
            <p:cNvGrpSpPr>
              <a:grpSpLocks/>
            </p:cNvGrpSpPr>
            <p:nvPr/>
          </p:nvGrpSpPr>
          <p:grpSpPr bwMode="auto">
            <a:xfrm>
              <a:off x="1912" y="1741"/>
              <a:ext cx="40" cy="1260"/>
              <a:chOff x="1912" y="1741"/>
              <a:chExt cx="40" cy="1260"/>
            </a:xfrm>
          </p:grpSpPr>
          <p:sp>
            <p:nvSpPr>
              <p:cNvPr id="54457" name="Oval 314"/>
              <p:cNvSpPr>
                <a:spLocks noChangeArrowheads="1"/>
              </p:cNvSpPr>
              <p:nvPr/>
            </p:nvSpPr>
            <p:spPr bwMode="auto">
              <a:xfrm>
                <a:off x="1920" y="1741"/>
                <a:ext cx="32" cy="32"/>
              </a:xfrm>
              <a:prstGeom prst="ellipse">
                <a:avLst/>
              </a:prstGeom>
              <a:solidFill>
                <a:srgbClr val="808080"/>
              </a:solidFill>
              <a:ln w="9525">
                <a:solidFill>
                  <a:srgbClr val="808080"/>
                </a:solidFill>
                <a:round/>
                <a:headEnd/>
                <a:tailEnd/>
              </a:ln>
            </p:spPr>
            <p:txBody>
              <a:bodyPr/>
              <a:lstStyle/>
              <a:p>
                <a:endParaRPr lang="en-US"/>
              </a:p>
            </p:txBody>
          </p:sp>
          <p:sp>
            <p:nvSpPr>
              <p:cNvPr id="54458" name="Oval 315"/>
              <p:cNvSpPr>
                <a:spLocks noChangeArrowheads="1"/>
              </p:cNvSpPr>
              <p:nvPr/>
            </p:nvSpPr>
            <p:spPr bwMode="auto">
              <a:xfrm>
                <a:off x="1920" y="1741"/>
                <a:ext cx="32" cy="32"/>
              </a:xfrm>
              <a:prstGeom prst="ellipse">
                <a:avLst/>
              </a:prstGeom>
              <a:solidFill>
                <a:srgbClr val="808080"/>
              </a:solidFill>
              <a:ln w="25400">
                <a:solidFill>
                  <a:srgbClr val="808080"/>
                </a:solidFill>
                <a:round/>
                <a:headEnd/>
                <a:tailEnd/>
              </a:ln>
            </p:spPr>
            <p:txBody>
              <a:bodyPr/>
              <a:lstStyle/>
              <a:p>
                <a:endParaRPr lang="en-US"/>
              </a:p>
            </p:txBody>
          </p:sp>
          <p:sp>
            <p:nvSpPr>
              <p:cNvPr id="54459" name="Oval 316"/>
              <p:cNvSpPr>
                <a:spLocks noChangeArrowheads="1"/>
              </p:cNvSpPr>
              <p:nvPr/>
            </p:nvSpPr>
            <p:spPr bwMode="auto">
              <a:xfrm>
                <a:off x="1920" y="2044"/>
                <a:ext cx="32" cy="32"/>
              </a:xfrm>
              <a:prstGeom prst="ellipse">
                <a:avLst/>
              </a:prstGeom>
              <a:solidFill>
                <a:srgbClr val="808080"/>
              </a:solidFill>
              <a:ln w="9525">
                <a:solidFill>
                  <a:srgbClr val="808080"/>
                </a:solidFill>
                <a:round/>
                <a:headEnd/>
                <a:tailEnd/>
              </a:ln>
            </p:spPr>
            <p:txBody>
              <a:bodyPr/>
              <a:lstStyle/>
              <a:p>
                <a:endParaRPr lang="en-US"/>
              </a:p>
            </p:txBody>
          </p:sp>
          <p:sp>
            <p:nvSpPr>
              <p:cNvPr id="54460" name="Oval 317"/>
              <p:cNvSpPr>
                <a:spLocks noChangeArrowheads="1"/>
              </p:cNvSpPr>
              <p:nvPr/>
            </p:nvSpPr>
            <p:spPr bwMode="auto">
              <a:xfrm>
                <a:off x="1920" y="2044"/>
                <a:ext cx="32" cy="32"/>
              </a:xfrm>
              <a:prstGeom prst="ellipse">
                <a:avLst/>
              </a:prstGeom>
              <a:solidFill>
                <a:srgbClr val="808080"/>
              </a:solidFill>
              <a:ln w="25400">
                <a:solidFill>
                  <a:srgbClr val="808080"/>
                </a:solidFill>
                <a:round/>
                <a:headEnd/>
                <a:tailEnd/>
              </a:ln>
            </p:spPr>
            <p:txBody>
              <a:bodyPr/>
              <a:lstStyle/>
              <a:p>
                <a:endParaRPr lang="en-US"/>
              </a:p>
            </p:txBody>
          </p:sp>
          <p:sp>
            <p:nvSpPr>
              <p:cNvPr id="54461" name="Oval 318"/>
              <p:cNvSpPr>
                <a:spLocks noChangeArrowheads="1"/>
              </p:cNvSpPr>
              <p:nvPr/>
            </p:nvSpPr>
            <p:spPr bwMode="auto">
              <a:xfrm>
                <a:off x="1920" y="2347"/>
                <a:ext cx="32" cy="40"/>
              </a:xfrm>
              <a:prstGeom prst="ellipse">
                <a:avLst/>
              </a:prstGeom>
              <a:solidFill>
                <a:srgbClr val="808080"/>
              </a:solidFill>
              <a:ln w="9525">
                <a:solidFill>
                  <a:srgbClr val="808080"/>
                </a:solidFill>
                <a:round/>
                <a:headEnd/>
                <a:tailEnd/>
              </a:ln>
            </p:spPr>
            <p:txBody>
              <a:bodyPr/>
              <a:lstStyle/>
              <a:p>
                <a:endParaRPr lang="en-US"/>
              </a:p>
            </p:txBody>
          </p:sp>
          <p:sp>
            <p:nvSpPr>
              <p:cNvPr id="54462" name="Oval 319"/>
              <p:cNvSpPr>
                <a:spLocks noChangeArrowheads="1"/>
              </p:cNvSpPr>
              <p:nvPr/>
            </p:nvSpPr>
            <p:spPr bwMode="auto">
              <a:xfrm>
                <a:off x="1920" y="2347"/>
                <a:ext cx="32" cy="40"/>
              </a:xfrm>
              <a:prstGeom prst="ellipse">
                <a:avLst/>
              </a:prstGeom>
              <a:solidFill>
                <a:srgbClr val="808080"/>
              </a:solidFill>
              <a:ln w="25400">
                <a:solidFill>
                  <a:srgbClr val="808080"/>
                </a:solidFill>
                <a:round/>
                <a:headEnd/>
                <a:tailEnd/>
              </a:ln>
            </p:spPr>
            <p:txBody>
              <a:bodyPr/>
              <a:lstStyle/>
              <a:p>
                <a:endParaRPr lang="en-US"/>
              </a:p>
            </p:txBody>
          </p:sp>
          <p:sp>
            <p:nvSpPr>
              <p:cNvPr id="54463" name="Oval 320"/>
              <p:cNvSpPr>
                <a:spLocks noChangeArrowheads="1"/>
              </p:cNvSpPr>
              <p:nvPr/>
            </p:nvSpPr>
            <p:spPr bwMode="auto">
              <a:xfrm>
                <a:off x="1920" y="2658"/>
                <a:ext cx="32" cy="32"/>
              </a:xfrm>
              <a:prstGeom prst="ellipse">
                <a:avLst/>
              </a:prstGeom>
              <a:solidFill>
                <a:srgbClr val="808080"/>
              </a:solidFill>
              <a:ln w="9525">
                <a:solidFill>
                  <a:srgbClr val="808080"/>
                </a:solidFill>
                <a:round/>
                <a:headEnd/>
                <a:tailEnd/>
              </a:ln>
            </p:spPr>
            <p:txBody>
              <a:bodyPr/>
              <a:lstStyle/>
              <a:p>
                <a:endParaRPr lang="en-US"/>
              </a:p>
            </p:txBody>
          </p:sp>
          <p:sp>
            <p:nvSpPr>
              <p:cNvPr id="54464" name="Oval 321"/>
              <p:cNvSpPr>
                <a:spLocks noChangeArrowheads="1"/>
              </p:cNvSpPr>
              <p:nvPr/>
            </p:nvSpPr>
            <p:spPr bwMode="auto">
              <a:xfrm>
                <a:off x="1920" y="2658"/>
                <a:ext cx="32" cy="32"/>
              </a:xfrm>
              <a:prstGeom prst="ellipse">
                <a:avLst/>
              </a:prstGeom>
              <a:solidFill>
                <a:srgbClr val="808080"/>
              </a:solidFill>
              <a:ln w="25400">
                <a:solidFill>
                  <a:srgbClr val="808080"/>
                </a:solidFill>
                <a:round/>
                <a:headEnd/>
                <a:tailEnd/>
              </a:ln>
            </p:spPr>
            <p:txBody>
              <a:bodyPr/>
              <a:lstStyle/>
              <a:p>
                <a:endParaRPr lang="en-US"/>
              </a:p>
            </p:txBody>
          </p:sp>
          <p:sp>
            <p:nvSpPr>
              <p:cNvPr id="54465" name="Oval 322"/>
              <p:cNvSpPr>
                <a:spLocks noChangeArrowheads="1"/>
              </p:cNvSpPr>
              <p:nvPr/>
            </p:nvSpPr>
            <p:spPr bwMode="auto">
              <a:xfrm>
                <a:off x="1912" y="2961"/>
                <a:ext cx="32" cy="40"/>
              </a:xfrm>
              <a:prstGeom prst="ellipse">
                <a:avLst/>
              </a:prstGeom>
              <a:solidFill>
                <a:srgbClr val="808080"/>
              </a:solidFill>
              <a:ln w="9525">
                <a:solidFill>
                  <a:srgbClr val="808080"/>
                </a:solidFill>
                <a:round/>
                <a:headEnd/>
                <a:tailEnd/>
              </a:ln>
            </p:spPr>
            <p:txBody>
              <a:bodyPr/>
              <a:lstStyle/>
              <a:p>
                <a:endParaRPr lang="en-US"/>
              </a:p>
            </p:txBody>
          </p:sp>
          <p:sp>
            <p:nvSpPr>
              <p:cNvPr id="54466" name="Oval 323"/>
              <p:cNvSpPr>
                <a:spLocks noChangeArrowheads="1"/>
              </p:cNvSpPr>
              <p:nvPr/>
            </p:nvSpPr>
            <p:spPr bwMode="auto">
              <a:xfrm>
                <a:off x="1912" y="2961"/>
                <a:ext cx="32" cy="40"/>
              </a:xfrm>
              <a:prstGeom prst="ellipse">
                <a:avLst/>
              </a:prstGeom>
              <a:solidFill>
                <a:srgbClr val="808080"/>
              </a:solidFill>
              <a:ln w="25400">
                <a:solidFill>
                  <a:srgbClr val="808080"/>
                </a:solidFill>
                <a:round/>
                <a:headEnd/>
                <a:tailEnd/>
              </a:ln>
            </p:spPr>
            <p:txBody>
              <a:bodyPr/>
              <a:lstStyle/>
              <a:p>
                <a:endParaRPr lang="en-US"/>
              </a:p>
            </p:txBody>
          </p:sp>
        </p:grpSp>
        <p:grpSp>
          <p:nvGrpSpPr>
            <p:cNvPr id="53556" name="Group 324"/>
            <p:cNvGrpSpPr>
              <a:grpSpLocks/>
            </p:cNvGrpSpPr>
            <p:nvPr/>
          </p:nvGrpSpPr>
          <p:grpSpPr bwMode="auto">
            <a:xfrm>
              <a:off x="2375" y="1749"/>
              <a:ext cx="40" cy="1252"/>
              <a:chOff x="2375" y="1749"/>
              <a:chExt cx="40" cy="1252"/>
            </a:xfrm>
          </p:grpSpPr>
          <p:sp>
            <p:nvSpPr>
              <p:cNvPr id="54447" name="Oval 325"/>
              <p:cNvSpPr>
                <a:spLocks noChangeArrowheads="1"/>
              </p:cNvSpPr>
              <p:nvPr/>
            </p:nvSpPr>
            <p:spPr bwMode="auto">
              <a:xfrm>
                <a:off x="2375" y="1749"/>
                <a:ext cx="32" cy="32"/>
              </a:xfrm>
              <a:prstGeom prst="ellipse">
                <a:avLst/>
              </a:prstGeom>
              <a:solidFill>
                <a:srgbClr val="808080"/>
              </a:solidFill>
              <a:ln w="9525">
                <a:solidFill>
                  <a:srgbClr val="808080"/>
                </a:solidFill>
                <a:round/>
                <a:headEnd/>
                <a:tailEnd/>
              </a:ln>
            </p:spPr>
            <p:txBody>
              <a:bodyPr/>
              <a:lstStyle/>
              <a:p>
                <a:endParaRPr lang="en-US"/>
              </a:p>
            </p:txBody>
          </p:sp>
          <p:sp>
            <p:nvSpPr>
              <p:cNvPr id="54448" name="Oval 326"/>
              <p:cNvSpPr>
                <a:spLocks noChangeArrowheads="1"/>
              </p:cNvSpPr>
              <p:nvPr/>
            </p:nvSpPr>
            <p:spPr bwMode="auto">
              <a:xfrm>
                <a:off x="2375" y="1749"/>
                <a:ext cx="32" cy="32"/>
              </a:xfrm>
              <a:prstGeom prst="ellipse">
                <a:avLst/>
              </a:prstGeom>
              <a:solidFill>
                <a:srgbClr val="808080"/>
              </a:solidFill>
              <a:ln w="25400">
                <a:solidFill>
                  <a:srgbClr val="808080"/>
                </a:solidFill>
                <a:round/>
                <a:headEnd/>
                <a:tailEnd/>
              </a:ln>
            </p:spPr>
            <p:txBody>
              <a:bodyPr/>
              <a:lstStyle/>
              <a:p>
                <a:endParaRPr lang="en-US"/>
              </a:p>
            </p:txBody>
          </p:sp>
          <p:sp>
            <p:nvSpPr>
              <p:cNvPr id="54449" name="Oval 327"/>
              <p:cNvSpPr>
                <a:spLocks noChangeArrowheads="1"/>
              </p:cNvSpPr>
              <p:nvPr/>
            </p:nvSpPr>
            <p:spPr bwMode="auto">
              <a:xfrm>
                <a:off x="2383" y="2052"/>
                <a:ext cx="32" cy="32"/>
              </a:xfrm>
              <a:prstGeom prst="ellipse">
                <a:avLst/>
              </a:prstGeom>
              <a:solidFill>
                <a:srgbClr val="808080"/>
              </a:solidFill>
              <a:ln w="9525">
                <a:solidFill>
                  <a:srgbClr val="808080"/>
                </a:solidFill>
                <a:round/>
                <a:headEnd/>
                <a:tailEnd/>
              </a:ln>
            </p:spPr>
            <p:txBody>
              <a:bodyPr/>
              <a:lstStyle/>
              <a:p>
                <a:endParaRPr lang="en-US"/>
              </a:p>
            </p:txBody>
          </p:sp>
          <p:sp>
            <p:nvSpPr>
              <p:cNvPr id="54450" name="Oval 328"/>
              <p:cNvSpPr>
                <a:spLocks noChangeArrowheads="1"/>
              </p:cNvSpPr>
              <p:nvPr/>
            </p:nvSpPr>
            <p:spPr bwMode="auto">
              <a:xfrm>
                <a:off x="2383" y="2052"/>
                <a:ext cx="32" cy="32"/>
              </a:xfrm>
              <a:prstGeom prst="ellipse">
                <a:avLst/>
              </a:prstGeom>
              <a:solidFill>
                <a:srgbClr val="808080"/>
              </a:solidFill>
              <a:ln w="25400">
                <a:solidFill>
                  <a:srgbClr val="808080"/>
                </a:solidFill>
                <a:round/>
                <a:headEnd/>
                <a:tailEnd/>
              </a:ln>
            </p:spPr>
            <p:txBody>
              <a:bodyPr/>
              <a:lstStyle/>
              <a:p>
                <a:endParaRPr lang="en-US"/>
              </a:p>
            </p:txBody>
          </p:sp>
          <p:sp>
            <p:nvSpPr>
              <p:cNvPr id="54451" name="Oval 329"/>
              <p:cNvSpPr>
                <a:spLocks noChangeArrowheads="1"/>
              </p:cNvSpPr>
              <p:nvPr/>
            </p:nvSpPr>
            <p:spPr bwMode="auto">
              <a:xfrm>
                <a:off x="2383" y="2355"/>
                <a:ext cx="32" cy="32"/>
              </a:xfrm>
              <a:prstGeom prst="ellipse">
                <a:avLst/>
              </a:prstGeom>
              <a:solidFill>
                <a:srgbClr val="808080"/>
              </a:solidFill>
              <a:ln w="9525">
                <a:solidFill>
                  <a:srgbClr val="808080"/>
                </a:solidFill>
                <a:round/>
                <a:headEnd/>
                <a:tailEnd/>
              </a:ln>
            </p:spPr>
            <p:txBody>
              <a:bodyPr/>
              <a:lstStyle/>
              <a:p>
                <a:endParaRPr lang="en-US"/>
              </a:p>
            </p:txBody>
          </p:sp>
          <p:sp>
            <p:nvSpPr>
              <p:cNvPr id="54452" name="Oval 330"/>
              <p:cNvSpPr>
                <a:spLocks noChangeArrowheads="1"/>
              </p:cNvSpPr>
              <p:nvPr/>
            </p:nvSpPr>
            <p:spPr bwMode="auto">
              <a:xfrm>
                <a:off x="2383" y="2355"/>
                <a:ext cx="32" cy="32"/>
              </a:xfrm>
              <a:prstGeom prst="ellipse">
                <a:avLst/>
              </a:prstGeom>
              <a:solidFill>
                <a:srgbClr val="808080"/>
              </a:solidFill>
              <a:ln w="25400">
                <a:solidFill>
                  <a:srgbClr val="808080"/>
                </a:solidFill>
                <a:round/>
                <a:headEnd/>
                <a:tailEnd/>
              </a:ln>
            </p:spPr>
            <p:txBody>
              <a:bodyPr/>
              <a:lstStyle/>
              <a:p>
                <a:endParaRPr lang="en-US"/>
              </a:p>
            </p:txBody>
          </p:sp>
          <p:sp>
            <p:nvSpPr>
              <p:cNvPr id="54453" name="Oval 331"/>
              <p:cNvSpPr>
                <a:spLocks noChangeArrowheads="1"/>
              </p:cNvSpPr>
              <p:nvPr/>
            </p:nvSpPr>
            <p:spPr bwMode="auto">
              <a:xfrm>
                <a:off x="2375" y="2658"/>
                <a:ext cx="32" cy="40"/>
              </a:xfrm>
              <a:prstGeom prst="ellipse">
                <a:avLst/>
              </a:prstGeom>
              <a:solidFill>
                <a:srgbClr val="808080"/>
              </a:solidFill>
              <a:ln w="9525">
                <a:solidFill>
                  <a:srgbClr val="808080"/>
                </a:solidFill>
                <a:round/>
                <a:headEnd/>
                <a:tailEnd/>
              </a:ln>
            </p:spPr>
            <p:txBody>
              <a:bodyPr/>
              <a:lstStyle/>
              <a:p>
                <a:endParaRPr lang="en-US"/>
              </a:p>
            </p:txBody>
          </p:sp>
          <p:sp>
            <p:nvSpPr>
              <p:cNvPr id="54454" name="Oval 332"/>
              <p:cNvSpPr>
                <a:spLocks noChangeArrowheads="1"/>
              </p:cNvSpPr>
              <p:nvPr/>
            </p:nvSpPr>
            <p:spPr bwMode="auto">
              <a:xfrm>
                <a:off x="2375" y="2658"/>
                <a:ext cx="32" cy="40"/>
              </a:xfrm>
              <a:prstGeom prst="ellipse">
                <a:avLst/>
              </a:prstGeom>
              <a:solidFill>
                <a:srgbClr val="808080"/>
              </a:solidFill>
              <a:ln w="25400">
                <a:solidFill>
                  <a:srgbClr val="808080"/>
                </a:solidFill>
                <a:round/>
                <a:headEnd/>
                <a:tailEnd/>
              </a:ln>
            </p:spPr>
            <p:txBody>
              <a:bodyPr/>
              <a:lstStyle/>
              <a:p>
                <a:endParaRPr lang="en-US"/>
              </a:p>
            </p:txBody>
          </p:sp>
          <p:sp>
            <p:nvSpPr>
              <p:cNvPr id="54455" name="Oval 333"/>
              <p:cNvSpPr>
                <a:spLocks noChangeArrowheads="1"/>
              </p:cNvSpPr>
              <p:nvPr/>
            </p:nvSpPr>
            <p:spPr bwMode="auto">
              <a:xfrm>
                <a:off x="2375" y="2969"/>
                <a:ext cx="32" cy="32"/>
              </a:xfrm>
              <a:prstGeom prst="ellipse">
                <a:avLst/>
              </a:prstGeom>
              <a:solidFill>
                <a:srgbClr val="808080"/>
              </a:solidFill>
              <a:ln w="9525">
                <a:solidFill>
                  <a:srgbClr val="808080"/>
                </a:solidFill>
                <a:round/>
                <a:headEnd/>
                <a:tailEnd/>
              </a:ln>
            </p:spPr>
            <p:txBody>
              <a:bodyPr/>
              <a:lstStyle/>
              <a:p>
                <a:endParaRPr lang="en-US"/>
              </a:p>
            </p:txBody>
          </p:sp>
          <p:sp>
            <p:nvSpPr>
              <p:cNvPr id="54456" name="Oval 334"/>
              <p:cNvSpPr>
                <a:spLocks noChangeArrowheads="1"/>
              </p:cNvSpPr>
              <p:nvPr/>
            </p:nvSpPr>
            <p:spPr bwMode="auto">
              <a:xfrm>
                <a:off x="2375" y="2969"/>
                <a:ext cx="32" cy="32"/>
              </a:xfrm>
              <a:prstGeom prst="ellipse">
                <a:avLst/>
              </a:prstGeom>
              <a:solidFill>
                <a:srgbClr val="808080"/>
              </a:solidFill>
              <a:ln w="25400">
                <a:solidFill>
                  <a:srgbClr val="808080"/>
                </a:solidFill>
                <a:round/>
                <a:headEnd/>
                <a:tailEnd/>
              </a:ln>
            </p:spPr>
            <p:txBody>
              <a:bodyPr/>
              <a:lstStyle/>
              <a:p>
                <a:endParaRPr lang="en-US"/>
              </a:p>
            </p:txBody>
          </p:sp>
        </p:grpSp>
        <p:grpSp>
          <p:nvGrpSpPr>
            <p:cNvPr id="53557" name="Group 335"/>
            <p:cNvGrpSpPr>
              <a:grpSpLocks/>
            </p:cNvGrpSpPr>
            <p:nvPr/>
          </p:nvGrpSpPr>
          <p:grpSpPr bwMode="auto">
            <a:xfrm>
              <a:off x="1489" y="2076"/>
              <a:ext cx="431" cy="284"/>
              <a:chOff x="1489" y="2076"/>
              <a:chExt cx="431" cy="284"/>
            </a:xfrm>
          </p:grpSpPr>
          <p:sp>
            <p:nvSpPr>
              <p:cNvPr id="54445" name="Freeform 336"/>
              <p:cNvSpPr>
                <a:spLocks/>
              </p:cNvSpPr>
              <p:nvPr/>
            </p:nvSpPr>
            <p:spPr bwMode="auto">
              <a:xfrm>
                <a:off x="1784" y="2076"/>
                <a:ext cx="136" cy="96"/>
              </a:xfrm>
              <a:custGeom>
                <a:avLst/>
                <a:gdLst>
                  <a:gd name="T0" fmla="*/ 136 w 136"/>
                  <a:gd name="T1" fmla="*/ 0 h 96"/>
                  <a:gd name="T2" fmla="*/ 40 w 136"/>
                  <a:gd name="T3" fmla="*/ 96 h 96"/>
                  <a:gd name="T4" fmla="*/ 24 w 136"/>
                  <a:gd name="T5" fmla="*/ 72 h 96"/>
                  <a:gd name="T6" fmla="*/ 0 w 136"/>
                  <a:gd name="T7" fmla="*/ 40 h 96"/>
                  <a:gd name="T8" fmla="*/ 136 w 136"/>
                  <a:gd name="T9" fmla="*/ 0 h 9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 h="96">
                    <a:moveTo>
                      <a:pt x="136" y="0"/>
                    </a:moveTo>
                    <a:lnTo>
                      <a:pt x="40" y="96"/>
                    </a:lnTo>
                    <a:lnTo>
                      <a:pt x="24" y="72"/>
                    </a:lnTo>
                    <a:lnTo>
                      <a:pt x="0" y="40"/>
                    </a:lnTo>
                    <a:lnTo>
                      <a:pt x="136" y="0"/>
                    </a:lnTo>
                    <a:close/>
                  </a:path>
                </a:pathLst>
              </a:custGeom>
              <a:solidFill>
                <a:srgbClr val="808080"/>
              </a:solidFill>
              <a:ln w="9525">
                <a:solidFill>
                  <a:srgbClr val="808080"/>
                </a:solidFill>
                <a:round/>
                <a:headEnd/>
                <a:tailEnd/>
              </a:ln>
            </p:spPr>
            <p:txBody>
              <a:bodyPr/>
              <a:lstStyle/>
              <a:p>
                <a:endParaRPr lang="en-US"/>
              </a:p>
            </p:txBody>
          </p:sp>
          <p:sp>
            <p:nvSpPr>
              <p:cNvPr id="54446" name="Line 337"/>
              <p:cNvSpPr>
                <a:spLocks noChangeShapeType="1"/>
              </p:cNvSpPr>
              <p:nvPr/>
            </p:nvSpPr>
            <p:spPr bwMode="auto">
              <a:xfrm flipV="1">
                <a:off x="1489" y="2143"/>
                <a:ext cx="327" cy="217"/>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3558" name="Group 338"/>
            <p:cNvGrpSpPr>
              <a:grpSpLocks/>
            </p:cNvGrpSpPr>
            <p:nvPr/>
          </p:nvGrpSpPr>
          <p:grpSpPr bwMode="auto">
            <a:xfrm>
              <a:off x="1489" y="1733"/>
              <a:ext cx="423" cy="56"/>
              <a:chOff x="1489" y="1733"/>
              <a:chExt cx="423" cy="56"/>
            </a:xfrm>
          </p:grpSpPr>
          <p:sp>
            <p:nvSpPr>
              <p:cNvPr id="54437" name="Freeform 339"/>
              <p:cNvSpPr>
                <a:spLocks/>
              </p:cNvSpPr>
              <p:nvPr/>
            </p:nvSpPr>
            <p:spPr bwMode="auto">
              <a:xfrm>
                <a:off x="1792" y="1733"/>
                <a:ext cx="120" cy="56"/>
              </a:xfrm>
              <a:custGeom>
                <a:avLst/>
                <a:gdLst>
                  <a:gd name="T0" fmla="*/ 120 w 120"/>
                  <a:gd name="T1" fmla="*/ 24 h 56"/>
                  <a:gd name="T2" fmla="*/ 0 w 120"/>
                  <a:gd name="T3" fmla="*/ 56 h 56"/>
                  <a:gd name="T4" fmla="*/ 0 w 120"/>
                  <a:gd name="T5" fmla="*/ 24 h 56"/>
                  <a:gd name="T6" fmla="*/ 0 w 120"/>
                  <a:gd name="T7" fmla="*/ 0 h 56"/>
                  <a:gd name="T8" fmla="*/ 120 w 120"/>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 h="56">
                    <a:moveTo>
                      <a:pt x="120" y="24"/>
                    </a:moveTo>
                    <a:lnTo>
                      <a:pt x="0" y="56"/>
                    </a:lnTo>
                    <a:lnTo>
                      <a:pt x="0" y="24"/>
                    </a:lnTo>
                    <a:lnTo>
                      <a:pt x="0" y="0"/>
                    </a:lnTo>
                    <a:lnTo>
                      <a:pt x="120" y="24"/>
                    </a:lnTo>
                    <a:close/>
                  </a:path>
                </a:pathLst>
              </a:custGeom>
              <a:solidFill>
                <a:srgbClr val="808080"/>
              </a:solidFill>
              <a:ln w="9525">
                <a:solidFill>
                  <a:srgbClr val="808080"/>
                </a:solidFill>
                <a:round/>
                <a:headEnd/>
                <a:tailEnd/>
              </a:ln>
            </p:spPr>
            <p:txBody>
              <a:bodyPr/>
              <a:lstStyle/>
              <a:p>
                <a:endParaRPr lang="en-US"/>
              </a:p>
            </p:txBody>
          </p:sp>
          <p:grpSp>
            <p:nvGrpSpPr>
              <p:cNvPr id="54438" name="Group 340"/>
              <p:cNvGrpSpPr>
                <a:grpSpLocks/>
              </p:cNvGrpSpPr>
              <p:nvPr/>
            </p:nvGrpSpPr>
            <p:grpSpPr bwMode="auto">
              <a:xfrm>
                <a:off x="1489" y="1757"/>
                <a:ext cx="295" cy="1"/>
                <a:chOff x="1489" y="1757"/>
                <a:chExt cx="295" cy="1"/>
              </a:xfrm>
            </p:grpSpPr>
            <p:sp>
              <p:nvSpPr>
                <p:cNvPr id="54439" name="Line 341"/>
                <p:cNvSpPr>
                  <a:spLocks noChangeShapeType="1"/>
                </p:cNvSpPr>
                <p:nvPr/>
              </p:nvSpPr>
              <p:spPr bwMode="auto">
                <a:xfrm>
                  <a:off x="1489"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440" name="Line 342"/>
                <p:cNvSpPr>
                  <a:spLocks noChangeShapeType="1"/>
                </p:cNvSpPr>
                <p:nvPr/>
              </p:nvSpPr>
              <p:spPr bwMode="auto">
                <a:xfrm>
                  <a:off x="1544"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441" name="Line 343"/>
                <p:cNvSpPr>
                  <a:spLocks noChangeShapeType="1"/>
                </p:cNvSpPr>
                <p:nvPr/>
              </p:nvSpPr>
              <p:spPr bwMode="auto">
                <a:xfrm>
                  <a:off x="1600"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442" name="Line 344"/>
                <p:cNvSpPr>
                  <a:spLocks noChangeShapeType="1"/>
                </p:cNvSpPr>
                <p:nvPr/>
              </p:nvSpPr>
              <p:spPr bwMode="auto">
                <a:xfrm>
                  <a:off x="1656"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443" name="Line 345"/>
                <p:cNvSpPr>
                  <a:spLocks noChangeShapeType="1"/>
                </p:cNvSpPr>
                <p:nvPr/>
              </p:nvSpPr>
              <p:spPr bwMode="auto">
                <a:xfrm>
                  <a:off x="1712"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444" name="Line 346"/>
                <p:cNvSpPr>
                  <a:spLocks noChangeShapeType="1"/>
                </p:cNvSpPr>
                <p:nvPr/>
              </p:nvSpPr>
              <p:spPr bwMode="auto">
                <a:xfrm>
                  <a:off x="1768" y="1757"/>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3559" name="Group 347"/>
            <p:cNvGrpSpPr>
              <a:grpSpLocks/>
            </p:cNvGrpSpPr>
            <p:nvPr/>
          </p:nvGrpSpPr>
          <p:grpSpPr bwMode="auto">
            <a:xfrm>
              <a:off x="1952" y="1725"/>
              <a:ext cx="415" cy="56"/>
              <a:chOff x="1952" y="1725"/>
              <a:chExt cx="415" cy="56"/>
            </a:xfrm>
          </p:grpSpPr>
          <p:sp>
            <p:nvSpPr>
              <p:cNvPr id="54429" name="Freeform 348"/>
              <p:cNvSpPr>
                <a:spLocks/>
              </p:cNvSpPr>
              <p:nvPr/>
            </p:nvSpPr>
            <p:spPr bwMode="auto">
              <a:xfrm>
                <a:off x="2255" y="1725"/>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rgbClr val="808080"/>
              </a:solidFill>
              <a:ln w="9525">
                <a:solidFill>
                  <a:srgbClr val="808080"/>
                </a:solidFill>
                <a:round/>
                <a:headEnd/>
                <a:tailEnd/>
              </a:ln>
            </p:spPr>
            <p:txBody>
              <a:bodyPr/>
              <a:lstStyle/>
              <a:p>
                <a:endParaRPr lang="en-US"/>
              </a:p>
            </p:txBody>
          </p:sp>
          <p:grpSp>
            <p:nvGrpSpPr>
              <p:cNvPr id="54430" name="Group 349"/>
              <p:cNvGrpSpPr>
                <a:grpSpLocks/>
              </p:cNvGrpSpPr>
              <p:nvPr/>
            </p:nvGrpSpPr>
            <p:grpSpPr bwMode="auto">
              <a:xfrm>
                <a:off x="1952" y="1757"/>
                <a:ext cx="295" cy="1"/>
                <a:chOff x="1952" y="1757"/>
                <a:chExt cx="295" cy="1"/>
              </a:xfrm>
            </p:grpSpPr>
            <p:sp>
              <p:nvSpPr>
                <p:cNvPr id="54431" name="Line 350"/>
                <p:cNvSpPr>
                  <a:spLocks noChangeShapeType="1"/>
                </p:cNvSpPr>
                <p:nvPr/>
              </p:nvSpPr>
              <p:spPr bwMode="auto">
                <a:xfrm>
                  <a:off x="1952"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432" name="Line 351"/>
                <p:cNvSpPr>
                  <a:spLocks noChangeShapeType="1"/>
                </p:cNvSpPr>
                <p:nvPr/>
              </p:nvSpPr>
              <p:spPr bwMode="auto">
                <a:xfrm>
                  <a:off x="2008" y="1757"/>
                  <a:ext cx="23"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433" name="Line 352"/>
                <p:cNvSpPr>
                  <a:spLocks noChangeShapeType="1"/>
                </p:cNvSpPr>
                <p:nvPr/>
              </p:nvSpPr>
              <p:spPr bwMode="auto">
                <a:xfrm>
                  <a:off x="2063"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434" name="Line 353"/>
                <p:cNvSpPr>
                  <a:spLocks noChangeShapeType="1"/>
                </p:cNvSpPr>
                <p:nvPr/>
              </p:nvSpPr>
              <p:spPr bwMode="auto">
                <a:xfrm>
                  <a:off x="2119"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435" name="Line 354"/>
                <p:cNvSpPr>
                  <a:spLocks noChangeShapeType="1"/>
                </p:cNvSpPr>
                <p:nvPr/>
              </p:nvSpPr>
              <p:spPr bwMode="auto">
                <a:xfrm>
                  <a:off x="2175"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436" name="Line 355"/>
                <p:cNvSpPr>
                  <a:spLocks noChangeShapeType="1"/>
                </p:cNvSpPr>
                <p:nvPr/>
              </p:nvSpPr>
              <p:spPr bwMode="auto">
                <a:xfrm>
                  <a:off x="2231" y="1757"/>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3560" name="Group 356"/>
            <p:cNvGrpSpPr>
              <a:grpSpLocks/>
            </p:cNvGrpSpPr>
            <p:nvPr/>
          </p:nvGrpSpPr>
          <p:grpSpPr bwMode="auto">
            <a:xfrm>
              <a:off x="1497" y="2036"/>
              <a:ext cx="415" cy="56"/>
              <a:chOff x="1497" y="2036"/>
              <a:chExt cx="415" cy="56"/>
            </a:xfrm>
          </p:grpSpPr>
          <p:sp>
            <p:nvSpPr>
              <p:cNvPr id="54421" name="Freeform 357"/>
              <p:cNvSpPr>
                <a:spLocks/>
              </p:cNvSpPr>
              <p:nvPr/>
            </p:nvSpPr>
            <p:spPr bwMode="auto">
              <a:xfrm>
                <a:off x="1800"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rgbClr val="808080"/>
              </a:solidFill>
              <a:ln w="9525">
                <a:solidFill>
                  <a:srgbClr val="808080"/>
                </a:solidFill>
                <a:round/>
                <a:headEnd/>
                <a:tailEnd/>
              </a:ln>
            </p:spPr>
            <p:txBody>
              <a:bodyPr/>
              <a:lstStyle/>
              <a:p>
                <a:endParaRPr lang="en-US"/>
              </a:p>
            </p:txBody>
          </p:sp>
          <p:grpSp>
            <p:nvGrpSpPr>
              <p:cNvPr id="54422" name="Group 358"/>
              <p:cNvGrpSpPr>
                <a:grpSpLocks/>
              </p:cNvGrpSpPr>
              <p:nvPr/>
            </p:nvGrpSpPr>
            <p:grpSpPr bwMode="auto">
              <a:xfrm>
                <a:off x="1497" y="2068"/>
                <a:ext cx="295" cy="1"/>
                <a:chOff x="1497" y="2068"/>
                <a:chExt cx="295" cy="1"/>
              </a:xfrm>
            </p:grpSpPr>
            <p:sp>
              <p:nvSpPr>
                <p:cNvPr id="54423" name="Line 359"/>
                <p:cNvSpPr>
                  <a:spLocks noChangeShapeType="1"/>
                </p:cNvSpPr>
                <p:nvPr/>
              </p:nvSpPr>
              <p:spPr bwMode="auto">
                <a:xfrm>
                  <a:off x="1497" y="2068"/>
                  <a:ext cx="23"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424" name="Line 360"/>
                <p:cNvSpPr>
                  <a:spLocks noChangeShapeType="1"/>
                </p:cNvSpPr>
                <p:nvPr/>
              </p:nvSpPr>
              <p:spPr bwMode="auto">
                <a:xfrm>
                  <a:off x="1552"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425" name="Line 361"/>
                <p:cNvSpPr>
                  <a:spLocks noChangeShapeType="1"/>
                </p:cNvSpPr>
                <p:nvPr/>
              </p:nvSpPr>
              <p:spPr bwMode="auto">
                <a:xfrm>
                  <a:off x="1608"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426" name="Line 362"/>
                <p:cNvSpPr>
                  <a:spLocks noChangeShapeType="1"/>
                </p:cNvSpPr>
                <p:nvPr/>
              </p:nvSpPr>
              <p:spPr bwMode="auto">
                <a:xfrm>
                  <a:off x="1664"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427" name="Line 363"/>
                <p:cNvSpPr>
                  <a:spLocks noChangeShapeType="1"/>
                </p:cNvSpPr>
                <p:nvPr/>
              </p:nvSpPr>
              <p:spPr bwMode="auto">
                <a:xfrm>
                  <a:off x="1720"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428" name="Line 364"/>
                <p:cNvSpPr>
                  <a:spLocks noChangeShapeType="1"/>
                </p:cNvSpPr>
                <p:nvPr/>
              </p:nvSpPr>
              <p:spPr bwMode="auto">
                <a:xfrm>
                  <a:off x="1776" y="2068"/>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3561" name="Group 365"/>
            <p:cNvGrpSpPr>
              <a:grpSpLocks/>
            </p:cNvGrpSpPr>
            <p:nvPr/>
          </p:nvGrpSpPr>
          <p:grpSpPr bwMode="auto">
            <a:xfrm>
              <a:off x="1960" y="2036"/>
              <a:ext cx="423" cy="56"/>
              <a:chOff x="1960" y="2036"/>
              <a:chExt cx="423" cy="56"/>
            </a:xfrm>
          </p:grpSpPr>
          <p:sp>
            <p:nvSpPr>
              <p:cNvPr id="54413" name="Freeform 366"/>
              <p:cNvSpPr>
                <a:spLocks/>
              </p:cNvSpPr>
              <p:nvPr/>
            </p:nvSpPr>
            <p:spPr bwMode="auto">
              <a:xfrm>
                <a:off x="2271"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rgbClr val="808080"/>
              </a:solidFill>
              <a:ln w="9525">
                <a:solidFill>
                  <a:srgbClr val="808080"/>
                </a:solidFill>
                <a:round/>
                <a:headEnd/>
                <a:tailEnd/>
              </a:ln>
            </p:spPr>
            <p:txBody>
              <a:bodyPr/>
              <a:lstStyle/>
              <a:p>
                <a:endParaRPr lang="en-US"/>
              </a:p>
            </p:txBody>
          </p:sp>
          <p:grpSp>
            <p:nvGrpSpPr>
              <p:cNvPr id="54414" name="Group 367"/>
              <p:cNvGrpSpPr>
                <a:grpSpLocks/>
              </p:cNvGrpSpPr>
              <p:nvPr/>
            </p:nvGrpSpPr>
            <p:grpSpPr bwMode="auto">
              <a:xfrm>
                <a:off x="1960" y="2068"/>
                <a:ext cx="303" cy="1"/>
                <a:chOff x="1960" y="2068"/>
                <a:chExt cx="303" cy="1"/>
              </a:xfrm>
            </p:grpSpPr>
            <p:sp>
              <p:nvSpPr>
                <p:cNvPr id="54415" name="Line 368"/>
                <p:cNvSpPr>
                  <a:spLocks noChangeShapeType="1"/>
                </p:cNvSpPr>
                <p:nvPr/>
              </p:nvSpPr>
              <p:spPr bwMode="auto">
                <a:xfrm>
                  <a:off x="1960"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416" name="Line 369"/>
                <p:cNvSpPr>
                  <a:spLocks noChangeShapeType="1"/>
                </p:cNvSpPr>
                <p:nvPr/>
              </p:nvSpPr>
              <p:spPr bwMode="auto">
                <a:xfrm>
                  <a:off x="2015"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417" name="Line 370"/>
                <p:cNvSpPr>
                  <a:spLocks noChangeShapeType="1"/>
                </p:cNvSpPr>
                <p:nvPr/>
              </p:nvSpPr>
              <p:spPr bwMode="auto">
                <a:xfrm>
                  <a:off x="2071"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418" name="Line 371"/>
                <p:cNvSpPr>
                  <a:spLocks noChangeShapeType="1"/>
                </p:cNvSpPr>
                <p:nvPr/>
              </p:nvSpPr>
              <p:spPr bwMode="auto">
                <a:xfrm>
                  <a:off x="2127"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419" name="Line 372"/>
                <p:cNvSpPr>
                  <a:spLocks noChangeShapeType="1"/>
                </p:cNvSpPr>
                <p:nvPr/>
              </p:nvSpPr>
              <p:spPr bwMode="auto">
                <a:xfrm>
                  <a:off x="2183"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420" name="Line 373"/>
                <p:cNvSpPr>
                  <a:spLocks noChangeShapeType="1"/>
                </p:cNvSpPr>
                <p:nvPr/>
              </p:nvSpPr>
              <p:spPr bwMode="auto">
                <a:xfrm>
                  <a:off x="2239"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3562" name="Group 374"/>
            <p:cNvGrpSpPr>
              <a:grpSpLocks/>
            </p:cNvGrpSpPr>
            <p:nvPr/>
          </p:nvGrpSpPr>
          <p:grpSpPr bwMode="auto">
            <a:xfrm>
              <a:off x="2431" y="2036"/>
              <a:ext cx="415" cy="56"/>
              <a:chOff x="2431" y="2036"/>
              <a:chExt cx="415" cy="56"/>
            </a:xfrm>
          </p:grpSpPr>
          <p:sp>
            <p:nvSpPr>
              <p:cNvPr id="54405" name="Freeform 375"/>
              <p:cNvSpPr>
                <a:spLocks/>
              </p:cNvSpPr>
              <p:nvPr/>
            </p:nvSpPr>
            <p:spPr bwMode="auto">
              <a:xfrm>
                <a:off x="2734"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rgbClr val="808080"/>
              </a:solidFill>
              <a:ln w="9525">
                <a:solidFill>
                  <a:srgbClr val="808080"/>
                </a:solidFill>
                <a:round/>
                <a:headEnd/>
                <a:tailEnd/>
              </a:ln>
            </p:spPr>
            <p:txBody>
              <a:bodyPr/>
              <a:lstStyle/>
              <a:p>
                <a:endParaRPr lang="en-US"/>
              </a:p>
            </p:txBody>
          </p:sp>
          <p:grpSp>
            <p:nvGrpSpPr>
              <p:cNvPr id="54406" name="Group 376"/>
              <p:cNvGrpSpPr>
                <a:grpSpLocks/>
              </p:cNvGrpSpPr>
              <p:nvPr/>
            </p:nvGrpSpPr>
            <p:grpSpPr bwMode="auto">
              <a:xfrm>
                <a:off x="2431" y="2068"/>
                <a:ext cx="295" cy="1"/>
                <a:chOff x="2431" y="2068"/>
                <a:chExt cx="295" cy="1"/>
              </a:xfrm>
            </p:grpSpPr>
            <p:sp>
              <p:nvSpPr>
                <p:cNvPr id="54407" name="Line 377"/>
                <p:cNvSpPr>
                  <a:spLocks noChangeShapeType="1"/>
                </p:cNvSpPr>
                <p:nvPr/>
              </p:nvSpPr>
              <p:spPr bwMode="auto">
                <a:xfrm>
                  <a:off x="2431"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408" name="Line 378"/>
                <p:cNvSpPr>
                  <a:spLocks noChangeShapeType="1"/>
                </p:cNvSpPr>
                <p:nvPr/>
              </p:nvSpPr>
              <p:spPr bwMode="auto">
                <a:xfrm>
                  <a:off x="2487"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409" name="Line 379"/>
                <p:cNvSpPr>
                  <a:spLocks noChangeShapeType="1"/>
                </p:cNvSpPr>
                <p:nvPr/>
              </p:nvSpPr>
              <p:spPr bwMode="auto">
                <a:xfrm>
                  <a:off x="2542"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410" name="Line 380"/>
                <p:cNvSpPr>
                  <a:spLocks noChangeShapeType="1"/>
                </p:cNvSpPr>
                <p:nvPr/>
              </p:nvSpPr>
              <p:spPr bwMode="auto">
                <a:xfrm>
                  <a:off x="2598"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411" name="Line 381"/>
                <p:cNvSpPr>
                  <a:spLocks noChangeShapeType="1"/>
                </p:cNvSpPr>
                <p:nvPr/>
              </p:nvSpPr>
              <p:spPr bwMode="auto">
                <a:xfrm>
                  <a:off x="2654"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412" name="Line 382"/>
                <p:cNvSpPr>
                  <a:spLocks noChangeShapeType="1"/>
                </p:cNvSpPr>
                <p:nvPr/>
              </p:nvSpPr>
              <p:spPr bwMode="auto">
                <a:xfrm>
                  <a:off x="2710" y="2068"/>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3563" name="Group 383"/>
            <p:cNvGrpSpPr>
              <a:grpSpLocks/>
            </p:cNvGrpSpPr>
            <p:nvPr/>
          </p:nvGrpSpPr>
          <p:grpSpPr bwMode="auto">
            <a:xfrm>
              <a:off x="2423" y="2347"/>
              <a:ext cx="415" cy="56"/>
              <a:chOff x="2423" y="2347"/>
              <a:chExt cx="415" cy="56"/>
            </a:xfrm>
          </p:grpSpPr>
          <p:sp>
            <p:nvSpPr>
              <p:cNvPr id="54397" name="Freeform 384"/>
              <p:cNvSpPr>
                <a:spLocks/>
              </p:cNvSpPr>
              <p:nvPr/>
            </p:nvSpPr>
            <p:spPr bwMode="auto">
              <a:xfrm>
                <a:off x="2726" y="234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rgbClr val="808080"/>
              </a:solidFill>
              <a:ln w="9525">
                <a:solidFill>
                  <a:srgbClr val="808080"/>
                </a:solidFill>
                <a:round/>
                <a:headEnd/>
                <a:tailEnd/>
              </a:ln>
            </p:spPr>
            <p:txBody>
              <a:bodyPr/>
              <a:lstStyle/>
              <a:p>
                <a:endParaRPr lang="en-US"/>
              </a:p>
            </p:txBody>
          </p:sp>
          <p:grpSp>
            <p:nvGrpSpPr>
              <p:cNvPr id="54398" name="Group 385"/>
              <p:cNvGrpSpPr>
                <a:grpSpLocks/>
              </p:cNvGrpSpPr>
              <p:nvPr/>
            </p:nvGrpSpPr>
            <p:grpSpPr bwMode="auto">
              <a:xfrm>
                <a:off x="2423" y="2371"/>
                <a:ext cx="295" cy="1"/>
                <a:chOff x="2423" y="2371"/>
                <a:chExt cx="295" cy="1"/>
              </a:xfrm>
            </p:grpSpPr>
            <p:sp>
              <p:nvSpPr>
                <p:cNvPr id="54399" name="Line 386"/>
                <p:cNvSpPr>
                  <a:spLocks noChangeShapeType="1"/>
                </p:cNvSpPr>
                <p:nvPr/>
              </p:nvSpPr>
              <p:spPr bwMode="auto">
                <a:xfrm>
                  <a:off x="2423"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400" name="Line 387"/>
                <p:cNvSpPr>
                  <a:spLocks noChangeShapeType="1"/>
                </p:cNvSpPr>
                <p:nvPr/>
              </p:nvSpPr>
              <p:spPr bwMode="auto">
                <a:xfrm>
                  <a:off x="2479"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401" name="Line 388"/>
                <p:cNvSpPr>
                  <a:spLocks noChangeShapeType="1"/>
                </p:cNvSpPr>
                <p:nvPr/>
              </p:nvSpPr>
              <p:spPr bwMode="auto">
                <a:xfrm>
                  <a:off x="2534"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402" name="Line 389"/>
                <p:cNvSpPr>
                  <a:spLocks noChangeShapeType="1"/>
                </p:cNvSpPr>
                <p:nvPr/>
              </p:nvSpPr>
              <p:spPr bwMode="auto">
                <a:xfrm>
                  <a:off x="2590"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403" name="Line 390"/>
                <p:cNvSpPr>
                  <a:spLocks noChangeShapeType="1"/>
                </p:cNvSpPr>
                <p:nvPr/>
              </p:nvSpPr>
              <p:spPr bwMode="auto">
                <a:xfrm>
                  <a:off x="2646"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404" name="Line 391"/>
                <p:cNvSpPr>
                  <a:spLocks noChangeShapeType="1"/>
                </p:cNvSpPr>
                <p:nvPr/>
              </p:nvSpPr>
              <p:spPr bwMode="auto">
                <a:xfrm>
                  <a:off x="2702" y="2371"/>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3564" name="Group 392"/>
            <p:cNvGrpSpPr>
              <a:grpSpLocks/>
            </p:cNvGrpSpPr>
            <p:nvPr/>
          </p:nvGrpSpPr>
          <p:grpSpPr bwMode="auto">
            <a:xfrm>
              <a:off x="1960" y="2347"/>
              <a:ext cx="415" cy="56"/>
              <a:chOff x="1960" y="2347"/>
              <a:chExt cx="415" cy="56"/>
            </a:xfrm>
          </p:grpSpPr>
          <p:sp>
            <p:nvSpPr>
              <p:cNvPr id="54389" name="Freeform 393"/>
              <p:cNvSpPr>
                <a:spLocks/>
              </p:cNvSpPr>
              <p:nvPr/>
            </p:nvSpPr>
            <p:spPr bwMode="auto">
              <a:xfrm>
                <a:off x="2263" y="234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rgbClr val="808080"/>
              </a:solidFill>
              <a:ln w="9525">
                <a:solidFill>
                  <a:srgbClr val="808080"/>
                </a:solidFill>
                <a:round/>
                <a:headEnd/>
                <a:tailEnd/>
              </a:ln>
            </p:spPr>
            <p:txBody>
              <a:bodyPr/>
              <a:lstStyle/>
              <a:p>
                <a:endParaRPr lang="en-US"/>
              </a:p>
            </p:txBody>
          </p:sp>
          <p:grpSp>
            <p:nvGrpSpPr>
              <p:cNvPr id="54390" name="Group 394"/>
              <p:cNvGrpSpPr>
                <a:grpSpLocks/>
              </p:cNvGrpSpPr>
              <p:nvPr/>
            </p:nvGrpSpPr>
            <p:grpSpPr bwMode="auto">
              <a:xfrm>
                <a:off x="1960" y="2371"/>
                <a:ext cx="295" cy="1"/>
                <a:chOff x="1960" y="2371"/>
                <a:chExt cx="295" cy="1"/>
              </a:xfrm>
            </p:grpSpPr>
            <p:sp>
              <p:nvSpPr>
                <p:cNvPr id="54391" name="Line 395"/>
                <p:cNvSpPr>
                  <a:spLocks noChangeShapeType="1"/>
                </p:cNvSpPr>
                <p:nvPr/>
              </p:nvSpPr>
              <p:spPr bwMode="auto">
                <a:xfrm>
                  <a:off x="1960"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392" name="Line 396"/>
                <p:cNvSpPr>
                  <a:spLocks noChangeShapeType="1"/>
                </p:cNvSpPr>
                <p:nvPr/>
              </p:nvSpPr>
              <p:spPr bwMode="auto">
                <a:xfrm>
                  <a:off x="2015"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393" name="Line 397"/>
                <p:cNvSpPr>
                  <a:spLocks noChangeShapeType="1"/>
                </p:cNvSpPr>
                <p:nvPr/>
              </p:nvSpPr>
              <p:spPr bwMode="auto">
                <a:xfrm>
                  <a:off x="2071"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394" name="Line 398"/>
                <p:cNvSpPr>
                  <a:spLocks noChangeShapeType="1"/>
                </p:cNvSpPr>
                <p:nvPr/>
              </p:nvSpPr>
              <p:spPr bwMode="auto">
                <a:xfrm>
                  <a:off x="2127"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395" name="Line 399"/>
                <p:cNvSpPr>
                  <a:spLocks noChangeShapeType="1"/>
                </p:cNvSpPr>
                <p:nvPr/>
              </p:nvSpPr>
              <p:spPr bwMode="auto">
                <a:xfrm>
                  <a:off x="2183"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396" name="Line 400"/>
                <p:cNvSpPr>
                  <a:spLocks noChangeShapeType="1"/>
                </p:cNvSpPr>
                <p:nvPr/>
              </p:nvSpPr>
              <p:spPr bwMode="auto">
                <a:xfrm>
                  <a:off x="2239" y="2371"/>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3565" name="Group 401"/>
            <p:cNvGrpSpPr>
              <a:grpSpLocks/>
            </p:cNvGrpSpPr>
            <p:nvPr/>
          </p:nvGrpSpPr>
          <p:grpSpPr bwMode="auto">
            <a:xfrm>
              <a:off x="1497" y="2339"/>
              <a:ext cx="415" cy="56"/>
              <a:chOff x="1497" y="2339"/>
              <a:chExt cx="415" cy="56"/>
            </a:xfrm>
          </p:grpSpPr>
          <p:sp>
            <p:nvSpPr>
              <p:cNvPr id="54381" name="Freeform 402"/>
              <p:cNvSpPr>
                <a:spLocks/>
              </p:cNvSpPr>
              <p:nvPr/>
            </p:nvSpPr>
            <p:spPr bwMode="auto">
              <a:xfrm>
                <a:off x="1800" y="2339"/>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rgbClr val="808080"/>
              </a:solidFill>
              <a:ln w="9525">
                <a:solidFill>
                  <a:srgbClr val="808080"/>
                </a:solidFill>
                <a:round/>
                <a:headEnd/>
                <a:tailEnd/>
              </a:ln>
            </p:spPr>
            <p:txBody>
              <a:bodyPr/>
              <a:lstStyle/>
              <a:p>
                <a:endParaRPr lang="en-US"/>
              </a:p>
            </p:txBody>
          </p:sp>
          <p:grpSp>
            <p:nvGrpSpPr>
              <p:cNvPr id="54382" name="Group 403"/>
              <p:cNvGrpSpPr>
                <a:grpSpLocks/>
              </p:cNvGrpSpPr>
              <p:nvPr/>
            </p:nvGrpSpPr>
            <p:grpSpPr bwMode="auto">
              <a:xfrm>
                <a:off x="1497" y="2371"/>
                <a:ext cx="295" cy="1"/>
                <a:chOff x="1497" y="2371"/>
                <a:chExt cx="295" cy="1"/>
              </a:xfrm>
            </p:grpSpPr>
            <p:sp>
              <p:nvSpPr>
                <p:cNvPr id="54383" name="Line 404"/>
                <p:cNvSpPr>
                  <a:spLocks noChangeShapeType="1"/>
                </p:cNvSpPr>
                <p:nvPr/>
              </p:nvSpPr>
              <p:spPr bwMode="auto">
                <a:xfrm>
                  <a:off x="1497" y="2371"/>
                  <a:ext cx="23"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384" name="Line 405"/>
                <p:cNvSpPr>
                  <a:spLocks noChangeShapeType="1"/>
                </p:cNvSpPr>
                <p:nvPr/>
              </p:nvSpPr>
              <p:spPr bwMode="auto">
                <a:xfrm>
                  <a:off x="1552"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385" name="Line 406"/>
                <p:cNvSpPr>
                  <a:spLocks noChangeShapeType="1"/>
                </p:cNvSpPr>
                <p:nvPr/>
              </p:nvSpPr>
              <p:spPr bwMode="auto">
                <a:xfrm>
                  <a:off x="1608"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386" name="Line 407"/>
                <p:cNvSpPr>
                  <a:spLocks noChangeShapeType="1"/>
                </p:cNvSpPr>
                <p:nvPr/>
              </p:nvSpPr>
              <p:spPr bwMode="auto">
                <a:xfrm>
                  <a:off x="1664"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387" name="Line 408"/>
                <p:cNvSpPr>
                  <a:spLocks noChangeShapeType="1"/>
                </p:cNvSpPr>
                <p:nvPr/>
              </p:nvSpPr>
              <p:spPr bwMode="auto">
                <a:xfrm>
                  <a:off x="1720"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388" name="Line 409"/>
                <p:cNvSpPr>
                  <a:spLocks noChangeShapeType="1"/>
                </p:cNvSpPr>
                <p:nvPr/>
              </p:nvSpPr>
              <p:spPr bwMode="auto">
                <a:xfrm>
                  <a:off x="1776" y="2371"/>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3566" name="Group 410"/>
            <p:cNvGrpSpPr>
              <a:grpSpLocks/>
            </p:cNvGrpSpPr>
            <p:nvPr/>
          </p:nvGrpSpPr>
          <p:grpSpPr bwMode="auto">
            <a:xfrm>
              <a:off x="1489" y="2650"/>
              <a:ext cx="423" cy="56"/>
              <a:chOff x="1489" y="2650"/>
              <a:chExt cx="423" cy="56"/>
            </a:xfrm>
          </p:grpSpPr>
          <p:sp>
            <p:nvSpPr>
              <p:cNvPr id="54373" name="Freeform 411"/>
              <p:cNvSpPr>
                <a:spLocks/>
              </p:cNvSpPr>
              <p:nvPr/>
            </p:nvSpPr>
            <p:spPr bwMode="auto">
              <a:xfrm>
                <a:off x="1792" y="2650"/>
                <a:ext cx="120" cy="56"/>
              </a:xfrm>
              <a:custGeom>
                <a:avLst/>
                <a:gdLst>
                  <a:gd name="T0" fmla="*/ 120 w 120"/>
                  <a:gd name="T1" fmla="*/ 24 h 56"/>
                  <a:gd name="T2" fmla="*/ 0 w 120"/>
                  <a:gd name="T3" fmla="*/ 56 h 56"/>
                  <a:gd name="T4" fmla="*/ 0 w 120"/>
                  <a:gd name="T5" fmla="*/ 24 h 56"/>
                  <a:gd name="T6" fmla="*/ 0 w 120"/>
                  <a:gd name="T7" fmla="*/ 0 h 56"/>
                  <a:gd name="T8" fmla="*/ 120 w 120"/>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 h="56">
                    <a:moveTo>
                      <a:pt x="120" y="24"/>
                    </a:moveTo>
                    <a:lnTo>
                      <a:pt x="0" y="56"/>
                    </a:lnTo>
                    <a:lnTo>
                      <a:pt x="0" y="24"/>
                    </a:lnTo>
                    <a:lnTo>
                      <a:pt x="0" y="0"/>
                    </a:lnTo>
                    <a:lnTo>
                      <a:pt x="120" y="24"/>
                    </a:lnTo>
                    <a:close/>
                  </a:path>
                </a:pathLst>
              </a:custGeom>
              <a:solidFill>
                <a:srgbClr val="808080"/>
              </a:solidFill>
              <a:ln w="9525">
                <a:solidFill>
                  <a:srgbClr val="808080"/>
                </a:solidFill>
                <a:round/>
                <a:headEnd/>
                <a:tailEnd/>
              </a:ln>
            </p:spPr>
            <p:txBody>
              <a:bodyPr/>
              <a:lstStyle/>
              <a:p>
                <a:endParaRPr lang="en-US"/>
              </a:p>
            </p:txBody>
          </p:sp>
          <p:grpSp>
            <p:nvGrpSpPr>
              <p:cNvPr id="54374" name="Group 412"/>
              <p:cNvGrpSpPr>
                <a:grpSpLocks/>
              </p:cNvGrpSpPr>
              <p:nvPr/>
            </p:nvGrpSpPr>
            <p:grpSpPr bwMode="auto">
              <a:xfrm>
                <a:off x="1489" y="2674"/>
                <a:ext cx="295" cy="1"/>
                <a:chOff x="1489" y="2674"/>
                <a:chExt cx="295" cy="1"/>
              </a:xfrm>
            </p:grpSpPr>
            <p:sp>
              <p:nvSpPr>
                <p:cNvPr id="54375" name="Line 413"/>
                <p:cNvSpPr>
                  <a:spLocks noChangeShapeType="1"/>
                </p:cNvSpPr>
                <p:nvPr/>
              </p:nvSpPr>
              <p:spPr bwMode="auto">
                <a:xfrm>
                  <a:off x="1489"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376" name="Line 414"/>
                <p:cNvSpPr>
                  <a:spLocks noChangeShapeType="1"/>
                </p:cNvSpPr>
                <p:nvPr/>
              </p:nvSpPr>
              <p:spPr bwMode="auto">
                <a:xfrm>
                  <a:off x="1544"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377" name="Line 415"/>
                <p:cNvSpPr>
                  <a:spLocks noChangeShapeType="1"/>
                </p:cNvSpPr>
                <p:nvPr/>
              </p:nvSpPr>
              <p:spPr bwMode="auto">
                <a:xfrm>
                  <a:off x="1600"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378" name="Line 416"/>
                <p:cNvSpPr>
                  <a:spLocks noChangeShapeType="1"/>
                </p:cNvSpPr>
                <p:nvPr/>
              </p:nvSpPr>
              <p:spPr bwMode="auto">
                <a:xfrm>
                  <a:off x="1656"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379" name="Line 417"/>
                <p:cNvSpPr>
                  <a:spLocks noChangeShapeType="1"/>
                </p:cNvSpPr>
                <p:nvPr/>
              </p:nvSpPr>
              <p:spPr bwMode="auto">
                <a:xfrm>
                  <a:off x="1712"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380" name="Line 418"/>
                <p:cNvSpPr>
                  <a:spLocks noChangeShapeType="1"/>
                </p:cNvSpPr>
                <p:nvPr/>
              </p:nvSpPr>
              <p:spPr bwMode="auto">
                <a:xfrm>
                  <a:off x="1768" y="2674"/>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3567" name="Group 419"/>
            <p:cNvGrpSpPr>
              <a:grpSpLocks/>
            </p:cNvGrpSpPr>
            <p:nvPr/>
          </p:nvGrpSpPr>
          <p:grpSpPr bwMode="auto">
            <a:xfrm>
              <a:off x="1968" y="2650"/>
              <a:ext cx="415" cy="56"/>
              <a:chOff x="1968" y="2650"/>
              <a:chExt cx="415" cy="56"/>
            </a:xfrm>
          </p:grpSpPr>
          <p:sp>
            <p:nvSpPr>
              <p:cNvPr id="54365" name="Freeform 420"/>
              <p:cNvSpPr>
                <a:spLocks/>
              </p:cNvSpPr>
              <p:nvPr/>
            </p:nvSpPr>
            <p:spPr bwMode="auto">
              <a:xfrm>
                <a:off x="2271" y="2650"/>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rgbClr val="808080"/>
              </a:solidFill>
              <a:ln w="9525">
                <a:solidFill>
                  <a:srgbClr val="808080"/>
                </a:solidFill>
                <a:round/>
                <a:headEnd/>
                <a:tailEnd/>
              </a:ln>
            </p:spPr>
            <p:txBody>
              <a:bodyPr/>
              <a:lstStyle/>
              <a:p>
                <a:endParaRPr lang="en-US"/>
              </a:p>
            </p:txBody>
          </p:sp>
          <p:grpSp>
            <p:nvGrpSpPr>
              <p:cNvPr id="54366" name="Group 421"/>
              <p:cNvGrpSpPr>
                <a:grpSpLocks/>
              </p:cNvGrpSpPr>
              <p:nvPr/>
            </p:nvGrpSpPr>
            <p:grpSpPr bwMode="auto">
              <a:xfrm>
                <a:off x="1968" y="2674"/>
                <a:ext cx="295" cy="1"/>
                <a:chOff x="1968" y="2674"/>
                <a:chExt cx="295" cy="1"/>
              </a:xfrm>
            </p:grpSpPr>
            <p:sp>
              <p:nvSpPr>
                <p:cNvPr id="54367" name="Line 422"/>
                <p:cNvSpPr>
                  <a:spLocks noChangeShapeType="1"/>
                </p:cNvSpPr>
                <p:nvPr/>
              </p:nvSpPr>
              <p:spPr bwMode="auto">
                <a:xfrm>
                  <a:off x="1968"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368" name="Line 423"/>
                <p:cNvSpPr>
                  <a:spLocks noChangeShapeType="1"/>
                </p:cNvSpPr>
                <p:nvPr/>
              </p:nvSpPr>
              <p:spPr bwMode="auto">
                <a:xfrm>
                  <a:off x="2023"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369" name="Line 424"/>
                <p:cNvSpPr>
                  <a:spLocks noChangeShapeType="1"/>
                </p:cNvSpPr>
                <p:nvPr/>
              </p:nvSpPr>
              <p:spPr bwMode="auto">
                <a:xfrm>
                  <a:off x="2079"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370" name="Line 425"/>
                <p:cNvSpPr>
                  <a:spLocks noChangeShapeType="1"/>
                </p:cNvSpPr>
                <p:nvPr/>
              </p:nvSpPr>
              <p:spPr bwMode="auto">
                <a:xfrm>
                  <a:off x="2135"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371" name="Line 426"/>
                <p:cNvSpPr>
                  <a:spLocks noChangeShapeType="1"/>
                </p:cNvSpPr>
                <p:nvPr/>
              </p:nvSpPr>
              <p:spPr bwMode="auto">
                <a:xfrm>
                  <a:off x="2191"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372" name="Line 427"/>
                <p:cNvSpPr>
                  <a:spLocks noChangeShapeType="1"/>
                </p:cNvSpPr>
                <p:nvPr/>
              </p:nvSpPr>
              <p:spPr bwMode="auto">
                <a:xfrm>
                  <a:off x="2247" y="2674"/>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3568" name="Group 428"/>
            <p:cNvGrpSpPr>
              <a:grpSpLocks/>
            </p:cNvGrpSpPr>
            <p:nvPr/>
          </p:nvGrpSpPr>
          <p:grpSpPr bwMode="auto">
            <a:xfrm>
              <a:off x="1489" y="2953"/>
              <a:ext cx="423" cy="56"/>
              <a:chOff x="1489" y="2953"/>
              <a:chExt cx="423" cy="56"/>
            </a:xfrm>
          </p:grpSpPr>
          <p:sp>
            <p:nvSpPr>
              <p:cNvPr id="54357" name="Freeform 429"/>
              <p:cNvSpPr>
                <a:spLocks/>
              </p:cNvSpPr>
              <p:nvPr/>
            </p:nvSpPr>
            <p:spPr bwMode="auto">
              <a:xfrm>
                <a:off x="1792" y="2953"/>
                <a:ext cx="120" cy="56"/>
              </a:xfrm>
              <a:custGeom>
                <a:avLst/>
                <a:gdLst>
                  <a:gd name="T0" fmla="*/ 120 w 120"/>
                  <a:gd name="T1" fmla="*/ 32 h 56"/>
                  <a:gd name="T2" fmla="*/ 0 w 120"/>
                  <a:gd name="T3" fmla="*/ 56 h 56"/>
                  <a:gd name="T4" fmla="*/ 0 w 120"/>
                  <a:gd name="T5" fmla="*/ 32 h 56"/>
                  <a:gd name="T6" fmla="*/ 0 w 120"/>
                  <a:gd name="T7" fmla="*/ 0 h 56"/>
                  <a:gd name="T8" fmla="*/ 120 w 120"/>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 h="56">
                    <a:moveTo>
                      <a:pt x="120" y="32"/>
                    </a:moveTo>
                    <a:lnTo>
                      <a:pt x="0" y="56"/>
                    </a:lnTo>
                    <a:lnTo>
                      <a:pt x="0" y="32"/>
                    </a:lnTo>
                    <a:lnTo>
                      <a:pt x="0" y="0"/>
                    </a:lnTo>
                    <a:lnTo>
                      <a:pt x="120" y="32"/>
                    </a:lnTo>
                    <a:close/>
                  </a:path>
                </a:pathLst>
              </a:custGeom>
              <a:solidFill>
                <a:srgbClr val="808080"/>
              </a:solidFill>
              <a:ln w="9525">
                <a:solidFill>
                  <a:srgbClr val="808080"/>
                </a:solidFill>
                <a:round/>
                <a:headEnd/>
                <a:tailEnd/>
              </a:ln>
            </p:spPr>
            <p:txBody>
              <a:bodyPr/>
              <a:lstStyle/>
              <a:p>
                <a:endParaRPr lang="en-US"/>
              </a:p>
            </p:txBody>
          </p:sp>
          <p:grpSp>
            <p:nvGrpSpPr>
              <p:cNvPr id="54358" name="Group 430"/>
              <p:cNvGrpSpPr>
                <a:grpSpLocks/>
              </p:cNvGrpSpPr>
              <p:nvPr/>
            </p:nvGrpSpPr>
            <p:grpSpPr bwMode="auto">
              <a:xfrm>
                <a:off x="1489" y="2985"/>
                <a:ext cx="295" cy="1"/>
                <a:chOff x="1489" y="2985"/>
                <a:chExt cx="295" cy="1"/>
              </a:xfrm>
            </p:grpSpPr>
            <p:sp>
              <p:nvSpPr>
                <p:cNvPr id="54359" name="Line 431"/>
                <p:cNvSpPr>
                  <a:spLocks noChangeShapeType="1"/>
                </p:cNvSpPr>
                <p:nvPr/>
              </p:nvSpPr>
              <p:spPr bwMode="auto">
                <a:xfrm>
                  <a:off x="1489"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360" name="Line 432"/>
                <p:cNvSpPr>
                  <a:spLocks noChangeShapeType="1"/>
                </p:cNvSpPr>
                <p:nvPr/>
              </p:nvSpPr>
              <p:spPr bwMode="auto">
                <a:xfrm>
                  <a:off x="1544"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361" name="Line 433"/>
                <p:cNvSpPr>
                  <a:spLocks noChangeShapeType="1"/>
                </p:cNvSpPr>
                <p:nvPr/>
              </p:nvSpPr>
              <p:spPr bwMode="auto">
                <a:xfrm>
                  <a:off x="1600"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362" name="Line 434"/>
                <p:cNvSpPr>
                  <a:spLocks noChangeShapeType="1"/>
                </p:cNvSpPr>
                <p:nvPr/>
              </p:nvSpPr>
              <p:spPr bwMode="auto">
                <a:xfrm>
                  <a:off x="1656"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363" name="Line 435"/>
                <p:cNvSpPr>
                  <a:spLocks noChangeShapeType="1"/>
                </p:cNvSpPr>
                <p:nvPr/>
              </p:nvSpPr>
              <p:spPr bwMode="auto">
                <a:xfrm>
                  <a:off x="1712"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364" name="Line 436"/>
                <p:cNvSpPr>
                  <a:spLocks noChangeShapeType="1"/>
                </p:cNvSpPr>
                <p:nvPr/>
              </p:nvSpPr>
              <p:spPr bwMode="auto">
                <a:xfrm>
                  <a:off x="1768" y="2985"/>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3569" name="Group 437"/>
            <p:cNvGrpSpPr>
              <a:grpSpLocks/>
            </p:cNvGrpSpPr>
            <p:nvPr/>
          </p:nvGrpSpPr>
          <p:grpSpPr bwMode="auto">
            <a:xfrm>
              <a:off x="1952" y="2953"/>
              <a:ext cx="415" cy="56"/>
              <a:chOff x="1952" y="2953"/>
              <a:chExt cx="415" cy="56"/>
            </a:xfrm>
          </p:grpSpPr>
          <p:sp>
            <p:nvSpPr>
              <p:cNvPr id="54349" name="Freeform 438"/>
              <p:cNvSpPr>
                <a:spLocks/>
              </p:cNvSpPr>
              <p:nvPr/>
            </p:nvSpPr>
            <p:spPr bwMode="auto">
              <a:xfrm>
                <a:off x="2255"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rgbClr val="808080"/>
              </a:solidFill>
              <a:ln w="9525">
                <a:solidFill>
                  <a:srgbClr val="808080"/>
                </a:solidFill>
                <a:round/>
                <a:headEnd/>
                <a:tailEnd/>
              </a:ln>
            </p:spPr>
            <p:txBody>
              <a:bodyPr/>
              <a:lstStyle/>
              <a:p>
                <a:endParaRPr lang="en-US"/>
              </a:p>
            </p:txBody>
          </p:sp>
          <p:grpSp>
            <p:nvGrpSpPr>
              <p:cNvPr id="54350" name="Group 439"/>
              <p:cNvGrpSpPr>
                <a:grpSpLocks/>
              </p:cNvGrpSpPr>
              <p:nvPr/>
            </p:nvGrpSpPr>
            <p:grpSpPr bwMode="auto">
              <a:xfrm>
                <a:off x="1952" y="2985"/>
                <a:ext cx="295" cy="1"/>
                <a:chOff x="1952" y="2985"/>
                <a:chExt cx="295" cy="1"/>
              </a:xfrm>
            </p:grpSpPr>
            <p:sp>
              <p:nvSpPr>
                <p:cNvPr id="54351" name="Line 440"/>
                <p:cNvSpPr>
                  <a:spLocks noChangeShapeType="1"/>
                </p:cNvSpPr>
                <p:nvPr/>
              </p:nvSpPr>
              <p:spPr bwMode="auto">
                <a:xfrm>
                  <a:off x="1952"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352" name="Line 441"/>
                <p:cNvSpPr>
                  <a:spLocks noChangeShapeType="1"/>
                </p:cNvSpPr>
                <p:nvPr/>
              </p:nvSpPr>
              <p:spPr bwMode="auto">
                <a:xfrm>
                  <a:off x="2008" y="2985"/>
                  <a:ext cx="23"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353" name="Line 442"/>
                <p:cNvSpPr>
                  <a:spLocks noChangeShapeType="1"/>
                </p:cNvSpPr>
                <p:nvPr/>
              </p:nvSpPr>
              <p:spPr bwMode="auto">
                <a:xfrm>
                  <a:off x="2063"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354" name="Line 443"/>
                <p:cNvSpPr>
                  <a:spLocks noChangeShapeType="1"/>
                </p:cNvSpPr>
                <p:nvPr/>
              </p:nvSpPr>
              <p:spPr bwMode="auto">
                <a:xfrm>
                  <a:off x="2119"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355" name="Line 444"/>
                <p:cNvSpPr>
                  <a:spLocks noChangeShapeType="1"/>
                </p:cNvSpPr>
                <p:nvPr/>
              </p:nvSpPr>
              <p:spPr bwMode="auto">
                <a:xfrm>
                  <a:off x="2175"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356" name="Line 445"/>
                <p:cNvSpPr>
                  <a:spLocks noChangeShapeType="1"/>
                </p:cNvSpPr>
                <p:nvPr/>
              </p:nvSpPr>
              <p:spPr bwMode="auto">
                <a:xfrm>
                  <a:off x="2231" y="2985"/>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3570" name="Group 446"/>
            <p:cNvGrpSpPr>
              <a:grpSpLocks/>
            </p:cNvGrpSpPr>
            <p:nvPr/>
          </p:nvGrpSpPr>
          <p:grpSpPr bwMode="auto">
            <a:xfrm>
              <a:off x="2415" y="2953"/>
              <a:ext cx="415" cy="56"/>
              <a:chOff x="2415" y="2953"/>
              <a:chExt cx="415" cy="56"/>
            </a:xfrm>
          </p:grpSpPr>
          <p:sp>
            <p:nvSpPr>
              <p:cNvPr id="54341" name="Freeform 447"/>
              <p:cNvSpPr>
                <a:spLocks/>
              </p:cNvSpPr>
              <p:nvPr/>
            </p:nvSpPr>
            <p:spPr bwMode="auto">
              <a:xfrm>
                <a:off x="2718"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rgbClr val="808080"/>
              </a:solidFill>
              <a:ln w="9525">
                <a:solidFill>
                  <a:srgbClr val="808080"/>
                </a:solidFill>
                <a:round/>
                <a:headEnd/>
                <a:tailEnd/>
              </a:ln>
            </p:spPr>
            <p:txBody>
              <a:bodyPr/>
              <a:lstStyle/>
              <a:p>
                <a:endParaRPr lang="en-US"/>
              </a:p>
            </p:txBody>
          </p:sp>
          <p:grpSp>
            <p:nvGrpSpPr>
              <p:cNvPr id="54342" name="Group 448"/>
              <p:cNvGrpSpPr>
                <a:grpSpLocks/>
              </p:cNvGrpSpPr>
              <p:nvPr/>
            </p:nvGrpSpPr>
            <p:grpSpPr bwMode="auto">
              <a:xfrm>
                <a:off x="2415" y="2985"/>
                <a:ext cx="295" cy="1"/>
                <a:chOff x="2415" y="2985"/>
                <a:chExt cx="295" cy="1"/>
              </a:xfrm>
            </p:grpSpPr>
            <p:sp>
              <p:nvSpPr>
                <p:cNvPr id="54343" name="Line 449"/>
                <p:cNvSpPr>
                  <a:spLocks noChangeShapeType="1"/>
                </p:cNvSpPr>
                <p:nvPr/>
              </p:nvSpPr>
              <p:spPr bwMode="auto">
                <a:xfrm>
                  <a:off x="2415"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344" name="Line 450"/>
                <p:cNvSpPr>
                  <a:spLocks noChangeShapeType="1"/>
                </p:cNvSpPr>
                <p:nvPr/>
              </p:nvSpPr>
              <p:spPr bwMode="auto">
                <a:xfrm>
                  <a:off x="2471"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345" name="Line 451"/>
                <p:cNvSpPr>
                  <a:spLocks noChangeShapeType="1"/>
                </p:cNvSpPr>
                <p:nvPr/>
              </p:nvSpPr>
              <p:spPr bwMode="auto">
                <a:xfrm>
                  <a:off x="2526"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346" name="Line 452"/>
                <p:cNvSpPr>
                  <a:spLocks noChangeShapeType="1"/>
                </p:cNvSpPr>
                <p:nvPr/>
              </p:nvSpPr>
              <p:spPr bwMode="auto">
                <a:xfrm>
                  <a:off x="2582"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347" name="Line 453"/>
                <p:cNvSpPr>
                  <a:spLocks noChangeShapeType="1"/>
                </p:cNvSpPr>
                <p:nvPr/>
              </p:nvSpPr>
              <p:spPr bwMode="auto">
                <a:xfrm>
                  <a:off x="2638"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348" name="Line 454"/>
                <p:cNvSpPr>
                  <a:spLocks noChangeShapeType="1"/>
                </p:cNvSpPr>
                <p:nvPr/>
              </p:nvSpPr>
              <p:spPr bwMode="auto">
                <a:xfrm>
                  <a:off x="2694" y="2985"/>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3571" name="Group 455"/>
            <p:cNvGrpSpPr>
              <a:grpSpLocks/>
            </p:cNvGrpSpPr>
            <p:nvPr/>
          </p:nvGrpSpPr>
          <p:grpSpPr bwMode="auto">
            <a:xfrm>
              <a:off x="2838" y="1741"/>
              <a:ext cx="40" cy="1260"/>
              <a:chOff x="2838" y="1741"/>
              <a:chExt cx="40" cy="1260"/>
            </a:xfrm>
          </p:grpSpPr>
          <p:sp>
            <p:nvSpPr>
              <p:cNvPr id="54331" name="Oval 456"/>
              <p:cNvSpPr>
                <a:spLocks noChangeArrowheads="1"/>
              </p:cNvSpPr>
              <p:nvPr/>
            </p:nvSpPr>
            <p:spPr bwMode="auto">
              <a:xfrm>
                <a:off x="2838" y="1741"/>
                <a:ext cx="40" cy="40"/>
              </a:xfrm>
              <a:prstGeom prst="ellipse">
                <a:avLst/>
              </a:prstGeom>
              <a:solidFill>
                <a:srgbClr val="808080"/>
              </a:solidFill>
              <a:ln w="9525">
                <a:solidFill>
                  <a:srgbClr val="808080"/>
                </a:solidFill>
                <a:round/>
                <a:headEnd/>
                <a:tailEnd/>
              </a:ln>
            </p:spPr>
            <p:txBody>
              <a:bodyPr/>
              <a:lstStyle/>
              <a:p>
                <a:endParaRPr lang="en-US"/>
              </a:p>
            </p:txBody>
          </p:sp>
          <p:sp>
            <p:nvSpPr>
              <p:cNvPr id="54332" name="Oval 457"/>
              <p:cNvSpPr>
                <a:spLocks noChangeArrowheads="1"/>
              </p:cNvSpPr>
              <p:nvPr/>
            </p:nvSpPr>
            <p:spPr bwMode="auto">
              <a:xfrm>
                <a:off x="2838" y="1741"/>
                <a:ext cx="40" cy="40"/>
              </a:xfrm>
              <a:prstGeom prst="ellipse">
                <a:avLst/>
              </a:prstGeom>
              <a:solidFill>
                <a:srgbClr val="808080"/>
              </a:solidFill>
              <a:ln w="25400">
                <a:solidFill>
                  <a:srgbClr val="808080"/>
                </a:solidFill>
                <a:round/>
                <a:headEnd/>
                <a:tailEnd/>
              </a:ln>
            </p:spPr>
            <p:txBody>
              <a:bodyPr/>
              <a:lstStyle/>
              <a:p>
                <a:endParaRPr lang="en-US"/>
              </a:p>
            </p:txBody>
          </p:sp>
          <p:sp>
            <p:nvSpPr>
              <p:cNvPr id="54333" name="Oval 458"/>
              <p:cNvSpPr>
                <a:spLocks noChangeArrowheads="1"/>
              </p:cNvSpPr>
              <p:nvPr/>
            </p:nvSpPr>
            <p:spPr bwMode="auto">
              <a:xfrm>
                <a:off x="2846" y="2044"/>
                <a:ext cx="32" cy="32"/>
              </a:xfrm>
              <a:prstGeom prst="ellipse">
                <a:avLst/>
              </a:prstGeom>
              <a:solidFill>
                <a:srgbClr val="808080"/>
              </a:solidFill>
              <a:ln w="9525">
                <a:solidFill>
                  <a:srgbClr val="808080"/>
                </a:solidFill>
                <a:round/>
                <a:headEnd/>
                <a:tailEnd/>
              </a:ln>
            </p:spPr>
            <p:txBody>
              <a:bodyPr/>
              <a:lstStyle/>
              <a:p>
                <a:endParaRPr lang="en-US"/>
              </a:p>
            </p:txBody>
          </p:sp>
          <p:sp>
            <p:nvSpPr>
              <p:cNvPr id="54334" name="Oval 459"/>
              <p:cNvSpPr>
                <a:spLocks noChangeArrowheads="1"/>
              </p:cNvSpPr>
              <p:nvPr/>
            </p:nvSpPr>
            <p:spPr bwMode="auto">
              <a:xfrm>
                <a:off x="2846" y="2044"/>
                <a:ext cx="32" cy="32"/>
              </a:xfrm>
              <a:prstGeom prst="ellipse">
                <a:avLst/>
              </a:prstGeom>
              <a:solidFill>
                <a:srgbClr val="808080"/>
              </a:solidFill>
              <a:ln w="25400">
                <a:solidFill>
                  <a:srgbClr val="808080"/>
                </a:solidFill>
                <a:round/>
                <a:headEnd/>
                <a:tailEnd/>
              </a:ln>
            </p:spPr>
            <p:txBody>
              <a:bodyPr/>
              <a:lstStyle/>
              <a:p>
                <a:endParaRPr lang="en-US"/>
              </a:p>
            </p:txBody>
          </p:sp>
          <p:sp>
            <p:nvSpPr>
              <p:cNvPr id="54335" name="Oval 460"/>
              <p:cNvSpPr>
                <a:spLocks noChangeArrowheads="1"/>
              </p:cNvSpPr>
              <p:nvPr/>
            </p:nvSpPr>
            <p:spPr bwMode="auto">
              <a:xfrm>
                <a:off x="2846" y="2355"/>
                <a:ext cx="32" cy="32"/>
              </a:xfrm>
              <a:prstGeom prst="ellipse">
                <a:avLst/>
              </a:prstGeom>
              <a:solidFill>
                <a:srgbClr val="808080"/>
              </a:solidFill>
              <a:ln w="9525">
                <a:solidFill>
                  <a:srgbClr val="808080"/>
                </a:solidFill>
                <a:round/>
                <a:headEnd/>
                <a:tailEnd/>
              </a:ln>
            </p:spPr>
            <p:txBody>
              <a:bodyPr/>
              <a:lstStyle/>
              <a:p>
                <a:endParaRPr lang="en-US"/>
              </a:p>
            </p:txBody>
          </p:sp>
          <p:sp>
            <p:nvSpPr>
              <p:cNvPr id="54336" name="Oval 461"/>
              <p:cNvSpPr>
                <a:spLocks noChangeArrowheads="1"/>
              </p:cNvSpPr>
              <p:nvPr/>
            </p:nvSpPr>
            <p:spPr bwMode="auto">
              <a:xfrm>
                <a:off x="2846" y="2355"/>
                <a:ext cx="32" cy="32"/>
              </a:xfrm>
              <a:prstGeom prst="ellipse">
                <a:avLst/>
              </a:prstGeom>
              <a:solidFill>
                <a:srgbClr val="808080"/>
              </a:solidFill>
              <a:ln w="25400">
                <a:solidFill>
                  <a:srgbClr val="808080"/>
                </a:solidFill>
                <a:round/>
                <a:headEnd/>
                <a:tailEnd/>
              </a:ln>
            </p:spPr>
            <p:txBody>
              <a:bodyPr/>
              <a:lstStyle/>
              <a:p>
                <a:endParaRPr lang="en-US"/>
              </a:p>
            </p:txBody>
          </p:sp>
          <p:sp>
            <p:nvSpPr>
              <p:cNvPr id="54337" name="Oval 462"/>
              <p:cNvSpPr>
                <a:spLocks noChangeArrowheads="1"/>
              </p:cNvSpPr>
              <p:nvPr/>
            </p:nvSpPr>
            <p:spPr bwMode="auto">
              <a:xfrm>
                <a:off x="2838" y="2658"/>
                <a:ext cx="40" cy="32"/>
              </a:xfrm>
              <a:prstGeom prst="ellipse">
                <a:avLst/>
              </a:prstGeom>
              <a:solidFill>
                <a:srgbClr val="808080"/>
              </a:solidFill>
              <a:ln w="9525">
                <a:solidFill>
                  <a:srgbClr val="808080"/>
                </a:solidFill>
                <a:round/>
                <a:headEnd/>
                <a:tailEnd/>
              </a:ln>
            </p:spPr>
            <p:txBody>
              <a:bodyPr/>
              <a:lstStyle/>
              <a:p>
                <a:endParaRPr lang="en-US"/>
              </a:p>
            </p:txBody>
          </p:sp>
          <p:sp>
            <p:nvSpPr>
              <p:cNvPr id="54338" name="Oval 463"/>
              <p:cNvSpPr>
                <a:spLocks noChangeArrowheads="1"/>
              </p:cNvSpPr>
              <p:nvPr/>
            </p:nvSpPr>
            <p:spPr bwMode="auto">
              <a:xfrm>
                <a:off x="2838" y="2658"/>
                <a:ext cx="40" cy="32"/>
              </a:xfrm>
              <a:prstGeom prst="ellipse">
                <a:avLst/>
              </a:prstGeom>
              <a:solidFill>
                <a:srgbClr val="808080"/>
              </a:solidFill>
              <a:ln w="25400">
                <a:solidFill>
                  <a:srgbClr val="808080"/>
                </a:solidFill>
                <a:round/>
                <a:headEnd/>
                <a:tailEnd/>
              </a:ln>
            </p:spPr>
            <p:txBody>
              <a:bodyPr/>
              <a:lstStyle/>
              <a:p>
                <a:endParaRPr lang="en-US"/>
              </a:p>
            </p:txBody>
          </p:sp>
          <p:sp>
            <p:nvSpPr>
              <p:cNvPr id="54339" name="Oval 464"/>
              <p:cNvSpPr>
                <a:spLocks noChangeArrowheads="1"/>
              </p:cNvSpPr>
              <p:nvPr/>
            </p:nvSpPr>
            <p:spPr bwMode="auto">
              <a:xfrm>
                <a:off x="2838" y="2969"/>
                <a:ext cx="32" cy="32"/>
              </a:xfrm>
              <a:prstGeom prst="ellipse">
                <a:avLst/>
              </a:prstGeom>
              <a:solidFill>
                <a:srgbClr val="808080"/>
              </a:solidFill>
              <a:ln w="9525">
                <a:solidFill>
                  <a:srgbClr val="808080"/>
                </a:solidFill>
                <a:round/>
                <a:headEnd/>
                <a:tailEnd/>
              </a:ln>
            </p:spPr>
            <p:txBody>
              <a:bodyPr/>
              <a:lstStyle/>
              <a:p>
                <a:endParaRPr lang="en-US"/>
              </a:p>
            </p:txBody>
          </p:sp>
          <p:sp>
            <p:nvSpPr>
              <p:cNvPr id="54340" name="Oval 465"/>
              <p:cNvSpPr>
                <a:spLocks noChangeArrowheads="1"/>
              </p:cNvSpPr>
              <p:nvPr/>
            </p:nvSpPr>
            <p:spPr bwMode="auto">
              <a:xfrm>
                <a:off x="2838" y="2969"/>
                <a:ext cx="32" cy="32"/>
              </a:xfrm>
              <a:prstGeom prst="ellipse">
                <a:avLst/>
              </a:prstGeom>
              <a:solidFill>
                <a:srgbClr val="808080"/>
              </a:solidFill>
              <a:ln w="25400">
                <a:solidFill>
                  <a:srgbClr val="808080"/>
                </a:solidFill>
                <a:round/>
                <a:headEnd/>
                <a:tailEnd/>
              </a:ln>
            </p:spPr>
            <p:txBody>
              <a:bodyPr/>
              <a:lstStyle/>
              <a:p>
                <a:endParaRPr lang="en-US"/>
              </a:p>
            </p:txBody>
          </p:sp>
        </p:grpSp>
        <p:grpSp>
          <p:nvGrpSpPr>
            <p:cNvPr id="53572" name="Group 466"/>
            <p:cNvGrpSpPr>
              <a:grpSpLocks/>
            </p:cNvGrpSpPr>
            <p:nvPr/>
          </p:nvGrpSpPr>
          <p:grpSpPr bwMode="auto">
            <a:xfrm>
              <a:off x="1912" y="3272"/>
              <a:ext cx="32" cy="335"/>
              <a:chOff x="1912" y="3272"/>
              <a:chExt cx="32" cy="335"/>
            </a:xfrm>
          </p:grpSpPr>
          <p:sp>
            <p:nvSpPr>
              <p:cNvPr id="54327" name="Oval 467"/>
              <p:cNvSpPr>
                <a:spLocks noChangeArrowheads="1"/>
              </p:cNvSpPr>
              <p:nvPr/>
            </p:nvSpPr>
            <p:spPr bwMode="auto">
              <a:xfrm>
                <a:off x="1912" y="3272"/>
                <a:ext cx="32" cy="32"/>
              </a:xfrm>
              <a:prstGeom prst="ellipse">
                <a:avLst/>
              </a:prstGeom>
              <a:solidFill>
                <a:srgbClr val="808080"/>
              </a:solidFill>
              <a:ln w="9525">
                <a:solidFill>
                  <a:srgbClr val="808080"/>
                </a:solidFill>
                <a:round/>
                <a:headEnd/>
                <a:tailEnd/>
              </a:ln>
            </p:spPr>
            <p:txBody>
              <a:bodyPr/>
              <a:lstStyle/>
              <a:p>
                <a:endParaRPr lang="en-US"/>
              </a:p>
            </p:txBody>
          </p:sp>
          <p:sp>
            <p:nvSpPr>
              <p:cNvPr id="54328" name="Oval 468"/>
              <p:cNvSpPr>
                <a:spLocks noChangeArrowheads="1"/>
              </p:cNvSpPr>
              <p:nvPr/>
            </p:nvSpPr>
            <p:spPr bwMode="auto">
              <a:xfrm>
                <a:off x="1912" y="3272"/>
                <a:ext cx="32" cy="32"/>
              </a:xfrm>
              <a:prstGeom prst="ellipse">
                <a:avLst/>
              </a:prstGeom>
              <a:solidFill>
                <a:srgbClr val="808080"/>
              </a:solidFill>
              <a:ln w="25400">
                <a:solidFill>
                  <a:srgbClr val="808080"/>
                </a:solidFill>
                <a:round/>
                <a:headEnd/>
                <a:tailEnd/>
              </a:ln>
            </p:spPr>
            <p:txBody>
              <a:bodyPr/>
              <a:lstStyle/>
              <a:p>
                <a:endParaRPr lang="en-US"/>
              </a:p>
            </p:txBody>
          </p:sp>
          <p:sp>
            <p:nvSpPr>
              <p:cNvPr id="54329" name="Oval 469"/>
              <p:cNvSpPr>
                <a:spLocks noChangeArrowheads="1"/>
              </p:cNvSpPr>
              <p:nvPr/>
            </p:nvSpPr>
            <p:spPr bwMode="auto">
              <a:xfrm>
                <a:off x="1912" y="3575"/>
                <a:ext cx="32" cy="32"/>
              </a:xfrm>
              <a:prstGeom prst="ellipse">
                <a:avLst/>
              </a:prstGeom>
              <a:solidFill>
                <a:srgbClr val="808080"/>
              </a:solidFill>
              <a:ln w="9525">
                <a:solidFill>
                  <a:srgbClr val="808080"/>
                </a:solidFill>
                <a:round/>
                <a:headEnd/>
                <a:tailEnd/>
              </a:ln>
            </p:spPr>
            <p:txBody>
              <a:bodyPr/>
              <a:lstStyle/>
              <a:p>
                <a:endParaRPr lang="en-US"/>
              </a:p>
            </p:txBody>
          </p:sp>
          <p:sp>
            <p:nvSpPr>
              <p:cNvPr id="54330" name="Oval 470"/>
              <p:cNvSpPr>
                <a:spLocks noChangeArrowheads="1"/>
              </p:cNvSpPr>
              <p:nvPr/>
            </p:nvSpPr>
            <p:spPr bwMode="auto">
              <a:xfrm>
                <a:off x="1912" y="3575"/>
                <a:ext cx="32" cy="32"/>
              </a:xfrm>
              <a:prstGeom prst="ellipse">
                <a:avLst/>
              </a:prstGeom>
              <a:solidFill>
                <a:srgbClr val="808080"/>
              </a:solidFill>
              <a:ln w="25400">
                <a:solidFill>
                  <a:srgbClr val="808080"/>
                </a:solidFill>
                <a:round/>
                <a:headEnd/>
                <a:tailEnd/>
              </a:ln>
            </p:spPr>
            <p:txBody>
              <a:bodyPr/>
              <a:lstStyle/>
              <a:p>
                <a:endParaRPr lang="en-US"/>
              </a:p>
            </p:txBody>
          </p:sp>
        </p:grpSp>
        <p:grpSp>
          <p:nvGrpSpPr>
            <p:cNvPr id="53573" name="Group 471"/>
            <p:cNvGrpSpPr>
              <a:grpSpLocks/>
            </p:cNvGrpSpPr>
            <p:nvPr/>
          </p:nvGrpSpPr>
          <p:grpSpPr bwMode="auto">
            <a:xfrm>
              <a:off x="1449" y="3272"/>
              <a:ext cx="40" cy="335"/>
              <a:chOff x="1449" y="3272"/>
              <a:chExt cx="40" cy="335"/>
            </a:xfrm>
          </p:grpSpPr>
          <p:sp>
            <p:nvSpPr>
              <p:cNvPr id="54323" name="Oval 472"/>
              <p:cNvSpPr>
                <a:spLocks noChangeArrowheads="1"/>
              </p:cNvSpPr>
              <p:nvPr/>
            </p:nvSpPr>
            <p:spPr bwMode="auto">
              <a:xfrm>
                <a:off x="1449" y="3272"/>
                <a:ext cx="40" cy="32"/>
              </a:xfrm>
              <a:prstGeom prst="ellipse">
                <a:avLst/>
              </a:prstGeom>
              <a:solidFill>
                <a:srgbClr val="808080"/>
              </a:solidFill>
              <a:ln w="9525">
                <a:solidFill>
                  <a:srgbClr val="808080"/>
                </a:solidFill>
                <a:round/>
                <a:headEnd/>
                <a:tailEnd/>
              </a:ln>
            </p:spPr>
            <p:txBody>
              <a:bodyPr/>
              <a:lstStyle/>
              <a:p>
                <a:endParaRPr lang="en-US"/>
              </a:p>
            </p:txBody>
          </p:sp>
          <p:sp>
            <p:nvSpPr>
              <p:cNvPr id="54324" name="Oval 473"/>
              <p:cNvSpPr>
                <a:spLocks noChangeArrowheads="1"/>
              </p:cNvSpPr>
              <p:nvPr/>
            </p:nvSpPr>
            <p:spPr bwMode="auto">
              <a:xfrm>
                <a:off x="1449" y="3272"/>
                <a:ext cx="40" cy="32"/>
              </a:xfrm>
              <a:prstGeom prst="ellipse">
                <a:avLst/>
              </a:prstGeom>
              <a:solidFill>
                <a:srgbClr val="808080"/>
              </a:solidFill>
              <a:ln w="25400">
                <a:solidFill>
                  <a:srgbClr val="808080"/>
                </a:solidFill>
                <a:round/>
                <a:headEnd/>
                <a:tailEnd/>
              </a:ln>
            </p:spPr>
            <p:txBody>
              <a:bodyPr/>
              <a:lstStyle/>
              <a:p>
                <a:endParaRPr lang="en-US"/>
              </a:p>
            </p:txBody>
          </p:sp>
          <p:sp>
            <p:nvSpPr>
              <p:cNvPr id="54325" name="Oval 474"/>
              <p:cNvSpPr>
                <a:spLocks noChangeArrowheads="1"/>
              </p:cNvSpPr>
              <p:nvPr/>
            </p:nvSpPr>
            <p:spPr bwMode="auto">
              <a:xfrm>
                <a:off x="1449" y="3575"/>
                <a:ext cx="40" cy="32"/>
              </a:xfrm>
              <a:prstGeom prst="ellipse">
                <a:avLst/>
              </a:prstGeom>
              <a:solidFill>
                <a:srgbClr val="808080"/>
              </a:solidFill>
              <a:ln w="9525">
                <a:solidFill>
                  <a:srgbClr val="808080"/>
                </a:solidFill>
                <a:round/>
                <a:headEnd/>
                <a:tailEnd/>
              </a:ln>
            </p:spPr>
            <p:txBody>
              <a:bodyPr/>
              <a:lstStyle/>
              <a:p>
                <a:endParaRPr lang="en-US"/>
              </a:p>
            </p:txBody>
          </p:sp>
          <p:sp>
            <p:nvSpPr>
              <p:cNvPr id="54326" name="Oval 475"/>
              <p:cNvSpPr>
                <a:spLocks noChangeArrowheads="1"/>
              </p:cNvSpPr>
              <p:nvPr/>
            </p:nvSpPr>
            <p:spPr bwMode="auto">
              <a:xfrm>
                <a:off x="1449" y="3575"/>
                <a:ext cx="40" cy="32"/>
              </a:xfrm>
              <a:prstGeom prst="ellipse">
                <a:avLst/>
              </a:prstGeom>
              <a:solidFill>
                <a:srgbClr val="808080"/>
              </a:solidFill>
              <a:ln w="25400">
                <a:solidFill>
                  <a:srgbClr val="808080"/>
                </a:solidFill>
                <a:round/>
                <a:headEnd/>
                <a:tailEnd/>
              </a:ln>
            </p:spPr>
            <p:txBody>
              <a:bodyPr/>
              <a:lstStyle/>
              <a:p>
                <a:endParaRPr lang="en-US"/>
              </a:p>
            </p:txBody>
          </p:sp>
        </p:grpSp>
        <p:grpSp>
          <p:nvGrpSpPr>
            <p:cNvPr id="53574" name="Group 476"/>
            <p:cNvGrpSpPr>
              <a:grpSpLocks/>
            </p:cNvGrpSpPr>
            <p:nvPr/>
          </p:nvGrpSpPr>
          <p:grpSpPr bwMode="auto">
            <a:xfrm>
              <a:off x="2367" y="3272"/>
              <a:ext cx="32" cy="335"/>
              <a:chOff x="2367" y="3272"/>
              <a:chExt cx="32" cy="335"/>
            </a:xfrm>
          </p:grpSpPr>
          <p:sp>
            <p:nvSpPr>
              <p:cNvPr id="54319" name="Oval 477"/>
              <p:cNvSpPr>
                <a:spLocks noChangeArrowheads="1"/>
              </p:cNvSpPr>
              <p:nvPr/>
            </p:nvSpPr>
            <p:spPr bwMode="auto">
              <a:xfrm>
                <a:off x="2367" y="3272"/>
                <a:ext cx="32" cy="32"/>
              </a:xfrm>
              <a:prstGeom prst="ellipse">
                <a:avLst/>
              </a:prstGeom>
              <a:solidFill>
                <a:srgbClr val="808080"/>
              </a:solidFill>
              <a:ln w="9525">
                <a:solidFill>
                  <a:srgbClr val="808080"/>
                </a:solidFill>
                <a:round/>
                <a:headEnd/>
                <a:tailEnd/>
              </a:ln>
            </p:spPr>
            <p:txBody>
              <a:bodyPr/>
              <a:lstStyle/>
              <a:p>
                <a:endParaRPr lang="en-US"/>
              </a:p>
            </p:txBody>
          </p:sp>
          <p:sp>
            <p:nvSpPr>
              <p:cNvPr id="54320" name="Oval 478"/>
              <p:cNvSpPr>
                <a:spLocks noChangeArrowheads="1"/>
              </p:cNvSpPr>
              <p:nvPr/>
            </p:nvSpPr>
            <p:spPr bwMode="auto">
              <a:xfrm>
                <a:off x="2367" y="3272"/>
                <a:ext cx="32" cy="32"/>
              </a:xfrm>
              <a:prstGeom prst="ellipse">
                <a:avLst/>
              </a:prstGeom>
              <a:solidFill>
                <a:srgbClr val="808080"/>
              </a:solidFill>
              <a:ln w="25400">
                <a:solidFill>
                  <a:srgbClr val="808080"/>
                </a:solidFill>
                <a:round/>
                <a:headEnd/>
                <a:tailEnd/>
              </a:ln>
            </p:spPr>
            <p:txBody>
              <a:bodyPr/>
              <a:lstStyle/>
              <a:p>
                <a:endParaRPr lang="en-US"/>
              </a:p>
            </p:txBody>
          </p:sp>
          <p:sp>
            <p:nvSpPr>
              <p:cNvPr id="54321" name="Oval 479"/>
              <p:cNvSpPr>
                <a:spLocks noChangeArrowheads="1"/>
              </p:cNvSpPr>
              <p:nvPr/>
            </p:nvSpPr>
            <p:spPr bwMode="auto">
              <a:xfrm>
                <a:off x="2367" y="3575"/>
                <a:ext cx="32" cy="32"/>
              </a:xfrm>
              <a:prstGeom prst="ellipse">
                <a:avLst/>
              </a:prstGeom>
              <a:solidFill>
                <a:srgbClr val="808080"/>
              </a:solidFill>
              <a:ln w="9525">
                <a:solidFill>
                  <a:srgbClr val="808080"/>
                </a:solidFill>
                <a:round/>
                <a:headEnd/>
                <a:tailEnd/>
              </a:ln>
            </p:spPr>
            <p:txBody>
              <a:bodyPr/>
              <a:lstStyle/>
              <a:p>
                <a:endParaRPr lang="en-US"/>
              </a:p>
            </p:txBody>
          </p:sp>
          <p:sp>
            <p:nvSpPr>
              <p:cNvPr id="54322" name="Oval 480"/>
              <p:cNvSpPr>
                <a:spLocks noChangeArrowheads="1"/>
              </p:cNvSpPr>
              <p:nvPr/>
            </p:nvSpPr>
            <p:spPr bwMode="auto">
              <a:xfrm>
                <a:off x="2367" y="3575"/>
                <a:ext cx="32" cy="32"/>
              </a:xfrm>
              <a:prstGeom prst="ellipse">
                <a:avLst/>
              </a:prstGeom>
              <a:solidFill>
                <a:srgbClr val="808080"/>
              </a:solidFill>
              <a:ln w="25400">
                <a:solidFill>
                  <a:srgbClr val="808080"/>
                </a:solidFill>
                <a:round/>
                <a:headEnd/>
                <a:tailEnd/>
              </a:ln>
            </p:spPr>
            <p:txBody>
              <a:bodyPr/>
              <a:lstStyle/>
              <a:p>
                <a:endParaRPr lang="en-US"/>
              </a:p>
            </p:txBody>
          </p:sp>
        </p:grpSp>
        <p:grpSp>
          <p:nvGrpSpPr>
            <p:cNvPr id="53575" name="Group 481"/>
            <p:cNvGrpSpPr>
              <a:grpSpLocks/>
            </p:cNvGrpSpPr>
            <p:nvPr/>
          </p:nvGrpSpPr>
          <p:grpSpPr bwMode="auto">
            <a:xfrm>
              <a:off x="2822" y="3272"/>
              <a:ext cx="40" cy="335"/>
              <a:chOff x="2822" y="3272"/>
              <a:chExt cx="40" cy="335"/>
            </a:xfrm>
          </p:grpSpPr>
          <p:sp>
            <p:nvSpPr>
              <p:cNvPr id="54315" name="Oval 482"/>
              <p:cNvSpPr>
                <a:spLocks noChangeArrowheads="1"/>
              </p:cNvSpPr>
              <p:nvPr/>
            </p:nvSpPr>
            <p:spPr bwMode="auto">
              <a:xfrm>
                <a:off x="2822" y="3272"/>
                <a:ext cx="40" cy="32"/>
              </a:xfrm>
              <a:prstGeom prst="ellipse">
                <a:avLst/>
              </a:prstGeom>
              <a:solidFill>
                <a:srgbClr val="808080"/>
              </a:solidFill>
              <a:ln w="9525">
                <a:solidFill>
                  <a:srgbClr val="808080"/>
                </a:solidFill>
                <a:round/>
                <a:headEnd/>
                <a:tailEnd/>
              </a:ln>
            </p:spPr>
            <p:txBody>
              <a:bodyPr/>
              <a:lstStyle/>
              <a:p>
                <a:endParaRPr lang="en-US"/>
              </a:p>
            </p:txBody>
          </p:sp>
          <p:sp>
            <p:nvSpPr>
              <p:cNvPr id="54316" name="Oval 483"/>
              <p:cNvSpPr>
                <a:spLocks noChangeArrowheads="1"/>
              </p:cNvSpPr>
              <p:nvPr/>
            </p:nvSpPr>
            <p:spPr bwMode="auto">
              <a:xfrm>
                <a:off x="2822" y="3272"/>
                <a:ext cx="40" cy="32"/>
              </a:xfrm>
              <a:prstGeom prst="ellipse">
                <a:avLst/>
              </a:prstGeom>
              <a:solidFill>
                <a:srgbClr val="808080"/>
              </a:solidFill>
              <a:ln w="25400">
                <a:solidFill>
                  <a:srgbClr val="808080"/>
                </a:solidFill>
                <a:round/>
                <a:headEnd/>
                <a:tailEnd/>
              </a:ln>
            </p:spPr>
            <p:txBody>
              <a:bodyPr/>
              <a:lstStyle/>
              <a:p>
                <a:endParaRPr lang="en-US"/>
              </a:p>
            </p:txBody>
          </p:sp>
          <p:sp>
            <p:nvSpPr>
              <p:cNvPr id="54317" name="Oval 484"/>
              <p:cNvSpPr>
                <a:spLocks noChangeArrowheads="1"/>
              </p:cNvSpPr>
              <p:nvPr/>
            </p:nvSpPr>
            <p:spPr bwMode="auto">
              <a:xfrm>
                <a:off x="2822" y="3575"/>
                <a:ext cx="40" cy="32"/>
              </a:xfrm>
              <a:prstGeom prst="ellipse">
                <a:avLst/>
              </a:prstGeom>
              <a:solidFill>
                <a:srgbClr val="808080"/>
              </a:solidFill>
              <a:ln w="9525">
                <a:solidFill>
                  <a:srgbClr val="808080"/>
                </a:solidFill>
                <a:round/>
                <a:headEnd/>
                <a:tailEnd/>
              </a:ln>
            </p:spPr>
            <p:txBody>
              <a:bodyPr/>
              <a:lstStyle/>
              <a:p>
                <a:endParaRPr lang="en-US"/>
              </a:p>
            </p:txBody>
          </p:sp>
          <p:sp>
            <p:nvSpPr>
              <p:cNvPr id="54318" name="Oval 485"/>
              <p:cNvSpPr>
                <a:spLocks noChangeArrowheads="1"/>
              </p:cNvSpPr>
              <p:nvPr/>
            </p:nvSpPr>
            <p:spPr bwMode="auto">
              <a:xfrm>
                <a:off x="2822" y="3575"/>
                <a:ext cx="40" cy="32"/>
              </a:xfrm>
              <a:prstGeom prst="ellipse">
                <a:avLst/>
              </a:prstGeom>
              <a:solidFill>
                <a:srgbClr val="808080"/>
              </a:solidFill>
              <a:ln w="25400">
                <a:solidFill>
                  <a:srgbClr val="808080"/>
                </a:solidFill>
                <a:round/>
                <a:headEnd/>
                <a:tailEnd/>
              </a:ln>
            </p:spPr>
            <p:txBody>
              <a:bodyPr/>
              <a:lstStyle/>
              <a:p>
                <a:endParaRPr lang="en-US"/>
              </a:p>
            </p:txBody>
          </p:sp>
        </p:grpSp>
        <p:grpSp>
          <p:nvGrpSpPr>
            <p:cNvPr id="53576" name="Group 486"/>
            <p:cNvGrpSpPr>
              <a:grpSpLocks/>
            </p:cNvGrpSpPr>
            <p:nvPr/>
          </p:nvGrpSpPr>
          <p:grpSpPr bwMode="auto">
            <a:xfrm>
              <a:off x="2415" y="2650"/>
              <a:ext cx="415" cy="56"/>
              <a:chOff x="2415" y="2650"/>
              <a:chExt cx="415" cy="56"/>
            </a:xfrm>
          </p:grpSpPr>
          <p:sp>
            <p:nvSpPr>
              <p:cNvPr id="54307" name="Freeform 487"/>
              <p:cNvSpPr>
                <a:spLocks/>
              </p:cNvSpPr>
              <p:nvPr/>
            </p:nvSpPr>
            <p:spPr bwMode="auto">
              <a:xfrm>
                <a:off x="2718" y="2650"/>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rgbClr val="808080"/>
              </a:solidFill>
              <a:ln w="9525">
                <a:solidFill>
                  <a:srgbClr val="808080"/>
                </a:solidFill>
                <a:round/>
                <a:headEnd/>
                <a:tailEnd/>
              </a:ln>
            </p:spPr>
            <p:txBody>
              <a:bodyPr/>
              <a:lstStyle/>
              <a:p>
                <a:endParaRPr lang="en-US"/>
              </a:p>
            </p:txBody>
          </p:sp>
          <p:grpSp>
            <p:nvGrpSpPr>
              <p:cNvPr id="54308" name="Group 488"/>
              <p:cNvGrpSpPr>
                <a:grpSpLocks/>
              </p:cNvGrpSpPr>
              <p:nvPr/>
            </p:nvGrpSpPr>
            <p:grpSpPr bwMode="auto">
              <a:xfrm>
                <a:off x="2415" y="2674"/>
                <a:ext cx="295" cy="1"/>
                <a:chOff x="2415" y="2674"/>
                <a:chExt cx="295" cy="1"/>
              </a:xfrm>
            </p:grpSpPr>
            <p:sp>
              <p:nvSpPr>
                <p:cNvPr id="54309" name="Line 489"/>
                <p:cNvSpPr>
                  <a:spLocks noChangeShapeType="1"/>
                </p:cNvSpPr>
                <p:nvPr/>
              </p:nvSpPr>
              <p:spPr bwMode="auto">
                <a:xfrm>
                  <a:off x="2415"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310" name="Line 490"/>
                <p:cNvSpPr>
                  <a:spLocks noChangeShapeType="1"/>
                </p:cNvSpPr>
                <p:nvPr/>
              </p:nvSpPr>
              <p:spPr bwMode="auto">
                <a:xfrm>
                  <a:off x="2471"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311" name="Line 491"/>
                <p:cNvSpPr>
                  <a:spLocks noChangeShapeType="1"/>
                </p:cNvSpPr>
                <p:nvPr/>
              </p:nvSpPr>
              <p:spPr bwMode="auto">
                <a:xfrm>
                  <a:off x="2526"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312" name="Line 492"/>
                <p:cNvSpPr>
                  <a:spLocks noChangeShapeType="1"/>
                </p:cNvSpPr>
                <p:nvPr/>
              </p:nvSpPr>
              <p:spPr bwMode="auto">
                <a:xfrm>
                  <a:off x="2582"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313" name="Line 493"/>
                <p:cNvSpPr>
                  <a:spLocks noChangeShapeType="1"/>
                </p:cNvSpPr>
                <p:nvPr/>
              </p:nvSpPr>
              <p:spPr bwMode="auto">
                <a:xfrm>
                  <a:off x="2638"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314" name="Line 494"/>
                <p:cNvSpPr>
                  <a:spLocks noChangeShapeType="1"/>
                </p:cNvSpPr>
                <p:nvPr/>
              </p:nvSpPr>
              <p:spPr bwMode="auto">
                <a:xfrm>
                  <a:off x="2694" y="2674"/>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3577" name="Group 495"/>
            <p:cNvGrpSpPr>
              <a:grpSpLocks/>
            </p:cNvGrpSpPr>
            <p:nvPr/>
          </p:nvGrpSpPr>
          <p:grpSpPr bwMode="auto">
            <a:xfrm>
              <a:off x="2415" y="1733"/>
              <a:ext cx="415" cy="56"/>
              <a:chOff x="2415" y="1733"/>
              <a:chExt cx="415" cy="56"/>
            </a:xfrm>
          </p:grpSpPr>
          <p:sp>
            <p:nvSpPr>
              <p:cNvPr id="54299" name="Freeform 496"/>
              <p:cNvSpPr>
                <a:spLocks/>
              </p:cNvSpPr>
              <p:nvPr/>
            </p:nvSpPr>
            <p:spPr bwMode="auto">
              <a:xfrm>
                <a:off x="2718" y="1733"/>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rgbClr val="808080"/>
              </a:solidFill>
              <a:ln w="9525">
                <a:solidFill>
                  <a:srgbClr val="808080"/>
                </a:solidFill>
                <a:round/>
                <a:headEnd/>
                <a:tailEnd/>
              </a:ln>
            </p:spPr>
            <p:txBody>
              <a:bodyPr/>
              <a:lstStyle/>
              <a:p>
                <a:endParaRPr lang="en-US"/>
              </a:p>
            </p:txBody>
          </p:sp>
          <p:grpSp>
            <p:nvGrpSpPr>
              <p:cNvPr id="54300" name="Group 497"/>
              <p:cNvGrpSpPr>
                <a:grpSpLocks/>
              </p:cNvGrpSpPr>
              <p:nvPr/>
            </p:nvGrpSpPr>
            <p:grpSpPr bwMode="auto">
              <a:xfrm>
                <a:off x="2415" y="1757"/>
                <a:ext cx="295" cy="1"/>
                <a:chOff x="2415" y="1757"/>
                <a:chExt cx="295" cy="1"/>
              </a:xfrm>
            </p:grpSpPr>
            <p:sp>
              <p:nvSpPr>
                <p:cNvPr id="54301" name="Line 498"/>
                <p:cNvSpPr>
                  <a:spLocks noChangeShapeType="1"/>
                </p:cNvSpPr>
                <p:nvPr/>
              </p:nvSpPr>
              <p:spPr bwMode="auto">
                <a:xfrm>
                  <a:off x="2415"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302" name="Line 499"/>
                <p:cNvSpPr>
                  <a:spLocks noChangeShapeType="1"/>
                </p:cNvSpPr>
                <p:nvPr/>
              </p:nvSpPr>
              <p:spPr bwMode="auto">
                <a:xfrm>
                  <a:off x="2471"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303" name="Line 500"/>
                <p:cNvSpPr>
                  <a:spLocks noChangeShapeType="1"/>
                </p:cNvSpPr>
                <p:nvPr/>
              </p:nvSpPr>
              <p:spPr bwMode="auto">
                <a:xfrm>
                  <a:off x="2526"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304" name="Line 501"/>
                <p:cNvSpPr>
                  <a:spLocks noChangeShapeType="1"/>
                </p:cNvSpPr>
                <p:nvPr/>
              </p:nvSpPr>
              <p:spPr bwMode="auto">
                <a:xfrm>
                  <a:off x="2582"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305" name="Line 502"/>
                <p:cNvSpPr>
                  <a:spLocks noChangeShapeType="1"/>
                </p:cNvSpPr>
                <p:nvPr/>
              </p:nvSpPr>
              <p:spPr bwMode="auto">
                <a:xfrm>
                  <a:off x="2638"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306" name="Line 503"/>
                <p:cNvSpPr>
                  <a:spLocks noChangeShapeType="1"/>
                </p:cNvSpPr>
                <p:nvPr/>
              </p:nvSpPr>
              <p:spPr bwMode="auto">
                <a:xfrm>
                  <a:off x="2694" y="1757"/>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3578" name="Group 504"/>
            <p:cNvGrpSpPr>
              <a:grpSpLocks/>
            </p:cNvGrpSpPr>
            <p:nvPr/>
          </p:nvGrpSpPr>
          <p:grpSpPr bwMode="auto">
            <a:xfrm>
              <a:off x="1489" y="3264"/>
              <a:ext cx="423" cy="56"/>
              <a:chOff x="1489" y="3264"/>
              <a:chExt cx="423" cy="56"/>
            </a:xfrm>
          </p:grpSpPr>
          <p:sp>
            <p:nvSpPr>
              <p:cNvPr id="54291" name="Freeform 505"/>
              <p:cNvSpPr>
                <a:spLocks/>
              </p:cNvSpPr>
              <p:nvPr/>
            </p:nvSpPr>
            <p:spPr bwMode="auto">
              <a:xfrm>
                <a:off x="1792" y="3264"/>
                <a:ext cx="120" cy="56"/>
              </a:xfrm>
              <a:custGeom>
                <a:avLst/>
                <a:gdLst>
                  <a:gd name="T0" fmla="*/ 120 w 120"/>
                  <a:gd name="T1" fmla="*/ 24 h 56"/>
                  <a:gd name="T2" fmla="*/ 0 w 120"/>
                  <a:gd name="T3" fmla="*/ 56 h 56"/>
                  <a:gd name="T4" fmla="*/ 0 w 120"/>
                  <a:gd name="T5" fmla="*/ 24 h 56"/>
                  <a:gd name="T6" fmla="*/ 0 w 120"/>
                  <a:gd name="T7" fmla="*/ 0 h 56"/>
                  <a:gd name="T8" fmla="*/ 120 w 120"/>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 h="56">
                    <a:moveTo>
                      <a:pt x="120" y="24"/>
                    </a:moveTo>
                    <a:lnTo>
                      <a:pt x="0" y="56"/>
                    </a:lnTo>
                    <a:lnTo>
                      <a:pt x="0" y="24"/>
                    </a:lnTo>
                    <a:lnTo>
                      <a:pt x="0" y="0"/>
                    </a:lnTo>
                    <a:lnTo>
                      <a:pt x="120" y="24"/>
                    </a:lnTo>
                    <a:close/>
                  </a:path>
                </a:pathLst>
              </a:custGeom>
              <a:solidFill>
                <a:srgbClr val="808080"/>
              </a:solidFill>
              <a:ln w="9525">
                <a:solidFill>
                  <a:srgbClr val="808080"/>
                </a:solidFill>
                <a:round/>
                <a:headEnd/>
                <a:tailEnd/>
              </a:ln>
            </p:spPr>
            <p:txBody>
              <a:bodyPr/>
              <a:lstStyle/>
              <a:p>
                <a:endParaRPr lang="en-US"/>
              </a:p>
            </p:txBody>
          </p:sp>
          <p:grpSp>
            <p:nvGrpSpPr>
              <p:cNvPr id="54292" name="Group 506"/>
              <p:cNvGrpSpPr>
                <a:grpSpLocks/>
              </p:cNvGrpSpPr>
              <p:nvPr/>
            </p:nvGrpSpPr>
            <p:grpSpPr bwMode="auto">
              <a:xfrm>
                <a:off x="1489" y="3288"/>
                <a:ext cx="295" cy="1"/>
                <a:chOff x="1489" y="3288"/>
                <a:chExt cx="295" cy="1"/>
              </a:xfrm>
            </p:grpSpPr>
            <p:sp>
              <p:nvSpPr>
                <p:cNvPr id="54293" name="Line 507"/>
                <p:cNvSpPr>
                  <a:spLocks noChangeShapeType="1"/>
                </p:cNvSpPr>
                <p:nvPr/>
              </p:nvSpPr>
              <p:spPr bwMode="auto">
                <a:xfrm>
                  <a:off x="1489"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294" name="Line 508"/>
                <p:cNvSpPr>
                  <a:spLocks noChangeShapeType="1"/>
                </p:cNvSpPr>
                <p:nvPr/>
              </p:nvSpPr>
              <p:spPr bwMode="auto">
                <a:xfrm>
                  <a:off x="1544"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295" name="Line 509"/>
                <p:cNvSpPr>
                  <a:spLocks noChangeShapeType="1"/>
                </p:cNvSpPr>
                <p:nvPr/>
              </p:nvSpPr>
              <p:spPr bwMode="auto">
                <a:xfrm>
                  <a:off x="1600"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296" name="Line 510"/>
                <p:cNvSpPr>
                  <a:spLocks noChangeShapeType="1"/>
                </p:cNvSpPr>
                <p:nvPr/>
              </p:nvSpPr>
              <p:spPr bwMode="auto">
                <a:xfrm>
                  <a:off x="1656"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297" name="Line 511"/>
                <p:cNvSpPr>
                  <a:spLocks noChangeShapeType="1"/>
                </p:cNvSpPr>
                <p:nvPr/>
              </p:nvSpPr>
              <p:spPr bwMode="auto">
                <a:xfrm>
                  <a:off x="1712"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298" name="Line 512"/>
                <p:cNvSpPr>
                  <a:spLocks noChangeShapeType="1"/>
                </p:cNvSpPr>
                <p:nvPr/>
              </p:nvSpPr>
              <p:spPr bwMode="auto">
                <a:xfrm>
                  <a:off x="1768" y="3288"/>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3579" name="Group 513"/>
            <p:cNvGrpSpPr>
              <a:grpSpLocks/>
            </p:cNvGrpSpPr>
            <p:nvPr/>
          </p:nvGrpSpPr>
          <p:grpSpPr bwMode="auto">
            <a:xfrm>
              <a:off x="1944" y="3256"/>
              <a:ext cx="423" cy="56"/>
              <a:chOff x="1944" y="3256"/>
              <a:chExt cx="423" cy="56"/>
            </a:xfrm>
          </p:grpSpPr>
          <p:sp>
            <p:nvSpPr>
              <p:cNvPr id="54283" name="Freeform 514"/>
              <p:cNvSpPr>
                <a:spLocks/>
              </p:cNvSpPr>
              <p:nvPr/>
            </p:nvSpPr>
            <p:spPr bwMode="auto">
              <a:xfrm>
                <a:off x="2255" y="325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rgbClr val="808080"/>
              </a:solidFill>
              <a:ln w="9525">
                <a:solidFill>
                  <a:srgbClr val="808080"/>
                </a:solidFill>
                <a:round/>
                <a:headEnd/>
                <a:tailEnd/>
              </a:ln>
            </p:spPr>
            <p:txBody>
              <a:bodyPr/>
              <a:lstStyle/>
              <a:p>
                <a:endParaRPr lang="en-US"/>
              </a:p>
            </p:txBody>
          </p:sp>
          <p:grpSp>
            <p:nvGrpSpPr>
              <p:cNvPr id="54284" name="Group 515"/>
              <p:cNvGrpSpPr>
                <a:grpSpLocks/>
              </p:cNvGrpSpPr>
              <p:nvPr/>
            </p:nvGrpSpPr>
            <p:grpSpPr bwMode="auto">
              <a:xfrm>
                <a:off x="1944" y="3288"/>
                <a:ext cx="303" cy="1"/>
                <a:chOff x="1944" y="3288"/>
                <a:chExt cx="303" cy="1"/>
              </a:xfrm>
            </p:grpSpPr>
            <p:sp>
              <p:nvSpPr>
                <p:cNvPr id="54285" name="Line 516"/>
                <p:cNvSpPr>
                  <a:spLocks noChangeShapeType="1"/>
                </p:cNvSpPr>
                <p:nvPr/>
              </p:nvSpPr>
              <p:spPr bwMode="auto">
                <a:xfrm>
                  <a:off x="1944"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286" name="Line 517"/>
                <p:cNvSpPr>
                  <a:spLocks noChangeShapeType="1"/>
                </p:cNvSpPr>
                <p:nvPr/>
              </p:nvSpPr>
              <p:spPr bwMode="auto">
                <a:xfrm>
                  <a:off x="2000" y="3288"/>
                  <a:ext cx="23"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287" name="Line 518"/>
                <p:cNvSpPr>
                  <a:spLocks noChangeShapeType="1"/>
                </p:cNvSpPr>
                <p:nvPr/>
              </p:nvSpPr>
              <p:spPr bwMode="auto">
                <a:xfrm>
                  <a:off x="2055"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288" name="Line 519"/>
                <p:cNvSpPr>
                  <a:spLocks noChangeShapeType="1"/>
                </p:cNvSpPr>
                <p:nvPr/>
              </p:nvSpPr>
              <p:spPr bwMode="auto">
                <a:xfrm>
                  <a:off x="2111"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289" name="Line 520"/>
                <p:cNvSpPr>
                  <a:spLocks noChangeShapeType="1"/>
                </p:cNvSpPr>
                <p:nvPr/>
              </p:nvSpPr>
              <p:spPr bwMode="auto">
                <a:xfrm>
                  <a:off x="2167"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290" name="Line 521"/>
                <p:cNvSpPr>
                  <a:spLocks noChangeShapeType="1"/>
                </p:cNvSpPr>
                <p:nvPr/>
              </p:nvSpPr>
              <p:spPr bwMode="auto">
                <a:xfrm>
                  <a:off x="2223"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3580" name="Group 522"/>
            <p:cNvGrpSpPr>
              <a:grpSpLocks/>
            </p:cNvGrpSpPr>
            <p:nvPr/>
          </p:nvGrpSpPr>
          <p:grpSpPr bwMode="auto">
            <a:xfrm>
              <a:off x="2415" y="3256"/>
              <a:ext cx="415" cy="56"/>
              <a:chOff x="2415" y="3256"/>
              <a:chExt cx="415" cy="56"/>
            </a:xfrm>
          </p:grpSpPr>
          <p:sp>
            <p:nvSpPr>
              <p:cNvPr id="54275" name="Freeform 523"/>
              <p:cNvSpPr>
                <a:spLocks/>
              </p:cNvSpPr>
              <p:nvPr/>
            </p:nvSpPr>
            <p:spPr bwMode="auto">
              <a:xfrm>
                <a:off x="2718" y="325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rgbClr val="808080"/>
              </a:solidFill>
              <a:ln w="9525">
                <a:solidFill>
                  <a:srgbClr val="808080"/>
                </a:solidFill>
                <a:round/>
                <a:headEnd/>
                <a:tailEnd/>
              </a:ln>
            </p:spPr>
            <p:txBody>
              <a:bodyPr/>
              <a:lstStyle/>
              <a:p>
                <a:endParaRPr lang="en-US"/>
              </a:p>
            </p:txBody>
          </p:sp>
          <p:grpSp>
            <p:nvGrpSpPr>
              <p:cNvPr id="54276" name="Group 524"/>
              <p:cNvGrpSpPr>
                <a:grpSpLocks/>
              </p:cNvGrpSpPr>
              <p:nvPr/>
            </p:nvGrpSpPr>
            <p:grpSpPr bwMode="auto">
              <a:xfrm>
                <a:off x="2415" y="3288"/>
                <a:ext cx="295" cy="1"/>
                <a:chOff x="2415" y="3288"/>
                <a:chExt cx="295" cy="1"/>
              </a:xfrm>
            </p:grpSpPr>
            <p:sp>
              <p:nvSpPr>
                <p:cNvPr id="54277" name="Line 525"/>
                <p:cNvSpPr>
                  <a:spLocks noChangeShapeType="1"/>
                </p:cNvSpPr>
                <p:nvPr/>
              </p:nvSpPr>
              <p:spPr bwMode="auto">
                <a:xfrm>
                  <a:off x="2415"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278" name="Line 526"/>
                <p:cNvSpPr>
                  <a:spLocks noChangeShapeType="1"/>
                </p:cNvSpPr>
                <p:nvPr/>
              </p:nvSpPr>
              <p:spPr bwMode="auto">
                <a:xfrm>
                  <a:off x="2471"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279" name="Line 527"/>
                <p:cNvSpPr>
                  <a:spLocks noChangeShapeType="1"/>
                </p:cNvSpPr>
                <p:nvPr/>
              </p:nvSpPr>
              <p:spPr bwMode="auto">
                <a:xfrm>
                  <a:off x="2526"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280" name="Line 528"/>
                <p:cNvSpPr>
                  <a:spLocks noChangeShapeType="1"/>
                </p:cNvSpPr>
                <p:nvPr/>
              </p:nvSpPr>
              <p:spPr bwMode="auto">
                <a:xfrm>
                  <a:off x="2582"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281" name="Line 529"/>
                <p:cNvSpPr>
                  <a:spLocks noChangeShapeType="1"/>
                </p:cNvSpPr>
                <p:nvPr/>
              </p:nvSpPr>
              <p:spPr bwMode="auto">
                <a:xfrm>
                  <a:off x="2638"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282" name="Line 530"/>
                <p:cNvSpPr>
                  <a:spLocks noChangeShapeType="1"/>
                </p:cNvSpPr>
                <p:nvPr/>
              </p:nvSpPr>
              <p:spPr bwMode="auto">
                <a:xfrm>
                  <a:off x="2694" y="3288"/>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3581" name="Group 531"/>
            <p:cNvGrpSpPr>
              <a:grpSpLocks/>
            </p:cNvGrpSpPr>
            <p:nvPr/>
          </p:nvGrpSpPr>
          <p:grpSpPr bwMode="auto">
            <a:xfrm>
              <a:off x="1489" y="3567"/>
              <a:ext cx="423" cy="56"/>
              <a:chOff x="1489" y="3567"/>
              <a:chExt cx="423" cy="56"/>
            </a:xfrm>
          </p:grpSpPr>
          <p:sp>
            <p:nvSpPr>
              <p:cNvPr id="54267" name="Freeform 532"/>
              <p:cNvSpPr>
                <a:spLocks/>
              </p:cNvSpPr>
              <p:nvPr/>
            </p:nvSpPr>
            <p:spPr bwMode="auto">
              <a:xfrm>
                <a:off x="1800"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rgbClr val="808080"/>
              </a:solidFill>
              <a:ln w="9525">
                <a:solidFill>
                  <a:srgbClr val="808080"/>
                </a:solidFill>
                <a:round/>
                <a:headEnd/>
                <a:tailEnd/>
              </a:ln>
            </p:spPr>
            <p:txBody>
              <a:bodyPr/>
              <a:lstStyle/>
              <a:p>
                <a:endParaRPr lang="en-US"/>
              </a:p>
            </p:txBody>
          </p:sp>
          <p:grpSp>
            <p:nvGrpSpPr>
              <p:cNvPr id="54268" name="Group 533"/>
              <p:cNvGrpSpPr>
                <a:grpSpLocks/>
              </p:cNvGrpSpPr>
              <p:nvPr/>
            </p:nvGrpSpPr>
            <p:grpSpPr bwMode="auto">
              <a:xfrm>
                <a:off x="1489" y="3591"/>
                <a:ext cx="303" cy="1"/>
                <a:chOff x="1489" y="3591"/>
                <a:chExt cx="303" cy="1"/>
              </a:xfrm>
            </p:grpSpPr>
            <p:sp>
              <p:nvSpPr>
                <p:cNvPr id="54269" name="Line 534"/>
                <p:cNvSpPr>
                  <a:spLocks noChangeShapeType="1"/>
                </p:cNvSpPr>
                <p:nvPr/>
              </p:nvSpPr>
              <p:spPr bwMode="auto">
                <a:xfrm>
                  <a:off x="1489"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270" name="Line 535"/>
                <p:cNvSpPr>
                  <a:spLocks noChangeShapeType="1"/>
                </p:cNvSpPr>
                <p:nvPr/>
              </p:nvSpPr>
              <p:spPr bwMode="auto">
                <a:xfrm>
                  <a:off x="1544"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271" name="Line 536"/>
                <p:cNvSpPr>
                  <a:spLocks noChangeShapeType="1"/>
                </p:cNvSpPr>
                <p:nvPr/>
              </p:nvSpPr>
              <p:spPr bwMode="auto">
                <a:xfrm>
                  <a:off x="1600"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272" name="Line 537"/>
                <p:cNvSpPr>
                  <a:spLocks noChangeShapeType="1"/>
                </p:cNvSpPr>
                <p:nvPr/>
              </p:nvSpPr>
              <p:spPr bwMode="auto">
                <a:xfrm>
                  <a:off x="1656"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273" name="Line 538"/>
                <p:cNvSpPr>
                  <a:spLocks noChangeShapeType="1"/>
                </p:cNvSpPr>
                <p:nvPr/>
              </p:nvSpPr>
              <p:spPr bwMode="auto">
                <a:xfrm>
                  <a:off x="1712"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274" name="Line 539"/>
                <p:cNvSpPr>
                  <a:spLocks noChangeShapeType="1"/>
                </p:cNvSpPr>
                <p:nvPr/>
              </p:nvSpPr>
              <p:spPr bwMode="auto">
                <a:xfrm>
                  <a:off x="1768"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3582" name="Group 540"/>
            <p:cNvGrpSpPr>
              <a:grpSpLocks/>
            </p:cNvGrpSpPr>
            <p:nvPr/>
          </p:nvGrpSpPr>
          <p:grpSpPr bwMode="auto">
            <a:xfrm>
              <a:off x="1952" y="3567"/>
              <a:ext cx="415" cy="56"/>
              <a:chOff x="1952" y="3567"/>
              <a:chExt cx="415" cy="56"/>
            </a:xfrm>
          </p:grpSpPr>
          <p:sp>
            <p:nvSpPr>
              <p:cNvPr id="54259" name="Freeform 541"/>
              <p:cNvSpPr>
                <a:spLocks/>
              </p:cNvSpPr>
              <p:nvPr/>
            </p:nvSpPr>
            <p:spPr bwMode="auto">
              <a:xfrm>
                <a:off x="2255"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rgbClr val="808080"/>
              </a:solidFill>
              <a:ln w="9525">
                <a:solidFill>
                  <a:srgbClr val="808080"/>
                </a:solidFill>
                <a:round/>
                <a:headEnd/>
                <a:tailEnd/>
              </a:ln>
            </p:spPr>
            <p:txBody>
              <a:bodyPr/>
              <a:lstStyle/>
              <a:p>
                <a:endParaRPr lang="en-US"/>
              </a:p>
            </p:txBody>
          </p:sp>
          <p:grpSp>
            <p:nvGrpSpPr>
              <p:cNvPr id="54260" name="Group 542"/>
              <p:cNvGrpSpPr>
                <a:grpSpLocks/>
              </p:cNvGrpSpPr>
              <p:nvPr/>
            </p:nvGrpSpPr>
            <p:grpSpPr bwMode="auto">
              <a:xfrm>
                <a:off x="1952" y="3591"/>
                <a:ext cx="295" cy="1"/>
                <a:chOff x="1952" y="3591"/>
                <a:chExt cx="295" cy="1"/>
              </a:xfrm>
            </p:grpSpPr>
            <p:sp>
              <p:nvSpPr>
                <p:cNvPr id="54261" name="Line 543"/>
                <p:cNvSpPr>
                  <a:spLocks noChangeShapeType="1"/>
                </p:cNvSpPr>
                <p:nvPr/>
              </p:nvSpPr>
              <p:spPr bwMode="auto">
                <a:xfrm>
                  <a:off x="1952"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262" name="Line 544"/>
                <p:cNvSpPr>
                  <a:spLocks noChangeShapeType="1"/>
                </p:cNvSpPr>
                <p:nvPr/>
              </p:nvSpPr>
              <p:spPr bwMode="auto">
                <a:xfrm>
                  <a:off x="2008" y="3591"/>
                  <a:ext cx="23"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263" name="Line 545"/>
                <p:cNvSpPr>
                  <a:spLocks noChangeShapeType="1"/>
                </p:cNvSpPr>
                <p:nvPr/>
              </p:nvSpPr>
              <p:spPr bwMode="auto">
                <a:xfrm>
                  <a:off x="2063"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264" name="Line 546"/>
                <p:cNvSpPr>
                  <a:spLocks noChangeShapeType="1"/>
                </p:cNvSpPr>
                <p:nvPr/>
              </p:nvSpPr>
              <p:spPr bwMode="auto">
                <a:xfrm>
                  <a:off x="2119"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265" name="Line 547"/>
                <p:cNvSpPr>
                  <a:spLocks noChangeShapeType="1"/>
                </p:cNvSpPr>
                <p:nvPr/>
              </p:nvSpPr>
              <p:spPr bwMode="auto">
                <a:xfrm>
                  <a:off x="2175"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266" name="Line 548"/>
                <p:cNvSpPr>
                  <a:spLocks noChangeShapeType="1"/>
                </p:cNvSpPr>
                <p:nvPr/>
              </p:nvSpPr>
              <p:spPr bwMode="auto">
                <a:xfrm>
                  <a:off x="2231" y="3591"/>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3583" name="Group 549"/>
            <p:cNvGrpSpPr>
              <a:grpSpLocks/>
            </p:cNvGrpSpPr>
            <p:nvPr/>
          </p:nvGrpSpPr>
          <p:grpSpPr bwMode="auto">
            <a:xfrm>
              <a:off x="2407" y="3567"/>
              <a:ext cx="415" cy="56"/>
              <a:chOff x="2407" y="3567"/>
              <a:chExt cx="415" cy="56"/>
            </a:xfrm>
          </p:grpSpPr>
          <p:sp>
            <p:nvSpPr>
              <p:cNvPr id="54251" name="Freeform 550"/>
              <p:cNvSpPr>
                <a:spLocks/>
              </p:cNvSpPr>
              <p:nvPr/>
            </p:nvSpPr>
            <p:spPr bwMode="auto">
              <a:xfrm>
                <a:off x="2710"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rgbClr val="808080"/>
              </a:solidFill>
              <a:ln w="9525">
                <a:solidFill>
                  <a:srgbClr val="808080"/>
                </a:solidFill>
                <a:round/>
                <a:headEnd/>
                <a:tailEnd/>
              </a:ln>
            </p:spPr>
            <p:txBody>
              <a:bodyPr/>
              <a:lstStyle/>
              <a:p>
                <a:endParaRPr lang="en-US"/>
              </a:p>
            </p:txBody>
          </p:sp>
          <p:grpSp>
            <p:nvGrpSpPr>
              <p:cNvPr id="54252" name="Group 551"/>
              <p:cNvGrpSpPr>
                <a:grpSpLocks/>
              </p:cNvGrpSpPr>
              <p:nvPr/>
            </p:nvGrpSpPr>
            <p:grpSpPr bwMode="auto">
              <a:xfrm>
                <a:off x="2407" y="3591"/>
                <a:ext cx="295" cy="1"/>
                <a:chOff x="2407" y="3591"/>
                <a:chExt cx="295" cy="1"/>
              </a:xfrm>
            </p:grpSpPr>
            <p:sp>
              <p:nvSpPr>
                <p:cNvPr id="54253" name="Line 552"/>
                <p:cNvSpPr>
                  <a:spLocks noChangeShapeType="1"/>
                </p:cNvSpPr>
                <p:nvPr/>
              </p:nvSpPr>
              <p:spPr bwMode="auto">
                <a:xfrm>
                  <a:off x="2407"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254" name="Line 553"/>
                <p:cNvSpPr>
                  <a:spLocks noChangeShapeType="1"/>
                </p:cNvSpPr>
                <p:nvPr/>
              </p:nvSpPr>
              <p:spPr bwMode="auto">
                <a:xfrm>
                  <a:off x="2463"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255" name="Line 554"/>
                <p:cNvSpPr>
                  <a:spLocks noChangeShapeType="1"/>
                </p:cNvSpPr>
                <p:nvPr/>
              </p:nvSpPr>
              <p:spPr bwMode="auto">
                <a:xfrm>
                  <a:off x="2518"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256" name="Line 555"/>
                <p:cNvSpPr>
                  <a:spLocks noChangeShapeType="1"/>
                </p:cNvSpPr>
                <p:nvPr/>
              </p:nvSpPr>
              <p:spPr bwMode="auto">
                <a:xfrm>
                  <a:off x="2574"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257" name="Line 556"/>
                <p:cNvSpPr>
                  <a:spLocks noChangeShapeType="1"/>
                </p:cNvSpPr>
                <p:nvPr/>
              </p:nvSpPr>
              <p:spPr bwMode="auto">
                <a:xfrm>
                  <a:off x="2630"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258" name="Line 557"/>
                <p:cNvSpPr>
                  <a:spLocks noChangeShapeType="1"/>
                </p:cNvSpPr>
                <p:nvPr/>
              </p:nvSpPr>
              <p:spPr bwMode="auto">
                <a:xfrm>
                  <a:off x="2686" y="3591"/>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3584" name="Group 558"/>
            <p:cNvGrpSpPr>
              <a:grpSpLocks/>
            </p:cNvGrpSpPr>
            <p:nvPr/>
          </p:nvGrpSpPr>
          <p:grpSpPr bwMode="auto">
            <a:xfrm>
              <a:off x="1952" y="2376"/>
              <a:ext cx="886" cy="290"/>
              <a:chOff x="1952" y="2376"/>
              <a:chExt cx="886" cy="290"/>
            </a:xfrm>
          </p:grpSpPr>
          <p:sp>
            <p:nvSpPr>
              <p:cNvPr id="54249" name="Freeform 559"/>
              <p:cNvSpPr>
                <a:spLocks/>
              </p:cNvSpPr>
              <p:nvPr/>
            </p:nvSpPr>
            <p:spPr bwMode="auto">
              <a:xfrm>
                <a:off x="2702" y="2586"/>
                <a:ext cx="136" cy="80"/>
              </a:xfrm>
              <a:custGeom>
                <a:avLst/>
                <a:gdLst>
                  <a:gd name="T0" fmla="*/ 136 w 136"/>
                  <a:gd name="T1" fmla="*/ 80 h 80"/>
                  <a:gd name="T2" fmla="*/ 0 w 136"/>
                  <a:gd name="T3" fmla="*/ 64 h 80"/>
                  <a:gd name="T4" fmla="*/ 8 w 136"/>
                  <a:gd name="T5" fmla="*/ 32 h 80"/>
                  <a:gd name="T6" fmla="*/ 16 w 136"/>
                  <a:gd name="T7" fmla="*/ 0 h 80"/>
                  <a:gd name="T8" fmla="*/ 136 w 136"/>
                  <a:gd name="T9" fmla="*/ 80 h 8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 h="80">
                    <a:moveTo>
                      <a:pt x="136" y="80"/>
                    </a:moveTo>
                    <a:lnTo>
                      <a:pt x="0" y="64"/>
                    </a:lnTo>
                    <a:lnTo>
                      <a:pt x="8" y="32"/>
                    </a:lnTo>
                    <a:lnTo>
                      <a:pt x="16" y="0"/>
                    </a:lnTo>
                    <a:lnTo>
                      <a:pt x="136" y="80"/>
                    </a:lnTo>
                    <a:close/>
                  </a:path>
                </a:pathLst>
              </a:custGeom>
              <a:solidFill>
                <a:srgbClr val="808080"/>
              </a:solidFill>
              <a:ln w="9525">
                <a:solidFill>
                  <a:srgbClr val="808080"/>
                </a:solidFill>
                <a:round/>
                <a:headEnd/>
                <a:tailEnd/>
              </a:ln>
            </p:spPr>
            <p:txBody>
              <a:bodyPr/>
              <a:lstStyle/>
              <a:p>
                <a:endParaRPr lang="en-US"/>
              </a:p>
            </p:txBody>
          </p:sp>
          <p:sp>
            <p:nvSpPr>
              <p:cNvPr id="54250" name="Line 560"/>
              <p:cNvSpPr>
                <a:spLocks noChangeShapeType="1"/>
              </p:cNvSpPr>
              <p:nvPr/>
            </p:nvSpPr>
            <p:spPr bwMode="auto">
              <a:xfrm>
                <a:off x="1952" y="2376"/>
                <a:ext cx="766" cy="244"/>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3585" name="Group 561"/>
            <p:cNvGrpSpPr>
              <a:grpSpLocks/>
            </p:cNvGrpSpPr>
            <p:nvPr/>
          </p:nvGrpSpPr>
          <p:grpSpPr bwMode="auto">
            <a:xfrm>
              <a:off x="1481" y="2084"/>
              <a:ext cx="1373" cy="1507"/>
              <a:chOff x="1481" y="2084"/>
              <a:chExt cx="1373" cy="1507"/>
            </a:xfrm>
          </p:grpSpPr>
          <p:sp>
            <p:nvSpPr>
              <p:cNvPr id="54247" name="Freeform 562"/>
              <p:cNvSpPr>
                <a:spLocks/>
              </p:cNvSpPr>
              <p:nvPr/>
            </p:nvSpPr>
            <p:spPr bwMode="auto">
              <a:xfrm>
                <a:off x="2742" y="2084"/>
                <a:ext cx="112" cy="119"/>
              </a:xfrm>
              <a:custGeom>
                <a:avLst/>
                <a:gdLst>
                  <a:gd name="T0" fmla="*/ 112 w 112"/>
                  <a:gd name="T1" fmla="*/ 0 h 119"/>
                  <a:gd name="T2" fmla="*/ 48 w 112"/>
                  <a:gd name="T3" fmla="*/ 119 h 119"/>
                  <a:gd name="T4" fmla="*/ 24 w 112"/>
                  <a:gd name="T5" fmla="*/ 96 h 119"/>
                  <a:gd name="T6" fmla="*/ 0 w 112"/>
                  <a:gd name="T7" fmla="*/ 72 h 119"/>
                  <a:gd name="T8" fmla="*/ 112 w 112"/>
                  <a:gd name="T9" fmla="*/ 0 h 1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119">
                    <a:moveTo>
                      <a:pt x="112" y="0"/>
                    </a:moveTo>
                    <a:lnTo>
                      <a:pt x="48" y="119"/>
                    </a:lnTo>
                    <a:lnTo>
                      <a:pt x="24" y="96"/>
                    </a:lnTo>
                    <a:lnTo>
                      <a:pt x="0" y="72"/>
                    </a:lnTo>
                    <a:lnTo>
                      <a:pt x="112" y="0"/>
                    </a:lnTo>
                    <a:close/>
                  </a:path>
                </a:pathLst>
              </a:custGeom>
              <a:solidFill>
                <a:srgbClr val="808080"/>
              </a:solidFill>
              <a:ln w="9525">
                <a:solidFill>
                  <a:srgbClr val="808080"/>
                </a:solidFill>
                <a:round/>
                <a:headEnd/>
                <a:tailEnd/>
              </a:ln>
            </p:spPr>
            <p:txBody>
              <a:bodyPr/>
              <a:lstStyle/>
              <a:p>
                <a:endParaRPr lang="en-US"/>
              </a:p>
            </p:txBody>
          </p:sp>
          <p:sp>
            <p:nvSpPr>
              <p:cNvPr id="54248" name="Line 563"/>
              <p:cNvSpPr>
                <a:spLocks noChangeShapeType="1"/>
              </p:cNvSpPr>
              <p:nvPr/>
            </p:nvSpPr>
            <p:spPr bwMode="auto">
              <a:xfrm flipV="1">
                <a:off x="1481" y="2172"/>
                <a:ext cx="1291" cy="1419"/>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3586" name="Group 564"/>
            <p:cNvGrpSpPr>
              <a:grpSpLocks/>
            </p:cNvGrpSpPr>
            <p:nvPr/>
          </p:nvGrpSpPr>
          <p:grpSpPr bwMode="auto">
            <a:xfrm>
              <a:off x="1944" y="2076"/>
              <a:ext cx="902" cy="885"/>
              <a:chOff x="1944" y="2076"/>
              <a:chExt cx="902" cy="885"/>
            </a:xfrm>
          </p:grpSpPr>
          <p:sp>
            <p:nvSpPr>
              <p:cNvPr id="54245" name="Freeform 565"/>
              <p:cNvSpPr>
                <a:spLocks/>
              </p:cNvSpPr>
              <p:nvPr/>
            </p:nvSpPr>
            <p:spPr bwMode="auto">
              <a:xfrm>
                <a:off x="2726" y="2850"/>
                <a:ext cx="120" cy="111"/>
              </a:xfrm>
              <a:custGeom>
                <a:avLst/>
                <a:gdLst>
                  <a:gd name="T0" fmla="*/ 120 w 120"/>
                  <a:gd name="T1" fmla="*/ 111 h 111"/>
                  <a:gd name="T2" fmla="*/ 0 w 120"/>
                  <a:gd name="T3" fmla="*/ 47 h 111"/>
                  <a:gd name="T4" fmla="*/ 24 w 120"/>
                  <a:gd name="T5" fmla="*/ 23 h 111"/>
                  <a:gd name="T6" fmla="*/ 48 w 120"/>
                  <a:gd name="T7" fmla="*/ 0 h 111"/>
                  <a:gd name="T8" fmla="*/ 120 w 120"/>
                  <a:gd name="T9" fmla="*/ 111 h 1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 h="111">
                    <a:moveTo>
                      <a:pt x="120" y="111"/>
                    </a:moveTo>
                    <a:lnTo>
                      <a:pt x="0" y="47"/>
                    </a:lnTo>
                    <a:lnTo>
                      <a:pt x="24" y="23"/>
                    </a:lnTo>
                    <a:lnTo>
                      <a:pt x="48" y="0"/>
                    </a:lnTo>
                    <a:lnTo>
                      <a:pt x="120" y="111"/>
                    </a:lnTo>
                    <a:close/>
                  </a:path>
                </a:pathLst>
              </a:custGeom>
              <a:solidFill>
                <a:srgbClr val="808080"/>
              </a:solidFill>
              <a:ln w="9525">
                <a:solidFill>
                  <a:srgbClr val="808080"/>
                </a:solidFill>
                <a:round/>
                <a:headEnd/>
                <a:tailEnd/>
              </a:ln>
            </p:spPr>
            <p:txBody>
              <a:bodyPr/>
              <a:lstStyle/>
              <a:p>
                <a:endParaRPr lang="en-US"/>
              </a:p>
            </p:txBody>
          </p:sp>
          <p:sp>
            <p:nvSpPr>
              <p:cNvPr id="54246" name="Line 566"/>
              <p:cNvSpPr>
                <a:spLocks noChangeShapeType="1"/>
              </p:cNvSpPr>
              <p:nvPr/>
            </p:nvSpPr>
            <p:spPr bwMode="auto">
              <a:xfrm>
                <a:off x="1944" y="2076"/>
                <a:ext cx="814" cy="805"/>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3587" name="Group 567"/>
            <p:cNvGrpSpPr>
              <a:grpSpLocks/>
            </p:cNvGrpSpPr>
            <p:nvPr/>
          </p:nvGrpSpPr>
          <p:grpSpPr bwMode="auto">
            <a:xfrm>
              <a:off x="1489" y="2379"/>
              <a:ext cx="902" cy="893"/>
              <a:chOff x="1489" y="2379"/>
              <a:chExt cx="902" cy="893"/>
            </a:xfrm>
          </p:grpSpPr>
          <p:sp>
            <p:nvSpPr>
              <p:cNvPr id="54243" name="Freeform 568"/>
              <p:cNvSpPr>
                <a:spLocks/>
              </p:cNvSpPr>
              <p:nvPr/>
            </p:nvSpPr>
            <p:spPr bwMode="auto">
              <a:xfrm>
                <a:off x="2271" y="3153"/>
                <a:ext cx="120" cy="119"/>
              </a:xfrm>
              <a:custGeom>
                <a:avLst/>
                <a:gdLst>
                  <a:gd name="T0" fmla="*/ 120 w 120"/>
                  <a:gd name="T1" fmla="*/ 119 h 119"/>
                  <a:gd name="T2" fmla="*/ 0 w 120"/>
                  <a:gd name="T3" fmla="*/ 48 h 119"/>
                  <a:gd name="T4" fmla="*/ 24 w 120"/>
                  <a:gd name="T5" fmla="*/ 24 h 119"/>
                  <a:gd name="T6" fmla="*/ 48 w 120"/>
                  <a:gd name="T7" fmla="*/ 0 h 119"/>
                  <a:gd name="T8" fmla="*/ 120 w 120"/>
                  <a:gd name="T9" fmla="*/ 119 h 1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 h="119">
                    <a:moveTo>
                      <a:pt x="120" y="119"/>
                    </a:moveTo>
                    <a:lnTo>
                      <a:pt x="0" y="48"/>
                    </a:lnTo>
                    <a:lnTo>
                      <a:pt x="24" y="24"/>
                    </a:lnTo>
                    <a:lnTo>
                      <a:pt x="48" y="0"/>
                    </a:lnTo>
                    <a:lnTo>
                      <a:pt x="120" y="119"/>
                    </a:lnTo>
                    <a:close/>
                  </a:path>
                </a:pathLst>
              </a:custGeom>
              <a:solidFill>
                <a:srgbClr val="808080"/>
              </a:solidFill>
              <a:ln w="9525">
                <a:solidFill>
                  <a:srgbClr val="808080"/>
                </a:solidFill>
                <a:round/>
                <a:headEnd/>
                <a:tailEnd/>
              </a:ln>
            </p:spPr>
            <p:txBody>
              <a:bodyPr/>
              <a:lstStyle/>
              <a:p>
                <a:endParaRPr lang="en-US"/>
              </a:p>
            </p:txBody>
          </p:sp>
          <p:sp>
            <p:nvSpPr>
              <p:cNvPr id="54244" name="Line 569"/>
              <p:cNvSpPr>
                <a:spLocks noChangeShapeType="1"/>
              </p:cNvSpPr>
              <p:nvPr/>
            </p:nvSpPr>
            <p:spPr bwMode="auto">
              <a:xfrm>
                <a:off x="1489" y="2379"/>
                <a:ext cx="814" cy="805"/>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3588" name="Group 570"/>
            <p:cNvGrpSpPr>
              <a:grpSpLocks/>
            </p:cNvGrpSpPr>
            <p:nvPr/>
          </p:nvGrpSpPr>
          <p:grpSpPr bwMode="auto">
            <a:xfrm>
              <a:off x="3311" y="2387"/>
              <a:ext cx="437" cy="590"/>
              <a:chOff x="3311" y="2387"/>
              <a:chExt cx="437" cy="590"/>
            </a:xfrm>
          </p:grpSpPr>
          <p:sp>
            <p:nvSpPr>
              <p:cNvPr id="54241" name="Freeform 571"/>
              <p:cNvSpPr>
                <a:spLocks/>
              </p:cNvSpPr>
              <p:nvPr/>
            </p:nvSpPr>
            <p:spPr bwMode="auto">
              <a:xfrm>
                <a:off x="3644" y="2387"/>
                <a:ext cx="104" cy="128"/>
              </a:xfrm>
              <a:custGeom>
                <a:avLst/>
                <a:gdLst>
                  <a:gd name="T0" fmla="*/ 104 w 104"/>
                  <a:gd name="T1" fmla="*/ 0 h 128"/>
                  <a:gd name="T2" fmla="*/ 56 w 104"/>
                  <a:gd name="T3" fmla="*/ 128 h 128"/>
                  <a:gd name="T4" fmla="*/ 24 w 104"/>
                  <a:gd name="T5" fmla="*/ 104 h 128"/>
                  <a:gd name="T6" fmla="*/ 0 w 104"/>
                  <a:gd name="T7" fmla="*/ 88 h 128"/>
                  <a:gd name="T8" fmla="*/ 104 w 104"/>
                  <a:gd name="T9" fmla="*/ 0 h 1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4" h="128">
                    <a:moveTo>
                      <a:pt x="104" y="0"/>
                    </a:moveTo>
                    <a:lnTo>
                      <a:pt x="56" y="128"/>
                    </a:lnTo>
                    <a:lnTo>
                      <a:pt x="24" y="104"/>
                    </a:lnTo>
                    <a:lnTo>
                      <a:pt x="0" y="88"/>
                    </a:lnTo>
                    <a:lnTo>
                      <a:pt x="104" y="0"/>
                    </a:lnTo>
                    <a:close/>
                  </a:path>
                </a:pathLst>
              </a:custGeom>
              <a:solidFill>
                <a:srgbClr val="808080"/>
              </a:solidFill>
              <a:ln w="9525">
                <a:solidFill>
                  <a:srgbClr val="808080"/>
                </a:solidFill>
                <a:round/>
                <a:headEnd/>
                <a:tailEnd/>
              </a:ln>
            </p:spPr>
            <p:txBody>
              <a:bodyPr/>
              <a:lstStyle/>
              <a:p>
                <a:endParaRPr lang="en-US"/>
              </a:p>
            </p:txBody>
          </p:sp>
          <p:sp>
            <p:nvSpPr>
              <p:cNvPr id="54242" name="Line 572"/>
              <p:cNvSpPr>
                <a:spLocks noChangeShapeType="1"/>
              </p:cNvSpPr>
              <p:nvPr/>
            </p:nvSpPr>
            <p:spPr bwMode="auto">
              <a:xfrm flipV="1">
                <a:off x="3311" y="2483"/>
                <a:ext cx="362" cy="494"/>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3589" name="Group 573"/>
            <p:cNvGrpSpPr>
              <a:grpSpLocks/>
            </p:cNvGrpSpPr>
            <p:nvPr/>
          </p:nvGrpSpPr>
          <p:grpSpPr bwMode="auto">
            <a:xfrm>
              <a:off x="3772" y="2387"/>
              <a:ext cx="894" cy="596"/>
              <a:chOff x="3772" y="2387"/>
              <a:chExt cx="894" cy="596"/>
            </a:xfrm>
          </p:grpSpPr>
          <p:sp>
            <p:nvSpPr>
              <p:cNvPr id="54239" name="Freeform 574"/>
              <p:cNvSpPr>
                <a:spLocks/>
              </p:cNvSpPr>
              <p:nvPr/>
            </p:nvSpPr>
            <p:spPr bwMode="auto">
              <a:xfrm>
                <a:off x="4538" y="2387"/>
                <a:ext cx="128" cy="96"/>
              </a:xfrm>
              <a:custGeom>
                <a:avLst/>
                <a:gdLst>
                  <a:gd name="T0" fmla="*/ 128 w 128"/>
                  <a:gd name="T1" fmla="*/ 0 h 96"/>
                  <a:gd name="T2" fmla="*/ 32 w 128"/>
                  <a:gd name="T3" fmla="*/ 96 h 96"/>
                  <a:gd name="T4" fmla="*/ 16 w 128"/>
                  <a:gd name="T5" fmla="*/ 72 h 96"/>
                  <a:gd name="T6" fmla="*/ 0 w 128"/>
                  <a:gd name="T7" fmla="*/ 40 h 96"/>
                  <a:gd name="T8" fmla="*/ 128 w 128"/>
                  <a:gd name="T9" fmla="*/ 0 h 9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8" h="96">
                    <a:moveTo>
                      <a:pt x="128" y="0"/>
                    </a:moveTo>
                    <a:lnTo>
                      <a:pt x="32" y="96"/>
                    </a:lnTo>
                    <a:lnTo>
                      <a:pt x="16" y="72"/>
                    </a:lnTo>
                    <a:lnTo>
                      <a:pt x="0" y="40"/>
                    </a:lnTo>
                    <a:lnTo>
                      <a:pt x="128" y="0"/>
                    </a:lnTo>
                    <a:close/>
                  </a:path>
                </a:pathLst>
              </a:custGeom>
              <a:solidFill>
                <a:srgbClr val="808080"/>
              </a:solidFill>
              <a:ln w="9525">
                <a:solidFill>
                  <a:srgbClr val="808080"/>
                </a:solidFill>
                <a:round/>
                <a:headEnd/>
                <a:tailEnd/>
              </a:ln>
            </p:spPr>
            <p:txBody>
              <a:bodyPr/>
              <a:lstStyle/>
              <a:p>
                <a:endParaRPr lang="en-US"/>
              </a:p>
            </p:txBody>
          </p:sp>
          <p:sp>
            <p:nvSpPr>
              <p:cNvPr id="54240" name="Line 575"/>
              <p:cNvSpPr>
                <a:spLocks noChangeShapeType="1"/>
              </p:cNvSpPr>
              <p:nvPr/>
            </p:nvSpPr>
            <p:spPr bwMode="auto">
              <a:xfrm flipV="1">
                <a:off x="3772" y="2454"/>
                <a:ext cx="790" cy="529"/>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3590" name="Group 576"/>
            <p:cNvGrpSpPr>
              <a:grpSpLocks/>
            </p:cNvGrpSpPr>
            <p:nvPr/>
          </p:nvGrpSpPr>
          <p:grpSpPr bwMode="auto">
            <a:xfrm>
              <a:off x="3788" y="2076"/>
              <a:ext cx="886" cy="290"/>
              <a:chOff x="3788" y="2076"/>
              <a:chExt cx="886" cy="290"/>
            </a:xfrm>
          </p:grpSpPr>
          <p:sp>
            <p:nvSpPr>
              <p:cNvPr id="54237" name="Freeform 577"/>
              <p:cNvSpPr>
                <a:spLocks/>
              </p:cNvSpPr>
              <p:nvPr/>
            </p:nvSpPr>
            <p:spPr bwMode="auto">
              <a:xfrm>
                <a:off x="4530" y="2076"/>
                <a:ext cx="144" cy="80"/>
              </a:xfrm>
              <a:custGeom>
                <a:avLst/>
                <a:gdLst>
                  <a:gd name="T0" fmla="*/ 144 w 144"/>
                  <a:gd name="T1" fmla="*/ 0 h 80"/>
                  <a:gd name="T2" fmla="*/ 24 w 144"/>
                  <a:gd name="T3" fmla="*/ 80 h 80"/>
                  <a:gd name="T4" fmla="*/ 16 w 144"/>
                  <a:gd name="T5" fmla="*/ 48 h 80"/>
                  <a:gd name="T6" fmla="*/ 0 w 144"/>
                  <a:gd name="T7" fmla="*/ 16 h 80"/>
                  <a:gd name="T8" fmla="*/ 144 w 144"/>
                  <a:gd name="T9" fmla="*/ 0 h 8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4" h="80">
                    <a:moveTo>
                      <a:pt x="144" y="0"/>
                    </a:moveTo>
                    <a:lnTo>
                      <a:pt x="24" y="80"/>
                    </a:lnTo>
                    <a:lnTo>
                      <a:pt x="16" y="48"/>
                    </a:lnTo>
                    <a:lnTo>
                      <a:pt x="0" y="16"/>
                    </a:lnTo>
                    <a:lnTo>
                      <a:pt x="144" y="0"/>
                    </a:lnTo>
                    <a:close/>
                  </a:path>
                </a:pathLst>
              </a:custGeom>
              <a:solidFill>
                <a:srgbClr val="808080"/>
              </a:solidFill>
              <a:ln w="9525">
                <a:solidFill>
                  <a:srgbClr val="808080"/>
                </a:solidFill>
                <a:round/>
                <a:headEnd/>
                <a:tailEnd/>
              </a:ln>
            </p:spPr>
            <p:txBody>
              <a:bodyPr/>
              <a:lstStyle/>
              <a:p>
                <a:endParaRPr lang="en-US"/>
              </a:p>
            </p:txBody>
          </p:sp>
          <p:sp>
            <p:nvSpPr>
              <p:cNvPr id="54238" name="Line 578"/>
              <p:cNvSpPr>
                <a:spLocks noChangeShapeType="1"/>
              </p:cNvSpPr>
              <p:nvPr/>
            </p:nvSpPr>
            <p:spPr bwMode="auto">
              <a:xfrm flipV="1">
                <a:off x="3788" y="2122"/>
                <a:ext cx="766" cy="244"/>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3591" name="Group 579"/>
            <p:cNvGrpSpPr>
              <a:grpSpLocks/>
            </p:cNvGrpSpPr>
            <p:nvPr/>
          </p:nvGrpSpPr>
          <p:grpSpPr bwMode="auto">
            <a:xfrm>
              <a:off x="3317" y="1769"/>
              <a:ext cx="886" cy="283"/>
              <a:chOff x="3317" y="1769"/>
              <a:chExt cx="886" cy="283"/>
            </a:xfrm>
          </p:grpSpPr>
          <p:sp>
            <p:nvSpPr>
              <p:cNvPr id="54235" name="Freeform 580"/>
              <p:cNvSpPr>
                <a:spLocks/>
              </p:cNvSpPr>
              <p:nvPr/>
            </p:nvSpPr>
            <p:spPr bwMode="auto">
              <a:xfrm>
                <a:off x="4067" y="1980"/>
                <a:ext cx="136" cy="72"/>
              </a:xfrm>
              <a:custGeom>
                <a:avLst/>
                <a:gdLst>
                  <a:gd name="T0" fmla="*/ 136 w 136"/>
                  <a:gd name="T1" fmla="*/ 72 h 72"/>
                  <a:gd name="T2" fmla="*/ 0 w 136"/>
                  <a:gd name="T3" fmla="*/ 64 h 72"/>
                  <a:gd name="T4" fmla="*/ 8 w 136"/>
                  <a:gd name="T5" fmla="*/ 32 h 72"/>
                  <a:gd name="T6" fmla="*/ 24 w 136"/>
                  <a:gd name="T7" fmla="*/ 0 h 72"/>
                  <a:gd name="T8" fmla="*/ 136 w 136"/>
                  <a:gd name="T9" fmla="*/ 72 h 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 h="72">
                    <a:moveTo>
                      <a:pt x="136" y="72"/>
                    </a:moveTo>
                    <a:lnTo>
                      <a:pt x="0" y="64"/>
                    </a:lnTo>
                    <a:lnTo>
                      <a:pt x="8" y="32"/>
                    </a:lnTo>
                    <a:lnTo>
                      <a:pt x="24" y="0"/>
                    </a:lnTo>
                    <a:lnTo>
                      <a:pt x="136" y="72"/>
                    </a:lnTo>
                    <a:close/>
                  </a:path>
                </a:pathLst>
              </a:custGeom>
              <a:solidFill>
                <a:srgbClr val="808080"/>
              </a:solidFill>
              <a:ln w="9525">
                <a:solidFill>
                  <a:srgbClr val="808080"/>
                </a:solidFill>
                <a:round/>
                <a:headEnd/>
                <a:tailEnd/>
              </a:ln>
            </p:spPr>
            <p:txBody>
              <a:bodyPr/>
              <a:lstStyle/>
              <a:p>
                <a:endParaRPr lang="en-US"/>
              </a:p>
            </p:txBody>
          </p:sp>
          <p:sp>
            <p:nvSpPr>
              <p:cNvPr id="54236" name="Line 581"/>
              <p:cNvSpPr>
                <a:spLocks noChangeShapeType="1"/>
              </p:cNvSpPr>
              <p:nvPr/>
            </p:nvSpPr>
            <p:spPr bwMode="auto">
              <a:xfrm>
                <a:off x="3317" y="1769"/>
                <a:ext cx="766" cy="244"/>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53592" name="Oval 582"/>
            <p:cNvSpPr>
              <a:spLocks noChangeArrowheads="1"/>
            </p:cNvSpPr>
            <p:nvPr/>
          </p:nvSpPr>
          <p:spPr bwMode="auto">
            <a:xfrm>
              <a:off x="3293" y="1741"/>
              <a:ext cx="32" cy="40"/>
            </a:xfrm>
            <a:prstGeom prst="ellipse">
              <a:avLst/>
            </a:prstGeom>
            <a:solidFill>
              <a:srgbClr val="808080"/>
            </a:solidFill>
            <a:ln w="9525">
              <a:solidFill>
                <a:srgbClr val="808080"/>
              </a:solidFill>
              <a:round/>
              <a:headEnd/>
              <a:tailEnd/>
            </a:ln>
          </p:spPr>
          <p:txBody>
            <a:bodyPr/>
            <a:lstStyle/>
            <a:p>
              <a:endParaRPr lang="en-US"/>
            </a:p>
          </p:txBody>
        </p:sp>
        <p:sp>
          <p:nvSpPr>
            <p:cNvPr id="53593" name="Oval 583"/>
            <p:cNvSpPr>
              <a:spLocks noChangeArrowheads="1"/>
            </p:cNvSpPr>
            <p:nvPr/>
          </p:nvSpPr>
          <p:spPr bwMode="auto">
            <a:xfrm>
              <a:off x="3293" y="1741"/>
              <a:ext cx="32" cy="40"/>
            </a:xfrm>
            <a:prstGeom prst="ellipse">
              <a:avLst/>
            </a:prstGeom>
            <a:solidFill>
              <a:srgbClr val="808080"/>
            </a:solidFill>
            <a:ln w="25400">
              <a:solidFill>
                <a:srgbClr val="808080"/>
              </a:solidFill>
              <a:round/>
              <a:headEnd/>
              <a:tailEnd/>
            </a:ln>
          </p:spPr>
          <p:txBody>
            <a:bodyPr/>
            <a:lstStyle/>
            <a:p>
              <a:endParaRPr lang="en-US"/>
            </a:p>
          </p:txBody>
        </p:sp>
        <p:sp>
          <p:nvSpPr>
            <p:cNvPr id="53594" name="Oval 584"/>
            <p:cNvSpPr>
              <a:spLocks noChangeArrowheads="1"/>
            </p:cNvSpPr>
            <p:nvPr/>
          </p:nvSpPr>
          <p:spPr bwMode="auto">
            <a:xfrm>
              <a:off x="3293" y="2044"/>
              <a:ext cx="32" cy="40"/>
            </a:xfrm>
            <a:prstGeom prst="ellipse">
              <a:avLst/>
            </a:prstGeom>
            <a:solidFill>
              <a:srgbClr val="808080"/>
            </a:solidFill>
            <a:ln w="9525">
              <a:solidFill>
                <a:srgbClr val="808080"/>
              </a:solidFill>
              <a:round/>
              <a:headEnd/>
              <a:tailEnd/>
            </a:ln>
          </p:spPr>
          <p:txBody>
            <a:bodyPr/>
            <a:lstStyle/>
            <a:p>
              <a:endParaRPr lang="en-US"/>
            </a:p>
          </p:txBody>
        </p:sp>
        <p:sp>
          <p:nvSpPr>
            <p:cNvPr id="53595" name="Oval 585"/>
            <p:cNvSpPr>
              <a:spLocks noChangeArrowheads="1"/>
            </p:cNvSpPr>
            <p:nvPr/>
          </p:nvSpPr>
          <p:spPr bwMode="auto">
            <a:xfrm>
              <a:off x="3293" y="2044"/>
              <a:ext cx="32" cy="40"/>
            </a:xfrm>
            <a:prstGeom prst="ellipse">
              <a:avLst/>
            </a:prstGeom>
            <a:solidFill>
              <a:srgbClr val="808080"/>
            </a:solidFill>
            <a:ln w="25400">
              <a:solidFill>
                <a:srgbClr val="808080"/>
              </a:solidFill>
              <a:round/>
              <a:headEnd/>
              <a:tailEnd/>
            </a:ln>
          </p:spPr>
          <p:txBody>
            <a:bodyPr/>
            <a:lstStyle/>
            <a:p>
              <a:endParaRPr lang="en-US"/>
            </a:p>
          </p:txBody>
        </p:sp>
        <p:sp>
          <p:nvSpPr>
            <p:cNvPr id="53596" name="Oval 586"/>
            <p:cNvSpPr>
              <a:spLocks noChangeArrowheads="1"/>
            </p:cNvSpPr>
            <p:nvPr/>
          </p:nvSpPr>
          <p:spPr bwMode="auto">
            <a:xfrm>
              <a:off x="3293" y="2355"/>
              <a:ext cx="32" cy="32"/>
            </a:xfrm>
            <a:prstGeom prst="ellipse">
              <a:avLst/>
            </a:prstGeom>
            <a:solidFill>
              <a:srgbClr val="808080"/>
            </a:solidFill>
            <a:ln w="9525">
              <a:solidFill>
                <a:srgbClr val="808080"/>
              </a:solidFill>
              <a:round/>
              <a:headEnd/>
              <a:tailEnd/>
            </a:ln>
          </p:spPr>
          <p:txBody>
            <a:bodyPr/>
            <a:lstStyle/>
            <a:p>
              <a:endParaRPr lang="en-US"/>
            </a:p>
          </p:txBody>
        </p:sp>
        <p:sp>
          <p:nvSpPr>
            <p:cNvPr id="53597" name="Oval 587"/>
            <p:cNvSpPr>
              <a:spLocks noChangeArrowheads="1"/>
            </p:cNvSpPr>
            <p:nvPr/>
          </p:nvSpPr>
          <p:spPr bwMode="auto">
            <a:xfrm>
              <a:off x="3293" y="2355"/>
              <a:ext cx="32" cy="32"/>
            </a:xfrm>
            <a:prstGeom prst="ellipse">
              <a:avLst/>
            </a:prstGeom>
            <a:solidFill>
              <a:srgbClr val="808080"/>
            </a:solidFill>
            <a:ln w="25400">
              <a:solidFill>
                <a:srgbClr val="808080"/>
              </a:solidFill>
              <a:round/>
              <a:headEnd/>
              <a:tailEnd/>
            </a:ln>
          </p:spPr>
          <p:txBody>
            <a:bodyPr/>
            <a:lstStyle/>
            <a:p>
              <a:endParaRPr lang="en-US"/>
            </a:p>
          </p:txBody>
        </p:sp>
        <p:sp>
          <p:nvSpPr>
            <p:cNvPr id="53598" name="Oval 588"/>
            <p:cNvSpPr>
              <a:spLocks noChangeArrowheads="1"/>
            </p:cNvSpPr>
            <p:nvPr/>
          </p:nvSpPr>
          <p:spPr bwMode="auto">
            <a:xfrm>
              <a:off x="3293" y="2658"/>
              <a:ext cx="32" cy="40"/>
            </a:xfrm>
            <a:prstGeom prst="ellipse">
              <a:avLst/>
            </a:prstGeom>
            <a:solidFill>
              <a:srgbClr val="808080"/>
            </a:solidFill>
            <a:ln w="9525">
              <a:solidFill>
                <a:srgbClr val="808080"/>
              </a:solidFill>
              <a:round/>
              <a:headEnd/>
              <a:tailEnd/>
            </a:ln>
          </p:spPr>
          <p:txBody>
            <a:bodyPr/>
            <a:lstStyle/>
            <a:p>
              <a:endParaRPr lang="en-US"/>
            </a:p>
          </p:txBody>
        </p:sp>
        <p:sp>
          <p:nvSpPr>
            <p:cNvPr id="53599" name="Oval 589"/>
            <p:cNvSpPr>
              <a:spLocks noChangeArrowheads="1"/>
            </p:cNvSpPr>
            <p:nvPr/>
          </p:nvSpPr>
          <p:spPr bwMode="auto">
            <a:xfrm>
              <a:off x="3293" y="2658"/>
              <a:ext cx="32" cy="40"/>
            </a:xfrm>
            <a:prstGeom prst="ellipse">
              <a:avLst/>
            </a:prstGeom>
            <a:solidFill>
              <a:srgbClr val="808080"/>
            </a:solidFill>
            <a:ln w="25400">
              <a:solidFill>
                <a:srgbClr val="808080"/>
              </a:solidFill>
              <a:round/>
              <a:headEnd/>
              <a:tailEnd/>
            </a:ln>
          </p:spPr>
          <p:txBody>
            <a:bodyPr/>
            <a:lstStyle/>
            <a:p>
              <a:endParaRPr lang="en-US"/>
            </a:p>
          </p:txBody>
        </p:sp>
        <p:sp>
          <p:nvSpPr>
            <p:cNvPr id="53600" name="Oval 590"/>
            <p:cNvSpPr>
              <a:spLocks noChangeArrowheads="1"/>
            </p:cNvSpPr>
            <p:nvPr/>
          </p:nvSpPr>
          <p:spPr bwMode="auto">
            <a:xfrm>
              <a:off x="3285" y="2969"/>
              <a:ext cx="32" cy="32"/>
            </a:xfrm>
            <a:prstGeom prst="ellipse">
              <a:avLst/>
            </a:prstGeom>
            <a:solidFill>
              <a:srgbClr val="808080"/>
            </a:solidFill>
            <a:ln w="9525">
              <a:solidFill>
                <a:srgbClr val="808080"/>
              </a:solidFill>
              <a:round/>
              <a:headEnd/>
              <a:tailEnd/>
            </a:ln>
          </p:spPr>
          <p:txBody>
            <a:bodyPr/>
            <a:lstStyle/>
            <a:p>
              <a:endParaRPr lang="en-US"/>
            </a:p>
          </p:txBody>
        </p:sp>
        <p:sp>
          <p:nvSpPr>
            <p:cNvPr id="53601" name="Oval 591"/>
            <p:cNvSpPr>
              <a:spLocks noChangeArrowheads="1"/>
            </p:cNvSpPr>
            <p:nvPr/>
          </p:nvSpPr>
          <p:spPr bwMode="auto">
            <a:xfrm>
              <a:off x="3285" y="2969"/>
              <a:ext cx="32" cy="32"/>
            </a:xfrm>
            <a:prstGeom prst="ellipse">
              <a:avLst/>
            </a:prstGeom>
            <a:solidFill>
              <a:srgbClr val="808080"/>
            </a:solidFill>
            <a:ln w="25400">
              <a:solidFill>
                <a:srgbClr val="808080"/>
              </a:solidFill>
              <a:round/>
              <a:headEnd/>
              <a:tailEnd/>
            </a:ln>
          </p:spPr>
          <p:txBody>
            <a:bodyPr/>
            <a:lstStyle/>
            <a:p>
              <a:endParaRPr lang="en-US"/>
            </a:p>
          </p:txBody>
        </p:sp>
        <p:grpSp>
          <p:nvGrpSpPr>
            <p:cNvPr id="53602" name="Group 592"/>
            <p:cNvGrpSpPr>
              <a:grpSpLocks/>
            </p:cNvGrpSpPr>
            <p:nvPr/>
          </p:nvGrpSpPr>
          <p:grpSpPr bwMode="auto">
            <a:xfrm>
              <a:off x="3748" y="1741"/>
              <a:ext cx="40" cy="1260"/>
              <a:chOff x="3748" y="1741"/>
              <a:chExt cx="40" cy="1260"/>
            </a:xfrm>
          </p:grpSpPr>
          <p:sp>
            <p:nvSpPr>
              <p:cNvPr id="54225" name="Oval 593"/>
              <p:cNvSpPr>
                <a:spLocks noChangeArrowheads="1"/>
              </p:cNvSpPr>
              <p:nvPr/>
            </p:nvSpPr>
            <p:spPr bwMode="auto">
              <a:xfrm>
                <a:off x="3748" y="1741"/>
                <a:ext cx="40" cy="32"/>
              </a:xfrm>
              <a:prstGeom prst="ellipse">
                <a:avLst/>
              </a:prstGeom>
              <a:solidFill>
                <a:srgbClr val="808080"/>
              </a:solidFill>
              <a:ln w="9525">
                <a:solidFill>
                  <a:srgbClr val="808080"/>
                </a:solidFill>
                <a:round/>
                <a:headEnd/>
                <a:tailEnd/>
              </a:ln>
            </p:spPr>
            <p:txBody>
              <a:bodyPr/>
              <a:lstStyle/>
              <a:p>
                <a:endParaRPr lang="en-US"/>
              </a:p>
            </p:txBody>
          </p:sp>
          <p:sp>
            <p:nvSpPr>
              <p:cNvPr id="54226" name="Oval 594"/>
              <p:cNvSpPr>
                <a:spLocks noChangeArrowheads="1"/>
              </p:cNvSpPr>
              <p:nvPr/>
            </p:nvSpPr>
            <p:spPr bwMode="auto">
              <a:xfrm>
                <a:off x="3748" y="1741"/>
                <a:ext cx="40" cy="32"/>
              </a:xfrm>
              <a:prstGeom prst="ellipse">
                <a:avLst/>
              </a:prstGeom>
              <a:solidFill>
                <a:srgbClr val="808080"/>
              </a:solidFill>
              <a:ln w="25400">
                <a:solidFill>
                  <a:srgbClr val="808080"/>
                </a:solidFill>
                <a:round/>
                <a:headEnd/>
                <a:tailEnd/>
              </a:ln>
            </p:spPr>
            <p:txBody>
              <a:bodyPr/>
              <a:lstStyle/>
              <a:p>
                <a:endParaRPr lang="en-US"/>
              </a:p>
            </p:txBody>
          </p:sp>
          <p:sp>
            <p:nvSpPr>
              <p:cNvPr id="54227" name="Oval 595"/>
              <p:cNvSpPr>
                <a:spLocks noChangeArrowheads="1"/>
              </p:cNvSpPr>
              <p:nvPr/>
            </p:nvSpPr>
            <p:spPr bwMode="auto">
              <a:xfrm>
                <a:off x="3756" y="2044"/>
                <a:ext cx="32" cy="32"/>
              </a:xfrm>
              <a:prstGeom prst="ellipse">
                <a:avLst/>
              </a:prstGeom>
              <a:solidFill>
                <a:srgbClr val="808080"/>
              </a:solidFill>
              <a:ln w="9525">
                <a:solidFill>
                  <a:srgbClr val="808080"/>
                </a:solidFill>
                <a:round/>
                <a:headEnd/>
                <a:tailEnd/>
              </a:ln>
            </p:spPr>
            <p:txBody>
              <a:bodyPr/>
              <a:lstStyle/>
              <a:p>
                <a:endParaRPr lang="en-US"/>
              </a:p>
            </p:txBody>
          </p:sp>
          <p:sp>
            <p:nvSpPr>
              <p:cNvPr id="54228" name="Oval 596"/>
              <p:cNvSpPr>
                <a:spLocks noChangeArrowheads="1"/>
              </p:cNvSpPr>
              <p:nvPr/>
            </p:nvSpPr>
            <p:spPr bwMode="auto">
              <a:xfrm>
                <a:off x="3756" y="2044"/>
                <a:ext cx="32" cy="32"/>
              </a:xfrm>
              <a:prstGeom prst="ellipse">
                <a:avLst/>
              </a:prstGeom>
              <a:solidFill>
                <a:srgbClr val="808080"/>
              </a:solidFill>
              <a:ln w="25400">
                <a:solidFill>
                  <a:srgbClr val="808080"/>
                </a:solidFill>
                <a:round/>
                <a:headEnd/>
                <a:tailEnd/>
              </a:ln>
            </p:spPr>
            <p:txBody>
              <a:bodyPr/>
              <a:lstStyle/>
              <a:p>
                <a:endParaRPr lang="en-US"/>
              </a:p>
            </p:txBody>
          </p:sp>
          <p:sp>
            <p:nvSpPr>
              <p:cNvPr id="54229" name="Oval 597"/>
              <p:cNvSpPr>
                <a:spLocks noChangeArrowheads="1"/>
              </p:cNvSpPr>
              <p:nvPr/>
            </p:nvSpPr>
            <p:spPr bwMode="auto">
              <a:xfrm>
                <a:off x="3756" y="2355"/>
                <a:ext cx="32" cy="32"/>
              </a:xfrm>
              <a:prstGeom prst="ellipse">
                <a:avLst/>
              </a:prstGeom>
              <a:solidFill>
                <a:srgbClr val="808080"/>
              </a:solidFill>
              <a:ln w="9525">
                <a:solidFill>
                  <a:srgbClr val="808080"/>
                </a:solidFill>
                <a:round/>
                <a:headEnd/>
                <a:tailEnd/>
              </a:ln>
            </p:spPr>
            <p:txBody>
              <a:bodyPr/>
              <a:lstStyle/>
              <a:p>
                <a:endParaRPr lang="en-US"/>
              </a:p>
            </p:txBody>
          </p:sp>
          <p:sp>
            <p:nvSpPr>
              <p:cNvPr id="54230" name="Oval 598"/>
              <p:cNvSpPr>
                <a:spLocks noChangeArrowheads="1"/>
              </p:cNvSpPr>
              <p:nvPr/>
            </p:nvSpPr>
            <p:spPr bwMode="auto">
              <a:xfrm>
                <a:off x="3756" y="2355"/>
                <a:ext cx="32" cy="32"/>
              </a:xfrm>
              <a:prstGeom prst="ellipse">
                <a:avLst/>
              </a:prstGeom>
              <a:solidFill>
                <a:srgbClr val="808080"/>
              </a:solidFill>
              <a:ln w="25400">
                <a:solidFill>
                  <a:srgbClr val="808080"/>
                </a:solidFill>
                <a:round/>
                <a:headEnd/>
                <a:tailEnd/>
              </a:ln>
            </p:spPr>
            <p:txBody>
              <a:bodyPr/>
              <a:lstStyle/>
              <a:p>
                <a:endParaRPr lang="en-US"/>
              </a:p>
            </p:txBody>
          </p:sp>
          <p:sp>
            <p:nvSpPr>
              <p:cNvPr id="54231" name="Oval 599"/>
              <p:cNvSpPr>
                <a:spLocks noChangeArrowheads="1"/>
              </p:cNvSpPr>
              <p:nvPr/>
            </p:nvSpPr>
            <p:spPr bwMode="auto">
              <a:xfrm>
                <a:off x="3748" y="2658"/>
                <a:ext cx="40" cy="32"/>
              </a:xfrm>
              <a:prstGeom prst="ellipse">
                <a:avLst/>
              </a:prstGeom>
              <a:solidFill>
                <a:srgbClr val="808080"/>
              </a:solidFill>
              <a:ln w="9525">
                <a:solidFill>
                  <a:srgbClr val="808080"/>
                </a:solidFill>
                <a:round/>
                <a:headEnd/>
                <a:tailEnd/>
              </a:ln>
            </p:spPr>
            <p:txBody>
              <a:bodyPr/>
              <a:lstStyle/>
              <a:p>
                <a:endParaRPr lang="en-US"/>
              </a:p>
            </p:txBody>
          </p:sp>
          <p:sp>
            <p:nvSpPr>
              <p:cNvPr id="54232" name="Oval 600"/>
              <p:cNvSpPr>
                <a:spLocks noChangeArrowheads="1"/>
              </p:cNvSpPr>
              <p:nvPr/>
            </p:nvSpPr>
            <p:spPr bwMode="auto">
              <a:xfrm>
                <a:off x="3748" y="2658"/>
                <a:ext cx="40" cy="32"/>
              </a:xfrm>
              <a:prstGeom prst="ellipse">
                <a:avLst/>
              </a:prstGeom>
              <a:solidFill>
                <a:srgbClr val="808080"/>
              </a:solidFill>
              <a:ln w="25400">
                <a:solidFill>
                  <a:srgbClr val="808080"/>
                </a:solidFill>
                <a:round/>
                <a:headEnd/>
                <a:tailEnd/>
              </a:ln>
            </p:spPr>
            <p:txBody>
              <a:bodyPr/>
              <a:lstStyle/>
              <a:p>
                <a:endParaRPr lang="en-US"/>
              </a:p>
            </p:txBody>
          </p:sp>
          <p:sp>
            <p:nvSpPr>
              <p:cNvPr id="54233" name="Oval 601"/>
              <p:cNvSpPr>
                <a:spLocks noChangeArrowheads="1"/>
              </p:cNvSpPr>
              <p:nvPr/>
            </p:nvSpPr>
            <p:spPr bwMode="auto">
              <a:xfrm>
                <a:off x="3748" y="2969"/>
                <a:ext cx="32" cy="32"/>
              </a:xfrm>
              <a:prstGeom prst="ellipse">
                <a:avLst/>
              </a:prstGeom>
              <a:solidFill>
                <a:srgbClr val="808080"/>
              </a:solidFill>
              <a:ln w="9525">
                <a:solidFill>
                  <a:srgbClr val="808080"/>
                </a:solidFill>
                <a:round/>
                <a:headEnd/>
                <a:tailEnd/>
              </a:ln>
            </p:spPr>
            <p:txBody>
              <a:bodyPr/>
              <a:lstStyle/>
              <a:p>
                <a:endParaRPr lang="en-US"/>
              </a:p>
            </p:txBody>
          </p:sp>
          <p:sp>
            <p:nvSpPr>
              <p:cNvPr id="54234" name="Oval 602"/>
              <p:cNvSpPr>
                <a:spLocks noChangeArrowheads="1"/>
              </p:cNvSpPr>
              <p:nvPr/>
            </p:nvSpPr>
            <p:spPr bwMode="auto">
              <a:xfrm>
                <a:off x="3748" y="2969"/>
                <a:ext cx="32" cy="32"/>
              </a:xfrm>
              <a:prstGeom prst="ellipse">
                <a:avLst/>
              </a:prstGeom>
              <a:solidFill>
                <a:srgbClr val="808080"/>
              </a:solidFill>
              <a:ln w="25400">
                <a:solidFill>
                  <a:srgbClr val="808080"/>
                </a:solidFill>
                <a:round/>
                <a:headEnd/>
                <a:tailEnd/>
              </a:ln>
            </p:spPr>
            <p:txBody>
              <a:bodyPr/>
              <a:lstStyle/>
              <a:p>
                <a:endParaRPr lang="en-US"/>
              </a:p>
            </p:txBody>
          </p:sp>
        </p:grpSp>
        <p:grpSp>
          <p:nvGrpSpPr>
            <p:cNvPr id="53603" name="Group 603"/>
            <p:cNvGrpSpPr>
              <a:grpSpLocks/>
            </p:cNvGrpSpPr>
            <p:nvPr/>
          </p:nvGrpSpPr>
          <p:grpSpPr bwMode="auto">
            <a:xfrm>
              <a:off x="4203" y="1749"/>
              <a:ext cx="48" cy="1252"/>
              <a:chOff x="4203" y="1749"/>
              <a:chExt cx="48" cy="1252"/>
            </a:xfrm>
          </p:grpSpPr>
          <p:sp>
            <p:nvSpPr>
              <p:cNvPr id="54215" name="Oval 604"/>
              <p:cNvSpPr>
                <a:spLocks noChangeArrowheads="1"/>
              </p:cNvSpPr>
              <p:nvPr/>
            </p:nvSpPr>
            <p:spPr bwMode="auto">
              <a:xfrm>
                <a:off x="4211" y="1749"/>
                <a:ext cx="32" cy="32"/>
              </a:xfrm>
              <a:prstGeom prst="ellipse">
                <a:avLst/>
              </a:prstGeom>
              <a:solidFill>
                <a:srgbClr val="808080"/>
              </a:solidFill>
              <a:ln w="9525">
                <a:solidFill>
                  <a:srgbClr val="808080"/>
                </a:solidFill>
                <a:round/>
                <a:headEnd/>
                <a:tailEnd/>
              </a:ln>
            </p:spPr>
            <p:txBody>
              <a:bodyPr/>
              <a:lstStyle/>
              <a:p>
                <a:endParaRPr lang="en-US"/>
              </a:p>
            </p:txBody>
          </p:sp>
          <p:sp>
            <p:nvSpPr>
              <p:cNvPr id="54216" name="Oval 605"/>
              <p:cNvSpPr>
                <a:spLocks noChangeArrowheads="1"/>
              </p:cNvSpPr>
              <p:nvPr/>
            </p:nvSpPr>
            <p:spPr bwMode="auto">
              <a:xfrm>
                <a:off x="4211" y="1749"/>
                <a:ext cx="32" cy="32"/>
              </a:xfrm>
              <a:prstGeom prst="ellipse">
                <a:avLst/>
              </a:prstGeom>
              <a:solidFill>
                <a:srgbClr val="808080"/>
              </a:solidFill>
              <a:ln w="25400">
                <a:solidFill>
                  <a:srgbClr val="808080"/>
                </a:solidFill>
                <a:round/>
                <a:headEnd/>
                <a:tailEnd/>
              </a:ln>
            </p:spPr>
            <p:txBody>
              <a:bodyPr/>
              <a:lstStyle/>
              <a:p>
                <a:endParaRPr lang="en-US"/>
              </a:p>
            </p:txBody>
          </p:sp>
          <p:sp>
            <p:nvSpPr>
              <p:cNvPr id="54217" name="Oval 606"/>
              <p:cNvSpPr>
                <a:spLocks noChangeArrowheads="1"/>
              </p:cNvSpPr>
              <p:nvPr/>
            </p:nvSpPr>
            <p:spPr bwMode="auto">
              <a:xfrm>
                <a:off x="4219" y="2052"/>
                <a:ext cx="32" cy="32"/>
              </a:xfrm>
              <a:prstGeom prst="ellipse">
                <a:avLst/>
              </a:prstGeom>
              <a:solidFill>
                <a:srgbClr val="808080"/>
              </a:solidFill>
              <a:ln w="9525">
                <a:solidFill>
                  <a:srgbClr val="808080"/>
                </a:solidFill>
                <a:round/>
                <a:headEnd/>
                <a:tailEnd/>
              </a:ln>
            </p:spPr>
            <p:txBody>
              <a:bodyPr/>
              <a:lstStyle/>
              <a:p>
                <a:endParaRPr lang="en-US"/>
              </a:p>
            </p:txBody>
          </p:sp>
          <p:sp>
            <p:nvSpPr>
              <p:cNvPr id="54218" name="Oval 607"/>
              <p:cNvSpPr>
                <a:spLocks noChangeArrowheads="1"/>
              </p:cNvSpPr>
              <p:nvPr/>
            </p:nvSpPr>
            <p:spPr bwMode="auto">
              <a:xfrm>
                <a:off x="4219" y="2052"/>
                <a:ext cx="32" cy="32"/>
              </a:xfrm>
              <a:prstGeom prst="ellipse">
                <a:avLst/>
              </a:prstGeom>
              <a:solidFill>
                <a:srgbClr val="808080"/>
              </a:solidFill>
              <a:ln w="25400">
                <a:solidFill>
                  <a:srgbClr val="808080"/>
                </a:solidFill>
                <a:round/>
                <a:headEnd/>
                <a:tailEnd/>
              </a:ln>
            </p:spPr>
            <p:txBody>
              <a:bodyPr/>
              <a:lstStyle/>
              <a:p>
                <a:endParaRPr lang="en-US"/>
              </a:p>
            </p:txBody>
          </p:sp>
          <p:sp>
            <p:nvSpPr>
              <p:cNvPr id="54219" name="Oval 608"/>
              <p:cNvSpPr>
                <a:spLocks noChangeArrowheads="1"/>
              </p:cNvSpPr>
              <p:nvPr/>
            </p:nvSpPr>
            <p:spPr bwMode="auto">
              <a:xfrm>
                <a:off x="4219" y="2355"/>
                <a:ext cx="32" cy="32"/>
              </a:xfrm>
              <a:prstGeom prst="ellipse">
                <a:avLst/>
              </a:prstGeom>
              <a:solidFill>
                <a:srgbClr val="808080"/>
              </a:solidFill>
              <a:ln w="9525">
                <a:solidFill>
                  <a:srgbClr val="808080"/>
                </a:solidFill>
                <a:round/>
                <a:headEnd/>
                <a:tailEnd/>
              </a:ln>
            </p:spPr>
            <p:txBody>
              <a:bodyPr/>
              <a:lstStyle/>
              <a:p>
                <a:endParaRPr lang="en-US"/>
              </a:p>
            </p:txBody>
          </p:sp>
          <p:sp>
            <p:nvSpPr>
              <p:cNvPr id="54220" name="Oval 609"/>
              <p:cNvSpPr>
                <a:spLocks noChangeArrowheads="1"/>
              </p:cNvSpPr>
              <p:nvPr/>
            </p:nvSpPr>
            <p:spPr bwMode="auto">
              <a:xfrm>
                <a:off x="4219" y="2355"/>
                <a:ext cx="32" cy="32"/>
              </a:xfrm>
              <a:prstGeom prst="ellipse">
                <a:avLst/>
              </a:prstGeom>
              <a:solidFill>
                <a:srgbClr val="808080"/>
              </a:solidFill>
              <a:ln w="25400">
                <a:solidFill>
                  <a:srgbClr val="808080"/>
                </a:solidFill>
                <a:round/>
                <a:headEnd/>
                <a:tailEnd/>
              </a:ln>
            </p:spPr>
            <p:txBody>
              <a:bodyPr/>
              <a:lstStyle/>
              <a:p>
                <a:endParaRPr lang="en-US"/>
              </a:p>
            </p:txBody>
          </p:sp>
          <p:sp>
            <p:nvSpPr>
              <p:cNvPr id="54221" name="Oval 610"/>
              <p:cNvSpPr>
                <a:spLocks noChangeArrowheads="1"/>
              </p:cNvSpPr>
              <p:nvPr/>
            </p:nvSpPr>
            <p:spPr bwMode="auto">
              <a:xfrm>
                <a:off x="4211" y="2666"/>
                <a:ext cx="32" cy="32"/>
              </a:xfrm>
              <a:prstGeom prst="ellipse">
                <a:avLst/>
              </a:prstGeom>
              <a:solidFill>
                <a:srgbClr val="808080"/>
              </a:solidFill>
              <a:ln w="9525">
                <a:solidFill>
                  <a:srgbClr val="808080"/>
                </a:solidFill>
                <a:round/>
                <a:headEnd/>
                <a:tailEnd/>
              </a:ln>
            </p:spPr>
            <p:txBody>
              <a:bodyPr/>
              <a:lstStyle/>
              <a:p>
                <a:endParaRPr lang="en-US"/>
              </a:p>
            </p:txBody>
          </p:sp>
          <p:sp>
            <p:nvSpPr>
              <p:cNvPr id="54222" name="Oval 611"/>
              <p:cNvSpPr>
                <a:spLocks noChangeArrowheads="1"/>
              </p:cNvSpPr>
              <p:nvPr/>
            </p:nvSpPr>
            <p:spPr bwMode="auto">
              <a:xfrm>
                <a:off x="4211" y="2666"/>
                <a:ext cx="32" cy="32"/>
              </a:xfrm>
              <a:prstGeom prst="ellipse">
                <a:avLst/>
              </a:prstGeom>
              <a:solidFill>
                <a:srgbClr val="808080"/>
              </a:solidFill>
              <a:ln w="25400">
                <a:solidFill>
                  <a:srgbClr val="808080"/>
                </a:solidFill>
                <a:round/>
                <a:headEnd/>
                <a:tailEnd/>
              </a:ln>
            </p:spPr>
            <p:txBody>
              <a:bodyPr/>
              <a:lstStyle/>
              <a:p>
                <a:endParaRPr lang="en-US"/>
              </a:p>
            </p:txBody>
          </p:sp>
          <p:sp>
            <p:nvSpPr>
              <p:cNvPr id="54223" name="Oval 612"/>
              <p:cNvSpPr>
                <a:spLocks noChangeArrowheads="1"/>
              </p:cNvSpPr>
              <p:nvPr/>
            </p:nvSpPr>
            <p:spPr bwMode="auto">
              <a:xfrm>
                <a:off x="4203" y="2969"/>
                <a:ext cx="40" cy="32"/>
              </a:xfrm>
              <a:prstGeom prst="ellipse">
                <a:avLst/>
              </a:prstGeom>
              <a:solidFill>
                <a:srgbClr val="808080"/>
              </a:solidFill>
              <a:ln w="9525">
                <a:solidFill>
                  <a:srgbClr val="808080"/>
                </a:solidFill>
                <a:round/>
                <a:headEnd/>
                <a:tailEnd/>
              </a:ln>
            </p:spPr>
            <p:txBody>
              <a:bodyPr/>
              <a:lstStyle/>
              <a:p>
                <a:endParaRPr lang="en-US"/>
              </a:p>
            </p:txBody>
          </p:sp>
          <p:sp>
            <p:nvSpPr>
              <p:cNvPr id="54224" name="Oval 613"/>
              <p:cNvSpPr>
                <a:spLocks noChangeArrowheads="1"/>
              </p:cNvSpPr>
              <p:nvPr/>
            </p:nvSpPr>
            <p:spPr bwMode="auto">
              <a:xfrm>
                <a:off x="4203" y="2969"/>
                <a:ext cx="40" cy="32"/>
              </a:xfrm>
              <a:prstGeom prst="ellipse">
                <a:avLst/>
              </a:prstGeom>
              <a:solidFill>
                <a:srgbClr val="808080"/>
              </a:solidFill>
              <a:ln w="25400">
                <a:solidFill>
                  <a:srgbClr val="808080"/>
                </a:solidFill>
                <a:round/>
                <a:headEnd/>
                <a:tailEnd/>
              </a:ln>
            </p:spPr>
            <p:txBody>
              <a:bodyPr/>
              <a:lstStyle/>
              <a:p>
                <a:endParaRPr lang="en-US"/>
              </a:p>
            </p:txBody>
          </p:sp>
        </p:grpSp>
        <p:grpSp>
          <p:nvGrpSpPr>
            <p:cNvPr id="53604" name="Group 614"/>
            <p:cNvGrpSpPr>
              <a:grpSpLocks/>
            </p:cNvGrpSpPr>
            <p:nvPr/>
          </p:nvGrpSpPr>
          <p:grpSpPr bwMode="auto">
            <a:xfrm>
              <a:off x="3317" y="2076"/>
              <a:ext cx="431" cy="284"/>
              <a:chOff x="3317" y="2076"/>
              <a:chExt cx="431" cy="284"/>
            </a:xfrm>
          </p:grpSpPr>
          <p:sp>
            <p:nvSpPr>
              <p:cNvPr id="54213" name="Freeform 615"/>
              <p:cNvSpPr>
                <a:spLocks/>
              </p:cNvSpPr>
              <p:nvPr/>
            </p:nvSpPr>
            <p:spPr bwMode="auto">
              <a:xfrm>
                <a:off x="3620" y="2076"/>
                <a:ext cx="128" cy="104"/>
              </a:xfrm>
              <a:custGeom>
                <a:avLst/>
                <a:gdLst>
                  <a:gd name="T0" fmla="*/ 128 w 128"/>
                  <a:gd name="T1" fmla="*/ 0 h 104"/>
                  <a:gd name="T2" fmla="*/ 40 w 128"/>
                  <a:gd name="T3" fmla="*/ 104 h 104"/>
                  <a:gd name="T4" fmla="*/ 16 w 128"/>
                  <a:gd name="T5" fmla="*/ 72 h 104"/>
                  <a:gd name="T6" fmla="*/ 0 w 128"/>
                  <a:gd name="T7" fmla="*/ 48 h 104"/>
                  <a:gd name="T8" fmla="*/ 128 w 128"/>
                  <a:gd name="T9" fmla="*/ 0 h 10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8" h="104">
                    <a:moveTo>
                      <a:pt x="128" y="0"/>
                    </a:moveTo>
                    <a:lnTo>
                      <a:pt x="40" y="104"/>
                    </a:lnTo>
                    <a:lnTo>
                      <a:pt x="16" y="72"/>
                    </a:lnTo>
                    <a:lnTo>
                      <a:pt x="0" y="48"/>
                    </a:lnTo>
                    <a:lnTo>
                      <a:pt x="128" y="0"/>
                    </a:lnTo>
                    <a:close/>
                  </a:path>
                </a:pathLst>
              </a:custGeom>
              <a:solidFill>
                <a:srgbClr val="808080"/>
              </a:solidFill>
              <a:ln w="9525">
                <a:solidFill>
                  <a:srgbClr val="808080"/>
                </a:solidFill>
                <a:round/>
                <a:headEnd/>
                <a:tailEnd/>
              </a:ln>
            </p:spPr>
            <p:txBody>
              <a:bodyPr/>
              <a:lstStyle/>
              <a:p>
                <a:endParaRPr lang="en-US"/>
              </a:p>
            </p:txBody>
          </p:sp>
          <p:sp>
            <p:nvSpPr>
              <p:cNvPr id="54214" name="Line 616"/>
              <p:cNvSpPr>
                <a:spLocks noChangeShapeType="1"/>
              </p:cNvSpPr>
              <p:nvPr/>
            </p:nvSpPr>
            <p:spPr bwMode="auto">
              <a:xfrm flipV="1">
                <a:off x="3317" y="2143"/>
                <a:ext cx="327" cy="217"/>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3605" name="Group 617"/>
            <p:cNvGrpSpPr>
              <a:grpSpLocks/>
            </p:cNvGrpSpPr>
            <p:nvPr/>
          </p:nvGrpSpPr>
          <p:grpSpPr bwMode="auto">
            <a:xfrm>
              <a:off x="3325" y="1733"/>
              <a:ext cx="415" cy="56"/>
              <a:chOff x="3325" y="1733"/>
              <a:chExt cx="415" cy="56"/>
            </a:xfrm>
          </p:grpSpPr>
          <p:sp>
            <p:nvSpPr>
              <p:cNvPr id="54205" name="Freeform 618"/>
              <p:cNvSpPr>
                <a:spLocks/>
              </p:cNvSpPr>
              <p:nvPr/>
            </p:nvSpPr>
            <p:spPr bwMode="auto">
              <a:xfrm>
                <a:off x="3628" y="1733"/>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rgbClr val="808080"/>
              </a:solidFill>
              <a:ln w="9525">
                <a:solidFill>
                  <a:srgbClr val="808080"/>
                </a:solidFill>
                <a:round/>
                <a:headEnd/>
                <a:tailEnd/>
              </a:ln>
            </p:spPr>
            <p:txBody>
              <a:bodyPr/>
              <a:lstStyle/>
              <a:p>
                <a:endParaRPr lang="en-US"/>
              </a:p>
            </p:txBody>
          </p:sp>
          <p:grpSp>
            <p:nvGrpSpPr>
              <p:cNvPr id="54206" name="Group 619"/>
              <p:cNvGrpSpPr>
                <a:grpSpLocks/>
              </p:cNvGrpSpPr>
              <p:nvPr/>
            </p:nvGrpSpPr>
            <p:grpSpPr bwMode="auto">
              <a:xfrm>
                <a:off x="3325" y="1757"/>
                <a:ext cx="295" cy="1"/>
                <a:chOff x="3325" y="1757"/>
                <a:chExt cx="295" cy="1"/>
              </a:xfrm>
            </p:grpSpPr>
            <p:sp>
              <p:nvSpPr>
                <p:cNvPr id="54207" name="Line 620"/>
                <p:cNvSpPr>
                  <a:spLocks noChangeShapeType="1"/>
                </p:cNvSpPr>
                <p:nvPr/>
              </p:nvSpPr>
              <p:spPr bwMode="auto">
                <a:xfrm>
                  <a:off x="3325"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208" name="Line 621"/>
                <p:cNvSpPr>
                  <a:spLocks noChangeShapeType="1"/>
                </p:cNvSpPr>
                <p:nvPr/>
              </p:nvSpPr>
              <p:spPr bwMode="auto">
                <a:xfrm>
                  <a:off x="3381"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209" name="Line 622"/>
                <p:cNvSpPr>
                  <a:spLocks noChangeShapeType="1"/>
                </p:cNvSpPr>
                <p:nvPr/>
              </p:nvSpPr>
              <p:spPr bwMode="auto">
                <a:xfrm>
                  <a:off x="3437"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210" name="Line 623"/>
                <p:cNvSpPr>
                  <a:spLocks noChangeShapeType="1"/>
                </p:cNvSpPr>
                <p:nvPr/>
              </p:nvSpPr>
              <p:spPr bwMode="auto">
                <a:xfrm>
                  <a:off x="3493" y="1757"/>
                  <a:ext cx="23"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211" name="Line 624"/>
                <p:cNvSpPr>
                  <a:spLocks noChangeShapeType="1"/>
                </p:cNvSpPr>
                <p:nvPr/>
              </p:nvSpPr>
              <p:spPr bwMode="auto">
                <a:xfrm>
                  <a:off x="3548"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212" name="Line 625"/>
                <p:cNvSpPr>
                  <a:spLocks noChangeShapeType="1"/>
                </p:cNvSpPr>
                <p:nvPr/>
              </p:nvSpPr>
              <p:spPr bwMode="auto">
                <a:xfrm>
                  <a:off x="3604" y="1757"/>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3606" name="Group 626"/>
            <p:cNvGrpSpPr>
              <a:grpSpLocks/>
            </p:cNvGrpSpPr>
            <p:nvPr/>
          </p:nvGrpSpPr>
          <p:grpSpPr bwMode="auto">
            <a:xfrm>
              <a:off x="3788" y="1733"/>
              <a:ext cx="415" cy="56"/>
              <a:chOff x="3788" y="1733"/>
              <a:chExt cx="415" cy="56"/>
            </a:xfrm>
          </p:grpSpPr>
          <p:sp>
            <p:nvSpPr>
              <p:cNvPr id="54197" name="Freeform 627"/>
              <p:cNvSpPr>
                <a:spLocks/>
              </p:cNvSpPr>
              <p:nvPr/>
            </p:nvSpPr>
            <p:spPr bwMode="auto">
              <a:xfrm>
                <a:off x="4091" y="1733"/>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rgbClr val="808080"/>
              </a:solidFill>
              <a:ln w="9525">
                <a:solidFill>
                  <a:srgbClr val="808080"/>
                </a:solidFill>
                <a:round/>
                <a:headEnd/>
                <a:tailEnd/>
              </a:ln>
            </p:spPr>
            <p:txBody>
              <a:bodyPr/>
              <a:lstStyle/>
              <a:p>
                <a:endParaRPr lang="en-US"/>
              </a:p>
            </p:txBody>
          </p:sp>
          <p:grpSp>
            <p:nvGrpSpPr>
              <p:cNvPr id="54198" name="Group 628"/>
              <p:cNvGrpSpPr>
                <a:grpSpLocks/>
              </p:cNvGrpSpPr>
              <p:nvPr/>
            </p:nvGrpSpPr>
            <p:grpSpPr bwMode="auto">
              <a:xfrm>
                <a:off x="3788" y="1757"/>
                <a:ext cx="295" cy="1"/>
                <a:chOff x="3788" y="1757"/>
                <a:chExt cx="295" cy="1"/>
              </a:xfrm>
            </p:grpSpPr>
            <p:sp>
              <p:nvSpPr>
                <p:cNvPr id="54199" name="Line 629"/>
                <p:cNvSpPr>
                  <a:spLocks noChangeShapeType="1"/>
                </p:cNvSpPr>
                <p:nvPr/>
              </p:nvSpPr>
              <p:spPr bwMode="auto">
                <a:xfrm>
                  <a:off x="3788"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200" name="Line 630"/>
                <p:cNvSpPr>
                  <a:spLocks noChangeShapeType="1"/>
                </p:cNvSpPr>
                <p:nvPr/>
              </p:nvSpPr>
              <p:spPr bwMode="auto">
                <a:xfrm>
                  <a:off x="3844"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201" name="Line 631"/>
                <p:cNvSpPr>
                  <a:spLocks noChangeShapeType="1"/>
                </p:cNvSpPr>
                <p:nvPr/>
              </p:nvSpPr>
              <p:spPr bwMode="auto">
                <a:xfrm>
                  <a:off x="3900"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202" name="Line 632"/>
                <p:cNvSpPr>
                  <a:spLocks noChangeShapeType="1"/>
                </p:cNvSpPr>
                <p:nvPr/>
              </p:nvSpPr>
              <p:spPr bwMode="auto">
                <a:xfrm>
                  <a:off x="3956"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203" name="Line 633"/>
                <p:cNvSpPr>
                  <a:spLocks noChangeShapeType="1"/>
                </p:cNvSpPr>
                <p:nvPr/>
              </p:nvSpPr>
              <p:spPr bwMode="auto">
                <a:xfrm>
                  <a:off x="4011"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204" name="Line 634"/>
                <p:cNvSpPr>
                  <a:spLocks noChangeShapeType="1"/>
                </p:cNvSpPr>
                <p:nvPr/>
              </p:nvSpPr>
              <p:spPr bwMode="auto">
                <a:xfrm>
                  <a:off x="4067" y="1757"/>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3607" name="Group 635"/>
            <p:cNvGrpSpPr>
              <a:grpSpLocks/>
            </p:cNvGrpSpPr>
            <p:nvPr/>
          </p:nvGrpSpPr>
          <p:grpSpPr bwMode="auto">
            <a:xfrm>
              <a:off x="3325" y="2044"/>
              <a:ext cx="423" cy="56"/>
              <a:chOff x="3325" y="2044"/>
              <a:chExt cx="423" cy="56"/>
            </a:xfrm>
          </p:grpSpPr>
          <p:sp>
            <p:nvSpPr>
              <p:cNvPr id="54189" name="Freeform 636"/>
              <p:cNvSpPr>
                <a:spLocks/>
              </p:cNvSpPr>
              <p:nvPr/>
            </p:nvSpPr>
            <p:spPr bwMode="auto">
              <a:xfrm>
                <a:off x="3628" y="2044"/>
                <a:ext cx="120" cy="56"/>
              </a:xfrm>
              <a:custGeom>
                <a:avLst/>
                <a:gdLst>
                  <a:gd name="T0" fmla="*/ 120 w 120"/>
                  <a:gd name="T1" fmla="*/ 24 h 56"/>
                  <a:gd name="T2" fmla="*/ 0 w 120"/>
                  <a:gd name="T3" fmla="*/ 56 h 56"/>
                  <a:gd name="T4" fmla="*/ 0 w 120"/>
                  <a:gd name="T5" fmla="*/ 24 h 56"/>
                  <a:gd name="T6" fmla="*/ 0 w 120"/>
                  <a:gd name="T7" fmla="*/ 0 h 56"/>
                  <a:gd name="T8" fmla="*/ 120 w 120"/>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 h="56">
                    <a:moveTo>
                      <a:pt x="120" y="24"/>
                    </a:moveTo>
                    <a:lnTo>
                      <a:pt x="0" y="56"/>
                    </a:lnTo>
                    <a:lnTo>
                      <a:pt x="0" y="24"/>
                    </a:lnTo>
                    <a:lnTo>
                      <a:pt x="0" y="0"/>
                    </a:lnTo>
                    <a:lnTo>
                      <a:pt x="120" y="24"/>
                    </a:lnTo>
                    <a:close/>
                  </a:path>
                </a:pathLst>
              </a:custGeom>
              <a:solidFill>
                <a:srgbClr val="808080"/>
              </a:solidFill>
              <a:ln w="9525">
                <a:solidFill>
                  <a:srgbClr val="808080"/>
                </a:solidFill>
                <a:round/>
                <a:headEnd/>
                <a:tailEnd/>
              </a:ln>
            </p:spPr>
            <p:txBody>
              <a:bodyPr/>
              <a:lstStyle/>
              <a:p>
                <a:endParaRPr lang="en-US"/>
              </a:p>
            </p:txBody>
          </p:sp>
          <p:grpSp>
            <p:nvGrpSpPr>
              <p:cNvPr id="54190" name="Group 637"/>
              <p:cNvGrpSpPr>
                <a:grpSpLocks/>
              </p:cNvGrpSpPr>
              <p:nvPr/>
            </p:nvGrpSpPr>
            <p:grpSpPr bwMode="auto">
              <a:xfrm>
                <a:off x="3325" y="2068"/>
                <a:ext cx="295" cy="1"/>
                <a:chOff x="3325" y="2068"/>
                <a:chExt cx="295" cy="1"/>
              </a:xfrm>
            </p:grpSpPr>
            <p:sp>
              <p:nvSpPr>
                <p:cNvPr id="54191" name="Line 638"/>
                <p:cNvSpPr>
                  <a:spLocks noChangeShapeType="1"/>
                </p:cNvSpPr>
                <p:nvPr/>
              </p:nvSpPr>
              <p:spPr bwMode="auto">
                <a:xfrm>
                  <a:off x="3325"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192" name="Line 639"/>
                <p:cNvSpPr>
                  <a:spLocks noChangeShapeType="1"/>
                </p:cNvSpPr>
                <p:nvPr/>
              </p:nvSpPr>
              <p:spPr bwMode="auto">
                <a:xfrm>
                  <a:off x="3381"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193" name="Line 640"/>
                <p:cNvSpPr>
                  <a:spLocks noChangeShapeType="1"/>
                </p:cNvSpPr>
                <p:nvPr/>
              </p:nvSpPr>
              <p:spPr bwMode="auto">
                <a:xfrm>
                  <a:off x="3437"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194" name="Line 641"/>
                <p:cNvSpPr>
                  <a:spLocks noChangeShapeType="1"/>
                </p:cNvSpPr>
                <p:nvPr/>
              </p:nvSpPr>
              <p:spPr bwMode="auto">
                <a:xfrm>
                  <a:off x="3493" y="2068"/>
                  <a:ext cx="23"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195" name="Line 642"/>
                <p:cNvSpPr>
                  <a:spLocks noChangeShapeType="1"/>
                </p:cNvSpPr>
                <p:nvPr/>
              </p:nvSpPr>
              <p:spPr bwMode="auto">
                <a:xfrm>
                  <a:off x="3548"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196" name="Line 643"/>
                <p:cNvSpPr>
                  <a:spLocks noChangeShapeType="1"/>
                </p:cNvSpPr>
                <p:nvPr/>
              </p:nvSpPr>
              <p:spPr bwMode="auto">
                <a:xfrm>
                  <a:off x="3604" y="2068"/>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3608" name="Group 644"/>
            <p:cNvGrpSpPr>
              <a:grpSpLocks/>
            </p:cNvGrpSpPr>
            <p:nvPr/>
          </p:nvGrpSpPr>
          <p:grpSpPr bwMode="auto">
            <a:xfrm>
              <a:off x="3796" y="2036"/>
              <a:ext cx="415" cy="56"/>
              <a:chOff x="3796" y="2036"/>
              <a:chExt cx="415" cy="56"/>
            </a:xfrm>
          </p:grpSpPr>
          <p:sp>
            <p:nvSpPr>
              <p:cNvPr id="54181" name="Freeform 645"/>
              <p:cNvSpPr>
                <a:spLocks/>
              </p:cNvSpPr>
              <p:nvPr/>
            </p:nvSpPr>
            <p:spPr bwMode="auto">
              <a:xfrm>
                <a:off x="4099"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rgbClr val="808080"/>
              </a:solidFill>
              <a:ln w="9525">
                <a:solidFill>
                  <a:srgbClr val="808080"/>
                </a:solidFill>
                <a:round/>
                <a:headEnd/>
                <a:tailEnd/>
              </a:ln>
            </p:spPr>
            <p:txBody>
              <a:bodyPr/>
              <a:lstStyle/>
              <a:p>
                <a:endParaRPr lang="en-US"/>
              </a:p>
            </p:txBody>
          </p:sp>
          <p:grpSp>
            <p:nvGrpSpPr>
              <p:cNvPr id="54182" name="Group 646"/>
              <p:cNvGrpSpPr>
                <a:grpSpLocks/>
              </p:cNvGrpSpPr>
              <p:nvPr/>
            </p:nvGrpSpPr>
            <p:grpSpPr bwMode="auto">
              <a:xfrm>
                <a:off x="3796" y="2068"/>
                <a:ext cx="295" cy="1"/>
                <a:chOff x="3796" y="2068"/>
                <a:chExt cx="295" cy="1"/>
              </a:xfrm>
            </p:grpSpPr>
            <p:sp>
              <p:nvSpPr>
                <p:cNvPr id="54183" name="Line 647"/>
                <p:cNvSpPr>
                  <a:spLocks noChangeShapeType="1"/>
                </p:cNvSpPr>
                <p:nvPr/>
              </p:nvSpPr>
              <p:spPr bwMode="auto">
                <a:xfrm>
                  <a:off x="3796"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184" name="Line 648"/>
                <p:cNvSpPr>
                  <a:spLocks noChangeShapeType="1"/>
                </p:cNvSpPr>
                <p:nvPr/>
              </p:nvSpPr>
              <p:spPr bwMode="auto">
                <a:xfrm>
                  <a:off x="3852"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185" name="Line 649"/>
                <p:cNvSpPr>
                  <a:spLocks noChangeShapeType="1"/>
                </p:cNvSpPr>
                <p:nvPr/>
              </p:nvSpPr>
              <p:spPr bwMode="auto">
                <a:xfrm>
                  <a:off x="3908"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186" name="Line 650"/>
                <p:cNvSpPr>
                  <a:spLocks noChangeShapeType="1"/>
                </p:cNvSpPr>
                <p:nvPr/>
              </p:nvSpPr>
              <p:spPr bwMode="auto">
                <a:xfrm>
                  <a:off x="3964"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187" name="Line 651"/>
                <p:cNvSpPr>
                  <a:spLocks noChangeShapeType="1"/>
                </p:cNvSpPr>
                <p:nvPr/>
              </p:nvSpPr>
              <p:spPr bwMode="auto">
                <a:xfrm>
                  <a:off x="4019"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188" name="Line 652"/>
                <p:cNvSpPr>
                  <a:spLocks noChangeShapeType="1"/>
                </p:cNvSpPr>
                <p:nvPr/>
              </p:nvSpPr>
              <p:spPr bwMode="auto">
                <a:xfrm>
                  <a:off x="4075" y="2068"/>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3609" name="Group 653"/>
            <p:cNvGrpSpPr>
              <a:grpSpLocks/>
            </p:cNvGrpSpPr>
            <p:nvPr/>
          </p:nvGrpSpPr>
          <p:grpSpPr bwMode="auto">
            <a:xfrm>
              <a:off x="4267" y="2036"/>
              <a:ext cx="415" cy="56"/>
              <a:chOff x="4267" y="2036"/>
              <a:chExt cx="415" cy="56"/>
            </a:xfrm>
          </p:grpSpPr>
          <p:sp>
            <p:nvSpPr>
              <p:cNvPr id="54173" name="Freeform 654"/>
              <p:cNvSpPr>
                <a:spLocks/>
              </p:cNvSpPr>
              <p:nvPr/>
            </p:nvSpPr>
            <p:spPr bwMode="auto">
              <a:xfrm>
                <a:off x="4570"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rgbClr val="808080"/>
              </a:solidFill>
              <a:ln w="9525">
                <a:solidFill>
                  <a:srgbClr val="808080"/>
                </a:solidFill>
                <a:round/>
                <a:headEnd/>
                <a:tailEnd/>
              </a:ln>
            </p:spPr>
            <p:txBody>
              <a:bodyPr/>
              <a:lstStyle/>
              <a:p>
                <a:endParaRPr lang="en-US"/>
              </a:p>
            </p:txBody>
          </p:sp>
          <p:grpSp>
            <p:nvGrpSpPr>
              <p:cNvPr id="54174" name="Group 655"/>
              <p:cNvGrpSpPr>
                <a:grpSpLocks/>
              </p:cNvGrpSpPr>
              <p:nvPr/>
            </p:nvGrpSpPr>
            <p:grpSpPr bwMode="auto">
              <a:xfrm>
                <a:off x="4267" y="2068"/>
                <a:ext cx="295" cy="1"/>
                <a:chOff x="4267" y="2068"/>
                <a:chExt cx="295" cy="1"/>
              </a:xfrm>
            </p:grpSpPr>
            <p:sp>
              <p:nvSpPr>
                <p:cNvPr id="54175" name="Line 656"/>
                <p:cNvSpPr>
                  <a:spLocks noChangeShapeType="1"/>
                </p:cNvSpPr>
                <p:nvPr/>
              </p:nvSpPr>
              <p:spPr bwMode="auto">
                <a:xfrm>
                  <a:off x="4267"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176" name="Line 657"/>
                <p:cNvSpPr>
                  <a:spLocks noChangeShapeType="1"/>
                </p:cNvSpPr>
                <p:nvPr/>
              </p:nvSpPr>
              <p:spPr bwMode="auto">
                <a:xfrm>
                  <a:off x="4323"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177" name="Line 658"/>
                <p:cNvSpPr>
                  <a:spLocks noChangeShapeType="1"/>
                </p:cNvSpPr>
                <p:nvPr/>
              </p:nvSpPr>
              <p:spPr bwMode="auto">
                <a:xfrm>
                  <a:off x="4379"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178" name="Line 659"/>
                <p:cNvSpPr>
                  <a:spLocks noChangeShapeType="1"/>
                </p:cNvSpPr>
                <p:nvPr/>
              </p:nvSpPr>
              <p:spPr bwMode="auto">
                <a:xfrm>
                  <a:off x="4435"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179" name="Line 660"/>
                <p:cNvSpPr>
                  <a:spLocks noChangeShapeType="1"/>
                </p:cNvSpPr>
                <p:nvPr/>
              </p:nvSpPr>
              <p:spPr bwMode="auto">
                <a:xfrm>
                  <a:off x="4491" y="2068"/>
                  <a:ext cx="23"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180" name="Line 661"/>
                <p:cNvSpPr>
                  <a:spLocks noChangeShapeType="1"/>
                </p:cNvSpPr>
                <p:nvPr/>
              </p:nvSpPr>
              <p:spPr bwMode="auto">
                <a:xfrm>
                  <a:off x="4546" y="2068"/>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3610" name="Group 662"/>
            <p:cNvGrpSpPr>
              <a:grpSpLocks/>
            </p:cNvGrpSpPr>
            <p:nvPr/>
          </p:nvGrpSpPr>
          <p:grpSpPr bwMode="auto">
            <a:xfrm>
              <a:off x="4259" y="2347"/>
              <a:ext cx="415" cy="56"/>
              <a:chOff x="4259" y="2347"/>
              <a:chExt cx="415" cy="56"/>
            </a:xfrm>
          </p:grpSpPr>
          <p:sp>
            <p:nvSpPr>
              <p:cNvPr id="54165" name="Freeform 663"/>
              <p:cNvSpPr>
                <a:spLocks/>
              </p:cNvSpPr>
              <p:nvPr/>
            </p:nvSpPr>
            <p:spPr bwMode="auto">
              <a:xfrm>
                <a:off x="4562" y="234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rgbClr val="808080"/>
              </a:solidFill>
              <a:ln w="9525">
                <a:solidFill>
                  <a:srgbClr val="808080"/>
                </a:solidFill>
                <a:round/>
                <a:headEnd/>
                <a:tailEnd/>
              </a:ln>
            </p:spPr>
            <p:txBody>
              <a:bodyPr/>
              <a:lstStyle/>
              <a:p>
                <a:endParaRPr lang="en-US"/>
              </a:p>
            </p:txBody>
          </p:sp>
          <p:grpSp>
            <p:nvGrpSpPr>
              <p:cNvPr id="54166" name="Group 664"/>
              <p:cNvGrpSpPr>
                <a:grpSpLocks/>
              </p:cNvGrpSpPr>
              <p:nvPr/>
            </p:nvGrpSpPr>
            <p:grpSpPr bwMode="auto">
              <a:xfrm>
                <a:off x="4259" y="2371"/>
                <a:ext cx="295" cy="1"/>
                <a:chOff x="4259" y="2371"/>
                <a:chExt cx="295" cy="1"/>
              </a:xfrm>
            </p:grpSpPr>
            <p:sp>
              <p:nvSpPr>
                <p:cNvPr id="54167" name="Line 665"/>
                <p:cNvSpPr>
                  <a:spLocks noChangeShapeType="1"/>
                </p:cNvSpPr>
                <p:nvPr/>
              </p:nvSpPr>
              <p:spPr bwMode="auto">
                <a:xfrm>
                  <a:off x="4259"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168" name="Line 666"/>
                <p:cNvSpPr>
                  <a:spLocks noChangeShapeType="1"/>
                </p:cNvSpPr>
                <p:nvPr/>
              </p:nvSpPr>
              <p:spPr bwMode="auto">
                <a:xfrm>
                  <a:off x="4315"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169" name="Line 667"/>
                <p:cNvSpPr>
                  <a:spLocks noChangeShapeType="1"/>
                </p:cNvSpPr>
                <p:nvPr/>
              </p:nvSpPr>
              <p:spPr bwMode="auto">
                <a:xfrm>
                  <a:off x="4371"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170" name="Line 668"/>
                <p:cNvSpPr>
                  <a:spLocks noChangeShapeType="1"/>
                </p:cNvSpPr>
                <p:nvPr/>
              </p:nvSpPr>
              <p:spPr bwMode="auto">
                <a:xfrm>
                  <a:off x="4427"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171" name="Line 669"/>
                <p:cNvSpPr>
                  <a:spLocks noChangeShapeType="1"/>
                </p:cNvSpPr>
                <p:nvPr/>
              </p:nvSpPr>
              <p:spPr bwMode="auto">
                <a:xfrm>
                  <a:off x="4483" y="2371"/>
                  <a:ext cx="23"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172" name="Line 670"/>
                <p:cNvSpPr>
                  <a:spLocks noChangeShapeType="1"/>
                </p:cNvSpPr>
                <p:nvPr/>
              </p:nvSpPr>
              <p:spPr bwMode="auto">
                <a:xfrm>
                  <a:off x="4538" y="2371"/>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3611" name="Group 671"/>
            <p:cNvGrpSpPr>
              <a:grpSpLocks/>
            </p:cNvGrpSpPr>
            <p:nvPr/>
          </p:nvGrpSpPr>
          <p:grpSpPr bwMode="auto">
            <a:xfrm>
              <a:off x="3796" y="2347"/>
              <a:ext cx="415" cy="56"/>
              <a:chOff x="3796" y="2347"/>
              <a:chExt cx="415" cy="56"/>
            </a:xfrm>
          </p:grpSpPr>
          <p:sp>
            <p:nvSpPr>
              <p:cNvPr id="54157" name="Freeform 672"/>
              <p:cNvSpPr>
                <a:spLocks/>
              </p:cNvSpPr>
              <p:nvPr/>
            </p:nvSpPr>
            <p:spPr bwMode="auto">
              <a:xfrm>
                <a:off x="4099" y="234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rgbClr val="808080"/>
              </a:solidFill>
              <a:ln w="9525">
                <a:solidFill>
                  <a:srgbClr val="808080"/>
                </a:solidFill>
                <a:round/>
                <a:headEnd/>
                <a:tailEnd/>
              </a:ln>
            </p:spPr>
            <p:txBody>
              <a:bodyPr/>
              <a:lstStyle/>
              <a:p>
                <a:endParaRPr lang="en-US"/>
              </a:p>
            </p:txBody>
          </p:sp>
          <p:grpSp>
            <p:nvGrpSpPr>
              <p:cNvPr id="54158" name="Group 673"/>
              <p:cNvGrpSpPr>
                <a:grpSpLocks/>
              </p:cNvGrpSpPr>
              <p:nvPr/>
            </p:nvGrpSpPr>
            <p:grpSpPr bwMode="auto">
              <a:xfrm>
                <a:off x="3796" y="2371"/>
                <a:ext cx="295" cy="1"/>
                <a:chOff x="3796" y="2371"/>
                <a:chExt cx="295" cy="1"/>
              </a:xfrm>
            </p:grpSpPr>
            <p:sp>
              <p:nvSpPr>
                <p:cNvPr id="54159" name="Line 674"/>
                <p:cNvSpPr>
                  <a:spLocks noChangeShapeType="1"/>
                </p:cNvSpPr>
                <p:nvPr/>
              </p:nvSpPr>
              <p:spPr bwMode="auto">
                <a:xfrm>
                  <a:off x="3796"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160" name="Line 675"/>
                <p:cNvSpPr>
                  <a:spLocks noChangeShapeType="1"/>
                </p:cNvSpPr>
                <p:nvPr/>
              </p:nvSpPr>
              <p:spPr bwMode="auto">
                <a:xfrm>
                  <a:off x="3852"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161" name="Line 676"/>
                <p:cNvSpPr>
                  <a:spLocks noChangeShapeType="1"/>
                </p:cNvSpPr>
                <p:nvPr/>
              </p:nvSpPr>
              <p:spPr bwMode="auto">
                <a:xfrm>
                  <a:off x="3908"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162" name="Line 677"/>
                <p:cNvSpPr>
                  <a:spLocks noChangeShapeType="1"/>
                </p:cNvSpPr>
                <p:nvPr/>
              </p:nvSpPr>
              <p:spPr bwMode="auto">
                <a:xfrm>
                  <a:off x="3964"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163" name="Line 678"/>
                <p:cNvSpPr>
                  <a:spLocks noChangeShapeType="1"/>
                </p:cNvSpPr>
                <p:nvPr/>
              </p:nvSpPr>
              <p:spPr bwMode="auto">
                <a:xfrm>
                  <a:off x="4019"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164" name="Line 679"/>
                <p:cNvSpPr>
                  <a:spLocks noChangeShapeType="1"/>
                </p:cNvSpPr>
                <p:nvPr/>
              </p:nvSpPr>
              <p:spPr bwMode="auto">
                <a:xfrm>
                  <a:off x="4075" y="2371"/>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3612" name="Group 680"/>
            <p:cNvGrpSpPr>
              <a:grpSpLocks/>
            </p:cNvGrpSpPr>
            <p:nvPr/>
          </p:nvGrpSpPr>
          <p:grpSpPr bwMode="auto">
            <a:xfrm>
              <a:off x="3333" y="2339"/>
              <a:ext cx="415" cy="64"/>
              <a:chOff x="3333" y="2339"/>
              <a:chExt cx="415" cy="64"/>
            </a:xfrm>
          </p:grpSpPr>
          <p:sp>
            <p:nvSpPr>
              <p:cNvPr id="54149" name="Freeform 681"/>
              <p:cNvSpPr>
                <a:spLocks/>
              </p:cNvSpPr>
              <p:nvPr/>
            </p:nvSpPr>
            <p:spPr bwMode="auto">
              <a:xfrm>
                <a:off x="3636" y="2339"/>
                <a:ext cx="112" cy="64"/>
              </a:xfrm>
              <a:custGeom>
                <a:avLst/>
                <a:gdLst>
                  <a:gd name="T0" fmla="*/ 112 w 112"/>
                  <a:gd name="T1" fmla="*/ 32 h 64"/>
                  <a:gd name="T2" fmla="*/ 0 w 112"/>
                  <a:gd name="T3" fmla="*/ 64 h 64"/>
                  <a:gd name="T4" fmla="*/ 0 w 112"/>
                  <a:gd name="T5" fmla="*/ 32 h 64"/>
                  <a:gd name="T6" fmla="*/ 0 w 112"/>
                  <a:gd name="T7" fmla="*/ 0 h 64"/>
                  <a:gd name="T8" fmla="*/ 112 w 112"/>
                  <a:gd name="T9" fmla="*/ 32 h 6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64">
                    <a:moveTo>
                      <a:pt x="112" y="32"/>
                    </a:moveTo>
                    <a:lnTo>
                      <a:pt x="0" y="64"/>
                    </a:lnTo>
                    <a:lnTo>
                      <a:pt x="0" y="32"/>
                    </a:lnTo>
                    <a:lnTo>
                      <a:pt x="0" y="0"/>
                    </a:lnTo>
                    <a:lnTo>
                      <a:pt x="112" y="32"/>
                    </a:lnTo>
                    <a:close/>
                  </a:path>
                </a:pathLst>
              </a:custGeom>
              <a:solidFill>
                <a:srgbClr val="808080"/>
              </a:solidFill>
              <a:ln w="9525">
                <a:solidFill>
                  <a:srgbClr val="808080"/>
                </a:solidFill>
                <a:round/>
                <a:headEnd/>
                <a:tailEnd/>
              </a:ln>
            </p:spPr>
            <p:txBody>
              <a:bodyPr/>
              <a:lstStyle/>
              <a:p>
                <a:endParaRPr lang="en-US"/>
              </a:p>
            </p:txBody>
          </p:sp>
          <p:grpSp>
            <p:nvGrpSpPr>
              <p:cNvPr id="54150" name="Group 682"/>
              <p:cNvGrpSpPr>
                <a:grpSpLocks/>
              </p:cNvGrpSpPr>
              <p:nvPr/>
            </p:nvGrpSpPr>
            <p:grpSpPr bwMode="auto">
              <a:xfrm>
                <a:off x="3333" y="2371"/>
                <a:ext cx="295" cy="1"/>
                <a:chOff x="3333" y="2371"/>
                <a:chExt cx="295" cy="1"/>
              </a:xfrm>
            </p:grpSpPr>
            <p:sp>
              <p:nvSpPr>
                <p:cNvPr id="54151" name="Line 683"/>
                <p:cNvSpPr>
                  <a:spLocks noChangeShapeType="1"/>
                </p:cNvSpPr>
                <p:nvPr/>
              </p:nvSpPr>
              <p:spPr bwMode="auto">
                <a:xfrm>
                  <a:off x="3333"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152" name="Line 684"/>
                <p:cNvSpPr>
                  <a:spLocks noChangeShapeType="1"/>
                </p:cNvSpPr>
                <p:nvPr/>
              </p:nvSpPr>
              <p:spPr bwMode="auto">
                <a:xfrm>
                  <a:off x="3389"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153" name="Line 685"/>
                <p:cNvSpPr>
                  <a:spLocks noChangeShapeType="1"/>
                </p:cNvSpPr>
                <p:nvPr/>
              </p:nvSpPr>
              <p:spPr bwMode="auto">
                <a:xfrm>
                  <a:off x="3445"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154" name="Line 686"/>
                <p:cNvSpPr>
                  <a:spLocks noChangeShapeType="1"/>
                </p:cNvSpPr>
                <p:nvPr/>
              </p:nvSpPr>
              <p:spPr bwMode="auto">
                <a:xfrm>
                  <a:off x="3501" y="2371"/>
                  <a:ext cx="23"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155" name="Line 687"/>
                <p:cNvSpPr>
                  <a:spLocks noChangeShapeType="1"/>
                </p:cNvSpPr>
                <p:nvPr/>
              </p:nvSpPr>
              <p:spPr bwMode="auto">
                <a:xfrm>
                  <a:off x="3556"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156" name="Line 688"/>
                <p:cNvSpPr>
                  <a:spLocks noChangeShapeType="1"/>
                </p:cNvSpPr>
                <p:nvPr/>
              </p:nvSpPr>
              <p:spPr bwMode="auto">
                <a:xfrm>
                  <a:off x="3612" y="2371"/>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3613" name="Group 689"/>
            <p:cNvGrpSpPr>
              <a:grpSpLocks/>
            </p:cNvGrpSpPr>
            <p:nvPr/>
          </p:nvGrpSpPr>
          <p:grpSpPr bwMode="auto">
            <a:xfrm>
              <a:off x="3325" y="2650"/>
              <a:ext cx="415" cy="56"/>
              <a:chOff x="3325" y="2650"/>
              <a:chExt cx="415" cy="56"/>
            </a:xfrm>
          </p:grpSpPr>
          <p:sp>
            <p:nvSpPr>
              <p:cNvPr id="54141" name="Freeform 690"/>
              <p:cNvSpPr>
                <a:spLocks/>
              </p:cNvSpPr>
              <p:nvPr/>
            </p:nvSpPr>
            <p:spPr bwMode="auto">
              <a:xfrm>
                <a:off x="3628" y="2650"/>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rgbClr val="808080"/>
              </a:solidFill>
              <a:ln w="9525">
                <a:solidFill>
                  <a:srgbClr val="808080"/>
                </a:solidFill>
                <a:round/>
                <a:headEnd/>
                <a:tailEnd/>
              </a:ln>
            </p:spPr>
            <p:txBody>
              <a:bodyPr/>
              <a:lstStyle/>
              <a:p>
                <a:endParaRPr lang="en-US"/>
              </a:p>
            </p:txBody>
          </p:sp>
          <p:grpSp>
            <p:nvGrpSpPr>
              <p:cNvPr id="54142" name="Group 691"/>
              <p:cNvGrpSpPr>
                <a:grpSpLocks/>
              </p:cNvGrpSpPr>
              <p:nvPr/>
            </p:nvGrpSpPr>
            <p:grpSpPr bwMode="auto">
              <a:xfrm>
                <a:off x="3325" y="2674"/>
                <a:ext cx="295" cy="1"/>
                <a:chOff x="3325" y="2674"/>
                <a:chExt cx="295" cy="1"/>
              </a:xfrm>
            </p:grpSpPr>
            <p:sp>
              <p:nvSpPr>
                <p:cNvPr id="54143" name="Line 692"/>
                <p:cNvSpPr>
                  <a:spLocks noChangeShapeType="1"/>
                </p:cNvSpPr>
                <p:nvPr/>
              </p:nvSpPr>
              <p:spPr bwMode="auto">
                <a:xfrm>
                  <a:off x="3325"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144" name="Line 693"/>
                <p:cNvSpPr>
                  <a:spLocks noChangeShapeType="1"/>
                </p:cNvSpPr>
                <p:nvPr/>
              </p:nvSpPr>
              <p:spPr bwMode="auto">
                <a:xfrm>
                  <a:off x="3381"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145" name="Line 694"/>
                <p:cNvSpPr>
                  <a:spLocks noChangeShapeType="1"/>
                </p:cNvSpPr>
                <p:nvPr/>
              </p:nvSpPr>
              <p:spPr bwMode="auto">
                <a:xfrm>
                  <a:off x="3437"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146" name="Line 695"/>
                <p:cNvSpPr>
                  <a:spLocks noChangeShapeType="1"/>
                </p:cNvSpPr>
                <p:nvPr/>
              </p:nvSpPr>
              <p:spPr bwMode="auto">
                <a:xfrm>
                  <a:off x="3493" y="2674"/>
                  <a:ext cx="23"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147" name="Line 696"/>
                <p:cNvSpPr>
                  <a:spLocks noChangeShapeType="1"/>
                </p:cNvSpPr>
                <p:nvPr/>
              </p:nvSpPr>
              <p:spPr bwMode="auto">
                <a:xfrm>
                  <a:off x="3548"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148" name="Line 697"/>
                <p:cNvSpPr>
                  <a:spLocks noChangeShapeType="1"/>
                </p:cNvSpPr>
                <p:nvPr/>
              </p:nvSpPr>
              <p:spPr bwMode="auto">
                <a:xfrm>
                  <a:off x="3604" y="2674"/>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3614" name="Group 698"/>
            <p:cNvGrpSpPr>
              <a:grpSpLocks/>
            </p:cNvGrpSpPr>
            <p:nvPr/>
          </p:nvGrpSpPr>
          <p:grpSpPr bwMode="auto">
            <a:xfrm>
              <a:off x="3788" y="2650"/>
              <a:ext cx="415" cy="56"/>
              <a:chOff x="3788" y="2650"/>
              <a:chExt cx="415" cy="56"/>
            </a:xfrm>
          </p:grpSpPr>
          <p:sp>
            <p:nvSpPr>
              <p:cNvPr id="54133" name="Freeform 699"/>
              <p:cNvSpPr>
                <a:spLocks/>
              </p:cNvSpPr>
              <p:nvPr/>
            </p:nvSpPr>
            <p:spPr bwMode="auto">
              <a:xfrm>
                <a:off x="4091" y="2650"/>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rgbClr val="808080"/>
              </a:solidFill>
              <a:ln w="9525">
                <a:solidFill>
                  <a:srgbClr val="808080"/>
                </a:solidFill>
                <a:round/>
                <a:headEnd/>
                <a:tailEnd/>
              </a:ln>
            </p:spPr>
            <p:txBody>
              <a:bodyPr/>
              <a:lstStyle/>
              <a:p>
                <a:endParaRPr lang="en-US"/>
              </a:p>
            </p:txBody>
          </p:sp>
          <p:grpSp>
            <p:nvGrpSpPr>
              <p:cNvPr id="54134" name="Group 700"/>
              <p:cNvGrpSpPr>
                <a:grpSpLocks/>
              </p:cNvGrpSpPr>
              <p:nvPr/>
            </p:nvGrpSpPr>
            <p:grpSpPr bwMode="auto">
              <a:xfrm>
                <a:off x="3788" y="2674"/>
                <a:ext cx="295" cy="1"/>
                <a:chOff x="3788" y="2674"/>
                <a:chExt cx="295" cy="1"/>
              </a:xfrm>
            </p:grpSpPr>
            <p:sp>
              <p:nvSpPr>
                <p:cNvPr id="54135" name="Line 701"/>
                <p:cNvSpPr>
                  <a:spLocks noChangeShapeType="1"/>
                </p:cNvSpPr>
                <p:nvPr/>
              </p:nvSpPr>
              <p:spPr bwMode="auto">
                <a:xfrm>
                  <a:off x="3788"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136" name="Line 702"/>
                <p:cNvSpPr>
                  <a:spLocks noChangeShapeType="1"/>
                </p:cNvSpPr>
                <p:nvPr/>
              </p:nvSpPr>
              <p:spPr bwMode="auto">
                <a:xfrm>
                  <a:off x="3844"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137" name="Line 703"/>
                <p:cNvSpPr>
                  <a:spLocks noChangeShapeType="1"/>
                </p:cNvSpPr>
                <p:nvPr/>
              </p:nvSpPr>
              <p:spPr bwMode="auto">
                <a:xfrm>
                  <a:off x="3900"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138" name="Line 704"/>
                <p:cNvSpPr>
                  <a:spLocks noChangeShapeType="1"/>
                </p:cNvSpPr>
                <p:nvPr/>
              </p:nvSpPr>
              <p:spPr bwMode="auto">
                <a:xfrm>
                  <a:off x="3956"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139" name="Line 705"/>
                <p:cNvSpPr>
                  <a:spLocks noChangeShapeType="1"/>
                </p:cNvSpPr>
                <p:nvPr/>
              </p:nvSpPr>
              <p:spPr bwMode="auto">
                <a:xfrm>
                  <a:off x="4011"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140" name="Line 706"/>
                <p:cNvSpPr>
                  <a:spLocks noChangeShapeType="1"/>
                </p:cNvSpPr>
                <p:nvPr/>
              </p:nvSpPr>
              <p:spPr bwMode="auto">
                <a:xfrm>
                  <a:off x="4067" y="2674"/>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3615" name="Group 707"/>
            <p:cNvGrpSpPr>
              <a:grpSpLocks/>
            </p:cNvGrpSpPr>
            <p:nvPr/>
          </p:nvGrpSpPr>
          <p:grpSpPr bwMode="auto">
            <a:xfrm>
              <a:off x="3325" y="2953"/>
              <a:ext cx="415" cy="56"/>
              <a:chOff x="3325" y="2953"/>
              <a:chExt cx="415" cy="56"/>
            </a:xfrm>
          </p:grpSpPr>
          <p:sp>
            <p:nvSpPr>
              <p:cNvPr id="54125" name="Freeform 708"/>
              <p:cNvSpPr>
                <a:spLocks/>
              </p:cNvSpPr>
              <p:nvPr/>
            </p:nvSpPr>
            <p:spPr bwMode="auto">
              <a:xfrm>
                <a:off x="3628"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rgbClr val="808080"/>
              </a:solidFill>
              <a:ln w="9525">
                <a:solidFill>
                  <a:srgbClr val="808080"/>
                </a:solidFill>
                <a:round/>
                <a:headEnd/>
                <a:tailEnd/>
              </a:ln>
            </p:spPr>
            <p:txBody>
              <a:bodyPr/>
              <a:lstStyle/>
              <a:p>
                <a:endParaRPr lang="en-US"/>
              </a:p>
            </p:txBody>
          </p:sp>
          <p:grpSp>
            <p:nvGrpSpPr>
              <p:cNvPr id="54126" name="Group 709"/>
              <p:cNvGrpSpPr>
                <a:grpSpLocks/>
              </p:cNvGrpSpPr>
              <p:nvPr/>
            </p:nvGrpSpPr>
            <p:grpSpPr bwMode="auto">
              <a:xfrm>
                <a:off x="3325" y="2985"/>
                <a:ext cx="295" cy="1"/>
                <a:chOff x="3325" y="2985"/>
                <a:chExt cx="295" cy="1"/>
              </a:xfrm>
            </p:grpSpPr>
            <p:sp>
              <p:nvSpPr>
                <p:cNvPr id="54127" name="Line 710"/>
                <p:cNvSpPr>
                  <a:spLocks noChangeShapeType="1"/>
                </p:cNvSpPr>
                <p:nvPr/>
              </p:nvSpPr>
              <p:spPr bwMode="auto">
                <a:xfrm>
                  <a:off x="3325"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128" name="Line 711"/>
                <p:cNvSpPr>
                  <a:spLocks noChangeShapeType="1"/>
                </p:cNvSpPr>
                <p:nvPr/>
              </p:nvSpPr>
              <p:spPr bwMode="auto">
                <a:xfrm>
                  <a:off x="3381"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129" name="Line 712"/>
                <p:cNvSpPr>
                  <a:spLocks noChangeShapeType="1"/>
                </p:cNvSpPr>
                <p:nvPr/>
              </p:nvSpPr>
              <p:spPr bwMode="auto">
                <a:xfrm>
                  <a:off x="3437"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130" name="Line 713"/>
                <p:cNvSpPr>
                  <a:spLocks noChangeShapeType="1"/>
                </p:cNvSpPr>
                <p:nvPr/>
              </p:nvSpPr>
              <p:spPr bwMode="auto">
                <a:xfrm>
                  <a:off x="3493" y="2985"/>
                  <a:ext cx="23"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131" name="Line 714"/>
                <p:cNvSpPr>
                  <a:spLocks noChangeShapeType="1"/>
                </p:cNvSpPr>
                <p:nvPr/>
              </p:nvSpPr>
              <p:spPr bwMode="auto">
                <a:xfrm>
                  <a:off x="3548"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132" name="Line 715"/>
                <p:cNvSpPr>
                  <a:spLocks noChangeShapeType="1"/>
                </p:cNvSpPr>
                <p:nvPr/>
              </p:nvSpPr>
              <p:spPr bwMode="auto">
                <a:xfrm>
                  <a:off x="3604" y="2985"/>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3616" name="Group 716"/>
            <p:cNvGrpSpPr>
              <a:grpSpLocks/>
            </p:cNvGrpSpPr>
            <p:nvPr/>
          </p:nvGrpSpPr>
          <p:grpSpPr bwMode="auto">
            <a:xfrm>
              <a:off x="3788" y="2953"/>
              <a:ext cx="415" cy="56"/>
              <a:chOff x="3788" y="2953"/>
              <a:chExt cx="415" cy="56"/>
            </a:xfrm>
          </p:grpSpPr>
          <p:sp>
            <p:nvSpPr>
              <p:cNvPr id="54117" name="Freeform 717"/>
              <p:cNvSpPr>
                <a:spLocks/>
              </p:cNvSpPr>
              <p:nvPr/>
            </p:nvSpPr>
            <p:spPr bwMode="auto">
              <a:xfrm>
                <a:off x="4091"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rgbClr val="808080"/>
              </a:solidFill>
              <a:ln w="9525">
                <a:solidFill>
                  <a:srgbClr val="808080"/>
                </a:solidFill>
                <a:round/>
                <a:headEnd/>
                <a:tailEnd/>
              </a:ln>
            </p:spPr>
            <p:txBody>
              <a:bodyPr/>
              <a:lstStyle/>
              <a:p>
                <a:endParaRPr lang="en-US"/>
              </a:p>
            </p:txBody>
          </p:sp>
          <p:grpSp>
            <p:nvGrpSpPr>
              <p:cNvPr id="54118" name="Group 718"/>
              <p:cNvGrpSpPr>
                <a:grpSpLocks/>
              </p:cNvGrpSpPr>
              <p:nvPr/>
            </p:nvGrpSpPr>
            <p:grpSpPr bwMode="auto">
              <a:xfrm>
                <a:off x="3788" y="2985"/>
                <a:ext cx="295" cy="1"/>
                <a:chOff x="3788" y="2985"/>
                <a:chExt cx="295" cy="1"/>
              </a:xfrm>
            </p:grpSpPr>
            <p:sp>
              <p:nvSpPr>
                <p:cNvPr id="54119" name="Line 719"/>
                <p:cNvSpPr>
                  <a:spLocks noChangeShapeType="1"/>
                </p:cNvSpPr>
                <p:nvPr/>
              </p:nvSpPr>
              <p:spPr bwMode="auto">
                <a:xfrm>
                  <a:off x="3788"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120" name="Line 720"/>
                <p:cNvSpPr>
                  <a:spLocks noChangeShapeType="1"/>
                </p:cNvSpPr>
                <p:nvPr/>
              </p:nvSpPr>
              <p:spPr bwMode="auto">
                <a:xfrm>
                  <a:off x="3844"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121" name="Line 721"/>
                <p:cNvSpPr>
                  <a:spLocks noChangeShapeType="1"/>
                </p:cNvSpPr>
                <p:nvPr/>
              </p:nvSpPr>
              <p:spPr bwMode="auto">
                <a:xfrm>
                  <a:off x="3900"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122" name="Line 722"/>
                <p:cNvSpPr>
                  <a:spLocks noChangeShapeType="1"/>
                </p:cNvSpPr>
                <p:nvPr/>
              </p:nvSpPr>
              <p:spPr bwMode="auto">
                <a:xfrm>
                  <a:off x="3956"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123" name="Line 723"/>
                <p:cNvSpPr>
                  <a:spLocks noChangeShapeType="1"/>
                </p:cNvSpPr>
                <p:nvPr/>
              </p:nvSpPr>
              <p:spPr bwMode="auto">
                <a:xfrm>
                  <a:off x="4011"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124" name="Line 724"/>
                <p:cNvSpPr>
                  <a:spLocks noChangeShapeType="1"/>
                </p:cNvSpPr>
                <p:nvPr/>
              </p:nvSpPr>
              <p:spPr bwMode="auto">
                <a:xfrm>
                  <a:off x="4067" y="2985"/>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3617" name="Group 725"/>
            <p:cNvGrpSpPr>
              <a:grpSpLocks/>
            </p:cNvGrpSpPr>
            <p:nvPr/>
          </p:nvGrpSpPr>
          <p:grpSpPr bwMode="auto">
            <a:xfrm>
              <a:off x="4251" y="2953"/>
              <a:ext cx="415" cy="56"/>
              <a:chOff x="4251" y="2953"/>
              <a:chExt cx="415" cy="56"/>
            </a:xfrm>
          </p:grpSpPr>
          <p:sp>
            <p:nvSpPr>
              <p:cNvPr id="54109" name="Freeform 726"/>
              <p:cNvSpPr>
                <a:spLocks/>
              </p:cNvSpPr>
              <p:nvPr/>
            </p:nvSpPr>
            <p:spPr bwMode="auto">
              <a:xfrm>
                <a:off x="4554"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rgbClr val="808080"/>
              </a:solidFill>
              <a:ln w="9525">
                <a:solidFill>
                  <a:srgbClr val="808080"/>
                </a:solidFill>
                <a:round/>
                <a:headEnd/>
                <a:tailEnd/>
              </a:ln>
            </p:spPr>
            <p:txBody>
              <a:bodyPr/>
              <a:lstStyle/>
              <a:p>
                <a:endParaRPr lang="en-US"/>
              </a:p>
            </p:txBody>
          </p:sp>
          <p:grpSp>
            <p:nvGrpSpPr>
              <p:cNvPr id="54110" name="Group 727"/>
              <p:cNvGrpSpPr>
                <a:grpSpLocks/>
              </p:cNvGrpSpPr>
              <p:nvPr/>
            </p:nvGrpSpPr>
            <p:grpSpPr bwMode="auto">
              <a:xfrm>
                <a:off x="4251" y="2985"/>
                <a:ext cx="295" cy="1"/>
                <a:chOff x="4251" y="2985"/>
                <a:chExt cx="295" cy="1"/>
              </a:xfrm>
            </p:grpSpPr>
            <p:sp>
              <p:nvSpPr>
                <p:cNvPr id="54111" name="Line 728"/>
                <p:cNvSpPr>
                  <a:spLocks noChangeShapeType="1"/>
                </p:cNvSpPr>
                <p:nvPr/>
              </p:nvSpPr>
              <p:spPr bwMode="auto">
                <a:xfrm>
                  <a:off x="4251"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112" name="Line 729"/>
                <p:cNvSpPr>
                  <a:spLocks noChangeShapeType="1"/>
                </p:cNvSpPr>
                <p:nvPr/>
              </p:nvSpPr>
              <p:spPr bwMode="auto">
                <a:xfrm>
                  <a:off x="4307"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113" name="Line 730"/>
                <p:cNvSpPr>
                  <a:spLocks noChangeShapeType="1"/>
                </p:cNvSpPr>
                <p:nvPr/>
              </p:nvSpPr>
              <p:spPr bwMode="auto">
                <a:xfrm>
                  <a:off x="4363"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114" name="Line 731"/>
                <p:cNvSpPr>
                  <a:spLocks noChangeShapeType="1"/>
                </p:cNvSpPr>
                <p:nvPr/>
              </p:nvSpPr>
              <p:spPr bwMode="auto">
                <a:xfrm>
                  <a:off x="4419"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115" name="Line 732"/>
                <p:cNvSpPr>
                  <a:spLocks noChangeShapeType="1"/>
                </p:cNvSpPr>
                <p:nvPr/>
              </p:nvSpPr>
              <p:spPr bwMode="auto">
                <a:xfrm>
                  <a:off x="4475"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116" name="Line 733"/>
                <p:cNvSpPr>
                  <a:spLocks noChangeShapeType="1"/>
                </p:cNvSpPr>
                <p:nvPr/>
              </p:nvSpPr>
              <p:spPr bwMode="auto">
                <a:xfrm>
                  <a:off x="4530" y="2985"/>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3618" name="Group 734"/>
            <p:cNvGrpSpPr>
              <a:grpSpLocks/>
            </p:cNvGrpSpPr>
            <p:nvPr/>
          </p:nvGrpSpPr>
          <p:grpSpPr bwMode="auto">
            <a:xfrm>
              <a:off x="4674" y="1741"/>
              <a:ext cx="40" cy="1260"/>
              <a:chOff x="4674" y="1741"/>
              <a:chExt cx="40" cy="1260"/>
            </a:xfrm>
          </p:grpSpPr>
          <p:sp>
            <p:nvSpPr>
              <p:cNvPr id="54099" name="Oval 735"/>
              <p:cNvSpPr>
                <a:spLocks noChangeArrowheads="1"/>
              </p:cNvSpPr>
              <p:nvPr/>
            </p:nvSpPr>
            <p:spPr bwMode="auto">
              <a:xfrm>
                <a:off x="4674" y="1741"/>
                <a:ext cx="32" cy="40"/>
              </a:xfrm>
              <a:prstGeom prst="ellipse">
                <a:avLst/>
              </a:prstGeom>
              <a:solidFill>
                <a:srgbClr val="808080"/>
              </a:solidFill>
              <a:ln w="9525">
                <a:solidFill>
                  <a:srgbClr val="808080"/>
                </a:solidFill>
                <a:round/>
                <a:headEnd/>
                <a:tailEnd/>
              </a:ln>
            </p:spPr>
            <p:txBody>
              <a:bodyPr/>
              <a:lstStyle/>
              <a:p>
                <a:endParaRPr lang="en-US"/>
              </a:p>
            </p:txBody>
          </p:sp>
          <p:sp>
            <p:nvSpPr>
              <p:cNvPr id="54100" name="Oval 736"/>
              <p:cNvSpPr>
                <a:spLocks noChangeArrowheads="1"/>
              </p:cNvSpPr>
              <p:nvPr/>
            </p:nvSpPr>
            <p:spPr bwMode="auto">
              <a:xfrm>
                <a:off x="4674" y="1741"/>
                <a:ext cx="32" cy="40"/>
              </a:xfrm>
              <a:prstGeom prst="ellipse">
                <a:avLst/>
              </a:prstGeom>
              <a:solidFill>
                <a:srgbClr val="808080"/>
              </a:solidFill>
              <a:ln w="25400">
                <a:solidFill>
                  <a:srgbClr val="808080"/>
                </a:solidFill>
                <a:round/>
                <a:headEnd/>
                <a:tailEnd/>
              </a:ln>
            </p:spPr>
            <p:txBody>
              <a:bodyPr/>
              <a:lstStyle/>
              <a:p>
                <a:endParaRPr lang="en-US"/>
              </a:p>
            </p:txBody>
          </p:sp>
          <p:sp>
            <p:nvSpPr>
              <p:cNvPr id="54101" name="Oval 737"/>
              <p:cNvSpPr>
                <a:spLocks noChangeArrowheads="1"/>
              </p:cNvSpPr>
              <p:nvPr/>
            </p:nvSpPr>
            <p:spPr bwMode="auto">
              <a:xfrm>
                <a:off x="4682" y="2044"/>
                <a:ext cx="32" cy="40"/>
              </a:xfrm>
              <a:prstGeom prst="ellipse">
                <a:avLst/>
              </a:prstGeom>
              <a:solidFill>
                <a:srgbClr val="808080"/>
              </a:solidFill>
              <a:ln w="9525">
                <a:solidFill>
                  <a:srgbClr val="808080"/>
                </a:solidFill>
                <a:round/>
                <a:headEnd/>
                <a:tailEnd/>
              </a:ln>
            </p:spPr>
            <p:txBody>
              <a:bodyPr/>
              <a:lstStyle/>
              <a:p>
                <a:endParaRPr lang="en-US"/>
              </a:p>
            </p:txBody>
          </p:sp>
          <p:sp>
            <p:nvSpPr>
              <p:cNvPr id="54102" name="Oval 738"/>
              <p:cNvSpPr>
                <a:spLocks noChangeArrowheads="1"/>
              </p:cNvSpPr>
              <p:nvPr/>
            </p:nvSpPr>
            <p:spPr bwMode="auto">
              <a:xfrm>
                <a:off x="4682" y="2044"/>
                <a:ext cx="32" cy="40"/>
              </a:xfrm>
              <a:prstGeom prst="ellipse">
                <a:avLst/>
              </a:prstGeom>
              <a:solidFill>
                <a:srgbClr val="808080"/>
              </a:solidFill>
              <a:ln w="25400">
                <a:solidFill>
                  <a:srgbClr val="808080"/>
                </a:solidFill>
                <a:round/>
                <a:headEnd/>
                <a:tailEnd/>
              </a:ln>
            </p:spPr>
            <p:txBody>
              <a:bodyPr/>
              <a:lstStyle/>
              <a:p>
                <a:endParaRPr lang="en-US"/>
              </a:p>
            </p:txBody>
          </p:sp>
          <p:sp>
            <p:nvSpPr>
              <p:cNvPr id="54103" name="Oval 739"/>
              <p:cNvSpPr>
                <a:spLocks noChangeArrowheads="1"/>
              </p:cNvSpPr>
              <p:nvPr/>
            </p:nvSpPr>
            <p:spPr bwMode="auto">
              <a:xfrm>
                <a:off x="4682" y="2355"/>
                <a:ext cx="32" cy="32"/>
              </a:xfrm>
              <a:prstGeom prst="ellipse">
                <a:avLst/>
              </a:prstGeom>
              <a:solidFill>
                <a:srgbClr val="808080"/>
              </a:solidFill>
              <a:ln w="9525">
                <a:solidFill>
                  <a:srgbClr val="808080"/>
                </a:solidFill>
                <a:round/>
                <a:headEnd/>
                <a:tailEnd/>
              </a:ln>
            </p:spPr>
            <p:txBody>
              <a:bodyPr/>
              <a:lstStyle/>
              <a:p>
                <a:endParaRPr lang="en-US"/>
              </a:p>
            </p:txBody>
          </p:sp>
          <p:sp>
            <p:nvSpPr>
              <p:cNvPr id="54104" name="Oval 740"/>
              <p:cNvSpPr>
                <a:spLocks noChangeArrowheads="1"/>
              </p:cNvSpPr>
              <p:nvPr/>
            </p:nvSpPr>
            <p:spPr bwMode="auto">
              <a:xfrm>
                <a:off x="4682" y="2355"/>
                <a:ext cx="32" cy="32"/>
              </a:xfrm>
              <a:prstGeom prst="ellipse">
                <a:avLst/>
              </a:prstGeom>
              <a:solidFill>
                <a:srgbClr val="808080"/>
              </a:solidFill>
              <a:ln w="25400">
                <a:solidFill>
                  <a:srgbClr val="808080"/>
                </a:solidFill>
                <a:round/>
                <a:headEnd/>
                <a:tailEnd/>
              </a:ln>
            </p:spPr>
            <p:txBody>
              <a:bodyPr/>
              <a:lstStyle/>
              <a:p>
                <a:endParaRPr lang="en-US"/>
              </a:p>
            </p:txBody>
          </p:sp>
          <p:sp>
            <p:nvSpPr>
              <p:cNvPr id="54105" name="Oval 741"/>
              <p:cNvSpPr>
                <a:spLocks noChangeArrowheads="1"/>
              </p:cNvSpPr>
              <p:nvPr/>
            </p:nvSpPr>
            <p:spPr bwMode="auto">
              <a:xfrm>
                <a:off x="4674" y="2658"/>
                <a:ext cx="32" cy="40"/>
              </a:xfrm>
              <a:prstGeom prst="ellipse">
                <a:avLst/>
              </a:prstGeom>
              <a:solidFill>
                <a:srgbClr val="808080"/>
              </a:solidFill>
              <a:ln w="9525">
                <a:solidFill>
                  <a:srgbClr val="808080"/>
                </a:solidFill>
                <a:round/>
                <a:headEnd/>
                <a:tailEnd/>
              </a:ln>
            </p:spPr>
            <p:txBody>
              <a:bodyPr/>
              <a:lstStyle/>
              <a:p>
                <a:endParaRPr lang="en-US"/>
              </a:p>
            </p:txBody>
          </p:sp>
          <p:sp>
            <p:nvSpPr>
              <p:cNvPr id="54106" name="Oval 742"/>
              <p:cNvSpPr>
                <a:spLocks noChangeArrowheads="1"/>
              </p:cNvSpPr>
              <p:nvPr/>
            </p:nvSpPr>
            <p:spPr bwMode="auto">
              <a:xfrm>
                <a:off x="4674" y="2658"/>
                <a:ext cx="32" cy="40"/>
              </a:xfrm>
              <a:prstGeom prst="ellipse">
                <a:avLst/>
              </a:prstGeom>
              <a:solidFill>
                <a:srgbClr val="808080"/>
              </a:solidFill>
              <a:ln w="25400">
                <a:solidFill>
                  <a:srgbClr val="808080"/>
                </a:solidFill>
                <a:round/>
                <a:headEnd/>
                <a:tailEnd/>
              </a:ln>
            </p:spPr>
            <p:txBody>
              <a:bodyPr/>
              <a:lstStyle/>
              <a:p>
                <a:endParaRPr lang="en-US"/>
              </a:p>
            </p:txBody>
          </p:sp>
          <p:sp>
            <p:nvSpPr>
              <p:cNvPr id="54107" name="Oval 743"/>
              <p:cNvSpPr>
                <a:spLocks noChangeArrowheads="1"/>
              </p:cNvSpPr>
              <p:nvPr/>
            </p:nvSpPr>
            <p:spPr bwMode="auto">
              <a:xfrm>
                <a:off x="4674" y="2969"/>
                <a:ext cx="32" cy="32"/>
              </a:xfrm>
              <a:prstGeom prst="ellipse">
                <a:avLst/>
              </a:prstGeom>
              <a:solidFill>
                <a:srgbClr val="808080"/>
              </a:solidFill>
              <a:ln w="9525">
                <a:solidFill>
                  <a:srgbClr val="808080"/>
                </a:solidFill>
                <a:round/>
                <a:headEnd/>
                <a:tailEnd/>
              </a:ln>
            </p:spPr>
            <p:txBody>
              <a:bodyPr/>
              <a:lstStyle/>
              <a:p>
                <a:endParaRPr lang="en-US"/>
              </a:p>
            </p:txBody>
          </p:sp>
          <p:sp>
            <p:nvSpPr>
              <p:cNvPr id="54108" name="Oval 744"/>
              <p:cNvSpPr>
                <a:spLocks noChangeArrowheads="1"/>
              </p:cNvSpPr>
              <p:nvPr/>
            </p:nvSpPr>
            <p:spPr bwMode="auto">
              <a:xfrm>
                <a:off x="4674" y="2969"/>
                <a:ext cx="32" cy="32"/>
              </a:xfrm>
              <a:prstGeom prst="ellipse">
                <a:avLst/>
              </a:prstGeom>
              <a:solidFill>
                <a:srgbClr val="808080"/>
              </a:solidFill>
              <a:ln w="25400">
                <a:solidFill>
                  <a:srgbClr val="808080"/>
                </a:solidFill>
                <a:round/>
                <a:headEnd/>
                <a:tailEnd/>
              </a:ln>
            </p:spPr>
            <p:txBody>
              <a:bodyPr/>
              <a:lstStyle/>
              <a:p>
                <a:endParaRPr lang="en-US"/>
              </a:p>
            </p:txBody>
          </p:sp>
        </p:grpSp>
        <p:grpSp>
          <p:nvGrpSpPr>
            <p:cNvPr id="53619" name="Group 745"/>
            <p:cNvGrpSpPr>
              <a:grpSpLocks/>
            </p:cNvGrpSpPr>
            <p:nvPr/>
          </p:nvGrpSpPr>
          <p:grpSpPr bwMode="auto">
            <a:xfrm>
              <a:off x="3740" y="3272"/>
              <a:ext cx="40" cy="343"/>
              <a:chOff x="3740" y="3272"/>
              <a:chExt cx="40" cy="343"/>
            </a:xfrm>
          </p:grpSpPr>
          <p:sp>
            <p:nvSpPr>
              <p:cNvPr id="54095" name="Oval 746"/>
              <p:cNvSpPr>
                <a:spLocks noChangeArrowheads="1"/>
              </p:cNvSpPr>
              <p:nvPr/>
            </p:nvSpPr>
            <p:spPr bwMode="auto">
              <a:xfrm>
                <a:off x="3740" y="3272"/>
                <a:ext cx="40" cy="32"/>
              </a:xfrm>
              <a:prstGeom prst="ellipse">
                <a:avLst/>
              </a:prstGeom>
              <a:solidFill>
                <a:srgbClr val="808080"/>
              </a:solidFill>
              <a:ln w="9525">
                <a:solidFill>
                  <a:srgbClr val="808080"/>
                </a:solidFill>
                <a:round/>
                <a:headEnd/>
                <a:tailEnd/>
              </a:ln>
            </p:spPr>
            <p:txBody>
              <a:bodyPr/>
              <a:lstStyle/>
              <a:p>
                <a:endParaRPr lang="en-US"/>
              </a:p>
            </p:txBody>
          </p:sp>
          <p:sp>
            <p:nvSpPr>
              <p:cNvPr id="54096" name="Oval 747"/>
              <p:cNvSpPr>
                <a:spLocks noChangeArrowheads="1"/>
              </p:cNvSpPr>
              <p:nvPr/>
            </p:nvSpPr>
            <p:spPr bwMode="auto">
              <a:xfrm>
                <a:off x="3740" y="3272"/>
                <a:ext cx="40" cy="32"/>
              </a:xfrm>
              <a:prstGeom prst="ellipse">
                <a:avLst/>
              </a:prstGeom>
              <a:solidFill>
                <a:srgbClr val="808080"/>
              </a:solidFill>
              <a:ln w="25400">
                <a:solidFill>
                  <a:srgbClr val="808080"/>
                </a:solidFill>
                <a:round/>
                <a:headEnd/>
                <a:tailEnd/>
              </a:ln>
            </p:spPr>
            <p:txBody>
              <a:bodyPr/>
              <a:lstStyle/>
              <a:p>
                <a:endParaRPr lang="en-US"/>
              </a:p>
            </p:txBody>
          </p:sp>
          <p:sp>
            <p:nvSpPr>
              <p:cNvPr id="54097" name="Oval 748"/>
              <p:cNvSpPr>
                <a:spLocks noChangeArrowheads="1"/>
              </p:cNvSpPr>
              <p:nvPr/>
            </p:nvSpPr>
            <p:spPr bwMode="auto">
              <a:xfrm>
                <a:off x="3740" y="3575"/>
                <a:ext cx="40" cy="40"/>
              </a:xfrm>
              <a:prstGeom prst="ellipse">
                <a:avLst/>
              </a:prstGeom>
              <a:solidFill>
                <a:srgbClr val="808080"/>
              </a:solidFill>
              <a:ln w="9525">
                <a:solidFill>
                  <a:srgbClr val="808080"/>
                </a:solidFill>
                <a:round/>
                <a:headEnd/>
                <a:tailEnd/>
              </a:ln>
            </p:spPr>
            <p:txBody>
              <a:bodyPr/>
              <a:lstStyle/>
              <a:p>
                <a:endParaRPr lang="en-US"/>
              </a:p>
            </p:txBody>
          </p:sp>
          <p:sp>
            <p:nvSpPr>
              <p:cNvPr id="54098" name="Oval 749"/>
              <p:cNvSpPr>
                <a:spLocks noChangeArrowheads="1"/>
              </p:cNvSpPr>
              <p:nvPr/>
            </p:nvSpPr>
            <p:spPr bwMode="auto">
              <a:xfrm>
                <a:off x="3740" y="3575"/>
                <a:ext cx="40" cy="40"/>
              </a:xfrm>
              <a:prstGeom prst="ellipse">
                <a:avLst/>
              </a:prstGeom>
              <a:solidFill>
                <a:srgbClr val="808080"/>
              </a:solidFill>
              <a:ln w="25400">
                <a:solidFill>
                  <a:srgbClr val="808080"/>
                </a:solidFill>
                <a:round/>
                <a:headEnd/>
                <a:tailEnd/>
              </a:ln>
            </p:spPr>
            <p:txBody>
              <a:bodyPr/>
              <a:lstStyle/>
              <a:p>
                <a:endParaRPr lang="en-US"/>
              </a:p>
            </p:txBody>
          </p:sp>
        </p:grpSp>
        <p:grpSp>
          <p:nvGrpSpPr>
            <p:cNvPr id="53620" name="Group 750"/>
            <p:cNvGrpSpPr>
              <a:grpSpLocks/>
            </p:cNvGrpSpPr>
            <p:nvPr/>
          </p:nvGrpSpPr>
          <p:grpSpPr bwMode="auto">
            <a:xfrm>
              <a:off x="3285" y="3272"/>
              <a:ext cx="32" cy="343"/>
              <a:chOff x="3285" y="3272"/>
              <a:chExt cx="32" cy="343"/>
            </a:xfrm>
          </p:grpSpPr>
          <p:sp>
            <p:nvSpPr>
              <p:cNvPr id="54091" name="Oval 751"/>
              <p:cNvSpPr>
                <a:spLocks noChangeArrowheads="1"/>
              </p:cNvSpPr>
              <p:nvPr/>
            </p:nvSpPr>
            <p:spPr bwMode="auto">
              <a:xfrm>
                <a:off x="3285" y="3272"/>
                <a:ext cx="32" cy="32"/>
              </a:xfrm>
              <a:prstGeom prst="ellipse">
                <a:avLst/>
              </a:prstGeom>
              <a:solidFill>
                <a:srgbClr val="808080"/>
              </a:solidFill>
              <a:ln w="9525">
                <a:solidFill>
                  <a:srgbClr val="808080"/>
                </a:solidFill>
                <a:round/>
                <a:headEnd/>
                <a:tailEnd/>
              </a:ln>
            </p:spPr>
            <p:txBody>
              <a:bodyPr/>
              <a:lstStyle/>
              <a:p>
                <a:endParaRPr lang="en-US"/>
              </a:p>
            </p:txBody>
          </p:sp>
          <p:sp>
            <p:nvSpPr>
              <p:cNvPr id="54092" name="Oval 752"/>
              <p:cNvSpPr>
                <a:spLocks noChangeArrowheads="1"/>
              </p:cNvSpPr>
              <p:nvPr/>
            </p:nvSpPr>
            <p:spPr bwMode="auto">
              <a:xfrm>
                <a:off x="3285" y="3272"/>
                <a:ext cx="32" cy="32"/>
              </a:xfrm>
              <a:prstGeom prst="ellipse">
                <a:avLst/>
              </a:prstGeom>
              <a:solidFill>
                <a:srgbClr val="808080"/>
              </a:solidFill>
              <a:ln w="25400">
                <a:solidFill>
                  <a:srgbClr val="808080"/>
                </a:solidFill>
                <a:round/>
                <a:headEnd/>
                <a:tailEnd/>
              </a:ln>
            </p:spPr>
            <p:txBody>
              <a:bodyPr/>
              <a:lstStyle/>
              <a:p>
                <a:endParaRPr lang="en-US"/>
              </a:p>
            </p:txBody>
          </p:sp>
          <p:sp>
            <p:nvSpPr>
              <p:cNvPr id="54093" name="Oval 753"/>
              <p:cNvSpPr>
                <a:spLocks noChangeArrowheads="1"/>
              </p:cNvSpPr>
              <p:nvPr/>
            </p:nvSpPr>
            <p:spPr bwMode="auto">
              <a:xfrm>
                <a:off x="3285" y="3575"/>
                <a:ext cx="32" cy="40"/>
              </a:xfrm>
              <a:prstGeom prst="ellipse">
                <a:avLst/>
              </a:prstGeom>
              <a:solidFill>
                <a:srgbClr val="808080"/>
              </a:solidFill>
              <a:ln w="9525">
                <a:solidFill>
                  <a:srgbClr val="808080"/>
                </a:solidFill>
                <a:round/>
                <a:headEnd/>
                <a:tailEnd/>
              </a:ln>
            </p:spPr>
            <p:txBody>
              <a:bodyPr/>
              <a:lstStyle/>
              <a:p>
                <a:endParaRPr lang="en-US"/>
              </a:p>
            </p:txBody>
          </p:sp>
          <p:sp>
            <p:nvSpPr>
              <p:cNvPr id="54094" name="Oval 754"/>
              <p:cNvSpPr>
                <a:spLocks noChangeArrowheads="1"/>
              </p:cNvSpPr>
              <p:nvPr/>
            </p:nvSpPr>
            <p:spPr bwMode="auto">
              <a:xfrm>
                <a:off x="3285" y="3575"/>
                <a:ext cx="32" cy="40"/>
              </a:xfrm>
              <a:prstGeom prst="ellipse">
                <a:avLst/>
              </a:prstGeom>
              <a:solidFill>
                <a:srgbClr val="808080"/>
              </a:solidFill>
              <a:ln w="25400">
                <a:solidFill>
                  <a:srgbClr val="808080"/>
                </a:solidFill>
                <a:round/>
                <a:headEnd/>
                <a:tailEnd/>
              </a:ln>
            </p:spPr>
            <p:txBody>
              <a:bodyPr/>
              <a:lstStyle/>
              <a:p>
                <a:endParaRPr lang="en-US"/>
              </a:p>
            </p:txBody>
          </p:sp>
        </p:grpSp>
        <p:grpSp>
          <p:nvGrpSpPr>
            <p:cNvPr id="53621" name="Group 755"/>
            <p:cNvGrpSpPr>
              <a:grpSpLocks/>
            </p:cNvGrpSpPr>
            <p:nvPr/>
          </p:nvGrpSpPr>
          <p:grpSpPr bwMode="auto">
            <a:xfrm>
              <a:off x="4203" y="3272"/>
              <a:ext cx="32" cy="343"/>
              <a:chOff x="4203" y="3272"/>
              <a:chExt cx="32" cy="343"/>
            </a:xfrm>
          </p:grpSpPr>
          <p:sp>
            <p:nvSpPr>
              <p:cNvPr id="54087" name="Oval 756"/>
              <p:cNvSpPr>
                <a:spLocks noChangeArrowheads="1"/>
              </p:cNvSpPr>
              <p:nvPr/>
            </p:nvSpPr>
            <p:spPr bwMode="auto">
              <a:xfrm>
                <a:off x="4203" y="3272"/>
                <a:ext cx="32" cy="32"/>
              </a:xfrm>
              <a:prstGeom prst="ellipse">
                <a:avLst/>
              </a:prstGeom>
              <a:solidFill>
                <a:srgbClr val="808080"/>
              </a:solidFill>
              <a:ln w="9525">
                <a:solidFill>
                  <a:srgbClr val="808080"/>
                </a:solidFill>
                <a:round/>
                <a:headEnd/>
                <a:tailEnd/>
              </a:ln>
            </p:spPr>
            <p:txBody>
              <a:bodyPr/>
              <a:lstStyle/>
              <a:p>
                <a:endParaRPr lang="en-US"/>
              </a:p>
            </p:txBody>
          </p:sp>
          <p:sp>
            <p:nvSpPr>
              <p:cNvPr id="54088" name="Oval 757"/>
              <p:cNvSpPr>
                <a:spLocks noChangeArrowheads="1"/>
              </p:cNvSpPr>
              <p:nvPr/>
            </p:nvSpPr>
            <p:spPr bwMode="auto">
              <a:xfrm>
                <a:off x="4203" y="3272"/>
                <a:ext cx="32" cy="32"/>
              </a:xfrm>
              <a:prstGeom prst="ellipse">
                <a:avLst/>
              </a:prstGeom>
              <a:solidFill>
                <a:srgbClr val="808080"/>
              </a:solidFill>
              <a:ln w="25400">
                <a:solidFill>
                  <a:srgbClr val="808080"/>
                </a:solidFill>
                <a:round/>
                <a:headEnd/>
                <a:tailEnd/>
              </a:ln>
            </p:spPr>
            <p:txBody>
              <a:bodyPr/>
              <a:lstStyle/>
              <a:p>
                <a:endParaRPr lang="en-US"/>
              </a:p>
            </p:txBody>
          </p:sp>
          <p:sp>
            <p:nvSpPr>
              <p:cNvPr id="54089" name="Oval 758"/>
              <p:cNvSpPr>
                <a:spLocks noChangeArrowheads="1"/>
              </p:cNvSpPr>
              <p:nvPr/>
            </p:nvSpPr>
            <p:spPr bwMode="auto">
              <a:xfrm>
                <a:off x="4203" y="3575"/>
                <a:ext cx="32" cy="40"/>
              </a:xfrm>
              <a:prstGeom prst="ellipse">
                <a:avLst/>
              </a:prstGeom>
              <a:solidFill>
                <a:srgbClr val="808080"/>
              </a:solidFill>
              <a:ln w="9525">
                <a:solidFill>
                  <a:srgbClr val="808080"/>
                </a:solidFill>
                <a:round/>
                <a:headEnd/>
                <a:tailEnd/>
              </a:ln>
            </p:spPr>
            <p:txBody>
              <a:bodyPr/>
              <a:lstStyle/>
              <a:p>
                <a:endParaRPr lang="en-US"/>
              </a:p>
            </p:txBody>
          </p:sp>
          <p:sp>
            <p:nvSpPr>
              <p:cNvPr id="54090" name="Oval 759"/>
              <p:cNvSpPr>
                <a:spLocks noChangeArrowheads="1"/>
              </p:cNvSpPr>
              <p:nvPr/>
            </p:nvSpPr>
            <p:spPr bwMode="auto">
              <a:xfrm>
                <a:off x="4203" y="3575"/>
                <a:ext cx="32" cy="40"/>
              </a:xfrm>
              <a:prstGeom prst="ellipse">
                <a:avLst/>
              </a:prstGeom>
              <a:solidFill>
                <a:srgbClr val="808080"/>
              </a:solidFill>
              <a:ln w="25400">
                <a:solidFill>
                  <a:srgbClr val="808080"/>
                </a:solidFill>
                <a:round/>
                <a:headEnd/>
                <a:tailEnd/>
              </a:ln>
            </p:spPr>
            <p:txBody>
              <a:bodyPr/>
              <a:lstStyle/>
              <a:p>
                <a:endParaRPr lang="en-US"/>
              </a:p>
            </p:txBody>
          </p:sp>
        </p:grpSp>
        <p:grpSp>
          <p:nvGrpSpPr>
            <p:cNvPr id="53622" name="Group 760"/>
            <p:cNvGrpSpPr>
              <a:grpSpLocks/>
            </p:cNvGrpSpPr>
            <p:nvPr/>
          </p:nvGrpSpPr>
          <p:grpSpPr bwMode="auto">
            <a:xfrm>
              <a:off x="4658" y="3272"/>
              <a:ext cx="32" cy="343"/>
              <a:chOff x="4658" y="3272"/>
              <a:chExt cx="32" cy="343"/>
            </a:xfrm>
          </p:grpSpPr>
          <p:sp>
            <p:nvSpPr>
              <p:cNvPr id="54083" name="Oval 761"/>
              <p:cNvSpPr>
                <a:spLocks noChangeArrowheads="1"/>
              </p:cNvSpPr>
              <p:nvPr/>
            </p:nvSpPr>
            <p:spPr bwMode="auto">
              <a:xfrm>
                <a:off x="4658" y="3272"/>
                <a:ext cx="32" cy="32"/>
              </a:xfrm>
              <a:prstGeom prst="ellipse">
                <a:avLst/>
              </a:prstGeom>
              <a:solidFill>
                <a:srgbClr val="808080"/>
              </a:solidFill>
              <a:ln w="9525">
                <a:solidFill>
                  <a:srgbClr val="808080"/>
                </a:solidFill>
                <a:round/>
                <a:headEnd/>
                <a:tailEnd/>
              </a:ln>
            </p:spPr>
            <p:txBody>
              <a:bodyPr/>
              <a:lstStyle/>
              <a:p>
                <a:endParaRPr lang="en-US"/>
              </a:p>
            </p:txBody>
          </p:sp>
          <p:sp>
            <p:nvSpPr>
              <p:cNvPr id="54084" name="Oval 762"/>
              <p:cNvSpPr>
                <a:spLocks noChangeArrowheads="1"/>
              </p:cNvSpPr>
              <p:nvPr/>
            </p:nvSpPr>
            <p:spPr bwMode="auto">
              <a:xfrm>
                <a:off x="4658" y="3272"/>
                <a:ext cx="32" cy="32"/>
              </a:xfrm>
              <a:prstGeom prst="ellipse">
                <a:avLst/>
              </a:prstGeom>
              <a:solidFill>
                <a:srgbClr val="808080"/>
              </a:solidFill>
              <a:ln w="25400">
                <a:solidFill>
                  <a:srgbClr val="808080"/>
                </a:solidFill>
                <a:round/>
                <a:headEnd/>
                <a:tailEnd/>
              </a:ln>
            </p:spPr>
            <p:txBody>
              <a:bodyPr/>
              <a:lstStyle/>
              <a:p>
                <a:endParaRPr lang="en-US"/>
              </a:p>
            </p:txBody>
          </p:sp>
          <p:sp>
            <p:nvSpPr>
              <p:cNvPr id="54085" name="Oval 763"/>
              <p:cNvSpPr>
                <a:spLocks noChangeArrowheads="1"/>
              </p:cNvSpPr>
              <p:nvPr/>
            </p:nvSpPr>
            <p:spPr bwMode="auto">
              <a:xfrm>
                <a:off x="4658" y="3575"/>
                <a:ext cx="32" cy="40"/>
              </a:xfrm>
              <a:prstGeom prst="ellipse">
                <a:avLst/>
              </a:prstGeom>
              <a:solidFill>
                <a:srgbClr val="808080"/>
              </a:solidFill>
              <a:ln w="9525">
                <a:solidFill>
                  <a:srgbClr val="808080"/>
                </a:solidFill>
                <a:round/>
                <a:headEnd/>
                <a:tailEnd/>
              </a:ln>
            </p:spPr>
            <p:txBody>
              <a:bodyPr/>
              <a:lstStyle/>
              <a:p>
                <a:endParaRPr lang="en-US"/>
              </a:p>
            </p:txBody>
          </p:sp>
          <p:sp>
            <p:nvSpPr>
              <p:cNvPr id="54086" name="Oval 764"/>
              <p:cNvSpPr>
                <a:spLocks noChangeArrowheads="1"/>
              </p:cNvSpPr>
              <p:nvPr/>
            </p:nvSpPr>
            <p:spPr bwMode="auto">
              <a:xfrm>
                <a:off x="4658" y="3575"/>
                <a:ext cx="32" cy="40"/>
              </a:xfrm>
              <a:prstGeom prst="ellipse">
                <a:avLst/>
              </a:prstGeom>
              <a:solidFill>
                <a:srgbClr val="808080"/>
              </a:solidFill>
              <a:ln w="25400">
                <a:solidFill>
                  <a:srgbClr val="808080"/>
                </a:solidFill>
                <a:round/>
                <a:headEnd/>
                <a:tailEnd/>
              </a:ln>
            </p:spPr>
            <p:txBody>
              <a:bodyPr/>
              <a:lstStyle/>
              <a:p>
                <a:endParaRPr lang="en-US"/>
              </a:p>
            </p:txBody>
          </p:sp>
        </p:grpSp>
        <p:grpSp>
          <p:nvGrpSpPr>
            <p:cNvPr id="53623" name="Group 765"/>
            <p:cNvGrpSpPr>
              <a:grpSpLocks/>
            </p:cNvGrpSpPr>
            <p:nvPr/>
          </p:nvGrpSpPr>
          <p:grpSpPr bwMode="auto">
            <a:xfrm>
              <a:off x="4251" y="2650"/>
              <a:ext cx="415" cy="56"/>
              <a:chOff x="4251" y="2650"/>
              <a:chExt cx="415" cy="56"/>
            </a:xfrm>
          </p:grpSpPr>
          <p:sp>
            <p:nvSpPr>
              <p:cNvPr id="54075" name="Freeform 766"/>
              <p:cNvSpPr>
                <a:spLocks/>
              </p:cNvSpPr>
              <p:nvPr/>
            </p:nvSpPr>
            <p:spPr bwMode="auto">
              <a:xfrm>
                <a:off x="4554" y="2650"/>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rgbClr val="808080"/>
              </a:solidFill>
              <a:ln w="9525">
                <a:solidFill>
                  <a:srgbClr val="808080"/>
                </a:solidFill>
                <a:round/>
                <a:headEnd/>
                <a:tailEnd/>
              </a:ln>
            </p:spPr>
            <p:txBody>
              <a:bodyPr/>
              <a:lstStyle/>
              <a:p>
                <a:endParaRPr lang="en-US"/>
              </a:p>
            </p:txBody>
          </p:sp>
          <p:grpSp>
            <p:nvGrpSpPr>
              <p:cNvPr id="54076" name="Group 767"/>
              <p:cNvGrpSpPr>
                <a:grpSpLocks/>
              </p:cNvGrpSpPr>
              <p:nvPr/>
            </p:nvGrpSpPr>
            <p:grpSpPr bwMode="auto">
              <a:xfrm>
                <a:off x="4251" y="2674"/>
                <a:ext cx="295" cy="1"/>
                <a:chOff x="4251" y="2674"/>
                <a:chExt cx="295" cy="1"/>
              </a:xfrm>
            </p:grpSpPr>
            <p:sp>
              <p:nvSpPr>
                <p:cNvPr id="54077" name="Line 768"/>
                <p:cNvSpPr>
                  <a:spLocks noChangeShapeType="1"/>
                </p:cNvSpPr>
                <p:nvPr/>
              </p:nvSpPr>
              <p:spPr bwMode="auto">
                <a:xfrm>
                  <a:off x="4251"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078" name="Line 769"/>
                <p:cNvSpPr>
                  <a:spLocks noChangeShapeType="1"/>
                </p:cNvSpPr>
                <p:nvPr/>
              </p:nvSpPr>
              <p:spPr bwMode="auto">
                <a:xfrm>
                  <a:off x="4307"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079" name="Line 770"/>
                <p:cNvSpPr>
                  <a:spLocks noChangeShapeType="1"/>
                </p:cNvSpPr>
                <p:nvPr/>
              </p:nvSpPr>
              <p:spPr bwMode="auto">
                <a:xfrm>
                  <a:off x="4363"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080" name="Line 771"/>
                <p:cNvSpPr>
                  <a:spLocks noChangeShapeType="1"/>
                </p:cNvSpPr>
                <p:nvPr/>
              </p:nvSpPr>
              <p:spPr bwMode="auto">
                <a:xfrm>
                  <a:off x="4419"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081" name="Line 772"/>
                <p:cNvSpPr>
                  <a:spLocks noChangeShapeType="1"/>
                </p:cNvSpPr>
                <p:nvPr/>
              </p:nvSpPr>
              <p:spPr bwMode="auto">
                <a:xfrm>
                  <a:off x="4475"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082" name="Line 773"/>
                <p:cNvSpPr>
                  <a:spLocks noChangeShapeType="1"/>
                </p:cNvSpPr>
                <p:nvPr/>
              </p:nvSpPr>
              <p:spPr bwMode="auto">
                <a:xfrm>
                  <a:off x="4530" y="2674"/>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3624" name="Group 774"/>
            <p:cNvGrpSpPr>
              <a:grpSpLocks/>
            </p:cNvGrpSpPr>
            <p:nvPr/>
          </p:nvGrpSpPr>
          <p:grpSpPr bwMode="auto">
            <a:xfrm>
              <a:off x="4251" y="1733"/>
              <a:ext cx="415" cy="56"/>
              <a:chOff x="4251" y="1733"/>
              <a:chExt cx="415" cy="56"/>
            </a:xfrm>
          </p:grpSpPr>
          <p:sp>
            <p:nvSpPr>
              <p:cNvPr id="54067" name="Freeform 775"/>
              <p:cNvSpPr>
                <a:spLocks/>
              </p:cNvSpPr>
              <p:nvPr/>
            </p:nvSpPr>
            <p:spPr bwMode="auto">
              <a:xfrm>
                <a:off x="4554" y="1733"/>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rgbClr val="808080"/>
              </a:solidFill>
              <a:ln w="9525">
                <a:solidFill>
                  <a:srgbClr val="808080"/>
                </a:solidFill>
                <a:round/>
                <a:headEnd/>
                <a:tailEnd/>
              </a:ln>
            </p:spPr>
            <p:txBody>
              <a:bodyPr/>
              <a:lstStyle/>
              <a:p>
                <a:endParaRPr lang="en-US"/>
              </a:p>
            </p:txBody>
          </p:sp>
          <p:grpSp>
            <p:nvGrpSpPr>
              <p:cNvPr id="54068" name="Group 776"/>
              <p:cNvGrpSpPr>
                <a:grpSpLocks/>
              </p:cNvGrpSpPr>
              <p:nvPr/>
            </p:nvGrpSpPr>
            <p:grpSpPr bwMode="auto">
              <a:xfrm>
                <a:off x="4251" y="1757"/>
                <a:ext cx="295" cy="1"/>
                <a:chOff x="4251" y="1757"/>
                <a:chExt cx="295" cy="1"/>
              </a:xfrm>
            </p:grpSpPr>
            <p:sp>
              <p:nvSpPr>
                <p:cNvPr id="54069" name="Line 777"/>
                <p:cNvSpPr>
                  <a:spLocks noChangeShapeType="1"/>
                </p:cNvSpPr>
                <p:nvPr/>
              </p:nvSpPr>
              <p:spPr bwMode="auto">
                <a:xfrm>
                  <a:off x="4251"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070" name="Line 778"/>
                <p:cNvSpPr>
                  <a:spLocks noChangeShapeType="1"/>
                </p:cNvSpPr>
                <p:nvPr/>
              </p:nvSpPr>
              <p:spPr bwMode="auto">
                <a:xfrm>
                  <a:off x="4307"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071" name="Line 779"/>
                <p:cNvSpPr>
                  <a:spLocks noChangeShapeType="1"/>
                </p:cNvSpPr>
                <p:nvPr/>
              </p:nvSpPr>
              <p:spPr bwMode="auto">
                <a:xfrm>
                  <a:off x="4363"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072" name="Line 780"/>
                <p:cNvSpPr>
                  <a:spLocks noChangeShapeType="1"/>
                </p:cNvSpPr>
                <p:nvPr/>
              </p:nvSpPr>
              <p:spPr bwMode="auto">
                <a:xfrm>
                  <a:off x="4419"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073" name="Line 781"/>
                <p:cNvSpPr>
                  <a:spLocks noChangeShapeType="1"/>
                </p:cNvSpPr>
                <p:nvPr/>
              </p:nvSpPr>
              <p:spPr bwMode="auto">
                <a:xfrm>
                  <a:off x="4475"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074" name="Line 782"/>
                <p:cNvSpPr>
                  <a:spLocks noChangeShapeType="1"/>
                </p:cNvSpPr>
                <p:nvPr/>
              </p:nvSpPr>
              <p:spPr bwMode="auto">
                <a:xfrm>
                  <a:off x="4530" y="1757"/>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3625" name="Group 783"/>
            <p:cNvGrpSpPr>
              <a:grpSpLocks/>
            </p:cNvGrpSpPr>
            <p:nvPr/>
          </p:nvGrpSpPr>
          <p:grpSpPr bwMode="auto">
            <a:xfrm>
              <a:off x="3325" y="3264"/>
              <a:ext cx="415" cy="56"/>
              <a:chOff x="3325" y="3264"/>
              <a:chExt cx="415" cy="56"/>
            </a:xfrm>
          </p:grpSpPr>
          <p:sp>
            <p:nvSpPr>
              <p:cNvPr id="54059" name="Freeform 784"/>
              <p:cNvSpPr>
                <a:spLocks/>
              </p:cNvSpPr>
              <p:nvPr/>
            </p:nvSpPr>
            <p:spPr bwMode="auto">
              <a:xfrm>
                <a:off x="3628" y="3264"/>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rgbClr val="808080"/>
              </a:solidFill>
              <a:ln w="9525">
                <a:solidFill>
                  <a:srgbClr val="808080"/>
                </a:solidFill>
                <a:round/>
                <a:headEnd/>
                <a:tailEnd/>
              </a:ln>
            </p:spPr>
            <p:txBody>
              <a:bodyPr/>
              <a:lstStyle/>
              <a:p>
                <a:endParaRPr lang="en-US"/>
              </a:p>
            </p:txBody>
          </p:sp>
          <p:grpSp>
            <p:nvGrpSpPr>
              <p:cNvPr id="54060" name="Group 785"/>
              <p:cNvGrpSpPr>
                <a:grpSpLocks/>
              </p:cNvGrpSpPr>
              <p:nvPr/>
            </p:nvGrpSpPr>
            <p:grpSpPr bwMode="auto">
              <a:xfrm>
                <a:off x="3325" y="3288"/>
                <a:ext cx="295" cy="1"/>
                <a:chOff x="3325" y="3288"/>
                <a:chExt cx="295" cy="1"/>
              </a:xfrm>
            </p:grpSpPr>
            <p:sp>
              <p:nvSpPr>
                <p:cNvPr id="54061" name="Line 786"/>
                <p:cNvSpPr>
                  <a:spLocks noChangeShapeType="1"/>
                </p:cNvSpPr>
                <p:nvPr/>
              </p:nvSpPr>
              <p:spPr bwMode="auto">
                <a:xfrm>
                  <a:off x="3325"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062" name="Line 787"/>
                <p:cNvSpPr>
                  <a:spLocks noChangeShapeType="1"/>
                </p:cNvSpPr>
                <p:nvPr/>
              </p:nvSpPr>
              <p:spPr bwMode="auto">
                <a:xfrm>
                  <a:off x="3381"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063" name="Line 788"/>
                <p:cNvSpPr>
                  <a:spLocks noChangeShapeType="1"/>
                </p:cNvSpPr>
                <p:nvPr/>
              </p:nvSpPr>
              <p:spPr bwMode="auto">
                <a:xfrm>
                  <a:off x="3437"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064" name="Line 789"/>
                <p:cNvSpPr>
                  <a:spLocks noChangeShapeType="1"/>
                </p:cNvSpPr>
                <p:nvPr/>
              </p:nvSpPr>
              <p:spPr bwMode="auto">
                <a:xfrm>
                  <a:off x="3493" y="3288"/>
                  <a:ext cx="23"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065" name="Line 790"/>
                <p:cNvSpPr>
                  <a:spLocks noChangeShapeType="1"/>
                </p:cNvSpPr>
                <p:nvPr/>
              </p:nvSpPr>
              <p:spPr bwMode="auto">
                <a:xfrm>
                  <a:off x="3548"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066" name="Line 791"/>
                <p:cNvSpPr>
                  <a:spLocks noChangeShapeType="1"/>
                </p:cNvSpPr>
                <p:nvPr/>
              </p:nvSpPr>
              <p:spPr bwMode="auto">
                <a:xfrm>
                  <a:off x="3604" y="3288"/>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3626" name="Group 792"/>
            <p:cNvGrpSpPr>
              <a:grpSpLocks/>
            </p:cNvGrpSpPr>
            <p:nvPr/>
          </p:nvGrpSpPr>
          <p:grpSpPr bwMode="auto">
            <a:xfrm>
              <a:off x="3780" y="3256"/>
              <a:ext cx="415" cy="56"/>
              <a:chOff x="3780" y="3256"/>
              <a:chExt cx="415" cy="56"/>
            </a:xfrm>
          </p:grpSpPr>
          <p:sp>
            <p:nvSpPr>
              <p:cNvPr id="54051" name="Freeform 793"/>
              <p:cNvSpPr>
                <a:spLocks/>
              </p:cNvSpPr>
              <p:nvPr/>
            </p:nvSpPr>
            <p:spPr bwMode="auto">
              <a:xfrm>
                <a:off x="4083" y="325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rgbClr val="808080"/>
              </a:solidFill>
              <a:ln w="9525">
                <a:solidFill>
                  <a:srgbClr val="808080"/>
                </a:solidFill>
                <a:round/>
                <a:headEnd/>
                <a:tailEnd/>
              </a:ln>
            </p:spPr>
            <p:txBody>
              <a:bodyPr/>
              <a:lstStyle/>
              <a:p>
                <a:endParaRPr lang="en-US"/>
              </a:p>
            </p:txBody>
          </p:sp>
          <p:grpSp>
            <p:nvGrpSpPr>
              <p:cNvPr id="54052" name="Group 794"/>
              <p:cNvGrpSpPr>
                <a:grpSpLocks/>
              </p:cNvGrpSpPr>
              <p:nvPr/>
            </p:nvGrpSpPr>
            <p:grpSpPr bwMode="auto">
              <a:xfrm>
                <a:off x="3780" y="3288"/>
                <a:ext cx="295" cy="1"/>
                <a:chOff x="3780" y="3288"/>
                <a:chExt cx="295" cy="1"/>
              </a:xfrm>
            </p:grpSpPr>
            <p:sp>
              <p:nvSpPr>
                <p:cNvPr id="54053" name="Line 795"/>
                <p:cNvSpPr>
                  <a:spLocks noChangeShapeType="1"/>
                </p:cNvSpPr>
                <p:nvPr/>
              </p:nvSpPr>
              <p:spPr bwMode="auto">
                <a:xfrm>
                  <a:off x="3780"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054" name="Line 796"/>
                <p:cNvSpPr>
                  <a:spLocks noChangeShapeType="1"/>
                </p:cNvSpPr>
                <p:nvPr/>
              </p:nvSpPr>
              <p:spPr bwMode="auto">
                <a:xfrm>
                  <a:off x="3836"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055" name="Line 797"/>
                <p:cNvSpPr>
                  <a:spLocks noChangeShapeType="1"/>
                </p:cNvSpPr>
                <p:nvPr/>
              </p:nvSpPr>
              <p:spPr bwMode="auto">
                <a:xfrm>
                  <a:off x="3892"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056" name="Line 798"/>
                <p:cNvSpPr>
                  <a:spLocks noChangeShapeType="1"/>
                </p:cNvSpPr>
                <p:nvPr/>
              </p:nvSpPr>
              <p:spPr bwMode="auto">
                <a:xfrm>
                  <a:off x="3948"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057" name="Line 799"/>
                <p:cNvSpPr>
                  <a:spLocks noChangeShapeType="1"/>
                </p:cNvSpPr>
                <p:nvPr/>
              </p:nvSpPr>
              <p:spPr bwMode="auto">
                <a:xfrm>
                  <a:off x="4004" y="3288"/>
                  <a:ext cx="23"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058" name="Line 800"/>
                <p:cNvSpPr>
                  <a:spLocks noChangeShapeType="1"/>
                </p:cNvSpPr>
                <p:nvPr/>
              </p:nvSpPr>
              <p:spPr bwMode="auto">
                <a:xfrm>
                  <a:off x="4059" y="3288"/>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3627" name="Group 801"/>
            <p:cNvGrpSpPr>
              <a:grpSpLocks/>
            </p:cNvGrpSpPr>
            <p:nvPr/>
          </p:nvGrpSpPr>
          <p:grpSpPr bwMode="auto">
            <a:xfrm>
              <a:off x="4251" y="3256"/>
              <a:ext cx="415" cy="56"/>
              <a:chOff x="4251" y="3256"/>
              <a:chExt cx="415" cy="56"/>
            </a:xfrm>
          </p:grpSpPr>
          <p:sp>
            <p:nvSpPr>
              <p:cNvPr id="54043" name="Freeform 802"/>
              <p:cNvSpPr>
                <a:spLocks/>
              </p:cNvSpPr>
              <p:nvPr/>
            </p:nvSpPr>
            <p:spPr bwMode="auto">
              <a:xfrm>
                <a:off x="4554" y="325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rgbClr val="808080"/>
              </a:solidFill>
              <a:ln w="9525">
                <a:solidFill>
                  <a:srgbClr val="808080"/>
                </a:solidFill>
                <a:round/>
                <a:headEnd/>
                <a:tailEnd/>
              </a:ln>
            </p:spPr>
            <p:txBody>
              <a:bodyPr/>
              <a:lstStyle/>
              <a:p>
                <a:endParaRPr lang="en-US"/>
              </a:p>
            </p:txBody>
          </p:sp>
          <p:grpSp>
            <p:nvGrpSpPr>
              <p:cNvPr id="54044" name="Group 803"/>
              <p:cNvGrpSpPr>
                <a:grpSpLocks/>
              </p:cNvGrpSpPr>
              <p:nvPr/>
            </p:nvGrpSpPr>
            <p:grpSpPr bwMode="auto">
              <a:xfrm>
                <a:off x="4251" y="3288"/>
                <a:ext cx="295" cy="1"/>
                <a:chOff x="4251" y="3288"/>
                <a:chExt cx="295" cy="1"/>
              </a:xfrm>
            </p:grpSpPr>
            <p:sp>
              <p:nvSpPr>
                <p:cNvPr id="54045" name="Line 804"/>
                <p:cNvSpPr>
                  <a:spLocks noChangeShapeType="1"/>
                </p:cNvSpPr>
                <p:nvPr/>
              </p:nvSpPr>
              <p:spPr bwMode="auto">
                <a:xfrm>
                  <a:off x="4251"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046" name="Line 805"/>
                <p:cNvSpPr>
                  <a:spLocks noChangeShapeType="1"/>
                </p:cNvSpPr>
                <p:nvPr/>
              </p:nvSpPr>
              <p:spPr bwMode="auto">
                <a:xfrm>
                  <a:off x="4307"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047" name="Line 806"/>
                <p:cNvSpPr>
                  <a:spLocks noChangeShapeType="1"/>
                </p:cNvSpPr>
                <p:nvPr/>
              </p:nvSpPr>
              <p:spPr bwMode="auto">
                <a:xfrm>
                  <a:off x="4363"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048" name="Line 807"/>
                <p:cNvSpPr>
                  <a:spLocks noChangeShapeType="1"/>
                </p:cNvSpPr>
                <p:nvPr/>
              </p:nvSpPr>
              <p:spPr bwMode="auto">
                <a:xfrm>
                  <a:off x="4419"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049" name="Line 808"/>
                <p:cNvSpPr>
                  <a:spLocks noChangeShapeType="1"/>
                </p:cNvSpPr>
                <p:nvPr/>
              </p:nvSpPr>
              <p:spPr bwMode="auto">
                <a:xfrm>
                  <a:off x="4475"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050" name="Line 809"/>
                <p:cNvSpPr>
                  <a:spLocks noChangeShapeType="1"/>
                </p:cNvSpPr>
                <p:nvPr/>
              </p:nvSpPr>
              <p:spPr bwMode="auto">
                <a:xfrm>
                  <a:off x="4530" y="3288"/>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3628" name="Group 810"/>
            <p:cNvGrpSpPr>
              <a:grpSpLocks/>
            </p:cNvGrpSpPr>
            <p:nvPr/>
          </p:nvGrpSpPr>
          <p:grpSpPr bwMode="auto">
            <a:xfrm>
              <a:off x="3325" y="3567"/>
              <a:ext cx="415" cy="56"/>
              <a:chOff x="3325" y="3567"/>
              <a:chExt cx="415" cy="56"/>
            </a:xfrm>
          </p:grpSpPr>
          <p:sp>
            <p:nvSpPr>
              <p:cNvPr id="54035" name="Freeform 811"/>
              <p:cNvSpPr>
                <a:spLocks/>
              </p:cNvSpPr>
              <p:nvPr/>
            </p:nvSpPr>
            <p:spPr bwMode="auto">
              <a:xfrm>
                <a:off x="3628" y="3567"/>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rgbClr val="808080"/>
              </a:solidFill>
              <a:ln w="9525">
                <a:solidFill>
                  <a:srgbClr val="808080"/>
                </a:solidFill>
                <a:round/>
                <a:headEnd/>
                <a:tailEnd/>
              </a:ln>
            </p:spPr>
            <p:txBody>
              <a:bodyPr/>
              <a:lstStyle/>
              <a:p>
                <a:endParaRPr lang="en-US"/>
              </a:p>
            </p:txBody>
          </p:sp>
          <p:grpSp>
            <p:nvGrpSpPr>
              <p:cNvPr id="54036" name="Group 812"/>
              <p:cNvGrpSpPr>
                <a:grpSpLocks/>
              </p:cNvGrpSpPr>
              <p:nvPr/>
            </p:nvGrpSpPr>
            <p:grpSpPr bwMode="auto">
              <a:xfrm>
                <a:off x="3325" y="3599"/>
                <a:ext cx="295" cy="1"/>
                <a:chOff x="3325" y="3599"/>
                <a:chExt cx="295" cy="1"/>
              </a:xfrm>
            </p:grpSpPr>
            <p:sp>
              <p:nvSpPr>
                <p:cNvPr id="54037" name="Line 813"/>
                <p:cNvSpPr>
                  <a:spLocks noChangeShapeType="1"/>
                </p:cNvSpPr>
                <p:nvPr/>
              </p:nvSpPr>
              <p:spPr bwMode="auto">
                <a:xfrm>
                  <a:off x="3325" y="3599"/>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038" name="Line 814"/>
                <p:cNvSpPr>
                  <a:spLocks noChangeShapeType="1"/>
                </p:cNvSpPr>
                <p:nvPr/>
              </p:nvSpPr>
              <p:spPr bwMode="auto">
                <a:xfrm>
                  <a:off x="3381" y="3599"/>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039" name="Line 815"/>
                <p:cNvSpPr>
                  <a:spLocks noChangeShapeType="1"/>
                </p:cNvSpPr>
                <p:nvPr/>
              </p:nvSpPr>
              <p:spPr bwMode="auto">
                <a:xfrm>
                  <a:off x="3437" y="3599"/>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040" name="Line 816"/>
                <p:cNvSpPr>
                  <a:spLocks noChangeShapeType="1"/>
                </p:cNvSpPr>
                <p:nvPr/>
              </p:nvSpPr>
              <p:spPr bwMode="auto">
                <a:xfrm>
                  <a:off x="3493" y="3599"/>
                  <a:ext cx="23"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041" name="Line 817"/>
                <p:cNvSpPr>
                  <a:spLocks noChangeShapeType="1"/>
                </p:cNvSpPr>
                <p:nvPr/>
              </p:nvSpPr>
              <p:spPr bwMode="auto">
                <a:xfrm>
                  <a:off x="3548" y="3599"/>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042" name="Line 818"/>
                <p:cNvSpPr>
                  <a:spLocks noChangeShapeType="1"/>
                </p:cNvSpPr>
                <p:nvPr/>
              </p:nvSpPr>
              <p:spPr bwMode="auto">
                <a:xfrm>
                  <a:off x="3604" y="3599"/>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3629" name="Group 819"/>
            <p:cNvGrpSpPr>
              <a:grpSpLocks/>
            </p:cNvGrpSpPr>
            <p:nvPr/>
          </p:nvGrpSpPr>
          <p:grpSpPr bwMode="auto">
            <a:xfrm>
              <a:off x="3788" y="3567"/>
              <a:ext cx="415" cy="56"/>
              <a:chOff x="3788" y="3567"/>
              <a:chExt cx="415" cy="56"/>
            </a:xfrm>
          </p:grpSpPr>
          <p:sp>
            <p:nvSpPr>
              <p:cNvPr id="54027" name="Freeform 820"/>
              <p:cNvSpPr>
                <a:spLocks/>
              </p:cNvSpPr>
              <p:nvPr/>
            </p:nvSpPr>
            <p:spPr bwMode="auto">
              <a:xfrm>
                <a:off x="4091"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rgbClr val="808080"/>
              </a:solidFill>
              <a:ln w="9525">
                <a:solidFill>
                  <a:srgbClr val="808080"/>
                </a:solidFill>
                <a:round/>
                <a:headEnd/>
                <a:tailEnd/>
              </a:ln>
            </p:spPr>
            <p:txBody>
              <a:bodyPr/>
              <a:lstStyle/>
              <a:p>
                <a:endParaRPr lang="en-US"/>
              </a:p>
            </p:txBody>
          </p:sp>
          <p:grpSp>
            <p:nvGrpSpPr>
              <p:cNvPr id="54028" name="Group 821"/>
              <p:cNvGrpSpPr>
                <a:grpSpLocks/>
              </p:cNvGrpSpPr>
              <p:nvPr/>
            </p:nvGrpSpPr>
            <p:grpSpPr bwMode="auto">
              <a:xfrm>
                <a:off x="3788" y="3591"/>
                <a:ext cx="295" cy="1"/>
                <a:chOff x="3788" y="3591"/>
                <a:chExt cx="295" cy="1"/>
              </a:xfrm>
            </p:grpSpPr>
            <p:sp>
              <p:nvSpPr>
                <p:cNvPr id="54029" name="Line 822"/>
                <p:cNvSpPr>
                  <a:spLocks noChangeShapeType="1"/>
                </p:cNvSpPr>
                <p:nvPr/>
              </p:nvSpPr>
              <p:spPr bwMode="auto">
                <a:xfrm>
                  <a:off x="3788"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030" name="Line 823"/>
                <p:cNvSpPr>
                  <a:spLocks noChangeShapeType="1"/>
                </p:cNvSpPr>
                <p:nvPr/>
              </p:nvSpPr>
              <p:spPr bwMode="auto">
                <a:xfrm>
                  <a:off x="3844"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031" name="Line 824"/>
                <p:cNvSpPr>
                  <a:spLocks noChangeShapeType="1"/>
                </p:cNvSpPr>
                <p:nvPr/>
              </p:nvSpPr>
              <p:spPr bwMode="auto">
                <a:xfrm>
                  <a:off x="3900"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032" name="Line 825"/>
                <p:cNvSpPr>
                  <a:spLocks noChangeShapeType="1"/>
                </p:cNvSpPr>
                <p:nvPr/>
              </p:nvSpPr>
              <p:spPr bwMode="auto">
                <a:xfrm>
                  <a:off x="3956"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033" name="Line 826"/>
                <p:cNvSpPr>
                  <a:spLocks noChangeShapeType="1"/>
                </p:cNvSpPr>
                <p:nvPr/>
              </p:nvSpPr>
              <p:spPr bwMode="auto">
                <a:xfrm>
                  <a:off x="4011"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034" name="Line 827"/>
                <p:cNvSpPr>
                  <a:spLocks noChangeShapeType="1"/>
                </p:cNvSpPr>
                <p:nvPr/>
              </p:nvSpPr>
              <p:spPr bwMode="auto">
                <a:xfrm>
                  <a:off x="4067" y="3591"/>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3630" name="Group 828"/>
            <p:cNvGrpSpPr>
              <a:grpSpLocks/>
            </p:cNvGrpSpPr>
            <p:nvPr/>
          </p:nvGrpSpPr>
          <p:grpSpPr bwMode="auto">
            <a:xfrm>
              <a:off x="4243" y="3567"/>
              <a:ext cx="415" cy="56"/>
              <a:chOff x="4243" y="3567"/>
              <a:chExt cx="415" cy="56"/>
            </a:xfrm>
          </p:grpSpPr>
          <p:sp>
            <p:nvSpPr>
              <p:cNvPr id="54019" name="Freeform 829"/>
              <p:cNvSpPr>
                <a:spLocks/>
              </p:cNvSpPr>
              <p:nvPr/>
            </p:nvSpPr>
            <p:spPr bwMode="auto">
              <a:xfrm>
                <a:off x="4546" y="3567"/>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rgbClr val="808080"/>
              </a:solidFill>
              <a:ln w="9525">
                <a:solidFill>
                  <a:srgbClr val="808080"/>
                </a:solidFill>
                <a:round/>
                <a:headEnd/>
                <a:tailEnd/>
              </a:ln>
            </p:spPr>
            <p:txBody>
              <a:bodyPr/>
              <a:lstStyle/>
              <a:p>
                <a:endParaRPr lang="en-US"/>
              </a:p>
            </p:txBody>
          </p:sp>
          <p:grpSp>
            <p:nvGrpSpPr>
              <p:cNvPr id="54020" name="Group 830"/>
              <p:cNvGrpSpPr>
                <a:grpSpLocks/>
              </p:cNvGrpSpPr>
              <p:nvPr/>
            </p:nvGrpSpPr>
            <p:grpSpPr bwMode="auto">
              <a:xfrm>
                <a:off x="4243" y="3599"/>
                <a:ext cx="295" cy="1"/>
                <a:chOff x="4243" y="3599"/>
                <a:chExt cx="295" cy="1"/>
              </a:xfrm>
            </p:grpSpPr>
            <p:sp>
              <p:nvSpPr>
                <p:cNvPr id="54021" name="Line 831"/>
                <p:cNvSpPr>
                  <a:spLocks noChangeShapeType="1"/>
                </p:cNvSpPr>
                <p:nvPr/>
              </p:nvSpPr>
              <p:spPr bwMode="auto">
                <a:xfrm>
                  <a:off x="4243" y="3599"/>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022" name="Line 832"/>
                <p:cNvSpPr>
                  <a:spLocks noChangeShapeType="1"/>
                </p:cNvSpPr>
                <p:nvPr/>
              </p:nvSpPr>
              <p:spPr bwMode="auto">
                <a:xfrm>
                  <a:off x="4299" y="3599"/>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023" name="Line 833"/>
                <p:cNvSpPr>
                  <a:spLocks noChangeShapeType="1"/>
                </p:cNvSpPr>
                <p:nvPr/>
              </p:nvSpPr>
              <p:spPr bwMode="auto">
                <a:xfrm>
                  <a:off x="4355" y="3599"/>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024" name="Line 834"/>
                <p:cNvSpPr>
                  <a:spLocks noChangeShapeType="1"/>
                </p:cNvSpPr>
                <p:nvPr/>
              </p:nvSpPr>
              <p:spPr bwMode="auto">
                <a:xfrm>
                  <a:off x="4411" y="3599"/>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025" name="Line 835"/>
                <p:cNvSpPr>
                  <a:spLocks noChangeShapeType="1"/>
                </p:cNvSpPr>
                <p:nvPr/>
              </p:nvSpPr>
              <p:spPr bwMode="auto">
                <a:xfrm>
                  <a:off x="4467" y="3599"/>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026" name="Line 836"/>
                <p:cNvSpPr>
                  <a:spLocks noChangeShapeType="1"/>
                </p:cNvSpPr>
                <p:nvPr/>
              </p:nvSpPr>
              <p:spPr bwMode="auto">
                <a:xfrm>
                  <a:off x="4522" y="3599"/>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3631" name="Group 837"/>
            <p:cNvGrpSpPr>
              <a:grpSpLocks/>
            </p:cNvGrpSpPr>
            <p:nvPr/>
          </p:nvGrpSpPr>
          <p:grpSpPr bwMode="auto">
            <a:xfrm>
              <a:off x="3788" y="2376"/>
              <a:ext cx="886" cy="290"/>
              <a:chOff x="3788" y="2376"/>
              <a:chExt cx="886" cy="290"/>
            </a:xfrm>
          </p:grpSpPr>
          <p:sp>
            <p:nvSpPr>
              <p:cNvPr id="54017" name="Freeform 838"/>
              <p:cNvSpPr>
                <a:spLocks/>
              </p:cNvSpPr>
              <p:nvPr/>
            </p:nvSpPr>
            <p:spPr bwMode="auto">
              <a:xfrm>
                <a:off x="4530" y="2594"/>
                <a:ext cx="144" cy="72"/>
              </a:xfrm>
              <a:custGeom>
                <a:avLst/>
                <a:gdLst>
                  <a:gd name="T0" fmla="*/ 144 w 144"/>
                  <a:gd name="T1" fmla="*/ 72 h 72"/>
                  <a:gd name="T2" fmla="*/ 0 w 144"/>
                  <a:gd name="T3" fmla="*/ 64 h 72"/>
                  <a:gd name="T4" fmla="*/ 16 w 144"/>
                  <a:gd name="T5" fmla="*/ 32 h 72"/>
                  <a:gd name="T6" fmla="*/ 24 w 144"/>
                  <a:gd name="T7" fmla="*/ 0 h 72"/>
                  <a:gd name="T8" fmla="*/ 144 w 144"/>
                  <a:gd name="T9" fmla="*/ 72 h 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4" h="72">
                    <a:moveTo>
                      <a:pt x="144" y="72"/>
                    </a:moveTo>
                    <a:lnTo>
                      <a:pt x="0" y="64"/>
                    </a:lnTo>
                    <a:lnTo>
                      <a:pt x="16" y="32"/>
                    </a:lnTo>
                    <a:lnTo>
                      <a:pt x="24" y="0"/>
                    </a:lnTo>
                    <a:lnTo>
                      <a:pt x="144" y="72"/>
                    </a:lnTo>
                    <a:close/>
                  </a:path>
                </a:pathLst>
              </a:custGeom>
              <a:solidFill>
                <a:srgbClr val="808080"/>
              </a:solidFill>
              <a:ln w="9525">
                <a:solidFill>
                  <a:srgbClr val="808080"/>
                </a:solidFill>
                <a:round/>
                <a:headEnd/>
                <a:tailEnd/>
              </a:ln>
            </p:spPr>
            <p:txBody>
              <a:bodyPr/>
              <a:lstStyle/>
              <a:p>
                <a:endParaRPr lang="en-US"/>
              </a:p>
            </p:txBody>
          </p:sp>
          <p:sp>
            <p:nvSpPr>
              <p:cNvPr id="54018" name="Line 839"/>
              <p:cNvSpPr>
                <a:spLocks noChangeShapeType="1"/>
              </p:cNvSpPr>
              <p:nvPr/>
            </p:nvSpPr>
            <p:spPr bwMode="auto">
              <a:xfrm>
                <a:off x="3788" y="2376"/>
                <a:ext cx="766" cy="252"/>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3632" name="Group 840"/>
            <p:cNvGrpSpPr>
              <a:grpSpLocks/>
            </p:cNvGrpSpPr>
            <p:nvPr/>
          </p:nvGrpSpPr>
          <p:grpSpPr bwMode="auto">
            <a:xfrm>
              <a:off x="3309" y="2084"/>
              <a:ext cx="1381" cy="1507"/>
              <a:chOff x="3309" y="2084"/>
              <a:chExt cx="1381" cy="1507"/>
            </a:xfrm>
          </p:grpSpPr>
          <p:sp>
            <p:nvSpPr>
              <p:cNvPr id="54015" name="Freeform 841"/>
              <p:cNvSpPr>
                <a:spLocks/>
              </p:cNvSpPr>
              <p:nvPr/>
            </p:nvSpPr>
            <p:spPr bwMode="auto">
              <a:xfrm>
                <a:off x="4570" y="2084"/>
                <a:ext cx="120" cy="119"/>
              </a:xfrm>
              <a:custGeom>
                <a:avLst/>
                <a:gdLst>
                  <a:gd name="T0" fmla="*/ 120 w 120"/>
                  <a:gd name="T1" fmla="*/ 0 h 119"/>
                  <a:gd name="T2" fmla="*/ 56 w 120"/>
                  <a:gd name="T3" fmla="*/ 119 h 119"/>
                  <a:gd name="T4" fmla="*/ 24 w 120"/>
                  <a:gd name="T5" fmla="*/ 96 h 119"/>
                  <a:gd name="T6" fmla="*/ 0 w 120"/>
                  <a:gd name="T7" fmla="*/ 72 h 119"/>
                  <a:gd name="T8" fmla="*/ 120 w 120"/>
                  <a:gd name="T9" fmla="*/ 0 h 1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 h="119">
                    <a:moveTo>
                      <a:pt x="120" y="0"/>
                    </a:moveTo>
                    <a:lnTo>
                      <a:pt x="56" y="119"/>
                    </a:lnTo>
                    <a:lnTo>
                      <a:pt x="24" y="96"/>
                    </a:lnTo>
                    <a:lnTo>
                      <a:pt x="0" y="72"/>
                    </a:lnTo>
                    <a:lnTo>
                      <a:pt x="120" y="0"/>
                    </a:lnTo>
                    <a:close/>
                  </a:path>
                </a:pathLst>
              </a:custGeom>
              <a:solidFill>
                <a:srgbClr val="808080"/>
              </a:solidFill>
              <a:ln w="9525">
                <a:solidFill>
                  <a:srgbClr val="808080"/>
                </a:solidFill>
                <a:round/>
                <a:headEnd/>
                <a:tailEnd/>
              </a:ln>
            </p:spPr>
            <p:txBody>
              <a:bodyPr/>
              <a:lstStyle/>
              <a:p>
                <a:endParaRPr lang="en-US"/>
              </a:p>
            </p:txBody>
          </p:sp>
          <p:sp>
            <p:nvSpPr>
              <p:cNvPr id="54016" name="Line 842"/>
              <p:cNvSpPr>
                <a:spLocks noChangeShapeType="1"/>
              </p:cNvSpPr>
              <p:nvPr/>
            </p:nvSpPr>
            <p:spPr bwMode="auto">
              <a:xfrm flipV="1">
                <a:off x="3309" y="2172"/>
                <a:ext cx="1291" cy="1419"/>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3633" name="Group 843"/>
            <p:cNvGrpSpPr>
              <a:grpSpLocks/>
            </p:cNvGrpSpPr>
            <p:nvPr/>
          </p:nvGrpSpPr>
          <p:grpSpPr bwMode="auto">
            <a:xfrm>
              <a:off x="3773" y="2076"/>
              <a:ext cx="909" cy="893"/>
              <a:chOff x="3773" y="2076"/>
              <a:chExt cx="909" cy="893"/>
            </a:xfrm>
          </p:grpSpPr>
          <p:sp>
            <p:nvSpPr>
              <p:cNvPr id="54013" name="Freeform 844"/>
              <p:cNvSpPr>
                <a:spLocks/>
              </p:cNvSpPr>
              <p:nvPr/>
            </p:nvSpPr>
            <p:spPr bwMode="auto">
              <a:xfrm>
                <a:off x="4562" y="2850"/>
                <a:ext cx="120" cy="119"/>
              </a:xfrm>
              <a:custGeom>
                <a:avLst/>
                <a:gdLst>
                  <a:gd name="T0" fmla="*/ 120 w 120"/>
                  <a:gd name="T1" fmla="*/ 119 h 119"/>
                  <a:gd name="T2" fmla="*/ 0 w 120"/>
                  <a:gd name="T3" fmla="*/ 47 h 119"/>
                  <a:gd name="T4" fmla="*/ 24 w 120"/>
                  <a:gd name="T5" fmla="*/ 23 h 119"/>
                  <a:gd name="T6" fmla="*/ 48 w 120"/>
                  <a:gd name="T7" fmla="*/ 0 h 119"/>
                  <a:gd name="T8" fmla="*/ 120 w 120"/>
                  <a:gd name="T9" fmla="*/ 119 h 1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 h="119">
                    <a:moveTo>
                      <a:pt x="120" y="119"/>
                    </a:moveTo>
                    <a:lnTo>
                      <a:pt x="0" y="47"/>
                    </a:lnTo>
                    <a:lnTo>
                      <a:pt x="24" y="23"/>
                    </a:lnTo>
                    <a:lnTo>
                      <a:pt x="48" y="0"/>
                    </a:lnTo>
                    <a:lnTo>
                      <a:pt x="120" y="119"/>
                    </a:lnTo>
                    <a:close/>
                  </a:path>
                </a:pathLst>
              </a:custGeom>
              <a:solidFill>
                <a:srgbClr val="808080"/>
              </a:solidFill>
              <a:ln w="9525">
                <a:solidFill>
                  <a:srgbClr val="808080"/>
                </a:solidFill>
                <a:round/>
                <a:headEnd/>
                <a:tailEnd/>
              </a:ln>
            </p:spPr>
            <p:txBody>
              <a:bodyPr/>
              <a:lstStyle/>
              <a:p>
                <a:endParaRPr lang="en-US"/>
              </a:p>
            </p:txBody>
          </p:sp>
          <p:sp>
            <p:nvSpPr>
              <p:cNvPr id="54014" name="Line 845"/>
              <p:cNvSpPr>
                <a:spLocks noChangeShapeType="1"/>
              </p:cNvSpPr>
              <p:nvPr/>
            </p:nvSpPr>
            <p:spPr bwMode="auto">
              <a:xfrm>
                <a:off x="3773" y="2076"/>
                <a:ext cx="821" cy="804"/>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3634" name="Group 846"/>
            <p:cNvGrpSpPr>
              <a:grpSpLocks/>
            </p:cNvGrpSpPr>
            <p:nvPr/>
          </p:nvGrpSpPr>
          <p:grpSpPr bwMode="auto">
            <a:xfrm>
              <a:off x="3317" y="2379"/>
              <a:ext cx="910" cy="893"/>
              <a:chOff x="3317" y="2379"/>
              <a:chExt cx="910" cy="893"/>
            </a:xfrm>
          </p:grpSpPr>
          <p:sp>
            <p:nvSpPr>
              <p:cNvPr id="54011" name="Freeform 847"/>
              <p:cNvSpPr>
                <a:spLocks/>
              </p:cNvSpPr>
              <p:nvPr/>
            </p:nvSpPr>
            <p:spPr bwMode="auto">
              <a:xfrm>
                <a:off x="4107" y="3153"/>
                <a:ext cx="120" cy="119"/>
              </a:xfrm>
              <a:custGeom>
                <a:avLst/>
                <a:gdLst>
                  <a:gd name="T0" fmla="*/ 120 w 120"/>
                  <a:gd name="T1" fmla="*/ 119 h 119"/>
                  <a:gd name="T2" fmla="*/ 0 w 120"/>
                  <a:gd name="T3" fmla="*/ 48 h 119"/>
                  <a:gd name="T4" fmla="*/ 24 w 120"/>
                  <a:gd name="T5" fmla="*/ 24 h 119"/>
                  <a:gd name="T6" fmla="*/ 48 w 120"/>
                  <a:gd name="T7" fmla="*/ 0 h 119"/>
                  <a:gd name="T8" fmla="*/ 120 w 120"/>
                  <a:gd name="T9" fmla="*/ 119 h 1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 h="119">
                    <a:moveTo>
                      <a:pt x="120" y="119"/>
                    </a:moveTo>
                    <a:lnTo>
                      <a:pt x="0" y="48"/>
                    </a:lnTo>
                    <a:lnTo>
                      <a:pt x="24" y="24"/>
                    </a:lnTo>
                    <a:lnTo>
                      <a:pt x="48" y="0"/>
                    </a:lnTo>
                    <a:lnTo>
                      <a:pt x="120" y="119"/>
                    </a:lnTo>
                    <a:close/>
                  </a:path>
                </a:pathLst>
              </a:custGeom>
              <a:solidFill>
                <a:srgbClr val="808080"/>
              </a:solidFill>
              <a:ln w="9525">
                <a:solidFill>
                  <a:srgbClr val="808080"/>
                </a:solidFill>
                <a:round/>
                <a:headEnd/>
                <a:tailEnd/>
              </a:ln>
            </p:spPr>
            <p:txBody>
              <a:bodyPr/>
              <a:lstStyle/>
              <a:p>
                <a:endParaRPr lang="en-US"/>
              </a:p>
            </p:txBody>
          </p:sp>
          <p:sp>
            <p:nvSpPr>
              <p:cNvPr id="54012" name="Line 848"/>
              <p:cNvSpPr>
                <a:spLocks noChangeShapeType="1"/>
              </p:cNvSpPr>
              <p:nvPr/>
            </p:nvSpPr>
            <p:spPr bwMode="auto">
              <a:xfrm>
                <a:off x="3317" y="2379"/>
                <a:ext cx="822" cy="804"/>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3635" name="Group 849"/>
            <p:cNvGrpSpPr>
              <a:grpSpLocks/>
            </p:cNvGrpSpPr>
            <p:nvPr/>
          </p:nvGrpSpPr>
          <p:grpSpPr bwMode="auto">
            <a:xfrm>
              <a:off x="2878" y="1725"/>
              <a:ext cx="415" cy="56"/>
              <a:chOff x="2878" y="1725"/>
              <a:chExt cx="415" cy="56"/>
            </a:xfrm>
          </p:grpSpPr>
          <p:sp>
            <p:nvSpPr>
              <p:cNvPr id="54003" name="Freeform 850"/>
              <p:cNvSpPr>
                <a:spLocks/>
              </p:cNvSpPr>
              <p:nvPr/>
            </p:nvSpPr>
            <p:spPr bwMode="auto">
              <a:xfrm>
                <a:off x="3181" y="1725"/>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rgbClr val="808080"/>
              </a:solidFill>
              <a:ln w="9525">
                <a:solidFill>
                  <a:srgbClr val="808080"/>
                </a:solidFill>
                <a:round/>
                <a:headEnd/>
                <a:tailEnd/>
              </a:ln>
            </p:spPr>
            <p:txBody>
              <a:bodyPr/>
              <a:lstStyle/>
              <a:p>
                <a:endParaRPr lang="en-US"/>
              </a:p>
            </p:txBody>
          </p:sp>
          <p:grpSp>
            <p:nvGrpSpPr>
              <p:cNvPr id="54004" name="Group 851"/>
              <p:cNvGrpSpPr>
                <a:grpSpLocks/>
              </p:cNvGrpSpPr>
              <p:nvPr/>
            </p:nvGrpSpPr>
            <p:grpSpPr bwMode="auto">
              <a:xfrm>
                <a:off x="2878" y="1757"/>
                <a:ext cx="295" cy="1"/>
                <a:chOff x="2878" y="1757"/>
                <a:chExt cx="295" cy="1"/>
              </a:xfrm>
            </p:grpSpPr>
            <p:sp>
              <p:nvSpPr>
                <p:cNvPr id="54005" name="Line 852"/>
                <p:cNvSpPr>
                  <a:spLocks noChangeShapeType="1"/>
                </p:cNvSpPr>
                <p:nvPr/>
              </p:nvSpPr>
              <p:spPr bwMode="auto">
                <a:xfrm>
                  <a:off x="2878"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006" name="Line 853"/>
                <p:cNvSpPr>
                  <a:spLocks noChangeShapeType="1"/>
                </p:cNvSpPr>
                <p:nvPr/>
              </p:nvSpPr>
              <p:spPr bwMode="auto">
                <a:xfrm>
                  <a:off x="2934"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007" name="Line 854"/>
                <p:cNvSpPr>
                  <a:spLocks noChangeShapeType="1"/>
                </p:cNvSpPr>
                <p:nvPr/>
              </p:nvSpPr>
              <p:spPr bwMode="auto">
                <a:xfrm>
                  <a:off x="2990" y="1757"/>
                  <a:ext cx="23"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008" name="Line 855"/>
                <p:cNvSpPr>
                  <a:spLocks noChangeShapeType="1"/>
                </p:cNvSpPr>
                <p:nvPr/>
              </p:nvSpPr>
              <p:spPr bwMode="auto">
                <a:xfrm>
                  <a:off x="3045"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009" name="Line 856"/>
                <p:cNvSpPr>
                  <a:spLocks noChangeShapeType="1"/>
                </p:cNvSpPr>
                <p:nvPr/>
              </p:nvSpPr>
              <p:spPr bwMode="auto">
                <a:xfrm>
                  <a:off x="3101"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010" name="Line 857"/>
                <p:cNvSpPr>
                  <a:spLocks noChangeShapeType="1"/>
                </p:cNvSpPr>
                <p:nvPr/>
              </p:nvSpPr>
              <p:spPr bwMode="auto">
                <a:xfrm>
                  <a:off x="3157" y="1757"/>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3636" name="Group 858"/>
            <p:cNvGrpSpPr>
              <a:grpSpLocks/>
            </p:cNvGrpSpPr>
            <p:nvPr/>
          </p:nvGrpSpPr>
          <p:grpSpPr bwMode="auto">
            <a:xfrm>
              <a:off x="2878" y="2036"/>
              <a:ext cx="415" cy="56"/>
              <a:chOff x="2878" y="2036"/>
              <a:chExt cx="415" cy="56"/>
            </a:xfrm>
          </p:grpSpPr>
          <p:sp>
            <p:nvSpPr>
              <p:cNvPr id="53995" name="Freeform 859"/>
              <p:cNvSpPr>
                <a:spLocks/>
              </p:cNvSpPr>
              <p:nvPr/>
            </p:nvSpPr>
            <p:spPr bwMode="auto">
              <a:xfrm>
                <a:off x="3181" y="2036"/>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rgbClr val="808080"/>
              </a:solidFill>
              <a:ln w="9525">
                <a:solidFill>
                  <a:srgbClr val="808080"/>
                </a:solidFill>
                <a:round/>
                <a:headEnd/>
                <a:tailEnd/>
              </a:ln>
            </p:spPr>
            <p:txBody>
              <a:bodyPr/>
              <a:lstStyle/>
              <a:p>
                <a:endParaRPr lang="en-US"/>
              </a:p>
            </p:txBody>
          </p:sp>
          <p:grpSp>
            <p:nvGrpSpPr>
              <p:cNvPr id="53996" name="Group 860"/>
              <p:cNvGrpSpPr>
                <a:grpSpLocks/>
              </p:cNvGrpSpPr>
              <p:nvPr/>
            </p:nvGrpSpPr>
            <p:grpSpPr bwMode="auto">
              <a:xfrm>
                <a:off x="2878" y="2060"/>
                <a:ext cx="295" cy="1"/>
                <a:chOff x="2878" y="2060"/>
                <a:chExt cx="295" cy="1"/>
              </a:xfrm>
            </p:grpSpPr>
            <p:sp>
              <p:nvSpPr>
                <p:cNvPr id="53997" name="Line 861"/>
                <p:cNvSpPr>
                  <a:spLocks noChangeShapeType="1"/>
                </p:cNvSpPr>
                <p:nvPr/>
              </p:nvSpPr>
              <p:spPr bwMode="auto">
                <a:xfrm>
                  <a:off x="2878" y="2060"/>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998" name="Line 862"/>
                <p:cNvSpPr>
                  <a:spLocks noChangeShapeType="1"/>
                </p:cNvSpPr>
                <p:nvPr/>
              </p:nvSpPr>
              <p:spPr bwMode="auto">
                <a:xfrm>
                  <a:off x="2934" y="2060"/>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999" name="Line 863"/>
                <p:cNvSpPr>
                  <a:spLocks noChangeShapeType="1"/>
                </p:cNvSpPr>
                <p:nvPr/>
              </p:nvSpPr>
              <p:spPr bwMode="auto">
                <a:xfrm>
                  <a:off x="2990" y="2060"/>
                  <a:ext cx="23"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000" name="Line 864"/>
                <p:cNvSpPr>
                  <a:spLocks noChangeShapeType="1"/>
                </p:cNvSpPr>
                <p:nvPr/>
              </p:nvSpPr>
              <p:spPr bwMode="auto">
                <a:xfrm>
                  <a:off x="3045" y="2060"/>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001" name="Line 865"/>
                <p:cNvSpPr>
                  <a:spLocks noChangeShapeType="1"/>
                </p:cNvSpPr>
                <p:nvPr/>
              </p:nvSpPr>
              <p:spPr bwMode="auto">
                <a:xfrm>
                  <a:off x="3101" y="2060"/>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002" name="Line 866"/>
                <p:cNvSpPr>
                  <a:spLocks noChangeShapeType="1"/>
                </p:cNvSpPr>
                <p:nvPr/>
              </p:nvSpPr>
              <p:spPr bwMode="auto">
                <a:xfrm>
                  <a:off x="3157" y="2060"/>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3637" name="Group 867"/>
            <p:cNvGrpSpPr>
              <a:grpSpLocks/>
            </p:cNvGrpSpPr>
            <p:nvPr/>
          </p:nvGrpSpPr>
          <p:grpSpPr bwMode="auto">
            <a:xfrm>
              <a:off x="2886" y="2339"/>
              <a:ext cx="415" cy="56"/>
              <a:chOff x="2886" y="2339"/>
              <a:chExt cx="415" cy="56"/>
            </a:xfrm>
          </p:grpSpPr>
          <p:sp>
            <p:nvSpPr>
              <p:cNvPr id="53987" name="Freeform 868"/>
              <p:cNvSpPr>
                <a:spLocks/>
              </p:cNvSpPr>
              <p:nvPr/>
            </p:nvSpPr>
            <p:spPr bwMode="auto">
              <a:xfrm>
                <a:off x="3189" y="2339"/>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rgbClr val="808080"/>
              </a:solidFill>
              <a:ln w="9525">
                <a:solidFill>
                  <a:srgbClr val="808080"/>
                </a:solidFill>
                <a:round/>
                <a:headEnd/>
                <a:tailEnd/>
              </a:ln>
            </p:spPr>
            <p:txBody>
              <a:bodyPr/>
              <a:lstStyle/>
              <a:p>
                <a:endParaRPr lang="en-US"/>
              </a:p>
            </p:txBody>
          </p:sp>
          <p:grpSp>
            <p:nvGrpSpPr>
              <p:cNvPr id="53988" name="Group 869"/>
              <p:cNvGrpSpPr>
                <a:grpSpLocks/>
              </p:cNvGrpSpPr>
              <p:nvPr/>
            </p:nvGrpSpPr>
            <p:grpSpPr bwMode="auto">
              <a:xfrm>
                <a:off x="2886" y="2371"/>
                <a:ext cx="295" cy="1"/>
                <a:chOff x="2886" y="2371"/>
                <a:chExt cx="295" cy="1"/>
              </a:xfrm>
            </p:grpSpPr>
            <p:sp>
              <p:nvSpPr>
                <p:cNvPr id="53989" name="Line 870"/>
                <p:cNvSpPr>
                  <a:spLocks noChangeShapeType="1"/>
                </p:cNvSpPr>
                <p:nvPr/>
              </p:nvSpPr>
              <p:spPr bwMode="auto">
                <a:xfrm>
                  <a:off x="2886"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990" name="Line 871"/>
                <p:cNvSpPr>
                  <a:spLocks noChangeShapeType="1"/>
                </p:cNvSpPr>
                <p:nvPr/>
              </p:nvSpPr>
              <p:spPr bwMode="auto">
                <a:xfrm>
                  <a:off x="2942"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991" name="Line 872"/>
                <p:cNvSpPr>
                  <a:spLocks noChangeShapeType="1"/>
                </p:cNvSpPr>
                <p:nvPr/>
              </p:nvSpPr>
              <p:spPr bwMode="auto">
                <a:xfrm>
                  <a:off x="2998" y="2371"/>
                  <a:ext cx="23"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992" name="Line 873"/>
                <p:cNvSpPr>
                  <a:spLocks noChangeShapeType="1"/>
                </p:cNvSpPr>
                <p:nvPr/>
              </p:nvSpPr>
              <p:spPr bwMode="auto">
                <a:xfrm>
                  <a:off x="3053"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993" name="Line 874"/>
                <p:cNvSpPr>
                  <a:spLocks noChangeShapeType="1"/>
                </p:cNvSpPr>
                <p:nvPr/>
              </p:nvSpPr>
              <p:spPr bwMode="auto">
                <a:xfrm>
                  <a:off x="3109"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994" name="Line 875"/>
                <p:cNvSpPr>
                  <a:spLocks noChangeShapeType="1"/>
                </p:cNvSpPr>
                <p:nvPr/>
              </p:nvSpPr>
              <p:spPr bwMode="auto">
                <a:xfrm>
                  <a:off x="3165" y="2371"/>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3638" name="Group 876"/>
            <p:cNvGrpSpPr>
              <a:grpSpLocks/>
            </p:cNvGrpSpPr>
            <p:nvPr/>
          </p:nvGrpSpPr>
          <p:grpSpPr bwMode="auto">
            <a:xfrm>
              <a:off x="2878" y="2642"/>
              <a:ext cx="415" cy="56"/>
              <a:chOff x="2878" y="2642"/>
              <a:chExt cx="415" cy="56"/>
            </a:xfrm>
          </p:grpSpPr>
          <p:sp>
            <p:nvSpPr>
              <p:cNvPr id="53979" name="Freeform 877"/>
              <p:cNvSpPr>
                <a:spLocks/>
              </p:cNvSpPr>
              <p:nvPr/>
            </p:nvSpPr>
            <p:spPr bwMode="auto">
              <a:xfrm>
                <a:off x="3181" y="2642"/>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rgbClr val="808080"/>
              </a:solidFill>
              <a:ln w="9525">
                <a:solidFill>
                  <a:srgbClr val="808080"/>
                </a:solidFill>
                <a:round/>
                <a:headEnd/>
                <a:tailEnd/>
              </a:ln>
            </p:spPr>
            <p:txBody>
              <a:bodyPr/>
              <a:lstStyle/>
              <a:p>
                <a:endParaRPr lang="en-US"/>
              </a:p>
            </p:txBody>
          </p:sp>
          <p:grpSp>
            <p:nvGrpSpPr>
              <p:cNvPr id="53980" name="Group 878"/>
              <p:cNvGrpSpPr>
                <a:grpSpLocks/>
              </p:cNvGrpSpPr>
              <p:nvPr/>
            </p:nvGrpSpPr>
            <p:grpSpPr bwMode="auto">
              <a:xfrm>
                <a:off x="2878" y="2674"/>
                <a:ext cx="295" cy="1"/>
                <a:chOff x="2878" y="2674"/>
                <a:chExt cx="295" cy="1"/>
              </a:xfrm>
            </p:grpSpPr>
            <p:sp>
              <p:nvSpPr>
                <p:cNvPr id="53981" name="Line 879"/>
                <p:cNvSpPr>
                  <a:spLocks noChangeShapeType="1"/>
                </p:cNvSpPr>
                <p:nvPr/>
              </p:nvSpPr>
              <p:spPr bwMode="auto">
                <a:xfrm>
                  <a:off x="2878"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982" name="Line 880"/>
                <p:cNvSpPr>
                  <a:spLocks noChangeShapeType="1"/>
                </p:cNvSpPr>
                <p:nvPr/>
              </p:nvSpPr>
              <p:spPr bwMode="auto">
                <a:xfrm>
                  <a:off x="2934"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983" name="Line 881"/>
                <p:cNvSpPr>
                  <a:spLocks noChangeShapeType="1"/>
                </p:cNvSpPr>
                <p:nvPr/>
              </p:nvSpPr>
              <p:spPr bwMode="auto">
                <a:xfrm>
                  <a:off x="2990" y="2674"/>
                  <a:ext cx="23"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984" name="Line 882"/>
                <p:cNvSpPr>
                  <a:spLocks noChangeShapeType="1"/>
                </p:cNvSpPr>
                <p:nvPr/>
              </p:nvSpPr>
              <p:spPr bwMode="auto">
                <a:xfrm>
                  <a:off x="3045"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985" name="Line 883"/>
                <p:cNvSpPr>
                  <a:spLocks noChangeShapeType="1"/>
                </p:cNvSpPr>
                <p:nvPr/>
              </p:nvSpPr>
              <p:spPr bwMode="auto">
                <a:xfrm>
                  <a:off x="3101"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986" name="Line 884"/>
                <p:cNvSpPr>
                  <a:spLocks noChangeShapeType="1"/>
                </p:cNvSpPr>
                <p:nvPr/>
              </p:nvSpPr>
              <p:spPr bwMode="auto">
                <a:xfrm>
                  <a:off x="3157" y="2674"/>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3639" name="Group 885"/>
            <p:cNvGrpSpPr>
              <a:grpSpLocks/>
            </p:cNvGrpSpPr>
            <p:nvPr/>
          </p:nvGrpSpPr>
          <p:grpSpPr bwMode="auto">
            <a:xfrm>
              <a:off x="2878" y="2953"/>
              <a:ext cx="415" cy="56"/>
              <a:chOff x="2878" y="2953"/>
              <a:chExt cx="415" cy="56"/>
            </a:xfrm>
          </p:grpSpPr>
          <p:sp>
            <p:nvSpPr>
              <p:cNvPr id="53971" name="Freeform 886"/>
              <p:cNvSpPr>
                <a:spLocks/>
              </p:cNvSpPr>
              <p:nvPr/>
            </p:nvSpPr>
            <p:spPr bwMode="auto">
              <a:xfrm>
                <a:off x="3181"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rgbClr val="808080"/>
              </a:solidFill>
              <a:ln w="9525">
                <a:solidFill>
                  <a:srgbClr val="808080"/>
                </a:solidFill>
                <a:round/>
                <a:headEnd/>
                <a:tailEnd/>
              </a:ln>
            </p:spPr>
            <p:txBody>
              <a:bodyPr/>
              <a:lstStyle/>
              <a:p>
                <a:endParaRPr lang="en-US"/>
              </a:p>
            </p:txBody>
          </p:sp>
          <p:grpSp>
            <p:nvGrpSpPr>
              <p:cNvPr id="53972" name="Group 887"/>
              <p:cNvGrpSpPr>
                <a:grpSpLocks/>
              </p:cNvGrpSpPr>
              <p:nvPr/>
            </p:nvGrpSpPr>
            <p:grpSpPr bwMode="auto">
              <a:xfrm>
                <a:off x="2878" y="2985"/>
                <a:ext cx="295" cy="1"/>
                <a:chOff x="2878" y="2985"/>
                <a:chExt cx="295" cy="1"/>
              </a:xfrm>
            </p:grpSpPr>
            <p:sp>
              <p:nvSpPr>
                <p:cNvPr id="53973" name="Line 888"/>
                <p:cNvSpPr>
                  <a:spLocks noChangeShapeType="1"/>
                </p:cNvSpPr>
                <p:nvPr/>
              </p:nvSpPr>
              <p:spPr bwMode="auto">
                <a:xfrm>
                  <a:off x="2878"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974" name="Line 889"/>
                <p:cNvSpPr>
                  <a:spLocks noChangeShapeType="1"/>
                </p:cNvSpPr>
                <p:nvPr/>
              </p:nvSpPr>
              <p:spPr bwMode="auto">
                <a:xfrm>
                  <a:off x="2934"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975" name="Line 890"/>
                <p:cNvSpPr>
                  <a:spLocks noChangeShapeType="1"/>
                </p:cNvSpPr>
                <p:nvPr/>
              </p:nvSpPr>
              <p:spPr bwMode="auto">
                <a:xfrm>
                  <a:off x="2990" y="2985"/>
                  <a:ext cx="23"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976" name="Line 891"/>
                <p:cNvSpPr>
                  <a:spLocks noChangeShapeType="1"/>
                </p:cNvSpPr>
                <p:nvPr/>
              </p:nvSpPr>
              <p:spPr bwMode="auto">
                <a:xfrm>
                  <a:off x="3045"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977" name="Line 892"/>
                <p:cNvSpPr>
                  <a:spLocks noChangeShapeType="1"/>
                </p:cNvSpPr>
                <p:nvPr/>
              </p:nvSpPr>
              <p:spPr bwMode="auto">
                <a:xfrm>
                  <a:off x="3101"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978" name="Line 893"/>
                <p:cNvSpPr>
                  <a:spLocks noChangeShapeType="1"/>
                </p:cNvSpPr>
                <p:nvPr/>
              </p:nvSpPr>
              <p:spPr bwMode="auto">
                <a:xfrm>
                  <a:off x="3157" y="2985"/>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3640" name="Group 894"/>
            <p:cNvGrpSpPr>
              <a:grpSpLocks/>
            </p:cNvGrpSpPr>
            <p:nvPr/>
          </p:nvGrpSpPr>
          <p:grpSpPr bwMode="auto">
            <a:xfrm>
              <a:off x="2870" y="3256"/>
              <a:ext cx="415" cy="56"/>
              <a:chOff x="2870" y="3256"/>
              <a:chExt cx="415" cy="56"/>
            </a:xfrm>
          </p:grpSpPr>
          <p:sp>
            <p:nvSpPr>
              <p:cNvPr id="53963" name="Freeform 895"/>
              <p:cNvSpPr>
                <a:spLocks/>
              </p:cNvSpPr>
              <p:nvPr/>
            </p:nvSpPr>
            <p:spPr bwMode="auto">
              <a:xfrm>
                <a:off x="3173" y="3256"/>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rgbClr val="808080"/>
              </a:solidFill>
              <a:ln w="9525">
                <a:solidFill>
                  <a:srgbClr val="808080"/>
                </a:solidFill>
                <a:round/>
                <a:headEnd/>
                <a:tailEnd/>
              </a:ln>
            </p:spPr>
            <p:txBody>
              <a:bodyPr/>
              <a:lstStyle/>
              <a:p>
                <a:endParaRPr lang="en-US"/>
              </a:p>
            </p:txBody>
          </p:sp>
          <p:grpSp>
            <p:nvGrpSpPr>
              <p:cNvPr id="53964" name="Group 896"/>
              <p:cNvGrpSpPr>
                <a:grpSpLocks/>
              </p:cNvGrpSpPr>
              <p:nvPr/>
            </p:nvGrpSpPr>
            <p:grpSpPr bwMode="auto">
              <a:xfrm>
                <a:off x="2870" y="3280"/>
                <a:ext cx="295" cy="1"/>
                <a:chOff x="2870" y="3280"/>
                <a:chExt cx="295" cy="1"/>
              </a:xfrm>
            </p:grpSpPr>
            <p:sp>
              <p:nvSpPr>
                <p:cNvPr id="53965" name="Line 897"/>
                <p:cNvSpPr>
                  <a:spLocks noChangeShapeType="1"/>
                </p:cNvSpPr>
                <p:nvPr/>
              </p:nvSpPr>
              <p:spPr bwMode="auto">
                <a:xfrm>
                  <a:off x="2870" y="3280"/>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966" name="Line 898"/>
                <p:cNvSpPr>
                  <a:spLocks noChangeShapeType="1"/>
                </p:cNvSpPr>
                <p:nvPr/>
              </p:nvSpPr>
              <p:spPr bwMode="auto">
                <a:xfrm>
                  <a:off x="2926" y="3280"/>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967" name="Line 899"/>
                <p:cNvSpPr>
                  <a:spLocks noChangeShapeType="1"/>
                </p:cNvSpPr>
                <p:nvPr/>
              </p:nvSpPr>
              <p:spPr bwMode="auto">
                <a:xfrm>
                  <a:off x="2982" y="3280"/>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968" name="Line 900"/>
                <p:cNvSpPr>
                  <a:spLocks noChangeShapeType="1"/>
                </p:cNvSpPr>
                <p:nvPr/>
              </p:nvSpPr>
              <p:spPr bwMode="auto">
                <a:xfrm>
                  <a:off x="3037" y="3280"/>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969" name="Line 901"/>
                <p:cNvSpPr>
                  <a:spLocks noChangeShapeType="1"/>
                </p:cNvSpPr>
                <p:nvPr/>
              </p:nvSpPr>
              <p:spPr bwMode="auto">
                <a:xfrm>
                  <a:off x="3093" y="3280"/>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970" name="Line 902"/>
                <p:cNvSpPr>
                  <a:spLocks noChangeShapeType="1"/>
                </p:cNvSpPr>
                <p:nvPr/>
              </p:nvSpPr>
              <p:spPr bwMode="auto">
                <a:xfrm>
                  <a:off x="3149" y="3280"/>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3641" name="Group 903"/>
            <p:cNvGrpSpPr>
              <a:grpSpLocks/>
            </p:cNvGrpSpPr>
            <p:nvPr/>
          </p:nvGrpSpPr>
          <p:grpSpPr bwMode="auto">
            <a:xfrm>
              <a:off x="2870" y="3567"/>
              <a:ext cx="415" cy="56"/>
              <a:chOff x="2870" y="3567"/>
              <a:chExt cx="415" cy="56"/>
            </a:xfrm>
          </p:grpSpPr>
          <p:sp>
            <p:nvSpPr>
              <p:cNvPr id="53955" name="Freeform 904"/>
              <p:cNvSpPr>
                <a:spLocks/>
              </p:cNvSpPr>
              <p:nvPr/>
            </p:nvSpPr>
            <p:spPr bwMode="auto">
              <a:xfrm>
                <a:off x="3173"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rgbClr val="808080"/>
              </a:solidFill>
              <a:ln w="9525">
                <a:solidFill>
                  <a:srgbClr val="808080"/>
                </a:solidFill>
                <a:round/>
                <a:headEnd/>
                <a:tailEnd/>
              </a:ln>
            </p:spPr>
            <p:txBody>
              <a:bodyPr/>
              <a:lstStyle/>
              <a:p>
                <a:endParaRPr lang="en-US"/>
              </a:p>
            </p:txBody>
          </p:sp>
          <p:grpSp>
            <p:nvGrpSpPr>
              <p:cNvPr id="53956" name="Group 905"/>
              <p:cNvGrpSpPr>
                <a:grpSpLocks/>
              </p:cNvGrpSpPr>
              <p:nvPr/>
            </p:nvGrpSpPr>
            <p:grpSpPr bwMode="auto">
              <a:xfrm>
                <a:off x="2870" y="3591"/>
                <a:ext cx="295" cy="1"/>
                <a:chOff x="2870" y="3591"/>
                <a:chExt cx="295" cy="1"/>
              </a:xfrm>
            </p:grpSpPr>
            <p:sp>
              <p:nvSpPr>
                <p:cNvPr id="53957" name="Line 906"/>
                <p:cNvSpPr>
                  <a:spLocks noChangeShapeType="1"/>
                </p:cNvSpPr>
                <p:nvPr/>
              </p:nvSpPr>
              <p:spPr bwMode="auto">
                <a:xfrm>
                  <a:off x="2870"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958" name="Line 907"/>
                <p:cNvSpPr>
                  <a:spLocks noChangeShapeType="1"/>
                </p:cNvSpPr>
                <p:nvPr/>
              </p:nvSpPr>
              <p:spPr bwMode="auto">
                <a:xfrm>
                  <a:off x="2926"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959" name="Line 908"/>
                <p:cNvSpPr>
                  <a:spLocks noChangeShapeType="1"/>
                </p:cNvSpPr>
                <p:nvPr/>
              </p:nvSpPr>
              <p:spPr bwMode="auto">
                <a:xfrm>
                  <a:off x="2982"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960" name="Line 909"/>
                <p:cNvSpPr>
                  <a:spLocks noChangeShapeType="1"/>
                </p:cNvSpPr>
                <p:nvPr/>
              </p:nvSpPr>
              <p:spPr bwMode="auto">
                <a:xfrm>
                  <a:off x="3037"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961" name="Line 910"/>
                <p:cNvSpPr>
                  <a:spLocks noChangeShapeType="1"/>
                </p:cNvSpPr>
                <p:nvPr/>
              </p:nvSpPr>
              <p:spPr bwMode="auto">
                <a:xfrm>
                  <a:off x="3093"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962" name="Line 911"/>
                <p:cNvSpPr>
                  <a:spLocks noChangeShapeType="1"/>
                </p:cNvSpPr>
                <p:nvPr/>
              </p:nvSpPr>
              <p:spPr bwMode="auto">
                <a:xfrm>
                  <a:off x="3149" y="3591"/>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3642" name="Group 912"/>
            <p:cNvGrpSpPr>
              <a:grpSpLocks/>
            </p:cNvGrpSpPr>
            <p:nvPr/>
          </p:nvGrpSpPr>
          <p:grpSpPr bwMode="auto">
            <a:xfrm>
              <a:off x="2399" y="1765"/>
              <a:ext cx="1357" cy="1196"/>
              <a:chOff x="2399" y="1765"/>
              <a:chExt cx="1357" cy="1196"/>
            </a:xfrm>
          </p:grpSpPr>
          <p:sp>
            <p:nvSpPr>
              <p:cNvPr id="53953" name="Freeform 913"/>
              <p:cNvSpPr>
                <a:spLocks/>
              </p:cNvSpPr>
              <p:nvPr/>
            </p:nvSpPr>
            <p:spPr bwMode="auto">
              <a:xfrm>
                <a:off x="3636" y="2850"/>
                <a:ext cx="120" cy="111"/>
              </a:xfrm>
              <a:custGeom>
                <a:avLst/>
                <a:gdLst>
                  <a:gd name="T0" fmla="*/ 120 w 120"/>
                  <a:gd name="T1" fmla="*/ 111 h 111"/>
                  <a:gd name="T2" fmla="*/ 0 w 120"/>
                  <a:gd name="T3" fmla="*/ 47 h 111"/>
                  <a:gd name="T4" fmla="*/ 16 w 120"/>
                  <a:gd name="T5" fmla="*/ 23 h 111"/>
                  <a:gd name="T6" fmla="*/ 40 w 120"/>
                  <a:gd name="T7" fmla="*/ 0 h 111"/>
                  <a:gd name="T8" fmla="*/ 120 w 120"/>
                  <a:gd name="T9" fmla="*/ 111 h 1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 h="111">
                    <a:moveTo>
                      <a:pt x="120" y="111"/>
                    </a:moveTo>
                    <a:lnTo>
                      <a:pt x="0" y="47"/>
                    </a:lnTo>
                    <a:lnTo>
                      <a:pt x="16" y="23"/>
                    </a:lnTo>
                    <a:lnTo>
                      <a:pt x="40" y="0"/>
                    </a:lnTo>
                    <a:lnTo>
                      <a:pt x="120" y="111"/>
                    </a:lnTo>
                    <a:close/>
                  </a:path>
                </a:pathLst>
              </a:custGeom>
              <a:solidFill>
                <a:srgbClr val="808080"/>
              </a:solidFill>
              <a:ln w="9525">
                <a:solidFill>
                  <a:srgbClr val="808080"/>
                </a:solidFill>
                <a:round/>
                <a:headEnd/>
                <a:tailEnd/>
              </a:ln>
            </p:spPr>
            <p:txBody>
              <a:bodyPr/>
              <a:lstStyle/>
              <a:p>
                <a:endParaRPr lang="en-US"/>
              </a:p>
            </p:txBody>
          </p:sp>
          <p:sp>
            <p:nvSpPr>
              <p:cNvPr id="53954" name="Line 914"/>
              <p:cNvSpPr>
                <a:spLocks noChangeShapeType="1"/>
              </p:cNvSpPr>
              <p:nvPr/>
            </p:nvSpPr>
            <p:spPr bwMode="auto">
              <a:xfrm>
                <a:off x="2399" y="1765"/>
                <a:ext cx="1261" cy="1114"/>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3643" name="Group 915"/>
            <p:cNvGrpSpPr>
              <a:grpSpLocks/>
            </p:cNvGrpSpPr>
            <p:nvPr/>
          </p:nvGrpSpPr>
          <p:grpSpPr bwMode="auto">
            <a:xfrm>
              <a:off x="2862" y="1765"/>
              <a:ext cx="1349" cy="1204"/>
              <a:chOff x="2862" y="1765"/>
              <a:chExt cx="1349" cy="1204"/>
            </a:xfrm>
          </p:grpSpPr>
          <p:sp>
            <p:nvSpPr>
              <p:cNvPr id="53951" name="Freeform 916"/>
              <p:cNvSpPr>
                <a:spLocks/>
              </p:cNvSpPr>
              <p:nvPr/>
            </p:nvSpPr>
            <p:spPr bwMode="auto">
              <a:xfrm>
                <a:off x="4091" y="2850"/>
                <a:ext cx="120" cy="119"/>
              </a:xfrm>
              <a:custGeom>
                <a:avLst/>
                <a:gdLst>
                  <a:gd name="T0" fmla="*/ 120 w 120"/>
                  <a:gd name="T1" fmla="*/ 119 h 119"/>
                  <a:gd name="T2" fmla="*/ 0 w 120"/>
                  <a:gd name="T3" fmla="*/ 55 h 119"/>
                  <a:gd name="T4" fmla="*/ 24 w 120"/>
                  <a:gd name="T5" fmla="*/ 23 h 119"/>
                  <a:gd name="T6" fmla="*/ 48 w 120"/>
                  <a:gd name="T7" fmla="*/ 0 h 119"/>
                  <a:gd name="T8" fmla="*/ 120 w 120"/>
                  <a:gd name="T9" fmla="*/ 119 h 1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 h="119">
                    <a:moveTo>
                      <a:pt x="120" y="119"/>
                    </a:moveTo>
                    <a:lnTo>
                      <a:pt x="0" y="55"/>
                    </a:lnTo>
                    <a:lnTo>
                      <a:pt x="24" y="23"/>
                    </a:lnTo>
                    <a:lnTo>
                      <a:pt x="48" y="0"/>
                    </a:lnTo>
                    <a:lnTo>
                      <a:pt x="120" y="119"/>
                    </a:lnTo>
                    <a:close/>
                  </a:path>
                </a:pathLst>
              </a:custGeom>
              <a:solidFill>
                <a:srgbClr val="808080"/>
              </a:solidFill>
              <a:ln w="9525">
                <a:solidFill>
                  <a:srgbClr val="808080"/>
                </a:solidFill>
                <a:round/>
                <a:headEnd/>
                <a:tailEnd/>
              </a:ln>
            </p:spPr>
            <p:txBody>
              <a:bodyPr/>
              <a:lstStyle/>
              <a:p>
                <a:endParaRPr lang="en-US"/>
              </a:p>
            </p:txBody>
          </p:sp>
          <p:sp>
            <p:nvSpPr>
              <p:cNvPr id="53952" name="Line 917"/>
              <p:cNvSpPr>
                <a:spLocks noChangeShapeType="1"/>
              </p:cNvSpPr>
              <p:nvPr/>
            </p:nvSpPr>
            <p:spPr bwMode="auto">
              <a:xfrm>
                <a:off x="2862" y="1765"/>
                <a:ext cx="1261" cy="1114"/>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3644" name="Group 918"/>
            <p:cNvGrpSpPr>
              <a:grpSpLocks/>
            </p:cNvGrpSpPr>
            <p:nvPr/>
          </p:nvGrpSpPr>
          <p:grpSpPr bwMode="auto">
            <a:xfrm>
              <a:off x="2870" y="2990"/>
              <a:ext cx="886" cy="290"/>
              <a:chOff x="2870" y="2990"/>
              <a:chExt cx="886" cy="290"/>
            </a:xfrm>
          </p:grpSpPr>
          <p:sp>
            <p:nvSpPr>
              <p:cNvPr id="53949" name="Freeform 919"/>
              <p:cNvSpPr>
                <a:spLocks/>
              </p:cNvSpPr>
              <p:nvPr/>
            </p:nvSpPr>
            <p:spPr bwMode="auto">
              <a:xfrm>
                <a:off x="3612" y="3208"/>
                <a:ext cx="144" cy="72"/>
              </a:xfrm>
              <a:custGeom>
                <a:avLst/>
                <a:gdLst>
                  <a:gd name="T0" fmla="*/ 144 w 144"/>
                  <a:gd name="T1" fmla="*/ 72 h 72"/>
                  <a:gd name="T2" fmla="*/ 0 w 144"/>
                  <a:gd name="T3" fmla="*/ 64 h 72"/>
                  <a:gd name="T4" fmla="*/ 16 w 144"/>
                  <a:gd name="T5" fmla="*/ 32 h 72"/>
                  <a:gd name="T6" fmla="*/ 24 w 144"/>
                  <a:gd name="T7" fmla="*/ 0 h 72"/>
                  <a:gd name="T8" fmla="*/ 144 w 144"/>
                  <a:gd name="T9" fmla="*/ 72 h 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4" h="72">
                    <a:moveTo>
                      <a:pt x="144" y="72"/>
                    </a:moveTo>
                    <a:lnTo>
                      <a:pt x="0" y="64"/>
                    </a:lnTo>
                    <a:lnTo>
                      <a:pt x="16" y="32"/>
                    </a:lnTo>
                    <a:lnTo>
                      <a:pt x="24" y="0"/>
                    </a:lnTo>
                    <a:lnTo>
                      <a:pt x="144" y="72"/>
                    </a:lnTo>
                    <a:close/>
                  </a:path>
                </a:pathLst>
              </a:custGeom>
              <a:solidFill>
                <a:srgbClr val="808080"/>
              </a:solidFill>
              <a:ln w="9525">
                <a:solidFill>
                  <a:srgbClr val="808080"/>
                </a:solidFill>
                <a:round/>
                <a:headEnd/>
                <a:tailEnd/>
              </a:ln>
            </p:spPr>
            <p:txBody>
              <a:bodyPr/>
              <a:lstStyle/>
              <a:p>
                <a:endParaRPr lang="en-US"/>
              </a:p>
            </p:txBody>
          </p:sp>
          <p:sp>
            <p:nvSpPr>
              <p:cNvPr id="53950" name="Line 920"/>
              <p:cNvSpPr>
                <a:spLocks noChangeShapeType="1"/>
              </p:cNvSpPr>
              <p:nvPr/>
            </p:nvSpPr>
            <p:spPr bwMode="auto">
              <a:xfrm>
                <a:off x="2870" y="2990"/>
                <a:ext cx="766" cy="252"/>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3645" name="Group 921"/>
            <p:cNvGrpSpPr>
              <a:grpSpLocks/>
            </p:cNvGrpSpPr>
            <p:nvPr/>
          </p:nvGrpSpPr>
          <p:grpSpPr bwMode="auto">
            <a:xfrm>
              <a:off x="2393" y="2993"/>
              <a:ext cx="437" cy="598"/>
              <a:chOff x="2393" y="2993"/>
              <a:chExt cx="437" cy="598"/>
            </a:xfrm>
          </p:grpSpPr>
          <p:sp>
            <p:nvSpPr>
              <p:cNvPr id="53947" name="Freeform 922"/>
              <p:cNvSpPr>
                <a:spLocks/>
              </p:cNvSpPr>
              <p:nvPr/>
            </p:nvSpPr>
            <p:spPr bwMode="auto">
              <a:xfrm>
                <a:off x="2726" y="2993"/>
                <a:ext cx="104" cy="128"/>
              </a:xfrm>
              <a:custGeom>
                <a:avLst/>
                <a:gdLst>
                  <a:gd name="T0" fmla="*/ 104 w 104"/>
                  <a:gd name="T1" fmla="*/ 0 h 128"/>
                  <a:gd name="T2" fmla="*/ 56 w 104"/>
                  <a:gd name="T3" fmla="*/ 128 h 128"/>
                  <a:gd name="T4" fmla="*/ 24 w 104"/>
                  <a:gd name="T5" fmla="*/ 112 h 128"/>
                  <a:gd name="T6" fmla="*/ 0 w 104"/>
                  <a:gd name="T7" fmla="*/ 88 h 128"/>
                  <a:gd name="T8" fmla="*/ 104 w 104"/>
                  <a:gd name="T9" fmla="*/ 0 h 1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4" h="128">
                    <a:moveTo>
                      <a:pt x="104" y="0"/>
                    </a:moveTo>
                    <a:lnTo>
                      <a:pt x="56" y="128"/>
                    </a:lnTo>
                    <a:lnTo>
                      <a:pt x="24" y="112"/>
                    </a:lnTo>
                    <a:lnTo>
                      <a:pt x="0" y="88"/>
                    </a:lnTo>
                    <a:lnTo>
                      <a:pt x="104" y="0"/>
                    </a:lnTo>
                    <a:close/>
                  </a:path>
                </a:pathLst>
              </a:custGeom>
              <a:solidFill>
                <a:srgbClr val="808080"/>
              </a:solidFill>
              <a:ln w="9525">
                <a:solidFill>
                  <a:srgbClr val="808080"/>
                </a:solidFill>
                <a:round/>
                <a:headEnd/>
                <a:tailEnd/>
              </a:ln>
            </p:spPr>
            <p:txBody>
              <a:bodyPr/>
              <a:lstStyle/>
              <a:p>
                <a:endParaRPr lang="en-US"/>
              </a:p>
            </p:txBody>
          </p:sp>
          <p:sp>
            <p:nvSpPr>
              <p:cNvPr id="53948" name="Line 923"/>
              <p:cNvSpPr>
                <a:spLocks noChangeShapeType="1"/>
              </p:cNvSpPr>
              <p:nvPr/>
            </p:nvSpPr>
            <p:spPr bwMode="auto">
              <a:xfrm flipV="1">
                <a:off x="2393" y="3097"/>
                <a:ext cx="362" cy="494"/>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3646" name="Group 924"/>
            <p:cNvGrpSpPr>
              <a:grpSpLocks/>
            </p:cNvGrpSpPr>
            <p:nvPr/>
          </p:nvGrpSpPr>
          <p:grpSpPr bwMode="auto">
            <a:xfrm>
              <a:off x="2854" y="2690"/>
              <a:ext cx="902" cy="596"/>
              <a:chOff x="2854" y="2690"/>
              <a:chExt cx="902" cy="596"/>
            </a:xfrm>
          </p:grpSpPr>
          <p:sp>
            <p:nvSpPr>
              <p:cNvPr id="53945" name="Freeform 925"/>
              <p:cNvSpPr>
                <a:spLocks/>
              </p:cNvSpPr>
              <p:nvPr/>
            </p:nvSpPr>
            <p:spPr bwMode="auto">
              <a:xfrm>
                <a:off x="3620" y="2690"/>
                <a:ext cx="136" cy="104"/>
              </a:xfrm>
              <a:custGeom>
                <a:avLst/>
                <a:gdLst>
                  <a:gd name="T0" fmla="*/ 136 w 136"/>
                  <a:gd name="T1" fmla="*/ 0 h 104"/>
                  <a:gd name="T2" fmla="*/ 40 w 136"/>
                  <a:gd name="T3" fmla="*/ 104 h 104"/>
                  <a:gd name="T4" fmla="*/ 24 w 136"/>
                  <a:gd name="T5" fmla="*/ 80 h 104"/>
                  <a:gd name="T6" fmla="*/ 0 w 136"/>
                  <a:gd name="T7" fmla="*/ 48 h 104"/>
                  <a:gd name="T8" fmla="*/ 136 w 136"/>
                  <a:gd name="T9" fmla="*/ 0 h 10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 h="104">
                    <a:moveTo>
                      <a:pt x="136" y="0"/>
                    </a:moveTo>
                    <a:lnTo>
                      <a:pt x="40" y="104"/>
                    </a:lnTo>
                    <a:lnTo>
                      <a:pt x="24" y="80"/>
                    </a:lnTo>
                    <a:lnTo>
                      <a:pt x="0" y="48"/>
                    </a:lnTo>
                    <a:lnTo>
                      <a:pt x="136" y="0"/>
                    </a:lnTo>
                    <a:close/>
                  </a:path>
                </a:pathLst>
              </a:custGeom>
              <a:solidFill>
                <a:srgbClr val="808080"/>
              </a:solidFill>
              <a:ln w="9525">
                <a:solidFill>
                  <a:srgbClr val="808080"/>
                </a:solidFill>
                <a:round/>
                <a:headEnd/>
                <a:tailEnd/>
              </a:ln>
            </p:spPr>
            <p:txBody>
              <a:bodyPr/>
              <a:lstStyle/>
              <a:p>
                <a:endParaRPr lang="en-US"/>
              </a:p>
            </p:txBody>
          </p:sp>
          <p:sp>
            <p:nvSpPr>
              <p:cNvPr id="53946" name="Line 926"/>
              <p:cNvSpPr>
                <a:spLocks noChangeShapeType="1"/>
              </p:cNvSpPr>
              <p:nvPr/>
            </p:nvSpPr>
            <p:spPr bwMode="auto">
              <a:xfrm flipV="1">
                <a:off x="2854" y="2766"/>
                <a:ext cx="798" cy="520"/>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3647" name="Group 927"/>
            <p:cNvGrpSpPr>
              <a:grpSpLocks/>
            </p:cNvGrpSpPr>
            <p:nvPr/>
          </p:nvGrpSpPr>
          <p:grpSpPr bwMode="auto">
            <a:xfrm>
              <a:off x="2862" y="1781"/>
              <a:ext cx="1349" cy="1188"/>
              <a:chOff x="2862" y="1781"/>
              <a:chExt cx="1349" cy="1188"/>
            </a:xfrm>
          </p:grpSpPr>
          <p:sp>
            <p:nvSpPr>
              <p:cNvPr id="53943" name="Freeform 928"/>
              <p:cNvSpPr>
                <a:spLocks/>
              </p:cNvSpPr>
              <p:nvPr/>
            </p:nvSpPr>
            <p:spPr bwMode="auto">
              <a:xfrm>
                <a:off x="4091" y="1781"/>
                <a:ext cx="120" cy="111"/>
              </a:xfrm>
              <a:custGeom>
                <a:avLst/>
                <a:gdLst>
                  <a:gd name="T0" fmla="*/ 120 w 120"/>
                  <a:gd name="T1" fmla="*/ 0 h 111"/>
                  <a:gd name="T2" fmla="*/ 40 w 120"/>
                  <a:gd name="T3" fmla="*/ 111 h 111"/>
                  <a:gd name="T4" fmla="*/ 16 w 120"/>
                  <a:gd name="T5" fmla="*/ 87 h 111"/>
                  <a:gd name="T6" fmla="*/ 0 w 120"/>
                  <a:gd name="T7" fmla="*/ 64 h 111"/>
                  <a:gd name="T8" fmla="*/ 120 w 120"/>
                  <a:gd name="T9" fmla="*/ 0 h 1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 h="111">
                    <a:moveTo>
                      <a:pt x="120" y="0"/>
                    </a:moveTo>
                    <a:lnTo>
                      <a:pt x="40" y="111"/>
                    </a:lnTo>
                    <a:lnTo>
                      <a:pt x="16" y="87"/>
                    </a:lnTo>
                    <a:lnTo>
                      <a:pt x="0" y="64"/>
                    </a:lnTo>
                    <a:lnTo>
                      <a:pt x="120" y="0"/>
                    </a:lnTo>
                    <a:close/>
                  </a:path>
                </a:pathLst>
              </a:custGeom>
              <a:solidFill>
                <a:srgbClr val="808080"/>
              </a:solidFill>
              <a:ln w="9525">
                <a:solidFill>
                  <a:srgbClr val="808080"/>
                </a:solidFill>
                <a:round/>
                <a:headEnd/>
                <a:tailEnd/>
              </a:ln>
            </p:spPr>
            <p:txBody>
              <a:bodyPr/>
              <a:lstStyle/>
              <a:p>
                <a:endParaRPr lang="en-US"/>
              </a:p>
            </p:txBody>
          </p:sp>
          <p:sp>
            <p:nvSpPr>
              <p:cNvPr id="53944" name="Line 929"/>
              <p:cNvSpPr>
                <a:spLocks noChangeShapeType="1"/>
              </p:cNvSpPr>
              <p:nvPr/>
            </p:nvSpPr>
            <p:spPr bwMode="auto">
              <a:xfrm flipV="1">
                <a:off x="2862" y="1863"/>
                <a:ext cx="1253" cy="1106"/>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3648" name="Group 930"/>
            <p:cNvGrpSpPr>
              <a:grpSpLocks/>
            </p:cNvGrpSpPr>
            <p:nvPr/>
          </p:nvGrpSpPr>
          <p:grpSpPr bwMode="auto">
            <a:xfrm>
              <a:off x="1944" y="2687"/>
              <a:ext cx="886" cy="282"/>
              <a:chOff x="1944" y="2687"/>
              <a:chExt cx="886" cy="282"/>
            </a:xfrm>
          </p:grpSpPr>
          <p:sp>
            <p:nvSpPr>
              <p:cNvPr id="53941" name="Freeform 931"/>
              <p:cNvSpPr>
                <a:spLocks/>
              </p:cNvSpPr>
              <p:nvPr/>
            </p:nvSpPr>
            <p:spPr bwMode="auto">
              <a:xfrm>
                <a:off x="2694" y="2897"/>
                <a:ext cx="136" cy="72"/>
              </a:xfrm>
              <a:custGeom>
                <a:avLst/>
                <a:gdLst>
                  <a:gd name="T0" fmla="*/ 136 w 136"/>
                  <a:gd name="T1" fmla="*/ 72 h 72"/>
                  <a:gd name="T2" fmla="*/ 0 w 136"/>
                  <a:gd name="T3" fmla="*/ 64 h 72"/>
                  <a:gd name="T4" fmla="*/ 8 w 136"/>
                  <a:gd name="T5" fmla="*/ 32 h 72"/>
                  <a:gd name="T6" fmla="*/ 24 w 136"/>
                  <a:gd name="T7" fmla="*/ 0 h 72"/>
                  <a:gd name="T8" fmla="*/ 136 w 136"/>
                  <a:gd name="T9" fmla="*/ 72 h 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 h="72">
                    <a:moveTo>
                      <a:pt x="136" y="72"/>
                    </a:moveTo>
                    <a:lnTo>
                      <a:pt x="0" y="64"/>
                    </a:lnTo>
                    <a:lnTo>
                      <a:pt x="8" y="32"/>
                    </a:lnTo>
                    <a:lnTo>
                      <a:pt x="24" y="0"/>
                    </a:lnTo>
                    <a:lnTo>
                      <a:pt x="136" y="72"/>
                    </a:lnTo>
                    <a:close/>
                  </a:path>
                </a:pathLst>
              </a:custGeom>
              <a:solidFill>
                <a:srgbClr val="808080"/>
              </a:solidFill>
              <a:ln w="9525">
                <a:solidFill>
                  <a:srgbClr val="808080"/>
                </a:solidFill>
                <a:round/>
                <a:headEnd/>
                <a:tailEnd/>
              </a:ln>
            </p:spPr>
            <p:txBody>
              <a:bodyPr/>
              <a:lstStyle/>
              <a:p>
                <a:endParaRPr lang="en-US"/>
              </a:p>
            </p:txBody>
          </p:sp>
          <p:sp>
            <p:nvSpPr>
              <p:cNvPr id="53942" name="Line 932"/>
              <p:cNvSpPr>
                <a:spLocks noChangeShapeType="1"/>
              </p:cNvSpPr>
              <p:nvPr/>
            </p:nvSpPr>
            <p:spPr bwMode="auto">
              <a:xfrm>
                <a:off x="1944" y="2687"/>
                <a:ext cx="766" cy="244"/>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3649" name="Group 933"/>
            <p:cNvGrpSpPr>
              <a:grpSpLocks/>
            </p:cNvGrpSpPr>
            <p:nvPr/>
          </p:nvGrpSpPr>
          <p:grpSpPr bwMode="auto">
            <a:xfrm>
              <a:off x="1944" y="2395"/>
              <a:ext cx="1357" cy="1196"/>
              <a:chOff x="1944" y="2395"/>
              <a:chExt cx="1357" cy="1196"/>
            </a:xfrm>
          </p:grpSpPr>
          <p:sp>
            <p:nvSpPr>
              <p:cNvPr id="53939" name="Freeform 934"/>
              <p:cNvSpPr>
                <a:spLocks/>
              </p:cNvSpPr>
              <p:nvPr/>
            </p:nvSpPr>
            <p:spPr bwMode="auto">
              <a:xfrm>
                <a:off x="3173" y="2395"/>
                <a:ext cx="128" cy="112"/>
              </a:xfrm>
              <a:custGeom>
                <a:avLst/>
                <a:gdLst>
                  <a:gd name="T0" fmla="*/ 128 w 128"/>
                  <a:gd name="T1" fmla="*/ 0 h 112"/>
                  <a:gd name="T2" fmla="*/ 48 w 128"/>
                  <a:gd name="T3" fmla="*/ 112 h 112"/>
                  <a:gd name="T4" fmla="*/ 24 w 128"/>
                  <a:gd name="T5" fmla="*/ 88 h 112"/>
                  <a:gd name="T6" fmla="*/ 0 w 128"/>
                  <a:gd name="T7" fmla="*/ 64 h 112"/>
                  <a:gd name="T8" fmla="*/ 128 w 128"/>
                  <a:gd name="T9" fmla="*/ 0 h 1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8" h="112">
                    <a:moveTo>
                      <a:pt x="128" y="0"/>
                    </a:moveTo>
                    <a:lnTo>
                      <a:pt x="48" y="112"/>
                    </a:lnTo>
                    <a:lnTo>
                      <a:pt x="24" y="88"/>
                    </a:lnTo>
                    <a:lnTo>
                      <a:pt x="0" y="64"/>
                    </a:lnTo>
                    <a:lnTo>
                      <a:pt x="128" y="0"/>
                    </a:lnTo>
                    <a:close/>
                  </a:path>
                </a:pathLst>
              </a:custGeom>
              <a:solidFill>
                <a:srgbClr val="808080"/>
              </a:solidFill>
              <a:ln w="9525">
                <a:solidFill>
                  <a:srgbClr val="808080"/>
                </a:solidFill>
                <a:round/>
                <a:headEnd/>
                <a:tailEnd/>
              </a:ln>
            </p:spPr>
            <p:txBody>
              <a:bodyPr/>
              <a:lstStyle/>
              <a:p>
                <a:endParaRPr lang="en-US"/>
              </a:p>
            </p:txBody>
          </p:sp>
          <p:sp>
            <p:nvSpPr>
              <p:cNvPr id="53940" name="Line 935"/>
              <p:cNvSpPr>
                <a:spLocks noChangeShapeType="1"/>
              </p:cNvSpPr>
              <p:nvPr/>
            </p:nvSpPr>
            <p:spPr bwMode="auto">
              <a:xfrm flipV="1">
                <a:off x="1944" y="2477"/>
                <a:ext cx="1261" cy="1114"/>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3650" name="Group 936"/>
            <p:cNvGrpSpPr>
              <a:grpSpLocks/>
            </p:cNvGrpSpPr>
            <p:nvPr/>
          </p:nvGrpSpPr>
          <p:grpSpPr bwMode="auto">
            <a:xfrm>
              <a:off x="3317" y="3293"/>
              <a:ext cx="886" cy="282"/>
              <a:chOff x="3317" y="3293"/>
              <a:chExt cx="886" cy="282"/>
            </a:xfrm>
          </p:grpSpPr>
          <p:sp>
            <p:nvSpPr>
              <p:cNvPr id="53937" name="Freeform 937"/>
              <p:cNvSpPr>
                <a:spLocks/>
              </p:cNvSpPr>
              <p:nvPr/>
            </p:nvSpPr>
            <p:spPr bwMode="auto">
              <a:xfrm>
                <a:off x="4067" y="3504"/>
                <a:ext cx="136" cy="71"/>
              </a:xfrm>
              <a:custGeom>
                <a:avLst/>
                <a:gdLst>
                  <a:gd name="T0" fmla="*/ 136 w 136"/>
                  <a:gd name="T1" fmla="*/ 71 h 71"/>
                  <a:gd name="T2" fmla="*/ 0 w 136"/>
                  <a:gd name="T3" fmla="*/ 63 h 71"/>
                  <a:gd name="T4" fmla="*/ 8 w 136"/>
                  <a:gd name="T5" fmla="*/ 32 h 71"/>
                  <a:gd name="T6" fmla="*/ 16 w 136"/>
                  <a:gd name="T7" fmla="*/ 0 h 71"/>
                  <a:gd name="T8" fmla="*/ 136 w 136"/>
                  <a:gd name="T9" fmla="*/ 71 h 7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 h="71">
                    <a:moveTo>
                      <a:pt x="136" y="71"/>
                    </a:moveTo>
                    <a:lnTo>
                      <a:pt x="0" y="63"/>
                    </a:lnTo>
                    <a:lnTo>
                      <a:pt x="8" y="32"/>
                    </a:lnTo>
                    <a:lnTo>
                      <a:pt x="16" y="0"/>
                    </a:lnTo>
                    <a:lnTo>
                      <a:pt x="136" y="71"/>
                    </a:lnTo>
                    <a:close/>
                  </a:path>
                </a:pathLst>
              </a:custGeom>
              <a:solidFill>
                <a:srgbClr val="808080"/>
              </a:solidFill>
              <a:ln w="9525">
                <a:solidFill>
                  <a:srgbClr val="808080"/>
                </a:solidFill>
                <a:round/>
                <a:headEnd/>
                <a:tailEnd/>
              </a:ln>
            </p:spPr>
            <p:txBody>
              <a:bodyPr/>
              <a:lstStyle/>
              <a:p>
                <a:endParaRPr lang="en-US"/>
              </a:p>
            </p:txBody>
          </p:sp>
          <p:sp>
            <p:nvSpPr>
              <p:cNvPr id="53938" name="Line 938"/>
              <p:cNvSpPr>
                <a:spLocks noChangeShapeType="1"/>
              </p:cNvSpPr>
              <p:nvPr/>
            </p:nvSpPr>
            <p:spPr bwMode="auto">
              <a:xfrm>
                <a:off x="3317" y="3293"/>
                <a:ext cx="766" cy="244"/>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3651" name="Group 939"/>
            <p:cNvGrpSpPr>
              <a:grpSpLocks/>
            </p:cNvGrpSpPr>
            <p:nvPr/>
          </p:nvGrpSpPr>
          <p:grpSpPr bwMode="auto">
            <a:xfrm>
              <a:off x="3317" y="2682"/>
              <a:ext cx="1349" cy="619"/>
              <a:chOff x="3317" y="2682"/>
              <a:chExt cx="1349" cy="619"/>
            </a:xfrm>
          </p:grpSpPr>
          <p:sp>
            <p:nvSpPr>
              <p:cNvPr id="53935" name="Freeform 940"/>
              <p:cNvSpPr>
                <a:spLocks/>
              </p:cNvSpPr>
              <p:nvPr/>
            </p:nvSpPr>
            <p:spPr bwMode="auto">
              <a:xfrm>
                <a:off x="4530" y="2682"/>
                <a:ext cx="136" cy="88"/>
              </a:xfrm>
              <a:custGeom>
                <a:avLst/>
                <a:gdLst>
                  <a:gd name="T0" fmla="*/ 136 w 136"/>
                  <a:gd name="T1" fmla="*/ 0 h 88"/>
                  <a:gd name="T2" fmla="*/ 32 w 136"/>
                  <a:gd name="T3" fmla="*/ 88 h 88"/>
                  <a:gd name="T4" fmla="*/ 16 w 136"/>
                  <a:gd name="T5" fmla="*/ 56 h 88"/>
                  <a:gd name="T6" fmla="*/ 0 w 136"/>
                  <a:gd name="T7" fmla="*/ 32 h 88"/>
                  <a:gd name="T8" fmla="*/ 136 w 136"/>
                  <a:gd name="T9" fmla="*/ 0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 h="88">
                    <a:moveTo>
                      <a:pt x="136" y="0"/>
                    </a:moveTo>
                    <a:lnTo>
                      <a:pt x="32" y="88"/>
                    </a:lnTo>
                    <a:lnTo>
                      <a:pt x="16" y="56"/>
                    </a:lnTo>
                    <a:lnTo>
                      <a:pt x="0" y="32"/>
                    </a:lnTo>
                    <a:lnTo>
                      <a:pt x="136" y="0"/>
                    </a:lnTo>
                    <a:close/>
                  </a:path>
                </a:pathLst>
              </a:custGeom>
              <a:solidFill>
                <a:srgbClr val="808080"/>
              </a:solidFill>
              <a:ln w="9525">
                <a:solidFill>
                  <a:srgbClr val="808080"/>
                </a:solidFill>
                <a:round/>
                <a:headEnd/>
                <a:tailEnd/>
              </a:ln>
            </p:spPr>
            <p:txBody>
              <a:bodyPr/>
              <a:lstStyle/>
              <a:p>
                <a:endParaRPr lang="en-US"/>
              </a:p>
            </p:txBody>
          </p:sp>
          <p:sp>
            <p:nvSpPr>
              <p:cNvPr id="53936" name="Line 941"/>
              <p:cNvSpPr>
                <a:spLocks noChangeShapeType="1"/>
              </p:cNvSpPr>
              <p:nvPr/>
            </p:nvSpPr>
            <p:spPr bwMode="auto">
              <a:xfrm flipV="1">
                <a:off x="3317" y="2736"/>
                <a:ext cx="1237" cy="565"/>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3652" name="Group 942"/>
            <p:cNvGrpSpPr>
              <a:grpSpLocks/>
            </p:cNvGrpSpPr>
            <p:nvPr/>
          </p:nvGrpSpPr>
          <p:grpSpPr bwMode="auto">
            <a:xfrm>
              <a:off x="3317" y="2387"/>
              <a:ext cx="886" cy="282"/>
              <a:chOff x="3317" y="2387"/>
              <a:chExt cx="886" cy="282"/>
            </a:xfrm>
          </p:grpSpPr>
          <p:sp>
            <p:nvSpPr>
              <p:cNvPr id="53933" name="Freeform 943"/>
              <p:cNvSpPr>
                <a:spLocks/>
              </p:cNvSpPr>
              <p:nvPr/>
            </p:nvSpPr>
            <p:spPr bwMode="auto">
              <a:xfrm>
                <a:off x="4067" y="2387"/>
                <a:ext cx="136" cy="72"/>
              </a:xfrm>
              <a:custGeom>
                <a:avLst/>
                <a:gdLst>
                  <a:gd name="T0" fmla="*/ 136 w 136"/>
                  <a:gd name="T1" fmla="*/ 0 h 72"/>
                  <a:gd name="T2" fmla="*/ 16 w 136"/>
                  <a:gd name="T3" fmla="*/ 72 h 72"/>
                  <a:gd name="T4" fmla="*/ 8 w 136"/>
                  <a:gd name="T5" fmla="*/ 40 h 72"/>
                  <a:gd name="T6" fmla="*/ 0 w 136"/>
                  <a:gd name="T7" fmla="*/ 8 h 72"/>
                  <a:gd name="T8" fmla="*/ 136 w 136"/>
                  <a:gd name="T9" fmla="*/ 0 h 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 h="72">
                    <a:moveTo>
                      <a:pt x="136" y="0"/>
                    </a:moveTo>
                    <a:lnTo>
                      <a:pt x="16" y="72"/>
                    </a:lnTo>
                    <a:lnTo>
                      <a:pt x="8" y="40"/>
                    </a:lnTo>
                    <a:lnTo>
                      <a:pt x="0" y="8"/>
                    </a:lnTo>
                    <a:lnTo>
                      <a:pt x="136" y="0"/>
                    </a:lnTo>
                    <a:close/>
                  </a:path>
                </a:pathLst>
              </a:custGeom>
              <a:solidFill>
                <a:srgbClr val="808080"/>
              </a:solidFill>
              <a:ln w="9525">
                <a:solidFill>
                  <a:srgbClr val="808080"/>
                </a:solidFill>
                <a:round/>
                <a:headEnd/>
                <a:tailEnd/>
              </a:ln>
            </p:spPr>
            <p:txBody>
              <a:bodyPr/>
              <a:lstStyle/>
              <a:p>
                <a:endParaRPr lang="en-US"/>
              </a:p>
            </p:txBody>
          </p:sp>
          <p:sp>
            <p:nvSpPr>
              <p:cNvPr id="53934" name="Line 944"/>
              <p:cNvSpPr>
                <a:spLocks noChangeShapeType="1"/>
              </p:cNvSpPr>
              <p:nvPr/>
            </p:nvSpPr>
            <p:spPr bwMode="auto">
              <a:xfrm flipV="1">
                <a:off x="3317" y="2426"/>
                <a:ext cx="766" cy="243"/>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3653" name="Group 945"/>
            <p:cNvGrpSpPr>
              <a:grpSpLocks/>
            </p:cNvGrpSpPr>
            <p:nvPr/>
          </p:nvGrpSpPr>
          <p:grpSpPr bwMode="auto">
            <a:xfrm>
              <a:off x="3780" y="2387"/>
              <a:ext cx="886" cy="282"/>
              <a:chOff x="3780" y="2387"/>
              <a:chExt cx="886" cy="282"/>
            </a:xfrm>
          </p:grpSpPr>
          <p:sp>
            <p:nvSpPr>
              <p:cNvPr id="53931" name="Freeform 946"/>
              <p:cNvSpPr>
                <a:spLocks/>
              </p:cNvSpPr>
              <p:nvPr/>
            </p:nvSpPr>
            <p:spPr bwMode="auto">
              <a:xfrm>
                <a:off x="4522" y="2387"/>
                <a:ext cx="144" cy="72"/>
              </a:xfrm>
              <a:custGeom>
                <a:avLst/>
                <a:gdLst>
                  <a:gd name="T0" fmla="*/ 144 w 144"/>
                  <a:gd name="T1" fmla="*/ 0 h 72"/>
                  <a:gd name="T2" fmla="*/ 24 w 144"/>
                  <a:gd name="T3" fmla="*/ 72 h 72"/>
                  <a:gd name="T4" fmla="*/ 16 w 144"/>
                  <a:gd name="T5" fmla="*/ 40 h 72"/>
                  <a:gd name="T6" fmla="*/ 0 w 144"/>
                  <a:gd name="T7" fmla="*/ 8 h 72"/>
                  <a:gd name="T8" fmla="*/ 144 w 144"/>
                  <a:gd name="T9" fmla="*/ 0 h 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4" h="72">
                    <a:moveTo>
                      <a:pt x="144" y="0"/>
                    </a:moveTo>
                    <a:lnTo>
                      <a:pt x="24" y="72"/>
                    </a:lnTo>
                    <a:lnTo>
                      <a:pt x="16" y="40"/>
                    </a:lnTo>
                    <a:lnTo>
                      <a:pt x="0" y="8"/>
                    </a:lnTo>
                    <a:lnTo>
                      <a:pt x="144" y="0"/>
                    </a:lnTo>
                    <a:close/>
                  </a:path>
                </a:pathLst>
              </a:custGeom>
              <a:solidFill>
                <a:srgbClr val="808080"/>
              </a:solidFill>
              <a:ln w="9525">
                <a:solidFill>
                  <a:srgbClr val="808080"/>
                </a:solidFill>
                <a:round/>
                <a:headEnd/>
                <a:tailEnd/>
              </a:ln>
            </p:spPr>
            <p:txBody>
              <a:bodyPr/>
              <a:lstStyle/>
              <a:p>
                <a:endParaRPr lang="en-US"/>
              </a:p>
            </p:txBody>
          </p:sp>
          <p:sp>
            <p:nvSpPr>
              <p:cNvPr id="53932" name="Line 947"/>
              <p:cNvSpPr>
                <a:spLocks noChangeShapeType="1"/>
              </p:cNvSpPr>
              <p:nvPr/>
            </p:nvSpPr>
            <p:spPr bwMode="auto">
              <a:xfrm flipV="1">
                <a:off x="3780" y="2426"/>
                <a:ext cx="766" cy="243"/>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3654" name="Group 948"/>
            <p:cNvGrpSpPr>
              <a:grpSpLocks/>
            </p:cNvGrpSpPr>
            <p:nvPr/>
          </p:nvGrpSpPr>
          <p:grpSpPr bwMode="auto">
            <a:xfrm>
              <a:off x="1473" y="2993"/>
              <a:ext cx="886" cy="291"/>
              <a:chOff x="1473" y="2993"/>
              <a:chExt cx="886" cy="291"/>
            </a:xfrm>
          </p:grpSpPr>
          <p:sp>
            <p:nvSpPr>
              <p:cNvPr id="53929" name="Freeform 949"/>
              <p:cNvSpPr>
                <a:spLocks/>
              </p:cNvSpPr>
              <p:nvPr/>
            </p:nvSpPr>
            <p:spPr bwMode="auto">
              <a:xfrm>
                <a:off x="2223" y="2993"/>
                <a:ext cx="136" cy="72"/>
              </a:xfrm>
              <a:custGeom>
                <a:avLst/>
                <a:gdLst>
                  <a:gd name="T0" fmla="*/ 136 w 136"/>
                  <a:gd name="T1" fmla="*/ 0 h 72"/>
                  <a:gd name="T2" fmla="*/ 24 w 136"/>
                  <a:gd name="T3" fmla="*/ 72 h 72"/>
                  <a:gd name="T4" fmla="*/ 8 w 136"/>
                  <a:gd name="T5" fmla="*/ 40 h 72"/>
                  <a:gd name="T6" fmla="*/ 0 w 136"/>
                  <a:gd name="T7" fmla="*/ 8 h 72"/>
                  <a:gd name="T8" fmla="*/ 136 w 136"/>
                  <a:gd name="T9" fmla="*/ 0 h 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 h="72">
                    <a:moveTo>
                      <a:pt x="136" y="0"/>
                    </a:moveTo>
                    <a:lnTo>
                      <a:pt x="24" y="72"/>
                    </a:lnTo>
                    <a:lnTo>
                      <a:pt x="8" y="40"/>
                    </a:lnTo>
                    <a:lnTo>
                      <a:pt x="0" y="8"/>
                    </a:lnTo>
                    <a:lnTo>
                      <a:pt x="136" y="0"/>
                    </a:lnTo>
                    <a:close/>
                  </a:path>
                </a:pathLst>
              </a:custGeom>
              <a:solidFill>
                <a:srgbClr val="808080"/>
              </a:solidFill>
              <a:ln w="9525">
                <a:solidFill>
                  <a:srgbClr val="808080"/>
                </a:solidFill>
                <a:round/>
                <a:headEnd/>
                <a:tailEnd/>
              </a:ln>
            </p:spPr>
            <p:txBody>
              <a:bodyPr/>
              <a:lstStyle/>
              <a:p>
                <a:endParaRPr lang="en-US"/>
              </a:p>
            </p:txBody>
          </p:sp>
          <p:sp>
            <p:nvSpPr>
              <p:cNvPr id="53930" name="Line 950"/>
              <p:cNvSpPr>
                <a:spLocks noChangeShapeType="1"/>
              </p:cNvSpPr>
              <p:nvPr/>
            </p:nvSpPr>
            <p:spPr bwMode="auto">
              <a:xfrm flipV="1">
                <a:off x="1473" y="3032"/>
                <a:ext cx="766" cy="252"/>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3655" name="Group 951"/>
            <p:cNvGrpSpPr>
              <a:grpSpLocks/>
            </p:cNvGrpSpPr>
            <p:nvPr/>
          </p:nvGrpSpPr>
          <p:grpSpPr bwMode="auto">
            <a:xfrm>
              <a:off x="1497" y="1765"/>
              <a:ext cx="878" cy="290"/>
              <a:chOff x="1497" y="1765"/>
              <a:chExt cx="878" cy="290"/>
            </a:xfrm>
          </p:grpSpPr>
          <p:sp>
            <p:nvSpPr>
              <p:cNvPr id="53927" name="Freeform 952"/>
              <p:cNvSpPr>
                <a:spLocks/>
              </p:cNvSpPr>
              <p:nvPr/>
            </p:nvSpPr>
            <p:spPr bwMode="auto">
              <a:xfrm>
                <a:off x="2239" y="1765"/>
                <a:ext cx="136" cy="72"/>
              </a:xfrm>
              <a:custGeom>
                <a:avLst/>
                <a:gdLst>
                  <a:gd name="T0" fmla="*/ 136 w 136"/>
                  <a:gd name="T1" fmla="*/ 0 h 72"/>
                  <a:gd name="T2" fmla="*/ 24 w 136"/>
                  <a:gd name="T3" fmla="*/ 72 h 72"/>
                  <a:gd name="T4" fmla="*/ 8 w 136"/>
                  <a:gd name="T5" fmla="*/ 40 h 72"/>
                  <a:gd name="T6" fmla="*/ 0 w 136"/>
                  <a:gd name="T7" fmla="*/ 8 h 72"/>
                  <a:gd name="T8" fmla="*/ 136 w 136"/>
                  <a:gd name="T9" fmla="*/ 0 h 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 h="72">
                    <a:moveTo>
                      <a:pt x="136" y="0"/>
                    </a:moveTo>
                    <a:lnTo>
                      <a:pt x="24" y="72"/>
                    </a:lnTo>
                    <a:lnTo>
                      <a:pt x="8" y="40"/>
                    </a:lnTo>
                    <a:lnTo>
                      <a:pt x="0" y="8"/>
                    </a:lnTo>
                    <a:lnTo>
                      <a:pt x="136" y="0"/>
                    </a:lnTo>
                    <a:close/>
                  </a:path>
                </a:pathLst>
              </a:custGeom>
              <a:solidFill>
                <a:srgbClr val="808080"/>
              </a:solidFill>
              <a:ln w="9525">
                <a:solidFill>
                  <a:srgbClr val="808080"/>
                </a:solidFill>
                <a:round/>
                <a:headEnd/>
                <a:tailEnd/>
              </a:ln>
            </p:spPr>
            <p:txBody>
              <a:bodyPr/>
              <a:lstStyle/>
              <a:p>
                <a:endParaRPr lang="en-US"/>
              </a:p>
            </p:txBody>
          </p:sp>
          <p:sp>
            <p:nvSpPr>
              <p:cNvPr id="53928" name="Line 953"/>
              <p:cNvSpPr>
                <a:spLocks noChangeShapeType="1"/>
              </p:cNvSpPr>
              <p:nvPr/>
            </p:nvSpPr>
            <p:spPr bwMode="auto">
              <a:xfrm flipV="1">
                <a:off x="1497" y="1803"/>
                <a:ext cx="758" cy="252"/>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3656" name="Group 954"/>
            <p:cNvGrpSpPr>
              <a:grpSpLocks/>
            </p:cNvGrpSpPr>
            <p:nvPr/>
          </p:nvGrpSpPr>
          <p:grpSpPr bwMode="auto">
            <a:xfrm>
              <a:off x="1938" y="1765"/>
              <a:ext cx="892" cy="1507"/>
              <a:chOff x="1938" y="1765"/>
              <a:chExt cx="892" cy="1507"/>
            </a:xfrm>
          </p:grpSpPr>
          <p:sp>
            <p:nvSpPr>
              <p:cNvPr id="53925" name="Freeform 955"/>
              <p:cNvSpPr>
                <a:spLocks/>
              </p:cNvSpPr>
              <p:nvPr/>
            </p:nvSpPr>
            <p:spPr bwMode="auto">
              <a:xfrm>
                <a:off x="2726" y="3145"/>
                <a:ext cx="104" cy="127"/>
              </a:xfrm>
              <a:custGeom>
                <a:avLst/>
                <a:gdLst>
                  <a:gd name="T0" fmla="*/ 104 w 104"/>
                  <a:gd name="T1" fmla="*/ 127 h 127"/>
                  <a:gd name="T2" fmla="*/ 0 w 104"/>
                  <a:gd name="T3" fmla="*/ 32 h 127"/>
                  <a:gd name="T4" fmla="*/ 32 w 104"/>
                  <a:gd name="T5" fmla="*/ 16 h 127"/>
                  <a:gd name="T6" fmla="*/ 64 w 104"/>
                  <a:gd name="T7" fmla="*/ 0 h 127"/>
                  <a:gd name="T8" fmla="*/ 104 w 104"/>
                  <a:gd name="T9" fmla="*/ 127 h 12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4" h="127">
                    <a:moveTo>
                      <a:pt x="104" y="127"/>
                    </a:moveTo>
                    <a:lnTo>
                      <a:pt x="0" y="32"/>
                    </a:lnTo>
                    <a:lnTo>
                      <a:pt x="32" y="16"/>
                    </a:lnTo>
                    <a:lnTo>
                      <a:pt x="64" y="0"/>
                    </a:lnTo>
                    <a:lnTo>
                      <a:pt x="104" y="127"/>
                    </a:lnTo>
                    <a:close/>
                  </a:path>
                </a:pathLst>
              </a:custGeom>
              <a:solidFill>
                <a:srgbClr val="808080"/>
              </a:solidFill>
              <a:ln w="9525">
                <a:solidFill>
                  <a:srgbClr val="808080"/>
                </a:solidFill>
                <a:round/>
                <a:headEnd/>
                <a:tailEnd/>
              </a:ln>
            </p:spPr>
            <p:txBody>
              <a:bodyPr/>
              <a:lstStyle/>
              <a:p>
                <a:endParaRPr lang="en-US"/>
              </a:p>
            </p:txBody>
          </p:sp>
          <p:sp>
            <p:nvSpPr>
              <p:cNvPr id="53926" name="Line 956"/>
              <p:cNvSpPr>
                <a:spLocks noChangeShapeType="1"/>
              </p:cNvSpPr>
              <p:nvPr/>
            </p:nvSpPr>
            <p:spPr bwMode="auto">
              <a:xfrm>
                <a:off x="1938" y="1765"/>
                <a:ext cx="823" cy="1404"/>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3657" name="Group 957"/>
            <p:cNvGrpSpPr>
              <a:grpSpLocks/>
            </p:cNvGrpSpPr>
            <p:nvPr/>
          </p:nvGrpSpPr>
          <p:grpSpPr bwMode="auto">
            <a:xfrm>
              <a:off x="1482" y="1781"/>
              <a:ext cx="438" cy="263"/>
              <a:chOff x="1482" y="1781"/>
              <a:chExt cx="438" cy="263"/>
            </a:xfrm>
          </p:grpSpPr>
          <p:sp>
            <p:nvSpPr>
              <p:cNvPr id="53920" name="Freeform 958"/>
              <p:cNvSpPr>
                <a:spLocks/>
              </p:cNvSpPr>
              <p:nvPr/>
            </p:nvSpPr>
            <p:spPr bwMode="auto">
              <a:xfrm>
                <a:off x="1808" y="1964"/>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0">
                    <a:moveTo>
                      <a:pt x="112" y="80"/>
                    </a:moveTo>
                    <a:lnTo>
                      <a:pt x="0" y="48"/>
                    </a:lnTo>
                    <a:lnTo>
                      <a:pt x="16" y="24"/>
                    </a:lnTo>
                    <a:lnTo>
                      <a:pt x="32" y="0"/>
                    </a:lnTo>
                    <a:lnTo>
                      <a:pt x="112" y="80"/>
                    </a:lnTo>
                    <a:close/>
                  </a:path>
                </a:pathLst>
              </a:custGeom>
              <a:solidFill>
                <a:srgbClr val="808080"/>
              </a:solidFill>
              <a:ln w="9525">
                <a:solidFill>
                  <a:srgbClr val="808080"/>
                </a:solidFill>
                <a:round/>
                <a:headEnd/>
                <a:tailEnd/>
              </a:ln>
            </p:spPr>
            <p:txBody>
              <a:bodyPr/>
              <a:lstStyle/>
              <a:p>
                <a:endParaRPr lang="en-US"/>
              </a:p>
            </p:txBody>
          </p:sp>
          <p:sp>
            <p:nvSpPr>
              <p:cNvPr id="53921" name="Line 959"/>
              <p:cNvSpPr>
                <a:spLocks noChangeShapeType="1"/>
              </p:cNvSpPr>
              <p:nvPr/>
            </p:nvSpPr>
            <p:spPr bwMode="auto">
              <a:xfrm>
                <a:off x="1482" y="1781"/>
                <a:ext cx="70" cy="46"/>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922" name="Line 960"/>
              <p:cNvSpPr>
                <a:spLocks noChangeShapeType="1"/>
              </p:cNvSpPr>
              <p:nvPr/>
            </p:nvSpPr>
            <p:spPr bwMode="auto">
              <a:xfrm>
                <a:off x="1577" y="1837"/>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923" name="Line 961"/>
              <p:cNvSpPr>
                <a:spLocks noChangeShapeType="1"/>
              </p:cNvSpPr>
              <p:nvPr/>
            </p:nvSpPr>
            <p:spPr bwMode="auto">
              <a:xfrm>
                <a:off x="1672" y="1892"/>
                <a:ext cx="72"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924" name="Line 962"/>
              <p:cNvSpPr>
                <a:spLocks noChangeShapeType="1"/>
              </p:cNvSpPr>
              <p:nvPr/>
            </p:nvSpPr>
            <p:spPr bwMode="auto">
              <a:xfrm>
                <a:off x="1768" y="1956"/>
                <a:ext cx="56" cy="32"/>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3658" name="Group 963"/>
            <p:cNvGrpSpPr>
              <a:grpSpLocks/>
            </p:cNvGrpSpPr>
            <p:nvPr/>
          </p:nvGrpSpPr>
          <p:grpSpPr bwMode="auto">
            <a:xfrm>
              <a:off x="1481" y="1789"/>
              <a:ext cx="455" cy="550"/>
              <a:chOff x="1481" y="1789"/>
              <a:chExt cx="455" cy="550"/>
            </a:xfrm>
          </p:grpSpPr>
          <p:sp>
            <p:nvSpPr>
              <p:cNvPr id="53913" name="Freeform 964"/>
              <p:cNvSpPr>
                <a:spLocks/>
              </p:cNvSpPr>
              <p:nvPr/>
            </p:nvSpPr>
            <p:spPr bwMode="auto">
              <a:xfrm>
                <a:off x="1840" y="2235"/>
                <a:ext cx="96" cy="104"/>
              </a:xfrm>
              <a:custGeom>
                <a:avLst/>
                <a:gdLst>
                  <a:gd name="T0" fmla="*/ 96 w 96"/>
                  <a:gd name="T1" fmla="*/ 104 h 104"/>
                  <a:gd name="T2" fmla="*/ 0 w 96"/>
                  <a:gd name="T3" fmla="*/ 32 h 104"/>
                  <a:gd name="T4" fmla="*/ 24 w 96"/>
                  <a:gd name="T5" fmla="*/ 16 h 104"/>
                  <a:gd name="T6" fmla="*/ 48 w 96"/>
                  <a:gd name="T7" fmla="*/ 0 h 104"/>
                  <a:gd name="T8" fmla="*/ 96 w 96"/>
                  <a:gd name="T9" fmla="*/ 104 h 10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6" h="104">
                    <a:moveTo>
                      <a:pt x="96" y="104"/>
                    </a:moveTo>
                    <a:lnTo>
                      <a:pt x="0" y="32"/>
                    </a:lnTo>
                    <a:lnTo>
                      <a:pt x="24" y="16"/>
                    </a:lnTo>
                    <a:lnTo>
                      <a:pt x="48" y="0"/>
                    </a:lnTo>
                    <a:lnTo>
                      <a:pt x="96" y="104"/>
                    </a:lnTo>
                    <a:close/>
                  </a:path>
                </a:pathLst>
              </a:custGeom>
              <a:solidFill>
                <a:srgbClr val="808080"/>
              </a:solidFill>
              <a:ln w="9525">
                <a:solidFill>
                  <a:srgbClr val="808080"/>
                </a:solidFill>
                <a:round/>
                <a:headEnd/>
                <a:tailEnd/>
              </a:ln>
            </p:spPr>
            <p:txBody>
              <a:bodyPr/>
              <a:lstStyle/>
              <a:p>
                <a:endParaRPr lang="en-US"/>
              </a:p>
            </p:txBody>
          </p:sp>
          <p:sp>
            <p:nvSpPr>
              <p:cNvPr id="53914" name="Line 965"/>
              <p:cNvSpPr>
                <a:spLocks noChangeShapeType="1"/>
              </p:cNvSpPr>
              <p:nvPr/>
            </p:nvSpPr>
            <p:spPr bwMode="auto">
              <a:xfrm>
                <a:off x="1481" y="1789"/>
                <a:ext cx="55" cy="62"/>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915" name="Line 966"/>
              <p:cNvSpPr>
                <a:spLocks noChangeShapeType="1"/>
              </p:cNvSpPr>
              <p:nvPr/>
            </p:nvSpPr>
            <p:spPr bwMode="auto">
              <a:xfrm>
                <a:off x="1552" y="1876"/>
                <a:ext cx="56" cy="64"/>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916" name="Line 967"/>
              <p:cNvSpPr>
                <a:spLocks noChangeShapeType="1"/>
              </p:cNvSpPr>
              <p:nvPr/>
            </p:nvSpPr>
            <p:spPr bwMode="auto">
              <a:xfrm>
                <a:off x="1624" y="1964"/>
                <a:ext cx="56" cy="64"/>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917" name="Line 968"/>
              <p:cNvSpPr>
                <a:spLocks noChangeShapeType="1"/>
              </p:cNvSpPr>
              <p:nvPr/>
            </p:nvSpPr>
            <p:spPr bwMode="auto">
              <a:xfrm>
                <a:off x="1696" y="2044"/>
                <a:ext cx="56" cy="72"/>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918" name="Line 969"/>
              <p:cNvSpPr>
                <a:spLocks noChangeShapeType="1"/>
              </p:cNvSpPr>
              <p:nvPr/>
            </p:nvSpPr>
            <p:spPr bwMode="auto">
              <a:xfrm>
                <a:off x="1768" y="2132"/>
                <a:ext cx="56" cy="7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919" name="Line 970"/>
              <p:cNvSpPr>
                <a:spLocks noChangeShapeType="1"/>
              </p:cNvSpPr>
              <p:nvPr/>
            </p:nvSpPr>
            <p:spPr bwMode="auto">
              <a:xfrm>
                <a:off x="1840" y="2219"/>
                <a:ext cx="24" cy="3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3659" name="Group 971"/>
            <p:cNvGrpSpPr>
              <a:grpSpLocks/>
            </p:cNvGrpSpPr>
            <p:nvPr/>
          </p:nvGrpSpPr>
          <p:grpSpPr bwMode="auto">
            <a:xfrm>
              <a:off x="1489" y="2084"/>
              <a:ext cx="439" cy="574"/>
              <a:chOff x="1489" y="2084"/>
              <a:chExt cx="439" cy="574"/>
            </a:xfrm>
          </p:grpSpPr>
          <p:sp>
            <p:nvSpPr>
              <p:cNvPr id="53906" name="Freeform 972"/>
              <p:cNvSpPr>
                <a:spLocks/>
              </p:cNvSpPr>
              <p:nvPr/>
            </p:nvSpPr>
            <p:spPr bwMode="auto">
              <a:xfrm>
                <a:off x="1840" y="2554"/>
                <a:ext cx="88" cy="104"/>
              </a:xfrm>
              <a:custGeom>
                <a:avLst/>
                <a:gdLst>
                  <a:gd name="T0" fmla="*/ 88 w 88"/>
                  <a:gd name="T1" fmla="*/ 104 h 104"/>
                  <a:gd name="T2" fmla="*/ 0 w 88"/>
                  <a:gd name="T3" fmla="*/ 32 h 104"/>
                  <a:gd name="T4" fmla="*/ 16 w 88"/>
                  <a:gd name="T5" fmla="*/ 16 h 104"/>
                  <a:gd name="T6" fmla="*/ 40 w 88"/>
                  <a:gd name="T7" fmla="*/ 0 h 104"/>
                  <a:gd name="T8" fmla="*/ 88 w 88"/>
                  <a:gd name="T9" fmla="*/ 104 h 10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8" h="104">
                    <a:moveTo>
                      <a:pt x="88" y="104"/>
                    </a:moveTo>
                    <a:lnTo>
                      <a:pt x="0" y="32"/>
                    </a:lnTo>
                    <a:lnTo>
                      <a:pt x="16" y="16"/>
                    </a:lnTo>
                    <a:lnTo>
                      <a:pt x="40" y="0"/>
                    </a:lnTo>
                    <a:lnTo>
                      <a:pt x="88" y="104"/>
                    </a:lnTo>
                    <a:close/>
                  </a:path>
                </a:pathLst>
              </a:custGeom>
              <a:solidFill>
                <a:srgbClr val="808080"/>
              </a:solidFill>
              <a:ln w="9525">
                <a:solidFill>
                  <a:srgbClr val="808080"/>
                </a:solidFill>
                <a:round/>
                <a:headEnd/>
                <a:tailEnd/>
              </a:ln>
            </p:spPr>
            <p:txBody>
              <a:bodyPr/>
              <a:lstStyle/>
              <a:p>
                <a:endParaRPr lang="en-US"/>
              </a:p>
            </p:txBody>
          </p:sp>
          <p:sp>
            <p:nvSpPr>
              <p:cNvPr id="53907" name="Line 973"/>
              <p:cNvSpPr>
                <a:spLocks noChangeShapeType="1"/>
              </p:cNvSpPr>
              <p:nvPr/>
            </p:nvSpPr>
            <p:spPr bwMode="auto">
              <a:xfrm>
                <a:off x="1489" y="2084"/>
                <a:ext cx="55" cy="70"/>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908" name="Line 974"/>
              <p:cNvSpPr>
                <a:spLocks noChangeShapeType="1"/>
              </p:cNvSpPr>
              <p:nvPr/>
            </p:nvSpPr>
            <p:spPr bwMode="auto">
              <a:xfrm>
                <a:off x="1553" y="2172"/>
                <a:ext cx="55" cy="70"/>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909" name="Line 975"/>
              <p:cNvSpPr>
                <a:spLocks noChangeShapeType="1"/>
              </p:cNvSpPr>
              <p:nvPr/>
            </p:nvSpPr>
            <p:spPr bwMode="auto">
              <a:xfrm>
                <a:off x="1624" y="2259"/>
                <a:ext cx="56" cy="7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910" name="Line 976"/>
              <p:cNvSpPr>
                <a:spLocks noChangeShapeType="1"/>
              </p:cNvSpPr>
              <p:nvPr/>
            </p:nvSpPr>
            <p:spPr bwMode="auto">
              <a:xfrm>
                <a:off x="1688" y="2347"/>
                <a:ext cx="56" cy="72"/>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911" name="Line 977"/>
              <p:cNvSpPr>
                <a:spLocks noChangeShapeType="1"/>
              </p:cNvSpPr>
              <p:nvPr/>
            </p:nvSpPr>
            <p:spPr bwMode="auto">
              <a:xfrm>
                <a:off x="1760" y="2443"/>
                <a:ext cx="56" cy="63"/>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912" name="Line 978"/>
              <p:cNvSpPr>
                <a:spLocks noChangeShapeType="1"/>
              </p:cNvSpPr>
              <p:nvPr/>
            </p:nvSpPr>
            <p:spPr bwMode="auto">
              <a:xfrm>
                <a:off x="1824" y="2531"/>
                <a:ext cx="32" cy="39"/>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3660" name="Group 979"/>
            <p:cNvGrpSpPr>
              <a:grpSpLocks/>
            </p:cNvGrpSpPr>
            <p:nvPr/>
          </p:nvGrpSpPr>
          <p:grpSpPr bwMode="auto">
            <a:xfrm>
              <a:off x="1481" y="2084"/>
              <a:ext cx="447" cy="574"/>
              <a:chOff x="1481" y="2084"/>
              <a:chExt cx="447" cy="574"/>
            </a:xfrm>
          </p:grpSpPr>
          <p:sp>
            <p:nvSpPr>
              <p:cNvPr id="53899" name="Freeform 980"/>
              <p:cNvSpPr>
                <a:spLocks/>
              </p:cNvSpPr>
              <p:nvPr/>
            </p:nvSpPr>
            <p:spPr bwMode="auto">
              <a:xfrm>
                <a:off x="1840" y="2084"/>
                <a:ext cx="88" cy="104"/>
              </a:xfrm>
              <a:custGeom>
                <a:avLst/>
                <a:gdLst>
                  <a:gd name="T0" fmla="*/ 88 w 88"/>
                  <a:gd name="T1" fmla="*/ 0 h 104"/>
                  <a:gd name="T2" fmla="*/ 40 w 88"/>
                  <a:gd name="T3" fmla="*/ 104 h 104"/>
                  <a:gd name="T4" fmla="*/ 16 w 88"/>
                  <a:gd name="T5" fmla="*/ 88 h 104"/>
                  <a:gd name="T6" fmla="*/ 0 w 88"/>
                  <a:gd name="T7" fmla="*/ 72 h 104"/>
                  <a:gd name="T8" fmla="*/ 88 w 88"/>
                  <a:gd name="T9" fmla="*/ 0 h 10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8" h="104">
                    <a:moveTo>
                      <a:pt x="88" y="0"/>
                    </a:moveTo>
                    <a:lnTo>
                      <a:pt x="40" y="104"/>
                    </a:lnTo>
                    <a:lnTo>
                      <a:pt x="16" y="88"/>
                    </a:lnTo>
                    <a:lnTo>
                      <a:pt x="0" y="72"/>
                    </a:lnTo>
                    <a:lnTo>
                      <a:pt x="88" y="0"/>
                    </a:lnTo>
                    <a:close/>
                  </a:path>
                </a:pathLst>
              </a:custGeom>
              <a:solidFill>
                <a:srgbClr val="808080"/>
              </a:solidFill>
              <a:ln w="9525">
                <a:solidFill>
                  <a:srgbClr val="808080"/>
                </a:solidFill>
                <a:round/>
                <a:headEnd/>
                <a:tailEnd/>
              </a:ln>
            </p:spPr>
            <p:txBody>
              <a:bodyPr/>
              <a:lstStyle/>
              <a:p>
                <a:endParaRPr lang="en-US"/>
              </a:p>
            </p:txBody>
          </p:sp>
          <p:sp>
            <p:nvSpPr>
              <p:cNvPr id="53900" name="Line 981"/>
              <p:cNvSpPr>
                <a:spLocks noChangeShapeType="1"/>
              </p:cNvSpPr>
              <p:nvPr/>
            </p:nvSpPr>
            <p:spPr bwMode="auto">
              <a:xfrm flipV="1">
                <a:off x="1481" y="2588"/>
                <a:ext cx="55" cy="70"/>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901" name="Line 982"/>
              <p:cNvSpPr>
                <a:spLocks noChangeShapeType="1"/>
              </p:cNvSpPr>
              <p:nvPr/>
            </p:nvSpPr>
            <p:spPr bwMode="auto">
              <a:xfrm flipV="1">
                <a:off x="1553" y="2500"/>
                <a:ext cx="47" cy="70"/>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902" name="Line 983"/>
              <p:cNvSpPr>
                <a:spLocks noChangeShapeType="1"/>
              </p:cNvSpPr>
              <p:nvPr/>
            </p:nvSpPr>
            <p:spPr bwMode="auto">
              <a:xfrm flipV="1">
                <a:off x="1616" y="2412"/>
                <a:ext cx="56" cy="7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903" name="Line 984"/>
              <p:cNvSpPr>
                <a:spLocks noChangeShapeType="1"/>
              </p:cNvSpPr>
              <p:nvPr/>
            </p:nvSpPr>
            <p:spPr bwMode="auto">
              <a:xfrm flipV="1">
                <a:off x="1688" y="2323"/>
                <a:ext cx="56" cy="72"/>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904" name="Line 985"/>
              <p:cNvSpPr>
                <a:spLocks noChangeShapeType="1"/>
              </p:cNvSpPr>
              <p:nvPr/>
            </p:nvSpPr>
            <p:spPr bwMode="auto">
              <a:xfrm flipV="1">
                <a:off x="1752" y="2236"/>
                <a:ext cx="56" cy="7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905" name="Line 986"/>
              <p:cNvSpPr>
                <a:spLocks noChangeShapeType="1"/>
              </p:cNvSpPr>
              <p:nvPr/>
            </p:nvSpPr>
            <p:spPr bwMode="auto">
              <a:xfrm flipV="1">
                <a:off x="1824" y="2172"/>
                <a:ext cx="32"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3661" name="Group 987"/>
            <p:cNvGrpSpPr>
              <a:grpSpLocks/>
            </p:cNvGrpSpPr>
            <p:nvPr/>
          </p:nvGrpSpPr>
          <p:grpSpPr bwMode="auto">
            <a:xfrm>
              <a:off x="1944" y="2076"/>
              <a:ext cx="447" cy="263"/>
              <a:chOff x="1944" y="2076"/>
              <a:chExt cx="447" cy="263"/>
            </a:xfrm>
          </p:grpSpPr>
          <p:sp>
            <p:nvSpPr>
              <p:cNvPr id="53894" name="Freeform 988"/>
              <p:cNvSpPr>
                <a:spLocks/>
              </p:cNvSpPr>
              <p:nvPr/>
            </p:nvSpPr>
            <p:spPr bwMode="auto">
              <a:xfrm>
                <a:off x="2279" y="2076"/>
                <a:ext cx="112" cy="80"/>
              </a:xfrm>
              <a:custGeom>
                <a:avLst/>
                <a:gdLst>
                  <a:gd name="T0" fmla="*/ 112 w 112"/>
                  <a:gd name="T1" fmla="*/ 0 h 80"/>
                  <a:gd name="T2" fmla="*/ 32 w 112"/>
                  <a:gd name="T3" fmla="*/ 80 h 80"/>
                  <a:gd name="T4" fmla="*/ 16 w 112"/>
                  <a:gd name="T5" fmla="*/ 56 h 80"/>
                  <a:gd name="T6" fmla="*/ 0 w 112"/>
                  <a:gd name="T7" fmla="*/ 32 h 80"/>
                  <a:gd name="T8" fmla="*/ 112 w 112"/>
                  <a:gd name="T9" fmla="*/ 0 h 8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0">
                    <a:moveTo>
                      <a:pt x="112" y="0"/>
                    </a:moveTo>
                    <a:lnTo>
                      <a:pt x="32" y="80"/>
                    </a:lnTo>
                    <a:lnTo>
                      <a:pt x="16" y="56"/>
                    </a:lnTo>
                    <a:lnTo>
                      <a:pt x="0" y="32"/>
                    </a:lnTo>
                    <a:lnTo>
                      <a:pt x="112" y="0"/>
                    </a:lnTo>
                    <a:close/>
                  </a:path>
                </a:pathLst>
              </a:custGeom>
              <a:solidFill>
                <a:srgbClr val="808080"/>
              </a:solidFill>
              <a:ln w="9525">
                <a:solidFill>
                  <a:srgbClr val="808080"/>
                </a:solidFill>
                <a:round/>
                <a:headEnd/>
                <a:tailEnd/>
              </a:ln>
            </p:spPr>
            <p:txBody>
              <a:bodyPr/>
              <a:lstStyle/>
              <a:p>
                <a:endParaRPr lang="en-US"/>
              </a:p>
            </p:txBody>
          </p:sp>
          <p:sp>
            <p:nvSpPr>
              <p:cNvPr id="53895" name="Line 989"/>
              <p:cNvSpPr>
                <a:spLocks noChangeShapeType="1"/>
              </p:cNvSpPr>
              <p:nvPr/>
            </p:nvSpPr>
            <p:spPr bwMode="auto">
              <a:xfrm flipV="1">
                <a:off x="1944" y="2292"/>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896" name="Line 990"/>
              <p:cNvSpPr>
                <a:spLocks noChangeShapeType="1"/>
              </p:cNvSpPr>
              <p:nvPr/>
            </p:nvSpPr>
            <p:spPr bwMode="auto">
              <a:xfrm flipV="1">
                <a:off x="2040" y="2236"/>
                <a:ext cx="79"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897" name="Line 991"/>
              <p:cNvSpPr>
                <a:spLocks noChangeShapeType="1"/>
              </p:cNvSpPr>
              <p:nvPr/>
            </p:nvSpPr>
            <p:spPr bwMode="auto">
              <a:xfrm flipV="1">
                <a:off x="2136" y="2180"/>
                <a:ext cx="79"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898" name="Line 992"/>
              <p:cNvSpPr>
                <a:spLocks noChangeShapeType="1"/>
              </p:cNvSpPr>
              <p:nvPr/>
            </p:nvSpPr>
            <p:spPr bwMode="auto">
              <a:xfrm flipV="1">
                <a:off x="2231" y="2133"/>
                <a:ext cx="64" cy="39"/>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3662" name="Group 993"/>
            <p:cNvGrpSpPr>
              <a:grpSpLocks/>
            </p:cNvGrpSpPr>
            <p:nvPr/>
          </p:nvGrpSpPr>
          <p:grpSpPr bwMode="auto">
            <a:xfrm>
              <a:off x="1944" y="1781"/>
              <a:ext cx="431" cy="263"/>
              <a:chOff x="1944" y="1781"/>
              <a:chExt cx="431" cy="263"/>
            </a:xfrm>
          </p:grpSpPr>
          <p:sp>
            <p:nvSpPr>
              <p:cNvPr id="53889" name="Freeform 994"/>
              <p:cNvSpPr>
                <a:spLocks/>
              </p:cNvSpPr>
              <p:nvPr/>
            </p:nvSpPr>
            <p:spPr bwMode="auto">
              <a:xfrm>
                <a:off x="2263" y="1781"/>
                <a:ext cx="112" cy="80"/>
              </a:xfrm>
              <a:custGeom>
                <a:avLst/>
                <a:gdLst>
                  <a:gd name="T0" fmla="*/ 112 w 112"/>
                  <a:gd name="T1" fmla="*/ 0 h 80"/>
                  <a:gd name="T2" fmla="*/ 32 w 112"/>
                  <a:gd name="T3" fmla="*/ 80 h 80"/>
                  <a:gd name="T4" fmla="*/ 16 w 112"/>
                  <a:gd name="T5" fmla="*/ 56 h 80"/>
                  <a:gd name="T6" fmla="*/ 0 w 112"/>
                  <a:gd name="T7" fmla="*/ 32 h 80"/>
                  <a:gd name="T8" fmla="*/ 112 w 112"/>
                  <a:gd name="T9" fmla="*/ 0 h 8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0">
                    <a:moveTo>
                      <a:pt x="112" y="0"/>
                    </a:moveTo>
                    <a:lnTo>
                      <a:pt x="32" y="80"/>
                    </a:lnTo>
                    <a:lnTo>
                      <a:pt x="16" y="56"/>
                    </a:lnTo>
                    <a:lnTo>
                      <a:pt x="0" y="32"/>
                    </a:lnTo>
                    <a:lnTo>
                      <a:pt x="112" y="0"/>
                    </a:lnTo>
                    <a:close/>
                  </a:path>
                </a:pathLst>
              </a:custGeom>
              <a:solidFill>
                <a:srgbClr val="808080"/>
              </a:solidFill>
              <a:ln w="9525">
                <a:solidFill>
                  <a:srgbClr val="808080"/>
                </a:solidFill>
                <a:round/>
                <a:headEnd/>
                <a:tailEnd/>
              </a:ln>
            </p:spPr>
            <p:txBody>
              <a:bodyPr/>
              <a:lstStyle/>
              <a:p>
                <a:endParaRPr lang="en-US"/>
              </a:p>
            </p:txBody>
          </p:sp>
          <p:sp>
            <p:nvSpPr>
              <p:cNvPr id="53890" name="Line 995"/>
              <p:cNvSpPr>
                <a:spLocks noChangeShapeType="1"/>
              </p:cNvSpPr>
              <p:nvPr/>
            </p:nvSpPr>
            <p:spPr bwMode="auto">
              <a:xfrm flipV="1">
                <a:off x="1944" y="1997"/>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891" name="Line 996"/>
              <p:cNvSpPr>
                <a:spLocks noChangeShapeType="1"/>
              </p:cNvSpPr>
              <p:nvPr/>
            </p:nvSpPr>
            <p:spPr bwMode="auto">
              <a:xfrm flipV="1">
                <a:off x="2040" y="1941"/>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892" name="Line 997"/>
              <p:cNvSpPr>
                <a:spLocks noChangeShapeType="1"/>
              </p:cNvSpPr>
              <p:nvPr/>
            </p:nvSpPr>
            <p:spPr bwMode="auto">
              <a:xfrm flipV="1">
                <a:off x="2136" y="1885"/>
                <a:ext cx="71" cy="39"/>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893" name="Line 998"/>
              <p:cNvSpPr>
                <a:spLocks noChangeShapeType="1"/>
              </p:cNvSpPr>
              <p:nvPr/>
            </p:nvSpPr>
            <p:spPr bwMode="auto">
              <a:xfrm flipV="1">
                <a:off x="2232" y="1837"/>
                <a:ext cx="47" cy="3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3663" name="Group 999"/>
            <p:cNvGrpSpPr>
              <a:grpSpLocks/>
            </p:cNvGrpSpPr>
            <p:nvPr/>
          </p:nvGrpSpPr>
          <p:grpSpPr bwMode="auto">
            <a:xfrm>
              <a:off x="2415" y="1781"/>
              <a:ext cx="423" cy="271"/>
              <a:chOff x="2415" y="1781"/>
              <a:chExt cx="423" cy="271"/>
            </a:xfrm>
          </p:grpSpPr>
          <p:sp>
            <p:nvSpPr>
              <p:cNvPr id="53884" name="Freeform 1000"/>
              <p:cNvSpPr>
                <a:spLocks/>
              </p:cNvSpPr>
              <p:nvPr/>
            </p:nvSpPr>
            <p:spPr bwMode="auto">
              <a:xfrm>
                <a:off x="2726" y="1781"/>
                <a:ext cx="112" cy="87"/>
              </a:xfrm>
              <a:custGeom>
                <a:avLst/>
                <a:gdLst>
                  <a:gd name="T0" fmla="*/ 112 w 112"/>
                  <a:gd name="T1" fmla="*/ 0 h 87"/>
                  <a:gd name="T2" fmla="*/ 32 w 112"/>
                  <a:gd name="T3" fmla="*/ 87 h 87"/>
                  <a:gd name="T4" fmla="*/ 16 w 112"/>
                  <a:gd name="T5" fmla="*/ 64 h 87"/>
                  <a:gd name="T6" fmla="*/ 0 w 112"/>
                  <a:gd name="T7" fmla="*/ 40 h 87"/>
                  <a:gd name="T8" fmla="*/ 112 w 112"/>
                  <a:gd name="T9" fmla="*/ 0 h 8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7">
                    <a:moveTo>
                      <a:pt x="112" y="0"/>
                    </a:moveTo>
                    <a:lnTo>
                      <a:pt x="32" y="87"/>
                    </a:lnTo>
                    <a:lnTo>
                      <a:pt x="16" y="64"/>
                    </a:lnTo>
                    <a:lnTo>
                      <a:pt x="0" y="40"/>
                    </a:lnTo>
                    <a:lnTo>
                      <a:pt x="112" y="0"/>
                    </a:lnTo>
                    <a:close/>
                  </a:path>
                </a:pathLst>
              </a:custGeom>
              <a:solidFill>
                <a:srgbClr val="808080"/>
              </a:solidFill>
              <a:ln w="9525">
                <a:solidFill>
                  <a:srgbClr val="808080"/>
                </a:solidFill>
                <a:round/>
                <a:headEnd/>
                <a:tailEnd/>
              </a:ln>
            </p:spPr>
            <p:txBody>
              <a:bodyPr/>
              <a:lstStyle/>
              <a:p>
                <a:endParaRPr lang="en-US"/>
              </a:p>
            </p:txBody>
          </p:sp>
          <p:sp>
            <p:nvSpPr>
              <p:cNvPr id="53885" name="Line 1001"/>
              <p:cNvSpPr>
                <a:spLocks noChangeShapeType="1"/>
              </p:cNvSpPr>
              <p:nvPr/>
            </p:nvSpPr>
            <p:spPr bwMode="auto">
              <a:xfrm flipV="1">
                <a:off x="2415" y="2004"/>
                <a:ext cx="72" cy="48"/>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886" name="Line 1002"/>
              <p:cNvSpPr>
                <a:spLocks noChangeShapeType="1"/>
              </p:cNvSpPr>
              <p:nvPr/>
            </p:nvSpPr>
            <p:spPr bwMode="auto">
              <a:xfrm flipV="1">
                <a:off x="2511" y="1949"/>
                <a:ext cx="71" cy="39"/>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887" name="Line 1003"/>
              <p:cNvSpPr>
                <a:spLocks noChangeShapeType="1"/>
              </p:cNvSpPr>
              <p:nvPr/>
            </p:nvSpPr>
            <p:spPr bwMode="auto">
              <a:xfrm flipV="1">
                <a:off x="2607" y="1885"/>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888" name="Line 1004"/>
              <p:cNvSpPr>
                <a:spLocks noChangeShapeType="1"/>
              </p:cNvSpPr>
              <p:nvPr/>
            </p:nvSpPr>
            <p:spPr bwMode="auto">
              <a:xfrm flipV="1">
                <a:off x="2696" y="1846"/>
                <a:ext cx="46" cy="22"/>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3664" name="Group 1005"/>
            <p:cNvGrpSpPr>
              <a:grpSpLocks/>
            </p:cNvGrpSpPr>
            <p:nvPr/>
          </p:nvGrpSpPr>
          <p:grpSpPr bwMode="auto">
            <a:xfrm>
              <a:off x="2886" y="1773"/>
              <a:ext cx="415" cy="271"/>
              <a:chOff x="2886" y="1773"/>
              <a:chExt cx="415" cy="271"/>
            </a:xfrm>
          </p:grpSpPr>
          <p:sp>
            <p:nvSpPr>
              <p:cNvPr id="53879" name="Freeform 1006"/>
              <p:cNvSpPr>
                <a:spLocks/>
              </p:cNvSpPr>
              <p:nvPr/>
            </p:nvSpPr>
            <p:spPr bwMode="auto">
              <a:xfrm>
                <a:off x="3189" y="1773"/>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0"/>
                    </a:moveTo>
                    <a:lnTo>
                      <a:pt x="32" y="88"/>
                    </a:lnTo>
                    <a:lnTo>
                      <a:pt x="16" y="64"/>
                    </a:lnTo>
                    <a:lnTo>
                      <a:pt x="0" y="40"/>
                    </a:lnTo>
                    <a:lnTo>
                      <a:pt x="112" y="0"/>
                    </a:lnTo>
                    <a:close/>
                  </a:path>
                </a:pathLst>
              </a:custGeom>
              <a:solidFill>
                <a:srgbClr val="808080"/>
              </a:solidFill>
              <a:ln w="9525">
                <a:solidFill>
                  <a:srgbClr val="808080"/>
                </a:solidFill>
                <a:round/>
                <a:headEnd/>
                <a:tailEnd/>
              </a:ln>
            </p:spPr>
            <p:txBody>
              <a:bodyPr/>
              <a:lstStyle/>
              <a:p>
                <a:endParaRPr lang="en-US"/>
              </a:p>
            </p:txBody>
          </p:sp>
          <p:sp>
            <p:nvSpPr>
              <p:cNvPr id="53880" name="Line 1007"/>
              <p:cNvSpPr>
                <a:spLocks noChangeShapeType="1"/>
              </p:cNvSpPr>
              <p:nvPr/>
            </p:nvSpPr>
            <p:spPr bwMode="auto">
              <a:xfrm flipV="1">
                <a:off x="2886" y="1996"/>
                <a:ext cx="72" cy="48"/>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881" name="Line 1008"/>
              <p:cNvSpPr>
                <a:spLocks noChangeShapeType="1"/>
              </p:cNvSpPr>
              <p:nvPr/>
            </p:nvSpPr>
            <p:spPr bwMode="auto">
              <a:xfrm flipV="1">
                <a:off x="2982" y="1933"/>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882" name="Line 1009"/>
              <p:cNvSpPr>
                <a:spLocks noChangeShapeType="1"/>
              </p:cNvSpPr>
              <p:nvPr/>
            </p:nvSpPr>
            <p:spPr bwMode="auto">
              <a:xfrm flipV="1">
                <a:off x="3070" y="1877"/>
                <a:ext cx="79"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883" name="Line 1010"/>
              <p:cNvSpPr>
                <a:spLocks noChangeShapeType="1"/>
              </p:cNvSpPr>
              <p:nvPr/>
            </p:nvSpPr>
            <p:spPr bwMode="auto">
              <a:xfrm flipV="1">
                <a:off x="3165" y="1838"/>
                <a:ext cx="40" cy="23"/>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3665" name="Group 1011"/>
            <p:cNvGrpSpPr>
              <a:grpSpLocks/>
            </p:cNvGrpSpPr>
            <p:nvPr/>
          </p:nvGrpSpPr>
          <p:grpSpPr bwMode="auto">
            <a:xfrm>
              <a:off x="3325" y="1773"/>
              <a:ext cx="423" cy="271"/>
              <a:chOff x="3325" y="1773"/>
              <a:chExt cx="423" cy="271"/>
            </a:xfrm>
          </p:grpSpPr>
          <p:sp>
            <p:nvSpPr>
              <p:cNvPr id="53874" name="Freeform 1012"/>
              <p:cNvSpPr>
                <a:spLocks/>
              </p:cNvSpPr>
              <p:nvPr/>
            </p:nvSpPr>
            <p:spPr bwMode="auto">
              <a:xfrm>
                <a:off x="3636" y="1773"/>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0"/>
                    </a:moveTo>
                    <a:lnTo>
                      <a:pt x="32" y="88"/>
                    </a:lnTo>
                    <a:lnTo>
                      <a:pt x="16" y="64"/>
                    </a:lnTo>
                    <a:lnTo>
                      <a:pt x="0" y="40"/>
                    </a:lnTo>
                    <a:lnTo>
                      <a:pt x="112" y="0"/>
                    </a:lnTo>
                    <a:close/>
                  </a:path>
                </a:pathLst>
              </a:custGeom>
              <a:solidFill>
                <a:srgbClr val="808080"/>
              </a:solidFill>
              <a:ln w="9525">
                <a:solidFill>
                  <a:srgbClr val="808080"/>
                </a:solidFill>
                <a:round/>
                <a:headEnd/>
                <a:tailEnd/>
              </a:ln>
            </p:spPr>
            <p:txBody>
              <a:bodyPr/>
              <a:lstStyle/>
              <a:p>
                <a:endParaRPr lang="en-US"/>
              </a:p>
            </p:txBody>
          </p:sp>
          <p:sp>
            <p:nvSpPr>
              <p:cNvPr id="53875" name="Line 1013"/>
              <p:cNvSpPr>
                <a:spLocks noChangeShapeType="1"/>
              </p:cNvSpPr>
              <p:nvPr/>
            </p:nvSpPr>
            <p:spPr bwMode="auto">
              <a:xfrm flipV="1">
                <a:off x="3325" y="1996"/>
                <a:ext cx="72" cy="48"/>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876" name="Line 1014"/>
              <p:cNvSpPr>
                <a:spLocks noChangeShapeType="1"/>
              </p:cNvSpPr>
              <p:nvPr/>
            </p:nvSpPr>
            <p:spPr bwMode="auto">
              <a:xfrm flipV="1">
                <a:off x="3421" y="1940"/>
                <a:ext cx="72" cy="40"/>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877" name="Line 1015"/>
              <p:cNvSpPr>
                <a:spLocks noChangeShapeType="1"/>
              </p:cNvSpPr>
              <p:nvPr/>
            </p:nvSpPr>
            <p:spPr bwMode="auto">
              <a:xfrm flipV="1">
                <a:off x="3517" y="1877"/>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878" name="Line 1016"/>
              <p:cNvSpPr>
                <a:spLocks noChangeShapeType="1"/>
              </p:cNvSpPr>
              <p:nvPr/>
            </p:nvSpPr>
            <p:spPr bwMode="auto">
              <a:xfrm flipV="1">
                <a:off x="3604" y="1838"/>
                <a:ext cx="48" cy="23"/>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3666" name="Group 1017"/>
            <p:cNvGrpSpPr>
              <a:grpSpLocks/>
            </p:cNvGrpSpPr>
            <p:nvPr/>
          </p:nvGrpSpPr>
          <p:grpSpPr bwMode="auto">
            <a:xfrm>
              <a:off x="2878" y="2379"/>
              <a:ext cx="407" cy="287"/>
              <a:chOff x="2878" y="2379"/>
              <a:chExt cx="407" cy="287"/>
            </a:xfrm>
          </p:grpSpPr>
          <p:sp>
            <p:nvSpPr>
              <p:cNvPr id="53869" name="Freeform 1018"/>
              <p:cNvSpPr>
                <a:spLocks/>
              </p:cNvSpPr>
              <p:nvPr/>
            </p:nvSpPr>
            <p:spPr bwMode="auto">
              <a:xfrm>
                <a:off x="3173" y="2379"/>
                <a:ext cx="112" cy="88"/>
              </a:xfrm>
              <a:custGeom>
                <a:avLst/>
                <a:gdLst>
                  <a:gd name="T0" fmla="*/ 112 w 112"/>
                  <a:gd name="T1" fmla="*/ 0 h 88"/>
                  <a:gd name="T2" fmla="*/ 40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0"/>
                    </a:moveTo>
                    <a:lnTo>
                      <a:pt x="40" y="88"/>
                    </a:lnTo>
                    <a:lnTo>
                      <a:pt x="16" y="64"/>
                    </a:lnTo>
                    <a:lnTo>
                      <a:pt x="0" y="40"/>
                    </a:lnTo>
                    <a:lnTo>
                      <a:pt x="112" y="0"/>
                    </a:lnTo>
                    <a:close/>
                  </a:path>
                </a:pathLst>
              </a:custGeom>
              <a:solidFill>
                <a:srgbClr val="808080"/>
              </a:solidFill>
              <a:ln w="9525">
                <a:solidFill>
                  <a:srgbClr val="808080"/>
                </a:solidFill>
                <a:round/>
                <a:headEnd/>
                <a:tailEnd/>
              </a:ln>
            </p:spPr>
            <p:txBody>
              <a:bodyPr/>
              <a:lstStyle/>
              <a:p>
                <a:endParaRPr lang="en-US"/>
              </a:p>
            </p:txBody>
          </p:sp>
          <p:sp>
            <p:nvSpPr>
              <p:cNvPr id="53870" name="Line 1019"/>
              <p:cNvSpPr>
                <a:spLocks noChangeShapeType="1"/>
              </p:cNvSpPr>
              <p:nvPr/>
            </p:nvSpPr>
            <p:spPr bwMode="auto">
              <a:xfrm flipV="1">
                <a:off x="2878" y="2618"/>
                <a:ext cx="72" cy="48"/>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871" name="Line 1020"/>
              <p:cNvSpPr>
                <a:spLocks noChangeShapeType="1"/>
              </p:cNvSpPr>
              <p:nvPr/>
            </p:nvSpPr>
            <p:spPr bwMode="auto">
              <a:xfrm flipV="1">
                <a:off x="2967" y="2556"/>
                <a:ext cx="70" cy="46"/>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872" name="Line 1021"/>
              <p:cNvSpPr>
                <a:spLocks noChangeShapeType="1"/>
              </p:cNvSpPr>
              <p:nvPr/>
            </p:nvSpPr>
            <p:spPr bwMode="auto">
              <a:xfrm flipV="1">
                <a:off x="3062" y="2491"/>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873" name="Line 1022"/>
              <p:cNvSpPr>
                <a:spLocks noChangeShapeType="1"/>
              </p:cNvSpPr>
              <p:nvPr/>
            </p:nvSpPr>
            <p:spPr bwMode="auto">
              <a:xfrm flipV="1">
                <a:off x="3149" y="2443"/>
                <a:ext cx="40" cy="32"/>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3667" name="Group 1023"/>
            <p:cNvGrpSpPr>
              <a:grpSpLocks/>
            </p:cNvGrpSpPr>
            <p:nvPr/>
          </p:nvGrpSpPr>
          <p:grpSpPr bwMode="auto">
            <a:xfrm>
              <a:off x="2878" y="2076"/>
              <a:ext cx="415" cy="279"/>
              <a:chOff x="2878" y="2076"/>
              <a:chExt cx="415" cy="279"/>
            </a:xfrm>
          </p:grpSpPr>
          <p:sp>
            <p:nvSpPr>
              <p:cNvPr id="53864" name="Freeform 1024"/>
              <p:cNvSpPr>
                <a:spLocks/>
              </p:cNvSpPr>
              <p:nvPr/>
            </p:nvSpPr>
            <p:spPr bwMode="auto">
              <a:xfrm>
                <a:off x="3181" y="2076"/>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0"/>
                    </a:moveTo>
                    <a:lnTo>
                      <a:pt x="32" y="88"/>
                    </a:lnTo>
                    <a:lnTo>
                      <a:pt x="16" y="64"/>
                    </a:lnTo>
                    <a:lnTo>
                      <a:pt x="0" y="40"/>
                    </a:lnTo>
                    <a:lnTo>
                      <a:pt x="112" y="0"/>
                    </a:lnTo>
                    <a:close/>
                  </a:path>
                </a:pathLst>
              </a:custGeom>
              <a:solidFill>
                <a:srgbClr val="808080"/>
              </a:solidFill>
              <a:ln w="9525">
                <a:solidFill>
                  <a:srgbClr val="808080"/>
                </a:solidFill>
                <a:round/>
                <a:headEnd/>
                <a:tailEnd/>
              </a:ln>
            </p:spPr>
            <p:txBody>
              <a:bodyPr/>
              <a:lstStyle/>
              <a:p>
                <a:endParaRPr lang="en-US"/>
              </a:p>
            </p:txBody>
          </p:sp>
          <p:sp>
            <p:nvSpPr>
              <p:cNvPr id="53865" name="Line 1025"/>
              <p:cNvSpPr>
                <a:spLocks noChangeShapeType="1"/>
              </p:cNvSpPr>
              <p:nvPr/>
            </p:nvSpPr>
            <p:spPr bwMode="auto">
              <a:xfrm flipV="1">
                <a:off x="2878" y="2307"/>
                <a:ext cx="72" cy="48"/>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866" name="Line 1026"/>
              <p:cNvSpPr>
                <a:spLocks noChangeShapeType="1"/>
              </p:cNvSpPr>
              <p:nvPr/>
            </p:nvSpPr>
            <p:spPr bwMode="auto">
              <a:xfrm flipV="1">
                <a:off x="2975" y="2245"/>
                <a:ext cx="70" cy="46"/>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867" name="Line 1027"/>
              <p:cNvSpPr>
                <a:spLocks noChangeShapeType="1"/>
              </p:cNvSpPr>
              <p:nvPr/>
            </p:nvSpPr>
            <p:spPr bwMode="auto">
              <a:xfrm flipV="1">
                <a:off x="3062" y="2180"/>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868" name="Line 1028"/>
              <p:cNvSpPr>
                <a:spLocks noChangeShapeType="1"/>
              </p:cNvSpPr>
              <p:nvPr/>
            </p:nvSpPr>
            <p:spPr bwMode="auto">
              <a:xfrm flipV="1">
                <a:off x="3157" y="2141"/>
                <a:ext cx="40" cy="3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3668" name="Group 1029"/>
            <p:cNvGrpSpPr>
              <a:grpSpLocks/>
            </p:cNvGrpSpPr>
            <p:nvPr/>
          </p:nvGrpSpPr>
          <p:grpSpPr bwMode="auto">
            <a:xfrm>
              <a:off x="2415" y="2068"/>
              <a:ext cx="431" cy="279"/>
              <a:chOff x="2415" y="2068"/>
              <a:chExt cx="431" cy="279"/>
            </a:xfrm>
          </p:grpSpPr>
          <p:sp>
            <p:nvSpPr>
              <p:cNvPr id="53859" name="Freeform 1030"/>
              <p:cNvSpPr>
                <a:spLocks/>
              </p:cNvSpPr>
              <p:nvPr/>
            </p:nvSpPr>
            <p:spPr bwMode="auto">
              <a:xfrm>
                <a:off x="2734" y="2068"/>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0"/>
                    </a:moveTo>
                    <a:lnTo>
                      <a:pt x="32" y="88"/>
                    </a:lnTo>
                    <a:lnTo>
                      <a:pt x="16" y="64"/>
                    </a:lnTo>
                    <a:lnTo>
                      <a:pt x="0" y="40"/>
                    </a:lnTo>
                    <a:lnTo>
                      <a:pt x="112" y="0"/>
                    </a:lnTo>
                    <a:close/>
                  </a:path>
                </a:pathLst>
              </a:custGeom>
              <a:solidFill>
                <a:srgbClr val="808080"/>
              </a:solidFill>
              <a:ln w="9525">
                <a:solidFill>
                  <a:srgbClr val="808080"/>
                </a:solidFill>
                <a:round/>
                <a:headEnd/>
                <a:tailEnd/>
              </a:ln>
            </p:spPr>
            <p:txBody>
              <a:bodyPr/>
              <a:lstStyle/>
              <a:p>
                <a:endParaRPr lang="en-US"/>
              </a:p>
            </p:txBody>
          </p:sp>
          <p:sp>
            <p:nvSpPr>
              <p:cNvPr id="53860" name="Line 1031"/>
              <p:cNvSpPr>
                <a:spLocks noChangeShapeType="1"/>
              </p:cNvSpPr>
              <p:nvPr/>
            </p:nvSpPr>
            <p:spPr bwMode="auto">
              <a:xfrm flipV="1">
                <a:off x="2415" y="2299"/>
                <a:ext cx="72" cy="48"/>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861" name="Line 1032"/>
              <p:cNvSpPr>
                <a:spLocks noChangeShapeType="1"/>
              </p:cNvSpPr>
              <p:nvPr/>
            </p:nvSpPr>
            <p:spPr bwMode="auto">
              <a:xfrm flipV="1">
                <a:off x="2512" y="2237"/>
                <a:ext cx="70" cy="46"/>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862" name="Line 1033"/>
              <p:cNvSpPr>
                <a:spLocks noChangeShapeType="1"/>
              </p:cNvSpPr>
              <p:nvPr/>
            </p:nvSpPr>
            <p:spPr bwMode="auto">
              <a:xfrm flipV="1">
                <a:off x="2599" y="2180"/>
                <a:ext cx="79"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863" name="Line 1034"/>
              <p:cNvSpPr>
                <a:spLocks noChangeShapeType="1"/>
              </p:cNvSpPr>
              <p:nvPr/>
            </p:nvSpPr>
            <p:spPr bwMode="auto">
              <a:xfrm flipV="1">
                <a:off x="2694" y="2132"/>
                <a:ext cx="56" cy="32"/>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3669" name="Group 1035"/>
            <p:cNvGrpSpPr>
              <a:grpSpLocks/>
            </p:cNvGrpSpPr>
            <p:nvPr/>
          </p:nvGrpSpPr>
          <p:grpSpPr bwMode="auto">
            <a:xfrm>
              <a:off x="2399" y="2387"/>
              <a:ext cx="439" cy="582"/>
              <a:chOff x="2399" y="2387"/>
              <a:chExt cx="439" cy="582"/>
            </a:xfrm>
          </p:grpSpPr>
          <p:sp>
            <p:nvSpPr>
              <p:cNvPr id="53852" name="Freeform 1036"/>
              <p:cNvSpPr>
                <a:spLocks/>
              </p:cNvSpPr>
              <p:nvPr/>
            </p:nvSpPr>
            <p:spPr bwMode="auto">
              <a:xfrm>
                <a:off x="2750" y="2387"/>
                <a:ext cx="88" cy="104"/>
              </a:xfrm>
              <a:custGeom>
                <a:avLst/>
                <a:gdLst>
                  <a:gd name="T0" fmla="*/ 88 w 88"/>
                  <a:gd name="T1" fmla="*/ 0 h 104"/>
                  <a:gd name="T2" fmla="*/ 40 w 88"/>
                  <a:gd name="T3" fmla="*/ 104 h 104"/>
                  <a:gd name="T4" fmla="*/ 24 w 88"/>
                  <a:gd name="T5" fmla="*/ 88 h 104"/>
                  <a:gd name="T6" fmla="*/ 0 w 88"/>
                  <a:gd name="T7" fmla="*/ 72 h 104"/>
                  <a:gd name="T8" fmla="*/ 88 w 88"/>
                  <a:gd name="T9" fmla="*/ 0 h 10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8" h="104">
                    <a:moveTo>
                      <a:pt x="88" y="0"/>
                    </a:moveTo>
                    <a:lnTo>
                      <a:pt x="40" y="104"/>
                    </a:lnTo>
                    <a:lnTo>
                      <a:pt x="24" y="88"/>
                    </a:lnTo>
                    <a:lnTo>
                      <a:pt x="0" y="72"/>
                    </a:lnTo>
                    <a:lnTo>
                      <a:pt x="88" y="0"/>
                    </a:lnTo>
                    <a:close/>
                  </a:path>
                </a:pathLst>
              </a:custGeom>
              <a:solidFill>
                <a:srgbClr val="808080"/>
              </a:solidFill>
              <a:ln w="9525">
                <a:solidFill>
                  <a:srgbClr val="808080"/>
                </a:solidFill>
                <a:round/>
                <a:headEnd/>
                <a:tailEnd/>
              </a:ln>
            </p:spPr>
            <p:txBody>
              <a:bodyPr/>
              <a:lstStyle/>
              <a:p>
                <a:endParaRPr lang="en-US"/>
              </a:p>
            </p:txBody>
          </p:sp>
          <p:sp>
            <p:nvSpPr>
              <p:cNvPr id="53853" name="Line 1037"/>
              <p:cNvSpPr>
                <a:spLocks noChangeShapeType="1"/>
              </p:cNvSpPr>
              <p:nvPr/>
            </p:nvSpPr>
            <p:spPr bwMode="auto">
              <a:xfrm flipV="1">
                <a:off x="2399" y="2898"/>
                <a:ext cx="56" cy="7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854" name="Line 1038"/>
              <p:cNvSpPr>
                <a:spLocks noChangeShapeType="1"/>
              </p:cNvSpPr>
              <p:nvPr/>
            </p:nvSpPr>
            <p:spPr bwMode="auto">
              <a:xfrm flipV="1">
                <a:off x="2463" y="2811"/>
                <a:ext cx="55" cy="70"/>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855" name="Line 1039"/>
              <p:cNvSpPr>
                <a:spLocks noChangeShapeType="1"/>
              </p:cNvSpPr>
              <p:nvPr/>
            </p:nvSpPr>
            <p:spPr bwMode="auto">
              <a:xfrm flipV="1">
                <a:off x="2535" y="2724"/>
                <a:ext cx="47" cy="70"/>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856" name="Line 1040"/>
              <p:cNvSpPr>
                <a:spLocks noChangeShapeType="1"/>
              </p:cNvSpPr>
              <p:nvPr/>
            </p:nvSpPr>
            <p:spPr bwMode="auto">
              <a:xfrm flipV="1">
                <a:off x="2598" y="2634"/>
                <a:ext cx="56" cy="64"/>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857" name="Line 1041"/>
              <p:cNvSpPr>
                <a:spLocks noChangeShapeType="1"/>
              </p:cNvSpPr>
              <p:nvPr/>
            </p:nvSpPr>
            <p:spPr bwMode="auto">
              <a:xfrm flipV="1">
                <a:off x="2670" y="2539"/>
                <a:ext cx="48" cy="7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858" name="Line 1042"/>
              <p:cNvSpPr>
                <a:spLocks noChangeShapeType="1"/>
              </p:cNvSpPr>
              <p:nvPr/>
            </p:nvSpPr>
            <p:spPr bwMode="auto">
              <a:xfrm flipV="1">
                <a:off x="2734" y="2476"/>
                <a:ext cx="40"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3670" name="Group 1043"/>
            <p:cNvGrpSpPr>
              <a:grpSpLocks/>
            </p:cNvGrpSpPr>
            <p:nvPr/>
          </p:nvGrpSpPr>
          <p:grpSpPr bwMode="auto">
            <a:xfrm>
              <a:off x="1498" y="3296"/>
              <a:ext cx="406" cy="287"/>
              <a:chOff x="1498" y="3296"/>
              <a:chExt cx="406" cy="287"/>
            </a:xfrm>
          </p:grpSpPr>
          <p:sp>
            <p:nvSpPr>
              <p:cNvPr id="53847" name="Freeform 1044"/>
              <p:cNvSpPr>
                <a:spLocks/>
              </p:cNvSpPr>
              <p:nvPr/>
            </p:nvSpPr>
            <p:spPr bwMode="auto">
              <a:xfrm>
                <a:off x="1792" y="3296"/>
                <a:ext cx="112" cy="88"/>
              </a:xfrm>
              <a:custGeom>
                <a:avLst/>
                <a:gdLst>
                  <a:gd name="T0" fmla="*/ 112 w 112"/>
                  <a:gd name="T1" fmla="*/ 0 h 88"/>
                  <a:gd name="T2" fmla="*/ 40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0"/>
                    </a:moveTo>
                    <a:lnTo>
                      <a:pt x="40" y="88"/>
                    </a:lnTo>
                    <a:lnTo>
                      <a:pt x="16" y="64"/>
                    </a:lnTo>
                    <a:lnTo>
                      <a:pt x="0" y="40"/>
                    </a:lnTo>
                    <a:lnTo>
                      <a:pt x="112" y="0"/>
                    </a:lnTo>
                    <a:close/>
                  </a:path>
                </a:pathLst>
              </a:custGeom>
              <a:solidFill>
                <a:srgbClr val="808080"/>
              </a:solidFill>
              <a:ln w="9525">
                <a:solidFill>
                  <a:srgbClr val="808080"/>
                </a:solidFill>
                <a:round/>
                <a:headEnd/>
                <a:tailEnd/>
              </a:ln>
            </p:spPr>
            <p:txBody>
              <a:bodyPr/>
              <a:lstStyle/>
              <a:p>
                <a:endParaRPr lang="en-US"/>
              </a:p>
            </p:txBody>
          </p:sp>
          <p:sp>
            <p:nvSpPr>
              <p:cNvPr id="53848" name="Line 1045"/>
              <p:cNvSpPr>
                <a:spLocks noChangeShapeType="1"/>
              </p:cNvSpPr>
              <p:nvPr/>
            </p:nvSpPr>
            <p:spPr bwMode="auto">
              <a:xfrm flipV="1">
                <a:off x="1498" y="3537"/>
                <a:ext cx="70" cy="46"/>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849" name="Line 1046"/>
              <p:cNvSpPr>
                <a:spLocks noChangeShapeType="1"/>
              </p:cNvSpPr>
              <p:nvPr/>
            </p:nvSpPr>
            <p:spPr bwMode="auto">
              <a:xfrm flipV="1">
                <a:off x="1584" y="3473"/>
                <a:ext cx="72"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850" name="Line 1047"/>
              <p:cNvSpPr>
                <a:spLocks noChangeShapeType="1"/>
              </p:cNvSpPr>
              <p:nvPr/>
            </p:nvSpPr>
            <p:spPr bwMode="auto">
              <a:xfrm flipV="1">
                <a:off x="1680" y="3408"/>
                <a:ext cx="72" cy="48"/>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851" name="Line 1048"/>
              <p:cNvSpPr>
                <a:spLocks noChangeShapeType="1"/>
              </p:cNvSpPr>
              <p:nvPr/>
            </p:nvSpPr>
            <p:spPr bwMode="auto">
              <a:xfrm flipV="1">
                <a:off x="1768" y="3360"/>
                <a:ext cx="40" cy="32"/>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3671" name="Group 1049"/>
            <p:cNvGrpSpPr>
              <a:grpSpLocks/>
            </p:cNvGrpSpPr>
            <p:nvPr/>
          </p:nvGrpSpPr>
          <p:grpSpPr bwMode="auto">
            <a:xfrm>
              <a:off x="1489" y="2690"/>
              <a:ext cx="423" cy="279"/>
              <a:chOff x="1489" y="2690"/>
              <a:chExt cx="423" cy="279"/>
            </a:xfrm>
          </p:grpSpPr>
          <p:sp>
            <p:nvSpPr>
              <p:cNvPr id="53842" name="Freeform 1050"/>
              <p:cNvSpPr>
                <a:spLocks/>
              </p:cNvSpPr>
              <p:nvPr/>
            </p:nvSpPr>
            <p:spPr bwMode="auto">
              <a:xfrm>
                <a:off x="1800" y="2690"/>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0"/>
                    </a:moveTo>
                    <a:lnTo>
                      <a:pt x="32" y="88"/>
                    </a:lnTo>
                    <a:lnTo>
                      <a:pt x="16" y="64"/>
                    </a:lnTo>
                    <a:lnTo>
                      <a:pt x="0" y="40"/>
                    </a:lnTo>
                    <a:lnTo>
                      <a:pt x="112" y="0"/>
                    </a:lnTo>
                    <a:close/>
                  </a:path>
                </a:pathLst>
              </a:custGeom>
              <a:solidFill>
                <a:srgbClr val="808080"/>
              </a:solidFill>
              <a:ln w="9525">
                <a:solidFill>
                  <a:srgbClr val="808080"/>
                </a:solidFill>
                <a:round/>
                <a:headEnd/>
                <a:tailEnd/>
              </a:ln>
            </p:spPr>
            <p:txBody>
              <a:bodyPr/>
              <a:lstStyle/>
              <a:p>
                <a:endParaRPr lang="en-US"/>
              </a:p>
            </p:txBody>
          </p:sp>
          <p:sp>
            <p:nvSpPr>
              <p:cNvPr id="53843" name="Line 1051"/>
              <p:cNvSpPr>
                <a:spLocks noChangeShapeType="1"/>
              </p:cNvSpPr>
              <p:nvPr/>
            </p:nvSpPr>
            <p:spPr bwMode="auto">
              <a:xfrm flipV="1">
                <a:off x="1489" y="2922"/>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844" name="Line 1052"/>
              <p:cNvSpPr>
                <a:spLocks noChangeShapeType="1"/>
              </p:cNvSpPr>
              <p:nvPr/>
            </p:nvSpPr>
            <p:spPr bwMode="auto">
              <a:xfrm flipV="1">
                <a:off x="1585" y="2858"/>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845" name="Line 1053"/>
              <p:cNvSpPr>
                <a:spLocks noChangeShapeType="1"/>
              </p:cNvSpPr>
              <p:nvPr/>
            </p:nvSpPr>
            <p:spPr bwMode="auto">
              <a:xfrm flipV="1">
                <a:off x="1672" y="2803"/>
                <a:ext cx="80"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846" name="Line 1054"/>
              <p:cNvSpPr>
                <a:spLocks noChangeShapeType="1"/>
              </p:cNvSpPr>
              <p:nvPr/>
            </p:nvSpPr>
            <p:spPr bwMode="auto">
              <a:xfrm flipV="1">
                <a:off x="1768" y="2754"/>
                <a:ext cx="48" cy="32"/>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3672" name="Group 1055"/>
            <p:cNvGrpSpPr>
              <a:grpSpLocks/>
            </p:cNvGrpSpPr>
            <p:nvPr/>
          </p:nvGrpSpPr>
          <p:grpSpPr bwMode="auto">
            <a:xfrm>
              <a:off x="1490" y="2993"/>
              <a:ext cx="414" cy="271"/>
              <a:chOff x="1490" y="2993"/>
              <a:chExt cx="414" cy="271"/>
            </a:xfrm>
          </p:grpSpPr>
          <p:sp>
            <p:nvSpPr>
              <p:cNvPr id="53837" name="Freeform 1056"/>
              <p:cNvSpPr>
                <a:spLocks/>
              </p:cNvSpPr>
              <p:nvPr/>
            </p:nvSpPr>
            <p:spPr bwMode="auto">
              <a:xfrm>
                <a:off x="1792" y="2993"/>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0"/>
                    </a:moveTo>
                    <a:lnTo>
                      <a:pt x="32" y="88"/>
                    </a:lnTo>
                    <a:lnTo>
                      <a:pt x="16" y="64"/>
                    </a:lnTo>
                    <a:lnTo>
                      <a:pt x="0" y="40"/>
                    </a:lnTo>
                    <a:lnTo>
                      <a:pt x="112" y="0"/>
                    </a:lnTo>
                    <a:close/>
                  </a:path>
                </a:pathLst>
              </a:custGeom>
              <a:solidFill>
                <a:srgbClr val="808080"/>
              </a:solidFill>
              <a:ln w="9525">
                <a:solidFill>
                  <a:srgbClr val="808080"/>
                </a:solidFill>
                <a:round/>
                <a:headEnd/>
                <a:tailEnd/>
              </a:ln>
            </p:spPr>
            <p:txBody>
              <a:bodyPr/>
              <a:lstStyle/>
              <a:p>
                <a:endParaRPr lang="en-US"/>
              </a:p>
            </p:txBody>
          </p:sp>
          <p:sp>
            <p:nvSpPr>
              <p:cNvPr id="53838" name="Line 1057"/>
              <p:cNvSpPr>
                <a:spLocks noChangeShapeType="1"/>
              </p:cNvSpPr>
              <p:nvPr/>
            </p:nvSpPr>
            <p:spPr bwMode="auto">
              <a:xfrm flipV="1">
                <a:off x="1490" y="3218"/>
                <a:ext cx="70" cy="46"/>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839" name="Line 1058"/>
              <p:cNvSpPr>
                <a:spLocks noChangeShapeType="1"/>
              </p:cNvSpPr>
              <p:nvPr/>
            </p:nvSpPr>
            <p:spPr bwMode="auto">
              <a:xfrm flipV="1">
                <a:off x="1584" y="3154"/>
                <a:ext cx="72"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840" name="Line 1059"/>
              <p:cNvSpPr>
                <a:spLocks noChangeShapeType="1"/>
              </p:cNvSpPr>
              <p:nvPr/>
            </p:nvSpPr>
            <p:spPr bwMode="auto">
              <a:xfrm flipV="1">
                <a:off x="1672" y="3097"/>
                <a:ext cx="80" cy="48"/>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841" name="Line 1060"/>
              <p:cNvSpPr>
                <a:spLocks noChangeShapeType="1"/>
              </p:cNvSpPr>
              <p:nvPr/>
            </p:nvSpPr>
            <p:spPr bwMode="auto">
              <a:xfrm flipV="1">
                <a:off x="1768" y="3057"/>
                <a:ext cx="40" cy="24"/>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3673" name="Group 1061"/>
            <p:cNvGrpSpPr>
              <a:grpSpLocks/>
            </p:cNvGrpSpPr>
            <p:nvPr/>
          </p:nvGrpSpPr>
          <p:grpSpPr bwMode="auto">
            <a:xfrm>
              <a:off x="1936" y="2993"/>
              <a:ext cx="439" cy="582"/>
              <a:chOff x="1936" y="2993"/>
              <a:chExt cx="439" cy="582"/>
            </a:xfrm>
          </p:grpSpPr>
          <p:sp>
            <p:nvSpPr>
              <p:cNvPr id="53830" name="Freeform 1062"/>
              <p:cNvSpPr>
                <a:spLocks/>
              </p:cNvSpPr>
              <p:nvPr/>
            </p:nvSpPr>
            <p:spPr bwMode="auto">
              <a:xfrm>
                <a:off x="2287" y="3472"/>
                <a:ext cx="88" cy="103"/>
              </a:xfrm>
              <a:custGeom>
                <a:avLst/>
                <a:gdLst>
                  <a:gd name="T0" fmla="*/ 88 w 88"/>
                  <a:gd name="T1" fmla="*/ 103 h 103"/>
                  <a:gd name="T2" fmla="*/ 0 w 88"/>
                  <a:gd name="T3" fmla="*/ 32 h 103"/>
                  <a:gd name="T4" fmla="*/ 24 w 88"/>
                  <a:gd name="T5" fmla="*/ 16 h 103"/>
                  <a:gd name="T6" fmla="*/ 40 w 88"/>
                  <a:gd name="T7" fmla="*/ 0 h 103"/>
                  <a:gd name="T8" fmla="*/ 88 w 88"/>
                  <a:gd name="T9" fmla="*/ 103 h 10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8" h="103">
                    <a:moveTo>
                      <a:pt x="88" y="103"/>
                    </a:moveTo>
                    <a:lnTo>
                      <a:pt x="0" y="32"/>
                    </a:lnTo>
                    <a:lnTo>
                      <a:pt x="24" y="16"/>
                    </a:lnTo>
                    <a:lnTo>
                      <a:pt x="40" y="0"/>
                    </a:lnTo>
                    <a:lnTo>
                      <a:pt x="88" y="103"/>
                    </a:lnTo>
                    <a:close/>
                  </a:path>
                </a:pathLst>
              </a:custGeom>
              <a:solidFill>
                <a:srgbClr val="808080"/>
              </a:solidFill>
              <a:ln w="9525">
                <a:solidFill>
                  <a:srgbClr val="808080"/>
                </a:solidFill>
                <a:round/>
                <a:headEnd/>
                <a:tailEnd/>
              </a:ln>
            </p:spPr>
            <p:txBody>
              <a:bodyPr/>
              <a:lstStyle/>
              <a:p>
                <a:endParaRPr lang="en-US"/>
              </a:p>
            </p:txBody>
          </p:sp>
          <p:sp>
            <p:nvSpPr>
              <p:cNvPr id="53831" name="Line 1063"/>
              <p:cNvSpPr>
                <a:spLocks noChangeShapeType="1"/>
              </p:cNvSpPr>
              <p:nvPr/>
            </p:nvSpPr>
            <p:spPr bwMode="auto">
              <a:xfrm>
                <a:off x="1936" y="2993"/>
                <a:ext cx="56" cy="72"/>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832" name="Line 1064"/>
              <p:cNvSpPr>
                <a:spLocks noChangeShapeType="1"/>
              </p:cNvSpPr>
              <p:nvPr/>
            </p:nvSpPr>
            <p:spPr bwMode="auto">
              <a:xfrm>
                <a:off x="2000" y="3081"/>
                <a:ext cx="55" cy="70"/>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833" name="Line 1065"/>
              <p:cNvSpPr>
                <a:spLocks noChangeShapeType="1"/>
              </p:cNvSpPr>
              <p:nvPr/>
            </p:nvSpPr>
            <p:spPr bwMode="auto">
              <a:xfrm>
                <a:off x="2071" y="3169"/>
                <a:ext cx="48" cy="7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834" name="Line 1066"/>
              <p:cNvSpPr>
                <a:spLocks noChangeShapeType="1"/>
              </p:cNvSpPr>
              <p:nvPr/>
            </p:nvSpPr>
            <p:spPr bwMode="auto">
              <a:xfrm>
                <a:off x="2135" y="3264"/>
                <a:ext cx="56" cy="63"/>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835" name="Line 1067"/>
              <p:cNvSpPr>
                <a:spLocks noChangeShapeType="1"/>
              </p:cNvSpPr>
              <p:nvPr/>
            </p:nvSpPr>
            <p:spPr bwMode="auto">
              <a:xfrm>
                <a:off x="2207" y="3352"/>
                <a:ext cx="48" cy="72"/>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836" name="Line 1068"/>
              <p:cNvSpPr>
                <a:spLocks noChangeShapeType="1"/>
              </p:cNvSpPr>
              <p:nvPr/>
            </p:nvSpPr>
            <p:spPr bwMode="auto">
              <a:xfrm>
                <a:off x="2271" y="3440"/>
                <a:ext cx="40" cy="48"/>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3674" name="Group 1069"/>
            <p:cNvGrpSpPr>
              <a:grpSpLocks/>
            </p:cNvGrpSpPr>
            <p:nvPr/>
          </p:nvGrpSpPr>
          <p:grpSpPr bwMode="auto">
            <a:xfrm>
              <a:off x="1944" y="2690"/>
              <a:ext cx="447" cy="279"/>
              <a:chOff x="1944" y="2690"/>
              <a:chExt cx="447" cy="279"/>
            </a:xfrm>
          </p:grpSpPr>
          <p:sp>
            <p:nvSpPr>
              <p:cNvPr id="53825" name="Freeform 1070"/>
              <p:cNvSpPr>
                <a:spLocks/>
              </p:cNvSpPr>
              <p:nvPr/>
            </p:nvSpPr>
            <p:spPr bwMode="auto">
              <a:xfrm>
                <a:off x="2279" y="2889"/>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0">
                    <a:moveTo>
                      <a:pt x="112" y="80"/>
                    </a:moveTo>
                    <a:lnTo>
                      <a:pt x="0" y="48"/>
                    </a:lnTo>
                    <a:lnTo>
                      <a:pt x="16" y="24"/>
                    </a:lnTo>
                    <a:lnTo>
                      <a:pt x="32" y="0"/>
                    </a:lnTo>
                    <a:lnTo>
                      <a:pt x="112" y="80"/>
                    </a:lnTo>
                    <a:close/>
                  </a:path>
                </a:pathLst>
              </a:custGeom>
              <a:solidFill>
                <a:srgbClr val="808080"/>
              </a:solidFill>
              <a:ln w="9525">
                <a:solidFill>
                  <a:srgbClr val="808080"/>
                </a:solidFill>
                <a:round/>
                <a:headEnd/>
                <a:tailEnd/>
              </a:ln>
            </p:spPr>
            <p:txBody>
              <a:bodyPr/>
              <a:lstStyle/>
              <a:p>
                <a:endParaRPr lang="en-US"/>
              </a:p>
            </p:txBody>
          </p:sp>
          <p:sp>
            <p:nvSpPr>
              <p:cNvPr id="53826" name="Line 1071"/>
              <p:cNvSpPr>
                <a:spLocks noChangeShapeType="1"/>
              </p:cNvSpPr>
              <p:nvPr/>
            </p:nvSpPr>
            <p:spPr bwMode="auto">
              <a:xfrm>
                <a:off x="1944" y="2690"/>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827" name="Line 1072"/>
              <p:cNvSpPr>
                <a:spLocks noChangeShapeType="1"/>
              </p:cNvSpPr>
              <p:nvPr/>
            </p:nvSpPr>
            <p:spPr bwMode="auto">
              <a:xfrm>
                <a:off x="2040" y="2746"/>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828" name="Line 1073"/>
              <p:cNvSpPr>
                <a:spLocks noChangeShapeType="1"/>
              </p:cNvSpPr>
              <p:nvPr/>
            </p:nvSpPr>
            <p:spPr bwMode="auto">
              <a:xfrm>
                <a:off x="2136" y="2810"/>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829" name="Line 1074"/>
              <p:cNvSpPr>
                <a:spLocks noChangeShapeType="1"/>
              </p:cNvSpPr>
              <p:nvPr/>
            </p:nvSpPr>
            <p:spPr bwMode="auto">
              <a:xfrm>
                <a:off x="2232" y="2866"/>
                <a:ext cx="63" cy="46"/>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3675" name="Group 1075"/>
            <p:cNvGrpSpPr>
              <a:grpSpLocks/>
            </p:cNvGrpSpPr>
            <p:nvPr/>
          </p:nvGrpSpPr>
          <p:grpSpPr bwMode="auto">
            <a:xfrm>
              <a:off x="2407" y="3001"/>
              <a:ext cx="423" cy="271"/>
              <a:chOff x="2407" y="3001"/>
              <a:chExt cx="423" cy="271"/>
            </a:xfrm>
          </p:grpSpPr>
          <p:sp>
            <p:nvSpPr>
              <p:cNvPr id="53820" name="Freeform 1076"/>
              <p:cNvSpPr>
                <a:spLocks/>
              </p:cNvSpPr>
              <p:nvPr/>
            </p:nvSpPr>
            <p:spPr bwMode="auto">
              <a:xfrm>
                <a:off x="2718" y="3185"/>
                <a:ext cx="112" cy="87"/>
              </a:xfrm>
              <a:custGeom>
                <a:avLst/>
                <a:gdLst>
                  <a:gd name="T0" fmla="*/ 112 w 112"/>
                  <a:gd name="T1" fmla="*/ 87 h 87"/>
                  <a:gd name="T2" fmla="*/ 0 w 112"/>
                  <a:gd name="T3" fmla="*/ 47 h 87"/>
                  <a:gd name="T4" fmla="*/ 16 w 112"/>
                  <a:gd name="T5" fmla="*/ 23 h 87"/>
                  <a:gd name="T6" fmla="*/ 32 w 112"/>
                  <a:gd name="T7" fmla="*/ 0 h 87"/>
                  <a:gd name="T8" fmla="*/ 112 w 112"/>
                  <a:gd name="T9" fmla="*/ 87 h 8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7">
                    <a:moveTo>
                      <a:pt x="112" y="87"/>
                    </a:moveTo>
                    <a:lnTo>
                      <a:pt x="0" y="47"/>
                    </a:lnTo>
                    <a:lnTo>
                      <a:pt x="16" y="23"/>
                    </a:lnTo>
                    <a:lnTo>
                      <a:pt x="32" y="0"/>
                    </a:lnTo>
                    <a:lnTo>
                      <a:pt x="112" y="87"/>
                    </a:lnTo>
                    <a:close/>
                  </a:path>
                </a:pathLst>
              </a:custGeom>
              <a:solidFill>
                <a:srgbClr val="808080"/>
              </a:solidFill>
              <a:ln w="9525">
                <a:solidFill>
                  <a:srgbClr val="808080"/>
                </a:solidFill>
                <a:round/>
                <a:headEnd/>
                <a:tailEnd/>
              </a:ln>
            </p:spPr>
            <p:txBody>
              <a:bodyPr/>
              <a:lstStyle/>
              <a:p>
                <a:endParaRPr lang="en-US"/>
              </a:p>
            </p:txBody>
          </p:sp>
          <p:sp>
            <p:nvSpPr>
              <p:cNvPr id="53821" name="Line 1077"/>
              <p:cNvSpPr>
                <a:spLocks noChangeShapeType="1"/>
              </p:cNvSpPr>
              <p:nvPr/>
            </p:nvSpPr>
            <p:spPr bwMode="auto">
              <a:xfrm>
                <a:off x="2407" y="3001"/>
                <a:ext cx="72" cy="48"/>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822" name="Line 1078"/>
              <p:cNvSpPr>
                <a:spLocks noChangeShapeType="1"/>
              </p:cNvSpPr>
              <p:nvPr/>
            </p:nvSpPr>
            <p:spPr bwMode="auto">
              <a:xfrm>
                <a:off x="2503" y="3065"/>
                <a:ext cx="71" cy="39"/>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823" name="Line 1079"/>
              <p:cNvSpPr>
                <a:spLocks noChangeShapeType="1"/>
              </p:cNvSpPr>
              <p:nvPr/>
            </p:nvSpPr>
            <p:spPr bwMode="auto">
              <a:xfrm>
                <a:off x="2599" y="3121"/>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824" name="Line 1080"/>
              <p:cNvSpPr>
                <a:spLocks noChangeShapeType="1"/>
              </p:cNvSpPr>
              <p:nvPr/>
            </p:nvSpPr>
            <p:spPr bwMode="auto">
              <a:xfrm>
                <a:off x="2688" y="3185"/>
                <a:ext cx="46" cy="22"/>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3676" name="Group 1081"/>
            <p:cNvGrpSpPr>
              <a:grpSpLocks/>
            </p:cNvGrpSpPr>
            <p:nvPr/>
          </p:nvGrpSpPr>
          <p:grpSpPr bwMode="auto">
            <a:xfrm>
              <a:off x="2854" y="3296"/>
              <a:ext cx="439" cy="279"/>
              <a:chOff x="2854" y="3296"/>
              <a:chExt cx="439" cy="279"/>
            </a:xfrm>
          </p:grpSpPr>
          <p:sp>
            <p:nvSpPr>
              <p:cNvPr id="53815" name="Freeform 1082"/>
              <p:cNvSpPr>
                <a:spLocks/>
              </p:cNvSpPr>
              <p:nvPr/>
            </p:nvSpPr>
            <p:spPr bwMode="auto">
              <a:xfrm>
                <a:off x="3181" y="3488"/>
                <a:ext cx="112" cy="87"/>
              </a:xfrm>
              <a:custGeom>
                <a:avLst/>
                <a:gdLst>
                  <a:gd name="T0" fmla="*/ 112 w 112"/>
                  <a:gd name="T1" fmla="*/ 87 h 87"/>
                  <a:gd name="T2" fmla="*/ 0 w 112"/>
                  <a:gd name="T3" fmla="*/ 48 h 87"/>
                  <a:gd name="T4" fmla="*/ 16 w 112"/>
                  <a:gd name="T5" fmla="*/ 24 h 87"/>
                  <a:gd name="T6" fmla="*/ 32 w 112"/>
                  <a:gd name="T7" fmla="*/ 0 h 87"/>
                  <a:gd name="T8" fmla="*/ 112 w 112"/>
                  <a:gd name="T9" fmla="*/ 87 h 8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7">
                    <a:moveTo>
                      <a:pt x="112" y="87"/>
                    </a:moveTo>
                    <a:lnTo>
                      <a:pt x="0" y="48"/>
                    </a:lnTo>
                    <a:lnTo>
                      <a:pt x="16" y="24"/>
                    </a:lnTo>
                    <a:lnTo>
                      <a:pt x="32" y="0"/>
                    </a:lnTo>
                    <a:lnTo>
                      <a:pt x="112" y="87"/>
                    </a:lnTo>
                    <a:close/>
                  </a:path>
                </a:pathLst>
              </a:custGeom>
              <a:solidFill>
                <a:srgbClr val="808080"/>
              </a:solidFill>
              <a:ln w="9525">
                <a:solidFill>
                  <a:srgbClr val="808080"/>
                </a:solidFill>
                <a:round/>
                <a:headEnd/>
                <a:tailEnd/>
              </a:ln>
            </p:spPr>
            <p:txBody>
              <a:bodyPr/>
              <a:lstStyle/>
              <a:p>
                <a:endParaRPr lang="en-US"/>
              </a:p>
            </p:txBody>
          </p:sp>
          <p:sp>
            <p:nvSpPr>
              <p:cNvPr id="53816" name="Line 1083"/>
              <p:cNvSpPr>
                <a:spLocks noChangeShapeType="1"/>
              </p:cNvSpPr>
              <p:nvPr/>
            </p:nvSpPr>
            <p:spPr bwMode="auto">
              <a:xfrm>
                <a:off x="2854" y="3296"/>
                <a:ext cx="72" cy="48"/>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817" name="Line 1084"/>
              <p:cNvSpPr>
                <a:spLocks noChangeShapeType="1"/>
              </p:cNvSpPr>
              <p:nvPr/>
            </p:nvSpPr>
            <p:spPr bwMode="auto">
              <a:xfrm>
                <a:off x="2950" y="3360"/>
                <a:ext cx="71" cy="39"/>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818" name="Line 1085"/>
              <p:cNvSpPr>
                <a:spLocks noChangeShapeType="1"/>
              </p:cNvSpPr>
              <p:nvPr/>
            </p:nvSpPr>
            <p:spPr bwMode="auto">
              <a:xfrm>
                <a:off x="3046" y="3416"/>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819" name="Line 1086"/>
              <p:cNvSpPr>
                <a:spLocks noChangeShapeType="1"/>
              </p:cNvSpPr>
              <p:nvPr/>
            </p:nvSpPr>
            <p:spPr bwMode="auto">
              <a:xfrm>
                <a:off x="3135" y="3480"/>
                <a:ext cx="62" cy="30"/>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3677" name="Group 1087"/>
            <p:cNvGrpSpPr>
              <a:grpSpLocks/>
            </p:cNvGrpSpPr>
            <p:nvPr/>
          </p:nvGrpSpPr>
          <p:grpSpPr bwMode="auto">
            <a:xfrm>
              <a:off x="2863" y="3304"/>
              <a:ext cx="422" cy="279"/>
              <a:chOff x="2863" y="3304"/>
              <a:chExt cx="422" cy="279"/>
            </a:xfrm>
          </p:grpSpPr>
          <p:sp>
            <p:nvSpPr>
              <p:cNvPr id="53810" name="Freeform 1088"/>
              <p:cNvSpPr>
                <a:spLocks/>
              </p:cNvSpPr>
              <p:nvPr/>
            </p:nvSpPr>
            <p:spPr bwMode="auto">
              <a:xfrm>
                <a:off x="3173" y="3304"/>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0"/>
                    </a:moveTo>
                    <a:lnTo>
                      <a:pt x="32" y="88"/>
                    </a:lnTo>
                    <a:lnTo>
                      <a:pt x="16" y="64"/>
                    </a:lnTo>
                    <a:lnTo>
                      <a:pt x="0" y="40"/>
                    </a:lnTo>
                    <a:lnTo>
                      <a:pt x="112" y="0"/>
                    </a:lnTo>
                    <a:close/>
                  </a:path>
                </a:pathLst>
              </a:custGeom>
              <a:solidFill>
                <a:srgbClr val="808080"/>
              </a:solidFill>
              <a:ln w="9525">
                <a:solidFill>
                  <a:srgbClr val="808080"/>
                </a:solidFill>
                <a:round/>
                <a:headEnd/>
                <a:tailEnd/>
              </a:ln>
            </p:spPr>
            <p:txBody>
              <a:bodyPr/>
              <a:lstStyle/>
              <a:p>
                <a:endParaRPr lang="en-US"/>
              </a:p>
            </p:txBody>
          </p:sp>
          <p:sp>
            <p:nvSpPr>
              <p:cNvPr id="53811" name="Line 1089"/>
              <p:cNvSpPr>
                <a:spLocks noChangeShapeType="1"/>
              </p:cNvSpPr>
              <p:nvPr/>
            </p:nvSpPr>
            <p:spPr bwMode="auto">
              <a:xfrm flipV="1">
                <a:off x="2863" y="3536"/>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812" name="Line 1090"/>
              <p:cNvSpPr>
                <a:spLocks noChangeShapeType="1"/>
              </p:cNvSpPr>
              <p:nvPr/>
            </p:nvSpPr>
            <p:spPr bwMode="auto">
              <a:xfrm flipV="1">
                <a:off x="2958" y="3473"/>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813" name="Line 1091"/>
              <p:cNvSpPr>
                <a:spLocks noChangeShapeType="1"/>
              </p:cNvSpPr>
              <p:nvPr/>
            </p:nvSpPr>
            <p:spPr bwMode="auto">
              <a:xfrm flipV="1">
                <a:off x="3046" y="3417"/>
                <a:ext cx="79"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814" name="Line 1092"/>
              <p:cNvSpPr>
                <a:spLocks noChangeShapeType="1"/>
              </p:cNvSpPr>
              <p:nvPr/>
            </p:nvSpPr>
            <p:spPr bwMode="auto">
              <a:xfrm flipV="1">
                <a:off x="3141" y="3368"/>
                <a:ext cx="48" cy="32"/>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3678" name="Group 1093"/>
            <p:cNvGrpSpPr>
              <a:grpSpLocks/>
            </p:cNvGrpSpPr>
            <p:nvPr/>
          </p:nvGrpSpPr>
          <p:grpSpPr bwMode="auto">
            <a:xfrm>
              <a:off x="2870" y="2690"/>
              <a:ext cx="415" cy="287"/>
              <a:chOff x="2870" y="2690"/>
              <a:chExt cx="415" cy="287"/>
            </a:xfrm>
          </p:grpSpPr>
          <p:sp>
            <p:nvSpPr>
              <p:cNvPr id="53805" name="Freeform 1094"/>
              <p:cNvSpPr>
                <a:spLocks/>
              </p:cNvSpPr>
              <p:nvPr/>
            </p:nvSpPr>
            <p:spPr bwMode="auto">
              <a:xfrm>
                <a:off x="3173" y="2690"/>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0"/>
                    </a:moveTo>
                    <a:lnTo>
                      <a:pt x="32" y="88"/>
                    </a:lnTo>
                    <a:lnTo>
                      <a:pt x="16" y="64"/>
                    </a:lnTo>
                    <a:lnTo>
                      <a:pt x="0" y="40"/>
                    </a:lnTo>
                    <a:lnTo>
                      <a:pt x="112" y="0"/>
                    </a:lnTo>
                    <a:close/>
                  </a:path>
                </a:pathLst>
              </a:custGeom>
              <a:solidFill>
                <a:srgbClr val="808080"/>
              </a:solidFill>
              <a:ln w="9525">
                <a:solidFill>
                  <a:srgbClr val="808080"/>
                </a:solidFill>
                <a:round/>
                <a:headEnd/>
                <a:tailEnd/>
              </a:ln>
            </p:spPr>
            <p:txBody>
              <a:bodyPr/>
              <a:lstStyle/>
              <a:p>
                <a:endParaRPr lang="en-US"/>
              </a:p>
            </p:txBody>
          </p:sp>
          <p:sp>
            <p:nvSpPr>
              <p:cNvPr id="53806" name="Line 1095"/>
              <p:cNvSpPr>
                <a:spLocks noChangeShapeType="1"/>
              </p:cNvSpPr>
              <p:nvPr/>
            </p:nvSpPr>
            <p:spPr bwMode="auto">
              <a:xfrm flipV="1">
                <a:off x="2870" y="2929"/>
                <a:ext cx="72" cy="48"/>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807" name="Line 1096"/>
              <p:cNvSpPr>
                <a:spLocks noChangeShapeType="1"/>
              </p:cNvSpPr>
              <p:nvPr/>
            </p:nvSpPr>
            <p:spPr bwMode="auto">
              <a:xfrm flipV="1">
                <a:off x="2967" y="2867"/>
                <a:ext cx="70" cy="46"/>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808" name="Line 1097"/>
              <p:cNvSpPr>
                <a:spLocks noChangeShapeType="1"/>
              </p:cNvSpPr>
              <p:nvPr/>
            </p:nvSpPr>
            <p:spPr bwMode="auto">
              <a:xfrm flipV="1">
                <a:off x="3053" y="2803"/>
                <a:ext cx="72"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809" name="Line 1098"/>
              <p:cNvSpPr>
                <a:spLocks noChangeShapeType="1"/>
              </p:cNvSpPr>
              <p:nvPr/>
            </p:nvSpPr>
            <p:spPr bwMode="auto">
              <a:xfrm flipV="1">
                <a:off x="3149" y="2754"/>
                <a:ext cx="40" cy="32"/>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3679" name="Group 1099"/>
            <p:cNvGrpSpPr>
              <a:grpSpLocks/>
            </p:cNvGrpSpPr>
            <p:nvPr/>
          </p:nvGrpSpPr>
          <p:grpSpPr bwMode="auto">
            <a:xfrm>
              <a:off x="2878" y="2068"/>
              <a:ext cx="431" cy="287"/>
              <a:chOff x="2878" y="2068"/>
              <a:chExt cx="431" cy="287"/>
            </a:xfrm>
          </p:grpSpPr>
          <p:sp>
            <p:nvSpPr>
              <p:cNvPr id="53800" name="Freeform 1100"/>
              <p:cNvSpPr>
                <a:spLocks/>
              </p:cNvSpPr>
              <p:nvPr/>
            </p:nvSpPr>
            <p:spPr bwMode="auto">
              <a:xfrm>
                <a:off x="3197" y="2267"/>
                <a:ext cx="112" cy="88"/>
              </a:xfrm>
              <a:custGeom>
                <a:avLst/>
                <a:gdLst>
                  <a:gd name="T0" fmla="*/ 112 w 112"/>
                  <a:gd name="T1" fmla="*/ 88 h 88"/>
                  <a:gd name="T2" fmla="*/ 0 w 112"/>
                  <a:gd name="T3" fmla="*/ 48 h 88"/>
                  <a:gd name="T4" fmla="*/ 16 w 112"/>
                  <a:gd name="T5" fmla="*/ 24 h 88"/>
                  <a:gd name="T6" fmla="*/ 32 w 112"/>
                  <a:gd name="T7" fmla="*/ 0 h 88"/>
                  <a:gd name="T8" fmla="*/ 112 w 112"/>
                  <a:gd name="T9" fmla="*/ 88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88"/>
                    </a:moveTo>
                    <a:lnTo>
                      <a:pt x="0" y="48"/>
                    </a:lnTo>
                    <a:lnTo>
                      <a:pt x="16" y="24"/>
                    </a:lnTo>
                    <a:lnTo>
                      <a:pt x="32" y="0"/>
                    </a:lnTo>
                    <a:lnTo>
                      <a:pt x="112" y="88"/>
                    </a:lnTo>
                    <a:close/>
                  </a:path>
                </a:pathLst>
              </a:custGeom>
              <a:solidFill>
                <a:srgbClr val="808080"/>
              </a:solidFill>
              <a:ln w="9525">
                <a:solidFill>
                  <a:srgbClr val="808080"/>
                </a:solidFill>
                <a:round/>
                <a:headEnd/>
                <a:tailEnd/>
              </a:ln>
            </p:spPr>
            <p:txBody>
              <a:bodyPr/>
              <a:lstStyle/>
              <a:p>
                <a:endParaRPr lang="en-US"/>
              </a:p>
            </p:txBody>
          </p:sp>
          <p:sp>
            <p:nvSpPr>
              <p:cNvPr id="53801" name="Line 1101"/>
              <p:cNvSpPr>
                <a:spLocks noChangeShapeType="1"/>
              </p:cNvSpPr>
              <p:nvPr/>
            </p:nvSpPr>
            <p:spPr bwMode="auto">
              <a:xfrm>
                <a:off x="2878" y="2068"/>
                <a:ext cx="72" cy="48"/>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802" name="Line 1102"/>
              <p:cNvSpPr>
                <a:spLocks noChangeShapeType="1"/>
              </p:cNvSpPr>
              <p:nvPr/>
            </p:nvSpPr>
            <p:spPr bwMode="auto">
              <a:xfrm>
                <a:off x="2975" y="2132"/>
                <a:ext cx="70" cy="46"/>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803" name="Line 1103"/>
              <p:cNvSpPr>
                <a:spLocks noChangeShapeType="1"/>
              </p:cNvSpPr>
              <p:nvPr/>
            </p:nvSpPr>
            <p:spPr bwMode="auto">
              <a:xfrm>
                <a:off x="3062" y="2196"/>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804" name="Line 1104"/>
              <p:cNvSpPr>
                <a:spLocks noChangeShapeType="1"/>
              </p:cNvSpPr>
              <p:nvPr/>
            </p:nvSpPr>
            <p:spPr bwMode="auto">
              <a:xfrm>
                <a:off x="3157" y="2251"/>
                <a:ext cx="56" cy="40"/>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3680" name="Group 1105"/>
            <p:cNvGrpSpPr>
              <a:grpSpLocks/>
            </p:cNvGrpSpPr>
            <p:nvPr/>
          </p:nvGrpSpPr>
          <p:grpSpPr bwMode="auto">
            <a:xfrm>
              <a:off x="2415" y="2387"/>
              <a:ext cx="439" cy="271"/>
              <a:chOff x="2415" y="2387"/>
              <a:chExt cx="439" cy="271"/>
            </a:xfrm>
          </p:grpSpPr>
          <p:sp>
            <p:nvSpPr>
              <p:cNvPr id="53795" name="Freeform 1106"/>
              <p:cNvSpPr>
                <a:spLocks/>
              </p:cNvSpPr>
              <p:nvPr/>
            </p:nvSpPr>
            <p:spPr bwMode="auto">
              <a:xfrm>
                <a:off x="2742" y="2578"/>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0">
                    <a:moveTo>
                      <a:pt x="112" y="80"/>
                    </a:moveTo>
                    <a:lnTo>
                      <a:pt x="0" y="48"/>
                    </a:lnTo>
                    <a:lnTo>
                      <a:pt x="16" y="24"/>
                    </a:lnTo>
                    <a:lnTo>
                      <a:pt x="32" y="0"/>
                    </a:lnTo>
                    <a:lnTo>
                      <a:pt x="112" y="80"/>
                    </a:lnTo>
                    <a:close/>
                  </a:path>
                </a:pathLst>
              </a:custGeom>
              <a:solidFill>
                <a:srgbClr val="808080"/>
              </a:solidFill>
              <a:ln w="9525">
                <a:solidFill>
                  <a:srgbClr val="808080"/>
                </a:solidFill>
                <a:round/>
                <a:headEnd/>
                <a:tailEnd/>
              </a:ln>
            </p:spPr>
            <p:txBody>
              <a:bodyPr/>
              <a:lstStyle/>
              <a:p>
                <a:endParaRPr lang="en-US"/>
              </a:p>
            </p:txBody>
          </p:sp>
          <p:sp>
            <p:nvSpPr>
              <p:cNvPr id="53796" name="Line 1107"/>
              <p:cNvSpPr>
                <a:spLocks noChangeShapeType="1"/>
              </p:cNvSpPr>
              <p:nvPr/>
            </p:nvSpPr>
            <p:spPr bwMode="auto">
              <a:xfrm>
                <a:off x="2415" y="2387"/>
                <a:ext cx="72" cy="48"/>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797" name="Line 1108"/>
              <p:cNvSpPr>
                <a:spLocks noChangeShapeType="1"/>
              </p:cNvSpPr>
              <p:nvPr/>
            </p:nvSpPr>
            <p:spPr bwMode="auto">
              <a:xfrm>
                <a:off x="2512" y="2443"/>
                <a:ext cx="70" cy="46"/>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798" name="Line 1109"/>
              <p:cNvSpPr>
                <a:spLocks noChangeShapeType="1"/>
              </p:cNvSpPr>
              <p:nvPr/>
            </p:nvSpPr>
            <p:spPr bwMode="auto">
              <a:xfrm>
                <a:off x="2607" y="2507"/>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799" name="Line 1110"/>
              <p:cNvSpPr>
                <a:spLocks noChangeShapeType="1"/>
              </p:cNvSpPr>
              <p:nvPr/>
            </p:nvSpPr>
            <p:spPr bwMode="auto">
              <a:xfrm>
                <a:off x="2702" y="2562"/>
                <a:ext cx="56" cy="39"/>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3681" name="Group 1111"/>
            <p:cNvGrpSpPr>
              <a:grpSpLocks/>
            </p:cNvGrpSpPr>
            <p:nvPr/>
          </p:nvGrpSpPr>
          <p:grpSpPr bwMode="auto">
            <a:xfrm>
              <a:off x="1944" y="2387"/>
              <a:ext cx="439" cy="271"/>
              <a:chOff x="1944" y="2387"/>
              <a:chExt cx="439" cy="271"/>
            </a:xfrm>
          </p:grpSpPr>
          <p:sp>
            <p:nvSpPr>
              <p:cNvPr id="53790" name="Freeform 1112"/>
              <p:cNvSpPr>
                <a:spLocks/>
              </p:cNvSpPr>
              <p:nvPr/>
            </p:nvSpPr>
            <p:spPr bwMode="auto">
              <a:xfrm>
                <a:off x="2271" y="2578"/>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0">
                    <a:moveTo>
                      <a:pt x="112" y="80"/>
                    </a:moveTo>
                    <a:lnTo>
                      <a:pt x="0" y="48"/>
                    </a:lnTo>
                    <a:lnTo>
                      <a:pt x="16" y="24"/>
                    </a:lnTo>
                    <a:lnTo>
                      <a:pt x="32" y="0"/>
                    </a:lnTo>
                    <a:lnTo>
                      <a:pt x="112" y="80"/>
                    </a:lnTo>
                    <a:close/>
                  </a:path>
                </a:pathLst>
              </a:custGeom>
              <a:solidFill>
                <a:srgbClr val="808080"/>
              </a:solidFill>
              <a:ln w="9525">
                <a:solidFill>
                  <a:srgbClr val="808080"/>
                </a:solidFill>
                <a:round/>
                <a:headEnd/>
                <a:tailEnd/>
              </a:ln>
            </p:spPr>
            <p:txBody>
              <a:bodyPr/>
              <a:lstStyle/>
              <a:p>
                <a:endParaRPr lang="en-US"/>
              </a:p>
            </p:txBody>
          </p:sp>
          <p:sp>
            <p:nvSpPr>
              <p:cNvPr id="53791" name="Line 1113"/>
              <p:cNvSpPr>
                <a:spLocks noChangeShapeType="1"/>
              </p:cNvSpPr>
              <p:nvPr/>
            </p:nvSpPr>
            <p:spPr bwMode="auto">
              <a:xfrm>
                <a:off x="1944" y="2387"/>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792" name="Line 1114"/>
              <p:cNvSpPr>
                <a:spLocks noChangeShapeType="1"/>
              </p:cNvSpPr>
              <p:nvPr/>
            </p:nvSpPr>
            <p:spPr bwMode="auto">
              <a:xfrm>
                <a:off x="2040" y="2443"/>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793" name="Line 1115"/>
              <p:cNvSpPr>
                <a:spLocks noChangeShapeType="1"/>
              </p:cNvSpPr>
              <p:nvPr/>
            </p:nvSpPr>
            <p:spPr bwMode="auto">
              <a:xfrm>
                <a:off x="2136" y="2507"/>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794" name="Line 1116"/>
              <p:cNvSpPr>
                <a:spLocks noChangeShapeType="1"/>
              </p:cNvSpPr>
              <p:nvPr/>
            </p:nvSpPr>
            <p:spPr bwMode="auto">
              <a:xfrm>
                <a:off x="2231" y="2562"/>
                <a:ext cx="56" cy="39"/>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3682" name="Group 1117"/>
            <p:cNvGrpSpPr>
              <a:grpSpLocks/>
            </p:cNvGrpSpPr>
            <p:nvPr/>
          </p:nvGrpSpPr>
          <p:grpSpPr bwMode="auto">
            <a:xfrm>
              <a:off x="2399" y="3304"/>
              <a:ext cx="447" cy="279"/>
              <a:chOff x="2399" y="3304"/>
              <a:chExt cx="447" cy="279"/>
            </a:xfrm>
          </p:grpSpPr>
          <p:sp>
            <p:nvSpPr>
              <p:cNvPr id="53785" name="Freeform 1118"/>
              <p:cNvSpPr>
                <a:spLocks/>
              </p:cNvSpPr>
              <p:nvPr/>
            </p:nvSpPr>
            <p:spPr bwMode="auto">
              <a:xfrm>
                <a:off x="2734" y="3504"/>
                <a:ext cx="112" cy="79"/>
              </a:xfrm>
              <a:custGeom>
                <a:avLst/>
                <a:gdLst>
                  <a:gd name="T0" fmla="*/ 112 w 112"/>
                  <a:gd name="T1" fmla="*/ 79 h 79"/>
                  <a:gd name="T2" fmla="*/ 0 w 112"/>
                  <a:gd name="T3" fmla="*/ 47 h 79"/>
                  <a:gd name="T4" fmla="*/ 16 w 112"/>
                  <a:gd name="T5" fmla="*/ 24 h 79"/>
                  <a:gd name="T6" fmla="*/ 32 w 112"/>
                  <a:gd name="T7" fmla="*/ 0 h 79"/>
                  <a:gd name="T8" fmla="*/ 112 w 112"/>
                  <a:gd name="T9" fmla="*/ 79 h 7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79">
                    <a:moveTo>
                      <a:pt x="112" y="79"/>
                    </a:moveTo>
                    <a:lnTo>
                      <a:pt x="0" y="47"/>
                    </a:lnTo>
                    <a:lnTo>
                      <a:pt x="16" y="24"/>
                    </a:lnTo>
                    <a:lnTo>
                      <a:pt x="32" y="0"/>
                    </a:lnTo>
                    <a:lnTo>
                      <a:pt x="112" y="79"/>
                    </a:lnTo>
                    <a:close/>
                  </a:path>
                </a:pathLst>
              </a:custGeom>
              <a:solidFill>
                <a:srgbClr val="808080"/>
              </a:solidFill>
              <a:ln w="9525">
                <a:solidFill>
                  <a:srgbClr val="808080"/>
                </a:solidFill>
                <a:round/>
                <a:headEnd/>
                <a:tailEnd/>
              </a:ln>
            </p:spPr>
            <p:txBody>
              <a:bodyPr/>
              <a:lstStyle/>
              <a:p>
                <a:endParaRPr lang="en-US"/>
              </a:p>
            </p:txBody>
          </p:sp>
          <p:sp>
            <p:nvSpPr>
              <p:cNvPr id="53786" name="Line 1119"/>
              <p:cNvSpPr>
                <a:spLocks noChangeShapeType="1"/>
              </p:cNvSpPr>
              <p:nvPr/>
            </p:nvSpPr>
            <p:spPr bwMode="auto">
              <a:xfrm>
                <a:off x="2399" y="3304"/>
                <a:ext cx="72" cy="48"/>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787" name="Line 1120"/>
              <p:cNvSpPr>
                <a:spLocks noChangeShapeType="1"/>
              </p:cNvSpPr>
              <p:nvPr/>
            </p:nvSpPr>
            <p:spPr bwMode="auto">
              <a:xfrm>
                <a:off x="2495" y="3360"/>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788" name="Line 1121"/>
              <p:cNvSpPr>
                <a:spLocks noChangeShapeType="1"/>
              </p:cNvSpPr>
              <p:nvPr/>
            </p:nvSpPr>
            <p:spPr bwMode="auto">
              <a:xfrm>
                <a:off x="2590" y="3424"/>
                <a:ext cx="72" cy="48"/>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789" name="Line 1122"/>
              <p:cNvSpPr>
                <a:spLocks noChangeShapeType="1"/>
              </p:cNvSpPr>
              <p:nvPr/>
            </p:nvSpPr>
            <p:spPr bwMode="auto">
              <a:xfrm>
                <a:off x="2687" y="3480"/>
                <a:ext cx="63" cy="46"/>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3683" name="Group 1123"/>
            <p:cNvGrpSpPr>
              <a:grpSpLocks/>
            </p:cNvGrpSpPr>
            <p:nvPr/>
          </p:nvGrpSpPr>
          <p:grpSpPr bwMode="auto">
            <a:xfrm>
              <a:off x="1936" y="3304"/>
              <a:ext cx="431" cy="271"/>
              <a:chOff x="1936" y="3304"/>
              <a:chExt cx="431" cy="271"/>
            </a:xfrm>
          </p:grpSpPr>
          <p:sp>
            <p:nvSpPr>
              <p:cNvPr id="53780" name="Freeform 1124"/>
              <p:cNvSpPr>
                <a:spLocks/>
              </p:cNvSpPr>
              <p:nvPr/>
            </p:nvSpPr>
            <p:spPr bwMode="auto">
              <a:xfrm>
                <a:off x="2255" y="3496"/>
                <a:ext cx="112" cy="79"/>
              </a:xfrm>
              <a:custGeom>
                <a:avLst/>
                <a:gdLst>
                  <a:gd name="T0" fmla="*/ 112 w 112"/>
                  <a:gd name="T1" fmla="*/ 79 h 79"/>
                  <a:gd name="T2" fmla="*/ 0 w 112"/>
                  <a:gd name="T3" fmla="*/ 40 h 79"/>
                  <a:gd name="T4" fmla="*/ 16 w 112"/>
                  <a:gd name="T5" fmla="*/ 16 h 79"/>
                  <a:gd name="T6" fmla="*/ 32 w 112"/>
                  <a:gd name="T7" fmla="*/ 0 h 79"/>
                  <a:gd name="T8" fmla="*/ 112 w 112"/>
                  <a:gd name="T9" fmla="*/ 79 h 7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79">
                    <a:moveTo>
                      <a:pt x="112" y="79"/>
                    </a:moveTo>
                    <a:lnTo>
                      <a:pt x="0" y="40"/>
                    </a:lnTo>
                    <a:lnTo>
                      <a:pt x="16" y="16"/>
                    </a:lnTo>
                    <a:lnTo>
                      <a:pt x="32" y="0"/>
                    </a:lnTo>
                    <a:lnTo>
                      <a:pt x="112" y="79"/>
                    </a:lnTo>
                    <a:close/>
                  </a:path>
                </a:pathLst>
              </a:custGeom>
              <a:solidFill>
                <a:srgbClr val="808080"/>
              </a:solidFill>
              <a:ln w="9525">
                <a:solidFill>
                  <a:srgbClr val="808080"/>
                </a:solidFill>
                <a:round/>
                <a:headEnd/>
                <a:tailEnd/>
              </a:ln>
            </p:spPr>
            <p:txBody>
              <a:bodyPr/>
              <a:lstStyle/>
              <a:p>
                <a:endParaRPr lang="en-US"/>
              </a:p>
            </p:txBody>
          </p:sp>
          <p:sp>
            <p:nvSpPr>
              <p:cNvPr id="53781" name="Line 1125"/>
              <p:cNvSpPr>
                <a:spLocks noChangeShapeType="1"/>
              </p:cNvSpPr>
              <p:nvPr/>
            </p:nvSpPr>
            <p:spPr bwMode="auto">
              <a:xfrm>
                <a:off x="1936" y="3304"/>
                <a:ext cx="72" cy="48"/>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782" name="Line 1126"/>
              <p:cNvSpPr>
                <a:spLocks noChangeShapeType="1"/>
              </p:cNvSpPr>
              <p:nvPr/>
            </p:nvSpPr>
            <p:spPr bwMode="auto">
              <a:xfrm>
                <a:off x="2032" y="3360"/>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783" name="Line 1127"/>
              <p:cNvSpPr>
                <a:spLocks noChangeShapeType="1"/>
              </p:cNvSpPr>
              <p:nvPr/>
            </p:nvSpPr>
            <p:spPr bwMode="auto">
              <a:xfrm>
                <a:off x="2127" y="3424"/>
                <a:ext cx="72" cy="48"/>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784" name="Line 1128"/>
              <p:cNvSpPr>
                <a:spLocks noChangeShapeType="1"/>
              </p:cNvSpPr>
              <p:nvPr/>
            </p:nvSpPr>
            <p:spPr bwMode="auto">
              <a:xfrm>
                <a:off x="2224" y="3480"/>
                <a:ext cx="47" cy="3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3684" name="Group 1129"/>
            <p:cNvGrpSpPr>
              <a:grpSpLocks/>
            </p:cNvGrpSpPr>
            <p:nvPr/>
          </p:nvGrpSpPr>
          <p:grpSpPr bwMode="auto">
            <a:xfrm>
              <a:off x="2400" y="3304"/>
              <a:ext cx="414" cy="279"/>
              <a:chOff x="2400" y="3304"/>
              <a:chExt cx="414" cy="279"/>
            </a:xfrm>
          </p:grpSpPr>
          <p:sp>
            <p:nvSpPr>
              <p:cNvPr id="53775" name="Freeform 1130"/>
              <p:cNvSpPr>
                <a:spLocks/>
              </p:cNvSpPr>
              <p:nvPr/>
            </p:nvSpPr>
            <p:spPr bwMode="auto">
              <a:xfrm>
                <a:off x="2702" y="3304"/>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0"/>
                    </a:moveTo>
                    <a:lnTo>
                      <a:pt x="32" y="88"/>
                    </a:lnTo>
                    <a:lnTo>
                      <a:pt x="16" y="64"/>
                    </a:lnTo>
                    <a:lnTo>
                      <a:pt x="0" y="40"/>
                    </a:lnTo>
                    <a:lnTo>
                      <a:pt x="112" y="0"/>
                    </a:lnTo>
                    <a:close/>
                  </a:path>
                </a:pathLst>
              </a:custGeom>
              <a:solidFill>
                <a:srgbClr val="808080"/>
              </a:solidFill>
              <a:ln w="9525">
                <a:solidFill>
                  <a:srgbClr val="808080"/>
                </a:solidFill>
                <a:round/>
                <a:headEnd/>
                <a:tailEnd/>
              </a:ln>
            </p:spPr>
            <p:txBody>
              <a:bodyPr/>
              <a:lstStyle/>
              <a:p>
                <a:endParaRPr lang="en-US"/>
              </a:p>
            </p:txBody>
          </p:sp>
          <p:sp>
            <p:nvSpPr>
              <p:cNvPr id="53776" name="Line 1131"/>
              <p:cNvSpPr>
                <a:spLocks noChangeShapeType="1"/>
              </p:cNvSpPr>
              <p:nvPr/>
            </p:nvSpPr>
            <p:spPr bwMode="auto">
              <a:xfrm flipV="1">
                <a:off x="2400" y="3536"/>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777" name="Line 1132"/>
              <p:cNvSpPr>
                <a:spLocks noChangeShapeType="1"/>
              </p:cNvSpPr>
              <p:nvPr/>
            </p:nvSpPr>
            <p:spPr bwMode="auto">
              <a:xfrm flipV="1">
                <a:off x="2495" y="3473"/>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778" name="Line 1133"/>
              <p:cNvSpPr>
                <a:spLocks noChangeShapeType="1"/>
              </p:cNvSpPr>
              <p:nvPr/>
            </p:nvSpPr>
            <p:spPr bwMode="auto">
              <a:xfrm flipV="1">
                <a:off x="2583" y="3409"/>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779" name="Line 1134"/>
              <p:cNvSpPr>
                <a:spLocks noChangeShapeType="1"/>
              </p:cNvSpPr>
              <p:nvPr/>
            </p:nvSpPr>
            <p:spPr bwMode="auto">
              <a:xfrm flipV="1">
                <a:off x="2678" y="3368"/>
                <a:ext cx="40" cy="32"/>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3685" name="Group 1135"/>
            <p:cNvGrpSpPr>
              <a:grpSpLocks/>
            </p:cNvGrpSpPr>
            <p:nvPr/>
          </p:nvGrpSpPr>
          <p:grpSpPr bwMode="auto">
            <a:xfrm>
              <a:off x="2400" y="3001"/>
              <a:ext cx="422" cy="271"/>
              <a:chOff x="2400" y="3001"/>
              <a:chExt cx="422" cy="271"/>
            </a:xfrm>
          </p:grpSpPr>
          <p:sp>
            <p:nvSpPr>
              <p:cNvPr id="53770" name="Freeform 1136"/>
              <p:cNvSpPr>
                <a:spLocks/>
              </p:cNvSpPr>
              <p:nvPr/>
            </p:nvSpPr>
            <p:spPr bwMode="auto">
              <a:xfrm>
                <a:off x="2710" y="3001"/>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0"/>
                    </a:moveTo>
                    <a:lnTo>
                      <a:pt x="32" y="88"/>
                    </a:lnTo>
                    <a:lnTo>
                      <a:pt x="16" y="64"/>
                    </a:lnTo>
                    <a:lnTo>
                      <a:pt x="0" y="40"/>
                    </a:lnTo>
                    <a:lnTo>
                      <a:pt x="112" y="0"/>
                    </a:lnTo>
                    <a:close/>
                  </a:path>
                </a:pathLst>
              </a:custGeom>
              <a:solidFill>
                <a:srgbClr val="808080"/>
              </a:solidFill>
              <a:ln w="9525">
                <a:solidFill>
                  <a:srgbClr val="808080"/>
                </a:solidFill>
                <a:round/>
                <a:headEnd/>
                <a:tailEnd/>
              </a:ln>
            </p:spPr>
            <p:txBody>
              <a:bodyPr/>
              <a:lstStyle/>
              <a:p>
                <a:endParaRPr lang="en-US"/>
              </a:p>
            </p:txBody>
          </p:sp>
          <p:sp>
            <p:nvSpPr>
              <p:cNvPr id="53771" name="Line 1137"/>
              <p:cNvSpPr>
                <a:spLocks noChangeShapeType="1"/>
              </p:cNvSpPr>
              <p:nvPr/>
            </p:nvSpPr>
            <p:spPr bwMode="auto">
              <a:xfrm flipV="1">
                <a:off x="2400" y="3225"/>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772" name="Line 1138"/>
              <p:cNvSpPr>
                <a:spLocks noChangeShapeType="1"/>
              </p:cNvSpPr>
              <p:nvPr/>
            </p:nvSpPr>
            <p:spPr bwMode="auto">
              <a:xfrm flipV="1">
                <a:off x="2496" y="3170"/>
                <a:ext cx="70" cy="38"/>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773" name="Line 1139"/>
              <p:cNvSpPr>
                <a:spLocks noChangeShapeType="1"/>
              </p:cNvSpPr>
              <p:nvPr/>
            </p:nvSpPr>
            <p:spPr bwMode="auto">
              <a:xfrm flipV="1">
                <a:off x="2590" y="3105"/>
                <a:ext cx="72" cy="48"/>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774" name="Line 1140"/>
              <p:cNvSpPr>
                <a:spLocks noChangeShapeType="1"/>
              </p:cNvSpPr>
              <p:nvPr/>
            </p:nvSpPr>
            <p:spPr bwMode="auto">
              <a:xfrm flipV="1">
                <a:off x="2678" y="3065"/>
                <a:ext cx="48" cy="24"/>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3686" name="Group 1141"/>
            <p:cNvGrpSpPr>
              <a:grpSpLocks/>
            </p:cNvGrpSpPr>
            <p:nvPr/>
          </p:nvGrpSpPr>
          <p:grpSpPr bwMode="auto">
            <a:xfrm>
              <a:off x="3318" y="3001"/>
              <a:ext cx="422" cy="271"/>
              <a:chOff x="3318" y="3001"/>
              <a:chExt cx="422" cy="271"/>
            </a:xfrm>
          </p:grpSpPr>
          <p:sp>
            <p:nvSpPr>
              <p:cNvPr id="53765" name="Freeform 1142"/>
              <p:cNvSpPr>
                <a:spLocks/>
              </p:cNvSpPr>
              <p:nvPr/>
            </p:nvSpPr>
            <p:spPr bwMode="auto">
              <a:xfrm>
                <a:off x="3628" y="3001"/>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0"/>
                    </a:moveTo>
                    <a:lnTo>
                      <a:pt x="32" y="88"/>
                    </a:lnTo>
                    <a:lnTo>
                      <a:pt x="16" y="64"/>
                    </a:lnTo>
                    <a:lnTo>
                      <a:pt x="0" y="40"/>
                    </a:lnTo>
                    <a:lnTo>
                      <a:pt x="112" y="0"/>
                    </a:lnTo>
                    <a:close/>
                  </a:path>
                </a:pathLst>
              </a:custGeom>
              <a:solidFill>
                <a:srgbClr val="808080"/>
              </a:solidFill>
              <a:ln w="9525">
                <a:solidFill>
                  <a:srgbClr val="808080"/>
                </a:solidFill>
                <a:round/>
                <a:headEnd/>
                <a:tailEnd/>
              </a:ln>
            </p:spPr>
            <p:txBody>
              <a:bodyPr/>
              <a:lstStyle/>
              <a:p>
                <a:endParaRPr lang="en-US"/>
              </a:p>
            </p:txBody>
          </p:sp>
          <p:sp>
            <p:nvSpPr>
              <p:cNvPr id="53766" name="Line 1143"/>
              <p:cNvSpPr>
                <a:spLocks noChangeShapeType="1"/>
              </p:cNvSpPr>
              <p:nvPr/>
            </p:nvSpPr>
            <p:spPr bwMode="auto">
              <a:xfrm flipV="1">
                <a:off x="3318" y="3225"/>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767" name="Line 1144"/>
              <p:cNvSpPr>
                <a:spLocks noChangeShapeType="1"/>
              </p:cNvSpPr>
              <p:nvPr/>
            </p:nvSpPr>
            <p:spPr bwMode="auto">
              <a:xfrm flipV="1">
                <a:off x="3414" y="3169"/>
                <a:ext cx="71" cy="39"/>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768" name="Line 1145"/>
              <p:cNvSpPr>
                <a:spLocks noChangeShapeType="1"/>
              </p:cNvSpPr>
              <p:nvPr/>
            </p:nvSpPr>
            <p:spPr bwMode="auto">
              <a:xfrm flipV="1">
                <a:off x="3509" y="3106"/>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769" name="Line 1146"/>
              <p:cNvSpPr>
                <a:spLocks noChangeShapeType="1"/>
              </p:cNvSpPr>
              <p:nvPr/>
            </p:nvSpPr>
            <p:spPr bwMode="auto">
              <a:xfrm flipV="1">
                <a:off x="3596" y="3065"/>
                <a:ext cx="48" cy="24"/>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3687" name="Group 1147"/>
            <p:cNvGrpSpPr>
              <a:grpSpLocks/>
            </p:cNvGrpSpPr>
            <p:nvPr/>
          </p:nvGrpSpPr>
          <p:grpSpPr bwMode="auto">
            <a:xfrm>
              <a:off x="3325" y="2076"/>
              <a:ext cx="439" cy="271"/>
              <a:chOff x="3325" y="2076"/>
              <a:chExt cx="439" cy="271"/>
            </a:xfrm>
          </p:grpSpPr>
          <p:sp>
            <p:nvSpPr>
              <p:cNvPr id="53760" name="Freeform 1148"/>
              <p:cNvSpPr>
                <a:spLocks/>
              </p:cNvSpPr>
              <p:nvPr/>
            </p:nvSpPr>
            <p:spPr bwMode="auto">
              <a:xfrm>
                <a:off x="3652" y="2267"/>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0">
                    <a:moveTo>
                      <a:pt x="112" y="80"/>
                    </a:moveTo>
                    <a:lnTo>
                      <a:pt x="0" y="48"/>
                    </a:lnTo>
                    <a:lnTo>
                      <a:pt x="16" y="24"/>
                    </a:lnTo>
                    <a:lnTo>
                      <a:pt x="32" y="0"/>
                    </a:lnTo>
                    <a:lnTo>
                      <a:pt x="112" y="80"/>
                    </a:lnTo>
                    <a:close/>
                  </a:path>
                </a:pathLst>
              </a:custGeom>
              <a:solidFill>
                <a:srgbClr val="808080"/>
              </a:solidFill>
              <a:ln w="9525">
                <a:solidFill>
                  <a:srgbClr val="808080"/>
                </a:solidFill>
                <a:round/>
                <a:headEnd/>
                <a:tailEnd/>
              </a:ln>
            </p:spPr>
            <p:txBody>
              <a:bodyPr/>
              <a:lstStyle/>
              <a:p>
                <a:endParaRPr lang="en-US"/>
              </a:p>
            </p:txBody>
          </p:sp>
          <p:sp>
            <p:nvSpPr>
              <p:cNvPr id="53761" name="Line 1149"/>
              <p:cNvSpPr>
                <a:spLocks noChangeShapeType="1"/>
              </p:cNvSpPr>
              <p:nvPr/>
            </p:nvSpPr>
            <p:spPr bwMode="auto">
              <a:xfrm>
                <a:off x="3325" y="2076"/>
                <a:ext cx="72" cy="48"/>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762" name="Line 1150"/>
              <p:cNvSpPr>
                <a:spLocks noChangeShapeType="1"/>
              </p:cNvSpPr>
              <p:nvPr/>
            </p:nvSpPr>
            <p:spPr bwMode="auto">
              <a:xfrm>
                <a:off x="3422" y="2132"/>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763" name="Line 1151"/>
              <p:cNvSpPr>
                <a:spLocks noChangeShapeType="1"/>
              </p:cNvSpPr>
              <p:nvPr/>
            </p:nvSpPr>
            <p:spPr bwMode="auto">
              <a:xfrm>
                <a:off x="3517" y="2196"/>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764" name="Line 1152"/>
              <p:cNvSpPr>
                <a:spLocks noChangeShapeType="1"/>
              </p:cNvSpPr>
              <p:nvPr/>
            </p:nvSpPr>
            <p:spPr bwMode="auto">
              <a:xfrm>
                <a:off x="3612" y="2251"/>
                <a:ext cx="56" cy="40"/>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3688" name="Group 1153"/>
            <p:cNvGrpSpPr>
              <a:grpSpLocks/>
            </p:cNvGrpSpPr>
            <p:nvPr/>
          </p:nvGrpSpPr>
          <p:grpSpPr bwMode="auto">
            <a:xfrm>
              <a:off x="3788" y="2068"/>
              <a:ext cx="431" cy="287"/>
              <a:chOff x="3788" y="2068"/>
              <a:chExt cx="431" cy="287"/>
            </a:xfrm>
          </p:grpSpPr>
          <p:sp>
            <p:nvSpPr>
              <p:cNvPr id="53755" name="Freeform 1154"/>
              <p:cNvSpPr>
                <a:spLocks/>
              </p:cNvSpPr>
              <p:nvPr/>
            </p:nvSpPr>
            <p:spPr bwMode="auto">
              <a:xfrm>
                <a:off x="4107" y="2267"/>
                <a:ext cx="112" cy="88"/>
              </a:xfrm>
              <a:custGeom>
                <a:avLst/>
                <a:gdLst>
                  <a:gd name="T0" fmla="*/ 112 w 112"/>
                  <a:gd name="T1" fmla="*/ 88 h 88"/>
                  <a:gd name="T2" fmla="*/ 0 w 112"/>
                  <a:gd name="T3" fmla="*/ 48 h 88"/>
                  <a:gd name="T4" fmla="*/ 16 w 112"/>
                  <a:gd name="T5" fmla="*/ 24 h 88"/>
                  <a:gd name="T6" fmla="*/ 32 w 112"/>
                  <a:gd name="T7" fmla="*/ 0 h 88"/>
                  <a:gd name="T8" fmla="*/ 112 w 112"/>
                  <a:gd name="T9" fmla="*/ 88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88"/>
                    </a:moveTo>
                    <a:lnTo>
                      <a:pt x="0" y="48"/>
                    </a:lnTo>
                    <a:lnTo>
                      <a:pt x="16" y="24"/>
                    </a:lnTo>
                    <a:lnTo>
                      <a:pt x="32" y="0"/>
                    </a:lnTo>
                    <a:lnTo>
                      <a:pt x="112" y="88"/>
                    </a:lnTo>
                    <a:close/>
                  </a:path>
                </a:pathLst>
              </a:custGeom>
              <a:solidFill>
                <a:srgbClr val="808080"/>
              </a:solidFill>
              <a:ln w="9525">
                <a:solidFill>
                  <a:srgbClr val="808080"/>
                </a:solidFill>
                <a:round/>
                <a:headEnd/>
                <a:tailEnd/>
              </a:ln>
            </p:spPr>
            <p:txBody>
              <a:bodyPr/>
              <a:lstStyle/>
              <a:p>
                <a:endParaRPr lang="en-US"/>
              </a:p>
            </p:txBody>
          </p:sp>
          <p:sp>
            <p:nvSpPr>
              <p:cNvPr id="53756" name="Line 1155"/>
              <p:cNvSpPr>
                <a:spLocks noChangeShapeType="1"/>
              </p:cNvSpPr>
              <p:nvPr/>
            </p:nvSpPr>
            <p:spPr bwMode="auto">
              <a:xfrm>
                <a:off x="3788" y="2068"/>
                <a:ext cx="72" cy="48"/>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757" name="Line 1156"/>
              <p:cNvSpPr>
                <a:spLocks noChangeShapeType="1"/>
              </p:cNvSpPr>
              <p:nvPr/>
            </p:nvSpPr>
            <p:spPr bwMode="auto">
              <a:xfrm>
                <a:off x="3885" y="2132"/>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758" name="Line 1157"/>
              <p:cNvSpPr>
                <a:spLocks noChangeShapeType="1"/>
              </p:cNvSpPr>
              <p:nvPr/>
            </p:nvSpPr>
            <p:spPr bwMode="auto">
              <a:xfrm>
                <a:off x="3973" y="2196"/>
                <a:ext cx="70" cy="46"/>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759" name="Line 1158"/>
              <p:cNvSpPr>
                <a:spLocks noChangeShapeType="1"/>
              </p:cNvSpPr>
              <p:nvPr/>
            </p:nvSpPr>
            <p:spPr bwMode="auto">
              <a:xfrm>
                <a:off x="4067" y="2251"/>
                <a:ext cx="56" cy="40"/>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3689" name="Group 1159"/>
            <p:cNvGrpSpPr>
              <a:grpSpLocks/>
            </p:cNvGrpSpPr>
            <p:nvPr/>
          </p:nvGrpSpPr>
          <p:grpSpPr bwMode="auto">
            <a:xfrm>
              <a:off x="4251" y="2084"/>
              <a:ext cx="431" cy="263"/>
              <a:chOff x="4251" y="2084"/>
              <a:chExt cx="431" cy="263"/>
            </a:xfrm>
          </p:grpSpPr>
          <p:sp>
            <p:nvSpPr>
              <p:cNvPr id="53750" name="Freeform 1160"/>
              <p:cNvSpPr>
                <a:spLocks/>
              </p:cNvSpPr>
              <p:nvPr/>
            </p:nvSpPr>
            <p:spPr bwMode="auto">
              <a:xfrm>
                <a:off x="4570" y="2267"/>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0">
                    <a:moveTo>
                      <a:pt x="112" y="80"/>
                    </a:moveTo>
                    <a:lnTo>
                      <a:pt x="0" y="48"/>
                    </a:lnTo>
                    <a:lnTo>
                      <a:pt x="16" y="24"/>
                    </a:lnTo>
                    <a:lnTo>
                      <a:pt x="32" y="0"/>
                    </a:lnTo>
                    <a:lnTo>
                      <a:pt x="112" y="80"/>
                    </a:lnTo>
                    <a:close/>
                  </a:path>
                </a:pathLst>
              </a:custGeom>
              <a:solidFill>
                <a:srgbClr val="808080"/>
              </a:solidFill>
              <a:ln w="9525">
                <a:solidFill>
                  <a:srgbClr val="808080"/>
                </a:solidFill>
                <a:round/>
                <a:headEnd/>
                <a:tailEnd/>
              </a:ln>
            </p:spPr>
            <p:txBody>
              <a:bodyPr/>
              <a:lstStyle/>
              <a:p>
                <a:endParaRPr lang="en-US"/>
              </a:p>
            </p:txBody>
          </p:sp>
          <p:sp>
            <p:nvSpPr>
              <p:cNvPr id="53751" name="Line 1161"/>
              <p:cNvSpPr>
                <a:spLocks noChangeShapeType="1"/>
              </p:cNvSpPr>
              <p:nvPr/>
            </p:nvSpPr>
            <p:spPr bwMode="auto">
              <a:xfrm>
                <a:off x="4251" y="2084"/>
                <a:ext cx="72" cy="48"/>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752" name="Line 1162"/>
              <p:cNvSpPr>
                <a:spLocks noChangeShapeType="1"/>
              </p:cNvSpPr>
              <p:nvPr/>
            </p:nvSpPr>
            <p:spPr bwMode="auto">
              <a:xfrm>
                <a:off x="4348" y="2140"/>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753" name="Line 1163"/>
              <p:cNvSpPr>
                <a:spLocks noChangeShapeType="1"/>
              </p:cNvSpPr>
              <p:nvPr/>
            </p:nvSpPr>
            <p:spPr bwMode="auto">
              <a:xfrm>
                <a:off x="4443" y="2203"/>
                <a:ext cx="71" cy="39"/>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754" name="Line 1164"/>
              <p:cNvSpPr>
                <a:spLocks noChangeShapeType="1"/>
              </p:cNvSpPr>
              <p:nvPr/>
            </p:nvSpPr>
            <p:spPr bwMode="auto">
              <a:xfrm>
                <a:off x="4539" y="2259"/>
                <a:ext cx="47" cy="3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3690" name="Group 1165"/>
            <p:cNvGrpSpPr>
              <a:grpSpLocks/>
            </p:cNvGrpSpPr>
            <p:nvPr/>
          </p:nvGrpSpPr>
          <p:grpSpPr bwMode="auto">
            <a:xfrm>
              <a:off x="4236" y="3001"/>
              <a:ext cx="430" cy="279"/>
              <a:chOff x="4236" y="3001"/>
              <a:chExt cx="430" cy="279"/>
            </a:xfrm>
          </p:grpSpPr>
          <p:sp>
            <p:nvSpPr>
              <p:cNvPr id="53745" name="Freeform 1166"/>
              <p:cNvSpPr>
                <a:spLocks/>
              </p:cNvSpPr>
              <p:nvPr/>
            </p:nvSpPr>
            <p:spPr bwMode="auto">
              <a:xfrm>
                <a:off x="4554" y="3001"/>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0"/>
                    </a:moveTo>
                    <a:lnTo>
                      <a:pt x="32" y="88"/>
                    </a:lnTo>
                    <a:lnTo>
                      <a:pt x="16" y="64"/>
                    </a:lnTo>
                    <a:lnTo>
                      <a:pt x="0" y="40"/>
                    </a:lnTo>
                    <a:lnTo>
                      <a:pt x="112" y="0"/>
                    </a:lnTo>
                    <a:close/>
                  </a:path>
                </a:pathLst>
              </a:custGeom>
              <a:solidFill>
                <a:srgbClr val="808080"/>
              </a:solidFill>
              <a:ln w="9525">
                <a:solidFill>
                  <a:srgbClr val="808080"/>
                </a:solidFill>
                <a:round/>
                <a:headEnd/>
                <a:tailEnd/>
              </a:ln>
            </p:spPr>
            <p:txBody>
              <a:bodyPr/>
              <a:lstStyle/>
              <a:p>
                <a:endParaRPr lang="en-US"/>
              </a:p>
            </p:txBody>
          </p:sp>
          <p:sp>
            <p:nvSpPr>
              <p:cNvPr id="53746" name="Line 1167"/>
              <p:cNvSpPr>
                <a:spLocks noChangeShapeType="1"/>
              </p:cNvSpPr>
              <p:nvPr/>
            </p:nvSpPr>
            <p:spPr bwMode="auto">
              <a:xfrm flipV="1">
                <a:off x="4236" y="3233"/>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747" name="Line 1168"/>
              <p:cNvSpPr>
                <a:spLocks noChangeShapeType="1"/>
              </p:cNvSpPr>
              <p:nvPr/>
            </p:nvSpPr>
            <p:spPr bwMode="auto">
              <a:xfrm flipV="1">
                <a:off x="4332" y="3169"/>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748" name="Line 1169"/>
              <p:cNvSpPr>
                <a:spLocks noChangeShapeType="1"/>
              </p:cNvSpPr>
              <p:nvPr/>
            </p:nvSpPr>
            <p:spPr bwMode="auto">
              <a:xfrm flipV="1">
                <a:off x="4419" y="3114"/>
                <a:ext cx="80"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749" name="Line 1170"/>
              <p:cNvSpPr>
                <a:spLocks noChangeShapeType="1"/>
              </p:cNvSpPr>
              <p:nvPr/>
            </p:nvSpPr>
            <p:spPr bwMode="auto">
              <a:xfrm flipV="1">
                <a:off x="4515" y="3066"/>
                <a:ext cx="55" cy="3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3691" name="Group 1171"/>
            <p:cNvGrpSpPr>
              <a:grpSpLocks/>
            </p:cNvGrpSpPr>
            <p:nvPr/>
          </p:nvGrpSpPr>
          <p:grpSpPr bwMode="auto">
            <a:xfrm>
              <a:off x="3772" y="2682"/>
              <a:ext cx="423" cy="287"/>
              <a:chOff x="3772" y="2682"/>
              <a:chExt cx="423" cy="287"/>
            </a:xfrm>
          </p:grpSpPr>
          <p:sp>
            <p:nvSpPr>
              <p:cNvPr id="53740" name="Freeform 1172"/>
              <p:cNvSpPr>
                <a:spLocks/>
              </p:cNvSpPr>
              <p:nvPr/>
            </p:nvSpPr>
            <p:spPr bwMode="auto">
              <a:xfrm>
                <a:off x="4083" y="2881"/>
                <a:ext cx="112" cy="88"/>
              </a:xfrm>
              <a:custGeom>
                <a:avLst/>
                <a:gdLst>
                  <a:gd name="T0" fmla="*/ 112 w 112"/>
                  <a:gd name="T1" fmla="*/ 88 h 88"/>
                  <a:gd name="T2" fmla="*/ 0 w 112"/>
                  <a:gd name="T3" fmla="*/ 48 h 88"/>
                  <a:gd name="T4" fmla="*/ 16 w 112"/>
                  <a:gd name="T5" fmla="*/ 24 h 88"/>
                  <a:gd name="T6" fmla="*/ 32 w 112"/>
                  <a:gd name="T7" fmla="*/ 0 h 88"/>
                  <a:gd name="T8" fmla="*/ 112 w 112"/>
                  <a:gd name="T9" fmla="*/ 88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88"/>
                    </a:moveTo>
                    <a:lnTo>
                      <a:pt x="0" y="48"/>
                    </a:lnTo>
                    <a:lnTo>
                      <a:pt x="16" y="24"/>
                    </a:lnTo>
                    <a:lnTo>
                      <a:pt x="32" y="0"/>
                    </a:lnTo>
                    <a:lnTo>
                      <a:pt x="112" y="88"/>
                    </a:lnTo>
                    <a:close/>
                  </a:path>
                </a:pathLst>
              </a:custGeom>
              <a:solidFill>
                <a:srgbClr val="808080"/>
              </a:solidFill>
              <a:ln w="9525">
                <a:solidFill>
                  <a:srgbClr val="808080"/>
                </a:solidFill>
                <a:round/>
                <a:headEnd/>
                <a:tailEnd/>
              </a:ln>
            </p:spPr>
            <p:txBody>
              <a:bodyPr/>
              <a:lstStyle/>
              <a:p>
                <a:endParaRPr lang="en-US"/>
              </a:p>
            </p:txBody>
          </p:sp>
          <p:sp>
            <p:nvSpPr>
              <p:cNvPr id="53741" name="Line 1173"/>
              <p:cNvSpPr>
                <a:spLocks noChangeShapeType="1"/>
              </p:cNvSpPr>
              <p:nvPr/>
            </p:nvSpPr>
            <p:spPr bwMode="auto">
              <a:xfrm>
                <a:off x="3772" y="2682"/>
                <a:ext cx="72" cy="48"/>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742" name="Line 1174"/>
              <p:cNvSpPr>
                <a:spLocks noChangeShapeType="1"/>
              </p:cNvSpPr>
              <p:nvPr/>
            </p:nvSpPr>
            <p:spPr bwMode="auto">
              <a:xfrm>
                <a:off x="3868" y="2746"/>
                <a:ext cx="72" cy="48"/>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743" name="Line 1175"/>
              <p:cNvSpPr>
                <a:spLocks noChangeShapeType="1"/>
              </p:cNvSpPr>
              <p:nvPr/>
            </p:nvSpPr>
            <p:spPr bwMode="auto">
              <a:xfrm>
                <a:off x="3957" y="2810"/>
                <a:ext cx="70" cy="46"/>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744" name="Line 1176"/>
              <p:cNvSpPr>
                <a:spLocks noChangeShapeType="1"/>
              </p:cNvSpPr>
              <p:nvPr/>
            </p:nvSpPr>
            <p:spPr bwMode="auto">
              <a:xfrm>
                <a:off x="4051" y="2873"/>
                <a:ext cx="48" cy="3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3692" name="Group 1177"/>
            <p:cNvGrpSpPr>
              <a:grpSpLocks/>
            </p:cNvGrpSpPr>
            <p:nvPr/>
          </p:nvGrpSpPr>
          <p:grpSpPr bwMode="auto">
            <a:xfrm>
              <a:off x="3780" y="2387"/>
              <a:ext cx="431" cy="279"/>
              <a:chOff x="3780" y="2387"/>
              <a:chExt cx="431" cy="279"/>
            </a:xfrm>
          </p:grpSpPr>
          <p:sp>
            <p:nvSpPr>
              <p:cNvPr id="53735" name="Freeform 1178"/>
              <p:cNvSpPr>
                <a:spLocks/>
              </p:cNvSpPr>
              <p:nvPr/>
            </p:nvSpPr>
            <p:spPr bwMode="auto">
              <a:xfrm>
                <a:off x="4099" y="2578"/>
                <a:ext cx="112" cy="88"/>
              </a:xfrm>
              <a:custGeom>
                <a:avLst/>
                <a:gdLst>
                  <a:gd name="T0" fmla="*/ 112 w 112"/>
                  <a:gd name="T1" fmla="*/ 88 h 88"/>
                  <a:gd name="T2" fmla="*/ 0 w 112"/>
                  <a:gd name="T3" fmla="*/ 48 h 88"/>
                  <a:gd name="T4" fmla="*/ 16 w 112"/>
                  <a:gd name="T5" fmla="*/ 24 h 88"/>
                  <a:gd name="T6" fmla="*/ 32 w 112"/>
                  <a:gd name="T7" fmla="*/ 0 h 88"/>
                  <a:gd name="T8" fmla="*/ 112 w 112"/>
                  <a:gd name="T9" fmla="*/ 88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88"/>
                    </a:moveTo>
                    <a:lnTo>
                      <a:pt x="0" y="48"/>
                    </a:lnTo>
                    <a:lnTo>
                      <a:pt x="16" y="24"/>
                    </a:lnTo>
                    <a:lnTo>
                      <a:pt x="32" y="0"/>
                    </a:lnTo>
                    <a:lnTo>
                      <a:pt x="112" y="88"/>
                    </a:lnTo>
                    <a:close/>
                  </a:path>
                </a:pathLst>
              </a:custGeom>
              <a:solidFill>
                <a:srgbClr val="808080"/>
              </a:solidFill>
              <a:ln w="9525">
                <a:solidFill>
                  <a:srgbClr val="808080"/>
                </a:solidFill>
                <a:round/>
                <a:headEnd/>
                <a:tailEnd/>
              </a:ln>
            </p:spPr>
            <p:txBody>
              <a:bodyPr/>
              <a:lstStyle/>
              <a:p>
                <a:endParaRPr lang="en-US"/>
              </a:p>
            </p:txBody>
          </p:sp>
          <p:sp>
            <p:nvSpPr>
              <p:cNvPr id="53736" name="Line 1179"/>
              <p:cNvSpPr>
                <a:spLocks noChangeShapeType="1"/>
              </p:cNvSpPr>
              <p:nvPr/>
            </p:nvSpPr>
            <p:spPr bwMode="auto">
              <a:xfrm>
                <a:off x="3780" y="2387"/>
                <a:ext cx="72" cy="48"/>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737" name="Line 1180"/>
              <p:cNvSpPr>
                <a:spLocks noChangeShapeType="1"/>
              </p:cNvSpPr>
              <p:nvPr/>
            </p:nvSpPr>
            <p:spPr bwMode="auto">
              <a:xfrm>
                <a:off x="3877" y="2451"/>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738" name="Line 1181"/>
              <p:cNvSpPr>
                <a:spLocks noChangeShapeType="1"/>
              </p:cNvSpPr>
              <p:nvPr/>
            </p:nvSpPr>
            <p:spPr bwMode="auto">
              <a:xfrm>
                <a:off x="3965" y="2507"/>
                <a:ext cx="78" cy="46"/>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739" name="Line 1182"/>
              <p:cNvSpPr>
                <a:spLocks noChangeShapeType="1"/>
              </p:cNvSpPr>
              <p:nvPr/>
            </p:nvSpPr>
            <p:spPr bwMode="auto">
              <a:xfrm>
                <a:off x="4060" y="2570"/>
                <a:ext cx="55" cy="3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3693" name="Group 1183"/>
            <p:cNvGrpSpPr>
              <a:grpSpLocks/>
            </p:cNvGrpSpPr>
            <p:nvPr/>
          </p:nvGrpSpPr>
          <p:grpSpPr bwMode="auto">
            <a:xfrm>
              <a:off x="3780" y="1781"/>
              <a:ext cx="415" cy="263"/>
              <a:chOff x="3780" y="1781"/>
              <a:chExt cx="415" cy="263"/>
            </a:xfrm>
          </p:grpSpPr>
          <p:sp>
            <p:nvSpPr>
              <p:cNvPr id="53730" name="Freeform 1184"/>
              <p:cNvSpPr>
                <a:spLocks/>
              </p:cNvSpPr>
              <p:nvPr/>
            </p:nvSpPr>
            <p:spPr bwMode="auto">
              <a:xfrm>
                <a:off x="4083" y="1781"/>
                <a:ext cx="112" cy="87"/>
              </a:xfrm>
              <a:custGeom>
                <a:avLst/>
                <a:gdLst>
                  <a:gd name="T0" fmla="*/ 112 w 112"/>
                  <a:gd name="T1" fmla="*/ 0 h 87"/>
                  <a:gd name="T2" fmla="*/ 32 w 112"/>
                  <a:gd name="T3" fmla="*/ 87 h 87"/>
                  <a:gd name="T4" fmla="*/ 16 w 112"/>
                  <a:gd name="T5" fmla="*/ 64 h 87"/>
                  <a:gd name="T6" fmla="*/ 0 w 112"/>
                  <a:gd name="T7" fmla="*/ 40 h 87"/>
                  <a:gd name="T8" fmla="*/ 112 w 112"/>
                  <a:gd name="T9" fmla="*/ 0 h 8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7">
                    <a:moveTo>
                      <a:pt x="112" y="0"/>
                    </a:moveTo>
                    <a:lnTo>
                      <a:pt x="32" y="87"/>
                    </a:lnTo>
                    <a:lnTo>
                      <a:pt x="16" y="64"/>
                    </a:lnTo>
                    <a:lnTo>
                      <a:pt x="0" y="40"/>
                    </a:lnTo>
                    <a:lnTo>
                      <a:pt x="112" y="0"/>
                    </a:lnTo>
                    <a:close/>
                  </a:path>
                </a:pathLst>
              </a:custGeom>
              <a:solidFill>
                <a:srgbClr val="808080"/>
              </a:solidFill>
              <a:ln w="9525">
                <a:solidFill>
                  <a:srgbClr val="808080"/>
                </a:solidFill>
                <a:round/>
                <a:headEnd/>
                <a:tailEnd/>
              </a:ln>
            </p:spPr>
            <p:txBody>
              <a:bodyPr/>
              <a:lstStyle/>
              <a:p>
                <a:endParaRPr lang="en-US"/>
              </a:p>
            </p:txBody>
          </p:sp>
          <p:sp>
            <p:nvSpPr>
              <p:cNvPr id="53731" name="Line 1185"/>
              <p:cNvSpPr>
                <a:spLocks noChangeShapeType="1"/>
              </p:cNvSpPr>
              <p:nvPr/>
            </p:nvSpPr>
            <p:spPr bwMode="auto">
              <a:xfrm flipV="1">
                <a:off x="3780" y="1996"/>
                <a:ext cx="72" cy="48"/>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732" name="Line 1186"/>
              <p:cNvSpPr>
                <a:spLocks noChangeShapeType="1"/>
              </p:cNvSpPr>
              <p:nvPr/>
            </p:nvSpPr>
            <p:spPr bwMode="auto">
              <a:xfrm flipV="1">
                <a:off x="3876" y="1940"/>
                <a:ext cx="72" cy="40"/>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733" name="Line 1187"/>
              <p:cNvSpPr>
                <a:spLocks noChangeShapeType="1"/>
              </p:cNvSpPr>
              <p:nvPr/>
            </p:nvSpPr>
            <p:spPr bwMode="auto">
              <a:xfrm flipV="1">
                <a:off x="3973" y="1878"/>
                <a:ext cx="70" cy="46"/>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734" name="Line 1188"/>
              <p:cNvSpPr>
                <a:spLocks noChangeShapeType="1"/>
              </p:cNvSpPr>
              <p:nvPr/>
            </p:nvSpPr>
            <p:spPr bwMode="auto">
              <a:xfrm flipV="1">
                <a:off x="4059" y="1846"/>
                <a:ext cx="40" cy="15"/>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3694" name="Group 1189"/>
            <p:cNvGrpSpPr>
              <a:grpSpLocks/>
            </p:cNvGrpSpPr>
            <p:nvPr/>
          </p:nvGrpSpPr>
          <p:grpSpPr bwMode="auto">
            <a:xfrm>
              <a:off x="3780" y="1765"/>
              <a:ext cx="447" cy="279"/>
              <a:chOff x="3780" y="1765"/>
              <a:chExt cx="447" cy="279"/>
            </a:xfrm>
          </p:grpSpPr>
          <p:sp>
            <p:nvSpPr>
              <p:cNvPr id="53725" name="Freeform 1190"/>
              <p:cNvSpPr>
                <a:spLocks/>
              </p:cNvSpPr>
              <p:nvPr/>
            </p:nvSpPr>
            <p:spPr bwMode="auto">
              <a:xfrm>
                <a:off x="4115" y="1964"/>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0">
                    <a:moveTo>
                      <a:pt x="112" y="80"/>
                    </a:moveTo>
                    <a:lnTo>
                      <a:pt x="0" y="48"/>
                    </a:lnTo>
                    <a:lnTo>
                      <a:pt x="16" y="24"/>
                    </a:lnTo>
                    <a:lnTo>
                      <a:pt x="32" y="0"/>
                    </a:lnTo>
                    <a:lnTo>
                      <a:pt x="112" y="80"/>
                    </a:lnTo>
                    <a:close/>
                  </a:path>
                </a:pathLst>
              </a:custGeom>
              <a:solidFill>
                <a:srgbClr val="808080"/>
              </a:solidFill>
              <a:ln w="9525">
                <a:solidFill>
                  <a:srgbClr val="808080"/>
                </a:solidFill>
                <a:round/>
                <a:headEnd/>
                <a:tailEnd/>
              </a:ln>
            </p:spPr>
            <p:txBody>
              <a:bodyPr/>
              <a:lstStyle/>
              <a:p>
                <a:endParaRPr lang="en-US"/>
              </a:p>
            </p:txBody>
          </p:sp>
          <p:sp>
            <p:nvSpPr>
              <p:cNvPr id="53726" name="Line 1191"/>
              <p:cNvSpPr>
                <a:spLocks noChangeShapeType="1"/>
              </p:cNvSpPr>
              <p:nvPr/>
            </p:nvSpPr>
            <p:spPr bwMode="auto">
              <a:xfrm>
                <a:off x="3780" y="1765"/>
                <a:ext cx="72" cy="48"/>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727" name="Line 1192"/>
              <p:cNvSpPr>
                <a:spLocks noChangeShapeType="1"/>
              </p:cNvSpPr>
              <p:nvPr/>
            </p:nvSpPr>
            <p:spPr bwMode="auto">
              <a:xfrm>
                <a:off x="3877" y="1821"/>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728" name="Line 1193"/>
              <p:cNvSpPr>
                <a:spLocks noChangeShapeType="1"/>
              </p:cNvSpPr>
              <p:nvPr/>
            </p:nvSpPr>
            <p:spPr bwMode="auto">
              <a:xfrm>
                <a:off x="3972" y="1884"/>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729" name="Line 1194"/>
              <p:cNvSpPr>
                <a:spLocks noChangeShapeType="1"/>
              </p:cNvSpPr>
              <p:nvPr/>
            </p:nvSpPr>
            <p:spPr bwMode="auto">
              <a:xfrm>
                <a:off x="4068" y="1940"/>
                <a:ext cx="63"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3695" name="Group 1195"/>
            <p:cNvGrpSpPr>
              <a:grpSpLocks/>
            </p:cNvGrpSpPr>
            <p:nvPr/>
          </p:nvGrpSpPr>
          <p:grpSpPr bwMode="auto">
            <a:xfrm>
              <a:off x="3326" y="1781"/>
              <a:ext cx="430" cy="255"/>
              <a:chOff x="3326" y="1781"/>
              <a:chExt cx="430" cy="255"/>
            </a:xfrm>
          </p:grpSpPr>
          <p:sp>
            <p:nvSpPr>
              <p:cNvPr id="53720" name="Freeform 1196"/>
              <p:cNvSpPr>
                <a:spLocks/>
              </p:cNvSpPr>
              <p:nvPr/>
            </p:nvSpPr>
            <p:spPr bwMode="auto">
              <a:xfrm>
                <a:off x="3644" y="1956"/>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0">
                    <a:moveTo>
                      <a:pt x="112" y="80"/>
                    </a:moveTo>
                    <a:lnTo>
                      <a:pt x="0" y="48"/>
                    </a:lnTo>
                    <a:lnTo>
                      <a:pt x="16" y="24"/>
                    </a:lnTo>
                    <a:lnTo>
                      <a:pt x="32" y="0"/>
                    </a:lnTo>
                    <a:lnTo>
                      <a:pt x="112" y="80"/>
                    </a:lnTo>
                    <a:close/>
                  </a:path>
                </a:pathLst>
              </a:custGeom>
              <a:solidFill>
                <a:srgbClr val="808080"/>
              </a:solidFill>
              <a:ln w="9525">
                <a:solidFill>
                  <a:srgbClr val="808080"/>
                </a:solidFill>
                <a:round/>
                <a:headEnd/>
                <a:tailEnd/>
              </a:ln>
            </p:spPr>
            <p:txBody>
              <a:bodyPr/>
              <a:lstStyle/>
              <a:p>
                <a:endParaRPr lang="en-US"/>
              </a:p>
            </p:txBody>
          </p:sp>
          <p:sp>
            <p:nvSpPr>
              <p:cNvPr id="53721" name="Line 1197"/>
              <p:cNvSpPr>
                <a:spLocks noChangeShapeType="1"/>
              </p:cNvSpPr>
              <p:nvPr/>
            </p:nvSpPr>
            <p:spPr bwMode="auto">
              <a:xfrm>
                <a:off x="3326" y="1781"/>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722" name="Line 1198"/>
              <p:cNvSpPr>
                <a:spLocks noChangeShapeType="1"/>
              </p:cNvSpPr>
              <p:nvPr/>
            </p:nvSpPr>
            <p:spPr bwMode="auto">
              <a:xfrm>
                <a:off x="3422" y="1837"/>
                <a:ext cx="79"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723" name="Line 1199"/>
              <p:cNvSpPr>
                <a:spLocks noChangeShapeType="1"/>
              </p:cNvSpPr>
              <p:nvPr/>
            </p:nvSpPr>
            <p:spPr bwMode="auto">
              <a:xfrm>
                <a:off x="3516" y="1892"/>
                <a:ext cx="80"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724" name="Line 1200"/>
              <p:cNvSpPr>
                <a:spLocks noChangeShapeType="1"/>
              </p:cNvSpPr>
              <p:nvPr/>
            </p:nvSpPr>
            <p:spPr bwMode="auto">
              <a:xfrm>
                <a:off x="3612" y="1948"/>
                <a:ext cx="48" cy="32"/>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3696" name="Group 1201"/>
            <p:cNvGrpSpPr>
              <a:grpSpLocks/>
            </p:cNvGrpSpPr>
            <p:nvPr/>
          </p:nvGrpSpPr>
          <p:grpSpPr bwMode="auto">
            <a:xfrm>
              <a:off x="3325" y="2698"/>
              <a:ext cx="415" cy="279"/>
              <a:chOff x="3325" y="2698"/>
              <a:chExt cx="415" cy="279"/>
            </a:xfrm>
          </p:grpSpPr>
          <p:sp>
            <p:nvSpPr>
              <p:cNvPr id="53715" name="Freeform 1202"/>
              <p:cNvSpPr>
                <a:spLocks/>
              </p:cNvSpPr>
              <p:nvPr/>
            </p:nvSpPr>
            <p:spPr bwMode="auto">
              <a:xfrm>
                <a:off x="3628" y="2889"/>
                <a:ext cx="112" cy="88"/>
              </a:xfrm>
              <a:custGeom>
                <a:avLst/>
                <a:gdLst>
                  <a:gd name="T0" fmla="*/ 112 w 112"/>
                  <a:gd name="T1" fmla="*/ 88 h 88"/>
                  <a:gd name="T2" fmla="*/ 0 w 112"/>
                  <a:gd name="T3" fmla="*/ 48 h 88"/>
                  <a:gd name="T4" fmla="*/ 16 w 112"/>
                  <a:gd name="T5" fmla="*/ 24 h 88"/>
                  <a:gd name="T6" fmla="*/ 32 w 112"/>
                  <a:gd name="T7" fmla="*/ 0 h 88"/>
                  <a:gd name="T8" fmla="*/ 112 w 112"/>
                  <a:gd name="T9" fmla="*/ 88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88"/>
                    </a:moveTo>
                    <a:lnTo>
                      <a:pt x="0" y="48"/>
                    </a:lnTo>
                    <a:lnTo>
                      <a:pt x="16" y="24"/>
                    </a:lnTo>
                    <a:lnTo>
                      <a:pt x="32" y="0"/>
                    </a:lnTo>
                    <a:lnTo>
                      <a:pt x="112" y="88"/>
                    </a:lnTo>
                    <a:close/>
                  </a:path>
                </a:pathLst>
              </a:custGeom>
              <a:solidFill>
                <a:srgbClr val="808080"/>
              </a:solidFill>
              <a:ln w="9525">
                <a:solidFill>
                  <a:srgbClr val="808080"/>
                </a:solidFill>
                <a:round/>
                <a:headEnd/>
                <a:tailEnd/>
              </a:ln>
            </p:spPr>
            <p:txBody>
              <a:bodyPr/>
              <a:lstStyle/>
              <a:p>
                <a:endParaRPr lang="en-US"/>
              </a:p>
            </p:txBody>
          </p:sp>
          <p:sp>
            <p:nvSpPr>
              <p:cNvPr id="53716" name="Line 1203"/>
              <p:cNvSpPr>
                <a:spLocks noChangeShapeType="1"/>
              </p:cNvSpPr>
              <p:nvPr/>
            </p:nvSpPr>
            <p:spPr bwMode="auto">
              <a:xfrm>
                <a:off x="3325" y="2698"/>
                <a:ext cx="72" cy="48"/>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717" name="Line 1204"/>
              <p:cNvSpPr>
                <a:spLocks noChangeShapeType="1"/>
              </p:cNvSpPr>
              <p:nvPr/>
            </p:nvSpPr>
            <p:spPr bwMode="auto">
              <a:xfrm>
                <a:off x="3421" y="2762"/>
                <a:ext cx="72" cy="48"/>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718" name="Line 1205"/>
              <p:cNvSpPr>
                <a:spLocks noChangeShapeType="1"/>
              </p:cNvSpPr>
              <p:nvPr/>
            </p:nvSpPr>
            <p:spPr bwMode="auto">
              <a:xfrm>
                <a:off x="3510" y="2826"/>
                <a:ext cx="70" cy="46"/>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719" name="Line 1206"/>
              <p:cNvSpPr>
                <a:spLocks noChangeShapeType="1"/>
              </p:cNvSpPr>
              <p:nvPr/>
            </p:nvSpPr>
            <p:spPr bwMode="auto">
              <a:xfrm>
                <a:off x="3604" y="2881"/>
                <a:ext cx="40" cy="3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3697" name="Group 1207"/>
            <p:cNvGrpSpPr>
              <a:grpSpLocks/>
            </p:cNvGrpSpPr>
            <p:nvPr/>
          </p:nvGrpSpPr>
          <p:grpSpPr bwMode="auto">
            <a:xfrm>
              <a:off x="2878" y="2395"/>
              <a:ext cx="423" cy="271"/>
              <a:chOff x="2878" y="2395"/>
              <a:chExt cx="423" cy="271"/>
            </a:xfrm>
          </p:grpSpPr>
          <p:sp>
            <p:nvSpPr>
              <p:cNvPr id="53710" name="Freeform 1208"/>
              <p:cNvSpPr>
                <a:spLocks/>
              </p:cNvSpPr>
              <p:nvPr/>
            </p:nvSpPr>
            <p:spPr bwMode="auto">
              <a:xfrm>
                <a:off x="3189" y="2578"/>
                <a:ext cx="112" cy="88"/>
              </a:xfrm>
              <a:custGeom>
                <a:avLst/>
                <a:gdLst>
                  <a:gd name="T0" fmla="*/ 112 w 112"/>
                  <a:gd name="T1" fmla="*/ 88 h 88"/>
                  <a:gd name="T2" fmla="*/ 0 w 112"/>
                  <a:gd name="T3" fmla="*/ 48 h 88"/>
                  <a:gd name="T4" fmla="*/ 16 w 112"/>
                  <a:gd name="T5" fmla="*/ 24 h 88"/>
                  <a:gd name="T6" fmla="*/ 32 w 112"/>
                  <a:gd name="T7" fmla="*/ 0 h 88"/>
                  <a:gd name="T8" fmla="*/ 112 w 112"/>
                  <a:gd name="T9" fmla="*/ 88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88"/>
                    </a:moveTo>
                    <a:lnTo>
                      <a:pt x="0" y="48"/>
                    </a:lnTo>
                    <a:lnTo>
                      <a:pt x="16" y="24"/>
                    </a:lnTo>
                    <a:lnTo>
                      <a:pt x="32" y="0"/>
                    </a:lnTo>
                    <a:lnTo>
                      <a:pt x="112" y="88"/>
                    </a:lnTo>
                    <a:close/>
                  </a:path>
                </a:pathLst>
              </a:custGeom>
              <a:solidFill>
                <a:srgbClr val="808080"/>
              </a:solidFill>
              <a:ln w="9525">
                <a:solidFill>
                  <a:srgbClr val="808080"/>
                </a:solidFill>
                <a:round/>
                <a:headEnd/>
                <a:tailEnd/>
              </a:ln>
            </p:spPr>
            <p:txBody>
              <a:bodyPr/>
              <a:lstStyle/>
              <a:p>
                <a:endParaRPr lang="en-US"/>
              </a:p>
            </p:txBody>
          </p:sp>
          <p:sp>
            <p:nvSpPr>
              <p:cNvPr id="53711" name="Line 1209"/>
              <p:cNvSpPr>
                <a:spLocks noChangeShapeType="1"/>
              </p:cNvSpPr>
              <p:nvPr/>
            </p:nvSpPr>
            <p:spPr bwMode="auto">
              <a:xfrm>
                <a:off x="2878" y="2395"/>
                <a:ext cx="72" cy="48"/>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712" name="Line 1210"/>
              <p:cNvSpPr>
                <a:spLocks noChangeShapeType="1"/>
              </p:cNvSpPr>
              <p:nvPr/>
            </p:nvSpPr>
            <p:spPr bwMode="auto">
              <a:xfrm>
                <a:off x="2975" y="2459"/>
                <a:ext cx="70" cy="38"/>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713" name="Line 1211"/>
              <p:cNvSpPr>
                <a:spLocks noChangeShapeType="1"/>
              </p:cNvSpPr>
              <p:nvPr/>
            </p:nvSpPr>
            <p:spPr bwMode="auto">
              <a:xfrm>
                <a:off x="3070" y="2515"/>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714" name="Line 1212"/>
              <p:cNvSpPr>
                <a:spLocks noChangeShapeType="1"/>
              </p:cNvSpPr>
              <p:nvPr/>
            </p:nvSpPr>
            <p:spPr bwMode="auto">
              <a:xfrm>
                <a:off x="3157" y="2578"/>
                <a:ext cx="48" cy="24"/>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3698" name="Group 1213"/>
            <p:cNvGrpSpPr>
              <a:grpSpLocks/>
            </p:cNvGrpSpPr>
            <p:nvPr/>
          </p:nvGrpSpPr>
          <p:grpSpPr bwMode="auto">
            <a:xfrm>
              <a:off x="2862" y="3001"/>
              <a:ext cx="423" cy="263"/>
              <a:chOff x="2862" y="3001"/>
              <a:chExt cx="423" cy="263"/>
            </a:xfrm>
          </p:grpSpPr>
          <p:sp>
            <p:nvSpPr>
              <p:cNvPr id="53705" name="Freeform 1214"/>
              <p:cNvSpPr>
                <a:spLocks/>
              </p:cNvSpPr>
              <p:nvPr/>
            </p:nvSpPr>
            <p:spPr bwMode="auto">
              <a:xfrm>
                <a:off x="3173" y="3185"/>
                <a:ext cx="112" cy="79"/>
              </a:xfrm>
              <a:custGeom>
                <a:avLst/>
                <a:gdLst>
                  <a:gd name="T0" fmla="*/ 112 w 112"/>
                  <a:gd name="T1" fmla="*/ 79 h 79"/>
                  <a:gd name="T2" fmla="*/ 0 w 112"/>
                  <a:gd name="T3" fmla="*/ 47 h 79"/>
                  <a:gd name="T4" fmla="*/ 16 w 112"/>
                  <a:gd name="T5" fmla="*/ 23 h 79"/>
                  <a:gd name="T6" fmla="*/ 32 w 112"/>
                  <a:gd name="T7" fmla="*/ 0 h 79"/>
                  <a:gd name="T8" fmla="*/ 112 w 112"/>
                  <a:gd name="T9" fmla="*/ 79 h 7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79">
                    <a:moveTo>
                      <a:pt x="112" y="79"/>
                    </a:moveTo>
                    <a:lnTo>
                      <a:pt x="0" y="47"/>
                    </a:lnTo>
                    <a:lnTo>
                      <a:pt x="16" y="23"/>
                    </a:lnTo>
                    <a:lnTo>
                      <a:pt x="32" y="0"/>
                    </a:lnTo>
                    <a:lnTo>
                      <a:pt x="112" y="79"/>
                    </a:lnTo>
                    <a:close/>
                  </a:path>
                </a:pathLst>
              </a:custGeom>
              <a:solidFill>
                <a:srgbClr val="808080"/>
              </a:solidFill>
              <a:ln w="9525">
                <a:solidFill>
                  <a:srgbClr val="808080"/>
                </a:solidFill>
                <a:round/>
                <a:headEnd/>
                <a:tailEnd/>
              </a:ln>
            </p:spPr>
            <p:txBody>
              <a:bodyPr/>
              <a:lstStyle/>
              <a:p>
                <a:endParaRPr lang="en-US"/>
              </a:p>
            </p:txBody>
          </p:sp>
          <p:sp>
            <p:nvSpPr>
              <p:cNvPr id="53706" name="Line 1215"/>
              <p:cNvSpPr>
                <a:spLocks noChangeShapeType="1"/>
              </p:cNvSpPr>
              <p:nvPr/>
            </p:nvSpPr>
            <p:spPr bwMode="auto">
              <a:xfrm>
                <a:off x="2862" y="3001"/>
                <a:ext cx="72" cy="48"/>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707" name="Line 1216"/>
              <p:cNvSpPr>
                <a:spLocks noChangeShapeType="1"/>
              </p:cNvSpPr>
              <p:nvPr/>
            </p:nvSpPr>
            <p:spPr bwMode="auto">
              <a:xfrm>
                <a:off x="2958" y="3057"/>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708" name="Line 1217"/>
              <p:cNvSpPr>
                <a:spLocks noChangeShapeType="1"/>
              </p:cNvSpPr>
              <p:nvPr/>
            </p:nvSpPr>
            <p:spPr bwMode="auto">
              <a:xfrm>
                <a:off x="3054" y="3121"/>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709" name="Line 1218"/>
              <p:cNvSpPr>
                <a:spLocks noChangeShapeType="1"/>
              </p:cNvSpPr>
              <p:nvPr/>
            </p:nvSpPr>
            <p:spPr bwMode="auto">
              <a:xfrm>
                <a:off x="3150" y="3177"/>
                <a:ext cx="39" cy="30"/>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3699" name="Group 1219"/>
            <p:cNvGrpSpPr>
              <a:grpSpLocks/>
            </p:cNvGrpSpPr>
            <p:nvPr/>
          </p:nvGrpSpPr>
          <p:grpSpPr bwMode="auto">
            <a:xfrm>
              <a:off x="3318" y="3304"/>
              <a:ext cx="422" cy="287"/>
              <a:chOff x="3318" y="3304"/>
              <a:chExt cx="422" cy="287"/>
            </a:xfrm>
          </p:grpSpPr>
          <p:sp>
            <p:nvSpPr>
              <p:cNvPr id="53700" name="Freeform 1220"/>
              <p:cNvSpPr>
                <a:spLocks/>
              </p:cNvSpPr>
              <p:nvPr/>
            </p:nvSpPr>
            <p:spPr bwMode="auto">
              <a:xfrm>
                <a:off x="3628" y="3304"/>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0"/>
                    </a:moveTo>
                    <a:lnTo>
                      <a:pt x="32" y="88"/>
                    </a:lnTo>
                    <a:lnTo>
                      <a:pt x="16" y="64"/>
                    </a:lnTo>
                    <a:lnTo>
                      <a:pt x="0" y="40"/>
                    </a:lnTo>
                    <a:lnTo>
                      <a:pt x="112" y="0"/>
                    </a:lnTo>
                    <a:close/>
                  </a:path>
                </a:pathLst>
              </a:custGeom>
              <a:solidFill>
                <a:srgbClr val="808080"/>
              </a:solidFill>
              <a:ln w="9525">
                <a:solidFill>
                  <a:srgbClr val="808080"/>
                </a:solidFill>
                <a:round/>
                <a:headEnd/>
                <a:tailEnd/>
              </a:ln>
            </p:spPr>
            <p:txBody>
              <a:bodyPr/>
              <a:lstStyle/>
              <a:p>
                <a:endParaRPr lang="en-US"/>
              </a:p>
            </p:txBody>
          </p:sp>
          <p:sp>
            <p:nvSpPr>
              <p:cNvPr id="53701" name="Line 1221"/>
              <p:cNvSpPr>
                <a:spLocks noChangeShapeType="1"/>
              </p:cNvSpPr>
              <p:nvPr/>
            </p:nvSpPr>
            <p:spPr bwMode="auto">
              <a:xfrm flipV="1">
                <a:off x="3318" y="3544"/>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702" name="Line 1222"/>
              <p:cNvSpPr>
                <a:spLocks noChangeShapeType="1"/>
              </p:cNvSpPr>
              <p:nvPr/>
            </p:nvSpPr>
            <p:spPr bwMode="auto">
              <a:xfrm flipV="1">
                <a:off x="3413" y="3481"/>
                <a:ext cx="72"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703" name="Line 1223"/>
              <p:cNvSpPr>
                <a:spLocks noChangeShapeType="1"/>
              </p:cNvSpPr>
              <p:nvPr/>
            </p:nvSpPr>
            <p:spPr bwMode="auto">
              <a:xfrm flipV="1">
                <a:off x="3501" y="3417"/>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704" name="Line 1224"/>
              <p:cNvSpPr>
                <a:spLocks noChangeShapeType="1"/>
              </p:cNvSpPr>
              <p:nvPr/>
            </p:nvSpPr>
            <p:spPr bwMode="auto">
              <a:xfrm flipV="1">
                <a:off x="3596" y="3368"/>
                <a:ext cx="48" cy="32"/>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52227" name="Rectangle 1225"/>
          <p:cNvSpPr>
            <a:spLocks noGrp="1" noChangeArrowheads="1"/>
          </p:cNvSpPr>
          <p:nvPr>
            <p:ph type="title"/>
          </p:nvPr>
        </p:nvSpPr>
        <p:spPr/>
        <p:txBody>
          <a:bodyPr/>
          <a:lstStyle/>
          <a:p>
            <a:pPr eaLnBrk="1" hangingPunct="1"/>
            <a:r>
              <a:rPr lang="en-US" dirty="0"/>
              <a:t>Locomotive planning at Norfolk Southern</a:t>
            </a:r>
          </a:p>
        </p:txBody>
      </p:sp>
      <p:sp>
        <p:nvSpPr>
          <p:cNvPr id="52228" name="Oval 1226"/>
          <p:cNvSpPr>
            <a:spLocks noChangeArrowheads="1"/>
          </p:cNvSpPr>
          <p:nvPr/>
        </p:nvSpPr>
        <p:spPr bwMode="auto">
          <a:xfrm>
            <a:off x="9537700" y="3860800"/>
            <a:ext cx="177800" cy="177800"/>
          </a:xfrm>
          <a:prstGeom prst="ellipse">
            <a:avLst/>
          </a:prstGeom>
          <a:solidFill>
            <a:srgbClr val="808080"/>
          </a:solidFill>
          <a:ln w="38100">
            <a:solidFill>
              <a:srgbClr val="808080"/>
            </a:solidFill>
            <a:round/>
            <a:headEnd type="none" w="lg" len="lg"/>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2229" name="Line 1227"/>
          <p:cNvSpPr>
            <a:spLocks noChangeShapeType="1"/>
          </p:cNvSpPr>
          <p:nvPr/>
        </p:nvSpPr>
        <p:spPr bwMode="auto">
          <a:xfrm flipH="1" flipV="1">
            <a:off x="8772525" y="3133725"/>
            <a:ext cx="774700" cy="800100"/>
          </a:xfrm>
          <a:prstGeom prst="line">
            <a:avLst/>
          </a:prstGeom>
          <a:noFill/>
          <a:ln w="28575">
            <a:solidFill>
              <a:srgbClr val="808080"/>
            </a:solidFill>
            <a:round/>
            <a:headEnd type="triangle" w="med" len="me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2230" name="Line 1228"/>
          <p:cNvSpPr>
            <a:spLocks noChangeShapeType="1"/>
          </p:cNvSpPr>
          <p:nvPr/>
        </p:nvSpPr>
        <p:spPr bwMode="auto">
          <a:xfrm flipH="1" flipV="1">
            <a:off x="8778875" y="3565525"/>
            <a:ext cx="768350" cy="387350"/>
          </a:xfrm>
          <a:prstGeom prst="line">
            <a:avLst/>
          </a:prstGeom>
          <a:noFill/>
          <a:ln w="28575">
            <a:solidFill>
              <a:srgbClr val="808080"/>
            </a:solidFill>
            <a:round/>
            <a:headEnd type="triangle" w="med" len="me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2231" name="Line 1229"/>
          <p:cNvSpPr>
            <a:spLocks noChangeShapeType="1"/>
          </p:cNvSpPr>
          <p:nvPr/>
        </p:nvSpPr>
        <p:spPr bwMode="auto">
          <a:xfrm flipH="1">
            <a:off x="8785225" y="3959225"/>
            <a:ext cx="762000" cy="50800"/>
          </a:xfrm>
          <a:prstGeom prst="line">
            <a:avLst/>
          </a:prstGeom>
          <a:noFill/>
          <a:ln w="28575">
            <a:solidFill>
              <a:srgbClr val="808080"/>
            </a:solidFill>
            <a:round/>
            <a:headEnd type="triangle" w="med" len="me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2232" name="Line 1230"/>
          <p:cNvSpPr>
            <a:spLocks noChangeShapeType="1"/>
          </p:cNvSpPr>
          <p:nvPr/>
        </p:nvSpPr>
        <p:spPr bwMode="auto">
          <a:xfrm flipH="1">
            <a:off x="8759825" y="3971925"/>
            <a:ext cx="762000" cy="482600"/>
          </a:xfrm>
          <a:prstGeom prst="line">
            <a:avLst/>
          </a:prstGeom>
          <a:noFill/>
          <a:ln w="28575">
            <a:solidFill>
              <a:srgbClr val="808080"/>
            </a:solidFill>
            <a:round/>
            <a:headEnd type="triangle" w="med" len="me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2233" name="Line 1231"/>
          <p:cNvSpPr>
            <a:spLocks noChangeShapeType="1"/>
          </p:cNvSpPr>
          <p:nvPr/>
        </p:nvSpPr>
        <p:spPr bwMode="auto">
          <a:xfrm flipH="1">
            <a:off x="8731251" y="3959226"/>
            <a:ext cx="803275" cy="936625"/>
          </a:xfrm>
          <a:prstGeom prst="line">
            <a:avLst/>
          </a:prstGeom>
          <a:noFill/>
          <a:ln w="28575">
            <a:solidFill>
              <a:srgbClr val="808080"/>
            </a:solidFill>
            <a:round/>
            <a:headEnd type="triangle" w="med" len="me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2234" name="Line 1232"/>
          <p:cNvSpPr>
            <a:spLocks noChangeShapeType="1"/>
          </p:cNvSpPr>
          <p:nvPr/>
        </p:nvSpPr>
        <p:spPr bwMode="auto">
          <a:xfrm flipH="1" flipV="1">
            <a:off x="8778875" y="2701925"/>
            <a:ext cx="755650" cy="1244600"/>
          </a:xfrm>
          <a:prstGeom prst="line">
            <a:avLst/>
          </a:prstGeom>
          <a:noFill/>
          <a:ln w="28575">
            <a:solidFill>
              <a:srgbClr val="808080"/>
            </a:solidFill>
            <a:round/>
            <a:headEnd type="triangle" w="med" len="me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2235" name="Line 1233"/>
          <p:cNvSpPr>
            <a:spLocks noChangeShapeType="1"/>
          </p:cNvSpPr>
          <p:nvPr/>
        </p:nvSpPr>
        <p:spPr bwMode="auto">
          <a:xfrm flipH="1">
            <a:off x="8721726" y="3978275"/>
            <a:ext cx="822325" cy="1365250"/>
          </a:xfrm>
          <a:prstGeom prst="line">
            <a:avLst/>
          </a:prstGeom>
          <a:noFill/>
          <a:ln w="28575">
            <a:solidFill>
              <a:srgbClr val="808080"/>
            </a:solidFill>
            <a:round/>
            <a:headEnd type="triangle" w="med" len="me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145408" name="Text Box 1600"/>
          <p:cNvSpPr txBox="1">
            <a:spLocks noChangeArrowheads="1"/>
          </p:cNvSpPr>
          <p:nvPr/>
        </p:nvSpPr>
        <p:spPr bwMode="auto">
          <a:xfrm>
            <a:off x="2724150" y="1754189"/>
            <a:ext cx="1404938"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1"/>
                </a:solidFill>
                <a:miter lim="800000"/>
                <a:headEnd type="none" w="lg" len="lg"/>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i="1">
                <a:solidFill>
                  <a:schemeClr val="tx1"/>
                </a:solidFill>
                <a:latin typeface="Arial" charset="0"/>
                <a:cs typeface="Arial" charset="0"/>
              </a:defRPr>
            </a:lvl1pPr>
            <a:lvl2pPr marL="742950" indent="-285750" eaLnBrk="0" hangingPunct="0">
              <a:defRPr i="1">
                <a:solidFill>
                  <a:schemeClr val="tx1"/>
                </a:solidFill>
                <a:latin typeface="Arial" charset="0"/>
                <a:cs typeface="Arial" charset="0"/>
              </a:defRPr>
            </a:lvl2pPr>
            <a:lvl3pPr marL="1143000" indent="-228600" eaLnBrk="0" hangingPunct="0">
              <a:defRPr i="1">
                <a:solidFill>
                  <a:schemeClr val="tx1"/>
                </a:solidFill>
                <a:latin typeface="Arial" charset="0"/>
                <a:cs typeface="Arial" charset="0"/>
              </a:defRPr>
            </a:lvl3pPr>
            <a:lvl4pPr marL="1600200" indent="-228600" eaLnBrk="0" hangingPunct="0">
              <a:defRPr i="1">
                <a:solidFill>
                  <a:schemeClr val="tx1"/>
                </a:solidFill>
                <a:latin typeface="Arial" charset="0"/>
                <a:cs typeface="Arial" charset="0"/>
              </a:defRPr>
            </a:lvl4pPr>
            <a:lvl5pPr marL="2057400" indent="-228600" eaLnBrk="0" hangingPunct="0">
              <a:defRPr i="1">
                <a:solidFill>
                  <a:schemeClr val="tx1"/>
                </a:solidFill>
                <a:latin typeface="Arial" charset="0"/>
                <a:cs typeface="Arial" charset="0"/>
              </a:defRPr>
            </a:lvl5pPr>
            <a:lvl6pPr marL="2514600" indent="-228600" eaLnBrk="0" fontAlgn="base" hangingPunct="0">
              <a:spcBef>
                <a:spcPct val="0"/>
              </a:spcBef>
              <a:spcAft>
                <a:spcPct val="0"/>
              </a:spcAft>
              <a:defRPr i="1">
                <a:solidFill>
                  <a:schemeClr val="tx1"/>
                </a:solidFill>
                <a:latin typeface="Arial" charset="0"/>
                <a:cs typeface="Arial" charset="0"/>
              </a:defRPr>
            </a:lvl6pPr>
            <a:lvl7pPr marL="2971800" indent="-228600" eaLnBrk="0" fontAlgn="base" hangingPunct="0">
              <a:spcBef>
                <a:spcPct val="0"/>
              </a:spcBef>
              <a:spcAft>
                <a:spcPct val="0"/>
              </a:spcAft>
              <a:defRPr i="1">
                <a:solidFill>
                  <a:schemeClr val="tx1"/>
                </a:solidFill>
                <a:latin typeface="Arial" charset="0"/>
                <a:cs typeface="Arial" charset="0"/>
              </a:defRPr>
            </a:lvl7pPr>
            <a:lvl8pPr marL="3429000" indent="-228600" eaLnBrk="0" fontAlgn="base" hangingPunct="0">
              <a:spcBef>
                <a:spcPct val="0"/>
              </a:spcBef>
              <a:spcAft>
                <a:spcPct val="0"/>
              </a:spcAft>
              <a:defRPr i="1">
                <a:solidFill>
                  <a:schemeClr val="tx1"/>
                </a:solidFill>
                <a:latin typeface="Arial" charset="0"/>
                <a:cs typeface="Arial" charset="0"/>
              </a:defRPr>
            </a:lvl8pPr>
            <a:lvl9pPr marL="3886200" indent="-228600" eaLnBrk="0" fontAlgn="base" hangingPunct="0">
              <a:spcBef>
                <a:spcPct val="0"/>
              </a:spcBef>
              <a:spcAft>
                <a:spcPct val="0"/>
              </a:spcAft>
              <a:defRPr i="1">
                <a:solidFill>
                  <a:schemeClr val="tx1"/>
                </a:solidFill>
                <a:latin typeface="Arial" charset="0"/>
                <a:cs typeface="Arial" charset="0"/>
              </a:defRPr>
            </a:lvl9pPr>
          </a:lstStyle>
          <a:p>
            <a:pPr algn="ctr"/>
            <a:r>
              <a:rPr lang="en-US" sz="2000" i="0">
                <a:latin typeface="Times New Roman" pitchFamily="18" charset="0"/>
              </a:rPr>
              <a:t>Initial inventories</a:t>
            </a:r>
          </a:p>
        </p:txBody>
      </p:sp>
      <p:grpSp>
        <p:nvGrpSpPr>
          <p:cNvPr id="1145409" name="Group 1601"/>
          <p:cNvGrpSpPr>
            <a:grpSpLocks/>
          </p:cNvGrpSpPr>
          <p:nvPr/>
        </p:nvGrpSpPr>
        <p:grpSpPr bwMode="auto">
          <a:xfrm>
            <a:off x="3098800" y="2590800"/>
            <a:ext cx="647700" cy="2857500"/>
            <a:chOff x="992" y="1632"/>
            <a:chExt cx="408" cy="1800"/>
          </a:xfrm>
        </p:grpSpPr>
        <p:grpSp>
          <p:nvGrpSpPr>
            <p:cNvPr id="53463" name="Group 1602"/>
            <p:cNvGrpSpPr>
              <a:grpSpLocks/>
            </p:cNvGrpSpPr>
            <p:nvPr/>
          </p:nvGrpSpPr>
          <p:grpSpPr bwMode="auto">
            <a:xfrm>
              <a:off x="1008" y="1632"/>
              <a:ext cx="392" cy="128"/>
              <a:chOff x="1008" y="1632"/>
              <a:chExt cx="392" cy="128"/>
            </a:xfrm>
          </p:grpSpPr>
          <p:sp>
            <p:nvSpPr>
              <p:cNvPr id="53488" name="Line 1603"/>
              <p:cNvSpPr>
                <a:spLocks noChangeShapeType="1"/>
              </p:cNvSpPr>
              <p:nvPr/>
            </p:nvSpPr>
            <p:spPr bwMode="auto">
              <a:xfrm>
                <a:off x="1008" y="1632"/>
                <a:ext cx="392" cy="0"/>
              </a:xfrm>
              <a:prstGeom prst="line">
                <a:avLst/>
              </a:prstGeom>
              <a:noFill/>
              <a:ln w="38100">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3489" name="Line 1604"/>
              <p:cNvSpPr>
                <a:spLocks noChangeShapeType="1"/>
              </p:cNvSpPr>
              <p:nvPr/>
            </p:nvSpPr>
            <p:spPr bwMode="auto">
              <a:xfrm>
                <a:off x="1008" y="1696"/>
                <a:ext cx="392" cy="0"/>
              </a:xfrm>
              <a:prstGeom prst="line">
                <a:avLst/>
              </a:prstGeom>
              <a:noFill/>
              <a:ln w="38100">
                <a:solidFill>
                  <a:schemeClr val="tx1"/>
                </a:solidFill>
                <a:prstDash val="sysDot"/>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3490" name="Line 1605"/>
              <p:cNvSpPr>
                <a:spLocks noChangeShapeType="1"/>
              </p:cNvSpPr>
              <p:nvPr/>
            </p:nvSpPr>
            <p:spPr bwMode="auto">
              <a:xfrm>
                <a:off x="1008" y="1760"/>
                <a:ext cx="392" cy="0"/>
              </a:xfrm>
              <a:prstGeom prst="line">
                <a:avLst/>
              </a:prstGeom>
              <a:noFill/>
              <a:ln w="38100">
                <a:solidFill>
                  <a:schemeClr val="tx1"/>
                </a:solidFill>
                <a:prstDash val="dash"/>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53464" name="Group 1606"/>
            <p:cNvGrpSpPr>
              <a:grpSpLocks/>
            </p:cNvGrpSpPr>
            <p:nvPr/>
          </p:nvGrpSpPr>
          <p:grpSpPr bwMode="auto">
            <a:xfrm>
              <a:off x="1000" y="1912"/>
              <a:ext cx="392" cy="128"/>
              <a:chOff x="1008" y="1632"/>
              <a:chExt cx="392" cy="128"/>
            </a:xfrm>
          </p:grpSpPr>
          <p:sp>
            <p:nvSpPr>
              <p:cNvPr id="53485" name="Line 1607"/>
              <p:cNvSpPr>
                <a:spLocks noChangeShapeType="1"/>
              </p:cNvSpPr>
              <p:nvPr/>
            </p:nvSpPr>
            <p:spPr bwMode="auto">
              <a:xfrm>
                <a:off x="1008" y="1632"/>
                <a:ext cx="392" cy="0"/>
              </a:xfrm>
              <a:prstGeom prst="line">
                <a:avLst/>
              </a:prstGeom>
              <a:noFill/>
              <a:ln w="38100">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3486" name="Line 1608"/>
              <p:cNvSpPr>
                <a:spLocks noChangeShapeType="1"/>
              </p:cNvSpPr>
              <p:nvPr/>
            </p:nvSpPr>
            <p:spPr bwMode="auto">
              <a:xfrm>
                <a:off x="1008" y="1696"/>
                <a:ext cx="392" cy="0"/>
              </a:xfrm>
              <a:prstGeom prst="line">
                <a:avLst/>
              </a:prstGeom>
              <a:noFill/>
              <a:ln w="38100">
                <a:solidFill>
                  <a:schemeClr val="tx1"/>
                </a:solidFill>
                <a:prstDash val="sysDot"/>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3487" name="Line 1609"/>
              <p:cNvSpPr>
                <a:spLocks noChangeShapeType="1"/>
              </p:cNvSpPr>
              <p:nvPr/>
            </p:nvSpPr>
            <p:spPr bwMode="auto">
              <a:xfrm>
                <a:off x="1008" y="1760"/>
                <a:ext cx="392" cy="0"/>
              </a:xfrm>
              <a:prstGeom prst="line">
                <a:avLst/>
              </a:prstGeom>
              <a:noFill/>
              <a:ln w="38100">
                <a:solidFill>
                  <a:schemeClr val="tx1"/>
                </a:solidFill>
                <a:prstDash val="dash"/>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53465" name="Group 1610"/>
            <p:cNvGrpSpPr>
              <a:grpSpLocks/>
            </p:cNvGrpSpPr>
            <p:nvPr/>
          </p:nvGrpSpPr>
          <p:grpSpPr bwMode="auto">
            <a:xfrm>
              <a:off x="992" y="2200"/>
              <a:ext cx="392" cy="128"/>
              <a:chOff x="1008" y="1632"/>
              <a:chExt cx="392" cy="128"/>
            </a:xfrm>
          </p:grpSpPr>
          <p:sp>
            <p:nvSpPr>
              <p:cNvPr id="53482" name="Line 1611"/>
              <p:cNvSpPr>
                <a:spLocks noChangeShapeType="1"/>
              </p:cNvSpPr>
              <p:nvPr/>
            </p:nvSpPr>
            <p:spPr bwMode="auto">
              <a:xfrm>
                <a:off x="1008" y="1632"/>
                <a:ext cx="392" cy="0"/>
              </a:xfrm>
              <a:prstGeom prst="line">
                <a:avLst/>
              </a:prstGeom>
              <a:noFill/>
              <a:ln w="38100">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3483" name="Line 1612"/>
              <p:cNvSpPr>
                <a:spLocks noChangeShapeType="1"/>
              </p:cNvSpPr>
              <p:nvPr/>
            </p:nvSpPr>
            <p:spPr bwMode="auto">
              <a:xfrm>
                <a:off x="1008" y="1696"/>
                <a:ext cx="392" cy="0"/>
              </a:xfrm>
              <a:prstGeom prst="line">
                <a:avLst/>
              </a:prstGeom>
              <a:noFill/>
              <a:ln w="38100">
                <a:solidFill>
                  <a:schemeClr val="tx1"/>
                </a:solidFill>
                <a:prstDash val="sysDot"/>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3484" name="Line 1613"/>
              <p:cNvSpPr>
                <a:spLocks noChangeShapeType="1"/>
              </p:cNvSpPr>
              <p:nvPr/>
            </p:nvSpPr>
            <p:spPr bwMode="auto">
              <a:xfrm>
                <a:off x="1008" y="1760"/>
                <a:ext cx="392" cy="0"/>
              </a:xfrm>
              <a:prstGeom prst="line">
                <a:avLst/>
              </a:prstGeom>
              <a:noFill/>
              <a:ln w="38100">
                <a:solidFill>
                  <a:schemeClr val="tx1"/>
                </a:solidFill>
                <a:prstDash val="dash"/>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53466" name="Group 1614"/>
            <p:cNvGrpSpPr>
              <a:grpSpLocks/>
            </p:cNvGrpSpPr>
            <p:nvPr/>
          </p:nvGrpSpPr>
          <p:grpSpPr bwMode="auto">
            <a:xfrm>
              <a:off x="1000" y="2480"/>
              <a:ext cx="392" cy="128"/>
              <a:chOff x="1008" y="1632"/>
              <a:chExt cx="392" cy="128"/>
            </a:xfrm>
          </p:grpSpPr>
          <p:sp>
            <p:nvSpPr>
              <p:cNvPr id="53479" name="Line 1615"/>
              <p:cNvSpPr>
                <a:spLocks noChangeShapeType="1"/>
              </p:cNvSpPr>
              <p:nvPr/>
            </p:nvSpPr>
            <p:spPr bwMode="auto">
              <a:xfrm>
                <a:off x="1008" y="1632"/>
                <a:ext cx="392" cy="0"/>
              </a:xfrm>
              <a:prstGeom prst="line">
                <a:avLst/>
              </a:prstGeom>
              <a:noFill/>
              <a:ln w="38100">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3480" name="Line 1616"/>
              <p:cNvSpPr>
                <a:spLocks noChangeShapeType="1"/>
              </p:cNvSpPr>
              <p:nvPr/>
            </p:nvSpPr>
            <p:spPr bwMode="auto">
              <a:xfrm>
                <a:off x="1008" y="1696"/>
                <a:ext cx="392" cy="0"/>
              </a:xfrm>
              <a:prstGeom prst="line">
                <a:avLst/>
              </a:prstGeom>
              <a:noFill/>
              <a:ln w="38100">
                <a:solidFill>
                  <a:schemeClr val="tx1"/>
                </a:solidFill>
                <a:prstDash val="sysDot"/>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3481" name="Line 1617"/>
              <p:cNvSpPr>
                <a:spLocks noChangeShapeType="1"/>
              </p:cNvSpPr>
              <p:nvPr/>
            </p:nvSpPr>
            <p:spPr bwMode="auto">
              <a:xfrm>
                <a:off x="1008" y="1760"/>
                <a:ext cx="392" cy="0"/>
              </a:xfrm>
              <a:prstGeom prst="line">
                <a:avLst/>
              </a:prstGeom>
              <a:noFill/>
              <a:ln w="38100">
                <a:solidFill>
                  <a:schemeClr val="tx1"/>
                </a:solidFill>
                <a:prstDash val="dash"/>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53467" name="Group 1618"/>
            <p:cNvGrpSpPr>
              <a:grpSpLocks/>
            </p:cNvGrpSpPr>
            <p:nvPr/>
          </p:nvGrpSpPr>
          <p:grpSpPr bwMode="auto">
            <a:xfrm>
              <a:off x="1000" y="2752"/>
              <a:ext cx="392" cy="128"/>
              <a:chOff x="1008" y="1632"/>
              <a:chExt cx="392" cy="128"/>
            </a:xfrm>
          </p:grpSpPr>
          <p:sp>
            <p:nvSpPr>
              <p:cNvPr id="53476" name="Line 1619"/>
              <p:cNvSpPr>
                <a:spLocks noChangeShapeType="1"/>
              </p:cNvSpPr>
              <p:nvPr/>
            </p:nvSpPr>
            <p:spPr bwMode="auto">
              <a:xfrm>
                <a:off x="1008" y="1632"/>
                <a:ext cx="392" cy="0"/>
              </a:xfrm>
              <a:prstGeom prst="line">
                <a:avLst/>
              </a:prstGeom>
              <a:noFill/>
              <a:ln w="38100">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3477" name="Line 1620"/>
              <p:cNvSpPr>
                <a:spLocks noChangeShapeType="1"/>
              </p:cNvSpPr>
              <p:nvPr/>
            </p:nvSpPr>
            <p:spPr bwMode="auto">
              <a:xfrm>
                <a:off x="1008" y="1696"/>
                <a:ext cx="392" cy="0"/>
              </a:xfrm>
              <a:prstGeom prst="line">
                <a:avLst/>
              </a:prstGeom>
              <a:noFill/>
              <a:ln w="38100">
                <a:solidFill>
                  <a:schemeClr val="tx1"/>
                </a:solidFill>
                <a:prstDash val="sysDot"/>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3478" name="Line 1621"/>
              <p:cNvSpPr>
                <a:spLocks noChangeShapeType="1"/>
              </p:cNvSpPr>
              <p:nvPr/>
            </p:nvSpPr>
            <p:spPr bwMode="auto">
              <a:xfrm>
                <a:off x="1008" y="1760"/>
                <a:ext cx="392" cy="0"/>
              </a:xfrm>
              <a:prstGeom prst="line">
                <a:avLst/>
              </a:prstGeom>
              <a:noFill/>
              <a:ln w="38100">
                <a:solidFill>
                  <a:schemeClr val="tx1"/>
                </a:solidFill>
                <a:prstDash val="dash"/>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53468" name="Group 1622"/>
            <p:cNvGrpSpPr>
              <a:grpSpLocks/>
            </p:cNvGrpSpPr>
            <p:nvPr/>
          </p:nvGrpSpPr>
          <p:grpSpPr bwMode="auto">
            <a:xfrm>
              <a:off x="1000" y="3032"/>
              <a:ext cx="392" cy="128"/>
              <a:chOff x="1008" y="1632"/>
              <a:chExt cx="392" cy="128"/>
            </a:xfrm>
          </p:grpSpPr>
          <p:sp>
            <p:nvSpPr>
              <p:cNvPr id="53473" name="Line 1623"/>
              <p:cNvSpPr>
                <a:spLocks noChangeShapeType="1"/>
              </p:cNvSpPr>
              <p:nvPr/>
            </p:nvSpPr>
            <p:spPr bwMode="auto">
              <a:xfrm>
                <a:off x="1008" y="1632"/>
                <a:ext cx="392" cy="0"/>
              </a:xfrm>
              <a:prstGeom prst="line">
                <a:avLst/>
              </a:prstGeom>
              <a:noFill/>
              <a:ln w="38100">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3474" name="Line 1624"/>
              <p:cNvSpPr>
                <a:spLocks noChangeShapeType="1"/>
              </p:cNvSpPr>
              <p:nvPr/>
            </p:nvSpPr>
            <p:spPr bwMode="auto">
              <a:xfrm>
                <a:off x="1008" y="1696"/>
                <a:ext cx="392" cy="0"/>
              </a:xfrm>
              <a:prstGeom prst="line">
                <a:avLst/>
              </a:prstGeom>
              <a:noFill/>
              <a:ln w="38100">
                <a:solidFill>
                  <a:schemeClr val="tx1"/>
                </a:solidFill>
                <a:prstDash val="sysDot"/>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3475" name="Line 1625"/>
              <p:cNvSpPr>
                <a:spLocks noChangeShapeType="1"/>
              </p:cNvSpPr>
              <p:nvPr/>
            </p:nvSpPr>
            <p:spPr bwMode="auto">
              <a:xfrm>
                <a:off x="1008" y="1760"/>
                <a:ext cx="392" cy="0"/>
              </a:xfrm>
              <a:prstGeom prst="line">
                <a:avLst/>
              </a:prstGeom>
              <a:noFill/>
              <a:ln w="38100">
                <a:solidFill>
                  <a:schemeClr val="tx1"/>
                </a:solidFill>
                <a:prstDash val="dash"/>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53469" name="Group 1626"/>
            <p:cNvGrpSpPr>
              <a:grpSpLocks/>
            </p:cNvGrpSpPr>
            <p:nvPr/>
          </p:nvGrpSpPr>
          <p:grpSpPr bwMode="auto">
            <a:xfrm>
              <a:off x="1000" y="3304"/>
              <a:ext cx="392" cy="128"/>
              <a:chOff x="1008" y="1632"/>
              <a:chExt cx="392" cy="128"/>
            </a:xfrm>
          </p:grpSpPr>
          <p:sp>
            <p:nvSpPr>
              <p:cNvPr id="53470" name="Line 1627"/>
              <p:cNvSpPr>
                <a:spLocks noChangeShapeType="1"/>
              </p:cNvSpPr>
              <p:nvPr/>
            </p:nvSpPr>
            <p:spPr bwMode="auto">
              <a:xfrm>
                <a:off x="1008" y="1632"/>
                <a:ext cx="392" cy="0"/>
              </a:xfrm>
              <a:prstGeom prst="line">
                <a:avLst/>
              </a:prstGeom>
              <a:noFill/>
              <a:ln w="38100">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3471" name="Line 1628"/>
              <p:cNvSpPr>
                <a:spLocks noChangeShapeType="1"/>
              </p:cNvSpPr>
              <p:nvPr/>
            </p:nvSpPr>
            <p:spPr bwMode="auto">
              <a:xfrm>
                <a:off x="1008" y="1696"/>
                <a:ext cx="392" cy="0"/>
              </a:xfrm>
              <a:prstGeom prst="line">
                <a:avLst/>
              </a:prstGeom>
              <a:noFill/>
              <a:ln w="38100">
                <a:solidFill>
                  <a:schemeClr val="tx1"/>
                </a:solidFill>
                <a:prstDash val="sysDot"/>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3472" name="Line 1629"/>
              <p:cNvSpPr>
                <a:spLocks noChangeShapeType="1"/>
              </p:cNvSpPr>
              <p:nvPr/>
            </p:nvSpPr>
            <p:spPr bwMode="auto">
              <a:xfrm>
                <a:off x="1008" y="1760"/>
                <a:ext cx="392" cy="0"/>
              </a:xfrm>
              <a:prstGeom prst="line">
                <a:avLst/>
              </a:prstGeom>
              <a:noFill/>
              <a:ln w="38100">
                <a:solidFill>
                  <a:schemeClr val="tx1"/>
                </a:solidFill>
                <a:prstDash val="dash"/>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grpSp>
        <p:nvGrpSpPr>
          <p:cNvPr id="52239" name="Group 1631"/>
          <p:cNvGrpSpPr>
            <a:grpSpLocks/>
          </p:cNvGrpSpPr>
          <p:nvPr/>
        </p:nvGrpSpPr>
        <p:grpSpPr bwMode="auto">
          <a:xfrm>
            <a:off x="3798888" y="2663826"/>
            <a:ext cx="4989512" cy="2733675"/>
            <a:chOff x="1449" y="1725"/>
            <a:chExt cx="3265" cy="1898"/>
          </a:xfrm>
        </p:grpSpPr>
        <p:grpSp>
          <p:nvGrpSpPr>
            <p:cNvPr id="52241" name="Group 1632"/>
            <p:cNvGrpSpPr>
              <a:grpSpLocks/>
            </p:cNvGrpSpPr>
            <p:nvPr/>
          </p:nvGrpSpPr>
          <p:grpSpPr bwMode="auto">
            <a:xfrm>
              <a:off x="3772" y="2690"/>
              <a:ext cx="894" cy="596"/>
              <a:chOff x="3772" y="2690"/>
              <a:chExt cx="894" cy="596"/>
            </a:xfrm>
          </p:grpSpPr>
          <p:sp>
            <p:nvSpPr>
              <p:cNvPr id="53461" name="Freeform 1633"/>
              <p:cNvSpPr>
                <a:spLocks/>
              </p:cNvSpPr>
              <p:nvPr/>
            </p:nvSpPr>
            <p:spPr bwMode="auto">
              <a:xfrm>
                <a:off x="4538" y="2690"/>
                <a:ext cx="128" cy="104"/>
              </a:xfrm>
              <a:custGeom>
                <a:avLst/>
                <a:gdLst>
                  <a:gd name="T0" fmla="*/ 128 w 128"/>
                  <a:gd name="T1" fmla="*/ 0 h 104"/>
                  <a:gd name="T2" fmla="*/ 40 w 128"/>
                  <a:gd name="T3" fmla="*/ 104 h 104"/>
                  <a:gd name="T4" fmla="*/ 16 w 128"/>
                  <a:gd name="T5" fmla="*/ 72 h 104"/>
                  <a:gd name="T6" fmla="*/ 0 w 128"/>
                  <a:gd name="T7" fmla="*/ 48 h 104"/>
                  <a:gd name="T8" fmla="*/ 128 w 128"/>
                  <a:gd name="T9" fmla="*/ 0 h 10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8" h="104">
                    <a:moveTo>
                      <a:pt x="128" y="0"/>
                    </a:moveTo>
                    <a:lnTo>
                      <a:pt x="40" y="104"/>
                    </a:lnTo>
                    <a:lnTo>
                      <a:pt x="16" y="72"/>
                    </a:lnTo>
                    <a:lnTo>
                      <a:pt x="0" y="48"/>
                    </a:lnTo>
                    <a:lnTo>
                      <a:pt x="128" y="0"/>
                    </a:lnTo>
                    <a:close/>
                  </a:path>
                </a:pathLst>
              </a:custGeom>
              <a:solidFill>
                <a:schemeClr val="tx1"/>
              </a:solidFill>
              <a:ln w="9525">
                <a:solidFill>
                  <a:schemeClr val="tx1"/>
                </a:solidFill>
                <a:round/>
                <a:headEnd/>
                <a:tailEnd/>
              </a:ln>
            </p:spPr>
            <p:txBody>
              <a:bodyPr/>
              <a:lstStyle/>
              <a:p>
                <a:endParaRPr lang="en-US"/>
              </a:p>
            </p:txBody>
          </p:sp>
          <p:sp>
            <p:nvSpPr>
              <p:cNvPr id="53462" name="Line 1634"/>
              <p:cNvSpPr>
                <a:spLocks noChangeShapeType="1"/>
              </p:cNvSpPr>
              <p:nvPr/>
            </p:nvSpPr>
            <p:spPr bwMode="auto">
              <a:xfrm flipV="1">
                <a:off x="3772" y="2757"/>
                <a:ext cx="790" cy="529"/>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2242" name="Group 1635"/>
            <p:cNvGrpSpPr>
              <a:grpSpLocks/>
            </p:cNvGrpSpPr>
            <p:nvPr/>
          </p:nvGrpSpPr>
          <p:grpSpPr bwMode="auto">
            <a:xfrm>
              <a:off x="1944" y="2690"/>
              <a:ext cx="894" cy="596"/>
              <a:chOff x="1944" y="2690"/>
              <a:chExt cx="894" cy="596"/>
            </a:xfrm>
          </p:grpSpPr>
          <p:sp>
            <p:nvSpPr>
              <p:cNvPr id="53459" name="Freeform 1636"/>
              <p:cNvSpPr>
                <a:spLocks/>
              </p:cNvSpPr>
              <p:nvPr/>
            </p:nvSpPr>
            <p:spPr bwMode="auto">
              <a:xfrm>
                <a:off x="2702" y="2690"/>
                <a:ext cx="136" cy="104"/>
              </a:xfrm>
              <a:custGeom>
                <a:avLst/>
                <a:gdLst>
                  <a:gd name="T0" fmla="*/ 136 w 136"/>
                  <a:gd name="T1" fmla="*/ 0 h 104"/>
                  <a:gd name="T2" fmla="*/ 40 w 136"/>
                  <a:gd name="T3" fmla="*/ 104 h 104"/>
                  <a:gd name="T4" fmla="*/ 24 w 136"/>
                  <a:gd name="T5" fmla="*/ 72 h 104"/>
                  <a:gd name="T6" fmla="*/ 0 w 136"/>
                  <a:gd name="T7" fmla="*/ 48 h 104"/>
                  <a:gd name="T8" fmla="*/ 136 w 136"/>
                  <a:gd name="T9" fmla="*/ 0 h 10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 h="104">
                    <a:moveTo>
                      <a:pt x="136" y="0"/>
                    </a:moveTo>
                    <a:lnTo>
                      <a:pt x="40" y="104"/>
                    </a:lnTo>
                    <a:lnTo>
                      <a:pt x="24" y="72"/>
                    </a:lnTo>
                    <a:lnTo>
                      <a:pt x="0" y="48"/>
                    </a:lnTo>
                    <a:lnTo>
                      <a:pt x="136" y="0"/>
                    </a:lnTo>
                    <a:close/>
                  </a:path>
                </a:pathLst>
              </a:custGeom>
              <a:solidFill>
                <a:schemeClr val="tx1"/>
              </a:solidFill>
              <a:ln w="9525">
                <a:solidFill>
                  <a:schemeClr val="tx1"/>
                </a:solidFill>
                <a:round/>
                <a:headEnd/>
                <a:tailEnd/>
              </a:ln>
            </p:spPr>
            <p:txBody>
              <a:bodyPr/>
              <a:lstStyle/>
              <a:p>
                <a:endParaRPr lang="en-US"/>
              </a:p>
            </p:txBody>
          </p:sp>
          <p:sp>
            <p:nvSpPr>
              <p:cNvPr id="53460" name="Line 1637"/>
              <p:cNvSpPr>
                <a:spLocks noChangeShapeType="1"/>
              </p:cNvSpPr>
              <p:nvPr/>
            </p:nvSpPr>
            <p:spPr bwMode="auto">
              <a:xfrm flipV="1">
                <a:off x="1944" y="2758"/>
                <a:ext cx="790" cy="528"/>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2243" name="Group 1638"/>
            <p:cNvGrpSpPr>
              <a:grpSpLocks/>
            </p:cNvGrpSpPr>
            <p:nvPr/>
          </p:nvGrpSpPr>
          <p:grpSpPr bwMode="auto">
            <a:xfrm>
              <a:off x="1483" y="2379"/>
              <a:ext cx="429" cy="598"/>
              <a:chOff x="1483" y="2379"/>
              <a:chExt cx="429" cy="598"/>
            </a:xfrm>
          </p:grpSpPr>
          <p:sp>
            <p:nvSpPr>
              <p:cNvPr id="53457" name="Freeform 1639"/>
              <p:cNvSpPr>
                <a:spLocks/>
              </p:cNvSpPr>
              <p:nvPr/>
            </p:nvSpPr>
            <p:spPr bwMode="auto">
              <a:xfrm>
                <a:off x="1808" y="2379"/>
                <a:ext cx="104" cy="136"/>
              </a:xfrm>
              <a:custGeom>
                <a:avLst/>
                <a:gdLst>
                  <a:gd name="T0" fmla="*/ 104 w 104"/>
                  <a:gd name="T1" fmla="*/ 0 h 136"/>
                  <a:gd name="T2" fmla="*/ 56 w 104"/>
                  <a:gd name="T3" fmla="*/ 136 h 136"/>
                  <a:gd name="T4" fmla="*/ 32 w 104"/>
                  <a:gd name="T5" fmla="*/ 112 h 136"/>
                  <a:gd name="T6" fmla="*/ 0 w 104"/>
                  <a:gd name="T7" fmla="*/ 96 h 136"/>
                  <a:gd name="T8" fmla="*/ 104 w 104"/>
                  <a:gd name="T9" fmla="*/ 0 h 1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4" h="136">
                    <a:moveTo>
                      <a:pt x="104" y="0"/>
                    </a:moveTo>
                    <a:lnTo>
                      <a:pt x="56" y="136"/>
                    </a:lnTo>
                    <a:lnTo>
                      <a:pt x="32" y="112"/>
                    </a:lnTo>
                    <a:lnTo>
                      <a:pt x="0" y="96"/>
                    </a:lnTo>
                    <a:lnTo>
                      <a:pt x="104" y="0"/>
                    </a:lnTo>
                    <a:close/>
                  </a:path>
                </a:pathLst>
              </a:custGeom>
              <a:solidFill>
                <a:schemeClr val="tx1"/>
              </a:solidFill>
              <a:ln w="9525">
                <a:solidFill>
                  <a:schemeClr val="tx1"/>
                </a:solidFill>
                <a:round/>
                <a:headEnd/>
                <a:tailEnd/>
              </a:ln>
            </p:spPr>
            <p:txBody>
              <a:bodyPr/>
              <a:lstStyle/>
              <a:p>
                <a:endParaRPr lang="en-US"/>
              </a:p>
            </p:txBody>
          </p:sp>
          <p:sp>
            <p:nvSpPr>
              <p:cNvPr id="53458" name="Line 1640"/>
              <p:cNvSpPr>
                <a:spLocks noChangeShapeType="1"/>
              </p:cNvSpPr>
              <p:nvPr/>
            </p:nvSpPr>
            <p:spPr bwMode="auto">
              <a:xfrm flipV="1">
                <a:off x="1483" y="2483"/>
                <a:ext cx="362" cy="494"/>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2244" name="Group 1641"/>
            <p:cNvGrpSpPr>
              <a:grpSpLocks/>
            </p:cNvGrpSpPr>
            <p:nvPr/>
          </p:nvGrpSpPr>
          <p:grpSpPr bwMode="auto">
            <a:xfrm>
              <a:off x="1936" y="2379"/>
              <a:ext cx="894" cy="604"/>
              <a:chOff x="1936" y="2379"/>
              <a:chExt cx="894" cy="604"/>
            </a:xfrm>
          </p:grpSpPr>
          <p:sp>
            <p:nvSpPr>
              <p:cNvPr id="53455" name="Freeform 1642"/>
              <p:cNvSpPr>
                <a:spLocks/>
              </p:cNvSpPr>
              <p:nvPr/>
            </p:nvSpPr>
            <p:spPr bwMode="auto">
              <a:xfrm>
                <a:off x="2702" y="2379"/>
                <a:ext cx="128" cy="104"/>
              </a:xfrm>
              <a:custGeom>
                <a:avLst/>
                <a:gdLst>
                  <a:gd name="T0" fmla="*/ 128 w 128"/>
                  <a:gd name="T1" fmla="*/ 0 h 104"/>
                  <a:gd name="T2" fmla="*/ 40 w 128"/>
                  <a:gd name="T3" fmla="*/ 104 h 104"/>
                  <a:gd name="T4" fmla="*/ 16 w 128"/>
                  <a:gd name="T5" fmla="*/ 80 h 104"/>
                  <a:gd name="T6" fmla="*/ 0 w 128"/>
                  <a:gd name="T7" fmla="*/ 48 h 104"/>
                  <a:gd name="T8" fmla="*/ 128 w 128"/>
                  <a:gd name="T9" fmla="*/ 0 h 10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8" h="104">
                    <a:moveTo>
                      <a:pt x="128" y="0"/>
                    </a:moveTo>
                    <a:lnTo>
                      <a:pt x="40" y="104"/>
                    </a:lnTo>
                    <a:lnTo>
                      <a:pt x="16" y="80"/>
                    </a:lnTo>
                    <a:lnTo>
                      <a:pt x="0" y="48"/>
                    </a:lnTo>
                    <a:lnTo>
                      <a:pt x="128" y="0"/>
                    </a:lnTo>
                    <a:close/>
                  </a:path>
                </a:pathLst>
              </a:custGeom>
              <a:solidFill>
                <a:schemeClr val="tx1"/>
              </a:solidFill>
              <a:ln w="9525">
                <a:solidFill>
                  <a:schemeClr val="tx1"/>
                </a:solidFill>
                <a:round/>
                <a:headEnd/>
                <a:tailEnd/>
              </a:ln>
            </p:spPr>
            <p:txBody>
              <a:bodyPr/>
              <a:lstStyle/>
              <a:p>
                <a:endParaRPr lang="en-US"/>
              </a:p>
            </p:txBody>
          </p:sp>
          <p:sp>
            <p:nvSpPr>
              <p:cNvPr id="53456" name="Line 1643"/>
              <p:cNvSpPr>
                <a:spLocks noChangeShapeType="1"/>
              </p:cNvSpPr>
              <p:nvPr/>
            </p:nvSpPr>
            <p:spPr bwMode="auto">
              <a:xfrm flipV="1">
                <a:off x="1936" y="2455"/>
                <a:ext cx="790" cy="528"/>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2245" name="Group 1644"/>
            <p:cNvGrpSpPr>
              <a:grpSpLocks/>
            </p:cNvGrpSpPr>
            <p:nvPr/>
          </p:nvGrpSpPr>
          <p:grpSpPr bwMode="auto">
            <a:xfrm>
              <a:off x="1952" y="2076"/>
              <a:ext cx="886" cy="290"/>
              <a:chOff x="1952" y="2076"/>
              <a:chExt cx="886" cy="290"/>
            </a:xfrm>
          </p:grpSpPr>
          <p:sp>
            <p:nvSpPr>
              <p:cNvPr id="53453" name="Freeform 1645"/>
              <p:cNvSpPr>
                <a:spLocks/>
              </p:cNvSpPr>
              <p:nvPr/>
            </p:nvSpPr>
            <p:spPr bwMode="auto">
              <a:xfrm>
                <a:off x="2702" y="2076"/>
                <a:ext cx="136" cy="72"/>
              </a:xfrm>
              <a:custGeom>
                <a:avLst/>
                <a:gdLst>
                  <a:gd name="T0" fmla="*/ 136 w 136"/>
                  <a:gd name="T1" fmla="*/ 0 h 72"/>
                  <a:gd name="T2" fmla="*/ 16 w 136"/>
                  <a:gd name="T3" fmla="*/ 72 h 72"/>
                  <a:gd name="T4" fmla="*/ 8 w 136"/>
                  <a:gd name="T5" fmla="*/ 40 h 72"/>
                  <a:gd name="T6" fmla="*/ 0 w 136"/>
                  <a:gd name="T7" fmla="*/ 8 h 72"/>
                  <a:gd name="T8" fmla="*/ 136 w 136"/>
                  <a:gd name="T9" fmla="*/ 0 h 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 h="72">
                    <a:moveTo>
                      <a:pt x="136" y="0"/>
                    </a:moveTo>
                    <a:lnTo>
                      <a:pt x="16" y="72"/>
                    </a:lnTo>
                    <a:lnTo>
                      <a:pt x="8" y="40"/>
                    </a:lnTo>
                    <a:lnTo>
                      <a:pt x="0" y="8"/>
                    </a:lnTo>
                    <a:lnTo>
                      <a:pt x="136" y="0"/>
                    </a:lnTo>
                    <a:close/>
                  </a:path>
                </a:pathLst>
              </a:custGeom>
              <a:solidFill>
                <a:schemeClr val="tx1"/>
              </a:solidFill>
              <a:ln w="9525">
                <a:solidFill>
                  <a:schemeClr val="tx1"/>
                </a:solidFill>
                <a:round/>
                <a:headEnd/>
                <a:tailEnd/>
              </a:ln>
            </p:spPr>
            <p:txBody>
              <a:bodyPr/>
              <a:lstStyle/>
              <a:p>
                <a:endParaRPr lang="en-US"/>
              </a:p>
            </p:txBody>
          </p:sp>
          <p:sp>
            <p:nvSpPr>
              <p:cNvPr id="53454" name="Line 1646"/>
              <p:cNvSpPr>
                <a:spLocks noChangeShapeType="1"/>
              </p:cNvSpPr>
              <p:nvPr/>
            </p:nvSpPr>
            <p:spPr bwMode="auto">
              <a:xfrm flipV="1">
                <a:off x="1952" y="2114"/>
                <a:ext cx="766" cy="252"/>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2246" name="Group 1647"/>
            <p:cNvGrpSpPr>
              <a:grpSpLocks/>
            </p:cNvGrpSpPr>
            <p:nvPr/>
          </p:nvGrpSpPr>
          <p:grpSpPr bwMode="auto">
            <a:xfrm>
              <a:off x="1481" y="1769"/>
              <a:ext cx="894" cy="283"/>
              <a:chOff x="1481" y="1769"/>
              <a:chExt cx="894" cy="283"/>
            </a:xfrm>
          </p:grpSpPr>
          <p:sp>
            <p:nvSpPr>
              <p:cNvPr id="53451" name="Freeform 1648"/>
              <p:cNvSpPr>
                <a:spLocks/>
              </p:cNvSpPr>
              <p:nvPr/>
            </p:nvSpPr>
            <p:spPr bwMode="auto">
              <a:xfrm>
                <a:off x="2231" y="1980"/>
                <a:ext cx="144" cy="72"/>
              </a:xfrm>
              <a:custGeom>
                <a:avLst/>
                <a:gdLst>
                  <a:gd name="T0" fmla="*/ 144 w 144"/>
                  <a:gd name="T1" fmla="*/ 72 h 72"/>
                  <a:gd name="T2" fmla="*/ 0 w 144"/>
                  <a:gd name="T3" fmla="*/ 64 h 72"/>
                  <a:gd name="T4" fmla="*/ 16 w 144"/>
                  <a:gd name="T5" fmla="*/ 32 h 72"/>
                  <a:gd name="T6" fmla="*/ 24 w 144"/>
                  <a:gd name="T7" fmla="*/ 0 h 72"/>
                  <a:gd name="T8" fmla="*/ 144 w 144"/>
                  <a:gd name="T9" fmla="*/ 72 h 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4" h="72">
                    <a:moveTo>
                      <a:pt x="144" y="72"/>
                    </a:moveTo>
                    <a:lnTo>
                      <a:pt x="0" y="64"/>
                    </a:lnTo>
                    <a:lnTo>
                      <a:pt x="16" y="32"/>
                    </a:lnTo>
                    <a:lnTo>
                      <a:pt x="24" y="0"/>
                    </a:lnTo>
                    <a:lnTo>
                      <a:pt x="144" y="72"/>
                    </a:lnTo>
                    <a:close/>
                  </a:path>
                </a:pathLst>
              </a:custGeom>
              <a:solidFill>
                <a:schemeClr val="tx1"/>
              </a:solidFill>
              <a:ln w="9525">
                <a:solidFill>
                  <a:schemeClr val="tx1"/>
                </a:solidFill>
                <a:round/>
                <a:headEnd/>
                <a:tailEnd/>
              </a:ln>
            </p:spPr>
            <p:txBody>
              <a:bodyPr/>
              <a:lstStyle/>
              <a:p>
                <a:endParaRPr lang="en-US"/>
              </a:p>
            </p:txBody>
          </p:sp>
          <p:sp>
            <p:nvSpPr>
              <p:cNvPr id="53452" name="Line 1649"/>
              <p:cNvSpPr>
                <a:spLocks noChangeShapeType="1"/>
              </p:cNvSpPr>
              <p:nvPr/>
            </p:nvSpPr>
            <p:spPr bwMode="auto">
              <a:xfrm>
                <a:off x="1481" y="1769"/>
                <a:ext cx="774" cy="244"/>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52247" name="Oval 1650"/>
            <p:cNvSpPr>
              <a:spLocks noChangeArrowheads="1"/>
            </p:cNvSpPr>
            <p:nvPr/>
          </p:nvSpPr>
          <p:spPr bwMode="auto">
            <a:xfrm>
              <a:off x="1457" y="1741"/>
              <a:ext cx="32" cy="40"/>
            </a:xfrm>
            <a:prstGeom prst="ellipse">
              <a:avLst/>
            </a:prstGeom>
            <a:solidFill>
              <a:schemeClr val="tx1"/>
            </a:solidFill>
            <a:ln w="9525">
              <a:solidFill>
                <a:schemeClr val="tx1"/>
              </a:solidFill>
              <a:round/>
              <a:headEnd/>
              <a:tailEnd/>
            </a:ln>
          </p:spPr>
          <p:txBody>
            <a:bodyPr/>
            <a:lstStyle/>
            <a:p>
              <a:endParaRPr lang="en-US"/>
            </a:p>
          </p:txBody>
        </p:sp>
        <p:sp>
          <p:nvSpPr>
            <p:cNvPr id="52248" name="Oval 1651"/>
            <p:cNvSpPr>
              <a:spLocks noChangeArrowheads="1"/>
            </p:cNvSpPr>
            <p:nvPr/>
          </p:nvSpPr>
          <p:spPr bwMode="auto">
            <a:xfrm>
              <a:off x="1457" y="1741"/>
              <a:ext cx="32" cy="40"/>
            </a:xfrm>
            <a:prstGeom prst="ellipse">
              <a:avLst/>
            </a:prstGeom>
            <a:solidFill>
              <a:schemeClr val="tx1"/>
            </a:solidFill>
            <a:ln w="25400">
              <a:solidFill>
                <a:schemeClr val="tx1"/>
              </a:solidFill>
              <a:round/>
              <a:headEnd/>
              <a:tailEnd/>
            </a:ln>
          </p:spPr>
          <p:txBody>
            <a:bodyPr/>
            <a:lstStyle/>
            <a:p>
              <a:endParaRPr lang="en-US"/>
            </a:p>
          </p:txBody>
        </p:sp>
        <p:sp>
          <p:nvSpPr>
            <p:cNvPr id="52249" name="Oval 1652"/>
            <p:cNvSpPr>
              <a:spLocks noChangeArrowheads="1"/>
            </p:cNvSpPr>
            <p:nvPr/>
          </p:nvSpPr>
          <p:spPr bwMode="auto">
            <a:xfrm>
              <a:off x="1457" y="2044"/>
              <a:ext cx="40" cy="40"/>
            </a:xfrm>
            <a:prstGeom prst="ellipse">
              <a:avLst/>
            </a:prstGeom>
            <a:solidFill>
              <a:schemeClr val="tx1"/>
            </a:solidFill>
            <a:ln w="9525">
              <a:solidFill>
                <a:schemeClr val="tx1"/>
              </a:solidFill>
              <a:round/>
              <a:headEnd/>
              <a:tailEnd/>
            </a:ln>
          </p:spPr>
          <p:txBody>
            <a:bodyPr/>
            <a:lstStyle/>
            <a:p>
              <a:endParaRPr lang="en-US"/>
            </a:p>
          </p:txBody>
        </p:sp>
        <p:sp>
          <p:nvSpPr>
            <p:cNvPr id="52250" name="Oval 1653"/>
            <p:cNvSpPr>
              <a:spLocks noChangeArrowheads="1"/>
            </p:cNvSpPr>
            <p:nvPr/>
          </p:nvSpPr>
          <p:spPr bwMode="auto">
            <a:xfrm>
              <a:off x="1457" y="2044"/>
              <a:ext cx="40" cy="40"/>
            </a:xfrm>
            <a:prstGeom prst="ellipse">
              <a:avLst/>
            </a:prstGeom>
            <a:solidFill>
              <a:schemeClr val="tx1"/>
            </a:solidFill>
            <a:ln w="25400">
              <a:solidFill>
                <a:schemeClr val="tx1"/>
              </a:solidFill>
              <a:round/>
              <a:headEnd/>
              <a:tailEnd/>
            </a:ln>
          </p:spPr>
          <p:txBody>
            <a:bodyPr/>
            <a:lstStyle/>
            <a:p>
              <a:endParaRPr lang="en-US"/>
            </a:p>
          </p:txBody>
        </p:sp>
        <p:sp>
          <p:nvSpPr>
            <p:cNvPr id="52251" name="Oval 1654"/>
            <p:cNvSpPr>
              <a:spLocks noChangeArrowheads="1"/>
            </p:cNvSpPr>
            <p:nvPr/>
          </p:nvSpPr>
          <p:spPr bwMode="auto">
            <a:xfrm>
              <a:off x="1457" y="2355"/>
              <a:ext cx="40" cy="32"/>
            </a:xfrm>
            <a:prstGeom prst="ellipse">
              <a:avLst/>
            </a:prstGeom>
            <a:solidFill>
              <a:schemeClr val="tx1"/>
            </a:solidFill>
            <a:ln w="9525">
              <a:solidFill>
                <a:schemeClr val="tx1"/>
              </a:solidFill>
              <a:round/>
              <a:headEnd/>
              <a:tailEnd/>
            </a:ln>
          </p:spPr>
          <p:txBody>
            <a:bodyPr/>
            <a:lstStyle/>
            <a:p>
              <a:endParaRPr lang="en-US"/>
            </a:p>
          </p:txBody>
        </p:sp>
        <p:sp>
          <p:nvSpPr>
            <p:cNvPr id="52252" name="Oval 1655"/>
            <p:cNvSpPr>
              <a:spLocks noChangeArrowheads="1"/>
            </p:cNvSpPr>
            <p:nvPr/>
          </p:nvSpPr>
          <p:spPr bwMode="auto">
            <a:xfrm>
              <a:off x="1457" y="2355"/>
              <a:ext cx="40" cy="32"/>
            </a:xfrm>
            <a:prstGeom prst="ellipse">
              <a:avLst/>
            </a:prstGeom>
            <a:solidFill>
              <a:schemeClr val="tx1"/>
            </a:solidFill>
            <a:ln w="25400">
              <a:solidFill>
                <a:schemeClr val="tx1"/>
              </a:solidFill>
              <a:round/>
              <a:headEnd/>
              <a:tailEnd/>
            </a:ln>
          </p:spPr>
          <p:txBody>
            <a:bodyPr/>
            <a:lstStyle/>
            <a:p>
              <a:endParaRPr lang="en-US"/>
            </a:p>
          </p:txBody>
        </p:sp>
        <p:sp>
          <p:nvSpPr>
            <p:cNvPr id="52253" name="Oval 1656"/>
            <p:cNvSpPr>
              <a:spLocks noChangeArrowheads="1"/>
            </p:cNvSpPr>
            <p:nvPr/>
          </p:nvSpPr>
          <p:spPr bwMode="auto">
            <a:xfrm>
              <a:off x="1457" y="2658"/>
              <a:ext cx="32" cy="32"/>
            </a:xfrm>
            <a:prstGeom prst="ellipse">
              <a:avLst/>
            </a:prstGeom>
            <a:solidFill>
              <a:schemeClr val="tx1"/>
            </a:solidFill>
            <a:ln w="9525">
              <a:solidFill>
                <a:schemeClr val="tx1"/>
              </a:solidFill>
              <a:round/>
              <a:headEnd/>
              <a:tailEnd/>
            </a:ln>
          </p:spPr>
          <p:txBody>
            <a:bodyPr/>
            <a:lstStyle/>
            <a:p>
              <a:endParaRPr lang="en-US"/>
            </a:p>
          </p:txBody>
        </p:sp>
        <p:sp>
          <p:nvSpPr>
            <p:cNvPr id="52254" name="Oval 1657"/>
            <p:cNvSpPr>
              <a:spLocks noChangeArrowheads="1"/>
            </p:cNvSpPr>
            <p:nvPr/>
          </p:nvSpPr>
          <p:spPr bwMode="auto">
            <a:xfrm>
              <a:off x="1457" y="2658"/>
              <a:ext cx="32" cy="32"/>
            </a:xfrm>
            <a:prstGeom prst="ellipse">
              <a:avLst/>
            </a:prstGeom>
            <a:solidFill>
              <a:schemeClr val="tx1"/>
            </a:solidFill>
            <a:ln w="25400">
              <a:solidFill>
                <a:schemeClr val="tx1"/>
              </a:solidFill>
              <a:round/>
              <a:headEnd/>
              <a:tailEnd/>
            </a:ln>
          </p:spPr>
          <p:txBody>
            <a:bodyPr/>
            <a:lstStyle/>
            <a:p>
              <a:endParaRPr lang="en-US"/>
            </a:p>
          </p:txBody>
        </p:sp>
        <p:sp>
          <p:nvSpPr>
            <p:cNvPr id="52255" name="Oval 1658"/>
            <p:cNvSpPr>
              <a:spLocks noChangeArrowheads="1"/>
            </p:cNvSpPr>
            <p:nvPr/>
          </p:nvSpPr>
          <p:spPr bwMode="auto">
            <a:xfrm>
              <a:off x="1449" y="2969"/>
              <a:ext cx="40" cy="32"/>
            </a:xfrm>
            <a:prstGeom prst="ellipse">
              <a:avLst/>
            </a:prstGeom>
            <a:solidFill>
              <a:schemeClr val="tx1"/>
            </a:solidFill>
            <a:ln w="9525">
              <a:solidFill>
                <a:schemeClr val="tx1"/>
              </a:solidFill>
              <a:round/>
              <a:headEnd/>
              <a:tailEnd/>
            </a:ln>
          </p:spPr>
          <p:txBody>
            <a:bodyPr/>
            <a:lstStyle/>
            <a:p>
              <a:endParaRPr lang="en-US"/>
            </a:p>
          </p:txBody>
        </p:sp>
        <p:sp>
          <p:nvSpPr>
            <p:cNvPr id="52256" name="Oval 1659"/>
            <p:cNvSpPr>
              <a:spLocks noChangeArrowheads="1"/>
            </p:cNvSpPr>
            <p:nvPr/>
          </p:nvSpPr>
          <p:spPr bwMode="auto">
            <a:xfrm>
              <a:off x="1449" y="2969"/>
              <a:ext cx="40" cy="32"/>
            </a:xfrm>
            <a:prstGeom prst="ellipse">
              <a:avLst/>
            </a:prstGeom>
            <a:solidFill>
              <a:schemeClr val="tx1"/>
            </a:solidFill>
            <a:ln w="25400">
              <a:solidFill>
                <a:schemeClr val="tx1"/>
              </a:solidFill>
              <a:round/>
              <a:headEnd/>
              <a:tailEnd/>
            </a:ln>
          </p:spPr>
          <p:txBody>
            <a:bodyPr/>
            <a:lstStyle/>
            <a:p>
              <a:endParaRPr lang="en-US"/>
            </a:p>
          </p:txBody>
        </p:sp>
        <p:grpSp>
          <p:nvGrpSpPr>
            <p:cNvPr id="52257" name="Group 1660"/>
            <p:cNvGrpSpPr>
              <a:grpSpLocks/>
            </p:cNvGrpSpPr>
            <p:nvPr/>
          </p:nvGrpSpPr>
          <p:grpSpPr bwMode="auto">
            <a:xfrm>
              <a:off x="1912" y="1741"/>
              <a:ext cx="40" cy="1260"/>
              <a:chOff x="1912" y="1741"/>
              <a:chExt cx="40" cy="1260"/>
            </a:xfrm>
          </p:grpSpPr>
          <p:sp>
            <p:nvSpPr>
              <p:cNvPr id="53441" name="Oval 1661"/>
              <p:cNvSpPr>
                <a:spLocks noChangeArrowheads="1"/>
              </p:cNvSpPr>
              <p:nvPr/>
            </p:nvSpPr>
            <p:spPr bwMode="auto">
              <a:xfrm>
                <a:off x="1920" y="1741"/>
                <a:ext cx="32" cy="32"/>
              </a:xfrm>
              <a:prstGeom prst="ellipse">
                <a:avLst/>
              </a:prstGeom>
              <a:solidFill>
                <a:schemeClr val="tx1"/>
              </a:solidFill>
              <a:ln w="9525">
                <a:solidFill>
                  <a:schemeClr val="tx1"/>
                </a:solidFill>
                <a:round/>
                <a:headEnd/>
                <a:tailEnd/>
              </a:ln>
            </p:spPr>
            <p:txBody>
              <a:bodyPr/>
              <a:lstStyle/>
              <a:p>
                <a:endParaRPr lang="en-US"/>
              </a:p>
            </p:txBody>
          </p:sp>
          <p:sp>
            <p:nvSpPr>
              <p:cNvPr id="53442" name="Oval 1662"/>
              <p:cNvSpPr>
                <a:spLocks noChangeArrowheads="1"/>
              </p:cNvSpPr>
              <p:nvPr/>
            </p:nvSpPr>
            <p:spPr bwMode="auto">
              <a:xfrm>
                <a:off x="1920" y="1741"/>
                <a:ext cx="32" cy="32"/>
              </a:xfrm>
              <a:prstGeom prst="ellipse">
                <a:avLst/>
              </a:prstGeom>
              <a:solidFill>
                <a:schemeClr val="tx1"/>
              </a:solidFill>
              <a:ln w="25400">
                <a:solidFill>
                  <a:schemeClr val="tx1"/>
                </a:solidFill>
                <a:round/>
                <a:headEnd/>
                <a:tailEnd/>
              </a:ln>
            </p:spPr>
            <p:txBody>
              <a:bodyPr/>
              <a:lstStyle/>
              <a:p>
                <a:endParaRPr lang="en-US"/>
              </a:p>
            </p:txBody>
          </p:sp>
          <p:sp>
            <p:nvSpPr>
              <p:cNvPr id="53443" name="Oval 1663"/>
              <p:cNvSpPr>
                <a:spLocks noChangeArrowheads="1"/>
              </p:cNvSpPr>
              <p:nvPr/>
            </p:nvSpPr>
            <p:spPr bwMode="auto">
              <a:xfrm>
                <a:off x="1920" y="2044"/>
                <a:ext cx="32" cy="32"/>
              </a:xfrm>
              <a:prstGeom prst="ellipse">
                <a:avLst/>
              </a:prstGeom>
              <a:solidFill>
                <a:schemeClr val="tx1"/>
              </a:solidFill>
              <a:ln w="9525">
                <a:solidFill>
                  <a:schemeClr val="tx1"/>
                </a:solidFill>
                <a:round/>
                <a:headEnd/>
                <a:tailEnd/>
              </a:ln>
            </p:spPr>
            <p:txBody>
              <a:bodyPr/>
              <a:lstStyle/>
              <a:p>
                <a:endParaRPr lang="en-US"/>
              </a:p>
            </p:txBody>
          </p:sp>
          <p:sp>
            <p:nvSpPr>
              <p:cNvPr id="53444" name="Oval 1664"/>
              <p:cNvSpPr>
                <a:spLocks noChangeArrowheads="1"/>
              </p:cNvSpPr>
              <p:nvPr/>
            </p:nvSpPr>
            <p:spPr bwMode="auto">
              <a:xfrm>
                <a:off x="1920" y="2044"/>
                <a:ext cx="32" cy="32"/>
              </a:xfrm>
              <a:prstGeom prst="ellipse">
                <a:avLst/>
              </a:prstGeom>
              <a:solidFill>
                <a:schemeClr val="tx1"/>
              </a:solidFill>
              <a:ln w="25400">
                <a:solidFill>
                  <a:schemeClr val="tx1"/>
                </a:solidFill>
                <a:round/>
                <a:headEnd/>
                <a:tailEnd/>
              </a:ln>
            </p:spPr>
            <p:txBody>
              <a:bodyPr/>
              <a:lstStyle/>
              <a:p>
                <a:endParaRPr lang="en-US"/>
              </a:p>
            </p:txBody>
          </p:sp>
          <p:sp>
            <p:nvSpPr>
              <p:cNvPr id="53445" name="Oval 1665"/>
              <p:cNvSpPr>
                <a:spLocks noChangeArrowheads="1"/>
              </p:cNvSpPr>
              <p:nvPr/>
            </p:nvSpPr>
            <p:spPr bwMode="auto">
              <a:xfrm>
                <a:off x="1920" y="2347"/>
                <a:ext cx="32" cy="40"/>
              </a:xfrm>
              <a:prstGeom prst="ellipse">
                <a:avLst/>
              </a:prstGeom>
              <a:solidFill>
                <a:schemeClr val="tx1"/>
              </a:solidFill>
              <a:ln w="9525">
                <a:solidFill>
                  <a:schemeClr val="tx1"/>
                </a:solidFill>
                <a:round/>
                <a:headEnd/>
                <a:tailEnd/>
              </a:ln>
            </p:spPr>
            <p:txBody>
              <a:bodyPr/>
              <a:lstStyle/>
              <a:p>
                <a:endParaRPr lang="en-US"/>
              </a:p>
            </p:txBody>
          </p:sp>
          <p:sp>
            <p:nvSpPr>
              <p:cNvPr id="53446" name="Oval 1666"/>
              <p:cNvSpPr>
                <a:spLocks noChangeArrowheads="1"/>
              </p:cNvSpPr>
              <p:nvPr/>
            </p:nvSpPr>
            <p:spPr bwMode="auto">
              <a:xfrm>
                <a:off x="1920" y="2347"/>
                <a:ext cx="32" cy="40"/>
              </a:xfrm>
              <a:prstGeom prst="ellipse">
                <a:avLst/>
              </a:prstGeom>
              <a:solidFill>
                <a:schemeClr val="tx1"/>
              </a:solidFill>
              <a:ln w="25400">
                <a:solidFill>
                  <a:schemeClr val="tx1"/>
                </a:solidFill>
                <a:round/>
                <a:headEnd/>
                <a:tailEnd/>
              </a:ln>
            </p:spPr>
            <p:txBody>
              <a:bodyPr/>
              <a:lstStyle/>
              <a:p>
                <a:endParaRPr lang="en-US"/>
              </a:p>
            </p:txBody>
          </p:sp>
          <p:sp>
            <p:nvSpPr>
              <p:cNvPr id="53447" name="Oval 1667"/>
              <p:cNvSpPr>
                <a:spLocks noChangeArrowheads="1"/>
              </p:cNvSpPr>
              <p:nvPr/>
            </p:nvSpPr>
            <p:spPr bwMode="auto">
              <a:xfrm>
                <a:off x="1920" y="2658"/>
                <a:ext cx="32" cy="32"/>
              </a:xfrm>
              <a:prstGeom prst="ellipse">
                <a:avLst/>
              </a:prstGeom>
              <a:solidFill>
                <a:schemeClr val="tx1"/>
              </a:solidFill>
              <a:ln w="9525">
                <a:solidFill>
                  <a:schemeClr val="tx1"/>
                </a:solidFill>
                <a:round/>
                <a:headEnd/>
                <a:tailEnd/>
              </a:ln>
            </p:spPr>
            <p:txBody>
              <a:bodyPr/>
              <a:lstStyle/>
              <a:p>
                <a:endParaRPr lang="en-US"/>
              </a:p>
            </p:txBody>
          </p:sp>
          <p:sp>
            <p:nvSpPr>
              <p:cNvPr id="53448" name="Oval 1668"/>
              <p:cNvSpPr>
                <a:spLocks noChangeArrowheads="1"/>
              </p:cNvSpPr>
              <p:nvPr/>
            </p:nvSpPr>
            <p:spPr bwMode="auto">
              <a:xfrm>
                <a:off x="1920" y="2658"/>
                <a:ext cx="32" cy="32"/>
              </a:xfrm>
              <a:prstGeom prst="ellipse">
                <a:avLst/>
              </a:prstGeom>
              <a:solidFill>
                <a:schemeClr val="tx1"/>
              </a:solidFill>
              <a:ln w="25400">
                <a:solidFill>
                  <a:schemeClr val="tx1"/>
                </a:solidFill>
                <a:round/>
                <a:headEnd/>
                <a:tailEnd/>
              </a:ln>
            </p:spPr>
            <p:txBody>
              <a:bodyPr/>
              <a:lstStyle/>
              <a:p>
                <a:endParaRPr lang="en-US"/>
              </a:p>
            </p:txBody>
          </p:sp>
          <p:sp>
            <p:nvSpPr>
              <p:cNvPr id="53449" name="Oval 1669"/>
              <p:cNvSpPr>
                <a:spLocks noChangeArrowheads="1"/>
              </p:cNvSpPr>
              <p:nvPr/>
            </p:nvSpPr>
            <p:spPr bwMode="auto">
              <a:xfrm>
                <a:off x="1912" y="2961"/>
                <a:ext cx="32" cy="40"/>
              </a:xfrm>
              <a:prstGeom prst="ellipse">
                <a:avLst/>
              </a:prstGeom>
              <a:solidFill>
                <a:schemeClr val="tx1"/>
              </a:solidFill>
              <a:ln w="9525">
                <a:solidFill>
                  <a:schemeClr val="tx1"/>
                </a:solidFill>
                <a:round/>
                <a:headEnd/>
                <a:tailEnd/>
              </a:ln>
            </p:spPr>
            <p:txBody>
              <a:bodyPr/>
              <a:lstStyle/>
              <a:p>
                <a:endParaRPr lang="en-US"/>
              </a:p>
            </p:txBody>
          </p:sp>
          <p:sp>
            <p:nvSpPr>
              <p:cNvPr id="53450" name="Oval 1670"/>
              <p:cNvSpPr>
                <a:spLocks noChangeArrowheads="1"/>
              </p:cNvSpPr>
              <p:nvPr/>
            </p:nvSpPr>
            <p:spPr bwMode="auto">
              <a:xfrm>
                <a:off x="1912" y="2961"/>
                <a:ext cx="32" cy="40"/>
              </a:xfrm>
              <a:prstGeom prst="ellipse">
                <a:avLst/>
              </a:prstGeom>
              <a:solidFill>
                <a:schemeClr val="tx1"/>
              </a:solidFill>
              <a:ln w="25400">
                <a:solidFill>
                  <a:schemeClr val="tx1"/>
                </a:solidFill>
                <a:round/>
                <a:headEnd/>
                <a:tailEnd/>
              </a:ln>
            </p:spPr>
            <p:txBody>
              <a:bodyPr/>
              <a:lstStyle/>
              <a:p>
                <a:endParaRPr lang="en-US"/>
              </a:p>
            </p:txBody>
          </p:sp>
        </p:grpSp>
        <p:grpSp>
          <p:nvGrpSpPr>
            <p:cNvPr id="52258" name="Group 1671"/>
            <p:cNvGrpSpPr>
              <a:grpSpLocks/>
            </p:cNvGrpSpPr>
            <p:nvPr/>
          </p:nvGrpSpPr>
          <p:grpSpPr bwMode="auto">
            <a:xfrm>
              <a:off x="2375" y="1749"/>
              <a:ext cx="40" cy="1252"/>
              <a:chOff x="2375" y="1749"/>
              <a:chExt cx="40" cy="1252"/>
            </a:xfrm>
          </p:grpSpPr>
          <p:sp>
            <p:nvSpPr>
              <p:cNvPr id="53431" name="Oval 1672"/>
              <p:cNvSpPr>
                <a:spLocks noChangeArrowheads="1"/>
              </p:cNvSpPr>
              <p:nvPr/>
            </p:nvSpPr>
            <p:spPr bwMode="auto">
              <a:xfrm>
                <a:off x="2375" y="1749"/>
                <a:ext cx="32" cy="32"/>
              </a:xfrm>
              <a:prstGeom prst="ellipse">
                <a:avLst/>
              </a:prstGeom>
              <a:solidFill>
                <a:schemeClr val="tx1"/>
              </a:solidFill>
              <a:ln w="9525">
                <a:solidFill>
                  <a:schemeClr val="tx1"/>
                </a:solidFill>
                <a:round/>
                <a:headEnd/>
                <a:tailEnd/>
              </a:ln>
            </p:spPr>
            <p:txBody>
              <a:bodyPr/>
              <a:lstStyle/>
              <a:p>
                <a:endParaRPr lang="en-US"/>
              </a:p>
            </p:txBody>
          </p:sp>
          <p:sp>
            <p:nvSpPr>
              <p:cNvPr id="53432" name="Oval 1673"/>
              <p:cNvSpPr>
                <a:spLocks noChangeArrowheads="1"/>
              </p:cNvSpPr>
              <p:nvPr/>
            </p:nvSpPr>
            <p:spPr bwMode="auto">
              <a:xfrm>
                <a:off x="2375" y="1749"/>
                <a:ext cx="32" cy="32"/>
              </a:xfrm>
              <a:prstGeom prst="ellipse">
                <a:avLst/>
              </a:prstGeom>
              <a:solidFill>
                <a:schemeClr val="tx1"/>
              </a:solidFill>
              <a:ln w="25400">
                <a:solidFill>
                  <a:schemeClr val="tx1"/>
                </a:solidFill>
                <a:round/>
                <a:headEnd/>
                <a:tailEnd/>
              </a:ln>
            </p:spPr>
            <p:txBody>
              <a:bodyPr/>
              <a:lstStyle/>
              <a:p>
                <a:endParaRPr lang="en-US"/>
              </a:p>
            </p:txBody>
          </p:sp>
          <p:sp>
            <p:nvSpPr>
              <p:cNvPr id="53433" name="Oval 1674"/>
              <p:cNvSpPr>
                <a:spLocks noChangeArrowheads="1"/>
              </p:cNvSpPr>
              <p:nvPr/>
            </p:nvSpPr>
            <p:spPr bwMode="auto">
              <a:xfrm>
                <a:off x="2383" y="2052"/>
                <a:ext cx="32" cy="32"/>
              </a:xfrm>
              <a:prstGeom prst="ellipse">
                <a:avLst/>
              </a:prstGeom>
              <a:solidFill>
                <a:schemeClr val="tx1"/>
              </a:solidFill>
              <a:ln w="9525">
                <a:solidFill>
                  <a:schemeClr val="tx1"/>
                </a:solidFill>
                <a:round/>
                <a:headEnd/>
                <a:tailEnd/>
              </a:ln>
            </p:spPr>
            <p:txBody>
              <a:bodyPr/>
              <a:lstStyle/>
              <a:p>
                <a:endParaRPr lang="en-US"/>
              </a:p>
            </p:txBody>
          </p:sp>
          <p:sp>
            <p:nvSpPr>
              <p:cNvPr id="53434" name="Oval 1675"/>
              <p:cNvSpPr>
                <a:spLocks noChangeArrowheads="1"/>
              </p:cNvSpPr>
              <p:nvPr/>
            </p:nvSpPr>
            <p:spPr bwMode="auto">
              <a:xfrm>
                <a:off x="2383" y="2052"/>
                <a:ext cx="32" cy="32"/>
              </a:xfrm>
              <a:prstGeom prst="ellipse">
                <a:avLst/>
              </a:prstGeom>
              <a:solidFill>
                <a:schemeClr val="tx1"/>
              </a:solidFill>
              <a:ln w="25400">
                <a:solidFill>
                  <a:schemeClr val="tx1"/>
                </a:solidFill>
                <a:round/>
                <a:headEnd/>
                <a:tailEnd/>
              </a:ln>
            </p:spPr>
            <p:txBody>
              <a:bodyPr/>
              <a:lstStyle/>
              <a:p>
                <a:endParaRPr lang="en-US"/>
              </a:p>
            </p:txBody>
          </p:sp>
          <p:sp>
            <p:nvSpPr>
              <p:cNvPr id="53435" name="Oval 1676"/>
              <p:cNvSpPr>
                <a:spLocks noChangeArrowheads="1"/>
              </p:cNvSpPr>
              <p:nvPr/>
            </p:nvSpPr>
            <p:spPr bwMode="auto">
              <a:xfrm>
                <a:off x="2383" y="2355"/>
                <a:ext cx="32" cy="32"/>
              </a:xfrm>
              <a:prstGeom prst="ellipse">
                <a:avLst/>
              </a:prstGeom>
              <a:solidFill>
                <a:schemeClr val="tx1"/>
              </a:solidFill>
              <a:ln w="9525">
                <a:solidFill>
                  <a:schemeClr val="tx1"/>
                </a:solidFill>
                <a:round/>
                <a:headEnd/>
                <a:tailEnd/>
              </a:ln>
            </p:spPr>
            <p:txBody>
              <a:bodyPr/>
              <a:lstStyle/>
              <a:p>
                <a:endParaRPr lang="en-US"/>
              </a:p>
            </p:txBody>
          </p:sp>
          <p:sp>
            <p:nvSpPr>
              <p:cNvPr id="53436" name="Oval 1677"/>
              <p:cNvSpPr>
                <a:spLocks noChangeArrowheads="1"/>
              </p:cNvSpPr>
              <p:nvPr/>
            </p:nvSpPr>
            <p:spPr bwMode="auto">
              <a:xfrm>
                <a:off x="2383" y="2355"/>
                <a:ext cx="32" cy="32"/>
              </a:xfrm>
              <a:prstGeom prst="ellipse">
                <a:avLst/>
              </a:prstGeom>
              <a:solidFill>
                <a:schemeClr val="tx1"/>
              </a:solidFill>
              <a:ln w="25400">
                <a:solidFill>
                  <a:schemeClr val="tx1"/>
                </a:solidFill>
                <a:round/>
                <a:headEnd/>
                <a:tailEnd/>
              </a:ln>
            </p:spPr>
            <p:txBody>
              <a:bodyPr/>
              <a:lstStyle/>
              <a:p>
                <a:endParaRPr lang="en-US"/>
              </a:p>
            </p:txBody>
          </p:sp>
          <p:sp>
            <p:nvSpPr>
              <p:cNvPr id="53437" name="Oval 1678"/>
              <p:cNvSpPr>
                <a:spLocks noChangeArrowheads="1"/>
              </p:cNvSpPr>
              <p:nvPr/>
            </p:nvSpPr>
            <p:spPr bwMode="auto">
              <a:xfrm>
                <a:off x="2375" y="2658"/>
                <a:ext cx="32" cy="40"/>
              </a:xfrm>
              <a:prstGeom prst="ellipse">
                <a:avLst/>
              </a:prstGeom>
              <a:solidFill>
                <a:schemeClr val="tx1"/>
              </a:solidFill>
              <a:ln w="9525">
                <a:solidFill>
                  <a:schemeClr val="tx1"/>
                </a:solidFill>
                <a:round/>
                <a:headEnd/>
                <a:tailEnd/>
              </a:ln>
            </p:spPr>
            <p:txBody>
              <a:bodyPr/>
              <a:lstStyle/>
              <a:p>
                <a:endParaRPr lang="en-US"/>
              </a:p>
            </p:txBody>
          </p:sp>
          <p:sp>
            <p:nvSpPr>
              <p:cNvPr id="53438" name="Oval 1679"/>
              <p:cNvSpPr>
                <a:spLocks noChangeArrowheads="1"/>
              </p:cNvSpPr>
              <p:nvPr/>
            </p:nvSpPr>
            <p:spPr bwMode="auto">
              <a:xfrm>
                <a:off x="2375" y="2658"/>
                <a:ext cx="32" cy="40"/>
              </a:xfrm>
              <a:prstGeom prst="ellipse">
                <a:avLst/>
              </a:prstGeom>
              <a:solidFill>
                <a:schemeClr val="tx1"/>
              </a:solidFill>
              <a:ln w="25400">
                <a:solidFill>
                  <a:schemeClr val="tx1"/>
                </a:solidFill>
                <a:round/>
                <a:headEnd/>
                <a:tailEnd/>
              </a:ln>
            </p:spPr>
            <p:txBody>
              <a:bodyPr/>
              <a:lstStyle/>
              <a:p>
                <a:endParaRPr lang="en-US"/>
              </a:p>
            </p:txBody>
          </p:sp>
          <p:sp>
            <p:nvSpPr>
              <p:cNvPr id="53439" name="Oval 1680"/>
              <p:cNvSpPr>
                <a:spLocks noChangeArrowheads="1"/>
              </p:cNvSpPr>
              <p:nvPr/>
            </p:nvSpPr>
            <p:spPr bwMode="auto">
              <a:xfrm>
                <a:off x="2375" y="2969"/>
                <a:ext cx="32" cy="32"/>
              </a:xfrm>
              <a:prstGeom prst="ellipse">
                <a:avLst/>
              </a:prstGeom>
              <a:solidFill>
                <a:schemeClr val="tx1"/>
              </a:solidFill>
              <a:ln w="9525">
                <a:solidFill>
                  <a:schemeClr val="tx1"/>
                </a:solidFill>
                <a:round/>
                <a:headEnd/>
                <a:tailEnd/>
              </a:ln>
            </p:spPr>
            <p:txBody>
              <a:bodyPr/>
              <a:lstStyle/>
              <a:p>
                <a:endParaRPr lang="en-US"/>
              </a:p>
            </p:txBody>
          </p:sp>
          <p:sp>
            <p:nvSpPr>
              <p:cNvPr id="53440" name="Oval 1681"/>
              <p:cNvSpPr>
                <a:spLocks noChangeArrowheads="1"/>
              </p:cNvSpPr>
              <p:nvPr/>
            </p:nvSpPr>
            <p:spPr bwMode="auto">
              <a:xfrm>
                <a:off x="2375" y="2969"/>
                <a:ext cx="32" cy="32"/>
              </a:xfrm>
              <a:prstGeom prst="ellipse">
                <a:avLst/>
              </a:prstGeom>
              <a:solidFill>
                <a:schemeClr val="tx1"/>
              </a:solidFill>
              <a:ln w="25400">
                <a:solidFill>
                  <a:schemeClr val="tx1"/>
                </a:solidFill>
                <a:round/>
                <a:headEnd/>
                <a:tailEnd/>
              </a:ln>
            </p:spPr>
            <p:txBody>
              <a:bodyPr/>
              <a:lstStyle/>
              <a:p>
                <a:endParaRPr lang="en-US"/>
              </a:p>
            </p:txBody>
          </p:sp>
        </p:grpSp>
        <p:grpSp>
          <p:nvGrpSpPr>
            <p:cNvPr id="52259" name="Group 1682"/>
            <p:cNvGrpSpPr>
              <a:grpSpLocks/>
            </p:cNvGrpSpPr>
            <p:nvPr/>
          </p:nvGrpSpPr>
          <p:grpSpPr bwMode="auto">
            <a:xfrm>
              <a:off x="1489" y="2076"/>
              <a:ext cx="431" cy="284"/>
              <a:chOff x="1489" y="2076"/>
              <a:chExt cx="431" cy="284"/>
            </a:xfrm>
          </p:grpSpPr>
          <p:sp>
            <p:nvSpPr>
              <p:cNvPr id="53429" name="Freeform 1683"/>
              <p:cNvSpPr>
                <a:spLocks/>
              </p:cNvSpPr>
              <p:nvPr/>
            </p:nvSpPr>
            <p:spPr bwMode="auto">
              <a:xfrm>
                <a:off x="1784" y="2076"/>
                <a:ext cx="136" cy="96"/>
              </a:xfrm>
              <a:custGeom>
                <a:avLst/>
                <a:gdLst>
                  <a:gd name="T0" fmla="*/ 136 w 136"/>
                  <a:gd name="T1" fmla="*/ 0 h 96"/>
                  <a:gd name="T2" fmla="*/ 40 w 136"/>
                  <a:gd name="T3" fmla="*/ 96 h 96"/>
                  <a:gd name="T4" fmla="*/ 24 w 136"/>
                  <a:gd name="T5" fmla="*/ 72 h 96"/>
                  <a:gd name="T6" fmla="*/ 0 w 136"/>
                  <a:gd name="T7" fmla="*/ 40 h 96"/>
                  <a:gd name="T8" fmla="*/ 136 w 136"/>
                  <a:gd name="T9" fmla="*/ 0 h 9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 h="96">
                    <a:moveTo>
                      <a:pt x="136" y="0"/>
                    </a:moveTo>
                    <a:lnTo>
                      <a:pt x="40" y="96"/>
                    </a:lnTo>
                    <a:lnTo>
                      <a:pt x="24" y="72"/>
                    </a:lnTo>
                    <a:lnTo>
                      <a:pt x="0" y="40"/>
                    </a:lnTo>
                    <a:lnTo>
                      <a:pt x="136" y="0"/>
                    </a:lnTo>
                    <a:close/>
                  </a:path>
                </a:pathLst>
              </a:custGeom>
              <a:solidFill>
                <a:schemeClr val="tx1"/>
              </a:solidFill>
              <a:ln w="9525">
                <a:solidFill>
                  <a:schemeClr val="tx1"/>
                </a:solidFill>
                <a:round/>
                <a:headEnd/>
                <a:tailEnd/>
              </a:ln>
            </p:spPr>
            <p:txBody>
              <a:bodyPr/>
              <a:lstStyle/>
              <a:p>
                <a:endParaRPr lang="en-US"/>
              </a:p>
            </p:txBody>
          </p:sp>
          <p:sp>
            <p:nvSpPr>
              <p:cNvPr id="53430" name="Line 1684"/>
              <p:cNvSpPr>
                <a:spLocks noChangeShapeType="1"/>
              </p:cNvSpPr>
              <p:nvPr/>
            </p:nvSpPr>
            <p:spPr bwMode="auto">
              <a:xfrm flipV="1">
                <a:off x="1489" y="2143"/>
                <a:ext cx="327" cy="217"/>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2260" name="Group 1685"/>
            <p:cNvGrpSpPr>
              <a:grpSpLocks/>
            </p:cNvGrpSpPr>
            <p:nvPr/>
          </p:nvGrpSpPr>
          <p:grpSpPr bwMode="auto">
            <a:xfrm>
              <a:off x="1489" y="1733"/>
              <a:ext cx="423" cy="56"/>
              <a:chOff x="1489" y="1733"/>
              <a:chExt cx="423" cy="56"/>
            </a:xfrm>
          </p:grpSpPr>
          <p:sp>
            <p:nvSpPr>
              <p:cNvPr id="53421" name="Freeform 1686"/>
              <p:cNvSpPr>
                <a:spLocks/>
              </p:cNvSpPr>
              <p:nvPr/>
            </p:nvSpPr>
            <p:spPr bwMode="auto">
              <a:xfrm>
                <a:off x="1792" y="1733"/>
                <a:ext cx="120" cy="56"/>
              </a:xfrm>
              <a:custGeom>
                <a:avLst/>
                <a:gdLst>
                  <a:gd name="T0" fmla="*/ 120 w 120"/>
                  <a:gd name="T1" fmla="*/ 24 h 56"/>
                  <a:gd name="T2" fmla="*/ 0 w 120"/>
                  <a:gd name="T3" fmla="*/ 56 h 56"/>
                  <a:gd name="T4" fmla="*/ 0 w 120"/>
                  <a:gd name="T5" fmla="*/ 24 h 56"/>
                  <a:gd name="T6" fmla="*/ 0 w 120"/>
                  <a:gd name="T7" fmla="*/ 0 h 56"/>
                  <a:gd name="T8" fmla="*/ 120 w 120"/>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 h="56">
                    <a:moveTo>
                      <a:pt x="120" y="24"/>
                    </a:moveTo>
                    <a:lnTo>
                      <a:pt x="0" y="56"/>
                    </a:lnTo>
                    <a:lnTo>
                      <a:pt x="0" y="24"/>
                    </a:lnTo>
                    <a:lnTo>
                      <a:pt x="0" y="0"/>
                    </a:lnTo>
                    <a:lnTo>
                      <a:pt x="120" y="24"/>
                    </a:lnTo>
                    <a:close/>
                  </a:path>
                </a:pathLst>
              </a:custGeom>
              <a:solidFill>
                <a:schemeClr val="tx1"/>
              </a:solidFill>
              <a:ln w="9525">
                <a:solidFill>
                  <a:schemeClr val="tx1"/>
                </a:solidFill>
                <a:round/>
                <a:headEnd/>
                <a:tailEnd/>
              </a:ln>
            </p:spPr>
            <p:txBody>
              <a:bodyPr/>
              <a:lstStyle/>
              <a:p>
                <a:endParaRPr lang="en-US"/>
              </a:p>
            </p:txBody>
          </p:sp>
          <p:grpSp>
            <p:nvGrpSpPr>
              <p:cNvPr id="53422" name="Group 1687"/>
              <p:cNvGrpSpPr>
                <a:grpSpLocks/>
              </p:cNvGrpSpPr>
              <p:nvPr/>
            </p:nvGrpSpPr>
            <p:grpSpPr bwMode="auto">
              <a:xfrm>
                <a:off x="1489" y="1757"/>
                <a:ext cx="295" cy="1"/>
                <a:chOff x="1489" y="1757"/>
                <a:chExt cx="295" cy="1"/>
              </a:xfrm>
            </p:grpSpPr>
            <p:sp>
              <p:nvSpPr>
                <p:cNvPr id="53423" name="Line 1688"/>
                <p:cNvSpPr>
                  <a:spLocks noChangeShapeType="1"/>
                </p:cNvSpPr>
                <p:nvPr/>
              </p:nvSpPr>
              <p:spPr bwMode="auto">
                <a:xfrm>
                  <a:off x="1489"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424" name="Line 1689"/>
                <p:cNvSpPr>
                  <a:spLocks noChangeShapeType="1"/>
                </p:cNvSpPr>
                <p:nvPr/>
              </p:nvSpPr>
              <p:spPr bwMode="auto">
                <a:xfrm>
                  <a:off x="1544"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425" name="Line 1690"/>
                <p:cNvSpPr>
                  <a:spLocks noChangeShapeType="1"/>
                </p:cNvSpPr>
                <p:nvPr/>
              </p:nvSpPr>
              <p:spPr bwMode="auto">
                <a:xfrm>
                  <a:off x="1600"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426" name="Line 1691"/>
                <p:cNvSpPr>
                  <a:spLocks noChangeShapeType="1"/>
                </p:cNvSpPr>
                <p:nvPr/>
              </p:nvSpPr>
              <p:spPr bwMode="auto">
                <a:xfrm>
                  <a:off x="1656"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427" name="Line 1692"/>
                <p:cNvSpPr>
                  <a:spLocks noChangeShapeType="1"/>
                </p:cNvSpPr>
                <p:nvPr/>
              </p:nvSpPr>
              <p:spPr bwMode="auto">
                <a:xfrm>
                  <a:off x="1712"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428" name="Line 1693"/>
                <p:cNvSpPr>
                  <a:spLocks noChangeShapeType="1"/>
                </p:cNvSpPr>
                <p:nvPr/>
              </p:nvSpPr>
              <p:spPr bwMode="auto">
                <a:xfrm>
                  <a:off x="1768" y="1757"/>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2261" name="Group 1694"/>
            <p:cNvGrpSpPr>
              <a:grpSpLocks/>
            </p:cNvGrpSpPr>
            <p:nvPr/>
          </p:nvGrpSpPr>
          <p:grpSpPr bwMode="auto">
            <a:xfrm>
              <a:off x="1952" y="1725"/>
              <a:ext cx="415" cy="56"/>
              <a:chOff x="1952" y="1725"/>
              <a:chExt cx="415" cy="56"/>
            </a:xfrm>
          </p:grpSpPr>
          <p:sp>
            <p:nvSpPr>
              <p:cNvPr id="53413" name="Freeform 1695"/>
              <p:cNvSpPr>
                <a:spLocks/>
              </p:cNvSpPr>
              <p:nvPr/>
            </p:nvSpPr>
            <p:spPr bwMode="auto">
              <a:xfrm>
                <a:off x="2255" y="1725"/>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chemeClr val="tx1"/>
              </a:solidFill>
              <a:ln w="9525">
                <a:solidFill>
                  <a:schemeClr val="tx1"/>
                </a:solidFill>
                <a:round/>
                <a:headEnd/>
                <a:tailEnd/>
              </a:ln>
            </p:spPr>
            <p:txBody>
              <a:bodyPr/>
              <a:lstStyle/>
              <a:p>
                <a:endParaRPr lang="en-US"/>
              </a:p>
            </p:txBody>
          </p:sp>
          <p:grpSp>
            <p:nvGrpSpPr>
              <p:cNvPr id="53414" name="Group 1696"/>
              <p:cNvGrpSpPr>
                <a:grpSpLocks/>
              </p:cNvGrpSpPr>
              <p:nvPr/>
            </p:nvGrpSpPr>
            <p:grpSpPr bwMode="auto">
              <a:xfrm>
                <a:off x="1952" y="1757"/>
                <a:ext cx="295" cy="1"/>
                <a:chOff x="1952" y="1757"/>
                <a:chExt cx="295" cy="1"/>
              </a:xfrm>
            </p:grpSpPr>
            <p:sp>
              <p:nvSpPr>
                <p:cNvPr id="53415" name="Line 1697"/>
                <p:cNvSpPr>
                  <a:spLocks noChangeShapeType="1"/>
                </p:cNvSpPr>
                <p:nvPr/>
              </p:nvSpPr>
              <p:spPr bwMode="auto">
                <a:xfrm>
                  <a:off x="1952"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416" name="Line 1698"/>
                <p:cNvSpPr>
                  <a:spLocks noChangeShapeType="1"/>
                </p:cNvSpPr>
                <p:nvPr/>
              </p:nvSpPr>
              <p:spPr bwMode="auto">
                <a:xfrm>
                  <a:off x="2008" y="1757"/>
                  <a:ext cx="23"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417" name="Line 1699"/>
                <p:cNvSpPr>
                  <a:spLocks noChangeShapeType="1"/>
                </p:cNvSpPr>
                <p:nvPr/>
              </p:nvSpPr>
              <p:spPr bwMode="auto">
                <a:xfrm>
                  <a:off x="2063"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418" name="Line 1700"/>
                <p:cNvSpPr>
                  <a:spLocks noChangeShapeType="1"/>
                </p:cNvSpPr>
                <p:nvPr/>
              </p:nvSpPr>
              <p:spPr bwMode="auto">
                <a:xfrm>
                  <a:off x="2119"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419" name="Line 1701"/>
                <p:cNvSpPr>
                  <a:spLocks noChangeShapeType="1"/>
                </p:cNvSpPr>
                <p:nvPr/>
              </p:nvSpPr>
              <p:spPr bwMode="auto">
                <a:xfrm>
                  <a:off x="2175"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420" name="Line 1702"/>
                <p:cNvSpPr>
                  <a:spLocks noChangeShapeType="1"/>
                </p:cNvSpPr>
                <p:nvPr/>
              </p:nvSpPr>
              <p:spPr bwMode="auto">
                <a:xfrm>
                  <a:off x="2231" y="1757"/>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2262" name="Group 1703"/>
            <p:cNvGrpSpPr>
              <a:grpSpLocks/>
            </p:cNvGrpSpPr>
            <p:nvPr/>
          </p:nvGrpSpPr>
          <p:grpSpPr bwMode="auto">
            <a:xfrm>
              <a:off x="1497" y="2036"/>
              <a:ext cx="415" cy="56"/>
              <a:chOff x="1497" y="2036"/>
              <a:chExt cx="415" cy="56"/>
            </a:xfrm>
          </p:grpSpPr>
          <p:sp>
            <p:nvSpPr>
              <p:cNvPr id="53405" name="Freeform 1704"/>
              <p:cNvSpPr>
                <a:spLocks/>
              </p:cNvSpPr>
              <p:nvPr/>
            </p:nvSpPr>
            <p:spPr bwMode="auto">
              <a:xfrm>
                <a:off x="1800"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chemeClr val="tx1"/>
              </a:solidFill>
              <a:ln w="9525">
                <a:solidFill>
                  <a:schemeClr val="tx1"/>
                </a:solidFill>
                <a:round/>
                <a:headEnd/>
                <a:tailEnd/>
              </a:ln>
            </p:spPr>
            <p:txBody>
              <a:bodyPr/>
              <a:lstStyle/>
              <a:p>
                <a:endParaRPr lang="en-US"/>
              </a:p>
            </p:txBody>
          </p:sp>
          <p:grpSp>
            <p:nvGrpSpPr>
              <p:cNvPr id="53406" name="Group 1705"/>
              <p:cNvGrpSpPr>
                <a:grpSpLocks/>
              </p:cNvGrpSpPr>
              <p:nvPr/>
            </p:nvGrpSpPr>
            <p:grpSpPr bwMode="auto">
              <a:xfrm>
                <a:off x="1497" y="2068"/>
                <a:ext cx="295" cy="1"/>
                <a:chOff x="1497" y="2068"/>
                <a:chExt cx="295" cy="1"/>
              </a:xfrm>
            </p:grpSpPr>
            <p:sp>
              <p:nvSpPr>
                <p:cNvPr id="53407" name="Line 1706"/>
                <p:cNvSpPr>
                  <a:spLocks noChangeShapeType="1"/>
                </p:cNvSpPr>
                <p:nvPr/>
              </p:nvSpPr>
              <p:spPr bwMode="auto">
                <a:xfrm>
                  <a:off x="1497" y="2068"/>
                  <a:ext cx="23"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408" name="Line 1707"/>
                <p:cNvSpPr>
                  <a:spLocks noChangeShapeType="1"/>
                </p:cNvSpPr>
                <p:nvPr/>
              </p:nvSpPr>
              <p:spPr bwMode="auto">
                <a:xfrm>
                  <a:off x="1552"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409" name="Line 1708"/>
                <p:cNvSpPr>
                  <a:spLocks noChangeShapeType="1"/>
                </p:cNvSpPr>
                <p:nvPr/>
              </p:nvSpPr>
              <p:spPr bwMode="auto">
                <a:xfrm>
                  <a:off x="1608"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410" name="Line 1709"/>
                <p:cNvSpPr>
                  <a:spLocks noChangeShapeType="1"/>
                </p:cNvSpPr>
                <p:nvPr/>
              </p:nvSpPr>
              <p:spPr bwMode="auto">
                <a:xfrm>
                  <a:off x="1664"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411" name="Line 1710"/>
                <p:cNvSpPr>
                  <a:spLocks noChangeShapeType="1"/>
                </p:cNvSpPr>
                <p:nvPr/>
              </p:nvSpPr>
              <p:spPr bwMode="auto">
                <a:xfrm>
                  <a:off x="1720"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412" name="Line 1711"/>
                <p:cNvSpPr>
                  <a:spLocks noChangeShapeType="1"/>
                </p:cNvSpPr>
                <p:nvPr/>
              </p:nvSpPr>
              <p:spPr bwMode="auto">
                <a:xfrm>
                  <a:off x="1776" y="2068"/>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2263" name="Group 1712"/>
            <p:cNvGrpSpPr>
              <a:grpSpLocks/>
            </p:cNvGrpSpPr>
            <p:nvPr/>
          </p:nvGrpSpPr>
          <p:grpSpPr bwMode="auto">
            <a:xfrm>
              <a:off x="1960" y="2036"/>
              <a:ext cx="423" cy="56"/>
              <a:chOff x="1960" y="2036"/>
              <a:chExt cx="423" cy="56"/>
            </a:xfrm>
          </p:grpSpPr>
          <p:sp>
            <p:nvSpPr>
              <p:cNvPr id="53397" name="Freeform 1713"/>
              <p:cNvSpPr>
                <a:spLocks/>
              </p:cNvSpPr>
              <p:nvPr/>
            </p:nvSpPr>
            <p:spPr bwMode="auto">
              <a:xfrm>
                <a:off x="2271"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chemeClr val="tx1"/>
              </a:solidFill>
              <a:ln w="9525">
                <a:solidFill>
                  <a:schemeClr val="tx1"/>
                </a:solidFill>
                <a:round/>
                <a:headEnd/>
                <a:tailEnd/>
              </a:ln>
            </p:spPr>
            <p:txBody>
              <a:bodyPr/>
              <a:lstStyle/>
              <a:p>
                <a:endParaRPr lang="en-US"/>
              </a:p>
            </p:txBody>
          </p:sp>
          <p:grpSp>
            <p:nvGrpSpPr>
              <p:cNvPr id="53398" name="Group 1714"/>
              <p:cNvGrpSpPr>
                <a:grpSpLocks/>
              </p:cNvGrpSpPr>
              <p:nvPr/>
            </p:nvGrpSpPr>
            <p:grpSpPr bwMode="auto">
              <a:xfrm>
                <a:off x="1960" y="2068"/>
                <a:ext cx="303" cy="1"/>
                <a:chOff x="1960" y="2068"/>
                <a:chExt cx="303" cy="1"/>
              </a:xfrm>
            </p:grpSpPr>
            <p:sp>
              <p:nvSpPr>
                <p:cNvPr id="53399" name="Line 1715"/>
                <p:cNvSpPr>
                  <a:spLocks noChangeShapeType="1"/>
                </p:cNvSpPr>
                <p:nvPr/>
              </p:nvSpPr>
              <p:spPr bwMode="auto">
                <a:xfrm>
                  <a:off x="1960"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400" name="Line 1716"/>
                <p:cNvSpPr>
                  <a:spLocks noChangeShapeType="1"/>
                </p:cNvSpPr>
                <p:nvPr/>
              </p:nvSpPr>
              <p:spPr bwMode="auto">
                <a:xfrm>
                  <a:off x="2015"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401" name="Line 1717"/>
                <p:cNvSpPr>
                  <a:spLocks noChangeShapeType="1"/>
                </p:cNvSpPr>
                <p:nvPr/>
              </p:nvSpPr>
              <p:spPr bwMode="auto">
                <a:xfrm>
                  <a:off x="2071"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402" name="Line 1718"/>
                <p:cNvSpPr>
                  <a:spLocks noChangeShapeType="1"/>
                </p:cNvSpPr>
                <p:nvPr/>
              </p:nvSpPr>
              <p:spPr bwMode="auto">
                <a:xfrm>
                  <a:off x="2127"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403" name="Line 1719"/>
                <p:cNvSpPr>
                  <a:spLocks noChangeShapeType="1"/>
                </p:cNvSpPr>
                <p:nvPr/>
              </p:nvSpPr>
              <p:spPr bwMode="auto">
                <a:xfrm>
                  <a:off x="2183"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404" name="Line 1720"/>
                <p:cNvSpPr>
                  <a:spLocks noChangeShapeType="1"/>
                </p:cNvSpPr>
                <p:nvPr/>
              </p:nvSpPr>
              <p:spPr bwMode="auto">
                <a:xfrm>
                  <a:off x="2239"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2264" name="Group 1721"/>
            <p:cNvGrpSpPr>
              <a:grpSpLocks/>
            </p:cNvGrpSpPr>
            <p:nvPr/>
          </p:nvGrpSpPr>
          <p:grpSpPr bwMode="auto">
            <a:xfrm>
              <a:off x="2431" y="2036"/>
              <a:ext cx="415" cy="56"/>
              <a:chOff x="2431" y="2036"/>
              <a:chExt cx="415" cy="56"/>
            </a:xfrm>
          </p:grpSpPr>
          <p:sp>
            <p:nvSpPr>
              <p:cNvPr id="53389" name="Freeform 1722"/>
              <p:cNvSpPr>
                <a:spLocks/>
              </p:cNvSpPr>
              <p:nvPr/>
            </p:nvSpPr>
            <p:spPr bwMode="auto">
              <a:xfrm>
                <a:off x="2734"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chemeClr val="tx1"/>
              </a:solidFill>
              <a:ln w="9525">
                <a:solidFill>
                  <a:schemeClr val="tx1"/>
                </a:solidFill>
                <a:round/>
                <a:headEnd/>
                <a:tailEnd/>
              </a:ln>
            </p:spPr>
            <p:txBody>
              <a:bodyPr/>
              <a:lstStyle/>
              <a:p>
                <a:endParaRPr lang="en-US"/>
              </a:p>
            </p:txBody>
          </p:sp>
          <p:grpSp>
            <p:nvGrpSpPr>
              <p:cNvPr id="53390" name="Group 1723"/>
              <p:cNvGrpSpPr>
                <a:grpSpLocks/>
              </p:cNvGrpSpPr>
              <p:nvPr/>
            </p:nvGrpSpPr>
            <p:grpSpPr bwMode="auto">
              <a:xfrm>
                <a:off x="2431" y="2068"/>
                <a:ext cx="295" cy="1"/>
                <a:chOff x="2431" y="2068"/>
                <a:chExt cx="295" cy="1"/>
              </a:xfrm>
            </p:grpSpPr>
            <p:sp>
              <p:nvSpPr>
                <p:cNvPr id="53391" name="Line 1724"/>
                <p:cNvSpPr>
                  <a:spLocks noChangeShapeType="1"/>
                </p:cNvSpPr>
                <p:nvPr/>
              </p:nvSpPr>
              <p:spPr bwMode="auto">
                <a:xfrm>
                  <a:off x="2431"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392" name="Line 1725"/>
                <p:cNvSpPr>
                  <a:spLocks noChangeShapeType="1"/>
                </p:cNvSpPr>
                <p:nvPr/>
              </p:nvSpPr>
              <p:spPr bwMode="auto">
                <a:xfrm>
                  <a:off x="2487"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393" name="Line 1726"/>
                <p:cNvSpPr>
                  <a:spLocks noChangeShapeType="1"/>
                </p:cNvSpPr>
                <p:nvPr/>
              </p:nvSpPr>
              <p:spPr bwMode="auto">
                <a:xfrm>
                  <a:off x="2542"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394" name="Line 1727"/>
                <p:cNvSpPr>
                  <a:spLocks noChangeShapeType="1"/>
                </p:cNvSpPr>
                <p:nvPr/>
              </p:nvSpPr>
              <p:spPr bwMode="auto">
                <a:xfrm>
                  <a:off x="2598"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395" name="Line 1728"/>
                <p:cNvSpPr>
                  <a:spLocks noChangeShapeType="1"/>
                </p:cNvSpPr>
                <p:nvPr/>
              </p:nvSpPr>
              <p:spPr bwMode="auto">
                <a:xfrm>
                  <a:off x="2654"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396" name="Line 1729"/>
                <p:cNvSpPr>
                  <a:spLocks noChangeShapeType="1"/>
                </p:cNvSpPr>
                <p:nvPr/>
              </p:nvSpPr>
              <p:spPr bwMode="auto">
                <a:xfrm>
                  <a:off x="2710" y="2068"/>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2265" name="Group 1730"/>
            <p:cNvGrpSpPr>
              <a:grpSpLocks/>
            </p:cNvGrpSpPr>
            <p:nvPr/>
          </p:nvGrpSpPr>
          <p:grpSpPr bwMode="auto">
            <a:xfrm>
              <a:off x="2423" y="2347"/>
              <a:ext cx="415" cy="56"/>
              <a:chOff x="2423" y="2347"/>
              <a:chExt cx="415" cy="56"/>
            </a:xfrm>
          </p:grpSpPr>
          <p:sp>
            <p:nvSpPr>
              <p:cNvPr id="53381" name="Freeform 1731"/>
              <p:cNvSpPr>
                <a:spLocks/>
              </p:cNvSpPr>
              <p:nvPr/>
            </p:nvSpPr>
            <p:spPr bwMode="auto">
              <a:xfrm>
                <a:off x="2726" y="234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chemeClr val="tx1"/>
              </a:solidFill>
              <a:ln w="9525">
                <a:solidFill>
                  <a:schemeClr val="tx1"/>
                </a:solidFill>
                <a:round/>
                <a:headEnd/>
                <a:tailEnd/>
              </a:ln>
            </p:spPr>
            <p:txBody>
              <a:bodyPr/>
              <a:lstStyle/>
              <a:p>
                <a:endParaRPr lang="en-US"/>
              </a:p>
            </p:txBody>
          </p:sp>
          <p:grpSp>
            <p:nvGrpSpPr>
              <p:cNvPr id="53382" name="Group 1732"/>
              <p:cNvGrpSpPr>
                <a:grpSpLocks/>
              </p:cNvGrpSpPr>
              <p:nvPr/>
            </p:nvGrpSpPr>
            <p:grpSpPr bwMode="auto">
              <a:xfrm>
                <a:off x="2423" y="2371"/>
                <a:ext cx="295" cy="1"/>
                <a:chOff x="2423" y="2371"/>
                <a:chExt cx="295" cy="1"/>
              </a:xfrm>
            </p:grpSpPr>
            <p:sp>
              <p:nvSpPr>
                <p:cNvPr id="53383" name="Line 1733"/>
                <p:cNvSpPr>
                  <a:spLocks noChangeShapeType="1"/>
                </p:cNvSpPr>
                <p:nvPr/>
              </p:nvSpPr>
              <p:spPr bwMode="auto">
                <a:xfrm>
                  <a:off x="2423"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384" name="Line 1734"/>
                <p:cNvSpPr>
                  <a:spLocks noChangeShapeType="1"/>
                </p:cNvSpPr>
                <p:nvPr/>
              </p:nvSpPr>
              <p:spPr bwMode="auto">
                <a:xfrm>
                  <a:off x="2479"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385" name="Line 1735"/>
                <p:cNvSpPr>
                  <a:spLocks noChangeShapeType="1"/>
                </p:cNvSpPr>
                <p:nvPr/>
              </p:nvSpPr>
              <p:spPr bwMode="auto">
                <a:xfrm>
                  <a:off x="2534"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386" name="Line 1736"/>
                <p:cNvSpPr>
                  <a:spLocks noChangeShapeType="1"/>
                </p:cNvSpPr>
                <p:nvPr/>
              </p:nvSpPr>
              <p:spPr bwMode="auto">
                <a:xfrm>
                  <a:off x="2590"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387" name="Line 1737"/>
                <p:cNvSpPr>
                  <a:spLocks noChangeShapeType="1"/>
                </p:cNvSpPr>
                <p:nvPr/>
              </p:nvSpPr>
              <p:spPr bwMode="auto">
                <a:xfrm>
                  <a:off x="2646"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388" name="Line 1738"/>
                <p:cNvSpPr>
                  <a:spLocks noChangeShapeType="1"/>
                </p:cNvSpPr>
                <p:nvPr/>
              </p:nvSpPr>
              <p:spPr bwMode="auto">
                <a:xfrm>
                  <a:off x="2702" y="2371"/>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2266" name="Group 1739"/>
            <p:cNvGrpSpPr>
              <a:grpSpLocks/>
            </p:cNvGrpSpPr>
            <p:nvPr/>
          </p:nvGrpSpPr>
          <p:grpSpPr bwMode="auto">
            <a:xfrm>
              <a:off x="1960" y="2347"/>
              <a:ext cx="415" cy="56"/>
              <a:chOff x="1960" y="2347"/>
              <a:chExt cx="415" cy="56"/>
            </a:xfrm>
          </p:grpSpPr>
          <p:sp>
            <p:nvSpPr>
              <p:cNvPr id="53373" name="Freeform 1740"/>
              <p:cNvSpPr>
                <a:spLocks/>
              </p:cNvSpPr>
              <p:nvPr/>
            </p:nvSpPr>
            <p:spPr bwMode="auto">
              <a:xfrm>
                <a:off x="2263" y="234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chemeClr val="tx1"/>
              </a:solidFill>
              <a:ln w="9525">
                <a:solidFill>
                  <a:schemeClr val="tx1"/>
                </a:solidFill>
                <a:round/>
                <a:headEnd/>
                <a:tailEnd/>
              </a:ln>
            </p:spPr>
            <p:txBody>
              <a:bodyPr/>
              <a:lstStyle/>
              <a:p>
                <a:endParaRPr lang="en-US"/>
              </a:p>
            </p:txBody>
          </p:sp>
          <p:grpSp>
            <p:nvGrpSpPr>
              <p:cNvPr id="53374" name="Group 1741"/>
              <p:cNvGrpSpPr>
                <a:grpSpLocks/>
              </p:cNvGrpSpPr>
              <p:nvPr/>
            </p:nvGrpSpPr>
            <p:grpSpPr bwMode="auto">
              <a:xfrm>
                <a:off x="1960" y="2371"/>
                <a:ext cx="295" cy="1"/>
                <a:chOff x="1960" y="2371"/>
                <a:chExt cx="295" cy="1"/>
              </a:xfrm>
            </p:grpSpPr>
            <p:sp>
              <p:nvSpPr>
                <p:cNvPr id="53375" name="Line 1742"/>
                <p:cNvSpPr>
                  <a:spLocks noChangeShapeType="1"/>
                </p:cNvSpPr>
                <p:nvPr/>
              </p:nvSpPr>
              <p:spPr bwMode="auto">
                <a:xfrm>
                  <a:off x="1960"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376" name="Line 1743"/>
                <p:cNvSpPr>
                  <a:spLocks noChangeShapeType="1"/>
                </p:cNvSpPr>
                <p:nvPr/>
              </p:nvSpPr>
              <p:spPr bwMode="auto">
                <a:xfrm>
                  <a:off x="2015"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377" name="Line 1744"/>
                <p:cNvSpPr>
                  <a:spLocks noChangeShapeType="1"/>
                </p:cNvSpPr>
                <p:nvPr/>
              </p:nvSpPr>
              <p:spPr bwMode="auto">
                <a:xfrm>
                  <a:off x="2071"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378" name="Line 1745"/>
                <p:cNvSpPr>
                  <a:spLocks noChangeShapeType="1"/>
                </p:cNvSpPr>
                <p:nvPr/>
              </p:nvSpPr>
              <p:spPr bwMode="auto">
                <a:xfrm>
                  <a:off x="2127"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379" name="Line 1746"/>
                <p:cNvSpPr>
                  <a:spLocks noChangeShapeType="1"/>
                </p:cNvSpPr>
                <p:nvPr/>
              </p:nvSpPr>
              <p:spPr bwMode="auto">
                <a:xfrm>
                  <a:off x="2183"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380" name="Line 1747"/>
                <p:cNvSpPr>
                  <a:spLocks noChangeShapeType="1"/>
                </p:cNvSpPr>
                <p:nvPr/>
              </p:nvSpPr>
              <p:spPr bwMode="auto">
                <a:xfrm>
                  <a:off x="2239" y="2371"/>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2267" name="Group 1748"/>
            <p:cNvGrpSpPr>
              <a:grpSpLocks/>
            </p:cNvGrpSpPr>
            <p:nvPr/>
          </p:nvGrpSpPr>
          <p:grpSpPr bwMode="auto">
            <a:xfrm>
              <a:off x="1497" y="2339"/>
              <a:ext cx="415" cy="56"/>
              <a:chOff x="1497" y="2339"/>
              <a:chExt cx="415" cy="56"/>
            </a:xfrm>
          </p:grpSpPr>
          <p:sp>
            <p:nvSpPr>
              <p:cNvPr id="53365" name="Freeform 1749"/>
              <p:cNvSpPr>
                <a:spLocks/>
              </p:cNvSpPr>
              <p:nvPr/>
            </p:nvSpPr>
            <p:spPr bwMode="auto">
              <a:xfrm>
                <a:off x="1800" y="2339"/>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chemeClr val="tx1"/>
              </a:solidFill>
              <a:ln w="9525">
                <a:solidFill>
                  <a:schemeClr val="tx1"/>
                </a:solidFill>
                <a:round/>
                <a:headEnd/>
                <a:tailEnd/>
              </a:ln>
            </p:spPr>
            <p:txBody>
              <a:bodyPr/>
              <a:lstStyle/>
              <a:p>
                <a:endParaRPr lang="en-US"/>
              </a:p>
            </p:txBody>
          </p:sp>
          <p:grpSp>
            <p:nvGrpSpPr>
              <p:cNvPr id="53366" name="Group 1750"/>
              <p:cNvGrpSpPr>
                <a:grpSpLocks/>
              </p:cNvGrpSpPr>
              <p:nvPr/>
            </p:nvGrpSpPr>
            <p:grpSpPr bwMode="auto">
              <a:xfrm>
                <a:off x="1497" y="2371"/>
                <a:ext cx="295" cy="1"/>
                <a:chOff x="1497" y="2371"/>
                <a:chExt cx="295" cy="1"/>
              </a:xfrm>
            </p:grpSpPr>
            <p:sp>
              <p:nvSpPr>
                <p:cNvPr id="53367" name="Line 1751"/>
                <p:cNvSpPr>
                  <a:spLocks noChangeShapeType="1"/>
                </p:cNvSpPr>
                <p:nvPr/>
              </p:nvSpPr>
              <p:spPr bwMode="auto">
                <a:xfrm>
                  <a:off x="1497" y="2371"/>
                  <a:ext cx="23"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368" name="Line 1752"/>
                <p:cNvSpPr>
                  <a:spLocks noChangeShapeType="1"/>
                </p:cNvSpPr>
                <p:nvPr/>
              </p:nvSpPr>
              <p:spPr bwMode="auto">
                <a:xfrm>
                  <a:off x="1552"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369" name="Line 1753"/>
                <p:cNvSpPr>
                  <a:spLocks noChangeShapeType="1"/>
                </p:cNvSpPr>
                <p:nvPr/>
              </p:nvSpPr>
              <p:spPr bwMode="auto">
                <a:xfrm>
                  <a:off x="1608"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370" name="Line 1754"/>
                <p:cNvSpPr>
                  <a:spLocks noChangeShapeType="1"/>
                </p:cNvSpPr>
                <p:nvPr/>
              </p:nvSpPr>
              <p:spPr bwMode="auto">
                <a:xfrm>
                  <a:off x="1664"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371" name="Line 1755"/>
                <p:cNvSpPr>
                  <a:spLocks noChangeShapeType="1"/>
                </p:cNvSpPr>
                <p:nvPr/>
              </p:nvSpPr>
              <p:spPr bwMode="auto">
                <a:xfrm>
                  <a:off x="1720"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372" name="Line 1756"/>
                <p:cNvSpPr>
                  <a:spLocks noChangeShapeType="1"/>
                </p:cNvSpPr>
                <p:nvPr/>
              </p:nvSpPr>
              <p:spPr bwMode="auto">
                <a:xfrm>
                  <a:off x="1776" y="2371"/>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2268" name="Group 1757"/>
            <p:cNvGrpSpPr>
              <a:grpSpLocks/>
            </p:cNvGrpSpPr>
            <p:nvPr/>
          </p:nvGrpSpPr>
          <p:grpSpPr bwMode="auto">
            <a:xfrm>
              <a:off x="1489" y="2650"/>
              <a:ext cx="423" cy="56"/>
              <a:chOff x="1489" y="2650"/>
              <a:chExt cx="423" cy="56"/>
            </a:xfrm>
          </p:grpSpPr>
          <p:sp>
            <p:nvSpPr>
              <p:cNvPr id="53357" name="Freeform 1758"/>
              <p:cNvSpPr>
                <a:spLocks/>
              </p:cNvSpPr>
              <p:nvPr/>
            </p:nvSpPr>
            <p:spPr bwMode="auto">
              <a:xfrm>
                <a:off x="1792" y="2650"/>
                <a:ext cx="120" cy="56"/>
              </a:xfrm>
              <a:custGeom>
                <a:avLst/>
                <a:gdLst>
                  <a:gd name="T0" fmla="*/ 120 w 120"/>
                  <a:gd name="T1" fmla="*/ 24 h 56"/>
                  <a:gd name="T2" fmla="*/ 0 w 120"/>
                  <a:gd name="T3" fmla="*/ 56 h 56"/>
                  <a:gd name="T4" fmla="*/ 0 w 120"/>
                  <a:gd name="T5" fmla="*/ 24 h 56"/>
                  <a:gd name="T6" fmla="*/ 0 w 120"/>
                  <a:gd name="T7" fmla="*/ 0 h 56"/>
                  <a:gd name="T8" fmla="*/ 120 w 120"/>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 h="56">
                    <a:moveTo>
                      <a:pt x="120" y="24"/>
                    </a:moveTo>
                    <a:lnTo>
                      <a:pt x="0" y="56"/>
                    </a:lnTo>
                    <a:lnTo>
                      <a:pt x="0" y="24"/>
                    </a:lnTo>
                    <a:lnTo>
                      <a:pt x="0" y="0"/>
                    </a:lnTo>
                    <a:lnTo>
                      <a:pt x="120" y="24"/>
                    </a:lnTo>
                    <a:close/>
                  </a:path>
                </a:pathLst>
              </a:custGeom>
              <a:solidFill>
                <a:schemeClr val="tx1"/>
              </a:solidFill>
              <a:ln w="9525">
                <a:solidFill>
                  <a:schemeClr val="tx1"/>
                </a:solidFill>
                <a:round/>
                <a:headEnd/>
                <a:tailEnd/>
              </a:ln>
            </p:spPr>
            <p:txBody>
              <a:bodyPr/>
              <a:lstStyle/>
              <a:p>
                <a:endParaRPr lang="en-US"/>
              </a:p>
            </p:txBody>
          </p:sp>
          <p:grpSp>
            <p:nvGrpSpPr>
              <p:cNvPr id="53358" name="Group 1759"/>
              <p:cNvGrpSpPr>
                <a:grpSpLocks/>
              </p:cNvGrpSpPr>
              <p:nvPr/>
            </p:nvGrpSpPr>
            <p:grpSpPr bwMode="auto">
              <a:xfrm>
                <a:off x="1489" y="2674"/>
                <a:ext cx="295" cy="1"/>
                <a:chOff x="1489" y="2674"/>
                <a:chExt cx="295" cy="1"/>
              </a:xfrm>
            </p:grpSpPr>
            <p:sp>
              <p:nvSpPr>
                <p:cNvPr id="53359" name="Line 1760"/>
                <p:cNvSpPr>
                  <a:spLocks noChangeShapeType="1"/>
                </p:cNvSpPr>
                <p:nvPr/>
              </p:nvSpPr>
              <p:spPr bwMode="auto">
                <a:xfrm>
                  <a:off x="1489"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360" name="Line 1761"/>
                <p:cNvSpPr>
                  <a:spLocks noChangeShapeType="1"/>
                </p:cNvSpPr>
                <p:nvPr/>
              </p:nvSpPr>
              <p:spPr bwMode="auto">
                <a:xfrm>
                  <a:off x="1544"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361" name="Line 1762"/>
                <p:cNvSpPr>
                  <a:spLocks noChangeShapeType="1"/>
                </p:cNvSpPr>
                <p:nvPr/>
              </p:nvSpPr>
              <p:spPr bwMode="auto">
                <a:xfrm>
                  <a:off x="1600"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362" name="Line 1763"/>
                <p:cNvSpPr>
                  <a:spLocks noChangeShapeType="1"/>
                </p:cNvSpPr>
                <p:nvPr/>
              </p:nvSpPr>
              <p:spPr bwMode="auto">
                <a:xfrm>
                  <a:off x="1656"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363" name="Line 1764"/>
                <p:cNvSpPr>
                  <a:spLocks noChangeShapeType="1"/>
                </p:cNvSpPr>
                <p:nvPr/>
              </p:nvSpPr>
              <p:spPr bwMode="auto">
                <a:xfrm>
                  <a:off x="1712"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364" name="Line 1765"/>
                <p:cNvSpPr>
                  <a:spLocks noChangeShapeType="1"/>
                </p:cNvSpPr>
                <p:nvPr/>
              </p:nvSpPr>
              <p:spPr bwMode="auto">
                <a:xfrm>
                  <a:off x="1768" y="2674"/>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2269" name="Group 1766"/>
            <p:cNvGrpSpPr>
              <a:grpSpLocks/>
            </p:cNvGrpSpPr>
            <p:nvPr/>
          </p:nvGrpSpPr>
          <p:grpSpPr bwMode="auto">
            <a:xfrm>
              <a:off x="1968" y="2650"/>
              <a:ext cx="415" cy="56"/>
              <a:chOff x="1968" y="2650"/>
              <a:chExt cx="415" cy="56"/>
            </a:xfrm>
          </p:grpSpPr>
          <p:sp>
            <p:nvSpPr>
              <p:cNvPr id="53349" name="Freeform 1767"/>
              <p:cNvSpPr>
                <a:spLocks/>
              </p:cNvSpPr>
              <p:nvPr/>
            </p:nvSpPr>
            <p:spPr bwMode="auto">
              <a:xfrm>
                <a:off x="2271" y="2650"/>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chemeClr val="tx1"/>
              </a:solidFill>
              <a:ln w="9525">
                <a:solidFill>
                  <a:schemeClr val="tx1"/>
                </a:solidFill>
                <a:round/>
                <a:headEnd/>
                <a:tailEnd/>
              </a:ln>
            </p:spPr>
            <p:txBody>
              <a:bodyPr/>
              <a:lstStyle/>
              <a:p>
                <a:endParaRPr lang="en-US"/>
              </a:p>
            </p:txBody>
          </p:sp>
          <p:grpSp>
            <p:nvGrpSpPr>
              <p:cNvPr id="53350" name="Group 1768"/>
              <p:cNvGrpSpPr>
                <a:grpSpLocks/>
              </p:cNvGrpSpPr>
              <p:nvPr/>
            </p:nvGrpSpPr>
            <p:grpSpPr bwMode="auto">
              <a:xfrm>
                <a:off x="1968" y="2674"/>
                <a:ext cx="295" cy="1"/>
                <a:chOff x="1968" y="2674"/>
                <a:chExt cx="295" cy="1"/>
              </a:xfrm>
            </p:grpSpPr>
            <p:sp>
              <p:nvSpPr>
                <p:cNvPr id="53351" name="Line 1769"/>
                <p:cNvSpPr>
                  <a:spLocks noChangeShapeType="1"/>
                </p:cNvSpPr>
                <p:nvPr/>
              </p:nvSpPr>
              <p:spPr bwMode="auto">
                <a:xfrm>
                  <a:off x="1968"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352" name="Line 1770"/>
                <p:cNvSpPr>
                  <a:spLocks noChangeShapeType="1"/>
                </p:cNvSpPr>
                <p:nvPr/>
              </p:nvSpPr>
              <p:spPr bwMode="auto">
                <a:xfrm>
                  <a:off x="2023"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353" name="Line 1771"/>
                <p:cNvSpPr>
                  <a:spLocks noChangeShapeType="1"/>
                </p:cNvSpPr>
                <p:nvPr/>
              </p:nvSpPr>
              <p:spPr bwMode="auto">
                <a:xfrm>
                  <a:off x="2079"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354" name="Line 1772"/>
                <p:cNvSpPr>
                  <a:spLocks noChangeShapeType="1"/>
                </p:cNvSpPr>
                <p:nvPr/>
              </p:nvSpPr>
              <p:spPr bwMode="auto">
                <a:xfrm>
                  <a:off x="2135"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355" name="Line 1773"/>
                <p:cNvSpPr>
                  <a:spLocks noChangeShapeType="1"/>
                </p:cNvSpPr>
                <p:nvPr/>
              </p:nvSpPr>
              <p:spPr bwMode="auto">
                <a:xfrm>
                  <a:off x="2191"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356" name="Line 1774"/>
                <p:cNvSpPr>
                  <a:spLocks noChangeShapeType="1"/>
                </p:cNvSpPr>
                <p:nvPr/>
              </p:nvSpPr>
              <p:spPr bwMode="auto">
                <a:xfrm>
                  <a:off x="2247" y="2674"/>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2270" name="Group 1775"/>
            <p:cNvGrpSpPr>
              <a:grpSpLocks/>
            </p:cNvGrpSpPr>
            <p:nvPr/>
          </p:nvGrpSpPr>
          <p:grpSpPr bwMode="auto">
            <a:xfrm>
              <a:off x="1489" y="2953"/>
              <a:ext cx="423" cy="56"/>
              <a:chOff x="1489" y="2953"/>
              <a:chExt cx="423" cy="56"/>
            </a:xfrm>
          </p:grpSpPr>
          <p:sp>
            <p:nvSpPr>
              <p:cNvPr id="53341" name="Freeform 1776"/>
              <p:cNvSpPr>
                <a:spLocks/>
              </p:cNvSpPr>
              <p:nvPr/>
            </p:nvSpPr>
            <p:spPr bwMode="auto">
              <a:xfrm>
                <a:off x="1792" y="2953"/>
                <a:ext cx="120" cy="56"/>
              </a:xfrm>
              <a:custGeom>
                <a:avLst/>
                <a:gdLst>
                  <a:gd name="T0" fmla="*/ 120 w 120"/>
                  <a:gd name="T1" fmla="*/ 32 h 56"/>
                  <a:gd name="T2" fmla="*/ 0 w 120"/>
                  <a:gd name="T3" fmla="*/ 56 h 56"/>
                  <a:gd name="T4" fmla="*/ 0 w 120"/>
                  <a:gd name="T5" fmla="*/ 32 h 56"/>
                  <a:gd name="T6" fmla="*/ 0 w 120"/>
                  <a:gd name="T7" fmla="*/ 0 h 56"/>
                  <a:gd name="T8" fmla="*/ 120 w 120"/>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 h="56">
                    <a:moveTo>
                      <a:pt x="120" y="32"/>
                    </a:moveTo>
                    <a:lnTo>
                      <a:pt x="0" y="56"/>
                    </a:lnTo>
                    <a:lnTo>
                      <a:pt x="0" y="32"/>
                    </a:lnTo>
                    <a:lnTo>
                      <a:pt x="0" y="0"/>
                    </a:lnTo>
                    <a:lnTo>
                      <a:pt x="120" y="32"/>
                    </a:lnTo>
                    <a:close/>
                  </a:path>
                </a:pathLst>
              </a:custGeom>
              <a:solidFill>
                <a:schemeClr val="tx1"/>
              </a:solidFill>
              <a:ln w="9525">
                <a:solidFill>
                  <a:schemeClr val="tx1"/>
                </a:solidFill>
                <a:round/>
                <a:headEnd/>
                <a:tailEnd/>
              </a:ln>
            </p:spPr>
            <p:txBody>
              <a:bodyPr/>
              <a:lstStyle/>
              <a:p>
                <a:endParaRPr lang="en-US"/>
              </a:p>
            </p:txBody>
          </p:sp>
          <p:grpSp>
            <p:nvGrpSpPr>
              <p:cNvPr id="53342" name="Group 1777"/>
              <p:cNvGrpSpPr>
                <a:grpSpLocks/>
              </p:cNvGrpSpPr>
              <p:nvPr/>
            </p:nvGrpSpPr>
            <p:grpSpPr bwMode="auto">
              <a:xfrm>
                <a:off x="1489" y="2985"/>
                <a:ext cx="295" cy="1"/>
                <a:chOff x="1489" y="2985"/>
                <a:chExt cx="295" cy="1"/>
              </a:xfrm>
            </p:grpSpPr>
            <p:sp>
              <p:nvSpPr>
                <p:cNvPr id="53343" name="Line 1778"/>
                <p:cNvSpPr>
                  <a:spLocks noChangeShapeType="1"/>
                </p:cNvSpPr>
                <p:nvPr/>
              </p:nvSpPr>
              <p:spPr bwMode="auto">
                <a:xfrm>
                  <a:off x="1489"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344" name="Line 1779"/>
                <p:cNvSpPr>
                  <a:spLocks noChangeShapeType="1"/>
                </p:cNvSpPr>
                <p:nvPr/>
              </p:nvSpPr>
              <p:spPr bwMode="auto">
                <a:xfrm>
                  <a:off x="1544"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345" name="Line 1780"/>
                <p:cNvSpPr>
                  <a:spLocks noChangeShapeType="1"/>
                </p:cNvSpPr>
                <p:nvPr/>
              </p:nvSpPr>
              <p:spPr bwMode="auto">
                <a:xfrm>
                  <a:off x="1600"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346" name="Line 1781"/>
                <p:cNvSpPr>
                  <a:spLocks noChangeShapeType="1"/>
                </p:cNvSpPr>
                <p:nvPr/>
              </p:nvSpPr>
              <p:spPr bwMode="auto">
                <a:xfrm>
                  <a:off x="1656"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347" name="Line 1782"/>
                <p:cNvSpPr>
                  <a:spLocks noChangeShapeType="1"/>
                </p:cNvSpPr>
                <p:nvPr/>
              </p:nvSpPr>
              <p:spPr bwMode="auto">
                <a:xfrm>
                  <a:off x="1712"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348" name="Line 1783"/>
                <p:cNvSpPr>
                  <a:spLocks noChangeShapeType="1"/>
                </p:cNvSpPr>
                <p:nvPr/>
              </p:nvSpPr>
              <p:spPr bwMode="auto">
                <a:xfrm>
                  <a:off x="1768" y="2985"/>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2271" name="Group 1784"/>
            <p:cNvGrpSpPr>
              <a:grpSpLocks/>
            </p:cNvGrpSpPr>
            <p:nvPr/>
          </p:nvGrpSpPr>
          <p:grpSpPr bwMode="auto">
            <a:xfrm>
              <a:off x="1952" y="2953"/>
              <a:ext cx="415" cy="56"/>
              <a:chOff x="1952" y="2953"/>
              <a:chExt cx="415" cy="56"/>
            </a:xfrm>
          </p:grpSpPr>
          <p:sp>
            <p:nvSpPr>
              <p:cNvPr id="53333" name="Freeform 1785"/>
              <p:cNvSpPr>
                <a:spLocks/>
              </p:cNvSpPr>
              <p:nvPr/>
            </p:nvSpPr>
            <p:spPr bwMode="auto">
              <a:xfrm>
                <a:off x="2255"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chemeClr val="tx1"/>
              </a:solidFill>
              <a:ln w="9525">
                <a:solidFill>
                  <a:schemeClr val="tx1"/>
                </a:solidFill>
                <a:round/>
                <a:headEnd/>
                <a:tailEnd/>
              </a:ln>
            </p:spPr>
            <p:txBody>
              <a:bodyPr/>
              <a:lstStyle/>
              <a:p>
                <a:endParaRPr lang="en-US"/>
              </a:p>
            </p:txBody>
          </p:sp>
          <p:grpSp>
            <p:nvGrpSpPr>
              <p:cNvPr id="53334" name="Group 1786"/>
              <p:cNvGrpSpPr>
                <a:grpSpLocks/>
              </p:cNvGrpSpPr>
              <p:nvPr/>
            </p:nvGrpSpPr>
            <p:grpSpPr bwMode="auto">
              <a:xfrm>
                <a:off x="1952" y="2985"/>
                <a:ext cx="295" cy="1"/>
                <a:chOff x="1952" y="2985"/>
                <a:chExt cx="295" cy="1"/>
              </a:xfrm>
            </p:grpSpPr>
            <p:sp>
              <p:nvSpPr>
                <p:cNvPr id="53335" name="Line 1787"/>
                <p:cNvSpPr>
                  <a:spLocks noChangeShapeType="1"/>
                </p:cNvSpPr>
                <p:nvPr/>
              </p:nvSpPr>
              <p:spPr bwMode="auto">
                <a:xfrm>
                  <a:off x="1952"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336" name="Line 1788"/>
                <p:cNvSpPr>
                  <a:spLocks noChangeShapeType="1"/>
                </p:cNvSpPr>
                <p:nvPr/>
              </p:nvSpPr>
              <p:spPr bwMode="auto">
                <a:xfrm>
                  <a:off x="2008" y="2985"/>
                  <a:ext cx="23"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337" name="Line 1789"/>
                <p:cNvSpPr>
                  <a:spLocks noChangeShapeType="1"/>
                </p:cNvSpPr>
                <p:nvPr/>
              </p:nvSpPr>
              <p:spPr bwMode="auto">
                <a:xfrm>
                  <a:off x="2063"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338" name="Line 1790"/>
                <p:cNvSpPr>
                  <a:spLocks noChangeShapeType="1"/>
                </p:cNvSpPr>
                <p:nvPr/>
              </p:nvSpPr>
              <p:spPr bwMode="auto">
                <a:xfrm>
                  <a:off x="2119"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339" name="Line 1791"/>
                <p:cNvSpPr>
                  <a:spLocks noChangeShapeType="1"/>
                </p:cNvSpPr>
                <p:nvPr/>
              </p:nvSpPr>
              <p:spPr bwMode="auto">
                <a:xfrm>
                  <a:off x="2175"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340" name="Line 1792"/>
                <p:cNvSpPr>
                  <a:spLocks noChangeShapeType="1"/>
                </p:cNvSpPr>
                <p:nvPr/>
              </p:nvSpPr>
              <p:spPr bwMode="auto">
                <a:xfrm>
                  <a:off x="2231" y="2985"/>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2272" name="Group 1793"/>
            <p:cNvGrpSpPr>
              <a:grpSpLocks/>
            </p:cNvGrpSpPr>
            <p:nvPr/>
          </p:nvGrpSpPr>
          <p:grpSpPr bwMode="auto">
            <a:xfrm>
              <a:off x="2415" y="2953"/>
              <a:ext cx="415" cy="56"/>
              <a:chOff x="2415" y="2953"/>
              <a:chExt cx="415" cy="56"/>
            </a:xfrm>
          </p:grpSpPr>
          <p:sp>
            <p:nvSpPr>
              <p:cNvPr id="53325" name="Freeform 1794"/>
              <p:cNvSpPr>
                <a:spLocks/>
              </p:cNvSpPr>
              <p:nvPr/>
            </p:nvSpPr>
            <p:spPr bwMode="auto">
              <a:xfrm>
                <a:off x="2718"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chemeClr val="tx1"/>
              </a:solidFill>
              <a:ln w="9525">
                <a:solidFill>
                  <a:schemeClr val="tx1"/>
                </a:solidFill>
                <a:round/>
                <a:headEnd/>
                <a:tailEnd/>
              </a:ln>
            </p:spPr>
            <p:txBody>
              <a:bodyPr/>
              <a:lstStyle/>
              <a:p>
                <a:endParaRPr lang="en-US"/>
              </a:p>
            </p:txBody>
          </p:sp>
          <p:grpSp>
            <p:nvGrpSpPr>
              <p:cNvPr id="53326" name="Group 1795"/>
              <p:cNvGrpSpPr>
                <a:grpSpLocks/>
              </p:cNvGrpSpPr>
              <p:nvPr/>
            </p:nvGrpSpPr>
            <p:grpSpPr bwMode="auto">
              <a:xfrm>
                <a:off x="2415" y="2985"/>
                <a:ext cx="295" cy="1"/>
                <a:chOff x="2415" y="2985"/>
                <a:chExt cx="295" cy="1"/>
              </a:xfrm>
            </p:grpSpPr>
            <p:sp>
              <p:nvSpPr>
                <p:cNvPr id="53327" name="Line 1796"/>
                <p:cNvSpPr>
                  <a:spLocks noChangeShapeType="1"/>
                </p:cNvSpPr>
                <p:nvPr/>
              </p:nvSpPr>
              <p:spPr bwMode="auto">
                <a:xfrm>
                  <a:off x="2415"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328" name="Line 1797"/>
                <p:cNvSpPr>
                  <a:spLocks noChangeShapeType="1"/>
                </p:cNvSpPr>
                <p:nvPr/>
              </p:nvSpPr>
              <p:spPr bwMode="auto">
                <a:xfrm>
                  <a:off x="2471"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329" name="Line 1798"/>
                <p:cNvSpPr>
                  <a:spLocks noChangeShapeType="1"/>
                </p:cNvSpPr>
                <p:nvPr/>
              </p:nvSpPr>
              <p:spPr bwMode="auto">
                <a:xfrm>
                  <a:off x="2526"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330" name="Line 1799"/>
                <p:cNvSpPr>
                  <a:spLocks noChangeShapeType="1"/>
                </p:cNvSpPr>
                <p:nvPr/>
              </p:nvSpPr>
              <p:spPr bwMode="auto">
                <a:xfrm>
                  <a:off x="2582"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331" name="Line 1800"/>
                <p:cNvSpPr>
                  <a:spLocks noChangeShapeType="1"/>
                </p:cNvSpPr>
                <p:nvPr/>
              </p:nvSpPr>
              <p:spPr bwMode="auto">
                <a:xfrm>
                  <a:off x="2638"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332" name="Line 1801"/>
                <p:cNvSpPr>
                  <a:spLocks noChangeShapeType="1"/>
                </p:cNvSpPr>
                <p:nvPr/>
              </p:nvSpPr>
              <p:spPr bwMode="auto">
                <a:xfrm>
                  <a:off x="2694" y="2985"/>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2273" name="Group 1802"/>
            <p:cNvGrpSpPr>
              <a:grpSpLocks/>
            </p:cNvGrpSpPr>
            <p:nvPr/>
          </p:nvGrpSpPr>
          <p:grpSpPr bwMode="auto">
            <a:xfrm>
              <a:off x="2838" y="1741"/>
              <a:ext cx="40" cy="1260"/>
              <a:chOff x="2838" y="1741"/>
              <a:chExt cx="40" cy="1260"/>
            </a:xfrm>
          </p:grpSpPr>
          <p:sp>
            <p:nvSpPr>
              <p:cNvPr id="53315" name="Oval 1803"/>
              <p:cNvSpPr>
                <a:spLocks noChangeArrowheads="1"/>
              </p:cNvSpPr>
              <p:nvPr/>
            </p:nvSpPr>
            <p:spPr bwMode="auto">
              <a:xfrm>
                <a:off x="2838" y="1741"/>
                <a:ext cx="40" cy="40"/>
              </a:xfrm>
              <a:prstGeom prst="ellipse">
                <a:avLst/>
              </a:prstGeom>
              <a:solidFill>
                <a:schemeClr val="tx1"/>
              </a:solidFill>
              <a:ln w="9525">
                <a:solidFill>
                  <a:schemeClr val="tx1"/>
                </a:solidFill>
                <a:round/>
                <a:headEnd/>
                <a:tailEnd/>
              </a:ln>
            </p:spPr>
            <p:txBody>
              <a:bodyPr/>
              <a:lstStyle/>
              <a:p>
                <a:endParaRPr lang="en-US"/>
              </a:p>
            </p:txBody>
          </p:sp>
          <p:sp>
            <p:nvSpPr>
              <p:cNvPr id="53316" name="Oval 1804"/>
              <p:cNvSpPr>
                <a:spLocks noChangeArrowheads="1"/>
              </p:cNvSpPr>
              <p:nvPr/>
            </p:nvSpPr>
            <p:spPr bwMode="auto">
              <a:xfrm>
                <a:off x="2838" y="1741"/>
                <a:ext cx="40" cy="40"/>
              </a:xfrm>
              <a:prstGeom prst="ellipse">
                <a:avLst/>
              </a:prstGeom>
              <a:solidFill>
                <a:schemeClr val="tx1"/>
              </a:solidFill>
              <a:ln w="25400">
                <a:solidFill>
                  <a:schemeClr val="tx1"/>
                </a:solidFill>
                <a:round/>
                <a:headEnd/>
                <a:tailEnd/>
              </a:ln>
            </p:spPr>
            <p:txBody>
              <a:bodyPr/>
              <a:lstStyle/>
              <a:p>
                <a:endParaRPr lang="en-US"/>
              </a:p>
            </p:txBody>
          </p:sp>
          <p:sp>
            <p:nvSpPr>
              <p:cNvPr id="53317" name="Oval 1805"/>
              <p:cNvSpPr>
                <a:spLocks noChangeArrowheads="1"/>
              </p:cNvSpPr>
              <p:nvPr/>
            </p:nvSpPr>
            <p:spPr bwMode="auto">
              <a:xfrm>
                <a:off x="2846" y="2044"/>
                <a:ext cx="32" cy="32"/>
              </a:xfrm>
              <a:prstGeom prst="ellipse">
                <a:avLst/>
              </a:prstGeom>
              <a:solidFill>
                <a:schemeClr val="tx1"/>
              </a:solidFill>
              <a:ln w="9525">
                <a:solidFill>
                  <a:schemeClr val="tx1"/>
                </a:solidFill>
                <a:round/>
                <a:headEnd/>
                <a:tailEnd/>
              </a:ln>
            </p:spPr>
            <p:txBody>
              <a:bodyPr/>
              <a:lstStyle/>
              <a:p>
                <a:endParaRPr lang="en-US"/>
              </a:p>
            </p:txBody>
          </p:sp>
          <p:sp>
            <p:nvSpPr>
              <p:cNvPr id="53318" name="Oval 1806"/>
              <p:cNvSpPr>
                <a:spLocks noChangeArrowheads="1"/>
              </p:cNvSpPr>
              <p:nvPr/>
            </p:nvSpPr>
            <p:spPr bwMode="auto">
              <a:xfrm>
                <a:off x="2846" y="2044"/>
                <a:ext cx="32" cy="32"/>
              </a:xfrm>
              <a:prstGeom prst="ellipse">
                <a:avLst/>
              </a:prstGeom>
              <a:solidFill>
                <a:schemeClr val="tx1"/>
              </a:solidFill>
              <a:ln w="25400">
                <a:solidFill>
                  <a:schemeClr val="tx1"/>
                </a:solidFill>
                <a:round/>
                <a:headEnd/>
                <a:tailEnd/>
              </a:ln>
            </p:spPr>
            <p:txBody>
              <a:bodyPr/>
              <a:lstStyle/>
              <a:p>
                <a:endParaRPr lang="en-US"/>
              </a:p>
            </p:txBody>
          </p:sp>
          <p:sp>
            <p:nvSpPr>
              <p:cNvPr id="53319" name="Oval 1807"/>
              <p:cNvSpPr>
                <a:spLocks noChangeArrowheads="1"/>
              </p:cNvSpPr>
              <p:nvPr/>
            </p:nvSpPr>
            <p:spPr bwMode="auto">
              <a:xfrm>
                <a:off x="2846" y="2355"/>
                <a:ext cx="32" cy="32"/>
              </a:xfrm>
              <a:prstGeom prst="ellipse">
                <a:avLst/>
              </a:prstGeom>
              <a:solidFill>
                <a:schemeClr val="tx1"/>
              </a:solidFill>
              <a:ln w="9525">
                <a:solidFill>
                  <a:schemeClr val="tx1"/>
                </a:solidFill>
                <a:round/>
                <a:headEnd/>
                <a:tailEnd/>
              </a:ln>
            </p:spPr>
            <p:txBody>
              <a:bodyPr/>
              <a:lstStyle/>
              <a:p>
                <a:endParaRPr lang="en-US"/>
              </a:p>
            </p:txBody>
          </p:sp>
          <p:sp>
            <p:nvSpPr>
              <p:cNvPr id="53320" name="Oval 1808"/>
              <p:cNvSpPr>
                <a:spLocks noChangeArrowheads="1"/>
              </p:cNvSpPr>
              <p:nvPr/>
            </p:nvSpPr>
            <p:spPr bwMode="auto">
              <a:xfrm>
                <a:off x="2846" y="2355"/>
                <a:ext cx="32" cy="32"/>
              </a:xfrm>
              <a:prstGeom prst="ellipse">
                <a:avLst/>
              </a:prstGeom>
              <a:solidFill>
                <a:schemeClr val="tx1"/>
              </a:solidFill>
              <a:ln w="25400">
                <a:solidFill>
                  <a:schemeClr val="tx1"/>
                </a:solidFill>
                <a:round/>
                <a:headEnd/>
                <a:tailEnd/>
              </a:ln>
            </p:spPr>
            <p:txBody>
              <a:bodyPr/>
              <a:lstStyle/>
              <a:p>
                <a:endParaRPr lang="en-US"/>
              </a:p>
            </p:txBody>
          </p:sp>
          <p:sp>
            <p:nvSpPr>
              <p:cNvPr id="53321" name="Oval 1809"/>
              <p:cNvSpPr>
                <a:spLocks noChangeArrowheads="1"/>
              </p:cNvSpPr>
              <p:nvPr/>
            </p:nvSpPr>
            <p:spPr bwMode="auto">
              <a:xfrm>
                <a:off x="2838" y="2658"/>
                <a:ext cx="40" cy="32"/>
              </a:xfrm>
              <a:prstGeom prst="ellipse">
                <a:avLst/>
              </a:prstGeom>
              <a:solidFill>
                <a:schemeClr val="tx1"/>
              </a:solidFill>
              <a:ln w="9525">
                <a:solidFill>
                  <a:schemeClr val="tx1"/>
                </a:solidFill>
                <a:round/>
                <a:headEnd/>
                <a:tailEnd/>
              </a:ln>
            </p:spPr>
            <p:txBody>
              <a:bodyPr/>
              <a:lstStyle/>
              <a:p>
                <a:endParaRPr lang="en-US"/>
              </a:p>
            </p:txBody>
          </p:sp>
          <p:sp>
            <p:nvSpPr>
              <p:cNvPr id="53322" name="Oval 1810"/>
              <p:cNvSpPr>
                <a:spLocks noChangeArrowheads="1"/>
              </p:cNvSpPr>
              <p:nvPr/>
            </p:nvSpPr>
            <p:spPr bwMode="auto">
              <a:xfrm>
                <a:off x="2838" y="2658"/>
                <a:ext cx="40" cy="32"/>
              </a:xfrm>
              <a:prstGeom prst="ellipse">
                <a:avLst/>
              </a:prstGeom>
              <a:solidFill>
                <a:schemeClr val="tx1"/>
              </a:solidFill>
              <a:ln w="25400">
                <a:solidFill>
                  <a:schemeClr val="tx1"/>
                </a:solidFill>
                <a:round/>
                <a:headEnd/>
                <a:tailEnd/>
              </a:ln>
            </p:spPr>
            <p:txBody>
              <a:bodyPr/>
              <a:lstStyle/>
              <a:p>
                <a:endParaRPr lang="en-US"/>
              </a:p>
            </p:txBody>
          </p:sp>
          <p:sp>
            <p:nvSpPr>
              <p:cNvPr id="53323" name="Oval 1811"/>
              <p:cNvSpPr>
                <a:spLocks noChangeArrowheads="1"/>
              </p:cNvSpPr>
              <p:nvPr/>
            </p:nvSpPr>
            <p:spPr bwMode="auto">
              <a:xfrm>
                <a:off x="2838" y="2969"/>
                <a:ext cx="32" cy="32"/>
              </a:xfrm>
              <a:prstGeom prst="ellipse">
                <a:avLst/>
              </a:prstGeom>
              <a:solidFill>
                <a:schemeClr val="tx1"/>
              </a:solidFill>
              <a:ln w="9525">
                <a:solidFill>
                  <a:schemeClr val="tx1"/>
                </a:solidFill>
                <a:round/>
                <a:headEnd/>
                <a:tailEnd/>
              </a:ln>
            </p:spPr>
            <p:txBody>
              <a:bodyPr/>
              <a:lstStyle/>
              <a:p>
                <a:endParaRPr lang="en-US"/>
              </a:p>
            </p:txBody>
          </p:sp>
          <p:sp>
            <p:nvSpPr>
              <p:cNvPr id="53324" name="Oval 1812"/>
              <p:cNvSpPr>
                <a:spLocks noChangeArrowheads="1"/>
              </p:cNvSpPr>
              <p:nvPr/>
            </p:nvSpPr>
            <p:spPr bwMode="auto">
              <a:xfrm>
                <a:off x="2838" y="2969"/>
                <a:ext cx="32" cy="32"/>
              </a:xfrm>
              <a:prstGeom prst="ellipse">
                <a:avLst/>
              </a:prstGeom>
              <a:solidFill>
                <a:schemeClr val="tx1"/>
              </a:solidFill>
              <a:ln w="25400">
                <a:solidFill>
                  <a:schemeClr val="tx1"/>
                </a:solidFill>
                <a:round/>
                <a:headEnd/>
                <a:tailEnd/>
              </a:ln>
            </p:spPr>
            <p:txBody>
              <a:bodyPr/>
              <a:lstStyle/>
              <a:p>
                <a:endParaRPr lang="en-US"/>
              </a:p>
            </p:txBody>
          </p:sp>
        </p:grpSp>
        <p:grpSp>
          <p:nvGrpSpPr>
            <p:cNvPr id="52274" name="Group 1813"/>
            <p:cNvGrpSpPr>
              <a:grpSpLocks/>
            </p:cNvGrpSpPr>
            <p:nvPr/>
          </p:nvGrpSpPr>
          <p:grpSpPr bwMode="auto">
            <a:xfrm>
              <a:off x="1912" y="3272"/>
              <a:ext cx="32" cy="335"/>
              <a:chOff x="1912" y="3272"/>
              <a:chExt cx="32" cy="335"/>
            </a:xfrm>
          </p:grpSpPr>
          <p:sp>
            <p:nvSpPr>
              <p:cNvPr id="53311" name="Oval 1814"/>
              <p:cNvSpPr>
                <a:spLocks noChangeArrowheads="1"/>
              </p:cNvSpPr>
              <p:nvPr/>
            </p:nvSpPr>
            <p:spPr bwMode="auto">
              <a:xfrm>
                <a:off x="1912" y="3272"/>
                <a:ext cx="32" cy="32"/>
              </a:xfrm>
              <a:prstGeom prst="ellipse">
                <a:avLst/>
              </a:prstGeom>
              <a:solidFill>
                <a:schemeClr val="tx1"/>
              </a:solidFill>
              <a:ln w="9525">
                <a:solidFill>
                  <a:schemeClr val="tx1"/>
                </a:solidFill>
                <a:round/>
                <a:headEnd/>
                <a:tailEnd/>
              </a:ln>
            </p:spPr>
            <p:txBody>
              <a:bodyPr/>
              <a:lstStyle/>
              <a:p>
                <a:endParaRPr lang="en-US"/>
              </a:p>
            </p:txBody>
          </p:sp>
          <p:sp>
            <p:nvSpPr>
              <p:cNvPr id="53312" name="Oval 1815"/>
              <p:cNvSpPr>
                <a:spLocks noChangeArrowheads="1"/>
              </p:cNvSpPr>
              <p:nvPr/>
            </p:nvSpPr>
            <p:spPr bwMode="auto">
              <a:xfrm>
                <a:off x="1912" y="3272"/>
                <a:ext cx="32" cy="32"/>
              </a:xfrm>
              <a:prstGeom prst="ellipse">
                <a:avLst/>
              </a:prstGeom>
              <a:solidFill>
                <a:schemeClr val="tx1"/>
              </a:solidFill>
              <a:ln w="25400">
                <a:solidFill>
                  <a:schemeClr val="tx1"/>
                </a:solidFill>
                <a:round/>
                <a:headEnd/>
                <a:tailEnd/>
              </a:ln>
            </p:spPr>
            <p:txBody>
              <a:bodyPr/>
              <a:lstStyle/>
              <a:p>
                <a:endParaRPr lang="en-US"/>
              </a:p>
            </p:txBody>
          </p:sp>
          <p:sp>
            <p:nvSpPr>
              <p:cNvPr id="53313" name="Oval 1816"/>
              <p:cNvSpPr>
                <a:spLocks noChangeArrowheads="1"/>
              </p:cNvSpPr>
              <p:nvPr/>
            </p:nvSpPr>
            <p:spPr bwMode="auto">
              <a:xfrm>
                <a:off x="1912" y="3575"/>
                <a:ext cx="32" cy="32"/>
              </a:xfrm>
              <a:prstGeom prst="ellipse">
                <a:avLst/>
              </a:prstGeom>
              <a:solidFill>
                <a:schemeClr val="tx1"/>
              </a:solidFill>
              <a:ln w="9525">
                <a:solidFill>
                  <a:schemeClr val="tx1"/>
                </a:solidFill>
                <a:round/>
                <a:headEnd/>
                <a:tailEnd/>
              </a:ln>
            </p:spPr>
            <p:txBody>
              <a:bodyPr/>
              <a:lstStyle/>
              <a:p>
                <a:endParaRPr lang="en-US"/>
              </a:p>
            </p:txBody>
          </p:sp>
          <p:sp>
            <p:nvSpPr>
              <p:cNvPr id="53314" name="Oval 1817"/>
              <p:cNvSpPr>
                <a:spLocks noChangeArrowheads="1"/>
              </p:cNvSpPr>
              <p:nvPr/>
            </p:nvSpPr>
            <p:spPr bwMode="auto">
              <a:xfrm>
                <a:off x="1912" y="3575"/>
                <a:ext cx="32" cy="32"/>
              </a:xfrm>
              <a:prstGeom prst="ellipse">
                <a:avLst/>
              </a:prstGeom>
              <a:solidFill>
                <a:schemeClr val="tx1"/>
              </a:solidFill>
              <a:ln w="25400">
                <a:solidFill>
                  <a:schemeClr val="tx1"/>
                </a:solidFill>
                <a:round/>
                <a:headEnd/>
                <a:tailEnd/>
              </a:ln>
            </p:spPr>
            <p:txBody>
              <a:bodyPr/>
              <a:lstStyle/>
              <a:p>
                <a:endParaRPr lang="en-US"/>
              </a:p>
            </p:txBody>
          </p:sp>
        </p:grpSp>
        <p:grpSp>
          <p:nvGrpSpPr>
            <p:cNvPr id="52275" name="Group 1818"/>
            <p:cNvGrpSpPr>
              <a:grpSpLocks/>
            </p:cNvGrpSpPr>
            <p:nvPr/>
          </p:nvGrpSpPr>
          <p:grpSpPr bwMode="auto">
            <a:xfrm>
              <a:off x="1449" y="3272"/>
              <a:ext cx="40" cy="335"/>
              <a:chOff x="1449" y="3272"/>
              <a:chExt cx="40" cy="335"/>
            </a:xfrm>
          </p:grpSpPr>
          <p:sp>
            <p:nvSpPr>
              <p:cNvPr id="53307" name="Oval 1819"/>
              <p:cNvSpPr>
                <a:spLocks noChangeArrowheads="1"/>
              </p:cNvSpPr>
              <p:nvPr/>
            </p:nvSpPr>
            <p:spPr bwMode="auto">
              <a:xfrm>
                <a:off x="1449" y="3272"/>
                <a:ext cx="40" cy="32"/>
              </a:xfrm>
              <a:prstGeom prst="ellipse">
                <a:avLst/>
              </a:prstGeom>
              <a:solidFill>
                <a:schemeClr val="tx1"/>
              </a:solidFill>
              <a:ln w="9525">
                <a:solidFill>
                  <a:schemeClr val="tx1"/>
                </a:solidFill>
                <a:round/>
                <a:headEnd/>
                <a:tailEnd/>
              </a:ln>
            </p:spPr>
            <p:txBody>
              <a:bodyPr/>
              <a:lstStyle/>
              <a:p>
                <a:endParaRPr lang="en-US"/>
              </a:p>
            </p:txBody>
          </p:sp>
          <p:sp>
            <p:nvSpPr>
              <p:cNvPr id="53308" name="Oval 1820"/>
              <p:cNvSpPr>
                <a:spLocks noChangeArrowheads="1"/>
              </p:cNvSpPr>
              <p:nvPr/>
            </p:nvSpPr>
            <p:spPr bwMode="auto">
              <a:xfrm>
                <a:off x="1449" y="3272"/>
                <a:ext cx="40" cy="32"/>
              </a:xfrm>
              <a:prstGeom prst="ellipse">
                <a:avLst/>
              </a:prstGeom>
              <a:solidFill>
                <a:schemeClr val="tx1"/>
              </a:solidFill>
              <a:ln w="25400">
                <a:solidFill>
                  <a:schemeClr val="tx1"/>
                </a:solidFill>
                <a:round/>
                <a:headEnd/>
                <a:tailEnd/>
              </a:ln>
            </p:spPr>
            <p:txBody>
              <a:bodyPr/>
              <a:lstStyle/>
              <a:p>
                <a:endParaRPr lang="en-US"/>
              </a:p>
            </p:txBody>
          </p:sp>
          <p:sp>
            <p:nvSpPr>
              <p:cNvPr id="53309" name="Oval 1821"/>
              <p:cNvSpPr>
                <a:spLocks noChangeArrowheads="1"/>
              </p:cNvSpPr>
              <p:nvPr/>
            </p:nvSpPr>
            <p:spPr bwMode="auto">
              <a:xfrm>
                <a:off x="1449" y="3575"/>
                <a:ext cx="40" cy="32"/>
              </a:xfrm>
              <a:prstGeom prst="ellipse">
                <a:avLst/>
              </a:prstGeom>
              <a:solidFill>
                <a:schemeClr val="tx1"/>
              </a:solidFill>
              <a:ln w="9525">
                <a:solidFill>
                  <a:schemeClr val="tx1"/>
                </a:solidFill>
                <a:round/>
                <a:headEnd/>
                <a:tailEnd/>
              </a:ln>
            </p:spPr>
            <p:txBody>
              <a:bodyPr/>
              <a:lstStyle/>
              <a:p>
                <a:endParaRPr lang="en-US"/>
              </a:p>
            </p:txBody>
          </p:sp>
          <p:sp>
            <p:nvSpPr>
              <p:cNvPr id="53310" name="Oval 1822"/>
              <p:cNvSpPr>
                <a:spLocks noChangeArrowheads="1"/>
              </p:cNvSpPr>
              <p:nvPr/>
            </p:nvSpPr>
            <p:spPr bwMode="auto">
              <a:xfrm>
                <a:off x="1449" y="3575"/>
                <a:ext cx="40" cy="32"/>
              </a:xfrm>
              <a:prstGeom prst="ellipse">
                <a:avLst/>
              </a:prstGeom>
              <a:solidFill>
                <a:schemeClr val="tx1"/>
              </a:solidFill>
              <a:ln w="25400">
                <a:solidFill>
                  <a:schemeClr val="tx1"/>
                </a:solidFill>
                <a:round/>
                <a:headEnd/>
                <a:tailEnd/>
              </a:ln>
            </p:spPr>
            <p:txBody>
              <a:bodyPr/>
              <a:lstStyle/>
              <a:p>
                <a:endParaRPr lang="en-US"/>
              </a:p>
            </p:txBody>
          </p:sp>
        </p:grpSp>
        <p:grpSp>
          <p:nvGrpSpPr>
            <p:cNvPr id="52276" name="Group 1823"/>
            <p:cNvGrpSpPr>
              <a:grpSpLocks/>
            </p:cNvGrpSpPr>
            <p:nvPr/>
          </p:nvGrpSpPr>
          <p:grpSpPr bwMode="auto">
            <a:xfrm>
              <a:off x="2367" y="3272"/>
              <a:ext cx="32" cy="335"/>
              <a:chOff x="2367" y="3272"/>
              <a:chExt cx="32" cy="335"/>
            </a:xfrm>
          </p:grpSpPr>
          <p:sp>
            <p:nvSpPr>
              <p:cNvPr id="53303" name="Oval 1824"/>
              <p:cNvSpPr>
                <a:spLocks noChangeArrowheads="1"/>
              </p:cNvSpPr>
              <p:nvPr/>
            </p:nvSpPr>
            <p:spPr bwMode="auto">
              <a:xfrm>
                <a:off x="2367" y="3272"/>
                <a:ext cx="32" cy="32"/>
              </a:xfrm>
              <a:prstGeom prst="ellipse">
                <a:avLst/>
              </a:prstGeom>
              <a:solidFill>
                <a:schemeClr val="tx1"/>
              </a:solidFill>
              <a:ln w="9525">
                <a:solidFill>
                  <a:schemeClr val="tx1"/>
                </a:solidFill>
                <a:round/>
                <a:headEnd/>
                <a:tailEnd/>
              </a:ln>
            </p:spPr>
            <p:txBody>
              <a:bodyPr/>
              <a:lstStyle/>
              <a:p>
                <a:endParaRPr lang="en-US"/>
              </a:p>
            </p:txBody>
          </p:sp>
          <p:sp>
            <p:nvSpPr>
              <p:cNvPr id="53304" name="Oval 1825"/>
              <p:cNvSpPr>
                <a:spLocks noChangeArrowheads="1"/>
              </p:cNvSpPr>
              <p:nvPr/>
            </p:nvSpPr>
            <p:spPr bwMode="auto">
              <a:xfrm>
                <a:off x="2367" y="3272"/>
                <a:ext cx="32" cy="32"/>
              </a:xfrm>
              <a:prstGeom prst="ellipse">
                <a:avLst/>
              </a:prstGeom>
              <a:solidFill>
                <a:schemeClr val="tx1"/>
              </a:solidFill>
              <a:ln w="25400">
                <a:solidFill>
                  <a:schemeClr val="tx1"/>
                </a:solidFill>
                <a:round/>
                <a:headEnd/>
                <a:tailEnd/>
              </a:ln>
            </p:spPr>
            <p:txBody>
              <a:bodyPr/>
              <a:lstStyle/>
              <a:p>
                <a:endParaRPr lang="en-US"/>
              </a:p>
            </p:txBody>
          </p:sp>
          <p:sp>
            <p:nvSpPr>
              <p:cNvPr id="53305" name="Oval 1826"/>
              <p:cNvSpPr>
                <a:spLocks noChangeArrowheads="1"/>
              </p:cNvSpPr>
              <p:nvPr/>
            </p:nvSpPr>
            <p:spPr bwMode="auto">
              <a:xfrm>
                <a:off x="2367" y="3575"/>
                <a:ext cx="32" cy="32"/>
              </a:xfrm>
              <a:prstGeom prst="ellipse">
                <a:avLst/>
              </a:prstGeom>
              <a:solidFill>
                <a:schemeClr val="tx1"/>
              </a:solidFill>
              <a:ln w="9525">
                <a:solidFill>
                  <a:schemeClr val="tx1"/>
                </a:solidFill>
                <a:round/>
                <a:headEnd/>
                <a:tailEnd/>
              </a:ln>
            </p:spPr>
            <p:txBody>
              <a:bodyPr/>
              <a:lstStyle/>
              <a:p>
                <a:endParaRPr lang="en-US"/>
              </a:p>
            </p:txBody>
          </p:sp>
          <p:sp>
            <p:nvSpPr>
              <p:cNvPr id="53306" name="Oval 1827"/>
              <p:cNvSpPr>
                <a:spLocks noChangeArrowheads="1"/>
              </p:cNvSpPr>
              <p:nvPr/>
            </p:nvSpPr>
            <p:spPr bwMode="auto">
              <a:xfrm>
                <a:off x="2367" y="3575"/>
                <a:ext cx="32" cy="32"/>
              </a:xfrm>
              <a:prstGeom prst="ellipse">
                <a:avLst/>
              </a:prstGeom>
              <a:solidFill>
                <a:schemeClr val="tx1"/>
              </a:solidFill>
              <a:ln w="25400">
                <a:solidFill>
                  <a:schemeClr val="tx1"/>
                </a:solidFill>
                <a:round/>
                <a:headEnd/>
                <a:tailEnd/>
              </a:ln>
            </p:spPr>
            <p:txBody>
              <a:bodyPr/>
              <a:lstStyle/>
              <a:p>
                <a:endParaRPr lang="en-US"/>
              </a:p>
            </p:txBody>
          </p:sp>
        </p:grpSp>
        <p:grpSp>
          <p:nvGrpSpPr>
            <p:cNvPr id="52277" name="Group 1828"/>
            <p:cNvGrpSpPr>
              <a:grpSpLocks/>
            </p:cNvGrpSpPr>
            <p:nvPr/>
          </p:nvGrpSpPr>
          <p:grpSpPr bwMode="auto">
            <a:xfrm>
              <a:off x="2822" y="3272"/>
              <a:ext cx="40" cy="335"/>
              <a:chOff x="2822" y="3272"/>
              <a:chExt cx="40" cy="335"/>
            </a:xfrm>
          </p:grpSpPr>
          <p:sp>
            <p:nvSpPr>
              <p:cNvPr id="53299" name="Oval 1829"/>
              <p:cNvSpPr>
                <a:spLocks noChangeArrowheads="1"/>
              </p:cNvSpPr>
              <p:nvPr/>
            </p:nvSpPr>
            <p:spPr bwMode="auto">
              <a:xfrm>
                <a:off x="2822" y="3272"/>
                <a:ext cx="40" cy="32"/>
              </a:xfrm>
              <a:prstGeom prst="ellipse">
                <a:avLst/>
              </a:prstGeom>
              <a:solidFill>
                <a:schemeClr val="tx1"/>
              </a:solidFill>
              <a:ln w="9525">
                <a:solidFill>
                  <a:schemeClr val="tx1"/>
                </a:solidFill>
                <a:round/>
                <a:headEnd/>
                <a:tailEnd/>
              </a:ln>
            </p:spPr>
            <p:txBody>
              <a:bodyPr/>
              <a:lstStyle/>
              <a:p>
                <a:endParaRPr lang="en-US"/>
              </a:p>
            </p:txBody>
          </p:sp>
          <p:sp>
            <p:nvSpPr>
              <p:cNvPr id="53300" name="Oval 1830"/>
              <p:cNvSpPr>
                <a:spLocks noChangeArrowheads="1"/>
              </p:cNvSpPr>
              <p:nvPr/>
            </p:nvSpPr>
            <p:spPr bwMode="auto">
              <a:xfrm>
                <a:off x="2822" y="3272"/>
                <a:ext cx="40" cy="32"/>
              </a:xfrm>
              <a:prstGeom prst="ellipse">
                <a:avLst/>
              </a:prstGeom>
              <a:solidFill>
                <a:schemeClr val="tx1"/>
              </a:solidFill>
              <a:ln w="25400">
                <a:solidFill>
                  <a:schemeClr val="tx1"/>
                </a:solidFill>
                <a:round/>
                <a:headEnd/>
                <a:tailEnd/>
              </a:ln>
            </p:spPr>
            <p:txBody>
              <a:bodyPr/>
              <a:lstStyle/>
              <a:p>
                <a:endParaRPr lang="en-US"/>
              </a:p>
            </p:txBody>
          </p:sp>
          <p:sp>
            <p:nvSpPr>
              <p:cNvPr id="53301" name="Oval 1831"/>
              <p:cNvSpPr>
                <a:spLocks noChangeArrowheads="1"/>
              </p:cNvSpPr>
              <p:nvPr/>
            </p:nvSpPr>
            <p:spPr bwMode="auto">
              <a:xfrm>
                <a:off x="2822" y="3575"/>
                <a:ext cx="40" cy="32"/>
              </a:xfrm>
              <a:prstGeom prst="ellipse">
                <a:avLst/>
              </a:prstGeom>
              <a:solidFill>
                <a:schemeClr val="tx1"/>
              </a:solidFill>
              <a:ln w="9525">
                <a:solidFill>
                  <a:schemeClr val="tx1"/>
                </a:solidFill>
                <a:round/>
                <a:headEnd/>
                <a:tailEnd/>
              </a:ln>
            </p:spPr>
            <p:txBody>
              <a:bodyPr/>
              <a:lstStyle/>
              <a:p>
                <a:endParaRPr lang="en-US"/>
              </a:p>
            </p:txBody>
          </p:sp>
          <p:sp>
            <p:nvSpPr>
              <p:cNvPr id="53302" name="Oval 1832"/>
              <p:cNvSpPr>
                <a:spLocks noChangeArrowheads="1"/>
              </p:cNvSpPr>
              <p:nvPr/>
            </p:nvSpPr>
            <p:spPr bwMode="auto">
              <a:xfrm>
                <a:off x="2822" y="3575"/>
                <a:ext cx="40" cy="32"/>
              </a:xfrm>
              <a:prstGeom prst="ellipse">
                <a:avLst/>
              </a:prstGeom>
              <a:solidFill>
                <a:schemeClr val="tx1"/>
              </a:solidFill>
              <a:ln w="25400">
                <a:solidFill>
                  <a:schemeClr val="tx1"/>
                </a:solidFill>
                <a:round/>
                <a:headEnd/>
                <a:tailEnd/>
              </a:ln>
            </p:spPr>
            <p:txBody>
              <a:bodyPr/>
              <a:lstStyle/>
              <a:p>
                <a:endParaRPr lang="en-US"/>
              </a:p>
            </p:txBody>
          </p:sp>
        </p:grpSp>
        <p:grpSp>
          <p:nvGrpSpPr>
            <p:cNvPr id="52278" name="Group 1833"/>
            <p:cNvGrpSpPr>
              <a:grpSpLocks/>
            </p:cNvGrpSpPr>
            <p:nvPr/>
          </p:nvGrpSpPr>
          <p:grpSpPr bwMode="auto">
            <a:xfrm>
              <a:off x="2415" y="2650"/>
              <a:ext cx="415" cy="56"/>
              <a:chOff x="2415" y="2650"/>
              <a:chExt cx="415" cy="56"/>
            </a:xfrm>
          </p:grpSpPr>
          <p:sp>
            <p:nvSpPr>
              <p:cNvPr id="53291" name="Freeform 1834"/>
              <p:cNvSpPr>
                <a:spLocks/>
              </p:cNvSpPr>
              <p:nvPr/>
            </p:nvSpPr>
            <p:spPr bwMode="auto">
              <a:xfrm>
                <a:off x="2718" y="2650"/>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chemeClr val="tx1"/>
              </a:solidFill>
              <a:ln w="9525">
                <a:solidFill>
                  <a:schemeClr val="tx1"/>
                </a:solidFill>
                <a:round/>
                <a:headEnd/>
                <a:tailEnd/>
              </a:ln>
            </p:spPr>
            <p:txBody>
              <a:bodyPr/>
              <a:lstStyle/>
              <a:p>
                <a:endParaRPr lang="en-US"/>
              </a:p>
            </p:txBody>
          </p:sp>
          <p:grpSp>
            <p:nvGrpSpPr>
              <p:cNvPr id="53292" name="Group 1835"/>
              <p:cNvGrpSpPr>
                <a:grpSpLocks/>
              </p:cNvGrpSpPr>
              <p:nvPr/>
            </p:nvGrpSpPr>
            <p:grpSpPr bwMode="auto">
              <a:xfrm>
                <a:off x="2415" y="2674"/>
                <a:ext cx="295" cy="1"/>
                <a:chOff x="2415" y="2674"/>
                <a:chExt cx="295" cy="1"/>
              </a:xfrm>
            </p:grpSpPr>
            <p:sp>
              <p:nvSpPr>
                <p:cNvPr id="53293" name="Line 1836"/>
                <p:cNvSpPr>
                  <a:spLocks noChangeShapeType="1"/>
                </p:cNvSpPr>
                <p:nvPr/>
              </p:nvSpPr>
              <p:spPr bwMode="auto">
                <a:xfrm>
                  <a:off x="2415"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294" name="Line 1837"/>
                <p:cNvSpPr>
                  <a:spLocks noChangeShapeType="1"/>
                </p:cNvSpPr>
                <p:nvPr/>
              </p:nvSpPr>
              <p:spPr bwMode="auto">
                <a:xfrm>
                  <a:off x="2471"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295" name="Line 1838"/>
                <p:cNvSpPr>
                  <a:spLocks noChangeShapeType="1"/>
                </p:cNvSpPr>
                <p:nvPr/>
              </p:nvSpPr>
              <p:spPr bwMode="auto">
                <a:xfrm>
                  <a:off x="2526"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296" name="Line 1839"/>
                <p:cNvSpPr>
                  <a:spLocks noChangeShapeType="1"/>
                </p:cNvSpPr>
                <p:nvPr/>
              </p:nvSpPr>
              <p:spPr bwMode="auto">
                <a:xfrm>
                  <a:off x="2582"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297" name="Line 1840"/>
                <p:cNvSpPr>
                  <a:spLocks noChangeShapeType="1"/>
                </p:cNvSpPr>
                <p:nvPr/>
              </p:nvSpPr>
              <p:spPr bwMode="auto">
                <a:xfrm>
                  <a:off x="2638"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298" name="Line 1841"/>
                <p:cNvSpPr>
                  <a:spLocks noChangeShapeType="1"/>
                </p:cNvSpPr>
                <p:nvPr/>
              </p:nvSpPr>
              <p:spPr bwMode="auto">
                <a:xfrm>
                  <a:off x="2694" y="2674"/>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2279" name="Group 1842"/>
            <p:cNvGrpSpPr>
              <a:grpSpLocks/>
            </p:cNvGrpSpPr>
            <p:nvPr/>
          </p:nvGrpSpPr>
          <p:grpSpPr bwMode="auto">
            <a:xfrm>
              <a:off x="2415" y="1733"/>
              <a:ext cx="415" cy="56"/>
              <a:chOff x="2415" y="1733"/>
              <a:chExt cx="415" cy="56"/>
            </a:xfrm>
          </p:grpSpPr>
          <p:sp>
            <p:nvSpPr>
              <p:cNvPr id="53283" name="Freeform 1843"/>
              <p:cNvSpPr>
                <a:spLocks/>
              </p:cNvSpPr>
              <p:nvPr/>
            </p:nvSpPr>
            <p:spPr bwMode="auto">
              <a:xfrm>
                <a:off x="2718" y="1733"/>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chemeClr val="tx1"/>
              </a:solidFill>
              <a:ln w="9525">
                <a:solidFill>
                  <a:schemeClr val="tx1"/>
                </a:solidFill>
                <a:round/>
                <a:headEnd/>
                <a:tailEnd/>
              </a:ln>
            </p:spPr>
            <p:txBody>
              <a:bodyPr/>
              <a:lstStyle/>
              <a:p>
                <a:endParaRPr lang="en-US"/>
              </a:p>
            </p:txBody>
          </p:sp>
          <p:grpSp>
            <p:nvGrpSpPr>
              <p:cNvPr id="53284" name="Group 1844"/>
              <p:cNvGrpSpPr>
                <a:grpSpLocks/>
              </p:cNvGrpSpPr>
              <p:nvPr/>
            </p:nvGrpSpPr>
            <p:grpSpPr bwMode="auto">
              <a:xfrm>
                <a:off x="2415" y="1757"/>
                <a:ext cx="295" cy="1"/>
                <a:chOff x="2415" y="1757"/>
                <a:chExt cx="295" cy="1"/>
              </a:xfrm>
            </p:grpSpPr>
            <p:sp>
              <p:nvSpPr>
                <p:cNvPr id="53285" name="Line 1845"/>
                <p:cNvSpPr>
                  <a:spLocks noChangeShapeType="1"/>
                </p:cNvSpPr>
                <p:nvPr/>
              </p:nvSpPr>
              <p:spPr bwMode="auto">
                <a:xfrm>
                  <a:off x="2415"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286" name="Line 1846"/>
                <p:cNvSpPr>
                  <a:spLocks noChangeShapeType="1"/>
                </p:cNvSpPr>
                <p:nvPr/>
              </p:nvSpPr>
              <p:spPr bwMode="auto">
                <a:xfrm>
                  <a:off x="2471"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287" name="Line 1847"/>
                <p:cNvSpPr>
                  <a:spLocks noChangeShapeType="1"/>
                </p:cNvSpPr>
                <p:nvPr/>
              </p:nvSpPr>
              <p:spPr bwMode="auto">
                <a:xfrm>
                  <a:off x="2526"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288" name="Line 1848"/>
                <p:cNvSpPr>
                  <a:spLocks noChangeShapeType="1"/>
                </p:cNvSpPr>
                <p:nvPr/>
              </p:nvSpPr>
              <p:spPr bwMode="auto">
                <a:xfrm>
                  <a:off x="2582"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289" name="Line 1849"/>
                <p:cNvSpPr>
                  <a:spLocks noChangeShapeType="1"/>
                </p:cNvSpPr>
                <p:nvPr/>
              </p:nvSpPr>
              <p:spPr bwMode="auto">
                <a:xfrm>
                  <a:off x="2638"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290" name="Line 1850"/>
                <p:cNvSpPr>
                  <a:spLocks noChangeShapeType="1"/>
                </p:cNvSpPr>
                <p:nvPr/>
              </p:nvSpPr>
              <p:spPr bwMode="auto">
                <a:xfrm>
                  <a:off x="2694" y="1757"/>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2280" name="Group 1851"/>
            <p:cNvGrpSpPr>
              <a:grpSpLocks/>
            </p:cNvGrpSpPr>
            <p:nvPr/>
          </p:nvGrpSpPr>
          <p:grpSpPr bwMode="auto">
            <a:xfrm>
              <a:off x="1489" y="3264"/>
              <a:ext cx="423" cy="56"/>
              <a:chOff x="1489" y="3264"/>
              <a:chExt cx="423" cy="56"/>
            </a:xfrm>
          </p:grpSpPr>
          <p:sp>
            <p:nvSpPr>
              <p:cNvPr id="53275" name="Freeform 1852"/>
              <p:cNvSpPr>
                <a:spLocks/>
              </p:cNvSpPr>
              <p:nvPr/>
            </p:nvSpPr>
            <p:spPr bwMode="auto">
              <a:xfrm>
                <a:off x="1792" y="3264"/>
                <a:ext cx="120" cy="56"/>
              </a:xfrm>
              <a:custGeom>
                <a:avLst/>
                <a:gdLst>
                  <a:gd name="T0" fmla="*/ 120 w 120"/>
                  <a:gd name="T1" fmla="*/ 24 h 56"/>
                  <a:gd name="T2" fmla="*/ 0 w 120"/>
                  <a:gd name="T3" fmla="*/ 56 h 56"/>
                  <a:gd name="T4" fmla="*/ 0 w 120"/>
                  <a:gd name="T5" fmla="*/ 24 h 56"/>
                  <a:gd name="T6" fmla="*/ 0 w 120"/>
                  <a:gd name="T7" fmla="*/ 0 h 56"/>
                  <a:gd name="T8" fmla="*/ 120 w 120"/>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 h="56">
                    <a:moveTo>
                      <a:pt x="120" y="24"/>
                    </a:moveTo>
                    <a:lnTo>
                      <a:pt x="0" y="56"/>
                    </a:lnTo>
                    <a:lnTo>
                      <a:pt x="0" y="24"/>
                    </a:lnTo>
                    <a:lnTo>
                      <a:pt x="0" y="0"/>
                    </a:lnTo>
                    <a:lnTo>
                      <a:pt x="120" y="24"/>
                    </a:lnTo>
                    <a:close/>
                  </a:path>
                </a:pathLst>
              </a:custGeom>
              <a:solidFill>
                <a:schemeClr val="tx1"/>
              </a:solidFill>
              <a:ln w="9525">
                <a:solidFill>
                  <a:schemeClr val="tx1"/>
                </a:solidFill>
                <a:round/>
                <a:headEnd/>
                <a:tailEnd/>
              </a:ln>
            </p:spPr>
            <p:txBody>
              <a:bodyPr/>
              <a:lstStyle/>
              <a:p>
                <a:endParaRPr lang="en-US"/>
              </a:p>
            </p:txBody>
          </p:sp>
          <p:grpSp>
            <p:nvGrpSpPr>
              <p:cNvPr id="53276" name="Group 1853"/>
              <p:cNvGrpSpPr>
                <a:grpSpLocks/>
              </p:cNvGrpSpPr>
              <p:nvPr/>
            </p:nvGrpSpPr>
            <p:grpSpPr bwMode="auto">
              <a:xfrm>
                <a:off x="1489" y="3288"/>
                <a:ext cx="295" cy="1"/>
                <a:chOff x="1489" y="3288"/>
                <a:chExt cx="295" cy="1"/>
              </a:xfrm>
            </p:grpSpPr>
            <p:sp>
              <p:nvSpPr>
                <p:cNvPr id="53277" name="Line 1854"/>
                <p:cNvSpPr>
                  <a:spLocks noChangeShapeType="1"/>
                </p:cNvSpPr>
                <p:nvPr/>
              </p:nvSpPr>
              <p:spPr bwMode="auto">
                <a:xfrm>
                  <a:off x="1489"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278" name="Line 1855"/>
                <p:cNvSpPr>
                  <a:spLocks noChangeShapeType="1"/>
                </p:cNvSpPr>
                <p:nvPr/>
              </p:nvSpPr>
              <p:spPr bwMode="auto">
                <a:xfrm>
                  <a:off x="1544"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279" name="Line 1856"/>
                <p:cNvSpPr>
                  <a:spLocks noChangeShapeType="1"/>
                </p:cNvSpPr>
                <p:nvPr/>
              </p:nvSpPr>
              <p:spPr bwMode="auto">
                <a:xfrm>
                  <a:off x="1600"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280" name="Line 1857"/>
                <p:cNvSpPr>
                  <a:spLocks noChangeShapeType="1"/>
                </p:cNvSpPr>
                <p:nvPr/>
              </p:nvSpPr>
              <p:spPr bwMode="auto">
                <a:xfrm>
                  <a:off x="1656"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281" name="Line 1858"/>
                <p:cNvSpPr>
                  <a:spLocks noChangeShapeType="1"/>
                </p:cNvSpPr>
                <p:nvPr/>
              </p:nvSpPr>
              <p:spPr bwMode="auto">
                <a:xfrm>
                  <a:off x="1712"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282" name="Line 1859"/>
                <p:cNvSpPr>
                  <a:spLocks noChangeShapeType="1"/>
                </p:cNvSpPr>
                <p:nvPr/>
              </p:nvSpPr>
              <p:spPr bwMode="auto">
                <a:xfrm>
                  <a:off x="1768" y="3288"/>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2281" name="Group 1860"/>
            <p:cNvGrpSpPr>
              <a:grpSpLocks/>
            </p:cNvGrpSpPr>
            <p:nvPr/>
          </p:nvGrpSpPr>
          <p:grpSpPr bwMode="auto">
            <a:xfrm>
              <a:off x="1944" y="3256"/>
              <a:ext cx="423" cy="56"/>
              <a:chOff x="1944" y="3256"/>
              <a:chExt cx="423" cy="56"/>
            </a:xfrm>
          </p:grpSpPr>
          <p:sp>
            <p:nvSpPr>
              <p:cNvPr id="53267" name="Freeform 1861"/>
              <p:cNvSpPr>
                <a:spLocks/>
              </p:cNvSpPr>
              <p:nvPr/>
            </p:nvSpPr>
            <p:spPr bwMode="auto">
              <a:xfrm>
                <a:off x="2255" y="325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chemeClr val="tx1"/>
              </a:solidFill>
              <a:ln w="9525">
                <a:solidFill>
                  <a:schemeClr val="tx1"/>
                </a:solidFill>
                <a:round/>
                <a:headEnd/>
                <a:tailEnd/>
              </a:ln>
            </p:spPr>
            <p:txBody>
              <a:bodyPr/>
              <a:lstStyle/>
              <a:p>
                <a:endParaRPr lang="en-US"/>
              </a:p>
            </p:txBody>
          </p:sp>
          <p:grpSp>
            <p:nvGrpSpPr>
              <p:cNvPr id="53268" name="Group 1862"/>
              <p:cNvGrpSpPr>
                <a:grpSpLocks/>
              </p:cNvGrpSpPr>
              <p:nvPr/>
            </p:nvGrpSpPr>
            <p:grpSpPr bwMode="auto">
              <a:xfrm>
                <a:off x="1944" y="3288"/>
                <a:ext cx="303" cy="1"/>
                <a:chOff x="1944" y="3288"/>
                <a:chExt cx="303" cy="1"/>
              </a:xfrm>
            </p:grpSpPr>
            <p:sp>
              <p:nvSpPr>
                <p:cNvPr id="53269" name="Line 1863"/>
                <p:cNvSpPr>
                  <a:spLocks noChangeShapeType="1"/>
                </p:cNvSpPr>
                <p:nvPr/>
              </p:nvSpPr>
              <p:spPr bwMode="auto">
                <a:xfrm>
                  <a:off x="1944"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270" name="Line 1864"/>
                <p:cNvSpPr>
                  <a:spLocks noChangeShapeType="1"/>
                </p:cNvSpPr>
                <p:nvPr/>
              </p:nvSpPr>
              <p:spPr bwMode="auto">
                <a:xfrm>
                  <a:off x="2000" y="3288"/>
                  <a:ext cx="23"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271" name="Line 1865"/>
                <p:cNvSpPr>
                  <a:spLocks noChangeShapeType="1"/>
                </p:cNvSpPr>
                <p:nvPr/>
              </p:nvSpPr>
              <p:spPr bwMode="auto">
                <a:xfrm>
                  <a:off x="2055"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272" name="Line 1866"/>
                <p:cNvSpPr>
                  <a:spLocks noChangeShapeType="1"/>
                </p:cNvSpPr>
                <p:nvPr/>
              </p:nvSpPr>
              <p:spPr bwMode="auto">
                <a:xfrm>
                  <a:off x="2111"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273" name="Line 1867"/>
                <p:cNvSpPr>
                  <a:spLocks noChangeShapeType="1"/>
                </p:cNvSpPr>
                <p:nvPr/>
              </p:nvSpPr>
              <p:spPr bwMode="auto">
                <a:xfrm>
                  <a:off x="2167"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274" name="Line 1868"/>
                <p:cNvSpPr>
                  <a:spLocks noChangeShapeType="1"/>
                </p:cNvSpPr>
                <p:nvPr/>
              </p:nvSpPr>
              <p:spPr bwMode="auto">
                <a:xfrm>
                  <a:off x="2223"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2282" name="Group 1869"/>
            <p:cNvGrpSpPr>
              <a:grpSpLocks/>
            </p:cNvGrpSpPr>
            <p:nvPr/>
          </p:nvGrpSpPr>
          <p:grpSpPr bwMode="auto">
            <a:xfrm>
              <a:off x="2415" y="3256"/>
              <a:ext cx="415" cy="56"/>
              <a:chOff x="2415" y="3256"/>
              <a:chExt cx="415" cy="56"/>
            </a:xfrm>
          </p:grpSpPr>
          <p:sp>
            <p:nvSpPr>
              <p:cNvPr id="53259" name="Freeform 1870"/>
              <p:cNvSpPr>
                <a:spLocks/>
              </p:cNvSpPr>
              <p:nvPr/>
            </p:nvSpPr>
            <p:spPr bwMode="auto">
              <a:xfrm>
                <a:off x="2718" y="325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chemeClr val="tx1"/>
              </a:solidFill>
              <a:ln w="9525">
                <a:solidFill>
                  <a:schemeClr val="tx1"/>
                </a:solidFill>
                <a:round/>
                <a:headEnd/>
                <a:tailEnd/>
              </a:ln>
            </p:spPr>
            <p:txBody>
              <a:bodyPr/>
              <a:lstStyle/>
              <a:p>
                <a:endParaRPr lang="en-US"/>
              </a:p>
            </p:txBody>
          </p:sp>
          <p:grpSp>
            <p:nvGrpSpPr>
              <p:cNvPr id="53260" name="Group 1871"/>
              <p:cNvGrpSpPr>
                <a:grpSpLocks/>
              </p:cNvGrpSpPr>
              <p:nvPr/>
            </p:nvGrpSpPr>
            <p:grpSpPr bwMode="auto">
              <a:xfrm>
                <a:off x="2415" y="3288"/>
                <a:ext cx="295" cy="1"/>
                <a:chOff x="2415" y="3288"/>
                <a:chExt cx="295" cy="1"/>
              </a:xfrm>
            </p:grpSpPr>
            <p:sp>
              <p:nvSpPr>
                <p:cNvPr id="53261" name="Line 1872"/>
                <p:cNvSpPr>
                  <a:spLocks noChangeShapeType="1"/>
                </p:cNvSpPr>
                <p:nvPr/>
              </p:nvSpPr>
              <p:spPr bwMode="auto">
                <a:xfrm>
                  <a:off x="2415"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262" name="Line 1873"/>
                <p:cNvSpPr>
                  <a:spLocks noChangeShapeType="1"/>
                </p:cNvSpPr>
                <p:nvPr/>
              </p:nvSpPr>
              <p:spPr bwMode="auto">
                <a:xfrm>
                  <a:off x="2471"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263" name="Line 1874"/>
                <p:cNvSpPr>
                  <a:spLocks noChangeShapeType="1"/>
                </p:cNvSpPr>
                <p:nvPr/>
              </p:nvSpPr>
              <p:spPr bwMode="auto">
                <a:xfrm>
                  <a:off x="2526"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264" name="Line 1875"/>
                <p:cNvSpPr>
                  <a:spLocks noChangeShapeType="1"/>
                </p:cNvSpPr>
                <p:nvPr/>
              </p:nvSpPr>
              <p:spPr bwMode="auto">
                <a:xfrm>
                  <a:off x="2582"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265" name="Line 1876"/>
                <p:cNvSpPr>
                  <a:spLocks noChangeShapeType="1"/>
                </p:cNvSpPr>
                <p:nvPr/>
              </p:nvSpPr>
              <p:spPr bwMode="auto">
                <a:xfrm>
                  <a:off x="2638"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266" name="Line 1877"/>
                <p:cNvSpPr>
                  <a:spLocks noChangeShapeType="1"/>
                </p:cNvSpPr>
                <p:nvPr/>
              </p:nvSpPr>
              <p:spPr bwMode="auto">
                <a:xfrm>
                  <a:off x="2694" y="3288"/>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2283" name="Group 1878"/>
            <p:cNvGrpSpPr>
              <a:grpSpLocks/>
            </p:cNvGrpSpPr>
            <p:nvPr/>
          </p:nvGrpSpPr>
          <p:grpSpPr bwMode="auto">
            <a:xfrm>
              <a:off x="1489" y="3567"/>
              <a:ext cx="423" cy="56"/>
              <a:chOff x="1489" y="3567"/>
              <a:chExt cx="423" cy="56"/>
            </a:xfrm>
          </p:grpSpPr>
          <p:sp>
            <p:nvSpPr>
              <p:cNvPr id="53251" name="Freeform 1879"/>
              <p:cNvSpPr>
                <a:spLocks/>
              </p:cNvSpPr>
              <p:nvPr/>
            </p:nvSpPr>
            <p:spPr bwMode="auto">
              <a:xfrm>
                <a:off x="1800"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chemeClr val="tx1"/>
              </a:solidFill>
              <a:ln w="9525">
                <a:solidFill>
                  <a:schemeClr val="tx1"/>
                </a:solidFill>
                <a:round/>
                <a:headEnd/>
                <a:tailEnd/>
              </a:ln>
            </p:spPr>
            <p:txBody>
              <a:bodyPr/>
              <a:lstStyle/>
              <a:p>
                <a:endParaRPr lang="en-US"/>
              </a:p>
            </p:txBody>
          </p:sp>
          <p:grpSp>
            <p:nvGrpSpPr>
              <p:cNvPr id="53252" name="Group 1880"/>
              <p:cNvGrpSpPr>
                <a:grpSpLocks/>
              </p:cNvGrpSpPr>
              <p:nvPr/>
            </p:nvGrpSpPr>
            <p:grpSpPr bwMode="auto">
              <a:xfrm>
                <a:off x="1489" y="3591"/>
                <a:ext cx="303" cy="1"/>
                <a:chOff x="1489" y="3591"/>
                <a:chExt cx="303" cy="1"/>
              </a:xfrm>
            </p:grpSpPr>
            <p:sp>
              <p:nvSpPr>
                <p:cNvPr id="53253" name="Line 1881"/>
                <p:cNvSpPr>
                  <a:spLocks noChangeShapeType="1"/>
                </p:cNvSpPr>
                <p:nvPr/>
              </p:nvSpPr>
              <p:spPr bwMode="auto">
                <a:xfrm>
                  <a:off x="1489"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254" name="Line 1882"/>
                <p:cNvSpPr>
                  <a:spLocks noChangeShapeType="1"/>
                </p:cNvSpPr>
                <p:nvPr/>
              </p:nvSpPr>
              <p:spPr bwMode="auto">
                <a:xfrm>
                  <a:off x="1544"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255" name="Line 1883"/>
                <p:cNvSpPr>
                  <a:spLocks noChangeShapeType="1"/>
                </p:cNvSpPr>
                <p:nvPr/>
              </p:nvSpPr>
              <p:spPr bwMode="auto">
                <a:xfrm>
                  <a:off x="1600"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256" name="Line 1884"/>
                <p:cNvSpPr>
                  <a:spLocks noChangeShapeType="1"/>
                </p:cNvSpPr>
                <p:nvPr/>
              </p:nvSpPr>
              <p:spPr bwMode="auto">
                <a:xfrm>
                  <a:off x="1656"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257" name="Line 1885"/>
                <p:cNvSpPr>
                  <a:spLocks noChangeShapeType="1"/>
                </p:cNvSpPr>
                <p:nvPr/>
              </p:nvSpPr>
              <p:spPr bwMode="auto">
                <a:xfrm>
                  <a:off x="1712"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258" name="Line 1886"/>
                <p:cNvSpPr>
                  <a:spLocks noChangeShapeType="1"/>
                </p:cNvSpPr>
                <p:nvPr/>
              </p:nvSpPr>
              <p:spPr bwMode="auto">
                <a:xfrm>
                  <a:off x="1768"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2284" name="Group 1887"/>
            <p:cNvGrpSpPr>
              <a:grpSpLocks/>
            </p:cNvGrpSpPr>
            <p:nvPr/>
          </p:nvGrpSpPr>
          <p:grpSpPr bwMode="auto">
            <a:xfrm>
              <a:off x="1952" y="3567"/>
              <a:ext cx="415" cy="56"/>
              <a:chOff x="1952" y="3567"/>
              <a:chExt cx="415" cy="56"/>
            </a:xfrm>
          </p:grpSpPr>
          <p:sp>
            <p:nvSpPr>
              <p:cNvPr id="53243" name="Freeform 1888"/>
              <p:cNvSpPr>
                <a:spLocks/>
              </p:cNvSpPr>
              <p:nvPr/>
            </p:nvSpPr>
            <p:spPr bwMode="auto">
              <a:xfrm>
                <a:off x="2255"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chemeClr val="tx1"/>
              </a:solidFill>
              <a:ln w="9525">
                <a:solidFill>
                  <a:schemeClr val="tx1"/>
                </a:solidFill>
                <a:round/>
                <a:headEnd/>
                <a:tailEnd/>
              </a:ln>
            </p:spPr>
            <p:txBody>
              <a:bodyPr/>
              <a:lstStyle/>
              <a:p>
                <a:endParaRPr lang="en-US"/>
              </a:p>
            </p:txBody>
          </p:sp>
          <p:grpSp>
            <p:nvGrpSpPr>
              <p:cNvPr id="53244" name="Group 1889"/>
              <p:cNvGrpSpPr>
                <a:grpSpLocks/>
              </p:cNvGrpSpPr>
              <p:nvPr/>
            </p:nvGrpSpPr>
            <p:grpSpPr bwMode="auto">
              <a:xfrm>
                <a:off x="1952" y="3591"/>
                <a:ext cx="295" cy="1"/>
                <a:chOff x="1952" y="3591"/>
                <a:chExt cx="295" cy="1"/>
              </a:xfrm>
            </p:grpSpPr>
            <p:sp>
              <p:nvSpPr>
                <p:cNvPr id="53245" name="Line 1890"/>
                <p:cNvSpPr>
                  <a:spLocks noChangeShapeType="1"/>
                </p:cNvSpPr>
                <p:nvPr/>
              </p:nvSpPr>
              <p:spPr bwMode="auto">
                <a:xfrm>
                  <a:off x="1952"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246" name="Line 1891"/>
                <p:cNvSpPr>
                  <a:spLocks noChangeShapeType="1"/>
                </p:cNvSpPr>
                <p:nvPr/>
              </p:nvSpPr>
              <p:spPr bwMode="auto">
                <a:xfrm>
                  <a:off x="2008" y="3591"/>
                  <a:ext cx="23"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247" name="Line 1892"/>
                <p:cNvSpPr>
                  <a:spLocks noChangeShapeType="1"/>
                </p:cNvSpPr>
                <p:nvPr/>
              </p:nvSpPr>
              <p:spPr bwMode="auto">
                <a:xfrm>
                  <a:off x="2063"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248" name="Line 1893"/>
                <p:cNvSpPr>
                  <a:spLocks noChangeShapeType="1"/>
                </p:cNvSpPr>
                <p:nvPr/>
              </p:nvSpPr>
              <p:spPr bwMode="auto">
                <a:xfrm>
                  <a:off x="2119"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249" name="Line 1894"/>
                <p:cNvSpPr>
                  <a:spLocks noChangeShapeType="1"/>
                </p:cNvSpPr>
                <p:nvPr/>
              </p:nvSpPr>
              <p:spPr bwMode="auto">
                <a:xfrm>
                  <a:off x="2175"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250" name="Line 1895"/>
                <p:cNvSpPr>
                  <a:spLocks noChangeShapeType="1"/>
                </p:cNvSpPr>
                <p:nvPr/>
              </p:nvSpPr>
              <p:spPr bwMode="auto">
                <a:xfrm>
                  <a:off x="2231" y="3591"/>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2285" name="Group 1896"/>
            <p:cNvGrpSpPr>
              <a:grpSpLocks/>
            </p:cNvGrpSpPr>
            <p:nvPr/>
          </p:nvGrpSpPr>
          <p:grpSpPr bwMode="auto">
            <a:xfrm>
              <a:off x="2407" y="3567"/>
              <a:ext cx="415" cy="56"/>
              <a:chOff x="2407" y="3567"/>
              <a:chExt cx="415" cy="56"/>
            </a:xfrm>
          </p:grpSpPr>
          <p:sp>
            <p:nvSpPr>
              <p:cNvPr id="53235" name="Freeform 1897"/>
              <p:cNvSpPr>
                <a:spLocks/>
              </p:cNvSpPr>
              <p:nvPr/>
            </p:nvSpPr>
            <p:spPr bwMode="auto">
              <a:xfrm>
                <a:off x="2710"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chemeClr val="tx1"/>
              </a:solidFill>
              <a:ln w="9525">
                <a:solidFill>
                  <a:schemeClr val="tx1"/>
                </a:solidFill>
                <a:round/>
                <a:headEnd/>
                <a:tailEnd/>
              </a:ln>
            </p:spPr>
            <p:txBody>
              <a:bodyPr/>
              <a:lstStyle/>
              <a:p>
                <a:endParaRPr lang="en-US"/>
              </a:p>
            </p:txBody>
          </p:sp>
          <p:grpSp>
            <p:nvGrpSpPr>
              <p:cNvPr id="53236" name="Group 1898"/>
              <p:cNvGrpSpPr>
                <a:grpSpLocks/>
              </p:cNvGrpSpPr>
              <p:nvPr/>
            </p:nvGrpSpPr>
            <p:grpSpPr bwMode="auto">
              <a:xfrm>
                <a:off x="2407" y="3591"/>
                <a:ext cx="295" cy="1"/>
                <a:chOff x="2407" y="3591"/>
                <a:chExt cx="295" cy="1"/>
              </a:xfrm>
            </p:grpSpPr>
            <p:sp>
              <p:nvSpPr>
                <p:cNvPr id="53237" name="Line 1899"/>
                <p:cNvSpPr>
                  <a:spLocks noChangeShapeType="1"/>
                </p:cNvSpPr>
                <p:nvPr/>
              </p:nvSpPr>
              <p:spPr bwMode="auto">
                <a:xfrm>
                  <a:off x="2407"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238" name="Line 1900"/>
                <p:cNvSpPr>
                  <a:spLocks noChangeShapeType="1"/>
                </p:cNvSpPr>
                <p:nvPr/>
              </p:nvSpPr>
              <p:spPr bwMode="auto">
                <a:xfrm>
                  <a:off x="2463"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239" name="Line 1901"/>
                <p:cNvSpPr>
                  <a:spLocks noChangeShapeType="1"/>
                </p:cNvSpPr>
                <p:nvPr/>
              </p:nvSpPr>
              <p:spPr bwMode="auto">
                <a:xfrm>
                  <a:off x="2518"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240" name="Line 1902"/>
                <p:cNvSpPr>
                  <a:spLocks noChangeShapeType="1"/>
                </p:cNvSpPr>
                <p:nvPr/>
              </p:nvSpPr>
              <p:spPr bwMode="auto">
                <a:xfrm>
                  <a:off x="2574"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241" name="Line 1903"/>
                <p:cNvSpPr>
                  <a:spLocks noChangeShapeType="1"/>
                </p:cNvSpPr>
                <p:nvPr/>
              </p:nvSpPr>
              <p:spPr bwMode="auto">
                <a:xfrm>
                  <a:off x="2630"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242" name="Line 1904"/>
                <p:cNvSpPr>
                  <a:spLocks noChangeShapeType="1"/>
                </p:cNvSpPr>
                <p:nvPr/>
              </p:nvSpPr>
              <p:spPr bwMode="auto">
                <a:xfrm>
                  <a:off x="2686" y="3591"/>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2286" name="Group 1905"/>
            <p:cNvGrpSpPr>
              <a:grpSpLocks/>
            </p:cNvGrpSpPr>
            <p:nvPr/>
          </p:nvGrpSpPr>
          <p:grpSpPr bwMode="auto">
            <a:xfrm>
              <a:off x="1944" y="2690"/>
              <a:ext cx="894" cy="596"/>
              <a:chOff x="1944" y="2690"/>
              <a:chExt cx="894" cy="596"/>
            </a:xfrm>
          </p:grpSpPr>
          <p:sp>
            <p:nvSpPr>
              <p:cNvPr id="53233" name="Freeform 1906"/>
              <p:cNvSpPr>
                <a:spLocks/>
              </p:cNvSpPr>
              <p:nvPr/>
            </p:nvSpPr>
            <p:spPr bwMode="auto">
              <a:xfrm>
                <a:off x="2702" y="2690"/>
                <a:ext cx="136" cy="104"/>
              </a:xfrm>
              <a:custGeom>
                <a:avLst/>
                <a:gdLst>
                  <a:gd name="T0" fmla="*/ 136 w 136"/>
                  <a:gd name="T1" fmla="*/ 0 h 104"/>
                  <a:gd name="T2" fmla="*/ 40 w 136"/>
                  <a:gd name="T3" fmla="*/ 104 h 104"/>
                  <a:gd name="T4" fmla="*/ 24 w 136"/>
                  <a:gd name="T5" fmla="*/ 72 h 104"/>
                  <a:gd name="T6" fmla="*/ 0 w 136"/>
                  <a:gd name="T7" fmla="*/ 48 h 104"/>
                  <a:gd name="T8" fmla="*/ 136 w 136"/>
                  <a:gd name="T9" fmla="*/ 0 h 10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 h="104">
                    <a:moveTo>
                      <a:pt x="136" y="0"/>
                    </a:moveTo>
                    <a:lnTo>
                      <a:pt x="40" y="104"/>
                    </a:lnTo>
                    <a:lnTo>
                      <a:pt x="24" y="72"/>
                    </a:lnTo>
                    <a:lnTo>
                      <a:pt x="0" y="48"/>
                    </a:lnTo>
                    <a:lnTo>
                      <a:pt x="136" y="0"/>
                    </a:lnTo>
                    <a:close/>
                  </a:path>
                </a:pathLst>
              </a:custGeom>
              <a:solidFill>
                <a:schemeClr val="tx1"/>
              </a:solidFill>
              <a:ln w="9525">
                <a:solidFill>
                  <a:schemeClr val="tx1"/>
                </a:solidFill>
                <a:round/>
                <a:headEnd/>
                <a:tailEnd/>
              </a:ln>
            </p:spPr>
            <p:txBody>
              <a:bodyPr/>
              <a:lstStyle/>
              <a:p>
                <a:endParaRPr lang="en-US"/>
              </a:p>
            </p:txBody>
          </p:sp>
          <p:sp>
            <p:nvSpPr>
              <p:cNvPr id="53234" name="Line 1907"/>
              <p:cNvSpPr>
                <a:spLocks noChangeShapeType="1"/>
              </p:cNvSpPr>
              <p:nvPr/>
            </p:nvSpPr>
            <p:spPr bwMode="auto">
              <a:xfrm flipV="1">
                <a:off x="1944" y="2758"/>
                <a:ext cx="790" cy="528"/>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2287" name="Group 1908"/>
            <p:cNvGrpSpPr>
              <a:grpSpLocks/>
            </p:cNvGrpSpPr>
            <p:nvPr/>
          </p:nvGrpSpPr>
          <p:grpSpPr bwMode="auto">
            <a:xfrm>
              <a:off x="1952" y="2376"/>
              <a:ext cx="886" cy="290"/>
              <a:chOff x="1952" y="2376"/>
              <a:chExt cx="886" cy="290"/>
            </a:xfrm>
          </p:grpSpPr>
          <p:sp>
            <p:nvSpPr>
              <p:cNvPr id="53231" name="Freeform 1909"/>
              <p:cNvSpPr>
                <a:spLocks/>
              </p:cNvSpPr>
              <p:nvPr/>
            </p:nvSpPr>
            <p:spPr bwMode="auto">
              <a:xfrm>
                <a:off x="2702" y="2586"/>
                <a:ext cx="136" cy="80"/>
              </a:xfrm>
              <a:custGeom>
                <a:avLst/>
                <a:gdLst>
                  <a:gd name="T0" fmla="*/ 136 w 136"/>
                  <a:gd name="T1" fmla="*/ 80 h 80"/>
                  <a:gd name="T2" fmla="*/ 0 w 136"/>
                  <a:gd name="T3" fmla="*/ 64 h 80"/>
                  <a:gd name="T4" fmla="*/ 8 w 136"/>
                  <a:gd name="T5" fmla="*/ 32 h 80"/>
                  <a:gd name="T6" fmla="*/ 16 w 136"/>
                  <a:gd name="T7" fmla="*/ 0 h 80"/>
                  <a:gd name="T8" fmla="*/ 136 w 136"/>
                  <a:gd name="T9" fmla="*/ 80 h 8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 h="80">
                    <a:moveTo>
                      <a:pt x="136" y="80"/>
                    </a:moveTo>
                    <a:lnTo>
                      <a:pt x="0" y="64"/>
                    </a:lnTo>
                    <a:lnTo>
                      <a:pt x="8" y="32"/>
                    </a:lnTo>
                    <a:lnTo>
                      <a:pt x="16" y="0"/>
                    </a:lnTo>
                    <a:lnTo>
                      <a:pt x="136" y="80"/>
                    </a:lnTo>
                    <a:close/>
                  </a:path>
                </a:pathLst>
              </a:custGeom>
              <a:solidFill>
                <a:schemeClr val="tx1"/>
              </a:solidFill>
              <a:ln w="9525">
                <a:solidFill>
                  <a:schemeClr val="tx1"/>
                </a:solidFill>
                <a:round/>
                <a:headEnd/>
                <a:tailEnd/>
              </a:ln>
            </p:spPr>
            <p:txBody>
              <a:bodyPr/>
              <a:lstStyle/>
              <a:p>
                <a:endParaRPr lang="en-US"/>
              </a:p>
            </p:txBody>
          </p:sp>
          <p:sp>
            <p:nvSpPr>
              <p:cNvPr id="53232" name="Line 1910"/>
              <p:cNvSpPr>
                <a:spLocks noChangeShapeType="1"/>
              </p:cNvSpPr>
              <p:nvPr/>
            </p:nvSpPr>
            <p:spPr bwMode="auto">
              <a:xfrm>
                <a:off x="1952" y="2376"/>
                <a:ext cx="766" cy="244"/>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2288" name="Group 1911"/>
            <p:cNvGrpSpPr>
              <a:grpSpLocks/>
            </p:cNvGrpSpPr>
            <p:nvPr/>
          </p:nvGrpSpPr>
          <p:grpSpPr bwMode="auto">
            <a:xfrm>
              <a:off x="1481" y="2084"/>
              <a:ext cx="1373" cy="1507"/>
              <a:chOff x="1481" y="2084"/>
              <a:chExt cx="1373" cy="1507"/>
            </a:xfrm>
          </p:grpSpPr>
          <p:sp>
            <p:nvSpPr>
              <p:cNvPr id="53229" name="Freeform 1912"/>
              <p:cNvSpPr>
                <a:spLocks/>
              </p:cNvSpPr>
              <p:nvPr/>
            </p:nvSpPr>
            <p:spPr bwMode="auto">
              <a:xfrm>
                <a:off x="2742" y="2084"/>
                <a:ext cx="112" cy="119"/>
              </a:xfrm>
              <a:custGeom>
                <a:avLst/>
                <a:gdLst>
                  <a:gd name="T0" fmla="*/ 112 w 112"/>
                  <a:gd name="T1" fmla="*/ 0 h 119"/>
                  <a:gd name="T2" fmla="*/ 48 w 112"/>
                  <a:gd name="T3" fmla="*/ 119 h 119"/>
                  <a:gd name="T4" fmla="*/ 24 w 112"/>
                  <a:gd name="T5" fmla="*/ 96 h 119"/>
                  <a:gd name="T6" fmla="*/ 0 w 112"/>
                  <a:gd name="T7" fmla="*/ 72 h 119"/>
                  <a:gd name="T8" fmla="*/ 112 w 112"/>
                  <a:gd name="T9" fmla="*/ 0 h 1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119">
                    <a:moveTo>
                      <a:pt x="112" y="0"/>
                    </a:moveTo>
                    <a:lnTo>
                      <a:pt x="48" y="119"/>
                    </a:lnTo>
                    <a:lnTo>
                      <a:pt x="24" y="96"/>
                    </a:lnTo>
                    <a:lnTo>
                      <a:pt x="0" y="72"/>
                    </a:lnTo>
                    <a:lnTo>
                      <a:pt x="112" y="0"/>
                    </a:lnTo>
                    <a:close/>
                  </a:path>
                </a:pathLst>
              </a:custGeom>
              <a:solidFill>
                <a:schemeClr val="tx1"/>
              </a:solidFill>
              <a:ln w="9525">
                <a:solidFill>
                  <a:schemeClr val="tx1"/>
                </a:solidFill>
                <a:round/>
                <a:headEnd/>
                <a:tailEnd/>
              </a:ln>
            </p:spPr>
            <p:txBody>
              <a:bodyPr/>
              <a:lstStyle/>
              <a:p>
                <a:endParaRPr lang="en-US"/>
              </a:p>
            </p:txBody>
          </p:sp>
          <p:sp>
            <p:nvSpPr>
              <p:cNvPr id="53230" name="Line 1913"/>
              <p:cNvSpPr>
                <a:spLocks noChangeShapeType="1"/>
              </p:cNvSpPr>
              <p:nvPr/>
            </p:nvSpPr>
            <p:spPr bwMode="auto">
              <a:xfrm flipV="1">
                <a:off x="1481" y="2172"/>
                <a:ext cx="1291" cy="1419"/>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2289" name="Group 1914"/>
            <p:cNvGrpSpPr>
              <a:grpSpLocks/>
            </p:cNvGrpSpPr>
            <p:nvPr/>
          </p:nvGrpSpPr>
          <p:grpSpPr bwMode="auto">
            <a:xfrm>
              <a:off x="1944" y="2076"/>
              <a:ext cx="902" cy="885"/>
              <a:chOff x="1944" y="2076"/>
              <a:chExt cx="902" cy="885"/>
            </a:xfrm>
          </p:grpSpPr>
          <p:sp>
            <p:nvSpPr>
              <p:cNvPr id="53227" name="Freeform 1915"/>
              <p:cNvSpPr>
                <a:spLocks/>
              </p:cNvSpPr>
              <p:nvPr/>
            </p:nvSpPr>
            <p:spPr bwMode="auto">
              <a:xfrm>
                <a:off x="2726" y="2850"/>
                <a:ext cx="120" cy="111"/>
              </a:xfrm>
              <a:custGeom>
                <a:avLst/>
                <a:gdLst>
                  <a:gd name="T0" fmla="*/ 120 w 120"/>
                  <a:gd name="T1" fmla="*/ 111 h 111"/>
                  <a:gd name="T2" fmla="*/ 0 w 120"/>
                  <a:gd name="T3" fmla="*/ 47 h 111"/>
                  <a:gd name="T4" fmla="*/ 24 w 120"/>
                  <a:gd name="T5" fmla="*/ 23 h 111"/>
                  <a:gd name="T6" fmla="*/ 48 w 120"/>
                  <a:gd name="T7" fmla="*/ 0 h 111"/>
                  <a:gd name="T8" fmla="*/ 120 w 120"/>
                  <a:gd name="T9" fmla="*/ 111 h 1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 h="111">
                    <a:moveTo>
                      <a:pt x="120" y="111"/>
                    </a:moveTo>
                    <a:lnTo>
                      <a:pt x="0" y="47"/>
                    </a:lnTo>
                    <a:lnTo>
                      <a:pt x="24" y="23"/>
                    </a:lnTo>
                    <a:lnTo>
                      <a:pt x="48" y="0"/>
                    </a:lnTo>
                    <a:lnTo>
                      <a:pt x="120" y="111"/>
                    </a:lnTo>
                    <a:close/>
                  </a:path>
                </a:pathLst>
              </a:custGeom>
              <a:solidFill>
                <a:schemeClr val="tx1"/>
              </a:solidFill>
              <a:ln w="9525">
                <a:solidFill>
                  <a:schemeClr val="tx1"/>
                </a:solidFill>
                <a:round/>
                <a:headEnd/>
                <a:tailEnd/>
              </a:ln>
            </p:spPr>
            <p:txBody>
              <a:bodyPr/>
              <a:lstStyle/>
              <a:p>
                <a:endParaRPr lang="en-US"/>
              </a:p>
            </p:txBody>
          </p:sp>
          <p:sp>
            <p:nvSpPr>
              <p:cNvPr id="53228" name="Line 1916"/>
              <p:cNvSpPr>
                <a:spLocks noChangeShapeType="1"/>
              </p:cNvSpPr>
              <p:nvPr/>
            </p:nvSpPr>
            <p:spPr bwMode="auto">
              <a:xfrm>
                <a:off x="1944" y="2076"/>
                <a:ext cx="814" cy="805"/>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2290" name="Group 1917"/>
            <p:cNvGrpSpPr>
              <a:grpSpLocks/>
            </p:cNvGrpSpPr>
            <p:nvPr/>
          </p:nvGrpSpPr>
          <p:grpSpPr bwMode="auto">
            <a:xfrm>
              <a:off x="1489" y="2379"/>
              <a:ext cx="902" cy="893"/>
              <a:chOff x="1489" y="2379"/>
              <a:chExt cx="902" cy="893"/>
            </a:xfrm>
          </p:grpSpPr>
          <p:sp>
            <p:nvSpPr>
              <p:cNvPr id="53225" name="Freeform 1918"/>
              <p:cNvSpPr>
                <a:spLocks/>
              </p:cNvSpPr>
              <p:nvPr/>
            </p:nvSpPr>
            <p:spPr bwMode="auto">
              <a:xfrm>
                <a:off x="2271" y="3153"/>
                <a:ext cx="120" cy="119"/>
              </a:xfrm>
              <a:custGeom>
                <a:avLst/>
                <a:gdLst>
                  <a:gd name="T0" fmla="*/ 120 w 120"/>
                  <a:gd name="T1" fmla="*/ 119 h 119"/>
                  <a:gd name="T2" fmla="*/ 0 w 120"/>
                  <a:gd name="T3" fmla="*/ 48 h 119"/>
                  <a:gd name="T4" fmla="*/ 24 w 120"/>
                  <a:gd name="T5" fmla="*/ 24 h 119"/>
                  <a:gd name="T6" fmla="*/ 48 w 120"/>
                  <a:gd name="T7" fmla="*/ 0 h 119"/>
                  <a:gd name="T8" fmla="*/ 120 w 120"/>
                  <a:gd name="T9" fmla="*/ 119 h 1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 h="119">
                    <a:moveTo>
                      <a:pt x="120" y="119"/>
                    </a:moveTo>
                    <a:lnTo>
                      <a:pt x="0" y="48"/>
                    </a:lnTo>
                    <a:lnTo>
                      <a:pt x="24" y="24"/>
                    </a:lnTo>
                    <a:lnTo>
                      <a:pt x="48" y="0"/>
                    </a:lnTo>
                    <a:lnTo>
                      <a:pt x="120" y="119"/>
                    </a:lnTo>
                    <a:close/>
                  </a:path>
                </a:pathLst>
              </a:custGeom>
              <a:solidFill>
                <a:schemeClr val="tx1"/>
              </a:solidFill>
              <a:ln w="9525">
                <a:solidFill>
                  <a:schemeClr val="tx1"/>
                </a:solidFill>
                <a:round/>
                <a:headEnd/>
                <a:tailEnd/>
              </a:ln>
            </p:spPr>
            <p:txBody>
              <a:bodyPr/>
              <a:lstStyle/>
              <a:p>
                <a:endParaRPr lang="en-US"/>
              </a:p>
            </p:txBody>
          </p:sp>
          <p:sp>
            <p:nvSpPr>
              <p:cNvPr id="53226" name="Line 1919"/>
              <p:cNvSpPr>
                <a:spLocks noChangeShapeType="1"/>
              </p:cNvSpPr>
              <p:nvPr/>
            </p:nvSpPr>
            <p:spPr bwMode="auto">
              <a:xfrm>
                <a:off x="1489" y="2379"/>
                <a:ext cx="814" cy="805"/>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2291" name="Group 1920"/>
            <p:cNvGrpSpPr>
              <a:grpSpLocks/>
            </p:cNvGrpSpPr>
            <p:nvPr/>
          </p:nvGrpSpPr>
          <p:grpSpPr bwMode="auto">
            <a:xfrm>
              <a:off x="1483" y="2379"/>
              <a:ext cx="429" cy="598"/>
              <a:chOff x="1483" y="2379"/>
              <a:chExt cx="429" cy="598"/>
            </a:xfrm>
          </p:grpSpPr>
          <p:sp>
            <p:nvSpPr>
              <p:cNvPr id="53223" name="Freeform 1921"/>
              <p:cNvSpPr>
                <a:spLocks/>
              </p:cNvSpPr>
              <p:nvPr/>
            </p:nvSpPr>
            <p:spPr bwMode="auto">
              <a:xfrm>
                <a:off x="1808" y="2379"/>
                <a:ext cx="104" cy="136"/>
              </a:xfrm>
              <a:custGeom>
                <a:avLst/>
                <a:gdLst>
                  <a:gd name="T0" fmla="*/ 104 w 104"/>
                  <a:gd name="T1" fmla="*/ 0 h 136"/>
                  <a:gd name="T2" fmla="*/ 56 w 104"/>
                  <a:gd name="T3" fmla="*/ 136 h 136"/>
                  <a:gd name="T4" fmla="*/ 32 w 104"/>
                  <a:gd name="T5" fmla="*/ 112 h 136"/>
                  <a:gd name="T6" fmla="*/ 0 w 104"/>
                  <a:gd name="T7" fmla="*/ 96 h 136"/>
                  <a:gd name="T8" fmla="*/ 104 w 104"/>
                  <a:gd name="T9" fmla="*/ 0 h 1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4" h="136">
                    <a:moveTo>
                      <a:pt x="104" y="0"/>
                    </a:moveTo>
                    <a:lnTo>
                      <a:pt x="56" y="136"/>
                    </a:lnTo>
                    <a:lnTo>
                      <a:pt x="32" y="112"/>
                    </a:lnTo>
                    <a:lnTo>
                      <a:pt x="0" y="96"/>
                    </a:lnTo>
                    <a:lnTo>
                      <a:pt x="104" y="0"/>
                    </a:lnTo>
                    <a:close/>
                  </a:path>
                </a:pathLst>
              </a:custGeom>
              <a:solidFill>
                <a:schemeClr val="tx1"/>
              </a:solidFill>
              <a:ln w="9525">
                <a:solidFill>
                  <a:schemeClr val="tx1"/>
                </a:solidFill>
                <a:round/>
                <a:headEnd/>
                <a:tailEnd/>
              </a:ln>
            </p:spPr>
            <p:txBody>
              <a:bodyPr/>
              <a:lstStyle/>
              <a:p>
                <a:endParaRPr lang="en-US"/>
              </a:p>
            </p:txBody>
          </p:sp>
          <p:sp>
            <p:nvSpPr>
              <p:cNvPr id="53224" name="Line 1922"/>
              <p:cNvSpPr>
                <a:spLocks noChangeShapeType="1"/>
              </p:cNvSpPr>
              <p:nvPr/>
            </p:nvSpPr>
            <p:spPr bwMode="auto">
              <a:xfrm flipV="1">
                <a:off x="1483" y="2483"/>
                <a:ext cx="362" cy="494"/>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2292" name="Group 1923"/>
            <p:cNvGrpSpPr>
              <a:grpSpLocks/>
            </p:cNvGrpSpPr>
            <p:nvPr/>
          </p:nvGrpSpPr>
          <p:grpSpPr bwMode="auto">
            <a:xfrm>
              <a:off x="1936" y="2379"/>
              <a:ext cx="894" cy="604"/>
              <a:chOff x="1936" y="2379"/>
              <a:chExt cx="894" cy="604"/>
            </a:xfrm>
          </p:grpSpPr>
          <p:sp>
            <p:nvSpPr>
              <p:cNvPr id="53221" name="Freeform 1924"/>
              <p:cNvSpPr>
                <a:spLocks/>
              </p:cNvSpPr>
              <p:nvPr/>
            </p:nvSpPr>
            <p:spPr bwMode="auto">
              <a:xfrm>
                <a:off x="2702" y="2379"/>
                <a:ext cx="128" cy="104"/>
              </a:xfrm>
              <a:custGeom>
                <a:avLst/>
                <a:gdLst>
                  <a:gd name="T0" fmla="*/ 128 w 128"/>
                  <a:gd name="T1" fmla="*/ 0 h 104"/>
                  <a:gd name="T2" fmla="*/ 40 w 128"/>
                  <a:gd name="T3" fmla="*/ 104 h 104"/>
                  <a:gd name="T4" fmla="*/ 16 w 128"/>
                  <a:gd name="T5" fmla="*/ 80 h 104"/>
                  <a:gd name="T6" fmla="*/ 0 w 128"/>
                  <a:gd name="T7" fmla="*/ 48 h 104"/>
                  <a:gd name="T8" fmla="*/ 128 w 128"/>
                  <a:gd name="T9" fmla="*/ 0 h 10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8" h="104">
                    <a:moveTo>
                      <a:pt x="128" y="0"/>
                    </a:moveTo>
                    <a:lnTo>
                      <a:pt x="40" y="104"/>
                    </a:lnTo>
                    <a:lnTo>
                      <a:pt x="16" y="80"/>
                    </a:lnTo>
                    <a:lnTo>
                      <a:pt x="0" y="48"/>
                    </a:lnTo>
                    <a:lnTo>
                      <a:pt x="128" y="0"/>
                    </a:lnTo>
                    <a:close/>
                  </a:path>
                </a:pathLst>
              </a:custGeom>
              <a:solidFill>
                <a:schemeClr val="tx1"/>
              </a:solidFill>
              <a:ln w="9525">
                <a:solidFill>
                  <a:schemeClr val="tx1"/>
                </a:solidFill>
                <a:round/>
                <a:headEnd/>
                <a:tailEnd/>
              </a:ln>
            </p:spPr>
            <p:txBody>
              <a:bodyPr/>
              <a:lstStyle/>
              <a:p>
                <a:endParaRPr lang="en-US"/>
              </a:p>
            </p:txBody>
          </p:sp>
          <p:sp>
            <p:nvSpPr>
              <p:cNvPr id="53222" name="Line 1925"/>
              <p:cNvSpPr>
                <a:spLocks noChangeShapeType="1"/>
              </p:cNvSpPr>
              <p:nvPr/>
            </p:nvSpPr>
            <p:spPr bwMode="auto">
              <a:xfrm flipV="1">
                <a:off x="1936" y="2455"/>
                <a:ext cx="790" cy="528"/>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2293" name="Group 1926"/>
            <p:cNvGrpSpPr>
              <a:grpSpLocks/>
            </p:cNvGrpSpPr>
            <p:nvPr/>
          </p:nvGrpSpPr>
          <p:grpSpPr bwMode="auto">
            <a:xfrm>
              <a:off x="1952" y="2076"/>
              <a:ext cx="886" cy="290"/>
              <a:chOff x="1952" y="2076"/>
              <a:chExt cx="886" cy="290"/>
            </a:xfrm>
          </p:grpSpPr>
          <p:sp>
            <p:nvSpPr>
              <p:cNvPr id="53219" name="Freeform 1927"/>
              <p:cNvSpPr>
                <a:spLocks/>
              </p:cNvSpPr>
              <p:nvPr/>
            </p:nvSpPr>
            <p:spPr bwMode="auto">
              <a:xfrm>
                <a:off x="2702" y="2076"/>
                <a:ext cx="136" cy="72"/>
              </a:xfrm>
              <a:custGeom>
                <a:avLst/>
                <a:gdLst>
                  <a:gd name="T0" fmla="*/ 136 w 136"/>
                  <a:gd name="T1" fmla="*/ 0 h 72"/>
                  <a:gd name="T2" fmla="*/ 16 w 136"/>
                  <a:gd name="T3" fmla="*/ 72 h 72"/>
                  <a:gd name="T4" fmla="*/ 8 w 136"/>
                  <a:gd name="T5" fmla="*/ 40 h 72"/>
                  <a:gd name="T6" fmla="*/ 0 w 136"/>
                  <a:gd name="T7" fmla="*/ 8 h 72"/>
                  <a:gd name="T8" fmla="*/ 136 w 136"/>
                  <a:gd name="T9" fmla="*/ 0 h 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 h="72">
                    <a:moveTo>
                      <a:pt x="136" y="0"/>
                    </a:moveTo>
                    <a:lnTo>
                      <a:pt x="16" y="72"/>
                    </a:lnTo>
                    <a:lnTo>
                      <a:pt x="8" y="40"/>
                    </a:lnTo>
                    <a:lnTo>
                      <a:pt x="0" y="8"/>
                    </a:lnTo>
                    <a:lnTo>
                      <a:pt x="136" y="0"/>
                    </a:lnTo>
                    <a:close/>
                  </a:path>
                </a:pathLst>
              </a:custGeom>
              <a:solidFill>
                <a:schemeClr val="tx1"/>
              </a:solidFill>
              <a:ln w="9525">
                <a:solidFill>
                  <a:schemeClr val="tx1"/>
                </a:solidFill>
                <a:round/>
                <a:headEnd/>
                <a:tailEnd/>
              </a:ln>
            </p:spPr>
            <p:txBody>
              <a:bodyPr/>
              <a:lstStyle/>
              <a:p>
                <a:endParaRPr lang="en-US"/>
              </a:p>
            </p:txBody>
          </p:sp>
          <p:sp>
            <p:nvSpPr>
              <p:cNvPr id="53220" name="Line 1928"/>
              <p:cNvSpPr>
                <a:spLocks noChangeShapeType="1"/>
              </p:cNvSpPr>
              <p:nvPr/>
            </p:nvSpPr>
            <p:spPr bwMode="auto">
              <a:xfrm flipV="1">
                <a:off x="1952" y="2114"/>
                <a:ext cx="766" cy="252"/>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2294" name="Group 1929"/>
            <p:cNvGrpSpPr>
              <a:grpSpLocks/>
            </p:cNvGrpSpPr>
            <p:nvPr/>
          </p:nvGrpSpPr>
          <p:grpSpPr bwMode="auto">
            <a:xfrm>
              <a:off x="1481" y="1769"/>
              <a:ext cx="894" cy="283"/>
              <a:chOff x="1481" y="1769"/>
              <a:chExt cx="894" cy="283"/>
            </a:xfrm>
          </p:grpSpPr>
          <p:sp>
            <p:nvSpPr>
              <p:cNvPr id="53217" name="Freeform 1930"/>
              <p:cNvSpPr>
                <a:spLocks/>
              </p:cNvSpPr>
              <p:nvPr/>
            </p:nvSpPr>
            <p:spPr bwMode="auto">
              <a:xfrm>
                <a:off x="2231" y="1980"/>
                <a:ext cx="144" cy="72"/>
              </a:xfrm>
              <a:custGeom>
                <a:avLst/>
                <a:gdLst>
                  <a:gd name="T0" fmla="*/ 144 w 144"/>
                  <a:gd name="T1" fmla="*/ 72 h 72"/>
                  <a:gd name="T2" fmla="*/ 0 w 144"/>
                  <a:gd name="T3" fmla="*/ 64 h 72"/>
                  <a:gd name="T4" fmla="*/ 16 w 144"/>
                  <a:gd name="T5" fmla="*/ 32 h 72"/>
                  <a:gd name="T6" fmla="*/ 24 w 144"/>
                  <a:gd name="T7" fmla="*/ 0 h 72"/>
                  <a:gd name="T8" fmla="*/ 144 w 144"/>
                  <a:gd name="T9" fmla="*/ 72 h 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4" h="72">
                    <a:moveTo>
                      <a:pt x="144" y="72"/>
                    </a:moveTo>
                    <a:lnTo>
                      <a:pt x="0" y="64"/>
                    </a:lnTo>
                    <a:lnTo>
                      <a:pt x="16" y="32"/>
                    </a:lnTo>
                    <a:lnTo>
                      <a:pt x="24" y="0"/>
                    </a:lnTo>
                    <a:lnTo>
                      <a:pt x="144" y="72"/>
                    </a:lnTo>
                    <a:close/>
                  </a:path>
                </a:pathLst>
              </a:custGeom>
              <a:solidFill>
                <a:schemeClr val="tx1"/>
              </a:solidFill>
              <a:ln w="9525">
                <a:solidFill>
                  <a:schemeClr val="tx1"/>
                </a:solidFill>
                <a:round/>
                <a:headEnd/>
                <a:tailEnd/>
              </a:ln>
            </p:spPr>
            <p:txBody>
              <a:bodyPr/>
              <a:lstStyle/>
              <a:p>
                <a:endParaRPr lang="en-US"/>
              </a:p>
            </p:txBody>
          </p:sp>
          <p:sp>
            <p:nvSpPr>
              <p:cNvPr id="53218" name="Line 1931"/>
              <p:cNvSpPr>
                <a:spLocks noChangeShapeType="1"/>
              </p:cNvSpPr>
              <p:nvPr/>
            </p:nvSpPr>
            <p:spPr bwMode="auto">
              <a:xfrm>
                <a:off x="1481" y="1769"/>
                <a:ext cx="774" cy="244"/>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52295" name="Oval 1932"/>
            <p:cNvSpPr>
              <a:spLocks noChangeArrowheads="1"/>
            </p:cNvSpPr>
            <p:nvPr/>
          </p:nvSpPr>
          <p:spPr bwMode="auto">
            <a:xfrm>
              <a:off x="1457" y="1741"/>
              <a:ext cx="32" cy="40"/>
            </a:xfrm>
            <a:prstGeom prst="ellipse">
              <a:avLst/>
            </a:prstGeom>
            <a:solidFill>
              <a:schemeClr val="tx1"/>
            </a:solidFill>
            <a:ln w="9525">
              <a:solidFill>
                <a:schemeClr val="tx1"/>
              </a:solidFill>
              <a:round/>
              <a:headEnd/>
              <a:tailEnd/>
            </a:ln>
          </p:spPr>
          <p:txBody>
            <a:bodyPr/>
            <a:lstStyle/>
            <a:p>
              <a:endParaRPr lang="en-US"/>
            </a:p>
          </p:txBody>
        </p:sp>
        <p:sp>
          <p:nvSpPr>
            <p:cNvPr id="52296" name="Oval 1933"/>
            <p:cNvSpPr>
              <a:spLocks noChangeArrowheads="1"/>
            </p:cNvSpPr>
            <p:nvPr/>
          </p:nvSpPr>
          <p:spPr bwMode="auto">
            <a:xfrm>
              <a:off x="1457" y="1741"/>
              <a:ext cx="32" cy="40"/>
            </a:xfrm>
            <a:prstGeom prst="ellipse">
              <a:avLst/>
            </a:prstGeom>
            <a:solidFill>
              <a:schemeClr val="tx1"/>
            </a:solidFill>
            <a:ln w="25400">
              <a:solidFill>
                <a:schemeClr val="tx1"/>
              </a:solidFill>
              <a:round/>
              <a:headEnd/>
              <a:tailEnd/>
            </a:ln>
          </p:spPr>
          <p:txBody>
            <a:bodyPr/>
            <a:lstStyle/>
            <a:p>
              <a:endParaRPr lang="en-US"/>
            </a:p>
          </p:txBody>
        </p:sp>
        <p:sp>
          <p:nvSpPr>
            <p:cNvPr id="52297" name="Oval 1934"/>
            <p:cNvSpPr>
              <a:spLocks noChangeArrowheads="1"/>
            </p:cNvSpPr>
            <p:nvPr/>
          </p:nvSpPr>
          <p:spPr bwMode="auto">
            <a:xfrm>
              <a:off x="1457" y="2044"/>
              <a:ext cx="40" cy="40"/>
            </a:xfrm>
            <a:prstGeom prst="ellipse">
              <a:avLst/>
            </a:prstGeom>
            <a:solidFill>
              <a:schemeClr val="tx1"/>
            </a:solidFill>
            <a:ln w="9525">
              <a:solidFill>
                <a:schemeClr val="tx1"/>
              </a:solidFill>
              <a:round/>
              <a:headEnd/>
              <a:tailEnd/>
            </a:ln>
          </p:spPr>
          <p:txBody>
            <a:bodyPr/>
            <a:lstStyle/>
            <a:p>
              <a:endParaRPr lang="en-US"/>
            </a:p>
          </p:txBody>
        </p:sp>
        <p:sp>
          <p:nvSpPr>
            <p:cNvPr id="52298" name="Oval 1935"/>
            <p:cNvSpPr>
              <a:spLocks noChangeArrowheads="1"/>
            </p:cNvSpPr>
            <p:nvPr/>
          </p:nvSpPr>
          <p:spPr bwMode="auto">
            <a:xfrm>
              <a:off x="1457" y="2044"/>
              <a:ext cx="40" cy="40"/>
            </a:xfrm>
            <a:prstGeom prst="ellipse">
              <a:avLst/>
            </a:prstGeom>
            <a:solidFill>
              <a:schemeClr val="tx1"/>
            </a:solidFill>
            <a:ln w="25400">
              <a:solidFill>
                <a:schemeClr val="tx1"/>
              </a:solidFill>
              <a:round/>
              <a:headEnd/>
              <a:tailEnd/>
            </a:ln>
          </p:spPr>
          <p:txBody>
            <a:bodyPr/>
            <a:lstStyle/>
            <a:p>
              <a:endParaRPr lang="en-US"/>
            </a:p>
          </p:txBody>
        </p:sp>
        <p:sp>
          <p:nvSpPr>
            <p:cNvPr id="52299" name="Oval 1936"/>
            <p:cNvSpPr>
              <a:spLocks noChangeArrowheads="1"/>
            </p:cNvSpPr>
            <p:nvPr/>
          </p:nvSpPr>
          <p:spPr bwMode="auto">
            <a:xfrm>
              <a:off x="1457" y="2355"/>
              <a:ext cx="40" cy="32"/>
            </a:xfrm>
            <a:prstGeom prst="ellipse">
              <a:avLst/>
            </a:prstGeom>
            <a:solidFill>
              <a:schemeClr val="tx1"/>
            </a:solidFill>
            <a:ln w="9525">
              <a:solidFill>
                <a:schemeClr val="tx1"/>
              </a:solidFill>
              <a:round/>
              <a:headEnd/>
              <a:tailEnd/>
            </a:ln>
          </p:spPr>
          <p:txBody>
            <a:bodyPr/>
            <a:lstStyle/>
            <a:p>
              <a:endParaRPr lang="en-US"/>
            </a:p>
          </p:txBody>
        </p:sp>
        <p:sp>
          <p:nvSpPr>
            <p:cNvPr id="52300" name="Oval 1937"/>
            <p:cNvSpPr>
              <a:spLocks noChangeArrowheads="1"/>
            </p:cNvSpPr>
            <p:nvPr/>
          </p:nvSpPr>
          <p:spPr bwMode="auto">
            <a:xfrm>
              <a:off x="1457" y="2355"/>
              <a:ext cx="40" cy="32"/>
            </a:xfrm>
            <a:prstGeom prst="ellipse">
              <a:avLst/>
            </a:prstGeom>
            <a:solidFill>
              <a:schemeClr val="tx1"/>
            </a:solidFill>
            <a:ln w="25400">
              <a:solidFill>
                <a:schemeClr val="tx1"/>
              </a:solidFill>
              <a:round/>
              <a:headEnd/>
              <a:tailEnd/>
            </a:ln>
          </p:spPr>
          <p:txBody>
            <a:bodyPr/>
            <a:lstStyle/>
            <a:p>
              <a:endParaRPr lang="en-US"/>
            </a:p>
          </p:txBody>
        </p:sp>
        <p:sp>
          <p:nvSpPr>
            <p:cNvPr id="52301" name="Oval 1938"/>
            <p:cNvSpPr>
              <a:spLocks noChangeArrowheads="1"/>
            </p:cNvSpPr>
            <p:nvPr/>
          </p:nvSpPr>
          <p:spPr bwMode="auto">
            <a:xfrm>
              <a:off x="1457" y="2658"/>
              <a:ext cx="32" cy="32"/>
            </a:xfrm>
            <a:prstGeom prst="ellipse">
              <a:avLst/>
            </a:prstGeom>
            <a:solidFill>
              <a:schemeClr val="tx1"/>
            </a:solidFill>
            <a:ln w="9525">
              <a:solidFill>
                <a:schemeClr val="tx1"/>
              </a:solidFill>
              <a:round/>
              <a:headEnd/>
              <a:tailEnd/>
            </a:ln>
          </p:spPr>
          <p:txBody>
            <a:bodyPr/>
            <a:lstStyle/>
            <a:p>
              <a:endParaRPr lang="en-US"/>
            </a:p>
          </p:txBody>
        </p:sp>
        <p:sp>
          <p:nvSpPr>
            <p:cNvPr id="52302" name="Oval 1939"/>
            <p:cNvSpPr>
              <a:spLocks noChangeArrowheads="1"/>
            </p:cNvSpPr>
            <p:nvPr/>
          </p:nvSpPr>
          <p:spPr bwMode="auto">
            <a:xfrm>
              <a:off x="1457" y="2658"/>
              <a:ext cx="32" cy="32"/>
            </a:xfrm>
            <a:prstGeom prst="ellipse">
              <a:avLst/>
            </a:prstGeom>
            <a:solidFill>
              <a:schemeClr val="tx1"/>
            </a:solidFill>
            <a:ln w="25400">
              <a:solidFill>
                <a:schemeClr val="tx1"/>
              </a:solidFill>
              <a:round/>
              <a:headEnd/>
              <a:tailEnd/>
            </a:ln>
          </p:spPr>
          <p:txBody>
            <a:bodyPr/>
            <a:lstStyle/>
            <a:p>
              <a:endParaRPr lang="en-US"/>
            </a:p>
          </p:txBody>
        </p:sp>
        <p:sp>
          <p:nvSpPr>
            <p:cNvPr id="52303" name="Oval 1940"/>
            <p:cNvSpPr>
              <a:spLocks noChangeArrowheads="1"/>
            </p:cNvSpPr>
            <p:nvPr/>
          </p:nvSpPr>
          <p:spPr bwMode="auto">
            <a:xfrm>
              <a:off x="1449" y="2969"/>
              <a:ext cx="40" cy="32"/>
            </a:xfrm>
            <a:prstGeom prst="ellipse">
              <a:avLst/>
            </a:prstGeom>
            <a:solidFill>
              <a:schemeClr val="tx1"/>
            </a:solidFill>
            <a:ln w="9525">
              <a:solidFill>
                <a:schemeClr val="tx1"/>
              </a:solidFill>
              <a:round/>
              <a:headEnd/>
              <a:tailEnd/>
            </a:ln>
          </p:spPr>
          <p:txBody>
            <a:bodyPr/>
            <a:lstStyle/>
            <a:p>
              <a:endParaRPr lang="en-US"/>
            </a:p>
          </p:txBody>
        </p:sp>
        <p:sp>
          <p:nvSpPr>
            <p:cNvPr id="52304" name="Oval 1941"/>
            <p:cNvSpPr>
              <a:spLocks noChangeArrowheads="1"/>
            </p:cNvSpPr>
            <p:nvPr/>
          </p:nvSpPr>
          <p:spPr bwMode="auto">
            <a:xfrm>
              <a:off x="1449" y="2969"/>
              <a:ext cx="40" cy="32"/>
            </a:xfrm>
            <a:prstGeom prst="ellipse">
              <a:avLst/>
            </a:prstGeom>
            <a:solidFill>
              <a:schemeClr val="tx1"/>
            </a:solidFill>
            <a:ln w="25400">
              <a:solidFill>
                <a:schemeClr val="tx1"/>
              </a:solidFill>
              <a:round/>
              <a:headEnd/>
              <a:tailEnd/>
            </a:ln>
          </p:spPr>
          <p:txBody>
            <a:bodyPr/>
            <a:lstStyle/>
            <a:p>
              <a:endParaRPr lang="en-US"/>
            </a:p>
          </p:txBody>
        </p:sp>
        <p:grpSp>
          <p:nvGrpSpPr>
            <p:cNvPr id="52305" name="Group 1942"/>
            <p:cNvGrpSpPr>
              <a:grpSpLocks/>
            </p:cNvGrpSpPr>
            <p:nvPr/>
          </p:nvGrpSpPr>
          <p:grpSpPr bwMode="auto">
            <a:xfrm>
              <a:off x="1912" y="1741"/>
              <a:ext cx="40" cy="1260"/>
              <a:chOff x="1912" y="1741"/>
              <a:chExt cx="40" cy="1260"/>
            </a:xfrm>
          </p:grpSpPr>
          <p:sp>
            <p:nvSpPr>
              <p:cNvPr id="53207" name="Oval 1943"/>
              <p:cNvSpPr>
                <a:spLocks noChangeArrowheads="1"/>
              </p:cNvSpPr>
              <p:nvPr/>
            </p:nvSpPr>
            <p:spPr bwMode="auto">
              <a:xfrm>
                <a:off x="1920" y="1741"/>
                <a:ext cx="32" cy="32"/>
              </a:xfrm>
              <a:prstGeom prst="ellipse">
                <a:avLst/>
              </a:prstGeom>
              <a:solidFill>
                <a:schemeClr val="tx1"/>
              </a:solidFill>
              <a:ln w="9525">
                <a:solidFill>
                  <a:schemeClr val="tx1"/>
                </a:solidFill>
                <a:round/>
                <a:headEnd/>
                <a:tailEnd/>
              </a:ln>
            </p:spPr>
            <p:txBody>
              <a:bodyPr/>
              <a:lstStyle/>
              <a:p>
                <a:endParaRPr lang="en-US"/>
              </a:p>
            </p:txBody>
          </p:sp>
          <p:sp>
            <p:nvSpPr>
              <p:cNvPr id="53208" name="Oval 1944"/>
              <p:cNvSpPr>
                <a:spLocks noChangeArrowheads="1"/>
              </p:cNvSpPr>
              <p:nvPr/>
            </p:nvSpPr>
            <p:spPr bwMode="auto">
              <a:xfrm>
                <a:off x="1920" y="1741"/>
                <a:ext cx="32" cy="32"/>
              </a:xfrm>
              <a:prstGeom prst="ellipse">
                <a:avLst/>
              </a:prstGeom>
              <a:solidFill>
                <a:schemeClr val="tx1"/>
              </a:solidFill>
              <a:ln w="25400">
                <a:solidFill>
                  <a:schemeClr val="tx1"/>
                </a:solidFill>
                <a:round/>
                <a:headEnd/>
                <a:tailEnd/>
              </a:ln>
            </p:spPr>
            <p:txBody>
              <a:bodyPr/>
              <a:lstStyle/>
              <a:p>
                <a:endParaRPr lang="en-US"/>
              </a:p>
            </p:txBody>
          </p:sp>
          <p:sp>
            <p:nvSpPr>
              <p:cNvPr id="53209" name="Oval 1945"/>
              <p:cNvSpPr>
                <a:spLocks noChangeArrowheads="1"/>
              </p:cNvSpPr>
              <p:nvPr/>
            </p:nvSpPr>
            <p:spPr bwMode="auto">
              <a:xfrm>
                <a:off x="1920" y="2044"/>
                <a:ext cx="32" cy="32"/>
              </a:xfrm>
              <a:prstGeom prst="ellipse">
                <a:avLst/>
              </a:prstGeom>
              <a:solidFill>
                <a:schemeClr val="tx1"/>
              </a:solidFill>
              <a:ln w="9525">
                <a:solidFill>
                  <a:schemeClr val="tx1"/>
                </a:solidFill>
                <a:round/>
                <a:headEnd/>
                <a:tailEnd/>
              </a:ln>
            </p:spPr>
            <p:txBody>
              <a:bodyPr/>
              <a:lstStyle/>
              <a:p>
                <a:endParaRPr lang="en-US"/>
              </a:p>
            </p:txBody>
          </p:sp>
          <p:sp>
            <p:nvSpPr>
              <p:cNvPr id="53210" name="Oval 1946"/>
              <p:cNvSpPr>
                <a:spLocks noChangeArrowheads="1"/>
              </p:cNvSpPr>
              <p:nvPr/>
            </p:nvSpPr>
            <p:spPr bwMode="auto">
              <a:xfrm>
                <a:off x="1920" y="2044"/>
                <a:ext cx="32" cy="32"/>
              </a:xfrm>
              <a:prstGeom prst="ellipse">
                <a:avLst/>
              </a:prstGeom>
              <a:solidFill>
                <a:schemeClr val="tx1"/>
              </a:solidFill>
              <a:ln w="25400">
                <a:solidFill>
                  <a:schemeClr val="tx1"/>
                </a:solidFill>
                <a:round/>
                <a:headEnd/>
                <a:tailEnd/>
              </a:ln>
            </p:spPr>
            <p:txBody>
              <a:bodyPr/>
              <a:lstStyle/>
              <a:p>
                <a:endParaRPr lang="en-US"/>
              </a:p>
            </p:txBody>
          </p:sp>
          <p:sp>
            <p:nvSpPr>
              <p:cNvPr id="53211" name="Oval 1947"/>
              <p:cNvSpPr>
                <a:spLocks noChangeArrowheads="1"/>
              </p:cNvSpPr>
              <p:nvPr/>
            </p:nvSpPr>
            <p:spPr bwMode="auto">
              <a:xfrm>
                <a:off x="1920" y="2347"/>
                <a:ext cx="32" cy="40"/>
              </a:xfrm>
              <a:prstGeom prst="ellipse">
                <a:avLst/>
              </a:prstGeom>
              <a:solidFill>
                <a:schemeClr val="tx1"/>
              </a:solidFill>
              <a:ln w="9525">
                <a:solidFill>
                  <a:schemeClr val="tx1"/>
                </a:solidFill>
                <a:round/>
                <a:headEnd/>
                <a:tailEnd/>
              </a:ln>
            </p:spPr>
            <p:txBody>
              <a:bodyPr/>
              <a:lstStyle/>
              <a:p>
                <a:endParaRPr lang="en-US"/>
              </a:p>
            </p:txBody>
          </p:sp>
          <p:sp>
            <p:nvSpPr>
              <p:cNvPr id="53212" name="Oval 1948"/>
              <p:cNvSpPr>
                <a:spLocks noChangeArrowheads="1"/>
              </p:cNvSpPr>
              <p:nvPr/>
            </p:nvSpPr>
            <p:spPr bwMode="auto">
              <a:xfrm>
                <a:off x="1920" y="2347"/>
                <a:ext cx="32" cy="40"/>
              </a:xfrm>
              <a:prstGeom prst="ellipse">
                <a:avLst/>
              </a:prstGeom>
              <a:solidFill>
                <a:schemeClr val="tx1"/>
              </a:solidFill>
              <a:ln w="25400">
                <a:solidFill>
                  <a:schemeClr val="tx1"/>
                </a:solidFill>
                <a:round/>
                <a:headEnd/>
                <a:tailEnd/>
              </a:ln>
            </p:spPr>
            <p:txBody>
              <a:bodyPr/>
              <a:lstStyle/>
              <a:p>
                <a:endParaRPr lang="en-US"/>
              </a:p>
            </p:txBody>
          </p:sp>
          <p:sp>
            <p:nvSpPr>
              <p:cNvPr id="53213" name="Oval 1949"/>
              <p:cNvSpPr>
                <a:spLocks noChangeArrowheads="1"/>
              </p:cNvSpPr>
              <p:nvPr/>
            </p:nvSpPr>
            <p:spPr bwMode="auto">
              <a:xfrm>
                <a:off x="1920" y="2658"/>
                <a:ext cx="32" cy="32"/>
              </a:xfrm>
              <a:prstGeom prst="ellipse">
                <a:avLst/>
              </a:prstGeom>
              <a:solidFill>
                <a:schemeClr val="tx1"/>
              </a:solidFill>
              <a:ln w="9525">
                <a:solidFill>
                  <a:schemeClr val="tx1"/>
                </a:solidFill>
                <a:round/>
                <a:headEnd/>
                <a:tailEnd/>
              </a:ln>
            </p:spPr>
            <p:txBody>
              <a:bodyPr/>
              <a:lstStyle/>
              <a:p>
                <a:endParaRPr lang="en-US"/>
              </a:p>
            </p:txBody>
          </p:sp>
          <p:sp>
            <p:nvSpPr>
              <p:cNvPr id="53214" name="Oval 1950"/>
              <p:cNvSpPr>
                <a:spLocks noChangeArrowheads="1"/>
              </p:cNvSpPr>
              <p:nvPr/>
            </p:nvSpPr>
            <p:spPr bwMode="auto">
              <a:xfrm>
                <a:off x="1920" y="2658"/>
                <a:ext cx="32" cy="32"/>
              </a:xfrm>
              <a:prstGeom prst="ellipse">
                <a:avLst/>
              </a:prstGeom>
              <a:solidFill>
                <a:schemeClr val="tx1"/>
              </a:solidFill>
              <a:ln w="25400">
                <a:solidFill>
                  <a:schemeClr val="tx1"/>
                </a:solidFill>
                <a:round/>
                <a:headEnd/>
                <a:tailEnd/>
              </a:ln>
            </p:spPr>
            <p:txBody>
              <a:bodyPr/>
              <a:lstStyle/>
              <a:p>
                <a:endParaRPr lang="en-US"/>
              </a:p>
            </p:txBody>
          </p:sp>
          <p:sp>
            <p:nvSpPr>
              <p:cNvPr id="53215" name="Oval 1951"/>
              <p:cNvSpPr>
                <a:spLocks noChangeArrowheads="1"/>
              </p:cNvSpPr>
              <p:nvPr/>
            </p:nvSpPr>
            <p:spPr bwMode="auto">
              <a:xfrm>
                <a:off x="1912" y="2961"/>
                <a:ext cx="32" cy="40"/>
              </a:xfrm>
              <a:prstGeom prst="ellipse">
                <a:avLst/>
              </a:prstGeom>
              <a:solidFill>
                <a:schemeClr val="tx1"/>
              </a:solidFill>
              <a:ln w="9525">
                <a:solidFill>
                  <a:schemeClr val="tx1"/>
                </a:solidFill>
                <a:round/>
                <a:headEnd/>
                <a:tailEnd/>
              </a:ln>
            </p:spPr>
            <p:txBody>
              <a:bodyPr/>
              <a:lstStyle/>
              <a:p>
                <a:endParaRPr lang="en-US"/>
              </a:p>
            </p:txBody>
          </p:sp>
          <p:sp>
            <p:nvSpPr>
              <p:cNvPr id="53216" name="Oval 1952"/>
              <p:cNvSpPr>
                <a:spLocks noChangeArrowheads="1"/>
              </p:cNvSpPr>
              <p:nvPr/>
            </p:nvSpPr>
            <p:spPr bwMode="auto">
              <a:xfrm>
                <a:off x="1912" y="2961"/>
                <a:ext cx="32" cy="40"/>
              </a:xfrm>
              <a:prstGeom prst="ellipse">
                <a:avLst/>
              </a:prstGeom>
              <a:solidFill>
                <a:schemeClr val="tx1"/>
              </a:solidFill>
              <a:ln w="25400">
                <a:solidFill>
                  <a:schemeClr val="tx1"/>
                </a:solidFill>
                <a:round/>
                <a:headEnd/>
                <a:tailEnd/>
              </a:ln>
            </p:spPr>
            <p:txBody>
              <a:bodyPr/>
              <a:lstStyle/>
              <a:p>
                <a:endParaRPr lang="en-US"/>
              </a:p>
            </p:txBody>
          </p:sp>
        </p:grpSp>
        <p:grpSp>
          <p:nvGrpSpPr>
            <p:cNvPr id="52306" name="Group 1953"/>
            <p:cNvGrpSpPr>
              <a:grpSpLocks/>
            </p:cNvGrpSpPr>
            <p:nvPr/>
          </p:nvGrpSpPr>
          <p:grpSpPr bwMode="auto">
            <a:xfrm>
              <a:off x="2375" y="1749"/>
              <a:ext cx="40" cy="1252"/>
              <a:chOff x="2375" y="1749"/>
              <a:chExt cx="40" cy="1252"/>
            </a:xfrm>
          </p:grpSpPr>
          <p:sp>
            <p:nvSpPr>
              <p:cNvPr id="53197" name="Oval 1954"/>
              <p:cNvSpPr>
                <a:spLocks noChangeArrowheads="1"/>
              </p:cNvSpPr>
              <p:nvPr/>
            </p:nvSpPr>
            <p:spPr bwMode="auto">
              <a:xfrm>
                <a:off x="2375" y="1749"/>
                <a:ext cx="32" cy="32"/>
              </a:xfrm>
              <a:prstGeom prst="ellipse">
                <a:avLst/>
              </a:prstGeom>
              <a:solidFill>
                <a:schemeClr val="tx1"/>
              </a:solidFill>
              <a:ln w="9525">
                <a:solidFill>
                  <a:schemeClr val="tx1"/>
                </a:solidFill>
                <a:round/>
                <a:headEnd/>
                <a:tailEnd/>
              </a:ln>
            </p:spPr>
            <p:txBody>
              <a:bodyPr/>
              <a:lstStyle/>
              <a:p>
                <a:endParaRPr lang="en-US"/>
              </a:p>
            </p:txBody>
          </p:sp>
          <p:sp>
            <p:nvSpPr>
              <p:cNvPr id="53198" name="Oval 1955"/>
              <p:cNvSpPr>
                <a:spLocks noChangeArrowheads="1"/>
              </p:cNvSpPr>
              <p:nvPr/>
            </p:nvSpPr>
            <p:spPr bwMode="auto">
              <a:xfrm>
                <a:off x="2375" y="1749"/>
                <a:ext cx="32" cy="32"/>
              </a:xfrm>
              <a:prstGeom prst="ellipse">
                <a:avLst/>
              </a:prstGeom>
              <a:solidFill>
                <a:schemeClr val="tx1"/>
              </a:solidFill>
              <a:ln w="25400">
                <a:solidFill>
                  <a:schemeClr val="tx1"/>
                </a:solidFill>
                <a:round/>
                <a:headEnd/>
                <a:tailEnd/>
              </a:ln>
            </p:spPr>
            <p:txBody>
              <a:bodyPr/>
              <a:lstStyle/>
              <a:p>
                <a:endParaRPr lang="en-US"/>
              </a:p>
            </p:txBody>
          </p:sp>
          <p:sp>
            <p:nvSpPr>
              <p:cNvPr id="53199" name="Oval 1956"/>
              <p:cNvSpPr>
                <a:spLocks noChangeArrowheads="1"/>
              </p:cNvSpPr>
              <p:nvPr/>
            </p:nvSpPr>
            <p:spPr bwMode="auto">
              <a:xfrm>
                <a:off x="2383" y="2052"/>
                <a:ext cx="32" cy="32"/>
              </a:xfrm>
              <a:prstGeom prst="ellipse">
                <a:avLst/>
              </a:prstGeom>
              <a:solidFill>
                <a:schemeClr val="tx1"/>
              </a:solidFill>
              <a:ln w="9525">
                <a:solidFill>
                  <a:schemeClr val="tx1"/>
                </a:solidFill>
                <a:round/>
                <a:headEnd/>
                <a:tailEnd/>
              </a:ln>
            </p:spPr>
            <p:txBody>
              <a:bodyPr/>
              <a:lstStyle/>
              <a:p>
                <a:endParaRPr lang="en-US"/>
              </a:p>
            </p:txBody>
          </p:sp>
          <p:sp>
            <p:nvSpPr>
              <p:cNvPr id="53200" name="Oval 1957"/>
              <p:cNvSpPr>
                <a:spLocks noChangeArrowheads="1"/>
              </p:cNvSpPr>
              <p:nvPr/>
            </p:nvSpPr>
            <p:spPr bwMode="auto">
              <a:xfrm>
                <a:off x="2383" y="2052"/>
                <a:ext cx="32" cy="32"/>
              </a:xfrm>
              <a:prstGeom prst="ellipse">
                <a:avLst/>
              </a:prstGeom>
              <a:solidFill>
                <a:schemeClr val="tx1"/>
              </a:solidFill>
              <a:ln w="25400">
                <a:solidFill>
                  <a:schemeClr val="tx1"/>
                </a:solidFill>
                <a:round/>
                <a:headEnd/>
                <a:tailEnd/>
              </a:ln>
            </p:spPr>
            <p:txBody>
              <a:bodyPr/>
              <a:lstStyle/>
              <a:p>
                <a:endParaRPr lang="en-US"/>
              </a:p>
            </p:txBody>
          </p:sp>
          <p:sp>
            <p:nvSpPr>
              <p:cNvPr id="53201" name="Oval 1958"/>
              <p:cNvSpPr>
                <a:spLocks noChangeArrowheads="1"/>
              </p:cNvSpPr>
              <p:nvPr/>
            </p:nvSpPr>
            <p:spPr bwMode="auto">
              <a:xfrm>
                <a:off x="2383" y="2355"/>
                <a:ext cx="32" cy="32"/>
              </a:xfrm>
              <a:prstGeom prst="ellipse">
                <a:avLst/>
              </a:prstGeom>
              <a:solidFill>
                <a:schemeClr val="tx1"/>
              </a:solidFill>
              <a:ln w="9525">
                <a:solidFill>
                  <a:schemeClr val="tx1"/>
                </a:solidFill>
                <a:round/>
                <a:headEnd/>
                <a:tailEnd/>
              </a:ln>
            </p:spPr>
            <p:txBody>
              <a:bodyPr/>
              <a:lstStyle/>
              <a:p>
                <a:endParaRPr lang="en-US"/>
              </a:p>
            </p:txBody>
          </p:sp>
          <p:sp>
            <p:nvSpPr>
              <p:cNvPr id="53202" name="Oval 1959"/>
              <p:cNvSpPr>
                <a:spLocks noChangeArrowheads="1"/>
              </p:cNvSpPr>
              <p:nvPr/>
            </p:nvSpPr>
            <p:spPr bwMode="auto">
              <a:xfrm>
                <a:off x="2383" y="2355"/>
                <a:ext cx="32" cy="32"/>
              </a:xfrm>
              <a:prstGeom prst="ellipse">
                <a:avLst/>
              </a:prstGeom>
              <a:solidFill>
                <a:schemeClr val="tx1"/>
              </a:solidFill>
              <a:ln w="25400">
                <a:solidFill>
                  <a:schemeClr val="tx1"/>
                </a:solidFill>
                <a:round/>
                <a:headEnd/>
                <a:tailEnd/>
              </a:ln>
            </p:spPr>
            <p:txBody>
              <a:bodyPr/>
              <a:lstStyle/>
              <a:p>
                <a:endParaRPr lang="en-US"/>
              </a:p>
            </p:txBody>
          </p:sp>
          <p:sp>
            <p:nvSpPr>
              <p:cNvPr id="53203" name="Oval 1960"/>
              <p:cNvSpPr>
                <a:spLocks noChangeArrowheads="1"/>
              </p:cNvSpPr>
              <p:nvPr/>
            </p:nvSpPr>
            <p:spPr bwMode="auto">
              <a:xfrm>
                <a:off x="2375" y="2658"/>
                <a:ext cx="32" cy="40"/>
              </a:xfrm>
              <a:prstGeom prst="ellipse">
                <a:avLst/>
              </a:prstGeom>
              <a:solidFill>
                <a:schemeClr val="tx1"/>
              </a:solidFill>
              <a:ln w="9525">
                <a:solidFill>
                  <a:schemeClr val="tx1"/>
                </a:solidFill>
                <a:round/>
                <a:headEnd/>
                <a:tailEnd/>
              </a:ln>
            </p:spPr>
            <p:txBody>
              <a:bodyPr/>
              <a:lstStyle/>
              <a:p>
                <a:endParaRPr lang="en-US"/>
              </a:p>
            </p:txBody>
          </p:sp>
          <p:sp>
            <p:nvSpPr>
              <p:cNvPr id="53204" name="Oval 1961"/>
              <p:cNvSpPr>
                <a:spLocks noChangeArrowheads="1"/>
              </p:cNvSpPr>
              <p:nvPr/>
            </p:nvSpPr>
            <p:spPr bwMode="auto">
              <a:xfrm>
                <a:off x="2375" y="2658"/>
                <a:ext cx="32" cy="40"/>
              </a:xfrm>
              <a:prstGeom prst="ellipse">
                <a:avLst/>
              </a:prstGeom>
              <a:solidFill>
                <a:schemeClr val="tx1"/>
              </a:solidFill>
              <a:ln w="25400">
                <a:solidFill>
                  <a:schemeClr val="tx1"/>
                </a:solidFill>
                <a:round/>
                <a:headEnd/>
                <a:tailEnd/>
              </a:ln>
            </p:spPr>
            <p:txBody>
              <a:bodyPr/>
              <a:lstStyle/>
              <a:p>
                <a:endParaRPr lang="en-US"/>
              </a:p>
            </p:txBody>
          </p:sp>
          <p:sp>
            <p:nvSpPr>
              <p:cNvPr id="53205" name="Oval 1962"/>
              <p:cNvSpPr>
                <a:spLocks noChangeArrowheads="1"/>
              </p:cNvSpPr>
              <p:nvPr/>
            </p:nvSpPr>
            <p:spPr bwMode="auto">
              <a:xfrm>
                <a:off x="2375" y="2969"/>
                <a:ext cx="32" cy="32"/>
              </a:xfrm>
              <a:prstGeom prst="ellipse">
                <a:avLst/>
              </a:prstGeom>
              <a:solidFill>
                <a:schemeClr val="tx1"/>
              </a:solidFill>
              <a:ln w="9525">
                <a:solidFill>
                  <a:schemeClr val="tx1"/>
                </a:solidFill>
                <a:round/>
                <a:headEnd/>
                <a:tailEnd/>
              </a:ln>
            </p:spPr>
            <p:txBody>
              <a:bodyPr/>
              <a:lstStyle/>
              <a:p>
                <a:endParaRPr lang="en-US"/>
              </a:p>
            </p:txBody>
          </p:sp>
          <p:sp>
            <p:nvSpPr>
              <p:cNvPr id="53206" name="Oval 1963"/>
              <p:cNvSpPr>
                <a:spLocks noChangeArrowheads="1"/>
              </p:cNvSpPr>
              <p:nvPr/>
            </p:nvSpPr>
            <p:spPr bwMode="auto">
              <a:xfrm>
                <a:off x="2375" y="2969"/>
                <a:ext cx="32" cy="32"/>
              </a:xfrm>
              <a:prstGeom prst="ellipse">
                <a:avLst/>
              </a:prstGeom>
              <a:solidFill>
                <a:schemeClr val="tx1"/>
              </a:solidFill>
              <a:ln w="25400">
                <a:solidFill>
                  <a:schemeClr val="tx1"/>
                </a:solidFill>
                <a:round/>
                <a:headEnd/>
                <a:tailEnd/>
              </a:ln>
            </p:spPr>
            <p:txBody>
              <a:bodyPr/>
              <a:lstStyle/>
              <a:p>
                <a:endParaRPr lang="en-US"/>
              </a:p>
            </p:txBody>
          </p:sp>
        </p:grpSp>
        <p:grpSp>
          <p:nvGrpSpPr>
            <p:cNvPr id="52307" name="Group 1964"/>
            <p:cNvGrpSpPr>
              <a:grpSpLocks/>
            </p:cNvGrpSpPr>
            <p:nvPr/>
          </p:nvGrpSpPr>
          <p:grpSpPr bwMode="auto">
            <a:xfrm>
              <a:off x="1489" y="2076"/>
              <a:ext cx="431" cy="284"/>
              <a:chOff x="1489" y="2076"/>
              <a:chExt cx="431" cy="284"/>
            </a:xfrm>
          </p:grpSpPr>
          <p:sp>
            <p:nvSpPr>
              <p:cNvPr id="53195" name="Freeform 1965"/>
              <p:cNvSpPr>
                <a:spLocks/>
              </p:cNvSpPr>
              <p:nvPr/>
            </p:nvSpPr>
            <p:spPr bwMode="auto">
              <a:xfrm>
                <a:off x="1784" y="2076"/>
                <a:ext cx="136" cy="96"/>
              </a:xfrm>
              <a:custGeom>
                <a:avLst/>
                <a:gdLst>
                  <a:gd name="T0" fmla="*/ 136 w 136"/>
                  <a:gd name="T1" fmla="*/ 0 h 96"/>
                  <a:gd name="T2" fmla="*/ 40 w 136"/>
                  <a:gd name="T3" fmla="*/ 96 h 96"/>
                  <a:gd name="T4" fmla="*/ 24 w 136"/>
                  <a:gd name="T5" fmla="*/ 72 h 96"/>
                  <a:gd name="T6" fmla="*/ 0 w 136"/>
                  <a:gd name="T7" fmla="*/ 40 h 96"/>
                  <a:gd name="T8" fmla="*/ 136 w 136"/>
                  <a:gd name="T9" fmla="*/ 0 h 9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 h="96">
                    <a:moveTo>
                      <a:pt x="136" y="0"/>
                    </a:moveTo>
                    <a:lnTo>
                      <a:pt x="40" y="96"/>
                    </a:lnTo>
                    <a:lnTo>
                      <a:pt x="24" y="72"/>
                    </a:lnTo>
                    <a:lnTo>
                      <a:pt x="0" y="40"/>
                    </a:lnTo>
                    <a:lnTo>
                      <a:pt x="136" y="0"/>
                    </a:lnTo>
                    <a:close/>
                  </a:path>
                </a:pathLst>
              </a:custGeom>
              <a:solidFill>
                <a:schemeClr val="tx1"/>
              </a:solidFill>
              <a:ln w="9525">
                <a:solidFill>
                  <a:schemeClr val="tx1"/>
                </a:solidFill>
                <a:round/>
                <a:headEnd/>
                <a:tailEnd/>
              </a:ln>
            </p:spPr>
            <p:txBody>
              <a:bodyPr/>
              <a:lstStyle/>
              <a:p>
                <a:endParaRPr lang="en-US"/>
              </a:p>
            </p:txBody>
          </p:sp>
          <p:sp>
            <p:nvSpPr>
              <p:cNvPr id="53196" name="Line 1966"/>
              <p:cNvSpPr>
                <a:spLocks noChangeShapeType="1"/>
              </p:cNvSpPr>
              <p:nvPr/>
            </p:nvSpPr>
            <p:spPr bwMode="auto">
              <a:xfrm flipV="1">
                <a:off x="1489" y="2143"/>
                <a:ext cx="327" cy="217"/>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2308" name="Group 1967"/>
            <p:cNvGrpSpPr>
              <a:grpSpLocks/>
            </p:cNvGrpSpPr>
            <p:nvPr/>
          </p:nvGrpSpPr>
          <p:grpSpPr bwMode="auto">
            <a:xfrm>
              <a:off x="1489" y="1733"/>
              <a:ext cx="423" cy="56"/>
              <a:chOff x="1489" y="1733"/>
              <a:chExt cx="423" cy="56"/>
            </a:xfrm>
          </p:grpSpPr>
          <p:sp>
            <p:nvSpPr>
              <p:cNvPr id="53187" name="Freeform 1968"/>
              <p:cNvSpPr>
                <a:spLocks/>
              </p:cNvSpPr>
              <p:nvPr/>
            </p:nvSpPr>
            <p:spPr bwMode="auto">
              <a:xfrm>
                <a:off x="1792" y="1733"/>
                <a:ext cx="120" cy="56"/>
              </a:xfrm>
              <a:custGeom>
                <a:avLst/>
                <a:gdLst>
                  <a:gd name="T0" fmla="*/ 120 w 120"/>
                  <a:gd name="T1" fmla="*/ 24 h 56"/>
                  <a:gd name="T2" fmla="*/ 0 w 120"/>
                  <a:gd name="T3" fmla="*/ 56 h 56"/>
                  <a:gd name="T4" fmla="*/ 0 w 120"/>
                  <a:gd name="T5" fmla="*/ 24 h 56"/>
                  <a:gd name="T6" fmla="*/ 0 w 120"/>
                  <a:gd name="T7" fmla="*/ 0 h 56"/>
                  <a:gd name="T8" fmla="*/ 120 w 120"/>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 h="56">
                    <a:moveTo>
                      <a:pt x="120" y="24"/>
                    </a:moveTo>
                    <a:lnTo>
                      <a:pt x="0" y="56"/>
                    </a:lnTo>
                    <a:lnTo>
                      <a:pt x="0" y="24"/>
                    </a:lnTo>
                    <a:lnTo>
                      <a:pt x="0" y="0"/>
                    </a:lnTo>
                    <a:lnTo>
                      <a:pt x="120" y="24"/>
                    </a:lnTo>
                    <a:close/>
                  </a:path>
                </a:pathLst>
              </a:custGeom>
              <a:solidFill>
                <a:schemeClr val="tx1"/>
              </a:solidFill>
              <a:ln w="9525">
                <a:solidFill>
                  <a:schemeClr val="tx1"/>
                </a:solidFill>
                <a:round/>
                <a:headEnd/>
                <a:tailEnd/>
              </a:ln>
            </p:spPr>
            <p:txBody>
              <a:bodyPr/>
              <a:lstStyle/>
              <a:p>
                <a:endParaRPr lang="en-US"/>
              </a:p>
            </p:txBody>
          </p:sp>
          <p:grpSp>
            <p:nvGrpSpPr>
              <p:cNvPr id="53188" name="Group 1969"/>
              <p:cNvGrpSpPr>
                <a:grpSpLocks/>
              </p:cNvGrpSpPr>
              <p:nvPr/>
            </p:nvGrpSpPr>
            <p:grpSpPr bwMode="auto">
              <a:xfrm>
                <a:off x="1489" y="1757"/>
                <a:ext cx="295" cy="1"/>
                <a:chOff x="1489" y="1757"/>
                <a:chExt cx="295" cy="1"/>
              </a:xfrm>
            </p:grpSpPr>
            <p:sp>
              <p:nvSpPr>
                <p:cNvPr id="53189" name="Line 1970"/>
                <p:cNvSpPr>
                  <a:spLocks noChangeShapeType="1"/>
                </p:cNvSpPr>
                <p:nvPr/>
              </p:nvSpPr>
              <p:spPr bwMode="auto">
                <a:xfrm>
                  <a:off x="1489"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190" name="Line 1971"/>
                <p:cNvSpPr>
                  <a:spLocks noChangeShapeType="1"/>
                </p:cNvSpPr>
                <p:nvPr/>
              </p:nvSpPr>
              <p:spPr bwMode="auto">
                <a:xfrm>
                  <a:off x="1544"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191" name="Line 1972"/>
                <p:cNvSpPr>
                  <a:spLocks noChangeShapeType="1"/>
                </p:cNvSpPr>
                <p:nvPr/>
              </p:nvSpPr>
              <p:spPr bwMode="auto">
                <a:xfrm>
                  <a:off x="1600"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192" name="Line 1973"/>
                <p:cNvSpPr>
                  <a:spLocks noChangeShapeType="1"/>
                </p:cNvSpPr>
                <p:nvPr/>
              </p:nvSpPr>
              <p:spPr bwMode="auto">
                <a:xfrm>
                  <a:off x="1656"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193" name="Line 1974"/>
                <p:cNvSpPr>
                  <a:spLocks noChangeShapeType="1"/>
                </p:cNvSpPr>
                <p:nvPr/>
              </p:nvSpPr>
              <p:spPr bwMode="auto">
                <a:xfrm>
                  <a:off x="1712"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194" name="Line 1975"/>
                <p:cNvSpPr>
                  <a:spLocks noChangeShapeType="1"/>
                </p:cNvSpPr>
                <p:nvPr/>
              </p:nvSpPr>
              <p:spPr bwMode="auto">
                <a:xfrm>
                  <a:off x="1768" y="1757"/>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2309" name="Group 1976"/>
            <p:cNvGrpSpPr>
              <a:grpSpLocks/>
            </p:cNvGrpSpPr>
            <p:nvPr/>
          </p:nvGrpSpPr>
          <p:grpSpPr bwMode="auto">
            <a:xfrm>
              <a:off x="1952" y="1725"/>
              <a:ext cx="415" cy="56"/>
              <a:chOff x="1952" y="1725"/>
              <a:chExt cx="415" cy="56"/>
            </a:xfrm>
          </p:grpSpPr>
          <p:sp>
            <p:nvSpPr>
              <p:cNvPr id="53179" name="Freeform 1977"/>
              <p:cNvSpPr>
                <a:spLocks/>
              </p:cNvSpPr>
              <p:nvPr/>
            </p:nvSpPr>
            <p:spPr bwMode="auto">
              <a:xfrm>
                <a:off x="2255" y="1725"/>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chemeClr val="tx1"/>
              </a:solidFill>
              <a:ln w="9525">
                <a:solidFill>
                  <a:schemeClr val="tx1"/>
                </a:solidFill>
                <a:round/>
                <a:headEnd/>
                <a:tailEnd/>
              </a:ln>
            </p:spPr>
            <p:txBody>
              <a:bodyPr/>
              <a:lstStyle/>
              <a:p>
                <a:endParaRPr lang="en-US"/>
              </a:p>
            </p:txBody>
          </p:sp>
          <p:grpSp>
            <p:nvGrpSpPr>
              <p:cNvPr id="53180" name="Group 1978"/>
              <p:cNvGrpSpPr>
                <a:grpSpLocks/>
              </p:cNvGrpSpPr>
              <p:nvPr/>
            </p:nvGrpSpPr>
            <p:grpSpPr bwMode="auto">
              <a:xfrm>
                <a:off x="1952" y="1757"/>
                <a:ext cx="295" cy="1"/>
                <a:chOff x="1952" y="1757"/>
                <a:chExt cx="295" cy="1"/>
              </a:xfrm>
            </p:grpSpPr>
            <p:sp>
              <p:nvSpPr>
                <p:cNvPr id="53181" name="Line 1979"/>
                <p:cNvSpPr>
                  <a:spLocks noChangeShapeType="1"/>
                </p:cNvSpPr>
                <p:nvPr/>
              </p:nvSpPr>
              <p:spPr bwMode="auto">
                <a:xfrm>
                  <a:off x="1952"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182" name="Line 1980"/>
                <p:cNvSpPr>
                  <a:spLocks noChangeShapeType="1"/>
                </p:cNvSpPr>
                <p:nvPr/>
              </p:nvSpPr>
              <p:spPr bwMode="auto">
                <a:xfrm>
                  <a:off x="2008" y="1757"/>
                  <a:ext cx="23"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183" name="Line 1981"/>
                <p:cNvSpPr>
                  <a:spLocks noChangeShapeType="1"/>
                </p:cNvSpPr>
                <p:nvPr/>
              </p:nvSpPr>
              <p:spPr bwMode="auto">
                <a:xfrm>
                  <a:off x="2063"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184" name="Line 1982"/>
                <p:cNvSpPr>
                  <a:spLocks noChangeShapeType="1"/>
                </p:cNvSpPr>
                <p:nvPr/>
              </p:nvSpPr>
              <p:spPr bwMode="auto">
                <a:xfrm>
                  <a:off x="2119"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185" name="Line 1983"/>
                <p:cNvSpPr>
                  <a:spLocks noChangeShapeType="1"/>
                </p:cNvSpPr>
                <p:nvPr/>
              </p:nvSpPr>
              <p:spPr bwMode="auto">
                <a:xfrm>
                  <a:off x="2175"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186" name="Line 1984"/>
                <p:cNvSpPr>
                  <a:spLocks noChangeShapeType="1"/>
                </p:cNvSpPr>
                <p:nvPr/>
              </p:nvSpPr>
              <p:spPr bwMode="auto">
                <a:xfrm>
                  <a:off x="2231" y="1757"/>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2310" name="Group 1985"/>
            <p:cNvGrpSpPr>
              <a:grpSpLocks/>
            </p:cNvGrpSpPr>
            <p:nvPr/>
          </p:nvGrpSpPr>
          <p:grpSpPr bwMode="auto">
            <a:xfrm>
              <a:off x="1497" y="2036"/>
              <a:ext cx="415" cy="56"/>
              <a:chOff x="1497" y="2036"/>
              <a:chExt cx="415" cy="56"/>
            </a:xfrm>
          </p:grpSpPr>
          <p:sp>
            <p:nvSpPr>
              <p:cNvPr id="53171" name="Freeform 1986"/>
              <p:cNvSpPr>
                <a:spLocks/>
              </p:cNvSpPr>
              <p:nvPr/>
            </p:nvSpPr>
            <p:spPr bwMode="auto">
              <a:xfrm>
                <a:off x="1800"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chemeClr val="tx1"/>
              </a:solidFill>
              <a:ln w="9525">
                <a:solidFill>
                  <a:schemeClr val="tx1"/>
                </a:solidFill>
                <a:round/>
                <a:headEnd/>
                <a:tailEnd/>
              </a:ln>
            </p:spPr>
            <p:txBody>
              <a:bodyPr/>
              <a:lstStyle/>
              <a:p>
                <a:endParaRPr lang="en-US"/>
              </a:p>
            </p:txBody>
          </p:sp>
          <p:grpSp>
            <p:nvGrpSpPr>
              <p:cNvPr id="53172" name="Group 1987"/>
              <p:cNvGrpSpPr>
                <a:grpSpLocks/>
              </p:cNvGrpSpPr>
              <p:nvPr/>
            </p:nvGrpSpPr>
            <p:grpSpPr bwMode="auto">
              <a:xfrm>
                <a:off x="1497" y="2068"/>
                <a:ext cx="295" cy="1"/>
                <a:chOff x="1497" y="2068"/>
                <a:chExt cx="295" cy="1"/>
              </a:xfrm>
            </p:grpSpPr>
            <p:sp>
              <p:nvSpPr>
                <p:cNvPr id="53173" name="Line 1988"/>
                <p:cNvSpPr>
                  <a:spLocks noChangeShapeType="1"/>
                </p:cNvSpPr>
                <p:nvPr/>
              </p:nvSpPr>
              <p:spPr bwMode="auto">
                <a:xfrm>
                  <a:off x="1497" y="2068"/>
                  <a:ext cx="23"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174" name="Line 1989"/>
                <p:cNvSpPr>
                  <a:spLocks noChangeShapeType="1"/>
                </p:cNvSpPr>
                <p:nvPr/>
              </p:nvSpPr>
              <p:spPr bwMode="auto">
                <a:xfrm>
                  <a:off x="1552"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175" name="Line 1990"/>
                <p:cNvSpPr>
                  <a:spLocks noChangeShapeType="1"/>
                </p:cNvSpPr>
                <p:nvPr/>
              </p:nvSpPr>
              <p:spPr bwMode="auto">
                <a:xfrm>
                  <a:off x="1608"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176" name="Line 1991"/>
                <p:cNvSpPr>
                  <a:spLocks noChangeShapeType="1"/>
                </p:cNvSpPr>
                <p:nvPr/>
              </p:nvSpPr>
              <p:spPr bwMode="auto">
                <a:xfrm>
                  <a:off x="1664"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177" name="Line 1992"/>
                <p:cNvSpPr>
                  <a:spLocks noChangeShapeType="1"/>
                </p:cNvSpPr>
                <p:nvPr/>
              </p:nvSpPr>
              <p:spPr bwMode="auto">
                <a:xfrm>
                  <a:off x="1720"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178" name="Line 1993"/>
                <p:cNvSpPr>
                  <a:spLocks noChangeShapeType="1"/>
                </p:cNvSpPr>
                <p:nvPr/>
              </p:nvSpPr>
              <p:spPr bwMode="auto">
                <a:xfrm>
                  <a:off x="1776" y="2068"/>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2311" name="Group 1994"/>
            <p:cNvGrpSpPr>
              <a:grpSpLocks/>
            </p:cNvGrpSpPr>
            <p:nvPr/>
          </p:nvGrpSpPr>
          <p:grpSpPr bwMode="auto">
            <a:xfrm>
              <a:off x="1960" y="2036"/>
              <a:ext cx="423" cy="56"/>
              <a:chOff x="1960" y="2036"/>
              <a:chExt cx="423" cy="56"/>
            </a:xfrm>
          </p:grpSpPr>
          <p:sp>
            <p:nvSpPr>
              <p:cNvPr id="53163" name="Freeform 1995"/>
              <p:cNvSpPr>
                <a:spLocks/>
              </p:cNvSpPr>
              <p:nvPr/>
            </p:nvSpPr>
            <p:spPr bwMode="auto">
              <a:xfrm>
                <a:off x="2271"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chemeClr val="tx1"/>
              </a:solidFill>
              <a:ln w="9525">
                <a:solidFill>
                  <a:schemeClr val="tx1"/>
                </a:solidFill>
                <a:round/>
                <a:headEnd/>
                <a:tailEnd/>
              </a:ln>
            </p:spPr>
            <p:txBody>
              <a:bodyPr/>
              <a:lstStyle/>
              <a:p>
                <a:endParaRPr lang="en-US"/>
              </a:p>
            </p:txBody>
          </p:sp>
          <p:grpSp>
            <p:nvGrpSpPr>
              <p:cNvPr id="53164" name="Group 1996"/>
              <p:cNvGrpSpPr>
                <a:grpSpLocks/>
              </p:cNvGrpSpPr>
              <p:nvPr/>
            </p:nvGrpSpPr>
            <p:grpSpPr bwMode="auto">
              <a:xfrm>
                <a:off x="1960" y="2068"/>
                <a:ext cx="303" cy="1"/>
                <a:chOff x="1960" y="2068"/>
                <a:chExt cx="303" cy="1"/>
              </a:xfrm>
            </p:grpSpPr>
            <p:sp>
              <p:nvSpPr>
                <p:cNvPr id="53165" name="Line 1997"/>
                <p:cNvSpPr>
                  <a:spLocks noChangeShapeType="1"/>
                </p:cNvSpPr>
                <p:nvPr/>
              </p:nvSpPr>
              <p:spPr bwMode="auto">
                <a:xfrm>
                  <a:off x="1960"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166" name="Line 1998"/>
                <p:cNvSpPr>
                  <a:spLocks noChangeShapeType="1"/>
                </p:cNvSpPr>
                <p:nvPr/>
              </p:nvSpPr>
              <p:spPr bwMode="auto">
                <a:xfrm>
                  <a:off x="2015"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167" name="Line 1999"/>
                <p:cNvSpPr>
                  <a:spLocks noChangeShapeType="1"/>
                </p:cNvSpPr>
                <p:nvPr/>
              </p:nvSpPr>
              <p:spPr bwMode="auto">
                <a:xfrm>
                  <a:off x="2071"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168" name="Line 2000"/>
                <p:cNvSpPr>
                  <a:spLocks noChangeShapeType="1"/>
                </p:cNvSpPr>
                <p:nvPr/>
              </p:nvSpPr>
              <p:spPr bwMode="auto">
                <a:xfrm>
                  <a:off x="2127"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169" name="Line 2001"/>
                <p:cNvSpPr>
                  <a:spLocks noChangeShapeType="1"/>
                </p:cNvSpPr>
                <p:nvPr/>
              </p:nvSpPr>
              <p:spPr bwMode="auto">
                <a:xfrm>
                  <a:off x="2183"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170" name="Line 2002"/>
                <p:cNvSpPr>
                  <a:spLocks noChangeShapeType="1"/>
                </p:cNvSpPr>
                <p:nvPr/>
              </p:nvSpPr>
              <p:spPr bwMode="auto">
                <a:xfrm>
                  <a:off x="2239"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2312" name="Group 2003"/>
            <p:cNvGrpSpPr>
              <a:grpSpLocks/>
            </p:cNvGrpSpPr>
            <p:nvPr/>
          </p:nvGrpSpPr>
          <p:grpSpPr bwMode="auto">
            <a:xfrm>
              <a:off x="2431" y="2036"/>
              <a:ext cx="415" cy="56"/>
              <a:chOff x="2431" y="2036"/>
              <a:chExt cx="415" cy="56"/>
            </a:xfrm>
          </p:grpSpPr>
          <p:sp>
            <p:nvSpPr>
              <p:cNvPr id="53155" name="Freeform 2004"/>
              <p:cNvSpPr>
                <a:spLocks/>
              </p:cNvSpPr>
              <p:nvPr/>
            </p:nvSpPr>
            <p:spPr bwMode="auto">
              <a:xfrm>
                <a:off x="2734"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chemeClr val="tx1"/>
              </a:solidFill>
              <a:ln w="9525">
                <a:solidFill>
                  <a:schemeClr val="tx1"/>
                </a:solidFill>
                <a:round/>
                <a:headEnd/>
                <a:tailEnd/>
              </a:ln>
            </p:spPr>
            <p:txBody>
              <a:bodyPr/>
              <a:lstStyle/>
              <a:p>
                <a:endParaRPr lang="en-US"/>
              </a:p>
            </p:txBody>
          </p:sp>
          <p:grpSp>
            <p:nvGrpSpPr>
              <p:cNvPr id="53156" name="Group 2005"/>
              <p:cNvGrpSpPr>
                <a:grpSpLocks/>
              </p:cNvGrpSpPr>
              <p:nvPr/>
            </p:nvGrpSpPr>
            <p:grpSpPr bwMode="auto">
              <a:xfrm>
                <a:off x="2431" y="2068"/>
                <a:ext cx="295" cy="1"/>
                <a:chOff x="2431" y="2068"/>
                <a:chExt cx="295" cy="1"/>
              </a:xfrm>
            </p:grpSpPr>
            <p:sp>
              <p:nvSpPr>
                <p:cNvPr id="53157" name="Line 2006"/>
                <p:cNvSpPr>
                  <a:spLocks noChangeShapeType="1"/>
                </p:cNvSpPr>
                <p:nvPr/>
              </p:nvSpPr>
              <p:spPr bwMode="auto">
                <a:xfrm>
                  <a:off x="2431"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158" name="Line 2007"/>
                <p:cNvSpPr>
                  <a:spLocks noChangeShapeType="1"/>
                </p:cNvSpPr>
                <p:nvPr/>
              </p:nvSpPr>
              <p:spPr bwMode="auto">
                <a:xfrm>
                  <a:off x="2487"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159" name="Line 2008"/>
                <p:cNvSpPr>
                  <a:spLocks noChangeShapeType="1"/>
                </p:cNvSpPr>
                <p:nvPr/>
              </p:nvSpPr>
              <p:spPr bwMode="auto">
                <a:xfrm>
                  <a:off x="2542"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160" name="Line 2009"/>
                <p:cNvSpPr>
                  <a:spLocks noChangeShapeType="1"/>
                </p:cNvSpPr>
                <p:nvPr/>
              </p:nvSpPr>
              <p:spPr bwMode="auto">
                <a:xfrm>
                  <a:off x="2598"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161" name="Line 2010"/>
                <p:cNvSpPr>
                  <a:spLocks noChangeShapeType="1"/>
                </p:cNvSpPr>
                <p:nvPr/>
              </p:nvSpPr>
              <p:spPr bwMode="auto">
                <a:xfrm>
                  <a:off x="2654"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162" name="Line 2011"/>
                <p:cNvSpPr>
                  <a:spLocks noChangeShapeType="1"/>
                </p:cNvSpPr>
                <p:nvPr/>
              </p:nvSpPr>
              <p:spPr bwMode="auto">
                <a:xfrm>
                  <a:off x="2710" y="2068"/>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2313" name="Group 2012"/>
            <p:cNvGrpSpPr>
              <a:grpSpLocks/>
            </p:cNvGrpSpPr>
            <p:nvPr/>
          </p:nvGrpSpPr>
          <p:grpSpPr bwMode="auto">
            <a:xfrm>
              <a:off x="2423" y="2347"/>
              <a:ext cx="415" cy="56"/>
              <a:chOff x="2423" y="2347"/>
              <a:chExt cx="415" cy="56"/>
            </a:xfrm>
          </p:grpSpPr>
          <p:sp>
            <p:nvSpPr>
              <p:cNvPr id="53147" name="Freeform 2013"/>
              <p:cNvSpPr>
                <a:spLocks/>
              </p:cNvSpPr>
              <p:nvPr/>
            </p:nvSpPr>
            <p:spPr bwMode="auto">
              <a:xfrm>
                <a:off x="2726" y="234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chemeClr val="tx1"/>
              </a:solidFill>
              <a:ln w="9525">
                <a:solidFill>
                  <a:schemeClr val="tx1"/>
                </a:solidFill>
                <a:round/>
                <a:headEnd/>
                <a:tailEnd/>
              </a:ln>
            </p:spPr>
            <p:txBody>
              <a:bodyPr/>
              <a:lstStyle/>
              <a:p>
                <a:endParaRPr lang="en-US"/>
              </a:p>
            </p:txBody>
          </p:sp>
          <p:grpSp>
            <p:nvGrpSpPr>
              <p:cNvPr id="53148" name="Group 2014"/>
              <p:cNvGrpSpPr>
                <a:grpSpLocks/>
              </p:cNvGrpSpPr>
              <p:nvPr/>
            </p:nvGrpSpPr>
            <p:grpSpPr bwMode="auto">
              <a:xfrm>
                <a:off x="2423" y="2371"/>
                <a:ext cx="295" cy="1"/>
                <a:chOff x="2423" y="2371"/>
                <a:chExt cx="295" cy="1"/>
              </a:xfrm>
            </p:grpSpPr>
            <p:sp>
              <p:nvSpPr>
                <p:cNvPr id="53149" name="Line 2015"/>
                <p:cNvSpPr>
                  <a:spLocks noChangeShapeType="1"/>
                </p:cNvSpPr>
                <p:nvPr/>
              </p:nvSpPr>
              <p:spPr bwMode="auto">
                <a:xfrm>
                  <a:off x="2423"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150" name="Line 2016"/>
                <p:cNvSpPr>
                  <a:spLocks noChangeShapeType="1"/>
                </p:cNvSpPr>
                <p:nvPr/>
              </p:nvSpPr>
              <p:spPr bwMode="auto">
                <a:xfrm>
                  <a:off x="2479"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151" name="Line 2017"/>
                <p:cNvSpPr>
                  <a:spLocks noChangeShapeType="1"/>
                </p:cNvSpPr>
                <p:nvPr/>
              </p:nvSpPr>
              <p:spPr bwMode="auto">
                <a:xfrm>
                  <a:off x="2534"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152" name="Line 2018"/>
                <p:cNvSpPr>
                  <a:spLocks noChangeShapeType="1"/>
                </p:cNvSpPr>
                <p:nvPr/>
              </p:nvSpPr>
              <p:spPr bwMode="auto">
                <a:xfrm>
                  <a:off x="2590"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153" name="Line 2019"/>
                <p:cNvSpPr>
                  <a:spLocks noChangeShapeType="1"/>
                </p:cNvSpPr>
                <p:nvPr/>
              </p:nvSpPr>
              <p:spPr bwMode="auto">
                <a:xfrm>
                  <a:off x="2646"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154" name="Line 2020"/>
                <p:cNvSpPr>
                  <a:spLocks noChangeShapeType="1"/>
                </p:cNvSpPr>
                <p:nvPr/>
              </p:nvSpPr>
              <p:spPr bwMode="auto">
                <a:xfrm>
                  <a:off x="2702" y="2371"/>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2314" name="Group 2021"/>
            <p:cNvGrpSpPr>
              <a:grpSpLocks/>
            </p:cNvGrpSpPr>
            <p:nvPr/>
          </p:nvGrpSpPr>
          <p:grpSpPr bwMode="auto">
            <a:xfrm>
              <a:off x="1960" y="2347"/>
              <a:ext cx="415" cy="56"/>
              <a:chOff x="1960" y="2347"/>
              <a:chExt cx="415" cy="56"/>
            </a:xfrm>
          </p:grpSpPr>
          <p:sp>
            <p:nvSpPr>
              <p:cNvPr id="53139" name="Freeform 2022"/>
              <p:cNvSpPr>
                <a:spLocks/>
              </p:cNvSpPr>
              <p:nvPr/>
            </p:nvSpPr>
            <p:spPr bwMode="auto">
              <a:xfrm>
                <a:off x="2263" y="234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chemeClr val="tx1"/>
              </a:solidFill>
              <a:ln w="9525">
                <a:solidFill>
                  <a:schemeClr val="tx1"/>
                </a:solidFill>
                <a:round/>
                <a:headEnd/>
                <a:tailEnd/>
              </a:ln>
            </p:spPr>
            <p:txBody>
              <a:bodyPr/>
              <a:lstStyle/>
              <a:p>
                <a:endParaRPr lang="en-US"/>
              </a:p>
            </p:txBody>
          </p:sp>
          <p:grpSp>
            <p:nvGrpSpPr>
              <p:cNvPr id="53140" name="Group 2023"/>
              <p:cNvGrpSpPr>
                <a:grpSpLocks/>
              </p:cNvGrpSpPr>
              <p:nvPr/>
            </p:nvGrpSpPr>
            <p:grpSpPr bwMode="auto">
              <a:xfrm>
                <a:off x="1960" y="2371"/>
                <a:ext cx="295" cy="1"/>
                <a:chOff x="1960" y="2371"/>
                <a:chExt cx="295" cy="1"/>
              </a:xfrm>
            </p:grpSpPr>
            <p:sp>
              <p:nvSpPr>
                <p:cNvPr id="53141" name="Line 2024"/>
                <p:cNvSpPr>
                  <a:spLocks noChangeShapeType="1"/>
                </p:cNvSpPr>
                <p:nvPr/>
              </p:nvSpPr>
              <p:spPr bwMode="auto">
                <a:xfrm>
                  <a:off x="1960"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142" name="Line 2025"/>
                <p:cNvSpPr>
                  <a:spLocks noChangeShapeType="1"/>
                </p:cNvSpPr>
                <p:nvPr/>
              </p:nvSpPr>
              <p:spPr bwMode="auto">
                <a:xfrm>
                  <a:off x="2015"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143" name="Line 2026"/>
                <p:cNvSpPr>
                  <a:spLocks noChangeShapeType="1"/>
                </p:cNvSpPr>
                <p:nvPr/>
              </p:nvSpPr>
              <p:spPr bwMode="auto">
                <a:xfrm>
                  <a:off x="2071"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144" name="Line 2027"/>
                <p:cNvSpPr>
                  <a:spLocks noChangeShapeType="1"/>
                </p:cNvSpPr>
                <p:nvPr/>
              </p:nvSpPr>
              <p:spPr bwMode="auto">
                <a:xfrm>
                  <a:off x="2127"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145" name="Line 2028"/>
                <p:cNvSpPr>
                  <a:spLocks noChangeShapeType="1"/>
                </p:cNvSpPr>
                <p:nvPr/>
              </p:nvSpPr>
              <p:spPr bwMode="auto">
                <a:xfrm>
                  <a:off x="2183"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146" name="Line 2029"/>
                <p:cNvSpPr>
                  <a:spLocks noChangeShapeType="1"/>
                </p:cNvSpPr>
                <p:nvPr/>
              </p:nvSpPr>
              <p:spPr bwMode="auto">
                <a:xfrm>
                  <a:off x="2239" y="2371"/>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2315" name="Group 2030"/>
            <p:cNvGrpSpPr>
              <a:grpSpLocks/>
            </p:cNvGrpSpPr>
            <p:nvPr/>
          </p:nvGrpSpPr>
          <p:grpSpPr bwMode="auto">
            <a:xfrm>
              <a:off x="1497" y="2339"/>
              <a:ext cx="415" cy="56"/>
              <a:chOff x="1497" y="2339"/>
              <a:chExt cx="415" cy="56"/>
            </a:xfrm>
          </p:grpSpPr>
          <p:sp>
            <p:nvSpPr>
              <p:cNvPr id="53131" name="Freeform 2031"/>
              <p:cNvSpPr>
                <a:spLocks/>
              </p:cNvSpPr>
              <p:nvPr/>
            </p:nvSpPr>
            <p:spPr bwMode="auto">
              <a:xfrm>
                <a:off x="1800" y="2339"/>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chemeClr val="tx1"/>
              </a:solidFill>
              <a:ln w="9525">
                <a:solidFill>
                  <a:schemeClr val="tx1"/>
                </a:solidFill>
                <a:round/>
                <a:headEnd/>
                <a:tailEnd/>
              </a:ln>
            </p:spPr>
            <p:txBody>
              <a:bodyPr/>
              <a:lstStyle/>
              <a:p>
                <a:endParaRPr lang="en-US"/>
              </a:p>
            </p:txBody>
          </p:sp>
          <p:grpSp>
            <p:nvGrpSpPr>
              <p:cNvPr id="53132" name="Group 2032"/>
              <p:cNvGrpSpPr>
                <a:grpSpLocks/>
              </p:cNvGrpSpPr>
              <p:nvPr/>
            </p:nvGrpSpPr>
            <p:grpSpPr bwMode="auto">
              <a:xfrm>
                <a:off x="1497" y="2371"/>
                <a:ext cx="295" cy="1"/>
                <a:chOff x="1497" y="2371"/>
                <a:chExt cx="295" cy="1"/>
              </a:xfrm>
            </p:grpSpPr>
            <p:sp>
              <p:nvSpPr>
                <p:cNvPr id="53133" name="Line 2033"/>
                <p:cNvSpPr>
                  <a:spLocks noChangeShapeType="1"/>
                </p:cNvSpPr>
                <p:nvPr/>
              </p:nvSpPr>
              <p:spPr bwMode="auto">
                <a:xfrm>
                  <a:off x="1497" y="2371"/>
                  <a:ext cx="23"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134" name="Line 2034"/>
                <p:cNvSpPr>
                  <a:spLocks noChangeShapeType="1"/>
                </p:cNvSpPr>
                <p:nvPr/>
              </p:nvSpPr>
              <p:spPr bwMode="auto">
                <a:xfrm>
                  <a:off x="1552"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135" name="Line 2035"/>
                <p:cNvSpPr>
                  <a:spLocks noChangeShapeType="1"/>
                </p:cNvSpPr>
                <p:nvPr/>
              </p:nvSpPr>
              <p:spPr bwMode="auto">
                <a:xfrm>
                  <a:off x="1608"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136" name="Line 2036"/>
                <p:cNvSpPr>
                  <a:spLocks noChangeShapeType="1"/>
                </p:cNvSpPr>
                <p:nvPr/>
              </p:nvSpPr>
              <p:spPr bwMode="auto">
                <a:xfrm>
                  <a:off x="1664"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137" name="Line 2037"/>
                <p:cNvSpPr>
                  <a:spLocks noChangeShapeType="1"/>
                </p:cNvSpPr>
                <p:nvPr/>
              </p:nvSpPr>
              <p:spPr bwMode="auto">
                <a:xfrm>
                  <a:off x="1720"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138" name="Line 2038"/>
                <p:cNvSpPr>
                  <a:spLocks noChangeShapeType="1"/>
                </p:cNvSpPr>
                <p:nvPr/>
              </p:nvSpPr>
              <p:spPr bwMode="auto">
                <a:xfrm>
                  <a:off x="1776" y="2371"/>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2316" name="Group 2039"/>
            <p:cNvGrpSpPr>
              <a:grpSpLocks/>
            </p:cNvGrpSpPr>
            <p:nvPr/>
          </p:nvGrpSpPr>
          <p:grpSpPr bwMode="auto">
            <a:xfrm>
              <a:off x="1489" y="2650"/>
              <a:ext cx="423" cy="56"/>
              <a:chOff x="1489" y="2650"/>
              <a:chExt cx="423" cy="56"/>
            </a:xfrm>
          </p:grpSpPr>
          <p:sp>
            <p:nvSpPr>
              <p:cNvPr id="53123" name="Freeform 2040"/>
              <p:cNvSpPr>
                <a:spLocks/>
              </p:cNvSpPr>
              <p:nvPr/>
            </p:nvSpPr>
            <p:spPr bwMode="auto">
              <a:xfrm>
                <a:off x="1792" y="2650"/>
                <a:ext cx="120" cy="56"/>
              </a:xfrm>
              <a:custGeom>
                <a:avLst/>
                <a:gdLst>
                  <a:gd name="T0" fmla="*/ 120 w 120"/>
                  <a:gd name="T1" fmla="*/ 24 h 56"/>
                  <a:gd name="T2" fmla="*/ 0 w 120"/>
                  <a:gd name="T3" fmla="*/ 56 h 56"/>
                  <a:gd name="T4" fmla="*/ 0 w 120"/>
                  <a:gd name="T5" fmla="*/ 24 h 56"/>
                  <a:gd name="T6" fmla="*/ 0 w 120"/>
                  <a:gd name="T7" fmla="*/ 0 h 56"/>
                  <a:gd name="T8" fmla="*/ 120 w 120"/>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 h="56">
                    <a:moveTo>
                      <a:pt x="120" y="24"/>
                    </a:moveTo>
                    <a:lnTo>
                      <a:pt x="0" y="56"/>
                    </a:lnTo>
                    <a:lnTo>
                      <a:pt x="0" y="24"/>
                    </a:lnTo>
                    <a:lnTo>
                      <a:pt x="0" y="0"/>
                    </a:lnTo>
                    <a:lnTo>
                      <a:pt x="120" y="24"/>
                    </a:lnTo>
                    <a:close/>
                  </a:path>
                </a:pathLst>
              </a:custGeom>
              <a:solidFill>
                <a:schemeClr val="tx1"/>
              </a:solidFill>
              <a:ln w="9525">
                <a:solidFill>
                  <a:schemeClr val="tx1"/>
                </a:solidFill>
                <a:round/>
                <a:headEnd/>
                <a:tailEnd/>
              </a:ln>
            </p:spPr>
            <p:txBody>
              <a:bodyPr/>
              <a:lstStyle/>
              <a:p>
                <a:endParaRPr lang="en-US"/>
              </a:p>
            </p:txBody>
          </p:sp>
          <p:grpSp>
            <p:nvGrpSpPr>
              <p:cNvPr id="53124" name="Group 2041"/>
              <p:cNvGrpSpPr>
                <a:grpSpLocks/>
              </p:cNvGrpSpPr>
              <p:nvPr/>
            </p:nvGrpSpPr>
            <p:grpSpPr bwMode="auto">
              <a:xfrm>
                <a:off x="1489" y="2674"/>
                <a:ext cx="295" cy="1"/>
                <a:chOff x="1489" y="2674"/>
                <a:chExt cx="295" cy="1"/>
              </a:xfrm>
            </p:grpSpPr>
            <p:sp>
              <p:nvSpPr>
                <p:cNvPr id="53125" name="Line 2042"/>
                <p:cNvSpPr>
                  <a:spLocks noChangeShapeType="1"/>
                </p:cNvSpPr>
                <p:nvPr/>
              </p:nvSpPr>
              <p:spPr bwMode="auto">
                <a:xfrm>
                  <a:off x="1489"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126" name="Line 2043"/>
                <p:cNvSpPr>
                  <a:spLocks noChangeShapeType="1"/>
                </p:cNvSpPr>
                <p:nvPr/>
              </p:nvSpPr>
              <p:spPr bwMode="auto">
                <a:xfrm>
                  <a:off x="1544"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127" name="Line 2044"/>
                <p:cNvSpPr>
                  <a:spLocks noChangeShapeType="1"/>
                </p:cNvSpPr>
                <p:nvPr/>
              </p:nvSpPr>
              <p:spPr bwMode="auto">
                <a:xfrm>
                  <a:off x="1600"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128" name="Line 2045"/>
                <p:cNvSpPr>
                  <a:spLocks noChangeShapeType="1"/>
                </p:cNvSpPr>
                <p:nvPr/>
              </p:nvSpPr>
              <p:spPr bwMode="auto">
                <a:xfrm>
                  <a:off x="1656"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129" name="Line 2046"/>
                <p:cNvSpPr>
                  <a:spLocks noChangeShapeType="1"/>
                </p:cNvSpPr>
                <p:nvPr/>
              </p:nvSpPr>
              <p:spPr bwMode="auto">
                <a:xfrm>
                  <a:off x="1712"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130" name="Line 2047"/>
                <p:cNvSpPr>
                  <a:spLocks noChangeShapeType="1"/>
                </p:cNvSpPr>
                <p:nvPr/>
              </p:nvSpPr>
              <p:spPr bwMode="auto">
                <a:xfrm>
                  <a:off x="1768" y="2674"/>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2317" name="Group 2048"/>
            <p:cNvGrpSpPr>
              <a:grpSpLocks/>
            </p:cNvGrpSpPr>
            <p:nvPr/>
          </p:nvGrpSpPr>
          <p:grpSpPr bwMode="auto">
            <a:xfrm>
              <a:off x="1968" y="2650"/>
              <a:ext cx="415" cy="56"/>
              <a:chOff x="1968" y="2650"/>
              <a:chExt cx="415" cy="56"/>
            </a:xfrm>
          </p:grpSpPr>
          <p:sp>
            <p:nvSpPr>
              <p:cNvPr id="53115" name="Freeform 2049"/>
              <p:cNvSpPr>
                <a:spLocks/>
              </p:cNvSpPr>
              <p:nvPr/>
            </p:nvSpPr>
            <p:spPr bwMode="auto">
              <a:xfrm>
                <a:off x="2271" y="2650"/>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chemeClr val="tx1"/>
              </a:solidFill>
              <a:ln w="9525">
                <a:solidFill>
                  <a:schemeClr val="tx1"/>
                </a:solidFill>
                <a:round/>
                <a:headEnd/>
                <a:tailEnd/>
              </a:ln>
            </p:spPr>
            <p:txBody>
              <a:bodyPr/>
              <a:lstStyle/>
              <a:p>
                <a:endParaRPr lang="en-US"/>
              </a:p>
            </p:txBody>
          </p:sp>
          <p:grpSp>
            <p:nvGrpSpPr>
              <p:cNvPr id="53116" name="Group 2050"/>
              <p:cNvGrpSpPr>
                <a:grpSpLocks/>
              </p:cNvGrpSpPr>
              <p:nvPr/>
            </p:nvGrpSpPr>
            <p:grpSpPr bwMode="auto">
              <a:xfrm>
                <a:off x="1968" y="2674"/>
                <a:ext cx="295" cy="1"/>
                <a:chOff x="1968" y="2674"/>
                <a:chExt cx="295" cy="1"/>
              </a:xfrm>
            </p:grpSpPr>
            <p:sp>
              <p:nvSpPr>
                <p:cNvPr id="53117" name="Line 2051"/>
                <p:cNvSpPr>
                  <a:spLocks noChangeShapeType="1"/>
                </p:cNvSpPr>
                <p:nvPr/>
              </p:nvSpPr>
              <p:spPr bwMode="auto">
                <a:xfrm>
                  <a:off x="1968"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118" name="Line 2052"/>
                <p:cNvSpPr>
                  <a:spLocks noChangeShapeType="1"/>
                </p:cNvSpPr>
                <p:nvPr/>
              </p:nvSpPr>
              <p:spPr bwMode="auto">
                <a:xfrm>
                  <a:off x="2023"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119" name="Line 2053"/>
                <p:cNvSpPr>
                  <a:spLocks noChangeShapeType="1"/>
                </p:cNvSpPr>
                <p:nvPr/>
              </p:nvSpPr>
              <p:spPr bwMode="auto">
                <a:xfrm>
                  <a:off x="2079"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120" name="Line 2054"/>
                <p:cNvSpPr>
                  <a:spLocks noChangeShapeType="1"/>
                </p:cNvSpPr>
                <p:nvPr/>
              </p:nvSpPr>
              <p:spPr bwMode="auto">
                <a:xfrm>
                  <a:off x="2135"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121" name="Line 2055"/>
                <p:cNvSpPr>
                  <a:spLocks noChangeShapeType="1"/>
                </p:cNvSpPr>
                <p:nvPr/>
              </p:nvSpPr>
              <p:spPr bwMode="auto">
                <a:xfrm>
                  <a:off x="2191"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122" name="Line 2056"/>
                <p:cNvSpPr>
                  <a:spLocks noChangeShapeType="1"/>
                </p:cNvSpPr>
                <p:nvPr/>
              </p:nvSpPr>
              <p:spPr bwMode="auto">
                <a:xfrm>
                  <a:off x="2247" y="2674"/>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2318" name="Group 2057"/>
            <p:cNvGrpSpPr>
              <a:grpSpLocks/>
            </p:cNvGrpSpPr>
            <p:nvPr/>
          </p:nvGrpSpPr>
          <p:grpSpPr bwMode="auto">
            <a:xfrm>
              <a:off x="1489" y="2953"/>
              <a:ext cx="423" cy="56"/>
              <a:chOff x="1489" y="2953"/>
              <a:chExt cx="423" cy="56"/>
            </a:xfrm>
          </p:grpSpPr>
          <p:sp>
            <p:nvSpPr>
              <p:cNvPr id="53107" name="Freeform 2058"/>
              <p:cNvSpPr>
                <a:spLocks/>
              </p:cNvSpPr>
              <p:nvPr/>
            </p:nvSpPr>
            <p:spPr bwMode="auto">
              <a:xfrm>
                <a:off x="1792" y="2953"/>
                <a:ext cx="120" cy="56"/>
              </a:xfrm>
              <a:custGeom>
                <a:avLst/>
                <a:gdLst>
                  <a:gd name="T0" fmla="*/ 120 w 120"/>
                  <a:gd name="T1" fmla="*/ 32 h 56"/>
                  <a:gd name="T2" fmla="*/ 0 w 120"/>
                  <a:gd name="T3" fmla="*/ 56 h 56"/>
                  <a:gd name="T4" fmla="*/ 0 w 120"/>
                  <a:gd name="T5" fmla="*/ 32 h 56"/>
                  <a:gd name="T6" fmla="*/ 0 w 120"/>
                  <a:gd name="T7" fmla="*/ 0 h 56"/>
                  <a:gd name="T8" fmla="*/ 120 w 120"/>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 h="56">
                    <a:moveTo>
                      <a:pt x="120" y="32"/>
                    </a:moveTo>
                    <a:lnTo>
                      <a:pt x="0" y="56"/>
                    </a:lnTo>
                    <a:lnTo>
                      <a:pt x="0" y="32"/>
                    </a:lnTo>
                    <a:lnTo>
                      <a:pt x="0" y="0"/>
                    </a:lnTo>
                    <a:lnTo>
                      <a:pt x="120" y="32"/>
                    </a:lnTo>
                    <a:close/>
                  </a:path>
                </a:pathLst>
              </a:custGeom>
              <a:solidFill>
                <a:schemeClr val="tx1"/>
              </a:solidFill>
              <a:ln w="9525">
                <a:solidFill>
                  <a:schemeClr val="tx1"/>
                </a:solidFill>
                <a:round/>
                <a:headEnd/>
                <a:tailEnd/>
              </a:ln>
            </p:spPr>
            <p:txBody>
              <a:bodyPr/>
              <a:lstStyle/>
              <a:p>
                <a:endParaRPr lang="en-US"/>
              </a:p>
            </p:txBody>
          </p:sp>
          <p:grpSp>
            <p:nvGrpSpPr>
              <p:cNvPr id="53108" name="Group 2059"/>
              <p:cNvGrpSpPr>
                <a:grpSpLocks/>
              </p:cNvGrpSpPr>
              <p:nvPr/>
            </p:nvGrpSpPr>
            <p:grpSpPr bwMode="auto">
              <a:xfrm>
                <a:off x="1489" y="2985"/>
                <a:ext cx="295" cy="1"/>
                <a:chOff x="1489" y="2985"/>
                <a:chExt cx="295" cy="1"/>
              </a:xfrm>
            </p:grpSpPr>
            <p:sp>
              <p:nvSpPr>
                <p:cNvPr id="53109" name="Line 2060"/>
                <p:cNvSpPr>
                  <a:spLocks noChangeShapeType="1"/>
                </p:cNvSpPr>
                <p:nvPr/>
              </p:nvSpPr>
              <p:spPr bwMode="auto">
                <a:xfrm>
                  <a:off x="1489"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110" name="Line 2061"/>
                <p:cNvSpPr>
                  <a:spLocks noChangeShapeType="1"/>
                </p:cNvSpPr>
                <p:nvPr/>
              </p:nvSpPr>
              <p:spPr bwMode="auto">
                <a:xfrm>
                  <a:off x="1544"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111" name="Line 2062"/>
                <p:cNvSpPr>
                  <a:spLocks noChangeShapeType="1"/>
                </p:cNvSpPr>
                <p:nvPr/>
              </p:nvSpPr>
              <p:spPr bwMode="auto">
                <a:xfrm>
                  <a:off x="1600"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112" name="Line 2063"/>
                <p:cNvSpPr>
                  <a:spLocks noChangeShapeType="1"/>
                </p:cNvSpPr>
                <p:nvPr/>
              </p:nvSpPr>
              <p:spPr bwMode="auto">
                <a:xfrm>
                  <a:off x="1656"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113" name="Line 2064"/>
                <p:cNvSpPr>
                  <a:spLocks noChangeShapeType="1"/>
                </p:cNvSpPr>
                <p:nvPr/>
              </p:nvSpPr>
              <p:spPr bwMode="auto">
                <a:xfrm>
                  <a:off x="1712"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114" name="Line 2065"/>
                <p:cNvSpPr>
                  <a:spLocks noChangeShapeType="1"/>
                </p:cNvSpPr>
                <p:nvPr/>
              </p:nvSpPr>
              <p:spPr bwMode="auto">
                <a:xfrm>
                  <a:off x="1768" y="2985"/>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2319" name="Group 2066"/>
            <p:cNvGrpSpPr>
              <a:grpSpLocks/>
            </p:cNvGrpSpPr>
            <p:nvPr/>
          </p:nvGrpSpPr>
          <p:grpSpPr bwMode="auto">
            <a:xfrm>
              <a:off x="1952" y="2953"/>
              <a:ext cx="415" cy="56"/>
              <a:chOff x="1952" y="2953"/>
              <a:chExt cx="415" cy="56"/>
            </a:xfrm>
          </p:grpSpPr>
          <p:sp>
            <p:nvSpPr>
              <p:cNvPr id="53099" name="Freeform 2067"/>
              <p:cNvSpPr>
                <a:spLocks/>
              </p:cNvSpPr>
              <p:nvPr/>
            </p:nvSpPr>
            <p:spPr bwMode="auto">
              <a:xfrm>
                <a:off x="2255"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chemeClr val="tx1"/>
              </a:solidFill>
              <a:ln w="9525">
                <a:solidFill>
                  <a:schemeClr val="tx1"/>
                </a:solidFill>
                <a:round/>
                <a:headEnd/>
                <a:tailEnd/>
              </a:ln>
            </p:spPr>
            <p:txBody>
              <a:bodyPr/>
              <a:lstStyle/>
              <a:p>
                <a:endParaRPr lang="en-US"/>
              </a:p>
            </p:txBody>
          </p:sp>
          <p:grpSp>
            <p:nvGrpSpPr>
              <p:cNvPr id="53100" name="Group 2068"/>
              <p:cNvGrpSpPr>
                <a:grpSpLocks/>
              </p:cNvGrpSpPr>
              <p:nvPr/>
            </p:nvGrpSpPr>
            <p:grpSpPr bwMode="auto">
              <a:xfrm>
                <a:off x="1952" y="2985"/>
                <a:ext cx="295" cy="1"/>
                <a:chOff x="1952" y="2985"/>
                <a:chExt cx="295" cy="1"/>
              </a:xfrm>
            </p:grpSpPr>
            <p:sp>
              <p:nvSpPr>
                <p:cNvPr id="53101" name="Line 2069"/>
                <p:cNvSpPr>
                  <a:spLocks noChangeShapeType="1"/>
                </p:cNvSpPr>
                <p:nvPr/>
              </p:nvSpPr>
              <p:spPr bwMode="auto">
                <a:xfrm>
                  <a:off x="1952"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102" name="Line 2070"/>
                <p:cNvSpPr>
                  <a:spLocks noChangeShapeType="1"/>
                </p:cNvSpPr>
                <p:nvPr/>
              </p:nvSpPr>
              <p:spPr bwMode="auto">
                <a:xfrm>
                  <a:off x="2008" y="2985"/>
                  <a:ext cx="23"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103" name="Line 2071"/>
                <p:cNvSpPr>
                  <a:spLocks noChangeShapeType="1"/>
                </p:cNvSpPr>
                <p:nvPr/>
              </p:nvSpPr>
              <p:spPr bwMode="auto">
                <a:xfrm>
                  <a:off x="2063"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104" name="Line 2072"/>
                <p:cNvSpPr>
                  <a:spLocks noChangeShapeType="1"/>
                </p:cNvSpPr>
                <p:nvPr/>
              </p:nvSpPr>
              <p:spPr bwMode="auto">
                <a:xfrm>
                  <a:off x="2119"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105" name="Line 2073"/>
                <p:cNvSpPr>
                  <a:spLocks noChangeShapeType="1"/>
                </p:cNvSpPr>
                <p:nvPr/>
              </p:nvSpPr>
              <p:spPr bwMode="auto">
                <a:xfrm>
                  <a:off x="2175"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106" name="Line 2074"/>
                <p:cNvSpPr>
                  <a:spLocks noChangeShapeType="1"/>
                </p:cNvSpPr>
                <p:nvPr/>
              </p:nvSpPr>
              <p:spPr bwMode="auto">
                <a:xfrm>
                  <a:off x="2231" y="2985"/>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2320" name="Group 2075"/>
            <p:cNvGrpSpPr>
              <a:grpSpLocks/>
            </p:cNvGrpSpPr>
            <p:nvPr/>
          </p:nvGrpSpPr>
          <p:grpSpPr bwMode="auto">
            <a:xfrm>
              <a:off x="2415" y="2953"/>
              <a:ext cx="415" cy="56"/>
              <a:chOff x="2415" y="2953"/>
              <a:chExt cx="415" cy="56"/>
            </a:xfrm>
          </p:grpSpPr>
          <p:sp>
            <p:nvSpPr>
              <p:cNvPr id="53091" name="Freeform 2076"/>
              <p:cNvSpPr>
                <a:spLocks/>
              </p:cNvSpPr>
              <p:nvPr/>
            </p:nvSpPr>
            <p:spPr bwMode="auto">
              <a:xfrm>
                <a:off x="2718"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chemeClr val="tx1"/>
              </a:solidFill>
              <a:ln w="9525">
                <a:solidFill>
                  <a:schemeClr val="tx1"/>
                </a:solidFill>
                <a:round/>
                <a:headEnd/>
                <a:tailEnd/>
              </a:ln>
            </p:spPr>
            <p:txBody>
              <a:bodyPr/>
              <a:lstStyle/>
              <a:p>
                <a:endParaRPr lang="en-US"/>
              </a:p>
            </p:txBody>
          </p:sp>
          <p:grpSp>
            <p:nvGrpSpPr>
              <p:cNvPr id="53092" name="Group 2077"/>
              <p:cNvGrpSpPr>
                <a:grpSpLocks/>
              </p:cNvGrpSpPr>
              <p:nvPr/>
            </p:nvGrpSpPr>
            <p:grpSpPr bwMode="auto">
              <a:xfrm>
                <a:off x="2415" y="2985"/>
                <a:ext cx="295" cy="1"/>
                <a:chOff x="2415" y="2985"/>
                <a:chExt cx="295" cy="1"/>
              </a:xfrm>
            </p:grpSpPr>
            <p:sp>
              <p:nvSpPr>
                <p:cNvPr id="53093" name="Line 2078"/>
                <p:cNvSpPr>
                  <a:spLocks noChangeShapeType="1"/>
                </p:cNvSpPr>
                <p:nvPr/>
              </p:nvSpPr>
              <p:spPr bwMode="auto">
                <a:xfrm>
                  <a:off x="2415"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094" name="Line 2079"/>
                <p:cNvSpPr>
                  <a:spLocks noChangeShapeType="1"/>
                </p:cNvSpPr>
                <p:nvPr/>
              </p:nvSpPr>
              <p:spPr bwMode="auto">
                <a:xfrm>
                  <a:off x="2471"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095" name="Line 2080"/>
                <p:cNvSpPr>
                  <a:spLocks noChangeShapeType="1"/>
                </p:cNvSpPr>
                <p:nvPr/>
              </p:nvSpPr>
              <p:spPr bwMode="auto">
                <a:xfrm>
                  <a:off x="2526"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096" name="Line 2081"/>
                <p:cNvSpPr>
                  <a:spLocks noChangeShapeType="1"/>
                </p:cNvSpPr>
                <p:nvPr/>
              </p:nvSpPr>
              <p:spPr bwMode="auto">
                <a:xfrm>
                  <a:off x="2582"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097" name="Line 2082"/>
                <p:cNvSpPr>
                  <a:spLocks noChangeShapeType="1"/>
                </p:cNvSpPr>
                <p:nvPr/>
              </p:nvSpPr>
              <p:spPr bwMode="auto">
                <a:xfrm>
                  <a:off x="2638"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098" name="Line 2083"/>
                <p:cNvSpPr>
                  <a:spLocks noChangeShapeType="1"/>
                </p:cNvSpPr>
                <p:nvPr/>
              </p:nvSpPr>
              <p:spPr bwMode="auto">
                <a:xfrm>
                  <a:off x="2694" y="2985"/>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2321" name="Group 2084"/>
            <p:cNvGrpSpPr>
              <a:grpSpLocks/>
            </p:cNvGrpSpPr>
            <p:nvPr/>
          </p:nvGrpSpPr>
          <p:grpSpPr bwMode="auto">
            <a:xfrm>
              <a:off x="2838" y="1741"/>
              <a:ext cx="40" cy="1260"/>
              <a:chOff x="2838" y="1741"/>
              <a:chExt cx="40" cy="1260"/>
            </a:xfrm>
          </p:grpSpPr>
          <p:sp>
            <p:nvSpPr>
              <p:cNvPr id="53081" name="Oval 2085"/>
              <p:cNvSpPr>
                <a:spLocks noChangeArrowheads="1"/>
              </p:cNvSpPr>
              <p:nvPr/>
            </p:nvSpPr>
            <p:spPr bwMode="auto">
              <a:xfrm>
                <a:off x="2838" y="1741"/>
                <a:ext cx="40" cy="40"/>
              </a:xfrm>
              <a:prstGeom prst="ellipse">
                <a:avLst/>
              </a:prstGeom>
              <a:solidFill>
                <a:schemeClr val="tx1"/>
              </a:solidFill>
              <a:ln w="9525">
                <a:solidFill>
                  <a:schemeClr val="tx1"/>
                </a:solidFill>
                <a:round/>
                <a:headEnd/>
                <a:tailEnd/>
              </a:ln>
            </p:spPr>
            <p:txBody>
              <a:bodyPr/>
              <a:lstStyle/>
              <a:p>
                <a:endParaRPr lang="en-US"/>
              </a:p>
            </p:txBody>
          </p:sp>
          <p:sp>
            <p:nvSpPr>
              <p:cNvPr id="53082" name="Oval 2086"/>
              <p:cNvSpPr>
                <a:spLocks noChangeArrowheads="1"/>
              </p:cNvSpPr>
              <p:nvPr/>
            </p:nvSpPr>
            <p:spPr bwMode="auto">
              <a:xfrm>
                <a:off x="2838" y="1741"/>
                <a:ext cx="40" cy="40"/>
              </a:xfrm>
              <a:prstGeom prst="ellipse">
                <a:avLst/>
              </a:prstGeom>
              <a:solidFill>
                <a:schemeClr val="tx1"/>
              </a:solidFill>
              <a:ln w="25400">
                <a:solidFill>
                  <a:schemeClr val="tx1"/>
                </a:solidFill>
                <a:round/>
                <a:headEnd/>
                <a:tailEnd/>
              </a:ln>
            </p:spPr>
            <p:txBody>
              <a:bodyPr/>
              <a:lstStyle/>
              <a:p>
                <a:endParaRPr lang="en-US"/>
              </a:p>
            </p:txBody>
          </p:sp>
          <p:sp>
            <p:nvSpPr>
              <p:cNvPr id="53083" name="Oval 2087"/>
              <p:cNvSpPr>
                <a:spLocks noChangeArrowheads="1"/>
              </p:cNvSpPr>
              <p:nvPr/>
            </p:nvSpPr>
            <p:spPr bwMode="auto">
              <a:xfrm>
                <a:off x="2846" y="2044"/>
                <a:ext cx="32" cy="32"/>
              </a:xfrm>
              <a:prstGeom prst="ellipse">
                <a:avLst/>
              </a:prstGeom>
              <a:solidFill>
                <a:schemeClr val="tx1"/>
              </a:solidFill>
              <a:ln w="9525">
                <a:solidFill>
                  <a:schemeClr val="tx1"/>
                </a:solidFill>
                <a:round/>
                <a:headEnd/>
                <a:tailEnd/>
              </a:ln>
            </p:spPr>
            <p:txBody>
              <a:bodyPr/>
              <a:lstStyle/>
              <a:p>
                <a:endParaRPr lang="en-US"/>
              </a:p>
            </p:txBody>
          </p:sp>
          <p:sp>
            <p:nvSpPr>
              <p:cNvPr id="53084" name="Oval 2088"/>
              <p:cNvSpPr>
                <a:spLocks noChangeArrowheads="1"/>
              </p:cNvSpPr>
              <p:nvPr/>
            </p:nvSpPr>
            <p:spPr bwMode="auto">
              <a:xfrm>
                <a:off x="2846" y="2044"/>
                <a:ext cx="32" cy="32"/>
              </a:xfrm>
              <a:prstGeom prst="ellipse">
                <a:avLst/>
              </a:prstGeom>
              <a:solidFill>
                <a:schemeClr val="tx1"/>
              </a:solidFill>
              <a:ln w="25400">
                <a:solidFill>
                  <a:schemeClr val="tx1"/>
                </a:solidFill>
                <a:round/>
                <a:headEnd/>
                <a:tailEnd/>
              </a:ln>
            </p:spPr>
            <p:txBody>
              <a:bodyPr/>
              <a:lstStyle/>
              <a:p>
                <a:endParaRPr lang="en-US"/>
              </a:p>
            </p:txBody>
          </p:sp>
          <p:sp>
            <p:nvSpPr>
              <p:cNvPr id="53085" name="Oval 2089"/>
              <p:cNvSpPr>
                <a:spLocks noChangeArrowheads="1"/>
              </p:cNvSpPr>
              <p:nvPr/>
            </p:nvSpPr>
            <p:spPr bwMode="auto">
              <a:xfrm>
                <a:off x="2846" y="2355"/>
                <a:ext cx="32" cy="32"/>
              </a:xfrm>
              <a:prstGeom prst="ellipse">
                <a:avLst/>
              </a:prstGeom>
              <a:solidFill>
                <a:schemeClr val="tx1"/>
              </a:solidFill>
              <a:ln w="9525">
                <a:solidFill>
                  <a:schemeClr val="tx1"/>
                </a:solidFill>
                <a:round/>
                <a:headEnd/>
                <a:tailEnd/>
              </a:ln>
            </p:spPr>
            <p:txBody>
              <a:bodyPr/>
              <a:lstStyle/>
              <a:p>
                <a:endParaRPr lang="en-US"/>
              </a:p>
            </p:txBody>
          </p:sp>
          <p:sp>
            <p:nvSpPr>
              <p:cNvPr id="53086" name="Oval 2090"/>
              <p:cNvSpPr>
                <a:spLocks noChangeArrowheads="1"/>
              </p:cNvSpPr>
              <p:nvPr/>
            </p:nvSpPr>
            <p:spPr bwMode="auto">
              <a:xfrm>
                <a:off x="2846" y="2355"/>
                <a:ext cx="32" cy="32"/>
              </a:xfrm>
              <a:prstGeom prst="ellipse">
                <a:avLst/>
              </a:prstGeom>
              <a:solidFill>
                <a:schemeClr val="tx1"/>
              </a:solidFill>
              <a:ln w="25400">
                <a:solidFill>
                  <a:schemeClr val="tx1"/>
                </a:solidFill>
                <a:round/>
                <a:headEnd/>
                <a:tailEnd/>
              </a:ln>
            </p:spPr>
            <p:txBody>
              <a:bodyPr/>
              <a:lstStyle/>
              <a:p>
                <a:endParaRPr lang="en-US"/>
              </a:p>
            </p:txBody>
          </p:sp>
          <p:sp>
            <p:nvSpPr>
              <p:cNvPr id="53087" name="Oval 2091"/>
              <p:cNvSpPr>
                <a:spLocks noChangeArrowheads="1"/>
              </p:cNvSpPr>
              <p:nvPr/>
            </p:nvSpPr>
            <p:spPr bwMode="auto">
              <a:xfrm>
                <a:off x="2838" y="2658"/>
                <a:ext cx="40" cy="32"/>
              </a:xfrm>
              <a:prstGeom prst="ellipse">
                <a:avLst/>
              </a:prstGeom>
              <a:solidFill>
                <a:schemeClr val="tx1"/>
              </a:solidFill>
              <a:ln w="9525">
                <a:solidFill>
                  <a:schemeClr val="tx1"/>
                </a:solidFill>
                <a:round/>
                <a:headEnd/>
                <a:tailEnd/>
              </a:ln>
            </p:spPr>
            <p:txBody>
              <a:bodyPr/>
              <a:lstStyle/>
              <a:p>
                <a:endParaRPr lang="en-US"/>
              </a:p>
            </p:txBody>
          </p:sp>
          <p:sp>
            <p:nvSpPr>
              <p:cNvPr id="53088" name="Oval 2092"/>
              <p:cNvSpPr>
                <a:spLocks noChangeArrowheads="1"/>
              </p:cNvSpPr>
              <p:nvPr/>
            </p:nvSpPr>
            <p:spPr bwMode="auto">
              <a:xfrm>
                <a:off x="2838" y="2658"/>
                <a:ext cx="40" cy="32"/>
              </a:xfrm>
              <a:prstGeom prst="ellipse">
                <a:avLst/>
              </a:prstGeom>
              <a:solidFill>
                <a:schemeClr val="tx1"/>
              </a:solidFill>
              <a:ln w="25400">
                <a:solidFill>
                  <a:schemeClr val="tx1"/>
                </a:solidFill>
                <a:round/>
                <a:headEnd/>
                <a:tailEnd/>
              </a:ln>
            </p:spPr>
            <p:txBody>
              <a:bodyPr/>
              <a:lstStyle/>
              <a:p>
                <a:endParaRPr lang="en-US"/>
              </a:p>
            </p:txBody>
          </p:sp>
          <p:sp>
            <p:nvSpPr>
              <p:cNvPr id="53089" name="Oval 2093"/>
              <p:cNvSpPr>
                <a:spLocks noChangeArrowheads="1"/>
              </p:cNvSpPr>
              <p:nvPr/>
            </p:nvSpPr>
            <p:spPr bwMode="auto">
              <a:xfrm>
                <a:off x="2838" y="2969"/>
                <a:ext cx="32" cy="32"/>
              </a:xfrm>
              <a:prstGeom prst="ellipse">
                <a:avLst/>
              </a:prstGeom>
              <a:solidFill>
                <a:schemeClr val="tx1"/>
              </a:solidFill>
              <a:ln w="9525">
                <a:solidFill>
                  <a:schemeClr val="tx1"/>
                </a:solidFill>
                <a:round/>
                <a:headEnd/>
                <a:tailEnd/>
              </a:ln>
            </p:spPr>
            <p:txBody>
              <a:bodyPr/>
              <a:lstStyle/>
              <a:p>
                <a:endParaRPr lang="en-US"/>
              </a:p>
            </p:txBody>
          </p:sp>
          <p:sp>
            <p:nvSpPr>
              <p:cNvPr id="53090" name="Oval 2094"/>
              <p:cNvSpPr>
                <a:spLocks noChangeArrowheads="1"/>
              </p:cNvSpPr>
              <p:nvPr/>
            </p:nvSpPr>
            <p:spPr bwMode="auto">
              <a:xfrm>
                <a:off x="2838" y="2969"/>
                <a:ext cx="32" cy="32"/>
              </a:xfrm>
              <a:prstGeom prst="ellipse">
                <a:avLst/>
              </a:prstGeom>
              <a:solidFill>
                <a:schemeClr val="tx1"/>
              </a:solidFill>
              <a:ln w="25400">
                <a:solidFill>
                  <a:schemeClr val="tx1"/>
                </a:solidFill>
                <a:round/>
                <a:headEnd/>
                <a:tailEnd/>
              </a:ln>
            </p:spPr>
            <p:txBody>
              <a:bodyPr/>
              <a:lstStyle/>
              <a:p>
                <a:endParaRPr lang="en-US"/>
              </a:p>
            </p:txBody>
          </p:sp>
        </p:grpSp>
        <p:grpSp>
          <p:nvGrpSpPr>
            <p:cNvPr id="52322" name="Group 2095"/>
            <p:cNvGrpSpPr>
              <a:grpSpLocks/>
            </p:cNvGrpSpPr>
            <p:nvPr/>
          </p:nvGrpSpPr>
          <p:grpSpPr bwMode="auto">
            <a:xfrm>
              <a:off x="1912" y="3272"/>
              <a:ext cx="32" cy="335"/>
              <a:chOff x="1912" y="3272"/>
              <a:chExt cx="32" cy="335"/>
            </a:xfrm>
          </p:grpSpPr>
          <p:sp>
            <p:nvSpPr>
              <p:cNvPr id="53077" name="Oval 2096"/>
              <p:cNvSpPr>
                <a:spLocks noChangeArrowheads="1"/>
              </p:cNvSpPr>
              <p:nvPr/>
            </p:nvSpPr>
            <p:spPr bwMode="auto">
              <a:xfrm>
                <a:off x="1912" y="3272"/>
                <a:ext cx="32" cy="32"/>
              </a:xfrm>
              <a:prstGeom prst="ellipse">
                <a:avLst/>
              </a:prstGeom>
              <a:solidFill>
                <a:schemeClr val="tx1"/>
              </a:solidFill>
              <a:ln w="9525">
                <a:solidFill>
                  <a:schemeClr val="tx1"/>
                </a:solidFill>
                <a:round/>
                <a:headEnd/>
                <a:tailEnd/>
              </a:ln>
            </p:spPr>
            <p:txBody>
              <a:bodyPr/>
              <a:lstStyle/>
              <a:p>
                <a:endParaRPr lang="en-US"/>
              </a:p>
            </p:txBody>
          </p:sp>
          <p:sp>
            <p:nvSpPr>
              <p:cNvPr id="53078" name="Oval 2097"/>
              <p:cNvSpPr>
                <a:spLocks noChangeArrowheads="1"/>
              </p:cNvSpPr>
              <p:nvPr/>
            </p:nvSpPr>
            <p:spPr bwMode="auto">
              <a:xfrm>
                <a:off x="1912" y="3272"/>
                <a:ext cx="32" cy="32"/>
              </a:xfrm>
              <a:prstGeom prst="ellipse">
                <a:avLst/>
              </a:prstGeom>
              <a:solidFill>
                <a:schemeClr val="tx1"/>
              </a:solidFill>
              <a:ln w="25400">
                <a:solidFill>
                  <a:schemeClr val="tx1"/>
                </a:solidFill>
                <a:round/>
                <a:headEnd/>
                <a:tailEnd/>
              </a:ln>
            </p:spPr>
            <p:txBody>
              <a:bodyPr/>
              <a:lstStyle/>
              <a:p>
                <a:endParaRPr lang="en-US"/>
              </a:p>
            </p:txBody>
          </p:sp>
          <p:sp>
            <p:nvSpPr>
              <p:cNvPr id="53079" name="Oval 2098"/>
              <p:cNvSpPr>
                <a:spLocks noChangeArrowheads="1"/>
              </p:cNvSpPr>
              <p:nvPr/>
            </p:nvSpPr>
            <p:spPr bwMode="auto">
              <a:xfrm>
                <a:off x="1912" y="3575"/>
                <a:ext cx="32" cy="32"/>
              </a:xfrm>
              <a:prstGeom prst="ellipse">
                <a:avLst/>
              </a:prstGeom>
              <a:solidFill>
                <a:schemeClr val="tx1"/>
              </a:solidFill>
              <a:ln w="9525">
                <a:solidFill>
                  <a:schemeClr val="tx1"/>
                </a:solidFill>
                <a:round/>
                <a:headEnd/>
                <a:tailEnd/>
              </a:ln>
            </p:spPr>
            <p:txBody>
              <a:bodyPr/>
              <a:lstStyle/>
              <a:p>
                <a:endParaRPr lang="en-US"/>
              </a:p>
            </p:txBody>
          </p:sp>
          <p:sp>
            <p:nvSpPr>
              <p:cNvPr id="53080" name="Oval 2099"/>
              <p:cNvSpPr>
                <a:spLocks noChangeArrowheads="1"/>
              </p:cNvSpPr>
              <p:nvPr/>
            </p:nvSpPr>
            <p:spPr bwMode="auto">
              <a:xfrm>
                <a:off x="1912" y="3575"/>
                <a:ext cx="32" cy="32"/>
              </a:xfrm>
              <a:prstGeom prst="ellipse">
                <a:avLst/>
              </a:prstGeom>
              <a:solidFill>
                <a:schemeClr val="tx1"/>
              </a:solidFill>
              <a:ln w="25400">
                <a:solidFill>
                  <a:schemeClr val="tx1"/>
                </a:solidFill>
                <a:round/>
                <a:headEnd/>
                <a:tailEnd/>
              </a:ln>
            </p:spPr>
            <p:txBody>
              <a:bodyPr/>
              <a:lstStyle/>
              <a:p>
                <a:endParaRPr lang="en-US"/>
              </a:p>
            </p:txBody>
          </p:sp>
        </p:grpSp>
        <p:grpSp>
          <p:nvGrpSpPr>
            <p:cNvPr id="52323" name="Group 2100"/>
            <p:cNvGrpSpPr>
              <a:grpSpLocks/>
            </p:cNvGrpSpPr>
            <p:nvPr/>
          </p:nvGrpSpPr>
          <p:grpSpPr bwMode="auto">
            <a:xfrm>
              <a:off x="1449" y="3272"/>
              <a:ext cx="40" cy="335"/>
              <a:chOff x="1449" y="3272"/>
              <a:chExt cx="40" cy="335"/>
            </a:xfrm>
          </p:grpSpPr>
          <p:sp>
            <p:nvSpPr>
              <p:cNvPr id="53073" name="Oval 2101"/>
              <p:cNvSpPr>
                <a:spLocks noChangeArrowheads="1"/>
              </p:cNvSpPr>
              <p:nvPr/>
            </p:nvSpPr>
            <p:spPr bwMode="auto">
              <a:xfrm>
                <a:off x="1449" y="3272"/>
                <a:ext cx="40" cy="32"/>
              </a:xfrm>
              <a:prstGeom prst="ellipse">
                <a:avLst/>
              </a:prstGeom>
              <a:solidFill>
                <a:schemeClr val="tx1"/>
              </a:solidFill>
              <a:ln w="9525">
                <a:solidFill>
                  <a:schemeClr val="tx1"/>
                </a:solidFill>
                <a:round/>
                <a:headEnd/>
                <a:tailEnd/>
              </a:ln>
            </p:spPr>
            <p:txBody>
              <a:bodyPr/>
              <a:lstStyle/>
              <a:p>
                <a:endParaRPr lang="en-US"/>
              </a:p>
            </p:txBody>
          </p:sp>
          <p:sp>
            <p:nvSpPr>
              <p:cNvPr id="53074" name="Oval 2102"/>
              <p:cNvSpPr>
                <a:spLocks noChangeArrowheads="1"/>
              </p:cNvSpPr>
              <p:nvPr/>
            </p:nvSpPr>
            <p:spPr bwMode="auto">
              <a:xfrm>
                <a:off x="1449" y="3272"/>
                <a:ext cx="40" cy="32"/>
              </a:xfrm>
              <a:prstGeom prst="ellipse">
                <a:avLst/>
              </a:prstGeom>
              <a:solidFill>
                <a:schemeClr val="tx1"/>
              </a:solidFill>
              <a:ln w="25400">
                <a:solidFill>
                  <a:schemeClr val="tx1"/>
                </a:solidFill>
                <a:round/>
                <a:headEnd/>
                <a:tailEnd/>
              </a:ln>
            </p:spPr>
            <p:txBody>
              <a:bodyPr/>
              <a:lstStyle/>
              <a:p>
                <a:endParaRPr lang="en-US"/>
              </a:p>
            </p:txBody>
          </p:sp>
          <p:sp>
            <p:nvSpPr>
              <p:cNvPr id="53075" name="Oval 2103"/>
              <p:cNvSpPr>
                <a:spLocks noChangeArrowheads="1"/>
              </p:cNvSpPr>
              <p:nvPr/>
            </p:nvSpPr>
            <p:spPr bwMode="auto">
              <a:xfrm>
                <a:off x="1449" y="3575"/>
                <a:ext cx="40" cy="32"/>
              </a:xfrm>
              <a:prstGeom prst="ellipse">
                <a:avLst/>
              </a:prstGeom>
              <a:solidFill>
                <a:schemeClr val="tx1"/>
              </a:solidFill>
              <a:ln w="9525">
                <a:solidFill>
                  <a:schemeClr val="tx1"/>
                </a:solidFill>
                <a:round/>
                <a:headEnd/>
                <a:tailEnd/>
              </a:ln>
            </p:spPr>
            <p:txBody>
              <a:bodyPr/>
              <a:lstStyle/>
              <a:p>
                <a:endParaRPr lang="en-US"/>
              </a:p>
            </p:txBody>
          </p:sp>
          <p:sp>
            <p:nvSpPr>
              <p:cNvPr id="53076" name="Oval 2104"/>
              <p:cNvSpPr>
                <a:spLocks noChangeArrowheads="1"/>
              </p:cNvSpPr>
              <p:nvPr/>
            </p:nvSpPr>
            <p:spPr bwMode="auto">
              <a:xfrm>
                <a:off x="1449" y="3575"/>
                <a:ext cx="40" cy="32"/>
              </a:xfrm>
              <a:prstGeom prst="ellipse">
                <a:avLst/>
              </a:prstGeom>
              <a:solidFill>
                <a:schemeClr val="tx1"/>
              </a:solidFill>
              <a:ln w="25400">
                <a:solidFill>
                  <a:schemeClr val="tx1"/>
                </a:solidFill>
                <a:round/>
                <a:headEnd/>
                <a:tailEnd/>
              </a:ln>
            </p:spPr>
            <p:txBody>
              <a:bodyPr/>
              <a:lstStyle/>
              <a:p>
                <a:endParaRPr lang="en-US"/>
              </a:p>
            </p:txBody>
          </p:sp>
        </p:grpSp>
        <p:grpSp>
          <p:nvGrpSpPr>
            <p:cNvPr id="52324" name="Group 2105"/>
            <p:cNvGrpSpPr>
              <a:grpSpLocks/>
            </p:cNvGrpSpPr>
            <p:nvPr/>
          </p:nvGrpSpPr>
          <p:grpSpPr bwMode="auto">
            <a:xfrm>
              <a:off x="2367" y="3272"/>
              <a:ext cx="32" cy="335"/>
              <a:chOff x="2367" y="3272"/>
              <a:chExt cx="32" cy="335"/>
            </a:xfrm>
          </p:grpSpPr>
          <p:sp>
            <p:nvSpPr>
              <p:cNvPr id="53069" name="Oval 2106"/>
              <p:cNvSpPr>
                <a:spLocks noChangeArrowheads="1"/>
              </p:cNvSpPr>
              <p:nvPr/>
            </p:nvSpPr>
            <p:spPr bwMode="auto">
              <a:xfrm>
                <a:off x="2367" y="3272"/>
                <a:ext cx="32" cy="32"/>
              </a:xfrm>
              <a:prstGeom prst="ellipse">
                <a:avLst/>
              </a:prstGeom>
              <a:solidFill>
                <a:schemeClr val="tx1"/>
              </a:solidFill>
              <a:ln w="9525">
                <a:solidFill>
                  <a:schemeClr val="tx1"/>
                </a:solidFill>
                <a:round/>
                <a:headEnd/>
                <a:tailEnd/>
              </a:ln>
            </p:spPr>
            <p:txBody>
              <a:bodyPr/>
              <a:lstStyle/>
              <a:p>
                <a:endParaRPr lang="en-US"/>
              </a:p>
            </p:txBody>
          </p:sp>
          <p:sp>
            <p:nvSpPr>
              <p:cNvPr id="53070" name="Oval 2107"/>
              <p:cNvSpPr>
                <a:spLocks noChangeArrowheads="1"/>
              </p:cNvSpPr>
              <p:nvPr/>
            </p:nvSpPr>
            <p:spPr bwMode="auto">
              <a:xfrm>
                <a:off x="2367" y="3272"/>
                <a:ext cx="32" cy="32"/>
              </a:xfrm>
              <a:prstGeom prst="ellipse">
                <a:avLst/>
              </a:prstGeom>
              <a:solidFill>
                <a:schemeClr val="tx1"/>
              </a:solidFill>
              <a:ln w="25400">
                <a:solidFill>
                  <a:schemeClr val="tx1"/>
                </a:solidFill>
                <a:round/>
                <a:headEnd/>
                <a:tailEnd/>
              </a:ln>
            </p:spPr>
            <p:txBody>
              <a:bodyPr/>
              <a:lstStyle/>
              <a:p>
                <a:endParaRPr lang="en-US"/>
              </a:p>
            </p:txBody>
          </p:sp>
          <p:sp>
            <p:nvSpPr>
              <p:cNvPr id="53071" name="Oval 2108"/>
              <p:cNvSpPr>
                <a:spLocks noChangeArrowheads="1"/>
              </p:cNvSpPr>
              <p:nvPr/>
            </p:nvSpPr>
            <p:spPr bwMode="auto">
              <a:xfrm>
                <a:off x="2367" y="3575"/>
                <a:ext cx="32" cy="32"/>
              </a:xfrm>
              <a:prstGeom prst="ellipse">
                <a:avLst/>
              </a:prstGeom>
              <a:solidFill>
                <a:schemeClr val="tx1"/>
              </a:solidFill>
              <a:ln w="9525">
                <a:solidFill>
                  <a:schemeClr val="tx1"/>
                </a:solidFill>
                <a:round/>
                <a:headEnd/>
                <a:tailEnd/>
              </a:ln>
            </p:spPr>
            <p:txBody>
              <a:bodyPr/>
              <a:lstStyle/>
              <a:p>
                <a:endParaRPr lang="en-US"/>
              </a:p>
            </p:txBody>
          </p:sp>
          <p:sp>
            <p:nvSpPr>
              <p:cNvPr id="53072" name="Oval 2109"/>
              <p:cNvSpPr>
                <a:spLocks noChangeArrowheads="1"/>
              </p:cNvSpPr>
              <p:nvPr/>
            </p:nvSpPr>
            <p:spPr bwMode="auto">
              <a:xfrm>
                <a:off x="2367" y="3575"/>
                <a:ext cx="32" cy="32"/>
              </a:xfrm>
              <a:prstGeom prst="ellipse">
                <a:avLst/>
              </a:prstGeom>
              <a:solidFill>
                <a:schemeClr val="tx1"/>
              </a:solidFill>
              <a:ln w="25400">
                <a:solidFill>
                  <a:schemeClr val="tx1"/>
                </a:solidFill>
                <a:round/>
                <a:headEnd/>
                <a:tailEnd/>
              </a:ln>
            </p:spPr>
            <p:txBody>
              <a:bodyPr/>
              <a:lstStyle/>
              <a:p>
                <a:endParaRPr lang="en-US"/>
              </a:p>
            </p:txBody>
          </p:sp>
        </p:grpSp>
        <p:grpSp>
          <p:nvGrpSpPr>
            <p:cNvPr id="52325" name="Group 2110"/>
            <p:cNvGrpSpPr>
              <a:grpSpLocks/>
            </p:cNvGrpSpPr>
            <p:nvPr/>
          </p:nvGrpSpPr>
          <p:grpSpPr bwMode="auto">
            <a:xfrm>
              <a:off x="2822" y="3272"/>
              <a:ext cx="40" cy="335"/>
              <a:chOff x="2822" y="3272"/>
              <a:chExt cx="40" cy="335"/>
            </a:xfrm>
          </p:grpSpPr>
          <p:sp>
            <p:nvSpPr>
              <p:cNvPr id="53065" name="Oval 2111"/>
              <p:cNvSpPr>
                <a:spLocks noChangeArrowheads="1"/>
              </p:cNvSpPr>
              <p:nvPr/>
            </p:nvSpPr>
            <p:spPr bwMode="auto">
              <a:xfrm>
                <a:off x="2822" y="3272"/>
                <a:ext cx="40" cy="32"/>
              </a:xfrm>
              <a:prstGeom prst="ellipse">
                <a:avLst/>
              </a:prstGeom>
              <a:solidFill>
                <a:schemeClr val="tx1"/>
              </a:solidFill>
              <a:ln w="9525">
                <a:solidFill>
                  <a:schemeClr val="tx1"/>
                </a:solidFill>
                <a:round/>
                <a:headEnd/>
                <a:tailEnd/>
              </a:ln>
            </p:spPr>
            <p:txBody>
              <a:bodyPr/>
              <a:lstStyle/>
              <a:p>
                <a:endParaRPr lang="en-US"/>
              </a:p>
            </p:txBody>
          </p:sp>
          <p:sp>
            <p:nvSpPr>
              <p:cNvPr id="53066" name="Oval 2112"/>
              <p:cNvSpPr>
                <a:spLocks noChangeArrowheads="1"/>
              </p:cNvSpPr>
              <p:nvPr/>
            </p:nvSpPr>
            <p:spPr bwMode="auto">
              <a:xfrm>
                <a:off x="2822" y="3272"/>
                <a:ext cx="40" cy="32"/>
              </a:xfrm>
              <a:prstGeom prst="ellipse">
                <a:avLst/>
              </a:prstGeom>
              <a:solidFill>
                <a:schemeClr val="tx1"/>
              </a:solidFill>
              <a:ln w="25400">
                <a:solidFill>
                  <a:schemeClr val="tx1"/>
                </a:solidFill>
                <a:round/>
                <a:headEnd/>
                <a:tailEnd/>
              </a:ln>
            </p:spPr>
            <p:txBody>
              <a:bodyPr/>
              <a:lstStyle/>
              <a:p>
                <a:endParaRPr lang="en-US"/>
              </a:p>
            </p:txBody>
          </p:sp>
          <p:sp>
            <p:nvSpPr>
              <p:cNvPr id="53067" name="Oval 2113"/>
              <p:cNvSpPr>
                <a:spLocks noChangeArrowheads="1"/>
              </p:cNvSpPr>
              <p:nvPr/>
            </p:nvSpPr>
            <p:spPr bwMode="auto">
              <a:xfrm>
                <a:off x="2822" y="3575"/>
                <a:ext cx="40" cy="32"/>
              </a:xfrm>
              <a:prstGeom prst="ellipse">
                <a:avLst/>
              </a:prstGeom>
              <a:solidFill>
                <a:schemeClr val="tx1"/>
              </a:solidFill>
              <a:ln w="9525">
                <a:solidFill>
                  <a:schemeClr val="tx1"/>
                </a:solidFill>
                <a:round/>
                <a:headEnd/>
                <a:tailEnd/>
              </a:ln>
            </p:spPr>
            <p:txBody>
              <a:bodyPr/>
              <a:lstStyle/>
              <a:p>
                <a:endParaRPr lang="en-US"/>
              </a:p>
            </p:txBody>
          </p:sp>
          <p:sp>
            <p:nvSpPr>
              <p:cNvPr id="53068" name="Oval 2114"/>
              <p:cNvSpPr>
                <a:spLocks noChangeArrowheads="1"/>
              </p:cNvSpPr>
              <p:nvPr/>
            </p:nvSpPr>
            <p:spPr bwMode="auto">
              <a:xfrm>
                <a:off x="2822" y="3575"/>
                <a:ext cx="40" cy="32"/>
              </a:xfrm>
              <a:prstGeom prst="ellipse">
                <a:avLst/>
              </a:prstGeom>
              <a:solidFill>
                <a:schemeClr val="tx1"/>
              </a:solidFill>
              <a:ln w="25400">
                <a:solidFill>
                  <a:schemeClr val="tx1"/>
                </a:solidFill>
                <a:round/>
                <a:headEnd/>
                <a:tailEnd/>
              </a:ln>
            </p:spPr>
            <p:txBody>
              <a:bodyPr/>
              <a:lstStyle/>
              <a:p>
                <a:endParaRPr lang="en-US"/>
              </a:p>
            </p:txBody>
          </p:sp>
        </p:grpSp>
        <p:grpSp>
          <p:nvGrpSpPr>
            <p:cNvPr id="52326" name="Group 2115"/>
            <p:cNvGrpSpPr>
              <a:grpSpLocks/>
            </p:cNvGrpSpPr>
            <p:nvPr/>
          </p:nvGrpSpPr>
          <p:grpSpPr bwMode="auto">
            <a:xfrm>
              <a:off x="2415" y="2650"/>
              <a:ext cx="415" cy="56"/>
              <a:chOff x="2415" y="2650"/>
              <a:chExt cx="415" cy="56"/>
            </a:xfrm>
          </p:grpSpPr>
          <p:sp>
            <p:nvSpPr>
              <p:cNvPr id="53057" name="Freeform 2116"/>
              <p:cNvSpPr>
                <a:spLocks/>
              </p:cNvSpPr>
              <p:nvPr/>
            </p:nvSpPr>
            <p:spPr bwMode="auto">
              <a:xfrm>
                <a:off x="2718" y="2650"/>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chemeClr val="tx1"/>
              </a:solidFill>
              <a:ln w="9525">
                <a:solidFill>
                  <a:schemeClr val="tx1"/>
                </a:solidFill>
                <a:round/>
                <a:headEnd/>
                <a:tailEnd/>
              </a:ln>
            </p:spPr>
            <p:txBody>
              <a:bodyPr/>
              <a:lstStyle/>
              <a:p>
                <a:endParaRPr lang="en-US"/>
              </a:p>
            </p:txBody>
          </p:sp>
          <p:grpSp>
            <p:nvGrpSpPr>
              <p:cNvPr id="53058" name="Group 2117"/>
              <p:cNvGrpSpPr>
                <a:grpSpLocks/>
              </p:cNvGrpSpPr>
              <p:nvPr/>
            </p:nvGrpSpPr>
            <p:grpSpPr bwMode="auto">
              <a:xfrm>
                <a:off x="2415" y="2674"/>
                <a:ext cx="295" cy="1"/>
                <a:chOff x="2415" y="2674"/>
                <a:chExt cx="295" cy="1"/>
              </a:xfrm>
            </p:grpSpPr>
            <p:sp>
              <p:nvSpPr>
                <p:cNvPr id="53059" name="Line 2118"/>
                <p:cNvSpPr>
                  <a:spLocks noChangeShapeType="1"/>
                </p:cNvSpPr>
                <p:nvPr/>
              </p:nvSpPr>
              <p:spPr bwMode="auto">
                <a:xfrm>
                  <a:off x="2415"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060" name="Line 2119"/>
                <p:cNvSpPr>
                  <a:spLocks noChangeShapeType="1"/>
                </p:cNvSpPr>
                <p:nvPr/>
              </p:nvSpPr>
              <p:spPr bwMode="auto">
                <a:xfrm>
                  <a:off x="2471"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061" name="Line 2120"/>
                <p:cNvSpPr>
                  <a:spLocks noChangeShapeType="1"/>
                </p:cNvSpPr>
                <p:nvPr/>
              </p:nvSpPr>
              <p:spPr bwMode="auto">
                <a:xfrm>
                  <a:off x="2526"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062" name="Line 2121"/>
                <p:cNvSpPr>
                  <a:spLocks noChangeShapeType="1"/>
                </p:cNvSpPr>
                <p:nvPr/>
              </p:nvSpPr>
              <p:spPr bwMode="auto">
                <a:xfrm>
                  <a:off x="2582"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063" name="Line 2122"/>
                <p:cNvSpPr>
                  <a:spLocks noChangeShapeType="1"/>
                </p:cNvSpPr>
                <p:nvPr/>
              </p:nvSpPr>
              <p:spPr bwMode="auto">
                <a:xfrm>
                  <a:off x="2638"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064" name="Line 2123"/>
                <p:cNvSpPr>
                  <a:spLocks noChangeShapeType="1"/>
                </p:cNvSpPr>
                <p:nvPr/>
              </p:nvSpPr>
              <p:spPr bwMode="auto">
                <a:xfrm>
                  <a:off x="2694" y="2674"/>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2327" name="Group 2124"/>
            <p:cNvGrpSpPr>
              <a:grpSpLocks/>
            </p:cNvGrpSpPr>
            <p:nvPr/>
          </p:nvGrpSpPr>
          <p:grpSpPr bwMode="auto">
            <a:xfrm>
              <a:off x="2415" y="1733"/>
              <a:ext cx="415" cy="56"/>
              <a:chOff x="2415" y="1733"/>
              <a:chExt cx="415" cy="56"/>
            </a:xfrm>
          </p:grpSpPr>
          <p:sp>
            <p:nvSpPr>
              <p:cNvPr id="53049" name="Freeform 2125"/>
              <p:cNvSpPr>
                <a:spLocks/>
              </p:cNvSpPr>
              <p:nvPr/>
            </p:nvSpPr>
            <p:spPr bwMode="auto">
              <a:xfrm>
                <a:off x="2718" y="1733"/>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chemeClr val="tx1"/>
              </a:solidFill>
              <a:ln w="9525">
                <a:solidFill>
                  <a:schemeClr val="tx1"/>
                </a:solidFill>
                <a:round/>
                <a:headEnd/>
                <a:tailEnd/>
              </a:ln>
            </p:spPr>
            <p:txBody>
              <a:bodyPr/>
              <a:lstStyle/>
              <a:p>
                <a:endParaRPr lang="en-US"/>
              </a:p>
            </p:txBody>
          </p:sp>
          <p:grpSp>
            <p:nvGrpSpPr>
              <p:cNvPr id="53050" name="Group 2126"/>
              <p:cNvGrpSpPr>
                <a:grpSpLocks/>
              </p:cNvGrpSpPr>
              <p:nvPr/>
            </p:nvGrpSpPr>
            <p:grpSpPr bwMode="auto">
              <a:xfrm>
                <a:off x="2415" y="1757"/>
                <a:ext cx="295" cy="1"/>
                <a:chOff x="2415" y="1757"/>
                <a:chExt cx="295" cy="1"/>
              </a:xfrm>
            </p:grpSpPr>
            <p:sp>
              <p:nvSpPr>
                <p:cNvPr id="53051" name="Line 2127"/>
                <p:cNvSpPr>
                  <a:spLocks noChangeShapeType="1"/>
                </p:cNvSpPr>
                <p:nvPr/>
              </p:nvSpPr>
              <p:spPr bwMode="auto">
                <a:xfrm>
                  <a:off x="2415"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052" name="Line 2128"/>
                <p:cNvSpPr>
                  <a:spLocks noChangeShapeType="1"/>
                </p:cNvSpPr>
                <p:nvPr/>
              </p:nvSpPr>
              <p:spPr bwMode="auto">
                <a:xfrm>
                  <a:off x="2471"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053" name="Line 2129"/>
                <p:cNvSpPr>
                  <a:spLocks noChangeShapeType="1"/>
                </p:cNvSpPr>
                <p:nvPr/>
              </p:nvSpPr>
              <p:spPr bwMode="auto">
                <a:xfrm>
                  <a:off x="2526"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054" name="Line 2130"/>
                <p:cNvSpPr>
                  <a:spLocks noChangeShapeType="1"/>
                </p:cNvSpPr>
                <p:nvPr/>
              </p:nvSpPr>
              <p:spPr bwMode="auto">
                <a:xfrm>
                  <a:off x="2582"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055" name="Line 2131"/>
                <p:cNvSpPr>
                  <a:spLocks noChangeShapeType="1"/>
                </p:cNvSpPr>
                <p:nvPr/>
              </p:nvSpPr>
              <p:spPr bwMode="auto">
                <a:xfrm>
                  <a:off x="2638"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056" name="Line 2132"/>
                <p:cNvSpPr>
                  <a:spLocks noChangeShapeType="1"/>
                </p:cNvSpPr>
                <p:nvPr/>
              </p:nvSpPr>
              <p:spPr bwMode="auto">
                <a:xfrm>
                  <a:off x="2694" y="1757"/>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2328" name="Group 2133"/>
            <p:cNvGrpSpPr>
              <a:grpSpLocks/>
            </p:cNvGrpSpPr>
            <p:nvPr/>
          </p:nvGrpSpPr>
          <p:grpSpPr bwMode="auto">
            <a:xfrm>
              <a:off x="1489" y="3264"/>
              <a:ext cx="423" cy="56"/>
              <a:chOff x="1489" y="3264"/>
              <a:chExt cx="423" cy="56"/>
            </a:xfrm>
          </p:grpSpPr>
          <p:sp>
            <p:nvSpPr>
              <p:cNvPr id="53041" name="Freeform 2134"/>
              <p:cNvSpPr>
                <a:spLocks/>
              </p:cNvSpPr>
              <p:nvPr/>
            </p:nvSpPr>
            <p:spPr bwMode="auto">
              <a:xfrm>
                <a:off x="1792" y="3264"/>
                <a:ext cx="120" cy="56"/>
              </a:xfrm>
              <a:custGeom>
                <a:avLst/>
                <a:gdLst>
                  <a:gd name="T0" fmla="*/ 120 w 120"/>
                  <a:gd name="T1" fmla="*/ 24 h 56"/>
                  <a:gd name="T2" fmla="*/ 0 w 120"/>
                  <a:gd name="T3" fmla="*/ 56 h 56"/>
                  <a:gd name="T4" fmla="*/ 0 w 120"/>
                  <a:gd name="T5" fmla="*/ 24 h 56"/>
                  <a:gd name="T6" fmla="*/ 0 w 120"/>
                  <a:gd name="T7" fmla="*/ 0 h 56"/>
                  <a:gd name="T8" fmla="*/ 120 w 120"/>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 h="56">
                    <a:moveTo>
                      <a:pt x="120" y="24"/>
                    </a:moveTo>
                    <a:lnTo>
                      <a:pt x="0" y="56"/>
                    </a:lnTo>
                    <a:lnTo>
                      <a:pt x="0" y="24"/>
                    </a:lnTo>
                    <a:lnTo>
                      <a:pt x="0" y="0"/>
                    </a:lnTo>
                    <a:lnTo>
                      <a:pt x="120" y="24"/>
                    </a:lnTo>
                    <a:close/>
                  </a:path>
                </a:pathLst>
              </a:custGeom>
              <a:solidFill>
                <a:schemeClr val="tx1"/>
              </a:solidFill>
              <a:ln w="9525">
                <a:solidFill>
                  <a:schemeClr val="tx1"/>
                </a:solidFill>
                <a:round/>
                <a:headEnd/>
                <a:tailEnd/>
              </a:ln>
            </p:spPr>
            <p:txBody>
              <a:bodyPr/>
              <a:lstStyle/>
              <a:p>
                <a:endParaRPr lang="en-US"/>
              </a:p>
            </p:txBody>
          </p:sp>
          <p:grpSp>
            <p:nvGrpSpPr>
              <p:cNvPr id="53042" name="Group 2135"/>
              <p:cNvGrpSpPr>
                <a:grpSpLocks/>
              </p:cNvGrpSpPr>
              <p:nvPr/>
            </p:nvGrpSpPr>
            <p:grpSpPr bwMode="auto">
              <a:xfrm>
                <a:off x="1489" y="3288"/>
                <a:ext cx="295" cy="1"/>
                <a:chOff x="1489" y="3288"/>
                <a:chExt cx="295" cy="1"/>
              </a:xfrm>
            </p:grpSpPr>
            <p:sp>
              <p:nvSpPr>
                <p:cNvPr id="53043" name="Line 2136"/>
                <p:cNvSpPr>
                  <a:spLocks noChangeShapeType="1"/>
                </p:cNvSpPr>
                <p:nvPr/>
              </p:nvSpPr>
              <p:spPr bwMode="auto">
                <a:xfrm>
                  <a:off x="1489"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044" name="Line 2137"/>
                <p:cNvSpPr>
                  <a:spLocks noChangeShapeType="1"/>
                </p:cNvSpPr>
                <p:nvPr/>
              </p:nvSpPr>
              <p:spPr bwMode="auto">
                <a:xfrm>
                  <a:off x="1544"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045" name="Line 2138"/>
                <p:cNvSpPr>
                  <a:spLocks noChangeShapeType="1"/>
                </p:cNvSpPr>
                <p:nvPr/>
              </p:nvSpPr>
              <p:spPr bwMode="auto">
                <a:xfrm>
                  <a:off x="1600"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046" name="Line 2139"/>
                <p:cNvSpPr>
                  <a:spLocks noChangeShapeType="1"/>
                </p:cNvSpPr>
                <p:nvPr/>
              </p:nvSpPr>
              <p:spPr bwMode="auto">
                <a:xfrm>
                  <a:off x="1656"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047" name="Line 2140"/>
                <p:cNvSpPr>
                  <a:spLocks noChangeShapeType="1"/>
                </p:cNvSpPr>
                <p:nvPr/>
              </p:nvSpPr>
              <p:spPr bwMode="auto">
                <a:xfrm>
                  <a:off x="1712"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048" name="Line 2141"/>
                <p:cNvSpPr>
                  <a:spLocks noChangeShapeType="1"/>
                </p:cNvSpPr>
                <p:nvPr/>
              </p:nvSpPr>
              <p:spPr bwMode="auto">
                <a:xfrm>
                  <a:off x="1768" y="3288"/>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2329" name="Group 2142"/>
            <p:cNvGrpSpPr>
              <a:grpSpLocks/>
            </p:cNvGrpSpPr>
            <p:nvPr/>
          </p:nvGrpSpPr>
          <p:grpSpPr bwMode="auto">
            <a:xfrm>
              <a:off x="1944" y="3256"/>
              <a:ext cx="423" cy="56"/>
              <a:chOff x="1944" y="3256"/>
              <a:chExt cx="423" cy="56"/>
            </a:xfrm>
          </p:grpSpPr>
          <p:sp>
            <p:nvSpPr>
              <p:cNvPr id="53033" name="Freeform 2143"/>
              <p:cNvSpPr>
                <a:spLocks/>
              </p:cNvSpPr>
              <p:nvPr/>
            </p:nvSpPr>
            <p:spPr bwMode="auto">
              <a:xfrm>
                <a:off x="2255" y="325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chemeClr val="tx1"/>
              </a:solidFill>
              <a:ln w="9525">
                <a:solidFill>
                  <a:schemeClr val="tx1"/>
                </a:solidFill>
                <a:round/>
                <a:headEnd/>
                <a:tailEnd/>
              </a:ln>
            </p:spPr>
            <p:txBody>
              <a:bodyPr/>
              <a:lstStyle/>
              <a:p>
                <a:endParaRPr lang="en-US"/>
              </a:p>
            </p:txBody>
          </p:sp>
          <p:grpSp>
            <p:nvGrpSpPr>
              <p:cNvPr id="53034" name="Group 2144"/>
              <p:cNvGrpSpPr>
                <a:grpSpLocks/>
              </p:cNvGrpSpPr>
              <p:nvPr/>
            </p:nvGrpSpPr>
            <p:grpSpPr bwMode="auto">
              <a:xfrm>
                <a:off x="1944" y="3288"/>
                <a:ext cx="303" cy="1"/>
                <a:chOff x="1944" y="3288"/>
                <a:chExt cx="303" cy="1"/>
              </a:xfrm>
            </p:grpSpPr>
            <p:sp>
              <p:nvSpPr>
                <p:cNvPr id="53035" name="Line 2145"/>
                <p:cNvSpPr>
                  <a:spLocks noChangeShapeType="1"/>
                </p:cNvSpPr>
                <p:nvPr/>
              </p:nvSpPr>
              <p:spPr bwMode="auto">
                <a:xfrm>
                  <a:off x="1944"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036" name="Line 2146"/>
                <p:cNvSpPr>
                  <a:spLocks noChangeShapeType="1"/>
                </p:cNvSpPr>
                <p:nvPr/>
              </p:nvSpPr>
              <p:spPr bwMode="auto">
                <a:xfrm>
                  <a:off x="2000" y="3288"/>
                  <a:ext cx="23"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037" name="Line 2147"/>
                <p:cNvSpPr>
                  <a:spLocks noChangeShapeType="1"/>
                </p:cNvSpPr>
                <p:nvPr/>
              </p:nvSpPr>
              <p:spPr bwMode="auto">
                <a:xfrm>
                  <a:off x="2055"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038" name="Line 2148"/>
                <p:cNvSpPr>
                  <a:spLocks noChangeShapeType="1"/>
                </p:cNvSpPr>
                <p:nvPr/>
              </p:nvSpPr>
              <p:spPr bwMode="auto">
                <a:xfrm>
                  <a:off x="2111"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039" name="Line 2149"/>
                <p:cNvSpPr>
                  <a:spLocks noChangeShapeType="1"/>
                </p:cNvSpPr>
                <p:nvPr/>
              </p:nvSpPr>
              <p:spPr bwMode="auto">
                <a:xfrm>
                  <a:off x="2167"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040" name="Line 2150"/>
                <p:cNvSpPr>
                  <a:spLocks noChangeShapeType="1"/>
                </p:cNvSpPr>
                <p:nvPr/>
              </p:nvSpPr>
              <p:spPr bwMode="auto">
                <a:xfrm>
                  <a:off x="2223"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2330" name="Group 2151"/>
            <p:cNvGrpSpPr>
              <a:grpSpLocks/>
            </p:cNvGrpSpPr>
            <p:nvPr/>
          </p:nvGrpSpPr>
          <p:grpSpPr bwMode="auto">
            <a:xfrm>
              <a:off x="2415" y="3256"/>
              <a:ext cx="415" cy="56"/>
              <a:chOff x="2415" y="3256"/>
              <a:chExt cx="415" cy="56"/>
            </a:xfrm>
          </p:grpSpPr>
          <p:sp>
            <p:nvSpPr>
              <p:cNvPr id="53025" name="Freeform 2152"/>
              <p:cNvSpPr>
                <a:spLocks/>
              </p:cNvSpPr>
              <p:nvPr/>
            </p:nvSpPr>
            <p:spPr bwMode="auto">
              <a:xfrm>
                <a:off x="2718" y="325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chemeClr val="tx1"/>
              </a:solidFill>
              <a:ln w="9525">
                <a:solidFill>
                  <a:schemeClr val="tx1"/>
                </a:solidFill>
                <a:round/>
                <a:headEnd/>
                <a:tailEnd/>
              </a:ln>
            </p:spPr>
            <p:txBody>
              <a:bodyPr/>
              <a:lstStyle/>
              <a:p>
                <a:endParaRPr lang="en-US"/>
              </a:p>
            </p:txBody>
          </p:sp>
          <p:grpSp>
            <p:nvGrpSpPr>
              <p:cNvPr id="53026" name="Group 2153"/>
              <p:cNvGrpSpPr>
                <a:grpSpLocks/>
              </p:cNvGrpSpPr>
              <p:nvPr/>
            </p:nvGrpSpPr>
            <p:grpSpPr bwMode="auto">
              <a:xfrm>
                <a:off x="2415" y="3288"/>
                <a:ext cx="295" cy="1"/>
                <a:chOff x="2415" y="3288"/>
                <a:chExt cx="295" cy="1"/>
              </a:xfrm>
            </p:grpSpPr>
            <p:sp>
              <p:nvSpPr>
                <p:cNvPr id="53027" name="Line 2154"/>
                <p:cNvSpPr>
                  <a:spLocks noChangeShapeType="1"/>
                </p:cNvSpPr>
                <p:nvPr/>
              </p:nvSpPr>
              <p:spPr bwMode="auto">
                <a:xfrm>
                  <a:off x="2415"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028" name="Line 2155"/>
                <p:cNvSpPr>
                  <a:spLocks noChangeShapeType="1"/>
                </p:cNvSpPr>
                <p:nvPr/>
              </p:nvSpPr>
              <p:spPr bwMode="auto">
                <a:xfrm>
                  <a:off x="2471"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029" name="Line 2156"/>
                <p:cNvSpPr>
                  <a:spLocks noChangeShapeType="1"/>
                </p:cNvSpPr>
                <p:nvPr/>
              </p:nvSpPr>
              <p:spPr bwMode="auto">
                <a:xfrm>
                  <a:off x="2526"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030" name="Line 2157"/>
                <p:cNvSpPr>
                  <a:spLocks noChangeShapeType="1"/>
                </p:cNvSpPr>
                <p:nvPr/>
              </p:nvSpPr>
              <p:spPr bwMode="auto">
                <a:xfrm>
                  <a:off x="2582"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031" name="Line 2158"/>
                <p:cNvSpPr>
                  <a:spLocks noChangeShapeType="1"/>
                </p:cNvSpPr>
                <p:nvPr/>
              </p:nvSpPr>
              <p:spPr bwMode="auto">
                <a:xfrm>
                  <a:off x="2638"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032" name="Line 2159"/>
                <p:cNvSpPr>
                  <a:spLocks noChangeShapeType="1"/>
                </p:cNvSpPr>
                <p:nvPr/>
              </p:nvSpPr>
              <p:spPr bwMode="auto">
                <a:xfrm>
                  <a:off x="2694" y="3288"/>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2331" name="Group 2160"/>
            <p:cNvGrpSpPr>
              <a:grpSpLocks/>
            </p:cNvGrpSpPr>
            <p:nvPr/>
          </p:nvGrpSpPr>
          <p:grpSpPr bwMode="auto">
            <a:xfrm>
              <a:off x="1489" y="3567"/>
              <a:ext cx="423" cy="56"/>
              <a:chOff x="1489" y="3567"/>
              <a:chExt cx="423" cy="56"/>
            </a:xfrm>
          </p:grpSpPr>
          <p:sp>
            <p:nvSpPr>
              <p:cNvPr id="53017" name="Freeform 2161"/>
              <p:cNvSpPr>
                <a:spLocks/>
              </p:cNvSpPr>
              <p:nvPr/>
            </p:nvSpPr>
            <p:spPr bwMode="auto">
              <a:xfrm>
                <a:off x="1800"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chemeClr val="tx1"/>
              </a:solidFill>
              <a:ln w="9525">
                <a:solidFill>
                  <a:schemeClr val="tx1"/>
                </a:solidFill>
                <a:round/>
                <a:headEnd/>
                <a:tailEnd/>
              </a:ln>
            </p:spPr>
            <p:txBody>
              <a:bodyPr/>
              <a:lstStyle/>
              <a:p>
                <a:endParaRPr lang="en-US"/>
              </a:p>
            </p:txBody>
          </p:sp>
          <p:grpSp>
            <p:nvGrpSpPr>
              <p:cNvPr id="53018" name="Group 2162"/>
              <p:cNvGrpSpPr>
                <a:grpSpLocks/>
              </p:cNvGrpSpPr>
              <p:nvPr/>
            </p:nvGrpSpPr>
            <p:grpSpPr bwMode="auto">
              <a:xfrm>
                <a:off x="1489" y="3591"/>
                <a:ext cx="303" cy="1"/>
                <a:chOff x="1489" y="3591"/>
                <a:chExt cx="303" cy="1"/>
              </a:xfrm>
            </p:grpSpPr>
            <p:sp>
              <p:nvSpPr>
                <p:cNvPr id="53019" name="Line 2163"/>
                <p:cNvSpPr>
                  <a:spLocks noChangeShapeType="1"/>
                </p:cNvSpPr>
                <p:nvPr/>
              </p:nvSpPr>
              <p:spPr bwMode="auto">
                <a:xfrm>
                  <a:off x="1489"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020" name="Line 2164"/>
                <p:cNvSpPr>
                  <a:spLocks noChangeShapeType="1"/>
                </p:cNvSpPr>
                <p:nvPr/>
              </p:nvSpPr>
              <p:spPr bwMode="auto">
                <a:xfrm>
                  <a:off x="1544"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021" name="Line 2165"/>
                <p:cNvSpPr>
                  <a:spLocks noChangeShapeType="1"/>
                </p:cNvSpPr>
                <p:nvPr/>
              </p:nvSpPr>
              <p:spPr bwMode="auto">
                <a:xfrm>
                  <a:off x="1600"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022" name="Line 2166"/>
                <p:cNvSpPr>
                  <a:spLocks noChangeShapeType="1"/>
                </p:cNvSpPr>
                <p:nvPr/>
              </p:nvSpPr>
              <p:spPr bwMode="auto">
                <a:xfrm>
                  <a:off x="1656"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023" name="Line 2167"/>
                <p:cNvSpPr>
                  <a:spLocks noChangeShapeType="1"/>
                </p:cNvSpPr>
                <p:nvPr/>
              </p:nvSpPr>
              <p:spPr bwMode="auto">
                <a:xfrm>
                  <a:off x="1712"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024" name="Line 2168"/>
                <p:cNvSpPr>
                  <a:spLocks noChangeShapeType="1"/>
                </p:cNvSpPr>
                <p:nvPr/>
              </p:nvSpPr>
              <p:spPr bwMode="auto">
                <a:xfrm>
                  <a:off x="1768"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2332" name="Group 2169"/>
            <p:cNvGrpSpPr>
              <a:grpSpLocks/>
            </p:cNvGrpSpPr>
            <p:nvPr/>
          </p:nvGrpSpPr>
          <p:grpSpPr bwMode="auto">
            <a:xfrm>
              <a:off x="1952" y="3567"/>
              <a:ext cx="415" cy="56"/>
              <a:chOff x="1952" y="3567"/>
              <a:chExt cx="415" cy="56"/>
            </a:xfrm>
          </p:grpSpPr>
          <p:sp>
            <p:nvSpPr>
              <p:cNvPr id="53009" name="Freeform 2170"/>
              <p:cNvSpPr>
                <a:spLocks/>
              </p:cNvSpPr>
              <p:nvPr/>
            </p:nvSpPr>
            <p:spPr bwMode="auto">
              <a:xfrm>
                <a:off x="2255"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chemeClr val="tx1"/>
              </a:solidFill>
              <a:ln w="9525">
                <a:solidFill>
                  <a:schemeClr val="tx1"/>
                </a:solidFill>
                <a:round/>
                <a:headEnd/>
                <a:tailEnd/>
              </a:ln>
            </p:spPr>
            <p:txBody>
              <a:bodyPr/>
              <a:lstStyle/>
              <a:p>
                <a:endParaRPr lang="en-US"/>
              </a:p>
            </p:txBody>
          </p:sp>
          <p:grpSp>
            <p:nvGrpSpPr>
              <p:cNvPr id="53010" name="Group 2171"/>
              <p:cNvGrpSpPr>
                <a:grpSpLocks/>
              </p:cNvGrpSpPr>
              <p:nvPr/>
            </p:nvGrpSpPr>
            <p:grpSpPr bwMode="auto">
              <a:xfrm>
                <a:off x="1952" y="3591"/>
                <a:ext cx="295" cy="1"/>
                <a:chOff x="1952" y="3591"/>
                <a:chExt cx="295" cy="1"/>
              </a:xfrm>
            </p:grpSpPr>
            <p:sp>
              <p:nvSpPr>
                <p:cNvPr id="53011" name="Line 2172"/>
                <p:cNvSpPr>
                  <a:spLocks noChangeShapeType="1"/>
                </p:cNvSpPr>
                <p:nvPr/>
              </p:nvSpPr>
              <p:spPr bwMode="auto">
                <a:xfrm>
                  <a:off x="1952"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012" name="Line 2173"/>
                <p:cNvSpPr>
                  <a:spLocks noChangeShapeType="1"/>
                </p:cNvSpPr>
                <p:nvPr/>
              </p:nvSpPr>
              <p:spPr bwMode="auto">
                <a:xfrm>
                  <a:off x="2008" y="3591"/>
                  <a:ext cx="23"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013" name="Line 2174"/>
                <p:cNvSpPr>
                  <a:spLocks noChangeShapeType="1"/>
                </p:cNvSpPr>
                <p:nvPr/>
              </p:nvSpPr>
              <p:spPr bwMode="auto">
                <a:xfrm>
                  <a:off x="2063"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014" name="Line 2175"/>
                <p:cNvSpPr>
                  <a:spLocks noChangeShapeType="1"/>
                </p:cNvSpPr>
                <p:nvPr/>
              </p:nvSpPr>
              <p:spPr bwMode="auto">
                <a:xfrm>
                  <a:off x="2119"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015" name="Line 2176"/>
                <p:cNvSpPr>
                  <a:spLocks noChangeShapeType="1"/>
                </p:cNvSpPr>
                <p:nvPr/>
              </p:nvSpPr>
              <p:spPr bwMode="auto">
                <a:xfrm>
                  <a:off x="2175"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016" name="Line 2177"/>
                <p:cNvSpPr>
                  <a:spLocks noChangeShapeType="1"/>
                </p:cNvSpPr>
                <p:nvPr/>
              </p:nvSpPr>
              <p:spPr bwMode="auto">
                <a:xfrm>
                  <a:off x="2231" y="3591"/>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2333" name="Group 2178"/>
            <p:cNvGrpSpPr>
              <a:grpSpLocks/>
            </p:cNvGrpSpPr>
            <p:nvPr/>
          </p:nvGrpSpPr>
          <p:grpSpPr bwMode="auto">
            <a:xfrm>
              <a:off x="2407" y="3567"/>
              <a:ext cx="415" cy="56"/>
              <a:chOff x="2407" y="3567"/>
              <a:chExt cx="415" cy="56"/>
            </a:xfrm>
          </p:grpSpPr>
          <p:sp>
            <p:nvSpPr>
              <p:cNvPr id="53001" name="Freeform 2179"/>
              <p:cNvSpPr>
                <a:spLocks/>
              </p:cNvSpPr>
              <p:nvPr/>
            </p:nvSpPr>
            <p:spPr bwMode="auto">
              <a:xfrm>
                <a:off x="2710"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chemeClr val="tx1"/>
              </a:solidFill>
              <a:ln w="9525">
                <a:solidFill>
                  <a:schemeClr val="tx1"/>
                </a:solidFill>
                <a:round/>
                <a:headEnd/>
                <a:tailEnd/>
              </a:ln>
            </p:spPr>
            <p:txBody>
              <a:bodyPr/>
              <a:lstStyle/>
              <a:p>
                <a:endParaRPr lang="en-US"/>
              </a:p>
            </p:txBody>
          </p:sp>
          <p:grpSp>
            <p:nvGrpSpPr>
              <p:cNvPr id="53002" name="Group 2180"/>
              <p:cNvGrpSpPr>
                <a:grpSpLocks/>
              </p:cNvGrpSpPr>
              <p:nvPr/>
            </p:nvGrpSpPr>
            <p:grpSpPr bwMode="auto">
              <a:xfrm>
                <a:off x="2407" y="3591"/>
                <a:ext cx="295" cy="1"/>
                <a:chOff x="2407" y="3591"/>
                <a:chExt cx="295" cy="1"/>
              </a:xfrm>
            </p:grpSpPr>
            <p:sp>
              <p:nvSpPr>
                <p:cNvPr id="53003" name="Line 2181"/>
                <p:cNvSpPr>
                  <a:spLocks noChangeShapeType="1"/>
                </p:cNvSpPr>
                <p:nvPr/>
              </p:nvSpPr>
              <p:spPr bwMode="auto">
                <a:xfrm>
                  <a:off x="2407"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004" name="Line 2182"/>
                <p:cNvSpPr>
                  <a:spLocks noChangeShapeType="1"/>
                </p:cNvSpPr>
                <p:nvPr/>
              </p:nvSpPr>
              <p:spPr bwMode="auto">
                <a:xfrm>
                  <a:off x="2463"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005" name="Line 2183"/>
                <p:cNvSpPr>
                  <a:spLocks noChangeShapeType="1"/>
                </p:cNvSpPr>
                <p:nvPr/>
              </p:nvSpPr>
              <p:spPr bwMode="auto">
                <a:xfrm>
                  <a:off x="2518"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006" name="Line 2184"/>
                <p:cNvSpPr>
                  <a:spLocks noChangeShapeType="1"/>
                </p:cNvSpPr>
                <p:nvPr/>
              </p:nvSpPr>
              <p:spPr bwMode="auto">
                <a:xfrm>
                  <a:off x="2574"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007" name="Line 2185"/>
                <p:cNvSpPr>
                  <a:spLocks noChangeShapeType="1"/>
                </p:cNvSpPr>
                <p:nvPr/>
              </p:nvSpPr>
              <p:spPr bwMode="auto">
                <a:xfrm>
                  <a:off x="2630"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008" name="Line 2186"/>
                <p:cNvSpPr>
                  <a:spLocks noChangeShapeType="1"/>
                </p:cNvSpPr>
                <p:nvPr/>
              </p:nvSpPr>
              <p:spPr bwMode="auto">
                <a:xfrm>
                  <a:off x="2686" y="3591"/>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2334" name="Group 2187"/>
            <p:cNvGrpSpPr>
              <a:grpSpLocks/>
            </p:cNvGrpSpPr>
            <p:nvPr/>
          </p:nvGrpSpPr>
          <p:grpSpPr bwMode="auto">
            <a:xfrm>
              <a:off x="1952" y="2376"/>
              <a:ext cx="886" cy="290"/>
              <a:chOff x="1952" y="2376"/>
              <a:chExt cx="886" cy="290"/>
            </a:xfrm>
          </p:grpSpPr>
          <p:sp>
            <p:nvSpPr>
              <p:cNvPr id="52999" name="Freeform 2188"/>
              <p:cNvSpPr>
                <a:spLocks/>
              </p:cNvSpPr>
              <p:nvPr/>
            </p:nvSpPr>
            <p:spPr bwMode="auto">
              <a:xfrm>
                <a:off x="2702" y="2586"/>
                <a:ext cx="136" cy="80"/>
              </a:xfrm>
              <a:custGeom>
                <a:avLst/>
                <a:gdLst>
                  <a:gd name="T0" fmla="*/ 136 w 136"/>
                  <a:gd name="T1" fmla="*/ 80 h 80"/>
                  <a:gd name="T2" fmla="*/ 0 w 136"/>
                  <a:gd name="T3" fmla="*/ 64 h 80"/>
                  <a:gd name="T4" fmla="*/ 8 w 136"/>
                  <a:gd name="T5" fmla="*/ 32 h 80"/>
                  <a:gd name="T6" fmla="*/ 16 w 136"/>
                  <a:gd name="T7" fmla="*/ 0 h 80"/>
                  <a:gd name="T8" fmla="*/ 136 w 136"/>
                  <a:gd name="T9" fmla="*/ 80 h 8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 h="80">
                    <a:moveTo>
                      <a:pt x="136" y="80"/>
                    </a:moveTo>
                    <a:lnTo>
                      <a:pt x="0" y="64"/>
                    </a:lnTo>
                    <a:lnTo>
                      <a:pt x="8" y="32"/>
                    </a:lnTo>
                    <a:lnTo>
                      <a:pt x="16" y="0"/>
                    </a:lnTo>
                    <a:lnTo>
                      <a:pt x="136" y="80"/>
                    </a:lnTo>
                    <a:close/>
                  </a:path>
                </a:pathLst>
              </a:custGeom>
              <a:solidFill>
                <a:schemeClr val="tx1"/>
              </a:solidFill>
              <a:ln w="9525">
                <a:solidFill>
                  <a:schemeClr val="tx1"/>
                </a:solidFill>
                <a:round/>
                <a:headEnd/>
                <a:tailEnd/>
              </a:ln>
            </p:spPr>
            <p:txBody>
              <a:bodyPr/>
              <a:lstStyle/>
              <a:p>
                <a:endParaRPr lang="en-US"/>
              </a:p>
            </p:txBody>
          </p:sp>
          <p:sp>
            <p:nvSpPr>
              <p:cNvPr id="53000" name="Line 2189"/>
              <p:cNvSpPr>
                <a:spLocks noChangeShapeType="1"/>
              </p:cNvSpPr>
              <p:nvPr/>
            </p:nvSpPr>
            <p:spPr bwMode="auto">
              <a:xfrm>
                <a:off x="1952" y="2376"/>
                <a:ext cx="766" cy="244"/>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2335" name="Group 2190"/>
            <p:cNvGrpSpPr>
              <a:grpSpLocks/>
            </p:cNvGrpSpPr>
            <p:nvPr/>
          </p:nvGrpSpPr>
          <p:grpSpPr bwMode="auto">
            <a:xfrm>
              <a:off x="1481" y="2084"/>
              <a:ext cx="1373" cy="1507"/>
              <a:chOff x="1481" y="2084"/>
              <a:chExt cx="1373" cy="1507"/>
            </a:xfrm>
          </p:grpSpPr>
          <p:sp>
            <p:nvSpPr>
              <p:cNvPr id="52997" name="Freeform 2191"/>
              <p:cNvSpPr>
                <a:spLocks/>
              </p:cNvSpPr>
              <p:nvPr/>
            </p:nvSpPr>
            <p:spPr bwMode="auto">
              <a:xfrm>
                <a:off x="2742" y="2084"/>
                <a:ext cx="112" cy="119"/>
              </a:xfrm>
              <a:custGeom>
                <a:avLst/>
                <a:gdLst>
                  <a:gd name="T0" fmla="*/ 112 w 112"/>
                  <a:gd name="T1" fmla="*/ 0 h 119"/>
                  <a:gd name="T2" fmla="*/ 48 w 112"/>
                  <a:gd name="T3" fmla="*/ 119 h 119"/>
                  <a:gd name="T4" fmla="*/ 24 w 112"/>
                  <a:gd name="T5" fmla="*/ 96 h 119"/>
                  <a:gd name="T6" fmla="*/ 0 w 112"/>
                  <a:gd name="T7" fmla="*/ 72 h 119"/>
                  <a:gd name="T8" fmla="*/ 112 w 112"/>
                  <a:gd name="T9" fmla="*/ 0 h 1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119">
                    <a:moveTo>
                      <a:pt x="112" y="0"/>
                    </a:moveTo>
                    <a:lnTo>
                      <a:pt x="48" y="119"/>
                    </a:lnTo>
                    <a:lnTo>
                      <a:pt x="24" y="96"/>
                    </a:lnTo>
                    <a:lnTo>
                      <a:pt x="0" y="72"/>
                    </a:lnTo>
                    <a:lnTo>
                      <a:pt x="112" y="0"/>
                    </a:lnTo>
                    <a:close/>
                  </a:path>
                </a:pathLst>
              </a:custGeom>
              <a:solidFill>
                <a:schemeClr val="tx1"/>
              </a:solidFill>
              <a:ln w="9525">
                <a:solidFill>
                  <a:schemeClr val="tx1"/>
                </a:solidFill>
                <a:round/>
                <a:headEnd/>
                <a:tailEnd/>
              </a:ln>
            </p:spPr>
            <p:txBody>
              <a:bodyPr/>
              <a:lstStyle/>
              <a:p>
                <a:endParaRPr lang="en-US"/>
              </a:p>
            </p:txBody>
          </p:sp>
          <p:sp>
            <p:nvSpPr>
              <p:cNvPr id="52998" name="Line 2192"/>
              <p:cNvSpPr>
                <a:spLocks noChangeShapeType="1"/>
              </p:cNvSpPr>
              <p:nvPr/>
            </p:nvSpPr>
            <p:spPr bwMode="auto">
              <a:xfrm flipV="1">
                <a:off x="1481" y="2172"/>
                <a:ext cx="1291" cy="1419"/>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2336" name="Group 2193"/>
            <p:cNvGrpSpPr>
              <a:grpSpLocks/>
            </p:cNvGrpSpPr>
            <p:nvPr/>
          </p:nvGrpSpPr>
          <p:grpSpPr bwMode="auto">
            <a:xfrm>
              <a:off x="1944" y="2076"/>
              <a:ext cx="902" cy="885"/>
              <a:chOff x="1944" y="2076"/>
              <a:chExt cx="902" cy="885"/>
            </a:xfrm>
          </p:grpSpPr>
          <p:sp>
            <p:nvSpPr>
              <p:cNvPr id="52995" name="Freeform 2194"/>
              <p:cNvSpPr>
                <a:spLocks/>
              </p:cNvSpPr>
              <p:nvPr/>
            </p:nvSpPr>
            <p:spPr bwMode="auto">
              <a:xfrm>
                <a:off x="2726" y="2850"/>
                <a:ext cx="120" cy="111"/>
              </a:xfrm>
              <a:custGeom>
                <a:avLst/>
                <a:gdLst>
                  <a:gd name="T0" fmla="*/ 120 w 120"/>
                  <a:gd name="T1" fmla="*/ 111 h 111"/>
                  <a:gd name="T2" fmla="*/ 0 w 120"/>
                  <a:gd name="T3" fmla="*/ 47 h 111"/>
                  <a:gd name="T4" fmla="*/ 24 w 120"/>
                  <a:gd name="T5" fmla="*/ 23 h 111"/>
                  <a:gd name="T6" fmla="*/ 48 w 120"/>
                  <a:gd name="T7" fmla="*/ 0 h 111"/>
                  <a:gd name="T8" fmla="*/ 120 w 120"/>
                  <a:gd name="T9" fmla="*/ 111 h 1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 h="111">
                    <a:moveTo>
                      <a:pt x="120" y="111"/>
                    </a:moveTo>
                    <a:lnTo>
                      <a:pt x="0" y="47"/>
                    </a:lnTo>
                    <a:lnTo>
                      <a:pt x="24" y="23"/>
                    </a:lnTo>
                    <a:lnTo>
                      <a:pt x="48" y="0"/>
                    </a:lnTo>
                    <a:lnTo>
                      <a:pt x="120" y="111"/>
                    </a:lnTo>
                    <a:close/>
                  </a:path>
                </a:pathLst>
              </a:custGeom>
              <a:solidFill>
                <a:schemeClr val="tx1"/>
              </a:solidFill>
              <a:ln w="9525">
                <a:solidFill>
                  <a:schemeClr val="tx1"/>
                </a:solidFill>
                <a:round/>
                <a:headEnd/>
                <a:tailEnd/>
              </a:ln>
            </p:spPr>
            <p:txBody>
              <a:bodyPr/>
              <a:lstStyle/>
              <a:p>
                <a:endParaRPr lang="en-US"/>
              </a:p>
            </p:txBody>
          </p:sp>
          <p:sp>
            <p:nvSpPr>
              <p:cNvPr id="52996" name="Line 2195"/>
              <p:cNvSpPr>
                <a:spLocks noChangeShapeType="1"/>
              </p:cNvSpPr>
              <p:nvPr/>
            </p:nvSpPr>
            <p:spPr bwMode="auto">
              <a:xfrm>
                <a:off x="1944" y="2076"/>
                <a:ext cx="814" cy="805"/>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2337" name="Group 2196"/>
            <p:cNvGrpSpPr>
              <a:grpSpLocks/>
            </p:cNvGrpSpPr>
            <p:nvPr/>
          </p:nvGrpSpPr>
          <p:grpSpPr bwMode="auto">
            <a:xfrm>
              <a:off x="1489" y="2379"/>
              <a:ext cx="902" cy="893"/>
              <a:chOff x="1489" y="2379"/>
              <a:chExt cx="902" cy="893"/>
            </a:xfrm>
          </p:grpSpPr>
          <p:sp>
            <p:nvSpPr>
              <p:cNvPr id="52993" name="Freeform 2197"/>
              <p:cNvSpPr>
                <a:spLocks/>
              </p:cNvSpPr>
              <p:nvPr/>
            </p:nvSpPr>
            <p:spPr bwMode="auto">
              <a:xfrm>
                <a:off x="2271" y="3153"/>
                <a:ext cx="120" cy="119"/>
              </a:xfrm>
              <a:custGeom>
                <a:avLst/>
                <a:gdLst>
                  <a:gd name="T0" fmla="*/ 120 w 120"/>
                  <a:gd name="T1" fmla="*/ 119 h 119"/>
                  <a:gd name="T2" fmla="*/ 0 w 120"/>
                  <a:gd name="T3" fmla="*/ 48 h 119"/>
                  <a:gd name="T4" fmla="*/ 24 w 120"/>
                  <a:gd name="T5" fmla="*/ 24 h 119"/>
                  <a:gd name="T6" fmla="*/ 48 w 120"/>
                  <a:gd name="T7" fmla="*/ 0 h 119"/>
                  <a:gd name="T8" fmla="*/ 120 w 120"/>
                  <a:gd name="T9" fmla="*/ 119 h 1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 h="119">
                    <a:moveTo>
                      <a:pt x="120" y="119"/>
                    </a:moveTo>
                    <a:lnTo>
                      <a:pt x="0" y="48"/>
                    </a:lnTo>
                    <a:lnTo>
                      <a:pt x="24" y="24"/>
                    </a:lnTo>
                    <a:lnTo>
                      <a:pt x="48" y="0"/>
                    </a:lnTo>
                    <a:lnTo>
                      <a:pt x="120" y="119"/>
                    </a:lnTo>
                    <a:close/>
                  </a:path>
                </a:pathLst>
              </a:custGeom>
              <a:solidFill>
                <a:schemeClr val="tx1"/>
              </a:solidFill>
              <a:ln w="9525">
                <a:solidFill>
                  <a:schemeClr val="tx1"/>
                </a:solidFill>
                <a:round/>
                <a:headEnd/>
                <a:tailEnd/>
              </a:ln>
            </p:spPr>
            <p:txBody>
              <a:bodyPr/>
              <a:lstStyle/>
              <a:p>
                <a:endParaRPr lang="en-US"/>
              </a:p>
            </p:txBody>
          </p:sp>
          <p:sp>
            <p:nvSpPr>
              <p:cNvPr id="52994" name="Line 2198"/>
              <p:cNvSpPr>
                <a:spLocks noChangeShapeType="1"/>
              </p:cNvSpPr>
              <p:nvPr/>
            </p:nvSpPr>
            <p:spPr bwMode="auto">
              <a:xfrm>
                <a:off x="1489" y="2379"/>
                <a:ext cx="814" cy="805"/>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2338" name="Group 2199"/>
            <p:cNvGrpSpPr>
              <a:grpSpLocks/>
            </p:cNvGrpSpPr>
            <p:nvPr/>
          </p:nvGrpSpPr>
          <p:grpSpPr bwMode="auto">
            <a:xfrm>
              <a:off x="3311" y="2387"/>
              <a:ext cx="437" cy="590"/>
              <a:chOff x="3311" y="2387"/>
              <a:chExt cx="437" cy="590"/>
            </a:xfrm>
          </p:grpSpPr>
          <p:sp>
            <p:nvSpPr>
              <p:cNvPr id="52991" name="Freeform 2200"/>
              <p:cNvSpPr>
                <a:spLocks/>
              </p:cNvSpPr>
              <p:nvPr/>
            </p:nvSpPr>
            <p:spPr bwMode="auto">
              <a:xfrm>
                <a:off x="3644" y="2387"/>
                <a:ext cx="104" cy="128"/>
              </a:xfrm>
              <a:custGeom>
                <a:avLst/>
                <a:gdLst>
                  <a:gd name="T0" fmla="*/ 104 w 104"/>
                  <a:gd name="T1" fmla="*/ 0 h 128"/>
                  <a:gd name="T2" fmla="*/ 56 w 104"/>
                  <a:gd name="T3" fmla="*/ 128 h 128"/>
                  <a:gd name="T4" fmla="*/ 24 w 104"/>
                  <a:gd name="T5" fmla="*/ 104 h 128"/>
                  <a:gd name="T6" fmla="*/ 0 w 104"/>
                  <a:gd name="T7" fmla="*/ 88 h 128"/>
                  <a:gd name="T8" fmla="*/ 104 w 104"/>
                  <a:gd name="T9" fmla="*/ 0 h 1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4" h="128">
                    <a:moveTo>
                      <a:pt x="104" y="0"/>
                    </a:moveTo>
                    <a:lnTo>
                      <a:pt x="56" y="128"/>
                    </a:lnTo>
                    <a:lnTo>
                      <a:pt x="24" y="104"/>
                    </a:lnTo>
                    <a:lnTo>
                      <a:pt x="0" y="88"/>
                    </a:lnTo>
                    <a:lnTo>
                      <a:pt x="104" y="0"/>
                    </a:lnTo>
                    <a:close/>
                  </a:path>
                </a:pathLst>
              </a:custGeom>
              <a:solidFill>
                <a:schemeClr val="tx1"/>
              </a:solidFill>
              <a:ln w="9525">
                <a:solidFill>
                  <a:schemeClr val="tx1"/>
                </a:solidFill>
                <a:round/>
                <a:headEnd/>
                <a:tailEnd/>
              </a:ln>
            </p:spPr>
            <p:txBody>
              <a:bodyPr/>
              <a:lstStyle/>
              <a:p>
                <a:endParaRPr lang="en-US"/>
              </a:p>
            </p:txBody>
          </p:sp>
          <p:sp>
            <p:nvSpPr>
              <p:cNvPr id="52992" name="Line 2201"/>
              <p:cNvSpPr>
                <a:spLocks noChangeShapeType="1"/>
              </p:cNvSpPr>
              <p:nvPr/>
            </p:nvSpPr>
            <p:spPr bwMode="auto">
              <a:xfrm flipV="1">
                <a:off x="3311" y="2483"/>
                <a:ext cx="362" cy="494"/>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2339" name="Group 2202"/>
            <p:cNvGrpSpPr>
              <a:grpSpLocks/>
            </p:cNvGrpSpPr>
            <p:nvPr/>
          </p:nvGrpSpPr>
          <p:grpSpPr bwMode="auto">
            <a:xfrm>
              <a:off x="3772" y="2387"/>
              <a:ext cx="894" cy="596"/>
              <a:chOff x="3772" y="2387"/>
              <a:chExt cx="894" cy="596"/>
            </a:xfrm>
          </p:grpSpPr>
          <p:sp>
            <p:nvSpPr>
              <p:cNvPr id="52989" name="Freeform 2203"/>
              <p:cNvSpPr>
                <a:spLocks/>
              </p:cNvSpPr>
              <p:nvPr/>
            </p:nvSpPr>
            <p:spPr bwMode="auto">
              <a:xfrm>
                <a:off x="4538" y="2387"/>
                <a:ext cx="128" cy="96"/>
              </a:xfrm>
              <a:custGeom>
                <a:avLst/>
                <a:gdLst>
                  <a:gd name="T0" fmla="*/ 128 w 128"/>
                  <a:gd name="T1" fmla="*/ 0 h 96"/>
                  <a:gd name="T2" fmla="*/ 32 w 128"/>
                  <a:gd name="T3" fmla="*/ 96 h 96"/>
                  <a:gd name="T4" fmla="*/ 16 w 128"/>
                  <a:gd name="T5" fmla="*/ 72 h 96"/>
                  <a:gd name="T6" fmla="*/ 0 w 128"/>
                  <a:gd name="T7" fmla="*/ 40 h 96"/>
                  <a:gd name="T8" fmla="*/ 128 w 128"/>
                  <a:gd name="T9" fmla="*/ 0 h 9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8" h="96">
                    <a:moveTo>
                      <a:pt x="128" y="0"/>
                    </a:moveTo>
                    <a:lnTo>
                      <a:pt x="32" y="96"/>
                    </a:lnTo>
                    <a:lnTo>
                      <a:pt x="16" y="72"/>
                    </a:lnTo>
                    <a:lnTo>
                      <a:pt x="0" y="40"/>
                    </a:lnTo>
                    <a:lnTo>
                      <a:pt x="128" y="0"/>
                    </a:lnTo>
                    <a:close/>
                  </a:path>
                </a:pathLst>
              </a:custGeom>
              <a:solidFill>
                <a:schemeClr val="tx1"/>
              </a:solidFill>
              <a:ln w="9525">
                <a:solidFill>
                  <a:schemeClr val="tx1"/>
                </a:solidFill>
                <a:round/>
                <a:headEnd/>
                <a:tailEnd/>
              </a:ln>
            </p:spPr>
            <p:txBody>
              <a:bodyPr/>
              <a:lstStyle/>
              <a:p>
                <a:endParaRPr lang="en-US"/>
              </a:p>
            </p:txBody>
          </p:sp>
          <p:sp>
            <p:nvSpPr>
              <p:cNvPr id="52990" name="Line 2204"/>
              <p:cNvSpPr>
                <a:spLocks noChangeShapeType="1"/>
              </p:cNvSpPr>
              <p:nvPr/>
            </p:nvSpPr>
            <p:spPr bwMode="auto">
              <a:xfrm flipV="1">
                <a:off x="3772" y="2454"/>
                <a:ext cx="790" cy="529"/>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2340" name="Group 2205"/>
            <p:cNvGrpSpPr>
              <a:grpSpLocks/>
            </p:cNvGrpSpPr>
            <p:nvPr/>
          </p:nvGrpSpPr>
          <p:grpSpPr bwMode="auto">
            <a:xfrm>
              <a:off x="3788" y="2076"/>
              <a:ext cx="886" cy="290"/>
              <a:chOff x="3788" y="2076"/>
              <a:chExt cx="886" cy="290"/>
            </a:xfrm>
          </p:grpSpPr>
          <p:sp>
            <p:nvSpPr>
              <p:cNvPr id="52987" name="Freeform 2206"/>
              <p:cNvSpPr>
                <a:spLocks/>
              </p:cNvSpPr>
              <p:nvPr/>
            </p:nvSpPr>
            <p:spPr bwMode="auto">
              <a:xfrm>
                <a:off x="4530" y="2076"/>
                <a:ext cx="144" cy="80"/>
              </a:xfrm>
              <a:custGeom>
                <a:avLst/>
                <a:gdLst>
                  <a:gd name="T0" fmla="*/ 144 w 144"/>
                  <a:gd name="T1" fmla="*/ 0 h 80"/>
                  <a:gd name="T2" fmla="*/ 24 w 144"/>
                  <a:gd name="T3" fmla="*/ 80 h 80"/>
                  <a:gd name="T4" fmla="*/ 16 w 144"/>
                  <a:gd name="T5" fmla="*/ 48 h 80"/>
                  <a:gd name="T6" fmla="*/ 0 w 144"/>
                  <a:gd name="T7" fmla="*/ 16 h 80"/>
                  <a:gd name="T8" fmla="*/ 144 w 144"/>
                  <a:gd name="T9" fmla="*/ 0 h 8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4" h="80">
                    <a:moveTo>
                      <a:pt x="144" y="0"/>
                    </a:moveTo>
                    <a:lnTo>
                      <a:pt x="24" y="80"/>
                    </a:lnTo>
                    <a:lnTo>
                      <a:pt x="16" y="48"/>
                    </a:lnTo>
                    <a:lnTo>
                      <a:pt x="0" y="16"/>
                    </a:lnTo>
                    <a:lnTo>
                      <a:pt x="144" y="0"/>
                    </a:lnTo>
                    <a:close/>
                  </a:path>
                </a:pathLst>
              </a:custGeom>
              <a:solidFill>
                <a:schemeClr val="tx1"/>
              </a:solidFill>
              <a:ln w="9525">
                <a:solidFill>
                  <a:schemeClr val="tx1"/>
                </a:solidFill>
                <a:round/>
                <a:headEnd/>
                <a:tailEnd/>
              </a:ln>
            </p:spPr>
            <p:txBody>
              <a:bodyPr/>
              <a:lstStyle/>
              <a:p>
                <a:endParaRPr lang="en-US"/>
              </a:p>
            </p:txBody>
          </p:sp>
          <p:sp>
            <p:nvSpPr>
              <p:cNvPr id="52988" name="Line 2207"/>
              <p:cNvSpPr>
                <a:spLocks noChangeShapeType="1"/>
              </p:cNvSpPr>
              <p:nvPr/>
            </p:nvSpPr>
            <p:spPr bwMode="auto">
              <a:xfrm flipV="1">
                <a:off x="3788" y="2122"/>
                <a:ext cx="766" cy="244"/>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2341" name="Group 2208"/>
            <p:cNvGrpSpPr>
              <a:grpSpLocks/>
            </p:cNvGrpSpPr>
            <p:nvPr/>
          </p:nvGrpSpPr>
          <p:grpSpPr bwMode="auto">
            <a:xfrm>
              <a:off x="3317" y="1769"/>
              <a:ext cx="886" cy="283"/>
              <a:chOff x="3317" y="1769"/>
              <a:chExt cx="886" cy="283"/>
            </a:xfrm>
          </p:grpSpPr>
          <p:sp>
            <p:nvSpPr>
              <p:cNvPr id="52985" name="Freeform 2209"/>
              <p:cNvSpPr>
                <a:spLocks/>
              </p:cNvSpPr>
              <p:nvPr/>
            </p:nvSpPr>
            <p:spPr bwMode="auto">
              <a:xfrm>
                <a:off x="4067" y="1980"/>
                <a:ext cx="136" cy="72"/>
              </a:xfrm>
              <a:custGeom>
                <a:avLst/>
                <a:gdLst>
                  <a:gd name="T0" fmla="*/ 136 w 136"/>
                  <a:gd name="T1" fmla="*/ 72 h 72"/>
                  <a:gd name="T2" fmla="*/ 0 w 136"/>
                  <a:gd name="T3" fmla="*/ 64 h 72"/>
                  <a:gd name="T4" fmla="*/ 8 w 136"/>
                  <a:gd name="T5" fmla="*/ 32 h 72"/>
                  <a:gd name="T6" fmla="*/ 24 w 136"/>
                  <a:gd name="T7" fmla="*/ 0 h 72"/>
                  <a:gd name="T8" fmla="*/ 136 w 136"/>
                  <a:gd name="T9" fmla="*/ 72 h 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 h="72">
                    <a:moveTo>
                      <a:pt x="136" y="72"/>
                    </a:moveTo>
                    <a:lnTo>
                      <a:pt x="0" y="64"/>
                    </a:lnTo>
                    <a:lnTo>
                      <a:pt x="8" y="32"/>
                    </a:lnTo>
                    <a:lnTo>
                      <a:pt x="24" y="0"/>
                    </a:lnTo>
                    <a:lnTo>
                      <a:pt x="136" y="72"/>
                    </a:lnTo>
                    <a:close/>
                  </a:path>
                </a:pathLst>
              </a:custGeom>
              <a:solidFill>
                <a:schemeClr val="tx1"/>
              </a:solidFill>
              <a:ln w="9525">
                <a:solidFill>
                  <a:schemeClr val="tx1"/>
                </a:solidFill>
                <a:round/>
                <a:headEnd/>
                <a:tailEnd/>
              </a:ln>
            </p:spPr>
            <p:txBody>
              <a:bodyPr/>
              <a:lstStyle/>
              <a:p>
                <a:endParaRPr lang="en-US"/>
              </a:p>
            </p:txBody>
          </p:sp>
          <p:sp>
            <p:nvSpPr>
              <p:cNvPr id="52986" name="Line 2210"/>
              <p:cNvSpPr>
                <a:spLocks noChangeShapeType="1"/>
              </p:cNvSpPr>
              <p:nvPr/>
            </p:nvSpPr>
            <p:spPr bwMode="auto">
              <a:xfrm>
                <a:off x="3317" y="1769"/>
                <a:ext cx="766" cy="244"/>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52342" name="Oval 2211"/>
            <p:cNvSpPr>
              <a:spLocks noChangeArrowheads="1"/>
            </p:cNvSpPr>
            <p:nvPr/>
          </p:nvSpPr>
          <p:spPr bwMode="auto">
            <a:xfrm>
              <a:off x="3293" y="1741"/>
              <a:ext cx="32" cy="40"/>
            </a:xfrm>
            <a:prstGeom prst="ellipse">
              <a:avLst/>
            </a:prstGeom>
            <a:solidFill>
              <a:schemeClr val="tx1"/>
            </a:solidFill>
            <a:ln w="9525">
              <a:solidFill>
                <a:schemeClr val="tx1"/>
              </a:solidFill>
              <a:round/>
              <a:headEnd/>
              <a:tailEnd/>
            </a:ln>
          </p:spPr>
          <p:txBody>
            <a:bodyPr/>
            <a:lstStyle/>
            <a:p>
              <a:endParaRPr lang="en-US"/>
            </a:p>
          </p:txBody>
        </p:sp>
        <p:sp>
          <p:nvSpPr>
            <p:cNvPr id="52343" name="Oval 2212"/>
            <p:cNvSpPr>
              <a:spLocks noChangeArrowheads="1"/>
            </p:cNvSpPr>
            <p:nvPr/>
          </p:nvSpPr>
          <p:spPr bwMode="auto">
            <a:xfrm>
              <a:off x="3293" y="1741"/>
              <a:ext cx="32" cy="40"/>
            </a:xfrm>
            <a:prstGeom prst="ellipse">
              <a:avLst/>
            </a:prstGeom>
            <a:solidFill>
              <a:schemeClr val="tx1"/>
            </a:solidFill>
            <a:ln w="25400">
              <a:solidFill>
                <a:schemeClr val="tx1"/>
              </a:solidFill>
              <a:round/>
              <a:headEnd/>
              <a:tailEnd/>
            </a:ln>
          </p:spPr>
          <p:txBody>
            <a:bodyPr/>
            <a:lstStyle/>
            <a:p>
              <a:endParaRPr lang="en-US"/>
            </a:p>
          </p:txBody>
        </p:sp>
        <p:sp>
          <p:nvSpPr>
            <p:cNvPr id="52344" name="Oval 2213"/>
            <p:cNvSpPr>
              <a:spLocks noChangeArrowheads="1"/>
            </p:cNvSpPr>
            <p:nvPr/>
          </p:nvSpPr>
          <p:spPr bwMode="auto">
            <a:xfrm>
              <a:off x="3293" y="2044"/>
              <a:ext cx="32" cy="40"/>
            </a:xfrm>
            <a:prstGeom prst="ellipse">
              <a:avLst/>
            </a:prstGeom>
            <a:solidFill>
              <a:schemeClr val="tx1"/>
            </a:solidFill>
            <a:ln w="9525">
              <a:solidFill>
                <a:schemeClr val="tx1"/>
              </a:solidFill>
              <a:round/>
              <a:headEnd/>
              <a:tailEnd/>
            </a:ln>
          </p:spPr>
          <p:txBody>
            <a:bodyPr/>
            <a:lstStyle/>
            <a:p>
              <a:endParaRPr lang="en-US"/>
            </a:p>
          </p:txBody>
        </p:sp>
        <p:sp>
          <p:nvSpPr>
            <p:cNvPr id="52345" name="Oval 2214"/>
            <p:cNvSpPr>
              <a:spLocks noChangeArrowheads="1"/>
            </p:cNvSpPr>
            <p:nvPr/>
          </p:nvSpPr>
          <p:spPr bwMode="auto">
            <a:xfrm>
              <a:off x="3293" y="2044"/>
              <a:ext cx="32" cy="40"/>
            </a:xfrm>
            <a:prstGeom prst="ellipse">
              <a:avLst/>
            </a:prstGeom>
            <a:solidFill>
              <a:schemeClr val="tx1"/>
            </a:solidFill>
            <a:ln w="25400">
              <a:solidFill>
                <a:schemeClr val="tx1"/>
              </a:solidFill>
              <a:round/>
              <a:headEnd/>
              <a:tailEnd/>
            </a:ln>
          </p:spPr>
          <p:txBody>
            <a:bodyPr/>
            <a:lstStyle/>
            <a:p>
              <a:endParaRPr lang="en-US"/>
            </a:p>
          </p:txBody>
        </p:sp>
        <p:sp>
          <p:nvSpPr>
            <p:cNvPr id="52346" name="Oval 2215"/>
            <p:cNvSpPr>
              <a:spLocks noChangeArrowheads="1"/>
            </p:cNvSpPr>
            <p:nvPr/>
          </p:nvSpPr>
          <p:spPr bwMode="auto">
            <a:xfrm>
              <a:off x="3293" y="2355"/>
              <a:ext cx="32" cy="32"/>
            </a:xfrm>
            <a:prstGeom prst="ellipse">
              <a:avLst/>
            </a:prstGeom>
            <a:solidFill>
              <a:schemeClr val="tx1"/>
            </a:solidFill>
            <a:ln w="9525">
              <a:solidFill>
                <a:schemeClr val="tx1"/>
              </a:solidFill>
              <a:round/>
              <a:headEnd/>
              <a:tailEnd/>
            </a:ln>
          </p:spPr>
          <p:txBody>
            <a:bodyPr/>
            <a:lstStyle/>
            <a:p>
              <a:endParaRPr lang="en-US"/>
            </a:p>
          </p:txBody>
        </p:sp>
        <p:sp>
          <p:nvSpPr>
            <p:cNvPr id="52347" name="Oval 2216"/>
            <p:cNvSpPr>
              <a:spLocks noChangeArrowheads="1"/>
            </p:cNvSpPr>
            <p:nvPr/>
          </p:nvSpPr>
          <p:spPr bwMode="auto">
            <a:xfrm>
              <a:off x="3293" y="2355"/>
              <a:ext cx="32" cy="32"/>
            </a:xfrm>
            <a:prstGeom prst="ellipse">
              <a:avLst/>
            </a:prstGeom>
            <a:solidFill>
              <a:schemeClr val="tx1"/>
            </a:solidFill>
            <a:ln w="25400">
              <a:solidFill>
                <a:schemeClr val="tx1"/>
              </a:solidFill>
              <a:round/>
              <a:headEnd/>
              <a:tailEnd/>
            </a:ln>
          </p:spPr>
          <p:txBody>
            <a:bodyPr/>
            <a:lstStyle/>
            <a:p>
              <a:endParaRPr lang="en-US"/>
            </a:p>
          </p:txBody>
        </p:sp>
        <p:sp>
          <p:nvSpPr>
            <p:cNvPr id="52348" name="Oval 2217"/>
            <p:cNvSpPr>
              <a:spLocks noChangeArrowheads="1"/>
            </p:cNvSpPr>
            <p:nvPr/>
          </p:nvSpPr>
          <p:spPr bwMode="auto">
            <a:xfrm>
              <a:off x="3293" y="2658"/>
              <a:ext cx="32" cy="40"/>
            </a:xfrm>
            <a:prstGeom prst="ellipse">
              <a:avLst/>
            </a:prstGeom>
            <a:solidFill>
              <a:schemeClr val="tx1"/>
            </a:solidFill>
            <a:ln w="9525">
              <a:solidFill>
                <a:schemeClr val="tx1"/>
              </a:solidFill>
              <a:round/>
              <a:headEnd/>
              <a:tailEnd/>
            </a:ln>
          </p:spPr>
          <p:txBody>
            <a:bodyPr/>
            <a:lstStyle/>
            <a:p>
              <a:endParaRPr lang="en-US"/>
            </a:p>
          </p:txBody>
        </p:sp>
        <p:sp>
          <p:nvSpPr>
            <p:cNvPr id="52349" name="Oval 2218"/>
            <p:cNvSpPr>
              <a:spLocks noChangeArrowheads="1"/>
            </p:cNvSpPr>
            <p:nvPr/>
          </p:nvSpPr>
          <p:spPr bwMode="auto">
            <a:xfrm>
              <a:off x="3293" y="2658"/>
              <a:ext cx="32" cy="40"/>
            </a:xfrm>
            <a:prstGeom prst="ellipse">
              <a:avLst/>
            </a:prstGeom>
            <a:solidFill>
              <a:schemeClr val="tx1"/>
            </a:solidFill>
            <a:ln w="25400">
              <a:solidFill>
                <a:schemeClr val="tx1"/>
              </a:solidFill>
              <a:round/>
              <a:headEnd/>
              <a:tailEnd/>
            </a:ln>
          </p:spPr>
          <p:txBody>
            <a:bodyPr/>
            <a:lstStyle/>
            <a:p>
              <a:endParaRPr lang="en-US"/>
            </a:p>
          </p:txBody>
        </p:sp>
        <p:sp>
          <p:nvSpPr>
            <p:cNvPr id="52350" name="Oval 2219"/>
            <p:cNvSpPr>
              <a:spLocks noChangeArrowheads="1"/>
            </p:cNvSpPr>
            <p:nvPr/>
          </p:nvSpPr>
          <p:spPr bwMode="auto">
            <a:xfrm>
              <a:off x="3285" y="2969"/>
              <a:ext cx="32" cy="32"/>
            </a:xfrm>
            <a:prstGeom prst="ellipse">
              <a:avLst/>
            </a:prstGeom>
            <a:solidFill>
              <a:schemeClr val="tx1"/>
            </a:solidFill>
            <a:ln w="9525">
              <a:solidFill>
                <a:schemeClr val="tx1"/>
              </a:solidFill>
              <a:round/>
              <a:headEnd/>
              <a:tailEnd/>
            </a:ln>
          </p:spPr>
          <p:txBody>
            <a:bodyPr/>
            <a:lstStyle/>
            <a:p>
              <a:endParaRPr lang="en-US"/>
            </a:p>
          </p:txBody>
        </p:sp>
        <p:sp>
          <p:nvSpPr>
            <p:cNvPr id="52351" name="Oval 2220"/>
            <p:cNvSpPr>
              <a:spLocks noChangeArrowheads="1"/>
            </p:cNvSpPr>
            <p:nvPr/>
          </p:nvSpPr>
          <p:spPr bwMode="auto">
            <a:xfrm>
              <a:off x="3285" y="2969"/>
              <a:ext cx="32" cy="32"/>
            </a:xfrm>
            <a:prstGeom prst="ellipse">
              <a:avLst/>
            </a:prstGeom>
            <a:solidFill>
              <a:schemeClr val="tx1"/>
            </a:solidFill>
            <a:ln w="25400">
              <a:solidFill>
                <a:schemeClr val="tx1"/>
              </a:solidFill>
              <a:round/>
              <a:headEnd/>
              <a:tailEnd/>
            </a:ln>
          </p:spPr>
          <p:txBody>
            <a:bodyPr/>
            <a:lstStyle/>
            <a:p>
              <a:endParaRPr lang="en-US"/>
            </a:p>
          </p:txBody>
        </p:sp>
        <p:grpSp>
          <p:nvGrpSpPr>
            <p:cNvPr id="52352" name="Group 2221"/>
            <p:cNvGrpSpPr>
              <a:grpSpLocks/>
            </p:cNvGrpSpPr>
            <p:nvPr/>
          </p:nvGrpSpPr>
          <p:grpSpPr bwMode="auto">
            <a:xfrm>
              <a:off x="3748" y="1741"/>
              <a:ext cx="40" cy="1260"/>
              <a:chOff x="3748" y="1741"/>
              <a:chExt cx="40" cy="1260"/>
            </a:xfrm>
          </p:grpSpPr>
          <p:sp>
            <p:nvSpPr>
              <p:cNvPr id="52975" name="Oval 2222"/>
              <p:cNvSpPr>
                <a:spLocks noChangeArrowheads="1"/>
              </p:cNvSpPr>
              <p:nvPr/>
            </p:nvSpPr>
            <p:spPr bwMode="auto">
              <a:xfrm>
                <a:off x="3748" y="1741"/>
                <a:ext cx="40" cy="32"/>
              </a:xfrm>
              <a:prstGeom prst="ellipse">
                <a:avLst/>
              </a:prstGeom>
              <a:solidFill>
                <a:schemeClr val="tx1"/>
              </a:solidFill>
              <a:ln w="9525">
                <a:solidFill>
                  <a:schemeClr val="tx1"/>
                </a:solidFill>
                <a:round/>
                <a:headEnd/>
                <a:tailEnd/>
              </a:ln>
            </p:spPr>
            <p:txBody>
              <a:bodyPr/>
              <a:lstStyle/>
              <a:p>
                <a:endParaRPr lang="en-US"/>
              </a:p>
            </p:txBody>
          </p:sp>
          <p:sp>
            <p:nvSpPr>
              <p:cNvPr id="52976" name="Oval 2223"/>
              <p:cNvSpPr>
                <a:spLocks noChangeArrowheads="1"/>
              </p:cNvSpPr>
              <p:nvPr/>
            </p:nvSpPr>
            <p:spPr bwMode="auto">
              <a:xfrm>
                <a:off x="3748" y="1741"/>
                <a:ext cx="40" cy="32"/>
              </a:xfrm>
              <a:prstGeom prst="ellipse">
                <a:avLst/>
              </a:prstGeom>
              <a:solidFill>
                <a:schemeClr val="tx1"/>
              </a:solidFill>
              <a:ln w="25400">
                <a:solidFill>
                  <a:schemeClr val="tx1"/>
                </a:solidFill>
                <a:round/>
                <a:headEnd/>
                <a:tailEnd/>
              </a:ln>
            </p:spPr>
            <p:txBody>
              <a:bodyPr/>
              <a:lstStyle/>
              <a:p>
                <a:endParaRPr lang="en-US"/>
              </a:p>
            </p:txBody>
          </p:sp>
          <p:sp>
            <p:nvSpPr>
              <p:cNvPr id="52977" name="Oval 2224"/>
              <p:cNvSpPr>
                <a:spLocks noChangeArrowheads="1"/>
              </p:cNvSpPr>
              <p:nvPr/>
            </p:nvSpPr>
            <p:spPr bwMode="auto">
              <a:xfrm>
                <a:off x="3756" y="2044"/>
                <a:ext cx="32" cy="32"/>
              </a:xfrm>
              <a:prstGeom prst="ellipse">
                <a:avLst/>
              </a:prstGeom>
              <a:solidFill>
                <a:schemeClr val="tx1"/>
              </a:solidFill>
              <a:ln w="9525">
                <a:solidFill>
                  <a:schemeClr val="tx1"/>
                </a:solidFill>
                <a:round/>
                <a:headEnd/>
                <a:tailEnd/>
              </a:ln>
            </p:spPr>
            <p:txBody>
              <a:bodyPr/>
              <a:lstStyle/>
              <a:p>
                <a:endParaRPr lang="en-US"/>
              </a:p>
            </p:txBody>
          </p:sp>
          <p:sp>
            <p:nvSpPr>
              <p:cNvPr id="52978" name="Oval 2225"/>
              <p:cNvSpPr>
                <a:spLocks noChangeArrowheads="1"/>
              </p:cNvSpPr>
              <p:nvPr/>
            </p:nvSpPr>
            <p:spPr bwMode="auto">
              <a:xfrm>
                <a:off x="3756" y="2044"/>
                <a:ext cx="32" cy="32"/>
              </a:xfrm>
              <a:prstGeom prst="ellipse">
                <a:avLst/>
              </a:prstGeom>
              <a:solidFill>
                <a:schemeClr val="tx1"/>
              </a:solidFill>
              <a:ln w="25400">
                <a:solidFill>
                  <a:schemeClr val="tx1"/>
                </a:solidFill>
                <a:round/>
                <a:headEnd/>
                <a:tailEnd/>
              </a:ln>
            </p:spPr>
            <p:txBody>
              <a:bodyPr/>
              <a:lstStyle/>
              <a:p>
                <a:endParaRPr lang="en-US"/>
              </a:p>
            </p:txBody>
          </p:sp>
          <p:sp>
            <p:nvSpPr>
              <p:cNvPr id="52979" name="Oval 2226"/>
              <p:cNvSpPr>
                <a:spLocks noChangeArrowheads="1"/>
              </p:cNvSpPr>
              <p:nvPr/>
            </p:nvSpPr>
            <p:spPr bwMode="auto">
              <a:xfrm>
                <a:off x="3756" y="2355"/>
                <a:ext cx="32" cy="32"/>
              </a:xfrm>
              <a:prstGeom prst="ellipse">
                <a:avLst/>
              </a:prstGeom>
              <a:solidFill>
                <a:schemeClr val="tx1"/>
              </a:solidFill>
              <a:ln w="9525">
                <a:solidFill>
                  <a:schemeClr val="tx1"/>
                </a:solidFill>
                <a:round/>
                <a:headEnd/>
                <a:tailEnd/>
              </a:ln>
            </p:spPr>
            <p:txBody>
              <a:bodyPr/>
              <a:lstStyle/>
              <a:p>
                <a:endParaRPr lang="en-US"/>
              </a:p>
            </p:txBody>
          </p:sp>
          <p:sp>
            <p:nvSpPr>
              <p:cNvPr id="52980" name="Oval 2227"/>
              <p:cNvSpPr>
                <a:spLocks noChangeArrowheads="1"/>
              </p:cNvSpPr>
              <p:nvPr/>
            </p:nvSpPr>
            <p:spPr bwMode="auto">
              <a:xfrm>
                <a:off x="3756" y="2355"/>
                <a:ext cx="32" cy="32"/>
              </a:xfrm>
              <a:prstGeom prst="ellipse">
                <a:avLst/>
              </a:prstGeom>
              <a:solidFill>
                <a:schemeClr val="tx1"/>
              </a:solidFill>
              <a:ln w="25400">
                <a:solidFill>
                  <a:schemeClr val="tx1"/>
                </a:solidFill>
                <a:round/>
                <a:headEnd/>
                <a:tailEnd/>
              </a:ln>
            </p:spPr>
            <p:txBody>
              <a:bodyPr/>
              <a:lstStyle/>
              <a:p>
                <a:endParaRPr lang="en-US"/>
              </a:p>
            </p:txBody>
          </p:sp>
          <p:sp>
            <p:nvSpPr>
              <p:cNvPr id="52981" name="Oval 2228"/>
              <p:cNvSpPr>
                <a:spLocks noChangeArrowheads="1"/>
              </p:cNvSpPr>
              <p:nvPr/>
            </p:nvSpPr>
            <p:spPr bwMode="auto">
              <a:xfrm>
                <a:off x="3748" y="2658"/>
                <a:ext cx="40" cy="32"/>
              </a:xfrm>
              <a:prstGeom prst="ellipse">
                <a:avLst/>
              </a:prstGeom>
              <a:solidFill>
                <a:schemeClr val="tx1"/>
              </a:solidFill>
              <a:ln w="9525">
                <a:solidFill>
                  <a:schemeClr val="tx1"/>
                </a:solidFill>
                <a:round/>
                <a:headEnd/>
                <a:tailEnd/>
              </a:ln>
            </p:spPr>
            <p:txBody>
              <a:bodyPr/>
              <a:lstStyle/>
              <a:p>
                <a:endParaRPr lang="en-US"/>
              </a:p>
            </p:txBody>
          </p:sp>
          <p:sp>
            <p:nvSpPr>
              <p:cNvPr id="52982" name="Oval 2229"/>
              <p:cNvSpPr>
                <a:spLocks noChangeArrowheads="1"/>
              </p:cNvSpPr>
              <p:nvPr/>
            </p:nvSpPr>
            <p:spPr bwMode="auto">
              <a:xfrm>
                <a:off x="3748" y="2658"/>
                <a:ext cx="40" cy="32"/>
              </a:xfrm>
              <a:prstGeom prst="ellipse">
                <a:avLst/>
              </a:prstGeom>
              <a:solidFill>
                <a:schemeClr val="tx1"/>
              </a:solidFill>
              <a:ln w="25400">
                <a:solidFill>
                  <a:schemeClr val="tx1"/>
                </a:solidFill>
                <a:round/>
                <a:headEnd/>
                <a:tailEnd/>
              </a:ln>
            </p:spPr>
            <p:txBody>
              <a:bodyPr/>
              <a:lstStyle/>
              <a:p>
                <a:endParaRPr lang="en-US"/>
              </a:p>
            </p:txBody>
          </p:sp>
          <p:sp>
            <p:nvSpPr>
              <p:cNvPr id="52983" name="Oval 2230"/>
              <p:cNvSpPr>
                <a:spLocks noChangeArrowheads="1"/>
              </p:cNvSpPr>
              <p:nvPr/>
            </p:nvSpPr>
            <p:spPr bwMode="auto">
              <a:xfrm>
                <a:off x="3748" y="2969"/>
                <a:ext cx="32" cy="32"/>
              </a:xfrm>
              <a:prstGeom prst="ellipse">
                <a:avLst/>
              </a:prstGeom>
              <a:solidFill>
                <a:schemeClr val="tx1"/>
              </a:solidFill>
              <a:ln w="9525">
                <a:solidFill>
                  <a:schemeClr val="tx1"/>
                </a:solidFill>
                <a:round/>
                <a:headEnd/>
                <a:tailEnd/>
              </a:ln>
            </p:spPr>
            <p:txBody>
              <a:bodyPr/>
              <a:lstStyle/>
              <a:p>
                <a:endParaRPr lang="en-US"/>
              </a:p>
            </p:txBody>
          </p:sp>
          <p:sp>
            <p:nvSpPr>
              <p:cNvPr id="52984" name="Oval 2231"/>
              <p:cNvSpPr>
                <a:spLocks noChangeArrowheads="1"/>
              </p:cNvSpPr>
              <p:nvPr/>
            </p:nvSpPr>
            <p:spPr bwMode="auto">
              <a:xfrm>
                <a:off x="3748" y="2969"/>
                <a:ext cx="32" cy="32"/>
              </a:xfrm>
              <a:prstGeom prst="ellipse">
                <a:avLst/>
              </a:prstGeom>
              <a:solidFill>
                <a:schemeClr val="tx1"/>
              </a:solidFill>
              <a:ln w="25400">
                <a:solidFill>
                  <a:schemeClr val="tx1"/>
                </a:solidFill>
                <a:round/>
                <a:headEnd/>
                <a:tailEnd/>
              </a:ln>
            </p:spPr>
            <p:txBody>
              <a:bodyPr/>
              <a:lstStyle/>
              <a:p>
                <a:endParaRPr lang="en-US"/>
              </a:p>
            </p:txBody>
          </p:sp>
        </p:grpSp>
        <p:grpSp>
          <p:nvGrpSpPr>
            <p:cNvPr id="52353" name="Group 2232"/>
            <p:cNvGrpSpPr>
              <a:grpSpLocks/>
            </p:cNvGrpSpPr>
            <p:nvPr/>
          </p:nvGrpSpPr>
          <p:grpSpPr bwMode="auto">
            <a:xfrm>
              <a:off x="4203" y="1749"/>
              <a:ext cx="48" cy="1252"/>
              <a:chOff x="4203" y="1749"/>
              <a:chExt cx="48" cy="1252"/>
            </a:xfrm>
          </p:grpSpPr>
          <p:sp>
            <p:nvSpPr>
              <p:cNvPr id="52965" name="Oval 2233"/>
              <p:cNvSpPr>
                <a:spLocks noChangeArrowheads="1"/>
              </p:cNvSpPr>
              <p:nvPr/>
            </p:nvSpPr>
            <p:spPr bwMode="auto">
              <a:xfrm>
                <a:off x="4211" y="1749"/>
                <a:ext cx="32" cy="32"/>
              </a:xfrm>
              <a:prstGeom prst="ellipse">
                <a:avLst/>
              </a:prstGeom>
              <a:solidFill>
                <a:schemeClr val="tx1"/>
              </a:solidFill>
              <a:ln w="9525">
                <a:solidFill>
                  <a:schemeClr val="tx1"/>
                </a:solidFill>
                <a:round/>
                <a:headEnd/>
                <a:tailEnd/>
              </a:ln>
            </p:spPr>
            <p:txBody>
              <a:bodyPr/>
              <a:lstStyle/>
              <a:p>
                <a:endParaRPr lang="en-US"/>
              </a:p>
            </p:txBody>
          </p:sp>
          <p:sp>
            <p:nvSpPr>
              <p:cNvPr id="52966" name="Oval 2234"/>
              <p:cNvSpPr>
                <a:spLocks noChangeArrowheads="1"/>
              </p:cNvSpPr>
              <p:nvPr/>
            </p:nvSpPr>
            <p:spPr bwMode="auto">
              <a:xfrm>
                <a:off x="4211" y="1749"/>
                <a:ext cx="32" cy="32"/>
              </a:xfrm>
              <a:prstGeom prst="ellipse">
                <a:avLst/>
              </a:prstGeom>
              <a:solidFill>
                <a:schemeClr val="tx1"/>
              </a:solidFill>
              <a:ln w="25400">
                <a:solidFill>
                  <a:schemeClr val="tx1"/>
                </a:solidFill>
                <a:round/>
                <a:headEnd/>
                <a:tailEnd/>
              </a:ln>
            </p:spPr>
            <p:txBody>
              <a:bodyPr/>
              <a:lstStyle/>
              <a:p>
                <a:endParaRPr lang="en-US"/>
              </a:p>
            </p:txBody>
          </p:sp>
          <p:sp>
            <p:nvSpPr>
              <p:cNvPr id="52967" name="Oval 2235"/>
              <p:cNvSpPr>
                <a:spLocks noChangeArrowheads="1"/>
              </p:cNvSpPr>
              <p:nvPr/>
            </p:nvSpPr>
            <p:spPr bwMode="auto">
              <a:xfrm>
                <a:off x="4219" y="2052"/>
                <a:ext cx="32" cy="32"/>
              </a:xfrm>
              <a:prstGeom prst="ellipse">
                <a:avLst/>
              </a:prstGeom>
              <a:solidFill>
                <a:schemeClr val="tx1"/>
              </a:solidFill>
              <a:ln w="9525">
                <a:solidFill>
                  <a:schemeClr val="tx1"/>
                </a:solidFill>
                <a:round/>
                <a:headEnd/>
                <a:tailEnd/>
              </a:ln>
            </p:spPr>
            <p:txBody>
              <a:bodyPr/>
              <a:lstStyle/>
              <a:p>
                <a:endParaRPr lang="en-US"/>
              </a:p>
            </p:txBody>
          </p:sp>
          <p:sp>
            <p:nvSpPr>
              <p:cNvPr id="52968" name="Oval 2236"/>
              <p:cNvSpPr>
                <a:spLocks noChangeArrowheads="1"/>
              </p:cNvSpPr>
              <p:nvPr/>
            </p:nvSpPr>
            <p:spPr bwMode="auto">
              <a:xfrm>
                <a:off x="4219" y="2052"/>
                <a:ext cx="32" cy="32"/>
              </a:xfrm>
              <a:prstGeom prst="ellipse">
                <a:avLst/>
              </a:prstGeom>
              <a:solidFill>
                <a:schemeClr val="tx1"/>
              </a:solidFill>
              <a:ln w="25400">
                <a:solidFill>
                  <a:schemeClr val="tx1"/>
                </a:solidFill>
                <a:round/>
                <a:headEnd/>
                <a:tailEnd/>
              </a:ln>
            </p:spPr>
            <p:txBody>
              <a:bodyPr/>
              <a:lstStyle/>
              <a:p>
                <a:endParaRPr lang="en-US"/>
              </a:p>
            </p:txBody>
          </p:sp>
          <p:sp>
            <p:nvSpPr>
              <p:cNvPr id="52969" name="Oval 2237"/>
              <p:cNvSpPr>
                <a:spLocks noChangeArrowheads="1"/>
              </p:cNvSpPr>
              <p:nvPr/>
            </p:nvSpPr>
            <p:spPr bwMode="auto">
              <a:xfrm>
                <a:off x="4219" y="2355"/>
                <a:ext cx="32" cy="32"/>
              </a:xfrm>
              <a:prstGeom prst="ellipse">
                <a:avLst/>
              </a:prstGeom>
              <a:solidFill>
                <a:schemeClr val="tx1"/>
              </a:solidFill>
              <a:ln w="9525">
                <a:solidFill>
                  <a:schemeClr val="tx1"/>
                </a:solidFill>
                <a:round/>
                <a:headEnd/>
                <a:tailEnd/>
              </a:ln>
            </p:spPr>
            <p:txBody>
              <a:bodyPr/>
              <a:lstStyle/>
              <a:p>
                <a:endParaRPr lang="en-US"/>
              </a:p>
            </p:txBody>
          </p:sp>
          <p:sp>
            <p:nvSpPr>
              <p:cNvPr id="52970" name="Oval 2238"/>
              <p:cNvSpPr>
                <a:spLocks noChangeArrowheads="1"/>
              </p:cNvSpPr>
              <p:nvPr/>
            </p:nvSpPr>
            <p:spPr bwMode="auto">
              <a:xfrm>
                <a:off x="4219" y="2355"/>
                <a:ext cx="32" cy="32"/>
              </a:xfrm>
              <a:prstGeom prst="ellipse">
                <a:avLst/>
              </a:prstGeom>
              <a:solidFill>
                <a:schemeClr val="tx1"/>
              </a:solidFill>
              <a:ln w="25400">
                <a:solidFill>
                  <a:schemeClr val="tx1"/>
                </a:solidFill>
                <a:round/>
                <a:headEnd/>
                <a:tailEnd/>
              </a:ln>
            </p:spPr>
            <p:txBody>
              <a:bodyPr/>
              <a:lstStyle/>
              <a:p>
                <a:endParaRPr lang="en-US"/>
              </a:p>
            </p:txBody>
          </p:sp>
          <p:sp>
            <p:nvSpPr>
              <p:cNvPr id="52971" name="Oval 2239"/>
              <p:cNvSpPr>
                <a:spLocks noChangeArrowheads="1"/>
              </p:cNvSpPr>
              <p:nvPr/>
            </p:nvSpPr>
            <p:spPr bwMode="auto">
              <a:xfrm>
                <a:off x="4211" y="2666"/>
                <a:ext cx="32" cy="32"/>
              </a:xfrm>
              <a:prstGeom prst="ellipse">
                <a:avLst/>
              </a:prstGeom>
              <a:solidFill>
                <a:schemeClr val="tx1"/>
              </a:solidFill>
              <a:ln w="9525">
                <a:solidFill>
                  <a:schemeClr val="tx1"/>
                </a:solidFill>
                <a:round/>
                <a:headEnd/>
                <a:tailEnd/>
              </a:ln>
            </p:spPr>
            <p:txBody>
              <a:bodyPr/>
              <a:lstStyle/>
              <a:p>
                <a:endParaRPr lang="en-US"/>
              </a:p>
            </p:txBody>
          </p:sp>
          <p:sp>
            <p:nvSpPr>
              <p:cNvPr id="52972" name="Oval 2240"/>
              <p:cNvSpPr>
                <a:spLocks noChangeArrowheads="1"/>
              </p:cNvSpPr>
              <p:nvPr/>
            </p:nvSpPr>
            <p:spPr bwMode="auto">
              <a:xfrm>
                <a:off x="4211" y="2666"/>
                <a:ext cx="32" cy="32"/>
              </a:xfrm>
              <a:prstGeom prst="ellipse">
                <a:avLst/>
              </a:prstGeom>
              <a:solidFill>
                <a:schemeClr val="tx1"/>
              </a:solidFill>
              <a:ln w="25400">
                <a:solidFill>
                  <a:schemeClr val="tx1"/>
                </a:solidFill>
                <a:round/>
                <a:headEnd/>
                <a:tailEnd/>
              </a:ln>
            </p:spPr>
            <p:txBody>
              <a:bodyPr/>
              <a:lstStyle/>
              <a:p>
                <a:endParaRPr lang="en-US"/>
              </a:p>
            </p:txBody>
          </p:sp>
          <p:sp>
            <p:nvSpPr>
              <p:cNvPr id="52973" name="Oval 2241"/>
              <p:cNvSpPr>
                <a:spLocks noChangeArrowheads="1"/>
              </p:cNvSpPr>
              <p:nvPr/>
            </p:nvSpPr>
            <p:spPr bwMode="auto">
              <a:xfrm>
                <a:off x="4203" y="2969"/>
                <a:ext cx="40" cy="32"/>
              </a:xfrm>
              <a:prstGeom prst="ellipse">
                <a:avLst/>
              </a:prstGeom>
              <a:solidFill>
                <a:schemeClr val="tx1"/>
              </a:solidFill>
              <a:ln w="9525">
                <a:solidFill>
                  <a:schemeClr val="tx1"/>
                </a:solidFill>
                <a:round/>
                <a:headEnd/>
                <a:tailEnd/>
              </a:ln>
            </p:spPr>
            <p:txBody>
              <a:bodyPr/>
              <a:lstStyle/>
              <a:p>
                <a:endParaRPr lang="en-US"/>
              </a:p>
            </p:txBody>
          </p:sp>
          <p:sp>
            <p:nvSpPr>
              <p:cNvPr id="52974" name="Oval 2242"/>
              <p:cNvSpPr>
                <a:spLocks noChangeArrowheads="1"/>
              </p:cNvSpPr>
              <p:nvPr/>
            </p:nvSpPr>
            <p:spPr bwMode="auto">
              <a:xfrm>
                <a:off x="4203" y="2969"/>
                <a:ext cx="40" cy="32"/>
              </a:xfrm>
              <a:prstGeom prst="ellipse">
                <a:avLst/>
              </a:prstGeom>
              <a:solidFill>
                <a:schemeClr val="tx1"/>
              </a:solidFill>
              <a:ln w="25400">
                <a:solidFill>
                  <a:schemeClr val="tx1"/>
                </a:solidFill>
                <a:round/>
                <a:headEnd/>
                <a:tailEnd/>
              </a:ln>
            </p:spPr>
            <p:txBody>
              <a:bodyPr/>
              <a:lstStyle/>
              <a:p>
                <a:endParaRPr lang="en-US"/>
              </a:p>
            </p:txBody>
          </p:sp>
        </p:grpSp>
        <p:grpSp>
          <p:nvGrpSpPr>
            <p:cNvPr id="52354" name="Group 2243"/>
            <p:cNvGrpSpPr>
              <a:grpSpLocks/>
            </p:cNvGrpSpPr>
            <p:nvPr/>
          </p:nvGrpSpPr>
          <p:grpSpPr bwMode="auto">
            <a:xfrm>
              <a:off x="3317" y="2076"/>
              <a:ext cx="431" cy="284"/>
              <a:chOff x="3317" y="2076"/>
              <a:chExt cx="431" cy="284"/>
            </a:xfrm>
          </p:grpSpPr>
          <p:sp>
            <p:nvSpPr>
              <p:cNvPr id="52963" name="Freeform 2244"/>
              <p:cNvSpPr>
                <a:spLocks/>
              </p:cNvSpPr>
              <p:nvPr/>
            </p:nvSpPr>
            <p:spPr bwMode="auto">
              <a:xfrm>
                <a:off x="3620" y="2076"/>
                <a:ext cx="128" cy="104"/>
              </a:xfrm>
              <a:custGeom>
                <a:avLst/>
                <a:gdLst>
                  <a:gd name="T0" fmla="*/ 128 w 128"/>
                  <a:gd name="T1" fmla="*/ 0 h 104"/>
                  <a:gd name="T2" fmla="*/ 40 w 128"/>
                  <a:gd name="T3" fmla="*/ 104 h 104"/>
                  <a:gd name="T4" fmla="*/ 16 w 128"/>
                  <a:gd name="T5" fmla="*/ 72 h 104"/>
                  <a:gd name="T6" fmla="*/ 0 w 128"/>
                  <a:gd name="T7" fmla="*/ 48 h 104"/>
                  <a:gd name="T8" fmla="*/ 128 w 128"/>
                  <a:gd name="T9" fmla="*/ 0 h 10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8" h="104">
                    <a:moveTo>
                      <a:pt x="128" y="0"/>
                    </a:moveTo>
                    <a:lnTo>
                      <a:pt x="40" y="104"/>
                    </a:lnTo>
                    <a:lnTo>
                      <a:pt x="16" y="72"/>
                    </a:lnTo>
                    <a:lnTo>
                      <a:pt x="0" y="48"/>
                    </a:lnTo>
                    <a:lnTo>
                      <a:pt x="128" y="0"/>
                    </a:lnTo>
                    <a:close/>
                  </a:path>
                </a:pathLst>
              </a:custGeom>
              <a:solidFill>
                <a:schemeClr val="tx1"/>
              </a:solidFill>
              <a:ln w="9525">
                <a:solidFill>
                  <a:schemeClr val="tx1"/>
                </a:solidFill>
                <a:round/>
                <a:headEnd/>
                <a:tailEnd/>
              </a:ln>
            </p:spPr>
            <p:txBody>
              <a:bodyPr/>
              <a:lstStyle/>
              <a:p>
                <a:endParaRPr lang="en-US"/>
              </a:p>
            </p:txBody>
          </p:sp>
          <p:sp>
            <p:nvSpPr>
              <p:cNvPr id="52964" name="Line 2245"/>
              <p:cNvSpPr>
                <a:spLocks noChangeShapeType="1"/>
              </p:cNvSpPr>
              <p:nvPr/>
            </p:nvSpPr>
            <p:spPr bwMode="auto">
              <a:xfrm flipV="1">
                <a:off x="3317" y="2143"/>
                <a:ext cx="327" cy="217"/>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2355" name="Group 2246"/>
            <p:cNvGrpSpPr>
              <a:grpSpLocks/>
            </p:cNvGrpSpPr>
            <p:nvPr/>
          </p:nvGrpSpPr>
          <p:grpSpPr bwMode="auto">
            <a:xfrm>
              <a:off x="3325" y="1733"/>
              <a:ext cx="415" cy="56"/>
              <a:chOff x="3325" y="1733"/>
              <a:chExt cx="415" cy="56"/>
            </a:xfrm>
          </p:grpSpPr>
          <p:sp>
            <p:nvSpPr>
              <p:cNvPr id="52955" name="Freeform 2247"/>
              <p:cNvSpPr>
                <a:spLocks/>
              </p:cNvSpPr>
              <p:nvPr/>
            </p:nvSpPr>
            <p:spPr bwMode="auto">
              <a:xfrm>
                <a:off x="3628" y="1733"/>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chemeClr val="tx1"/>
              </a:solidFill>
              <a:ln w="9525">
                <a:solidFill>
                  <a:schemeClr val="tx1"/>
                </a:solidFill>
                <a:round/>
                <a:headEnd/>
                <a:tailEnd/>
              </a:ln>
            </p:spPr>
            <p:txBody>
              <a:bodyPr/>
              <a:lstStyle/>
              <a:p>
                <a:endParaRPr lang="en-US"/>
              </a:p>
            </p:txBody>
          </p:sp>
          <p:grpSp>
            <p:nvGrpSpPr>
              <p:cNvPr id="52956" name="Group 2248"/>
              <p:cNvGrpSpPr>
                <a:grpSpLocks/>
              </p:cNvGrpSpPr>
              <p:nvPr/>
            </p:nvGrpSpPr>
            <p:grpSpPr bwMode="auto">
              <a:xfrm>
                <a:off x="3325" y="1757"/>
                <a:ext cx="295" cy="1"/>
                <a:chOff x="3325" y="1757"/>
                <a:chExt cx="295" cy="1"/>
              </a:xfrm>
            </p:grpSpPr>
            <p:sp>
              <p:nvSpPr>
                <p:cNvPr id="52957" name="Line 2249"/>
                <p:cNvSpPr>
                  <a:spLocks noChangeShapeType="1"/>
                </p:cNvSpPr>
                <p:nvPr/>
              </p:nvSpPr>
              <p:spPr bwMode="auto">
                <a:xfrm>
                  <a:off x="3325"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958" name="Line 2250"/>
                <p:cNvSpPr>
                  <a:spLocks noChangeShapeType="1"/>
                </p:cNvSpPr>
                <p:nvPr/>
              </p:nvSpPr>
              <p:spPr bwMode="auto">
                <a:xfrm>
                  <a:off x="3381"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959" name="Line 2251"/>
                <p:cNvSpPr>
                  <a:spLocks noChangeShapeType="1"/>
                </p:cNvSpPr>
                <p:nvPr/>
              </p:nvSpPr>
              <p:spPr bwMode="auto">
                <a:xfrm>
                  <a:off x="3437"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960" name="Line 2252"/>
                <p:cNvSpPr>
                  <a:spLocks noChangeShapeType="1"/>
                </p:cNvSpPr>
                <p:nvPr/>
              </p:nvSpPr>
              <p:spPr bwMode="auto">
                <a:xfrm>
                  <a:off x="3493" y="1757"/>
                  <a:ext cx="23"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961" name="Line 2253"/>
                <p:cNvSpPr>
                  <a:spLocks noChangeShapeType="1"/>
                </p:cNvSpPr>
                <p:nvPr/>
              </p:nvSpPr>
              <p:spPr bwMode="auto">
                <a:xfrm>
                  <a:off x="3548"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962" name="Line 2254"/>
                <p:cNvSpPr>
                  <a:spLocks noChangeShapeType="1"/>
                </p:cNvSpPr>
                <p:nvPr/>
              </p:nvSpPr>
              <p:spPr bwMode="auto">
                <a:xfrm>
                  <a:off x="3604" y="1757"/>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2356" name="Group 2255"/>
            <p:cNvGrpSpPr>
              <a:grpSpLocks/>
            </p:cNvGrpSpPr>
            <p:nvPr/>
          </p:nvGrpSpPr>
          <p:grpSpPr bwMode="auto">
            <a:xfrm>
              <a:off x="3788" y="1733"/>
              <a:ext cx="415" cy="56"/>
              <a:chOff x="3788" y="1733"/>
              <a:chExt cx="415" cy="56"/>
            </a:xfrm>
          </p:grpSpPr>
          <p:sp>
            <p:nvSpPr>
              <p:cNvPr id="52947" name="Freeform 2256"/>
              <p:cNvSpPr>
                <a:spLocks/>
              </p:cNvSpPr>
              <p:nvPr/>
            </p:nvSpPr>
            <p:spPr bwMode="auto">
              <a:xfrm>
                <a:off x="4091" y="1733"/>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chemeClr val="tx1"/>
              </a:solidFill>
              <a:ln w="9525">
                <a:solidFill>
                  <a:schemeClr val="tx1"/>
                </a:solidFill>
                <a:round/>
                <a:headEnd/>
                <a:tailEnd/>
              </a:ln>
            </p:spPr>
            <p:txBody>
              <a:bodyPr/>
              <a:lstStyle/>
              <a:p>
                <a:endParaRPr lang="en-US"/>
              </a:p>
            </p:txBody>
          </p:sp>
          <p:grpSp>
            <p:nvGrpSpPr>
              <p:cNvPr id="52948" name="Group 2257"/>
              <p:cNvGrpSpPr>
                <a:grpSpLocks/>
              </p:cNvGrpSpPr>
              <p:nvPr/>
            </p:nvGrpSpPr>
            <p:grpSpPr bwMode="auto">
              <a:xfrm>
                <a:off x="3788" y="1757"/>
                <a:ext cx="295" cy="1"/>
                <a:chOff x="3788" y="1757"/>
                <a:chExt cx="295" cy="1"/>
              </a:xfrm>
            </p:grpSpPr>
            <p:sp>
              <p:nvSpPr>
                <p:cNvPr id="52949" name="Line 2258"/>
                <p:cNvSpPr>
                  <a:spLocks noChangeShapeType="1"/>
                </p:cNvSpPr>
                <p:nvPr/>
              </p:nvSpPr>
              <p:spPr bwMode="auto">
                <a:xfrm>
                  <a:off x="3788"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950" name="Line 2259"/>
                <p:cNvSpPr>
                  <a:spLocks noChangeShapeType="1"/>
                </p:cNvSpPr>
                <p:nvPr/>
              </p:nvSpPr>
              <p:spPr bwMode="auto">
                <a:xfrm>
                  <a:off x="3844"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951" name="Line 2260"/>
                <p:cNvSpPr>
                  <a:spLocks noChangeShapeType="1"/>
                </p:cNvSpPr>
                <p:nvPr/>
              </p:nvSpPr>
              <p:spPr bwMode="auto">
                <a:xfrm>
                  <a:off x="3900"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952" name="Line 2261"/>
                <p:cNvSpPr>
                  <a:spLocks noChangeShapeType="1"/>
                </p:cNvSpPr>
                <p:nvPr/>
              </p:nvSpPr>
              <p:spPr bwMode="auto">
                <a:xfrm>
                  <a:off x="3956"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953" name="Line 2262"/>
                <p:cNvSpPr>
                  <a:spLocks noChangeShapeType="1"/>
                </p:cNvSpPr>
                <p:nvPr/>
              </p:nvSpPr>
              <p:spPr bwMode="auto">
                <a:xfrm>
                  <a:off x="4011"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954" name="Line 2263"/>
                <p:cNvSpPr>
                  <a:spLocks noChangeShapeType="1"/>
                </p:cNvSpPr>
                <p:nvPr/>
              </p:nvSpPr>
              <p:spPr bwMode="auto">
                <a:xfrm>
                  <a:off x="4067" y="1757"/>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2357" name="Group 2264"/>
            <p:cNvGrpSpPr>
              <a:grpSpLocks/>
            </p:cNvGrpSpPr>
            <p:nvPr/>
          </p:nvGrpSpPr>
          <p:grpSpPr bwMode="auto">
            <a:xfrm>
              <a:off x="3325" y="2044"/>
              <a:ext cx="423" cy="56"/>
              <a:chOff x="3325" y="2044"/>
              <a:chExt cx="423" cy="56"/>
            </a:xfrm>
          </p:grpSpPr>
          <p:sp>
            <p:nvSpPr>
              <p:cNvPr id="52939" name="Freeform 2265"/>
              <p:cNvSpPr>
                <a:spLocks/>
              </p:cNvSpPr>
              <p:nvPr/>
            </p:nvSpPr>
            <p:spPr bwMode="auto">
              <a:xfrm>
                <a:off x="3628" y="2044"/>
                <a:ext cx="120" cy="56"/>
              </a:xfrm>
              <a:custGeom>
                <a:avLst/>
                <a:gdLst>
                  <a:gd name="T0" fmla="*/ 120 w 120"/>
                  <a:gd name="T1" fmla="*/ 24 h 56"/>
                  <a:gd name="T2" fmla="*/ 0 w 120"/>
                  <a:gd name="T3" fmla="*/ 56 h 56"/>
                  <a:gd name="T4" fmla="*/ 0 w 120"/>
                  <a:gd name="T5" fmla="*/ 24 h 56"/>
                  <a:gd name="T6" fmla="*/ 0 w 120"/>
                  <a:gd name="T7" fmla="*/ 0 h 56"/>
                  <a:gd name="T8" fmla="*/ 120 w 120"/>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 h="56">
                    <a:moveTo>
                      <a:pt x="120" y="24"/>
                    </a:moveTo>
                    <a:lnTo>
                      <a:pt x="0" y="56"/>
                    </a:lnTo>
                    <a:lnTo>
                      <a:pt x="0" y="24"/>
                    </a:lnTo>
                    <a:lnTo>
                      <a:pt x="0" y="0"/>
                    </a:lnTo>
                    <a:lnTo>
                      <a:pt x="120" y="24"/>
                    </a:lnTo>
                    <a:close/>
                  </a:path>
                </a:pathLst>
              </a:custGeom>
              <a:solidFill>
                <a:schemeClr val="tx1"/>
              </a:solidFill>
              <a:ln w="9525">
                <a:solidFill>
                  <a:schemeClr val="tx1"/>
                </a:solidFill>
                <a:round/>
                <a:headEnd/>
                <a:tailEnd/>
              </a:ln>
            </p:spPr>
            <p:txBody>
              <a:bodyPr/>
              <a:lstStyle/>
              <a:p>
                <a:endParaRPr lang="en-US"/>
              </a:p>
            </p:txBody>
          </p:sp>
          <p:grpSp>
            <p:nvGrpSpPr>
              <p:cNvPr id="52940" name="Group 2266"/>
              <p:cNvGrpSpPr>
                <a:grpSpLocks/>
              </p:cNvGrpSpPr>
              <p:nvPr/>
            </p:nvGrpSpPr>
            <p:grpSpPr bwMode="auto">
              <a:xfrm>
                <a:off x="3325" y="2068"/>
                <a:ext cx="295" cy="1"/>
                <a:chOff x="3325" y="2068"/>
                <a:chExt cx="295" cy="1"/>
              </a:xfrm>
            </p:grpSpPr>
            <p:sp>
              <p:nvSpPr>
                <p:cNvPr id="52941" name="Line 2267"/>
                <p:cNvSpPr>
                  <a:spLocks noChangeShapeType="1"/>
                </p:cNvSpPr>
                <p:nvPr/>
              </p:nvSpPr>
              <p:spPr bwMode="auto">
                <a:xfrm>
                  <a:off x="3325"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942" name="Line 2268"/>
                <p:cNvSpPr>
                  <a:spLocks noChangeShapeType="1"/>
                </p:cNvSpPr>
                <p:nvPr/>
              </p:nvSpPr>
              <p:spPr bwMode="auto">
                <a:xfrm>
                  <a:off x="3381"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943" name="Line 2269"/>
                <p:cNvSpPr>
                  <a:spLocks noChangeShapeType="1"/>
                </p:cNvSpPr>
                <p:nvPr/>
              </p:nvSpPr>
              <p:spPr bwMode="auto">
                <a:xfrm>
                  <a:off x="3437"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944" name="Line 2270"/>
                <p:cNvSpPr>
                  <a:spLocks noChangeShapeType="1"/>
                </p:cNvSpPr>
                <p:nvPr/>
              </p:nvSpPr>
              <p:spPr bwMode="auto">
                <a:xfrm>
                  <a:off x="3493" y="2068"/>
                  <a:ext cx="23"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945" name="Line 2271"/>
                <p:cNvSpPr>
                  <a:spLocks noChangeShapeType="1"/>
                </p:cNvSpPr>
                <p:nvPr/>
              </p:nvSpPr>
              <p:spPr bwMode="auto">
                <a:xfrm>
                  <a:off x="3548"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946" name="Line 2272"/>
                <p:cNvSpPr>
                  <a:spLocks noChangeShapeType="1"/>
                </p:cNvSpPr>
                <p:nvPr/>
              </p:nvSpPr>
              <p:spPr bwMode="auto">
                <a:xfrm>
                  <a:off x="3604" y="2068"/>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2358" name="Group 2273"/>
            <p:cNvGrpSpPr>
              <a:grpSpLocks/>
            </p:cNvGrpSpPr>
            <p:nvPr/>
          </p:nvGrpSpPr>
          <p:grpSpPr bwMode="auto">
            <a:xfrm>
              <a:off x="3796" y="2036"/>
              <a:ext cx="415" cy="56"/>
              <a:chOff x="3796" y="2036"/>
              <a:chExt cx="415" cy="56"/>
            </a:xfrm>
          </p:grpSpPr>
          <p:sp>
            <p:nvSpPr>
              <p:cNvPr id="52931" name="Freeform 2274"/>
              <p:cNvSpPr>
                <a:spLocks/>
              </p:cNvSpPr>
              <p:nvPr/>
            </p:nvSpPr>
            <p:spPr bwMode="auto">
              <a:xfrm>
                <a:off x="4099"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chemeClr val="tx1"/>
              </a:solidFill>
              <a:ln w="9525">
                <a:solidFill>
                  <a:schemeClr val="tx1"/>
                </a:solidFill>
                <a:round/>
                <a:headEnd/>
                <a:tailEnd/>
              </a:ln>
            </p:spPr>
            <p:txBody>
              <a:bodyPr/>
              <a:lstStyle/>
              <a:p>
                <a:endParaRPr lang="en-US"/>
              </a:p>
            </p:txBody>
          </p:sp>
          <p:grpSp>
            <p:nvGrpSpPr>
              <p:cNvPr id="52932" name="Group 2275"/>
              <p:cNvGrpSpPr>
                <a:grpSpLocks/>
              </p:cNvGrpSpPr>
              <p:nvPr/>
            </p:nvGrpSpPr>
            <p:grpSpPr bwMode="auto">
              <a:xfrm>
                <a:off x="3796" y="2068"/>
                <a:ext cx="295" cy="1"/>
                <a:chOff x="3796" y="2068"/>
                <a:chExt cx="295" cy="1"/>
              </a:xfrm>
            </p:grpSpPr>
            <p:sp>
              <p:nvSpPr>
                <p:cNvPr id="52933" name="Line 2276"/>
                <p:cNvSpPr>
                  <a:spLocks noChangeShapeType="1"/>
                </p:cNvSpPr>
                <p:nvPr/>
              </p:nvSpPr>
              <p:spPr bwMode="auto">
                <a:xfrm>
                  <a:off x="3796"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934" name="Line 2277"/>
                <p:cNvSpPr>
                  <a:spLocks noChangeShapeType="1"/>
                </p:cNvSpPr>
                <p:nvPr/>
              </p:nvSpPr>
              <p:spPr bwMode="auto">
                <a:xfrm>
                  <a:off x="3852"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935" name="Line 2278"/>
                <p:cNvSpPr>
                  <a:spLocks noChangeShapeType="1"/>
                </p:cNvSpPr>
                <p:nvPr/>
              </p:nvSpPr>
              <p:spPr bwMode="auto">
                <a:xfrm>
                  <a:off x="3908"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936" name="Line 2279"/>
                <p:cNvSpPr>
                  <a:spLocks noChangeShapeType="1"/>
                </p:cNvSpPr>
                <p:nvPr/>
              </p:nvSpPr>
              <p:spPr bwMode="auto">
                <a:xfrm>
                  <a:off x="3964"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937" name="Line 2280"/>
                <p:cNvSpPr>
                  <a:spLocks noChangeShapeType="1"/>
                </p:cNvSpPr>
                <p:nvPr/>
              </p:nvSpPr>
              <p:spPr bwMode="auto">
                <a:xfrm>
                  <a:off x="4019"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938" name="Line 2281"/>
                <p:cNvSpPr>
                  <a:spLocks noChangeShapeType="1"/>
                </p:cNvSpPr>
                <p:nvPr/>
              </p:nvSpPr>
              <p:spPr bwMode="auto">
                <a:xfrm>
                  <a:off x="4075" y="2068"/>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2359" name="Group 2282"/>
            <p:cNvGrpSpPr>
              <a:grpSpLocks/>
            </p:cNvGrpSpPr>
            <p:nvPr/>
          </p:nvGrpSpPr>
          <p:grpSpPr bwMode="auto">
            <a:xfrm>
              <a:off x="4267" y="2036"/>
              <a:ext cx="415" cy="56"/>
              <a:chOff x="4267" y="2036"/>
              <a:chExt cx="415" cy="56"/>
            </a:xfrm>
          </p:grpSpPr>
          <p:sp>
            <p:nvSpPr>
              <p:cNvPr id="52923" name="Freeform 2283"/>
              <p:cNvSpPr>
                <a:spLocks/>
              </p:cNvSpPr>
              <p:nvPr/>
            </p:nvSpPr>
            <p:spPr bwMode="auto">
              <a:xfrm>
                <a:off x="4570"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chemeClr val="tx1"/>
              </a:solidFill>
              <a:ln w="9525">
                <a:solidFill>
                  <a:schemeClr val="tx1"/>
                </a:solidFill>
                <a:round/>
                <a:headEnd/>
                <a:tailEnd/>
              </a:ln>
            </p:spPr>
            <p:txBody>
              <a:bodyPr/>
              <a:lstStyle/>
              <a:p>
                <a:endParaRPr lang="en-US"/>
              </a:p>
            </p:txBody>
          </p:sp>
          <p:grpSp>
            <p:nvGrpSpPr>
              <p:cNvPr id="52924" name="Group 2284"/>
              <p:cNvGrpSpPr>
                <a:grpSpLocks/>
              </p:cNvGrpSpPr>
              <p:nvPr/>
            </p:nvGrpSpPr>
            <p:grpSpPr bwMode="auto">
              <a:xfrm>
                <a:off x="4267" y="2068"/>
                <a:ext cx="295" cy="1"/>
                <a:chOff x="4267" y="2068"/>
                <a:chExt cx="295" cy="1"/>
              </a:xfrm>
            </p:grpSpPr>
            <p:sp>
              <p:nvSpPr>
                <p:cNvPr id="52925" name="Line 2285"/>
                <p:cNvSpPr>
                  <a:spLocks noChangeShapeType="1"/>
                </p:cNvSpPr>
                <p:nvPr/>
              </p:nvSpPr>
              <p:spPr bwMode="auto">
                <a:xfrm>
                  <a:off x="4267"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926" name="Line 2286"/>
                <p:cNvSpPr>
                  <a:spLocks noChangeShapeType="1"/>
                </p:cNvSpPr>
                <p:nvPr/>
              </p:nvSpPr>
              <p:spPr bwMode="auto">
                <a:xfrm>
                  <a:off x="4323"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927" name="Line 2287"/>
                <p:cNvSpPr>
                  <a:spLocks noChangeShapeType="1"/>
                </p:cNvSpPr>
                <p:nvPr/>
              </p:nvSpPr>
              <p:spPr bwMode="auto">
                <a:xfrm>
                  <a:off x="4379"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928" name="Line 2288"/>
                <p:cNvSpPr>
                  <a:spLocks noChangeShapeType="1"/>
                </p:cNvSpPr>
                <p:nvPr/>
              </p:nvSpPr>
              <p:spPr bwMode="auto">
                <a:xfrm>
                  <a:off x="4435"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929" name="Line 2289"/>
                <p:cNvSpPr>
                  <a:spLocks noChangeShapeType="1"/>
                </p:cNvSpPr>
                <p:nvPr/>
              </p:nvSpPr>
              <p:spPr bwMode="auto">
                <a:xfrm>
                  <a:off x="4491" y="2068"/>
                  <a:ext cx="23"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930" name="Line 2290"/>
                <p:cNvSpPr>
                  <a:spLocks noChangeShapeType="1"/>
                </p:cNvSpPr>
                <p:nvPr/>
              </p:nvSpPr>
              <p:spPr bwMode="auto">
                <a:xfrm>
                  <a:off x="4546" y="2068"/>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2360" name="Group 2291"/>
            <p:cNvGrpSpPr>
              <a:grpSpLocks/>
            </p:cNvGrpSpPr>
            <p:nvPr/>
          </p:nvGrpSpPr>
          <p:grpSpPr bwMode="auto">
            <a:xfrm>
              <a:off x="4259" y="2347"/>
              <a:ext cx="415" cy="56"/>
              <a:chOff x="4259" y="2347"/>
              <a:chExt cx="415" cy="56"/>
            </a:xfrm>
          </p:grpSpPr>
          <p:sp>
            <p:nvSpPr>
              <p:cNvPr id="52915" name="Freeform 2292"/>
              <p:cNvSpPr>
                <a:spLocks/>
              </p:cNvSpPr>
              <p:nvPr/>
            </p:nvSpPr>
            <p:spPr bwMode="auto">
              <a:xfrm>
                <a:off x="4562" y="234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chemeClr val="tx1"/>
              </a:solidFill>
              <a:ln w="9525">
                <a:solidFill>
                  <a:schemeClr val="tx1"/>
                </a:solidFill>
                <a:round/>
                <a:headEnd/>
                <a:tailEnd/>
              </a:ln>
            </p:spPr>
            <p:txBody>
              <a:bodyPr/>
              <a:lstStyle/>
              <a:p>
                <a:endParaRPr lang="en-US"/>
              </a:p>
            </p:txBody>
          </p:sp>
          <p:grpSp>
            <p:nvGrpSpPr>
              <p:cNvPr id="52916" name="Group 2293"/>
              <p:cNvGrpSpPr>
                <a:grpSpLocks/>
              </p:cNvGrpSpPr>
              <p:nvPr/>
            </p:nvGrpSpPr>
            <p:grpSpPr bwMode="auto">
              <a:xfrm>
                <a:off x="4259" y="2371"/>
                <a:ext cx="295" cy="1"/>
                <a:chOff x="4259" y="2371"/>
                <a:chExt cx="295" cy="1"/>
              </a:xfrm>
            </p:grpSpPr>
            <p:sp>
              <p:nvSpPr>
                <p:cNvPr id="52917" name="Line 2294"/>
                <p:cNvSpPr>
                  <a:spLocks noChangeShapeType="1"/>
                </p:cNvSpPr>
                <p:nvPr/>
              </p:nvSpPr>
              <p:spPr bwMode="auto">
                <a:xfrm>
                  <a:off x="4259"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918" name="Line 2295"/>
                <p:cNvSpPr>
                  <a:spLocks noChangeShapeType="1"/>
                </p:cNvSpPr>
                <p:nvPr/>
              </p:nvSpPr>
              <p:spPr bwMode="auto">
                <a:xfrm>
                  <a:off x="4315"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919" name="Line 2296"/>
                <p:cNvSpPr>
                  <a:spLocks noChangeShapeType="1"/>
                </p:cNvSpPr>
                <p:nvPr/>
              </p:nvSpPr>
              <p:spPr bwMode="auto">
                <a:xfrm>
                  <a:off x="4371"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920" name="Line 2297"/>
                <p:cNvSpPr>
                  <a:spLocks noChangeShapeType="1"/>
                </p:cNvSpPr>
                <p:nvPr/>
              </p:nvSpPr>
              <p:spPr bwMode="auto">
                <a:xfrm>
                  <a:off x="4427"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921" name="Line 2298"/>
                <p:cNvSpPr>
                  <a:spLocks noChangeShapeType="1"/>
                </p:cNvSpPr>
                <p:nvPr/>
              </p:nvSpPr>
              <p:spPr bwMode="auto">
                <a:xfrm>
                  <a:off x="4483" y="2371"/>
                  <a:ext cx="23"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922" name="Line 2299"/>
                <p:cNvSpPr>
                  <a:spLocks noChangeShapeType="1"/>
                </p:cNvSpPr>
                <p:nvPr/>
              </p:nvSpPr>
              <p:spPr bwMode="auto">
                <a:xfrm>
                  <a:off x="4538" y="2371"/>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2361" name="Group 2300"/>
            <p:cNvGrpSpPr>
              <a:grpSpLocks/>
            </p:cNvGrpSpPr>
            <p:nvPr/>
          </p:nvGrpSpPr>
          <p:grpSpPr bwMode="auto">
            <a:xfrm>
              <a:off x="3796" y="2347"/>
              <a:ext cx="415" cy="56"/>
              <a:chOff x="3796" y="2347"/>
              <a:chExt cx="415" cy="56"/>
            </a:xfrm>
          </p:grpSpPr>
          <p:sp>
            <p:nvSpPr>
              <p:cNvPr id="52907" name="Freeform 2301"/>
              <p:cNvSpPr>
                <a:spLocks/>
              </p:cNvSpPr>
              <p:nvPr/>
            </p:nvSpPr>
            <p:spPr bwMode="auto">
              <a:xfrm>
                <a:off x="4099" y="234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chemeClr val="tx1"/>
              </a:solidFill>
              <a:ln w="9525">
                <a:solidFill>
                  <a:schemeClr val="tx1"/>
                </a:solidFill>
                <a:round/>
                <a:headEnd/>
                <a:tailEnd/>
              </a:ln>
            </p:spPr>
            <p:txBody>
              <a:bodyPr/>
              <a:lstStyle/>
              <a:p>
                <a:endParaRPr lang="en-US"/>
              </a:p>
            </p:txBody>
          </p:sp>
          <p:grpSp>
            <p:nvGrpSpPr>
              <p:cNvPr id="52908" name="Group 2302"/>
              <p:cNvGrpSpPr>
                <a:grpSpLocks/>
              </p:cNvGrpSpPr>
              <p:nvPr/>
            </p:nvGrpSpPr>
            <p:grpSpPr bwMode="auto">
              <a:xfrm>
                <a:off x="3796" y="2371"/>
                <a:ext cx="295" cy="1"/>
                <a:chOff x="3796" y="2371"/>
                <a:chExt cx="295" cy="1"/>
              </a:xfrm>
            </p:grpSpPr>
            <p:sp>
              <p:nvSpPr>
                <p:cNvPr id="52909" name="Line 2303"/>
                <p:cNvSpPr>
                  <a:spLocks noChangeShapeType="1"/>
                </p:cNvSpPr>
                <p:nvPr/>
              </p:nvSpPr>
              <p:spPr bwMode="auto">
                <a:xfrm>
                  <a:off x="3796"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910" name="Line 2304"/>
                <p:cNvSpPr>
                  <a:spLocks noChangeShapeType="1"/>
                </p:cNvSpPr>
                <p:nvPr/>
              </p:nvSpPr>
              <p:spPr bwMode="auto">
                <a:xfrm>
                  <a:off x="3852"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911" name="Line 2305"/>
                <p:cNvSpPr>
                  <a:spLocks noChangeShapeType="1"/>
                </p:cNvSpPr>
                <p:nvPr/>
              </p:nvSpPr>
              <p:spPr bwMode="auto">
                <a:xfrm>
                  <a:off x="3908"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912" name="Line 2306"/>
                <p:cNvSpPr>
                  <a:spLocks noChangeShapeType="1"/>
                </p:cNvSpPr>
                <p:nvPr/>
              </p:nvSpPr>
              <p:spPr bwMode="auto">
                <a:xfrm>
                  <a:off x="3964"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913" name="Line 2307"/>
                <p:cNvSpPr>
                  <a:spLocks noChangeShapeType="1"/>
                </p:cNvSpPr>
                <p:nvPr/>
              </p:nvSpPr>
              <p:spPr bwMode="auto">
                <a:xfrm>
                  <a:off x="4019"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914" name="Line 2308"/>
                <p:cNvSpPr>
                  <a:spLocks noChangeShapeType="1"/>
                </p:cNvSpPr>
                <p:nvPr/>
              </p:nvSpPr>
              <p:spPr bwMode="auto">
                <a:xfrm>
                  <a:off x="4075" y="2371"/>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2362" name="Group 2309"/>
            <p:cNvGrpSpPr>
              <a:grpSpLocks/>
            </p:cNvGrpSpPr>
            <p:nvPr/>
          </p:nvGrpSpPr>
          <p:grpSpPr bwMode="auto">
            <a:xfrm>
              <a:off x="3333" y="2339"/>
              <a:ext cx="415" cy="64"/>
              <a:chOff x="3333" y="2339"/>
              <a:chExt cx="415" cy="64"/>
            </a:xfrm>
          </p:grpSpPr>
          <p:sp>
            <p:nvSpPr>
              <p:cNvPr id="52899" name="Freeform 2310"/>
              <p:cNvSpPr>
                <a:spLocks/>
              </p:cNvSpPr>
              <p:nvPr/>
            </p:nvSpPr>
            <p:spPr bwMode="auto">
              <a:xfrm>
                <a:off x="3636" y="2339"/>
                <a:ext cx="112" cy="64"/>
              </a:xfrm>
              <a:custGeom>
                <a:avLst/>
                <a:gdLst>
                  <a:gd name="T0" fmla="*/ 112 w 112"/>
                  <a:gd name="T1" fmla="*/ 32 h 64"/>
                  <a:gd name="T2" fmla="*/ 0 w 112"/>
                  <a:gd name="T3" fmla="*/ 64 h 64"/>
                  <a:gd name="T4" fmla="*/ 0 w 112"/>
                  <a:gd name="T5" fmla="*/ 32 h 64"/>
                  <a:gd name="T6" fmla="*/ 0 w 112"/>
                  <a:gd name="T7" fmla="*/ 0 h 64"/>
                  <a:gd name="T8" fmla="*/ 112 w 112"/>
                  <a:gd name="T9" fmla="*/ 32 h 6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64">
                    <a:moveTo>
                      <a:pt x="112" y="32"/>
                    </a:moveTo>
                    <a:lnTo>
                      <a:pt x="0" y="64"/>
                    </a:lnTo>
                    <a:lnTo>
                      <a:pt x="0" y="32"/>
                    </a:lnTo>
                    <a:lnTo>
                      <a:pt x="0" y="0"/>
                    </a:lnTo>
                    <a:lnTo>
                      <a:pt x="112" y="32"/>
                    </a:lnTo>
                    <a:close/>
                  </a:path>
                </a:pathLst>
              </a:custGeom>
              <a:solidFill>
                <a:schemeClr val="tx1"/>
              </a:solidFill>
              <a:ln w="9525">
                <a:solidFill>
                  <a:schemeClr val="tx1"/>
                </a:solidFill>
                <a:round/>
                <a:headEnd/>
                <a:tailEnd/>
              </a:ln>
            </p:spPr>
            <p:txBody>
              <a:bodyPr/>
              <a:lstStyle/>
              <a:p>
                <a:endParaRPr lang="en-US"/>
              </a:p>
            </p:txBody>
          </p:sp>
          <p:grpSp>
            <p:nvGrpSpPr>
              <p:cNvPr id="52900" name="Group 2311"/>
              <p:cNvGrpSpPr>
                <a:grpSpLocks/>
              </p:cNvGrpSpPr>
              <p:nvPr/>
            </p:nvGrpSpPr>
            <p:grpSpPr bwMode="auto">
              <a:xfrm>
                <a:off x="3333" y="2371"/>
                <a:ext cx="295" cy="1"/>
                <a:chOff x="3333" y="2371"/>
                <a:chExt cx="295" cy="1"/>
              </a:xfrm>
            </p:grpSpPr>
            <p:sp>
              <p:nvSpPr>
                <p:cNvPr id="52901" name="Line 2312"/>
                <p:cNvSpPr>
                  <a:spLocks noChangeShapeType="1"/>
                </p:cNvSpPr>
                <p:nvPr/>
              </p:nvSpPr>
              <p:spPr bwMode="auto">
                <a:xfrm>
                  <a:off x="3333"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902" name="Line 2313"/>
                <p:cNvSpPr>
                  <a:spLocks noChangeShapeType="1"/>
                </p:cNvSpPr>
                <p:nvPr/>
              </p:nvSpPr>
              <p:spPr bwMode="auto">
                <a:xfrm>
                  <a:off x="3389"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903" name="Line 2314"/>
                <p:cNvSpPr>
                  <a:spLocks noChangeShapeType="1"/>
                </p:cNvSpPr>
                <p:nvPr/>
              </p:nvSpPr>
              <p:spPr bwMode="auto">
                <a:xfrm>
                  <a:off x="3445"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904" name="Line 2315"/>
                <p:cNvSpPr>
                  <a:spLocks noChangeShapeType="1"/>
                </p:cNvSpPr>
                <p:nvPr/>
              </p:nvSpPr>
              <p:spPr bwMode="auto">
                <a:xfrm>
                  <a:off x="3501" y="2371"/>
                  <a:ext cx="23"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905" name="Line 2316"/>
                <p:cNvSpPr>
                  <a:spLocks noChangeShapeType="1"/>
                </p:cNvSpPr>
                <p:nvPr/>
              </p:nvSpPr>
              <p:spPr bwMode="auto">
                <a:xfrm>
                  <a:off x="3556"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906" name="Line 2317"/>
                <p:cNvSpPr>
                  <a:spLocks noChangeShapeType="1"/>
                </p:cNvSpPr>
                <p:nvPr/>
              </p:nvSpPr>
              <p:spPr bwMode="auto">
                <a:xfrm>
                  <a:off x="3612" y="2371"/>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2363" name="Group 2318"/>
            <p:cNvGrpSpPr>
              <a:grpSpLocks/>
            </p:cNvGrpSpPr>
            <p:nvPr/>
          </p:nvGrpSpPr>
          <p:grpSpPr bwMode="auto">
            <a:xfrm>
              <a:off x="3325" y="2650"/>
              <a:ext cx="415" cy="56"/>
              <a:chOff x="3325" y="2650"/>
              <a:chExt cx="415" cy="56"/>
            </a:xfrm>
          </p:grpSpPr>
          <p:sp>
            <p:nvSpPr>
              <p:cNvPr id="52891" name="Freeform 2319"/>
              <p:cNvSpPr>
                <a:spLocks/>
              </p:cNvSpPr>
              <p:nvPr/>
            </p:nvSpPr>
            <p:spPr bwMode="auto">
              <a:xfrm>
                <a:off x="3628" y="2650"/>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chemeClr val="tx1"/>
              </a:solidFill>
              <a:ln w="9525">
                <a:solidFill>
                  <a:schemeClr val="tx1"/>
                </a:solidFill>
                <a:round/>
                <a:headEnd/>
                <a:tailEnd/>
              </a:ln>
            </p:spPr>
            <p:txBody>
              <a:bodyPr/>
              <a:lstStyle/>
              <a:p>
                <a:endParaRPr lang="en-US"/>
              </a:p>
            </p:txBody>
          </p:sp>
          <p:grpSp>
            <p:nvGrpSpPr>
              <p:cNvPr id="52892" name="Group 2320"/>
              <p:cNvGrpSpPr>
                <a:grpSpLocks/>
              </p:cNvGrpSpPr>
              <p:nvPr/>
            </p:nvGrpSpPr>
            <p:grpSpPr bwMode="auto">
              <a:xfrm>
                <a:off x="3325" y="2674"/>
                <a:ext cx="295" cy="1"/>
                <a:chOff x="3325" y="2674"/>
                <a:chExt cx="295" cy="1"/>
              </a:xfrm>
            </p:grpSpPr>
            <p:sp>
              <p:nvSpPr>
                <p:cNvPr id="52893" name="Line 2321"/>
                <p:cNvSpPr>
                  <a:spLocks noChangeShapeType="1"/>
                </p:cNvSpPr>
                <p:nvPr/>
              </p:nvSpPr>
              <p:spPr bwMode="auto">
                <a:xfrm>
                  <a:off x="3325"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894" name="Line 2322"/>
                <p:cNvSpPr>
                  <a:spLocks noChangeShapeType="1"/>
                </p:cNvSpPr>
                <p:nvPr/>
              </p:nvSpPr>
              <p:spPr bwMode="auto">
                <a:xfrm>
                  <a:off x="3381"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895" name="Line 2323"/>
                <p:cNvSpPr>
                  <a:spLocks noChangeShapeType="1"/>
                </p:cNvSpPr>
                <p:nvPr/>
              </p:nvSpPr>
              <p:spPr bwMode="auto">
                <a:xfrm>
                  <a:off x="3437"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896" name="Line 2324"/>
                <p:cNvSpPr>
                  <a:spLocks noChangeShapeType="1"/>
                </p:cNvSpPr>
                <p:nvPr/>
              </p:nvSpPr>
              <p:spPr bwMode="auto">
                <a:xfrm>
                  <a:off x="3493" y="2674"/>
                  <a:ext cx="23"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897" name="Line 2325"/>
                <p:cNvSpPr>
                  <a:spLocks noChangeShapeType="1"/>
                </p:cNvSpPr>
                <p:nvPr/>
              </p:nvSpPr>
              <p:spPr bwMode="auto">
                <a:xfrm>
                  <a:off x="3548"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898" name="Line 2326"/>
                <p:cNvSpPr>
                  <a:spLocks noChangeShapeType="1"/>
                </p:cNvSpPr>
                <p:nvPr/>
              </p:nvSpPr>
              <p:spPr bwMode="auto">
                <a:xfrm>
                  <a:off x="3604" y="2674"/>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2364" name="Group 2327"/>
            <p:cNvGrpSpPr>
              <a:grpSpLocks/>
            </p:cNvGrpSpPr>
            <p:nvPr/>
          </p:nvGrpSpPr>
          <p:grpSpPr bwMode="auto">
            <a:xfrm>
              <a:off x="3788" y="2650"/>
              <a:ext cx="415" cy="56"/>
              <a:chOff x="3788" y="2650"/>
              <a:chExt cx="415" cy="56"/>
            </a:xfrm>
          </p:grpSpPr>
          <p:sp>
            <p:nvSpPr>
              <p:cNvPr id="52883" name="Freeform 2328"/>
              <p:cNvSpPr>
                <a:spLocks/>
              </p:cNvSpPr>
              <p:nvPr/>
            </p:nvSpPr>
            <p:spPr bwMode="auto">
              <a:xfrm>
                <a:off x="4091" y="2650"/>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chemeClr val="tx1"/>
              </a:solidFill>
              <a:ln w="9525">
                <a:solidFill>
                  <a:schemeClr val="tx1"/>
                </a:solidFill>
                <a:round/>
                <a:headEnd/>
                <a:tailEnd/>
              </a:ln>
            </p:spPr>
            <p:txBody>
              <a:bodyPr/>
              <a:lstStyle/>
              <a:p>
                <a:endParaRPr lang="en-US"/>
              </a:p>
            </p:txBody>
          </p:sp>
          <p:grpSp>
            <p:nvGrpSpPr>
              <p:cNvPr id="52884" name="Group 2329"/>
              <p:cNvGrpSpPr>
                <a:grpSpLocks/>
              </p:cNvGrpSpPr>
              <p:nvPr/>
            </p:nvGrpSpPr>
            <p:grpSpPr bwMode="auto">
              <a:xfrm>
                <a:off x="3788" y="2674"/>
                <a:ext cx="295" cy="1"/>
                <a:chOff x="3788" y="2674"/>
                <a:chExt cx="295" cy="1"/>
              </a:xfrm>
            </p:grpSpPr>
            <p:sp>
              <p:nvSpPr>
                <p:cNvPr id="52885" name="Line 2330"/>
                <p:cNvSpPr>
                  <a:spLocks noChangeShapeType="1"/>
                </p:cNvSpPr>
                <p:nvPr/>
              </p:nvSpPr>
              <p:spPr bwMode="auto">
                <a:xfrm>
                  <a:off x="3788"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886" name="Line 2331"/>
                <p:cNvSpPr>
                  <a:spLocks noChangeShapeType="1"/>
                </p:cNvSpPr>
                <p:nvPr/>
              </p:nvSpPr>
              <p:spPr bwMode="auto">
                <a:xfrm>
                  <a:off x="3844"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887" name="Line 2332"/>
                <p:cNvSpPr>
                  <a:spLocks noChangeShapeType="1"/>
                </p:cNvSpPr>
                <p:nvPr/>
              </p:nvSpPr>
              <p:spPr bwMode="auto">
                <a:xfrm>
                  <a:off x="3900"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888" name="Line 2333"/>
                <p:cNvSpPr>
                  <a:spLocks noChangeShapeType="1"/>
                </p:cNvSpPr>
                <p:nvPr/>
              </p:nvSpPr>
              <p:spPr bwMode="auto">
                <a:xfrm>
                  <a:off x="3956"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889" name="Line 2334"/>
                <p:cNvSpPr>
                  <a:spLocks noChangeShapeType="1"/>
                </p:cNvSpPr>
                <p:nvPr/>
              </p:nvSpPr>
              <p:spPr bwMode="auto">
                <a:xfrm>
                  <a:off x="4011"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890" name="Line 2335"/>
                <p:cNvSpPr>
                  <a:spLocks noChangeShapeType="1"/>
                </p:cNvSpPr>
                <p:nvPr/>
              </p:nvSpPr>
              <p:spPr bwMode="auto">
                <a:xfrm>
                  <a:off x="4067" y="2674"/>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2365" name="Group 2336"/>
            <p:cNvGrpSpPr>
              <a:grpSpLocks/>
            </p:cNvGrpSpPr>
            <p:nvPr/>
          </p:nvGrpSpPr>
          <p:grpSpPr bwMode="auto">
            <a:xfrm>
              <a:off x="3325" y="2953"/>
              <a:ext cx="415" cy="56"/>
              <a:chOff x="3325" y="2953"/>
              <a:chExt cx="415" cy="56"/>
            </a:xfrm>
          </p:grpSpPr>
          <p:sp>
            <p:nvSpPr>
              <p:cNvPr id="52875" name="Freeform 2337"/>
              <p:cNvSpPr>
                <a:spLocks/>
              </p:cNvSpPr>
              <p:nvPr/>
            </p:nvSpPr>
            <p:spPr bwMode="auto">
              <a:xfrm>
                <a:off x="3628"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chemeClr val="tx1"/>
              </a:solidFill>
              <a:ln w="9525">
                <a:solidFill>
                  <a:schemeClr val="tx1"/>
                </a:solidFill>
                <a:round/>
                <a:headEnd/>
                <a:tailEnd/>
              </a:ln>
            </p:spPr>
            <p:txBody>
              <a:bodyPr/>
              <a:lstStyle/>
              <a:p>
                <a:endParaRPr lang="en-US"/>
              </a:p>
            </p:txBody>
          </p:sp>
          <p:grpSp>
            <p:nvGrpSpPr>
              <p:cNvPr id="52876" name="Group 2338"/>
              <p:cNvGrpSpPr>
                <a:grpSpLocks/>
              </p:cNvGrpSpPr>
              <p:nvPr/>
            </p:nvGrpSpPr>
            <p:grpSpPr bwMode="auto">
              <a:xfrm>
                <a:off x="3325" y="2985"/>
                <a:ext cx="295" cy="1"/>
                <a:chOff x="3325" y="2985"/>
                <a:chExt cx="295" cy="1"/>
              </a:xfrm>
            </p:grpSpPr>
            <p:sp>
              <p:nvSpPr>
                <p:cNvPr id="52877" name="Line 2339"/>
                <p:cNvSpPr>
                  <a:spLocks noChangeShapeType="1"/>
                </p:cNvSpPr>
                <p:nvPr/>
              </p:nvSpPr>
              <p:spPr bwMode="auto">
                <a:xfrm>
                  <a:off x="3325"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878" name="Line 2340"/>
                <p:cNvSpPr>
                  <a:spLocks noChangeShapeType="1"/>
                </p:cNvSpPr>
                <p:nvPr/>
              </p:nvSpPr>
              <p:spPr bwMode="auto">
                <a:xfrm>
                  <a:off x="3381"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879" name="Line 2341"/>
                <p:cNvSpPr>
                  <a:spLocks noChangeShapeType="1"/>
                </p:cNvSpPr>
                <p:nvPr/>
              </p:nvSpPr>
              <p:spPr bwMode="auto">
                <a:xfrm>
                  <a:off x="3437"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880" name="Line 2342"/>
                <p:cNvSpPr>
                  <a:spLocks noChangeShapeType="1"/>
                </p:cNvSpPr>
                <p:nvPr/>
              </p:nvSpPr>
              <p:spPr bwMode="auto">
                <a:xfrm>
                  <a:off x="3493" y="2985"/>
                  <a:ext cx="23"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881" name="Line 2343"/>
                <p:cNvSpPr>
                  <a:spLocks noChangeShapeType="1"/>
                </p:cNvSpPr>
                <p:nvPr/>
              </p:nvSpPr>
              <p:spPr bwMode="auto">
                <a:xfrm>
                  <a:off x="3548"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882" name="Line 2344"/>
                <p:cNvSpPr>
                  <a:spLocks noChangeShapeType="1"/>
                </p:cNvSpPr>
                <p:nvPr/>
              </p:nvSpPr>
              <p:spPr bwMode="auto">
                <a:xfrm>
                  <a:off x="3604" y="2985"/>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2366" name="Group 2345"/>
            <p:cNvGrpSpPr>
              <a:grpSpLocks/>
            </p:cNvGrpSpPr>
            <p:nvPr/>
          </p:nvGrpSpPr>
          <p:grpSpPr bwMode="auto">
            <a:xfrm>
              <a:off x="3788" y="2953"/>
              <a:ext cx="415" cy="56"/>
              <a:chOff x="3788" y="2953"/>
              <a:chExt cx="415" cy="56"/>
            </a:xfrm>
          </p:grpSpPr>
          <p:sp>
            <p:nvSpPr>
              <p:cNvPr id="52867" name="Freeform 2346"/>
              <p:cNvSpPr>
                <a:spLocks/>
              </p:cNvSpPr>
              <p:nvPr/>
            </p:nvSpPr>
            <p:spPr bwMode="auto">
              <a:xfrm>
                <a:off x="4091"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chemeClr val="tx1"/>
              </a:solidFill>
              <a:ln w="9525">
                <a:solidFill>
                  <a:schemeClr val="tx1"/>
                </a:solidFill>
                <a:round/>
                <a:headEnd/>
                <a:tailEnd/>
              </a:ln>
            </p:spPr>
            <p:txBody>
              <a:bodyPr/>
              <a:lstStyle/>
              <a:p>
                <a:endParaRPr lang="en-US"/>
              </a:p>
            </p:txBody>
          </p:sp>
          <p:grpSp>
            <p:nvGrpSpPr>
              <p:cNvPr id="52868" name="Group 2347"/>
              <p:cNvGrpSpPr>
                <a:grpSpLocks/>
              </p:cNvGrpSpPr>
              <p:nvPr/>
            </p:nvGrpSpPr>
            <p:grpSpPr bwMode="auto">
              <a:xfrm>
                <a:off x="3788" y="2985"/>
                <a:ext cx="295" cy="1"/>
                <a:chOff x="3788" y="2985"/>
                <a:chExt cx="295" cy="1"/>
              </a:xfrm>
            </p:grpSpPr>
            <p:sp>
              <p:nvSpPr>
                <p:cNvPr id="52869" name="Line 2348"/>
                <p:cNvSpPr>
                  <a:spLocks noChangeShapeType="1"/>
                </p:cNvSpPr>
                <p:nvPr/>
              </p:nvSpPr>
              <p:spPr bwMode="auto">
                <a:xfrm>
                  <a:off x="3788"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870" name="Line 2349"/>
                <p:cNvSpPr>
                  <a:spLocks noChangeShapeType="1"/>
                </p:cNvSpPr>
                <p:nvPr/>
              </p:nvSpPr>
              <p:spPr bwMode="auto">
                <a:xfrm>
                  <a:off x="3844"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871" name="Line 2350"/>
                <p:cNvSpPr>
                  <a:spLocks noChangeShapeType="1"/>
                </p:cNvSpPr>
                <p:nvPr/>
              </p:nvSpPr>
              <p:spPr bwMode="auto">
                <a:xfrm>
                  <a:off x="3900"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872" name="Line 2351"/>
                <p:cNvSpPr>
                  <a:spLocks noChangeShapeType="1"/>
                </p:cNvSpPr>
                <p:nvPr/>
              </p:nvSpPr>
              <p:spPr bwMode="auto">
                <a:xfrm>
                  <a:off x="3956"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873" name="Line 2352"/>
                <p:cNvSpPr>
                  <a:spLocks noChangeShapeType="1"/>
                </p:cNvSpPr>
                <p:nvPr/>
              </p:nvSpPr>
              <p:spPr bwMode="auto">
                <a:xfrm>
                  <a:off x="4011"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874" name="Line 2353"/>
                <p:cNvSpPr>
                  <a:spLocks noChangeShapeType="1"/>
                </p:cNvSpPr>
                <p:nvPr/>
              </p:nvSpPr>
              <p:spPr bwMode="auto">
                <a:xfrm>
                  <a:off x="4067" y="2985"/>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2367" name="Group 2354"/>
            <p:cNvGrpSpPr>
              <a:grpSpLocks/>
            </p:cNvGrpSpPr>
            <p:nvPr/>
          </p:nvGrpSpPr>
          <p:grpSpPr bwMode="auto">
            <a:xfrm>
              <a:off x="4251" y="2953"/>
              <a:ext cx="415" cy="56"/>
              <a:chOff x="4251" y="2953"/>
              <a:chExt cx="415" cy="56"/>
            </a:xfrm>
          </p:grpSpPr>
          <p:sp>
            <p:nvSpPr>
              <p:cNvPr id="52859" name="Freeform 2355"/>
              <p:cNvSpPr>
                <a:spLocks/>
              </p:cNvSpPr>
              <p:nvPr/>
            </p:nvSpPr>
            <p:spPr bwMode="auto">
              <a:xfrm>
                <a:off x="4554"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chemeClr val="tx1"/>
              </a:solidFill>
              <a:ln w="9525">
                <a:solidFill>
                  <a:schemeClr val="tx1"/>
                </a:solidFill>
                <a:round/>
                <a:headEnd/>
                <a:tailEnd/>
              </a:ln>
            </p:spPr>
            <p:txBody>
              <a:bodyPr/>
              <a:lstStyle/>
              <a:p>
                <a:endParaRPr lang="en-US"/>
              </a:p>
            </p:txBody>
          </p:sp>
          <p:grpSp>
            <p:nvGrpSpPr>
              <p:cNvPr id="52860" name="Group 2356"/>
              <p:cNvGrpSpPr>
                <a:grpSpLocks/>
              </p:cNvGrpSpPr>
              <p:nvPr/>
            </p:nvGrpSpPr>
            <p:grpSpPr bwMode="auto">
              <a:xfrm>
                <a:off x="4251" y="2985"/>
                <a:ext cx="295" cy="1"/>
                <a:chOff x="4251" y="2985"/>
                <a:chExt cx="295" cy="1"/>
              </a:xfrm>
            </p:grpSpPr>
            <p:sp>
              <p:nvSpPr>
                <p:cNvPr id="52861" name="Line 2357"/>
                <p:cNvSpPr>
                  <a:spLocks noChangeShapeType="1"/>
                </p:cNvSpPr>
                <p:nvPr/>
              </p:nvSpPr>
              <p:spPr bwMode="auto">
                <a:xfrm>
                  <a:off x="4251"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862" name="Line 2358"/>
                <p:cNvSpPr>
                  <a:spLocks noChangeShapeType="1"/>
                </p:cNvSpPr>
                <p:nvPr/>
              </p:nvSpPr>
              <p:spPr bwMode="auto">
                <a:xfrm>
                  <a:off x="4307"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863" name="Line 2359"/>
                <p:cNvSpPr>
                  <a:spLocks noChangeShapeType="1"/>
                </p:cNvSpPr>
                <p:nvPr/>
              </p:nvSpPr>
              <p:spPr bwMode="auto">
                <a:xfrm>
                  <a:off x="4363"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864" name="Line 2360"/>
                <p:cNvSpPr>
                  <a:spLocks noChangeShapeType="1"/>
                </p:cNvSpPr>
                <p:nvPr/>
              </p:nvSpPr>
              <p:spPr bwMode="auto">
                <a:xfrm>
                  <a:off x="4419"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865" name="Line 2361"/>
                <p:cNvSpPr>
                  <a:spLocks noChangeShapeType="1"/>
                </p:cNvSpPr>
                <p:nvPr/>
              </p:nvSpPr>
              <p:spPr bwMode="auto">
                <a:xfrm>
                  <a:off x="4475"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866" name="Line 2362"/>
                <p:cNvSpPr>
                  <a:spLocks noChangeShapeType="1"/>
                </p:cNvSpPr>
                <p:nvPr/>
              </p:nvSpPr>
              <p:spPr bwMode="auto">
                <a:xfrm>
                  <a:off x="4530" y="2985"/>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2368" name="Group 2363"/>
            <p:cNvGrpSpPr>
              <a:grpSpLocks/>
            </p:cNvGrpSpPr>
            <p:nvPr/>
          </p:nvGrpSpPr>
          <p:grpSpPr bwMode="auto">
            <a:xfrm>
              <a:off x="4674" y="1741"/>
              <a:ext cx="40" cy="1260"/>
              <a:chOff x="4674" y="1741"/>
              <a:chExt cx="40" cy="1260"/>
            </a:xfrm>
          </p:grpSpPr>
          <p:sp>
            <p:nvSpPr>
              <p:cNvPr id="52849" name="Oval 2364"/>
              <p:cNvSpPr>
                <a:spLocks noChangeArrowheads="1"/>
              </p:cNvSpPr>
              <p:nvPr/>
            </p:nvSpPr>
            <p:spPr bwMode="auto">
              <a:xfrm>
                <a:off x="4674" y="1741"/>
                <a:ext cx="32" cy="40"/>
              </a:xfrm>
              <a:prstGeom prst="ellipse">
                <a:avLst/>
              </a:prstGeom>
              <a:solidFill>
                <a:schemeClr val="tx1"/>
              </a:solidFill>
              <a:ln w="9525">
                <a:solidFill>
                  <a:schemeClr val="tx1"/>
                </a:solidFill>
                <a:round/>
                <a:headEnd/>
                <a:tailEnd/>
              </a:ln>
            </p:spPr>
            <p:txBody>
              <a:bodyPr/>
              <a:lstStyle/>
              <a:p>
                <a:endParaRPr lang="en-US"/>
              </a:p>
            </p:txBody>
          </p:sp>
          <p:sp>
            <p:nvSpPr>
              <p:cNvPr id="52850" name="Oval 2365"/>
              <p:cNvSpPr>
                <a:spLocks noChangeArrowheads="1"/>
              </p:cNvSpPr>
              <p:nvPr/>
            </p:nvSpPr>
            <p:spPr bwMode="auto">
              <a:xfrm>
                <a:off x="4674" y="1741"/>
                <a:ext cx="32" cy="40"/>
              </a:xfrm>
              <a:prstGeom prst="ellipse">
                <a:avLst/>
              </a:prstGeom>
              <a:solidFill>
                <a:schemeClr val="tx1"/>
              </a:solidFill>
              <a:ln w="25400">
                <a:solidFill>
                  <a:schemeClr val="tx1"/>
                </a:solidFill>
                <a:round/>
                <a:headEnd/>
                <a:tailEnd/>
              </a:ln>
            </p:spPr>
            <p:txBody>
              <a:bodyPr/>
              <a:lstStyle/>
              <a:p>
                <a:endParaRPr lang="en-US"/>
              </a:p>
            </p:txBody>
          </p:sp>
          <p:sp>
            <p:nvSpPr>
              <p:cNvPr id="52851" name="Oval 2366"/>
              <p:cNvSpPr>
                <a:spLocks noChangeArrowheads="1"/>
              </p:cNvSpPr>
              <p:nvPr/>
            </p:nvSpPr>
            <p:spPr bwMode="auto">
              <a:xfrm>
                <a:off x="4682" y="2044"/>
                <a:ext cx="32" cy="40"/>
              </a:xfrm>
              <a:prstGeom prst="ellipse">
                <a:avLst/>
              </a:prstGeom>
              <a:solidFill>
                <a:schemeClr val="tx1"/>
              </a:solidFill>
              <a:ln w="9525">
                <a:solidFill>
                  <a:schemeClr val="tx1"/>
                </a:solidFill>
                <a:round/>
                <a:headEnd/>
                <a:tailEnd/>
              </a:ln>
            </p:spPr>
            <p:txBody>
              <a:bodyPr/>
              <a:lstStyle/>
              <a:p>
                <a:endParaRPr lang="en-US"/>
              </a:p>
            </p:txBody>
          </p:sp>
          <p:sp>
            <p:nvSpPr>
              <p:cNvPr id="52852" name="Oval 2367"/>
              <p:cNvSpPr>
                <a:spLocks noChangeArrowheads="1"/>
              </p:cNvSpPr>
              <p:nvPr/>
            </p:nvSpPr>
            <p:spPr bwMode="auto">
              <a:xfrm>
                <a:off x="4682" y="2044"/>
                <a:ext cx="32" cy="40"/>
              </a:xfrm>
              <a:prstGeom prst="ellipse">
                <a:avLst/>
              </a:prstGeom>
              <a:solidFill>
                <a:schemeClr val="tx1"/>
              </a:solidFill>
              <a:ln w="25400">
                <a:solidFill>
                  <a:schemeClr val="tx1"/>
                </a:solidFill>
                <a:round/>
                <a:headEnd/>
                <a:tailEnd/>
              </a:ln>
            </p:spPr>
            <p:txBody>
              <a:bodyPr/>
              <a:lstStyle/>
              <a:p>
                <a:endParaRPr lang="en-US"/>
              </a:p>
            </p:txBody>
          </p:sp>
          <p:sp>
            <p:nvSpPr>
              <p:cNvPr id="52853" name="Oval 2368"/>
              <p:cNvSpPr>
                <a:spLocks noChangeArrowheads="1"/>
              </p:cNvSpPr>
              <p:nvPr/>
            </p:nvSpPr>
            <p:spPr bwMode="auto">
              <a:xfrm>
                <a:off x="4682" y="2355"/>
                <a:ext cx="32" cy="32"/>
              </a:xfrm>
              <a:prstGeom prst="ellipse">
                <a:avLst/>
              </a:prstGeom>
              <a:solidFill>
                <a:schemeClr val="tx1"/>
              </a:solidFill>
              <a:ln w="9525">
                <a:solidFill>
                  <a:schemeClr val="tx1"/>
                </a:solidFill>
                <a:round/>
                <a:headEnd/>
                <a:tailEnd/>
              </a:ln>
            </p:spPr>
            <p:txBody>
              <a:bodyPr/>
              <a:lstStyle/>
              <a:p>
                <a:endParaRPr lang="en-US"/>
              </a:p>
            </p:txBody>
          </p:sp>
          <p:sp>
            <p:nvSpPr>
              <p:cNvPr id="52854" name="Oval 2369"/>
              <p:cNvSpPr>
                <a:spLocks noChangeArrowheads="1"/>
              </p:cNvSpPr>
              <p:nvPr/>
            </p:nvSpPr>
            <p:spPr bwMode="auto">
              <a:xfrm>
                <a:off x="4682" y="2355"/>
                <a:ext cx="32" cy="32"/>
              </a:xfrm>
              <a:prstGeom prst="ellipse">
                <a:avLst/>
              </a:prstGeom>
              <a:solidFill>
                <a:schemeClr val="tx1"/>
              </a:solidFill>
              <a:ln w="25400">
                <a:solidFill>
                  <a:schemeClr val="tx1"/>
                </a:solidFill>
                <a:round/>
                <a:headEnd/>
                <a:tailEnd/>
              </a:ln>
            </p:spPr>
            <p:txBody>
              <a:bodyPr/>
              <a:lstStyle/>
              <a:p>
                <a:endParaRPr lang="en-US"/>
              </a:p>
            </p:txBody>
          </p:sp>
          <p:sp>
            <p:nvSpPr>
              <p:cNvPr id="52855" name="Oval 2370"/>
              <p:cNvSpPr>
                <a:spLocks noChangeArrowheads="1"/>
              </p:cNvSpPr>
              <p:nvPr/>
            </p:nvSpPr>
            <p:spPr bwMode="auto">
              <a:xfrm>
                <a:off x="4674" y="2658"/>
                <a:ext cx="32" cy="40"/>
              </a:xfrm>
              <a:prstGeom prst="ellipse">
                <a:avLst/>
              </a:prstGeom>
              <a:solidFill>
                <a:schemeClr val="tx1"/>
              </a:solidFill>
              <a:ln w="9525">
                <a:solidFill>
                  <a:schemeClr val="tx1"/>
                </a:solidFill>
                <a:round/>
                <a:headEnd/>
                <a:tailEnd/>
              </a:ln>
            </p:spPr>
            <p:txBody>
              <a:bodyPr/>
              <a:lstStyle/>
              <a:p>
                <a:endParaRPr lang="en-US"/>
              </a:p>
            </p:txBody>
          </p:sp>
          <p:sp>
            <p:nvSpPr>
              <p:cNvPr id="52856" name="Oval 2371"/>
              <p:cNvSpPr>
                <a:spLocks noChangeArrowheads="1"/>
              </p:cNvSpPr>
              <p:nvPr/>
            </p:nvSpPr>
            <p:spPr bwMode="auto">
              <a:xfrm>
                <a:off x="4674" y="2658"/>
                <a:ext cx="32" cy="40"/>
              </a:xfrm>
              <a:prstGeom prst="ellipse">
                <a:avLst/>
              </a:prstGeom>
              <a:solidFill>
                <a:schemeClr val="tx1"/>
              </a:solidFill>
              <a:ln w="25400">
                <a:solidFill>
                  <a:schemeClr val="tx1"/>
                </a:solidFill>
                <a:round/>
                <a:headEnd/>
                <a:tailEnd/>
              </a:ln>
            </p:spPr>
            <p:txBody>
              <a:bodyPr/>
              <a:lstStyle/>
              <a:p>
                <a:endParaRPr lang="en-US"/>
              </a:p>
            </p:txBody>
          </p:sp>
          <p:sp>
            <p:nvSpPr>
              <p:cNvPr id="52857" name="Oval 2372"/>
              <p:cNvSpPr>
                <a:spLocks noChangeArrowheads="1"/>
              </p:cNvSpPr>
              <p:nvPr/>
            </p:nvSpPr>
            <p:spPr bwMode="auto">
              <a:xfrm>
                <a:off x="4674" y="2969"/>
                <a:ext cx="32" cy="32"/>
              </a:xfrm>
              <a:prstGeom prst="ellipse">
                <a:avLst/>
              </a:prstGeom>
              <a:solidFill>
                <a:schemeClr val="tx1"/>
              </a:solidFill>
              <a:ln w="9525">
                <a:solidFill>
                  <a:schemeClr val="tx1"/>
                </a:solidFill>
                <a:round/>
                <a:headEnd/>
                <a:tailEnd/>
              </a:ln>
            </p:spPr>
            <p:txBody>
              <a:bodyPr/>
              <a:lstStyle/>
              <a:p>
                <a:endParaRPr lang="en-US"/>
              </a:p>
            </p:txBody>
          </p:sp>
          <p:sp>
            <p:nvSpPr>
              <p:cNvPr id="52858" name="Oval 2373"/>
              <p:cNvSpPr>
                <a:spLocks noChangeArrowheads="1"/>
              </p:cNvSpPr>
              <p:nvPr/>
            </p:nvSpPr>
            <p:spPr bwMode="auto">
              <a:xfrm>
                <a:off x="4674" y="2969"/>
                <a:ext cx="32" cy="32"/>
              </a:xfrm>
              <a:prstGeom prst="ellipse">
                <a:avLst/>
              </a:prstGeom>
              <a:solidFill>
                <a:schemeClr val="tx1"/>
              </a:solidFill>
              <a:ln w="25400">
                <a:solidFill>
                  <a:schemeClr val="tx1"/>
                </a:solidFill>
                <a:round/>
                <a:headEnd/>
                <a:tailEnd/>
              </a:ln>
            </p:spPr>
            <p:txBody>
              <a:bodyPr/>
              <a:lstStyle/>
              <a:p>
                <a:endParaRPr lang="en-US"/>
              </a:p>
            </p:txBody>
          </p:sp>
        </p:grpSp>
        <p:grpSp>
          <p:nvGrpSpPr>
            <p:cNvPr id="52369" name="Group 2374"/>
            <p:cNvGrpSpPr>
              <a:grpSpLocks/>
            </p:cNvGrpSpPr>
            <p:nvPr/>
          </p:nvGrpSpPr>
          <p:grpSpPr bwMode="auto">
            <a:xfrm>
              <a:off x="3740" y="3272"/>
              <a:ext cx="40" cy="343"/>
              <a:chOff x="3740" y="3272"/>
              <a:chExt cx="40" cy="343"/>
            </a:xfrm>
          </p:grpSpPr>
          <p:sp>
            <p:nvSpPr>
              <p:cNvPr id="52845" name="Oval 2375"/>
              <p:cNvSpPr>
                <a:spLocks noChangeArrowheads="1"/>
              </p:cNvSpPr>
              <p:nvPr/>
            </p:nvSpPr>
            <p:spPr bwMode="auto">
              <a:xfrm>
                <a:off x="3740" y="3272"/>
                <a:ext cx="40" cy="32"/>
              </a:xfrm>
              <a:prstGeom prst="ellipse">
                <a:avLst/>
              </a:prstGeom>
              <a:solidFill>
                <a:schemeClr val="tx1"/>
              </a:solidFill>
              <a:ln w="9525">
                <a:solidFill>
                  <a:schemeClr val="tx1"/>
                </a:solidFill>
                <a:round/>
                <a:headEnd/>
                <a:tailEnd/>
              </a:ln>
            </p:spPr>
            <p:txBody>
              <a:bodyPr/>
              <a:lstStyle/>
              <a:p>
                <a:endParaRPr lang="en-US"/>
              </a:p>
            </p:txBody>
          </p:sp>
          <p:sp>
            <p:nvSpPr>
              <p:cNvPr id="52846" name="Oval 2376"/>
              <p:cNvSpPr>
                <a:spLocks noChangeArrowheads="1"/>
              </p:cNvSpPr>
              <p:nvPr/>
            </p:nvSpPr>
            <p:spPr bwMode="auto">
              <a:xfrm>
                <a:off x="3740" y="3272"/>
                <a:ext cx="40" cy="32"/>
              </a:xfrm>
              <a:prstGeom prst="ellipse">
                <a:avLst/>
              </a:prstGeom>
              <a:solidFill>
                <a:schemeClr val="tx1"/>
              </a:solidFill>
              <a:ln w="25400">
                <a:solidFill>
                  <a:schemeClr val="tx1"/>
                </a:solidFill>
                <a:round/>
                <a:headEnd/>
                <a:tailEnd/>
              </a:ln>
            </p:spPr>
            <p:txBody>
              <a:bodyPr/>
              <a:lstStyle/>
              <a:p>
                <a:endParaRPr lang="en-US"/>
              </a:p>
            </p:txBody>
          </p:sp>
          <p:sp>
            <p:nvSpPr>
              <p:cNvPr id="52847" name="Oval 2377"/>
              <p:cNvSpPr>
                <a:spLocks noChangeArrowheads="1"/>
              </p:cNvSpPr>
              <p:nvPr/>
            </p:nvSpPr>
            <p:spPr bwMode="auto">
              <a:xfrm>
                <a:off x="3740" y="3575"/>
                <a:ext cx="40" cy="40"/>
              </a:xfrm>
              <a:prstGeom prst="ellipse">
                <a:avLst/>
              </a:prstGeom>
              <a:solidFill>
                <a:schemeClr val="tx1"/>
              </a:solidFill>
              <a:ln w="9525">
                <a:solidFill>
                  <a:schemeClr val="tx1"/>
                </a:solidFill>
                <a:round/>
                <a:headEnd/>
                <a:tailEnd/>
              </a:ln>
            </p:spPr>
            <p:txBody>
              <a:bodyPr/>
              <a:lstStyle/>
              <a:p>
                <a:endParaRPr lang="en-US"/>
              </a:p>
            </p:txBody>
          </p:sp>
          <p:sp>
            <p:nvSpPr>
              <p:cNvPr id="52848" name="Oval 2378"/>
              <p:cNvSpPr>
                <a:spLocks noChangeArrowheads="1"/>
              </p:cNvSpPr>
              <p:nvPr/>
            </p:nvSpPr>
            <p:spPr bwMode="auto">
              <a:xfrm>
                <a:off x="3740" y="3575"/>
                <a:ext cx="40" cy="40"/>
              </a:xfrm>
              <a:prstGeom prst="ellipse">
                <a:avLst/>
              </a:prstGeom>
              <a:solidFill>
                <a:schemeClr val="tx1"/>
              </a:solidFill>
              <a:ln w="25400">
                <a:solidFill>
                  <a:schemeClr val="tx1"/>
                </a:solidFill>
                <a:round/>
                <a:headEnd/>
                <a:tailEnd/>
              </a:ln>
            </p:spPr>
            <p:txBody>
              <a:bodyPr/>
              <a:lstStyle/>
              <a:p>
                <a:endParaRPr lang="en-US"/>
              </a:p>
            </p:txBody>
          </p:sp>
        </p:grpSp>
        <p:grpSp>
          <p:nvGrpSpPr>
            <p:cNvPr id="52370" name="Group 2379"/>
            <p:cNvGrpSpPr>
              <a:grpSpLocks/>
            </p:cNvGrpSpPr>
            <p:nvPr/>
          </p:nvGrpSpPr>
          <p:grpSpPr bwMode="auto">
            <a:xfrm>
              <a:off x="3285" y="3272"/>
              <a:ext cx="32" cy="343"/>
              <a:chOff x="3285" y="3272"/>
              <a:chExt cx="32" cy="343"/>
            </a:xfrm>
          </p:grpSpPr>
          <p:sp>
            <p:nvSpPr>
              <p:cNvPr id="52841" name="Oval 2380"/>
              <p:cNvSpPr>
                <a:spLocks noChangeArrowheads="1"/>
              </p:cNvSpPr>
              <p:nvPr/>
            </p:nvSpPr>
            <p:spPr bwMode="auto">
              <a:xfrm>
                <a:off x="3285" y="3272"/>
                <a:ext cx="32" cy="32"/>
              </a:xfrm>
              <a:prstGeom prst="ellipse">
                <a:avLst/>
              </a:prstGeom>
              <a:solidFill>
                <a:schemeClr val="tx1"/>
              </a:solidFill>
              <a:ln w="9525">
                <a:solidFill>
                  <a:schemeClr val="tx1"/>
                </a:solidFill>
                <a:round/>
                <a:headEnd/>
                <a:tailEnd/>
              </a:ln>
            </p:spPr>
            <p:txBody>
              <a:bodyPr/>
              <a:lstStyle/>
              <a:p>
                <a:endParaRPr lang="en-US"/>
              </a:p>
            </p:txBody>
          </p:sp>
          <p:sp>
            <p:nvSpPr>
              <p:cNvPr id="52842" name="Oval 2381"/>
              <p:cNvSpPr>
                <a:spLocks noChangeArrowheads="1"/>
              </p:cNvSpPr>
              <p:nvPr/>
            </p:nvSpPr>
            <p:spPr bwMode="auto">
              <a:xfrm>
                <a:off x="3285" y="3272"/>
                <a:ext cx="32" cy="32"/>
              </a:xfrm>
              <a:prstGeom prst="ellipse">
                <a:avLst/>
              </a:prstGeom>
              <a:solidFill>
                <a:schemeClr val="tx1"/>
              </a:solidFill>
              <a:ln w="25400">
                <a:solidFill>
                  <a:schemeClr val="tx1"/>
                </a:solidFill>
                <a:round/>
                <a:headEnd/>
                <a:tailEnd/>
              </a:ln>
            </p:spPr>
            <p:txBody>
              <a:bodyPr/>
              <a:lstStyle/>
              <a:p>
                <a:endParaRPr lang="en-US"/>
              </a:p>
            </p:txBody>
          </p:sp>
          <p:sp>
            <p:nvSpPr>
              <p:cNvPr id="52843" name="Oval 2382"/>
              <p:cNvSpPr>
                <a:spLocks noChangeArrowheads="1"/>
              </p:cNvSpPr>
              <p:nvPr/>
            </p:nvSpPr>
            <p:spPr bwMode="auto">
              <a:xfrm>
                <a:off x="3285" y="3575"/>
                <a:ext cx="32" cy="40"/>
              </a:xfrm>
              <a:prstGeom prst="ellipse">
                <a:avLst/>
              </a:prstGeom>
              <a:solidFill>
                <a:schemeClr val="tx1"/>
              </a:solidFill>
              <a:ln w="9525">
                <a:solidFill>
                  <a:schemeClr val="tx1"/>
                </a:solidFill>
                <a:round/>
                <a:headEnd/>
                <a:tailEnd/>
              </a:ln>
            </p:spPr>
            <p:txBody>
              <a:bodyPr/>
              <a:lstStyle/>
              <a:p>
                <a:endParaRPr lang="en-US"/>
              </a:p>
            </p:txBody>
          </p:sp>
          <p:sp>
            <p:nvSpPr>
              <p:cNvPr id="52844" name="Oval 2383"/>
              <p:cNvSpPr>
                <a:spLocks noChangeArrowheads="1"/>
              </p:cNvSpPr>
              <p:nvPr/>
            </p:nvSpPr>
            <p:spPr bwMode="auto">
              <a:xfrm>
                <a:off x="3285" y="3575"/>
                <a:ext cx="32" cy="40"/>
              </a:xfrm>
              <a:prstGeom prst="ellipse">
                <a:avLst/>
              </a:prstGeom>
              <a:solidFill>
                <a:schemeClr val="tx1"/>
              </a:solidFill>
              <a:ln w="25400">
                <a:solidFill>
                  <a:schemeClr val="tx1"/>
                </a:solidFill>
                <a:round/>
                <a:headEnd/>
                <a:tailEnd/>
              </a:ln>
            </p:spPr>
            <p:txBody>
              <a:bodyPr/>
              <a:lstStyle/>
              <a:p>
                <a:endParaRPr lang="en-US"/>
              </a:p>
            </p:txBody>
          </p:sp>
        </p:grpSp>
        <p:grpSp>
          <p:nvGrpSpPr>
            <p:cNvPr id="52371" name="Group 2384"/>
            <p:cNvGrpSpPr>
              <a:grpSpLocks/>
            </p:cNvGrpSpPr>
            <p:nvPr/>
          </p:nvGrpSpPr>
          <p:grpSpPr bwMode="auto">
            <a:xfrm>
              <a:off x="4203" y="3272"/>
              <a:ext cx="32" cy="343"/>
              <a:chOff x="4203" y="3272"/>
              <a:chExt cx="32" cy="343"/>
            </a:xfrm>
          </p:grpSpPr>
          <p:sp>
            <p:nvSpPr>
              <p:cNvPr id="52837" name="Oval 2385"/>
              <p:cNvSpPr>
                <a:spLocks noChangeArrowheads="1"/>
              </p:cNvSpPr>
              <p:nvPr/>
            </p:nvSpPr>
            <p:spPr bwMode="auto">
              <a:xfrm>
                <a:off x="4203" y="3272"/>
                <a:ext cx="32" cy="32"/>
              </a:xfrm>
              <a:prstGeom prst="ellipse">
                <a:avLst/>
              </a:prstGeom>
              <a:solidFill>
                <a:schemeClr val="tx1"/>
              </a:solidFill>
              <a:ln w="9525">
                <a:solidFill>
                  <a:schemeClr val="tx1"/>
                </a:solidFill>
                <a:round/>
                <a:headEnd/>
                <a:tailEnd/>
              </a:ln>
            </p:spPr>
            <p:txBody>
              <a:bodyPr/>
              <a:lstStyle/>
              <a:p>
                <a:endParaRPr lang="en-US"/>
              </a:p>
            </p:txBody>
          </p:sp>
          <p:sp>
            <p:nvSpPr>
              <p:cNvPr id="52838" name="Oval 2386"/>
              <p:cNvSpPr>
                <a:spLocks noChangeArrowheads="1"/>
              </p:cNvSpPr>
              <p:nvPr/>
            </p:nvSpPr>
            <p:spPr bwMode="auto">
              <a:xfrm>
                <a:off x="4203" y="3272"/>
                <a:ext cx="32" cy="32"/>
              </a:xfrm>
              <a:prstGeom prst="ellipse">
                <a:avLst/>
              </a:prstGeom>
              <a:solidFill>
                <a:schemeClr val="tx1"/>
              </a:solidFill>
              <a:ln w="25400">
                <a:solidFill>
                  <a:schemeClr val="tx1"/>
                </a:solidFill>
                <a:round/>
                <a:headEnd/>
                <a:tailEnd/>
              </a:ln>
            </p:spPr>
            <p:txBody>
              <a:bodyPr/>
              <a:lstStyle/>
              <a:p>
                <a:endParaRPr lang="en-US"/>
              </a:p>
            </p:txBody>
          </p:sp>
          <p:sp>
            <p:nvSpPr>
              <p:cNvPr id="52839" name="Oval 2387"/>
              <p:cNvSpPr>
                <a:spLocks noChangeArrowheads="1"/>
              </p:cNvSpPr>
              <p:nvPr/>
            </p:nvSpPr>
            <p:spPr bwMode="auto">
              <a:xfrm>
                <a:off x="4203" y="3575"/>
                <a:ext cx="32" cy="40"/>
              </a:xfrm>
              <a:prstGeom prst="ellipse">
                <a:avLst/>
              </a:prstGeom>
              <a:solidFill>
                <a:schemeClr val="tx1"/>
              </a:solidFill>
              <a:ln w="9525">
                <a:solidFill>
                  <a:schemeClr val="tx1"/>
                </a:solidFill>
                <a:round/>
                <a:headEnd/>
                <a:tailEnd/>
              </a:ln>
            </p:spPr>
            <p:txBody>
              <a:bodyPr/>
              <a:lstStyle/>
              <a:p>
                <a:endParaRPr lang="en-US"/>
              </a:p>
            </p:txBody>
          </p:sp>
          <p:sp>
            <p:nvSpPr>
              <p:cNvPr id="52840" name="Oval 2388"/>
              <p:cNvSpPr>
                <a:spLocks noChangeArrowheads="1"/>
              </p:cNvSpPr>
              <p:nvPr/>
            </p:nvSpPr>
            <p:spPr bwMode="auto">
              <a:xfrm>
                <a:off x="4203" y="3575"/>
                <a:ext cx="32" cy="40"/>
              </a:xfrm>
              <a:prstGeom prst="ellipse">
                <a:avLst/>
              </a:prstGeom>
              <a:solidFill>
                <a:schemeClr val="tx1"/>
              </a:solidFill>
              <a:ln w="25400">
                <a:solidFill>
                  <a:schemeClr val="tx1"/>
                </a:solidFill>
                <a:round/>
                <a:headEnd/>
                <a:tailEnd/>
              </a:ln>
            </p:spPr>
            <p:txBody>
              <a:bodyPr/>
              <a:lstStyle/>
              <a:p>
                <a:endParaRPr lang="en-US"/>
              </a:p>
            </p:txBody>
          </p:sp>
        </p:grpSp>
        <p:grpSp>
          <p:nvGrpSpPr>
            <p:cNvPr id="52372" name="Group 2389"/>
            <p:cNvGrpSpPr>
              <a:grpSpLocks/>
            </p:cNvGrpSpPr>
            <p:nvPr/>
          </p:nvGrpSpPr>
          <p:grpSpPr bwMode="auto">
            <a:xfrm>
              <a:off x="4658" y="3272"/>
              <a:ext cx="32" cy="343"/>
              <a:chOff x="4658" y="3272"/>
              <a:chExt cx="32" cy="343"/>
            </a:xfrm>
          </p:grpSpPr>
          <p:sp>
            <p:nvSpPr>
              <p:cNvPr id="52833" name="Oval 2390"/>
              <p:cNvSpPr>
                <a:spLocks noChangeArrowheads="1"/>
              </p:cNvSpPr>
              <p:nvPr/>
            </p:nvSpPr>
            <p:spPr bwMode="auto">
              <a:xfrm>
                <a:off x="4658" y="3272"/>
                <a:ext cx="32" cy="32"/>
              </a:xfrm>
              <a:prstGeom prst="ellipse">
                <a:avLst/>
              </a:prstGeom>
              <a:solidFill>
                <a:schemeClr val="tx1"/>
              </a:solidFill>
              <a:ln w="9525">
                <a:solidFill>
                  <a:schemeClr val="tx1"/>
                </a:solidFill>
                <a:round/>
                <a:headEnd/>
                <a:tailEnd/>
              </a:ln>
            </p:spPr>
            <p:txBody>
              <a:bodyPr/>
              <a:lstStyle/>
              <a:p>
                <a:endParaRPr lang="en-US"/>
              </a:p>
            </p:txBody>
          </p:sp>
          <p:sp>
            <p:nvSpPr>
              <p:cNvPr id="52834" name="Oval 2391"/>
              <p:cNvSpPr>
                <a:spLocks noChangeArrowheads="1"/>
              </p:cNvSpPr>
              <p:nvPr/>
            </p:nvSpPr>
            <p:spPr bwMode="auto">
              <a:xfrm>
                <a:off x="4658" y="3272"/>
                <a:ext cx="32" cy="32"/>
              </a:xfrm>
              <a:prstGeom prst="ellipse">
                <a:avLst/>
              </a:prstGeom>
              <a:solidFill>
                <a:schemeClr val="tx1"/>
              </a:solidFill>
              <a:ln w="25400">
                <a:solidFill>
                  <a:schemeClr val="tx1"/>
                </a:solidFill>
                <a:round/>
                <a:headEnd/>
                <a:tailEnd/>
              </a:ln>
            </p:spPr>
            <p:txBody>
              <a:bodyPr/>
              <a:lstStyle/>
              <a:p>
                <a:endParaRPr lang="en-US"/>
              </a:p>
            </p:txBody>
          </p:sp>
          <p:sp>
            <p:nvSpPr>
              <p:cNvPr id="52835" name="Oval 2392"/>
              <p:cNvSpPr>
                <a:spLocks noChangeArrowheads="1"/>
              </p:cNvSpPr>
              <p:nvPr/>
            </p:nvSpPr>
            <p:spPr bwMode="auto">
              <a:xfrm>
                <a:off x="4658" y="3575"/>
                <a:ext cx="32" cy="40"/>
              </a:xfrm>
              <a:prstGeom prst="ellipse">
                <a:avLst/>
              </a:prstGeom>
              <a:solidFill>
                <a:schemeClr val="tx1"/>
              </a:solidFill>
              <a:ln w="9525">
                <a:solidFill>
                  <a:schemeClr val="tx1"/>
                </a:solidFill>
                <a:round/>
                <a:headEnd/>
                <a:tailEnd/>
              </a:ln>
            </p:spPr>
            <p:txBody>
              <a:bodyPr/>
              <a:lstStyle/>
              <a:p>
                <a:endParaRPr lang="en-US"/>
              </a:p>
            </p:txBody>
          </p:sp>
          <p:sp>
            <p:nvSpPr>
              <p:cNvPr id="52836" name="Oval 2393"/>
              <p:cNvSpPr>
                <a:spLocks noChangeArrowheads="1"/>
              </p:cNvSpPr>
              <p:nvPr/>
            </p:nvSpPr>
            <p:spPr bwMode="auto">
              <a:xfrm>
                <a:off x="4658" y="3575"/>
                <a:ext cx="32" cy="40"/>
              </a:xfrm>
              <a:prstGeom prst="ellipse">
                <a:avLst/>
              </a:prstGeom>
              <a:solidFill>
                <a:schemeClr val="tx1"/>
              </a:solidFill>
              <a:ln w="25400">
                <a:solidFill>
                  <a:schemeClr val="tx1"/>
                </a:solidFill>
                <a:round/>
                <a:headEnd/>
                <a:tailEnd/>
              </a:ln>
            </p:spPr>
            <p:txBody>
              <a:bodyPr/>
              <a:lstStyle/>
              <a:p>
                <a:endParaRPr lang="en-US"/>
              </a:p>
            </p:txBody>
          </p:sp>
        </p:grpSp>
        <p:grpSp>
          <p:nvGrpSpPr>
            <p:cNvPr id="52373" name="Group 2394"/>
            <p:cNvGrpSpPr>
              <a:grpSpLocks/>
            </p:cNvGrpSpPr>
            <p:nvPr/>
          </p:nvGrpSpPr>
          <p:grpSpPr bwMode="auto">
            <a:xfrm>
              <a:off x="4251" y="2650"/>
              <a:ext cx="415" cy="56"/>
              <a:chOff x="4251" y="2650"/>
              <a:chExt cx="415" cy="56"/>
            </a:xfrm>
          </p:grpSpPr>
          <p:sp>
            <p:nvSpPr>
              <p:cNvPr id="52825" name="Freeform 2395"/>
              <p:cNvSpPr>
                <a:spLocks/>
              </p:cNvSpPr>
              <p:nvPr/>
            </p:nvSpPr>
            <p:spPr bwMode="auto">
              <a:xfrm>
                <a:off x="4554" y="2650"/>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chemeClr val="tx1"/>
              </a:solidFill>
              <a:ln w="9525">
                <a:solidFill>
                  <a:schemeClr val="tx1"/>
                </a:solidFill>
                <a:round/>
                <a:headEnd/>
                <a:tailEnd/>
              </a:ln>
            </p:spPr>
            <p:txBody>
              <a:bodyPr/>
              <a:lstStyle/>
              <a:p>
                <a:endParaRPr lang="en-US"/>
              </a:p>
            </p:txBody>
          </p:sp>
          <p:grpSp>
            <p:nvGrpSpPr>
              <p:cNvPr id="52826" name="Group 2396"/>
              <p:cNvGrpSpPr>
                <a:grpSpLocks/>
              </p:cNvGrpSpPr>
              <p:nvPr/>
            </p:nvGrpSpPr>
            <p:grpSpPr bwMode="auto">
              <a:xfrm>
                <a:off x="4251" y="2674"/>
                <a:ext cx="295" cy="1"/>
                <a:chOff x="4251" y="2674"/>
                <a:chExt cx="295" cy="1"/>
              </a:xfrm>
            </p:grpSpPr>
            <p:sp>
              <p:nvSpPr>
                <p:cNvPr id="52827" name="Line 2397"/>
                <p:cNvSpPr>
                  <a:spLocks noChangeShapeType="1"/>
                </p:cNvSpPr>
                <p:nvPr/>
              </p:nvSpPr>
              <p:spPr bwMode="auto">
                <a:xfrm>
                  <a:off x="4251"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828" name="Line 2398"/>
                <p:cNvSpPr>
                  <a:spLocks noChangeShapeType="1"/>
                </p:cNvSpPr>
                <p:nvPr/>
              </p:nvSpPr>
              <p:spPr bwMode="auto">
                <a:xfrm>
                  <a:off x="4307"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829" name="Line 2399"/>
                <p:cNvSpPr>
                  <a:spLocks noChangeShapeType="1"/>
                </p:cNvSpPr>
                <p:nvPr/>
              </p:nvSpPr>
              <p:spPr bwMode="auto">
                <a:xfrm>
                  <a:off x="4363"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830" name="Line 2400"/>
                <p:cNvSpPr>
                  <a:spLocks noChangeShapeType="1"/>
                </p:cNvSpPr>
                <p:nvPr/>
              </p:nvSpPr>
              <p:spPr bwMode="auto">
                <a:xfrm>
                  <a:off x="4419"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831" name="Line 2401"/>
                <p:cNvSpPr>
                  <a:spLocks noChangeShapeType="1"/>
                </p:cNvSpPr>
                <p:nvPr/>
              </p:nvSpPr>
              <p:spPr bwMode="auto">
                <a:xfrm>
                  <a:off x="4475"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832" name="Line 2402"/>
                <p:cNvSpPr>
                  <a:spLocks noChangeShapeType="1"/>
                </p:cNvSpPr>
                <p:nvPr/>
              </p:nvSpPr>
              <p:spPr bwMode="auto">
                <a:xfrm>
                  <a:off x="4530" y="2674"/>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2374" name="Group 2403"/>
            <p:cNvGrpSpPr>
              <a:grpSpLocks/>
            </p:cNvGrpSpPr>
            <p:nvPr/>
          </p:nvGrpSpPr>
          <p:grpSpPr bwMode="auto">
            <a:xfrm>
              <a:off x="4251" y="1733"/>
              <a:ext cx="415" cy="56"/>
              <a:chOff x="4251" y="1733"/>
              <a:chExt cx="415" cy="56"/>
            </a:xfrm>
          </p:grpSpPr>
          <p:sp>
            <p:nvSpPr>
              <p:cNvPr id="52817" name="Freeform 2404"/>
              <p:cNvSpPr>
                <a:spLocks/>
              </p:cNvSpPr>
              <p:nvPr/>
            </p:nvSpPr>
            <p:spPr bwMode="auto">
              <a:xfrm>
                <a:off x="4554" y="1733"/>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chemeClr val="tx1"/>
              </a:solidFill>
              <a:ln w="9525">
                <a:solidFill>
                  <a:schemeClr val="tx1"/>
                </a:solidFill>
                <a:round/>
                <a:headEnd/>
                <a:tailEnd/>
              </a:ln>
            </p:spPr>
            <p:txBody>
              <a:bodyPr/>
              <a:lstStyle/>
              <a:p>
                <a:endParaRPr lang="en-US"/>
              </a:p>
            </p:txBody>
          </p:sp>
          <p:grpSp>
            <p:nvGrpSpPr>
              <p:cNvPr id="52818" name="Group 2405"/>
              <p:cNvGrpSpPr>
                <a:grpSpLocks/>
              </p:cNvGrpSpPr>
              <p:nvPr/>
            </p:nvGrpSpPr>
            <p:grpSpPr bwMode="auto">
              <a:xfrm>
                <a:off x="4251" y="1757"/>
                <a:ext cx="295" cy="1"/>
                <a:chOff x="4251" y="1757"/>
                <a:chExt cx="295" cy="1"/>
              </a:xfrm>
            </p:grpSpPr>
            <p:sp>
              <p:nvSpPr>
                <p:cNvPr id="52819" name="Line 2406"/>
                <p:cNvSpPr>
                  <a:spLocks noChangeShapeType="1"/>
                </p:cNvSpPr>
                <p:nvPr/>
              </p:nvSpPr>
              <p:spPr bwMode="auto">
                <a:xfrm>
                  <a:off x="4251"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820" name="Line 2407"/>
                <p:cNvSpPr>
                  <a:spLocks noChangeShapeType="1"/>
                </p:cNvSpPr>
                <p:nvPr/>
              </p:nvSpPr>
              <p:spPr bwMode="auto">
                <a:xfrm>
                  <a:off x="4307"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821" name="Line 2408"/>
                <p:cNvSpPr>
                  <a:spLocks noChangeShapeType="1"/>
                </p:cNvSpPr>
                <p:nvPr/>
              </p:nvSpPr>
              <p:spPr bwMode="auto">
                <a:xfrm>
                  <a:off x="4363"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822" name="Line 2409"/>
                <p:cNvSpPr>
                  <a:spLocks noChangeShapeType="1"/>
                </p:cNvSpPr>
                <p:nvPr/>
              </p:nvSpPr>
              <p:spPr bwMode="auto">
                <a:xfrm>
                  <a:off x="4419"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823" name="Line 2410"/>
                <p:cNvSpPr>
                  <a:spLocks noChangeShapeType="1"/>
                </p:cNvSpPr>
                <p:nvPr/>
              </p:nvSpPr>
              <p:spPr bwMode="auto">
                <a:xfrm>
                  <a:off x="4475"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824" name="Line 2411"/>
                <p:cNvSpPr>
                  <a:spLocks noChangeShapeType="1"/>
                </p:cNvSpPr>
                <p:nvPr/>
              </p:nvSpPr>
              <p:spPr bwMode="auto">
                <a:xfrm>
                  <a:off x="4530" y="1757"/>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2375" name="Group 2412"/>
            <p:cNvGrpSpPr>
              <a:grpSpLocks/>
            </p:cNvGrpSpPr>
            <p:nvPr/>
          </p:nvGrpSpPr>
          <p:grpSpPr bwMode="auto">
            <a:xfrm>
              <a:off x="3325" y="3264"/>
              <a:ext cx="415" cy="56"/>
              <a:chOff x="3325" y="3264"/>
              <a:chExt cx="415" cy="56"/>
            </a:xfrm>
          </p:grpSpPr>
          <p:sp>
            <p:nvSpPr>
              <p:cNvPr id="52809" name="Freeform 2413"/>
              <p:cNvSpPr>
                <a:spLocks/>
              </p:cNvSpPr>
              <p:nvPr/>
            </p:nvSpPr>
            <p:spPr bwMode="auto">
              <a:xfrm>
                <a:off x="3628" y="3264"/>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chemeClr val="tx1"/>
              </a:solidFill>
              <a:ln w="9525">
                <a:solidFill>
                  <a:schemeClr val="tx1"/>
                </a:solidFill>
                <a:round/>
                <a:headEnd/>
                <a:tailEnd/>
              </a:ln>
            </p:spPr>
            <p:txBody>
              <a:bodyPr/>
              <a:lstStyle/>
              <a:p>
                <a:endParaRPr lang="en-US"/>
              </a:p>
            </p:txBody>
          </p:sp>
          <p:grpSp>
            <p:nvGrpSpPr>
              <p:cNvPr id="52810" name="Group 2414"/>
              <p:cNvGrpSpPr>
                <a:grpSpLocks/>
              </p:cNvGrpSpPr>
              <p:nvPr/>
            </p:nvGrpSpPr>
            <p:grpSpPr bwMode="auto">
              <a:xfrm>
                <a:off x="3325" y="3288"/>
                <a:ext cx="295" cy="1"/>
                <a:chOff x="3325" y="3288"/>
                <a:chExt cx="295" cy="1"/>
              </a:xfrm>
            </p:grpSpPr>
            <p:sp>
              <p:nvSpPr>
                <p:cNvPr id="52811" name="Line 2415"/>
                <p:cNvSpPr>
                  <a:spLocks noChangeShapeType="1"/>
                </p:cNvSpPr>
                <p:nvPr/>
              </p:nvSpPr>
              <p:spPr bwMode="auto">
                <a:xfrm>
                  <a:off x="3325"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812" name="Line 2416"/>
                <p:cNvSpPr>
                  <a:spLocks noChangeShapeType="1"/>
                </p:cNvSpPr>
                <p:nvPr/>
              </p:nvSpPr>
              <p:spPr bwMode="auto">
                <a:xfrm>
                  <a:off x="3381"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813" name="Line 2417"/>
                <p:cNvSpPr>
                  <a:spLocks noChangeShapeType="1"/>
                </p:cNvSpPr>
                <p:nvPr/>
              </p:nvSpPr>
              <p:spPr bwMode="auto">
                <a:xfrm>
                  <a:off x="3437"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814" name="Line 2418"/>
                <p:cNvSpPr>
                  <a:spLocks noChangeShapeType="1"/>
                </p:cNvSpPr>
                <p:nvPr/>
              </p:nvSpPr>
              <p:spPr bwMode="auto">
                <a:xfrm>
                  <a:off x="3493" y="3288"/>
                  <a:ext cx="23"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815" name="Line 2419"/>
                <p:cNvSpPr>
                  <a:spLocks noChangeShapeType="1"/>
                </p:cNvSpPr>
                <p:nvPr/>
              </p:nvSpPr>
              <p:spPr bwMode="auto">
                <a:xfrm>
                  <a:off x="3548"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816" name="Line 2420"/>
                <p:cNvSpPr>
                  <a:spLocks noChangeShapeType="1"/>
                </p:cNvSpPr>
                <p:nvPr/>
              </p:nvSpPr>
              <p:spPr bwMode="auto">
                <a:xfrm>
                  <a:off x="3604" y="3288"/>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2376" name="Group 2421"/>
            <p:cNvGrpSpPr>
              <a:grpSpLocks/>
            </p:cNvGrpSpPr>
            <p:nvPr/>
          </p:nvGrpSpPr>
          <p:grpSpPr bwMode="auto">
            <a:xfrm>
              <a:off x="3780" y="3256"/>
              <a:ext cx="415" cy="56"/>
              <a:chOff x="3780" y="3256"/>
              <a:chExt cx="415" cy="56"/>
            </a:xfrm>
          </p:grpSpPr>
          <p:sp>
            <p:nvSpPr>
              <p:cNvPr id="52801" name="Freeform 2422"/>
              <p:cNvSpPr>
                <a:spLocks/>
              </p:cNvSpPr>
              <p:nvPr/>
            </p:nvSpPr>
            <p:spPr bwMode="auto">
              <a:xfrm>
                <a:off x="4083" y="325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chemeClr val="tx1"/>
              </a:solidFill>
              <a:ln w="9525">
                <a:solidFill>
                  <a:schemeClr val="tx1"/>
                </a:solidFill>
                <a:round/>
                <a:headEnd/>
                <a:tailEnd/>
              </a:ln>
            </p:spPr>
            <p:txBody>
              <a:bodyPr/>
              <a:lstStyle/>
              <a:p>
                <a:endParaRPr lang="en-US"/>
              </a:p>
            </p:txBody>
          </p:sp>
          <p:grpSp>
            <p:nvGrpSpPr>
              <p:cNvPr id="52802" name="Group 2423"/>
              <p:cNvGrpSpPr>
                <a:grpSpLocks/>
              </p:cNvGrpSpPr>
              <p:nvPr/>
            </p:nvGrpSpPr>
            <p:grpSpPr bwMode="auto">
              <a:xfrm>
                <a:off x="3780" y="3288"/>
                <a:ext cx="295" cy="1"/>
                <a:chOff x="3780" y="3288"/>
                <a:chExt cx="295" cy="1"/>
              </a:xfrm>
            </p:grpSpPr>
            <p:sp>
              <p:nvSpPr>
                <p:cNvPr id="52803" name="Line 2424"/>
                <p:cNvSpPr>
                  <a:spLocks noChangeShapeType="1"/>
                </p:cNvSpPr>
                <p:nvPr/>
              </p:nvSpPr>
              <p:spPr bwMode="auto">
                <a:xfrm>
                  <a:off x="3780"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804" name="Line 2425"/>
                <p:cNvSpPr>
                  <a:spLocks noChangeShapeType="1"/>
                </p:cNvSpPr>
                <p:nvPr/>
              </p:nvSpPr>
              <p:spPr bwMode="auto">
                <a:xfrm>
                  <a:off x="3836"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805" name="Line 2426"/>
                <p:cNvSpPr>
                  <a:spLocks noChangeShapeType="1"/>
                </p:cNvSpPr>
                <p:nvPr/>
              </p:nvSpPr>
              <p:spPr bwMode="auto">
                <a:xfrm>
                  <a:off x="3892"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806" name="Line 2427"/>
                <p:cNvSpPr>
                  <a:spLocks noChangeShapeType="1"/>
                </p:cNvSpPr>
                <p:nvPr/>
              </p:nvSpPr>
              <p:spPr bwMode="auto">
                <a:xfrm>
                  <a:off x="3948"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807" name="Line 2428"/>
                <p:cNvSpPr>
                  <a:spLocks noChangeShapeType="1"/>
                </p:cNvSpPr>
                <p:nvPr/>
              </p:nvSpPr>
              <p:spPr bwMode="auto">
                <a:xfrm>
                  <a:off x="4004" y="3288"/>
                  <a:ext cx="23"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808" name="Line 2429"/>
                <p:cNvSpPr>
                  <a:spLocks noChangeShapeType="1"/>
                </p:cNvSpPr>
                <p:nvPr/>
              </p:nvSpPr>
              <p:spPr bwMode="auto">
                <a:xfrm>
                  <a:off x="4059" y="3288"/>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2377" name="Group 2430"/>
            <p:cNvGrpSpPr>
              <a:grpSpLocks/>
            </p:cNvGrpSpPr>
            <p:nvPr/>
          </p:nvGrpSpPr>
          <p:grpSpPr bwMode="auto">
            <a:xfrm>
              <a:off x="4251" y="3256"/>
              <a:ext cx="415" cy="56"/>
              <a:chOff x="4251" y="3256"/>
              <a:chExt cx="415" cy="56"/>
            </a:xfrm>
          </p:grpSpPr>
          <p:sp>
            <p:nvSpPr>
              <p:cNvPr id="52793" name="Freeform 2431"/>
              <p:cNvSpPr>
                <a:spLocks/>
              </p:cNvSpPr>
              <p:nvPr/>
            </p:nvSpPr>
            <p:spPr bwMode="auto">
              <a:xfrm>
                <a:off x="4554" y="325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chemeClr val="tx1"/>
              </a:solidFill>
              <a:ln w="9525">
                <a:solidFill>
                  <a:schemeClr val="tx1"/>
                </a:solidFill>
                <a:round/>
                <a:headEnd/>
                <a:tailEnd/>
              </a:ln>
            </p:spPr>
            <p:txBody>
              <a:bodyPr/>
              <a:lstStyle/>
              <a:p>
                <a:endParaRPr lang="en-US"/>
              </a:p>
            </p:txBody>
          </p:sp>
          <p:grpSp>
            <p:nvGrpSpPr>
              <p:cNvPr id="52794" name="Group 2432"/>
              <p:cNvGrpSpPr>
                <a:grpSpLocks/>
              </p:cNvGrpSpPr>
              <p:nvPr/>
            </p:nvGrpSpPr>
            <p:grpSpPr bwMode="auto">
              <a:xfrm>
                <a:off x="4251" y="3288"/>
                <a:ext cx="295" cy="1"/>
                <a:chOff x="4251" y="3288"/>
                <a:chExt cx="295" cy="1"/>
              </a:xfrm>
            </p:grpSpPr>
            <p:sp>
              <p:nvSpPr>
                <p:cNvPr id="52795" name="Line 2433"/>
                <p:cNvSpPr>
                  <a:spLocks noChangeShapeType="1"/>
                </p:cNvSpPr>
                <p:nvPr/>
              </p:nvSpPr>
              <p:spPr bwMode="auto">
                <a:xfrm>
                  <a:off x="4251"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796" name="Line 2434"/>
                <p:cNvSpPr>
                  <a:spLocks noChangeShapeType="1"/>
                </p:cNvSpPr>
                <p:nvPr/>
              </p:nvSpPr>
              <p:spPr bwMode="auto">
                <a:xfrm>
                  <a:off x="4307"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797" name="Line 2435"/>
                <p:cNvSpPr>
                  <a:spLocks noChangeShapeType="1"/>
                </p:cNvSpPr>
                <p:nvPr/>
              </p:nvSpPr>
              <p:spPr bwMode="auto">
                <a:xfrm>
                  <a:off x="4363"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798" name="Line 2436"/>
                <p:cNvSpPr>
                  <a:spLocks noChangeShapeType="1"/>
                </p:cNvSpPr>
                <p:nvPr/>
              </p:nvSpPr>
              <p:spPr bwMode="auto">
                <a:xfrm>
                  <a:off x="4419"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799" name="Line 2437"/>
                <p:cNvSpPr>
                  <a:spLocks noChangeShapeType="1"/>
                </p:cNvSpPr>
                <p:nvPr/>
              </p:nvSpPr>
              <p:spPr bwMode="auto">
                <a:xfrm>
                  <a:off x="4475"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800" name="Line 2438"/>
                <p:cNvSpPr>
                  <a:spLocks noChangeShapeType="1"/>
                </p:cNvSpPr>
                <p:nvPr/>
              </p:nvSpPr>
              <p:spPr bwMode="auto">
                <a:xfrm>
                  <a:off x="4530" y="3288"/>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2378" name="Group 2439"/>
            <p:cNvGrpSpPr>
              <a:grpSpLocks/>
            </p:cNvGrpSpPr>
            <p:nvPr/>
          </p:nvGrpSpPr>
          <p:grpSpPr bwMode="auto">
            <a:xfrm>
              <a:off x="3325" y="3567"/>
              <a:ext cx="415" cy="56"/>
              <a:chOff x="3325" y="3567"/>
              <a:chExt cx="415" cy="56"/>
            </a:xfrm>
          </p:grpSpPr>
          <p:sp>
            <p:nvSpPr>
              <p:cNvPr id="52785" name="Freeform 2440"/>
              <p:cNvSpPr>
                <a:spLocks/>
              </p:cNvSpPr>
              <p:nvPr/>
            </p:nvSpPr>
            <p:spPr bwMode="auto">
              <a:xfrm>
                <a:off x="3628" y="3567"/>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chemeClr val="tx1"/>
              </a:solidFill>
              <a:ln w="9525">
                <a:solidFill>
                  <a:schemeClr val="tx1"/>
                </a:solidFill>
                <a:round/>
                <a:headEnd/>
                <a:tailEnd/>
              </a:ln>
            </p:spPr>
            <p:txBody>
              <a:bodyPr/>
              <a:lstStyle/>
              <a:p>
                <a:endParaRPr lang="en-US"/>
              </a:p>
            </p:txBody>
          </p:sp>
          <p:grpSp>
            <p:nvGrpSpPr>
              <p:cNvPr id="52786" name="Group 2441"/>
              <p:cNvGrpSpPr>
                <a:grpSpLocks/>
              </p:cNvGrpSpPr>
              <p:nvPr/>
            </p:nvGrpSpPr>
            <p:grpSpPr bwMode="auto">
              <a:xfrm>
                <a:off x="3325" y="3599"/>
                <a:ext cx="295" cy="1"/>
                <a:chOff x="3325" y="3599"/>
                <a:chExt cx="295" cy="1"/>
              </a:xfrm>
            </p:grpSpPr>
            <p:sp>
              <p:nvSpPr>
                <p:cNvPr id="52787" name="Line 2442"/>
                <p:cNvSpPr>
                  <a:spLocks noChangeShapeType="1"/>
                </p:cNvSpPr>
                <p:nvPr/>
              </p:nvSpPr>
              <p:spPr bwMode="auto">
                <a:xfrm>
                  <a:off x="3325" y="3599"/>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788" name="Line 2443"/>
                <p:cNvSpPr>
                  <a:spLocks noChangeShapeType="1"/>
                </p:cNvSpPr>
                <p:nvPr/>
              </p:nvSpPr>
              <p:spPr bwMode="auto">
                <a:xfrm>
                  <a:off x="3381" y="3599"/>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789" name="Line 2444"/>
                <p:cNvSpPr>
                  <a:spLocks noChangeShapeType="1"/>
                </p:cNvSpPr>
                <p:nvPr/>
              </p:nvSpPr>
              <p:spPr bwMode="auto">
                <a:xfrm>
                  <a:off x="3437" y="3599"/>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790" name="Line 2445"/>
                <p:cNvSpPr>
                  <a:spLocks noChangeShapeType="1"/>
                </p:cNvSpPr>
                <p:nvPr/>
              </p:nvSpPr>
              <p:spPr bwMode="auto">
                <a:xfrm>
                  <a:off x="3493" y="3599"/>
                  <a:ext cx="23"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791" name="Line 2446"/>
                <p:cNvSpPr>
                  <a:spLocks noChangeShapeType="1"/>
                </p:cNvSpPr>
                <p:nvPr/>
              </p:nvSpPr>
              <p:spPr bwMode="auto">
                <a:xfrm>
                  <a:off x="3548" y="3599"/>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792" name="Line 2447"/>
                <p:cNvSpPr>
                  <a:spLocks noChangeShapeType="1"/>
                </p:cNvSpPr>
                <p:nvPr/>
              </p:nvSpPr>
              <p:spPr bwMode="auto">
                <a:xfrm>
                  <a:off x="3604" y="3599"/>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2379" name="Group 2448"/>
            <p:cNvGrpSpPr>
              <a:grpSpLocks/>
            </p:cNvGrpSpPr>
            <p:nvPr/>
          </p:nvGrpSpPr>
          <p:grpSpPr bwMode="auto">
            <a:xfrm>
              <a:off x="3788" y="3567"/>
              <a:ext cx="415" cy="56"/>
              <a:chOff x="3788" y="3567"/>
              <a:chExt cx="415" cy="56"/>
            </a:xfrm>
          </p:grpSpPr>
          <p:sp>
            <p:nvSpPr>
              <p:cNvPr id="52777" name="Freeform 2449"/>
              <p:cNvSpPr>
                <a:spLocks/>
              </p:cNvSpPr>
              <p:nvPr/>
            </p:nvSpPr>
            <p:spPr bwMode="auto">
              <a:xfrm>
                <a:off x="4091"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chemeClr val="tx1"/>
              </a:solidFill>
              <a:ln w="9525">
                <a:solidFill>
                  <a:schemeClr val="tx1"/>
                </a:solidFill>
                <a:round/>
                <a:headEnd/>
                <a:tailEnd/>
              </a:ln>
            </p:spPr>
            <p:txBody>
              <a:bodyPr/>
              <a:lstStyle/>
              <a:p>
                <a:endParaRPr lang="en-US"/>
              </a:p>
            </p:txBody>
          </p:sp>
          <p:grpSp>
            <p:nvGrpSpPr>
              <p:cNvPr id="52778" name="Group 2450"/>
              <p:cNvGrpSpPr>
                <a:grpSpLocks/>
              </p:cNvGrpSpPr>
              <p:nvPr/>
            </p:nvGrpSpPr>
            <p:grpSpPr bwMode="auto">
              <a:xfrm>
                <a:off x="3788" y="3591"/>
                <a:ext cx="295" cy="1"/>
                <a:chOff x="3788" y="3591"/>
                <a:chExt cx="295" cy="1"/>
              </a:xfrm>
            </p:grpSpPr>
            <p:sp>
              <p:nvSpPr>
                <p:cNvPr id="52779" name="Line 2451"/>
                <p:cNvSpPr>
                  <a:spLocks noChangeShapeType="1"/>
                </p:cNvSpPr>
                <p:nvPr/>
              </p:nvSpPr>
              <p:spPr bwMode="auto">
                <a:xfrm>
                  <a:off x="3788"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780" name="Line 2452"/>
                <p:cNvSpPr>
                  <a:spLocks noChangeShapeType="1"/>
                </p:cNvSpPr>
                <p:nvPr/>
              </p:nvSpPr>
              <p:spPr bwMode="auto">
                <a:xfrm>
                  <a:off x="3844"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781" name="Line 2453"/>
                <p:cNvSpPr>
                  <a:spLocks noChangeShapeType="1"/>
                </p:cNvSpPr>
                <p:nvPr/>
              </p:nvSpPr>
              <p:spPr bwMode="auto">
                <a:xfrm>
                  <a:off x="3900"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782" name="Line 2454"/>
                <p:cNvSpPr>
                  <a:spLocks noChangeShapeType="1"/>
                </p:cNvSpPr>
                <p:nvPr/>
              </p:nvSpPr>
              <p:spPr bwMode="auto">
                <a:xfrm>
                  <a:off x="3956"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783" name="Line 2455"/>
                <p:cNvSpPr>
                  <a:spLocks noChangeShapeType="1"/>
                </p:cNvSpPr>
                <p:nvPr/>
              </p:nvSpPr>
              <p:spPr bwMode="auto">
                <a:xfrm>
                  <a:off x="4011"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784" name="Line 2456"/>
                <p:cNvSpPr>
                  <a:spLocks noChangeShapeType="1"/>
                </p:cNvSpPr>
                <p:nvPr/>
              </p:nvSpPr>
              <p:spPr bwMode="auto">
                <a:xfrm>
                  <a:off x="4067" y="3591"/>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2380" name="Group 2457"/>
            <p:cNvGrpSpPr>
              <a:grpSpLocks/>
            </p:cNvGrpSpPr>
            <p:nvPr/>
          </p:nvGrpSpPr>
          <p:grpSpPr bwMode="auto">
            <a:xfrm>
              <a:off x="4243" y="3567"/>
              <a:ext cx="415" cy="56"/>
              <a:chOff x="4243" y="3567"/>
              <a:chExt cx="415" cy="56"/>
            </a:xfrm>
          </p:grpSpPr>
          <p:sp>
            <p:nvSpPr>
              <p:cNvPr id="52769" name="Freeform 2458"/>
              <p:cNvSpPr>
                <a:spLocks/>
              </p:cNvSpPr>
              <p:nvPr/>
            </p:nvSpPr>
            <p:spPr bwMode="auto">
              <a:xfrm>
                <a:off x="4546" y="3567"/>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chemeClr val="tx1"/>
              </a:solidFill>
              <a:ln w="9525">
                <a:solidFill>
                  <a:schemeClr val="tx1"/>
                </a:solidFill>
                <a:round/>
                <a:headEnd/>
                <a:tailEnd/>
              </a:ln>
            </p:spPr>
            <p:txBody>
              <a:bodyPr/>
              <a:lstStyle/>
              <a:p>
                <a:endParaRPr lang="en-US"/>
              </a:p>
            </p:txBody>
          </p:sp>
          <p:grpSp>
            <p:nvGrpSpPr>
              <p:cNvPr id="52770" name="Group 2459"/>
              <p:cNvGrpSpPr>
                <a:grpSpLocks/>
              </p:cNvGrpSpPr>
              <p:nvPr/>
            </p:nvGrpSpPr>
            <p:grpSpPr bwMode="auto">
              <a:xfrm>
                <a:off x="4243" y="3599"/>
                <a:ext cx="295" cy="1"/>
                <a:chOff x="4243" y="3599"/>
                <a:chExt cx="295" cy="1"/>
              </a:xfrm>
            </p:grpSpPr>
            <p:sp>
              <p:nvSpPr>
                <p:cNvPr id="52771" name="Line 2460"/>
                <p:cNvSpPr>
                  <a:spLocks noChangeShapeType="1"/>
                </p:cNvSpPr>
                <p:nvPr/>
              </p:nvSpPr>
              <p:spPr bwMode="auto">
                <a:xfrm>
                  <a:off x="4243" y="3599"/>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772" name="Line 2461"/>
                <p:cNvSpPr>
                  <a:spLocks noChangeShapeType="1"/>
                </p:cNvSpPr>
                <p:nvPr/>
              </p:nvSpPr>
              <p:spPr bwMode="auto">
                <a:xfrm>
                  <a:off x="4299" y="3599"/>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773" name="Line 2462"/>
                <p:cNvSpPr>
                  <a:spLocks noChangeShapeType="1"/>
                </p:cNvSpPr>
                <p:nvPr/>
              </p:nvSpPr>
              <p:spPr bwMode="auto">
                <a:xfrm>
                  <a:off x="4355" y="3599"/>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774" name="Line 2463"/>
                <p:cNvSpPr>
                  <a:spLocks noChangeShapeType="1"/>
                </p:cNvSpPr>
                <p:nvPr/>
              </p:nvSpPr>
              <p:spPr bwMode="auto">
                <a:xfrm>
                  <a:off x="4411" y="3599"/>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775" name="Line 2464"/>
                <p:cNvSpPr>
                  <a:spLocks noChangeShapeType="1"/>
                </p:cNvSpPr>
                <p:nvPr/>
              </p:nvSpPr>
              <p:spPr bwMode="auto">
                <a:xfrm>
                  <a:off x="4467" y="3599"/>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776" name="Line 2465"/>
                <p:cNvSpPr>
                  <a:spLocks noChangeShapeType="1"/>
                </p:cNvSpPr>
                <p:nvPr/>
              </p:nvSpPr>
              <p:spPr bwMode="auto">
                <a:xfrm>
                  <a:off x="4522" y="3599"/>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2381" name="Group 2466"/>
            <p:cNvGrpSpPr>
              <a:grpSpLocks/>
            </p:cNvGrpSpPr>
            <p:nvPr/>
          </p:nvGrpSpPr>
          <p:grpSpPr bwMode="auto">
            <a:xfrm>
              <a:off x="3788" y="2376"/>
              <a:ext cx="886" cy="290"/>
              <a:chOff x="3788" y="2376"/>
              <a:chExt cx="886" cy="290"/>
            </a:xfrm>
          </p:grpSpPr>
          <p:sp>
            <p:nvSpPr>
              <p:cNvPr id="52767" name="Freeform 2467"/>
              <p:cNvSpPr>
                <a:spLocks/>
              </p:cNvSpPr>
              <p:nvPr/>
            </p:nvSpPr>
            <p:spPr bwMode="auto">
              <a:xfrm>
                <a:off x="4530" y="2594"/>
                <a:ext cx="144" cy="72"/>
              </a:xfrm>
              <a:custGeom>
                <a:avLst/>
                <a:gdLst>
                  <a:gd name="T0" fmla="*/ 144 w 144"/>
                  <a:gd name="T1" fmla="*/ 72 h 72"/>
                  <a:gd name="T2" fmla="*/ 0 w 144"/>
                  <a:gd name="T3" fmla="*/ 64 h 72"/>
                  <a:gd name="T4" fmla="*/ 16 w 144"/>
                  <a:gd name="T5" fmla="*/ 32 h 72"/>
                  <a:gd name="T6" fmla="*/ 24 w 144"/>
                  <a:gd name="T7" fmla="*/ 0 h 72"/>
                  <a:gd name="T8" fmla="*/ 144 w 144"/>
                  <a:gd name="T9" fmla="*/ 72 h 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4" h="72">
                    <a:moveTo>
                      <a:pt x="144" y="72"/>
                    </a:moveTo>
                    <a:lnTo>
                      <a:pt x="0" y="64"/>
                    </a:lnTo>
                    <a:lnTo>
                      <a:pt x="16" y="32"/>
                    </a:lnTo>
                    <a:lnTo>
                      <a:pt x="24" y="0"/>
                    </a:lnTo>
                    <a:lnTo>
                      <a:pt x="144" y="72"/>
                    </a:lnTo>
                    <a:close/>
                  </a:path>
                </a:pathLst>
              </a:custGeom>
              <a:solidFill>
                <a:schemeClr val="tx1"/>
              </a:solidFill>
              <a:ln w="9525">
                <a:solidFill>
                  <a:schemeClr val="tx1"/>
                </a:solidFill>
                <a:round/>
                <a:headEnd/>
                <a:tailEnd/>
              </a:ln>
            </p:spPr>
            <p:txBody>
              <a:bodyPr/>
              <a:lstStyle/>
              <a:p>
                <a:endParaRPr lang="en-US"/>
              </a:p>
            </p:txBody>
          </p:sp>
          <p:sp>
            <p:nvSpPr>
              <p:cNvPr id="52768" name="Line 2468"/>
              <p:cNvSpPr>
                <a:spLocks noChangeShapeType="1"/>
              </p:cNvSpPr>
              <p:nvPr/>
            </p:nvSpPr>
            <p:spPr bwMode="auto">
              <a:xfrm>
                <a:off x="3788" y="2376"/>
                <a:ext cx="766" cy="252"/>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2382" name="Group 2469"/>
            <p:cNvGrpSpPr>
              <a:grpSpLocks/>
            </p:cNvGrpSpPr>
            <p:nvPr/>
          </p:nvGrpSpPr>
          <p:grpSpPr bwMode="auto">
            <a:xfrm>
              <a:off x="3309" y="2084"/>
              <a:ext cx="1381" cy="1507"/>
              <a:chOff x="3309" y="2084"/>
              <a:chExt cx="1381" cy="1507"/>
            </a:xfrm>
          </p:grpSpPr>
          <p:sp>
            <p:nvSpPr>
              <p:cNvPr id="52765" name="Freeform 2470"/>
              <p:cNvSpPr>
                <a:spLocks/>
              </p:cNvSpPr>
              <p:nvPr/>
            </p:nvSpPr>
            <p:spPr bwMode="auto">
              <a:xfrm>
                <a:off x="4570" y="2084"/>
                <a:ext cx="120" cy="119"/>
              </a:xfrm>
              <a:custGeom>
                <a:avLst/>
                <a:gdLst>
                  <a:gd name="T0" fmla="*/ 120 w 120"/>
                  <a:gd name="T1" fmla="*/ 0 h 119"/>
                  <a:gd name="T2" fmla="*/ 56 w 120"/>
                  <a:gd name="T3" fmla="*/ 119 h 119"/>
                  <a:gd name="T4" fmla="*/ 24 w 120"/>
                  <a:gd name="T5" fmla="*/ 96 h 119"/>
                  <a:gd name="T6" fmla="*/ 0 w 120"/>
                  <a:gd name="T7" fmla="*/ 72 h 119"/>
                  <a:gd name="T8" fmla="*/ 120 w 120"/>
                  <a:gd name="T9" fmla="*/ 0 h 1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 h="119">
                    <a:moveTo>
                      <a:pt x="120" y="0"/>
                    </a:moveTo>
                    <a:lnTo>
                      <a:pt x="56" y="119"/>
                    </a:lnTo>
                    <a:lnTo>
                      <a:pt x="24" y="96"/>
                    </a:lnTo>
                    <a:lnTo>
                      <a:pt x="0" y="72"/>
                    </a:lnTo>
                    <a:lnTo>
                      <a:pt x="120" y="0"/>
                    </a:lnTo>
                    <a:close/>
                  </a:path>
                </a:pathLst>
              </a:custGeom>
              <a:solidFill>
                <a:schemeClr val="tx1"/>
              </a:solidFill>
              <a:ln w="9525">
                <a:solidFill>
                  <a:schemeClr val="tx1"/>
                </a:solidFill>
                <a:round/>
                <a:headEnd/>
                <a:tailEnd/>
              </a:ln>
            </p:spPr>
            <p:txBody>
              <a:bodyPr/>
              <a:lstStyle/>
              <a:p>
                <a:endParaRPr lang="en-US"/>
              </a:p>
            </p:txBody>
          </p:sp>
          <p:sp>
            <p:nvSpPr>
              <p:cNvPr id="52766" name="Line 2471"/>
              <p:cNvSpPr>
                <a:spLocks noChangeShapeType="1"/>
              </p:cNvSpPr>
              <p:nvPr/>
            </p:nvSpPr>
            <p:spPr bwMode="auto">
              <a:xfrm flipV="1">
                <a:off x="3309" y="2172"/>
                <a:ext cx="1291" cy="1419"/>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2383" name="Group 2472"/>
            <p:cNvGrpSpPr>
              <a:grpSpLocks/>
            </p:cNvGrpSpPr>
            <p:nvPr/>
          </p:nvGrpSpPr>
          <p:grpSpPr bwMode="auto">
            <a:xfrm>
              <a:off x="3773" y="2076"/>
              <a:ext cx="909" cy="893"/>
              <a:chOff x="3773" y="2076"/>
              <a:chExt cx="909" cy="893"/>
            </a:xfrm>
          </p:grpSpPr>
          <p:sp>
            <p:nvSpPr>
              <p:cNvPr id="52763" name="Freeform 2473"/>
              <p:cNvSpPr>
                <a:spLocks/>
              </p:cNvSpPr>
              <p:nvPr/>
            </p:nvSpPr>
            <p:spPr bwMode="auto">
              <a:xfrm>
                <a:off x="4562" y="2850"/>
                <a:ext cx="120" cy="119"/>
              </a:xfrm>
              <a:custGeom>
                <a:avLst/>
                <a:gdLst>
                  <a:gd name="T0" fmla="*/ 120 w 120"/>
                  <a:gd name="T1" fmla="*/ 119 h 119"/>
                  <a:gd name="T2" fmla="*/ 0 w 120"/>
                  <a:gd name="T3" fmla="*/ 47 h 119"/>
                  <a:gd name="T4" fmla="*/ 24 w 120"/>
                  <a:gd name="T5" fmla="*/ 23 h 119"/>
                  <a:gd name="T6" fmla="*/ 48 w 120"/>
                  <a:gd name="T7" fmla="*/ 0 h 119"/>
                  <a:gd name="T8" fmla="*/ 120 w 120"/>
                  <a:gd name="T9" fmla="*/ 119 h 1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 h="119">
                    <a:moveTo>
                      <a:pt x="120" y="119"/>
                    </a:moveTo>
                    <a:lnTo>
                      <a:pt x="0" y="47"/>
                    </a:lnTo>
                    <a:lnTo>
                      <a:pt x="24" y="23"/>
                    </a:lnTo>
                    <a:lnTo>
                      <a:pt x="48" y="0"/>
                    </a:lnTo>
                    <a:lnTo>
                      <a:pt x="120" y="119"/>
                    </a:lnTo>
                    <a:close/>
                  </a:path>
                </a:pathLst>
              </a:custGeom>
              <a:solidFill>
                <a:schemeClr val="tx1"/>
              </a:solidFill>
              <a:ln w="9525">
                <a:solidFill>
                  <a:schemeClr val="tx1"/>
                </a:solidFill>
                <a:round/>
                <a:headEnd/>
                <a:tailEnd/>
              </a:ln>
            </p:spPr>
            <p:txBody>
              <a:bodyPr/>
              <a:lstStyle/>
              <a:p>
                <a:endParaRPr lang="en-US"/>
              </a:p>
            </p:txBody>
          </p:sp>
          <p:sp>
            <p:nvSpPr>
              <p:cNvPr id="52764" name="Line 2474"/>
              <p:cNvSpPr>
                <a:spLocks noChangeShapeType="1"/>
              </p:cNvSpPr>
              <p:nvPr/>
            </p:nvSpPr>
            <p:spPr bwMode="auto">
              <a:xfrm>
                <a:off x="3773" y="2076"/>
                <a:ext cx="821" cy="804"/>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2384" name="Group 2475"/>
            <p:cNvGrpSpPr>
              <a:grpSpLocks/>
            </p:cNvGrpSpPr>
            <p:nvPr/>
          </p:nvGrpSpPr>
          <p:grpSpPr bwMode="auto">
            <a:xfrm>
              <a:off x="3317" y="2379"/>
              <a:ext cx="910" cy="893"/>
              <a:chOff x="3317" y="2379"/>
              <a:chExt cx="910" cy="893"/>
            </a:xfrm>
          </p:grpSpPr>
          <p:sp>
            <p:nvSpPr>
              <p:cNvPr id="52761" name="Freeform 2476"/>
              <p:cNvSpPr>
                <a:spLocks/>
              </p:cNvSpPr>
              <p:nvPr/>
            </p:nvSpPr>
            <p:spPr bwMode="auto">
              <a:xfrm>
                <a:off x="4107" y="3153"/>
                <a:ext cx="120" cy="119"/>
              </a:xfrm>
              <a:custGeom>
                <a:avLst/>
                <a:gdLst>
                  <a:gd name="T0" fmla="*/ 120 w 120"/>
                  <a:gd name="T1" fmla="*/ 119 h 119"/>
                  <a:gd name="T2" fmla="*/ 0 w 120"/>
                  <a:gd name="T3" fmla="*/ 48 h 119"/>
                  <a:gd name="T4" fmla="*/ 24 w 120"/>
                  <a:gd name="T5" fmla="*/ 24 h 119"/>
                  <a:gd name="T6" fmla="*/ 48 w 120"/>
                  <a:gd name="T7" fmla="*/ 0 h 119"/>
                  <a:gd name="T8" fmla="*/ 120 w 120"/>
                  <a:gd name="T9" fmla="*/ 119 h 1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 h="119">
                    <a:moveTo>
                      <a:pt x="120" y="119"/>
                    </a:moveTo>
                    <a:lnTo>
                      <a:pt x="0" y="48"/>
                    </a:lnTo>
                    <a:lnTo>
                      <a:pt x="24" y="24"/>
                    </a:lnTo>
                    <a:lnTo>
                      <a:pt x="48" y="0"/>
                    </a:lnTo>
                    <a:lnTo>
                      <a:pt x="120" y="119"/>
                    </a:lnTo>
                    <a:close/>
                  </a:path>
                </a:pathLst>
              </a:custGeom>
              <a:solidFill>
                <a:schemeClr val="tx1"/>
              </a:solidFill>
              <a:ln w="9525">
                <a:solidFill>
                  <a:schemeClr val="tx1"/>
                </a:solidFill>
                <a:round/>
                <a:headEnd/>
                <a:tailEnd/>
              </a:ln>
            </p:spPr>
            <p:txBody>
              <a:bodyPr/>
              <a:lstStyle/>
              <a:p>
                <a:endParaRPr lang="en-US"/>
              </a:p>
            </p:txBody>
          </p:sp>
          <p:sp>
            <p:nvSpPr>
              <p:cNvPr id="52762" name="Line 2477"/>
              <p:cNvSpPr>
                <a:spLocks noChangeShapeType="1"/>
              </p:cNvSpPr>
              <p:nvPr/>
            </p:nvSpPr>
            <p:spPr bwMode="auto">
              <a:xfrm>
                <a:off x="3317" y="2379"/>
                <a:ext cx="822" cy="804"/>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2385" name="Group 2478"/>
            <p:cNvGrpSpPr>
              <a:grpSpLocks/>
            </p:cNvGrpSpPr>
            <p:nvPr/>
          </p:nvGrpSpPr>
          <p:grpSpPr bwMode="auto">
            <a:xfrm>
              <a:off x="2878" y="1725"/>
              <a:ext cx="415" cy="56"/>
              <a:chOff x="2878" y="1725"/>
              <a:chExt cx="415" cy="56"/>
            </a:xfrm>
          </p:grpSpPr>
          <p:sp>
            <p:nvSpPr>
              <p:cNvPr id="52753" name="Freeform 2479"/>
              <p:cNvSpPr>
                <a:spLocks/>
              </p:cNvSpPr>
              <p:nvPr/>
            </p:nvSpPr>
            <p:spPr bwMode="auto">
              <a:xfrm>
                <a:off x="3181" y="1725"/>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chemeClr val="tx1"/>
              </a:solidFill>
              <a:ln w="9525">
                <a:solidFill>
                  <a:schemeClr val="tx1"/>
                </a:solidFill>
                <a:round/>
                <a:headEnd/>
                <a:tailEnd/>
              </a:ln>
            </p:spPr>
            <p:txBody>
              <a:bodyPr/>
              <a:lstStyle/>
              <a:p>
                <a:endParaRPr lang="en-US"/>
              </a:p>
            </p:txBody>
          </p:sp>
          <p:grpSp>
            <p:nvGrpSpPr>
              <p:cNvPr id="52754" name="Group 2480"/>
              <p:cNvGrpSpPr>
                <a:grpSpLocks/>
              </p:cNvGrpSpPr>
              <p:nvPr/>
            </p:nvGrpSpPr>
            <p:grpSpPr bwMode="auto">
              <a:xfrm>
                <a:off x="2878" y="1757"/>
                <a:ext cx="295" cy="1"/>
                <a:chOff x="2878" y="1757"/>
                <a:chExt cx="295" cy="1"/>
              </a:xfrm>
            </p:grpSpPr>
            <p:sp>
              <p:nvSpPr>
                <p:cNvPr id="52755" name="Line 2481"/>
                <p:cNvSpPr>
                  <a:spLocks noChangeShapeType="1"/>
                </p:cNvSpPr>
                <p:nvPr/>
              </p:nvSpPr>
              <p:spPr bwMode="auto">
                <a:xfrm>
                  <a:off x="2878"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756" name="Line 2482"/>
                <p:cNvSpPr>
                  <a:spLocks noChangeShapeType="1"/>
                </p:cNvSpPr>
                <p:nvPr/>
              </p:nvSpPr>
              <p:spPr bwMode="auto">
                <a:xfrm>
                  <a:off x="2934"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757" name="Line 2483"/>
                <p:cNvSpPr>
                  <a:spLocks noChangeShapeType="1"/>
                </p:cNvSpPr>
                <p:nvPr/>
              </p:nvSpPr>
              <p:spPr bwMode="auto">
                <a:xfrm>
                  <a:off x="2990" y="1757"/>
                  <a:ext cx="23"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758" name="Line 2484"/>
                <p:cNvSpPr>
                  <a:spLocks noChangeShapeType="1"/>
                </p:cNvSpPr>
                <p:nvPr/>
              </p:nvSpPr>
              <p:spPr bwMode="auto">
                <a:xfrm>
                  <a:off x="3045"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759" name="Line 2485"/>
                <p:cNvSpPr>
                  <a:spLocks noChangeShapeType="1"/>
                </p:cNvSpPr>
                <p:nvPr/>
              </p:nvSpPr>
              <p:spPr bwMode="auto">
                <a:xfrm>
                  <a:off x="3101"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760" name="Line 2486"/>
                <p:cNvSpPr>
                  <a:spLocks noChangeShapeType="1"/>
                </p:cNvSpPr>
                <p:nvPr/>
              </p:nvSpPr>
              <p:spPr bwMode="auto">
                <a:xfrm>
                  <a:off x="3157" y="1757"/>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2386" name="Group 2487"/>
            <p:cNvGrpSpPr>
              <a:grpSpLocks/>
            </p:cNvGrpSpPr>
            <p:nvPr/>
          </p:nvGrpSpPr>
          <p:grpSpPr bwMode="auto">
            <a:xfrm>
              <a:off x="2878" y="2036"/>
              <a:ext cx="415" cy="56"/>
              <a:chOff x="2878" y="2036"/>
              <a:chExt cx="415" cy="56"/>
            </a:xfrm>
          </p:grpSpPr>
          <p:sp>
            <p:nvSpPr>
              <p:cNvPr id="52745" name="Freeform 2488"/>
              <p:cNvSpPr>
                <a:spLocks/>
              </p:cNvSpPr>
              <p:nvPr/>
            </p:nvSpPr>
            <p:spPr bwMode="auto">
              <a:xfrm>
                <a:off x="3181" y="2036"/>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chemeClr val="tx1"/>
              </a:solidFill>
              <a:ln w="9525">
                <a:solidFill>
                  <a:schemeClr val="tx1"/>
                </a:solidFill>
                <a:round/>
                <a:headEnd/>
                <a:tailEnd/>
              </a:ln>
            </p:spPr>
            <p:txBody>
              <a:bodyPr/>
              <a:lstStyle/>
              <a:p>
                <a:endParaRPr lang="en-US"/>
              </a:p>
            </p:txBody>
          </p:sp>
          <p:grpSp>
            <p:nvGrpSpPr>
              <p:cNvPr id="52746" name="Group 2489"/>
              <p:cNvGrpSpPr>
                <a:grpSpLocks/>
              </p:cNvGrpSpPr>
              <p:nvPr/>
            </p:nvGrpSpPr>
            <p:grpSpPr bwMode="auto">
              <a:xfrm>
                <a:off x="2878" y="2060"/>
                <a:ext cx="295" cy="1"/>
                <a:chOff x="2878" y="2060"/>
                <a:chExt cx="295" cy="1"/>
              </a:xfrm>
            </p:grpSpPr>
            <p:sp>
              <p:nvSpPr>
                <p:cNvPr id="52747" name="Line 2490"/>
                <p:cNvSpPr>
                  <a:spLocks noChangeShapeType="1"/>
                </p:cNvSpPr>
                <p:nvPr/>
              </p:nvSpPr>
              <p:spPr bwMode="auto">
                <a:xfrm>
                  <a:off x="2878" y="2060"/>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748" name="Line 2491"/>
                <p:cNvSpPr>
                  <a:spLocks noChangeShapeType="1"/>
                </p:cNvSpPr>
                <p:nvPr/>
              </p:nvSpPr>
              <p:spPr bwMode="auto">
                <a:xfrm>
                  <a:off x="2934" y="2060"/>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749" name="Line 2492"/>
                <p:cNvSpPr>
                  <a:spLocks noChangeShapeType="1"/>
                </p:cNvSpPr>
                <p:nvPr/>
              </p:nvSpPr>
              <p:spPr bwMode="auto">
                <a:xfrm>
                  <a:off x="2990" y="2060"/>
                  <a:ext cx="23"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750" name="Line 2493"/>
                <p:cNvSpPr>
                  <a:spLocks noChangeShapeType="1"/>
                </p:cNvSpPr>
                <p:nvPr/>
              </p:nvSpPr>
              <p:spPr bwMode="auto">
                <a:xfrm>
                  <a:off x="3045" y="2060"/>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751" name="Line 2494"/>
                <p:cNvSpPr>
                  <a:spLocks noChangeShapeType="1"/>
                </p:cNvSpPr>
                <p:nvPr/>
              </p:nvSpPr>
              <p:spPr bwMode="auto">
                <a:xfrm>
                  <a:off x="3101" y="2060"/>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752" name="Line 2495"/>
                <p:cNvSpPr>
                  <a:spLocks noChangeShapeType="1"/>
                </p:cNvSpPr>
                <p:nvPr/>
              </p:nvSpPr>
              <p:spPr bwMode="auto">
                <a:xfrm>
                  <a:off x="3157" y="2060"/>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2387" name="Group 2496"/>
            <p:cNvGrpSpPr>
              <a:grpSpLocks/>
            </p:cNvGrpSpPr>
            <p:nvPr/>
          </p:nvGrpSpPr>
          <p:grpSpPr bwMode="auto">
            <a:xfrm>
              <a:off x="2886" y="2339"/>
              <a:ext cx="415" cy="56"/>
              <a:chOff x="2886" y="2339"/>
              <a:chExt cx="415" cy="56"/>
            </a:xfrm>
          </p:grpSpPr>
          <p:sp>
            <p:nvSpPr>
              <p:cNvPr id="52737" name="Freeform 2497"/>
              <p:cNvSpPr>
                <a:spLocks/>
              </p:cNvSpPr>
              <p:nvPr/>
            </p:nvSpPr>
            <p:spPr bwMode="auto">
              <a:xfrm>
                <a:off x="3189" y="2339"/>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chemeClr val="tx1"/>
              </a:solidFill>
              <a:ln w="9525">
                <a:solidFill>
                  <a:schemeClr val="tx1"/>
                </a:solidFill>
                <a:round/>
                <a:headEnd/>
                <a:tailEnd/>
              </a:ln>
            </p:spPr>
            <p:txBody>
              <a:bodyPr/>
              <a:lstStyle/>
              <a:p>
                <a:endParaRPr lang="en-US"/>
              </a:p>
            </p:txBody>
          </p:sp>
          <p:grpSp>
            <p:nvGrpSpPr>
              <p:cNvPr id="52738" name="Group 2498"/>
              <p:cNvGrpSpPr>
                <a:grpSpLocks/>
              </p:cNvGrpSpPr>
              <p:nvPr/>
            </p:nvGrpSpPr>
            <p:grpSpPr bwMode="auto">
              <a:xfrm>
                <a:off x="2886" y="2371"/>
                <a:ext cx="295" cy="1"/>
                <a:chOff x="2886" y="2371"/>
                <a:chExt cx="295" cy="1"/>
              </a:xfrm>
            </p:grpSpPr>
            <p:sp>
              <p:nvSpPr>
                <p:cNvPr id="52739" name="Line 2499"/>
                <p:cNvSpPr>
                  <a:spLocks noChangeShapeType="1"/>
                </p:cNvSpPr>
                <p:nvPr/>
              </p:nvSpPr>
              <p:spPr bwMode="auto">
                <a:xfrm>
                  <a:off x="2886"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740" name="Line 2500"/>
                <p:cNvSpPr>
                  <a:spLocks noChangeShapeType="1"/>
                </p:cNvSpPr>
                <p:nvPr/>
              </p:nvSpPr>
              <p:spPr bwMode="auto">
                <a:xfrm>
                  <a:off x="2942"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741" name="Line 2501"/>
                <p:cNvSpPr>
                  <a:spLocks noChangeShapeType="1"/>
                </p:cNvSpPr>
                <p:nvPr/>
              </p:nvSpPr>
              <p:spPr bwMode="auto">
                <a:xfrm>
                  <a:off x="2998" y="2371"/>
                  <a:ext cx="23"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742" name="Line 2502"/>
                <p:cNvSpPr>
                  <a:spLocks noChangeShapeType="1"/>
                </p:cNvSpPr>
                <p:nvPr/>
              </p:nvSpPr>
              <p:spPr bwMode="auto">
                <a:xfrm>
                  <a:off x="3053"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743" name="Line 2503"/>
                <p:cNvSpPr>
                  <a:spLocks noChangeShapeType="1"/>
                </p:cNvSpPr>
                <p:nvPr/>
              </p:nvSpPr>
              <p:spPr bwMode="auto">
                <a:xfrm>
                  <a:off x="3109"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744" name="Line 2504"/>
                <p:cNvSpPr>
                  <a:spLocks noChangeShapeType="1"/>
                </p:cNvSpPr>
                <p:nvPr/>
              </p:nvSpPr>
              <p:spPr bwMode="auto">
                <a:xfrm>
                  <a:off x="3165" y="2371"/>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2388" name="Group 2505"/>
            <p:cNvGrpSpPr>
              <a:grpSpLocks/>
            </p:cNvGrpSpPr>
            <p:nvPr/>
          </p:nvGrpSpPr>
          <p:grpSpPr bwMode="auto">
            <a:xfrm>
              <a:off x="2878" y="2642"/>
              <a:ext cx="415" cy="56"/>
              <a:chOff x="2878" y="2642"/>
              <a:chExt cx="415" cy="56"/>
            </a:xfrm>
          </p:grpSpPr>
          <p:sp>
            <p:nvSpPr>
              <p:cNvPr id="52729" name="Freeform 2506"/>
              <p:cNvSpPr>
                <a:spLocks/>
              </p:cNvSpPr>
              <p:nvPr/>
            </p:nvSpPr>
            <p:spPr bwMode="auto">
              <a:xfrm>
                <a:off x="3181" y="2642"/>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chemeClr val="tx1"/>
              </a:solidFill>
              <a:ln w="9525">
                <a:solidFill>
                  <a:schemeClr val="tx1"/>
                </a:solidFill>
                <a:round/>
                <a:headEnd/>
                <a:tailEnd/>
              </a:ln>
            </p:spPr>
            <p:txBody>
              <a:bodyPr/>
              <a:lstStyle/>
              <a:p>
                <a:endParaRPr lang="en-US"/>
              </a:p>
            </p:txBody>
          </p:sp>
          <p:grpSp>
            <p:nvGrpSpPr>
              <p:cNvPr id="52730" name="Group 2507"/>
              <p:cNvGrpSpPr>
                <a:grpSpLocks/>
              </p:cNvGrpSpPr>
              <p:nvPr/>
            </p:nvGrpSpPr>
            <p:grpSpPr bwMode="auto">
              <a:xfrm>
                <a:off x="2878" y="2674"/>
                <a:ext cx="295" cy="1"/>
                <a:chOff x="2878" y="2674"/>
                <a:chExt cx="295" cy="1"/>
              </a:xfrm>
            </p:grpSpPr>
            <p:sp>
              <p:nvSpPr>
                <p:cNvPr id="52731" name="Line 2508"/>
                <p:cNvSpPr>
                  <a:spLocks noChangeShapeType="1"/>
                </p:cNvSpPr>
                <p:nvPr/>
              </p:nvSpPr>
              <p:spPr bwMode="auto">
                <a:xfrm>
                  <a:off x="2878"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732" name="Line 2509"/>
                <p:cNvSpPr>
                  <a:spLocks noChangeShapeType="1"/>
                </p:cNvSpPr>
                <p:nvPr/>
              </p:nvSpPr>
              <p:spPr bwMode="auto">
                <a:xfrm>
                  <a:off x="2934"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733" name="Line 2510"/>
                <p:cNvSpPr>
                  <a:spLocks noChangeShapeType="1"/>
                </p:cNvSpPr>
                <p:nvPr/>
              </p:nvSpPr>
              <p:spPr bwMode="auto">
                <a:xfrm>
                  <a:off x="2990" y="2674"/>
                  <a:ext cx="23"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734" name="Line 2511"/>
                <p:cNvSpPr>
                  <a:spLocks noChangeShapeType="1"/>
                </p:cNvSpPr>
                <p:nvPr/>
              </p:nvSpPr>
              <p:spPr bwMode="auto">
                <a:xfrm>
                  <a:off x="3045"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735" name="Line 2512"/>
                <p:cNvSpPr>
                  <a:spLocks noChangeShapeType="1"/>
                </p:cNvSpPr>
                <p:nvPr/>
              </p:nvSpPr>
              <p:spPr bwMode="auto">
                <a:xfrm>
                  <a:off x="3101"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736" name="Line 2513"/>
                <p:cNvSpPr>
                  <a:spLocks noChangeShapeType="1"/>
                </p:cNvSpPr>
                <p:nvPr/>
              </p:nvSpPr>
              <p:spPr bwMode="auto">
                <a:xfrm>
                  <a:off x="3157" y="2674"/>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2389" name="Group 2514"/>
            <p:cNvGrpSpPr>
              <a:grpSpLocks/>
            </p:cNvGrpSpPr>
            <p:nvPr/>
          </p:nvGrpSpPr>
          <p:grpSpPr bwMode="auto">
            <a:xfrm>
              <a:off x="2878" y="2953"/>
              <a:ext cx="415" cy="56"/>
              <a:chOff x="2878" y="2953"/>
              <a:chExt cx="415" cy="56"/>
            </a:xfrm>
          </p:grpSpPr>
          <p:sp>
            <p:nvSpPr>
              <p:cNvPr id="52721" name="Freeform 2515"/>
              <p:cNvSpPr>
                <a:spLocks/>
              </p:cNvSpPr>
              <p:nvPr/>
            </p:nvSpPr>
            <p:spPr bwMode="auto">
              <a:xfrm>
                <a:off x="3181"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chemeClr val="tx1"/>
              </a:solidFill>
              <a:ln w="9525">
                <a:solidFill>
                  <a:schemeClr val="tx1"/>
                </a:solidFill>
                <a:round/>
                <a:headEnd/>
                <a:tailEnd/>
              </a:ln>
            </p:spPr>
            <p:txBody>
              <a:bodyPr/>
              <a:lstStyle/>
              <a:p>
                <a:endParaRPr lang="en-US"/>
              </a:p>
            </p:txBody>
          </p:sp>
          <p:grpSp>
            <p:nvGrpSpPr>
              <p:cNvPr id="52722" name="Group 2516"/>
              <p:cNvGrpSpPr>
                <a:grpSpLocks/>
              </p:cNvGrpSpPr>
              <p:nvPr/>
            </p:nvGrpSpPr>
            <p:grpSpPr bwMode="auto">
              <a:xfrm>
                <a:off x="2878" y="2985"/>
                <a:ext cx="295" cy="1"/>
                <a:chOff x="2878" y="2985"/>
                <a:chExt cx="295" cy="1"/>
              </a:xfrm>
            </p:grpSpPr>
            <p:sp>
              <p:nvSpPr>
                <p:cNvPr id="52723" name="Line 2517"/>
                <p:cNvSpPr>
                  <a:spLocks noChangeShapeType="1"/>
                </p:cNvSpPr>
                <p:nvPr/>
              </p:nvSpPr>
              <p:spPr bwMode="auto">
                <a:xfrm>
                  <a:off x="2878"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724" name="Line 2518"/>
                <p:cNvSpPr>
                  <a:spLocks noChangeShapeType="1"/>
                </p:cNvSpPr>
                <p:nvPr/>
              </p:nvSpPr>
              <p:spPr bwMode="auto">
                <a:xfrm>
                  <a:off x="2934"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725" name="Line 2519"/>
                <p:cNvSpPr>
                  <a:spLocks noChangeShapeType="1"/>
                </p:cNvSpPr>
                <p:nvPr/>
              </p:nvSpPr>
              <p:spPr bwMode="auto">
                <a:xfrm>
                  <a:off x="2990" y="2985"/>
                  <a:ext cx="23"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726" name="Line 2520"/>
                <p:cNvSpPr>
                  <a:spLocks noChangeShapeType="1"/>
                </p:cNvSpPr>
                <p:nvPr/>
              </p:nvSpPr>
              <p:spPr bwMode="auto">
                <a:xfrm>
                  <a:off x="3045"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727" name="Line 2521"/>
                <p:cNvSpPr>
                  <a:spLocks noChangeShapeType="1"/>
                </p:cNvSpPr>
                <p:nvPr/>
              </p:nvSpPr>
              <p:spPr bwMode="auto">
                <a:xfrm>
                  <a:off x="3101"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728" name="Line 2522"/>
                <p:cNvSpPr>
                  <a:spLocks noChangeShapeType="1"/>
                </p:cNvSpPr>
                <p:nvPr/>
              </p:nvSpPr>
              <p:spPr bwMode="auto">
                <a:xfrm>
                  <a:off x="3157" y="2985"/>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2390" name="Group 2523"/>
            <p:cNvGrpSpPr>
              <a:grpSpLocks/>
            </p:cNvGrpSpPr>
            <p:nvPr/>
          </p:nvGrpSpPr>
          <p:grpSpPr bwMode="auto">
            <a:xfrm>
              <a:off x="2870" y="3256"/>
              <a:ext cx="415" cy="56"/>
              <a:chOff x="2870" y="3256"/>
              <a:chExt cx="415" cy="56"/>
            </a:xfrm>
          </p:grpSpPr>
          <p:sp>
            <p:nvSpPr>
              <p:cNvPr id="52713" name="Freeform 2524"/>
              <p:cNvSpPr>
                <a:spLocks/>
              </p:cNvSpPr>
              <p:nvPr/>
            </p:nvSpPr>
            <p:spPr bwMode="auto">
              <a:xfrm>
                <a:off x="3173" y="3256"/>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chemeClr val="tx1"/>
              </a:solidFill>
              <a:ln w="9525">
                <a:solidFill>
                  <a:schemeClr val="tx1"/>
                </a:solidFill>
                <a:round/>
                <a:headEnd/>
                <a:tailEnd/>
              </a:ln>
            </p:spPr>
            <p:txBody>
              <a:bodyPr/>
              <a:lstStyle/>
              <a:p>
                <a:endParaRPr lang="en-US"/>
              </a:p>
            </p:txBody>
          </p:sp>
          <p:grpSp>
            <p:nvGrpSpPr>
              <p:cNvPr id="52714" name="Group 2525"/>
              <p:cNvGrpSpPr>
                <a:grpSpLocks/>
              </p:cNvGrpSpPr>
              <p:nvPr/>
            </p:nvGrpSpPr>
            <p:grpSpPr bwMode="auto">
              <a:xfrm>
                <a:off x="2870" y="3280"/>
                <a:ext cx="295" cy="1"/>
                <a:chOff x="2870" y="3280"/>
                <a:chExt cx="295" cy="1"/>
              </a:xfrm>
            </p:grpSpPr>
            <p:sp>
              <p:nvSpPr>
                <p:cNvPr id="52715" name="Line 2526"/>
                <p:cNvSpPr>
                  <a:spLocks noChangeShapeType="1"/>
                </p:cNvSpPr>
                <p:nvPr/>
              </p:nvSpPr>
              <p:spPr bwMode="auto">
                <a:xfrm>
                  <a:off x="2870" y="3280"/>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716" name="Line 2527"/>
                <p:cNvSpPr>
                  <a:spLocks noChangeShapeType="1"/>
                </p:cNvSpPr>
                <p:nvPr/>
              </p:nvSpPr>
              <p:spPr bwMode="auto">
                <a:xfrm>
                  <a:off x="2926" y="3280"/>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717" name="Line 2528"/>
                <p:cNvSpPr>
                  <a:spLocks noChangeShapeType="1"/>
                </p:cNvSpPr>
                <p:nvPr/>
              </p:nvSpPr>
              <p:spPr bwMode="auto">
                <a:xfrm>
                  <a:off x="2982" y="3280"/>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718" name="Line 2529"/>
                <p:cNvSpPr>
                  <a:spLocks noChangeShapeType="1"/>
                </p:cNvSpPr>
                <p:nvPr/>
              </p:nvSpPr>
              <p:spPr bwMode="auto">
                <a:xfrm>
                  <a:off x="3037" y="3280"/>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719" name="Line 2530"/>
                <p:cNvSpPr>
                  <a:spLocks noChangeShapeType="1"/>
                </p:cNvSpPr>
                <p:nvPr/>
              </p:nvSpPr>
              <p:spPr bwMode="auto">
                <a:xfrm>
                  <a:off x="3093" y="3280"/>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720" name="Line 2531"/>
                <p:cNvSpPr>
                  <a:spLocks noChangeShapeType="1"/>
                </p:cNvSpPr>
                <p:nvPr/>
              </p:nvSpPr>
              <p:spPr bwMode="auto">
                <a:xfrm>
                  <a:off x="3149" y="3280"/>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2391" name="Group 2532"/>
            <p:cNvGrpSpPr>
              <a:grpSpLocks/>
            </p:cNvGrpSpPr>
            <p:nvPr/>
          </p:nvGrpSpPr>
          <p:grpSpPr bwMode="auto">
            <a:xfrm>
              <a:off x="2870" y="3567"/>
              <a:ext cx="415" cy="56"/>
              <a:chOff x="2870" y="3567"/>
              <a:chExt cx="415" cy="56"/>
            </a:xfrm>
          </p:grpSpPr>
          <p:sp>
            <p:nvSpPr>
              <p:cNvPr id="52705" name="Freeform 2533"/>
              <p:cNvSpPr>
                <a:spLocks/>
              </p:cNvSpPr>
              <p:nvPr/>
            </p:nvSpPr>
            <p:spPr bwMode="auto">
              <a:xfrm>
                <a:off x="3173"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chemeClr val="tx1"/>
              </a:solidFill>
              <a:ln w="9525">
                <a:solidFill>
                  <a:schemeClr val="tx1"/>
                </a:solidFill>
                <a:round/>
                <a:headEnd/>
                <a:tailEnd/>
              </a:ln>
            </p:spPr>
            <p:txBody>
              <a:bodyPr/>
              <a:lstStyle/>
              <a:p>
                <a:endParaRPr lang="en-US"/>
              </a:p>
            </p:txBody>
          </p:sp>
          <p:grpSp>
            <p:nvGrpSpPr>
              <p:cNvPr id="52706" name="Group 2534"/>
              <p:cNvGrpSpPr>
                <a:grpSpLocks/>
              </p:cNvGrpSpPr>
              <p:nvPr/>
            </p:nvGrpSpPr>
            <p:grpSpPr bwMode="auto">
              <a:xfrm>
                <a:off x="2870" y="3591"/>
                <a:ext cx="295" cy="1"/>
                <a:chOff x="2870" y="3591"/>
                <a:chExt cx="295" cy="1"/>
              </a:xfrm>
            </p:grpSpPr>
            <p:sp>
              <p:nvSpPr>
                <p:cNvPr id="52707" name="Line 2535"/>
                <p:cNvSpPr>
                  <a:spLocks noChangeShapeType="1"/>
                </p:cNvSpPr>
                <p:nvPr/>
              </p:nvSpPr>
              <p:spPr bwMode="auto">
                <a:xfrm>
                  <a:off x="2870"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708" name="Line 2536"/>
                <p:cNvSpPr>
                  <a:spLocks noChangeShapeType="1"/>
                </p:cNvSpPr>
                <p:nvPr/>
              </p:nvSpPr>
              <p:spPr bwMode="auto">
                <a:xfrm>
                  <a:off x="2926"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709" name="Line 2537"/>
                <p:cNvSpPr>
                  <a:spLocks noChangeShapeType="1"/>
                </p:cNvSpPr>
                <p:nvPr/>
              </p:nvSpPr>
              <p:spPr bwMode="auto">
                <a:xfrm>
                  <a:off x="2982"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710" name="Line 2538"/>
                <p:cNvSpPr>
                  <a:spLocks noChangeShapeType="1"/>
                </p:cNvSpPr>
                <p:nvPr/>
              </p:nvSpPr>
              <p:spPr bwMode="auto">
                <a:xfrm>
                  <a:off x="3037"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711" name="Line 2539"/>
                <p:cNvSpPr>
                  <a:spLocks noChangeShapeType="1"/>
                </p:cNvSpPr>
                <p:nvPr/>
              </p:nvSpPr>
              <p:spPr bwMode="auto">
                <a:xfrm>
                  <a:off x="3093"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712" name="Line 2540"/>
                <p:cNvSpPr>
                  <a:spLocks noChangeShapeType="1"/>
                </p:cNvSpPr>
                <p:nvPr/>
              </p:nvSpPr>
              <p:spPr bwMode="auto">
                <a:xfrm>
                  <a:off x="3149" y="3591"/>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2392" name="Group 2541"/>
            <p:cNvGrpSpPr>
              <a:grpSpLocks/>
            </p:cNvGrpSpPr>
            <p:nvPr/>
          </p:nvGrpSpPr>
          <p:grpSpPr bwMode="auto">
            <a:xfrm>
              <a:off x="2399" y="1765"/>
              <a:ext cx="1357" cy="1196"/>
              <a:chOff x="2399" y="1765"/>
              <a:chExt cx="1357" cy="1196"/>
            </a:xfrm>
          </p:grpSpPr>
          <p:sp>
            <p:nvSpPr>
              <p:cNvPr id="52703" name="Freeform 2542"/>
              <p:cNvSpPr>
                <a:spLocks/>
              </p:cNvSpPr>
              <p:nvPr/>
            </p:nvSpPr>
            <p:spPr bwMode="auto">
              <a:xfrm>
                <a:off x="3636" y="2850"/>
                <a:ext cx="120" cy="111"/>
              </a:xfrm>
              <a:custGeom>
                <a:avLst/>
                <a:gdLst>
                  <a:gd name="T0" fmla="*/ 120 w 120"/>
                  <a:gd name="T1" fmla="*/ 111 h 111"/>
                  <a:gd name="T2" fmla="*/ 0 w 120"/>
                  <a:gd name="T3" fmla="*/ 47 h 111"/>
                  <a:gd name="T4" fmla="*/ 16 w 120"/>
                  <a:gd name="T5" fmla="*/ 23 h 111"/>
                  <a:gd name="T6" fmla="*/ 40 w 120"/>
                  <a:gd name="T7" fmla="*/ 0 h 111"/>
                  <a:gd name="T8" fmla="*/ 120 w 120"/>
                  <a:gd name="T9" fmla="*/ 111 h 1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 h="111">
                    <a:moveTo>
                      <a:pt x="120" y="111"/>
                    </a:moveTo>
                    <a:lnTo>
                      <a:pt x="0" y="47"/>
                    </a:lnTo>
                    <a:lnTo>
                      <a:pt x="16" y="23"/>
                    </a:lnTo>
                    <a:lnTo>
                      <a:pt x="40" y="0"/>
                    </a:lnTo>
                    <a:lnTo>
                      <a:pt x="120" y="111"/>
                    </a:lnTo>
                    <a:close/>
                  </a:path>
                </a:pathLst>
              </a:custGeom>
              <a:solidFill>
                <a:schemeClr val="tx1"/>
              </a:solidFill>
              <a:ln w="9525">
                <a:solidFill>
                  <a:schemeClr val="tx1"/>
                </a:solidFill>
                <a:round/>
                <a:headEnd/>
                <a:tailEnd/>
              </a:ln>
            </p:spPr>
            <p:txBody>
              <a:bodyPr/>
              <a:lstStyle/>
              <a:p>
                <a:endParaRPr lang="en-US"/>
              </a:p>
            </p:txBody>
          </p:sp>
          <p:sp>
            <p:nvSpPr>
              <p:cNvPr id="52704" name="Line 2543"/>
              <p:cNvSpPr>
                <a:spLocks noChangeShapeType="1"/>
              </p:cNvSpPr>
              <p:nvPr/>
            </p:nvSpPr>
            <p:spPr bwMode="auto">
              <a:xfrm>
                <a:off x="2399" y="1765"/>
                <a:ext cx="1261" cy="1114"/>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2393" name="Group 2544"/>
            <p:cNvGrpSpPr>
              <a:grpSpLocks/>
            </p:cNvGrpSpPr>
            <p:nvPr/>
          </p:nvGrpSpPr>
          <p:grpSpPr bwMode="auto">
            <a:xfrm>
              <a:off x="2862" y="1765"/>
              <a:ext cx="1349" cy="1204"/>
              <a:chOff x="2862" y="1765"/>
              <a:chExt cx="1349" cy="1204"/>
            </a:xfrm>
          </p:grpSpPr>
          <p:sp>
            <p:nvSpPr>
              <p:cNvPr id="52701" name="Freeform 2545"/>
              <p:cNvSpPr>
                <a:spLocks/>
              </p:cNvSpPr>
              <p:nvPr/>
            </p:nvSpPr>
            <p:spPr bwMode="auto">
              <a:xfrm>
                <a:off x="4091" y="2850"/>
                <a:ext cx="120" cy="119"/>
              </a:xfrm>
              <a:custGeom>
                <a:avLst/>
                <a:gdLst>
                  <a:gd name="T0" fmla="*/ 120 w 120"/>
                  <a:gd name="T1" fmla="*/ 119 h 119"/>
                  <a:gd name="T2" fmla="*/ 0 w 120"/>
                  <a:gd name="T3" fmla="*/ 55 h 119"/>
                  <a:gd name="T4" fmla="*/ 24 w 120"/>
                  <a:gd name="T5" fmla="*/ 23 h 119"/>
                  <a:gd name="T6" fmla="*/ 48 w 120"/>
                  <a:gd name="T7" fmla="*/ 0 h 119"/>
                  <a:gd name="T8" fmla="*/ 120 w 120"/>
                  <a:gd name="T9" fmla="*/ 119 h 1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 h="119">
                    <a:moveTo>
                      <a:pt x="120" y="119"/>
                    </a:moveTo>
                    <a:lnTo>
                      <a:pt x="0" y="55"/>
                    </a:lnTo>
                    <a:lnTo>
                      <a:pt x="24" y="23"/>
                    </a:lnTo>
                    <a:lnTo>
                      <a:pt x="48" y="0"/>
                    </a:lnTo>
                    <a:lnTo>
                      <a:pt x="120" y="119"/>
                    </a:lnTo>
                    <a:close/>
                  </a:path>
                </a:pathLst>
              </a:custGeom>
              <a:solidFill>
                <a:schemeClr val="tx1"/>
              </a:solidFill>
              <a:ln w="9525">
                <a:solidFill>
                  <a:schemeClr val="tx1"/>
                </a:solidFill>
                <a:round/>
                <a:headEnd/>
                <a:tailEnd/>
              </a:ln>
            </p:spPr>
            <p:txBody>
              <a:bodyPr/>
              <a:lstStyle/>
              <a:p>
                <a:endParaRPr lang="en-US"/>
              </a:p>
            </p:txBody>
          </p:sp>
          <p:sp>
            <p:nvSpPr>
              <p:cNvPr id="52702" name="Line 2546"/>
              <p:cNvSpPr>
                <a:spLocks noChangeShapeType="1"/>
              </p:cNvSpPr>
              <p:nvPr/>
            </p:nvSpPr>
            <p:spPr bwMode="auto">
              <a:xfrm>
                <a:off x="2862" y="1765"/>
                <a:ext cx="1261" cy="1114"/>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2394" name="Group 2547"/>
            <p:cNvGrpSpPr>
              <a:grpSpLocks/>
            </p:cNvGrpSpPr>
            <p:nvPr/>
          </p:nvGrpSpPr>
          <p:grpSpPr bwMode="auto">
            <a:xfrm>
              <a:off x="2870" y="2990"/>
              <a:ext cx="886" cy="290"/>
              <a:chOff x="2870" y="2990"/>
              <a:chExt cx="886" cy="290"/>
            </a:xfrm>
          </p:grpSpPr>
          <p:sp>
            <p:nvSpPr>
              <p:cNvPr id="52699" name="Freeform 2548"/>
              <p:cNvSpPr>
                <a:spLocks/>
              </p:cNvSpPr>
              <p:nvPr/>
            </p:nvSpPr>
            <p:spPr bwMode="auto">
              <a:xfrm>
                <a:off x="3612" y="3208"/>
                <a:ext cx="144" cy="72"/>
              </a:xfrm>
              <a:custGeom>
                <a:avLst/>
                <a:gdLst>
                  <a:gd name="T0" fmla="*/ 144 w 144"/>
                  <a:gd name="T1" fmla="*/ 72 h 72"/>
                  <a:gd name="T2" fmla="*/ 0 w 144"/>
                  <a:gd name="T3" fmla="*/ 64 h 72"/>
                  <a:gd name="T4" fmla="*/ 16 w 144"/>
                  <a:gd name="T5" fmla="*/ 32 h 72"/>
                  <a:gd name="T6" fmla="*/ 24 w 144"/>
                  <a:gd name="T7" fmla="*/ 0 h 72"/>
                  <a:gd name="T8" fmla="*/ 144 w 144"/>
                  <a:gd name="T9" fmla="*/ 72 h 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4" h="72">
                    <a:moveTo>
                      <a:pt x="144" y="72"/>
                    </a:moveTo>
                    <a:lnTo>
                      <a:pt x="0" y="64"/>
                    </a:lnTo>
                    <a:lnTo>
                      <a:pt x="16" y="32"/>
                    </a:lnTo>
                    <a:lnTo>
                      <a:pt x="24" y="0"/>
                    </a:lnTo>
                    <a:lnTo>
                      <a:pt x="144" y="72"/>
                    </a:lnTo>
                    <a:close/>
                  </a:path>
                </a:pathLst>
              </a:custGeom>
              <a:solidFill>
                <a:schemeClr val="tx1"/>
              </a:solidFill>
              <a:ln w="9525">
                <a:solidFill>
                  <a:schemeClr val="tx1"/>
                </a:solidFill>
                <a:round/>
                <a:headEnd/>
                <a:tailEnd/>
              </a:ln>
            </p:spPr>
            <p:txBody>
              <a:bodyPr/>
              <a:lstStyle/>
              <a:p>
                <a:endParaRPr lang="en-US"/>
              </a:p>
            </p:txBody>
          </p:sp>
          <p:sp>
            <p:nvSpPr>
              <p:cNvPr id="52700" name="Line 2549"/>
              <p:cNvSpPr>
                <a:spLocks noChangeShapeType="1"/>
              </p:cNvSpPr>
              <p:nvPr/>
            </p:nvSpPr>
            <p:spPr bwMode="auto">
              <a:xfrm>
                <a:off x="2870" y="2990"/>
                <a:ext cx="766" cy="252"/>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2395" name="Group 2550"/>
            <p:cNvGrpSpPr>
              <a:grpSpLocks/>
            </p:cNvGrpSpPr>
            <p:nvPr/>
          </p:nvGrpSpPr>
          <p:grpSpPr bwMode="auto">
            <a:xfrm>
              <a:off x="2393" y="2993"/>
              <a:ext cx="437" cy="598"/>
              <a:chOff x="2393" y="2993"/>
              <a:chExt cx="437" cy="598"/>
            </a:xfrm>
          </p:grpSpPr>
          <p:sp>
            <p:nvSpPr>
              <p:cNvPr id="52697" name="Freeform 2551"/>
              <p:cNvSpPr>
                <a:spLocks/>
              </p:cNvSpPr>
              <p:nvPr/>
            </p:nvSpPr>
            <p:spPr bwMode="auto">
              <a:xfrm>
                <a:off x="2726" y="2993"/>
                <a:ext cx="104" cy="128"/>
              </a:xfrm>
              <a:custGeom>
                <a:avLst/>
                <a:gdLst>
                  <a:gd name="T0" fmla="*/ 104 w 104"/>
                  <a:gd name="T1" fmla="*/ 0 h 128"/>
                  <a:gd name="T2" fmla="*/ 56 w 104"/>
                  <a:gd name="T3" fmla="*/ 128 h 128"/>
                  <a:gd name="T4" fmla="*/ 24 w 104"/>
                  <a:gd name="T5" fmla="*/ 112 h 128"/>
                  <a:gd name="T6" fmla="*/ 0 w 104"/>
                  <a:gd name="T7" fmla="*/ 88 h 128"/>
                  <a:gd name="T8" fmla="*/ 104 w 104"/>
                  <a:gd name="T9" fmla="*/ 0 h 1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4" h="128">
                    <a:moveTo>
                      <a:pt x="104" y="0"/>
                    </a:moveTo>
                    <a:lnTo>
                      <a:pt x="56" y="128"/>
                    </a:lnTo>
                    <a:lnTo>
                      <a:pt x="24" y="112"/>
                    </a:lnTo>
                    <a:lnTo>
                      <a:pt x="0" y="88"/>
                    </a:lnTo>
                    <a:lnTo>
                      <a:pt x="104" y="0"/>
                    </a:lnTo>
                    <a:close/>
                  </a:path>
                </a:pathLst>
              </a:custGeom>
              <a:solidFill>
                <a:schemeClr val="tx1"/>
              </a:solidFill>
              <a:ln w="9525">
                <a:solidFill>
                  <a:schemeClr val="tx1"/>
                </a:solidFill>
                <a:round/>
                <a:headEnd/>
                <a:tailEnd/>
              </a:ln>
            </p:spPr>
            <p:txBody>
              <a:bodyPr/>
              <a:lstStyle/>
              <a:p>
                <a:endParaRPr lang="en-US"/>
              </a:p>
            </p:txBody>
          </p:sp>
          <p:sp>
            <p:nvSpPr>
              <p:cNvPr id="52698" name="Line 2552"/>
              <p:cNvSpPr>
                <a:spLocks noChangeShapeType="1"/>
              </p:cNvSpPr>
              <p:nvPr/>
            </p:nvSpPr>
            <p:spPr bwMode="auto">
              <a:xfrm flipV="1">
                <a:off x="2393" y="3097"/>
                <a:ext cx="362" cy="494"/>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2396" name="Group 2553"/>
            <p:cNvGrpSpPr>
              <a:grpSpLocks/>
            </p:cNvGrpSpPr>
            <p:nvPr/>
          </p:nvGrpSpPr>
          <p:grpSpPr bwMode="auto">
            <a:xfrm>
              <a:off x="2854" y="2690"/>
              <a:ext cx="902" cy="596"/>
              <a:chOff x="2854" y="2690"/>
              <a:chExt cx="902" cy="596"/>
            </a:xfrm>
          </p:grpSpPr>
          <p:sp>
            <p:nvSpPr>
              <p:cNvPr id="52695" name="Freeform 2554"/>
              <p:cNvSpPr>
                <a:spLocks/>
              </p:cNvSpPr>
              <p:nvPr/>
            </p:nvSpPr>
            <p:spPr bwMode="auto">
              <a:xfrm>
                <a:off x="3620" y="2690"/>
                <a:ext cx="136" cy="104"/>
              </a:xfrm>
              <a:custGeom>
                <a:avLst/>
                <a:gdLst>
                  <a:gd name="T0" fmla="*/ 136 w 136"/>
                  <a:gd name="T1" fmla="*/ 0 h 104"/>
                  <a:gd name="T2" fmla="*/ 40 w 136"/>
                  <a:gd name="T3" fmla="*/ 104 h 104"/>
                  <a:gd name="T4" fmla="*/ 24 w 136"/>
                  <a:gd name="T5" fmla="*/ 80 h 104"/>
                  <a:gd name="T6" fmla="*/ 0 w 136"/>
                  <a:gd name="T7" fmla="*/ 48 h 104"/>
                  <a:gd name="T8" fmla="*/ 136 w 136"/>
                  <a:gd name="T9" fmla="*/ 0 h 10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 h="104">
                    <a:moveTo>
                      <a:pt x="136" y="0"/>
                    </a:moveTo>
                    <a:lnTo>
                      <a:pt x="40" y="104"/>
                    </a:lnTo>
                    <a:lnTo>
                      <a:pt x="24" y="80"/>
                    </a:lnTo>
                    <a:lnTo>
                      <a:pt x="0" y="48"/>
                    </a:lnTo>
                    <a:lnTo>
                      <a:pt x="136" y="0"/>
                    </a:lnTo>
                    <a:close/>
                  </a:path>
                </a:pathLst>
              </a:custGeom>
              <a:solidFill>
                <a:schemeClr val="tx1"/>
              </a:solidFill>
              <a:ln w="9525">
                <a:solidFill>
                  <a:schemeClr val="tx1"/>
                </a:solidFill>
                <a:round/>
                <a:headEnd/>
                <a:tailEnd/>
              </a:ln>
            </p:spPr>
            <p:txBody>
              <a:bodyPr/>
              <a:lstStyle/>
              <a:p>
                <a:endParaRPr lang="en-US"/>
              </a:p>
            </p:txBody>
          </p:sp>
          <p:sp>
            <p:nvSpPr>
              <p:cNvPr id="52696" name="Line 2555"/>
              <p:cNvSpPr>
                <a:spLocks noChangeShapeType="1"/>
              </p:cNvSpPr>
              <p:nvPr/>
            </p:nvSpPr>
            <p:spPr bwMode="auto">
              <a:xfrm flipV="1">
                <a:off x="2854" y="2766"/>
                <a:ext cx="798" cy="52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2397" name="Group 2556"/>
            <p:cNvGrpSpPr>
              <a:grpSpLocks/>
            </p:cNvGrpSpPr>
            <p:nvPr/>
          </p:nvGrpSpPr>
          <p:grpSpPr bwMode="auto">
            <a:xfrm>
              <a:off x="2862" y="1781"/>
              <a:ext cx="1349" cy="1188"/>
              <a:chOff x="2862" y="1781"/>
              <a:chExt cx="1349" cy="1188"/>
            </a:xfrm>
          </p:grpSpPr>
          <p:sp>
            <p:nvSpPr>
              <p:cNvPr id="52693" name="Freeform 2557"/>
              <p:cNvSpPr>
                <a:spLocks/>
              </p:cNvSpPr>
              <p:nvPr/>
            </p:nvSpPr>
            <p:spPr bwMode="auto">
              <a:xfrm>
                <a:off x="4091" y="1781"/>
                <a:ext cx="120" cy="111"/>
              </a:xfrm>
              <a:custGeom>
                <a:avLst/>
                <a:gdLst>
                  <a:gd name="T0" fmla="*/ 120 w 120"/>
                  <a:gd name="T1" fmla="*/ 0 h 111"/>
                  <a:gd name="T2" fmla="*/ 40 w 120"/>
                  <a:gd name="T3" fmla="*/ 111 h 111"/>
                  <a:gd name="T4" fmla="*/ 16 w 120"/>
                  <a:gd name="T5" fmla="*/ 87 h 111"/>
                  <a:gd name="T6" fmla="*/ 0 w 120"/>
                  <a:gd name="T7" fmla="*/ 64 h 111"/>
                  <a:gd name="T8" fmla="*/ 120 w 120"/>
                  <a:gd name="T9" fmla="*/ 0 h 1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 h="111">
                    <a:moveTo>
                      <a:pt x="120" y="0"/>
                    </a:moveTo>
                    <a:lnTo>
                      <a:pt x="40" y="111"/>
                    </a:lnTo>
                    <a:lnTo>
                      <a:pt x="16" y="87"/>
                    </a:lnTo>
                    <a:lnTo>
                      <a:pt x="0" y="64"/>
                    </a:lnTo>
                    <a:lnTo>
                      <a:pt x="120" y="0"/>
                    </a:lnTo>
                    <a:close/>
                  </a:path>
                </a:pathLst>
              </a:custGeom>
              <a:solidFill>
                <a:schemeClr val="tx1"/>
              </a:solidFill>
              <a:ln w="9525">
                <a:solidFill>
                  <a:schemeClr val="tx1"/>
                </a:solidFill>
                <a:round/>
                <a:headEnd/>
                <a:tailEnd/>
              </a:ln>
            </p:spPr>
            <p:txBody>
              <a:bodyPr/>
              <a:lstStyle/>
              <a:p>
                <a:endParaRPr lang="en-US"/>
              </a:p>
            </p:txBody>
          </p:sp>
          <p:sp>
            <p:nvSpPr>
              <p:cNvPr id="52694" name="Line 2558"/>
              <p:cNvSpPr>
                <a:spLocks noChangeShapeType="1"/>
              </p:cNvSpPr>
              <p:nvPr/>
            </p:nvSpPr>
            <p:spPr bwMode="auto">
              <a:xfrm flipV="1">
                <a:off x="2862" y="1863"/>
                <a:ext cx="1253" cy="1106"/>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2398" name="Group 2559"/>
            <p:cNvGrpSpPr>
              <a:grpSpLocks/>
            </p:cNvGrpSpPr>
            <p:nvPr/>
          </p:nvGrpSpPr>
          <p:grpSpPr bwMode="auto">
            <a:xfrm>
              <a:off x="1944" y="2687"/>
              <a:ext cx="886" cy="282"/>
              <a:chOff x="1944" y="2687"/>
              <a:chExt cx="886" cy="282"/>
            </a:xfrm>
          </p:grpSpPr>
          <p:sp>
            <p:nvSpPr>
              <p:cNvPr id="52691" name="Freeform 2560"/>
              <p:cNvSpPr>
                <a:spLocks/>
              </p:cNvSpPr>
              <p:nvPr/>
            </p:nvSpPr>
            <p:spPr bwMode="auto">
              <a:xfrm>
                <a:off x="2694" y="2897"/>
                <a:ext cx="136" cy="72"/>
              </a:xfrm>
              <a:custGeom>
                <a:avLst/>
                <a:gdLst>
                  <a:gd name="T0" fmla="*/ 136 w 136"/>
                  <a:gd name="T1" fmla="*/ 72 h 72"/>
                  <a:gd name="T2" fmla="*/ 0 w 136"/>
                  <a:gd name="T3" fmla="*/ 64 h 72"/>
                  <a:gd name="T4" fmla="*/ 8 w 136"/>
                  <a:gd name="T5" fmla="*/ 32 h 72"/>
                  <a:gd name="T6" fmla="*/ 24 w 136"/>
                  <a:gd name="T7" fmla="*/ 0 h 72"/>
                  <a:gd name="T8" fmla="*/ 136 w 136"/>
                  <a:gd name="T9" fmla="*/ 72 h 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 h="72">
                    <a:moveTo>
                      <a:pt x="136" y="72"/>
                    </a:moveTo>
                    <a:lnTo>
                      <a:pt x="0" y="64"/>
                    </a:lnTo>
                    <a:lnTo>
                      <a:pt x="8" y="32"/>
                    </a:lnTo>
                    <a:lnTo>
                      <a:pt x="24" y="0"/>
                    </a:lnTo>
                    <a:lnTo>
                      <a:pt x="136" y="72"/>
                    </a:lnTo>
                    <a:close/>
                  </a:path>
                </a:pathLst>
              </a:custGeom>
              <a:solidFill>
                <a:schemeClr val="tx1"/>
              </a:solidFill>
              <a:ln w="9525">
                <a:solidFill>
                  <a:schemeClr val="tx1"/>
                </a:solidFill>
                <a:round/>
                <a:headEnd/>
                <a:tailEnd/>
              </a:ln>
            </p:spPr>
            <p:txBody>
              <a:bodyPr/>
              <a:lstStyle/>
              <a:p>
                <a:endParaRPr lang="en-US"/>
              </a:p>
            </p:txBody>
          </p:sp>
          <p:sp>
            <p:nvSpPr>
              <p:cNvPr id="52692" name="Line 2561"/>
              <p:cNvSpPr>
                <a:spLocks noChangeShapeType="1"/>
              </p:cNvSpPr>
              <p:nvPr/>
            </p:nvSpPr>
            <p:spPr bwMode="auto">
              <a:xfrm>
                <a:off x="1944" y="2687"/>
                <a:ext cx="766" cy="244"/>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2399" name="Group 2562"/>
            <p:cNvGrpSpPr>
              <a:grpSpLocks/>
            </p:cNvGrpSpPr>
            <p:nvPr/>
          </p:nvGrpSpPr>
          <p:grpSpPr bwMode="auto">
            <a:xfrm>
              <a:off x="1944" y="2395"/>
              <a:ext cx="1357" cy="1196"/>
              <a:chOff x="1944" y="2395"/>
              <a:chExt cx="1357" cy="1196"/>
            </a:xfrm>
          </p:grpSpPr>
          <p:sp>
            <p:nvSpPr>
              <p:cNvPr id="52689" name="Freeform 2563"/>
              <p:cNvSpPr>
                <a:spLocks/>
              </p:cNvSpPr>
              <p:nvPr/>
            </p:nvSpPr>
            <p:spPr bwMode="auto">
              <a:xfrm>
                <a:off x="3173" y="2395"/>
                <a:ext cx="128" cy="112"/>
              </a:xfrm>
              <a:custGeom>
                <a:avLst/>
                <a:gdLst>
                  <a:gd name="T0" fmla="*/ 128 w 128"/>
                  <a:gd name="T1" fmla="*/ 0 h 112"/>
                  <a:gd name="T2" fmla="*/ 48 w 128"/>
                  <a:gd name="T3" fmla="*/ 112 h 112"/>
                  <a:gd name="T4" fmla="*/ 24 w 128"/>
                  <a:gd name="T5" fmla="*/ 88 h 112"/>
                  <a:gd name="T6" fmla="*/ 0 w 128"/>
                  <a:gd name="T7" fmla="*/ 64 h 112"/>
                  <a:gd name="T8" fmla="*/ 128 w 128"/>
                  <a:gd name="T9" fmla="*/ 0 h 1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8" h="112">
                    <a:moveTo>
                      <a:pt x="128" y="0"/>
                    </a:moveTo>
                    <a:lnTo>
                      <a:pt x="48" y="112"/>
                    </a:lnTo>
                    <a:lnTo>
                      <a:pt x="24" y="88"/>
                    </a:lnTo>
                    <a:lnTo>
                      <a:pt x="0" y="64"/>
                    </a:lnTo>
                    <a:lnTo>
                      <a:pt x="128" y="0"/>
                    </a:lnTo>
                    <a:close/>
                  </a:path>
                </a:pathLst>
              </a:custGeom>
              <a:solidFill>
                <a:schemeClr val="tx1"/>
              </a:solidFill>
              <a:ln w="9525">
                <a:solidFill>
                  <a:schemeClr val="tx1"/>
                </a:solidFill>
                <a:round/>
                <a:headEnd/>
                <a:tailEnd/>
              </a:ln>
            </p:spPr>
            <p:txBody>
              <a:bodyPr/>
              <a:lstStyle/>
              <a:p>
                <a:endParaRPr lang="en-US"/>
              </a:p>
            </p:txBody>
          </p:sp>
          <p:sp>
            <p:nvSpPr>
              <p:cNvPr id="52690" name="Line 2564"/>
              <p:cNvSpPr>
                <a:spLocks noChangeShapeType="1"/>
              </p:cNvSpPr>
              <p:nvPr/>
            </p:nvSpPr>
            <p:spPr bwMode="auto">
              <a:xfrm flipV="1">
                <a:off x="1944" y="2477"/>
                <a:ext cx="1261" cy="1114"/>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2400" name="Group 2565"/>
            <p:cNvGrpSpPr>
              <a:grpSpLocks/>
            </p:cNvGrpSpPr>
            <p:nvPr/>
          </p:nvGrpSpPr>
          <p:grpSpPr bwMode="auto">
            <a:xfrm>
              <a:off x="3317" y="3293"/>
              <a:ext cx="886" cy="282"/>
              <a:chOff x="3317" y="3293"/>
              <a:chExt cx="886" cy="282"/>
            </a:xfrm>
          </p:grpSpPr>
          <p:sp>
            <p:nvSpPr>
              <p:cNvPr id="52687" name="Freeform 2566"/>
              <p:cNvSpPr>
                <a:spLocks/>
              </p:cNvSpPr>
              <p:nvPr/>
            </p:nvSpPr>
            <p:spPr bwMode="auto">
              <a:xfrm>
                <a:off x="4067" y="3504"/>
                <a:ext cx="136" cy="71"/>
              </a:xfrm>
              <a:custGeom>
                <a:avLst/>
                <a:gdLst>
                  <a:gd name="T0" fmla="*/ 136 w 136"/>
                  <a:gd name="T1" fmla="*/ 71 h 71"/>
                  <a:gd name="T2" fmla="*/ 0 w 136"/>
                  <a:gd name="T3" fmla="*/ 63 h 71"/>
                  <a:gd name="T4" fmla="*/ 8 w 136"/>
                  <a:gd name="T5" fmla="*/ 32 h 71"/>
                  <a:gd name="T6" fmla="*/ 16 w 136"/>
                  <a:gd name="T7" fmla="*/ 0 h 71"/>
                  <a:gd name="T8" fmla="*/ 136 w 136"/>
                  <a:gd name="T9" fmla="*/ 71 h 7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 h="71">
                    <a:moveTo>
                      <a:pt x="136" y="71"/>
                    </a:moveTo>
                    <a:lnTo>
                      <a:pt x="0" y="63"/>
                    </a:lnTo>
                    <a:lnTo>
                      <a:pt x="8" y="32"/>
                    </a:lnTo>
                    <a:lnTo>
                      <a:pt x="16" y="0"/>
                    </a:lnTo>
                    <a:lnTo>
                      <a:pt x="136" y="71"/>
                    </a:lnTo>
                    <a:close/>
                  </a:path>
                </a:pathLst>
              </a:custGeom>
              <a:solidFill>
                <a:schemeClr val="tx1"/>
              </a:solidFill>
              <a:ln w="9525">
                <a:solidFill>
                  <a:schemeClr val="tx1"/>
                </a:solidFill>
                <a:round/>
                <a:headEnd/>
                <a:tailEnd/>
              </a:ln>
            </p:spPr>
            <p:txBody>
              <a:bodyPr/>
              <a:lstStyle/>
              <a:p>
                <a:endParaRPr lang="en-US"/>
              </a:p>
            </p:txBody>
          </p:sp>
          <p:sp>
            <p:nvSpPr>
              <p:cNvPr id="52688" name="Line 2567"/>
              <p:cNvSpPr>
                <a:spLocks noChangeShapeType="1"/>
              </p:cNvSpPr>
              <p:nvPr/>
            </p:nvSpPr>
            <p:spPr bwMode="auto">
              <a:xfrm>
                <a:off x="3317" y="3293"/>
                <a:ext cx="766" cy="244"/>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2401" name="Group 2568"/>
            <p:cNvGrpSpPr>
              <a:grpSpLocks/>
            </p:cNvGrpSpPr>
            <p:nvPr/>
          </p:nvGrpSpPr>
          <p:grpSpPr bwMode="auto">
            <a:xfrm>
              <a:off x="3317" y="2682"/>
              <a:ext cx="1349" cy="619"/>
              <a:chOff x="3317" y="2682"/>
              <a:chExt cx="1349" cy="619"/>
            </a:xfrm>
          </p:grpSpPr>
          <p:sp>
            <p:nvSpPr>
              <p:cNvPr id="52685" name="Freeform 2569"/>
              <p:cNvSpPr>
                <a:spLocks/>
              </p:cNvSpPr>
              <p:nvPr/>
            </p:nvSpPr>
            <p:spPr bwMode="auto">
              <a:xfrm>
                <a:off x="4530" y="2682"/>
                <a:ext cx="136" cy="88"/>
              </a:xfrm>
              <a:custGeom>
                <a:avLst/>
                <a:gdLst>
                  <a:gd name="T0" fmla="*/ 136 w 136"/>
                  <a:gd name="T1" fmla="*/ 0 h 88"/>
                  <a:gd name="T2" fmla="*/ 32 w 136"/>
                  <a:gd name="T3" fmla="*/ 88 h 88"/>
                  <a:gd name="T4" fmla="*/ 16 w 136"/>
                  <a:gd name="T5" fmla="*/ 56 h 88"/>
                  <a:gd name="T6" fmla="*/ 0 w 136"/>
                  <a:gd name="T7" fmla="*/ 32 h 88"/>
                  <a:gd name="T8" fmla="*/ 136 w 136"/>
                  <a:gd name="T9" fmla="*/ 0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 h="88">
                    <a:moveTo>
                      <a:pt x="136" y="0"/>
                    </a:moveTo>
                    <a:lnTo>
                      <a:pt x="32" y="88"/>
                    </a:lnTo>
                    <a:lnTo>
                      <a:pt x="16" y="56"/>
                    </a:lnTo>
                    <a:lnTo>
                      <a:pt x="0" y="32"/>
                    </a:lnTo>
                    <a:lnTo>
                      <a:pt x="136" y="0"/>
                    </a:lnTo>
                    <a:close/>
                  </a:path>
                </a:pathLst>
              </a:custGeom>
              <a:solidFill>
                <a:schemeClr val="tx1"/>
              </a:solidFill>
              <a:ln w="9525">
                <a:solidFill>
                  <a:schemeClr val="tx1"/>
                </a:solidFill>
                <a:round/>
                <a:headEnd/>
                <a:tailEnd/>
              </a:ln>
            </p:spPr>
            <p:txBody>
              <a:bodyPr/>
              <a:lstStyle/>
              <a:p>
                <a:endParaRPr lang="en-US"/>
              </a:p>
            </p:txBody>
          </p:sp>
          <p:sp>
            <p:nvSpPr>
              <p:cNvPr id="52686" name="Line 2570"/>
              <p:cNvSpPr>
                <a:spLocks noChangeShapeType="1"/>
              </p:cNvSpPr>
              <p:nvPr/>
            </p:nvSpPr>
            <p:spPr bwMode="auto">
              <a:xfrm flipV="1">
                <a:off x="3317" y="2736"/>
                <a:ext cx="1237" cy="565"/>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2402" name="Group 2571"/>
            <p:cNvGrpSpPr>
              <a:grpSpLocks/>
            </p:cNvGrpSpPr>
            <p:nvPr/>
          </p:nvGrpSpPr>
          <p:grpSpPr bwMode="auto">
            <a:xfrm>
              <a:off x="3317" y="2387"/>
              <a:ext cx="886" cy="282"/>
              <a:chOff x="3317" y="2387"/>
              <a:chExt cx="886" cy="282"/>
            </a:xfrm>
          </p:grpSpPr>
          <p:sp>
            <p:nvSpPr>
              <p:cNvPr id="52683" name="Freeform 2572"/>
              <p:cNvSpPr>
                <a:spLocks/>
              </p:cNvSpPr>
              <p:nvPr/>
            </p:nvSpPr>
            <p:spPr bwMode="auto">
              <a:xfrm>
                <a:off x="4067" y="2387"/>
                <a:ext cx="136" cy="72"/>
              </a:xfrm>
              <a:custGeom>
                <a:avLst/>
                <a:gdLst>
                  <a:gd name="T0" fmla="*/ 136 w 136"/>
                  <a:gd name="T1" fmla="*/ 0 h 72"/>
                  <a:gd name="T2" fmla="*/ 16 w 136"/>
                  <a:gd name="T3" fmla="*/ 72 h 72"/>
                  <a:gd name="T4" fmla="*/ 8 w 136"/>
                  <a:gd name="T5" fmla="*/ 40 h 72"/>
                  <a:gd name="T6" fmla="*/ 0 w 136"/>
                  <a:gd name="T7" fmla="*/ 8 h 72"/>
                  <a:gd name="T8" fmla="*/ 136 w 136"/>
                  <a:gd name="T9" fmla="*/ 0 h 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 h="72">
                    <a:moveTo>
                      <a:pt x="136" y="0"/>
                    </a:moveTo>
                    <a:lnTo>
                      <a:pt x="16" y="72"/>
                    </a:lnTo>
                    <a:lnTo>
                      <a:pt x="8" y="40"/>
                    </a:lnTo>
                    <a:lnTo>
                      <a:pt x="0" y="8"/>
                    </a:lnTo>
                    <a:lnTo>
                      <a:pt x="136" y="0"/>
                    </a:lnTo>
                    <a:close/>
                  </a:path>
                </a:pathLst>
              </a:custGeom>
              <a:solidFill>
                <a:schemeClr val="tx1"/>
              </a:solidFill>
              <a:ln w="9525">
                <a:solidFill>
                  <a:schemeClr val="tx1"/>
                </a:solidFill>
                <a:round/>
                <a:headEnd/>
                <a:tailEnd/>
              </a:ln>
            </p:spPr>
            <p:txBody>
              <a:bodyPr/>
              <a:lstStyle/>
              <a:p>
                <a:endParaRPr lang="en-US"/>
              </a:p>
            </p:txBody>
          </p:sp>
          <p:sp>
            <p:nvSpPr>
              <p:cNvPr id="52684" name="Line 2573"/>
              <p:cNvSpPr>
                <a:spLocks noChangeShapeType="1"/>
              </p:cNvSpPr>
              <p:nvPr/>
            </p:nvSpPr>
            <p:spPr bwMode="auto">
              <a:xfrm flipV="1">
                <a:off x="3317" y="2426"/>
                <a:ext cx="766" cy="243"/>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2403" name="Group 2574"/>
            <p:cNvGrpSpPr>
              <a:grpSpLocks/>
            </p:cNvGrpSpPr>
            <p:nvPr/>
          </p:nvGrpSpPr>
          <p:grpSpPr bwMode="auto">
            <a:xfrm>
              <a:off x="3780" y="2387"/>
              <a:ext cx="886" cy="282"/>
              <a:chOff x="3780" y="2387"/>
              <a:chExt cx="886" cy="282"/>
            </a:xfrm>
          </p:grpSpPr>
          <p:sp>
            <p:nvSpPr>
              <p:cNvPr id="52681" name="Freeform 2575"/>
              <p:cNvSpPr>
                <a:spLocks/>
              </p:cNvSpPr>
              <p:nvPr/>
            </p:nvSpPr>
            <p:spPr bwMode="auto">
              <a:xfrm>
                <a:off x="4522" y="2387"/>
                <a:ext cx="144" cy="72"/>
              </a:xfrm>
              <a:custGeom>
                <a:avLst/>
                <a:gdLst>
                  <a:gd name="T0" fmla="*/ 144 w 144"/>
                  <a:gd name="T1" fmla="*/ 0 h 72"/>
                  <a:gd name="T2" fmla="*/ 24 w 144"/>
                  <a:gd name="T3" fmla="*/ 72 h 72"/>
                  <a:gd name="T4" fmla="*/ 16 w 144"/>
                  <a:gd name="T5" fmla="*/ 40 h 72"/>
                  <a:gd name="T6" fmla="*/ 0 w 144"/>
                  <a:gd name="T7" fmla="*/ 8 h 72"/>
                  <a:gd name="T8" fmla="*/ 144 w 144"/>
                  <a:gd name="T9" fmla="*/ 0 h 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4" h="72">
                    <a:moveTo>
                      <a:pt x="144" y="0"/>
                    </a:moveTo>
                    <a:lnTo>
                      <a:pt x="24" y="72"/>
                    </a:lnTo>
                    <a:lnTo>
                      <a:pt x="16" y="40"/>
                    </a:lnTo>
                    <a:lnTo>
                      <a:pt x="0" y="8"/>
                    </a:lnTo>
                    <a:lnTo>
                      <a:pt x="144" y="0"/>
                    </a:lnTo>
                    <a:close/>
                  </a:path>
                </a:pathLst>
              </a:custGeom>
              <a:solidFill>
                <a:schemeClr val="tx1"/>
              </a:solidFill>
              <a:ln w="9525">
                <a:solidFill>
                  <a:schemeClr val="tx1"/>
                </a:solidFill>
                <a:round/>
                <a:headEnd/>
                <a:tailEnd/>
              </a:ln>
            </p:spPr>
            <p:txBody>
              <a:bodyPr/>
              <a:lstStyle/>
              <a:p>
                <a:endParaRPr lang="en-US"/>
              </a:p>
            </p:txBody>
          </p:sp>
          <p:sp>
            <p:nvSpPr>
              <p:cNvPr id="52682" name="Line 2576"/>
              <p:cNvSpPr>
                <a:spLocks noChangeShapeType="1"/>
              </p:cNvSpPr>
              <p:nvPr/>
            </p:nvSpPr>
            <p:spPr bwMode="auto">
              <a:xfrm flipV="1">
                <a:off x="3780" y="2426"/>
                <a:ext cx="766" cy="243"/>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2404" name="Group 2577"/>
            <p:cNvGrpSpPr>
              <a:grpSpLocks/>
            </p:cNvGrpSpPr>
            <p:nvPr/>
          </p:nvGrpSpPr>
          <p:grpSpPr bwMode="auto">
            <a:xfrm>
              <a:off x="1473" y="2993"/>
              <a:ext cx="886" cy="291"/>
              <a:chOff x="1473" y="2993"/>
              <a:chExt cx="886" cy="291"/>
            </a:xfrm>
          </p:grpSpPr>
          <p:sp>
            <p:nvSpPr>
              <p:cNvPr id="52679" name="Freeform 2578"/>
              <p:cNvSpPr>
                <a:spLocks/>
              </p:cNvSpPr>
              <p:nvPr/>
            </p:nvSpPr>
            <p:spPr bwMode="auto">
              <a:xfrm>
                <a:off x="2223" y="2993"/>
                <a:ext cx="136" cy="72"/>
              </a:xfrm>
              <a:custGeom>
                <a:avLst/>
                <a:gdLst>
                  <a:gd name="T0" fmla="*/ 136 w 136"/>
                  <a:gd name="T1" fmla="*/ 0 h 72"/>
                  <a:gd name="T2" fmla="*/ 24 w 136"/>
                  <a:gd name="T3" fmla="*/ 72 h 72"/>
                  <a:gd name="T4" fmla="*/ 8 w 136"/>
                  <a:gd name="T5" fmla="*/ 40 h 72"/>
                  <a:gd name="T6" fmla="*/ 0 w 136"/>
                  <a:gd name="T7" fmla="*/ 8 h 72"/>
                  <a:gd name="T8" fmla="*/ 136 w 136"/>
                  <a:gd name="T9" fmla="*/ 0 h 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 h="72">
                    <a:moveTo>
                      <a:pt x="136" y="0"/>
                    </a:moveTo>
                    <a:lnTo>
                      <a:pt x="24" y="72"/>
                    </a:lnTo>
                    <a:lnTo>
                      <a:pt x="8" y="40"/>
                    </a:lnTo>
                    <a:lnTo>
                      <a:pt x="0" y="8"/>
                    </a:lnTo>
                    <a:lnTo>
                      <a:pt x="136" y="0"/>
                    </a:lnTo>
                    <a:close/>
                  </a:path>
                </a:pathLst>
              </a:custGeom>
              <a:solidFill>
                <a:schemeClr val="tx1"/>
              </a:solidFill>
              <a:ln w="9525">
                <a:solidFill>
                  <a:schemeClr val="tx1"/>
                </a:solidFill>
                <a:round/>
                <a:headEnd/>
                <a:tailEnd/>
              </a:ln>
            </p:spPr>
            <p:txBody>
              <a:bodyPr/>
              <a:lstStyle/>
              <a:p>
                <a:endParaRPr lang="en-US"/>
              </a:p>
            </p:txBody>
          </p:sp>
          <p:sp>
            <p:nvSpPr>
              <p:cNvPr id="52680" name="Line 2579"/>
              <p:cNvSpPr>
                <a:spLocks noChangeShapeType="1"/>
              </p:cNvSpPr>
              <p:nvPr/>
            </p:nvSpPr>
            <p:spPr bwMode="auto">
              <a:xfrm flipV="1">
                <a:off x="1473" y="3032"/>
                <a:ext cx="766" cy="252"/>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2405" name="Group 2580"/>
            <p:cNvGrpSpPr>
              <a:grpSpLocks/>
            </p:cNvGrpSpPr>
            <p:nvPr/>
          </p:nvGrpSpPr>
          <p:grpSpPr bwMode="auto">
            <a:xfrm>
              <a:off x="1497" y="1765"/>
              <a:ext cx="878" cy="290"/>
              <a:chOff x="1497" y="1765"/>
              <a:chExt cx="878" cy="290"/>
            </a:xfrm>
          </p:grpSpPr>
          <p:sp>
            <p:nvSpPr>
              <p:cNvPr id="52677" name="Freeform 2581"/>
              <p:cNvSpPr>
                <a:spLocks/>
              </p:cNvSpPr>
              <p:nvPr/>
            </p:nvSpPr>
            <p:spPr bwMode="auto">
              <a:xfrm>
                <a:off x="2239" y="1765"/>
                <a:ext cx="136" cy="72"/>
              </a:xfrm>
              <a:custGeom>
                <a:avLst/>
                <a:gdLst>
                  <a:gd name="T0" fmla="*/ 136 w 136"/>
                  <a:gd name="T1" fmla="*/ 0 h 72"/>
                  <a:gd name="T2" fmla="*/ 24 w 136"/>
                  <a:gd name="T3" fmla="*/ 72 h 72"/>
                  <a:gd name="T4" fmla="*/ 8 w 136"/>
                  <a:gd name="T5" fmla="*/ 40 h 72"/>
                  <a:gd name="T6" fmla="*/ 0 w 136"/>
                  <a:gd name="T7" fmla="*/ 8 h 72"/>
                  <a:gd name="T8" fmla="*/ 136 w 136"/>
                  <a:gd name="T9" fmla="*/ 0 h 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 h="72">
                    <a:moveTo>
                      <a:pt x="136" y="0"/>
                    </a:moveTo>
                    <a:lnTo>
                      <a:pt x="24" y="72"/>
                    </a:lnTo>
                    <a:lnTo>
                      <a:pt x="8" y="40"/>
                    </a:lnTo>
                    <a:lnTo>
                      <a:pt x="0" y="8"/>
                    </a:lnTo>
                    <a:lnTo>
                      <a:pt x="136" y="0"/>
                    </a:lnTo>
                    <a:close/>
                  </a:path>
                </a:pathLst>
              </a:custGeom>
              <a:solidFill>
                <a:schemeClr val="tx1"/>
              </a:solidFill>
              <a:ln w="9525">
                <a:solidFill>
                  <a:schemeClr val="tx1"/>
                </a:solidFill>
                <a:round/>
                <a:headEnd/>
                <a:tailEnd/>
              </a:ln>
            </p:spPr>
            <p:txBody>
              <a:bodyPr/>
              <a:lstStyle/>
              <a:p>
                <a:endParaRPr lang="en-US"/>
              </a:p>
            </p:txBody>
          </p:sp>
          <p:sp>
            <p:nvSpPr>
              <p:cNvPr id="52678" name="Line 2582"/>
              <p:cNvSpPr>
                <a:spLocks noChangeShapeType="1"/>
              </p:cNvSpPr>
              <p:nvPr/>
            </p:nvSpPr>
            <p:spPr bwMode="auto">
              <a:xfrm flipV="1">
                <a:off x="1497" y="1803"/>
                <a:ext cx="758" cy="252"/>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2406" name="Group 2583"/>
            <p:cNvGrpSpPr>
              <a:grpSpLocks/>
            </p:cNvGrpSpPr>
            <p:nvPr/>
          </p:nvGrpSpPr>
          <p:grpSpPr bwMode="auto">
            <a:xfrm>
              <a:off x="1938" y="1765"/>
              <a:ext cx="892" cy="1507"/>
              <a:chOff x="1938" y="1765"/>
              <a:chExt cx="892" cy="1507"/>
            </a:xfrm>
          </p:grpSpPr>
          <p:sp>
            <p:nvSpPr>
              <p:cNvPr id="52675" name="Freeform 2584"/>
              <p:cNvSpPr>
                <a:spLocks/>
              </p:cNvSpPr>
              <p:nvPr/>
            </p:nvSpPr>
            <p:spPr bwMode="auto">
              <a:xfrm>
                <a:off x="2726" y="3145"/>
                <a:ext cx="104" cy="127"/>
              </a:xfrm>
              <a:custGeom>
                <a:avLst/>
                <a:gdLst>
                  <a:gd name="T0" fmla="*/ 104 w 104"/>
                  <a:gd name="T1" fmla="*/ 127 h 127"/>
                  <a:gd name="T2" fmla="*/ 0 w 104"/>
                  <a:gd name="T3" fmla="*/ 32 h 127"/>
                  <a:gd name="T4" fmla="*/ 32 w 104"/>
                  <a:gd name="T5" fmla="*/ 16 h 127"/>
                  <a:gd name="T6" fmla="*/ 64 w 104"/>
                  <a:gd name="T7" fmla="*/ 0 h 127"/>
                  <a:gd name="T8" fmla="*/ 104 w 104"/>
                  <a:gd name="T9" fmla="*/ 127 h 12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4" h="127">
                    <a:moveTo>
                      <a:pt x="104" y="127"/>
                    </a:moveTo>
                    <a:lnTo>
                      <a:pt x="0" y="32"/>
                    </a:lnTo>
                    <a:lnTo>
                      <a:pt x="32" y="16"/>
                    </a:lnTo>
                    <a:lnTo>
                      <a:pt x="64" y="0"/>
                    </a:lnTo>
                    <a:lnTo>
                      <a:pt x="104" y="127"/>
                    </a:lnTo>
                    <a:close/>
                  </a:path>
                </a:pathLst>
              </a:custGeom>
              <a:solidFill>
                <a:schemeClr val="tx1"/>
              </a:solidFill>
              <a:ln w="9525">
                <a:solidFill>
                  <a:schemeClr val="tx1"/>
                </a:solidFill>
                <a:round/>
                <a:headEnd/>
                <a:tailEnd/>
              </a:ln>
            </p:spPr>
            <p:txBody>
              <a:bodyPr/>
              <a:lstStyle/>
              <a:p>
                <a:endParaRPr lang="en-US"/>
              </a:p>
            </p:txBody>
          </p:sp>
          <p:sp>
            <p:nvSpPr>
              <p:cNvPr id="52676" name="Line 2585"/>
              <p:cNvSpPr>
                <a:spLocks noChangeShapeType="1"/>
              </p:cNvSpPr>
              <p:nvPr/>
            </p:nvSpPr>
            <p:spPr bwMode="auto">
              <a:xfrm>
                <a:off x="1938" y="1765"/>
                <a:ext cx="823" cy="1404"/>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2407" name="Group 2586"/>
            <p:cNvGrpSpPr>
              <a:grpSpLocks/>
            </p:cNvGrpSpPr>
            <p:nvPr/>
          </p:nvGrpSpPr>
          <p:grpSpPr bwMode="auto">
            <a:xfrm>
              <a:off x="1482" y="1781"/>
              <a:ext cx="438" cy="263"/>
              <a:chOff x="1482" y="1781"/>
              <a:chExt cx="438" cy="263"/>
            </a:xfrm>
          </p:grpSpPr>
          <p:sp>
            <p:nvSpPr>
              <p:cNvPr id="52670" name="Freeform 2587"/>
              <p:cNvSpPr>
                <a:spLocks/>
              </p:cNvSpPr>
              <p:nvPr/>
            </p:nvSpPr>
            <p:spPr bwMode="auto">
              <a:xfrm>
                <a:off x="1808" y="1964"/>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0">
                    <a:moveTo>
                      <a:pt x="112" y="80"/>
                    </a:moveTo>
                    <a:lnTo>
                      <a:pt x="0" y="48"/>
                    </a:lnTo>
                    <a:lnTo>
                      <a:pt x="16" y="24"/>
                    </a:lnTo>
                    <a:lnTo>
                      <a:pt x="32" y="0"/>
                    </a:lnTo>
                    <a:lnTo>
                      <a:pt x="112" y="80"/>
                    </a:lnTo>
                    <a:close/>
                  </a:path>
                </a:pathLst>
              </a:custGeom>
              <a:solidFill>
                <a:schemeClr val="tx1"/>
              </a:solidFill>
              <a:ln w="9525">
                <a:solidFill>
                  <a:schemeClr val="tx1"/>
                </a:solidFill>
                <a:round/>
                <a:headEnd/>
                <a:tailEnd/>
              </a:ln>
            </p:spPr>
            <p:txBody>
              <a:bodyPr/>
              <a:lstStyle/>
              <a:p>
                <a:endParaRPr lang="en-US"/>
              </a:p>
            </p:txBody>
          </p:sp>
          <p:sp>
            <p:nvSpPr>
              <p:cNvPr id="52671" name="Line 2588"/>
              <p:cNvSpPr>
                <a:spLocks noChangeShapeType="1"/>
              </p:cNvSpPr>
              <p:nvPr/>
            </p:nvSpPr>
            <p:spPr bwMode="auto">
              <a:xfrm>
                <a:off x="1482" y="1781"/>
                <a:ext cx="70" cy="46"/>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672" name="Line 2589"/>
              <p:cNvSpPr>
                <a:spLocks noChangeShapeType="1"/>
              </p:cNvSpPr>
              <p:nvPr/>
            </p:nvSpPr>
            <p:spPr bwMode="auto">
              <a:xfrm>
                <a:off x="1577" y="1837"/>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673" name="Line 2590"/>
              <p:cNvSpPr>
                <a:spLocks noChangeShapeType="1"/>
              </p:cNvSpPr>
              <p:nvPr/>
            </p:nvSpPr>
            <p:spPr bwMode="auto">
              <a:xfrm>
                <a:off x="1672" y="1892"/>
                <a:ext cx="72"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674" name="Line 2591"/>
              <p:cNvSpPr>
                <a:spLocks noChangeShapeType="1"/>
              </p:cNvSpPr>
              <p:nvPr/>
            </p:nvSpPr>
            <p:spPr bwMode="auto">
              <a:xfrm>
                <a:off x="1768" y="1956"/>
                <a:ext cx="56" cy="3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2408" name="Group 2592"/>
            <p:cNvGrpSpPr>
              <a:grpSpLocks/>
            </p:cNvGrpSpPr>
            <p:nvPr/>
          </p:nvGrpSpPr>
          <p:grpSpPr bwMode="auto">
            <a:xfrm>
              <a:off x="1481" y="1789"/>
              <a:ext cx="455" cy="550"/>
              <a:chOff x="1481" y="1789"/>
              <a:chExt cx="455" cy="550"/>
            </a:xfrm>
          </p:grpSpPr>
          <p:sp>
            <p:nvSpPr>
              <p:cNvPr id="52663" name="Freeform 2593"/>
              <p:cNvSpPr>
                <a:spLocks/>
              </p:cNvSpPr>
              <p:nvPr/>
            </p:nvSpPr>
            <p:spPr bwMode="auto">
              <a:xfrm>
                <a:off x="1840" y="2235"/>
                <a:ext cx="96" cy="104"/>
              </a:xfrm>
              <a:custGeom>
                <a:avLst/>
                <a:gdLst>
                  <a:gd name="T0" fmla="*/ 96 w 96"/>
                  <a:gd name="T1" fmla="*/ 104 h 104"/>
                  <a:gd name="T2" fmla="*/ 0 w 96"/>
                  <a:gd name="T3" fmla="*/ 32 h 104"/>
                  <a:gd name="T4" fmla="*/ 24 w 96"/>
                  <a:gd name="T5" fmla="*/ 16 h 104"/>
                  <a:gd name="T6" fmla="*/ 48 w 96"/>
                  <a:gd name="T7" fmla="*/ 0 h 104"/>
                  <a:gd name="T8" fmla="*/ 96 w 96"/>
                  <a:gd name="T9" fmla="*/ 104 h 10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6" h="104">
                    <a:moveTo>
                      <a:pt x="96" y="104"/>
                    </a:moveTo>
                    <a:lnTo>
                      <a:pt x="0" y="32"/>
                    </a:lnTo>
                    <a:lnTo>
                      <a:pt x="24" y="16"/>
                    </a:lnTo>
                    <a:lnTo>
                      <a:pt x="48" y="0"/>
                    </a:lnTo>
                    <a:lnTo>
                      <a:pt x="96" y="104"/>
                    </a:lnTo>
                    <a:close/>
                  </a:path>
                </a:pathLst>
              </a:custGeom>
              <a:solidFill>
                <a:schemeClr val="tx1"/>
              </a:solidFill>
              <a:ln w="9525">
                <a:solidFill>
                  <a:schemeClr val="tx1"/>
                </a:solidFill>
                <a:round/>
                <a:headEnd/>
                <a:tailEnd/>
              </a:ln>
            </p:spPr>
            <p:txBody>
              <a:bodyPr/>
              <a:lstStyle/>
              <a:p>
                <a:endParaRPr lang="en-US"/>
              </a:p>
            </p:txBody>
          </p:sp>
          <p:sp>
            <p:nvSpPr>
              <p:cNvPr id="52664" name="Line 2594"/>
              <p:cNvSpPr>
                <a:spLocks noChangeShapeType="1"/>
              </p:cNvSpPr>
              <p:nvPr/>
            </p:nvSpPr>
            <p:spPr bwMode="auto">
              <a:xfrm>
                <a:off x="1481" y="1789"/>
                <a:ext cx="55" cy="6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665" name="Line 2595"/>
              <p:cNvSpPr>
                <a:spLocks noChangeShapeType="1"/>
              </p:cNvSpPr>
              <p:nvPr/>
            </p:nvSpPr>
            <p:spPr bwMode="auto">
              <a:xfrm>
                <a:off x="1552" y="1876"/>
                <a:ext cx="56" cy="6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666" name="Line 2596"/>
              <p:cNvSpPr>
                <a:spLocks noChangeShapeType="1"/>
              </p:cNvSpPr>
              <p:nvPr/>
            </p:nvSpPr>
            <p:spPr bwMode="auto">
              <a:xfrm>
                <a:off x="1624" y="1964"/>
                <a:ext cx="56" cy="6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667" name="Line 2597"/>
              <p:cNvSpPr>
                <a:spLocks noChangeShapeType="1"/>
              </p:cNvSpPr>
              <p:nvPr/>
            </p:nvSpPr>
            <p:spPr bwMode="auto">
              <a:xfrm>
                <a:off x="1696" y="2044"/>
                <a:ext cx="56" cy="7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668" name="Line 2598"/>
              <p:cNvSpPr>
                <a:spLocks noChangeShapeType="1"/>
              </p:cNvSpPr>
              <p:nvPr/>
            </p:nvSpPr>
            <p:spPr bwMode="auto">
              <a:xfrm>
                <a:off x="1768" y="2132"/>
                <a:ext cx="56" cy="7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669" name="Line 2599"/>
              <p:cNvSpPr>
                <a:spLocks noChangeShapeType="1"/>
              </p:cNvSpPr>
              <p:nvPr/>
            </p:nvSpPr>
            <p:spPr bwMode="auto">
              <a:xfrm>
                <a:off x="1840" y="2219"/>
                <a:ext cx="24" cy="3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2409" name="Group 2600"/>
            <p:cNvGrpSpPr>
              <a:grpSpLocks/>
            </p:cNvGrpSpPr>
            <p:nvPr/>
          </p:nvGrpSpPr>
          <p:grpSpPr bwMode="auto">
            <a:xfrm>
              <a:off x="1489" y="2084"/>
              <a:ext cx="439" cy="574"/>
              <a:chOff x="1489" y="2084"/>
              <a:chExt cx="439" cy="574"/>
            </a:xfrm>
          </p:grpSpPr>
          <p:sp>
            <p:nvSpPr>
              <p:cNvPr id="52656" name="Freeform 2601"/>
              <p:cNvSpPr>
                <a:spLocks/>
              </p:cNvSpPr>
              <p:nvPr/>
            </p:nvSpPr>
            <p:spPr bwMode="auto">
              <a:xfrm>
                <a:off x="1840" y="2554"/>
                <a:ext cx="88" cy="104"/>
              </a:xfrm>
              <a:custGeom>
                <a:avLst/>
                <a:gdLst>
                  <a:gd name="T0" fmla="*/ 88 w 88"/>
                  <a:gd name="T1" fmla="*/ 104 h 104"/>
                  <a:gd name="T2" fmla="*/ 0 w 88"/>
                  <a:gd name="T3" fmla="*/ 32 h 104"/>
                  <a:gd name="T4" fmla="*/ 16 w 88"/>
                  <a:gd name="T5" fmla="*/ 16 h 104"/>
                  <a:gd name="T6" fmla="*/ 40 w 88"/>
                  <a:gd name="T7" fmla="*/ 0 h 104"/>
                  <a:gd name="T8" fmla="*/ 88 w 88"/>
                  <a:gd name="T9" fmla="*/ 104 h 10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8" h="104">
                    <a:moveTo>
                      <a:pt x="88" y="104"/>
                    </a:moveTo>
                    <a:lnTo>
                      <a:pt x="0" y="32"/>
                    </a:lnTo>
                    <a:lnTo>
                      <a:pt x="16" y="16"/>
                    </a:lnTo>
                    <a:lnTo>
                      <a:pt x="40" y="0"/>
                    </a:lnTo>
                    <a:lnTo>
                      <a:pt x="88" y="104"/>
                    </a:lnTo>
                    <a:close/>
                  </a:path>
                </a:pathLst>
              </a:custGeom>
              <a:solidFill>
                <a:schemeClr val="tx1"/>
              </a:solidFill>
              <a:ln w="9525">
                <a:solidFill>
                  <a:schemeClr val="tx1"/>
                </a:solidFill>
                <a:round/>
                <a:headEnd/>
                <a:tailEnd/>
              </a:ln>
            </p:spPr>
            <p:txBody>
              <a:bodyPr/>
              <a:lstStyle/>
              <a:p>
                <a:endParaRPr lang="en-US"/>
              </a:p>
            </p:txBody>
          </p:sp>
          <p:sp>
            <p:nvSpPr>
              <p:cNvPr id="52657" name="Line 2602"/>
              <p:cNvSpPr>
                <a:spLocks noChangeShapeType="1"/>
              </p:cNvSpPr>
              <p:nvPr/>
            </p:nvSpPr>
            <p:spPr bwMode="auto">
              <a:xfrm>
                <a:off x="1489" y="2084"/>
                <a:ext cx="55"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658" name="Line 2603"/>
              <p:cNvSpPr>
                <a:spLocks noChangeShapeType="1"/>
              </p:cNvSpPr>
              <p:nvPr/>
            </p:nvSpPr>
            <p:spPr bwMode="auto">
              <a:xfrm>
                <a:off x="1553" y="2172"/>
                <a:ext cx="55"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659" name="Line 2604"/>
              <p:cNvSpPr>
                <a:spLocks noChangeShapeType="1"/>
              </p:cNvSpPr>
              <p:nvPr/>
            </p:nvSpPr>
            <p:spPr bwMode="auto">
              <a:xfrm>
                <a:off x="1624" y="2259"/>
                <a:ext cx="56" cy="7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660" name="Line 2605"/>
              <p:cNvSpPr>
                <a:spLocks noChangeShapeType="1"/>
              </p:cNvSpPr>
              <p:nvPr/>
            </p:nvSpPr>
            <p:spPr bwMode="auto">
              <a:xfrm>
                <a:off x="1688" y="2347"/>
                <a:ext cx="56" cy="7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661" name="Line 2606"/>
              <p:cNvSpPr>
                <a:spLocks noChangeShapeType="1"/>
              </p:cNvSpPr>
              <p:nvPr/>
            </p:nvSpPr>
            <p:spPr bwMode="auto">
              <a:xfrm>
                <a:off x="1760" y="2443"/>
                <a:ext cx="56" cy="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662" name="Line 2607"/>
              <p:cNvSpPr>
                <a:spLocks noChangeShapeType="1"/>
              </p:cNvSpPr>
              <p:nvPr/>
            </p:nvSpPr>
            <p:spPr bwMode="auto">
              <a:xfrm>
                <a:off x="1824" y="2531"/>
                <a:ext cx="32" cy="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2410" name="Group 2608"/>
            <p:cNvGrpSpPr>
              <a:grpSpLocks/>
            </p:cNvGrpSpPr>
            <p:nvPr/>
          </p:nvGrpSpPr>
          <p:grpSpPr bwMode="auto">
            <a:xfrm>
              <a:off x="1481" y="2084"/>
              <a:ext cx="447" cy="574"/>
              <a:chOff x="1481" y="2084"/>
              <a:chExt cx="447" cy="574"/>
            </a:xfrm>
          </p:grpSpPr>
          <p:sp>
            <p:nvSpPr>
              <p:cNvPr id="52649" name="Freeform 2609"/>
              <p:cNvSpPr>
                <a:spLocks/>
              </p:cNvSpPr>
              <p:nvPr/>
            </p:nvSpPr>
            <p:spPr bwMode="auto">
              <a:xfrm>
                <a:off x="1840" y="2084"/>
                <a:ext cx="88" cy="104"/>
              </a:xfrm>
              <a:custGeom>
                <a:avLst/>
                <a:gdLst>
                  <a:gd name="T0" fmla="*/ 88 w 88"/>
                  <a:gd name="T1" fmla="*/ 0 h 104"/>
                  <a:gd name="T2" fmla="*/ 40 w 88"/>
                  <a:gd name="T3" fmla="*/ 104 h 104"/>
                  <a:gd name="T4" fmla="*/ 16 w 88"/>
                  <a:gd name="T5" fmla="*/ 88 h 104"/>
                  <a:gd name="T6" fmla="*/ 0 w 88"/>
                  <a:gd name="T7" fmla="*/ 72 h 104"/>
                  <a:gd name="T8" fmla="*/ 88 w 88"/>
                  <a:gd name="T9" fmla="*/ 0 h 10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8" h="104">
                    <a:moveTo>
                      <a:pt x="88" y="0"/>
                    </a:moveTo>
                    <a:lnTo>
                      <a:pt x="40" y="104"/>
                    </a:lnTo>
                    <a:lnTo>
                      <a:pt x="16" y="88"/>
                    </a:lnTo>
                    <a:lnTo>
                      <a:pt x="0" y="72"/>
                    </a:lnTo>
                    <a:lnTo>
                      <a:pt x="88" y="0"/>
                    </a:lnTo>
                    <a:close/>
                  </a:path>
                </a:pathLst>
              </a:custGeom>
              <a:solidFill>
                <a:schemeClr val="tx1"/>
              </a:solidFill>
              <a:ln w="9525">
                <a:solidFill>
                  <a:schemeClr val="tx1"/>
                </a:solidFill>
                <a:round/>
                <a:headEnd/>
                <a:tailEnd/>
              </a:ln>
            </p:spPr>
            <p:txBody>
              <a:bodyPr/>
              <a:lstStyle/>
              <a:p>
                <a:endParaRPr lang="en-US"/>
              </a:p>
            </p:txBody>
          </p:sp>
          <p:sp>
            <p:nvSpPr>
              <p:cNvPr id="52650" name="Line 2610"/>
              <p:cNvSpPr>
                <a:spLocks noChangeShapeType="1"/>
              </p:cNvSpPr>
              <p:nvPr/>
            </p:nvSpPr>
            <p:spPr bwMode="auto">
              <a:xfrm flipV="1">
                <a:off x="1481" y="2588"/>
                <a:ext cx="55"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651" name="Line 2611"/>
              <p:cNvSpPr>
                <a:spLocks noChangeShapeType="1"/>
              </p:cNvSpPr>
              <p:nvPr/>
            </p:nvSpPr>
            <p:spPr bwMode="auto">
              <a:xfrm flipV="1">
                <a:off x="1553" y="2500"/>
                <a:ext cx="47"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652" name="Line 2612"/>
              <p:cNvSpPr>
                <a:spLocks noChangeShapeType="1"/>
              </p:cNvSpPr>
              <p:nvPr/>
            </p:nvSpPr>
            <p:spPr bwMode="auto">
              <a:xfrm flipV="1">
                <a:off x="1616" y="2412"/>
                <a:ext cx="56" cy="7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653" name="Line 2613"/>
              <p:cNvSpPr>
                <a:spLocks noChangeShapeType="1"/>
              </p:cNvSpPr>
              <p:nvPr/>
            </p:nvSpPr>
            <p:spPr bwMode="auto">
              <a:xfrm flipV="1">
                <a:off x="1688" y="2323"/>
                <a:ext cx="56" cy="7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654" name="Line 2614"/>
              <p:cNvSpPr>
                <a:spLocks noChangeShapeType="1"/>
              </p:cNvSpPr>
              <p:nvPr/>
            </p:nvSpPr>
            <p:spPr bwMode="auto">
              <a:xfrm flipV="1">
                <a:off x="1752" y="2236"/>
                <a:ext cx="56" cy="7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655" name="Line 2615"/>
              <p:cNvSpPr>
                <a:spLocks noChangeShapeType="1"/>
              </p:cNvSpPr>
              <p:nvPr/>
            </p:nvSpPr>
            <p:spPr bwMode="auto">
              <a:xfrm flipV="1">
                <a:off x="1824" y="2172"/>
                <a:ext cx="32"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2411" name="Group 2616"/>
            <p:cNvGrpSpPr>
              <a:grpSpLocks/>
            </p:cNvGrpSpPr>
            <p:nvPr/>
          </p:nvGrpSpPr>
          <p:grpSpPr bwMode="auto">
            <a:xfrm>
              <a:off x="1944" y="2076"/>
              <a:ext cx="447" cy="263"/>
              <a:chOff x="1944" y="2076"/>
              <a:chExt cx="447" cy="263"/>
            </a:xfrm>
          </p:grpSpPr>
          <p:sp>
            <p:nvSpPr>
              <p:cNvPr id="52644" name="Freeform 2617"/>
              <p:cNvSpPr>
                <a:spLocks/>
              </p:cNvSpPr>
              <p:nvPr/>
            </p:nvSpPr>
            <p:spPr bwMode="auto">
              <a:xfrm>
                <a:off x="2279" y="2076"/>
                <a:ext cx="112" cy="80"/>
              </a:xfrm>
              <a:custGeom>
                <a:avLst/>
                <a:gdLst>
                  <a:gd name="T0" fmla="*/ 112 w 112"/>
                  <a:gd name="T1" fmla="*/ 0 h 80"/>
                  <a:gd name="T2" fmla="*/ 32 w 112"/>
                  <a:gd name="T3" fmla="*/ 80 h 80"/>
                  <a:gd name="T4" fmla="*/ 16 w 112"/>
                  <a:gd name="T5" fmla="*/ 56 h 80"/>
                  <a:gd name="T6" fmla="*/ 0 w 112"/>
                  <a:gd name="T7" fmla="*/ 32 h 80"/>
                  <a:gd name="T8" fmla="*/ 112 w 112"/>
                  <a:gd name="T9" fmla="*/ 0 h 8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0">
                    <a:moveTo>
                      <a:pt x="112" y="0"/>
                    </a:moveTo>
                    <a:lnTo>
                      <a:pt x="32" y="80"/>
                    </a:lnTo>
                    <a:lnTo>
                      <a:pt x="16" y="56"/>
                    </a:lnTo>
                    <a:lnTo>
                      <a:pt x="0" y="32"/>
                    </a:lnTo>
                    <a:lnTo>
                      <a:pt x="112" y="0"/>
                    </a:lnTo>
                    <a:close/>
                  </a:path>
                </a:pathLst>
              </a:custGeom>
              <a:solidFill>
                <a:schemeClr val="tx1"/>
              </a:solidFill>
              <a:ln w="9525">
                <a:solidFill>
                  <a:schemeClr val="tx1"/>
                </a:solidFill>
                <a:round/>
                <a:headEnd/>
                <a:tailEnd/>
              </a:ln>
            </p:spPr>
            <p:txBody>
              <a:bodyPr/>
              <a:lstStyle/>
              <a:p>
                <a:endParaRPr lang="en-US"/>
              </a:p>
            </p:txBody>
          </p:sp>
          <p:sp>
            <p:nvSpPr>
              <p:cNvPr id="52645" name="Line 2618"/>
              <p:cNvSpPr>
                <a:spLocks noChangeShapeType="1"/>
              </p:cNvSpPr>
              <p:nvPr/>
            </p:nvSpPr>
            <p:spPr bwMode="auto">
              <a:xfrm flipV="1">
                <a:off x="1944" y="2292"/>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646" name="Line 2619"/>
              <p:cNvSpPr>
                <a:spLocks noChangeShapeType="1"/>
              </p:cNvSpPr>
              <p:nvPr/>
            </p:nvSpPr>
            <p:spPr bwMode="auto">
              <a:xfrm flipV="1">
                <a:off x="2040" y="2236"/>
                <a:ext cx="79"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647" name="Line 2620"/>
              <p:cNvSpPr>
                <a:spLocks noChangeShapeType="1"/>
              </p:cNvSpPr>
              <p:nvPr/>
            </p:nvSpPr>
            <p:spPr bwMode="auto">
              <a:xfrm flipV="1">
                <a:off x="2136" y="2180"/>
                <a:ext cx="79"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648" name="Line 2621"/>
              <p:cNvSpPr>
                <a:spLocks noChangeShapeType="1"/>
              </p:cNvSpPr>
              <p:nvPr/>
            </p:nvSpPr>
            <p:spPr bwMode="auto">
              <a:xfrm flipV="1">
                <a:off x="2231" y="2133"/>
                <a:ext cx="64" cy="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2412" name="Group 2622"/>
            <p:cNvGrpSpPr>
              <a:grpSpLocks/>
            </p:cNvGrpSpPr>
            <p:nvPr/>
          </p:nvGrpSpPr>
          <p:grpSpPr bwMode="auto">
            <a:xfrm>
              <a:off x="1944" y="1781"/>
              <a:ext cx="431" cy="263"/>
              <a:chOff x="1944" y="1781"/>
              <a:chExt cx="431" cy="263"/>
            </a:xfrm>
          </p:grpSpPr>
          <p:sp>
            <p:nvSpPr>
              <p:cNvPr id="52639" name="Freeform 2623"/>
              <p:cNvSpPr>
                <a:spLocks/>
              </p:cNvSpPr>
              <p:nvPr/>
            </p:nvSpPr>
            <p:spPr bwMode="auto">
              <a:xfrm>
                <a:off x="2263" y="1781"/>
                <a:ext cx="112" cy="80"/>
              </a:xfrm>
              <a:custGeom>
                <a:avLst/>
                <a:gdLst>
                  <a:gd name="T0" fmla="*/ 112 w 112"/>
                  <a:gd name="T1" fmla="*/ 0 h 80"/>
                  <a:gd name="T2" fmla="*/ 32 w 112"/>
                  <a:gd name="T3" fmla="*/ 80 h 80"/>
                  <a:gd name="T4" fmla="*/ 16 w 112"/>
                  <a:gd name="T5" fmla="*/ 56 h 80"/>
                  <a:gd name="T6" fmla="*/ 0 w 112"/>
                  <a:gd name="T7" fmla="*/ 32 h 80"/>
                  <a:gd name="T8" fmla="*/ 112 w 112"/>
                  <a:gd name="T9" fmla="*/ 0 h 8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0">
                    <a:moveTo>
                      <a:pt x="112" y="0"/>
                    </a:moveTo>
                    <a:lnTo>
                      <a:pt x="32" y="80"/>
                    </a:lnTo>
                    <a:lnTo>
                      <a:pt x="16" y="56"/>
                    </a:lnTo>
                    <a:lnTo>
                      <a:pt x="0" y="32"/>
                    </a:lnTo>
                    <a:lnTo>
                      <a:pt x="112" y="0"/>
                    </a:lnTo>
                    <a:close/>
                  </a:path>
                </a:pathLst>
              </a:custGeom>
              <a:solidFill>
                <a:schemeClr val="tx1"/>
              </a:solidFill>
              <a:ln w="9525">
                <a:solidFill>
                  <a:schemeClr val="tx1"/>
                </a:solidFill>
                <a:round/>
                <a:headEnd/>
                <a:tailEnd/>
              </a:ln>
            </p:spPr>
            <p:txBody>
              <a:bodyPr/>
              <a:lstStyle/>
              <a:p>
                <a:endParaRPr lang="en-US"/>
              </a:p>
            </p:txBody>
          </p:sp>
          <p:sp>
            <p:nvSpPr>
              <p:cNvPr id="52640" name="Line 2624"/>
              <p:cNvSpPr>
                <a:spLocks noChangeShapeType="1"/>
              </p:cNvSpPr>
              <p:nvPr/>
            </p:nvSpPr>
            <p:spPr bwMode="auto">
              <a:xfrm flipV="1">
                <a:off x="1944" y="1997"/>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641" name="Line 2625"/>
              <p:cNvSpPr>
                <a:spLocks noChangeShapeType="1"/>
              </p:cNvSpPr>
              <p:nvPr/>
            </p:nvSpPr>
            <p:spPr bwMode="auto">
              <a:xfrm flipV="1">
                <a:off x="2040" y="1941"/>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642" name="Line 2626"/>
              <p:cNvSpPr>
                <a:spLocks noChangeShapeType="1"/>
              </p:cNvSpPr>
              <p:nvPr/>
            </p:nvSpPr>
            <p:spPr bwMode="auto">
              <a:xfrm flipV="1">
                <a:off x="2136" y="1885"/>
                <a:ext cx="71" cy="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643" name="Line 2627"/>
              <p:cNvSpPr>
                <a:spLocks noChangeShapeType="1"/>
              </p:cNvSpPr>
              <p:nvPr/>
            </p:nvSpPr>
            <p:spPr bwMode="auto">
              <a:xfrm flipV="1">
                <a:off x="2232" y="1837"/>
                <a:ext cx="47" cy="3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2413" name="Group 2628"/>
            <p:cNvGrpSpPr>
              <a:grpSpLocks/>
            </p:cNvGrpSpPr>
            <p:nvPr/>
          </p:nvGrpSpPr>
          <p:grpSpPr bwMode="auto">
            <a:xfrm>
              <a:off x="2415" y="1781"/>
              <a:ext cx="423" cy="271"/>
              <a:chOff x="2415" y="1781"/>
              <a:chExt cx="423" cy="271"/>
            </a:xfrm>
          </p:grpSpPr>
          <p:sp>
            <p:nvSpPr>
              <p:cNvPr id="52634" name="Freeform 2629"/>
              <p:cNvSpPr>
                <a:spLocks/>
              </p:cNvSpPr>
              <p:nvPr/>
            </p:nvSpPr>
            <p:spPr bwMode="auto">
              <a:xfrm>
                <a:off x="2726" y="1781"/>
                <a:ext cx="112" cy="87"/>
              </a:xfrm>
              <a:custGeom>
                <a:avLst/>
                <a:gdLst>
                  <a:gd name="T0" fmla="*/ 112 w 112"/>
                  <a:gd name="T1" fmla="*/ 0 h 87"/>
                  <a:gd name="T2" fmla="*/ 32 w 112"/>
                  <a:gd name="T3" fmla="*/ 87 h 87"/>
                  <a:gd name="T4" fmla="*/ 16 w 112"/>
                  <a:gd name="T5" fmla="*/ 64 h 87"/>
                  <a:gd name="T6" fmla="*/ 0 w 112"/>
                  <a:gd name="T7" fmla="*/ 40 h 87"/>
                  <a:gd name="T8" fmla="*/ 112 w 112"/>
                  <a:gd name="T9" fmla="*/ 0 h 8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7">
                    <a:moveTo>
                      <a:pt x="112" y="0"/>
                    </a:moveTo>
                    <a:lnTo>
                      <a:pt x="32" y="87"/>
                    </a:lnTo>
                    <a:lnTo>
                      <a:pt x="16" y="64"/>
                    </a:lnTo>
                    <a:lnTo>
                      <a:pt x="0" y="40"/>
                    </a:lnTo>
                    <a:lnTo>
                      <a:pt x="112" y="0"/>
                    </a:lnTo>
                    <a:close/>
                  </a:path>
                </a:pathLst>
              </a:custGeom>
              <a:solidFill>
                <a:schemeClr val="tx1"/>
              </a:solidFill>
              <a:ln w="9525">
                <a:solidFill>
                  <a:schemeClr val="tx1"/>
                </a:solidFill>
                <a:round/>
                <a:headEnd/>
                <a:tailEnd/>
              </a:ln>
            </p:spPr>
            <p:txBody>
              <a:bodyPr/>
              <a:lstStyle/>
              <a:p>
                <a:endParaRPr lang="en-US"/>
              </a:p>
            </p:txBody>
          </p:sp>
          <p:sp>
            <p:nvSpPr>
              <p:cNvPr id="52635" name="Line 2630"/>
              <p:cNvSpPr>
                <a:spLocks noChangeShapeType="1"/>
              </p:cNvSpPr>
              <p:nvPr/>
            </p:nvSpPr>
            <p:spPr bwMode="auto">
              <a:xfrm flipV="1">
                <a:off x="2415" y="2004"/>
                <a:ext cx="72" cy="4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636" name="Line 2631"/>
              <p:cNvSpPr>
                <a:spLocks noChangeShapeType="1"/>
              </p:cNvSpPr>
              <p:nvPr/>
            </p:nvSpPr>
            <p:spPr bwMode="auto">
              <a:xfrm flipV="1">
                <a:off x="2511" y="1949"/>
                <a:ext cx="71" cy="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637" name="Line 2632"/>
              <p:cNvSpPr>
                <a:spLocks noChangeShapeType="1"/>
              </p:cNvSpPr>
              <p:nvPr/>
            </p:nvSpPr>
            <p:spPr bwMode="auto">
              <a:xfrm flipV="1">
                <a:off x="2607" y="1885"/>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638" name="Line 2633"/>
              <p:cNvSpPr>
                <a:spLocks noChangeShapeType="1"/>
              </p:cNvSpPr>
              <p:nvPr/>
            </p:nvSpPr>
            <p:spPr bwMode="auto">
              <a:xfrm flipV="1">
                <a:off x="2696" y="1846"/>
                <a:ext cx="46" cy="2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2414" name="Group 2634"/>
            <p:cNvGrpSpPr>
              <a:grpSpLocks/>
            </p:cNvGrpSpPr>
            <p:nvPr/>
          </p:nvGrpSpPr>
          <p:grpSpPr bwMode="auto">
            <a:xfrm>
              <a:off x="2886" y="1773"/>
              <a:ext cx="415" cy="271"/>
              <a:chOff x="2886" y="1773"/>
              <a:chExt cx="415" cy="271"/>
            </a:xfrm>
          </p:grpSpPr>
          <p:sp>
            <p:nvSpPr>
              <p:cNvPr id="52629" name="Freeform 2635"/>
              <p:cNvSpPr>
                <a:spLocks/>
              </p:cNvSpPr>
              <p:nvPr/>
            </p:nvSpPr>
            <p:spPr bwMode="auto">
              <a:xfrm>
                <a:off x="3189" y="1773"/>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0"/>
                    </a:moveTo>
                    <a:lnTo>
                      <a:pt x="32" y="88"/>
                    </a:lnTo>
                    <a:lnTo>
                      <a:pt x="16" y="64"/>
                    </a:lnTo>
                    <a:lnTo>
                      <a:pt x="0" y="40"/>
                    </a:lnTo>
                    <a:lnTo>
                      <a:pt x="112" y="0"/>
                    </a:lnTo>
                    <a:close/>
                  </a:path>
                </a:pathLst>
              </a:custGeom>
              <a:solidFill>
                <a:schemeClr val="tx1"/>
              </a:solidFill>
              <a:ln w="9525">
                <a:solidFill>
                  <a:schemeClr val="tx1"/>
                </a:solidFill>
                <a:round/>
                <a:headEnd/>
                <a:tailEnd/>
              </a:ln>
            </p:spPr>
            <p:txBody>
              <a:bodyPr/>
              <a:lstStyle/>
              <a:p>
                <a:endParaRPr lang="en-US"/>
              </a:p>
            </p:txBody>
          </p:sp>
          <p:sp>
            <p:nvSpPr>
              <p:cNvPr id="52630" name="Line 2636"/>
              <p:cNvSpPr>
                <a:spLocks noChangeShapeType="1"/>
              </p:cNvSpPr>
              <p:nvPr/>
            </p:nvSpPr>
            <p:spPr bwMode="auto">
              <a:xfrm flipV="1">
                <a:off x="2886" y="1996"/>
                <a:ext cx="72" cy="4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631" name="Line 2637"/>
              <p:cNvSpPr>
                <a:spLocks noChangeShapeType="1"/>
              </p:cNvSpPr>
              <p:nvPr/>
            </p:nvSpPr>
            <p:spPr bwMode="auto">
              <a:xfrm flipV="1">
                <a:off x="2982" y="1933"/>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632" name="Line 2638"/>
              <p:cNvSpPr>
                <a:spLocks noChangeShapeType="1"/>
              </p:cNvSpPr>
              <p:nvPr/>
            </p:nvSpPr>
            <p:spPr bwMode="auto">
              <a:xfrm flipV="1">
                <a:off x="3070" y="1877"/>
                <a:ext cx="79"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633" name="Line 2639"/>
              <p:cNvSpPr>
                <a:spLocks noChangeShapeType="1"/>
              </p:cNvSpPr>
              <p:nvPr/>
            </p:nvSpPr>
            <p:spPr bwMode="auto">
              <a:xfrm flipV="1">
                <a:off x="3165" y="1838"/>
                <a:ext cx="40" cy="2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2415" name="Group 2640"/>
            <p:cNvGrpSpPr>
              <a:grpSpLocks/>
            </p:cNvGrpSpPr>
            <p:nvPr/>
          </p:nvGrpSpPr>
          <p:grpSpPr bwMode="auto">
            <a:xfrm>
              <a:off x="3325" y="1773"/>
              <a:ext cx="423" cy="271"/>
              <a:chOff x="3325" y="1773"/>
              <a:chExt cx="423" cy="271"/>
            </a:xfrm>
          </p:grpSpPr>
          <p:sp>
            <p:nvSpPr>
              <p:cNvPr id="52624" name="Freeform 2641"/>
              <p:cNvSpPr>
                <a:spLocks/>
              </p:cNvSpPr>
              <p:nvPr/>
            </p:nvSpPr>
            <p:spPr bwMode="auto">
              <a:xfrm>
                <a:off x="3636" y="1773"/>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0"/>
                    </a:moveTo>
                    <a:lnTo>
                      <a:pt x="32" y="88"/>
                    </a:lnTo>
                    <a:lnTo>
                      <a:pt x="16" y="64"/>
                    </a:lnTo>
                    <a:lnTo>
                      <a:pt x="0" y="40"/>
                    </a:lnTo>
                    <a:lnTo>
                      <a:pt x="112" y="0"/>
                    </a:lnTo>
                    <a:close/>
                  </a:path>
                </a:pathLst>
              </a:custGeom>
              <a:solidFill>
                <a:schemeClr val="tx1"/>
              </a:solidFill>
              <a:ln w="9525">
                <a:solidFill>
                  <a:schemeClr val="tx1"/>
                </a:solidFill>
                <a:round/>
                <a:headEnd/>
                <a:tailEnd/>
              </a:ln>
            </p:spPr>
            <p:txBody>
              <a:bodyPr/>
              <a:lstStyle/>
              <a:p>
                <a:endParaRPr lang="en-US"/>
              </a:p>
            </p:txBody>
          </p:sp>
          <p:sp>
            <p:nvSpPr>
              <p:cNvPr id="52625" name="Line 2642"/>
              <p:cNvSpPr>
                <a:spLocks noChangeShapeType="1"/>
              </p:cNvSpPr>
              <p:nvPr/>
            </p:nvSpPr>
            <p:spPr bwMode="auto">
              <a:xfrm flipV="1">
                <a:off x="3325" y="1996"/>
                <a:ext cx="72" cy="4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626" name="Line 2643"/>
              <p:cNvSpPr>
                <a:spLocks noChangeShapeType="1"/>
              </p:cNvSpPr>
              <p:nvPr/>
            </p:nvSpPr>
            <p:spPr bwMode="auto">
              <a:xfrm flipV="1">
                <a:off x="3421" y="1940"/>
                <a:ext cx="72" cy="4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627" name="Line 2644"/>
              <p:cNvSpPr>
                <a:spLocks noChangeShapeType="1"/>
              </p:cNvSpPr>
              <p:nvPr/>
            </p:nvSpPr>
            <p:spPr bwMode="auto">
              <a:xfrm flipV="1">
                <a:off x="3517" y="1877"/>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628" name="Line 2645"/>
              <p:cNvSpPr>
                <a:spLocks noChangeShapeType="1"/>
              </p:cNvSpPr>
              <p:nvPr/>
            </p:nvSpPr>
            <p:spPr bwMode="auto">
              <a:xfrm flipV="1">
                <a:off x="3604" y="1838"/>
                <a:ext cx="48" cy="2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2416" name="Group 2646"/>
            <p:cNvGrpSpPr>
              <a:grpSpLocks/>
            </p:cNvGrpSpPr>
            <p:nvPr/>
          </p:nvGrpSpPr>
          <p:grpSpPr bwMode="auto">
            <a:xfrm>
              <a:off x="2878" y="2379"/>
              <a:ext cx="407" cy="287"/>
              <a:chOff x="2878" y="2379"/>
              <a:chExt cx="407" cy="287"/>
            </a:xfrm>
          </p:grpSpPr>
          <p:sp>
            <p:nvSpPr>
              <p:cNvPr id="52619" name="Freeform 2647"/>
              <p:cNvSpPr>
                <a:spLocks/>
              </p:cNvSpPr>
              <p:nvPr/>
            </p:nvSpPr>
            <p:spPr bwMode="auto">
              <a:xfrm>
                <a:off x="3173" y="2379"/>
                <a:ext cx="112" cy="88"/>
              </a:xfrm>
              <a:custGeom>
                <a:avLst/>
                <a:gdLst>
                  <a:gd name="T0" fmla="*/ 112 w 112"/>
                  <a:gd name="T1" fmla="*/ 0 h 88"/>
                  <a:gd name="T2" fmla="*/ 40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0"/>
                    </a:moveTo>
                    <a:lnTo>
                      <a:pt x="40" y="88"/>
                    </a:lnTo>
                    <a:lnTo>
                      <a:pt x="16" y="64"/>
                    </a:lnTo>
                    <a:lnTo>
                      <a:pt x="0" y="40"/>
                    </a:lnTo>
                    <a:lnTo>
                      <a:pt x="112" y="0"/>
                    </a:lnTo>
                    <a:close/>
                  </a:path>
                </a:pathLst>
              </a:custGeom>
              <a:solidFill>
                <a:schemeClr val="tx1"/>
              </a:solidFill>
              <a:ln w="9525">
                <a:solidFill>
                  <a:schemeClr val="tx1"/>
                </a:solidFill>
                <a:round/>
                <a:headEnd/>
                <a:tailEnd/>
              </a:ln>
            </p:spPr>
            <p:txBody>
              <a:bodyPr/>
              <a:lstStyle/>
              <a:p>
                <a:endParaRPr lang="en-US"/>
              </a:p>
            </p:txBody>
          </p:sp>
          <p:sp>
            <p:nvSpPr>
              <p:cNvPr id="52620" name="Line 2648"/>
              <p:cNvSpPr>
                <a:spLocks noChangeShapeType="1"/>
              </p:cNvSpPr>
              <p:nvPr/>
            </p:nvSpPr>
            <p:spPr bwMode="auto">
              <a:xfrm flipV="1">
                <a:off x="2878" y="2618"/>
                <a:ext cx="72" cy="4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621" name="Line 2649"/>
              <p:cNvSpPr>
                <a:spLocks noChangeShapeType="1"/>
              </p:cNvSpPr>
              <p:nvPr/>
            </p:nvSpPr>
            <p:spPr bwMode="auto">
              <a:xfrm flipV="1">
                <a:off x="2967" y="2556"/>
                <a:ext cx="70" cy="46"/>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622" name="Line 2650"/>
              <p:cNvSpPr>
                <a:spLocks noChangeShapeType="1"/>
              </p:cNvSpPr>
              <p:nvPr/>
            </p:nvSpPr>
            <p:spPr bwMode="auto">
              <a:xfrm flipV="1">
                <a:off x="3062" y="2491"/>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623" name="Line 2651"/>
              <p:cNvSpPr>
                <a:spLocks noChangeShapeType="1"/>
              </p:cNvSpPr>
              <p:nvPr/>
            </p:nvSpPr>
            <p:spPr bwMode="auto">
              <a:xfrm flipV="1">
                <a:off x="3149" y="2443"/>
                <a:ext cx="40" cy="3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2417" name="Group 2652"/>
            <p:cNvGrpSpPr>
              <a:grpSpLocks/>
            </p:cNvGrpSpPr>
            <p:nvPr/>
          </p:nvGrpSpPr>
          <p:grpSpPr bwMode="auto">
            <a:xfrm>
              <a:off x="2878" y="2076"/>
              <a:ext cx="415" cy="279"/>
              <a:chOff x="2878" y="2076"/>
              <a:chExt cx="415" cy="279"/>
            </a:xfrm>
          </p:grpSpPr>
          <p:sp>
            <p:nvSpPr>
              <p:cNvPr id="52614" name="Freeform 2653"/>
              <p:cNvSpPr>
                <a:spLocks/>
              </p:cNvSpPr>
              <p:nvPr/>
            </p:nvSpPr>
            <p:spPr bwMode="auto">
              <a:xfrm>
                <a:off x="3181" y="2076"/>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0"/>
                    </a:moveTo>
                    <a:lnTo>
                      <a:pt x="32" y="88"/>
                    </a:lnTo>
                    <a:lnTo>
                      <a:pt x="16" y="64"/>
                    </a:lnTo>
                    <a:lnTo>
                      <a:pt x="0" y="40"/>
                    </a:lnTo>
                    <a:lnTo>
                      <a:pt x="112" y="0"/>
                    </a:lnTo>
                    <a:close/>
                  </a:path>
                </a:pathLst>
              </a:custGeom>
              <a:solidFill>
                <a:schemeClr val="tx1"/>
              </a:solidFill>
              <a:ln w="9525">
                <a:solidFill>
                  <a:schemeClr val="tx1"/>
                </a:solidFill>
                <a:round/>
                <a:headEnd/>
                <a:tailEnd/>
              </a:ln>
            </p:spPr>
            <p:txBody>
              <a:bodyPr/>
              <a:lstStyle/>
              <a:p>
                <a:endParaRPr lang="en-US"/>
              </a:p>
            </p:txBody>
          </p:sp>
          <p:sp>
            <p:nvSpPr>
              <p:cNvPr id="52615" name="Line 2654"/>
              <p:cNvSpPr>
                <a:spLocks noChangeShapeType="1"/>
              </p:cNvSpPr>
              <p:nvPr/>
            </p:nvSpPr>
            <p:spPr bwMode="auto">
              <a:xfrm flipV="1">
                <a:off x="2878" y="2307"/>
                <a:ext cx="72" cy="4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616" name="Line 2655"/>
              <p:cNvSpPr>
                <a:spLocks noChangeShapeType="1"/>
              </p:cNvSpPr>
              <p:nvPr/>
            </p:nvSpPr>
            <p:spPr bwMode="auto">
              <a:xfrm flipV="1">
                <a:off x="2975" y="2245"/>
                <a:ext cx="70" cy="46"/>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617" name="Line 2656"/>
              <p:cNvSpPr>
                <a:spLocks noChangeShapeType="1"/>
              </p:cNvSpPr>
              <p:nvPr/>
            </p:nvSpPr>
            <p:spPr bwMode="auto">
              <a:xfrm flipV="1">
                <a:off x="3062" y="2180"/>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618" name="Line 2657"/>
              <p:cNvSpPr>
                <a:spLocks noChangeShapeType="1"/>
              </p:cNvSpPr>
              <p:nvPr/>
            </p:nvSpPr>
            <p:spPr bwMode="auto">
              <a:xfrm flipV="1">
                <a:off x="3157" y="2141"/>
                <a:ext cx="40" cy="3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2418" name="Group 2658"/>
            <p:cNvGrpSpPr>
              <a:grpSpLocks/>
            </p:cNvGrpSpPr>
            <p:nvPr/>
          </p:nvGrpSpPr>
          <p:grpSpPr bwMode="auto">
            <a:xfrm>
              <a:off x="2415" y="2068"/>
              <a:ext cx="431" cy="279"/>
              <a:chOff x="2415" y="2068"/>
              <a:chExt cx="431" cy="279"/>
            </a:xfrm>
          </p:grpSpPr>
          <p:sp>
            <p:nvSpPr>
              <p:cNvPr id="52609" name="Freeform 2659"/>
              <p:cNvSpPr>
                <a:spLocks/>
              </p:cNvSpPr>
              <p:nvPr/>
            </p:nvSpPr>
            <p:spPr bwMode="auto">
              <a:xfrm>
                <a:off x="2734" y="2068"/>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0"/>
                    </a:moveTo>
                    <a:lnTo>
                      <a:pt x="32" y="88"/>
                    </a:lnTo>
                    <a:lnTo>
                      <a:pt x="16" y="64"/>
                    </a:lnTo>
                    <a:lnTo>
                      <a:pt x="0" y="40"/>
                    </a:lnTo>
                    <a:lnTo>
                      <a:pt x="112" y="0"/>
                    </a:lnTo>
                    <a:close/>
                  </a:path>
                </a:pathLst>
              </a:custGeom>
              <a:solidFill>
                <a:schemeClr val="tx1"/>
              </a:solidFill>
              <a:ln w="9525">
                <a:solidFill>
                  <a:schemeClr val="tx1"/>
                </a:solidFill>
                <a:round/>
                <a:headEnd/>
                <a:tailEnd/>
              </a:ln>
            </p:spPr>
            <p:txBody>
              <a:bodyPr/>
              <a:lstStyle/>
              <a:p>
                <a:endParaRPr lang="en-US"/>
              </a:p>
            </p:txBody>
          </p:sp>
          <p:sp>
            <p:nvSpPr>
              <p:cNvPr id="52610" name="Line 2660"/>
              <p:cNvSpPr>
                <a:spLocks noChangeShapeType="1"/>
              </p:cNvSpPr>
              <p:nvPr/>
            </p:nvSpPr>
            <p:spPr bwMode="auto">
              <a:xfrm flipV="1">
                <a:off x="2415" y="2299"/>
                <a:ext cx="72" cy="4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611" name="Line 2661"/>
              <p:cNvSpPr>
                <a:spLocks noChangeShapeType="1"/>
              </p:cNvSpPr>
              <p:nvPr/>
            </p:nvSpPr>
            <p:spPr bwMode="auto">
              <a:xfrm flipV="1">
                <a:off x="2512" y="2237"/>
                <a:ext cx="70" cy="46"/>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612" name="Line 2662"/>
              <p:cNvSpPr>
                <a:spLocks noChangeShapeType="1"/>
              </p:cNvSpPr>
              <p:nvPr/>
            </p:nvSpPr>
            <p:spPr bwMode="auto">
              <a:xfrm flipV="1">
                <a:off x="2599" y="2180"/>
                <a:ext cx="79"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613" name="Line 2663"/>
              <p:cNvSpPr>
                <a:spLocks noChangeShapeType="1"/>
              </p:cNvSpPr>
              <p:nvPr/>
            </p:nvSpPr>
            <p:spPr bwMode="auto">
              <a:xfrm flipV="1">
                <a:off x="2694" y="2132"/>
                <a:ext cx="56" cy="3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2419" name="Group 2664"/>
            <p:cNvGrpSpPr>
              <a:grpSpLocks/>
            </p:cNvGrpSpPr>
            <p:nvPr/>
          </p:nvGrpSpPr>
          <p:grpSpPr bwMode="auto">
            <a:xfrm>
              <a:off x="2399" y="2387"/>
              <a:ext cx="439" cy="582"/>
              <a:chOff x="2399" y="2387"/>
              <a:chExt cx="439" cy="582"/>
            </a:xfrm>
          </p:grpSpPr>
          <p:sp>
            <p:nvSpPr>
              <p:cNvPr id="52602" name="Freeform 2665"/>
              <p:cNvSpPr>
                <a:spLocks/>
              </p:cNvSpPr>
              <p:nvPr/>
            </p:nvSpPr>
            <p:spPr bwMode="auto">
              <a:xfrm>
                <a:off x="2750" y="2387"/>
                <a:ext cx="88" cy="104"/>
              </a:xfrm>
              <a:custGeom>
                <a:avLst/>
                <a:gdLst>
                  <a:gd name="T0" fmla="*/ 88 w 88"/>
                  <a:gd name="T1" fmla="*/ 0 h 104"/>
                  <a:gd name="T2" fmla="*/ 40 w 88"/>
                  <a:gd name="T3" fmla="*/ 104 h 104"/>
                  <a:gd name="T4" fmla="*/ 24 w 88"/>
                  <a:gd name="T5" fmla="*/ 88 h 104"/>
                  <a:gd name="T6" fmla="*/ 0 w 88"/>
                  <a:gd name="T7" fmla="*/ 72 h 104"/>
                  <a:gd name="T8" fmla="*/ 88 w 88"/>
                  <a:gd name="T9" fmla="*/ 0 h 10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8" h="104">
                    <a:moveTo>
                      <a:pt x="88" y="0"/>
                    </a:moveTo>
                    <a:lnTo>
                      <a:pt x="40" y="104"/>
                    </a:lnTo>
                    <a:lnTo>
                      <a:pt x="24" y="88"/>
                    </a:lnTo>
                    <a:lnTo>
                      <a:pt x="0" y="72"/>
                    </a:lnTo>
                    <a:lnTo>
                      <a:pt x="88" y="0"/>
                    </a:lnTo>
                    <a:close/>
                  </a:path>
                </a:pathLst>
              </a:custGeom>
              <a:solidFill>
                <a:schemeClr val="tx1"/>
              </a:solidFill>
              <a:ln w="9525">
                <a:solidFill>
                  <a:schemeClr val="tx1"/>
                </a:solidFill>
                <a:round/>
                <a:headEnd/>
                <a:tailEnd/>
              </a:ln>
            </p:spPr>
            <p:txBody>
              <a:bodyPr/>
              <a:lstStyle/>
              <a:p>
                <a:endParaRPr lang="en-US"/>
              </a:p>
            </p:txBody>
          </p:sp>
          <p:sp>
            <p:nvSpPr>
              <p:cNvPr id="52603" name="Line 2666"/>
              <p:cNvSpPr>
                <a:spLocks noChangeShapeType="1"/>
              </p:cNvSpPr>
              <p:nvPr/>
            </p:nvSpPr>
            <p:spPr bwMode="auto">
              <a:xfrm flipV="1">
                <a:off x="2399" y="2898"/>
                <a:ext cx="56" cy="7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604" name="Line 2667"/>
              <p:cNvSpPr>
                <a:spLocks noChangeShapeType="1"/>
              </p:cNvSpPr>
              <p:nvPr/>
            </p:nvSpPr>
            <p:spPr bwMode="auto">
              <a:xfrm flipV="1">
                <a:off x="2463" y="2811"/>
                <a:ext cx="55"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605" name="Line 2668"/>
              <p:cNvSpPr>
                <a:spLocks noChangeShapeType="1"/>
              </p:cNvSpPr>
              <p:nvPr/>
            </p:nvSpPr>
            <p:spPr bwMode="auto">
              <a:xfrm flipV="1">
                <a:off x="2535" y="2724"/>
                <a:ext cx="47"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606" name="Line 2669"/>
              <p:cNvSpPr>
                <a:spLocks noChangeShapeType="1"/>
              </p:cNvSpPr>
              <p:nvPr/>
            </p:nvSpPr>
            <p:spPr bwMode="auto">
              <a:xfrm flipV="1">
                <a:off x="2598" y="2634"/>
                <a:ext cx="56" cy="6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607" name="Line 2670"/>
              <p:cNvSpPr>
                <a:spLocks noChangeShapeType="1"/>
              </p:cNvSpPr>
              <p:nvPr/>
            </p:nvSpPr>
            <p:spPr bwMode="auto">
              <a:xfrm flipV="1">
                <a:off x="2670" y="2539"/>
                <a:ext cx="48" cy="7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608" name="Line 2671"/>
              <p:cNvSpPr>
                <a:spLocks noChangeShapeType="1"/>
              </p:cNvSpPr>
              <p:nvPr/>
            </p:nvSpPr>
            <p:spPr bwMode="auto">
              <a:xfrm flipV="1">
                <a:off x="2734" y="2476"/>
                <a:ext cx="40"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2420" name="Group 2672"/>
            <p:cNvGrpSpPr>
              <a:grpSpLocks/>
            </p:cNvGrpSpPr>
            <p:nvPr/>
          </p:nvGrpSpPr>
          <p:grpSpPr bwMode="auto">
            <a:xfrm>
              <a:off x="1498" y="3296"/>
              <a:ext cx="406" cy="287"/>
              <a:chOff x="1498" y="3296"/>
              <a:chExt cx="406" cy="287"/>
            </a:xfrm>
          </p:grpSpPr>
          <p:sp>
            <p:nvSpPr>
              <p:cNvPr id="52597" name="Freeform 2673"/>
              <p:cNvSpPr>
                <a:spLocks/>
              </p:cNvSpPr>
              <p:nvPr/>
            </p:nvSpPr>
            <p:spPr bwMode="auto">
              <a:xfrm>
                <a:off x="1792" y="3296"/>
                <a:ext cx="112" cy="88"/>
              </a:xfrm>
              <a:custGeom>
                <a:avLst/>
                <a:gdLst>
                  <a:gd name="T0" fmla="*/ 112 w 112"/>
                  <a:gd name="T1" fmla="*/ 0 h 88"/>
                  <a:gd name="T2" fmla="*/ 40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0"/>
                    </a:moveTo>
                    <a:lnTo>
                      <a:pt x="40" y="88"/>
                    </a:lnTo>
                    <a:lnTo>
                      <a:pt x="16" y="64"/>
                    </a:lnTo>
                    <a:lnTo>
                      <a:pt x="0" y="40"/>
                    </a:lnTo>
                    <a:lnTo>
                      <a:pt x="112" y="0"/>
                    </a:lnTo>
                    <a:close/>
                  </a:path>
                </a:pathLst>
              </a:custGeom>
              <a:solidFill>
                <a:schemeClr val="tx1"/>
              </a:solidFill>
              <a:ln w="9525">
                <a:solidFill>
                  <a:schemeClr val="tx1"/>
                </a:solidFill>
                <a:round/>
                <a:headEnd/>
                <a:tailEnd/>
              </a:ln>
            </p:spPr>
            <p:txBody>
              <a:bodyPr/>
              <a:lstStyle/>
              <a:p>
                <a:endParaRPr lang="en-US"/>
              </a:p>
            </p:txBody>
          </p:sp>
          <p:sp>
            <p:nvSpPr>
              <p:cNvPr id="52598" name="Line 2674"/>
              <p:cNvSpPr>
                <a:spLocks noChangeShapeType="1"/>
              </p:cNvSpPr>
              <p:nvPr/>
            </p:nvSpPr>
            <p:spPr bwMode="auto">
              <a:xfrm flipV="1">
                <a:off x="1498" y="3537"/>
                <a:ext cx="70" cy="46"/>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599" name="Line 2675"/>
              <p:cNvSpPr>
                <a:spLocks noChangeShapeType="1"/>
              </p:cNvSpPr>
              <p:nvPr/>
            </p:nvSpPr>
            <p:spPr bwMode="auto">
              <a:xfrm flipV="1">
                <a:off x="1584" y="3473"/>
                <a:ext cx="72"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600" name="Line 2676"/>
              <p:cNvSpPr>
                <a:spLocks noChangeShapeType="1"/>
              </p:cNvSpPr>
              <p:nvPr/>
            </p:nvSpPr>
            <p:spPr bwMode="auto">
              <a:xfrm flipV="1">
                <a:off x="1680" y="3408"/>
                <a:ext cx="72" cy="4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601" name="Line 2677"/>
              <p:cNvSpPr>
                <a:spLocks noChangeShapeType="1"/>
              </p:cNvSpPr>
              <p:nvPr/>
            </p:nvSpPr>
            <p:spPr bwMode="auto">
              <a:xfrm flipV="1">
                <a:off x="1768" y="3360"/>
                <a:ext cx="40" cy="3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2421" name="Group 2678"/>
            <p:cNvGrpSpPr>
              <a:grpSpLocks/>
            </p:cNvGrpSpPr>
            <p:nvPr/>
          </p:nvGrpSpPr>
          <p:grpSpPr bwMode="auto">
            <a:xfrm>
              <a:off x="1489" y="2690"/>
              <a:ext cx="423" cy="279"/>
              <a:chOff x="1489" y="2690"/>
              <a:chExt cx="423" cy="279"/>
            </a:xfrm>
          </p:grpSpPr>
          <p:sp>
            <p:nvSpPr>
              <p:cNvPr id="52592" name="Freeform 2679"/>
              <p:cNvSpPr>
                <a:spLocks/>
              </p:cNvSpPr>
              <p:nvPr/>
            </p:nvSpPr>
            <p:spPr bwMode="auto">
              <a:xfrm>
                <a:off x="1800" y="2690"/>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0"/>
                    </a:moveTo>
                    <a:lnTo>
                      <a:pt x="32" y="88"/>
                    </a:lnTo>
                    <a:lnTo>
                      <a:pt x="16" y="64"/>
                    </a:lnTo>
                    <a:lnTo>
                      <a:pt x="0" y="40"/>
                    </a:lnTo>
                    <a:lnTo>
                      <a:pt x="112" y="0"/>
                    </a:lnTo>
                    <a:close/>
                  </a:path>
                </a:pathLst>
              </a:custGeom>
              <a:solidFill>
                <a:schemeClr val="tx1"/>
              </a:solidFill>
              <a:ln w="9525">
                <a:solidFill>
                  <a:schemeClr val="tx1"/>
                </a:solidFill>
                <a:round/>
                <a:headEnd/>
                <a:tailEnd/>
              </a:ln>
            </p:spPr>
            <p:txBody>
              <a:bodyPr/>
              <a:lstStyle/>
              <a:p>
                <a:endParaRPr lang="en-US"/>
              </a:p>
            </p:txBody>
          </p:sp>
          <p:sp>
            <p:nvSpPr>
              <p:cNvPr id="52593" name="Line 2680"/>
              <p:cNvSpPr>
                <a:spLocks noChangeShapeType="1"/>
              </p:cNvSpPr>
              <p:nvPr/>
            </p:nvSpPr>
            <p:spPr bwMode="auto">
              <a:xfrm flipV="1">
                <a:off x="1489" y="2922"/>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594" name="Line 2681"/>
              <p:cNvSpPr>
                <a:spLocks noChangeShapeType="1"/>
              </p:cNvSpPr>
              <p:nvPr/>
            </p:nvSpPr>
            <p:spPr bwMode="auto">
              <a:xfrm flipV="1">
                <a:off x="1585" y="2858"/>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595" name="Line 2682"/>
              <p:cNvSpPr>
                <a:spLocks noChangeShapeType="1"/>
              </p:cNvSpPr>
              <p:nvPr/>
            </p:nvSpPr>
            <p:spPr bwMode="auto">
              <a:xfrm flipV="1">
                <a:off x="1672" y="2803"/>
                <a:ext cx="80"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596" name="Line 2683"/>
              <p:cNvSpPr>
                <a:spLocks noChangeShapeType="1"/>
              </p:cNvSpPr>
              <p:nvPr/>
            </p:nvSpPr>
            <p:spPr bwMode="auto">
              <a:xfrm flipV="1">
                <a:off x="1768" y="2754"/>
                <a:ext cx="48" cy="3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2422" name="Group 2684"/>
            <p:cNvGrpSpPr>
              <a:grpSpLocks/>
            </p:cNvGrpSpPr>
            <p:nvPr/>
          </p:nvGrpSpPr>
          <p:grpSpPr bwMode="auto">
            <a:xfrm>
              <a:off x="1490" y="2993"/>
              <a:ext cx="414" cy="271"/>
              <a:chOff x="1490" y="2993"/>
              <a:chExt cx="414" cy="271"/>
            </a:xfrm>
          </p:grpSpPr>
          <p:sp>
            <p:nvSpPr>
              <p:cNvPr id="52587" name="Freeform 2685"/>
              <p:cNvSpPr>
                <a:spLocks/>
              </p:cNvSpPr>
              <p:nvPr/>
            </p:nvSpPr>
            <p:spPr bwMode="auto">
              <a:xfrm>
                <a:off x="1792" y="2993"/>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0"/>
                    </a:moveTo>
                    <a:lnTo>
                      <a:pt x="32" y="88"/>
                    </a:lnTo>
                    <a:lnTo>
                      <a:pt x="16" y="64"/>
                    </a:lnTo>
                    <a:lnTo>
                      <a:pt x="0" y="40"/>
                    </a:lnTo>
                    <a:lnTo>
                      <a:pt x="112" y="0"/>
                    </a:lnTo>
                    <a:close/>
                  </a:path>
                </a:pathLst>
              </a:custGeom>
              <a:solidFill>
                <a:schemeClr val="tx1"/>
              </a:solidFill>
              <a:ln w="9525">
                <a:solidFill>
                  <a:schemeClr val="tx1"/>
                </a:solidFill>
                <a:round/>
                <a:headEnd/>
                <a:tailEnd/>
              </a:ln>
            </p:spPr>
            <p:txBody>
              <a:bodyPr/>
              <a:lstStyle/>
              <a:p>
                <a:endParaRPr lang="en-US"/>
              </a:p>
            </p:txBody>
          </p:sp>
          <p:sp>
            <p:nvSpPr>
              <p:cNvPr id="52588" name="Line 2686"/>
              <p:cNvSpPr>
                <a:spLocks noChangeShapeType="1"/>
              </p:cNvSpPr>
              <p:nvPr/>
            </p:nvSpPr>
            <p:spPr bwMode="auto">
              <a:xfrm flipV="1">
                <a:off x="1490" y="3218"/>
                <a:ext cx="70" cy="46"/>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589" name="Line 2687"/>
              <p:cNvSpPr>
                <a:spLocks noChangeShapeType="1"/>
              </p:cNvSpPr>
              <p:nvPr/>
            </p:nvSpPr>
            <p:spPr bwMode="auto">
              <a:xfrm flipV="1">
                <a:off x="1584" y="3154"/>
                <a:ext cx="72"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590" name="Line 2688"/>
              <p:cNvSpPr>
                <a:spLocks noChangeShapeType="1"/>
              </p:cNvSpPr>
              <p:nvPr/>
            </p:nvSpPr>
            <p:spPr bwMode="auto">
              <a:xfrm flipV="1">
                <a:off x="1672" y="3097"/>
                <a:ext cx="80" cy="4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591" name="Line 2689"/>
              <p:cNvSpPr>
                <a:spLocks noChangeShapeType="1"/>
              </p:cNvSpPr>
              <p:nvPr/>
            </p:nvSpPr>
            <p:spPr bwMode="auto">
              <a:xfrm flipV="1">
                <a:off x="1768" y="3057"/>
                <a:ext cx="40" cy="2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2423" name="Group 2690"/>
            <p:cNvGrpSpPr>
              <a:grpSpLocks/>
            </p:cNvGrpSpPr>
            <p:nvPr/>
          </p:nvGrpSpPr>
          <p:grpSpPr bwMode="auto">
            <a:xfrm>
              <a:off x="1936" y="2993"/>
              <a:ext cx="439" cy="582"/>
              <a:chOff x="1936" y="2993"/>
              <a:chExt cx="439" cy="582"/>
            </a:xfrm>
          </p:grpSpPr>
          <p:sp>
            <p:nvSpPr>
              <p:cNvPr id="52580" name="Freeform 2691"/>
              <p:cNvSpPr>
                <a:spLocks/>
              </p:cNvSpPr>
              <p:nvPr/>
            </p:nvSpPr>
            <p:spPr bwMode="auto">
              <a:xfrm>
                <a:off x="2287" y="3472"/>
                <a:ext cx="88" cy="103"/>
              </a:xfrm>
              <a:custGeom>
                <a:avLst/>
                <a:gdLst>
                  <a:gd name="T0" fmla="*/ 88 w 88"/>
                  <a:gd name="T1" fmla="*/ 103 h 103"/>
                  <a:gd name="T2" fmla="*/ 0 w 88"/>
                  <a:gd name="T3" fmla="*/ 32 h 103"/>
                  <a:gd name="T4" fmla="*/ 24 w 88"/>
                  <a:gd name="T5" fmla="*/ 16 h 103"/>
                  <a:gd name="T6" fmla="*/ 40 w 88"/>
                  <a:gd name="T7" fmla="*/ 0 h 103"/>
                  <a:gd name="T8" fmla="*/ 88 w 88"/>
                  <a:gd name="T9" fmla="*/ 103 h 10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8" h="103">
                    <a:moveTo>
                      <a:pt x="88" y="103"/>
                    </a:moveTo>
                    <a:lnTo>
                      <a:pt x="0" y="32"/>
                    </a:lnTo>
                    <a:lnTo>
                      <a:pt x="24" y="16"/>
                    </a:lnTo>
                    <a:lnTo>
                      <a:pt x="40" y="0"/>
                    </a:lnTo>
                    <a:lnTo>
                      <a:pt x="88" y="103"/>
                    </a:lnTo>
                    <a:close/>
                  </a:path>
                </a:pathLst>
              </a:custGeom>
              <a:solidFill>
                <a:schemeClr val="tx1"/>
              </a:solidFill>
              <a:ln w="9525">
                <a:solidFill>
                  <a:schemeClr val="tx1"/>
                </a:solidFill>
                <a:round/>
                <a:headEnd/>
                <a:tailEnd/>
              </a:ln>
            </p:spPr>
            <p:txBody>
              <a:bodyPr/>
              <a:lstStyle/>
              <a:p>
                <a:endParaRPr lang="en-US"/>
              </a:p>
            </p:txBody>
          </p:sp>
          <p:sp>
            <p:nvSpPr>
              <p:cNvPr id="52581" name="Line 2692"/>
              <p:cNvSpPr>
                <a:spLocks noChangeShapeType="1"/>
              </p:cNvSpPr>
              <p:nvPr/>
            </p:nvSpPr>
            <p:spPr bwMode="auto">
              <a:xfrm>
                <a:off x="1936" y="2993"/>
                <a:ext cx="56" cy="7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582" name="Line 2693"/>
              <p:cNvSpPr>
                <a:spLocks noChangeShapeType="1"/>
              </p:cNvSpPr>
              <p:nvPr/>
            </p:nvSpPr>
            <p:spPr bwMode="auto">
              <a:xfrm>
                <a:off x="2000" y="3081"/>
                <a:ext cx="55"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583" name="Line 2694"/>
              <p:cNvSpPr>
                <a:spLocks noChangeShapeType="1"/>
              </p:cNvSpPr>
              <p:nvPr/>
            </p:nvSpPr>
            <p:spPr bwMode="auto">
              <a:xfrm>
                <a:off x="2071" y="3169"/>
                <a:ext cx="48" cy="7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584" name="Line 2695"/>
              <p:cNvSpPr>
                <a:spLocks noChangeShapeType="1"/>
              </p:cNvSpPr>
              <p:nvPr/>
            </p:nvSpPr>
            <p:spPr bwMode="auto">
              <a:xfrm>
                <a:off x="2135" y="3264"/>
                <a:ext cx="56" cy="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585" name="Line 2696"/>
              <p:cNvSpPr>
                <a:spLocks noChangeShapeType="1"/>
              </p:cNvSpPr>
              <p:nvPr/>
            </p:nvSpPr>
            <p:spPr bwMode="auto">
              <a:xfrm>
                <a:off x="2207" y="3352"/>
                <a:ext cx="48" cy="7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586" name="Line 2697"/>
              <p:cNvSpPr>
                <a:spLocks noChangeShapeType="1"/>
              </p:cNvSpPr>
              <p:nvPr/>
            </p:nvSpPr>
            <p:spPr bwMode="auto">
              <a:xfrm>
                <a:off x="2271" y="3440"/>
                <a:ext cx="40" cy="4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2424" name="Group 2698"/>
            <p:cNvGrpSpPr>
              <a:grpSpLocks/>
            </p:cNvGrpSpPr>
            <p:nvPr/>
          </p:nvGrpSpPr>
          <p:grpSpPr bwMode="auto">
            <a:xfrm>
              <a:off x="1944" y="2690"/>
              <a:ext cx="447" cy="279"/>
              <a:chOff x="1944" y="2690"/>
              <a:chExt cx="447" cy="279"/>
            </a:xfrm>
          </p:grpSpPr>
          <p:sp>
            <p:nvSpPr>
              <p:cNvPr id="52575" name="Freeform 2699"/>
              <p:cNvSpPr>
                <a:spLocks/>
              </p:cNvSpPr>
              <p:nvPr/>
            </p:nvSpPr>
            <p:spPr bwMode="auto">
              <a:xfrm>
                <a:off x="2279" y="2889"/>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0">
                    <a:moveTo>
                      <a:pt x="112" y="80"/>
                    </a:moveTo>
                    <a:lnTo>
                      <a:pt x="0" y="48"/>
                    </a:lnTo>
                    <a:lnTo>
                      <a:pt x="16" y="24"/>
                    </a:lnTo>
                    <a:lnTo>
                      <a:pt x="32" y="0"/>
                    </a:lnTo>
                    <a:lnTo>
                      <a:pt x="112" y="80"/>
                    </a:lnTo>
                    <a:close/>
                  </a:path>
                </a:pathLst>
              </a:custGeom>
              <a:solidFill>
                <a:schemeClr val="tx1"/>
              </a:solidFill>
              <a:ln w="9525">
                <a:solidFill>
                  <a:schemeClr val="tx1"/>
                </a:solidFill>
                <a:round/>
                <a:headEnd/>
                <a:tailEnd/>
              </a:ln>
            </p:spPr>
            <p:txBody>
              <a:bodyPr/>
              <a:lstStyle/>
              <a:p>
                <a:endParaRPr lang="en-US"/>
              </a:p>
            </p:txBody>
          </p:sp>
          <p:sp>
            <p:nvSpPr>
              <p:cNvPr id="52576" name="Line 2700"/>
              <p:cNvSpPr>
                <a:spLocks noChangeShapeType="1"/>
              </p:cNvSpPr>
              <p:nvPr/>
            </p:nvSpPr>
            <p:spPr bwMode="auto">
              <a:xfrm>
                <a:off x="1944" y="2690"/>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577" name="Line 2701"/>
              <p:cNvSpPr>
                <a:spLocks noChangeShapeType="1"/>
              </p:cNvSpPr>
              <p:nvPr/>
            </p:nvSpPr>
            <p:spPr bwMode="auto">
              <a:xfrm>
                <a:off x="2040" y="2746"/>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578" name="Line 2702"/>
              <p:cNvSpPr>
                <a:spLocks noChangeShapeType="1"/>
              </p:cNvSpPr>
              <p:nvPr/>
            </p:nvSpPr>
            <p:spPr bwMode="auto">
              <a:xfrm>
                <a:off x="2136" y="2810"/>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579" name="Line 2703"/>
              <p:cNvSpPr>
                <a:spLocks noChangeShapeType="1"/>
              </p:cNvSpPr>
              <p:nvPr/>
            </p:nvSpPr>
            <p:spPr bwMode="auto">
              <a:xfrm>
                <a:off x="2232" y="2866"/>
                <a:ext cx="63" cy="46"/>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2425" name="Group 2704"/>
            <p:cNvGrpSpPr>
              <a:grpSpLocks/>
            </p:cNvGrpSpPr>
            <p:nvPr/>
          </p:nvGrpSpPr>
          <p:grpSpPr bwMode="auto">
            <a:xfrm>
              <a:off x="2407" y="3001"/>
              <a:ext cx="423" cy="271"/>
              <a:chOff x="2407" y="3001"/>
              <a:chExt cx="423" cy="271"/>
            </a:xfrm>
          </p:grpSpPr>
          <p:sp>
            <p:nvSpPr>
              <p:cNvPr id="52570" name="Freeform 2705"/>
              <p:cNvSpPr>
                <a:spLocks/>
              </p:cNvSpPr>
              <p:nvPr/>
            </p:nvSpPr>
            <p:spPr bwMode="auto">
              <a:xfrm>
                <a:off x="2718" y="3185"/>
                <a:ext cx="112" cy="87"/>
              </a:xfrm>
              <a:custGeom>
                <a:avLst/>
                <a:gdLst>
                  <a:gd name="T0" fmla="*/ 112 w 112"/>
                  <a:gd name="T1" fmla="*/ 87 h 87"/>
                  <a:gd name="T2" fmla="*/ 0 w 112"/>
                  <a:gd name="T3" fmla="*/ 47 h 87"/>
                  <a:gd name="T4" fmla="*/ 16 w 112"/>
                  <a:gd name="T5" fmla="*/ 23 h 87"/>
                  <a:gd name="T6" fmla="*/ 32 w 112"/>
                  <a:gd name="T7" fmla="*/ 0 h 87"/>
                  <a:gd name="T8" fmla="*/ 112 w 112"/>
                  <a:gd name="T9" fmla="*/ 87 h 8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7">
                    <a:moveTo>
                      <a:pt x="112" y="87"/>
                    </a:moveTo>
                    <a:lnTo>
                      <a:pt x="0" y="47"/>
                    </a:lnTo>
                    <a:lnTo>
                      <a:pt x="16" y="23"/>
                    </a:lnTo>
                    <a:lnTo>
                      <a:pt x="32" y="0"/>
                    </a:lnTo>
                    <a:lnTo>
                      <a:pt x="112" y="87"/>
                    </a:lnTo>
                    <a:close/>
                  </a:path>
                </a:pathLst>
              </a:custGeom>
              <a:solidFill>
                <a:schemeClr val="tx1"/>
              </a:solidFill>
              <a:ln w="9525">
                <a:solidFill>
                  <a:schemeClr val="tx1"/>
                </a:solidFill>
                <a:round/>
                <a:headEnd/>
                <a:tailEnd/>
              </a:ln>
            </p:spPr>
            <p:txBody>
              <a:bodyPr/>
              <a:lstStyle/>
              <a:p>
                <a:endParaRPr lang="en-US"/>
              </a:p>
            </p:txBody>
          </p:sp>
          <p:sp>
            <p:nvSpPr>
              <p:cNvPr id="52571" name="Line 2706"/>
              <p:cNvSpPr>
                <a:spLocks noChangeShapeType="1"/>
              </p:cNvSpPr>
              <p:nvPr/>
            </p:nvSpPr>
            <p:spPr bwMode="auto">
              <a:xfrm>
                <a:off x="2407" y="3001"/>
                <a:ext cx="72" cy="4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572" name="Line 2707"/>
              <p:cNvSpPr>
                <a:spLocks noChangeShapeType="1"/>
              </p:cNvSpPr>
              <p:nvPr/>
            </p:nvSpPr>
            <p:spPr bwMode="auto">
              <a:xfrm>
                <a:off x="2503" y="3065"/>
                <a:ext cx="71" cy="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573" name="Line 2708"/>
              <p:cNvSpPr>
                <a:spLocks noChangeShapeType="1"/>
              </p:cNvSpPr>
              <p:nvPr/>
            </p:nvSpPr>
            <p:spPr bwMode="auto">
              <a:xfrm>
                <a:off x="2599" y="3121"/>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574" name="Line 2709"/>
              <p:cNvSpPr>
                <a:spLocks noChangeShapeType="1"/>
              </p:cNvSpPr>
              <p:nvPr/>
            </p:nvSpPr>
            <p:spPr bwMode="auto">
              <a:xfrm>
                <a:off x="2688" y="3185"/>
                <a:ext cx="46" cy="2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2426" name="Group 2710"/>
            <p:cNvGrpSpPr>
              <a:grpSpLocks/>
            </p:cNvGrpSpPr>
            <p:nvPr/>
          </p:nvGrpSpPr>
          <p:grpSpPr bwMode="auto">
            <a:xfrm>
              <a:off x="2854" y="3296"/>
              <a:ext cx="439" cy="279"/>
              <a:chOff x="2854" y="3296"/>
              <a:chExt cx="439" cy="279"/>
            </a:xfrm>
          </p:grpSpPr>
          <p:sp>
            <p:nvSpPr>
              <p:cNvPr id="52565" name="Freeform 2711"/>
              <p:cNvSpPr>
                <a:spLocks/>
              </p:cNvSpPr>
              <p:nvPr/>
            </p:nvSpPr>
            <p:spPr bwMode="auto">
              <a:xfrm>
                <a:off x="3181" y="3488"/>
                <a:ext cx="112" cy="87"/>
              </a:xfrm>
              <a:custGeom>
                <a:avLst/>
                <a:gdLst>
                  <a:gd name="T0" fmla="*/ 112 w 112"/>
                  <a:gd name="T1" fmla="*/ 87 h 87"/>
                  <a:gd name="T2" fmla="*/ 0 w 112"/>
                  <a:gd name="T3" fmla="*/ 48 h 87"/>
                  <a:gd name="T4" fmla="*/ 16 w 112"/>
                  <a:gd name="T5" fmla="*/ 24 h 87"/>
                  <a:gd name="T6" fmla="*/ 32 w 112"/>
                  <a:gd name="T7" fmla="*/ 0 h 87"/>
                  <a:gd name="T8" fmla="*/ 112 w 112"/>
                  <a:gd name="T9" fmla="*/ 87 h 8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7">
                    <a:moveTo>
                      <a:pt x="112" y="87"/>
                    </a:moveTo>
                    <a:lnTo>
                      <a:pt x="0" y="48"/>
                    </a:lnTo>
                    <a:lnTo>
                      <a:pt x="16" y="24"/>
                    </a:lnTo>
                    <a:lnTo>
                      <a:pt x="32" y="0"/>
                    </a:lnTo>
                    <a:lnTo>
                      <a:pt x="112" y="87"/>
                    </a:lnTo>
                    <a:close/>
                  </a:path>
                </a:pathLst>
              </a:custGeom>
              <a:solidFill>
                <a:schemeClr val="tx1"/>
              </a:solidFill>
              <a:ln w="9525">
                <a:solidFill>
                  <a:schemeClr val="tx1"/>
                </a:solidFill>
                <a:round/>
                <a:headEnd/>
                <a:tailEnd/>
              </a:ln>
            </p:spPr>
            <p:txBody>
              <a:bodyPr/>
              <a:lstStyle/>
              <a:p>
                <a:endParaRPr lang="en-US"/>
              </a:p>
            </p:txBody>
          </p:sp>
          <p:sp>
            <p:nvSpPr>
              <p:cNvPr id="52566" name="Line 2712"/>
              <p:cNvSpPr>
                <a:spLocks noChangeShapeType="1"/>
              </p:cNvSpPr>
              <p:nvPr/>
            </p:nvSpPr>
            <p:spPr bwMode="auto">
              <a:xfrm>
                <a:off x="2854" y="3296"/>
                <a:ext cx="72" cy="4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567" name="Line 2713"/>
              <p:cNvSpPr>
                <a:spLocks noChangeShapeType="1"/>
              </p:cNvSpPr>
              <p:nvPr/>
            </p:nvSpPr>
            <p:spPr bwMode="auto">
              <a:xfrm>
                <a:off x="2950" y="3360"/>
                <a:ext cx="71" cy="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568" name="Line 2714"/>
              <p:cNvSpPr>
                <a:spLocks noChangeShapeType="1"/>
              </p:cNvSpPr>
              <p:nvPr/>
            </p:nvSpPr>
            <p:spPr bwMode="auto">
              <a:xfrm>
                <a:off x="3046" y="3416"/>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569" name="Line 2715"/>
              <p:cNvSpPr>
                <a:spLocks noChangeShapeType="1"/>
              </p:cNvSpPr>
              <p:nvPr/>
            </p:nvSpPr>
            <p:spPr bwMode="auto">
              <a:xfrm>
                <a:off x="3135" y="3480"/>
                <a:ext cx="62" cy="3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2427" name="Group 2716"/>
            <p:cNvGrpSpPr>
              <a:grpSpLocks/>
            </p:cNvGrpSpPr>
            <p:nvPr/>
          </p:nvGrpSpPr>
          <p:grpSpPr bwMode="auto">
            <a:xfrm>
              <a:off x="2863" y="3304"/>
              <a:ext cx="422" cy="279"/>
              <a:chOff x="2863" y="3304"/>
              <a:chExt cx="422" cy="279"/>
            </a:xfrm>
          </p:grpSpPr>
          <p:sp>
            <p:nvSpPr>
              <p:cNvPr id="52560" name="Freeform 2717"/>
              <p:cNvSpPr>
                <a:spLocks/>
              </p:cNvSpPr>
              <p:nvPr/>
            </p:nvSpPr>
            <p:spPr bwMode="auto">
              <a:xfrm>
                <a:off x="3173" y="3304"/>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0"/>
                    </a:moveTo>
                    <a:lnTo>
                      <a:pt x="32" y="88"/>
                    </a:lnTo>
                    <a:lnTo>
                      <a:pt x="16" y="64"/>
                    </a:lnTo>
                    <a:lnTo>
                      <a:pt x="0" y="40"/>
                    </a:lnTo>
                    <a:lnTo>
                      <a:pt x="112" y="0"/>
                    </a:lnTo>
                    <a:close/>
                  </a:path>
                </a:pathLst>
              </a:custGeom>
              <a:solidFill>
                <a:schemeClr val="tx1"/>
              </a:solidFill>
              <a:ln w="9525">
                <a:solidFill>
                  <a:schemeClr val="tx1"/>
                </a:solidFill>
                <a:round/>
                <a:headEnd/>
                <a:tailEnd/>
              </a:ln>
            </p:spPr>
            <p:txBody>
              <a:bodyPr/>
              <a:lstStyle/>
              <a:p>
                <a:endParaRPr lang="en-US"/>
              </a:p>
            </p:txBody>
          </p:sp>
          <p:sp>
            <p:nvSpPr>
              <p:cNvPr id="52561" name="Line 2718"/>
              <p:cNvSpPr>
                <a:spLocks noChangeShapeType="1"/>
              </p:cNvSpPr>
              <p:nvPr/>
            </p:nvSpPr>
            <p:spPr bwMode="auto">
              <a:xfrm flipV="1">
                <a:off x="2863" y="3536"/>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562" name="Line 2719"/>
              <p:cNvSpPr>
                <a:spLocks noChangeShapeType="1"/>
              </p:cNvSpPr>
              <p:nvPr/>
            </p:nvSpPr>
            <p:spPr bwMode="auto">
              <a:xfrm flipV="1">
                <a:off x="2958" y="3473"/>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563" name="Line 2720"/>
              <p:cNvSpPr>
                <a:spLocks noChangeShapeType="1"/>
              </p:cNvSpPr>
              <p:nvPr/>
            </p:nvSpPr>
            <p:spPr bwMode="auto">
              <a:xfrm flipV="1">
                <a:off x="3046" y="3417"/>
                <a:ext cx="79"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564" name="Line 2721"/>
              <p:cNvSpPr>
                <a:spLocks noChangeShapeType="1"/>
              </p:cNvSpPr>
              <p:nvPr/>
            </p:nvSpPr>
            <p:spPr bwMode="auto">
              <a:xfrm flipV="1">
                <a:off x="3141" y="3368"/>
                <a:ext cx="48" cy="3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2428" name="Group 2722"/>
            <p:cNvGrpSpPr>
              <a:grpSpLocks/>
            </p:cNvGrpSpPr>
            <p:nvPr/>
          </p:nvGrpSpPr>
          <p:grpSpPr bwMode="auto">
            <a:xfrm>
              <a:off x="2870" y="2690"/>
              <a:ext cx="415" cy="287"/>
              <a:chOff x="2870" y="2690"/>
              <a:chExt cx="415" cy="287"/>
            </a:xfrm>
          </p:grpSpPr>
          <p:sp>
            <p:nvSpPr>
              <p:cNvPr id="52555" name="Freeform 2723"/>
              <p:cNvSpPr>
                <a:spLocks/>
              </p:cNvSpPr>
              <p:nvPr/>
            </p:nvSpPr>
            <p:spPr bwMode="auto">
              <a:xfrm>
                <a:off x="3173" y="2690"/>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0"/>
                    </a:moveTo>
                    <a:lnTo>
                      <a:pt x="32" y="88"/>
                    </a:lnTo>
                    <a:lnTo>
                      <a:pt x="16" y="64"/>
                    </a:lnTo>
                    <a:lnTo>
                      <a:pt x="0" y="40"/>
                    </a:lnTo>
                    <a:lnTo>
                      <a:pt x="112" y="0"/>
                    </a:lnTo>
                    <a:close/>
                  </a:path>
                </a:pathLst>
              </a:custGeom>
              <a:solidFill>
                <a:schemeClr val="tx1"/>
              </a:solidFill>
              <a:ln w="9525">
                <a:solidFill>
                  <a:schemeClr val="tx1"/>
                </a:solidFill>
                <a:round/>
                <a:headEnd/>
                <a:tailEnd/>
              </a:ln>
            </p:spPr>
            <p:txBody>
              <a:bodyPr/>
              <a:lstStyle/>
              <a:p>
                <a:endParaRPr lang="en-US"/>
              </a:p>
            </p:txBody>
          </p:sp>
          <p:sp>
            <p:nvSpPr>
              <p:cNvPr id="52556" name="Line 2724"/>
              <p:cNvSpPr>
                <a:spLocks noChangeShapeType="1"/>
              </p:cNvSpPr>
              <p:nvPr/>
            </p:nvSpPr>
            <p:spPr bwMode="auto">
              <a:xfrm flipV="1">
                <a:off x="2870" y="2929"/>
                <a:ext cx="72" cy="4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557" name="Line 2725"/>
              <p:cNvSpPr>
                <a:spLocks noChangeShapeType="1"/>
              </p:cNvSpPr>
              <p:nvPr/>
            </p:nvSpPr>
            <p:spPr bwMode="auto">
              <a:xfrm flipV="1">
                <a:off x="2967" y="2867"/>
                <a:ext cx="70" cy="46"/>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558" name="Line 2726"/>
              <p:cNvSpPr>
                <a:spLocks noChangeShapeType="1"/>
              </p:cNvSpPr>
              <p:nvPr/>
            </p:nvSpPr>
            <p:spPr bwMode="auto">
              <a:xfrm flipV="1">
                <a:off x="3053" y="2803"/>
                <a:ext cx="72"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559" name="Line 2727"/>
              <p:cNvSpPr>
                <a:spLocks noChangeShapeType="1"/>
              </p:cNvSpPr>
              <p:nvPr/>
            </p:nvSpPr>
            <p:spPr bwMode="auto">
              <a:xfrm flipV="1">
                <a:off x="3149" y="2754"/>
                <a:ext cx="40" cy="3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2429" name="Group 2728"/>
            <p:cNvGrpSpPr>
              <a:grpSpLocks/>
            </p:cNvGrpSpPr>
            <p:nvPr/>
          </p:nvGrpSpPr>
          <p:grpSpPr bwMode="auto">
            <a:xfrm>
              <a:off x="2878" y="2068"/>
              <a:ext cx="431" cy="287"/>
              <a:chOff x="2878" y="2068"/>
              <a:chExt cx="431" cy="287"/>
            </a:xfrm>
          </p:grpSpPr>
          <p:sp>
            <p:nvSpPr>
              <p:cNvPr id="52550" name="Freeform 2729"/>
              <p:cNvSpPr>
                <a:spLocks/>
              </p:cNvSpPr>
              <p:nvPr/>
            </p:nvSpPr>
            <p:spPr bwMode="auto">
              <a:xfrm>
                <a:off x="3197" y="2267"/>
                <a:ext cx="112" cy="88"/>
              </a:xfrm>
              <a:custGeom>
                <a:avLst/>
                <a:gdLst>
                  <a:gd name="T0" fmla="*/ 112 w 112"/>
                  <a:gd name="T1" fmla="*/ 88 h 88"/>
                  <a:gd name="T2" fmla="*/ 0 w 112"/>
                  <a:gd name="T3" fmla="*/ 48 h 88"/>
                  <a:gd name="T4" fmla="*/ 16 w 112"/>
                  <a:gd name="T5" fmla="*/ 24 h 88"/>
                  <a:gd name="T6" fmla="*/ 32 w 112"/>
                  <a:gd name="T7" fmla="*/ 0 h 88"/>
                  <a:gd name="T8" fmla="*/ 112 w 112"/>
                  <a:gd name="T9" fmla="*/ 88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88"/>
                    </a:moveTo>
                    <a:lnTo>
                      <a:pt x="0" y="48"/>
                    </a:lnTo>
                    <a:lnTo>
                      <a:pt x="16" y="24"/>
                    </a:lnTo>
                    <a:lnTo>
                      <a:pt x="32" y="0"/>
                    </a:lnTo>
                    <a:lnTo>
                      <a:pt x="112" y="88"/>
                    </a:lnTo>
                    <a:close/>
                  </a:path>
                </a:pathLst>
              </a:custGeom>
              <a:solidFill>
                <a:schemeClr val="tx1"/>
              </a:solidFill>
              <a:ln w="9525">
                <a:solidFill>
                  <a:schemeClr val="tx1"/>
                </a:solidFill>
                <a:round/>
                <a:headEnd/>
                <a:tailEnd/>
              </a:ln>
            </p:spPr>
            <p:txBody>
              <a:bodyPr/>
              <a:lstStyle/>
              <a:p>
                <a:endParaRPr lang="en-US"/>
              </a:p>
            </p:txBody>
          </p:sp>
          <p:sp>
            <p:nvSpPr>
              <p:cNvPr id="52551" name="Line 2730"/>
              <p:cNvSpPr>
                <a:spLocks noChangeShapeType="1"/>
              </p:cNvSpPr>
              <p:nvPr/>
            </p:nvSpPr>
            <p:spPr bwMode="auto">
              <a:xfrm>
                <a:off x="2878" y="2068"/>
                <a:ext cx="72" cy="4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552" name="Line 2731"/>
              <p:cNvSpPr>
                <a:spLocks noChangeShapeType="1"/>
              </p:cNvSpPr>
              <p:nvPr/>
            </p:nvSpPr>
            <p:spPr bwMode="auto">
              <a:xfrm>
                <a:off x="2975" y="2132"/>
                <a:ext cx="70" cy="46"/>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553" name="Line 2732"/>
              <p:cNvSpPr>
                <a:spLocks noChangeShapeType="1"/>
              </p:cNvSpPr>
              <p:nvPr/>
            </p:nvSpPr>
            <p:spPr bwMode="auto">
              <a:xfrm>
                <a:off x="3062" y="2196"/>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554" name="Line 2733"/>
              <p:cNvSpPr>
                <a:spLocks noChangeShapeType="1"/>
              </p:cNvSpPr>
              <p:nvPr/>
            </p:nvSpPr>
            <p:spPr bwMode="auto">
              <a:xfrm>
                <a:off x="3157" y="2251"/>
                <a:ext cx="56" cy="4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2430" name="Group 2734"/>
            <p:cNvGrpSpPr>
              <a:grpSpLocks/>
            </p:cNvGrpSpPr>
            <p:nvPr/>
          </p:nvGrpSpPr>
          <p:grpSpPr bwMode="auto">
            <a:xfrm>
              <a:off x="2415" y="2387"/>
              <a:ext cx="439" cy="271"/>
              <a:chOff x="2415" y="2387"/>
              <a:chExt cx="439" cy="271"/>
            </a:xfrm>
          </p:grpSpPr>
          <p:sp>
            <p:nvSpPr>
              <p:cNvPr id="52545" name="Freeform 2735"/>
              <p:cNvSpPr>
                <a:spLocks/>
              </p:cNvSpPr>
              <p:nvPr/>
            </p:nvSpPr>
            <p:spPr bwMode="auto">
              <a:xfrm>
                <a:off x="2742" y="2578"/>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0">
                    <a:moveTo>
                      <a:pt x="112" y="80"/>
                    </a:moveTo>
                    <a:lnTo>
                      <a:pt x="0" y="48"/>
                    </a:lnTo>
                    <a:lnTo>
                      <a:pt x="16" y="24"/>
                    </a:lnTo>
                    <a:lnTo>
                      <a:pt x="32" y="0"/>
                    </a:lnTo>
                    <a:lnTo>
                      <a:pt x="112" y="80"/>
                    </a:lnTo>
                    <a:close/>
                  </a:path>
                </a:pathLst>
              </a:custGeom>
              <a:solidFill>
                <a:schemeClr val="tx1"/>
              </a:solidFill>
              <a:ln w="9525">
                <a:solidFill>
                  <a:schemeClr val="tx1"/>
                </a:solidFill>
                <a:round/>
                <a:headEnd/>
                <a:tailEnd/>
              </a:ln>
            </p:spPr>
            <p:txBody>
              <a:bodyPr/>
              <a:lstStyle/>
              <a:p>
                <a:endParaRPr lang="en-US"/>
              </a:p>
            </p:txBody>
          </p:sp>
          <p:sp>
            <p:nvSpPr>
              <p:cNvPr id="52546" name="Line 2736"/>
              <p:cNvSpPr>
                <a:spLocks noChangeShapeType="1"/>
              </p:cNvSpPr>
              <p:nvPr/>
            </p:nvSpPr>
            <p:spPr bwMode="auto">
              <a:xfrm>
                <a:off x="2415" y="2387"/>
                <a:ext cx="72" cy="4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547" name="Line 2737"/>
              <p:cNvSpPr>
                <a:spLocks noChangeShapeType="1"/>
              </p:cNvSpPr>
              <p:nvPr/>
            </p:nvSpPr>
            <p:spPr bwMode="auto">
              <a:xfrm>
                <a:off x="2512" y="2443"/>
                <a:ext cx="70" cy="46"/>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548" name="Line 2738"/>
              <p:cNvSpPr>
                <a:spLocks noChangeShapeType="1"/>
              </p:cNvSpPr>
              <p:nvPr/>
            </p:nvSpPr>
            <p:spPr bwMode="auto">
              <a:xfrm>
                <a:off x="2607" y="2507"/>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549" name="Line 2739"/>
              <p:cNvSpPr>
                <a:spLocks noChangeShapeType="1"/>
              </p:cNvSpPr>
              <p:nvPr/>
            </p:nvSpPr>
            <p:spPr bwMode="auto">
              <a:xfrm>
                <a:off x="2702" y="2562"/>
                <a:ext cx="56" cy="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2431" name="Group 2740"/>
            <p:cNvGrpSpPr>
              <a:grpSpLocks/>
            </p:cNvGrpSpPr>
            <p:nvPr/>
          </p:nvGrpSpPr>
          <p:grpSpPr bwMode="auto">
            <a:xfrm>
              <a:off x="1944" y="2387"/>
              <a:ext cx="439" cy="271"/>
              <a:chOff x="1944" y="2387"/>
              <a:chExt cx="439" cy="271"/>
            </a:xfrm>
          </p:grpSpPr>
          <p:sp>
            <p:nvSpPr>
              <p:cNvPr id="52540" name="Freeform 2741"/>
              <p:cNvSpPr>
                <a:spLocks/>
              </p:cNvSpPr>
              <p:nvPr/>
            </p:nvSpPr>
            <p:spPr bwMode="auto">
              <a:xfrm>
                <a:off x="2271" y="2578"/>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0">
                    <a:moveTo>
                      <a:pt x="112" y="80"/>
                    </a:moveTo>
                    <a:lnTo>
                      <a:pt x="0" y="48"/>
                    </a:lnTo>
                    <a:lnTo>
                      <a:pt x="16" y="24"/>
                    </a:lnTo>
                    <a:lnTo>
                      <a:pt x="32" y="0"/>
                    </a:lnTo>
                    <a:lnTo>
                      <a:pt x="112" y="80"/>
                    </a:lnTo>
                    <a:close/>
                  </a:path>
                </a:pathLst>
              </a:custGeom>
              <a:solidFill>
                <a:schemeClr val="tx1"/>
              </a:solidFill>
              <a:ln w="9525">
                <a:solidFill>
                  <a:schemeClr val="tx1"/>
                </a:solidFill>
                <a:round/>
                <a:headEnd/>
                <a:tailEnd/>
              </a:ln>
            </p:spPr>
            <p:txBody>
              <a:bodyPr/>
              <a:lstStyle/>
              <a:p>
                <a:endParaRPr lang="en-US"/>
              </a:p>
            </p:txBody>
          </p:sp>
          <p:sp>
            <p:nvSpPr>
              <p:cNvPr id="52541" name="Line 2742"/>
              <p:cNvSpPr>
                <a:spLocks noChangeShapeType="1"/>
              </p:cNvSpPr>
              <p:nvPr/>
            </p:nvSpPr>
            <p:spPr bwMode="auto">
              <a:xfrm>
                <a:off x="1944" y="2387"/>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542" name="Line 2743"/>
              <p:cNvSpPr>
                <a:spLocks noChangeShapeType="1"/>
              </p:cNvSpPr>
              <p:nvPr/>
            </p:nvSpPr>
            <p:spPr bwMode="auto">
              <a:xfrm>
                <a:off x="2040" y="2443"/>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543" name="Line 2744"/>
              <p:cNvSpPr>
                <a:spLocks noChangeShapeType="1"/>
              </p:cNvSpPr>
              <p:nvPr/>
            </p:nvSpPr>
            <p:spPr bwMode="auto">
              <a:xfrm>
                <a:off x="2136" y="2507"/>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544" name="Line 2745"/>
              <p:cNvSpPr>
                <a:spLocks noChangeShapeType="1"/>
              </p:cNvSpPr>
              <p:nvPr/>
            </p:nvSpPr>
            <p:spPr bwMode="auto">
              <a:xfrm>
                <a:off x="2231" y="2562"/>
                <a:ext cx="56" cy="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2432" name="Group 2746"/>
            <p:cNvGrpSpPr>
              <a:grpSpLocks/>
            </p:cNvGrpSpPr>
            <p:nvPr/>
          </p:nvGrpSpPr>
          <p:grpSpPr bwMode="auto">
            <a:xfrm>
              <a:off x="2399" y="3304"/>
              <a:ext cx="447" cy="279"/>
              <a:chOff x="2399" y="3304"/>
              <a:chExt cx="447" cy="279"/>
            </a:xfrm>
          </p:grpSpPr>
          <p:sp>
            <p:nvSpPr>
              <p:cNvPr id="52535" name="Freeform 2747"/>
              <p:cNvSpPr>
                <a:spLocks/>
              </p:cNvSpPr>
              <p:nvPr/>
            </p:nvSpPr>
            <p:spPr bwMode="auto">
              <a:xfrm>
                <a:off x="2734" y="3504"/>
                <a:ext cx="112" cy="79"/>
              </a:xfrm>
              <a:custGeom>
                <a:avLst/>
                <a:gdLst>
                  <a:gd name="T0" fmla="*/ 112 w 112"/>
                  <a:gd name="T1" fmla="*/ 79 h 79"/>
                  <a:gd name="T2" fmla="*/ 0 w 112"/>
                  <a:gd name="T3" fmla="*/ 47 h 79"/>
                  <a:gd name="T4" fmla="*/ 16 w 112"/>
                  <a:gd name="T5" fmla="*/ 24 h 79"/>
                  <a:gd name="T6" fmla="*/ 32 w 112"/>
                  <a:gd name="T7" fmla="*/ 0 h 79"/>
                  <a:gd name="T8" fmla="*/ 112 w 112"/>
                  <a:gd name="T9" fmla="*/ 79 h 7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79">
                    <a:moveTo>
                      <a:pt x="112" y="79"/>
                    </a:moveTo>
                    <a:lnTo>
                      <a:pt x="0" y="47"/>
                    </a:lnTo>
                    <a:lnTo>
                      <a:pt x="16" y="24"/>
                    </a:lnTo>
                    <a:lnTo>
                      <a:pt x="32" y="0"/>
                    </a:lnTo>
                    <a:lnTo>
                      <a:pt x="112" y="79"/>
                    </a:lnTo>
                    <a:close/>
                  </a:path>
                </a:pathLst>
              </a:custGeom>
              <a:solidFill>
                <a:schemeClr val="tx1"/>
              </a:solidFill>
              <a:ln w="9525">
                <a:solidFill>
                  <a:schemeClr val="tx1"/>
                </a:solidFill>
                <a:round/>
                <a:headEnd/>
                <a:tailEnd/>
              </a:ln>
            </p:spPr>
            <p:txBody>
              <a:bodyPr/>
              <a:lstStyle/>
              <a:p>
                <a:endParaRPr lang="en-US"/>
              </a:p>
            </p:txBody>
          </p:sp>
          <p:sp>
            <p:nvSpPr>
              <p:cNvPr id="52536" name="Line 2748"/>
              <p:cNvSpPr>
                <a:spLocks noChangeShapeType="1"/>
              </p:cNvSpPr>
              <p:nvPr/>
            </p:nvSpPr>
            <p:spPr bwMode="auto">
              <a:xfrm>
                <a:off x="2399" y="3304"/>
                <a:ext cx="72" cy="4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537" name="Line 2749"/>
              <p:cNvSpPr>
                <a:spLocks noChangeShapeType="1"/>
              </p:cNvSpPr>
              <p:nvPr/>
            </p:nvSpPr>
            <p:spPr bwMode="auto">
              <a:xfrm>
                <a:off x="2495" y="3360"/>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538" name="Line 2750"/>
              <p:cNvSpPr>
                <a:spLocks noChangeShapeType="1"/>
              </p:cNvSpPr>
              <p:nvPr/>
            </p:nvSpPr>
            <p:spPr bwMode="auto">
              <a:xfrm>
                <a:off x="2590" y="3424"/>
                <a:ext cx="72" cy="4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539" name="Line 2751"/>
              <p:cNvSpPr>
                <a:spLocks noChangeShapeType="1"/>
              </p:cNvSpPr>
              <p:nvPr/>
            </p:nvSpPr>
            <p:spPr bwMode="auto">
              <a:xfrm>
                <a:off x="2687" y="3480"/>
                <a:ext cx="63" cy="46"/>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2433" name="Group 2752"/>
            <p:cNvGrpSpPr>
              <a:grpSpLocks/>
            </p:cNvGrpSpPr>
            <p:nvPr/>
          </p:nvGrpSpPr>
          <p:grpSpPr bwMode="auto">
            <a:xfrm>
              <a:off x="1936" y="3304"/>
              <a:ext cx="431" cy="271"/>
              <a:chOff x="1936" y="3304"/>
              <a:chExt cx="431" cy="271"/>
            </a:xfrm>
          </p:grpSpPr>
          <p:sp>
            <p:nvSpPr>
              <p:cNvPr id="52530" name="Freeform 2753"/>
              <p:cNvSpPr>
                <a:spLocks/>
              </p:cNvSpPr>
              <p:nvPr/>
            </p:nvSpPr>
            <p:spPr bwMode="auto">
              <a:xfrm>
                <a:off x="2255" y="3496"/>
                <a:ext cx="112" cy="79"/>
              </a:xfrm>
              <a:custGeom>
                <a:avLst/>
                <a:gdLst>
                  <a:gd name="T0" fmla="*/ 112 w 112"/>
                  <a:gd name="T1" fmla="*/ 79 h 79"/>
                  <a:gd name="T2" fmla="*/ 0 w 112"/>
                  <a:gd name="T3" fmla="*/ 40 h 79"/>
                  <a:gd name="T4" fmla="*/ 16 w 112"/>
                  <a:gd name="T5" fmla="*/ 16 h 79"/>
                  <a:gd name="T6" fmla="*/ 32 w 112"/>
                  <a:gd name="T7" fmla="*/ 0 h 79"/>
                  <a:gd name="T8" fmla="*/ 112 w 112"/>
                  <a:gd name="T9" fmla="*/ 79 h 7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79">
                    <a:moveTo>
                      <a:pt x="112" y="79"/>
                    </a:moveTo>
                    <a:lnTo>
                      <a:pt x="0" y="40"/>
                    </a:lnTo>
                    <a:lnTo>
                      <a:pt x="16" y="16"/>
                    </a:lnTo>
                    <a:lnTo>
                      <a:pt x="32" y="0"/>
                    </a:lnTo>
                    <a:lnTo>
                      <a:pt x="112" y="79"/>
                    </a:lnTo>
                    <a:close/>
                  </a:path>
                </a:pathLst>
              </a:custGeom>
              <a:solidFill>
                <a:schemeClr val="tx1"/>
              </a:solidFill>
              <a:ln w="9525">
                <a:solidFill>
                  <a:schemeClr val="tx1"/>
                </a:solidFill>
                <a:round/>
                <a:headEnd/>
                <a:tailEnd/>
              </a:ln>
            </p:spPr>
            <p:txBody>
              <a:bodyPr/>
              <a:lstStyle/>
              <a:p>
                <a:endParaRPr lang="en-US"/>
              </a:p>
            </p:txBody>
          </p:sp>
          <p:sp>
            <p:nvSpPr>
              <p:cNvPr id="52531" name="Line 2754"/>
              <p:cNvSpPr>
                <a:spLocks noChangeShapeType="1"/>
              </p:cNvSpPr>
              <p:nvPr/>
            </p:nvSpPr>
            <p:spPr bwMode="auto">
              <a:xfrm>
                <a:off x="1936" y="3304"/>
                <a:ext cx="72" cy="4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532" name="Line 2755"/>
              <p:cNvSpPr>
                <a:spLocks noChangeShapeType="1"/>
              </p:cNvSpPr>
              <p:nvPr/>
            </p:nvSpPr>
            <p:spPr bwMode="auto">
              <a:xfrm>
                <a:off x="2032" y="3360"/>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533" name="Line 2756"/>
              <p:cNvSpPr>
                <a:spLocks noChangeShapeType="1"/>
              </p:cNvSpPr>
              <p:nvPr/>
            </p:nvSpPr>
            <p:spPr bwMode="auto">
              <a:xfrm>
                <a:off x="2127" y="3424"/>
                <a:ext cx="72" cy="4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534" name="Line 2757"/>
              <p:cNvSpPr>
                <a:spLocks noChangeShapeType="1"/>
              </p:cNvSpPr>
              <p:nvPr/>
            </p:nvSpPr>
            <p:spPr bwMode="auto">
              <a:xfrm>
                <a:off x="2224" y="3480"/>
                <a:ext cx="47" cy="3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2434" name="Group 2758"/>
            <p:cNvGrpSpPr>
              <a:grpSpLocks/>
            </p:cNvGrpSpPr>
            <p:nvPr/>
          </p:nvGrpSpPr>
          <p:grpSpPr bwMode="auto">
            <a:xfrm>
              <a:off x="2400" y="3304"/>
              <a:ext cx="414" cy="279"/>
              <a:chOff x="2400" y="3304"/>
              <a:chExt cx="414" cy="279"/>
            </a:xfrm>
          </p:grpSpPr>
          <p:sp>
            <p:nvSpPr>
              <p:cNvPr id="52525" name="Freeform 2759"/>
              <p:cNvSpPr>
                <a:spLocks/>
              </p:cNvSpPr>
              <p:nvPr/>
            </p:nvSpPr>
            <p:spPr bwMode="auto">
              <a:xfrm>
                <a:off x="2702" y="3304"/>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0"/>
                    </a:moveTo>
                    <a:lnTo>
                      <a:pt x="32" y="88"/>
                    </a:lnTo>
                    <a:lnTo>
                      <a:pt x="16" y="64"/>
                    </a:lnTo>
                    <a:lnTo>
                      <a:pt x="0" y="40"/>
                    </a:lnTo>
                    <a:lnTo>
                      <a:pt x="112" y="0"/>
                    </a:lnTo>
                    <a:close/>
                  </a:path>
                </a:pathLst>
              </a:custGeom>
              <a:solidFill>
                <a:schemeClr val="tx1"/>
              </a:solidFill>
              <a:ln w="9525">
                <a:solidFill>
                  <a:schemeClr val="tx1"/>
                </a:solidFill>
                <a:round/>
                <a:headEnd/>
                <a:tailEnd/>
              </a:ln>
            </p:spPr>
            <p:txBody>
              <a:bodyPr/>
              <a:lstStyle/>
              <a:p>
                <a:endParaRPr lang="en-US"/>
              </a:p>
            </p:txBody>
          </p:sp>
          <p:sp>
            <p:nvSpPr>
              <p:cNvPr id="52526" name="Line 2760"/>
              <p:cNvSpPr>
                <a:spLocks noChangeShapeType="1"/>
              </p:cNvSpPr>
              <p:nvPr/>
            </p:nvSpPr>
            <p:spPr bwMode="auto">
              <a:xfrm flipV="1">
                <a:off x="2400" y="3536"/>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527" name="Line 2761"/>
              <p:cNvSpPr>
                <a:spLocks noChangeShapeType="1"/>
              </p:cNvSpPr>
              <p:nvPr/>
            </p:nvSpPr>
            <p:spPr bwMode="auto">
              <a:xfrm flipV="1">
                <a:off x="2495" y="3473"/>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528" name="Line 2762"/>
              <p:cNvSpPr>
                <a:spLocks noChangeShapeType="1"/>
              </p:cNvSpPr>
              <p:nvPr/>
            </p:nvSpPr>
            <p:spPr bwMode="auto">
              <a:xfrm flipV="1">
                <a:off x="2583" y="3409"/>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529" name="Line 2763"/>
              <p:cNvSpPr>
                <a:spLocks noChangeShapeType="1"/>
              </p:cNvSpPr>
              <p:nvPr/>
            </p:nvSpPr>
            <p:spPr bwMode="auto">
              <a:xfrm flipV="1">
                <a:off x="2678" y="3368"/>
                <a:ext cx="40" cy="3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2435" name="Group 2764"/>
            <p:cNvGrpSpPr>
              <a:grpSpLocks/>
            </p:cNvGrpSpPr>
            <p:nvPr/>
          </p:nvGrpSpPr>
          <p:grpSpPr bwMode="auto">
            <a:xfrm>
              <a:off x="2400" y="3001"/>
              <a:ext cx="422" cy="271"/>
              <a:chOff x="2400" y="3001"/>
              <a:chExt cx="422" cy="271"/>
            </a:xfrm>
          </p:grpSpPr>
          <p:sp>
            <p:nvSpPr>
              <p:cNvPr id="52520" name="Freeform 2765"/>
              <p:cNvSpPr>
                <a:spLocks/>
              </p:cNvSpPr>
              <p:nvPr/>
            </p:nvSpPr>
            <p:spPr bwMode="auto">
              <a:xfrm>
                <a:off x="2710" y="3001"/>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0"/>
                    </a:moveTo>
                    <a:lnTo>
                      <a:pt x="32" y="88"/>
                    </a:lnTo>
                    <a:lnTo>
                      <a:pt x="16" y="64"/>
                    </a:lnTo>
                    <a:lnTo>
                      <a:pt x="0" y="40"/>
                    </a:lnTo>
                    <a:lnTo>
                      <a:pt x="112" y="0"/>
                    </a:lnTo>
                    <a:close/>
                  </a:path>
                </a:pathLst>
              </a:custGeom>
              <a:solidFill>
                <a:schemeClr val="tx1"/>
              </a:solidFill>
              <a:ln w="9525">
                <a:solidFill>
                  <a:schemeClr val="tx1"/>
                </a:solidFill>
                <a:round/>
                <a:headEnd/>
                <a:tailEnd/>
              </a:ln>
            </p:spPr>
            <p:txBody>
              <a:bodyPr/>
              <a:lstStyle/>
              <a:p>
                <a:endParaRPr lang="en-US"/>
              </a:p>
            </p:txBody>
          </p:sp>
          <p:sp>
            <p:nvSpPr>
              <p:cNvPr id="52521" name="Line 2766"/>
              <p:cNvSpPr>
                <a:spLocks noChangeShapeType="1"/>
              </p:cNvSpPr>
              <p:nvPr/>
            </p:nvSpPr>
            <p:spPr bwMode="auto">
              <a:xfrm flipV="1">
                <a:off x="2400" y="3225"/>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522" name="Line 2767"/>
              <p:cNvSpPr>
                <a:spLocks noChangeShapeType="1"/>
              </p:cNvSpPr>
              <p:nvPr/>
            </p:nvSpPr>
            <p:spPr bwMode="auto">
              <a:xfrm flipV="1">
                <a:off x="2496" y="3170"/>
                <a:ext cx="70" cy="3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523" name="Line 2768"/>
              <p:cNvSpPr>
                <a:spLocks noChangeShapeType="1"/>
              </p:cNvSpPr>
              <p:nvPr/>
            </p:nvSpPr>
            <p:spPr bwMode="auto">
              <a:xfrm flipV="1">
                <a:off x="2590" y="3105"/>
                <a:ext cx="72" cy="4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524" name="Line 2769"/>
              <p:cNvSpPr>
                <a:spLocks noChangeShapeType="1"/>
              </p:cNvSpPr>
              <p:nvPr/>
            </p:nvSpPr>
            <p:spPr bwMode="auto">
              <a:xfrm flipV="1">
                <a:off x="2678" y="3065"/>
                <a:ext cx="48" cy="2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2436" name="Group 2770"/>
            <p:cNvGrpSpPr>
              <a:grpSpLocks/>
            </p:cNvGrpSpPr>
            <p:nvPr/>
          </p:nvGrpSpPr>
          <p:grpSpPr bwMode="auto">
            <a:xfrm>
              <a:off x="3318" y="3001"/>
              <a:ext cx="422" cy="271"/>
              <a:chOff x="3318" y="3001"/>
              <a:chExt cx="422" cy="271"/>
            </a:xfrm>
          </p:grpSpPr>
          <p:sp>
            <p:nvSpPr>
              <p:cNvPr id="52515" name="Freeform 2771"/>
              <p:cNvSpPr>
                <a:spLocks/>
              </p:cNvSpPr>
              <p:nvPr/>
            </p:nvSpPr>
            <p:spPr bwMode="auto">
              <a:xfrm>
                <a:off x="3628" y="3001"/>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0"/>
                    </a:moveTo>
                    <a:lnTo>
                      <a:pt x="32" y="88"/>
                    </a:lnTo>
                    <a:lnTo>
                      <a:pt x="16" y="64"/>
                    </a:lnTo>
                    <a:lnTo>
                      <a:pt x="0" y="40"/>
                    </a:lnTo>
                    <a:lnTo>
                      <a:pt x="112" y="0"/>
                    </a:lnTo>
                    <a:close/>
                  </a:path>
                </a:pathLst>
              </a:custGeom>
              <a:solidFill>
                <a:schemeClr val="tx1"/>
              </a:solidFill>
              <a:ln w="9525">
                <a:solidFill>
                  <a:schemeClr val="tx1"/>
                </a:solidFill>
                <a:round/>
                <a:headEnd/>
                <a:tailEnd/>
              </a:ln>
            </p:spPr>
            <p:txBody>
              <a:bodyPr/>
              <a:lstStyle/>
              <a:p>
                <a:endParaRPr lang="en-US"/>
              </a:p>
            </p:txBody>
          </p:sp>
          <p:sp>
            <p:nvSpPr>
              <p:cNvPr id="52516" name="Line 2772"/>
              <p:cNvSpPr>
                <a:spLocks noChangeShapeType="1"/>
              </p:cNvSpPr>
              <p:nvPr/>
            </p:nvSpPr>
            <p:spPr bwMode="auto">
              <a:xfrm flipV="1">
                <a:off x="3318" y="3225"/>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517" name="Line 2773"/>
              <p:cNvSpPr>
                <a:spLocks noChangeShapeType="1"/>
              </p:cNvSpPr>
              <p:nvPr/>
            </p:nvSpPr>
            <p:spPr bwMode="auto">
              <a:xfrm flipV="1">
                <a:off x="3414" y="3169"/>
                <a:ext cx="71" cy="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518" name="Line 2774"/>
              <p:cNvSpPr>
                <a:spLocks noChangeShapeType="1"/>
              </p:cNvSpPr>
              <p:nvPr/>
            </p:nvSpPr>
            <p:spPr bwMode="auto">
              <a:xfrm flipV="1">
                <a:off x="3509" y="3106"/>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519" name="Line 2775"/>
              <p:cNvSpPr>
                <a:spLocks noChangeShapeType="1"/>
              </p:cNvSpPr>
              <p:nvPr/>
            </p:nvSpPr>
            <p:spPr bwMode="auto">
              <a:xfrm flipV="1">
                <a:off x="3596" y="3065"/>
                <a:ext cx="48" cy="2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2437" name="Group 2776"/>
            <p:cNvGrpSpPr>
              <a:grpSpLocks/>
            </p:cNvGrpSpPr>
            <p:nvPr/>
          </p:nvGrpSpPr>
          <p:grpSpPr bwMode="auto">
            <a:xfrm>
              <a:off x="3325" y="2076"/>
              <a:ext cx="439" cy="271"/>
              <a:chOff x="3325" y="2076"/>
              <a:chExt cx="439" cy="271"/>
            </a:xfrm>
          </p:grpSpPr>
          <p:sp>
            <p:nvSpPr>
              <p:cNvPr id="52510" name="Freeform 2777"/>
              <p:cNvSpPr>
                <a:spLocks/>
              </p:cNvSpPr>
              <p:nvPr/>
            </p:nvSpPr>
            <p:spPr bwMode="auto">
              <a:xfrm>
                <a:off x="3652" y="2267"/>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0">
                    <a:moveTo>
                      <a:pt x="112" y="80"/>
                    </a:moveTo>
                    <a:lnTo>
                      <a:pt x="0" y="48"/>
                    </a:lnTo>
                    <a:lnTo>
                      <a:pt x="16" y="24"/>
                    </a:lnTo>
                    <a:lnTo>
                      <a:pt x="32" y="0"/>
                    </a:lnTo>
                    <a:lnTo>
                      <a:pt x="112" y="80"/>
                    </a:lnTo>
                    <a:close/>
                  </a:path>
                </a:pathLst>
              </a:custGeom>
              <a:solidFill>
                <a:schemeClr val="tx1"/>
              </a:solidFill>
              <a:ln w="9525">
                <a:solidFill>
                  <a:schemeClr val="tx1"/>
                </a:solidFill>
                <a:round/>
                <a:headEnd/>
                <a:tailEnd/>
              </a:ln>
            </p:spPr>
            <p:txBody>
              <a:bodyPr/>
              <a:lstStyle/>
              <a:p>
                <a:endParaRPr lang="en-US"/>
              </a:p>
            </p:txBody>
          </p:sp>
          <p:sp>
            <p:nvSpPr>
              <p:cNvPr id="52511" name="Line 2778"/>
              <p:cNvSpPr>
                <a:spLocks noChangeShapeType="1"/>
              </p:cNvSpPr>
              <p:nvPr/>
            </p:nvSpPr>
            <p:spPr bwMode="auto">
              <a:xfrm>
                <a:off x="3325" y="2076"/>
                <a:ext cx="72" cy="4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512" name="Line 2779"/>
              <p:cNvSpPr>
                <a:spLocks noChangeShapeType="1"/>
              </p:cNvSpPr>
              <p:nvPr/>
            </p:nvSpPr>
            <p:spPr bwMode="auto">
              <a:xfrm>
                <a:off x="3422" y="2132"/>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513" name="Line 2780"/>
              <p:cNvSpPr>
                <a:spLocks noChangeShapeType="1"/>
              </p:cNvSpPr>
              <p:nvPr/>
            </p:nvSpPr>
            <p:spPr bwMode="auto">
              <a:xfrm>
                <a:off x="3517" y="2196"/>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514" name="Line 2781"/>
              <p:cNvSpPr>
                <a:spLocks noChangeShapeType="1"/>
              </p:cNvSpPr>
              <p:nvPr/>
            </p:nvSpPr>
            <p:spPr bwMode="auto">
              <a:xfrm>
                <a:off x="3612" y="2251"/>
                <a:ext cx="56" cy="4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2438" name="Group 2782"/>
            <p:cNvGrpSpPr>
              <a:grpSpLocks/>
            </p:cNvGrpSpPr>
            <p:nvPr/>
          </p:nvGrpSpPr>
          <p:grpSpPr bwMode="auto">
            <a:xfrm>
              <a:off x="3788" y="2068"/>
              <a:ext cx="431" cy="287"/>
              <a:chOff x="3788" y="2068"/>
              <a:chExt cx="431" cy="287"/>
            </a:xfrm>
          </p:grpSpPr>
          <p:sp>
            <p:nvSpPr>
              <p:cNvPr id="52505" name="Freeform 2783"/>
              <p:cNvSpPr>
                <a:spLocks/>
              </p:cNvSpPr>
              <p:nvPr/>
            </p:nvSpPr>
            <p:spPr bwMode="auto">
              <a:xfrm>
                <a:off x="4107" y="2267"/>
                <a:ext cx="112" cy="88"/>
              </a:xfrm>
              <a:custGeom>
                <a:avLst/>
                <a:gdLst>
                  <a:gd name="T0" fmla="*/ 112 w 112"/>
                  <a:gd name="T1" fmla="*/ 88 h 88"/>
                  <a:gd name="T2" fmla="*/ 0 w 112"/>
                  <a:gd name="T3" fmla="*/ 48 h 88"/>
                  <a:gd name="T4" fmla="*/ 16 w 112"/>
                  <a:gd name="T5" fmla="*/ 24 h 88"/>
                  <a:gd name="T6" fmla="*/ 32 w 112"/>
                  <a:gd name="T7" fmla="*/ 0 h 88"/>
                  <a:gd name="T8" fmla="*/ 112 w 112"/>
                  <a:gd name="T9" fmla="*/ 88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88"/>
                    </a:moveTo>
                    <a:lnTo>
                      <a:pt x="0" y="48"/>
                    </a:lnTo>
                    <a:lnTo>
                      <a:pt x="16" y="24"/>
                    </a:lnTo>
                    <a:lnTo>
                      <a:pt x="32" y="0"/>
                    </a:lnTo>
                    <a:lnTo>
                      <a:pt x="112" y="88"/>
                    </a:lnTo>
                    <a:close/>
                  </a:path>
                </a:pathLst>
              </a:custGeom>
              <a:solidFill>
                <a:schemeClr val="tx1"/>
              </a:solidFill>
              <a:ln w="9525">
                <a:solidFill>
                  <a:schemeClr val="tx1"/>
                </a:solidFill>
                <a:round/>
                <a:headEnd/>
                <a:tailEnd/>
              </a:ln>
            </p:spPr>
            <p:txBody>
              <a:bodyPr/>
              <a:lstStyle/>
              <a:p>
                <a:endParaRPr lang="en-US"/>
              </a:p>
            </p:txBody>
          </p:sp>
          <p:sp>
            <p:nvSpPr>
              <p:cNvPr id="52506" name="Line 2784"/>
              <p:cNvSpPr>
                <a:spLocks noChangeShapeType="1"/>
              </p:cNvSpPr>
              <p:nvPr/>
            </p:nvSpPr>
            <p:spPr bwMode="auto">
              <a:xfrm>
                <a:off x="3788" y="2068"/>
                <a:ext cx="72" cy="4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507" name="Line 2785"/>
              <p:cNvSpPr>
                <a:spLocks noChangeShapeType="1"/>
              </p:cNvSpPr>
              <p:nvPr/>
            </p:nvSpPr>
            <p:spPr bwMode="auto">
              <a:xfrm>
                <a:off x="3885" y="2132"/>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508" name="Line 2786"/>
              <p:cNvSpPr>
                <a:spLocks noChangeShapeType="1"/>
              </p:cNvSpPr>
              <p:nvPr/>
            </p:nvSpPr>
            <p:spPr bwMode="auto">
              <a:xfrm>
                <a:off x="3973" y="2196"/>
                <a:ext cx="70" cy="46"/>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509" name="Line 2787"/>
              <p:cNvSpPr>
                <a:spLocks noChangeShapeType="1"/>
              </p:cNvSpPr>
              <p:nvPr/>
            </p:nvSpPr>
            <p:spPr bwMode="auto">
              <a:xfrm>
                <a:off x="4067" y="2251"/>
                <a:ext cx="56" cy="4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2439" name="Group 2788"/>
            <p:cNvGrpSpPr>
              <a:grpSpLocks/>
            </p:cNvGrpSpPr>
            <p:nvPr/>
          </p:nvGrpSpPr>
          <p:grpSpPr bwMode="auto">
            <a:xfrm>
              <a:off x="4251" y="2084"/>
              <a:ext cx="431" cy="263"/>
              <a:chOff x="4251" y="2084"/>
              <a:chExt cx="431" cy="263"/>
            </a:xfrm>
          </p:grpSpPr>
          <p:sp>
            <p:nvSpPr>
              <p:cNvPr id="52500" name="Freeform 2789"/>
              <p:cNvSpPr>
                <a:spLocks/>
              </p:cNvSpPr>
              <p:nvPr/>
            </p:nvSpPr>
            <p:spPr bwMode="auto">
              <a:xfrm>
                <a:off x="4570" y="2267"/>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0">
                    <a:moveTo>
                      <a:pt x="112" y="80"/>
                    </a:moveTo>
                    <a:lnTo>
                      <a:pt x="0" y="48"/>
                    </a:lnTo>
                    <a:lnTo>
                      <a:pt x="16" y="24"/>
                    </a:lnTo>
                    <a:lnTo>
                      <a:pt x="32" y="0"/>
                    </a:lnTo>
                    <a:lnTo>
                      <a:pt x="112" y="80"/>
                    </a:lnTo>
                    <a:close/>
                  </a:path>
                </a:pathLst>
              </a:custGeom>
              <a:solidFill>
                <a:schemeClr val="tx1"/>
              </a:solidFill>
              <a:ln w="9525">
                <a:solidFill>
                  <a:schemeClr val="tx1"/>
                </a:solidFill>
                <a:round/>
                <a:headEnd/>
                <a:tailEnd/>
              </a:ln>
            </p:spPr>
            <p:txBody>
              <a:bodyPr/>
              <a:lstStyle/>
              <a:p>
                <a:endParaRPr lang="en-US"/>
              </a:p>
            </p:txBody>
          </p:sp>
          <p:sp>
            <p:nvSpPr>
              <p:cNvPr id="52501" name="Line 2790"/>
              <p:cNvSpPr>
                <a:spLocks noChangeShapeType="1"/>
              </p:cNvSpPr>
              <p:nvPr/>
            </p:nvSpPr>
            <p:spPr bwMode="auto">
              <a:xfrm>
                <a:off x="4251" y="2084"/>
                <a:ext cx="72" cy="4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502" name="Line 2791"/>
              <p:cNvSpPr>
                <a:spLocks noChangeShapeType="1"/>
              </p:cNvSpPr>
              <p:nvPr/>
            </p:nvSpPr>
            <p:spPr bwMode="auto">
              <a:xfrm>
                <a:off x="4348" y="2140"/>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503" name="Line 2792"/>
              <p:cNvSpPr>
                <a:spLocks noChangeShapeType="1"/>
              </p:cNvSpPr>
              <p:nvPr/>
            </p:nvSpPr>
            <p:spPr bwMode="auto">
              <a:xfrm>
                <a:off x="4443" y="2203"/>
                <a:ext cx="71" cy="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504" name="Line 2793"/>
              <p:cNvSpPr>
                <a:spLocks noChangeShapeType="1"/>
              </p:cNvSpPr>
              <p:nvPr/>
            </p:nvSpPr>
            <p:spPr bwMode="auto">
              <a:xfrm>
                <a:off x="4539" y="2259"/>
                <a:ext cx="47" cy="3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2440" name="Group 2794"/>
            <p:cNvGrpSpPr>
              <a:grpSpLocks/>
            </p:cNvGrpSpPr>
            <p:nvPr/>
          </p:nvGrpSpPr>
          <p:grpSpPr bwMode="auto">
            <a:xfrm>
              <a:off x="4236" y="3001"/>
              <a:ext cx="430" cy="279"/>
              <a:chOff x="4236" y="3001"/>
              <a:chExt cx="430" cy="279"/>
            </a:xfrm>
          </p:grpSpPr>
          <p:sp>
            <p:nvSpPr>
              <p:cNvPr id="52495" name="Freeform 2795"/>
              <p:cNvSpPr>
                <a:spLocks/>
              </p:cNvSpPr>
              <p:nvPr/>
            </p:nvSpPr>
            <p:spPr bwMode="auto">
              <a:xfrm>
                <a:off x="4554" y="3001"/>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0"/>
                    </a:moveTo>
                    <a:lnTo>
                      <a:pt x="32" y="88"/>
                    </a:lnTo>
                    <a:lnTo>
                      <a:pt x="16" y="64"/>
                    </a:lnTo>
                    <a:lnTo>
                      <a:pt x="0" y="40"/>
                    </a:lnTo>
                    <a:lnTo>
                      <a:pt x="112" y="0"/>
                    </a:lnTo>
                    <a:close/>
                  </a:path>
                </a:pathLst>
              </a:custGeom>
              <a:solidFill>
                <a:schemeClr val="tx1"/>
              </a:solidFill>
              <a:ln w="9525">
                <a:solidFill>
                  <a:schemeClr val="tx1"/>
                </a:solidFill>
                <a:round/>
                <a:headEnd/>
                <a:tailEnd/>
              </a:ln>
            </p:spPr>
            <p:txBody>
              <a:bodyPr/>
              <a:lstStyle/>
              <a:p>
                <a:endParaRPr lang="en-US"/>
              </a:p>
            </p:txBody>
          </p:sp>
          <p:sp>
            <p:nvSpPr>
              <p:cNvPr id="52496" name="Line 2796"/>
              <p:cNvSpPr>
                <a:spLocks noChangeShapeType="1"/>
              </p:cNvSpPr>
              <p:nvPr/>
            </p:nvSpPr>
            <p:spPr bwMode="auto">
              <a:xfrm flipV="1">
                <a:off x="4236" y="3233"/>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497" name="Line 2797"/>
              <p:cNvSpPr>
                <a:spLocks noChangeShapeType="1"/>
              </p:cNvSpPr>
              <p:nvPr/>
            </p:nvSpPr>
            <p:spPr bwMode="auto">
              <a:xfrm flipV="1">
                <a:off x="4332" y="3169"/>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498" name="Line 2798"/>
              <p:cNvSpPr>
                <a:spLocks noChangeShapeType="1"/>
              </p:cNvSpPr>
              <p:nvPr/>
            </p:nvSpPr>
            <p:spPr bwMode="auto">
              <a:xfrm flipV="1">
                <a:off x="4419" y="3114"/>
                <a:ext cx="80"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499" name="Line 2799"/>
              <p:cNvSpPr>
                <a:spLocks noChangeShapeType="1"/>
              </p:cNvSpPr>
              <p:nvPr/>
            </p:nvSpPr>
            <p:spPr bwMode="auto">
              <a:xfrm flipV="1">
                <a:off x="4515" y="3066"/>
                <a:ext cx="55" cy="3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2441" name="Group 2800"/>
            <p:cNvGrpSpPr>
              <a:grpSpLocks/>
            </p:cNvGrpSpPr>
            <p:nvPr/>
          </p:nvGrpSpPr>
          <p:grpSpPr bwMode="auto">
            <a:xfrm>
              <a:off x="3772" y="2682"/>
              <a:ext cx="423" cy="287"/>
              <a:chOff x="3772" y="2682"/>
              <a:chExt cx="423" cy="287"/>
            </a:xfrm>
          </p:grpSpPr>
          <p:sp>
            <p:nvSpPr>
              <p:cNvPr id="52490" name="Freeform 2801"/>
              <p:cNvSpPr>
                <a:spLocks/>
              </p:cNvSpPr>
              <p:nvPr/>
            </p:nvSpPr>
            <p:spPr bwMode="auto">
              <a:xfrm>
                <a:off x="4083" y="2881"/>
                <a:ext cx="112" cy="88"/>
              </a:xfrm>
              <a:custGeom>
                <a:avLst/>
                <a:gdLst>
                  <a:gd name="T0" fmla="*/ 112 w 112"/>
                  <a:gd name="T1" fmla="*/ 88 h 88"/>
                  <a:gd name="T2" fmla="*/ 0 w 112"/>
                  <a:gd name="T3" fmla="*/ 48 h 88"/>
                  <a:gd name="T4" fmla="*/ 16 w 112"/>
                  <a:gd name="T5" fmla="*/ 24 h 88"/>
                  <a:gd name="T6" fmla="*/ 32 w 112"/>
                  <a:gd name="T7" fmla="*/ 0 h 88"/>
                  <a:gd name="T8" fmla="*/ 112 w 112"/>
                  <a:gd name="T9" fmla="*/ 88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88"/>
                    </a:moveTo>
                    <a:lnTo>
                      <a:pt x="0" y="48"/>
                    </a:lnTo>
                    <a:lnTo>
                      <a:pt x="16" y="24"/>
                    </a:lnTo>
                    <a:lnTo>
                      <a:pt x="32" y="0"/>
                    </a:lnTo>
                    <a:lnTo>
                      <a:pt x="112" y="88"/>
                    </a:lnTo>
                    <a:close/>
                  </a:path>
                </a:pathLst>
              </a:custGeom>
              <a:solidFill>
                <a:schemeClr val="tx1"/>
              </a:solidFill>
              <a:ln w="9525">
                <a:solidFill>
                  <a:schemeClr val="tx1"/>
                </a:solidFill>
                <a:round/>
                <a:headEnd/>
                <a:tailEnd/>
              </a:ln>
            </p:spPr>
            <p:txBody>
              <a:bodyPr/>
              <a:lstStyle/>
              <a:p>
                <a:endParaRPr lang="en-US"/>
              </a:p>
            </p:txBody>
          </p:sp>
          <p:sp>
            <p:nvSpPr>
              <p:cNvPr id="52491" name="Line 2802"/>
              <p:cNvSpPr>
                <a:spLocks noChangeShapeType="1"/>
              </p:cNvSpPr>
              <p:nvPr/>
            </p:nvSpPr>
            <p:spPr bwMode="auto">
              <a:xfrm>
                <a:off x="3772" y="2682"/>
                <a:ext cx="72" cy="4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492" name="Line 2803"/>
              <p:cNvSpPr>
                <a:spLocks noChangeShapeType="1"/>
              </p:cNvSpPr>
              <p:nvPr/>
            </p:nvSpPr>
            <p:spPr bwMode="auto">
              <a:xfrm>
                <a:off x="3868" y="2746"/>
                <a:ext cx="72" cy="4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493" name="Line 2804"/>
              <p:cNvSpPr>
                <a:spLocks noChangeShapeType="1"/>
              </p:cNvSpPr>
              <p:nvPr/>
            </p:nvSpPr>
            <p:spPr bwMode="auto">
              <a:xfrm>
                <a:off x="3957" y="2810"/>
                <a:ext cx="70" cy="46"/>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494" name="Line 2805"/>
              <p:cNvSpPr>
                <a:spLocks noChangeShapeType="1"/>
              </p:cNvSpPr>
              <p:nvPr/>
            </p:nvSpPr>
            <p:spPr bwMode="auto">
              <a:xfrm>
                <a:off x="4051" y="2873"/>
                <a:ext cx="48" cy="3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2442" name="Group 2806"/>
            <p:cNvGrpSpPr>
              <a:grpSpLocks/>
            </p:cNvGrpSpPr>
            <p:nvPr/>
          </p:nvGrpSpPr>
          <p:grpSpPr bwMode="auto">
            <a:xfrm>
              <a:off x="3780" y="2387"/>
              <a:ext cx="431" cy="279"/>
              <a:chOff x="3780" y="2387"/>
              <a:chExt cx="431" cy="279"/>
            </a:xfrm>
          </p:grpSpPr>
          <p:sp>
            <p:nvSpPr>
              <p:cNvPr id="52485" name="Freeform 2807"/>
              <p:cNvSpPr>
                <a:spLocks/>
              </p:cNvSpPr>
              <p:nvPr/>
            </p:nvSpPr>
            <p:spPr bwMode="auto">
              <a:xfrm>
                <a:off x="4099" y="2578"/>
                <a:ext cx="112" cy="88"/>
              </a:xfrm>
              <a:custGeom>
                <a:avLst/>
                <a:gdLst>
                  <a:gd name="T0" fmla="*/ 112 w 112"/>
                  <a:gd name="T1" fmla="*/ 88 h 88"/>
                  <a:gd name="T2" fmla="*/ 0 w 112"/>
                  <a:gd name="T3" fmla="*/ 48 h 88"/>
                  <a:gd name="T4" fmla="*/ 16 w 112"/>
                  <a:gd name="T5" fmla="*/ 24 h 88"/>
                  <a:gd name="T6" fmla="*/ 32 w 112"/>
                  <a:gd name="T7" fmla="*/ 0 h 88"/>
                  <a:gd name="T8" fmla="*/ 112 w 112"/>
                  <a:gd name="T9" fmla="*/ 88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88"/>
                    </a:moveTo>
                    <a:lnTo>
                      <a:pt x="0" y="48"/>
                    </a:lnTo>
                    <a:lnTo>
                      <a:pt x="16" y="24"/>
                    </a:lnTo>
                    <a:lnTo>
                      <a:pt x="32" y="0"/>
                    </a:lnTo>
                    <a:lnTo>
                      <a:pt x="112" y="88"/>
                    </a:lnTo>
                    <a:close/>
                  </a:path>
                </a:pathLst>
              </a:custGeom>
              <a:solidFill>
                <a:schemeClr val="tx1"/>
              </a:solidFill>
              <a:ln w="9525">
                <a:solidFill>
                  <a:schemeClr val="tx1"/>
                </a:solidFill>
                <a:round/>
                <a:headEnd/>
                <a:tailEnd/>
              </a:ln>
            </p:spPr>
            <p:txBody>
              <a:bodyPr/>
              <a:lstStyle/>
              <a:p>
                <a:endParaRPr lang="en-US"/>
              </a:p>
            </p:txBody>
          </p:sp>
          <p:sp>
            <p:nvSpPr>
              <p:cNvPr id="52486" name="Line 2808"/>
              <p:cNvSpPr>
                <a:spLocks noChangeShapeType="1"/>
              </p:cNvSpPr>
              <p:nvPr/>
            </p:nvSpPr>
            <p:spPr bwMode="auto">
              <a:xfrm>
                <a:off x="3780" y="2387"/>
                <a:ext cx="72" cy="4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487" name="Line 2809"/>
              <p:cNvSpPr>
                <a:spLocks noChangeShapeType="1"/>
              </p:cNvSpPr>
              <p:nvPr/>
            </p:nvSpPr>
            <p:spPr bwMode="auto">
              <a:xfrm>
                <a:off x="3877" y="2451"/>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488" name="Line 2810"/>
              <p:cNvSpPr>
                <a:spLocks noChangeShapeType="1"/>
              </p:cNvSpPr>
              <p:nvPr/>
            </p:nvSpPr>
            <p:spPr bwMode="auto">
              <a:xfrm>
                <a:off x="3965" y="2507"/>
                <a:ext cx="78" cy="46"/>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489" name="Line 2811"/>
              <p:cNvSpPr>
                <a:spLocks noChangeShapeType="1"/>
              </p:cNvSpPr>
              <p:nvPr/>
            </p:nvSpPr>
            <p:spPr bwMode="auto">
              <a:xfrm>
                <a:off x="4060" y="2570"/>
                <a:ext cx="55" cy="3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2443" name="Group 2812"/>
            <p:cNvGrpSpPr>
              <a:grpSpLocks/>
            </p:cNvGrpSpPr>
            <p:nvPr/>
          </p:nvGrpSpPr>
          <p:grpSpPr bwMode="auto">
            <a:xfrm>
              <a:off x="3780" y="1781"/>
              <a:ext cx="415" cy="263"/>
              <a:chOff x="3780" y="1781"/>
              <a:chExt cx="415" cy="263"/>
            </a:xfrm>
          </p:grpSpPr>
          <p:sp>
            <p:nvSpPr>
              <p:cNvPr id="52480" name="Freeform 2813"/>
              <p:cNvSpPr>
                <a:spLocks/>
              </p:cNvSpPr>
              <p:nvPr/>
            </p:nvSpPr>
            <p:spPr bwMode="auto">
              <a:xfrm>
                <a:off x="4083" y="1781"/>
                <a:ext cx="112" cy="87"/>
              </a:xfrm>
              <a:custGeom>
                <a:avLst/>
                <a:gdLst>
                  <a:gd name="T0" fmla="*/ 112 w 112"/>
                  <a:gd name="T1" fmla="*/ 0 h 87"/>
                  <a:gd name="T2" fmla="*/ 32 w 112"/>
                  <a:gd name="T3" fmla="*/ 87 h 87"/>
                  <a:gd name="T4" fmla="*/ 16 w 112"/>
                  <a:gd name="T5" fmla="*/ 64 h 87"/>
                  <a:gd name="T6" fmla="*/ 0 w 112"/>
                  <a:gd name="T7" fmla="*/ 40 h 87"/>
                  <a:gd name="T8" fmla="*/ 112 w 112"/>
                  <a:gd name="T9" fmla="*/ 0 h 8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7">
                    <a:moveTo>
                      <a:pt x="112" y="0"/>
                    </a:moveTo>
                    <a:lnTo>
                      <a:pt x="32" y="87"/>
                    </a:lnTo>
                    <a:lnTo>
                      <a:pt x="16" y="64"/>
                    </a:lnTo>
                    <a:lnTo>
                      <a:pt x="0" y="40"/>
                    </a:lnTo>
                    <a:lnTo>
                      <a:pt x="112" y="0"/>
                    </a:lnTo>
                    <a:close/>
                  </a:path>
                </a:pathLst>
              </a:custGeom>
              <a:solidFill>
                <a:schemeClr val="tx1"/>
              </a:solidFill>
              <a:ln w="9525">
                <a:solidFill>
                  <a:schemeClr val="tx1"/>
                </a:solidFill>
                <a:round/>
                <a:headEnd/>
                <a:tailEnd/>
              </a:ln>
            </p:spPr>
            <p:txBody>
              <a:bodyPr/>
              <a:lstStyle/>
              <a:p>
                <a:endParaRPr lang="en-US"/>
              </a:p>
            </p:txBody>
          </p:sp>
          <p:sp>
            <p:nvSpPr>
              <p:cNvPr id="52481" name="Line 2814"/>
              <p:cNvSpPr>
                <a:spLocks noChangeShapeType="1"/>
              </p:cNvSpPr>
              <p:nvPr/>
            </p:nvSpPr>
            <p:spPr bwMode="auto">
              <a:xfrm flipV="1">
                <a:off x="3780" y="1996"/>
                <a:ext cx="72" cy="4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482" name="Line 2815"/>
              <p:cNvSpPr>
                <a:spLocks noChangeShapeType="1"/>
              </p:cNvSpPr>
              <p:nvPr/>
            </p:nvSpPr>
            <p:spPr bwMode="auto">
              <a:xfrm flipV="1">
                <a:off x="3876" y="1940"/>
                <a:ext cx="72" cy="4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483" name="Line 2816"/>
              <p:cNvSpPr>
                <a:spLocks noChangeShapeType="1"/>
              </p:cNvSpPr>
              <p:nvPr/>
            </p:nvSpPr>
            <p:spPr bwMode="auto">
              <a:xfrm flipV="1">
                <a:off x="3973" y="1878"/>
                <a:ext cx="70" cy="46"/>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484" name="Line 2817"/>
              <p:cNvSpPr>
                <a:spLocks noChangeShapeType="1"/>
              </p:cNvSpPr>
              <p:nvPr/>
            </p:nvSpPr>
            <p:spPr bwMode="auto">
              <a:xfrm flipV="1">
                <a:off x="4059" y="1846"/>
                <a:ext cx="40" cy="1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2444" name="Group 2818"/>
            <p:cNvGrpSpPr>
              <a:grpSpLocks/>
            </p:cNvGrpSpPr>
            <p:nvPr/>
          </p:nvGrpSpPr>
          <p:grpSpPr bwMode="auto">
            <a:xfrm>
              <a:off x="3780" y="1765"/>
              <a:ext cx="447" cy="279"/>
              <a:chOff x="3780" y="1765"/>
              <a:chExt cx="447" cy="279"/>
            </a:xfrm>
          </p:grpSpPr>
          <p:sp>
            <p:nvSpPr>
              <p:cNvPr id="52475" name="Freeform 2819"/>
              <p:cNvSpPr>
                <a:spLocks/>
              </p:cNvSpPr>
              <p:nvPr/>
            </p:nvSpPr>
            <p:spPr bwMode="auto">
              <a:xfrm>
                <a:off x="4115" y="1964"/>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0">
                    <a:moveTo>
                      <a:pt x="112" y="80"/>
                    </a:moveTo>
                    <a:lnTo>
                      <a:pt x="0" y="48"/>
                    </a:lnTo>
                    <a:lnTo>
                      <a:pt x="16" y="24"/>
                    </a:lnTo>
                    <a:lnTo>
                      <a:pt x="32" y="0"/>
                    </a:lnTo>
                    <a:lnTo>
                      <a:pt x="112" y="80"/>
                    </a:lnTo>
                    <a:close/>
                  </a:path>
                </a:pathLst>
              </a:custGeom>
              <a:solidFill>
                <a:schemeClr val="tx1"/>
              </a:solidFill>
              <a:ln w="9525">
                <a:solidFill>
                  <a:schemeClr val="tx1"/>
                </a:solidFill>
                <a:round/>
                <a:headEnd/>
                <a:tailEnd/>
              </a:ln>
            </p:spPr>
            <p:txBody>
              <a:bodyPr/>
              <a:lstStyle/>
              <a:p>
                <a:endParaRPr lang="en-US"/>
              </a:p>
            </p:txBody>
          </p:sp>
          <p:sp>
            <p:nvSpPr>
              <p:cNvPr id="52476" name="Line 2820"/>
              <p:cNvSpPr>
                <a:spLocks noChangeShapeType="1"/>
              </p:cNvSpPr>
              <p:nvPr/>
            </p:nvSpPr>
            <p:spPr bwMode="auto">
              <a:xfrm>
                <a:off x="3780" y="1765"/>
                <a:ext cx="72" cy="4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477" name="Line 2821"/>
              <p:cNvSpPr>
                <a:spLocks noChangeShapeType="1"/>
              </p:cNvSpPr>
              <p:nvPr/>
            </p:nvSpPr>
            <p:spPr bwMode="auto">
              <a:xfrm>
                <a:off x="3877" y="1821"/>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478" name="Line 2822"/>
              <p:cNvSpPr>
                <a:spLocks noChangeShapeType="1"/>
              </p:cNvSpPr>
              <p:nvPr/>
            </p:nvSpPr>
            <p:spPr bwMode="auto">
              <a:xfrm>
                <a:off x="3972" y="1884"/>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479" name="Line 2823"/>
              <p:cNvSpPr>
                <a:spLocks noChangeShapeType="1"/>
              </p:cNvSpPr>
              <p:nvPr/>
            </p:nvSpPr>
            <p:spPr bwMode="auto">
              <a:xfrm>
                <a:off x="4068" y="1940"/>
                <a:ext cx="63"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2445" name="Group 2824"/>
            <p:cNvGrpSpPr>
              <a:grpSpLocks/>
            </p:cNvGrpSpPr>
            <p:nvPr/>
          </p:nvGrpSpPr>
          <p:grpSpPr bwMode="auto">
            <a:xfrm>
              <a:off x="3326" y="1781"/>
              <a:ext cx="430" cy="255"/>
              <a:chOff x="3326" y="1781"/>
              <a:chExt cx="430" cy="255"/>
            </a:xfrm>
          </p:grpSpPr>
          <p:sp>
            <p:nvSpPr>
              <p:cNvPr id="52470" name="Freeform 2825"/>
              <p:cNvSpPr>
                <a:spLocks/>
              </p:cNvSpPr>
              <p:nvPr/>
            </p:nvSpPr>
            <p:spPr bwMode="auto">
              <a:xfrm>
                <a:off x="3644" y="1956"/>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0">
                    <a:moveTo>
                      <a:pt x="112" y="80"/>
                    </a:moveTo>
                    <a:lnTo>
                      <a:pt x="0" y="48"/>
                    </a:lnTo>
                    <a:lnTo>
                      <a:pt x="16" y="24"/>
                    </a:lnTo>
                    <a:lnTo>
                      <a:pt x="32" y="0"/>
                    </a:lnTo>
                    <a:lnTo>
                      <a:pt x="112" y="80"/>
                    </a:lnTo>
                    <a:close/>
                  </a:path>
                </a:pathLst>
              </a:custGeom>
              <a:solidFill>
                <a:schemeClr val="tx1"/>
              </a:solidFill>
              <a:ln w="9525">
                <a:solidFill>
                  <a:schemeClr val="tx1"/>
                </a:solidFill>
                <a:round/>
                <a:headEnd/>
                <a:tailEnd/>
              </a:ln>
            </p:spPr>
            <p:txBody>
              <a:bodyPr/>
              <a:lstStyle/>
              <a:p>
                <a:endParaRPr lang="en-US"/>
              </a:p>
            </p:txBody>
          </p:sp>
          <p:sp>
            <p:nvSpPr>
              <p:cNvPr id="52471" name="Line 2826"/>
              <p:cNvSpPr>
                <a:spLocks noChangeShapeType="1"/>
              </p:cNvSpPr>
              <p:nvPr/>
            </p:nvSpPr>
            <p:spPr bwMode="auto">
              <a:xfrm>
                <a:off x="3326" y="1781"/>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472" name="Line 2827"/>
              <p:cNvSpPr>
                <a:spLocks noChangeShapeType="1"/>
              </p:cNvSpPr>
              <p:nvPr/>
            </p:nvSpPr>
            <p:spPr bwMode="auto">
              <a:xfrm>
                <a:off x="3422" y="1837"/>
                <a:ext cx="79"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473" name="Line 2828"/>
              <p:cNvSpPr>
                <a:spLocks noChangeShapeType="1"/>
              </p:cNvSpPr>
              <p:nvPr/>
            </p:nvSpPr>
            <p:spPr bwMode="auto">
              <a:xfrm>
                <a:off x="3516" y="1892"/>
                <a:ext cx="80"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474" name="Line 2829"/>
              <p:cNvSpPr>
                <a:spLocks noChangeShapeType="1"/>
              </p:cNvSpPr>
              <p:nvPr/>
            </p:nvSpPr>
            <p:spPr bwMode="auto">
              <a:xfrm>
                <a:off x="3612" y="1948"/>
                <a:ext cx="48" cy="3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2446" name="Group 2830"/>
            <p:cNvGrpSpPr>
              <a:grpSpLocks/>
            </p:cNvGrpSpPr>
            <p:nvPr/>
          </p:nvGrpSpPr>
          <p:grpSpPr bwMode="auto">
            <a:xfrm>
              <a:off x="3325" y="2698"/>
              <a:ext cx="415" cy="279"/>
              <a:chOff x="3325" y="2698"/>
              <a:chExt cx="415" cy="279"/>
            </a:xfrm>
          </p:grpSpPr>
          <p:sp>
            <p:nvSpPr>
              <p:cNvPr id="52465" name="Freeform 2831"/>
              <p:cNvSpPr>
                <a:spLocks/>
              </p:cNvSpPr>
              <p:nvPr/>
            </p:nvSpPr>
            <p:spPr bwMode="auto">
              <a:xfrm>
                <a:off x="3628" y="2889"/>
                <a:ext cx="112" cy="88"/>
              </a:xfrm>
              <a:custGeom>
                <a:avLst/>
                <a:gdLst>
                  <a:gd name="T0" fmla="*/ 112 w 112"/>
                  <a:gd name="T1" fmla="*/ 88 h 88"/>
                  <a:gd name="T2" fmla="*/ 0 w 112"/>
                  <a:gd name="T3" fmla="*/ 48 h 88"/>
                  <a:gd name="T4" fmla="*/ 16 w 112"/>
                  <a:gd name="T5" fmla="*/ 24 h 88"/>
                  <a:gd name="T6" fmla="*/ 32 w 112"/>
                  <a:gd name="T7" fmla="*/ 0 h 88"/>
                  <a:gd name="T8" fmla="*/ 112 w 112"/>
                  <a:gd name="T9" fmla="*/ 88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88"/>
                    </a:moveTo>
                    <a:lnTo>
                      <a:pt x="0" y="48"/>
                    </a:lnTo>
                    <a:lnTo>
                      <a:pt x="16" y="24"/>
                    </a:lnTo>
                    <a:lnTo>
                      <a:pt x="32" y="0"/>
                    </a:lnTo>
                    <a:lnTo>
                      <a:pt x="112" y="88"/>
                    </a:lnTo>
                    <a:close/>
                  </a:path>
                </a:pathLst>
              </a:custGeom>
              <a:solidFill>
                <a:schemeClr val="tx1"/>
              </a:solidFill>
              <a:ln w="9525">
                <a:solidFill>
                  <a:schemeClr val="tx1"/>
                </a:solidFill>
                <a:round/>
                <a:headEnd/>
                <a:tailEnd/>
              </a:ln>
            </p:spPr>
            <p:txBody>
              <a:bodyPr/>
              <a:lstStyle/>
              <a:p>
                <a:endParaRPr lang="en-US"/>
              </a:p>
            </p:txBody>
          </p:sp>
          <p:sp>
            <p:nvSpPr>
              <p:cNvPr id="52466" name="Line 2832"/>
              <p:cNvSpPr>
                <a:spLocks noChangeShapeType="1"/>
              </p:cNvSpPr>
              <p:nvPr/>
            </p:nvSpPr>
            <p:spPr bwMode="auto">
              <a:xfrm>
                <a:off x="3325" y="2698"/>
                <a:ext cx="72" cy="4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467" name="Line 2833"/>
              <p:cNvSpPr>
                <a:spLocks noChangeShapeType="1"/>
              </p:cNvSpPr>
              <p:nvPr/>
            </p:nvSpPr>
            <p:spPr bwMode="auto">
              <a:xfrm>
                <a:off x="3421" y="2762"/>
                <a:ext cx="72" cy="4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468" name="Line 2834"/>
              <p:cNvSpPr>
                <a:spLocks noChangeShapeType="1"/>
              </p:cNvSpPr>
              <p:nvPr/>
            </p:nvSpPr>
            <p:spPr bwMode="auto">
              <a:xfrm>
                <a:off x="3510" y="2826"/>
                <a:ext cx="70" cy="46"/>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469" name="Line 2835"/>
              <p:cNvSpPr>
                <a:spLocks noChangeShapeType="1"/>
              </p:cNvSpPr>
              <p:nvPr/>
            </p:nvSpPr>
            <p:spPr bwMode="auto">
              <a:xfrm>
                <a:off x="3604" y="2881"/>
                <a:ext cx="40" cy="3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2447" name="Group 2836"/>
            <p:cNvGrpSpPr>
              <a:grpSpLocks/>
            </p:cNvGrpSpPr>
            <p:nvPr/>
          </p:nvGrpSpPr>
          <p:grpSpPr bwMode="auto">
            <a:xfrm>
              <a:off x="2878" y="2395"/>
              <a:ext cx="423" cy="271"/>
              <a:chOff x="2878" y="2395"/>
              <a:chExt cx="423" cy="271"/>
            </a:xfrm>
          </p:grpSpPr>
          <p:sp>
            <p:nvSpPr>
              <p:cNvPr id="52460" name="Freeform 2837"/>
              <p:cNvSpPr>
                <a:spLocks/>
              </p:cNvSpPr>
              <p:nvPr/>
            </p:nvSpPr>
            <p:spPr bwMode="auto">
              <a:xfrm>
                <a:off x="3189" y="2578"/>
                <a:ext cx="112" cy="88"/>
              </a:xfrm>
              <a:custGeom>
                <a:avLst/>
                <a:gdLst>
                  <a:gd name="T0" fmla="*/ 112 w 112"/>
                  <a:gd name="T1" fmla="*/ 88 h 88"/>
                  <a:gd name="T2" fmla="*/ 0 w 112"/>
                  <a:gd name="T3" fmla="*/ 48 h 88"/>
                  <a:gd name="T4" fmla="*/ 16 w 112"/>
                  <a:gd name="T5" fmla="*/ 24 h 88"/>
                  <a:gd name="T6" fmla="*/ 32 w 112"/>
                  <a:gd name="T7" fmla="*/ 0 h 88"/>
                  <a:gd name="T8" fmla="*/ 112 w 112"/>
                  <a:gd name="T9" fmla="*/ 88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88"/>
                    </a:moveTo>
                    <a:lnTo>
                      <a:pt x="0" y="48"/>
                    </a:lnTo>
                    <a:lnTo>
                      <a:pt x="16" y="24"/>
                    </a:lnTo>
                    <a:lnTo>
                      <a:pt x="32" y="0"/>
                    </a:lnTo>
                    <a:lnTo>
                      <a:pt x="112" y="88"/>
                    </a:lnTo>
                    <a:close/>
                  </a:path>
                </a:pathLst>
              </a:custGeom>
              <a:solidFill>
                <a:schemeClr val="tx1"/>
              </a:solidFill>
              <a:ln w="9525">
                <a:solidFill>
                  <a:schemeClr val="tx1"/>
                </a:solidFill>
                <a:round/>
                <a:headEnd/>
                <a:tailEnd/>
              </a:ln>
            </p:spPr>
            <p:txBody>
              <a:bodyPr/>
              <a:lstStyle/>
              <a:p>
                <a:endParaRPr lang="en-US"/>
              </a:p>
            </p:txBody>
          </p:sp>
          <p:sp>
            <p:nvSpPr>
              <p:cNvPr id="52461" name="Line 2838"/>
              <p:cNvSpPr>
                <a:spLocks noChangeShapeType="1"/>
              </p:cNvSpPr>
              <p:nvPr/>
            </p:nvSpPr>
            <p:spPr bwMode="auto">
              <a:xfrm>
                <a:off x="2878" y="2395"/>
                <a:ext cx="72" cy="4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462" name="Line 2839"/>
              <p:cNvSpPr>
                <a:spLocks noChangeShapeType="1"/>
              </p:cNvSpPr>
              <p:nvPr/>
            </p:nvSpPr>
            <p:spPr bwMode="auto">
              <a:xfrm>
                <a:off x="2975" y="2459"/>
                <a:ext cx="70" cy="3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463" name="Line 2840"/>
              <p:cNvSpPr>
                <a:spLocks noChangeShapeType="1"/>
              </p:cNvSpPr>
              <p:nvPr/>
            </p:nvSpPr>
            <p:spPr bwMode="auto">
              <a:xfrm>
                <a:off x="3070" y="2515"/>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464" name="Line 2841"/>
              <p:cNvSpPr>
                <a:spLocks noChangeShapeType="1"/>
              </p:cNvSpPr>
              <p:nvPr/>
            </p:nvSpPr>
            <p:spPr bwMode="auto">
              <a:xfrm>
                <a:off x="3157" y="2578"/>
                <a:ext cx="48" cy="2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2448" name="Group 2842"/>
            <p:cNvGrpSpPr>
              <a:grpSpLocks/>
            </p:cNvGrpSpPr>
            <p:nvPr/>
          </p:nvGrpSpPr>
          <p:grpSpPr bwMode="auto">
            <a:xfrm>
              <a:off x="2862" y="3001"/>
              <a:ext cx="423" cy="263"/>
              <a:chOff x="2862" y="3001"/>
              <a:chExt cx="423" cy="263"/>
            </a:xfrm>
          </p:grpSpPr>
          <p:sp>
            <p:nvSpPr>
              <p:cNvPr id="52455" name="Freeform 2843"/>
              <p:cNvSpPr>
                <a:spLocks/>
              </p:cNvSpPr>
              <p:nvPr/>
            </p:nvSpPr>
            <p:spPr bwMode="auto">
              <a:xfrm>
                <a:off x="3173" y="3185"/>
                <a:ext cx="112" cy="79"/>
              </a:xfrm>
              <a:custGeom>
                <a:avLst/>
                <a:gdLst>
                  <a:gd name="T0" fmla="*/ 112 w 112"/>
                  <a:gd name="T1" fmla="*/ 79 h 79"/>
                  <a:gd name="T2" fmla="*/ 0 w 112"/>
                  <a:gd name="T3" fmla="*/ 47 h 79"/>
                  <a:gd name="T4" fmla="*/ 16 w 112"/>
                  <a:gd name="T5" fmla="*/ 23 h 79"/>
                  <a:gd name="T6" fmla="*/ 32 w 112"/>
                  <a:gd name="T7" fmla="*/ 0 h 79"/>
                  <a:gd name="T8" fmla="*/ 112 w 112"/>
                  <a:gd name="T9" fmla="*/ 79 h 7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79">
                    <a:moveTo>
                      <a:pt x="112" y="79"/>
                    </a:moveTo>
                    <a:lnTo>
                      <a:pt x="0" y="47"/>
                    </a:lnTo>
                    <a:lnTo>
                      <a:pt x="16" y="23"/>
                    </a:lnTo>
                    <a:lnTo>
                      <a:pt x="32" y="0"/>
                    </a:lnTo>
                    <a:lnTo>
                      <a:pt x="112" y="79"/>
                    </a:lnTo>
                    <a:close/>
                  </a:path>
                </a:pathLst>
              </a:custGeom>
              <a:solidFill>
                <a:schemeClr val="tx1"/>
              </a:solidFill>
              <a:ln w="9525">
                <a:solidFill>
                  <a:schemeClr val="tx1"/>
                </a:solidFill>
                <a:round/>
                <a:headEnd/>
                <a:tailEnd/>
              </a:ln>
            </p:spPr>
            <p:txBody>
              <a:bodyPr/>
              <a:lstStyle/>
              <a:p>
                <a:endParaRPr lang="en-US"/>
              </a:p>
            </p:txBody>
          </p:sp>
          <p:sp>
            <p:nvSpPr>
              <p:cNvPr id="52456" name="Line 2844"/>
              <p:cNvSpPr>
                <a:spLocks noChangeShapeType="1"/>
              </p:cNvSpPr>
              <p:nvPr/>
            </p:nvSpPr>
            <p:spPr bwMode="auto">
              <a:xfrm>
                <a:off x="2862" y="3001"/>
                <a:ext cx="72" cy="4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457" name="Line 2845"/>
              <p:cNvSpPr>
                <a:spLocks noChangeShapeType="1"/>
              </p:cNvSpPr>
              <p:nvPr/>
            </p:nvSpPr>
            <p:spPr bwMode="auto">
              <a:xfrm>
                <a:off x="2958" y="3057"/>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458" name="Line 2846"/>
              <p:cNvSpPr>
                <a:spLocks noChangeShapeType="1"/>
              </p:cNvSpPr>
              <p:nvPr/>
            </p:nvSpPr>
            <p:spPr bwMode="auto">
              <a:xfrm>
                <a:off x="3054" y="3121"/>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459" name="Line 2847"/>
              <p:cNvSpPr>
                <a:spLocks noChangeShapeType="1"/>
              </p:cNvSpPr>
              <p:nvPr/>
            </p:nvSpPr>
            <p:spPr bwMode="auto">
              <a:xfrm>
                <a:off x="3150" y="3177"/>
                <a:ext cx="39" cy="3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2449" name="Group 2848"/>
            <p:cNvGrpSpPr>
              <a:grpSpLocks/>
            </p:cNvGrpSpPr>
            <p:nvPr/>
          </p:nvGrpSpPr>
          <p:grpSpPr bwMode="auto">
            <a:xfrm>
              <a:off x="3318" y="3304"/>
              <a:ext cx="422" cy="287"/>
              <a:chOff x="3318" y="3304"/>
              <a:chExt cx="422" cy="287"/>
            </a:xfrm>
          </p:grpSpPr>
          <p:sp>
            <p:nvSpPr>
              <p:cNvPr id="52450" name="Freeform 2849"/>
              <p:cNvSpPr>
                <a:spLocks/>
              </p:cNvSpPr>
              <p:nvPr/>
            </p:nvSpPr>
            <p:spPr bwMode="auto">
              <a:xfrm>
                <a:off x="3628" y="3304"/>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0"/>
                    </a:moveTo>
                    <a:lnTo>
                      <a:pt x="32" y="88"/>
                    </a:lnTo>
                    <a:lnTo>
                      <a:pt x="16" y="64"/>
                    </a:lnTo>
                    <a:lnTo>
                      <a:pt x="0" y="40"/>
                    </a:lnTo>
                    <a:lnTo>
                      <a:pt x="112" y="0"/>
                    </a:lnTo>
                    <a:close/>
                  </a:path>
                </a:pathLst>
              </a:custGeom>
              <a:solidFill>
                <a:schemeClr val="tx1"/>
              </a:solidFill>
              <a:ln w="9525">
                <a:solidFill>
                  <a:schemeClr val="tx1"/>
                </a:solidFill>
                <a:round/>
                <a:headEnd/>
                <a:tailEnd/>
              </a:ln>
            </p:spPr>
            <p:txBody>
              <a:bodyPr/>
              <a:lstStyle/>
              <a:p>
                <a:endParaRPr lang="en-US"/>
              </a:p>
            </p:txBody>
          </p:sp>
          <p:sp>
            <p:nvSpPr>
              <p:cNvPr id="52451" name="Line 2850"/>
              <p:cNvSpPr>
                <a:spLocks noChangeShapeType="1"/>
              </p:cNvSpPr>
              <p:nvPr/>
            </p:nvSpPr>
            <p:spPr bwMode="auto">
              <a:xfrm flipV="1">
                <a:off x="3318" y="3544"/>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452" name="Line 2851"/>
              <p:cNvSpPr>
                <a:spLocks noChangeShapeType="1"/>
              </p:cNvSpPr>
              <p:nvPr/>
            </p:nvSpPr>
            <p:spPr bwMode="auto">
              <a:xfrm flipV="1">
                <a:off x="3413" y="3481"/>
                <a:ext cx="72"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453" name="Line 2852"/>
              <p:cNvSpPr>
                <a:spLocks noChangeShapeType="1"/>
              </p:cNvSpPr>
              <p:nvPr/>
            </p:nvSpPr>
            <p:spPr bwMode="auto">
              <a:xfrm flipV="1">
                <a:off x="3501" y="3417"/>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454" name="Line 2853"/>
              <p:cNvSpPr>
                <a:spLocks noChangeShapeType="1"/>
              </p:cNvSpPr>
              <p:nvPr/>
            </p:nvSpPr>
            <p:spPr bwMode="auto">
              <a:xfrm flipV="1">
                <a:off x="3596" y="3368"/>
                <a:ext cx="48" cy="3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pic>
        <p:nvPicPr>
          <p:cNvPr id="1147686" name="Picture 285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805239" y="2506664"/>
            <a:ext cx="4960937" cy="3013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57150">
                <a:solidFill>
                  <a:schemeClr val="bg1"/>
                </a:solidFill>
                <a:miter lim="800000"/>
                <a:headEnd/>
                <a:tailEnd type="none" w="med" len="lg"/>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 name="Rectangle 1264">
            <a:extLst>
              <a:ext uri="{FF2B5EF4-FFF2-40B4-BE49-F238E27FC236}">
                <a16:creationId xmlns:a16="http://schemas.microsoft.com/office/drawing/2014/main" id="{33BF9D9B-64AC-77F0-8168-F6B679D80A4F}"/>
              </a:ext>
            </a:extLst>
          </p:cNvPr>
          <p:cNvSpPr>
            <a:spLocks noGrp="1" noChangeArrowheads="1"/>
          </p:cNvSpPr>
          <p:nvPr>
            <p:ph type="body" idx="1"/>
          </p:nvPr>
        </p:nvSpPr>
        <p:spPr>
          <a:xfrm>
            <a:off x="441556" y="1118139"/>
            <a:ext cx="10363200" cy="4401600"/>
          </a:xfrm>
        </p:spPr>
        <p:txBody>
          <a:bodyPr/>
          <a:lstStyle/>
          <a:p>
            <a:pPr marL="86360" indent="0" eaLnBrk="1" hangingPunct="1">
              <a:buNone/>
            </a:pPr>
            <a:r>
              <a:rPr lang="en-US" dirty="0"/>
              <a:t>Operational forecasting system</a:t>
            </a:r>
          </a:p>
        </p:txBody>
      </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1145408"/>
                                        </p:tgtEl>
                                        <p:attrNameLst>
                                          <p:attrName>style.visibility</p:attrName>
                                        </p:attrNameLst>
                                      </p:cBhvr>
                                      <p:to>
                                        <p:strVal val="visible"/>
                                      </p:to>
                                    </p:set>
                                    <p:animEffect transition="in" filter="wipe(up)">
                                      <p:cBhvr>
                                        <p:cTn id="7" dur="500"/>
                                        <p:tgtEl>
                                          <p:spTgt spid="1145408"/>
                                        </p:tgtEl>
                                      </p:cBhvr>
                                    </p:animEffect>
                                  </p:childTnLst>
                                </p:cTn>
                              </p:par>
                            </p:childTnLst>
                          </p:cTn>
                        </p:par>
                        <p:par>
                          <p:cTn id="8" fill="hold" nodeType="afterGroup">
                            <p:stCondLst>
                              <p:cond delay="500"/>
                            </p:stCondLst>
                            <p:childTnLst>
                              <p:par>
                                <p:cTn id="9" presetID="22" presetClass="entr" presetSubtype="8" fill="hold" nodeType="afterEffect">
                                  <p:stCondLst>
                                    <p:cond delay="0"/>
                                  </p:stCondLst>
                                  <p:childTnLst>
                                    <p:set>
                                      <p:cBhvr>
                                        <p:cTn id="10" dur="1" fill="hold">
                                          <p:stCondLst>
                                            <p:cond delay="0"/>
                                          </p:stCondLst>
                                        </p:cTn>
                                        <p:tgtEl>
                                          <p:spTgt spid="1145409"/>
                                        </p:tgtEl>
                                        <p:attrNameLst>
                                          <p:attrName>style.visibility</p:attrName>
                                        </p:attrNameLst>
                                      </p:cBhvr>
                                      <p:to>
                                        <p:strVal val="visible"/>
                                      </p:to>
                                    </p:set>
                                    <p:animEffect transition="in" filter="wipe(left)">
                                      <p:cBhvr>
                                        <p:cTn id="11" dur="500"/>
                                        <p:tgtEl>
                                          <p:spTgt spid="1145409"/>
                                        </p:tgtEl>
                                      </p:cBhvr>
                                    </p:animEffect>
                                  </p:childTnLst>
                                </p:cTn>
                              </p:par>
                            </p:childTnLst>
                          </p:cTn>
                        </p:par>
                      </p:childTnLst>
                    </p:cTn>
                  </p:par>
                  <p:par>
                    <p:cTn id="12" fill="hold" nodeType="clickPar">
                      <p:stCondLst>
                        <p:cond delay="indefinite"/>
                      </p:stCondLst>
                      <p:childTnLst>
                        <p:par>
                          <p:cTn id="13" fill="hold" nodeType="withGroup">
                            <p:stCondLst>
                              <p:cond delay="0"/>
                            </p:stCondLst>
                            <p:childTnLst>
                              <p:par>
                                <p:cTn id="14" presetID="22" presetClass="entr" presetSubtype="8" fill="hold" nodeType="clickEffect">
                                  <p:stCondLst>
                                    <p:cond delay="0"/>
                                  </p:stCondLst>
                                  <p:childTnLst>
                                    <p:set>
                                      <p:cBhvr>
                                        <p:cTn id="15" dur="1" fill="hold">
                                          <p:stCondLst>
                                            <p:cond delay="0"/>
                                          </p:stCondLst>
                                        </p:cTn>
                                        <p:tgtEl>
                                          <p:spTgt spid="1147686"/>
                                        </p:tgtEl>
                                        <p:attrNameLst>
                                          <p:attrName>style.visibility</p:attrName>
                                        </p:attrNameLst>
                                      </p:cBhvr>
                                      <p:to>
                                        <p:strVal val="visible"/>
                                      </p:to>
                                    </p:set>
                                    <p:animEffect transition="in" filter="wipe(left)">
                                      <p:cBhvr>
                                        <p:cTn id="16" dur="500"/>
                                        <p:tgtEl>
                                          <p:spTgt spid="114768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45408" grpId="0"/>
    </p:bldLst>
  </p:timing>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5298" name="Group 2"/>
          <p:cNvGrpSpPr>
            <a:grpSpLocks/>
          </p:cNvGrpSpPr>
          <p:nvPr/>
        </p:nvGrpSpPr>
        <p:grpSpPr bwMode="auto">
          <a:xfrm>
            <a:off x="3786188" y="2651126"/>
            <a:ext cx="4989512" cy="2733675"/>
            <a:chOff x="1449" y="1725"/>
            <a:chExt cx="3265" cy="1898"/>
          </a:xfrm>
        </p:grpSpPr>
        <p:grpSp>
          <p:nvGrpSpPr>
            <p:cNvPr id="56563" name="Group 3"/>
            <p:cNvGrpSpPr>
              <a:grpSpLocks/>
            </p:cNvGrpSpPr>
            <p:nvPr/>
          </p:nvGrpSpPr>
          <p:grpSpPr bwMode="auto">
            <a:xfrm>
              <a:off x="3772" y="2690"/>
              <a:ext cx="894" cy="596"/>
              <a:chOff x="3772" y="2690"/>
              <a:chExt cx="894" cy="596"/>
            </a:xfrm>
          </p:grpSpPr>
          <p:sp>
            <p:nvSpPr>
              <p:cNvPr id="57783" name="Freeform 4"/>
              <p:cNvSpPr>
                <a:spLocks/>
              </p:cNvSpPr>
              <p:nvPr/>
            </p:nvSpPr>
            <p:spPr bwMode="auto">
              <a:xfrm>
                <a:off x="4538" y="2690"/>
                <a:ext cx="128" cy="104"/>
              </a:xfrm>
              <a:custGeom>
                <a:avLst/>
                <a:gdLst>
                  <a:gd name="T0" fmla="*/ 128 w 128"/>
                  <a:gd name="T1" fmla="*/ 0 h 104"/>
                  <a:gd name="T2" fmla="*/ 40 w 128"/>
                  <a:gd name="T3" fmla="*/ 104 h 104"/>
                  <a:gd name="T4" fmla="*/ 16 w 128"/>
                  <a:gd name="T5" fmla="*/ 72 h 104"/>
                  <a:gd name="T6" fmla="*/ 0 w 128"/>
                  <a:gd name="T7" fmla="*/ 48 h 104"/>
                  <a:gd name="T8" fmla="*/ 128 w 128"/>
                  <a:gd name="T9" fmla="*/ 0 h 10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8" h="104">
                    <a:moveTo>
                      <a:pt x="128" y="0"/>
                    </a:moveTo>
                    <a:lnTo>
                      <a:pt x="40" y="104"/>
                    </a:lnTo>
                    <a:lnTo>
                      <a:pt x="16" y="72"/>
                    </a:lnTo>
                    <a:lnTo>
                      <a:pt x="0" y="48"/>
                    </a:lnTo>
                    <a:lnTo>
                      <a:pt x="128" y="0"/>
                    </a:lnTo>
                    <a:close/>
                  </a:path>
                </a:pathLst>
              </a:custGeom>
              <a:solidFill>
                <a:srgbClr val="808080"/>
              </a:solidFill>
              <a:ln w="9525">
                <a:solidFill>
                  <a:srgbClr val="808080"/>
                </a:solidFill>
                <a:round/>
                <a:headEnd/>
                <a:tailEnd/>
              </a:ln>
            </p:spPr>
            <p:txBody>
              <a:bodyPr/>
              <a:lstStyle/>
              <a:p>
                <a:endParaRPr lang="en-US"/>
              </a:p>
            </p:txBody>
          </p:sp>
          <p:sp>
            <p:nvSpPr>
              <p:cNvPr id="57784" name="Line 5"/>
              <p:cNvSpPr>
                <a:spLocks noChangeShapeType="1"/>
              </p:cNvSpPr>
              <p:nvPr/>
            </p:nvSpPr>
            <p:spPr bwMode="auto">
              <a:xfrm flipV="1">
                <a:off x="3772" y="2757"/>
                <a:ext cx="790" cy="529"/>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564" name="Group 6"/>
            <p:cNvGrpSpPr>
              <a:grpSpLocks/>
            </p:cNvGrpSpPr>
            <p:nvPr/>
          </p:nvGrpSpPr>
          <p:grpSpPr bwMode="auto">
            <a:xfrm>
              <a:off x="1944" y="2690"/>
              <a:ext cx="894" cy="596"/>
              <a:chOff x="1944" y="2690"/>
              <a:chExt cx="894" cy="596"/>
            </a:xfrm>
          </p:grpSpPr>
          <p:sp>
            <p:nvSpPr>
              <p:cNvPr id="57781" name="Freeform 7"/>
              <p:cNvSpPr>
                <a:spLocks/>
              </p:cNvSpPr>
              <p:nvPr/>
            </p:nvSpPr>
            <p:spPr bwMode="auto">
              <a:xfrm>
                <a:off x="2702" y="2690"/>
                <a:ext cx="136" cy="104"/>
              </a:xfrm>
              <a:custGeom>
                <a:avLst/>
                <a:gdLst>
                  <a:gd name="T0" fmla="*/ 136 w 136"/>
                  <a:gd name="T1" fmla="*/ 0 h 104"/>
                  <a:gd name="T2" fmla="*/ 40 w 136"/>
                  <a:gd name="T3" fmla="*/ 104 h 104"/>
                  <a:gd name="T4" fmla="*/ 24 w 136"/>
                  <a:gd name="T5" fmla="*/ 72 h 104"/>
                  <a:gd name="T6" fmla="*/ 0 w 136"/>
                  <a:gd name="T7" fmla="*/ 48 h 104"/>
                  <a:gd name="T8" fmla="*/ 136 w 136"/>
                  <a:gd name="T9" fmla="*/ 0 h 10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 h="104">
                    <a:moveTo>
                      <a:pt x="136" y="0"/>
                    </a:moveTo>
                    <a:lnTo>
                      <a:pt x="40" y="104"/>
                    </a:lnTo>
                    <a:lnTo>
                      <a:pt x="24" y="72"/>
                    </a:lnTo>
                    <a:lnTo>
                      <a:pt x="0" y="48"/>
                    </a:lnTo>
                    <a:lnTo>
                      <a:pt x="136" y="0"/>
                    </a:lnTo>
                    <a:close/>
                  </a:path>
                </a:pathLst>
              </a:custGeom>
              <a:solidFill>
                <a:srgbClr val="808080"/>
              </a:solidFill>
              <a:ln w="9525">
                <a:solidFill>
                  <a:srgbClr val="808080"/>
                </a:solidFill>
                <a:round/>
                <a:headEnd/>
                <a:tailEnd/>
              </a:ln>
            </p:spPr>
            <p:txBody>
              <a:bodyPr/>
              <a:lstStyle/>
              <a:p>
                <a:endParaRPr lang="en-US"/>
              </a:p>
            </p:txBody>
          </p:sp>
          <p:sp>
            <p:nvSpPr>
              <p:cNvPr id="57782" name="Line 8"/>
              <p:cNvSpPr>
                <a:spLocks noChangeShapeType="1"/>
              </p:cNvSpPr>
              <p:nvPr/>
            </p:nvSpPr>
            <p:spPr bwMode="auto">
              <a:xfrm flipV="1">
                <a:off x="1944" y="2758"/>
                <a:ext cx="790" cy="528"/>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565" name="Group 9"/>
            <p:cNvGrpSpPr>
              <a:grpSpLocks/>
            </p:cNvGrpSpPr>
            <p:nvPr/>
          </p:nvGrpSpPr>
          <p:grpSpPr bwMode="auto">
            <a:xfrm>
              <a:off x="1483" y="2379"/>
              <a:ext cx="429" cy="598"/>
              <a:chOff x="1483" y="2379"/>
              <a:chExt cx="429" cy="598"/>
            </a:xfrm>
          </p:grpSpPr>
          <p:sp>
            <p:nvSpPr>
              <p:cNvPr id="57779" name="Freeform 10"/>
              <p:cNvSpPr>
                <a:spLocks/>
              </p:cNvSpPr>
              <p:nvPr/>
            </p:nvSpPr>
            <p:spPr bwMode="auto">
              <a:xfrm>
                <a:off x="1808" y="2379"/>
                <a:ext cx="104" cy="136"/>
              </a:xfrm>
              <a:custGeom>
                <a:avLst/>
                <a:gdLst>
                  <a:gd name="T0" fmla="*/ 104 w 104"/>
                  <a:gd name="T1" fmla="*/ 0 h 136"/>
                  <a:gd name="T2" fmla="*/ 56 w 104"/>
                  <a:gd name="T3" fmla="*/ 136 h 136"/>
                  <a:gd name="T4" fmla="*/ 32 w 104"/>
                  <a:gd name="T5" fmla="*/ 112 h 136"/>
                  <a:gd name="T6" fmla="*/ 0 w 104"/>
                  <a:gd name="T7" fmla="*/ 96 h 136"/>
                  <a:gd name="T8" fmla="*/ 104 w 104"/>
                  <a:gd name="T9" fmla="*/ 0 h 1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4" h="136">
                    <a:moveTo>
                      <a:pt x="104" y="0"/>
                    </a:moveTo>
                    <a:lnTo>
                      <a:pt x="56" y="136"/>
                    </a:lnTo>
                    <a:lnTo>
                      <a:pt x="32" y="112"/>
                    </a:lnTo>
                    <a:lnTo>
                      <a:pt x="0" y="96"/>
                    </a:lnTo>
                    <a:lnTo>
                      <a:pt x="104" y="0"/>
                    </a:lnTo>
                    <a:close/>
                  </a:path>
                </a:pathLst>
              </a:custGeom>
              <a:solidFill>
                <a:srgbClr val="808080"/>
              </a:solidFill>
              <a:ln w="9525">
                <a:solidFill>
                  <a:srgbClr val="808080"/>
                </a:solidFill>
                <a:round/>
                <a:headEnd/>
                <a:tailEnd/>
              </a:ln>
            </p:spPr>
            <p:txBody>
              <a:bodyPr/>
              <a:lstStyle/>
              <a:p>
                <a:endParaRPr lang="en-US"/>
              </a:p>
            </p:txBody>
          </p:sp>
          <p:sp>
            <p:nvSpPr>
              <p:cNvPr id="57780" name="Line 11"/>
              <p:cNvSpPr>
                <a:spLocks noChangeShapeType="1"/>
              </p:cNvSpPr>
              <p:nvPr/>
            </p:nvSpPr>
            <p:spPr bwMode="auto">
              <a:xfrm flipV="1">
                <a:off x="1483" y="2483"/>
                <a:ext cx="362" cy="494"/>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566" name="Group 12"/>
            <p:cNvGrpSpPr>
              <a:grpSpLocks/>
            </p:cNvGrpSpPr>
            <p:nvPr/>
          </p:nvGrpSpPr>
          <p:grpSpPr bwMode="auto">
            <a:xfrm>
              <a:off x="1936" y="2379"/>
              <a:ext cx="894" cy="604"/>
              <a:chOff x="1936" y="2379"/>
              <a:chExt cx="894" cy="604"/>
            </a:xfrm>
          </p:grpSpPr>
          <p:sp>
            <p:nvSpPr>
              <p:cNvPr id="57777" name="Freeform 13"/>
              <p:cNvSpPr>
                <a:spLocks/>
              </p:cNvSpPr>
              <p:nvPr/>
            </p:nvSpPr>
            <p:spPr bwMode="auto">
              <a:xfrm>
                <a:off x="2702" y="2379"/>
                <a:ext cx="128" cy="104"/>
              </a:xfrm>
              <a:custGeom>
                <a:avLst/>
                <a:gdLst>
                  <a:gd name="T0" fmla="*/ 128 w 128"/>
                  <a:gd name="T1" fmla="*/ 0 h 104"/>
                  <a:gd name="T2" fmla="*/ 40 w 128"/>
                  <a:gd name="T3" fmla="*/ 104 h 104"/>
                  <a:gd name="T4" fmla="*/ 16 w 128"/>
                  <a:gd name="T5" fmla="*/ 80 h 104"/>
                  <a:gd name="T6" fmla="*/ 0 w 128"/>
                  <a:gd name="T7" fmla="*/ 48 h 104"/>
                  <a:gd name="T8" fmla="*/ 128 w 128"/>
                  <a:gd name="T9" fmla="*/ 0 h 10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8" h="104">
                    <a:moveTo>
                      <a:pt x="128" y="0"/>
                    </a:moveTo>
                    <a:lnTo>
                      <a:pt x="40" y="104"/>
                    </a:lnTo>
                    <a:lnTo>
                      <a:pt x="16" y="80"/>
                    </a:lnTo>
                    <a:lnTo>
                      <a:pt x="0" y="48"/>
                    </a:lnTo>
                    <a:lnTo>
                      <a:pt x="128" y="0"/>
                    </a:lnTo>
                    <a:close/>
                  </a:path>
                </a:pathLst>
              </a:custGeom>
              <a:solidFill>
                <a:srgbClr val="808080"/>
              </a:solidFill>
              <a:ln w="9525">
                <a:solidFill>
                  <a:srgbClr val="808080"/>
                </a:solidFill>
                <a:round/>
                <a:headEnd/>
                <a:tailEnd/>
              </a:ln>
            </p:spPr>
            <p:txBody>
              <a:bodyPr/>
              <a:lstStyle/>
              <a:p>
                <a:endParaRPr lang="en-US"/>
              </a:p>
            </p:txBody>
          </p:sp>
          <p:sp>
            <p:nvSpPr>
              <p:cNvPr id="57778" name="Line 14"/>
              <p:cNvSpPr>
                <a:spLocks noChangeShapeType="1"/>
              </p:cNvSpPr>
              <p:nvPr/>
            </p:nvSpPr>
            <p:spPr bwMode="auto">
              <a:xfrm flipV="1">
                <a:off x="1936" y="2455"/>
                <a:ext cx="790" cy="528"/>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567" name="Group 15"/>
            <p:cNvGrpSpPr>
              <a:grpSpLocks/>
            </p:cNvGrpSpPr>
            <p:nvPr/>
          </p:nvGrpSpPr>
          <p:grpSpPr bwMode="auto">
            <a:xfrm>
              <a:off x="1952" y="2076"/>
              <a:ext cx="886" cy="290"/>
              <a:chOff x="1952" y="2076"/>
              <a:chExt cx="886" cy="290"/>
            </a:xfrm>
          </p:grpSpPr>
          <p:sp>
            <p:nvSpPr>
              <p:cNvPr id="57775" name="Freeform 16"/>
              <p:cNvSpPr>
                <a:spLocks/>
              </p:cNvSpPr>
              <p:nvPr/>
            </p:nvSpPr>
            <p:spPr bwMode="auto">
              <a:xfrm>
                <a:off x="2702" y="2076"/>
                <a:ext cx="136" cy="72"/>
              </a:xfrm>
              <a:custGeom>
                <a:avLst/>
                <a:gdLst>
                  <a:gd name="T0" fmla="*/ 136 w 136"/>
                  <a:gd name="T1" fmla="*/ 0 h 72"/>
                  <a:gd name="T2" fmla="*/ 16 w 136"/>
                  <a:gd name="T3" fmla="*/ 72 h 72"/>
                  <a:gd name="T4" fmla="*/ 8 w 136"/>
                  <a:gd name="T5" fmla="*/ 40 h 72"/>
                  <a:gd name="T6" fmla="*/ 0 w 136"/>
                  <a:gd name="T7" fmla="*/ 8 h 72"/>
                  <a:gd name="T8" fmla="*/ 136 w 136"/>
                  <a:gd name="T9" fmla="*/ 0 h 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 h="72">
                    <a:moveTo>
                      <a:pt x="136" y="0"/>
                    </a:moveTo>
                    <a:lnTo>
                      <a:pt x="16" y="72"/>
                    </a:lnTo>
                    <a:lnTo>
                      <a:pt x="8" y="40"/>
                    </a:lnTo>
                    <a:lnTo>
                      <a:pt x="0" y="8"/>
                    </a:lnTo>
                    <a:lnTo>
                      <a:pt x="136" y="0"/>
                    </a:lnTo>
                    <a:close/>
                  </a:path>
                </a:pathLst>
              </a:custGeom>
              <a:solidFill>
                <a:srgbClr val="808080"/>
              </a:solidFill>
              <a:ln w="9525">
                <a:solidFill>
                  <a:srgbClr val="808080"/>
                </a:solidFill>
                <a:round/>
                <a:headEnd/>
                <a:tailEnd/>
              </a:ln>
            </p:spPr>
            <p:txBody>
              <a:bodyPr/>
              <a:lstStyle/>
              <a:p>
                <a:endParaRPr lang="en-US"/>
              </a:p>
            </p:txBody>
          </p:sp>
          <p:sp>
            <p:nvSpPr>
              <p:cNvPr id="57776" name="Line 17"/>
              <p:cNvSpPr>
                <a:spLocks noChangeShapeType="1"/>
              </p:cNvSpPr>
              <p:nvPr/>
            </p:nvSpPr>
            <p:spPr bwMode="auto">
              <a:xfrm flipV="1">
                <a:off x="1952" y="2114"/>
                <a:ext cx="766" cy="252"/>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568" name="Group 18"/>
            <p:cNvGrpSpPr>
              <a:grpSpLocks/>
            </p:cNvGrpSpPr>
            <p:nvPr/>
          </p:nvGrpSpPr>
          <p:grpSpPr bwMode="auto">
            <a:xfrm>
              <a:off x="1481" y="1769"/>
              <a:ext cx="894" cy="283"/>
              <a:chOff x="1481" y="1769"/>
              <a:chExt cx="894" cy="283"/>
            </a:xfrm>
          </p:grpSpPr>
          <p:sp>
            <p:nvSpPr>
              <p:cNvPr id="57773" name="Freeform 19"/>
              <p:cNvSpPr>
                <a:spLocks/>
              </p:cNvSpPr>
              <p:nvPr/>
            </p:nvSpPr>
            <p:spPr bwMode="auto">
              <a:xfrm>
                <a:off x="2231" y="1980"/>
                <a:ext cx="144" cy="72"/>
              </a:xfrm>
              <a:custGeom>
                <a:avLst/>
                <a:gdLst>
                  <a:gd name="T0" fmla="*/ 144 w 144"/>
                  <a:gd name="T1" fmla="*/ 72 h 72"/>
                  <a:gd name="T2" fmla="*/ 0 w 144"/>
                  <a:gd name="T3" fmla="*/ 64 h 72"/>
                  <a:gd name="T4" fmla="*/ 16 w 144"/>
                  <a:gd name="T5" fmla="*/ 32 h 72"/>
                  <a:gd name="T6" fmla="*/ 24 w 144"/>
                  <a:gd name="T7" fmla="*/ 0 h 72"/>
                  <a:gd name="T8" fmla="*/ 144 w 144"/>
                  <a:gd name="T9" fmla="*/ 72 h 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4" h="72">
                    <a:moveTo>
                      <a:pt x="144" y="72"/>
                    </a:moveTo>
                    <a:lnTo>
                      <a:pt x="0" y="64"/>
                    </a:lnTo>
                    <a:lnTo>
                      <a:pt x="16" y="32"/>
                    </a:lnTo>
                    <a:lnTo>
                      <a:pt x="24" y="0"/>
                    </a:lnTo>
                    <a:lnTo>
                      <a:pt x="144" y="72"/>
                    </a:lnTo>
                    <a:close/>
                  </a:path>
                </a:pathLst>
              </a:custGeom>
              <a:solidFill>
                <a:srgbClr val="808080"/>
              </a:solidFill>
              <a:ln w="9525">
                <a:solidFill>
                  <a:srgbClr val="808080"/>
                </a:solidFill>
                <a:round/>
                <a:headEnd/>
                <a:tailEnd/>
              </a:ln>
            </p:spPr>
            <p:txBody>
              <a:bodyPr/>
              <a:lstStyle/>
              <a:p>
                <a:endParaRPr lang="en-US"/>
              </a:p>
            </p:txBody>
          </p:sp>
          <p:sp>
            <p:nvSpPr>
              <p:cNvPr id="57774" name="Line 20"/>
              <p:cNvSpPr>
                <a:spLocks noChangeShapeType="1"/>
              </p:cNvSpPr>
              <p:nvPr/>
            </p:nvSpPr>
            <p:spPr bwMode="auto">
              <a:xfrm>
                <a:off x="1481" y="1769"/>
                <a:ext cx="774" cy="244"/>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56569" name="Oval 21"/>
            <p:cNvSpPr>
              <a:spLocks noChangeArrowheads="1"/>
            </p:cNvSpPr>
            <p:nvPr/>
          </p:nvSpPr>
          <p:spPr bwMode="auto">
            <a:xfrm>
              <a:off x="1457" y="1741"/>
              <a:ext cx="32" cy="40"/>
            </a:xfrm>
            <a:prstGeom prst="ellipse">
              <a:avLst/>
            </a:prstGeom>
            <a:solidFill>
              <a:srgbClr val="808080"/>
            </a:solidFill>
            <a:ln w="9525">
              <a:solidFill>
                <a:srgbClr val="808080"/>
              </a:solidFill>
              <a:round/>
              <a:headEnd/>
              <a:tailEnd/>
            </a:ln>
          </p:spPr>
          <p:txBody>
            <a:bodyPr/>
            <a:lstStyle/>
            <a:p>
              <a:endParaRPr lang="en-US"/>
            </a:p>
          </p:txBody>
        </p:sp>
        <p:sp>
          <p:nvSpPr>
            <p:cNvPr id="56570" name="Oval 22"/>
            <p:cNvSpPr>
              <a:spLocks noChangeArrowheads="1"/>
            </p:cNvSpPr>
            <p:nvPr/>
          </p:nvSpPr>
          <p:spPr bwMode="auto">
            <a:xfrm>
              <a:off x="1457" y="1741"/>
              <a:ext cx="32" cy="40"/>
            </a:xfrm>
            <a:prstGeom prst="ellipse">
              <a:avLst/>
            </a:prstGeom>
            <a:solidFill>
              <a:srgbClr val="808080"/>
            </a:solidFill>
            <a:ln w="25400">
              <a:solidFill>
                <a:srgbClr val="808080"/>
              </a:solidFill>
              <a:round/>
              <a:headEnd/>
              <a:tailEnd/>
            </a:ln>
          </p:spPr>
          <p:txBody>
            <a:bodyPr/>
            <a:lstStyle/>
            <a:p>
              <a:endParaRPr lang="en-US"/>
            </a:p>
          </p:txBody>
        </p:sp>
        <p:sp>
          <p:nvSpPr>
            <p:cNvPr id="56571" name="Oval 23"/>
            <p:cNvSpPr>
              <a:spLocks noChangeArrowheads="1"/>
            </p:cNvSpPr>
            <p:nvPr/>
          </p:nvSpPr>
          <p:spPr bwMode="auto">
            <a:xfrm>
              <a:off x="1457" y="2044"/>
              <a:ext cx="40" cy="40"/>
            </a:xfrm>
            <a:prstGeom prst="ellipse">
              <a:avLst/>
            </a:prstGeom>
            <a:solidFill>
              <a:srgbClr val="808080"/>
            </a:solidFill>
            <a:ln w="9525">
              <a:solidFill>
                <a:srgbClr val="808080"/>
              </a:solidFill>
              <a:round/>
              <a:headEnd/>
              <a:tailEnd/>
            </a:ln>
          </p:spPr>
          <p:txBody>
            <a:bodyPr/>
            <a:lstStyle/>
            <a:p>
              <a:endParaRPr lang="en-US"/>
            </a:p>
          </p:txBody>
        </p:sp>
        <p:sp>
          <p:nvSpPr>
            <p:cNvPr id="56572" name="Oval 24"/>
            <p:cNvSpPr>
              <a:spLocks noChangeArrowheads="1"/>
            </p:cNvSpPr>
            <p:nvPr/>
          </p:nvSpPr>
          <p:spPr bwMode="auto">
            <a:xfrm>
              <a:off x="1457" y="2044"/>
              <a:ext cx="40" cy="40"/>
            </a:xfrm>
            <a:prstGeom prst="ellipse">
              <a:avLst/>
            </a:prstGeom>
            <a:solidFill>
              <a:srgbClr val="808080"/>
            </a:solidFill>
            <a:ln w="25400">
              <a:solidFill>
                <a:srgbClr val="808080"/>
              </a:solidFill>
              <a:round/>
              <a:headEnd/>
              <a:tailEnd/>
            </a:ln>
          </p:spPr>
          <p:txBody>
            <a:bodyPr/>
            <a:lstStyle/>
            <a:p>
              <a:endParaRPr lang="en-US"/>
            </a:p>
          </p:txBody>
        </p:sp>
        <p:sp>
          <p:nvSpPr>
            <p:cNvPr id="56573" name="Oval 25"/>
            <p:cNvSpPr>
              <a:spLocks noChangeArrowheads="1"/>
            </p:cNvSpPr>
            <p:nvPr/>
          </p:nvSpPr>
          <p:spPr bwMode="auto">
            <a:xfrm>
              <a:off x="1457" y="2355"/>
              <a:ext cx="40" cy="32"/>
            </a:xfrm>
            <a:prstGeom prst="ellipse">
              <a:avLst/>
            </a:prstGeom>
            <a:solidFill>
              <a:srgbClr val="808080"/>
            </a:solidFill>
            <a:ln w="9525">
              <a:solidFill>
                <a:srgbClr val="808080"/>
              </a:solidFill>
              <a:round/>
              <a:headEnd/>
              <a:tailEnd/>
            </a:ln>
          </p:spPr>
          <p:txBody>
            <a:bodyPr/>
            <a:lstStyle/>
            <a:p>
              <a:endParaRPr lang="en-US"/>
            </a:p>
          </p:txBody>
        </p:sp>
        <p:sp>
          <p:nvSpPr>
            <p:cNvPr id="56574" name="Oval 26"/>
            <p:cNvSpPr>
              <a:spLocks noChangeArrowheads="1"/>
            </p:cNvSpPr>
            <p:nvPr/>
          </p:nvSpPr>
          <p:spPr bwMode="auto">
            <a:xfrm>
              <a:off x="1457" y="2355"/>
              <a:ext cx="40" cy="32"/>
            </a:xfrm>
            <a:prstGeom prst="ellipse">
              <a:avLst/>
            </a:prstGeom>
            <a:solidFill>
              <a:srgbClr val="808080"/>
            </a:solidFill>
            <a:ln w="25400">
              <a:solidFill>
                <a:srgbClr val="808080"/>
              </a:solidFill>
              <a:round/>
              <a:headEnd/>
              <a:tailEnd/>
            </a:ln>
          </p:spPr>
          <p:txBody>
            <a:bodyPr/>
            <a:lstStyle/>
            <a:p>
              <a:endParaRPr lang="en-US"/>
            </a:p>
          </p:txBody>
        </p:sp>
        <p:sp>
          <p:nvSpPr>
            <p:cNvPr id="56575" name="Oval 27"/>
            <p:cNvSpPr>
              <a:spLocks noChangeArrowheads="1"/>
            </p:cNvSpPr>
            <p:nvPr/>
          </p:nvSpPr>
          <p:spPr bwMode="auto">
            <a:xfrm>
              <a:off x="1457" y="2658"/>
              <a:ext cx="32" cy="32"/>
            </a:xfrm>
            <a:prstGeom prst="ellipse">
              <a:avLst/>
            </a:prstGeom>
            <a:solidFill>
              <a:srgbClr val="808080"/>
            </a:solidFill>
            <a:ln w="9525">
              <a:solidFill>
                <a:srgbClr val="808080"/>
              </a:solidFill>
              <a:round/>
              <a:headEnd/>
              <a:tailEnd/>
            </a:ln>
          </p:spPr>
          <p:txBody>
            <a:bodyPr/>
            <a:lstStyle/>
            <a:p>
              <a:endParaRPr lang="en-US"/>
            </a:p>
          </p:txBody>
        </p:sp>
        <p:sp>
          <p:nvSpPr>
            <p:cNvPr id="56576" name="Oval 28"/>
            <p:cNvSpPr>
              <a:spLocks noChangeArrowheads="1"/>
            </p:cNvSpPr>
            <p:nvPr/>
          </p:nvSpPr>
          <p:spPr bwMode="auto">
            <a:xfrm>
              <a:off x="1457" y="2658"/>
              <a:ext cx="32" cy="32"/>
            </a:xfrm>
            <a:prstGeom prst="ellipse">
              <a:avLst/>
            </a:prstGeom>
            <a:solidFill>
              <a:srgbClr val="808080"/>
            </a:solidFill>
            <a:ln w="25400">
              <a:solidFill>
                <a:srgbClr val="808080"/>
              </a:solidFill>
              <a:round/>
              <a:headEnd/>
              <a:tailEnd/>
            </a:ln>
          </p:spPr>
          <p:txBody>
            <a:bodyPr/>
            <a:lstStyle/>
            <a:p>
              <a:endParaRPr lang="en-US"/>
            </a:p>
          </p:txBody>
        </p:sp>
        <p:sp>
          <p:nvSpPr>
            <p:cNvPr id="56577" name="Oval 29"/>
            <p:cNvSpPr>
              <a:spLocks noChangeArrowheads="1"/>
            </p:cNvSpPr>
            <p:nvPr/>
          </p:nvSpPr>
          <p:spPr bwMode="auto">
            <a:xfrm>
              <a:off x="1449" y="2969"/>
              <a:ext cx="40" cy="32"/>
            </a:xfrm>
            <a:prstGeom prst="ellipse">
              <a:avLst/>
            </a:prstGeom>
            <a:solidFill>
              <a:srgbClr val="808080"/>
            </a:solidFill>
            <a:ln w="9525">
              <a:solidFill>
                <a:srgbClr val="808080"/>
              </a:solidFill>
              <a:round/>
              <a:headEnd/>
              <a:tailEnd/>
            </a:ln>
          </p:spPr>
          <p:txBody>
            <a:bodyPr/>
            <a:lstStyle/>
            <a:p>
              <a:endParaRPr lang="en-US"/>
            </a:p>
          </p:txBody>
        </p:sp>
        <p:sp>
          <p:nvSpPr>
            <p:cNvPr id="56578" name="Oval 30"/>
            <p:cNvSpPr>
              <a:spLocks noChangeArrowheads="1"/>
            </p:cNvSpPr>
            <p:nvPr/>
          </p:nvSpPr>
          <p:spPr bwMode="auto">
            <a:xfrm>
              <a:off x="1449" y="2969"/>
              <a:ext cx="40" cy="32"/>
            </a:xfrm>
            <a:prstGeom prst="ellipse">
              <a:avLst/>
            </a:prstGeom>
            <a:solidFill>
              <a:srgbClr val="808080"/>
            </a:solidFill>
            <a:ln w="25400">
              <a:solidFill>
                <a:srgbClr val="808080"/>
              </a:solidFill>
              <a:round/>
              <a:headEnd/>
              <a:tailEnd/>
            </a:ln>
          </p:spPr>
          <p:txBody>
            <a:bodyPr/>
            <a:lstStyle/>
            <a:p>
              <a:endParaRPr lang="en-US"/>
            </a:p>
          </p:txBody>
        </p:sp>
        <p:grpSp>
          <p:nvGrpSpPr>
            <p:cNvPr id="56579" name="Group 31"/>
            <p:cNvGrpSpPr>
              <a:grpSpLocks/>
            </p:cNvGrpSpPr>
            <p:nvPr/>
          </p:nvGrpSpPr>
          <p:grpSpPr bwMode="auto">
            <a:xfrm>
              <a:off x="1912" y="1741"/>
              <a:ext cx="40" cy="1260"/>
              <a:chOff x="1912" y="1741"/>
              <a:chExt cx="40" cy="1260"/>
            </a:xfrm>
          </p:grpSpPr>
          <p:sp>
            <p:nvSpPr>
              <p:cNvPr id="57763" name="Oval 32"/>
              <p:cNvSpPr>
                <a:spLocks noChangeArrowheads="1"/>
              </p:cNvSpPr>
              <p:nvPr/>
            </p:nvSpPr>
            <p:spPr bwMode="auto">
              <a:xfrm>
                <a:off x="1920" y="1741"/>
                <a:ext cx="32" cy="32"/>
              </a:xfrm>
              <a:prstGeom prst="ellipse">
                <a:avLst/>
              </a:prstGeom>
              <a:solidFill>
                <a:srgbClr val="808080"/>
              </a:solidFill>
              <a:ln w="9525">
                <a:solidFill>
                  <a:srgbClr val="808080"/>
                </a:solidFill>
                <a:round/>
                <a:headEnd/>
                <a:tailEnd/>
              </a:ln>
            </p:spPr>
            <p:txBody>
              <a:bodyPr/>
              <a:lstStyle/>
              <a:p>
                <a:endParaRPr lang="en-US"/>
              </a:p>
            </p:txBody>
          </p:sp>
          <p:sp>
            <p:nvSpPr>
              <p:cNvPr id="57764" name="Oval 33"/>
              <p:cNvSpPr>
                <a:spLocks noChangeArrowheads="1"/>
              </p:cNvSpPr>
              <p:nvPr/>
            </p:nvSpPr>
            <p:spPr bwMode="auto">
              <a:xfrm>
                <a:off x="1920" y="1741"/>
                <a:ext cx="32" cy="32"/>
              </a:xfrm>
              <a:prstGeom prst="ellipse">
                <a:avLst/>
              </a:prstGeom>
              <a:solidFill>
                <a:srgbClr val="808080"/>
              </a:solidFill>
              <a:ln w="25400">
                <a:solidFill>
                  <a:srgbClr val="808080"/>
                </a:solidFill>
                <a:round/>
                <a:headEnd/>
                <a:tailEnd/>
              </a:ln>
            </p:spPr>
            <p:txBody>
              <a:bodyPr/>
              <a:lstStyle/>
              <a:p>
                <a:endParaRPr lang="en-US"/>
              </a:p>
            </p:txBody>
          </p:sp>
          <p:sp>
            <p:nvSpPr>
              <p:cNvPr id="57765" name="Oval 34"/>
              <p:cNvSpPr>
                <a:spLocks noChangeArrowheads="1"/>
              </p:cNvSpPr>
              <p:nvPr/>
            </p:nvSpPr>
            <p:spPr bwMode="auto">
              <a:xfrm>
                <a:off x="1920" y="2044"/>
                <a:ext cx="32" cy="32"/>
              </a:xfrm>
              <a:prstGeom prst="ellipse">
                <a:avLst/>
              </a:prstGeom>
              <a:solidFill>
                <a:srgbClr val="808080"/>
              </a:solidFill>
              <a:ln w="9525">
                <a:solidFill>
                  <a:srgbClr val="808080"/>
                </a:solidFill>
                <a:round/>
                <a:headEnd/>
                <a:tailEnd/>
              </a:ln>
            </p:spPr>
            <p:txBody>
              <a:bodyPr/>
              <a:lstStyle/>
              <a:p>
                <a:endParaRPr lang="en-US"/>
              </a:p>
            </p:txBody>
          </p:sp>
          <p:sp>
            <p:nvSpPr>
              <p:cNvPr id="57766" name="Oval 35"/>
              <p:cNvSpPr>
                <a:spLocks noChangeArrowheads="1"/>
              </p:cNvSpPr>
              <p:nvPr/>
            </p:nvSpPr>
            <p:spPr bwMode="auto">
              <a:xfrm>
                <a:off x="1920" y="2044"/>
                <a:ext cx="32" cy="32"/>
              </a:xfrm>
              <a:prstGeom prst="ellipse">
                <a:avLst/>
              </a:prstGeom>
              <a:solidFill>
                <a:srgbClr val="808080"/>
              </a:solidFill>
              <a:ln w="25400">
                <a:solidFill>
                  <a:srgbClr val="808080"/>
                </a:solidFill>
                <a:round/>
                <a:headEnd/>
                <a:tailEnd/>
              </a:ln>
            </p:spPr>
            <p:txBody>
              <a:bodyPr/>
              <a:lstStyle/>
              <a:p>
                <a:endParaRPr lang="en-US"/>
              </a:p>
            </p:txBody>
          </p:sp>
          <p:sp>
            <p:nvSpPr>
              <p:cNvPr id="57767" name="Oval 36"/>
              <p:cNvSpPr>
                <a:spLocks noChangeArrowheads="1"/>
              </p:cNvSpPr>
              <p:nvPr/>
            </p:nvSpPr>
            <p:spPr bwMode="auto">
              <a:xfrm>
                <a:off x="1920" y="2347"/>
                <a:ext cx="32" cy="40"/>
              </a:xfrm>
              <a:prstGeom prst="ellipse">
                <a:avLst/>
              </a:prstGeom>
              <a:solidFill>
                <a:srgbClr val="808080"/>
              </a:solidFill>
              <a:ln w="9525">
                <a:solidFill>
                  <a:srgbClr val="808080"/>
                </a:solidFill>
                <a:round/>
                <a:headEnd/>
                <a:tailEnd/>
              </a:ln>
            </p:spPr>
            <p:txBody>
              <a:bodyPr/>
              <a:lstStyle/>
              <a:p>
                <a:endParaRPr lang="en-US"/>
              </a:p>
            </p:txBody>
          </p:sp>
          <p:sp>
            <p:nvSpPr>
              <p:cNvPr id="57768" name="Oval 37"/>
              <p:cNvSpPr>
                <a:spLocks noChangeArrowheads="1"/>
              </p:cNvSpPr>
              <p:nvPr/>
            </p:nvSpPr>
            <p:spPr bwMode="auto">
              <a:xfrm>
                <a:off x="1920" y="2347"/>
                <a:ext cx="32" cy="40"/>
              </a:xfrm>
              <a:prstGeom prst="ellipse">
                <a:avLst/>
              </a:prstGeom>
              <a:solidFill>
                <a:srgbClr val="808080"/>
              </a:solidFill>
              <a:ln w="25400">
                <a:solidFill>
                  <a:srgbClr val="808080"/>
                </a:solidFill>
                <a:round/>
                <a:headEnd/>
                <a:tailEnd/>
              </a:ln>
            </p:spPr>
            <p:txBody>
              <a:bodyPr/>
              <a:lstStyle/>
              <a:p>
                <a:endParaRPr lang="en-US"/>
              </a:p>
            </p:txBody>
          </p:sp>
          <p:sp>
            <p:nvSpPr>
              <p:cNvPr id="57769" name="Oval 38"/>
              <p:cNvSpPr>
                <a:spLocks noChangeArrowheads="1"/>
              </p:cNvSpPr>
              <p:nvPr/>
            </p:nvSpPr>
            <p:spPr bwMode="auto">
              <a:xfrm>
                <a:off x="1920" y="2658"/>
                <a:ext cx="32" cy="32"/>
              </a:xfrm>
              <a:prstGeom prst="ellipse">
                <a:avLst/>
              </a:prstGeom>
              <a:solidFill>
                <a:srgbClr val="808080"/>
              </a:solidFill>
              <a:ln w="9525">
                <a:solidFill>
                  <a:srgbClr val="808080"/>
                </a:solidFill>
                <a:round/>
                <a:headEnd/>
                <a:tailEnd/>
              </a:ln>
            </p:spPr>
            <p:txBody>
              <a:bodyPr/>
              <a:lstStyle/>
              <a:p>
                <a:endParaRPr lang="en-US"/>
              </a:p>
            </p:txBody>
          </p:sp>
          <p:sp>
            <p:nvSpPr>
              <p:cNvPr id="57770" name="Oval 39"/>
              <p:cNvSpPr>
                <a:spLocks noChangeArrowheads="1"/>
              </p:cNvSpPr>
              <p:nvPr/>
            </p:nvSpPr>
            <p:spPr bwMode="auto">
              <a:xfrm>
                <a:off x="1920" y="2658"/>
                <a:ext cx="32" cy="32"/>
              </a:xfrm>
              <a:prstGeom prst="ellipse">
                <a:avLst/>
              </a:prstGeom>
              <a:solidFill>
                <a:srgbClr val="808080"/>
              </a:solidFill>
              <a:ln w="25400">
                <a:solidFill>
                  <a:srgbClr val="808080"/>
                </a:solidFill>
                <a:round/>
                <a:headEnd/>
                <a:tailEnd/>
              </a:ln>
            </p:spPr>
            <p:txBody>
              <a:bodyPr/>
              <a:lstStyle/>
              <a:p>
                <a:endParaRPr lang="en-US"/>
              </a:p>
            </p:txBody>
          </p:sp>
          <p:sp>
            <p:nvSpPr>
              <p:cNvPr id="57771" name="Oval 40"/>
              <p:cNvSpPr>
                <a:spLocks noChangeArrowheads="1"/>
              </p:cNvSpPr>
              <p:nvPr/>
            </p:nvSpPr>
            <p:spPr bwMode="auto">
              <a:xfrm>
                <a:off x="1912" y="2961"/>
                <a:ext cx="32" cy="40"/>
              </a:xfrm>
              <a:prstGeom prst="ellipse">
                <a:avLst/>
              </a:prstGeom>
              <a:solidFill>
                <a:srgbClr val="808080"/>
              </a:solidFill>
              <a:ln w="9525">
                <a:solidFill>
                  <a:srgbClr val="808080"/>
                </a:solidFill>
                <a:round/>
                <a:headEnd/>
                <a:tailEnd/>
              </a:ln>
            </p:spPr>
            <p:txBody>
              <a:bodyPr/>
              <a:lstStyle/>
              <a:p>
                <a:endParaRPr lang="en-US"/>
              </a:p>
            </p:txBody>
          </p:sp>
          <p:sp>
            <p:nvSpPr>
              <p:cNvPr id="57772" name="Oval 41"/>
              <p:cNvSpPr>
                <a:spLocks noChangeArrowheads="1"/>
              </p:cNvSpPr>
              <p:nvPr/>
            </p:nvSpPr>
            <p:spPr bwMode="auto">
              <a:xfrm>
                <a:off x="1912" y="2961"/>
                <a:ext cx="32" cy="40"/>
              </a:xfrm>
              <a:prstGeom prst="ellipse">
                <a:avLst/>
              </a:prstGeom>
              <a:solidFill>
                <a:srgbClr val="808080"/>
              </a:solidFill>
              <a:ln w="25400">
                <a:solidFill>
                  <a:srgbClr val="808080"/>
                </a:solidFill>
                <a:round/>
                <a:headEnd/>
                <a:tailEnd/>
              </a:ln>
            </p:spPr>
            <p:txBody>
              <a:bodyPr/>
              <a:lstStyle/>
              <a:p>
                <a:endParaRPr lang="en-US"/>
              </a:p>
            </p:txBody>
          </p:sp>
        </p:grpSp>
        <p:grpSp>
          <p:nvGrpSpPr>
            <p:cNvPr id="56580" name="Group 42"/>
            <p:cNvGrpSpPr>
              <a:grpSpLocks/>
            </p:cNvGrpSpPr>
            <p:nvPr/>
          </p:nvGrpSpPr>
          <p:grpSpPr bwMode="auto">
            <a:xfrm>
              <a:off x="2375" y="1749"/>
              <a:ext cx="40" cy="1252"/>
              <a:chOff x="2375" y="1749"/>
              <a:chExt cx="40" cy="1252"/>
            </a:xfrm>
          </p:grpSpPr>
          <p:sp>
            <p:nvSpPr>
              <p:cNvPr id="57753" name="Oval 43"/>
              <p:cNvSpPr>
                <a:spLocks noChangeArrowheads="1"/>
              </p:cNvSpPr>
              <p:nvPr/>
            </p:nvSpPr>
            <p:spPr bwMode="auto">
              <a:xfrm>
                <a:off x="2375" y="1749"/>
                <a:ext cx="32" cy="32"/>
              </a:xfrm>
              <a:prstGeom prst="ellipse">
                <a:avLst/>
              </a:prstGeom>
              <a:solidFill>
                <a:srgbClr val="808080"/>
              </a:solidFill>
              <a:ln w="9525">
                <a:solidFill>
                  <a:srgbClr val="808080"/>
                </a:solidFill>
                <a:round/>
                <a:headEnd/>
                <a:tailEnd/>
              </a:ln>
            </p:spPr>
            <p:txBody>
              <a:bodyPr/>
              <a:lstStyle/>
              <a:p>
                <a:endParaRPr lang="en-US"/>
              </a:p>
            </p:txBody>
          </p:sp>
          <p:sp>
            <p:nvSpPr>
              <p:cNvPr id="57754" name="Oval 44"/>
              <p:cNvSpPr>
                <a:spLocks noChangeArrowheads="1"/>
              </p:cNvSpPr>
              <p:nvPr/>
            </p:nvSpPr>
            <p:spPr bwMode="auto">
              <a:xfrm>
                <a:off x="2375" y="1749"/>
                <a:ext cx="32" cy="32"/>
              </a:xfrm>
              <a:prstGeom prst="ellipse">
                <a:avLst/>
              </a:prstGeom>
              <a:solidFill>
                <a:srgbClr val="808080"/>
              </a:solidFill>
              <a:ln w="25400">
                <a:solidFill>
                  <a:srgbClr val="808080"/>
                </a:solidFill>
                <a:round/>
                <a:headEnd/>
                <a:tailEnd/>
              </a:ln>
            </p:spPr>
            <p:txBody>
              <a:bodyPr/>
              <a:lstStyle/>
              <a:p>
                <a:endParaRPr lang="en-US"/>
              </a:p>
            </p:txBody>
          </p:sp>
          <p:sp>
            <p:nvSpPr>
              <p:cNvPr id="57755" name="Oval 45"/>
              <p:cNvSpPr>
                <a:spLocks noChangeArrowheads="1"/>
              </p:cNvSpPr>
              <p:nvPr/>
            </p:nvSpPr>
            <p:spPr bwMode="auto">
              <a:xfrm>
                <a:off x="2383" y="2052"/>
                <a:ext cx="32" cy="32"/>
              </a:xfrm>
              <a:prstGeom prst="ellipse">
                <a:avLst/>
              </a:prstGeom>
              <a:solidFill>
                <a:srgbClr val="808080"/>
              </a:solidFill>
              <a:ln w="9525">
                <a:solidFill>
                  <a:srgbClr val="808080"/>
                </a:solidFill>
                <a:round/>
                <a:headEnd/>
                <a:tailEnd/>
              </a:ln>
            </p:spPr>
            <p:txBody>
              <a:bodyPr/>
              <a:lstStyle/>
              <a:p>
                <a:endParaRPr lang="en-US"/>
              </a:p>
            </p:txBody>
          </p:sp>
          <p:sp>
            <p:nvSpPr>
              <p:cNvPr id="57756" name="Oval 46"/>
              <p:cNvSpPr>
                <a:spLocks noChangeArrowheads="1"/>
              </p:cNvSpPr>
              <p:nvPr/>
            </p:nvSpPr>
            <p:spPr bwMode="auto">
              <a:xfrm>
                <a:off x="2383" y="2052"/>
                <a:ext cx="32" cy="32"/>
              </a:xfrm>
              <a:prstGeom prst="ellipse">
                <a:avLst/>
              </a:prstGeom>
              <a:solidFill>
                <a:srgbClr val="808080"/>
              </a:solidFill>
              <a:ln w="25400">
                <a:solidFill>
                  <a:srgbClr val="808080"/>
                </a:solidFill>
                <a:round/>
                <a:headEnd/>
                <a:tailEnd/>
              </a:ln>
            </p:spPr>
            <p:txBody>
              <a:bodyPr/>
              <a:lstStyle/>
              <a:p>
                <a:endParaRPr lang="en-US"/>
              </a:p>
            </p:txBody>
          </p:sp>
          <p:sp>
            <p:nvSpPr>
              <p:cNvPr id="57757" name="Oval 47"/>
              <p:cNvSpPr>
                <a:spLocks noChangeArrowheads="1"/>
              </p:cNvSpPr>
              <p:nvPr/>
            </p:nvSpPr>
            <p:spPr bwMode="auto">
              <a:xfrm>
                <a:off x="2383" y="2355"/>
                <a:ext cx="32" cy="32"/>
              </a:xfrm>
              <a:prstGeom prst="ellipse">
                <a:avLst/>
              </a:prstGeom>
              <a:solidFill>
                <a:srgbClr val="808080"/>
              </a:solidFill>
              <a:ln w="9525">
                <a:solidFill>
                  <a:srgbClr val="808080"/>
                </a:solidFill>
                <a:round/>
                <a:headEnd/>
                <a:tailEnd/>
              </a:ln>
            </p:spPr>
            <p:txBody>
              <a:bodyPr/>
              <a:lstStyle/>
              <a:p>
                <a:endParaRPr lang="en-US"/>
              </a:p>
            </p:txBody>
          </p:sp>
          <p:sp>
            <p:nvSpPr>
              <p:cNvPr id="57758" name="Oval 48"/>
              <p:cNvSpPr>
                <a:spLocks noChangeArrowheads="1"/>
              </p:cNvSpPr>
              <p:nvPr/>
            </p:nvSpPr>
            <p:spPr bwMode="auto">
              <a:xfrm>
                <a:off x="2383" y="2355"/>
                <a:ext cx="32" cy="32"/>
              </a:xfrm>
              <a:prstGeom prst="ellipse">
                <a:avLst/>
              </a:prstGeom>
              <a:solidFill>
                <a:srgbClr val="808080"/>
              </a:solidFill>
              <a:ln w="25400">
                <a:solidFill>
                  <a:srgbClr val="808080"/>
                </a:solidFill>
                <a:round/>
                <a:headEnd/>
                <a:tailEnd/>
              </a:ln>
            </p:spPr>
            <p:txBody>
              <a:bodyPr/>
              <a:lstStyle/>
              <a:p>
                <a:endParaRPr lang="en-US"/>
              </a:p>
            </p:txBody>
          </p:sp>
          <p:sp>
            <p:nvSpPr>
              <p:cNvPr id="57759" name="Oval 49"/>
              <p:cNvSpPr>
                <a:spLocks noChangeArrowheads="1"/>
              </p:cNvSpPr>
              <p:nvPr/>
            </p:nvSpPr>
            <p:spPr bwMode="auto">
              <a:xfrm>
                <a:off x="2375" y="2658"/>
                <a:ext cx="32" cy="40"/>
              </a:xfrm>
              <a:prstGeom prst="ellipse">
                <a:avLst/>
              </a:prstGeom>
              <a:solidFill>
                <a:srgbClr val="808080"/>
              </a:solidFill>
              <a:ln w="9525">
                <a:solidFill>
                  <a:srgbClr val="808080"/>
                </a:solidFill>
                <a:round/>
                <a:headEnd/>
                <a:tailEnd/>
              </a:ln>
            </p:spPr>
            <p:txBody>
              <a:bodyPr/>
              <a:lstStyle/>
              <a:p>
                <a:endParaRPr lang="en-US"/>
              </a:p>
            </p:txBody>
          </p:sp>
          <p:sp>
            <p:nvSpPr>
              <p:cNvPr id="57760" name="Oval 50"/>
              <p:cNvSpPr>
                <a:spLocks noChangeArrowheads="1"/>
              </p:cNvSpPr>
              <p:nvPr/>
            </p:nvSpPr>
            <p:spPr bwMode="auto">
              <a:xfrm>
                <a:off x="2375" y="2658"/>
                <a:ext cx="32" cy="40"/>
              </a:xfrm>
              <a:prstGeom prst="ellipse">
                <a:avLst/>
              </a:prstGeom>
              <a:solidFill>
                <a:srgbClr val="808080"/>
              </a:solidFill>
              <a:ln w="25400">
                <a:solidFill>
                  <a:srgbClr val="808080"/>
                </a:solidFill>
                <a:round/>
                <a:headEnd/>
                <a:tailEnd/>
              </a:ln>
            </p:spPr>
            <p:txBody>
              <a:bodyPr/>
              <a:lstStyle/>
              <a:p>
                <a:endParaRPr lang="en-US"/>
              </a:p>
            </p:txBody>
          </p:sp>
          <p:sp>
            <p:nvSpPr>
              <p:cNvPr id="57761" name="Oval 51"/>
              <p:cNvSpPr>
                <a:spLocks noChangeArrowheads="1"/>
              </p:cNvSpPr>
              <p:nvPr/>
            </p:nvSpPr>
            <p:spPr bwMode="auto">
              <a:xfrm>
                <a:off x="2375" y="2969"/>
                <a:ext cx="32" cy="32"/>
              </a:xfrm>
              <a:prstGeom prst="ellipse">
                <a:avLst/>
              </a:prstGeom>
              <a:solidFill>
                <a:srgbClr val="808080"/>
              </a:solidFill>
              <a:ln w="9525">
                <a:solidFill>
                  <a:srgbClr val="808080"/>
                </a:solidFill>
                <a:round/>
                <a:headEnd/>
                <a:tailEnd/>
              </a:ln>
            </p:spPr>
            <p:txBody>
              <a:bodyPr/>
              <a:lstStyle/>
              <a:p>
                <a:endParaRPr lang="en-US"/>
              </a:p>
            </p:txBody>
          </p:sp>
          <p:sp>
            <p:nvSpPr>
              <p:cNvPr id="57762" name="Oval 52"/>
              <p:cNvSpPr>
                <a:spLocks noChangeArrowheads="1"/>
              </p:cNvSpPr>
              <p:nvPr/>
            </p:nvSpPr>
            <p:spPr bwMode="auto">
              <a:xfrm>
                <a:off x="2375" y="2969"/>
                <a:ext cx="32" cy="32"/>
              </a:xfrm>
              <a:prstGeom prst="ellipse">
                <a:avLst/>
              </a:prstGeom>
              <a:solidFill>
                <a:srgbClr val="808080"/>
              </a:solidFill>
              <a:ln w="25400">
                <a:solidFill>
                  <a:srgbClr val="808080"/>
                </a:solidFill>
                <a:round/>
                <a:headEnd/>
                <a:tailEnd/>
              </a:ln>
            </p:spPr>
            <p:txBody>
              <a:bodyPr/>
              <a:lstStyle/>
              <a:p>
                <a:endParaRPr lang="en-US"/>
              </a:p>
            </p:txBody>
          </p:sp>
        </p:grpSp>
        <p:grpSp>
          <p:nvGrpSpPr>
            <p:cNvPr id="56581" name="Group 53"/>
            <p:cNvGrpSpPr>
              <a:grpSpLocks/>
            </p:cNvGrpSpPr>
            <p:nvPr/>
          </p:nvGrpSpPr>
          <p:grpSpPr bwMode="auto">
            <a:xfrm>
              <a:off x="1489" y="2076"/>
              <a:ext cx="431" cy="284"/>
              <a:chOff x="1489" y="2076"/>
              <a:chExt cx="431" cy="284"/>
            </a:xfrm>
          </p:grpSpPr>
          <p:sp>
            <p:nvSpPr>
              <p:cNvPr id="57751" name="Freeform 54"/>
              <p:cNvSpPr>
                <a:spLocks/>
              </p:cNvSpPr>
              <p:nvPr/>
            </p:nvSpPr>
            <p:spPr bwMode="auto">
              <a:xfrm>
                <a:off x="1784" y="2076"/>
                <a:ext cx="136" cy="96"/>
              </a:xfrm>
              <a:custGeom>
                <a:avLst/>
                <a:gdLst>
                  <a:gd name="T0" fmla="*/ 136 w 136"/>
                  <a:gd name="T1" fmla="*/ 0 h 96"/>
                  <a:gd name="T2" fmla="*/ 40 w 136"/>
                  <a:gd name="T3" fmla="*/ 96 h 96"/>
                  <a:gd name="T4" fmla="*/ 24 w 136"/>
                  <a:gd name="T5" fmla="*/ 72 h 96"/>
                  <a:gd name="T6" fmla="*/ 0 w 136"/>
                  <a:gd name="T7" fmla="*/ 40 h 96"/>
                  <a:gd name="T8" fmla="*/ 136 w 136"/>
                  <a:gd name="T9" fmla="*/ 0 h 9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 h="96">
                    <a:moveTo>
                      <a:pt x="136" y="0"/>
                    </a:moveTo>
                    <a:lnTo>
                      <a:pt x="40" y="96"/>
                    </a:lnTo>
                    <a:lnTo>
                      <a:pt x="24" y="72"/>
                    </a:lnTo>
                    <a:lnTo>
                      <a:pt x="0" y="40"/>
                    </a:lnTo>
                    <a:lnTo>
                      <a:pt x="136" y="0"/>
                    </a:lnTo>
                    <a:close/>
                  </a:path>
                </a:pathLst>
              </a:custGeom>
              <a:solidFill>
                <a:srgbClr val="808080"/>
              </a:solidFill>
              <a:ln w="9525">
                <a:solidFill>
                  <a:srgbClr val="808080"/>
                </a:solidFill>
                <a:round/>
                <a:headEnd/>
                <a:tailEnd/>
              </a:ln>
            </p:spPr>
            <p:txBody>
              <a:bodyPr/>
              <a:lstStyle/>
              <a:p>
                <a:endParaRPr lang="en-US"/>
              </a:p>
            </p:txBody>
          </p:sp>
          <p:sp>
            <p:nvSpPr>
              <p:cNvPr id="57752" name="Line 55"/>
              <p:cNvSpPr>
                <a:spLocks noChangeShapeType="1"/>
              </p:cNvSpPr>
              <p:nvPr/>
            </p:nvSpPr>
            <p:spPr bwMode="auto">
              <a:xfrm flipV="1">
                <a:off x="1489" y="2143"/>
                <a:ext cx="327" cy="217"/>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582" name="Group 56"/>
            <p:cNvGrpSpPr>
              <a:grpSpLocks/>
            </p:cNvGrpSpPr>
            <p:nvPr/>
          </p:nvGrpSpPr>
          <p:grpSpPr bwMode="auto">
            <a:xfrm>
              <a:off x="1489" y="1733"/>
              <a:ext cx="423" cy="56"/>
              <a:chOff x="1489" y="1733"/>
              <a:chExt cx="423" cy="56"/>
            </a:xfrm>
          </p:grpSpPr>
          <p:sp>
            <p:nvSpPr>
              <p:cNvPr id="57743" name="Freeform 57"/>
              <p:cNvSpPr>
                <a:spLocks/>
              </p:cNvSpPr>
              <p:nvPr/>
            </p:nvSpPr>
            <p:spPr bwMode="auto">
              <a:xfrm>
                <a:off x="1792" y="1733"/>
                <a:ext cx="120" cy="56"/>
              </a:xfrm>
              <a:custGeom>
                <a:avLst/>
                <a:gdLst>
                  <a:gd name="T0" fmla="*/ 120 w 120"/>
                  <a:gd name="T1" fmla="*/ 24 h 56"/>
                  <a:gd name="T2" fmla="*/ 0 w 120"/>
                  <a:gd name="T3" fmla="*/ 56 h 56"/>
                  <a:gd name="T4" fmla="*/ 0 w 120"/>
                  <a:gd name="T5" fmla="*/ 24 h 56"/>
                  <a:gd name="T6" fmla="*/ 0 w 120"/>
                  <a:gd name="T7" fmla="*/ 0 h 56"/>
                  <a:gd name="T8" fmla="*/ 120 w 120"/>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 h="56">
                    <a:moveTo>
                      <a:pt x="120" y="24"/>
                    </a:moveTo>
                    <a:lnTo>
                      <a:pt x="0" y="56"/>
                    </a:lnTo>
                    <a:lnTo>
                      <a:pt x="0" y="24"/>
                    </a:lnTo>
                    <a:lnTo>
                      <a:pt x="0" y="0"/>
                    </a:lnTo>
                    <a:lnTo>
                      <a:pt x="120" y="24"/>
                    </a:lnTo>
                    <a:close/>
                  </a:path>
                </a:pathLst>
              </a:custGeom>
              <a:solidFill>
                <a:srgbClr val="808080"/>
              </a:solidFill>
              <a:ln w="9525">
                <a:solidFill>
                  <a:srgbClr val="808080"/>
                </a:solidFill>
                <a:round/>
                <a:headEnd/>
                <a:tailEnd/>
              </a:ln>
            </p:spPr>
            <p:txBody>
              <a:bodyPr/>
              <a:lstStyle/>
              <a:p>
                <a:endParaRPr lang="en-US"/>
              </a:p>
            </p:txBody>
          </p:sp>
          <p:grpSp>
            <p:nvGrpSpPr>
              <p:cNvPr id="57744" name="Group 58"/>
              <p:cNvGrpSpPr>
                <a:grpSpLocks/>
              </p:cNvGrpSpPr>
              <p:nvPr/>
            </p:nvGrpSpPr>
            <p:grpSpPr bwMode="auto">
              <a:xfrm>
                <a:off x="1489" y="1757"/>
                <a:ext cx="295" cy="1"/>
                <a:chOff x="1489" y="1757"/>
                <a:chExt cx="295" cy="1"/>
              </a:xfrm>
            </p:grpSpPr>
            <p:sp>
              <p:nvSpPr>
                <p:cNvPr id="57745" name="Line 59"/>
                <p:cNvSpPr>
                  <a:spLocks noChangeShapeType="1"/>
                </p:cNvSpPr>
                <p:nvPr/>
              </p:nvSpPr>
              <p:spPr bwMode="auto">
                <a:xfrm>
                  <a:off x="1489"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746" name="Line 60"/>
                <p:cNvSpPr>
                  <a:spLocks noChangeShapeType="1"/>
                </p:cNvSpPr>
                <p:nvPr/>
              </p:nvSpPr>
              <p:spPr bwMode="auto">
                <a:xfrm>
                  <a:off x="1544"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747" name="Line 61"/>
                <p:cNvSpPr>
                  <a:spLocks noChangeShapeType="1"/>
                </p:cNvSpPr>
                <p:nvPr/>
              </p:nvSpPr>
              <p:spPr bwMode="auto">
                <a:xfrm>
                  <a:off x="1600"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748" name="Line 62"/>
                <p:cNvSpPr>
                  <a:spLocks noChangeShapeType="1"/>
                </p:cNvSpPr>
                <p:nvPr/>
              </p:nvSpPr>
              <p:spPr bwMode="auto">
                <a:xfrm>
                  <a:off x="1656"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749" name="Line 63"/>
                <p:cNvSpPr>
                  <a:spLocks noChangeShapeType="1"/>
                </p:cNvSpPr>
                <p:nvPr/>
              </p:nvSpPr>
              <p:spPr bwMode="auto">
                <a:xfrm>
                  <a:off x="1712"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750" name="Line 64"/>
                <p:cNvSpPr>
                  <a:spLocks noChangeShapeType="1"/>
                </p:cNvSpPr>
                <p:nvPr/>
              </p:nvSpPr>
              <p:spPr bwMode="auto">
                <a:xfrm>
                  <a:off x="1768" y="1757"/>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583" name="Group 65"/>
            <p:cNvGrpSpPr>
              <a:grpSpLocks/>
            </p:cNvGrpSpPr>
            <p:nvPr/>
          </p:nvGrpSpPr>
          <p:grpSpPr bwMode="auto">
            <a:xfrm>
              <a:off x="1952" y="1725"/>
              <a:ext cx="415" cy="56"/>
              <a:chOff x="1952" y="1725"/>
              <a:chExt cx="415" cy="56"/>
            </a:xfrm>
          </p:grpSpPr>
          <p:sp>
            <p:nvSpPr>
              <p:cNvPr id="57735" name="Freeform 66"/>
              <p:cNvSpPr>
                <a:spLocks/>
              </p:cNvSpPr>
              <p:nvPr/>
            </p:nvSpPr>
            <p:spPr bwMode="auto">
              <a:xfrm>
                <a:off x="2255" y="1725"/>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rgbClr val="808080"/>
              </a:solidFill>
              <a:ln w="9525">
                <a:solidFill>
                  <a:srgbClr val="808080"/>
                </a:solidFill>
                <a:round/>
                <a:headEnd/>
                <a:tailEnd/>
              </a:ln>
            </p:spPr>
            <p:txBody>
              <a:bodyPr/>
              <a:lstStyle/>
              <a:p>
                <a:endParaRPr lang="en-US"/>
              </a:p>
            </p:txBody>
          </p:sp>
          <p:grpSp>
            <p:nvGrpSpPr>
              <p:cNvPr id="57736" name="Group 67"/>
              <p:cNvGrpSpPr>
                <a:grpSpLocks/>
              </p:cNvGrpSpPr>
              <p:nvPr/>
            </p:nvGrpSpPr>
            <p:grpSpPr bwMode="auto">
              <a:xfrm>
                <a:off x="1952" y="1757"/>
                <a:ext cx="295" cy="1"/>
                <a:chOff x="1952" y="1757"/>
                <a:chExt cx="295" cy="1"/>
              </a:xfrm>
            </p:grpSpPr>
            <p:sp>
              <p:nvSpPr>
                <p:cNvPr id="57737" name="Line 68"/>
                <p:cNvSpPr>
                  <a:spLocks noChangeShapeType="1"/>
                </p:cNvSpPr>
                <p:nvPr/>
              </p:nvSpPr>
              <p:spPr bwMode="auto">
                <a:xfrm>
                  <a:off x="1952"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738" name="Line 69"/>
                <p:cNvSpPr>
                  <a:spLocks noChangeShapeType="1"/>
                </p:cNvSpPr>
                <p:nvPr/>
              </p:nvSpPr>
              <p:spPr bwMode="auto">
                <a:xfrm>
                  <a:off x="2008" y="1757"/>
                  <a:ext cx="23"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739" name="Line 70"/>
                <p:cNvSpPr>
                  <a:spLocks noChangeShapeType="1"/>
                </p:cNvSpPr>
                <p:nvPr/>
              </p:nvSpPr>
              <p:spPr bwMode="auto">
                <a:xfrm>
                  <a:off x="2063"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740" name="Line 71"/>
                <p:cNvSpPr>
                  <a:spLocks noChangeShapeType="1"/>
                </p:cNvSpPr>
                <p:nvPr/>
              </p:nvSpPr>
              <p:spPr bwMode="auto">
                <a:xfrm>
                  <a:off x="2119"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741" name="Line 72"/>
                <p:cNvSpPr>
                  <a:spLocks noChangeShapeType="1"/>
                </p:cNvSpPr>
                <p:nvPr/>
              </p:nvSpPr>
              <p:spPr bwMode="auto">
                <a:xfrm>
                  <a:off x="2175"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742" name="Line 73"/>
                <p:cNvSpPr>
                  <a:spLocks noChangeShapeType="1"/>
                </p:cNvSpPr>
                <p:nvPr/>
              </p:nvSpPr>
              <p:spPr bwMode="auto">
                <a:xfrm>
                  <a:off x="2231" y="1757"/>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584" name="Group 74"/>
            <p:cNvGrpSpPr>
              <a:grpSpLocks/>
            </p:cNvGrpSpPr>
            <p:nvPr/>
          </p:nvGrpSpPr>
          <p:grpSpPr bwMode="auto">
            <a:xfrm>
              <a:off x="1497" y="2036"/>
              <a:ext cx="415" cy="56"/>
              <a:chOff x="1497" y="2036"/>
              <a:chExt cx="415" cy="56"/>
            </a:xfrm>
          </p:grpSpPr>
          <p:sp>
            <p:nvSpPr>
              <p:cNvPr id="57727" name="Freeform 75"/>
              <p:cNvSpPr>
                <a:spLocks/>
              </p:cNvSpPr>
              <p:nvPr/>
            </p:nvSpPr>
            <p:spPr bwMode="auto">
              <a:xfrm>
                <a:off x="1800"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rgbClr val="808080"/>
              </a:solidFill>
              <a:ln w="9525">
                <a:solidFill>
                  <a:srgbClr val="808080"/>
                </a:solidFill>
                <a:round/>
                <a:headEnd/>
                <a:tailEnd/>
              </a:ln>
            </p:spPr>
            <p:txBody>
              <a:bodyPr/>
              <a:lstStyle/>
              <a:p>
                <a:endParaRPr lang="en-US"/>
              </a:p>
            </p:txBody>
          </p:sp>
          <p:grpSp>
            <p:nvGrpSpPr>
              <p:cNvPr id="57728" name="Group 76"/>
              <p:cNvGrpSpPr>
                <a:grpSpLocks/>
              </p:cNvGrpSpPr>
              <p:nvPr/>
            </p:nvGrpSpPr>
            <p:grpSpPr bwMode="auto">
              <a:xfrm>
                <a:off x="1497" y="2068"/>
                <a:ext cx="295" cy="1"/>
                <a:chOff x="1497" y="2068"/>
                <a:chExt cx="295" cy="1"/>
              </a:xfrm>
            </p:grpSpPr>
            <p:sp>
              <p:nvSpPr>
                <p:cNvPr id="57729" name="Line 77"/>
                <p:cNvSpPr>
                  <a:spLocks noChangeShapeType="1"/>
                </p:cNvSpPr>
                <p:nvPr/>
              </p:nvSpPr>
              <p:spPr bwMode="auto">
                <a:xfrm>
                  <a:off x="1497" y="2068"/>
                  <a:ext cx="23"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730" name="Line 78"/>
                <p:cNvSpPr>
                  <a:spLocks noChangeShapeType="1"/>
                </p:cNvSpPr>
                <p:nvPr/>
              </p:nvSpPr>
              <p:spPr bwMode="auto">
                <a:xfrm>
                  <a:off x="1552"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731" name="Line 79"/>
                <p:cNvSpPr>
                  <a:spLocks noChangeShapeType="1"/>
                </p:cNvSpPr>
                <p:nvPr/>
              </p:nvSpPr>
              <p:spPr bwMode="auto">
                <a:xfrm>
                  <a:off x="1608"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732" name="Line 80"/>
                <p:cNvSpPr>
                  <a:spLocks noChangeShapeType="1"/>
                </p:cNvSpPr>
                <p:nvPr/>
              </p:nvSpPr>
              <p:spPr bwMode="auto">
                <a:xfrm>
                  <a:off x="1664"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733" name="Line 81"/>
                <p:cNvSpPr>
                  <a:spLocks noChangeShapeType="1"/>
                </p:cNvSpPr>
                <p:nvPr/>
              </p:nvSpPr>
              <p:spPr bwMode="auto">
                <a:xfrm>
                  <a:off x="1720"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734" name="Line 82"/>
                <p:cNvSpPr>
                  <a:spLocks noChangeShapeType="1"/>
                </p:cNvSpPr>
                <p:nvPr/>
              </p:nvSpPr>
              <p:spPr bwMode="auto">
                <a:xfrm>
                  <a:off x="1776" y="2068"/>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585" name="Group 83"/>
            <p:cNvGrpSpPr>
              <a:grpSpLocks/>
            </p:cNvGrpSpPr>
            <p:nvPr/>
          </p:nvGrpSpPr>
          <p:grpSpPr bwMode="auto">
            <a:xfrm>
              <a:off x="1960" y="2036"/>
              <a:ext cx="423" cy="56"/>
              <a:chOff x="1960" y="2036"/>
              <a:chExt cx="423" cy="56"/>
            </a:xfrm>
          </p:grpSpPr>
          <p:sp>
            <p:nvSpPr>
              <p:cNvPr id="57719" name="Freeform 84"/>
              <p:cNvSpPr>
                <a:spLocks/>
              </p:cNvSpPr>
              <p:nvPr/>
            </p:nvSpPr>
            <p:spPr bwMode="auto">
              <a:xfrm>
                <a:off x="2271"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rgbClr val="808080"/>
              </a:solidFill>
              <a:ln w="9525">
                <a:solidFill>
                  <a:srgbClr val="808080"/>
                </a:solidFill>
                <a:round/>
                <a:headEnd/>
                <a:tailEnd/>
              </a:ln>
            </p:spPr>
            <p:txBody>
              <a:bodyPr/>
              <a:lstStyle/>
              <a:p>
                <a:endParaRPr lang="en-US"/>
              </a:p>
            </p:txBody>
          </p:sp>
          <p:grpSp>
            <p:nvGrpSpPr>
              <p:cNvPr id="57720" name="Group 85"/>
              <p:cNvGrpSpPr>
                <a:grpSpLocks/>
              </p:cNvGrpSpPr>
              <p:nvPr/>
            </p:nvGrpSpPr>
            <p:grpSpPr bwMode="auto">
              <a:xfrm>
                <a:off x="1960" y="2068"/>
                <a:ext cx="303" cy="1"/>
                <a:chOff x="1960" y="2068"/>
                <a:chExt cx="303" cy="1"/>
              </a:xfrm>
            </p:grpSpPr>
            <p:sp>
              <p:nvSpPr>
                <p:cNvPr id="57721" name="Line 86"/>
                <p:cNvSpPr>
                  <a:spLocks noChangeShapeType="1"/>
                </p:cNvSpPr>
                <p:nvPr/>
              </p:nvSpPr>
              <p:spPr bwMode="auto">
                <a:xfrm>
                  <a:off x="1960"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722" name="Line 87"/>
                <p:cNvSpPr>
                  <a:spLocks noChangeShapeType="1"/>
                </p:cNvSpPr>
                <p:nvPr/>
              </p:nvSpPr>
              <p:spPr bwMode="auto">
                <a:xfrm>
                  <a:off x="2015"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723" name="Line 88"/>
                <p:cNvSpPr>
                  <a:spLocks noChangeShapeType="1"/>
                </p:cNvSpPr>
                <p:nvPr/>
              </p:nvSpPr>
              <p:spPr bwMode="auto">
                <a:xfrm>
                  <a:off x="2071"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724" name="Line 89"/>
                <p:cNvSpPr>
                  <a:spLocks noChangeShapeType="1"/>
                </p:cNvSpPr>
                <p:nvPr/>
              </p:nvSpPr>
              <p:spPr bwMode="auto">
                <a:xfrm>
                  <a:off x="2127"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725" name="Line 90"/>
                <p:cNvSpPr>
                  <a:spLocks noChangeShapeType="1"/>
                </p:cNvSpPr>
                <p:nvPr/>
              </p:nvSpPr>
              <p:spPr bwMode="auto">
                <a:xfrm>
                  <a:off x="2183"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726" name="Line 91"/>
                <p:cNvSpPr>
                  <a:spLocks noChangeShapeType="1"/>
                </p:cNvSpPr>
                <p:nvPr/>
              </p:nvSpPr>
              <p:spPr bwMode="auto">
                <a:xfrm>
                  <a:off x="2239"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586" name="Group 92"/>
            <p:cNvGrpSpPr>
              <a:grpSpLocks/>
            </p:cNvGrpSpPr>
            <p:nvPr/>
          </p:nvGrpSpPr>
          <p:grpSpPr bwMode="auto">
            <a:xfrm>
              <a:off x="2431" y="2036"/>
              <a:ext cx="415" cy="56"/>
              <a:chOff x="2431" y="2036"/>
              <a:chExt cx="415" cy="56"/>
            </a:xfrm>
          </p:grpSpPr>
          <p:sp>
            <p:nvSpPr>
              <p:cNvPr id="57711" name="Freeform 93"/>
              <p:cNvSpPr>
                <a:spLocks/>
              </p:cNvSpPr>
              <p:nvPr/>
            </p:nvSpPr>
            <p:spPr bwMode="auto">
              <a:xfrm>
                <a:off x="2734"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rgbClr val="808080"/>
              </a:solidFill>
              <a:ln w="9525">
                <a:solidFill>
                  <a:srgbClr val="808080"/>
                </a:solidFill>
                <a:round/>
                <a:headEnd/>
                <a:tailEnd/>
              </a:ln>
            </p:spPr>
            <p:txBody>
              <a:bodyPr/>
              <a:lstStyle/>
              <a:p>
                <a:endParaRPr lang="en-US"/>
              </a:p>
            </p:txBody>
          </p:sp>
          <p:grpSp>
            <p:nvGrpSpPr>
              <p:cNvPr id="57712" name="Group 94"/>
              <p:cNvGrpSpPr>
                <a:grpSpLocks/>
              </p:cNvGrpSpPr>
              <p:nvPr/>
            </p:nvGrpSpPr>
            <p:grpSpPr bwMode="auto">
              <a:xfrm>
                <a:off x="2431" y="2068"/>
                <a:ext cx="295" cy="1"/>
                <a:chOff x="2431" y="2068"/>
                <a:chExt cx="295" cy="1"/>
              </a:xfrm>
            </p:grpSpPr>
            <p:sp>
              <p:nvSpPr>
                <p:cNvPr id="57713" name="Line 95"/>
                <p:cNvSpPr>
                  <a:spLocks noChangeShapeType="1"/>
                </p:cNvSpPr>
                <p:nvPr/>
              </p:nvSpPr>
              <p:spPr bwMode="auto">
                <a:xfrm>
                  <a:off x="2431"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714" name="Line 96"/>
                <p:cNvSpPr>
                  <a:spLocks noChangeShapeType="1"/>
                </p:cNvSpPr>
                <p:nvPr/>
              </p:nvSpPr>
              <p:spPr bwMode="auto">
                <a:xfrm>
                  <a:off x="2487"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715" name="Line 97"/>
                <p:cNvSpPr>
                  <a:spLocks noChangeShapeType="1"/>
                </p:cNvSpPr>
                <p:nvPr/>
              </p:nvSpPr>
              <p:spPr bwMode="auto">
                <a:xfrm>
                  <a:off x="2542"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716" name="Line 98"/>
                <p:cNvSpPr>
                  <a:spLocks noChangeShapeType="1"/>
                </p:cNvSpPr>
                <p:nvPr/>
              </p:nvSpPr>
              <p:spPr bwMode="auto">
                <a:xfrm>
                  <a:off x="2598"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717" name="Line 99"/>
                <p:cNvSpPr>
                  <a:spLocks noChangeShapeType="1"/>
                </p:cNvSpPr>
                <p:nvPr/>
              </p:nvSpPr>
              <p:spPr bwMode="auto">
                <a:xfrm>
                  <a:off x="2654"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718" name="Line 100"/>
                <p:cNvSpPr>
                  <a:spLocks noChangeShapeType="1"/>
                </p:cNvSpPr>
                <p:nvPr/>
              </p:nvSpPr>
              <p:spPr bwMode="auto">
                <a:xfrm>
                  <a:off x="2710" y="2068"/>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587" name="Group 101"/>
            <p:cNvGrpSpPr>
              <a:grpSpLocks/>
            </p:cNvGrpSpPr>
            <p:nvPr/>
          </p:nvGrpSpPr>
          <p:grpSpPr bwMode="auto">
            <a:xfrm>
              <a:off x="2423" y="2347"/>
              <a:ext cx="415" cy="56"/>
              <a:chOff x="2423" y="2347"/>
              <a:chExt cx="415" cy="56"/>
            </a:xfrm>
          </p:grpSpPr>
          <p:sp>
            <p:nvSpPr>
              <p:cNvPr id="57703" name="Freeform 102"/>
              <p:cNvSpPr>
                <a:spLocks/>
              </p:cNvSpPr>
              <p:nvPr/>
            </p:nvSpPr>
            <p:spPr bwMode="auto">
              <a:xfrm>
                <a:off x="2726" y="234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rgbClr val="808080"/>
              </a:solidFill>
              <a:ln w="9525">
                <a:solidFill>
                  <a:srgbClr val="808080"/>
                </a:solidFill>
                <a:round/>
                <a:headEnd/>
                <a:tailEnd/>
              </a:ln>
            </p:spPr>
            <p:txBody>
              <a:bodyPr/>
              <a:lstStyle/>
              <a:p>
                <a:endParaRPr lang="en-US"/>
              </a:p>
            </p:txBody>
          </p:sp>
          <p:grpSp>
            <p:nvGrpSpPr>
              <p:cNvPr id="57704" name="Group 103"/>
              <p:cNvGrpSpPr>
                <a:grpSpLocks/>
              </p:cNvGrpSpPr>
              <p:nvPr/>
            </p:nvGrpSpPr>
            <p:grpSpPr bwMode="auto">
              <a:xfrm>
                <a:off x="2423" y="2371"/>
                <a:ext cx="295" cy="1"/>
                <a:chOff x="2423" y="2371"/>
                <a:chExt cx="295" cy="1"/>
              </a:xfrm>
            </p:grpSpPr>
            <p:sp>
              <p:nvSpPr>
                <p:cNvPr id="57705" name="Line 104"/>
                <p:cNvSpPr>
                  <a:spLocks noChangeShapeType="1"/>
                </p:cNvSpPr>
                <p:nvPr/>
              </p:nvSpPr>
              <p:spPr bwMode="auto">
                <a:xfrm>
                  <a:off x="2423"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706" name="Line 105"/>
                <p:cNvSpPr>
                  <a:spLocks noChangeShapeType="1"/>
                </p:cNvSpPr>
                <p:nvPr/>
              </p:nvSpPr>
              <p:spPr bwMode="auto">
                <a:xfrm>
                  <a:off x="2479"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707" name="Line 106"/>
                <p:cNvSpPr>
                  <a:spLocks noChangeShapeType="1"/>
                </p:cNvSpPr>
                <p:nvPr/>
              </p:nvSpPr>
              <p:spPr bwMode="auto">
                <a:xfrm>
                  <a:off x="2534"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708" name="Line 107"/>
                <p:cNvSpPr>
                  <a:spLocks noChangeShapeType="1"/>
                </p:cNvSpPr>
                <p:nvPr/>
              </p:nvSpPr>
              <p:spPr bwMode="auto">
                <a:xfrm>
                  <a:off x="2590"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709" name="Line 108"/>
                <p:cNvSpPr>
                  <a:spLocks noChangeShapeType="1"/>
                </p:cNvSpPr>
                <p:nvPr/>
              </p:nvSpPr>
              <p:spPr bwMode="auto">
                <a:xfrm>
                  <a:off x="2646"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710" name="Line 109"/>
                <p:cNvSpPr>
                  <a:spLocks noChangeShapeType="1"/>
                </p:cNvSpPr>
                <p:nvPr/>
              </p:nvSpPr>
              <p:spPr bwMode="auto">
                <a:xfrm>
                  <a:off x="2702" y="2371"/>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588" name="Group 110"/>
            <p:cNvGrpSpPr>
              <a:grpSpLocks/>
            </p:cNvGrpSpPr>
            <p:nvPr/>
          </p:nvGrpSpPr>
          <p:grpSpPr bwMode="auto">
            <a:xfrm>
              <a:off x="1960" y="2347"/>
              <a:ext cx="415" cy="56"/>
              <a:chOff x="1960" y="2347"/>
              <a:chExt cx="415" cy="56"/>
            </a:xfrm>
          </p:grpSpPr>
          <p:sp>
            <p:nvSpPr>
              <p:cNvPr id="57695" name="Freeform 111"/>
              <p:cNvSpPr>
                <a:spLocks/>
              </p:cNvSpPr>
              <p:nvPr/>
            </p:nvSpPr>
            <p:spPr bwMode="auto">
              <a:xfrm>
                <a:off x="2263" y="234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rgbClr val="808080"/>
              </a:solidFill>
              <a:ln w="9525">
                <a:solidFill>
                  <a:srgbClr val="808080"/>
                </a:solidFill>
                <a:round/>
                <a:headEnd/>
                <a:tailEnd/>
              </a:ln>
            </p:spPr>
            <p:txBody>
              <a:bodyPr/>
              <a:lstStyle/>
              <a:p>
                <a:endParaRPr lang="en-US"/>
              </a:p>
            </p:txBody>
          </p:sp>
          <p:grpSp>
            <p:nvGrpSpPr>
              <p:cNvPr id="57696" name="Group 112"/>
              <p:cNvGrpSpPr>
                <a:grpSpLocks/>
              </p:cNvGrpSpPr>
              <p:nvPr/>
            </p:nvGrpSpPr>
            <p:grpSpPr bwMode="auto">
              <a:xfrm>
                <a:off x="1960" y="2371"/>
                <a:ext cx="295" cy="1"/>
                <a:chOff x="1960" y="2371"/>
                <a:chExt cx="295" cy="1"/>
              </a:xfrm>
            </p:grpSpPr>
            <p:sp>
              <p:nvSpPr>
                <p:cNvPr id="57697" name="Line 113"/>
                <p:cNvSpPr>
                  <a:spLocks noChangeShapeType="1"/>
                </p:cNvSpPr>
                <p:nvPr/>
              </p:nvSpPr>
              <p:spPr bwMode="auto">
                <a:xfrm>
                  <a:off x="1960"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698" name="Line 114"/>
                <p:cNvSpPr>
                  <a:spLocks noChangeShapeType="1"/>
                </p:cNvSpPr>
                <p:nvPr/>
              </p:nvSpPr>
              <p:spPr bwMode="auto">
                <a:xfrm>
                  <a:off x="2015"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699" name="Line 115"/>
                <p:cNvSpPr>
                  <a:spLocks noChangeShapeType="1"/>
                </p:cNvSpPr>
                <p:nvPr/>
              </p:nvSpPr>
              <p:spPr bwMode="auto">
                <a:xfrm>
                  <a:off x="2071"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700" name="Line 116"/>
                <p:cNvSpPr>
                  <a:spLocks noChangeShapeType="1"/>
                </p:cNvSpPr>
                <p:nvPr/>
              </p:nvSpPr>
              <p:spPr bwMode="auto">
                <a:xfrm>
                  <a:off x="2127"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701" name="Line 117"/>
                <p:cNvSpPr>
                  <a:spLocks noChangeShapeType="1"/>
                </p:cNvSpPr>
                <p:nvPr/>
              </p:nvSpPr>
              <p:spPr bwMode="auto">
                <a:xfrm>
                  <a:off x="2183"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702" name="Line 118"/>
                <p:cNvSpPr>
                  <a:spLocks noChangeShapeType="1"/>
                </p:cNvSpPr>
                <p:nvPr/>
              </p:nvSpPr>
              <p:spPr bwMode="auto">
                <a:xfrm>
                  <a:off x="2239" y="2371"/>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589" name="Group 119"/>
            <p:cNvGrpSpPr>
              <a:grpSpLocks/>
            </p:cNvGrpSpPr>
            <p:nvPr/>
          </p:nvGrpSpPr>
          <p:grpSpPr bwMode="auto">
            <a:xfrm>
              <a:off x="1497" y="2339"/>
              <a:ext cx="415" cy="56"/>
              <a:chOff x="1497" y="2339"/>
              <a:chExt cx="415" cy="56"/>
            </a:xfrm>
          </p:grpSpPr>
          <p:sp>
            <p:nvSpPr>
              <p:cNvPr id="57687" name="Freeform 120"/>
              <p:cNvSpPr>
                <a:spLocks/>
              </p:cNvSpPr>
              <p:nvPr/>
            </p:nvSpPr>
            <p:spPr bwMode="auto">
              <a:xfrm>
                <a:off x="1800" y="2339"/>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rgbClr val="808080"/>
              </a:solidFill>
              <a:ln w="9525">
                <a:solidFill>
                  <a:srgbClr val="808080"/>
                </a:solidFill>
                <a:round/>
                <a:headEnd/>
                <a:tailEnd/>
              </a:ln>
            </p:spPr>
            <p:txBody>
              <a:bodyPr/>
              <a:lstStyle/>
              <a:p>
                <a:endParaRPr lang="en-US"/>
              </a:p>
            </p:txBody>
          </p:sp>
          <p:grpSp>
            <p:nvGrpSpPr>
              <p:cNvPr id="57688" name="Group 121"/>
              <p:cNvGrpSpPr>
                <a:grpSpLocks/>
              </p:cNvGrpSpPr>
              <p:nvPr/>
            </p:nvGrpSpPr>
            <p:grpSpPr bwMode="auto">
              <a:xfrm>
                <a:off x="1497" y="2371"/>
                <a:ext cx="295" cy="1"/>
                <a:chOff x="1497" y="2371"/>
                <a:chExt cx="295" cy="1"/>
              </a:xfrm>
            </p:grpSpPr>
            <p:sp>
              <p:nvSpPr>
                <p:cNvPr id="57689" name="Line 122"/>
                <p:cNvSpPr>
                  <a:spLocks noChangeShapeType="1"/>
                </p:cNvSpPr>
                <p:nvPr/>
              </p:nvSpPr>
              <p:spPr bwMode="auto">
                <a:xfrm>
                  <a:off x="1497" y="2371"/>
                  <a:ext cx="23"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690" name="Line 123"/>
                <p:cNvSpPr>
                  <a:spLocks noChangeShapeType="1"/>
                </p:cNvSpPr>
                <p:nvPr/>
              </p:nvSpPr>
              <p:spPr bwMode="auto">
                <a:xfrm>
                  <a:off x="1552"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691" name="Line 124"/>
                <p:cNvSpPr>
                  <a:spLocks noChangeShapeType="1"/>
                </p:cNvSpPr>
                <p:nvPr/>
              </p:nvSpPr>
              <p:spPr bwMode="auto">
                <a:xfrm>
                  <a:off x="1608"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692" name="Line 125"/>
                <p:cNvSpPr>
                  <a:spLocks noChangeShapeType="1"/>
                </p:cNvSpPr>
                <p:nvPr/>
              </p:nvSpPr>
              <p:spPr bwMode="auto">
                <a:xfrm>
                  <a:off x="1664"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693" name="Line 126"/>
                <p:cNvSpPr>
                  <a:spLocks noChangeShapeType="1"/>
                </p:cNvSpPr>
                <p:nvPr/>
              </p:nvSpPr>
              <p:spPr bwMode="auto">
                <a:xfrm>
                  <a:off x="1720"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694" name="Line 127"/>
                <p:cNvSpPr>
                  <a:spLocks noChangeShapeType="1"/>
                </p:cNvSpPr>
                <p:nvPr/>
              </p:nvSpPr>
              <p:spPr bwMode="auto">
                <a:xfrm>
                  <a:off x="1776" y="2371"/>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590" name="Group 128"/>
            <p:cNvGrpSpPr>
              <a:grpSpLocks/>
            </p:cNvGrpSpPr>
            <p:nvPr/>
          </p:nvGrpSpPr>
          <p:grpSpPr bwMode="auto">
            <a:xfrm>
              <a:off x="1489" y="2650"/>
              <a:ext cx="423" cy="56"/>
              <a:chOff x="1489" y="2650"/>
              <a:chExt cx="423" cy="56"/>
            </a:xfrm>
          </p:grpSpPr>
          <p:sp>
            <p:nvSpPr>
              <p:cNvPr id="57679" name="Freeform 129"/>
              <p:cNvSpPr>
                <a:spLocks/>
              </p:cNvSpPr>
              <p:nvPr/>
            </p:nvSpPr>
            <p:spPr bwMode="auto">
              <a:xfrm>
                <a:off x="1792" y="2650"/>
                <a:ext cx="120" cy="56"/>
              </a:xfrm>
              <a:custGeom>
                <a:avLst/>
                <a:gdLst>
                  <a:gd name="T0" fmla="*/ 120 w 120"/>
                  <a:gd name="T1" fmla="*/ 24 h 56"/>
                  <a:gd name="T2" fmla="*/ 0 w 120"/>
                  <a:gd name="T3" fmla="*/ 56 h 56"/>
                  <a:gd name="T4" fmla="*/ 0 w 120"/>
                  <a:gd name="T5" fmla="*/ 24 h 56"/>
                  <a:gd name="T6" fmla="*/ 0 w 120"/>
                  <a:gd name="T7" fmla="*/ 0 h 56"/>
                  <a:gd name="T8" fmla="*/ 120 w 120"/>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 h="56">
                    <a:moveTo>
                      <a:pt x="120" y="24"/>
                    </a:moveTo>
                    <a:lnTo>
                      <a:pt x="0" y="56"/>
                    </a:lnTo>
                    <a:lnTo>
                      <a:pt x="0" y="24"/>
                    </a:lnTo>
                    <a:lnTo>
                      <a:pt x="0" y="0"/>
                    </a:lnTo>
                    <a:lnTo>
                      <a:pt x="120" y="24"/>
                    </a:lnTo>
                    <a:close/>
                  </a:path>
                </a:pathLst>
              </a:custGeom>
              <a:solidFill>
                <a:srgbClr val="808080"/>
              </a:solidFill>
              <a:ln w="9525">
                <a:solidFill>
                  <a:srgbClr val="808080"/>
                </a:solidFill>
                <a:round/>
                <a:headEnd/>
                <a:tailEnd/>
              </a:ln>
            </p:spPr>
            <p:txBody>
              <a:bodyPr/>
              <a:lstStyle/>
              <a:p>
                <a:endParaRPr lang="en-US"/>
              </a:p>
            </p:txBody>
          </p:sp>
          <p:grpSp>
            <p:nvGrpSpPr>
              <p:cNvPr id="57680" name="Group 130"/>
              <p:cNvGrpSpPr>
                <a:grpSpLocks/>
              </p:cNvGrpSpPr>
              <p:nvPr/>
            </p:nvGrpSpPr>
            <p:grpSpPr bwMode="auto">
              <a:xfrm>
                <a:off x="1489" y="2674"/>
                <a:ext cx="295" cy="1"/>
                <a:chOff x="1489" y="2674"/>
                <a:chExt cx="295" cy="1"/>
              </a:xfrm>
            </p:grpSpPr>
            <p:sp>
              <p:nvSpPr>
                <p:cNvPr id="57681" name="Line 131"/>
                <p:cNvSpPr>
                  <a:spLocks noChangeShapeType="1"/>
                </p:cNvSpPr>
                <p:nvPr/>
              </p:nvSpPr>
              <p:spPr bwMode="auto">
                <a:xfrm>
                  <a:off x="1489"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682" name="Line 132"/>
                <p:cNvSpPr>
                  <a:spLocks noChangeShapeType="1"/>
                </p:cNvSpPr>
                <p:nvPr/>
              </p:nvSpPr>
              <p:spPr bwMode="auto">
                <a:xfrm>
                  <a:off x="1544"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683" name="Line 133"/>
                <p:cNvSpPr>
                  <a:spLocks noChangeShapeType="1"/>
                </p:cNvSpPr>
                <p:nvPr/>
              </p:nvSpPr>
              <p:spPr bwMode="auto">
                <a:xfrm>
                  <a:off x="1600"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684" name="Line 134"/>
                <p:cNvSpPr>
                  <a:spLocks noChangeShapeType="1"/>
                </p:cNvSpPr>
                <p:nvPr/>
              </p:nvSpPr>
              <p:spPr bwMode="auto">
                <a:xfrm>
                  <a:off x="1656"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685" name="Line 135"/>
                <p:cNvSpPr>
                  <a:spLocks noChangeShapeType="1"/>
                </p:cNvSpPr>
                <p:nvPr/>
              </p:nvSpPr>
              <p:spPr bwMode="auto">
                <a:xfrm>
                  <a:off x="1712"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686" name="Line 136"/>
                <p:cNvSpPr>
                  <a:spLocks noChangeShapeType="1"/>
                </p:cNvSpPr>
                <p:nvPr/>
              </p:nvSpPr>
              <p:spPr bwMode="auto">
                <a:xfrm>
                  <a:off x="1768" y="2674"/>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591" name="Group 137"/>
            <p:cNvGrpSpPr>
              <a:grpSpLocks/>
            </p:cNvGrpSpPr>
            <p:nvPr/>
          </p:nvGrpSpPr>
          <p:grpSpPr bwMode="auto">
            <a:xfrm>
              <a:off x="1968" y="2650"/>
              <a:ext cx="415" cy="56"/>
              <a:chOff x="1968" y="2650"/>
              <a:chExt cx="415" cy="56"/>
            </a:xfrm>
          </p:grpSpPr>
          <p:sp>
            <p:nvSpPr>
              <p:cNvPr id="57671" name="Freeform 138"/>
              <p:cNvSpPr>
                <a:spLocks/>
              </p:cNvSpPr>
              <p:nvPr/>
            </p:nvSpPr>
            <p:spPr bwMode="auto">
              <a:xfrm>
                <a:off x="2271" y="2650"/>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rgbClr val="808080"/>
              </a:solidFill>
              <a:ln w="9525">
                <a:solidFill>
                  <a:srgbClr val="808080"/>
                </a:solidFill>
                <a:round/>
                <a:headEnd/>
                <a:tailEnd/>
              </a:ln>
            </p:spPr>
            <p:txBody>
              <a:bodyPr/>
              <a:lstStyle/>
              <a:p>
                <a:endParaRPr lang="en-US"/>
              </a:p>
            </p:txBody>
          </p:sp>
          <p:grpSp>
            <p:nvGrpSpPr>
              <p:cNvPr id="57672" name="Group 139"/>
              <p:cNvGrpSpPr>
                <a:grpSpLocks/>
              </p:cNvGrpSpPr>
              <p:nvPr/>
            </p:nvGrpSpPr>
            <p:grpSpPr bwMode="auto">
              <a:xfrm>
                <a:off x="1968" y="2674"/>
                <a:ext cx="295" cy="1"/>
                <a:chOff x="1968" y="2674"/>
                <a:chExt cx="295" cy="1"/>
              </a:xfrm>
            </p:grpSpPr>
            <p:sp>
              <p:nvSpPr>
                <p:cNvPr id="57673" name="Line 140"/>
                <p:cNvSpPr>
                  <a:spLocks noChangeShapeType="1"/>
                </p:cNvSpPr>
                <p:nvPr/>
              </p:nvSpPr>
              <p:spPr bwMode="auto">
                <a:xfrm>
                  <a:off x="1968"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674" name="Line 141"/>
                <p:cNvSpPr>
                  <a:spLocks noChangeShapeType="1"/>
                </p:cNvSpPr>
                <p:nvPr/>
              </p:nvSpPr>
              <p:spPr bwMode="auto">
                <a:xfrm>
                  <a:off x="2023"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675" name="Line 142"/>
                <p:cNvSpPr>
                  <a:spLocks noChangeShapeType="1"/>
                </p:cNvSpPr>
                <p:nvPr/>
              </p:nvSpPr>
              <p:spPr bwMode="auto">
                <a:xfrm>
                  <a:off x="2079"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676" name="Line 143"/>
                <p:cNvSpPr>
                  <a:spLocks noChangeShapeType="1"/>
                </p:cNvSpPr>
                <p:nvPr/>
              </p:nvSpPr>
              <p:spPr bwMode="auto">
                <a:xfrm>
                  <a:off x="2135"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677" name="Line 144"/>
                <p:cNvSpPr>
                  <a:spLocks noChangeShapeType="1"/>
                </p:cNvSpPr>
                <p:nvPr/>
              </p:nvSpPr>
              <p:spPr bwMode="auto">
                <a:xfrm>
                  <a:off x="2191"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678" name="Line 145"/>
                <p:cNvSpPr>
                  <a:spLocks noChangeShapeType="1"/>
                </p:cNvSpPr>
                <p:nvPr/>
              </p:nvSpPr>
              <p:spPr bwMode="auto">
                <a:xfrm>
                  <a:off x="2247" y="2674"/>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592" name="Group 146"/>
            <p:cNvGrpSpPr>
              <a:grpSpLocks/>
            </p:cNvGrpSpPr>
            <p:nvPr/>
          </p:nvGrpSpPr>
          <p:grpSpPr bwMode="auto">
            <a:xfrm>
              <a:off x="1489" y="2953"/>
              <a:ext cx="423" cy="56"/>
              <a:chOff x="1489" y="2953"/>
              <a:chExt cx="423" cy="56"/>
            </a:xfrm>
          </p:grpSpPr>
          <p:sp>
            <p:nvSpPr>
              <p:cNvPr id="57663" name="Freeform 147"/>
              <p:cNvSpPr>
                <a:spLocks/>
              </p:cNvSpPr>
              <p:nvPr/>
            </p:nvSpPr>
            <p:spPr bwMode="auto">
              <a:xfrm>
                <a:off x="1792" y="2953"/>
                <a:ext cx="120" cy="56"/>
              </a:xfrm>
              <a:custGeom>
                <a:avLst/>
                <a:gdLst>
                  <a:gd name="T0" fmla="*/ 120 w 120"/>
                  <a:gd name="T1" fmla="*/ 32 h 56"/>
                  <a:gd name="T2" fmla="*/ 0 w 120"/>
                  <a:gd name="T3" fmla="*/ 56 h 56"/>
                  <a:gd name="T4" fmla="*/ 0 w 120"/>
                  <a:gd name="T5" fmla="*/ 32 h 56"/>
                  <a:gd name="T6" fmla="*/ 0 w 120"/>
                  <a:gd name="T7" fmla="*/ 0 h 56"/>
                  <a:gd name="T8" fmla="*/ 120 w 120"/>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 h="56">
                    <a:moveTo>
                      <a:pt x="120" y="32"/>
                    </a:moveTo>
                    <a:lnTo>
                      <a:pt x="0" y="56"/>
                    </a:lnTo>
                    <a:lnTo>
                      <a:pt x="0" y="32"/>
                    </a:lnTo>
                    <a:lnTo>
                      <a:pt x="0" y="0"/>
                    </a:lnTo>
                    <a:lnTo>
                      <a:pt x="120" y="32"/>
                    </a:lnTo>
                    <a:close/>
                  </a:path>
                </a:pathLst>
              </a:custGeom>
              <a:solidFill>
                <a:srgbClr val="808080"/>
              </a:solidFill>
              <a:ln w="9525">
                <a:solidFill>
                  <a:srgbClr val="808080"/>
                </a:solidFill>
                <a:round/>
                <a:headEnd/>
                <a:tailEnd/>
              </a:ln>
            </p:spPr>
            <p:txBody>
              <a:bodyPr/>
              <a:lstStyle/>
              <a:p>
                <a:endParaRPr lang="en-US"/>
              </a:p>
            </p:txBody>
          </p:sp>
          <p:grpSp>
            <p:nvGrpSpPr>
              <p:cNvPr id="57664" name="Group 148"/>
              <p:cNvGrpSpPr>
                <a:grpSpLocks/>
              </p:cNvGrpSpPr>
              <p:nvPr/>
            </p:nvGrpSpPr>
            <p:grpSpPr bwMode="auto">
              <a:xfrm>
                <a:off x="1489" y="2985"/>
                <a:ext cx="295" cy="1"/>
                <a:chOff x="1489" y="2985"/>
                <a:chExt cx="295" cy="1"/>
              </a:xfrm>
            </p:grpSpPr>
            <p:sp>
              <p:nvSpPr>
                <p:cNvPr id="57665" name="Line 149"/>
                <p:cNvSpPr>
                  <a:spLocks noChangeShapeType="1"/>
                </p:cNvSpPr>
                <p:nvPr/>
              </p:nvSpPr>
              <p:spPr bwMode="auto">
                <a:xfrm>
                  <a:off x="1489"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666" name="Line 150"/>
                <p:cNvSpPr>
                  <a:spLocks noChangeShapeType="1"/>
                </p:cNvSpPr>
                <p:nvPr/>
              </p:nvSpPr>
              <p:spPr bwMode="auto">
                <a:xfrm>
                  <a:off x="1544"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667" name="Line 151"/>
                <p:cNvSpPr>
                  <a:spLocks noChangeShapeType="1"/>
                </p:cNvSpPr>
                <p:nvPr/>
              </p:nvSpPr>
              <p:spPr bwMode="auto">
                <a:xfrm>
                  <a:off x="1600"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668" name="Line 152"/>
                <p:cNvSpPr>
                  <a:spLocks noChangeShapeType="1"/>
                </p:cNvSpPr>
                <p:nvPr/>
              </p:nvSpPr>
              <p:spPr bwMode="auto">
                <a:xfrm>
                  <a:off x="1656"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669" name="Line 153"/>
                <p:cNvSpPr>
                  <a:spLocks noChangeShapeType="1"/>
                </p:cNvSpPr>
                <p:nvPr/>
              </p:nvSpPr>
              <p:spPr bwMode="auto">
                <a:xfrm>
                  <a:off x="1712"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670" name="Line 154"/>
                <p:cNvSpPr>
                  <a:spLocks noChangeShapeType="1"/>
                </p:cNvSpPr>
                <p:nvPr/>
              </p:nvSpPr>
              <p:spPr bwMode="auto">
                <a:xfrm>
                  <a:off x="1768" y="2985"/>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593" name="Group 155"/>
            <p:cNvGrpSpPr>
              <a:grpSpLocks/>
            </p:cNvGrpSpPr>
            <p:nvPr/>
          </p:nvGrpSpPr>
          <p:grpSpPr bwMode="auto">
            <a:xfrm>
              <a:off x="1952" y="2953"/>
              <a:ext cx="415" cy="56"/>
              <a:chOff x="1952" y="2953"/>
              <a:chExt cx="415" cy="56"/>
            </a:xfrm>
          </p:grpSpPr>
          <p:sp>
            <p:nvSpPr>
              <p:cNvPr id="57655" name="Freeform 156"/>
              <p:cNvSpPr>
                <a:spLocks/>
              </p:cNvSpPr>
              <p:nvPr/>
            </p:nvSpPr>
            <p:spPr bwMode="auto">
              <a:xfrm>
                <a:off x="2255"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rgbClr val="808080"/>
              </a:solidFill>
              <a:ln w="9525">
                <a:solidFill>
                  <a:srgbClr val="808080"/>
                </a:solidFill>
                <a:round/>
                <a:headEnd/>
                <a:tailEnd/>
              </a:ln>
            </p:spPr>
            <p:txBody>
              <a:bodyPr/>
              <a:lstStyle/>
              <a:p>
                <a:endParaRPr lang="en-US"/>
              </a:p>
            </p:txBody>
          </p:sp>
          <p:grpSp>
            <p:nvGrpSpPr>
              <p:cNvPr id="57656" name="Group 157"/>
              <p:cNvGrpSpPr>
                <a:grpSpLocks/>
              </p:cNvGrpSpPr>
              <p:nvPr/>
            </p:nvGrpSpPr>
            <p:grpSpPr bwMode="auto">
              <a:xfrm>
                <a:off x="1952" y="2985"/>
                <a:ext cx="295" cy="1"/>
                <a:chOff x="1952" y="2985"/>
                <a:chExt cx="295" cy="1"/>
              </a:xfrm>
            </p:grpSpPr>
            <p:sp>
              <p:nvSpPr>
                <p:cNvPr id="57657" name="Line 158"/>
                <p:cNvSpPr>
                  <a:spLocks noChangeShapeType="1"/>
                </p:cNvSpPr>
                <p:nvPr/>
              </p:nvSpPr>
              <p:spPr bwMode="auto">
                <a:xfrm>
                  <a:off x="1952"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658" name="Line 159"/>
                <p:cNvSpPr>
                  <a:spLocks noChangeShapeType="1"/>
                </p:cNvSpPr>
                <p:nvPr/>
              </p:nvSpPr>
              <p:spPr bwMode="auto">
                <a:xfrm>
                  <a:off x="2008" y="2985"/>
                  <a:ext cx="23"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659" name="Line 160"/>
                <p:cNvSpPr>
                  <a:spLocks noChangeShapeType="1"/>
                </p:cNvSpPr>
                <p:nvPr/>
              </p:nvSpPr>
              <p:spPr bwMode="auto">
                <a:xfrm>
                  <a:off x="2063"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660" name="Line 161"/>
                <p:cNvSpPr>
                  <a:spLocks noChangeShapeType="1"/>
                </p:cNvSpPr>
                <p:nvPr/>
              </p:nvSpPr>
              <p:spPr bwMode="auto">
                <a:xfrm>
                  <a:off x="2119"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661" name="Line 162"/>
                <p:cNvSpPr>
                  <a:spLocks noChangeShapeType="1"/>
                </p:cNvSpPr>
                <p:nvPr/>
              </p:nvSpPr>
              <p:spPr bwMode="auto">
                <a:xfrm>
                  <a:off x="2175"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662" name="Line 163"/>
                <p:cNvSpPr>
                  <a:spLocks noChangeShapeType="1"/>
                </p:cNvSpPr>
                <p:nvPr/>
              </p:nvSpPr>
              <p:spPr bwMode="auto">
                <a:xfrm>
                  <a:off x="2231" y="2985"/>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594" name="Group 164"/>
            <p:cNvGrpSpPr>
              <a:grpSpLocks/>
            </p:cNvGrpSpPr>
            <p:nvPr/>
          </p:nvGrpSpPr>
          <p:grpSpPr bwMode="auto">
            <a:xfrm>
              <a:off x="2415" y="2953"/>
              <a:ext cx="415" cy="56"/>
              <a:chOff x="2415" y="2953"/>
              <a:chExt cx="415" cy="56"/>
            </a:xfrm>
          </p:grpSpPr>
          <p:sp>
            <p:nvSpPr>
              <p:cNvPr id="57647" name="Freeform 165"/>
              <p:cNvSpPr>
                <a:spLocks/>
              </p:cNvSpPr>
              <p:nvPr/>
            </p:nvSpPr>
            <p:spPr bwMode="auto">
              <a:xfrm>
                <a:off x="2718"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rgbClr val="808080"/>
              </a:solidFill>
              <a:ln w="9525">
                <a:solidFill>
                  <a:srgbClr val="808080"/>
                </a:solidFill>
                <a:round/>
                <a:headEnd/>
                <a:tailEnd/>
              </a:ln>
            </p:spPr>
            <p:txBody>
              <a:bodyPr/>
              <a:lstStyle/>
              <a:p>
                <a:endParaRPr lang="en-US"/>
              </a:p>
            </p:txBody>
          </p:sp>
          <p:grpSp>
            <p:nvGrpSpPr>
              <p:cNvPr id="57648" name="Group 166"/>
              <p:cNvGrpSpPr>
                <a:grpSpLocks/>
              </p:cNvGrpSpPr>
              <p:nvPr/>
            </p:nvGrpSpPr>
            <p:grpSpPr bwMode="auto">
              <a:xfrm>
                <a:off x="2415" y="2985"/>
                <a:ext cx="295" cy="1"/>
                <a:chOff x="2415" y="2985"/>
                <a:chExt cx="295" cy="1"/>
              </a:xfrm>
            </p:grpSpPr>
            <p:sp>
              <p:nvSpPr>
                <p:cNvPr id="57649" name="Line 167"/>
                <p:cNvSpPr>
                  <a:spLocks noChangeShapeType="1"/>
                </p:cNvSpPr>
                <p:nvPr/>
              </p:nvSpPr>
              <p:spPr bwMode="auto">
                <a:xfrm>
                  <a:off x="2415"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650" name="Line 168"/>
                <p:cNvSpPr>
                  <a:spLocks noChangeShapeType="1"/>
                </p:cNvSpPr>
                <p:nvPr/>
              </p:nvSpPr>
              <p:spPr bwMode="auto">
                <a:xfrm>
                  <a:off x="2471"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651" name="Line 169"/>
                <p:cNvSpPr>
                  <a:spLocks noChangeShapeType="1"/>
                </p:cNvSpPr>
                <p:nvPr/>
              </p:nvSpPr>
              <p:spPr bwMode="auto">
                <a:xfrm>
                  <a:off x="2526"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652" name="Line 170"/>
                <p:cNvSpPr>
                  <a:spLocks noChangeShapeType="1"/>
                </p:cNvSpPr>
                <p:nvPr/>
              </p:nvSpPr>
              <p:spPr bwMode="auto">
                <a:xfrm>
                  <a:off x="2582"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653" name="Line 171"/>
                <p:cNvSpPr>
                  <a:spLocks noChangeShapeType="1"/>
                </p:cNvSpPr>
                <p:nvPr/>
              </p:nvSpPr>
              <p:spPr bwMode="auto">
                <a:xfrm>
                  <a:off x="2638"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654" name="Line 172"/>
                <p:cNvSpPr>
                  <a:spLocks noChangeShapeType="1"/>
                </p:cNvSpPr>
                <p:nvPr/>
              </p:nvSpPr>
              <p:spPr bwMode="auto">
                <a:xfrm>
                  <a:off x="2694" y="2985"/>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595" name="Group 173"/>
            <p:cNvGrpSpPr>
              <a:grpSpLocks/>
            </p:cNvGrpSpPr>
            <p:nvPr/>
          </p:nvGrpSpPr>
          <p:grpSpPr bwMode="auto">
            <a:xfrm>
              <a:off x="2838" y="1741"/>
              <a:ext cx="40" cy="1260"/>
              <a:chOff x="2838" y="1741"/>
              <a:chExt cx="40" cy="1260"/>
            </a:xfrm>
          </p:grpSpPr>
          <p:sp>
            <p:nvSpPr>
              <p:cNvPr id="57637" name="Oval 174"/>
              <p:cNvSpPr>
                <a:spLocks noChangeArrowheads="1"/>
              </p:cNvSpPr>
              <p:nvPr/>
            </p:nvSpPr>
            <p:spPr bwMode="auto">
              <a:xfrm>
                <a:off x="2838" y="1741"/>
                <a:ext cx="40" cy="40"/>
              </a:xfrm>
              <a:prstGeom prst="ellipse">
                <a:avLst/>
              </a:prstGeom>
              <a:solidFill>
                <a:srgbClr val="808080"/>
              </a:solidFill>
              <a:ln w="9525">
                <a:solidFill>
                  <a:srgbClr val="808080"/>
                </a:solidFill>
                <a:round/>
                <a:headEnd/>
                <a:tailEnd/>
              </a:ln>
            </p:spPr>
            <p:txBody>
              <a:bodyPr/>
              <a:lstStyle/>
              <a:p>
                <a:endParaRPr lang="en-US"/>
              </a:p>
            </p:txBody>
          </p:sp>
          <p:sp>
            <p:nvSpPr>
              <p:cNvPr id="57638" name="Oval 175"/>
              <p:cNvSpPr>
                <a:spLocks noChangeArrowheads="1"/>
              </p:cNvSpPr>
              <p:nvPr/>
            </p:nvSpPr>
            <p:spPr bwMode="auto">
              <a:xfrm>
                <a:off x="2838" y="1741"/>
                <a:ext cx="40" cy="40"/>
              </a:xfrm>
              <a:prstGeom prst="ellipse">
                <a:avLst/>
              </a:prstGeom>
              <a:solidFill>
                <a:srgbClr val="808080"/>
              </a:solidFill>
              <a:ln w="25400">
                <a:solidFill>
                  <a:srgbClr val="808080"/>
                </a:solidFill>
                <a:round/>
                <a:headEnd/>
                <a:tailEnd/>
              </a:ln>
            </p:spPr>
            <p:txBody>
              <a:bodyPr/>
              <a:lstStyle/>
              <a:p>
                <a:endParaRPr lang="en-US"/>
              </a:p>
            </p:txBody>
          </p:sp>
          <p:sp>
            <p:nvSpPr>
              <p:cNvPr id="57639" name="Oval 176"/>
              <p:cNvSpPr>
                <a:spLocks noChangeArrowheads="1"/>
              </p:cNvSpPr>
              <p:nvPr/>
            </p:nvSpPr>
            <p:spPr bwMode="auto">
              <a:xfrm>
                <a:off x="2846" y="2044"/>
                <a:ext cx="32" cy="32"/>
              </a:xfrm>
              <a:prstGeom prst="ellipse">
                <a:avLst/>
              </a:prstGeom>
              <a:solidFill>
                <a:srgbClr val="808080"/>
              </a:solidFill>
              <a:ln w="9525">
                <a:solidFill>
                  <a:srgbClr val="808080"/>
                </a:solidFill>
                <a:round/>
                <a:headEnd/>
                <a:tailEnd/>
              </a:ln>
            </p:spPr>
            <p:txBody>
              <a:bodyPr/>
              <a:lstStyle/>
              <a:p>
                <a:endParaRPr lang="en-US"/>
              </a:p>
            </p:txBody>
          </p:sp>
          <p:sp>
            <p:nvSpPr>
              <p:cNvPr id="57640" name="Oval 177"/>
              <p:cNvSpPr>
                <a:spLocks noChangeArrowheads="1"/>
              </p:cNvSpPr>
              <p:nvPr/>
            </p:nvSpPr>
            <p:spPr bwMode="auto">
              <a:xfrm>
                <a:off x="2846" y="2044"/>
                <a:ext cx="32" cy="32"/>
              </a:xfrm>
              <a:prstGeom prst="ellipse">
                <a:avLst/>
              </a:prstGeom>
              <a:solidFill>
                <a:srgbClr val="808080"/>
              </a:solidFill>
              <a:ln w="25400">
                <a:solidFill>
                  <a:srgbClr val="808080"/>
                </a:solidFill>
                <a:round/>
                <a:headEnd/>
                <a:tailEnd/>
              </a:ln>
            </p:spPr>
            <p:txBody>
              <a:bodyPr/>
              <a:lstStyle/>
              <a:p>
                <a:endParaRPr lang="en-US"/>
              </a:p>
            </p:txBody>
          </p:sp>
          <p:sp>
            <p:nvSpPr>
              <p:cNvPr id="57641" name="Oval 178"/>
              <p:cNvSpPr>
                <a:spLocks noChangeArrowheads="1"/>
              </p:cNvSpPr>
              <p:nvPr/>
            </p:nvSpPr>
            <p:spPr bwMode="auto">
              <a:xfrm>
                <a:off x="2846" y="2355"/>
                <a:ext cx="32" cy="32"/>
              </a:xfrm>
              <a:prstGeom prst="ellipse">
                <a:avLst/>
              </a:prstGeom>
              <a:solidFill>
                <a:srgbClr val="808080"/>
              </a:solidFill>
              <a:ln w="9525">
                <a:solidFill>
                  <a:srgbClr val="808080"/>
                </a:solidFill>
                <a:round/>
                <a:headEnd/>
                <a:tailEnd/>
              </a:ln>
            </p:spPr>
            <p:txBody>
              <a:bodyPr/>
              <a:lstStyle/>
              <a:p>
                <a:endParaRPr lang="en-US"/>
              </a:p>
            </p:txBody>
          </p:sp>
          <p:sp>
            <p:nvSpPr>
              <p:cNvPr id="57642" name="Oval 179"/>
              <p:cNvSpPr>
                <a:spLocks noChangeArrowheads="1"/>
              </p:cNvSpPr>
              <p:nvPr/>
            </p:nvSpPr>
            <p:spPr bwMode="auto">
              <a:xfrm>
                <a:off x="2846" y="2355"/>
                <a:ext cx="32" cy="32"/>
              </a:xfrm>
              <a:prstGeom prst="ellipse">
                <a:avLst/>
              </a:prstGeom>
              <a:solidFill>
                <a:srgbClr val="808080"/>
              </a:solidFill>
              <a:ln w="25400">
                <a:solidFill>
                  <a:srgbClr val="808080"/>
                </a:solidFill>
                <a:round/>
                <a:headEnd/>
                <a:tailEnd/>
              </a:ln>
            </p:spPr>
            <p:txBody>
              <a:bodyPr/>
              <a:lstStyle/>
              <a:p>
                <a:endParaRPr lang="en-US"/>
              </a:p>
            </p:txBody>
          </p:sp>
          <p:sp>
            <p:nvSpPr>
              <p:cNvPr id="57643" name="Oval 180"/>
              <p:cNvSpPr>
                <a:spLocks noChangeArrowheads="1"/>
              </p:cNvSpPr>
              <p:nvPr/>
            </p:nvSpPr>
            <p:spPr bwMode="auto">
              <a:xfrm>
                <a:off x="2838" y="2658"/>
                <a:ext cx="40" cy="32"/>
              </a:xfrm>
              <a:prstGeom prst="ellipse">
                <a:avLst/>
              </a:prstGeom>
              <a:solidFill>
                <a:srgbClr val="808080"/>
              </a:solidFill>
              <a:ln w="9525">
                <a:solidFill>
                  <a:srgbClr val="808080"/>
                </a:solidFill>
                <a:round/>
                <a:headEnd/>
                <a:tailEnd/>
              </a:ln>
            </p:spPr>
            <p:txBody>
              <a:bodyPr/>
              <a:lstStyle/>
              <a:p>
                <a:endParaRPr lang="en-US"/>
              </a:p>
            </p:txBody>
          </p:sp>
          <p:sp>
            <p:nvSpPr>
              <p:cNvPr id="57644" name="Oval 181"/>
              <p:cNvSpPr>
                <a:spLocks noChangeArrowheads="1"/>
              </p:cNvSpPr>
              <p:nvPr/>
            </p:nvSpPr>
            <p:spPr bwMode="auto">
              <a:xfrm>
                <a:off x="2838" y="2658"/>
                <a:ext cx="40" cy="32"/>
              </a:xfrm>
              <a:prstGeom prst="ellipse">
                <a:avLst/>
              </a:prstGeom>
              <a:solidFill>
                <a:srgbClr val="808080"/>
              </a:solidFill>
              <a:ln w="25400">
                <a:solidFill>
                  <a:srgbClr val="808080"/>
                </a:solidFill>
                <a:round/>
                <a:headEnd/>
                <a:tailEnd/>
              </a:ln>
            </p:spPr>
            <p:txBody>
              <a:bodyPr/>
              <a:lstStyle/>
              <a:p>
                <a:endParaRPr lang="en-US"/>
              </a:p>
            </p:txBody>
          </p:sp>
          <p:sp>
            <p:nvSpPr>
              <p:cNvPr id="57645" name="Oval 182"/>
              <p:cNvSpPr>
                <a:spLocks noChangeArrowheads="1"/>
              </p:cNvSpPr>
              <p:nvPr/>
            </p:nvSpPr>
            <p:spPr bwMode="auto">
              <a:xfrm>
                <a:off x="2838" y="2969"/>
                <a:ext cx="32" cy="32"/>
              </a:xfrm>
              <a:prstGeom prst="ellipse">
                <a:avLst/>
              </a:prstGeom>
              <a:solidFill>
                <a:srgbClr val="808080"/>
              </a:solidFill>
              <a:ln w="9525">
                <a:solidFill>
                  <a:srgbClr val="808080"/>
                </a:solidFill>
                <a:round/>
                <a:headEnd/>
                <a:tailEnd/>
              </a:ln>
            </p:spPr>
            <p:txBody>
              <a:bodyPr/>
              <a:lstStyle/>
              <a:p>
                <a:endParaRPr lang="en-US"/>
              </a:p>
            </p:txBody>
          </p:sp>
          <p:sp>
            <p:nvSpPr>
              <p:cNvPr id="57646" name="Oval 183"/>
              <p:cNvSpPr>
                <a:spLocks noChangeArrowheads="1"/>
              </p:cNvSpPr>
              <p:nvPr/>
            </p:nvSpPr>
            <p:spPr bwMode="auto">
              <a:xfrm>
                <a:off x="2838" y="2969"/>
                <a:ext cx="32" cy="32"/>
              </a:xfrm>
              <a:prstGeom prst="ellipse">
                <a:avLst/>
              </a:prstGeom>
              <a:solidFill>
                <a:srgbClr val="808080"/>
              </a:solidFill>
              <a:ln w="25400">
                <a:solidFill>
                  <a:srgbClr val="808080"/>
                </a:solidFill>
                <a:round/>
                <a:headEnd/>
                <a:tailEnd/>
              </a:ln>
            </p:spPr>
            <p:txBody>
              <a:bodyPr/>
              <a:lstStyle/>
              <a:p>
                <a:endParaRPr lang="en-US"/>
              </a:p>
            </p:txBody>
          </p:sp>
        </p:grpSp>
        <p:grpSp>
          <p:nvGrpSpPr>
            <p:cNvPr id="56596" name="Group 184"/>
            <p:cNvGrpSpPr>
              <a:grpSpLocks/>
            </p:cNvGrpSpPr>
            <p:nvPr/>
          </p:nvGrpSpPr>
          <p:grpSpPr bwMode="auto">
            <a:xfrm>
              <a:off x="1912" y="3272"/>
              <a:ext cx="32" cy="335"/>
              <a:chOff x="1912" y="3272"/>
              <a:chExt cx="32" cy="335"/>
            </a:xfrm>
          </p:grpSpPr>
          <p:sp>
            <p:nvSpPr>
              <p:cNvPr id="57633" name="Oval 185"/>
              <p:cNvSpPr>
                <a:spLocks noChangeArrowheads="1"/>
              </p:cNvSpPr>
              <p:nvPr/>
            </p:nvSpPr>
            <p:spPr bwMode="auto">
              <a:xfrm>
                <a:off x="1912" y="3272"/>
                <a:ext cx="32" cy="32"/>
              </a:xfrm>
              <a:prstGeom prst="ellipse">
                <a:avLst/>
              </a:prstGeom>
              <a:solidFill>
                <a:srgbClr val="808080"/>
              </a:solidFill>
              <a:ln w="9525">
                <a:solidFill>
                  <a:srgbClr val="808080"/>
                </a:solidFill>
                <a:round/>
                <a:headEnd/>
                <a:tailEnd/>
              </a:ln>
            </p:spPr>
            <p:txBody>
              <a:bodyPr/>
              <a:lstStyle/>
              <a:p>
                <a:endParaRPr lang="en-US"/>
              </a:p>
            </p:txBody>
          </p:sp>
          <p:sp>
            <p:nvSpPr>
              <p:cNvPr id="57634" name="Oval 186"/>
              <p:cNvSpPr>
                <a:spLocks noChangeArrowheads="1"/>
              </p:cNvSpPr>
              <p:nvPr/>
            </p:nvSpPr>
            <p:spPr bwMode="auto">
              <a:xfrm>
                <a:off x="1912" y="3272"/>
                <a:ext cx="32" cy="32"/>
              </a:xfrm>
              <a:prstGeom prst="ellipse">
                <a:avLst/>
              </a:prstGeom>
              <a:solidFill>
                <a:srgbClr val="808080"/>
              </a:solidFill>
              <a:ln w="25400">
                <a:solidFill>
                  <a:srgbClr val="808080"/>
                </a:solidFill>
                <a:round/>
                <a:headEnd/>
                <a:tailEnd/>
              </a:ln>
            </p:spPr>
            <p:txBody>
              <a:bodyPr/>
              <a:lstStyle/>
              <a:p>
                <a:endParaRPr lang="en-US"/>
              </a:p>
            </p:txBody>
          </p:sp>
          <p:sp>
            <p:nvSpPr>
              <p:cNvPr id="57635" name="Oval 187"/>
              <p:cNvSpPr>
                <a:spLocks noChangeArrowheads="1"/>
              </p:cNvSpPr>
              <p:nvPr/>
            </p:nvSpPr>
            <p:spPr bwMode="auto">
              <a:xfrm>
                <a:off x="1912" y="3575"/>
                <a:ext cx="32" cy="32"/>
              </a:xfrm>
              <a:prstGeom prst="ellipse">
                <a:avLst/>
              </a:prstGeom>
              <a:solidFill>
                <a:srgbClr val="808080"/>
              </a:solidFill>
              <a:ln w="9525">
                <a:solidFill>
                  <a:srgbClr val="808080"/>
                </a:solidFill>
                <a:round/>
                <a:headEnd/>
                <a:tailEnd/>
              </a:ln>
            </p:spPr>
            <p:txBody>
              <a:bodyPr/>
              <a:lstStyle/>
              <a:p>
                <a:endParaRPr lang="en-US"/>
              </a:p>
            </p:txBody>
          </p:sp>
          <p:sp>
            <p:nvSpPr>
              <p:cNvPr id="57636" name="Oval 188"/>
              <p:cNvSpPr>
                <a:spLocks noChangeArrowheads="1"/>
              </p:cNvSpPr>
              <p:nvPr/>
            </p:nvSpPr>
            <p:spPr bwMode="auto">
              <a:xfrm>
                <a:off x="1912" y="3575"/>
                <a:ext cx="32" cy="32"/>
              </a:xfrm>
              <a:prstGeom prst="ellipse">
                <a:avLst/>
              </a:prstGeom>
              <a:solidFill>
                <a:srgbClr val="808080"/>
              </a:solidFill>
              <a:ln w="25400">
                <a:solidFill>
                  <a:srgbClr val="808080"/>
                </a:solidFill>
                <a:round/>
                <a:headEnd/>
                <a:tailEnd/>
              </a:ln>
            </p:spPr>
            <p:txBody>
              <a:bodyPr/>
              <a:lstStyle/>
              <a:p>
                <a:endParaRPr lang="en-US"/>
              </a:p>
            </p:txBody>
          </p:sp>
        </p:grpSp>
        <p:grpSp>
          <p:nvGrpSpPr>
            <p:cNvPr id="56597" name="Group 189"/>
            <p:cNvGrpSpPr>
              <a:grpSpLocks/>
            </p:cNvGrpSpPr>
            <p:nvPr/>
          </p:nvGrpSpPr>
          <p:grpSpPr bwMode="auto">
            <a:xfrm>
              <a:off x="1449" y="3272"/>
              <a:ext cx="40" cy="335"/>
              <a:chOff x="1449" y="3272"/>
              <a:chExt cx="40" cy="335"/>
            </a:xfrm>
          </p:grpSpPr>
          <p:sp>
            <p:nvSpPr>
              <p:cNvPr id="57629" name="Oval 190"/>
              <p:cNvSpPr>
                <a:spLocks noChangeArrowheads="1"/>
              </p:cNvSpPr>
              <p:nvPr/>
            </p:nvSpPr>
            <p:spPr bwMode="auto">
              <a:xfrm>
                <a:off x="1449" y="3272"/>
                <a:ext cx="40" cy="32"/>
              </a:xfrm>
              <a:prstGeom prst="ellipse">
                <a:avLst/>
              </a:prstGeom>
              <a:solidFill>
                <a:srgbClr val="808080"/>
              </a:solidFill>
              <a:ln w="9525">
                <a:solidFill>
                  <a:srgbClr val="808080"/>
                </a:solidFill>
                <a:round/>
                <a:headEnd/>
                <a:tailEnd/>
              </a:ln>
            </p:spPr>
            <p:txBody>
              <a:bodyPr/>
              <a:lstStyle/>
              <a:p>
                <a:endParaRPr lang="en-US"/>
              </a:p>
            </p:txBody>
          </p:sp>
          <p:sp>
            <p:nvSpPr>
              <p:cNvPr id="57630" name="Oval 191"/>
              <p:cNvSpPr>
                <a:spLocks noChangeArrowheads="1"/>
              </p:cNvSpPr>
              <p:nvPr/>
            </p:nvSpPr>
            <p:spPr bwMode="auto">
              <a:xfrm>
                <a:off x="1449" y="3272"/>
                <a:ext cx="40" cy="32"/>
              </a:xfrm>
              <a:prstGeom prst="ellipse">
                <a:avLst/>
              </a:prstGeom>
              <a:solidFill>
                <a:srgbClr val="808080"/>
              </a:solidFill>
              <a:ln w="25400">
                <a:solidFill>
                  <a:srgbClr val="808080"/>
                </a:solidFill>
                <a:round/>
                <a:headEnd/>
                <a:tailEnd/>
              </a:ln>
            </p:spPr>
            <p:txBody>
              <a:bodyPr/>
              <a:lstStyle/>
              <a:p>
                <a:endParaRPr lang="en-US"/>
              </a:p>
            </p:txBody>
          </p:sp>
          <p:sp>
            <p:nvSpPr>
              <p:cNvPr id="57631" name="Oval 192"/>
              <p:cNvSpPr>
                <a:spLocks noChangeArrowheads="1"/>
              </p:cNvSpPr>
              <p:nvPr/>
            </p:nvSpPr>
            <p:spPr bwMode="auto">
              <a:xfrm>
                <a:off x="1449" y="3575"/>
                <a:ext cx="40" cy="32"/>
              </a:xfrm>
              <a:prstGeom prst="ellipse">
                <a:avLst/>
              </a:prstGeom>
              <a:solidFill>
                <a:srgbClr val="808080"/>
              </a:solidFill>
              <a:ln w="9525">
                <a:solidFill>
                  <a:srgbClr val="808080"/>
                </a:solidFill>
                <a:round/>
                <a:headEnd/>
                <a:tailEnd/>
              </a:ln>
            </p:spPr>
            <p:txBody>
              <a:bodyPr/>
              <a:lstStyle/>
              <a:p>
                <a:endParaRPr lang="en-US"/>
              </a:p>
            </p:txBody>
          </p:sp>
          <p:sp>
            <p:nvSpPr>
              <p:cNvPr id="57632" name="Oval 193"/>
              <p:cNvSpPr>
                <a:spLocks noChangeArrowheads="1"/>
              </p:cNvSpPr>
              <p:nvPr/>
            </p:nvSpPr>
            <p:spPr bwMode="auto">
              <a:xfrm>
                <a:off x="1449" y="3575"/>
                <a:ext cx="40" cy="32"/>
              </a:xfrm>
              <a:prstGeom prst="ellipse">
                <a:avLst/>
              </a:prstGeom>
              <a:solidFill>
                <a:srgbClr val="808080"/>
              </a:solidFill>
              <a:ln w="25400">
                <a:solidFill>
                  <a:srgbClr val="808080"/>
                </a:solidFill>
                <a:round/>
                <a:headEnd/>
                <a:tailEnd/>
              </a:ln>
            </p:spPr>
            <p:txBody>
              <a:bodyPr/>
              <a:lstStyle/>
              <a:p>
                <a:endParaRPr lang="en-US"/>
              </a:p>
            </p:txBody>
          </p:sp>
        </p:grpSp>
        <p:grpSp>
          <p:nvGrpSpPr>
            <p:cNvPr id="56598" name="Group 194"/>
            <p:cNvGrpSpPr>
              <a:grpSpLocks/>
            </p:cNvGrpSpPr>
            <p:nvPr/>
          </p:nvGrpSpPr>
          <p:grpSpPr bwMode="auto">
            <a:xfrm>
              <a:off x="2367" y="3272"/>
              <a:ext cx="32" cy="335"/>
              <a:chOff x="2367" y="3272"/>
              <a:chExt cx="32" cy="335"/>
            </a:xfrm>
          </p:grpSpPr>
          <p:sp>
            <p:nvSpPr>
              <p:cNvPr id="57625" name="Oval 195"/>
              <p:cNvSpPr>
                <a:spLocks noChangeArrowheads="1"/>
              </p:cNvSpPr>
              <p:nvPr/>
            </p:nvSpPr>
            <p:spPr bwMode="auto">
              <a:xfrm>
                <a:off x="2367" y="3272"/>
                <a:ext cx="32" cy="32"/>
              </a:xfrm>
              <a:prstGeom prst="ellipse">
                <a:avLst/>
              </a:prstGeom>
              <a:solidFill>
                <a:srgbClr val="808080"/>
              </a:solidFill>
              <a:ln w="9525">
                <a:solidFill>
                  <a:srgbClr val="808080"/>
                </a:solidFill>
                <a:round/>
                <a:headEnd/>
                <a:tailEnd/>
              </a:ln>
            </p:spPr>
            <p:txBody>
              <a:bodyPr/>
              <a:lstStyle/>
              <a:p>
                <a:endParaRPr lang="en-US"/>
              </a:p>
            </p:txBody>
          </p:sp>
          <p:sp>
            <p:nvSpPr>
              <p:cNvPr id="57626" name="Oval 196"/>
              <p:cNvSpPr>
                <a:spLocks noChangeArrowheads="1"/>
              </p:cNvSpPr>
              <p:nvPr/>
            </p:nvSpPr>
            <p:spPr bwMode="auto">
              <a:xfrm>
                <a:off x="2367" y="3272"/>
                <a:ext cx="32" cy="32"/>
              </a:xfrm>
              <a:prstGeom prst="ellipse">
                <a:avLst/>
              </a:prstGeom>
              <a:solidFill>
                <a:srgbClr val="808080"/>
              </a:solidFill>
              <a:ln w="25400">
                <a:solidFill>
                  <a:srgbClr val="808080"/>
                </a:solidFill>
                <a:round/>
                <a:headEnd/>
                <a:tailEnd/>
              </a:ln>
            </p:spPr>
            <p:txBody>
              <a:bodyPr/>
              <a:lstStyle/>
              <a:p>
                <a:endParaRPr lang="en-US"/>
              </a:p>
            </p:txBody>
          </p:sp>
          <p:sp>
            <p:nvSpPr>
              <p:cNvPr id="57627" name="Oval 197"/>
              <p:cNvSpPr>
                <a:spLocks noChangeArrowheads="1"/>
              </p:cNvSpPr>
              <p:nvPr/>
            </p:nvSpPr>
            <p:spPr bwMode="auto">
              <a:xfrm>
                <a:off x="2367" y="3575"/>
                <a:ext cx="32" cy="32"/>
              </a:xfrm>
              <a:prstGeom prst="ellipse">
                <a:avLst/>
              </a:prstGeom>
              <a:solidFill>
                <a:srgbClr val="808080"/>
              </a:solidFill>
              <a:ln w="9525">
                <a:solidFill>
                  <a:srgbClr val="808080"/>
                </a:solidFill>
                <a:round/>
                <a:headEnd/>
                <a:tailEnd/>
              </a:ln>
            </p:spPr>
            <p:txBody>
              <a:bodyPr/>
              <a:lstStyle/>
              <a:p>
                <a:endParaRPr lang="en-US"/>
              </a:p>
            </p:txBody>
          </p:sp>
          <p:sp>
            <p:nvSpPr>
              <p:cNvPr id="57628" name="Oval 198"/>
              <p:cNvSpPr>
                <a:spLocks noChangeArrowheads="1"/>
              </p:cNvSpPr>
              <p:nvPr/>
            </p:nvSpPr>
            <p:spPr bwMode="auto">
              <a:xfrm>
                <a:off x="2367" y="3575"/>
                <a:ext cx="32" cy="32"/>
              </a:xfrm>
              <a:prstGeom prst="ellipse">
                <a:avLst/>
              </a:prstGeom>
              <a:solidFill>
                <a:srgbClr val="808080"/>
              </a:solidFill>
              <a:ln w="25400">
                <a:solidFill>
                  <a:srgbClr val="808080"/>
                </a:solidFill>
                <a:round/>
                <a:headEnd/>
                <a:tailEnd/>
              </a:ln>
            </p:spPr>
            <p:txBody>
              <a:bodyPr/>
              <a:lstStyle/>
              <a:p>
                <a:endParaRPr lang="en-US"/>
              </a:p>
            </p:txBody>
          </p:sp>
        </p:grpSp>
        <p:grpSp>
          <p:nvGrpSpPr>
            <p:cNvPr id="56599" name="Group 199"/>
            <p:cNvGrpSpPr>
              <a:grpSpLocks/>
            </p:cNvGrpSpPr>
            <p:nvPr/>
          </p:nvGrpSpPr>
          <p:grpSpPr bwMode="auto">
            <a:xfrm>
              <a:off x="2822" y="3272"/>
              <a:ext cx="40" cy="335"/>
              <a:chOff x="2822" y="3272"/>
              <a:chExt cx="40" cy="335"/>
            </a:xfrm>
          </p:grpSpPr>
          <p:sp>
            <p:nvSpPr>
              <p:cNvPr id="57621" name="Oval 200"/>
              <p:cNvSpPr>
                <a:spLocks noChangeArrowheads="1"/>
              </p:cNvSpPr>
              <p:nvPr/>
            </p:nvSpPr>
            <p:spPr bwMode="auto">
              <a:xfrm>
                <a:off x="2822" y="3272"/>
                <a:ext cx="40" cy="32"/>
              </a:xfrm>
              <a:prstGeom prst="ellipse">
                <a:avLst/>
              </a:prstGeom>
              <a:solidFill>
                <a:srgbClr val="808080"/>
              </a:solidFill>
              <a:ln w="9525">
                <a:solidFill>
                  <a:srgbClr val="808080"/>
                </a:solidFill>
                <a:round/>
                <a:headEnd/>
                <a:tailEnd/>
              </a:ln>
            </p:spPr>
            <p:txBody>
              <a:bodyPr/>
              <a:lstStyle/>
              <a:p>
                <a:endParaRPr lang="en-US"/>
              </a:p>
            </p:txBody>
          </p:sp>
          <p:sp>
            <p:nvSpPr>
              <p:cNvPr id="57622" name="Oval 201"/>
              <p:cNvSpPr>
                <a:spLocks noChangeArrowheads="1"/>
              </p:cNvSpPr>
              <p:nvPr/>
            </p:nvSpPr>
            <p:spPr bwMode="auto">
              <a:xfrm>
                <a:off x="2822" y="3272"/>
                <a:ext cx="40" cy="32"/>
              </a:xfrm>
              <a:prstGeom prst="ellipse">
                <a:avLst/>
              </a:prstGeom>
              <a:solidFill>
                <a:srgbClr val="808080"/>
              </a:solidFill>
              <a:ln w="25400">
                <a:solidFill>
                  <a:srgbClr val="808080"/>
                </a:solidFill>
                <a:round/>
                <a:headEnd/>
                <a:tailEnd/>
              </a:ln>
            </p:spPr>
            <p:txBody>
              <a:bodyPr/>
              <a:lstStyle/>
              <a:p>
                <a:endParaRPr lang="en-US"/>
              </a:p>
            </p:txBody>
          </p:sp>
          <p:sp>
            <p:nvSpPr>
              <p:cNvPr id="57623" name="Oval 202"/>
              <p:cNvSpPr>
                <a:spLocks noChangeArrowheads="1"/>
              </p:cNvSpPr>
              <p:nvPr/>
            </p:nvSpPr>
            <p:spPr bwMode="auto">
              <a:xfrm>
                <a:off x="2822" y="3575"/>
                <a:ext cx="40" cy="32"/>
              </a:xfrm>
              <a:prstGeom prst="ellipse">
                <a:avLst/>
              </a:prstGeom>
              <a:solidFill>
                <a:srgbClr val="808080"/>
              </a:solidFill>
              <a:ln w="9525">
                <a:solidFill>
                  <a:srgbClr val="808080"/>
                </a:solidFill>
                <a:round/>
                <a:headEnd/>
                <a:tailEnd/>
              </a:ln>
            </p:spPr>
            <p:txBody>
              <a:bodyPr/>
              <a:lstStyle/>
              <a:p>
                <a:endParaRPr lang="en-US"/>
              </a:p>
            </p:txBody>
          </p:sp>
          <p:sp>
            <p:nvSpPr>
              <p:cNvPr id="57624" name="Oval 203"/>
              <p:cNvSpPr>
                <a:spLocks noChangeArrowheads="1"/>
              </p:cNvSpPr>
              <p:nvPr/>
            </p:nvSpPr>
            <p:spPr bwMode="auto">
              <a:xfrm>
                <a:off x="2822" y="3575"/>
                <a:ext cx="40" cy="32"/>
              </a:xfrm>
              <a:prstGeom prst="ellipse">
                <a:avLst/>
              </a:prstGeom>
              <a:solidFill>
                <a:srgbClr val="808080"/>
              </a:solidFill>
              <a:ln w="25400">
                <a:solidFill>
                  <a:srgbClr val="808080"/>
                </a:solidFill>
                <a:round/>
                <a:headEnd/>
                <a:tailEnd/>
              </a:ln>
            </p:spPr>
            <p:txBody>
              <a:bodyPr/>
              <a:lstStyle/>
              <a:p>
                <a:endParaRPr lang="en-US"/>
              </a:p>
            </p:txBody>
          </p:sp>
        </p:grpSp>
        <p:grpSp>
          <p:nvGrpSpPr>
            <p:cNvPr id="56600" name="Group 204"/>
            <p:cNvGrpSpPr>
              <a:grpSpLocks/>
            </p:cNvGrpSpPr>
            <p:nvPr/>
          </p:nvGrpSpPr>
          <p:grpSpPr bwMode="auto">
            <a:xfrm>
              <a:off x="2415" y="2650"/>
              <a:ext cx="415" cy="56"/>
              <a:chOff x="2415" y="2650"/>
              <a:chExt cx="415" cy="56"/>
            </a:xfrm>
          </p:grpSpPr>
          <p:sp>
            <p:nvSpPr>
              <p:cNvPr id="57613" name="Freeform 205"/>
              <p:cNvSpPr>
                <a:spLocks/>
              </p:cNvSpPr>
              <p:nvPr/>
            </p:nvSpPr>
            <p:spPr bwMode="auto">
              <a:xfrm>
                <a:off x="2718" y="2650"/>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rgbClr val="808080"/>
              </a:solidFill>
              <a:ln w="9525">
                <a:solidFill>
                  <a:srgbClr val="808080"/>
                </a:solidFill>
                <a:round/>
                <a:headEnd/>
                <a:tailEnd/>
              </a:ln>
            </p:spPr>
            <p:txBody>
              <a:bodyPr/>
              <a:lstStyle/>
              <a:p>
                <a:endParaRPr lang="en-US"/>
              </a:p>
            </p:txBody>
          </p:sp>
          <p:grpSp>
            <p:nvGrpSpPr>
              <p:cNvPr id="57614" name="Group 206"/>
              <p:cNvGrpSpPr>
                <a:grpSpLocks/>
              </p:cNvGrpSpPr>
              <p:nvPr/>
            </p:nvGrpSpPr>
            <p:grpSpPr bwMode="auto">
              <a:xfrm>
                <a:off x="2415" y="2674"/>
                <a:ext cx="295" cy="1"/>
                <a:chOff x="2415" y="2674"/>
                <a:chExt cx="295" cy="1"/>
              </a:xfrm>
            </p:grpSpPr>
            <p:sp>
              <p:nvSpPr>
                <p:cNvPr id="57615" name="Line 207"/>
                <p:cNvSpPr>
                  <a:spLocks noChangeShapeType="1"/>
                </p:cNvSpPr>
                <p:nvPr/>
              </p:nvSpPr>
              <p:spPr bwMode="auto">
                <a:xfrm>
                  <a:off x="2415"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616" name="Line 208"/>
                <p:cNvSpPr>
                  <a:spLocks noChangeShapeType="1"/>
                </p:cNvSpPr>
                <p:nvPr/>
              </p:nvSpPr>
              <p:spPr bwMode="auto">
                <a:xfrm>
                  <a:off x="2471"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617" name="Line 209"/>
                <p:cNvSpPr>
                  <a:spLocks noChangeShapeType="1"/>
                </p:cNvSpPr>
                <p:nvPr/>
              </p:nvSpPr>
              <p:spPr bwMode="auto">
                <a:xfrm>
                  <a:off x="2526"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618" name="Line 210"/>
                <p:cNvSpPr>
                  <a:spLocks noChangeShapeType="1"/>
                </p:cNvSpPr>
                <p:nvPr/>
              </p:nvSpPr>
              <p:spPr bwMode="auto">
                <a:xfrm>
                  <a:off x="2582"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619" name="Line 211"/>
                <p:cNvSpPr>
                  <a:spLocks noChangeShapeType="1"/>
                </p:cNvSpPr>
                <p:nvPr/>
              </p:nvSpPr>
              <p:spPr bwMode="auto">
                <a:xfrm>
                  <a:off x="2638"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620" name="Line 212"/>
                <p:cNvSpPr>
                  <a:spLocks noChangeShapeType="1"/>
                </p:cNvSpPr>
                <p:nvPr/>
              </p:nvSpPr>
              <p:spPr bwMode="auto">
                <a:xfrm>
                  <a:off x="2694" y="2674"/>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601" name="Group 213"/>
            <p:cNvGrpSpPr>
              <a:grpSpLocks/>
            </p:cNvGrpSpPr>
            <p:nvPr/>
          </p:nvGrpSpPr>
          <p:grpSpPr bwMode="auto">
            <a:xfrm>
              <a:off x="2415" y="1733"/>
              <a:ext cx="415" cy="56"/>
              <a:chOff x="2415" y="1733"/>
              <a:chExt cx="415" cy="56"/>
            </a:xfrm>
          </p:grpSpPr>
          <p:sp>
            <p:nvSpPr>
              <p:cNvPr id="57605" name="Freeform 214"/>
              <p:cNvSpPr>
                <a:spLocks/>
              </p:cNvSpPr>
              <p:nvPr/>
            </p:nvSpPr>
            <p:spPr bwMode="auto">
              <a:xfrm>
                <a:off x="2718" y="1733"/>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rgbClr val="808080"/>
              </a:solidFill>
              <a:ln w="9525">
                <a:solidFill>
                  <a:srgbClr val="808080"/>
                </a:solidFill>
                <a:round/>
                <a:headEnd/>
                <a:tailEnd/>
              </a:ln>
            </p:spPr>
            <p:txBody>
              <a:bodyPr/>
              <a:lstStyle/>
              <a:p>
                <a:endParaRPr lang="en-US"/>
              </a:p>
            </p:txBody>
          </p:sp>
          <p:grpSp>
            <p:nvGrpSpPr>
              <p:cNvPr id="57606" name="Group 215"/>
              <p:cNvGrpSpPr>
                <a:grpSpLocks/>
              </p:cNvGrpSpPr>
              <p:nvPr/>
            </p:nvGrpSpPr>
            <p:grpSpPr bwMode="auto">
              <a:xfrm>
                <a:off x="2415" y="1757"/>
                <a:ext cx="295" cy="1"/>
                <a:chOff x="2415" y="1757"/>
                <a:chExt cx="295" cy="1"/>
              </a:xfrm>
            </p:grpSpPr>
            <p:sp>
              <p:nvSpPr>
                <p:cNvPr id="57607" name="Line 216"/>
                <p:cNvSpPr>
                  <a:spLocks noChangeShapeType="1"/>
                </p:cNvSpPr>
                <p:nvPr/>
              </p:nvSpPr>
              <p:spPr bwMode="auto">
                <a:xfrm>
                  <a:off x="2415"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608" name="Line 217"/>
                <p:cNvSpPr>
                  <a:spLocks noChangeShapeType="1"/>
                </p:cNvSpPr>
                <p:nvPr/>
              </p:nvSpPr>
              <p:spPr bwMode="auto">
                <a:xfrm>
                  <a:off x="2471"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609" name="Line 218"/>
                <p:cNvSpPr>
                  <a:spLocks noChangeShapeType="1"/>
                </p:cNvSpPr>
                <p:nvPr/>
              </p:nvSpPr>
              <p:spPr bwMode="auto">
                <a:xfrm>
                  <a:off x="2526"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610" name="Line 219"/>
                <p:cNvSpPr>
                  <a:spLocks noChangeShapeType="1"/>
                </p:cNvSpPr>
                <p:nvPr/>
              </p:nvSpPr>
              <p:spPr bwMode="auto">
                <a:xfrm>
                  <a:off x="2582"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611" name="Line 220"/>
                <p:cNvSpPr>
                  <a:spLocks noChangeShapeType="1"/>
                </p:cNvSpPr>
                <p:nvPr/>
              </p:nvSpPr>
              <p:spPr bwMode="auto">
                <a:xfrm>
                  <a:off x="2638"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612" name="Line 221"/>
                <p:cNvSpPr>
                  <a:spLocks noChangeShapeType="1"/>
                </p:cNvSpPr>
                <p:nvPr/>
              </p:nvSpPr>
              <p:spPr bwMode="auto">
                <a:xfrm>
                  <a:off x="2694" y="1757"/>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602" name="Group 222"/>
            <p:cNvGrpSpPr>
              <a:grpSpLocks/>
            </p:cNvGrpSpPr>
            <p:nvPr/>
          </p:nvGrpSpPr>
          <p:grpSpPr bwMode="auto">
            <a:xfrm>
              <a:off x="1489" y="3264"/>
              <a:ext cx="423" cy="56"/>
              <a:chOff x="1489" y="3264"/>
              <a:chExt cx="423" cy="56"/>
            </a:xfrm>
          </p:grpSpPr>
          <p:sp>
            <p:nvSpPr>
              <p:cNvPr id="57597" name="Freeform 223"/>
              <p:cNvSpPr>
                <a:spLocks/>
              </p:cNvSpPr>
              <p:nvPr/>
            </p:nvSpPr>
            <p:spPr bwMode="auto">
              <a:xfrm>
                <a:off x="1792" y="3264"/>
                <a:ext cx="120" cy="56"/>
              </a:xfrm>
              <a:custGeom>
                <a:avLst/>
                <a:gdLst>
                  <a:gd name="T0" fmla="*/ 120 w 120"/>
                  <a:gd name="T1" fmla="*/ 24 h 56"/>
                  <a:gd name="T2" fmla="*/ 0 w 120"/>
                  <a:gd name="T3" fmla="*/ 56 h 56"/>
                  <a:gd name="T4" fmla="*/ 0 w 120"/>
                  <a:gd name="T5" fmla="*/ 24 h 56"/>
                  <a:gd name="T6" fmla="*/ 0 w 120"/>
                  <a:gd name="T7" fmla="*/ 0 h 56"/>
                  <a:gd name="T8" fmla="*/ 120 w 120"/>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 h="56">
                    <a:moveTo>
                      <a:pt x="120" y="24"/>
                    </a:moveTo>
                    <a:lnTo>
                      <a:pt x="0" y="56"/>
                    </a:lnTo>
                    <a:lnTo>
                      <a:pt x="0" y="24"/>
                    </a:lnTo>
                    <a:lnTo>
                      <a:pt x="0" y="0"/>
                    </a:lnTo>
                    <a:lnTo>
                      <a:pt x="120" y="24"/>
                    </a:lnTo>
                    <a:close/>
                  </a:path>
                </a:pathLst>
              </a:custGeom>
              <a:solidFill>
                <a:srgbClr val="808080"/>
              </a:solidFill>
              <a:ln w="9525">
                <a:solidFill>
                  <a:srgbClr val="808080"/>
                </a:solidFill>
                <a:round/>
                <a:headEnd/>
                <a:tailEnd/>
              </a:ln>
            </p:spPr>
            <p:txBody>
              <a:bodyPr/>
              <a:lstStyle/>
              <a:p>
                <a:endParaRPr lang="en-US"/>
              </a:p>
            </p:txBody>
          </p:sp>
          <p:grpSp>
            <p:nvGrpSpPr>
              <p:cNvPr id="57598" name="Group 224"/>
              <p:cNvGrpSpPr>
                <a:grpSpLocks/>
              </p:cNvGrpSpPr>
              <p:nvPr/>
            </p:nvGrpSpPr>
            <p:grpSpPr bwMode="auto">
              <a:xfrm>
                <a:off x="1489" y="3288"/>
                <a:ext cx="295" cy="1"/>
                <a:chOff x="1489" y="3288"/>
                <a:chExt cx="295" cy="1"/>
              </a:xfrm>
            </p:grpSpPr>
            <p:sp>
              <p:nvSpPr>
                <p:cNvPr id="57599" name="Line 225"/>
                <p:cNvSpPr>
                  <a:spLocks noChangeShapeType="1"/>
                </p:cNvSpPr>
                <p:nvPr/>
              </p:nvSpPr>
              <p:spPr bwMode="auto">
                <a:xfrm>
                  <a:off x="1489"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600" name="Line 226"/>
                <p:cNvSpPr>
                  <a:spLocks noChangeShapeType="1"/>
                </p:cNvSpPr>
                <p:nvPr/>
              </p:nvSpPr>
              <p:spPr bwMode="auto">
                <a:xfrm>
                  <a:off x="1544"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601" name="Line 227"/>
                <p:cNvSpPr>
                  <a:spLocks noChangeShapeType="1"/>
                </p:cNvSpPr>
                <p:nvPr/>
              </p:nvSpPr>
              <p:spPr bwMode="auto">
                <a:xfrm>
                  <a:off x="1600"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602" name="Line 228"/>
                <p:cNvSpPr>
                  <a:spLocks noChangeShapeType="1"/>
                </p:cNvSpPr>
                <p:nvPr/>
              </p:nvSpPr>
              <p:spPr bwMode="auto">
                <a:xfrm>
                  <a:off x="1656"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603" name="Line 229"/>
                <p:cNvSpPr>
                  <a:spLocks noChangeShapeType="1"/>
                </p:cNvSpPr>
                <p:nvPr/>
              </p:nvSpPr>
              <p:spPr bwMode="auto">
                <a:xfrm>
                  <a:off x="1712"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604" name="Line 230"/>
                <p:cNvSpPr>
                  <a:spLocks noChangeShapeType="1"/>
                </p:cNvSpPr>
                <p:nvPr/>
              </p:nvSpPr>
              <p:spPr bwMode="auto">
                <a:xfrm>
                  <a:off x="1768" y="3288"/>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603" name="Group 231"/>
            <p:cNvGrpSpPr>
              <a:grpSpLocks/>
            </p:cNvGrpSpPr>
            <p:nvPr/>
          </p:nvGrpSpPr>
          <p:grpSpPr bwMode="auto">
            <a:xfrm>
              <a:off x="1944" y="3256"/>
              <a:ext cx="423" cy="56"/>
              <a:chOff x="1944" y="3256"/>
              <a:chExt cx="423" cy="56"/>
            </a:xfrm>
          </p:grpSpPr>
          <p:sp>
            <p:nvSpPr>
              <p:cNvPr id="57589" name="Freeform 232"/>
              <p:cNvSpPr>
                <a:spLocks/>
              </p:cNvSpPr>
              <p:nvPr/>
            </p:nvSpPr>
            <p:spPr bwMode="auto">
              <a:xfrm>
                <a:off x="2255" y="325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rgbClr val="808080"/>
              </a:solidFill>
              <a:ln w="9525">
                <a:solidFill>
                  <a:srgbClr val="808080"/>
                </a:solidFill>
                <a:round/>
                <a:headEnd/>
                <a:tailEnd/>
              </a:ln>
            </p:spPr>
            <p:txBody>
              <a:bodyPr/>
              <a:lstStyle/>
              <a:p>
                <a:endParaRPr lang="en-US"/>
              </a:p>
            </p:txBody>
          </p:sp>
          <p:grpSp>
            <p:nvGrpSpPr>
              <p:cNvPr id="57590" name="Group 233"/>
              <p:cNvGrpSpPr>
                <a:grpSpLocks/>
              </p:cNvGrpSpPr>
              <p:nvPr/>
            </p:nvGrpSpPr>
            <p:grpSpPr bwMode="auto">
              <a:xfrm>
                <a:off x="1944" y="3288"/>
                <a:ext cx="303" cy="1"/>
                <a:chOff x="1944" y="3288"/>
                <a:chExt cx="303" cy="1"/>
              </a:xfrm>
            </p:grpSpPr>
            <p:sp>
              <p:nvSpPr>
                <p:cNvPr id="57591" name="Line 234"/>
                <p:cNvSpPr>
                  <a:spLocks noChangeShapeType="1"/>
                </p:cNvSpPr>
                <p:nvPr/>
              </p:nvSpPr>
              <p:spPr bwMode="auto">
                <a:xfrm>
                  <a:off x="1944"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592" name="Line 235"/>
                <p:cNvSpPr>
                  <a:spLocks noChangeShapeType="1"/>
                </p:cNvSpPr>
                <p:nvPr/>
              </p:nvSpPr>
              <p:spPr bwMode="auto">
                <a:xfrm>
                  <a:off x="2000" y="3288"/>
                  <a:ext cx="23"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593" name="Line 236"/>
                <p:cNvSpPr>
                  <a:spLocks noChangeShapeType="1"/>
                </p:cNvSpPr>
                <p:nvPr/>
              </p:nvSpPr>
              <p:spPr bwMode="auto">
                <a:xfrm>
                  <a:off x="2055"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594" name="Line 237"/>
                <p:cNvSpPr>
                  <a:spLocks noChangeShapeType="1"/>
                </p:cNvSpPr>
                <p:nvPr/>
              </p:nvSpPr>
              <p:spPr bwMode="auto">
                <a:xfrm>
                  <a:off x="2111"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595" name="Line 238"/>
                <p:cNvSpPr>
                  <a:spLocks noChangeShapeType="1"/>
                </p:cNvSpPr>
                <p:nvPr/>
              </p:nvSpPr>
              <p:spPr bwMode="auto">
                <a:xfrm>
                  <a:off x="2167"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596" name="Line 239"/>
                <p:cNvSpPr>
                  <a:spLocks noChangeShapeType="1"/>
                </p:cNvSpPr>
                <p:nvPr/>
              </p:nvSpPr>
              <p:spPr bwMode="auto">
                <a:xfrm>
                  <a:off x="2223"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604" name="Group 240"/>
            <p:cNvGrpSpPr>
              <a:grpSpLocks/>
            </p:cNvGrpSpPr>
            <p:nvPr/>
          </p:nvGrpSpPr>
          <p:grpSpPr bwMode="auto">
            <a:xfrm>
              <a:off x="2415" y="3256"/>
              <a:ext cx="415" cy="56"/>
              <a:chOff x="2415" y="3256"/>
              <a:chExt cx="415" cy="56"/>
            </a:xfrm>
          </p:grpSpPr>
          <p:sp>
            <p:nvSpPr>
              <p:cNvPr id="57581" name="Freeform 241"/>
              <p:cNvSpPr>
                <a:spLocks/>
              </p:cNvSpPr>
              <p:nvPr/>
            </p:nvSpPr>
            <p:spPr bwMode="auto">
              <a:xfrm>
                <a:off x="2718" y="325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rgbClr val="808080"/>
              </a:solidFill>
              <a:ln w="9525">
                <a:solidFill>
                  <a:srgbClr val="808080"/>
                </a:solidFill>
                <a:round/>
                <a:headEnd/>
                <a:tailEnd/>
              </a:ln>
            </p:spPr>
            <p:txBody>
              <a:bodyPr/>
              <a:lstStyle/>
              <a:p>
                <a:endParaRPr lang="en-US"/>
              </a:p>
            </p:txBody>
          </p:sp>
          <p:grpSp>
            <p:nvGrpSpPr>
              <p:cNvPr id="57582" name="Group 242"/>
              <p:cNvGrpSpPr>
                <a:grpSpLocks/>
              </p:cNvGrpSpPr>
              <p:nvPr/>
            </p:nvGrpSpPr>
            <p:grpSpPr bwMode="auto">
              <a:xfrm>
                <a:off x="2415" y="3288"/>
                <a:ext cx="295" cy="1"/>
                <a:chOff x="2415" y="3288"/>
                <a:chExt cx="295" cy="1"/>
              </a:xfrm>
            </p:grpSpPr>
            <p:sp>
              <p:nvSpPr>
                <p:cNvPr id="57583" name="Line 243"/>
                <p:cNvSpPr>
                  <a:spLocks noChangeShapeType="1"/>
                </p:cNvSpPr>
                <p:nvPr/>
              </p:nvSpPr>
              <p:spPr bwMode="auto">
                <a:xfrm>
                  <a:off x="2415"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584" name="Line 244"/>
                <p:cNvSpPr>
                  <a:spLocks noChangeShapeType="1"/>
                </p:cNvSpPr>
                <p:nvPr/>
              </p:nvSpPr>
              <p:spPr bwMode="auto">
                <a:xfrm>
                  <a:off x="2471"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585" name="Line 245"/>
                <p:cNvSpPr>
                  <a:spLocks noChangeShapeType="1"/>
                </p:cNvSpPr>
                <p:nvPr/>
              </p:nvSpPr>
              <p:spPr bwMode="auto">
                <a:xfrm>
                  <a:off x="2526"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586" name="Line 246"/>
                <p:cNvSpPr>
                  <a:spLocks noChangeShapeType="1"/>
                </p:cNvSpPr>
                <p:nvPr/>
              </p:nvSpPr>
              <p:spPr bwMode="auto">
                <a:xfrm>
                  <a:off x="2582"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587" name="Line 247"/>
                <p:cNvSpPr>
                  <a:spLocks noChangeShapeType="1"/>
                </p:cNvSpPr>
                <p:nvPr/>
              </p:nvSpPr>
              <p:spPr bwMode="auto">
                <a:xfrm>
                  <a:off x="2638"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588" name="Line 248"/>
                <p:cNvSpPr>
                  <a:spLocks noChangeShapeType="1"/>
                </p:cNvSpPr>
                <p:nvPr/>
              </p:nvSpPr>
              <p:spPr bwMode="auto">
                <a:xfrm>
                  <a:off x="2694" y="3288"/>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605" name="Group 249"/>
            <p:cNvGrpSpPr>
              <a:grpSpLocks/>
            </p:cNvGrpSpPr>
            <p:nvPr/>
          </p:nvGrpSpPr>
          <p:grpSpPr bwMode="auto">
            <a:xfrm>
              <a:off x="1489" y="3567"/>
              <a:ext cx="423" cy="56"/>
              <a:chOff x="1489" y="3567"/>
              <a:chExt cx="423" cy="56"/>
            </a:xfrm>
          </p:grpSpPr>
          <p:sp>
            <p:nvSpPr>
              <p:cNvPr id="57573" name="Freeform 250"/>
              <p:cNvSpPr>
                <a:spLocks/>
              </p:cNvSpPr>
              <p:nvPr/>
            </p:nvSpPr>
            <p:spPr bwMode="auto">
              <a:xfrm>
                <a:off x="1800"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rgbClr val="808080"/>
              </a:solidFill>
              <a:ln w="9525">
                <a:solidFill>
                  <a:srgbClr val="808080"/>
                </a:solidFill>
                <a:round/>
                <a:headEnd/>
                <a:tailEnd/>
              </a:ln>
            </p:spPr>
            <p:txBody>
              <a:bodyPr/>
              <a:lstStyle/>
              <a:p>
                <a:endParaRPr lang="en-US"/>
              </a:p>
            </p:txBody>
          </p:sp>
          <p:grpSp>
            <p:nvGrpSpPr>
              <p:cNvPr id="57574" name="Group 251"/>
              <p:cNvGrpSpPr>
                <a:grpSpLocks/>
              </p:cNvGrpSpPr>
              <p:nvPr/>
            </p:nvGrpSpPr>
            <p:grpSpPr bwMode="auto">
              <a:xfrm>
                <a:off x="1489" y="3591"/>
                <a:ext cx="303" cy="1"/>
                <a:chOff x="1489" y="3591"/>
                <a:chExt cx="303" cy="1"/>
              </a:xfrm>
            </p:grpSpPr>
            <p:sp>
              <p:nvSpPr>
                <p:cNvPr id="57575" name="Line 252"/>
                <p:cNvSpPr>
                  <a:spLocks noChangeShapeType="1"/>
                </p:cNvSpPr>
                <p:nvPr/>
              </p:nvSpPr>
              <p:spPr bwMode="auto">
                <a:xfrm>
                  <a:off x="1489"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576" name="Line 253"/>
                <p:cNvSpPr>
                  <a:spLocks noChangeShapeType="1"/>
                </p:cNvSpPr>
                <p:nvPr/>
              </p:nvSpPr>
              <p:spPr bwMode="auto">
                <a:xfrm>
                  <a:off x="1544"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577" name="Line 254"/>
                <p:cNvSpPr>
                  <a:spLocks noChangeShapeType="1"/>
                </p:cNvSpPr>
                <p:nvPr/>
              </p:nvSpPr>
              <p:spPr bwMode="auto">
                <a:xfrm>
                  <a:off x="1600"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578" name="Line 255"/>
                <p:cNvSpPr>
                  <a:spLocks noChangeShapeType="1"/>
                </p:cNvSpPr>
                <p:nvPr/>
              </p:nvSpPr>
              <p:spPr bwMode="auto">
                <a:xfrm>
                  <a:off x="1656"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579" name="Line 256"/>
                <p:cNvSpPr>
                  <a:spLocks noChangeShapeType="1"/>
                </p:cNvSpPr>
                <p:nvPr/>
              </p:nvSpPr>
              <p:spPr bwMode="auto">
                <a:xfrm>
                  <a:off x="1712"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580" name="Line 257"/>
                <p:cNvSpPr>
                  <a:spLocks noChangeShapeType="1"/>
                </p:cNvSpPr>
                <p:nvPr/>
              </p:nvSpPr>
              <p:spPr bwMode="auto">
                <a:xfrm>
                  <a:off x="1768"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606" name="Group 258"/>
            <p:cNvGrpSpPr>
              <a:grpSpLocks/>
            </p:cNvGrpSpPr>
            <p:nvPr/>
          </p:nvGrpSpPr>
          <p:grpSpPr bwMode="auto">
            <a:xfrm>
              <a:off x="1952" y="3567"/>
              <a:ext cx="415" cy="56"/>
              <a:chOff x="1952" y="3567"/>
              <a:chExt cx="415" cy="56"/>
            </a:xfrm>
          </p:grpSpPr>
          <p:sp>
            <p:nvSpPr>
              <p:cNvPr id="57565" name="Freeform 259"/>
              <p:cNvSpPr>
                <a:spLocks/>
              </p:cNvSpPr>
              <p:nvPr/>
            </p:nvSpPr>
            <p:spPr bwMode="auto">
              <a:xfrm>
                <a:off x="2255"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rgbClr val="808080"/>
              </a:solidFill>
              <a:ln w="9525">
                <a:solidFill>
                  <a:srgbClr val="808080"/>
                </a:solidFill>
                <a:round/>
                <a:headEnd/>
                <a:tailEnd/>
              </a:ln>
            </p:spPr>
            <p:txBody>
              <a:bodyPr/>
              <a:lstStyle/>
              <a:p>
                <a:endParaRPr lang="en-US"/>
              </a:p>
            </p:txBody>
          </p:sp>
          <p:grpSp>
            <p:nvGrpSpPr>
              <p:cNvPr id="57566" name="Group 260"/>
              <p:cNvGrpSpPr>
                <a:grpSpLocks/>
              </p:cNvGrpSpPr>
              <p:nvPr/>
            </p:nvGrpSpPr>
            <p:grpSpPr bwMode="auto">
              <a:xfrm>
                <a:off x="1952" y="3591"/>
                <a:ext cx="295" cy="1"/>
                <a:chOff x="1952" y="3591"/>
                <a:chExt cx="295" cy="1"/>
              </a:xfrm>
            </p:grpSpPr>
            <p:sp>
              <p:nvSpPr>
                <p:cNvPr id="57567" name="Line 261"/>
                <p:cNvSpPr>
                  <a:spLocks noChangeShapeType="1"/>
                </p:cNvSpPr>
                <p:nvPr/>
              </p:nvSpPr>
              <p:spPr bwMode="auto">
                <a:xfrm>
                  <a:off x="1952"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568" name="Line 262"/>
                <p:cNvSpPr>
                  <a:spLocks noChangeShapeType="1"/>
                </p:cNvSpPr>
                <p:nvPr/>
              </p:nvSpPr>
              <p:spPr bwMode="auto">
                <a:xfrm>
                  <a:off x="2008" y="3591"/>
                  <a:ext cx="23"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569" name="Line 263"/>
                <p:cNvSpPr>
                  <a:spLocks noChangeShapeType="1"/>
                </p:cNvSpPr>
                <p:nvPr/>
              </p:nvSpPr>
              <p:spPr bwMode="auto">
                <a:xfrm>
                  <a:off x="2063"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570" name="Line 264"/>
                <p:cNvSpPr>
                  <a:spLocks noChangeShapeType="1"/>
                </p:cNvSpPr>
                <p:nvPr/>
              </p:nvSpPr>
              <p:spPr bwMode="auto">
                <a:xfrm>
                  <a:off x="2119"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571" name="Line 265"/>
                <p:cNvSpPr>
                  <a:spLocks noChangeShapeType="1"/>
                </p:cNvSpPr>
                <p:nvPr/>
              </p:nvSpPr>
              <p:spPr bwMode="auto">
                <a:xfrm>
                  <a:off x="2175"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572" name="Line 266"/>
                <p:cNvSpPr>
                  <a:spLocks noChangeShapeType="1"/>
                </p:cNvSpPr>
                <p:nvPr/>
              </p:nvSpPr>
              <p:spPr bwMode="auto">
                <a:xfrm>
                  <a:off x="2231" y="3591"/>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607" name="Group 267"/>
            <p:cNvGrpSpPr>
              <a:grpSpLocks/>
            </p:cNvGrpSpPr>
            <p:nvPr/>
          </p:nvGrpSpPr>
          <p:grpSpPr bwMode="auto">
            <a:xfrm>
              <a:off x="2407" y="3567"/>
              <a:ext cx="415" cy="56"/>
              <a:chOff x="2407" y="3567"/>
              <a:chExt cx="415" cy="56"/>
            </a:xfrm>
          </p:grpSpPr>
          <p:sp>
            <p:nvSpPr>
              <p:cNvPr id="57557" name="Freeform 268"/>
              <p:cNvSpPr>
                <a:spLocks/>
              </p:cNvSpPr>
              <p:nvPr/>
            </p:nvSpPr>
            <p:spPr bwMode="auto">
              <a:xfrm>
                <a:off x="2710"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rgbClr val="808080"/>
              </a:solidFill>
              <a:ln w="9525">
                <a:solidFill>
                  <a:srgbClr val="808080"/>
                </a:solidFill>
                <a:round/>
                <a:headEnd/>
                <a:tailEnd/>
              </a:ln>
            </p:spPr>
            <p:txBody>
              <a:bodyPr/>
              <a:lstStyle/>
              <a:p>
                <a:endParaRPr lang="en-US"/>
              </a:p>
            </p:txBody>
          </p:sp>
          <p:grpSp>
            <p:nvGrpSpPr>
              <p:cNvPr id="57558" name="Group 269"/>
              <p:cNvGrpSpPr>
                <a:grpSpLocks/>
              </p:cNvGrpSpPr>
              <p:nvPr/>
            </p:nvGrpSpPr>
            <p:grpSpPr bwMode="auto">
              <a:xfrm>
                <a:off x="2407" y="3591"/>
                <a:ext cx="295" cy="1"/>
                <a:chOff x="2407" y="3591"/>
                <a:chExt cx="295" cy="1"/>
              </a:xfrm>
            </p:grpSpPr>
            <p:sp>
              <p:nvSpPr>
                <p:cNvPr id="57559" name="Line 270"/>
                <p:cNvSpPr>
                  <a:spLocks noChangeShapeType="1"/>
                </p:cNvSpPr>
                <p:nvPr/>
              </p:nvSpPr>
              <p:spPr bwMode="auto">
                <a:xfrm>
                  <a:off x="2407"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560" name="Line 271"/>
                <p:cNvSpPr>
                  <a:spLocks noChangeShapeType="1"/>
                </p:cNvSpPr>
                <p:nvPr/>
              </p:nvSpPr>
              <p:spPr bwMode="auto">
                <a:xfrm>
                  <a:off x="2463"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561" name="Line 272"/>
                <p:cNvSpPr>
                  <a:spLocks noChangeShapeType="1"/>
                </p:cNvSpPr>
                <p:nvPr/>
              </p:nvSpPr>
              <p:spPr bwMode="auto">
                <a:xfrm>
                  <a:off x="2518"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562" name="Line 273"/>
                <p:cNvSpPr>
                  <a:spLocks noChangeShapeType="1"/>
                </p:cNvSpPr>
                <p:nvPr/>
              </p:nvSpPr>
              <p:spPr bwMode="auto">
                <a:xfrm>
                  <a:off x="2574"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563" name="Line 274"/>
                <p:cNvSpPr>
                  <a:spLocks noChangeShapeType="1"/>
                </p:cNvSpPr>
                <p:nvPr/>
              </p:nvSpPr>
              <p:spPr bwMode="auto">
                <a:xfrm>
                  <a:off x="2630"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564" name="Line 275"/>
                <p:cNvSpPr>
                  <a:spLocks noChangeShapeType="1"/>
                </p:cNvSpPr>
                <p:nvPr/>
              </p:nvSpPr>
              <p:spPr bwMode="auto">
                <a:xfrm>
                  <a:off x="2686" y="3591"/>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608" name="Group 276"/>
            <p:cNvGrpSpPr>
              <a:grpSpLocks/>
            </p:cNvGrpSpPr>
            <p:nvPr/>
          </p:nvGrpSpPr>
          <p:grpSpPr bwMode="auto">
            <a:xfrm>
              <a:off x="1944" y="2690"/>
              <a:ext cx="894" cy="596"/>
              <a:chOff x="1944" y="2690"/>
              <a:chExt cx="894" cy="596"/>
            </a:xfrm>
          </p:grpSpPr>
          <p:sp>
            <p:nvSpPr>
              <p:cNvPr id="57555" name="Freeform 277"/>
              <p:cNvSpPr>
                <a:spLocks/>
              </p:cNvSpPr>
              <p:nvPr/>
            </p:nvSpPr>
            <p:spPr bwMode="auto">
              <a:xfrm>
                <a:off x="2702" y="2690"/>
                <a:ext cx="136" cy="104"/>
              </a:xfrm>
              <a:custGeom>
                <a:avLst/>
                <a:gdLst>
                  <a:gd name="T0" fmla="*/ 136 w 136"/>
                  <a:gd name="T1" fmla="*/ 0 h 104"/>
                  <a:gd name="T2" fmla="*/ 40 w 136"/>
                  <a:gd name="T3" fmla="*/ 104 h 104"/>
                  <a:gd name="T4" fmla="*/ 24 w 136"/>
                  <a:gd name="T5" fmla="*/ 72 h 104"/>
                  <a:gd name="T6" fmla="*/ 0 w 136"/>
                  <a:gd name="T7" fmla="*/ 48 h 104"/>
                  <a:gd name="T8" fmla="*/ 136 w 136"/>
                  <a:gd name="T9" fmla="*/ 0 h 10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 h="104">
                    <a:moveTo>
                      <a:pt x="136" y="0"/>
                    </a:moveTo>
                    <a:lnTo>
                      <a:pt x="40" y="104"/>
                    </a:lnTo>
                    <a:lnTo>
                      <a:pt x="24" y="72"/>
                    </a:lnTo>
                    <a:lnTo>
                      <a:pt x="0" y="48"/>
                    </a:lnTo>
                    <a:lnTo>
                      <a:pt x="136" y="0"/>
                    </a:lnTo>
                    <a:close/>
                  </a:path>
                </a:pathLst>
              </a:custGeom>
              <a:solidFill>
                <a:srgbClr val="808080"/>
              </a:solidFill>
              <a:ln w="9525">
                <a:solidFill>
                  <a:srgbClr val="808080"/>
                </a:solidFill>
                <a:round/>
                <a:headEnd/>
                <a:tailEnd/>
              </a:ln>
            </p:spPr>
            <p:txBody>
              <a:bodyPr/>
              <a:lstStyle/>
              <a:p>
                <a:endParaRPr lang="en-US"/>
              </a:p>
            </p:txBody>
          </p:sp>
          <p:sp>
            <p:nvSpPr>
              <p:cNvPr id="57556" name="Line 278"/>
              <p:cNvSpPr>
                <a:spLocks noChangeShapeType="1"/>
              </p:cNvSpPr>
              <p:nvPr/>
            </p:nvSpPr>
            <p:spPr bwMode="auto">
              <a:xfrm flipV="1">
                <a:off x="1944" y="2758"/>
                <a:ext cx="790" cy="528"/>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609" name="Group 279"/>
            <p:cNvGrpSpPr>
              <a:grpSpLocks/>
            </p:cNvGrpSpPr>
            <p:nvPr/>
          </p:nvGrpSpPr>
          <p:grpSpPr bwMode="auto">
            <a:xfrm>
              <a:off x="1952" y="2376"/>
              <a:ext cx="886" cy="290"/>
              <a:chOff x="1952" y="2376"/>
              <a:chExt cx="886" cy="290"/>
            </a:xfrm>
          </p:grpSpPr>
          <p:sp>
            <p:nvSpPr>
              <p:cNvPr id="57553" name="Freeform 280"/>
              <p:cNvSpPr>
                <a:spLocks/>
              </p:cNvSpPr>
              <p:nvPr/>
            </p:nvSpPr>
            <p:spPr bwMode="auto">
              <a:xfrm>
                <a:off x="2702" y="2586"/>
                <a:ext cx="136" cy="80"/>
              </a:xfrm>
              <a:custGeom>
                <a:avLst/>
                <a:gdLst>
                  <a:gd name="T0" fmla="*/ 136 w 136"/>
                  <a:gd name="T1" fmla="*/ 80 h 80"/>
                  <a:gd name="T2" fmla="*/ 0 w 136"/>
                  <a:gd name="T3" fmla="*/ 64 h 80"/>
                  <a:gd name="T4" fmla="*/ 8 w 136"/>
                  <a:gd name="T5" fmla="*/ 32 h 80"/>
                  <a:gd name="T6" fmla="*/ 16 w 136"/>
                  <a:gd name="T7" fmla="*/ 0 h 80"/>
                  <a:gd name="T8" fmla="*/ 136 w 136"/>
                  <a:gd name="T9" fmla="*/ 80 h 8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 h="80">
                    <a:moveTo>
                      <a:pt x="136" y="80"/>
                    </a:moveTo>
                    <a:lnTo>
                      <a:pt x="0" y="64"/>
                    </a:lnTo>
                    <a:lnTo>
                      <a:pt x="8" y="32"/>
                    </a:lnTo>
                    <a:lnTo>
                      <a:pt x="16" y="0"/>
                    </a:lnTo>
                    <a:lnTo>
                      <a:pt x="136" y="80"/>
                    </a:lnTo>
                    <a:close/>
                  </a:path>
                </a:pathLst>
              </a:custGeom>
              <a:solidFill>
                <a:srgbClr val="808080"/>
              </a:solidFill>
              <a:ln w="9525">
                <a:solidFill>
                  <a:srgbClr val="808080"/>
                </a:solidFill>
                <a:round/>
                <a:headEnd/>
                <a:tailEnd/>
              </a:ln>
            </p:spPr>
            <p:txBody>
              <a:bodyPr/>
              <a:lstStyle/>
              <a:p>
                <a:endParaRPr lang="en-US"/>
              </a:p>
            </p:txBody>
          </p:sp>
          <p:sp>
            <p:nvSpPr>
              <p:cNvPr id="57554" name="Line 281"/>
              <p:cNvSpPr>
                <a:spLocks noChangeShapeType="1"/>
              </p:cNvSpPr>
              <p:nvPr/>
            </p:nvSpPr>
            <p:spPr bwMode="auto">
              <a:xfrm>
                <a:off x="1952" y="2376"/>
                <a:ext cx="766" cy="244"/>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610" name="Group 282"/>
            <p:cNvGrpSpPr>
              <a:grpSpLocks/>
            </p:cNvGrpSpPr>
            <p:nvPr/>
          </p:nvGrpSpPr>
          <p:grpSpPr bwMode="auto">
            <a:xfrm>
              <a:off x="1481" y="2084"/>
              <a:ext cx="1373" cy="1507"/>
              <a:chOff x="1481" y="2084"/>
              <a:chExt cx="1373" cy="1507"/>
            </a:xfrm>
          </p:grpSpPr>
          <p:sp>
            <p:nvSpPr>
              <p:cNvPr id="57551" name="Freeform 283"/>
              <p:cNvSpPr>
                <a:spLocks/>
              </p:cNvSpPr>
              <p:nvPr/>
            </p:nvSpPr>
            <p:spPr bwMode="auto">
              <a:xfrm>
                <a:off x="2742" y="2084"/>
                <a:ext cx="112" cy="119"/>
              </a:xfrm>
              <a:custGeom>
                <a:avLst/>
                <a:gdLst>
                  <a:gd name="T0" fmla="*/ 112 w 112"/>
                  <a:gd name="T1" fmla="*/ 0 h 119"/>
                  <a:gd name="T2" fmla="*/ 48 w 112"/>
                  <a:gd name="T3" fmla="*/ 119 h 119"/>
                  <a:gd name="T4" fmla="*/ 24 w 112"/>
                  <a:gd name="T5" fmla="*/ 96 h 119"/>
                  <a:gd name="T6" fmla="*/ 0 w 112"/>
                  <a:gd name="T7" fmla="*/ 72 h 119"/>
                  <a:gd name="T8" fmla="*/ 112 w 112"/>
                  <a:gd name="T9" fmla="*/ 0 h 1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119">
                    <a:moveTo>
                      <a:pt x="112" y="0"/>
                    </a:moveTo>
                    <a:lnTo>
                      <a:pt x="48" y="119"/>
                    </a:lnTo>
                    <a:lnTo>
                      <a:pt x="24" y="96"/>
                    </a:lnTo>
                    <a:lnTo>
                      <a:pt x="0" y="72"/>
                    </a:lnTo>
                    <a:lnTo>
                      <a:pt x="112" y="0"/>
                    </a:lnTo>
                    <a:close/>
                  </a:path>
                </a:pathLst>
              </a:custGeom>
              <a:solidFill>
                <a:srgbClr val="808080"/>
              </a:solidFill>
              <a:ln w="9525">
                <a:solidFill>
                  <a:srgbClr val="808080"/>
                </a:solidFill>
                <a:round/>
                <a:headEnd/>
                <a:tailEnd/>
              </a:ln>
            </p:spPr>
            <p:txBody>
              <a:bodyPr/>
              <a:lstStyle/>
              <a:p>
                <a:endParaRPr lang="en-US"/>
              </a:p>
            </p:txBody>
          </p:sp>
          <p:sp>
            <p:nvSpPr>
              <p:cNvPr id="57552" name="Line 284"/>
              <p:cNvSpPr>
                <a:spLocks noChangeShapeType="1"/>
              </p:cNvSpPr>
              <p:nvPr/>
            </p:nvSpPr>
            <p:spPr bwMode="auto">
              <a:xfrm flipV="1">
                <a:off x="1481" y="2172"/>
                <a:ext cx="1291" cy="1419"/>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611" name="Group 285"/>
            <p:cNvGrpSpPr>
              <a:grpSpLocks/>
            </p:cNvGrpSpPr>
            <p:nvPr/>
          </p:nvGrpSpPr>
          <p:grpSpPr bwMode="auto">
            <a:xfrm>
              <a:off x="1944" y="2076"/>
              <a:ext cx="902" cy="885"/>
              <a:chOff x="1944" y="2076"/>
              <a:chExt cx="902" cy="885"/>
            </a:xfrm>
          </p:grpSpPr>
          <p:sp>
            <p:nvSpPr>
              <p:cNvPr id="57549" name="Freeform 286"/>
              <p:cNvSpPr>
                <a:spLocks/>
              </p:cNvSpPr>
              <p:nvPr/>
            </p:nvSpPr>
            <p:spPr bwMode="auto">
              <a:xfrm>
                <a:off x="2726" y="2850"/>
                <a:ext cx="120" cy="111"/>
              </a:xfrm>
              <a:custGeom>
                <a:avLst/>
                <a:gdLst>
                  <a:gd name="T0" fmla="*/ 120 w 120"/>
                  <a:gd name="T1" fmla="*/ 111 h 111"/>
                  <a:gd name="T2" fmla="*/ 0 w 120"/>
                  <a:gd name="T3" fmla="*/ 47 h 111"/>
                  <a:gd name="T4" fmla="*/ 24 w 120"/>
                  <a:gd name="T5" fmla="*/ 23 h 111"/>
                  <a:gd name="T6" fmla="*/ 48 w 120"/>
                  <a:gd name="T7" fmla="*/ 0 h 111"/>
                  <a:gd name="T8" fmla="*/ 120 w 120"/>
                  <a:gd name="T9" fmla="*/ 111 h 1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 h="111">
                    <a:moveTo>
                      <a:pt x="120" y="111"/>
                    </a:moveTo>
                    <a:lnTo>
                      <a:pt x="0" y="47"/>
                    </a:lnTo>
                    <a:lnTo>
                      <a:pt x="24" y="23"/>
                    </a:lnTo>
                    <a:lnTo>
                      <a:pt x="48" y="0"/>
                    </a:lnTo>
                    <a:lnTo>
                      <a:pt x="120" y="111"/>
                    </a:lnTo>
                    <a:close/>
                  </a:path>
                </a:pathLst>
              </a:custGeom>
              <a:solidFill>
                <a:srgbClr val="808080"/>
              </a:solidFill>
              <a:ln w="9525">
                <a:solidFill>
                  <a:srgbClr val="808080"/>
                </a:solidFill>
                <a:round/>
                <a:headEnd/>
                <a:tailEnd/>
              </a:ln>
            </p:spPr>
            <p:txBody>
              <a:bodyPr/>
              <a:lstStyle/>
              <a:p>
                <a:endParaRPr lang="en-US"/>
              </a:p>
            </p:txBody>
          </p:sp>
          <p:sp>
            <p:nvSpPr>
              <p:cNvPr id="57550" name="Line 287"/>
              <p:cNvSpPr>
                <a:spLocks noChangeShapeType="1"/>
              </p:cNvSpPr>
              <p:nvPr/>
            </p:nvSpPr>
            <p:spPr bwMode="auto">
              <a:xfrm>
                <a:off x="1944" y="2076"/>
                <a:ext cx="814" cy="805"/>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612" name="Group 288"/>
            <p:cNvGrpSpPr>
              <a:grpSpLocks/>
            </p:cNvGrpSpPr>
            <p:nvPr/>
          </p:nvGrpSpPr>
          <p:grpSpPr bwMode="auto">
            <a:xfrm>
              <a:off x="1489" y="2379"/>
              <a:ext cx="902" cy="893"/>
              <a:chOff x="1489" y="2379"/>
              <a:chExt cx="902" cy="893"/>
            </a:xfrm>
          </p:grpSpPr>
          <p:sp>
            <p:nvSpPr>
              <p:cNvPr id="57547" name="Freeform 289"/>
              <p:cNvSpPr>
                <a:spLocks/>
              </p:cNvSpPr>
              <p:nvPr/>
            </p:nvSpPr>
            <p:spPr bwMode="auto">
              <a:xfrm>
                <a:off x="2271" y="3153"/>
                <a:ext cx="120" cy="119"/>
              </a:xfrm>
              <a:custGeom>
                <a:avLst/>
                <a:gdLst>
                  <a:gd name="T0" fmla="*/ 120 w 120"/>
                  <a:gd name="T1" fmla="*/ 119 h 119"/>
                  <a:gd name="T2" fmla="*/ 0 w 120"/>
                  <a:gd name="T3" fmla="*/ 48 h 119"/>
                  <a:gd name="T4" fmla="*/ 24 w 120"/>
                  <a:gd name="T5" fmla="*/ 24 h 119"/>
                  <a:gd name="T6" fmla="*/ 48 w 120"/>
                  <a:gd name="T7" fmla="*/ 0 h 119"/>
                  <a:gd name="T8" fmla="*/ 120 w 120"/>
                  <a:gd name="T9" fmla="*/ 119 h 1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 h="119">
                    <a:moveTo>
                      <a:pt x="120" y="119"/>
                    </a:moveTo>
                    <a:lnTo>
                      <a:pt x="0" y="48"/>
                    </a:lnTo>
                    <a:lnTo>
                      <a:pt x="24" y="24"/>
                    </a:lnTo>
                    <a:lnTo>
                      <a:pt x="48" y="0"/>
                    </a:lnTo>
                    <a:lnTo>
                      <a:pt x="120" y="119"/>
                    </a:lnTo>
                    <a:close/>
                  </a:path>
                </a:pathLst>
              </a:custGeom>
              <a:solidFill>
                <a:srgbClr val="808080"/>
              </a:solidFill>
              <a:ln w="9525">
                <a:solidFill>
                  <a:srgbClr val="808080"/>
                </a:solidFill>
                <a:round/>
                <a:headEnd/>
                <a:tailEnd/>
              </a:ln>
            </p:spPr>
            <p:txBody>
              <a:bodyPr/>
              <a:lstStyle/>
              <a:p>
                <a:endParaRPr lang="en-US"/>
              </a:p>
            </p:txBody>
          </p:sp>
          <p:sp>
            <p:nvSpPr>
              <p:cNvPr id="57548" name="Line 290"/>
              <p:cNvSpPr>
                <a:spLocks noChangeShapeType="1"/>
              </p:cNvSpPr>
              <p:nvPr/>
            </p:nvSpPr>
            <p:spPr bwMode="auto">
              <a:xfrm>
                <a:off x="1489" y="2379"/>
                <a:ext cx="814" cy="805"/>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613" name="Group 291"/>
            <p:cNvGrpSpPr>
              <a:grpSpLocks/>
            </p:cNvGrpSpPr>
            <p:nvPr/>
          </p:nvGrpSpPr>
          <p:grpSpPr bwMode="auto">
            <a:xfrm>
              <a:off x="1483" y="2379"/>
              <a:ext cx="429" cy="598"/>
              <a:chOff x="1483" y="2379"/>
              <a:chExt cx="429" cy="598"/>
            </a:xfrm>
          </p:grpSpPr>
          <p:sp>
            <p:nvSpPr>
              <p:cNvPr id="57545" name="Freeform 292"/>
              <p:cNvSpPr>
                <a:spLocks/>
              </p:cNvSpPr>
              <p:nvPr/>
            </p:nvSpPr>
            <p:spPr bwMode="auto">
              <a:xfrm>
                <a:off x="1808" y="2379"/>
                <a:ext cx="104" cy="136"/>
              </a:xfrm>
              <a:custGeom>
                <a:avLst/>
                <a:gdLst>
                  <a:gd name="T0" fmla="*/ 104 w 104"/>
                  <a:gd name="T1" fmla="*/ 0 h 136"/>
                  <a:gd name="T2" fmla="*/ 56 w 104"/>
                  <a:gd name="T3" fmla="*/ 136 h 136"/>
                  <a:gd name="T4" fmla="*/ 32 w 104"/>
                  <a:gd name="T5" fmla="*/ 112 h 136"/>
                  <a:gd name="T6" fmla="*/ 0 w 104"/>
                  <a:gd name="T7" fmla="*/ 96 h 136"/>
                  <a:gd name="T8" fmla="*/ 104 w 104"/>
                  <a:gd name="T9" fmla="*/ 0 h 1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4" h="136">
                    <a:moveTo>
                      <a:pt x="104" y="0"/>
                    </a:moveTo>
                    <a:lnTo>
                      <a:pt x="56" y="136"/>
                    </a:lnTo>
                    <a:lnTo>
                      <a:pt x="32" y="112"/>
                    </a:lnTo>
                    <a:lnTo>
                      <a:pt x="0" y="96"/>
                    </a:lnTo>
                    <a:lnTo>
                      <a:pt x="104" y="0"/>
                    </a:lnTo>
                    <a:close/>
                  </a:path>
                </a:pathLst>
              </a:custGeom>
              <a:solidFill>
                <a:srgbClr val="808080"/>
              </a:solidFill>
              <a:ln w="9525">
                <a:solidFill>
                  <a:srgbClr val="808080"/>
                </a:solidFill>
                <a:round/>
                <a:headEnd/>
                <a:tailEnd/>
              </a:ln>
            </p:spPr>
            <p:txBody>
              <a:bodyPr/>
              <a:lstStyle/>
              <a:p>
                <a:endParaRPr lang="en-US"/>
              </a:p>
            </p:txBody>
          </p:sp>
          <p:sp>
            <p:nvSpPr>
              <p:cNvPr id="57546" name="Line 293"/>
              <p:cNvSpPr>
                <a:spLocks noChangeShapeType="1"/>
              </p:cNvSpPr>
              <p:nvPr/>
            </p:nvSpPr>
            <p:spPr bwMode="auto">
              <a:xfrm flipV="1">
                <a:off x="1483" y="2483"/>
                <a:ext cx="362" cy="494"/>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614" name="Group 294"/>
            <p:cNvGrpSpPr>
              <a:grpSpLocks/>
            </p:cNvGrpSpPr>
            <p:nvPr/>
          </p:nvGrpSpPr>
          <p:grpSpPr bwMode="auto">
            <a:xfrm>
              <a:off x="1936" y="2379"/>
              <a:ext cx="894" cy="604"/>
              <a:chOff x="1936" y="2379"/>
              <a:chExt cx="894" cy="604"/>
            </a:xfrm>
          </p:grpSpPr>
          <p:sp>
            <p:nvSpPr>
              <p:cNvPr id="57543" name="Freeform 295"/>
              <p:cNvSpPr>
                <a:spLocks/>
              </p:cNvSpPr>
              <p:nvPr/>
            </p:nvSpPr>
            <p:spPr bwMode="auto">
              <a:xfrm>
                <a:off x="2702" y="2379"/>
                <a:ext cx="128" cy="104"/>
              </a:xfrm>
              <a:custGeom>
                <a:avLst/>
                <a:gdLst>
                  <a:gd name="T0" fmla="*/ 128 w 128"/>
                  <a:gd name="T1" fmla="*/ 0 h 104"/>
                  <a:gd name="T2" fmla="*/ 40 w 128"/>
                  <a:gd name="T3" fmla="*/ 104 h 104"/>
                  <a:gd name="T4" fmla="*/ 16 w 128"/>
                  <a:gd name="T5" fmla="*/ 80 h 104"/>
                  <a:gd name="T6" fmla="*/ 0 w 128"/>
                  <a:gd name="T7" fmla="*/ 48 h 104"/>
                  <a:gd name="T8" fmla="*/ 128 w 128"/>
                  <a:gd name="T9" fmla="*/ 0 h 10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8" h="104">
                    <a:moveTo>
                      <a:pt x="128" y="0"/>
                    </a:moveTo>
                    <a:lnTo>
                      <a:pt x="40" y="104"/>
                    </a:lnTo>
                    <a:lnTo>
                      <a:pt x="16" y="80"/>
                    </a:lnTo>
                    <a:lnTo>
                      <a:pt x="0" y="48"/>
                    </a:lnTo>
                    <a:lnTo>
                      <a:pt x="128" y="0"/>
                    </a:lnTo>
                    <a:close/>
                  </a:path>
                </a:pathLst>
              </a:custGeom>
              <a:solidFill>
                <a:srgbClr val="808080"/>
              </a:solidFill>
              <a:ln w="9525">
                <a:solidFill>
                  <a:srgbClr val="808080"/>
                </a:solidFill>
                <a:round/>
                <a:headEnd/>
                <a:tailEnd/>
              </a:ln>
            </p:spPr>
            <p:txBody>
              <a:bodyPr/>
              <a:lstStyle/>
              <a:p>
                <a:endParaRPr lang="en-US"/>
              </a:p>
            </p:txBody>
          </p:sp>
          <p:sp>
            <p:nvSpPr>
              <p:cNvPr id="57544" name="Line 296"/>
              <p:cNvSpPr>
                <a:spLocks noChangeShapeType="1"/>
              </p:cNvSpPr>
              <p:nvPr/>
            </p:nvSpPr>
            <p:spPr bwMode="auto">
              <a:xfrm flipV="1">
                <a:off x="1936" y="2455"/>
                <a:ext cx="790" cy="528"/>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615" name="Group 297"/>
            <p:cNvGrpSpPr>
              <a:grpSpLocks/>
            </p:cNvGrpSpPr>
            <p:nvPr/>
          </p:nvGrpSpPr>
          <p:grpSpPr bwMode="auto">
            <a:xfrm>
              <a:off x="1952" y="2076"/>
              <a:ext cx="886" cy="290"/>
              <a:chOff x="1952" y="2076"/>
              <a:chExt cx="886" cy="290"/>
            </a:xfrm>
          </p:grpSpPr>
          <p:sp>
            <p:nvSpPr>
              <p:cNvPr id="57541" name="Freeform 298"/>
              <p:cNvSpPr>
                <a:spLocks/>
              </p:cNvSpPr>
              <p:nvPr/>
            </p:nvSpPr>
            <p:spPr bwMode="auto">
              <a:xfrm>
                <a:off x="2702" y="2076"/>
                <a:ext cx="136" cy="72"/>
              </a:xfrm>
              <a:custGeom>
                <a:avLst/>
                <a:gdLst>
                  <a:gd name="T0" fmla="*/ 136 w 136"/>
                  <a:gd name="T1" fmla="*/ 0 h 72"/>
                  <a:gd name="T2" fmla="*/ 16 w 136"/>
                  <a:gd name="T3" fmla="*/ 72 h 72"/>
                  <a:gd name="T4" fmla="*/ 8 w 136"/>
                  <a:gd name="T5" fmla="*/ 40 h 72"/>
                  <a:gd name="T6" fmla="*/ 0 w 136"/>
                  <a:gd name="T7" fmla="*/ 8 h 72"/>
                  <a:gd name="T8" fmla="*/ 136 w 136"/>
                  <a:gd name="T9" fmla="*/ 0 h 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 h="72">
                    <a:moveTo>
                      <a:pt x="136" y="0"/>
                    </a:moveTo>
                    <a:lnTo>
                      <a:pt x="16" y="72"/>
                    </a:lnTo>
                    <a:lnTo>
                      <a:pt x="8" y="40"/>
                    </a:lnTo>
                    <a:lnTo>
                      <a:pt x="0" y="8"/>
                    </a:lnTo>
                    <a:lnTo>
                      <a:pt x="136" y="0"/>
                    </a:lnTo>
                    <a:close/>
                  </a:path>
                </a:pathLst>
              </a:custGeom>
              <a:solidFill>
                <a:srgbClr val="808080"/>
              </a:solidFill>
              <a:ln w="9525">
                <a:solidFill>
                  <a:srgbClr val="808080"/>
                </a:solidFill>
                <a:round/>
                <a:headEnd/>
                <a:tailEnd/>
              </a:ln>
            </p:spPr>
            <p:txBody>
              <a:bodyPr/>
              <a:lstStyle/>
              <a:p>
                <a:endParaRPr lang="en-US"/>
              </a:p>
            </p:txBody>
          </p:sp>
          <p:sp>
            <p:nvSpPr>
              <p:cNvPr id="57542" name="Line 299"/>
              <p:cNvSpPr>
                <a:spLocks noChangeShapeType="1"/>
              </p:cNvSpPr>
              <p:nvPr/>
            </p:nvSpPr>
            <p:spPr bwMode="auto">
              <a:xfrm flipV="1">
                <a:off x="1952" y="2114"/>
                <a:ext cx="766" cy="252"/>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616" name="Group 300"/>
            <p:cNvGrpSpPr>
              <a:grpSpLocks/>
            </p:cNvGrpSpPr>
            <p:nvPr/>
          </p:nvGrpSpPr>
          <p:grpSpPr bwMode="auto">
            <a:xfrm>
              <a:off x="1481" y="1769"/>
              <a:ext cx="894" cy="283"/>
              <a:chOff x="1481" y="1769"/>
              <a:chExt cx="894" cy="283"/>
            </a:xfrm>
          </p:grpSpPr>
          <p:sp>
            <p:nvSpPr>
              <p:cNvPr id="57539" name="Freeform 301"/>
              <p:cNvSpPr>
                <a:spLocks/>
              </p:cNvSpPr>
              <p:nvPr/>
            </p:nvSpPr>
            <p:spPr bwMode="auto">
              <a:xfrm>
                <a:off x="2231" y="1980"/>
                <a:ext cx="144" cy="72"/>
              </a:xfrm>
              <a:custGeom>
                <a:avLst/>
                <a:gdLst>
                  <a:gd name="T0" fmla="*/ 144 w 144"/>
                  <a:gd name="T1" fmla="*/ 72 h 72"/>
                  <a:gd name="T2" fmla="*/ 0 w 144"/>
                  <a:gd name="T3" fmla="*/ 64 h 72"/>
                  <a:gd name="T4" fmla="*/ 16 w 144"/>
                  <a:gd name="T5" fmla="*/ 32 h 72"/>
                  <a:gd name="T6" fmla="*/ 24 w 144"/>
                  <a:gd name="T7" fmla="*/ 0 h 72"/>
                  <a:gd name="T8" fmla="*/ 144 w 144"/>
                  <a:gd name="T9" fmla="*/ 72 h 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4" h="72">
                    <a:moveTo>
                      <a:pt x="144" y="72"/>
                    </a:moveTo>
                    <a:lnTo>
                      <a:pt x="0" y="64"/>
                    </a:lnTo>
                    <a:lnTo>
                      <a:pt x="16" y="32"/>
                    </a:lnTo>
                    <a:lnTo>
                      <a:pt x="24" y="0"/>
                    </a:lnTo>
                    <a:lnTo>
                      <a:pt x="144" y="72"/>
                    </a:lnTo>
                    <a:close/>
                  </a:path>
                </a:pathLst>
              </a:custGeom>
              <a:solidFill>
                <a:srgbClr val="808080"/>
              </a:solidFill>
              <a:ln w="9525">
                <a:solidFill>
                  <a:srgbClr val="808080"/>
                </a:solidFill>
                <a:round/>
                <a:headEnd/>
                <a:tailEnd/>
              </a:ln>
            </p:spPr>
            <p:txBody>
              <a:bodyPr/>
              <a:lstStyle/>
              <a:p>
                <a:endParaRPr lang="en-US"/>
              </a:p>
            </p:txBody>
          </p:sp>
          <p:sp>
            <p:nvSpPr>
              <p:cNvPr id="57540" name="Line 302"/>
              <p:cNvSpPr>
                <a:spLocks noChangeShapeType="1"/>
              </p:cNvSpPr>
              <p:nvPr/>
            </p:nvSpPr>
            <p:spPr bwMode="auto">
              <a:xfrm>
                <a:off x="1481" y="1769"/>
                <a:ext cx="774" cy="244"/>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56617" name="Oval 303"/>
            <p:cNvSpPr>
              <a:spLocks noChangeArrowheads="1"/>
            </p:cNvSpPr>
            <p:nvPr/>
          </p:nvSpPr>
          <p:spPr bwMode="auto">
            <a:xfrm>
              <a:off x="1457" y="1741"/>
              <a:ext cx="32" cy="40"/>
            </a:xfrm>
            <a:prstGeom prst="ellipse">
              <a:avLst/>
            </a:prstGeom>
            <a:solidFill>
              <a:srgbClr val="808080"/>
            </a:solidFill>
            <a:ln w="9525">
              <a:solidFill>
                <a:srgbClr val="808080"/>
              </a:solidFill>
              <a:round/>
              <a:headEnd/>
              <a:tailEnd/>
            </a:ln>
          </p:spPr>
          <p:txBody>
            <a:bodyPr/>
            <a:lstStyle/>
            <a:p>
              <a:endParaRPr lang="en-US"/>
            </a:p>
          </p:txBody>
        </p:sp>
        <p:sp>
          <p:nvSpPr>
            <p:cNvPr id="56618" name="Oval 304"/>
            <p:cNvSpPr>
              <a:spLocks noChangeArrowheads="1"/>
            </p:cNvSpPr>
            <p:nvPr/>
          </p:nvSpPr>
          <p:spPr bwMode="auto">
            <a:xfrm>
              <a:off x="1457" y="1741"/>
              <a:ext cx="32" cy="40"/>
            </a:xfrm>
            <a:prstGeom prst="ellipse">
              <a:avLst/>
            </a:prstGeom>
            <a:solidFill>
              <a:srgbClr val="808080"/>
            </a:solidFill>
            <a:ln w="25400">
              <a:solidFill>
                <a:srgbClr val="808080"/>
              </a:solidFill>
              <a:round/>
              <a:headEnd/>
              <a:tailEnd/>
            </a:ln>
          </p:spPr>
          <p:txBody>
            <a:bodyPr/>
            <a:lstStyle/>
            <a:p>
              <a:endParaRPr lang="en-US"/>
            </a:p>
          </p:txBody>
        </p:sp>
        <p:sp>
          <p:nvSpPr>
            <p:cNvPr id="56619" name="Oval 305"/>
            <p:cNvSpPr>
              <a:spLocks noChangeArrowheads="1"/>
            </p:cNvSpPr>
            <p:nvPr/>
          </p:nvSpPr>
          <p:spPr bwMode="auto">
            <a:xfrm>
              <a:off x="1457" y="2044"/>
              <a:ext cx="40" cy="40"/>
            </a:xfrm>
            <a:prstGeom prst="ellipse">
              <a:avLst/>
            </a:prstGeom>
            <a:solidFill>
              <a:srgbClr val="808080"/>
            </a:solidFill>
            <a:ln w="9525">
              <a:solidFill>
                <a:srgbClr val="808080"/>
              </a:solidFill>
              <a:round/>
              <a:headEnd/>
              <a:tailEnd/>
            </a:ln>
          </p:spPr>
          <p:txBody>
            <a:bodyPr/>
            <a:lstStyle/>
            <a:p>
              <a:endParaRPr lang="en-US"/>
            </a:p>
          </p:txBody>
        </p:sp>
        <p:sp>
          <p:nvSpPr>
            <p:cNvPr id="56620" name="Oval 306"/>
            <p:cNvSpPr>
              <a:spLocks noChangeArrowheads="1"/>
            </p:cNvSpPr>
            <p:nvPr/>
          </p:nvSpPr>
          <p:spPr bwMode="auto">
            <a:xfrm>
              <a:off x="1457" y="2044"/>
              <a:ext cx="40" cy="40"/>
            </a:xfrm>
            <a:prstGeom prst="ellipse">
              <a:avLst/>
            </a:prstGeom>
            <a:solidFill>
              <a:srgbClr val="808080"/>
            </a:solidFill>
            <a:ln w="25400">
              <a:solidFill>
                <a:srgbClr val="808080"/>
              </a:solidFill>
              <a:round/>
              <a:headEnd/>
              <a:tailEnd/>
            </a:ln>
          </p:spPr>
          <p:txBody>
            <a:bodyPr/>
            <a:lstStyle/>
            <a:p>
              <a:endParaRPr lang="en-US"/>
            </a:p>
          </p:txBody>
        </p:sp>
        <p:sp>
          <p:nvSpPr>
            <p:cNvPr id="56621" name="Oval 307"/>
            <p:cNvSpPr>
              <a:spLocks noChangeArrowheads="1"/>
            </p:cNvSpPr>
            <p:nvPr/>
          </p:nvSpPr>
          <p:spPr bwMode="auto">
            <a:xfrm>
              <a:off x="1457" y="2355"/>
              <a:ext cx="40" cy="32"/>
            </a:xfrm>
            <a:prstGeom prst="ellipse">
              <a:avLst/>
            </a:prstGeom>
            <a:solidFill>
              <a:srgbClr val="808080"/>
            </a:solidFill>
            <a:ln w="9525">
              <a:solidFill>
                <a:srgbClr val="808080"/>
              </a:solidFill>
              <a:round/>
              <a:headEnd/>
              <a:tailEnd/>
            </a:ln>
          </p:spPr>
          <p:txBody>
            <a:bodyPr/>
            <a:lstStyle/>
            <a:p>
              <a:endParaRPr lang="en-US"/>
            </a:p>
          </p:txBody>
        </p:sp>
        <p:sp>
          <p:nvSpPr>
            <p:cNvPr id="56622" name="Oval 308"/>
            <p:cNvSpPr>
              <a:spLocks noChangeArrowheads="1"/>
            </p:cNvSpPr>
            <p:nvPr/>
          </p:nvSpPr>
          <p:spPr bwMode="auto">
            <a:xfrm>
              <a:off x="1457" y="2355"/>
              <a:ext cx="40" cy="32"/>
            </a:xfrm>
            <a:prstGeom prst="ellipse">
              <a:avLst/>
            </a:prstGeom>
            <a:solidFill>
              <a:srgbClr val="808080"/>
            </a:solidFill>
            <a:ln w="25400">
              <a:solidFill>
                <a:srgbClr val="808080"/>
              </a:solidFill>
              <a:round/>
              <a:headEnd/>
              <a:tailEnd/>
            </a:ln>
          </p:spPr>
          <p:txBody>
            <a:bodyPr/>
            <a:lstStyle/>
            <a:p>
              <a:endParaRPr lang="en-US"/>
            </a:p>
          </p:txBody>
        </p:sp>
        <p:sp>
          <p:nvSpPr>
            <p:cNvPr id="56623" name="Oval 309"/>
            <p:cNvSpPr>
              <a:spLocks noChangeArrowheads="1"/>
            </p:cNvSpPr>
            <p:nvPr/>
          </p:nvSpPr>
          <p:spPr bwMode="auto">
            <a:xfrm>
              <a:off x="1457" y="2658"/>
              <a:ext cx="32" cy="32"/>
            </a:xfrm>
            <a:prstGeom prst="ellipse">
              <a:avLst/>
            </a:prstGeom>
            <a:solidFill>
              <a:srgbClr val="808080"/>
            </a:solidFill>
            <a:ln w="9525">
              <a:solidFill>
                <a:srgbClr val="808080"/>
              </a:solidFill>
              <a:round/>
              <a:headEnd/>
              <a:tailEnd/>
            </a:ln>
          </p:spPr>
          <p:txBody>
            <a:bodyPr/>
            <a:lstStyle/>
            <a:p>
              <a:endParaRPr lang="en-US"/>
            </a:p>
          </p:txBody>
        </p:sp>
        <p:sp>
          <p:nvSpPr>
            <p:cNvPr id="56624" name="Oval 310"/>
            <p:cNvSpPr>
              <a:spLocks noChangeArrowheads="1"/>
            </p:cNvSpPr>
            <p:nvPr/>
          </p:nvSpPr>
          <p:spPr bwMode="auto">
            <a:xfrm>
              <a:off x="1457" y="2658"/>
              <a:ext cx="32" cy="32"/>
            </a:xfrm>
            <a:prstGeom prst="ellipse">
              <a:avLst/>
            </a:prstGeom>
            <a:solidFill>
              <a:srgbClr val="808080"/>
            </a:solidFill>
            <a:ln w="25400">
              <a:solidFill>
                <a:srgbClr val="808080"/>
              </a:solidFill>
              <a:round/>
              <a:headEnd/>
              <a:tailEnd/>
            </a:ln>
          </p:spPr>
          <p:txBody>
            <a:bodyPr/>
            <a:lstStyle/>
            <a:p>
              <a:endParaRPr lang="en-US"/>
            </a:p>
          </p:txBody>
        </p:sp>
        <p:sp>
          <p:nvSpPr>
            <p:cNvPr id="56625" name="Oval 311"/>
            <p:cNvSpPr>
              <a:spLocks noChangeArrowheads="1"/>
            </p:cNvSpPr>
            <p:nvPr/>
          </p:nvSpPr>
          <p:spPr bwMode="auto">
            <a:xfrm>
              <a:off x="1449" y="2969"/>
              <a:ext cx="40" cy="32"/>
            </a:xfrm>
            <a:prstGeom prst="ellipse">
              <a:avLst/>
            </a:prstGeom>
            <a:solidFill>
              <a:srgbClr val="808080"/>
            </a:solidFill>
            <a:ln w="9525">
              <a:solidFill>
                <a:srgbClr val="808080"/>
              </a:solidFill>
              <a:round/>
              <a:headEnd/>
              <a:tailEnd/>
            </a:ln>
          </p:spPr>
          <p:txBody>
            <a:bodyPr/>
            <a:lstStyle/>
            <a:p>
              <a:endParaRPr lang="en-US"/>
            </a:p>
          </p:txBody>
        </p:sp>
        <p:sp>
          <p:nvSpPr>
            <p:cNvPr id="56626" name="Oval 312"/>
            <p:cNvSpPr>
              <a:spLocks noChangeArrowheads="1"/>
            </p:cNvSpPr>
            <p:nvPr/>
          </p:nvSpPr>
          <p:spPr bwMode="auto">
            <a:xfrm>
              <a:off x="1449" y="2969"/>
              <a:ext cx="40" cy="32"/>
            </a:xfrm>
            <a:prstGeom prst="ellipse">
              <a:avLst/>
            </a:prstGeom>
            <a:solidFill>
              <a:srgbClr val="808080"/>
            </a:solidFill>
            <a:ln w="25400">
              <a:solidFill>
                <a:srgbClr val="808080"/>
              </a:solidFill>
              <a:round/>
              <a:headEnd/>
              <a:tailEnd/>
            </a:ln>
          </p:spPr>
          <p:txBody>
            <a:bodyPr/>
            <a:lstStyle/>
            <a:p>
              <a:endParaRPr lang="en-US"/>
            </a:p>
          </p:txBody>
        </p:sp>
        <p:grpSp>
          <p:nvGrpSpPr>
            <p:cNvPr id="56627" name="Group 313"/>
            <p:cNvGrpSpPr>
              <a:grpSpLocks/>
            </p:cNvGrpSpPr>
            <p:nvPr/>
          </p:nvGrpSpPr>
          <p:grpSpPr bwMode="auto">
            <a:xfrm>
              <a:off x="1912" y="1741"/>
              <a:ext cx="40" cy="1260"/>
              <a:chOff x="1912" y="1741"/>
              <a:chExt cx="40" cy="1260"/>
            </a:xfrm>
          </p:grpSpPr>
          <p:sp>
            <p:nvSpPr>
              <p:cNvPr id="57529" name="Oval 314"/>
              <p:cNvSpPr>
                <a:spLocks noChangeArrowheads="1"/>
              </p:cNvSpPr>
              <p:nvPr/>
            </p:nvSpPr>
            <p:spPr bwMode="auto">
              <a:xfrm>
                <a:off x="1920" y="1741"/>
                <a:ext cx="32" cy="32"/>
              </a:xfrm>
              <a:prstGeom prst="ellipse">
                <a:avLst/>
              </a:prstGeom>
              <a:solidFill>
                <a:srgbClr val="808080"/>
              </a:solidFill>
              <a:ln w="9525">
                <a:solidFill>
                  <a:srgbClr val="808080"/>
                </a:solidFill>
                <a:round/>
                <a:headEnd/>
                <a:tailEnd/>
              </a:ln>
            </p:spPr>
            <p:txBody>
              <a:bodyPr/>
              <a:lstStyle/>
              <a:p>
                <a:endParaRPr lang="en-US"/>
              </a:p>
            </p:txBody>
          </p:sp>
          <p:sp>
            <p:nvSpPr>
              <p:cNvPr id="57530" name="Oval 315"/>
              <p:cNvSpPr>
                <a:spLocks noChangeArrowheads="1"/>
              </p:cNvSpPr>
              <p:nvPr/>
            </p:nvSpPr>
            <p:spPr bwMode="auto">
              <a:xfrm>
                <a:off x="1920" y="1741"/>
                <a:ext cx="32" cy="32"/>
              </a:xfrm>
              <a:prstGeom prst="ellipse">
                <a:avLst/>
              </a:prstGeom>
              <a:solidFill>
                <a:srgbClr val="808080"/>
              </a:solidFill>
              <a:ln w="25400">
                <a:solidFill>
                  <a:srgbClr val="808080"/>
                </a:solidFill>
                <a:round/>
                <a:headEnd/>
                <a:tailEnd/>
              </a:ln>
            </p:spPr>
            <p:txBody>
              <a:bodyPr/>
              <a:lstStyle/>
              <a:p>
                <a:endParaRPr lang="en-US"/>
              </a:p>
            </p:txBody>
          </p:sp>
          <p:sp>
            <p:nvSpPr>
              <p:cNvPr id="57531" name="Oval 316"/>
              <p:cNvSpPr>
                <a:spLocks noChangeArrowheads="1"/>
              </p:cNvSpPr>
              <p:nvPr/>
            </p:nvSpPr>
            <p:spPr bwMode="auto">
              <a:xfrm>
                <a:off x="1920" y="2044"/>
                <a:ext cx="32" cy="32"/>
              </a:xfrm>
              <a:prstGeom prst="ellipse">
                <a:avLst/>
              </a:prstGeom>
              <a:solidFill>
                <a:srgbClr val="808080"/>
              </a:solidFill>
              <a:ln w="9525">
                <a:solidFill>
                  <a:srgbClr val="808080"/>
                </a:solidFill>
                <a:round/>
                <a:headEnd/>
                <a:tailEnd/>
              </a:ln>
            </p:spPr>
            <p:txBody>
              <a:bodyPr/>
              <a:lstStyle/>
              <a:p>
                <a:endParaRPr lang="en-US"/>
              </a:p>
            </p:txBody>
          </p:sp>
          <p:sp>
            <p:nvSpPr>
              <p:cNvPr id="57532" name="Oval 317"/>
              <p:cNvSpPr>
                <a:spLocks noChangeArrowheads="1"/>
              </p:cNvSpPr>
              <p:nvPr/>
            </p:nvSpPr>
            <p:spPr bwMode="auto">
              <a:xfrm>
                <a:off x="1920" y="2044"/>
                <a:ext cx="32" cy="32"/>
              </a:xfrm>
              <a:prstGeom prst="ellipse">
                <a:avLst/>
              </a:prstGeom>
              <a:solidFill>
                <a:srgbClr val="808080"/>
              </a:solidFill>
              <a:ln w="25400">
                <a:solidFill>
                  <a:srgbClr val="808080"/>
                </a:solidFill>
                <a:round/>
                <a:headEnd/>
                <a:tailEnd/>
              </a:ln>
            </p:spPr>
            <p:txBody>
              <a:bodyPr/>
              <a:lstStyle/>
              <a:p>
                <a:endParaRPr lang="en-US"/>
              </a:p>
            </p:txBody>
          </p:sp>
          <p:sp>
            <p:nvSpPr>
              <p:cNvPr id="57533" name="Oval 318"/>
              <p:cNvSpPr>
                <a:spLocks noChangeArrowheads="1"/>
              </p:cNvSpPr>
              <p:nvPr/>
            </p:nvSpPr>
            <p:spPr bwMode="auto">
              <a:xfrm>
                <a:off x="1920" y="2347"/>
                <a:ext cx="32" cy="40"/>
              </a:xfrm>
              <a:prstGeom prst="ellipse">
                <a:avLst/>
              </a:prstGeom>
              <a:solidFill>
                <a:srgbClr val="808080"/>
              </a:solidFill>
              <a:ln w="9525">
                <a:solidFill>
                  <a:srgbClr val="808080"/>
                </a:solidFill>
                <a:round/>
                <a:headEnd/>
                <a:tailEnd/>
              </a:ln>
            </p:spPr>
            <p:txBody>
              <a:bodyPr/>
              <a:lstStyle/>
              <a:p>
                <a:endParaRPr lang="en-US"/>
              </a:p>
            </p:txBody>
          </p:sp>
          <p:sp>
            <p:nvSpPr>
              <p:cNvPr id="57534" name="Oval 319"/>
              <p:cNvSpPr>
                <a:spLocks noChangeArrowheads="1"/>
              </p:cNvSpPr>
              <p:nvPr/>
            </p:nvSpPr>
            <p:spPr bwMode="auto">
              <a:xfrm>
                <a:off x="1920" y="2347"/>
                <a:ext cx="32" cy="40"/>
              </a:xfrm>
              <a:prstGeom prst="ellipse">
                <a:avLst/>
              </a:prstGeom>
              <a:solidFill>
                <a:srgbClr val="808080"/>
              </a:solidFill>
              <a:ln w="25400">
                <a:solidFill>
                  <a:srgbClr val="808080"/>
                </a:solidFill>
                <a:round/>
                <a:headEnd/>
                <a:tailEnd/>
              </a:ln>
            </p:spPr>
            <p:txBody>
              <a:bodyPr/>
              <a:lstStyle/>
              <a:p>
                <a:endParaRPr lang="en-US"/>
              </a:p>
            </p:txBody>
          </p:sp>
          <p:sp>
            <p:nvSpPr>
              <p:cNvPr id="57535" name="Oval 320"/>
              <p:cNvSpPr>
                <a:spLocks noChangeArrowheads="1"/>
              </p:cNvSpPr>
              <p:nvPr/>
            </p:nvSpPr>
            <p:spPr bwMode="auto">
              <a:xfrm>
                <a:off x="1920" y="2658"/>
                <a:ext cx="32" cy="32"/>
              </a:xfrm>
              <a:prstGeom prst="ellipse">
                <a:avLst/>
              </a:prstGeom>
              <a:solidFill>
                <a:srgbClr val="808080"/>
              </a:solidFill>
              <a:ln w="9525">
                <a:solidFill>
                  <a:srgbClr val="808080"/>
                </a:solidFill>
                <a:round/>
                <a:headEnd/>
                <a:tailEnd/>
              </a:ln>
            </p:spPr>
            <p:txBody>
              <a:bodyPr/>
              <a:lstStyle/>
              <a:p>
                <a:endParaRPr lang="en-US"/>
              </a:p>
            </p:txBody>
          </p:sp>
          <p:sp>
            <p:nvSpPr>
              <p:cNvPr id="57536" name="Oval 321"/>
              <p:cNvSpPr>
                <a:spLocks noChangeArrowheads="1"/>
              </p:cNvSpPr>
              <p:nvPr/>
            </p:nvSpPr>
            <p:spPr bwMode="auto">
              <a:xfrm>
                <a:off x="1920" y="2658"/>
                <a:ext cx="32" cy="32"/>
              </a:xfrm>
              <a:prstGeom prst="ellipse">
                <a:avLst/>
              </a:prstGeom>
              <a:solidFill>
                <a:srgbClr val="808080"/>
              </a:solidFill>
              <a:ln w="25400">
                <a:solidFill>
                  <a:srgbClr val="808080"/>
                </a:solidFill>
                <a:round/>
                <a:headEnd/>
                <a:tailEnd/>
              </a:ln>
            </p:spPr>
            <p:txBody>
              <a:bodyPr/>
              <a:lstStyle/>
              <a:p>
                <a:endParaRPr lang="en-US"/>
              </a:p>
            </p:txBody>
          </p:sp>
          <p:sp>
            <p:nvSpPr>
              <p:cNvPr id="57537" name="Oval 322"/>
              <p:cNvSpPr>
                <a:spLocks noChangeArrowheads="1"/>
              </p:cNvSpPr>
              <p:nvPr/>
            </p:nvSpPr>
            <p:spPr bwMode="auto">
              <a:xfrm>
                <a:off x="1912" y="2961"/>
                <a:ext cx="32" cy="40"/>
              </a:xfrm>
              <a:prstGeom prst="ellipse">
                <a:avLst/>
              </a:prstGeom>
              <a:solidFill>
                <a:srgbClr val="808080"/>
              </a:solidFill>
              <a:ln w="9525">
                <a:solidFill>
                  <a:srgbClr val="808080"/>
                </a:solidFill>
                <a:round/>
                <a:headEnd/>
                <a:tailEnd/>
              </a:ln>
            </p:spPr>
            <p:txBody>
              <a:bodyPr/>
              <a:lstStyle/>
              <a:p>
                <a:endParaRPr lang="en-US"/>
              </a:p>
            </p:txBody>
          </p:sp>
          <p:sp>
            <p:nvSpPr>
              <p:cNvPr id="57538" name="Oval 323"/>
              <p:cNvSpPr>
                <a:spLocks noChangeArrowheads="1"/>
              </p:cNvSpPr>
              <p:nvPr/>
            </p:nvSpPr>
            <p:spPr bwMode="auto">
              <a:xfrm>
                <a:off x="1912" y="2961"/>
                <a:ext cx="32" cy="40"/>
              </a:xfrm>
              <a:prstGeom prst="ellipse">
                <a:avLst/>
              </a:prstGeom>
              <a:solidFill>
                <a:srgbClr val="808080"/>
              </a:solidFill>
              <a:ln w="25400">
                <a:solidFill>
                  <a:srgbClr val="808080"/>
                </a:solidFill>
                <a:round/>
                <a:headEnd/>
                <a:tailEnd/>
              </a:ln>
            </p:spPr>
            <p:txBody>
              <a:bodyPr/>
              <a:lstStyle/>
              <a:p>
                <a:endParaRPr lang="en-US"/>
              </a:p>
            </p:txBody>
          </p:sp>
        </p:grpSp>
        <p:grpSp>
          <p:nvGrpSpPr>
            <p:cNvPr id="56628" name="Group 324"/>
            <p:cNvGrpSpPr>
              <a:grpSpLocks/>
            </p:cNvGrpSpPr>
            <p:nvPr/>
          </p:nvGrpSpPr>
          <p:grpSpPr bwMode="auto">
            <a:xfrm>
              <a:off x="2375" y="1749"/>
              <a:ext cx="40" cy="1252"/>
              <a:chOff x="2375" y="1749"/>
              <a:chExt cx="40" cy="1252"/>
            </a:xfrm>
          </p:grpSpPr>
          <p:sp>
            <p:nvSpPr>
              <p:cNvPr id="57519" name="Oval 325"/>
              <p:cNvSpPr>
                <a:spLocks noChangeArrowheads="1"/>
              </p:cNvSpPr>
              <p:nvPr/>
            </p:nvSpPr>
            <p:spPr bwMode="auto">
              <a:xfrm>
                <a:off x="2375" y="1749"/>
                <a:ext cx="32" cy="32"/>
              </a:xfrm>
              <a:prstGeom prst="ellipse">
                <a:avLst/>
              </a:prstGeom>
              <a:solidFill>
                <a:srgbClr val="808080"/>
              </a:solidFill>
              <a:ln w="9525">
                <a:solidFill>
                  <a:srgbClr val="808080"/>
                </a:solidFill>
                <a:round/>
                <a:headEnd/>
                <a:tailEnd/>
              </a:ln>
            </p:spPr>
            <p:txBody>
              <a:bodyPr/>
              <a:lstStyle/>
              <a:p>
                <a:endParaRPr lang="en-US"/>
              </a:p>
            </p:txBody>
          </p:sp>
          <p:sp>
            <p:nvSpPr>
              <p:cNvPr id="57520" name="Oval 326"/>
              <p:cNvSpPr>
                <a:spLocks noChangeArrowheads="1"/>
              </p:cNvSpPr>
              <p:nvPr/>
            </p:nvSpPr>
            <p:spPr bwMode="auto">
              <a:xfrm>
                <a:off x="2375" y="1749"/>
                <a:ext cx="32" cy="32"/>
              </a:xfrm>
              <a:prstGeom prst="ellipse">
                <a:avLst/>
              </a:prstGeom>
              <a:solidFill>
                <a:srgbClr val="808080"/>
              </a:solidFill>
              <a:ln w="25400">
                <a:solidFill>
                  <a:srgbClr val="808080"/>
                </a:solidFill>
                <a:round/>
                <a:headEnd/>
                <a:tailEnd/>
              </a:ln>
            </p:spPr>
            <p:txBody>
              <a:bodyPr/>
              <a:lstStyle/>
              <a:p>
                <a:endParaRPr lang="en-US"/>
              </a:p>
            </p:txBody>
          </p:sp>
          <p:sp>
            <p:nvSpPr>
              <p:cNvPr id="57521" name="Oval 327"/>
              <p:cNvSpPr>
                <a:spLocks noChangeArrowheads="1"/>
              </p:cNvSpPr>
              <p:nvPr/>
            </p:nvSpPr>
            <p:spPr bwMode="auto">
              <a:xfrm>
                <a:off x="2383" y="2052"/>
                <a:ext cx="32" cy="32"/>
              </a:xfrm>
              <a:prstGeom prst="ellipse">
                <a:avLst/>
              </a:prstGeom>
              <a:solidFill>
                <a:srgbClr val="808080"/>
              </a:solidFill>
              <a:ln w="9525">
                <a:solidFill>
                  <a:srgbClr val="808080"/>
                </a:solidFill>
                <a:round/>
                <a:headEnd/>
                <a:tailEnd/>
              </a:ln>
            </p:spPr>
            <p:txBody>
              <a:bodyPr/>
              <a:lstStyle/>
              <a:p>
                <a:endParaRPr lang="en-US"/>
              </a:p>
            </p:txBody>
          </p:sp>
          <p:sp>
            <p:nvSpPr>
              <p:cNvPr id="57522" name="Oval 328"/>
              <p:cNvSpPr>
                <a:spLocks noChangeArrowheads="1"/>
              </p:cNvSpPr>
              <p:nvPr/>
            </p:nvSpPr>
            <p:spPr bwMode="auto">
              <a:xfrm>
                <a:off x="2383" y="2052"/>
                <a:ext cx="32" cy="32"/>
              </a:xfrm>
              <a:prstGeom prst="ellipse">
                <a:avLst/>
              </a:prstGeom>
              <a:solidFill>
                <a:srgbClr val="808080"/>
              </a:solidFill>
              <a:ln w="25400">
                <a:solidFill>
                  <a:srgbClr val="808080"/>
                </a:solidFill>
                <a:round/>
                <a:headEnd/>
                <a:tailEnd/>
              </a:ln>
            </p:spPr>
            <p:txBody>
              <a:bodyPr/>
              <a:lstStyle/>
              <a:p>
                <a:endParaRPr lang="en-US"/>
              </a:p>
            </p:txBody>
          </p:sp>
          <p:sp>
            <p:nvSpPr>
              <p:cNvPr id="57523" name="Oval 329"/>
              <p:cNvSpPr>
                <a:spLocks noChangeArrowheads="1"/>
              </p:cNvSpPr>
              <p:nvPr/>
            </p:nvSpPr>
            <p:spPr bwMode="auto">
              <a:xfrm>
                <a:off x="2383" y="2355"/>
                <a:ext cx="32" cy="32"/>
              </a:xfrm>
              <a:prstGeom prst="ellipse">
                <a:avLst/>
              </a:prstGeom>
              <a:solidFill>
                <a:srgbClr val="808080"/>
              </a:solidFill>
              <a:ln w="9525">
                <a:solidFill>
                  <a:srgbClr val="808080"/>
                </a:solidFill>
                <a:round/>
                <a:headEnd/>
                <a:tailEnd/>
              </a:ln>
            </p:spPr>
            <p:txBody>
              <a:bodyPr/>
              <a:lstStyle/>
              <a:p>
                <a:endParaRPr lang="en-US"/>
              </a:p>
            </p:txBody>
          </p:sp>
          <p:sp>
            <p:nvSpPr>
              <p:cNvPr id="57524" name="Oval 330"/>
              <p:cNvSpPr>
                <a:spLocks noChangeArrowheads="1"/>
              </p:cNvSpPr>
              <p:nvPr/>
            </p:nvSpPr>
            <p:spPr bwMode="auto">
              <a:xfrm>
                <a:off x="2383" y="2355"/>
                <a:ext cx="32" cy="32"/>
              </a:xfrm>
              <a:prstGeom prst="ellipse">
                <a:avLst/>
              </a:prstGeom>
              <a:solidFill>
                <a:srgbClr val="808080"/>
              </a:solidFill>
              <a:ln w="25400">
                <a:solidFill>
                  <a:srgbClr val="808080"/>
                </a:solidFill>
                <a:round/>
                <a:headEnd/>
                <a:tailEnd/>
              </a:ln>
            </p:spPr>
            <p:txBody>
              <a:bodyPr/>
              <a:lstStyle/>
              <a:p>
                <a:endParaRPr lang="en-US"/>
              </a:p>
            </p:txBody>
          </p:sp>
          <p:sp>
            <p:nvSpPr>
              <p:cNvPr id="57525" name="Oval 331"/>
              <p:cNvSpPr>
                <a:spLocks noChangeArrowheads="1"/>
              </p:cNvSpPr>
              <p:nvPr/>
            </p:nvSpPr>
            <p:spPr bwMode="auto">
              <a:xfrm>
                <a:off x="2375" y="2658"/>
                <a:ext cx="32" cy="40"/>
              </a:xfrm>
              <a:prstGeom prst="ellipse">
                <a:avLst/>
              </a:prstGeom>
              <a:solidFill>
                <a:srgbClr val="808080"/>
              </a:solidFill>
              <a:ln w="9525">
                <a:solidFill>
                  <a:srgbClr val="808080"/>
                </a:solidFill>
                <a:round/>
                <a:headEnd/>
                <a:tailEnd/>
              </a:ln>
            </p:spPr>
            <p:txBody>
              <a:bodyPr/>
              <a:lstStyle/>
              <a:p>
                <a:endParaRPr lang="en-US"/>
              </a:p>
            </p:txBody>
          </p:sp>
          <p:sp>
            <p:nvSpPr>
              <p:cNvPr id="57526" name="Oval 332"/>
              <p:cNvSpPr>
                <a:spLocks noChangeArrowheads="1"/>
              </p:cNvSpPr>
              <p:nvPr/>
            </p:nvSpPr>
            <p:spPr bwMode="auto">
              <a:xfrm>
                <a:off x="2375" y="2658"/>
                <a:ext cx="32" cy="40"/>
              </a:xfrm>
              <a:prstGeom prst="ellipse">
                <a:avLst/>
              </a:prstGeom>
              <a:solidFill>
                <a:srgbClr val="808080"/>
              </a:solidFill>
              <a:ln w="25400">
                <a:solidFill>
                  <a:srgbClr val="808080"/>
                </a:solidFill>
                <a:round/>
                <a:headEnd/>
                <a:tailEnd/>
              </a:ln>
            </p:spPr>
            <p:txBody>
              <a:bodyPr/>
              <a:lstStyle/>
              <a:p>
                <a:endParaRPr lang="en-US"/>
              </a:p>
            </p:txBody>
          </p:sp>
          <p:sp>
            <p:nvSpPr>
              <p:cNvPr id="57527" name="Oval 333"/>
              <p:cNvSpPr>
                <a:spLocks noChangeArrowheads="1"/>
              </p:cNvSpPr>
              <p:nvPr/>
            </p:nvSpPr>
            <p:spPr bwMode="auto">
              <a:xfrm>
                <a:off x="2375" y="2969"/>
                <a:ext cx="32" cy="32"/>
              </a:xfrm>
              <a:prstGeom prst="ellipse">
                <a:avLst/>
              </a:prstGeom>
              <a:solidFill>
                <a:srgbClr val="808080"/>
              </a:solidFill>
              <a:ln w="9525">
                <a:solidFill>
                  <a:srgbClr val="808080"/>
                </a:solidFill>
                <a:round/>
                <a:headEnd/>
                <a:tailEnd/>
              </a:ln>
            </p:spPr>
            <p:txBody>
              <a:bodyPr/>
              <a:lstStyle/>
              <a:p>
                <a:endParaRPr lang="en-US"/>
              </a:p>
            </p:txBody>
          </p:sp>
          <p:sp>
            <p:nvSpPr>
              <p:cNvPr id="57528" name="Oval 334"/>
              <p:cNvSpPr>
                <a:spLocks noChangeArrowheads="1"/>
              </p:cNvSpPr>
              <p:nvPr/>
            </p:nvSpPr>
            <p:spPr bwMode="auto">
              <a:xfrm>
                <a:off x="2375" y="2969"/>
                <a:ext cx="32" cy="32"/>
              </a:xfrm>
              <a:prstGeom prst="ellipse">
                <a:avLst/>
              </a:prstGeom>
              <a:solidFill>
                <a:srgbClr val="808080"/>
              </a:solidFill>
              <a:ln w="25400">
                <a:solidFill>
                  <a:srgbClr val="808080"/>
                </a:solidFill>
                <a:round/>
                <a:headEnd/>
                <a:tailEnd/>
              </a:ln>
            </p:spPr>
            <p:txBody>
              <a:bodyPr/>
              <a:lstStyle/>
              <a:p>
                <a:endParaRPr lang="en-US"/>
              </a:p>
            </p:txBody>
          </p:sp>
        </p:grpSp>
        <p:grpSp>
          <p:nvGrpSpPr>
            <p:cNvPr id="56629" name="Group 335"/>
            <p:cNvGrpSpPr>
              <a:grpSpLocks/>
            </p:cNvGrpSpPr>
            <p:nvPr/>
          </p:nvGrpSpPr>
          <p:grpSpPr bwMode="auto">
            <a:xfrm>
              <a:off x="1489" y="2076"/>
              <a:ext cx="431" cy="284"/>
              <a:chOff x="1489" y="2076"/>
              <a:chExt cx="431" cy="284"/>
            </a:xfrm>
          </p:grpSpPr>
          <p:sp>
            <p:nvSpPr>
              <p:cNvPr id="57517" name="Freeform 336"/>
              <p:cNvSpPr>
                <a:spLocks/>
              </p:cNvSpPr>
              <p:nvPr/>
            </p:nvSpPr>
            <p:spPr bwMode="auto">
              <a:xfrm>
                <a:off x="1784" y="2076"/>
                <a:ext cx="136" cy="96"/>
              </a:xfrm>
              <a:custGeom>
                <a:avLst/>
                <a:gdLst>
                  <a:gd name="T0" fmla="*/ 136 w 136"/>
                  <a:gd name="T1" fmla="*/ 0 h 96"/>
                  <a:gd name="T2" fmla="*/ 40 w 136"/>
                  <a:gd name="T3" fmla="*/ 96 h 96"/>
                  <a:gd name="T4" fmla="*/ 24 w 136"/>
                  <a:gd name="T5" fmla="*/ 72 h 96"/>
                  <a:gd name="T6" fmla="*/ 0 w 136"/>
                  <a:gd name="T7" fmla="*/ 40 h 96"/>
                  <a:gd name="T8" fmla="*/ 136 w 136"/>
                  <a:gd name="T9" fmla="*/ 0 h 9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 h="96">
                    <a:moveTo>
                      <a:pt x="136" y="0"/>
                    </a:moveTo>
                    <a:lnTo>
                      <a:pt x="40" y="96"/>
                    </a:lnTo>
                    <a:lnTo>
                      <a:pt x="24" y="72"/>
                    </a:lnTo>
                    <a:lnTo>
                      <a:pt x="0" y="40"/>
                    </a:lnTo>
                    <a:lnTo>
                      <a:pt x="136" y="0"/>
                    </a:lnTo>
                    <a:close/>
                  </a:path>
                </a:pathLst>
              </a:custGeom>
              <a:solidFill>
                <a:srgbClr val="808080"/>
              </a:solidFill>
              <a:ln w="9525">
                <a:solidFill>
                  <a:srgbClr val="808080"/>
                </a:solidFill>
                <a:round/>
                <a:headEnd/>
                <a:tailEnd/>
              </a:ln>
            </p:spPr>
            <p:txBody>
              <a:bodyPr/>
              <a:lstStyle/>
              <a:p>
                <a:endParaRPr lang="en-US"/>
              </a:p>
            </p:txBody>
          </p:sp>
          <p:sp>
            <p:nvSpPr>
              <p:cNvPr id="57518" name="Line 337"/>
              <p:cNvSpPr>
                <a:spLocks noChangeShapeType="1"/>
              </p:cNvSpPr>
              <p:nvPr/>
            </p:nvSpPr>
            <p:spPr bwMode="auto">
              <a:xfrm flipV="1">
                <a:off x="1489" y="2143"/>
                <a:ext cx="327" cy="217"/>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630" name="Group 338"/>
            <p:cNvGrpSpPr>
              <a:grpSpLocks/>
            </p:cNvGrpSpPr>
            <p:nvPr/>
          </p:nvGrpSpPr>
          <p:grpSpPr bwMode="auto">
            <a:xfrm>
              <a:off x="1489" y="1733"/>
              <a:ext cx="423" cy="56"/>
              <a:chOff x="1489" y="1733"/>
              <a:chExt cx="423" cy="56"/>
            </a:xfrm>
          </p:grpSpPr>
          <p:sp>
            <p:nvSpPr>
              <p:cNvPr id="57509" name="Freeform 339"/>
              <p:cNvSpPr>
                <a:spLocks/>
              </p:cNvSpPr>
              <p:nvPr/>
            </p:nvSpPr>
            <p:spPr bwMode="auto">
              <a:xfrm>
                <a:off x="1792" y="1733"/>
                <a:ext cx="120" cy="56"/>
              </a:xfrm>
              <a:custGeom>
                <a:avLst/>
                <a:gdLst>
                  <a:gd name="T0" fmla="*/ 120 w 120"/>
                  <a:gd name="T1" fmla="*/ 24 h 56"/>
                  <a:gd name="T2" fmla="*/ 0 w 120"/>
                  <a:gd name="T3" fmla="*/ 56 h 56"/>
                  <a:gd name="T4" fmla="*/ 0 w 120"/>
                  <a:gd name="T5" fmla="*/ 24 h 56"/>
                  <a:gd name="T6" fmla="*/ 0 w 120"/>
                  <a:gd name="T7" fmla="*/ 0 h 56"/>
                  <a:gd name="T8" fmla="*/ 120 w 120"/>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 h="56">
                    <a:moveTo>
                      <a:pt x="120" y="24"/>
                    </a:moveTo>
                    <a:lnTo>
                      <a:pt x="0" y="56"/>
                    </a:lnTo>
                    <a:lnTo>
                      <a:pt x="0" y="24"/>
                    </a:lnTo>
                    <a:lnTo>
                      <a:pt x="0" y="0"/>
                    </a:lnTo>
                    <a:lnTo>
                      <a:pt x="120" y="24"/>
                    </a:lnTo>
                    <a:close/>
                  </a:path>
                </a:pathLst>
              </a:custGeom>
              <a:solidFill>
                <a:srgbClr val="808080"/>
              </a:solidFill>
              <a:ln w="9525">
                <a:solidFill>
                  <a:srgbClr val="808080"/>
                </a:solidFill>
                <a:round/>
                <a:headEnd/>
                <a:tailEnd/>
              </a:ln>
            </p:spPr>
            <p:txBody>
              <a:bodyPr/>
              <a:lstStyle/>
              <a:p>
                <a:endParaRPr lang="en-US"/>
              </a:p>
            </p:txBody>
          </p:sp>
          <p:grpSp>
            <p:nvGrpSpPr>
              <p:cNvPr id="57510" name="Group 340"/>
              <p:cNvGrpSpPr>
                <a:grpSpLocks/>
              </p:cNvGrpSpPr>
              <p:nvPr/>
            </p:nvGrpSpPr>
            <p:grpSpPr bwMode="auto">
              <a:xfrm>
                <a:off x="1489" y="1757"/>
                <a:ext cx="295" cy="1"/>
                <a:chOff x="1489" y="1757"/>
                <a:chExt cx="295" cy="1"/>
              </a:xfrm>
            </p:grpSpPr>
            <p:sp>
              <p:nvSpPr>
                <p:cNvPr id="57511" name="Line 341"/>
                <p:cNvSpPr>
                  <a:spLocks noChangeShapeType="1"/>
                </p:cNvSpPr>
                <p:nvPr/>
              </p:nvSpPr>
              <p:spPr bwMode="auto">
                <a:xfrm>
                  <a:off x="1489"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512" name="Line 342"/>
                <p:cNvSpPr>
                  <a:spLocks noChangeShapeType="1"/>
                </p:cNvSpPr>
                <p:nvPr/>
              </p:nvSpPr>
              <p:spPr bwMode="auto">
                <a:xfrm>
                  <a:off x="1544"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513" name="Line 343"/>
                <p:cNvSpPr>
                  <a:spLocks noChangeShapeType="1"/>
                </p:cNvSpPr>
                <p:nvPr/>
              </p:nvSpPr>
              <p:spPr bwMode="auto">
                <a:xfrm>
                  <a:off x="1600"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514" name="Line 344"/>
                <p:cNvSpPr>
                  <a:spLocks noChangeShapeType="1"/>
                </p:cNvSpPr>
                <p:nvPr/>
              </p:nvSpPr>
              <p:spPr bwMode="auto">
                <a:xfrm>
                  <a:off x="1656"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515" name="Line 345"/>
                <p:cNvSpPr>
                  <a:spLocks noChangeShapeType="1"/>
                </p:cNvSpPr>
                <p:nvPr/>
              </p:nvSpPr>
              <p:spPr bwMode="auto">
                <a:xfrm>
                  <a:off x="1712"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516" name="Line 346"/>
                <p:cNvSpPr>
                  <a:spLocks noChangeShapeType="1"/>
                </p:cNvSpPr>
                <p:nvPr/>
              </p:nvSpPr>
              <p:spPr bwMode="auto">
                <a:xfrm>
                  <a:off x="1768" y="1757"/>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631" name="Group 347"/>
            <p:cNvGrpSpPr>
              <a:grpSpLocks/>
            </p:cNvGrpSpPr>
            <p:nvPr/>
          </p:nvGrpSpPr>
          <p:grpSpPr bwMode="auto">
            <a:xfrm>
              <a:off x="1952" y="1725"/>
              <a:ext cx="415" cy="56"/>
              <a:chOff x="1952" y="1725"/>
              <a:chExt cx="415" cy="56"/>
            </a:xfrm>
          </p:grpSpPr>
          <p:sp>
            <p:nvSpPr>
              <p:cNvPr id="57501" name="Freeform 348"/>
              <p:cNvSpPr>
                <a:spLocks/>
              </p:cNvSpPr>
              <p:nvPr/>
            </p:nvSpPr>
            <p:spPr bwMode="auto">
              <a:xfrm>
                <a:off x="2255" y="1725"/>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rgbClr val="808080"/>
              </a:solidFill>
              <a:ln w="9525">
                <a:solidFill>
                  <a:srgbClr val="808080"/>
                </a:solidFill>
                <a:round/>
                <a:headEnd/>
                <a:tailEnd/>
              </a:ln>
            </p:spPr>
            <p:txBody>
              <a:bodyPr/>
              <a:lstStyle/>
              <a:p>
                <a:endParaRPr lang="en-US"/>
              </a:p>
            </p:txBody>
          </p:sp>
          <p:grpSp>
            <p:nvGrpSpPr>
              <p:cNvPr id="57502" name="Group 349"/>
              <p:cNvGrpSpPr>
                <a:grpSpLocks/>
              </p:cNvGrpSpPr>
              <p:nvPr/>
            </p:nvGrpSpPr>
            <p:grpSpPr bwMode="auto">
              <a:xfrm>
                <a:off x="1952" y="1757"/>
                <a:ext cx="295" cy="1"/>
                <a:chOff x="1952" y="1757"/>
                <a:chExt cx="295" cy="1"/>
              </a:xfrm>
            </p:grpSpPr>
            <p:sp>
              <p:nvSpPr>
                <p:cNvPr id="57503" name="Line 350"/>
                <p:cNvSpPr>
                  <a:spLocks noChangeShapeType="1"/>
                </p:cNvSpPr>
                <p:nvPr/>
              </p:nvSpPr>
              <p:spPr bwMode="auto">
                <a:xfrm>
                  <a:off x="1952"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504" name="Line 351"/>
                <p:cNvSpPr>
                  <a:spLocks noChangeShapeType="1"/>
                </p:cNvSpPr>
                <p:nvPr/>
              </p:nvSpPr>
              <p:spPr bwMode="auto">
                <a:xfrm>
                  <a:off x="2008" y="1757"/>
                  <a:ext cx="23"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505" name="Line 352"/>
                <p:cNvSpPr>
                  <a:spLocks noChangeShapeType="1"/>
                </p:cNvSpPr>
                <p:nvPr/>
              </p:nvSpPr>
              <p:spPr bwMode="auto">
                <a:xfrm>
                  <a:off x="2063"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506" name="Line 353"/>
                <p:cNvSpPr>
                  <a:spLocks noChangeShapeType="1"/>
                </p:cNvSpPr>
                <p:nvPr/>
              </p:nvSpPr>
              <p:spPr bwMode="auto">
                <a:xfrm>
                  <a:off x="2119"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507" name="Line 354"/>
                <p:cNvSpPr>
                  <a:spLocks noChangeShapeType="1"/>
                </p:cNvSpPr>
                <p:nvPr/>
              </p:nvSpPr>
              <p:spPr bwMode="auto">
                <a:xfrm>
                  <a:off x="2175"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508" name="Line 355"/>
                <p:cNvSpPr>
                  <a:spLocks noChangeShapeType="1"/>
                </p:cNvSpPr>
                <p:nvPr/>
              </p:nvSpPr>
              <p:spPr bwMode="auto">
                <a:xfrm>
                  <a:off x="2231" y="1757"/>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632" name="Group 356"/>
            <p:cNvGrpSpPr>
              <a:grpSpLocks/>
            </p:cNvGrpSpPr>
            <p:nvPr/>
          </p:nvGrpSpPr>
          <p:grpSpPr bwMode="auto">
            <a:xfrm>
              <a:off x="1497" y="2036"/>
              <a:ext cx="415" cy="56"/>
              <a:chOff x="1497" y="2036"/>
              <a:chExt cx="415" cy="56"/>
            </a:xfrm>
          </p:grpSpPr>
          <p:sp>
            <p:nvSpPr>
              <p:cNvPr id="57493" name="Freeform 357"/>
              <p:cNvSpPr>
                <a:spLocks/>
              </p:cNvSpPr>
              <p:nvPr/>
            </p:nvSpPr>
            <p:spPr bwMode="auto">
              <a:xfrm>
                <a:off x="1800"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rgbClr val="808080"/>
              </a:solidFill>
              <a:ln w="9525">
                <a:solidFill>
                  <a:srgbClr val="808080"/>
                </a:solidFill>
                <a:round/>
                <a:headEnd/>
                <a:tailEnd/>
              </a:ln>
            </p:spPr>
            <p:txBody>
              <a:bodyPr/>
              <a:lstStyle/>
              <a:p>
                <a:endParaRPr lang="en-US"/>
              </a:p>
            </p:txBody>
          </p:sp>
          <p:grpSp>
            <p:nvGrpSpPr>
              <p:cNvPr id="57494" name="Group 358"/>
              <p:cNvGrpSpPr>
                <a:grpSpLocks/>
              </p:cNvGrpSpPr>
              <p:nvPr/>
            </p:nvGrpSpPr>
            <p:grpSpPr bwMode="auto">
              <a:xfrm>
                <a:off x="1497" y="2068"/>
                <a:ext cx="295" cy="1"/>
                <a:chOff x="1497" y="2068"/>
                <a:chExt cx="295" cy="1"/>
              </a:xfrm>
            </p:grpSpPr>
            <p:sp>
              <p:nvSpPr>
                <p:cNvPr id="57495" name="Line 359"/>
                <p:cNvSpPr>
                  <a:spLocks noChangeShapeType="1"/>
                </p:cNvSpPr>
                <p:nvPr/>
              </p:nvSpPr>
              <p:spPr bwMode="auto">
                <a:xfrm>
                  <a:off x="1497" y="2068"/>
                  <a:ext cx="23"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96" name="Line 360"/>
                <p:cNvSpPr>
                  <a:spLocks noChangeShapeType="1"/>
                </p:cNvSpPr>
                <p:nvPr/>
              </p:nvSpPr>
              <p:spPr bwMode="auto">
                <a:xfrm>
                  <a:off x="1552"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97" name="Line 361"/>
                <p:cNvSpPr>
                  <a:spLocks noChangeShapeType="1"/>
                </p:cNvSpPr>
                <p:nvPr/>
              </p:nvSpPr>
              <p:spPr bwMode="auto">
                <a:xfrm>
                  <a:off x="1608"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98" name="Line 362"/>
                <p:cNvSpPr>
                  <a:spLocks noChangeShapeType="1"/>
                </p:cNvSpPr>
                <p:nvPr/>
              </p:nvSpPr>
              <p:spPr bwMode="auto">
                <a:xfrm>
                  <a:off x="1664"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99" name="Line 363"/>
                <p:cNvSpPr>
                  <a:spLocks noChangeShapeType="1"/>
                </p:cNvSpPr>
                <p:nvPr/>
              </p:nvSpPr>
              <p:spPr bwMode="auto">
                <a:xfrm>
                  <a:off x="1720"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500" name="Line 364"/>
                <p:cNvSpPr>
                  <a:spLocks noChangeShapeType="1"/>
                </p:cNvSpPr>
                <p:nvPr/>
              </p:nvSpPr>
              <p:spPr bwMode="auto">
                <a:xfrm>
                  <a:off x="1776" y="2068"/>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633" name="Group 365"/>
            <p:cNvGrpSpPr>
              <a:grpSpLocks/>
            </p:cNvGrpSpPr>
            <p:nvPr/>
          </p:nvGrpSpPr>
          <p:grpSpPr bwMode="auto">
            <a:xfrm>
              <a:off x="1960" y="2036"/>
              <a:ext cx="423" cy="56"/>
              <a:chOff x="1960" y="2036"/>
              <a:chExt cx="423" cy="56"/>
            </a:xfrm>
          </p:grpSpPr>
          <p:sp>
            <p:nvSpPr>
              <p:cNvPr id="57485" name="Freeform 366"/>
              <p:cNvSpPr>
                <a:spLocks/>
              </p:cNvSpPr>
              <p:nvPr/>
            </p:nvSpPr>
            <p:spPr bwMode="auto">
              <a:xfrm>
                <a:off x="2271"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rgbClr val="808080"/>
              </a:solidFill>
              <a:ln w="9525">
                <a:solidFill>
                  <a:srgbClr val="808080"/>
                </a:solidFill>
                <a:round/>
                <a:headEnd/>
                <a:tailEnd/>
              </a:ln>
            </p:spPr>
            <p:txBody>
              <a:bodyPr/>
              <a:lstStyle/>
              <a:p>
                <a:endParaRPr lang="en-US"/>
              </a:p>
            </p:txBody>
          </p:sp>
          <p:grpSp>
            <p:nvGrpSpPr>
              <p:cNvPr id="57486" name="Group 367"/>
              <p:cNvGrpSpPr>
                <a:grpSpLocks/>
              </p:cNvGrpSpPr>
              <p:nvPr/>
            </p:nvGrpSpPr>
            <p:grpSpPr bwMode="auto">
              <a:xfrm>
                <a:off x="1960" y="2068"/>
                <a:ext cx="303" cy="1"/>
                <a:chOff x="1960" y="2068"/>
                <a:chExt cx="303" cy="1"/>
              </a:xfrm>
            </p:grpSpPr>
            <p:sp>
              <p:nvSpPr>
                <p:cNvPr id="57487" name="Line 368"/>
                <p:cNvSpPr>
                  <a:spLocks noChangeShapeType="1"/>
                </p:cNvSpPr>
                <p:nvPr/>
              </p:nvSpPr>
              <p:spPr bwMode="auto">
                <a:xfrm>
                  <a:off x="1960"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88" name="Line 369"/>
                <p:cNvSpPr>
                  <a:spLocks noChangeShapeType="1"/>
                </p:cNvSpPr>
                <p:nvPr/>
              </p:nvSpPr>
              <p:spPr bwMode="auto">
                <a:xfrm>
                  <a:off x="2015"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89" name="Line 370"/>
                <p:cNvSpPr>
                  <a:spLocks noChangeShapeType="1"/>
                </p:cNvSpPr>
                <p:nvPr/>
              </p:nvSpPr>
              <p:spPr bwMode="auto">
                <a:xfrm>
                  <a:off x="2071"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90" name="Line 371"/>
                <p:cNvSpPr>
                  <a:spLocks noChangeShapeType="1"/>
                </p:cNvSpPr>
                <p:nvPr/>
              </p:nvSpPr>
              <p:spPr bwMode="auto">
                <a:xfrm>
                  <a:off x="2127"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91" name="Line 372"/>
                <p:cNvSpPr>
                  <a:spLocks noChangeShapeType="1"/>
                </p:cNvSpPr>
                <p:nvPr/>
              </p:nvSpPr>
              <p:spPr bwMode="auto">
                <a:xfrm>
                  <a:off x="2183"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92" name="Line 373"/>
                <p:cNvSpPr>
                  <a:spLocks noChangeShapeType="1"/>
                </p:cNvSpPr>
                <p:nvPr/>
              </p:nvSpPr>
              <p:spPr bwMode="auto">
                <a:xfrm>
                  <a:off x="2239"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634" name="Group 374"/>
            <p:cNvGrpSpPr>
              <a:grpSpLocks/>
            </p:cNvGrpSpPr>
            <p:nvPr/>
          </p:nvGrpSpPr>
          <p:grpSpPr bwMode="auto">
            <a:xfrm>
              <a:off x="2431" y="2036"/>
              <a:ext cx="415" cy="56"/>
              <a:chOff x="2431" y="2036"/>
              <a:chExt cx="415" cy="56"/>
            </a:xfrm>
          </p:grpSpPr>
          <p:sp>
            <p:nvSpPr>
              <p:cNvPr id="57477" name="Freeform 375"/>
              <p:cNvSpPr>
                <a:spLocks/>
              </p:cNvSpPr>
              <p:nvPr/>
            </p:nvSpPr>
            <p:spPr bwMode="auto">
              <a:xfrm>
                <a:off x="2734"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rgbClr val="808080"/>
              </a:solidFill>
              <a:ln w="9525">
                <a:solidFill>
                  <a:srgbClr val="808080"/>
                </a:solidFill>
                <a:round/>
                <a:headEnd/>
                <a:tailEnd/>
              </a:ln>
            </p:spPr>
            <p:txBody>
              <a:bodyPr/>
              <a:lstStyle/>
              <a:p>
                <a:endParaRPr lang="en-US"/>
              </a:p>
            </p:txBody>
          </p:sp>
          <p:grpSp>
            <p:nvGrpSpPr>
              <p:cNvPr id="57478" name="Group 376"/>
              <p:cNvGrpSpPr>
                <a:grpSpLocks/>
              </p:cNvGrpSpPr>
              <p:nvPr/>
            </p:nvGrpSpPr>
            <p:grpSpPr bwMode="auto">
              <a:xfrm>
                <a:off x="2431" y="2068"/>
                <a:ext cx="295" cy="1"/>
                <a:chOff x="2431" y="2068"/>
                <a:chExt cx="295" cy="1"/>
              </a:xfrm>
            </p:grpSpPr>
            <p:sp>
              <p:nvSpPr>
                <p:cNvPr id="57479" name="Line 377"/>
                <p:cNvSpPr>
                  <a:spLocks noChangeShapeType="1"/>
                </p:cNvSpPr>
                <p:nvPr/>
              </p:nvSpPr>
              <p:spPr bwMode="auto">
                <a:xfrm>
                  <a:off x="2431"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80" name="Line 378"/>
                <p:cNvSpPr>
                  <a:spLocks noChangeShapeType="1"/>
                </p:cNvSpPr>
                <p:nvPr/>
              </p:nvSpPr>
              <p:spPr bwMode="auto">
                <a:xfrm>
                  <a:off x="2487"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81" name="Line 379"/>
                <p:cNvSpPr>
                  <a:spLocks noChangeShapeType="1"/>
                </p:cNvSpPr>
                <p:nvPr/>
              </p:nvSpPr>
              <p:spPr bwMode="auto">
                <a:xfrm>
                  <a:off x="2542"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82" name="Line 380"/>
                <p:cNvSpPr>
                  <a:spLocks noChangeShapeType="1"/>
                </p:cNvSpPr>
                <p:nvPr/>
              </p:nvSpPr>
              <p:spPr bwMode="auto">
                <a:xfrm>
                  <a:off x="2598"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83" name="Line 381"/>
                <p:cNvSpPr>
                  <a:spLocks noChangeShapeType="1"/>
                </p:cNvSpPr>
                <p:nvPr/>
              </p:nvSpPr>
              <p:spPr bwMode="auto">
                <a:xfrm>
                  <a:off x="2654"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84" name="Line 382"/>
                <p:cNvSpPr>
                  <a:spLocks noChangeShapeType="1"/>
                </p:cNvSpPr>
                <p:nvPr/>
              </p:nvSpPr>
              <p:spPr bwMode="auto">
                <a:xfrm>
                  <a:off x="2710" y="2068"/>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635" name="Group 383"/>
            <p:cNvGrpSpPr>
              <a:grpSpLocks/>
            </p:cNvGrpSpPr>
            <p:nvPr/>
          </p:nvGrpSpPr>
          <p:grpSpPr bwMode="auto">
            <a:xfrm>
              <a:off x="2423" y="2347"/>
              <a:ext cx="415" cy="56"/>
              <a:chOff x="2423" y="2347"/>
              <a:chExt cx="415" cy="56"/>
            </a:xfrm>
          </p:grpSpPr>
          <p:sp>
            <p:nvSpPr>
              <p:cNvPr id="57469" name="Freeform 384"/>
              <p:cNvSpPr>
                <a:spLocks/>
              </p:cNvSpPr>
              <p:nvPr/>
            </p:nvSpPr>
            <p:spPr bwMode="auto">
              <a:xfrm>
                <a:off x="2726" y="234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rgbClr val="808080"/>
              </a:solidFill>
              <a:ln w="9525">
                <a:solidFill>
                  <a:srgbClr val="808080"/>
                </a:solidFill>
                <a:round/>
                <a:headEnd/>
                <a:tailEnd/>
              </a:ln>
            </p:spPr>
            <p:txBody>
              <a:bodyPr/>
              <a:lstStyle/>
              <a:p>
                <a:endParaRPr lang="en-US"/>
              </a:p>
            </p:txBody>
          </p:sp>
          <p:grpSp>
            <p:nvGrpSpPr>
              <p:cNvPr id="57470" name="Group 385"/>
              <p:cNvGrpSpPr>
                <a:grpSpLocks/>
              </p:cNvGrpSpPr>
              <p:nvPr/>
            </p:nvGrpSpPr>
            <p:grpSpPr bwMode="auto">
              <a:xfrm>
                <a:off x="2423" y="2371"/>
                <a:ext cx="295" cy="1"/>
                <a:chOff x="2423" y="2371"/>
                <a:chExt cx="295" cy="1"/>
              </a:xfrm>
            </p:grpSpPr>
            <p:sp>
              <p:nvSpPr>
                <p:cNvPr id="57471" name="Line 386"/>
                <p:cNvSpPr>
                  <a:spLocks noChangeShapeType="1"/>
                </p:cNvSpPr>
                <p:nvPr/>
              </p:nvSpPr>
              <p:spPr bwMode="auto">
                <a:xfrm>
                  <a:off x="2423"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72" name="Line 387"/>
                <p:cNvSpPr>
                  <a:spLocks noChangeShapeType="1"/>
                </p:cNvSpPr>
                <p:nvPr/>
              </p:nvSpPr>
              <p:spPr bwMode="auto">
                <a:xfrm>
                  <a:off x="2479"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73" name="Line 388"/>
                <p:cNvSpPr>
                  <a:spLocks noChangeShapeType="1"/>
                </p:cNvSpPr>
                <p:nvPr/>
              </p:nvSpPr>
              <p:spPr bwMode="auto">
                <a:xfrm>
                  <a:off x="2534"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74" name="Line 389"/>
                <p:cNvSpPr>
                  <a:spLocks noChangeShapeType="1"/>
                </p:cNvSpPr>
                <p:nvPr/>
              </p:nvSpPr>
              <p:spPr bwMode="auto">
                <a:xfrm>
                  <a:off x="2590"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75" name="Line 390"/>
                <p:cNvSpPr>
                  <a:spLocks noChangeShapeType="1"/>
                </p:cNvSpPr>
                <p:nvPr/>
              </p:nvSpPr>
              <p:spPr bwMode="auto">
                <a:xfrm>
                  <a:off x="2646"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76" name="Line 391"/>
                <p:cNvSpPr>
                  <a:spLocks noChangeShapeType="1"/>
                </p:cNvSpPr>
                <p:nvPr/>
              </p:nvSpPr>
              <p:spPr bwMode="auto">
                <a:xfrm>
                  <a:off x="2702" y="2371"/>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636" name="Group 392"/>
            <p:cNvGrpSpPr>
              <a:grpSpLocks/>
            </p:cNvGrpSpPr>
            <p:nvPr/>
          </p:nvGrpSpPr>
          <p:grpSpPr bwMode="auto">
            <a:xfrm>
              <a:off x="1960" y="2347"/>
              <a:ext cx="415" cy="56"/>
              <a:chOff x="1960" y="2347"/>
              <a:chExt cx="415" cy="56"/>
            </a:xfrm>
          </p:grpSpPr>
          <p:sp>
            <p:nvSpPr>
              <p:cNvPr id="57461" name="Freeform 393"/>
              <p:cNvSpPr>
                <a:spLocks/>
              </p:cNvSpPr>
              <p:nvPr/>
            </p:nvSpPr>
            <p:spPr bwMode="auto">
              <a:xfrm>
                <a:off x="2263" y="234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rgbClr val="808080"/>
              </a:solidFill>
              <a:ln w="9525">
                <a:solidFill>
                  <a:srgbClr val="808080"/>
                </a:solidFill>
                <a:round/>
                <a:headEnd/>
                <a:tailEnd/>
              </a:ln>
            </p:spPr>
            <p:txBody>
              <a:bodyPr/>
              <a:lstStyle/>
              <a:p>
                <a:endParaRPr lang="en-US"/>
              </a:p>
            </p:txBody>
          </p:sp>
          <p:grpSp>
            <p:nvGrpSpPr>
              <p:cNvPr id="57462" name="Group 394"/>
              <p:cNvGrpSpPr>
                <a:grpSpLocks/>
              </p:cNvGrpSpPr>
              <p:nvPr/>
            </p:nvGrpSpPr>
            <p:grpSpPr bwMode="auto">
              <a:xfrm>
                <a:off x="1960" y="2371"/>
                <a:ext cx="295" cy="1"/>
                <a:chOff x="1960" y="2371"/>
                <a:chExt cx="295" cy="1"/>
              </a:xfrm>
            </p:grpSpPr>
            <p:sp>
              <p:nvSpPr>
                <p:cNvPr id="57463" name="Line 395"/>
                <p:cNvSpPr>
                  <a:spLocks noChangeShapeType="1"/>
                </p:cNvSpPr>
                <p:nvPr/>
              </p:nvSpPr>
              <p:spPr bwMode="auto">
                <a:xfrm>
                  <a:off x="1960"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64" name="Line 396"/>
                <p:cNvSpPr>
                  <a:spLocks noChangeShapeType="1"/>
                </p:cNvSpPr>
                <p:nvPr/>
              </p:nvSpPr>
              <p:spPr bwMode="auto">
                <a:xfrm>
                  <a:off x="2015"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65" name="Line 397"/>
                <p:cNvSpPr>
                  <a:spLocks noChangeShapeType="1"/>
                </p:cNvSpPr>
                <p:nvPr/>
              </p:nvSpPr>
              <p:spPr bwMode="auto">
                <a:xfrm>
                  <a:off x="2071"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66" name="Line 398"/>
                <p:cNvSpPr>
                  <a:spLocks noChangeShapeType="1"/>
                </p:cNvSpPr>
                <p:nvPr/>
              </p:nvSpPr>
              <p:spPr bwMode="auto">
                <a:xfrm>
                  <a:off x="2127"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67" name="Line 399"/>
                <p:cNvSpPr>
                  <a:spLocks noChangeShapeType="1"/>
                </p:cNvSpPr>
                <p:nvPr/>
              </p:nvSpPr>
              <p:spPr bwMode="auto">
                <a:xfrm>
                  <a:off x="2183"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68" name="Line 400"/>
                <p:cNvSpPr>
                  <a:spLocks noChangeShapeType="1"/>
                </p:cNvSpPr>
                <p:nvPr/>
              </p:nvSpPr>
              <p:spPr bwMode="auto">
                <a:xfrm>
                  <a:off x="2239" y="2371"/>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637" name="Group 401"/>
            <p:cNvGrpSpPr>
              <a:grpSpLocks/>
            </p:cNvGrpSpPr>
            <p:nvPr/>
          </p:nvGrpSpPr>
          <p:grpSpPr bwMode="auto">
            <a:xfrm>
              <a:off x="1497" y="2339"/>
              <a:ext cx="415" cy="56"/>
              <a:chOff x="1497" y="2339"/>
              <a:chExt cx="415" cy="56"/>
            </a:xfrm>
          </p:grpSpPr>
          <p:sp>
            <p:nvSpPr>
              <p:cNvPr id="57453" name="Freeform 402"/>
              <p:cNvSpPr>
                <a:spLocks/>
              </p:cNvSpPr>
              <p:nvPr/>
            </p:nvSpPr>
            <p:spPr bwMode="auto">
              <a:xfrm>
                <a:off x="1800" y="2339"/>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rgbClr val="808080"/>
              </a:solidFill>
              <a:ln w="9525">
                <a:solidFill>
                  <a:srgbClr val="808080"/>
                </a:solidFill>
                <a:round/>
                <a:headEnd/>
                <a:tailEnd/>
              </a:ln>
            </p:spPr>
            <p:txBody>
              <a:bodyPr/>
              <a:lstStyle/>
              <a:p>
                <a:endParaRPr lang="en-US"/>
              </a:p>
            </p:txBody>
          </p:sp>
          <p:grpSp>
            <p:nvGrpSpPr>
              <p:cNvPr id="57454" name="Group 403"/>
              <p:cNvGrpSpPr>
                <a:grpSpLocks/>
              </p:cNvGrpSpPr>
              <p:nvPr/>
            </p:nvGrpSpPr>
            <p:grpSpPr bwMode="auto">
              <a:xfrm>
                <a:off x="1497" y="2371"/>
                <a:ext cx="295" cy="1"/>
                <a:chOff x="1497" y="2371"/>
                <a:chExt cx="295" cy="1"/>
              </a:xfrm>
            </p:grpSpPr>
            <p:sp>
              <p:nvSpPr>
                <p:cNvPr id="57455" name="Line 404"/>
                <p:cNvSpPr>
                  <a:spLocks noChangeShapeType="1"/>
                </p:cNvSpPr>
                <p:nvPr/>
              </p:nvSpPr>
              <p:spPr bwMode="auto">
                <a:xfrm>
                  <a:off x="1497" y="2371"/>
                  <a:ext cx="23"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56" name="Line 405"/>
                <p:cNvSpPr>
                  <a:spLocks noChangeShapeType="1"/>
                </p:cNvSpPr>
                <p:nvPr/>
              </p:nvSpPr>
              <p:spPr bwMode="auto">
                <a:xfrm>
                  <a:off x="1552"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57" name="Line 406"/>
                <p:cNvSpPr>
                  <a:spLocks noChangeShapeType="1"/>
                </p:cNvSpPr>
                <p:nvPr/>
              </p:nvSpPr>
              <p:spPr bwMode="auto">
                <a:xfrm>
                  <a:off x="1608"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58" name="Line 407"/>
                <p:cNvSpPr>
                  <a:spLocks noChangeShapeType="1"/>
                </p:cNvSpPr>
                <p:nvPr/>
              </p:nvSpPr>
              <p:spPr bwMode="auto">
                <a:xfrm>
                  <a:off x="1664"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59" name="Line 408"/>
                <p:cNvSpPr>
                  <a:spLocks noChangeShapeType="1"/>
                </p:cNvSpPr>
                <p:nvPr/>
              </p:nvSpPr>
              <p:spPr bwMode="auto">
                <a:xfrm>
                  <a:off x="1720"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60" name="Line 409"/>
                <p:cNvSpPr>
                  <a:spLocks noChangeShapeType="1"/>
                </p:cNvSpPr>
                <p:nvPr/>
              </p:nvSpPr>
              <p:spPr bwMode="auto">
                <a:xfrm>
                  <a:off x="1776" y="2371"/>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638" name="Group 410"/>
            <p:cNvGrpSpPr>
              <a:grpSpLocks/>
            </p:cNvGrpSpPr>
            <p:nvPr/>
          </p:nvGrpSpPr>
          <p:grpSpPr bwMode="auto">
            <a:xfrm>
              <a:off x="1489" y="2650"/>
              <a:ext cx="423" cy="56"/>
              <a:chOff x="1489" y="2650"/>
              <a:chExt cx="423" cy="56"/>
            </a:xfrm>
          </p:grpSpPr>
          <p:sp>
            <p:nvSpPr>
              <p:cNvPr id="57445" name="Freeform 411"/>
              <p:cNvSpPr>
                <a:spLocks/>
              </p:cNvSpPr>
              <p:nvPr/>
            </p:nvSpPr>
            <p:spPr bwMode="auto">
              <a:xfrm>
                <a:off x="1792" y="2650"/>
                <a:ext cx="120" cy="56"/>
              </a:xfrm>
              <a:custGeom>
                <a:avLst/>
                <a:gdLst>
                  <a:gd name="T0" fmla="*/ 120 w 120"/>
                  <a:gd name="T1" fmla="*/ 24 h 56"/>
                  <a:gd name="T2" fmla="*/ 0 w 120"/>
                  <a:gd name="T3" fmla="*/ 56 h 56"/>
                  <a:gd name="T4" fmla="*/ 0 w 120"/>
                  <a:gd name="T5" fmla="*/ 24 h 56"/>
                  <a:gd name="T6" fmla="*/ 0 w 120"/>
                  <a:gd name="T7" fmla="*/ 0 h 56"/>
                  <a:gd name="T8" fmla="*/ 120 w 120"/>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 h="56">
                    <a:moveTo>
                      <a:pt x="120" y="24"/>
                    </a:moveTo>
                    <a:lnTo>
                      <a:pt x="0" y="56"/>
                    </a:lnTo>
                    <a:lnTo>
                      <a:pt x="0" y="24"/>
                    </a:lnTo>
                    <a:lnTo>
                      <a:pt x="0" y="0"/>
                    </a:lnTo>
                    <a:lnTo>
                      <a:pt x="120" y="24"/>
                    </a:lnTo>
                    <a:close/>
                  </a:path>
                </a:pathLst>
              </a:custGeom>
              <a:solidFill>
                <a:srgbClr val="808080"/>
              </a:solidFill>
              <a:ln w="9525">
                <a:solidFill>
                  <a:srgbClr val="808080"/>
                </a:solidFill>
                <a:round/>
                <a:headEnd/>
                <a:tailEnd/>
              </a:ln>
            </p:spPr>
            <p:txBody>
              <a:bodyPr/>
              <a:lstStyle/>
              <a:p>
                <a:endParaRPr lang="en-US"/>
              </a:p>
            </p:txBody>
          </p:sp>
          <p:grpSp>
            <p:nvGrpSpPr>
              <p:cNvPr id="57446" name="Group 412"/>
              <p:cNvGrpSpPr>
                <a:grpSpLocks/>
              </p:cNvGrpSpPr>
              <p:nvPr/>
            </p:nvGrpSpPr>
            <p:grpSpPr bwMode="auto">
              <a:xfrm>
                <a:off x="1489" y="2674"/>
                <a:ext cx="295" cy="1"/>
                <a:chOff x="1489" y="2674"/>
                <a:chExt cx="295" cy="1"/>
              </a:xfrm>
            </p:grpSpPr>
            <p:sp>
              <p:nvSpPr>
                <p:cNvPr id="57447" name="Line 413"/>
                <p:cNvSpPr>
                  <a:spLocks noChangeShapeType="1"/>
                </p:cNvSpPr>
                <p:nvPr/>
              </p:nvSpPr>
              <p:spPr bwMode="auto">
                <a:xfrm>
                  <a:off x="1489"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48" name="Line 414"/>
                <p:cNvSpPr>
                  <a:spLocks noChangeShapeType="1"/>
                </p:cNvSpPr>
                <p:nvPr/>
              </p:nvSpPr>
              <p:spPr bwMode="auto">
                <a:xfrm>
                  <a:off x="1544"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49" name="Line 415"/>
                <p:cNvSpPr>
                  <a:spLocks noChangeShapeType="1"/>
                </p:cNvSpPr>
                <p:nvPr/>
              </p:nvSpPr>
              <p:spPr bwMode="auto">
                <a:xfrm>
                  <a:off x="1600"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50" name="Line 416"/>
                <p:cNvSpPr>
                  <a:spLocks noChangeShapeType="1"/>
                </p:cNvSpPr>
                <p:nvPr/>
              </p:nvSpPr>
              <p:spPr bwMode="auto">
                <a:xfrm>
                  <a:off x="1656"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51" name="Line 417"/>
                <p:cNvSpPr>
                  <a:spLocks noChangeShapeType="1"/>
                </p:cNvSpPr>
                <p:nvPr/>
              </p:nvSpPr>
              <p:spPr bwMode="auto">
                <a:xfrm>
                  <a:off x="1712"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52" name="Line 418"/>
                <p:cNvSpPr>
                  <a:spLocks noChangeShapeType="1"/>
                </p:cNvSpPr>
                <p:nvPr/>
              </p:nvSpPr>
              <p:spPr bwMode="auto">
                <a:xfrm>
                  <a:off x="1768" y="2674"/>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639" name="Group 419"/>
            <p:cNvGrpSpPr>
              <a:grpSpLocks/>
            </p:cNvGrpSpPr>
            <p:nvPr/>
          </p:nvGrpSpPr>
          <p:grpSpPr bwMode="auto">
            <a:xfrm>
              <a:off x="1968" y="2650"/>
              <a:ext cx="415" cy="56"/>
              <a:chOff x="1968" y="2650"/>
              <a:chExt cx="415" cy="56"/>
            </a:xfrm>
          </p:grpSpPr>
          <p:sp>
            <p:nvSpPr>
              <p:cNvPr id="57437" name="Freeform 420"/>
              <p:cNvSpPr>
                <a:spLocks/>
              </p:cNvSpPr>
              <p:nvPr/>
            </p:nvSpPr>
            <p:spPr bwMode="auto">
              <a:xfrm>
                <a:off x="2271" y="2650"/>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rgbClr val="808080"/>
              </a:solidFill>
              <a:ln w="9525">
                <a:solidFill>
                  <a:srgbClr val="808080"/>
                </a:solidFill>
                <a:round/>
                <a:headEnd/>
                <a:tailEnd/>
              </a:ln>
            </p:spPr>
            <p:txBody>
              <a:bodyPr/>
              <a:lstStyle/>
              <a:p>
                <a:endParaRPr lang="en-US"/>
              </a:p>
            </p:txBody>
          </p:sp>
          <p:grpSp>
            <p:nvGrpSpPr>
              <p:cNvPr id="57438" name="Group 421"/>
              <p:cNvGrpSpPr>
                <a:grpSpLocks/>
              </p:cNvGrpSpPr>
              <p:nvPr/>
            </p:nvGrpSpPr>
            <p:grpSpPr bwMode="auto">
              <a:xfrm>
                <a:off x="1968" y="2674"/>
                <a:ext cx="295" cy="1"/>
                <a:chOff x="1968" y="2674"/>
                <a:chExt cx="295" cy="1"/>
              </a:xfrm>
            </p:grpSpPr>
            <p:sp>
              <p:nvSpPr>
                <p:cNvPr id="57439" name="Line 422"/>
                <p:cNvSpPr>
                  <a:spLocks noChangeShapeType="1"/>
                </p:cNvSpPr>
                <p:nvPr/>
              </p:nvSpPr>
              <p:spPr bwMode="auto">
                <a:xfrm>
                  <a:off x="1968"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40" name="Line 423"/>
                <p:cNvSpPr>
                  <a:spLocks noChangeShapeType="1"/>
                </p:cNvSpPr>
                <p:nvPr/>
              </p:nvSpPr>
              <p:spPr bwMode="auto">
                <a:xfrm>
                  <a:off x="2023"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41" name="Line 424"/>
                <p:cNvSpPr>
                  <a:spLocks noChangeShapeType="1"/>
                </p:cNvSpPr>
                <p:nvPr/>
              </p:nvSpPr>
              <p:spPr bwMode="auto">
                <a:xfrm>
                  <a:off x="2079"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42" name="Line 425"/>
                <p:cNvSpPr>
                  <a:spLocks noChangeShapeType="1"/>
                </p:cNvSpPr>
                <p:nvPr/>
              </p:nvSpPr>
              <p:spPr bwMode="auto">
                <a:xfrm>
                  <a:off x="2135"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43" name="Line 426"/>
                <p:cNvSpPr>
                  <a:spLocks noChangeShapeType="1"/>
                </p:cNvSpPr>
                <p:nvPr/>
              </p:nvSpPr>
              <p:spPr bwMode="auto">
                <a:xfrm>
                  <a:off x="2191"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44" name="Line 427"/>
                <p:cNvSpPr>
                  <a:spLocks noChangeShapeType="1"/>
                </p:cNvSpPr>
                <p:nvPr/>
              </p:nvSpPr>
              <p:spPr bwMode="auto">
                <a:xfrm>
                  <a:off x="2247" y="2674"/>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640" name="Group 428"/>
            <p:cNvGrpSpPr>
              <a:grpSpLocks/>
            </p:cNvGrpSpPr>
            <p:nvPr/>
          </p:nvGrpSpPr>
          <p:grpSpPr bwMode="auto">
            <a:xfrm>
              <a:off x="1489" y="2953"/>
              <a:ext cx="423" cy="56"/>
              <a:chOff x="1489" y="2953"/>
              <a:chExt cx="423" cy="56"/>
            </a:xfrm>
          </p:grpSpPr>
          <p:sp>
            <p:nvSpPr>
              <p:cNvPr id="57429" name="Freeform 429"/>
              <p:cNvSpPr>
                <a:spLocks/>
              </p:cNvSpPr>
              <p:nvPr/>
            </p:nvSpPr>
            <p:spPr bwMode="auto">
              <a:xfrm>
                <a:off x="1792" y="2953"/>
                <a:ext cx="120" cy="56"/>
              </a:xfrm>
              <a:custGeom>
                <a:avLst/>
                <a:gdLst>
                  <a:gd name="T0" fmla="*/ 120 w 120"/>
                  <a:gd name="T1" fmla="*/ 32 h 56"/>
                  <a:gd name="T2" fmla="*/ 0 w 120"/>
                  <a:gd name="T3" fmla="*/ 56 h 56"/>
                  <a:gd name="T4" fmla="*/ 0 w 120"/>
                  <a:gd name="T5" fmla="*/ 32 h 56"/>
                  <a:gd name="T6" fmla="*/ 0 w 120"/>
                  <a:gd name="T7" fmla="*/ 0 h 56"/>
                  <a:gd name="T8" fmla="*/ 120 w 120"/>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 h="56">
                    <a:moveTo>
                      <a:pt x="120" y="32"/>
                    </a:moveTo>
                    <a:lnTo>
                      <a:pt x="0" y="56"/>
                    </a:lnTo>
                    <a:lnTo>
                      <a:pt x="0" y="32"/>
                    </a:lnTo>
                    <a:lnTo>
                      <a:pt x="0" y="0"/>
                    </a:lnTo>
                    <a:lnTo>
                      <a:pt x="120" y="32"/>
                    </a:lnTo>
                    <a:close/>
                  </a:path>
                </a:pathLst>
              </a:custGeom>
              <a:solidFill>
                <a:srgbClr val="808080"/>
              </a:solidFill>
              <a:ln w="9525">
                <a:solidFill>
                  <a:srgbClr val="808080"/>
                </a:solidFill>
                <a:round/>
                <a:headEnd/>
                <a:tailEnd/>
              </a:ln>
            </p:spPr>
            <p:txBody>
              <a:bodyPr/>
              <a:lstStyle/>
              <a:p>
                <a:endParaRPr lang="en-US"/>
              </a:p>
            </p:txBody>
          </p:sp>
          <p:grpSp>
            <p:nvGrpSpPr>
              <p:cNvPr id="57430" name="Group 430"/>
              <p:cNvGrpSpPr>
                <a:grpSpLocks/>
              </p:cNvGrpSpPr>
              <p:nvPr/>
            </p:nvGrpSpPr>
            <p:grpSpPr bwMode="auto">
              <a:xfrm>
                <a:off x="1489" y="2985"/>
                <a:ext cx="295" cy="1"/>
                <a:chOff x="1489" y="2985"/>
                <a:chExt cx="295" cy="1"/>
              </a:xfrm>
            </p:grpSpPr>
            <p:sp>
              <p:nvSpPr>
                <p:cNvPr id="57431" name="Line 431"/>
                <p:cNvSpPr>
                  <a:spLocks noChangeShapeType="1"/>
                </p:cNvSpPr>
                <p:nvPr/>
              </p:nvSpPr>
              <p:spPr bwMode="auto">
                <a:xfrm>
                  <a:off x="1489"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32" name="Line 432"/>
                <p:cNvSpPr>
                  <a:spLocks noChangeShapeType="1"/>
                </p:cNvSpPr>
                <p:nvPr/>
              </p:nvSpPr>
              <p:spPr bwMode="auto">
                <a:xfrm>
                  <a:off x="1544"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33" name="Line 433"/>
                <p:cNvSpPr>
                  <a:spLocks noChangeShapeType="1"/>
                </p:cNvSpPr>
                <p:nvPr/>
              </p:nvSpPr>
              <p:spPr bwMode="auto">
                <a:xfrm>
                  <a:off x="1600"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34" name="Line 434"/>
                <p:cNvSpPr>
                  <a:spLocks noChangeShapeType="1"/>
                </p:cNvSpPr>
                <p:nvPr/>
              </p:nvSpPr>
              <p:spPr bwMode="auto">
                <a:xfrm>
                  <a:off x="1656"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35" name="Line 435"/>
                <p:cNvSpPr>
                  <a:spLocks noChangeShapeType="1"/>
                </p:cNvSpPr>
                <p:nvPr/>
              </p:nvSpPr>
              <p:spPr bwMode="auto">
                <a:xfrm>
                  <a:off x="1712"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36" name="Line 436"/>
                <p:cNvSpPr>
                  <a:spLocks noChangeShapeType="1"/>
                </p:cNvSpPr>
                <p:nvPr/>
              </p:nvSpPr>
              <p:spPr bwMode="auto">
                <a:xfrm>
                  <a:off x="1768" y="2985"/>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641" name="Group 437"/>
            <p:cNvGrpSpPr>
              <a:grpSpLocks/>
            </p:cNvGrpSpPr>
            <p:nvPr/>
          </p:nvGrpSpPr>
          <p:grpSpPr bwMode="auto">
            <a:xfrm>
              <a:off x="1952" y="2953"/>
              <a:ext cx="415" cy="56"/>
              <a:chOff x="1952" y="2953"/>
              <a:chExt cx="415" cy="56"/>
            </a:xfrm>
          </p:grpSpPr>
          <p:sp>
            <p:nvSpPr>
              <p:cNvPr id="57421" name="Freeform 438"/>
              <p:cNvSpPr>
                <a:spLocks/>
              </p:cNvSpPr>
              <p:nvPr/>
            </p:nvSpPr>
            <p:spPr bwMode="auto">
              <a:xfrm>
                <a:off x="2255"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rgbClr val="808080"/>
              </a:solidFill>
              <a:ln w="9525">
                <a:solidFill>
                  <a:srgbClr val="808080"/>
                </a:solidFill>
                <a:round/>
                <a:headEnd/>
                <a:tailEnd/>
              </a:ln>
            </p:spPr>
            <p:txBody>
              <a:bodyPr/>
              <a:lstStyle/>
              <a:p>
                <a:endParaRPr lang="en-US"/>
              </a:p>
            </p:txBody>
          </p:sp>
          <p:grpSp>
            <p:nvGrpSpPr>
              <p:cNvPr id="57422" name="Group 439"/>
              <p:cNvGrpSpPr>
                <a:grpSpLocks/>
              </p:cNvGrpSpPr>
              <p:nvPr/>
            </p:nvGrpSpPr>
            <p:grpSpPr bwMode="auto">
              <a:xfrm>
                <a:off x="1952" y="2985"/>
                <a:ext cx="295" cy="1"/>
                <a:chOff x="1952" y="2985"/>
                <a:chExt cx="295" cy="1"/>
              </a:xfrm>
            </p:grpSpPr>
            <p:sp>
              <p:nvSpPr>
                <p:cNvPr id="57423" name="Line 440"/>
                <p:cNvSpPr>
                  <a:spLocks noChangeShapeType="1"/>
                </p:cNvSpPr>
                <p:nvPr/>
              </p:nvSpPr>
              <p:spPr bwMode="auto">
                <a:xfrm>
                  <a:off x="1952"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24" name="Line 441"/>
                <p:cNvSpPr>
                  <a:spLocks noChangeShapeType="1"/>
                </p:cNvSpPr>
                <p:nvPr/>
              </p:nvSpPr>
              <p:spPr bwMode="auto">
                <a:xfrm>
                  <a:off x="2008" y="2985"/>
                  <a:ext cx="23"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25" name="Line 442"/>
                <p:cNvSpPr>
                  <a:spLocks noChangeShapeType="1"/>
                </p:cNvSpPr>
                <p:nvPr/>
              </p:nvSpPr>
              <p:spPr bwMode="auto">
                <a:xfrm>
                  <a:off x="2063"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26" name="Line 443"/>
                <p:cNvSpPr>
                  <a:spLocks noChangeShapeType="1"/>
                </p:cNvSpPr>
                <p:nvPr/>
              </p:nvSpPr>
              <p:spPr bwMode="auto">
                <a:xfrm>
                  <a:off x="2119"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27" name="Line 444"/>
                <p:cNvSpPr>
                  <a:spLocks noChangeShapeType="1"/>
                </p:cNvSpPr>
                <p:nvPr/>
              </p:nvSpPr>
              <p:spPr bwMode="auto">
                <a:xfrm>
                  <a:off x="2175"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28" name="Line 445"/>
                <p:cNvSpPr>
                  <a:spLocks noChangeShapeType="1"/>
                </p:cNvSpPr>
                <p:nvPr/>
              </p:nvSpPr>
              <p:spPr bwMode="auto">
                <a:xfrm>
                  <a:off x="2231" y="2985"/>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642" name="Group 446"/>
            <p:cNvGrpSpPr>
              <a:grpSpLocks/>
            </p:cNvGrpSpPr>
            <p:nvPr/>
          </p:nvGrpSpPr>
          <p:grpSpPr bwMode="auto">
            <a:xfrm>
              <a:off x="2415" y="2953"/>
              <a:ext cx="415" cy="56"/>
              <a:chOff x="2415" y="2953"/>
              <a:chExt cx="415" cy="56"/>
            </a:xfrm>
          </p:grpSpPr>
          <p:sp>
            <p:nvSpPr>
              <p:cNvPr id="57413" name="Freeform 447"/>
              <p:cNvSpPr>
                <a:spLocks/>
              </p:cNvSpPr>
              <p:nvPr/>
            </p:nvSpPr>
            <p:spPr bwMode="auto">
              <a:xfrm>
                <a:off x="2718"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rgbClr val="808080"/>
              </a:solidFill>
              <a:ln w="9525">
                <a:solidFill>
                  <a:srgbClr val="808080"/>
                </a:solidFill>
                <a:round/>
                <a:headEnd/>
                <a:tailEnd/>
              </a:ln>
            </p:spPr>
            <p:txBody>
              <a:bodyPr/>
              <a:lstStyle/>
              <a:p>
                <a:endParaRPr lang="en-US"/>
              </a:p>
            </p:txBody>
          </p:sp>
          <p:grpSp>
            <p:nvGrpSpPr>
              <p:cNvPr id="57414" name="Group 448"/>
              <p:cNvGrpSpPr>
                <a:grpSpLocks/>
              </p:cNvGrpSpPr>
              <p:nvPr/>
            </p:nvGrpSpPr>
            <p:grpSpPr bwMode="auto">
              <a:xfrm>
                <a:off x="2415" y="2985"/>
                <a:ext cx="295" cy="1"/>
                <a:chOff x="2415" y="2985"/>
                <a:chExt cx="295" cy="1"/>
              </a:xfrm>
            </p:grpSpPr>
            <p:sp>
              <p:nvSpPr>
                <p:cNvPr id="57415" name="Line 449"/>
                <p:cNvSpPr>
                  <a:spLocks noChangeShapeType="1"/>
                </p:cNvSpPr>
                <p:nvPr/>
              </p:nvSpPr>
              <p:spPr bwMode="auto">
                <a:xfrm>
                  <a:off x="2415"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16" name="Line 450"/>
                <p:cNvSpPr>
                  <a:spLocks noChangeShapeType="1"/>
                </p:cNvSpPr>
                <p:nvPr/>
              </p:nvSpPr>
              <p:spPr bwMode="auto">
                <a:xfrm>
                  <a:off x="2471"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17" name="Line 451"/>
                <p:cNvSpPr>
                  <a:spLocks noChangeShapeType="1"/>
                </p:cNvSpPr>
                <p:nvPr/>
              </p:nvSpPr>
              <p:spPr bwMode="auto">
                <a:xfrm>
                  <a:off x="2526"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18" name="Line 452"/>
                <p:cNvSpPr>
                  <a:spLocks noChangeShapeType="1"/>
                </p:cNvSpPr>
                <p:nvPr/>
              </p:nvSpPr>
              <p:spPr bwMode="auto">
                <a:xfrm>
                  <a:off x="2582"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19" name="Line 453"/>
                <p:cNvSpPr>
                  <a:spLocks noChangeShapeType="1"/>
                </p:cNvSpPr>
                <p:nvPr/>
              </p:nvSpPr>
              <p:spPr bwMode="auto">
                <a:xfrm>
                  <a:off x="2638"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20" name="Line 454"/>
                <p:cNvSpPr>
                  <a:spLocks noChangeShapeType="1"/>
                </p:cNvSpPr>
                <p:nvPr/>
              </p:nvSpPr>
              <p:spPr bwMode="auto">
                <a:xfrm>
                  <a:off x="2694" y="2985"/>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643" name="Group 455"/>
            <p:cNvGrpSpPr>
              <a:grpSpLocks/>
            </p:cNvGrpSpPr>
            <p:nvPr/>
          </p:nvGrpSpPr>
          <p:grpSpPr bwMode="auto">
            <a:xfrm>
              <a:off x="2838" y="1741"/>
              <a:ext cx="40" cy="1260"/>
              <a:chOff x="2838" y="1741"/>
              <a:chExt cx="40" cy="1260"/>
            </a:xfrm>
          </p:grpSpPr>
          <p:sp>
            <p:nvSpPr>
              <p:cNvPr id="57403" name="Oval 456"/>
              <p:cNvSpPr>
                <a:spLocks noChangeArrowheads="1"/>
              </p:cNvSpPr>
              <p:nvPr/>
            </p:nvSpPr>
            <p:spPr bwMode="auto">
              <a:xfrm>
                <a:off x="2838" y="1741"/>
                <a:ext cx="40" cy="40"/>
              </a:xfrm>
              <a:prstGeom prst="ellipse">
                <a:avLst/>
              </a:prstGeom>
              <a:solidFill>
                <a:srgbClr val="808080"/>
              </a:solidFill>
              <a:ln w="9525">
                <a:solidFill>
                  <a:srgbClr val="808080"/>
                </a:solidFill>
                <a:round/>
                <a:headEnd/>
                <a:tailEnd/>
              </a:ln>
            </p:spPr>
            <p:txBody>
              <a:bodyPr/>
              <a:lstStyle/>
              <a:p>
                <a:endParaRPr lang="en-US"/>
              </a:p>
            </p:txBody>
          </p:sp>
          <p:sp>
            <p:nvSpPr>
              <p:cNvPr id="57404" name="Oval 457"/>
              <p:cNvSpPr>
                <a:spLocks noChangeArrowheads="1"/>
              </p:cNvSpPr>
              <p:nvPr/>
            </p:nvSpPr>
            <p:spPr bwMode="auto">
              <a:xfrm>
                <a:off x="2838" y="1741"/>
                <a:ext cx="40" cy="40"/>
              </a:xfrm>
              <a:prstGeom prst="ellipse">
                <a:avLst/>
              </a:prstGeom>
              <a:solidFill>
                <a:srgbClr val="808080"/>
              </a:solidFill>
              <a:ln w="25400">
                <a:solidFill>
                  <a:srgbClr val="808080"/>
                </a:solidFill>
                <a:round/>
                <a:headEnd/>
                <a:tailEnd/>
              </a:ln>
            </p:spPr>
            <p:txBody>
              <a:bodyPr/>
              <a:lstStyle/>
              <a:p>
                <a:endParaRPr lang="en-US"/>
              </a:p>
            </p:txBody>
          </p:sp>
          <p:sp>
            <p:nvSpPr>
              <p:cNvPr id="57405" name="Oval 458"/>
              <p:cNvSpPr>
                <a:spLocks noChangeArrowheads="1"/>
              </p:cNvSpPr>
              <p:nvPr/>
            </p:nvSpPr>
            <p:spPr bwMode="auto">
              <a:xfrm>
                <a:off x="2846" y="2044"/>
                <a:ext cx="32" cy="32"/>
              </a:xfrm>
              <a:prstGeom prst="ellipse">
                <a:avLst/>
              </a:prstGeom>
              <a:solidFill>
                <a:srgbClr val="808080"/>
              </a:solidFill>
              <a:ln w="9525">
                <a:solidFill>
                  <a:srgbClr val="808080"/>
                </a:solidFill>
                <a:round/>
                <a:headEnd/>
                <a:tailEnd/>
              </a:ln>
            </p:spPr>
            <p:txBody>
              <a:bodyPr/>
              <a:lstStyle/>
              <a:p>
                <a:endParaRPr lang="en-US"/>
              </a:p>
            </p:txBody>
          </p:sp>
          <p:sp>
            <p:nvSpPr>
              <p:cNvPr id="57406" name="Oval 459"/>
              <p:cNvSpPr>
                <a:spLocks noChangeArrowheads="1"/>
              </p:cNvSpPr>
              <p:nvPr/>
            </p:nvSpPr>
            <p:spPr bwMode="auto">
              <a:xfrm>
                <a:off x="2846" y="2044"/>
                <a:ext cx="32" cy="32"/>
              </a:xfrm>
              <a:prstGeom prst="ellipse">
                <a:avLst/>
              </a:prstGeom>
              <a:solidFill>
                <a:srgbClr val="808080"/>
              </a:solidFill>
              <a:ln w="25400">
                <a:solidFill>
                  <a:srgbClr val="808080"/>
                </a:solidFill>
                <a:round/>
                <a:headEnd/>
                <a:tailEnd/>
              </a:ln>
            </p:spPr>
            <p:txBody>
              <a:bodyPr/>
              <a:lstStyle/>
              <a:p>
                <a:endParaRPr lang="en-US"/>
              </a:p>
            </p:txBody>
          </p:sp>
          <p:sp>
            <p:nvSpPr>
              <p:cNvPr id="57407" name="Oval 460"/>
              <p:cNvSpPr>
                <a:spLocks noChangeArrowheads="1"/>
              </p:cNvSpPr>
              <p:nvPr/>
            </p:nvSpPr>
            <p:spPr bwMode="auto">
              <a:xfrm>
                <a:off x="2846" y="2355"/>
                <a:ext cx="32" cy="32"/>
              </a:xfrm>
              <a:prstGeom prst="ellipse">
                <a:avLst/>
              </a:prstGeom>
              <a:solidFill>
                <a:srgbClr val="808080"/>
              </a:solidFill>
              <a:ln w="9525">
                <a:solidFill>
                  <a:srgbClr val="808080"/>
                </a:solidFill>
                <a:round/>
                <a:headEnd/>
                <a:tailEnd/>
              </a:ln>
            </p:spPr>
            <p:txBody>
              <a:bodyPr/>
              <a:lstStyle/>
              <a:p>
                <a:endParaRPr lang="en-US"/>
              </a:p>
            </p:txBody>
          </p:sp>
          <p:sp>
            <p:nvSpPr>
              <p:cNvPr id="57408" name="Oval 461"/>
              <p:cNvSpPr>
                <a:spLocks noChangeArrowheads="1"/>
              </p:cNvSpPr>
              <p:nvPr/>
            </p:nvSpPr>
            <p:spPr bwMode="auto">
              <a:xfrm>
                <a:off x="2846" y="2355"/>
                <a:ext cx="32" cy="32"/>
              </a:xfrm>
              <a:prstGeom prst="ellipse">
                <a:avLst/>
              </a:prstGeom>
              <a:solidFill>
                <a:srgbClr val="808080"/>
              </a:solidFill>
              <a:ln w="25400">
                <a:solidFill>
                  <a:srgbClr val="808080"/>
                </a:solidFill>
                <a:round/>
                <a:headEnd/>
                <a:tailEnd/>
              </a:ln>
            </p:spPr>
            <p:txBody>
              <a:bodyPr/>
              <a:lstStyle/>
              <a:p>
                <a:endParaRPr lang="en-US"/>
              </a:p>
            </p:txBody>
          </p:sp>
          <p:sp>
            <p:nvSpPr>
              <p:cNvPr id="57409" name="Oval 462"/>
              <p:cNvSpPr>
                <a:spLocks noChangeArrowheads="1"/>
              </p:cNvSpPr>
              <p:nvPr/>
            </p:nvSpPr>
            <p:spPr bwMode="auto">
              <a:xfrm>
                <a:off x="2838" y="2658"/>
                <a:ext cx="40" cy="32"/>
              </a:xfrm>
              <a:prstGeom prst="ellipse">
                <a:avLst/>
              </a:prstGeom>
              <a:solidFill>
                <a:srgbClr val="808080"/>
              </a:solidFill>
              <a:ln w="9525">
                <a:solidFill>
                  <a:srgbClr val="808080"/>
                </a:solidFill>
                <a:round/>
                <a:headEnd/>
                <a:tailEnd/>
              </a:ln>
            </p:spPr>
            <p:txBody>
              <a:bodyPr/>
              <a:lstStyle/>
              <a:p>
                <a:endParaRPr lang="en-US"/>
              </a:p>
            </p:txBody>
          </p:sp>
          <p:sp>
            <p:nvSpPr>
              <p:cNvPr id="57410" name="Oval 463"/>
              <p:cNvSpPr>
                <a:spLocks noChangeArrowheads="1"/>
              </p:cNvSpPr>
              <p:nvPr/>
            </p:nvSpPr>
            <p:spPr bwMode="auto">
              <a:xfrm>
                <a:off x="2838" y="2658"/>
                <a:ext cx="40" cy="32"/>
              </a:xfrm>
              <a:prstGeom prst="ellipse">
                <a:avLst/>
              </a:prstGeom>
              <a:solidFill>
                <a:srgbClr val="808080"/>
              </a:solidFill>
              <a:ln w="25400">
                <a:solidFill>
                  <a:srgbClr val="808080"/>
                </a:solidFill>
                <a:round/>
                <a:headEnd/>
                <a:tailEnd/>
              </a:ln>
            </p:spPr>
            <p:txBody>
              <a:bodyPr/>
              <a:lstStyle/>
              <a:p>
                <a:endParaRPr lang="en-US"/>
              </a:p>
            </p:txBody>
          </p:sp>
          <p:sp>
            <p:nvSpPr>
              <p:cNvPr id="57411" name="Oval 464"/>
              <p:cNvSpPr>
                <a:spLocks noChangeArrowheads="1"/>
              </p:cNvSpPr>
              <p:nvPr/>
            </p:nvSpPr>
            <p:spPr bwMode="auto">
              <a:xfrm>
                <a:off x="2838" y="2969"/>
                <a:ext cx="32" cy="32"/>
              </a:xfrm>
              <a:prstGeom prst="ellipse">
                <a:avLst/>
              </a:prstGeom>
              <a:solidFill>
                <a:srgbClr val="808080"/>
              </a:solidFill>
              <a:ln w="9525">
                <a:solidFill>
                  <a:srgbClr val="808080"/>
                </a:solidFill>
                <a:round/>
                <a:headEnd/>
                <a:tailEnd/>
              </a:ln>
            </p:spPr>
            <p:txBody>
              <a:bodyPr/>
              <a:lstStyle/>
              <a:p>
                <a:endParaRPr lang="en-US"/>
              </a:p>
            </p:txBody>
          </p:sp>
          <p:sp>
            <p:nvSpPr>
              <p:cNvPr id="57412" name="Oval 465"/>
              <p:cNvSpPr>
                <a:spLocks noChangeArrowheads="1"/>
              </p:cNvSpPr>
              <p:nvPr/>
            </p:nvSpPr>
            <p:spPr bwMode="auto">
              <a:xfrm>
                <a:off x="2838" y="2969"/>
                <a:ext cx="32" cy="32"/>
              </a:xfrm>
              <a:prstGeom prst="ellipse">
                <a:avLst/>
              </a:prstGeom>
              <a:solidFill>
                <a:srgbClr val="808080"/>
              </a:solidFill>
              <a:ln w="25400">
                <a:solidFill>
                  <a:srgbClr val="808080"/>
                </a:solidFill>
                <a:round/>
                <a:headEnd/>
                <a:tailEnd/>
              </a:ln>
            </p:spPr>
            <p:txBody>
              <a:bodyPr/>
              <a:lstStyle/>
              <a:p>
                <a:endParaRPr lang="en-US"/>
              </a:p>
            </p:txBody>
          </p:sp>
        </p:grpSp>
        <p:grpSp>
          <p:nvGrpSpPr>
            <p:cNvPr id="56644" name="Group 466"/>
            <p:cNvGrpSpPr>
              <a:grpSpLocks/>
            </p:cNvGrpSpPr>
            <p:nvPr/>
          </p:nvGrpSpPr>
          <p:grpSpPr bwMode="auto">
            <a:xfrm>
              <a:off x="1912" y="3272"/>
              <a:ext cx="32" cy="335"/>
              <a:chOff x="1912" y="3272"/>
              <a:chExt cx="32" cy="335"/>
            </a:xfrm>
          </p:grpSpPr>
          <p:sp>
            <p:nvSpPr>
              <p:cNvPr id="57399" name="Oval 467"/>
              <p:cNvSpPr>
                <a:spLocks noChangeArrowheads="1"/>
              </p:cNvSpPr>
              <p:nvPr/>
            </p:nvSpPr>
            <p:spPr bwMode="auto">
              <a:xfrm>
                <a:off x="1912" y="3272"/>
                <a:ext cx="32" cy="32"/>
              </a:xfrm>
              <a:prstGeom prst="ellipse">
                <a:avLst/>
              </a:prstGeom>
              <a:solidFill>
                <a:srgbClr val="808080"/>
              </a:solidFill>
              <a:ln w="9525">
                <a:solidFill>
                  <a:srgbClr val="808080"/>
                </a:solidFill>
                <a:round/>
                <a:headEnd/>
                <a:tailEnd/>
              </a:ln>
            </p:spPr>
            <p:txBody>
              <a:bodyPr/>
              <a:lstStyle/>
              <a:p>
                <a:endParaRPr lang="en-US"/>
              </a:p>
            </p:txBody>
          </p:sp>
          <p:sp>
            <p:nvSpPr>
              <p:cNvPr id="57400" name="Oval 468"/>
              <p:cNvSpPr>
                <a:spLocks noChangeArrowheads="1"/>
              </p:cNvSpPr>
              <p:nvPr/>
            </p:nvSpPr>
            <p:spPr bwMode="auto">
              <a:xfrm>
                <a:off x="1912" y="3272"/>
                <a:ext cx="32" cy="32"/>
              </a:xfrm>
              <a:prstGeom prst="ellipse">
                <a:avLst/>
              </a:prstGeom>
              <a:solidFill>
                <a:srgbClr val="808080"/>
              </a:solidFill>
              <a:ln w="25400">
                <a:solidFill>
                  <a:srgbClr val="808080"/>
                </a:solidFill>
                <a:round/>
                <a:headEnd/>
                <a:tailEnd/>
              </a:ln>
            </p:spPr>
            <p:txBody>
              <a:bodyPr/>
              <a:lstStyle/>
              <a:p>
                <a:endParaRPr lang="en-US"/>
              </a:p>
            </p:txBody>
          </p:sp>
          <p:sp>
            <p:nvSpPr>
              <p:cNvPr id="57401" name="Oval 469"/>
              <p:cNvSpPr>
                <a:spLocks noChangeArrowheads="1"/>
              </p:cNvSpPr>
              <p:nvPr/>
            </p:nvSpPr>
            <p:spPr bwMode="auto">
              <a:xfrm>
                <a:off x="1912" y="3575"/>
                <a:ext cx="32" cy="32"/>
              </a:xfrm>
              <a:prstGeom prst="ellipse">
                <a:avLst/>
              </a:prstGeom>
              <a:solidFill>
                <a:srgbClr val="808080"/>
              </a:solidFill>
              <a:ln w="9525">
                <a:solidFill>
                  <a:srgbClr val="808080"/>
                </a:solidFill>
                <a:round/>
                <a:headEnd/>
                <a:tailEnd/>
              </a:ln>
            </p:spPr>
            <p:txBody>
              <a:bodyPr/>
              <a:lstStyle/>
              <a:p>
                <a:endParaRPr lang="en-US"/>
              </a:p>
            </p:txBody>
          </p:sp>
          <p:sp>
            <p:nvSpPr>
              <p:cNvPr id="57402" name="Oval 470"/>
              <p:cNvSpPr>
                <a:spLocks noChangeArrowheads="1"/>
              </p:cNvSpPr>
              <p:nvPr/>
            </p:nvSpPr>
            <p:spPr bwMode="auto">
              <a:xfrm>
                <a:off x="1912" y="3575"/>
                <a:ext cx="32" cy="32"/>
              </a:xfrm>
              <a:prstGeom prst="ellipse">
                <a:avLst/>
              </a:prstGeom>
              <a:solidFill>
                <a:srgbClr val="808080"/>
              </a:solidFill>
              <a:ln w="25400">
                <a:solidFill>
                  <a:srgbClr val="808080"/>
                </a:solidFill>
                <a:round/>
                <a:headEnd/>
                <a:tailEnd/>
              </a:ln>
            </p:spPr>
            <p:txBody>
              <a:bodyPr/>
              <a:lstStyle/>
              <a:p>
                <a:endParaRPr lang="en-US"/>
              </a:p>
            </p:txBody>
          </p:sp>
        </p:grpSp>
        <p:grpSp>
          <p:nvGrpSpPr>
            <p:cNvPr id="56645" name="Group 471"/>
            <p:cNvGrpSpPr>
              <a:grpSpLocks/>
            </p:cNvGrpSpPr>
            <p:nvPr/>
          </p:nvGrpSpPr>
          <p:grpSpPr bwMode="auto">
            <a:xfrm>
              <a:off x="1449" y="3272"/>
              <a:ext cx="40" cy="335"/>
              <a:chOff x="1449" y="3272"/>
              <a:chExt cx="40" cy="335"/>
            </a:xfrm>
          </p:grpSpPr>
          <p:sp>
            <p:nvSpPr>
              <p:cNvPr id="57395" name="Oval 472"/>
              <p:cNvSpPr>
                <a:spLocks noChangeArrowheads="1"/>
              </p:cNvSpPr>
              <p:nvPr/>
            </p:nvSpPr>
            <p:spPr bwMode="auto">
              <a:xfrm>
                <a:off x="1449" y="3272"/>
                <a:ext cx="40" cy="32"/>
              </a:xfrm>
              <a:prstGeom prst="ellipse">
                <a:avLst/>
              </a:prstGeom>
              <a:solidFill>
                <a:srgbClr val="808080"/>
              </a:solidFill>
              <a:ln w="9525">
                <a:solidFill>
                  <a:srgbClr val="808080"/>
                </a:solidFill>
                <a:round/>
                <a:headEnd/>
                <a:tailEnd/>
              </a:ln>
            </p:spPr>
            <p:txBody>
              <a:bodyPr/>
              <a:lstStyle/>
              <a:p>
                <a:endParaRPr lang="en-US"/>
              </a:p>
            </p:txBody>
          </p:sp>
          <p:sp>
            <p:nvSpPr>
              <p:cNvPr id="57396" name="Oval 473"/>
              <p:cNvSpPr>
                <a:spLocks noChangeArrowheads="1"/>
              </p:cNvSpPr>
              <p:nvPr/>
            </p:nvSpPr>
            <p:spPr bwMode="auto">
              <a:xfrm>
                <a:off x="1449" y="3272"/>
                <a:ext cx="40" cy="32"/>
              </a:xfrm>
              <a:prstGeom prst="ellipse">
                <a:avLst/>
              </a:prstGeom>
              <a:solidFill>
                <a:srgbClr val="808080"/>
              </a:solidFill>
              <a:ln w="25400">
                <a:solidFill>
                  <a:srgbClr val="808080"/>
                </a:solidFill>
                <a:round/>
                <a:headEnd/>
                <a:tailEnd/>
              </a:ln>
            </p:spPr>
            <p:txBody>
              <a:bodyPr/>
              <a:lstStyle/>
              <a:p>
                <a:endParaRPr lang="en-US"/>
              </a:p>
            </p:txBody>
          </p:sp>
          <p:sp>
            <p:nvSpPr>
              <p:cNvPr id="57397" name="Oval 474"/>
              <p:cNvSpPr>
                <a:spLocks noChangeArrowheads="1"/>
              </p:cNvSpPr>
              <p:nvPr/>
            </p:nvSpPr>
            <p:spPr bwMode="auto">
              <a:xfrm>
                <a:off x="1449" y="3575"/>
                <a:ext cx="40" cy="32"/>
              </a:xfrm>
              <a:prstGeom prst="ellipse">
                <a:avLst/>
              </a:prstGeom>
              <a:solidFill>
                <a:srgbClr val="808080"/>
              </a:solidFill>
              <a:ln w="9525">
                <a:solidFill>
                  <a:srgbClr val="808080"/>
                </a:solidFill>
                <a:round/>
                <a:headEnd/>
                <a:tailEnd/>
              </a:ln>
            </p:spPr>
            <p:txBody>
              <a:bodyPr/>
              <a:lstStyle/>
              <a:p>
                <a:endParaRPr lang="en-US"/>
              </a:p>
            </p:txBody>
          </p:sp>
          <p:sp>
            <p:nvSpPr>
              <p:cNvPr id="57398" name="Oval 475"/>
              <p:cNvSpPr>
                <a:spLocks noChangeArrowheads="1"/>
              </p:cNvSpPr>
              <p:nvPr/>
            </p:nvSpPr>
            <p:spPr bwMode="auto">
              <a:xfrm>
                <a:off x="1449" y="3575"/>
                <a:ext cx="40" cy="32"/>
              </a:xfrm>
              <a:prstGeom prst="ellipse">
                <a:avLst/>
              </a:prstGeom>
              <a:solidFill>
                <a:srgbClr val="808080"/>
              </a:solidFill>
              <a:ln w="25400">
                <a:solidFill>
                  <a:srgbClr val="808080"/>
                </a:solidFill>
                <a:round/>
                <a:headEnd/>
                <a:tailEnd/>
              </a:ln>
            </p:spPr>
            <p:txBody>
              <a:bodyPr/>
              <a:lstStyle/>
              <a:p>
                <a:endParaRPr lang="en-US"/>
              </a:p>
            </p:txBody>
          </p:sp>
        </p:grpSp>
        <p:grpSp>
          <p:nvGrpSpPr>
            <p:cNvPr id="56646" name="Group 476"/>
            <p:cNvGrpSpPr>
              <a:grpSpLocks/>
            </p:cNvGrpSpPr>
            <p:nvPr/>
          </p:nvGrpSpPr>
          <p:grpSpPr bwMode="auto">
            <a:xfrm>
              <a:off x="2367" y="3272"/>
              <a:ext cx="32" cy="335"/>
              <a:chOff x="2367" y="3272"/>
              <a:chExt cx="32" cy="335"/>
            </a:xfrm>
          </p:grpSpPr>
          <p:sp>
            <p:nvSpPr>
              <p:cNvPr id="57391" name="Oval 477"/>
              <p:cNvSpPr>
                <a:spLocks noChangeArrowheads="1"/>
              </p:cNvSpPr>
              <p:nvPr/>
            </p:nvSpPr>
            <p:spPr bwMode="auto">
              <a:xfrm>
                <a:off x="2367" y="3272"/>
                <a:ext cx="32" cy="32"/>
              </a:xfrm>
              <a:prstGeom prst="ellipse">
                <a:avLst/>
              </a:prstGeom>
              <a:solidFill>
                <a:srgbClr val="808080"/>
              </a:solidFill>
              <a:ln w="9525">
                <a:solidFill>
                  <a:srgbClr val="808080"/>
                </a:solidFill>
                <a:round/>
                <a:headEnd/>
                <a:tailEnd/>
              </a:ln>
            </p:spPr>
            <p:txBody>
              <a:bodyPr/>
              <a:lstStyle/>
              <a:p>
                <a:endParaRPr lang="en-US"/>
              </a:p>
            </p:txBody>
          </p:sp>
          <p:sp>
            <p:nvSpPr>
              <p:cNvPr id="57392" name="Oval 478"/>
              <p:cNvSpPr>
                <a:spLocks noChangeArrowheads="1"/>
              </p:cNvSpPr>
              <p:nvPr/>
            </p:nvSpPr>
            <p:spPr bwMode="auto">
              <a:xfrm>
                <a:off x="2367" y="3272"/>
                <a:ext cx="32" cy="32"/>
              </a:xfrm>
              <a:prstGeom prst="ellipse">
                <a:avLst/>
              </a:prstGeom>
              <a:solidFill>
                <a:srgbClr val="808080"/>
              </a:solidFill>
              <a:ln w="25400">
                <a:solidFill>
                  <a:srgbClr val="808080"/>
                </a:solidFill>
                <a:round/>
                <a:headEnd/>
                <a:tailEnd/>
              </a:ln>
            </p:spPr>
            <p:txBody>
              <a:bodyPr/>
              <a:lstStyle/>
              <a:p>
                <a:endParaRPr lang="en-US"/>
              </a:p>
            </p:txBody>
          </p:sp>
          <p:sp>
            <p:nvSpPr>
              <p:cNvPr id="57393" name="Oval 479"/>
              <p:cNvSpPr>
                <a:spLocks noChangeArrowheads="1"/>
              </p:cNvSpPr>
              <p:nvPr/>
            </p:nvSpPr>
            <p:spPr bwMode="auto">
              <a:xfrm>
                <a:off x="2367" y="3575"/>
                <a:ext cx="32" cy="32"/>
              </a:xfrm>
              <a:prstGeom prst="ellipse">
                <a:avLst/>
              </a:prstGeom>
              <a:solidFill>
                <a:srgbClr val="808080"/>
              </a:solidFill>
              <a:ln w="9525">
                <a:solidFill>
                  <a:srgbClr val="808080"/>
                </a:solidFill>
                <a:round/>
                <a:headEnd/>
                <a:tailEnd/>
              </a:ln>
            </p:spPr>
            <p:txBody>
              <a:bodyPr/>
              <a:lstStyle/>
              <a:p>
                <a:endParaRPr lang="en-US"/>
              </a:p>
            </p:txBody>
          </p:sp>
          <p:sp>
            <p:nvSpPr>
              <p:cNvPr id="57394" name="Oval 480"/>
              <p:cNvSpPr>
                <a:spLocks noChangeArrowheads="1"/>
              </p:cNvSpPr>
              <p:nvPr/>
            </p:nvSpPr>
            <p:spPr bwMode="auto">
              <a:xfrm>
                <a:off x="2367" y="3575"/>
                <a:ext cx="32" cy="32"/>
              </a:xfrm>
              <a:prstGeom prst="ellipse">
                <a:avLst/>
              </a:prstGeom>
              <a:solidFill>
                <a:srgbClr val="808080"/>
              </a:solidFill>
              <a:ln w="25400">
                <a:solidFill>
                  <a:srgbClr val="808080"/>
                </a:solidFill>
                <a:round/>
                <a:headEnd/>
                <a:tailEnd/>
              </a:ln>
            </p:spPr>
            <p:txBody>
              <a:bodyPr/>
              <a:lstStyle/>
              <a:p>
                <a:endParaRPr lang="en-US"/>
              </a:p>
            </p:txBody>
          </p:sp>
        </p:grpSp>
        <p:grpSp>
          <p:nvGrpSpPr>
            <p:cNvPr id="56647" name="Group 481"/>
            <p:cNvGrpSpPr>
              <a:grpSpLocks/>
            </p:cNvGrpSpPr>
            <p:nvPr/>
          </p:nvGrpSpPr>
          <p:grpSpPr bwMode="auto">
            <a:xfrm>
              <a:off x="2822" y="3272"/>
              <a:ext cx="40" cy="335"/>
              <a:chOff x="2822" y="3272"/>
              <a:chExt cx="40" cy="335"/>
            </a:xfrm>
          </p:grpSpPr>
          <p:sp>
            <p:nvSpPr>
              <p:cNvPr id="57387" name="Oval 482"/>
              <p:cNvSpPr>
                <a:spLocks noChangeArrowheads="1"/>
              </p:cNvSpPr>
              <p:nvPr/>
            </p:nvSpPr>
            <p:spPr bwMode="auto">
              <a:xfrm>
                <a:off x="2822" y="3272"/>
                <a:ext cx="40" cy="32"/>
              </a:xfrm>
              <a:prstGeom prst="ellipse">
                <a:avLst/>
              </a:prstGeom>
              <a:solidFill>
                <a:srgbClr val="808080"/>
              </a:solidFill>
              <a:ln w="9525">
                <a:solidFill>
                  <a:srgbClr val="808080"/>
                </a:solidFill>
                <a:round/>
                <a:headEnd/>
                <a:tailEnd/>
              </a:ln>
            </p:spPr>
            <p:txBody>
              <a:bodyPr/>
              <a:lstStyle/>
              <a:p>
                <a:endParaRPr lang="en-US"/>
              </a:p>
            </p:txBody>
          </p:sp>
          <p:sp>
            <p:nvSpPr>
              <p:cNvPr id="57388" name="Oval 483"/>
              <p:cNvSpPr>
                <a:spLocks noChangeArrowheads="1"/>
              </p:cNvSpPr>
              <p:nvPr/>
            </p:nvSpPr>
            <p:spPr bwMode="auto">
              <a:xfrm>
                <a:off x="2822" y="3272"/>
                <a:ext cx="40" cy="32"/>
              </a:xfrm>
              <a:prstGeom prst="ellipse">
                <a:avLst/>
              </a:prstGeom>
              <a:solidFill>
                <a:srgbClr val="808080"/>
              </a:solidFill>
              <a:ln w="25400">
                <a:solidFill>
                  <a:srgbClr val="808080"/>
                </a:solidFill>
                <a:round/>
                <a:headEnd/>
                <a:tailEnd/>
              </a:ln>
            </p:spPr>
            <p:txBody>
              <a:bodyPr/>
              <a:lstStyle/>
              <a:p>
                <a:endParaRPr lang="en-US"/>
              </a:p>
            </p:txBody>
          </p:sp>
          <p:sp>
            <p:nvSpPr>
              <p:cNvPr id="57389" name="Oval 484"/>
              <p:cNvSpPr>
                <a:spLocks noChangeArrowheads="1"/>
              </p:cNvSpPr>
              <p:nvPr/>
            </p:nvSpPr>
            <p:spPr bwMode="auto">
              <a:xfrm>
                <a:off x="2822" y="3575"/>
                <a:ext cx="40" cy="32"/>
              </a:xfrm>
              <a:prstGeom prst="ellipse">
                <a:avLst/>
              </a:prstGeom>
              <a:solidFill>
                <a:srgbClr val="808080"/>
              </a:solidFill>
              <a:ln w="9525">
                <a:solidFill>
                  <a:srgbClr val="808080"/>
                </a:solidFill>
                <a:round/>
                <a:headEnd/>
                <a:tailEnd/>
              </a:ln>
            </p:spPr>
            <p:txBody>
              <a:bodyPr/>
              <a:lstStyle/>
              <a:p>
                <a:endParaRPr lang="en-US"/>
              </a:p>
            </p:txBody>
          </p:sp>
          <p:sp>
            <p:nvSpPr>
              <p:cNvPr id="57390" name="Oval 485"/>
              <p:cNvSpPr>
                <a:spLocks noChangeArrowheads="1"/>
              </p:cNvSpPr>
              <p:nvPr/>
            </p:nvSpPr>
            <p:spPr bwMode="auto">
              <a:xfrm>
                <a:off x="2822" y="3575"/>
                <a:ext cx="40" cy="32"/>
              </a:xfrm>
              <a:prstGeom prst="ellipse">
                <a:avLst/>
              </a:prstGeom>
              <a:solidFill>
                <a:srgbClr val="808080"/>
              </a:solidFill>
              <a:ln w="25400">
                <a:solidFill>
                  <a:srgbClr val="808080"/>
                </a:solidFill>
                <a:round/>
                <a:headEnd/>
                <a:tailEnd/>
              </a:ln>
            </p:spPr>
            <p:txBody>
              <a:bodyPr/>
              <a:lstStyle/>
              <a:p>
                <a:endParaRPr lang="en-US"/>
              </a:p>
            </p:txBody>
          </p:sp>
        </p:grpSp>
        <p:grpSp>
          <p:nvGrpSpPr>
            <p:cNvPr id="56648" name="Group 486"/>
            <p:cNvGrpSpPr>
              <a:grpSpLocks/>
            </p:cNvGrpSpPr>
            <p:nvPr/>
          </p:nvGrpSpPr>
          <p:grpSpPr bwMode="auto">
            <a:xfrm>
              <a:off x="2415" y="2650"/>
              <a:ext cx="415" cy="56"/>
              <a:chOff x="2415" y="2650"/>
              <a:chExt cx="415" cy="56"/>
            </a:xfrm>
          </p:grpSpPr>
          <p:sp>
            <p:nvSpPr>
              <p:cNvPr id="57379" name="Freeform 487"/>
              <p:cNvSpPr>
                <a:spLocks/>
              </p:cNvSpPr>
              <p:nvPr/>
            </p:nvSpPr>
            <p:spPr bwMode="auto">
              <a:xfrm>
                <a:off x="2718" y="2650"/>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rgbClr val="808080"/>
              </a:solidFill>
              <a:ln w="9525">
                <a:solidFill>
                  <a:srgbClr val="808080"/>
                </a:solidFill>
                <a:round/>
                <a:headEnd/>
                <a:tailEnd/>
              </a:ln>
            </p:spPr>
            <p:txBody>
              <a:bodyPr/>
              <a:lstStyle/>
              <a:p>
                <a:endParaRPr lang="en-US"/>
              </a:p>
            </p:txBody>
          </p:sp>
          <p:grpSp>
            <p:nvGrpSpPr>
              <p:cNvPr id="57380" name="Group 488"/>
              <p:cNvGrpSpPr>
                <a:grpSpLocks/>
              </p:cNvGrpSpPr>
              <p:nvPr/>
            </p:nvGrpSpPr>
            <p:grpSpPr bwMode="auto">
              <a:xfrm>
                <a:off x="2415" y="2674"/>
                <a:ext cx="295" cy="1"/>
                <a:chOff x="2415" y="2674"/>
                <a:chExt cx="295" cy="1"/>
              </a:xfrm>
            </p:grpSpPr>
            <p:sp>
              <p:nvSpPr>
                <p:cNvPr id="57381" name="Line 489"/>
                <p:cNvSpPr>
                  <a:spLocks noChangeShapeType="1"/>
                </p:cNvSpPr>
                <p:nvPr/>
              </p:nvSpPr>
              <p:spPr bwMode="auto">
                <a:xfrm>
                  <a:off x="2415"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382" name="Line 490"/>
                <p:cNvSpPr>
                  <a:spLocks noChangeShapeType="1"/>
                </p:cNvSpPr>
                <p:nvPr/>
              </p:nvSpPr>
              <p:spPr bwMode="auto">
                <a:xfrm>
                  <a:off x="2471"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383" name="Line 491"/>
                <p:cNvSpPr>
                  <a:spLocks noChangeShapeType="1"/>
                </p:cNvSpPr>
                <p:nvPr/>
              </p:nvSpPr>
              <p:spPr bwMode="auto">
                <a:xfrm>
                  <a:off x="2526"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384" name="Line 492"/>
                <p:cNvSpPr>
                  <a:spLocks noChangeShapeType="1"/>
                </p:cNvSpPr>
                <p:nvPr/>
              </p:nvSpPr>
              <p:spPr bwMode="auto">
                <a:xfrm>
                  <a:off x="2582"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385" name="Line 493"/>
                <p:cNvSpPr>
                  <a:spLocks noChangeShapeType="1"/>
                </p:cNvSpPr>
                <p:nvPr/>
              </p:nvSpPr>
              <p:spPr bwMode="auto">
                <a:xfrm>
                  <a:off x="2638"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386" name="Line 494"/>
                <p:cNvSpPr>
                  <a:spLocks noChangeShapeType="1"/>
                </p:cNvSpPr>
                <p:nvPr/>
              </p:nvSpPr>
              <p:spPr bwMode="auto">
                <a:xfrm>
                  <a:off x="2694" y="2674"/>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649" name="Group 495"/>
            <p:cNvGrpSpPr>
              <a:grpSpLocks/>
            </p:cNvGrpSpPr>
            <p:nvPr/>
          </p:nvGrpSpPr>
          <p:grpSpPr bwMode="auto">
            <a:xfrm>
              <a:off x="2415" y="1733"/>
              <a:ext cx="415" cy="56"/>
              <a:chOff x="2415" y="1733"/>
              <a:chExt cx="415" cy="56"/>
            </a:xfrm>
          </p:grpSpPr>
          <p:sp>
            <p:nvSpPr>
              <p:cNvPr id="57371" name="Freeform 496"/>
              <p:cNvSpPr>
                <a:spLocks/>
              </p:cNvSpPr>
              <p:nvPr/>
            </p:nvSpPr>
            <p:spPr bwMode="auto">
              <a:xfrm>
                <a:off x="2718" y="1733"/>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rgbClr val="808080"/>
              </a:solidFill>
              <a:ln w="9525">
                <a:solidFill>
                  <a:srgbClr val="808080"/>
                </a:solidFill>
                <a:round/>
                <a:headEnd/>
                <a:tailEnd/>
              </a:ln>
            </p:spPr>
            <p:txBody>
              <a:bodyPr/>
              <a:lstStyle/>
              <a:p>
                <a:endParaRPr lang="en-US"/>
              </a:p>
            </p:txBody>
          </p:sp>
          <p:grpSp>
            <p:nvGrpSpPr>
              <p:cNvPr id="57372" name="Group 497"/>
              <p:cNvGrpSpPr>
                <a:grpSpLocks/>
              </p:cNvGrpSpPr>
              <p:nvPr/>
            </p:nvGrpSpPr>
            <p:grpSpPr bwMode="auto">
              <a:xfrm>
                <a:off x="2415" y="1757"/>
                <a:ext cx="295" cy="1"/>
                <a:chOff x="2415" y="1757"/>
                <a:chExt cx="295" cy="1"/>
              </a:xfrm>
            </p:grpSpPr>
            <p:sp>
              <p:nvSpPr>
                <p:cNvPr id="57373" name="Line 498"/>
                <p:cNvSpPr>
                  <a:spLocks noChangeShapeType="1"/>
                </p:cNvSpPr>
                <p:nvPr/>
              </p:nvSpPr>
              <p:spPr bwMode="auto">
                <a:xfrm>
                  <a:off x="2415"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374" name="Line 499"/>
                <p:cNvSpPr>
                  <a:spLocks noChangeShapeType="1"/>
                </p:cNvSpPr>
                <p:nvPr/>
              </p:nvSpPr>
              <p:spPr bwMode="auto">
                <a:xfrm>
                  <a:off x="2471"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375" name="Line 500"/>
                <p:cNvSpPr>
                  <a:spLocks noChangeShapeType="1"/>
                </p:cNvSpPr>
                <p:nvPr/>
              </p:nvSpPr>
              <p:spPr bwMode="auto">
                <a:xfrm>
                  <a:off x="2526"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376" name="Line 501"/>
                <p:cNvSpPr>
                  <a:spLocks noChangeShapeType="1"/>
                </p:cNvSpPr>
                <p:nvPr/>
              </p:nvSpPr>
              <p:spPr bwMode="auto">
                <a:xfrm>
                  <a:off x="2582"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377" name="Line 502"/>
                <p:cNvSpPr>
                  <a:spLocks noChangeShapeType="1"/>
                </p:cNvSpPr>
                <p:nvPr/>
              </p:nvSpPr>
              <p:spPr bwMode="auto">
                <a:xfrm>
                  <a:off x="2638"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378" name="Line 503"/>
                <p:cNvSpPr>
                  <a:spLocks noChangeShapeType="1"/>
                </p:cNvSpPr>
                <p:nvPr/>
              </p:nvSpPr>
              <p:spPr bwMode="auto">
                <a:xfrm>
                  <a:off x="2694" y="1757"/>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650" name="Group 504"/>
            <p:cNvGrpSpPr>
              <a:grpSpLocks/>
            </p:cNvGrpSpPr>
            <p:nvPr/>
          </p:nvGrpSpPr>
          <p:grpSpPr bwMode="auto">
            <a:xfrm>
              <a:off x="1489" y="3264"/>
              <a:ext cx="423" cy="56"/>
              <a:chOff x="1489" y="3264"/>
              <a:chExt cx="423" cy="56"/>
            </a:xfrm>
          </p:grpSpPr>
          <p:sp>
            <p:nvSpPr>
              <p:cNvPr id="57363" name="Freeform 505"/>
              <p:cNvSpPr>
                <a:spLocks/>
              </p:cNvSpPr>
              <p:nvPr/>
            </p:nvSpPr>
            <p:spPr bwMode="auto">
              <a:xfrm>
                <a:off x="1792" y="3264"/>
                <a:ext cx="120" cy="56"/>
              </a:xfrm>
              <a:custGeom>
                <a:avLst/>
                <a:gdLst>
                  <a:gd name="T0" fmla="*/ 120 w 120"/>
                  <a:gd name="T1" fmla="*/ 24 h 56"/>
                  <a:gd name="T2" fmla="*/ 0 w 120"/>
                  <a:gd name="T3" fmla="*/ 56 h 56"/>
                  <a:gd name="T4" fmla="*/ 0 w 120"/>
                  <a:gd name="T5" fmla="*/ 24 h 56"/>
                  <a:gd name="T6" fmla="*/ 0 w 120"/>
                  <a:gd name="T7" fmla="*/ 0 h 56"/>
                  <a:gd name="T8" fmla="*/ 120 w 120"/>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 h="56">
                    <a:moveTo>
                      <a:pt x="120" y="24"/>
                    </a:moveTo>
                    <a:lnTo>
                      <a:pt x="0" y="56"/>
                    </a:lnTo>
                    <a:lnTo>
                      <a:pt x="0" y="24"/>
                    </a:lnTo>
                    <a:lnTo>
                      <a:pt x="0" y="0"/>
                    </a:lnTo>
                    <a:lnTo>
                      <a:pt x="120" y="24"/>
                    </a:lnTo>
                    <a:close/>
                  </a:path>
                </a:pathLst>
              </a:custGeom>
              <a:solidFill>
                <a:srgbClr val="808080"/>
              </a:solidFill>
              <a:ln w="9525">
                <a:solidFill>
                  <a:srgbClr val="808080"/>
                </a:solidFill>
                <a:round/>
                <a:headEnd/>
                <a:tailEnd/>
              </a:ln>
            </p:spPr>
            <p:txBody>
              <a:bodyPr/>
              <a:lstStyle/>
              <a:p>
                <a:endParaRPr lang="en-US"/>
              </a:p>
            </p:txBody>
          </p:sp>
          <p:grpSp>
            <p:nvGrpSpPr>
              <p:cNvPr id="57364" name="Group 506"/>
              <p:cNvGrpSpPr>
                <a:grpSpLocks/>
              </p:cNvGrpSpPr>
              <p:nvPr/>
            </p:nvGrpSpPr>
            <p:grpSpPr bwMode="auto">
              <a:xfrm>
                <a:off x="1489" y="3288"/>
                <a:ext cx="295" cy="1"/>
                <a:chOff x="1489" y="3288"/>
                <a:chExt cx="295" cy="1"/>
              </a:xfrm>
            </p:grpSpPr>
            <p:sp>
              <p:nvSpPr>
                <p:cNvPr id="57365" name="Line 507"/>
                <p:cNvSpPr>
                  <a:spLocks noChangeShapeType="1"/>
                </p:cNvSpPr>
                <p:nvPr/>
              </p:nvSpPr>
              <p:spPr bwMode="auto">
                <a:xfrm>
                  <a:off x="1489"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366" name="Line 508"/>
                <p:cNvSpPr>
                  <a:spLocks noChangeShapeType="1"/>
                </p:cNvSpPr>
                <p:nvPr/>
              </p:nvSpPr>
              <p:spPr bwMode="auto">
                <a:xfrm>
                  <a:off x="1544"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367" name="Line 509"/>
                <p:cNvSpPr>
                  <a:spLocks noChangeShapeType="1"/>
                </p:cNvSpPr>
                <p:nvPr/>
              </p:nvSpPr>
              <p:spPr bwMode="auto">
                <a:xfrm>
                  <a:off x="1600"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368" name="Line 510"/>
                <p:cNvSpPr>
                  <a:spLocks noChangeShapeType="1"/>
                </p:cNvSpPr>
                <p:nvPr/>
              </p:nvSpPr>
              <p:spPr bwMode="auto">
                <a:xfrm>
                  <a:off x="1656"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369" name="Line 511"/>
                <p:cNvSpPr>
                  <a:spLocks noChangeShapeType="1"/>
                </p:cNvSpPr>
                <p:nvPr/>
              </p:nvSpPr>
              <p:spPr bwMode="auto">
                <a:xfrm>
                  <a:off x="1712"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370" name="Line 512"/>
                <p:cNvSpPr>
                  <a:spLocks noChangeShapeType="1"/>
                </p:cNvSpPr>
                <p:nvPr/>
              </p:nvSpPr>
              <p:spPr bwMode="auto">
                <a:xfrm>
                  <a:off x="1768" y="3288"/>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651" name="Group 513"/>
            <p:cNvGrpSpPr>
              <a:grpSpLocks/>
            </p:cNvGrpSpPr>
            <p:nvPr/>
          </p:nvGrpSpPr>
          <p:grpSpPr bwMode="auto">
            <a:xfrm>
              <a:off x="1944" y="3256"/>
              <a:ext cx="423" cy="56"/>
              <a:chOff x="1944" y="3256"/>
              <a:chExt cx="423" cy="56"/>
            </a:xfrm>
          </p:grpSpPr>
          <p:sp>
            <p:nvSpPr>
              <p:cNvPr id="57355" name="Freeform 514"/>
              <p:cNvSpPr>
                <a:spLocks/>
              </p:cNvSpPr>
              <p:nvPr/>
            </p:nvSpPr>
            <p:spPr bwMode="auto">
              <a:xfrm>
                <a:off x="2255" y="325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rgbClr val="808080"/>
              </a:solidFill>
              <a:ln w="9525">
                <a:solidFill>
                  <a:srgbClr val="808080"/>
                </a:solidFill>
                <a:round/>
                <a:headEnd/>
                <a:tailEnd/>
              </a:ln>
            </p:spPr>
            <p:txBody>
              <a:bodyPr/>
              <a:lstStyle/>
              <a:p>
                <a:endParaRPr lang="en-US"/>
              </a:p>
            </p:txBody>
          </p:sp>
          <p:grpSp>
            <p:nvGrpSpPr>
              <p:cNvPr id="57356" name="Group 515"/>
              <p:cNvGrpSpPr>
                <a:grpSpLocks/>
              </p:cNvGrpSpPr>
              <p:nvPr/>
            </p:nvGrpSpPr>
            <p:grpSpPr bwMode="auto">
              <a:xfrm>
                <a:off x="1944" y="3288"/>
                <a:ext cx="303" cy="1"/>
                <a:chOff x="1944" y="3288"/>
                <a:chExt cx="303" cy="1"/>
              </a:xfrm>
            </p:grpSpPr>
            <p:sp>
              <p:nvSpPr>
                <p:cNvPr id="57357" name="Line 516"/>
                <p:cNvSpPr>
                  <a:spLocks noChangeShapeType="1"/>
                </p:cNvSpPr>
                <p:nvPr/>
              </p:nvSpPr>
              <p:spPr bwMode="auto">
                <a:xfrm>
                  <a:off x="1944"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358" name="Line 517"/>
                <p:cNvSpPr>
                  <a:spLocks noChangeShapeType="1"/>
                </p:cNvSpPr>
                <p:nvPr/>
              </p:nvSpPr>
              <p:spPr bwMode="auto">
                <a:xfrm>
                  <a:off x="2000" y="3288"/>
                  <a:ext cx="23"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359" name="Line 518"/>
                <p:cNvSpPr>
                  <a:spLocks noChangeShapeType="1"/>
                </p:cNvSpPr>
                <p:nvPr/>
              </p:nvSpPr>
              <p:spPr bwMode="auto">
                <a:xfrm>
                  <a:off x="2055"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360" name="Line 519"/>
                <p:cNvSpPr>
                  <a:spLocks noChangeShapeType="1"/>
                </p:cNvSpPr>
                <p:nvPr/>
              </p:nvSpPr>
              <p:spPr bwMode="auto">
                <a:xfrm>
                  <a:off x="2111"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361" name="Line 520"/>
                <p:cNvSpPr>
                  <a:spLocks noChangeShapeType="1"/>
                </p:cNvSpPr>
                <p:nvPr/>
              </p:nvSpPr>
              <p:spPr bwMode="auto">
                <a:xfrm>
                  <a:off x="2167"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362" name="Line 521"/>
                <p:cNvSpPr>
                  <a:spLocks noChangeShapeType="1"/>
                </p:cNvSpPr>
                <p:nvPr/>
              </p:nvSpPr>
              <p:spPr bwMode="auto">
                <a:xfrm>
                  <a:off x="2223"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652" name="Group 522"/>
            <p:cNvGrpSpPr>
              <a:grpSpLocks/>
            </p:cNvGrpSpPr>
            <p:nvPr/>
          </p:nvGrpSpPr>
          <p:grpSpPr bwMode="auto">
            <a:xfrm>
              <a:off x="2415" y="3256"/>
              <a:ext cx="415" cy="56"/>
              <a:chOff x="2415" y="3256"/>
              <a:chExt cx="415" cy="56"/>
            </a:xfrm>
          </p:grpSpPr>
          <p:sp>
            <p:nvSpPr>
              <p:cNvPr id="57347" name="Freeform 523"/>
              <p:cNvSpPr>
                <a:spLocks/>
              </p:cNvSpPr>
              <p:nvPr/>
            </p:nvSpPr>
            <p:spPr bwMode="auto">
              <a:xfrm>
                <a:off x="2718" y="325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rgbClr val="808080"/>
              </a:solidFill>
              <a:ln w="9525">
                <a:solidFill>
                  <a:srgbClr val="808080"/>
                </a:solidFill>
                <a:round/>
                <a:headEnd/>
                <a:tailEnd/>
              </a:ln>
            </p:spPr>
            <p:txBody>
              <a:bodyPr/>
              <a:lstStyle/>
              <a:p>
                <a:endParaRPr lang="en-US"/>
              </a:p>
            </p:txBody>
          </p:sp>
          <p:grpSp>
            <p:nvGrpSpPr>
              <p:cNvPr id="57348" name="Group 524"/>
              <p:cNvGrpSpPr>
                <a:grpSpLocks/>
              </p:cNvGrpSpPr>
              <p:nvPr/>
            </p:nvGrpSpPr>
            <p:grpSpPr bwMode="auto">
              <a:xfrm>
                <a:off x="2415" y="3288"/>
                <a:ext cx="295" cy="1"/>
                <a:chOff x="2415" y="3288"/>
                <a:chExt cx="295" cy="1"/>
              </a:xfrm>
            </p:grpSpPr>
            <p:sp>
              <p:nvSpPr>
                <p:cNvPr id="57349" name="Line 525"/>
                <p:cNvSpPr>
                  <a:spLocks noChangeShapeType="1"/>
                </p:cNvSpPr>
                <p:nvPr/>
              </p:nvSpPr>
              <p:spPr bwMode="auto">
                <a:xfrm>
                  <a:off x="2415"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350" name="Line 526"/>
                <p:cNvSpPr>
                  <a:spLocks noChangeShapeType="1"/>
                </p:cNvSpPr>
                <p:nvPr/>
              </p:nvSpPr>
              <p:spPr bwMode="auto">
                <a:xfrm>
                  <a:off x="2471"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351" name="Line 527"/>
                <p:cNvSpPr>
                  <a:spLocks noChangeShapeType="1"/>
                </p:cNvSpPr>
                <p:nvPr/>
              </p:nvSpPr>
              <p:spPr bwMode="auto">
                <a:xfrm>
                  <a:off x="2526"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352" name="Line 528"/>
                <p:cNvSpPr>
                  <a:spLocks noChangeShapeType="1"/>
                </p:cNvSpPr>
                <p:nvPr/>
              </p:nvSpPr>
              <p:spPr bwMode="auto">
                <a:xfrm>
                  <a:off x="2582"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353" name="Line 529"/>
                <p:cNvSpPr>
                  <a:spLocks noChangeShapeType="1"/>
                </p:cNvSpPr>
                <p:nvPr/>
              </p:nvSpPr>
              <p:spPr bwMode="auto">
                <a:xfrm>
                  <a:off x="2638"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354" name="Line 530"/>
                <p:cNvSpPr>
                  <a:spLocks noChangeShapeType="1"/>
                </p:cNvSpPr>
                <p:nvPr/>
              </p:nvSpPr>
              <p:spPr bwMode="auto">
                <a:xfrm>
                  <a:off x="2694" y="3288"/>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653" name="Group 531"/>
            <p:cNvGrpSpPr>
              <a:grpSpLocks/>
            </p:cNvGrpSpPr>
            <p:nvPr/>
          </p:nvGrpSpPr>
          <p:grpSpPr bwMode="auto">
            <a:xfrm>
              <a:off x="1489" y="3567"/>
              <a:ext cx="423" cy="56"/>
              <a:chOff x="1489" y="3567"/>
              <a:chExt cx="423" cy="56"/>
            </a:xfrm>
          </p:grpSpPr>
          <p:sp>
            <p:nvSpPr>
              <p:cNvPr id="57339" name="Freeform 532"/>
              <p:cNvSpPr>
                <a:spLocks/>
              </p:cNvSpPr>
              <p:nvPr/>
            </p:nvSpPr>
            <p:spPr bwMode="auto">
              <a:xfrm>
                <a:off x="1800"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rgbClr val="808080"/>
              </a:solidFill>
              <a:ln w="9525">
                <a:solidFill>
                  <a:srgbClr val="808080"/>
                </a:solidFill>
                <a:round/>
                <a:headEnd/>
                <a:tailEnd/>
              </a:ln>
            </p:spPr>
            <p:txBody>
              <a:bodyPr/>
              <a:lstStyle/>
              <a:p>
                <a:endParaRPr lang="en-US"/>
              </a:p>
            </p:txBody>
          </p:sp>
          <p:grpSp>
            <p:nvGrpSpPr>
              <p:cNvPr id="57340" name="Group 533"/>
              <p:cNvGrpSpPr>
                <a:grpSpLocks/>
              </p:cNvGrpSpPr>
              <p:nvPr/>
            </p:nvGrpSpPr>
            <p:grpSpPr bwMode="auto">
              <a:xfrm>
                <a:off x="1489" y="3591"/>
                <a:ext cx="303" cy="1"/>
                <a:chOff x="1489" y="3591"/>
                <a:chExt cx="303" cy="1"/>
              </a:xfrm>
            </p:grpSpPr>
            <p:sp>
              <p:nvSpPr>
                <p:cNvPr id="57341" name="Line 534"/>
                <p:cNvSpPr>
                  <a:spLocks noChangeShapeType="1"/>
                </p:cNvSpPr>
                <p:nvPr/>
              </p:nvSpPr>
              <p:spPr bwMode="auto">
                <a:xfrm>
                  <a:off x="1489"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342" name="Line 535"/>
                <p:cNvSpPr>
                  <a:spLocks noChangeShapeType="1"/>
                </p:cNvSpPr>
                <p:nvPr/>
              </p:nvSpPr>
              <p:spPr bwMode="auto">
                <a:xfrm>
                  <a:off x="1544"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343" name="Line 536"/>
                <p:cNvSpPr>
                  <a:spLocks noChangeShapeType="1"/>
                </p:cNvSpPr>
                <p:nvPr/>
              </p:nvSpPr>
              <p:spPr bwMode="auto">
                <a:xfrm>
                  <a:off x="1600"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344" name="Line 537"/>
                <p:cNvSpPr>
                  <a:spLocks noChangeShapeType="1"/>
                </p:cNvSpPr>
                <p:nvPr/>
              </p:nvSpPr>
              <p:spPr bwMode="auto">
                <a:xfrm>
                  <a:off x="1656"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345" name="Line 538"/>
                <p:cNvSpPr>
                  <a:spLocks noChangeShapeType="1"/>
                </p:cNvSpPr>
                <p:nvPr/>
              </p:nvSpPr>
              <p:spPr bwMode="auto">
                <a:xfrm>
                  <a:off x="1712"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346" name="Line 539"/>
                <p:cNvSpPr>
                  <a:spLocks noChangeShapeType="1"/>
                </p:cNvSpPr>
                <p:nvPr/>
              </p:nvSpPr>
              <p:spPr bwMode="auto">
                <a:xfrm>
                  <a:off x="1768"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654" name="Group 540"/>
            <p:cNvGrpSpPr>
              <a:grpSpLocks/>
            </p:cNvGrpSpPr>
            <p:nvPr/>
          </p:nvGrpSpPr>
          <p:grpSpPr bwMode="auto">
            <a:xfrm>
              <a:off x="1952" y="3567"/>
              <a:ext cx="415" cy="56"/>
              <a:chOff x="1952" y="3567"/>
              <a:chExt cx="415" cy="56"/>
            </a:xfrm>
          </p:grpSpPr>
          <p:sp>
            <p:nvSpPr>
              <p:cNvPr id="57331" name="Freeform 541"/>
              <p:cNvSpPr>
                <a:spLocks/>
              </p:cNvSpPr>
              <p:nvPr/>
            </p:nvSpPr>
            <p:spPr bwMode="auto">
              <a:xfrm>
                <a:off x="2255"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rgbClr val="808080"/>
              </a:solidFill>
              <a:ln w="9525">
                <a:solidFill>
                  <a:srgbClr val="808080"/>
                </a:solidFill>
                <a:round/>
                <a:headEnd/>
                <a:tailEnd/>
              </a:ln>
            </p:spPr>
            <p:txBody>
              <a:bodyPr/>
              <a:lstStyle/>
              <a:p>
                <a:endParaRPr lang="en-US"/>
              </a:p>
            </p:txBody>
          </p:sp>
          <p:grpSp>
            <p:nvGrpSpPr>
              <p:cNvPr id="57332" name="Group 542"/>
              <p:cNvGrpSpPr>
                <a:grpSpLocks/>
              </p:cNvGrpSpPr>
              <p:nvPr/>
            </p:nvGrpSpPr>
            <p:grpSpPr bwMode="auto">
              <a:xfrm>
                <a:off x="1952" y="3591"/>
                <a:ext cx="295" cy="1"/>
                <a:chOff x="1952" y="3591"/>
                <a:chExt cx="295" cy="1"/>
              </a:xfrm>
            </p:grpSpPr>
            <p:sp>
              <p:nvSpPr>
                <p:cNvPr id="57333" name="Line 543"/>
                <p:cNvSpPr>
                  <a:spLocks noChangeShapeType="1"/>
                </p:cNvSpPr>
                <p:nvPr/>
              </p:nvSpPr>
              <p:spPr bwMode="auto">
                <a:xfrm>
                  <a:off x="1952"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334" name="Line 544"/>
                <p:cNvSpPr>
                  <a:spLocks noChangeShapeType="1"/>
                </p:cNvSpPr>
                <p:nvPr/>
              </p:nvSpPr>
              <p:spPr bwMode="auto">
                <a:xfrm>
                  <a:off x="2008" y="3591"/>
                  <a:ext cx="23"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335" name="Line 545"/>
                <p:cNvSpPr>
                  <a:spLocks noChangeShapeType="1"/>
                </p:cNvSpPr>
                <p:nvPr/>
              </p:nvSpPr>
              <p:spPr bwMode="auto">
                <a:xfrm>
                  <a:off x="2063"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336" name="Line 546"/>
                <p:cNvSpPr>
                  <a:spLocks noChangeShapeType="1"/>
                </p:cNvSpPr>
                <p:nvPr/>
              </p:nvSpPr>
              <p:spPr bwMode="auto">
                <a:xfrm>
                  <a:off x="2119"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337" name="Line 547"/>
                <p:cNvSpPr>
                  <a:spLocks noChangeShapeType="1"/>
                </p:cNvSpPr>
                <p:nvPr/>
              </p:nvSpPr>
              <p:spPr bwMode="auto">
                <a:xfrm>
                  <a:off x="2175"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338" name="Line 548"/>
                <p:cNvSpPr>
                  <a:spLocks noChangeShapeType="1"/>
                </p:cNvSpPr>
                <p:nvPr/>
              </p:nvSpPr>
              <p:spPr bwMode="auto">
                <a:xfrm>
                  <a:off x="2231" y="3591"/>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655" name="Group 549"/>
            <p:cNvGrpSpPr>
              <a:grpSpLocks/>
            </p:cNvGrpSpPr>
            <p:nvPr/>
          </p:nvGrpSpPr>
          <p:grpSpPr bwMode="auto">
            <a:xfrm>
              <a:off x="2407" y="3567"/>
              <a:ext cx="415" cy="56"/>
              <a:chOff x="2407" y="3567"/>
              <a:chExt cx="415" cy="56"/>
            </a:xfrm>
          </p:grpSpPr>
          <p:sp>
            <p:nvSpPr>
              <p:cNvPr id="57323" name="Freeform 550"/>
              <p:cNvSpPr>
                <a:spLocks/>
              </p:cNvSpPr>
              <p:nvPr/>
            </p:nvSpPr>
            <p:spPr bwMode="auto">
              <a:xfrm>
                <a:off x="2710"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rgbClr val="808080"/>
              </a:solidFill>
              <a:ln w="9525">
                <a:solidFill>
                  <a:srgbClr val="808080"/>
                </a:solidFill>
                <a:round/>
                <a:headEnd/>
                <a:tailEnd/>
              </a:ln>
            </p:spPr>
            <p:txBody>
              <a:bodyPr/>
              <a:lstStyle/>
              <a:p>
                <a:endParaRPr lang="en-US"/>
              </a:p>
            </p:txBody>
          </p:sp>
          <p:grpSp>
            <p:nvGrpSpPr>
              <p:cNvPr id="57324" name="Group 551"/>
              <p:cNvGrpSpPr>
                <a:grpSpLocks/>
              </p:cNvGrpSpPr>
              <p:nvPr/>
            </p:nvGrpSpPr>
            <p:grpSpPr bwMode="auto">
              <a:xfrm>
                <a:off x="2407" y="3591"/>
                <a:ext cx="295" cy="1"/>
                <a:chOff x="2407" y="3591"/>
                <a:chExt cx="295" cy="1"/>
              </a:xfrm>
            </p:grpSpPr>
            <p:sp>
              <p:nvSpPr>
                <p:cNvPr id="57325" name="Line 552"/>
                <p:cNvSpPr>
                  <a:spLocks noChangeShapeType="1"/>
                </p:cNvSpPr>
                <p:nvPr/>
              </p:nvSpPr>
              <p:spPr bwMode="auto">
                <a:xfrm>
                  <a:off x="2407"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326" name="Line 553"/>
                <p:cNvSpPr>
                  <a:spLocks noChangeShapeType="1"/>
                </p:cNvSpPr>
                <p:nvPr/>
              </p:nvSpPr>
              <p:spPr bwMode="auto">
                <a:xfrm>
                  <a:off x="2463"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327" name="Line 554"/>
                <p:cNvSpPr>
                  <a:spLocks noChangeShapeType="1"/>
                </p:cNvSpPr>
                <p:nvPr/>
              </p:nvSpPr>
              <p:spPr bwMode="auto">
                <a:xfrm>
                  <a:off x="2518"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328" name="Line 555"/>
                <p:cNvSpPr>
                  <a:spLocks noChangeShapeType="1"/>
                </p:cNvSpPr>
                <p:nvPr/>
              </p:nvSpPr>
              <p:spPr bwMode="auto">
                <a:xfrm>
                  <a:off x="2574"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329" name="Line 556"/>
                <p:cNvSpPr>
                  <a:spLocks noChangeShapeType="1"/>
                </p:cNvSpPr>
                <p:nvPr/>
              </p:nvSpPr>
              <p:spPr bwMode="auto">
                <a:xfrm>
                  <a:off x="2630"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330" name="Line 557"/>
                <p:cNvSpPr>
                  <a:spLocks noChangeShapeType="1"/>
                </p:cNvSpPr>
                <p:nvPr/>
              </p:nvSpPr>
              <p:spPr bwMode="auto">
                <a:xfrm>
                  <a:off x="2686" y="3591"/>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656" name="Group 558"/>
            <p:cNvGrpSpPr>
              <a:grpSpLocks/>
            </p:cNvGrpSpPr>
            <p:nvPr/>
          </p:nvGrpSpPr>
          <p:grpSpPr bwMode="auto">
            <a:xfrm>
              <a:off x="1952" y="2376"/>
              <a:ext cx="886" cy="290"/>
              <a:chOff x="1952" y="2376"/>
              <a:chExt cx="886" cy="290"/>
            </a:xfrm>
          </p:grpSpPr>
          <p:sp>
            <p:nvSpPr>
              <p:cNvPr id="57321" name="Freeform 559"/>
              <p:cNvSpPr>
                <a:spLocks/>
              </p:cNvSpPr>
              <p:nvPr/>
            </p:nvSpPr>
            <p:spPr bwMode="auto">
              <a:xfrm>
                <a:off x="2702" y="2586"/>
                <a:ext cx="136" cy="80"/>
              </a:xfrm>
              <a:custGeom>
                <a:avLst/>
                <a:gdLst>
                  <a:gd name="T0" fmla="*/ 136 w 136"/>
                  <a:gd name="T1" fmla="*/ 80 h 80"/>
                  <a:gd name="T2" fmla="*/ 0 w 136"/>
                  <a:gd name="T3" fmla="*/ 64 h 80"/>
                  <a:gd name="T4" fmla="*/ 8 w 136"/>
                  <a:gd name="T5" fmla="*/ 32 h 80"/>
                  <a:gd name="T6" fmla="*/ 16 w 136"/>
                  <a:gd name="T7" fmla="*/ 0 h 80"/>
                  <a:gd name="T8" fmla="*/ 136 w 136"/>
                  <a:gd name="T9" fmla="*/ 80 h 8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 h="80">
                    <a:moveTo>
                      <a:pt x="136" y="80"/>
                    </a:moveTo>
                    <a:lnTo>
                      <a:pt x="0" y="64"/>
                    </a:lnTo>
                    <a:lnTo>
                      <a:pt x="8" y="32"/>
                    </a:lnTo>
                    <a:lnTo>
                      <a:pt x="16" y="0"/>
                    </a:lnTo>
                    <a:lnTo>
                      <a:pt x="136" y="80"/>
                    </a:lnTo>
                    <a:close/>
                  </a:path>
                </a:pathLst>
              </a:custGeom>
              <a:solidFill>
                <a:srgbClr val="808080"/>
              </a:solidFill>
              <a:ln w="9525">
                <a:solidFill>
                  <a:srgbClr val="808080"/>
                </a:solidFill>
                <a:round/>
                <a:headEnd/>
                <a:tailEnd/>
              </a:ln>
            </p:spPr>
            <p:txBody>
              <a:bodyPr/>
              <a:lstStyle/>
              <a:p>
                <a:endParaRPr lang="en-US"/>
              </a:p>
            </p:txBody>
          </p:sp>
          <p:sp>
            <p:nvSpPr>
              <p:cNvPr id="57322" name="Line 560"/>
              <p:cNvSpPr>
                <a:spLocks noChangeShapeType="1"/>
              </p:cNvSpPr>
              <p:nvPr/>
            </p:nvSpPr>
            <p:spPr bwMode="auto">
              <a:xfrm>
                <a:off x="1952" y="2376"/>
                <a:ext cx="766" cy="244"/>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657" name="Group 561"/>
            <p:cNvGrpSpPr>
              <a:grpSpLocks/>
            </p:cNvGrpSpPr>
            <p:nvPr/>
          </p:nvGrpSpPr>
          <p:grpSpPr bwMode="auto">
            <a:xfrm>
              <a:off x="1481" y="2084"/>
              <a:ext cx="1373" cy="1507"/>
              <a:chOff x="1481" y="2084"/>
              <a:chExt cx="1373" cy="1507"/>
            </a:xfrm>
          </p:grpSpPr>
          <p:sp>
            <p:nvSpPr>
              <p:cNvPr id="57319" name="Freeform 562"/>
              <p:cNvSpPr>
                <a:spLocks/>
              </p:cNvSpPr>
              <p:nvPr/>
            </p:nvSpPr>
            <p:spPr bwMode="auto">
              <a:xfrm>
                <a:off x="2742" y="2084"/>
                <a:ext cx="112" cy="119"/>
              </a:xfrm>
              <a:custGeom>
                <a:avLst/>
                <a:gdLst>
                  <a:gd name="T0" fmla="*/ 112 w 112"/>
                  <a:gd name="T1" fmla="*/ 0 h 119"/>
                  <a:gd name="T2" fmla="*/ 48 w 112"/>
                  <a:gd name="T3" fmla="*/ 119 h 119"/>
                  <a:gd name="T4" fmla="*/ 24 w 112"/>
                  <a:gd name="T5" fmla="*/ 96 h 119"/>
                  <a:gd name="T6" fmla="*/ 0 w 112"/>
                  <a:gd name="T7" fmla="*/ 72 h 119"/>
                  <a:gd name="T8" fmla="*/ 112 w 112"/>
                  <a:gd name="T9" fmla="*/ 0 h 1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119">
                    <a:moveTo>
                      <a:pt x="112" y="0"/>
                    </a:moveTo>
                    <a:lnTo>
                      <a:pt x="48" y="119"/>
                    </a:lnTo>
                    <a:lnTo>
                      <a:pt x="24" y="96"/>
                    </a:lnTo>
                    <a:lnTo>
                      <a:pt x="0" y="72"/>
                    </a:lnTo>
                    <a:lnTo>
                      <a:pt x="112" y="0"/>
                    </a:lnTo>
                    <a:close/>
                  </a:path>
                </a:pathLst>
              </a:custGeom>
              <a:solidFill>
                <a:srgbClr val="808080"/>
              </a:solidFill>
              <a:ln w="9525">
                <a:solidFill>
                  <a:srgbClr val="808080"/>
                </a:solidFill>
                <a:round/>
                <a:headEnd/>
                <a:tailEnd/>
              </a:ln>
            </p:spPr>
            <p:txBody>
              <a:bodyPr/>
              <a:lstStyle/>
              <a:p>
                <a:endParaRPr lang="en-US"/>
              </a:p>
            </p:txBody>
          </p:sp>
          <p:sp>
            <p:nvSpPr>
              <p:cNvPr id="57320" name="Line 563"/>
              <p:cNvSpPr>
                <a:spLocks noChangeShapeType="1"/>
              </p:cNvSpPr>
              <p:nvPr/>
            </p:nvSpPr>
            <p:spPr bwMode="auto">
              <a:xfrm flipV="1">
                <a:off x="1481" y="2172"/>
                <a:ext cx="1291" cy="1419"/>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658" name="Group 564"/>
            <p:cNvGrpSpPr>
              <a:grpSpLocks/>
            </p:cNvGrpSpPr>
            <p:nvPr/>
          </p:nvGrpSpPr>
          <p:grpSpPr bwMode="auto">
            <a:xfrm>
              <a:off x="1944" y="2076"/>
              <a:ext cx="902" cy="885"/>
              <a:chOff x="1944" y="2076"/>
              <a:chExt cx="902" cy="885"/>
            </a:xfrm>
          </p:grpSpPr>
          <p:sp>
            <p:nvSpPr>
              <p:cNvPr id="57317" name="Freeform 565"/>
              <p:cNvSpPr>
                <a:spLocks/>
              </p:cNvSpPr>
              <p:nvPr/>
            </p:nvSpPr>
            <p:spPr bwMode="auto">
              <a:xfrm>
                <a:off x="2726" y="2850"/>
                <a:ext cx="120" cy="111"/>
              </a:xfrm>
              <a:custGeom>
                <a:avLst/>
                <a:gdLst>
                  <a:gd name="T0" fmla="*/ 120 w 120"/>
                  <a:gd name="T1" fmla="*/ 111 h 111"/>
                  <a:gd name="T2" fmla="*/ 0 w 120"/>
                  <a:gd name="T3" fmla="*/ 47 h 111"/>
                  <a:gd name="T4" fmla="*/ 24 w 120"/>
                  <a:gd name="T5" fmla="*/ 23 h 111"/>
                  <a:gd name="T6" fmla="*/ 48 w 120"/>
                  <a:gd name="T7" fmla="*/ 0 h 111"/>
                  <a:gd name="T8" fmla="*/ 120 w 120"/>
                  <a:gd name="T9" fmla="*/ 111 h 1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 h="111">
                    <a:moveTo>
                      <a:pt x="120" y="111"/>
                    </a:moveTo>
                    <a:lnTo>
                      <a:pt x="0" y="47"/>
                    </a:lnTo>
                    <a:lnTo>
                      <a:pt x="24" y="23"/>
                    </a:lnTo>
                    <a:lnTo>
                      <a:pt x="48" y="0"/>
                    </a:lnTo>
                    <a:lnTo>
                      <a:pt x="120" y="111"/>
                    </a:lnTo>
                    <a:close/>
                  </a:path>
                </a:pathLst>
              </a:custGeom>
              <a:solidFill>
                <a:srgbClr val="808080"/>
              </a:solidFill>
              <a:ln w="9525">
                <a:solidFill>
                  <a:srgbClr val="808080"/>
                </a:solidFill>
                <a:round/>
                <a:headEnd/>
                <a:tailEnd/>
              </a:ln>
            </p:spPr>
            <p:txBody>
              <a:bodyPr/>
              <a:lstStyle/>
              <a:p>
                <a:endParaRPr lang="en-US"/>
              </a:p>
            </p:txBody>
          </p:sp>
          <p:sp>
            <p:nvSpPr>
              <p:cNvPr id="57318" name="Line 566"/>
              <p:cNvSpPr>
                <a:spLocks noChangeShapeType="1"/>
              </p:cNvSpPr>
              <p:nvPr/>
            </p:nvSpPr>
            <p:spPr bwMode="auto">
              <a:xfrm>
                <a:off x="1944" y="2076"/>
                <a:ext cx="814" cy="805"/>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659" name="Group 567"/>
            <p:cNvGrpSpPr>
              <a:grpSpLocks/>
            </p:cNvGrpSpPr>
            <p:nvPr/>
          </p:nvGrpSpPr>
          <p:grpSpPr bwMode="auto">
            <a:xfrm>
              <a:off x="1489" y="2379"/>
              <a:ext cx="902" cy="893"/>
              <a:chOff x="1489" y="2379"/>
              <a:chExt cx="902" cy="893"/>
            </a:xfrm>
          </p:grpSpPr>
          <p:sp>
            <p:nvSpPr>
              <p:cNvPr id="57315" name="Freeform 568"/>
              <p:cNvSpPr>
                <a:spLocks/>
              </p:cNvSpPr>
              <p:nvPr/>
            </p:nvSpPr>
            <p:spPr bwMode="auto">
              <a:xfrm>
                <a:off x="2271" y="3153"/>
                <a:ext cx="120" cy="119"/>
              </a:xfrm>
              <a:custGeom>
                <a:avLst/>
                <a:gdLst>
                  <a:gd name="T0" fmla="*/ 120 w 120"/>
                  <a:gd name="T1" fmla="*/ 119 h 119"/>
                  <a:gd name="T2" fmla="*/ 0 w 120"/>
                  <a:gd name="T3" fmla="*/ 48 h 119"/>
                  <a:gd name="T4" fmla="*/ 24 w 120"/>
                  <a:gd name="T5" fmla="*/ 24 h 119"/>
                  <a:gd name="T6" fmla="*/ 48 w 120"/>
                  <a:gd name="T7" fmla="*/ 0 h 119"/>
                  <a:gd name="T8" fmla="*/ 120 w 120"/>
                  <a:gd name="T9" fmla="*/ 119 h 1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 h="119">
                    <a:moveTo>
                      <a:pt x="120" y="119"/>
                    </a:moveTo>
                    <a:lnTo>
                      <a:pt x="0" y="48"/>
                    </a:lnTo>
                    <a:lnTo>
                      <a:pt x="24" y="24"/>
                    </a:lnTo>
                    <a:lnTo>
                      <a:pt x="48" y="0"/>
                    </a:lnTo>
                    <a:lnTo>
                      <a:pt x="120" y="119"/>
                    </a:lnTo>
                    <a:close/>
                  </a:path>
                </a:pathLst>
              </a:custGeom>
              <a:solidFill>
                <a:srgbClr val="808080"/>
              </a:solidFill>
              <a:ln w="9525">
                <a:solidFill>
                  <a:srgbClr val="808080"/>
                </a:solidFill>
                <a:round/>
                <a:headEnd/>
                <a:tailEnd/>
              </a:ln>
            </p:spPr>
            <p:txBody>
              <a:bodyPr/>
              <a:lstStyle/>
              <a:p>
                <a:endParaRPr lang="en-US"/>
              </a:p>
            </p:txBody>
          </p:sp>
          <p:sp>
            <p:nvSpPr>
              <p:cNvPr id="57316" name="Line 569"/>
              <p:cNvSpPr>
                <a:spLocks noChangeShapeType="1"/>
              </p:cNvSpPr>
              <p:nvPr/>
            </p:nvSpPr>
            <p:spPr bwMode="auto">
              <a:xfrm>
                <a:off x="1489" y="2379"/>
                <a:ext cx="814" cy="805"/>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660" name="Group 570"/>
            <p:cNvGrpSpPr>
              <a:grpSpLocks/>
            </p:cNvGrpSpPr>
            <p:nvPr/>
          </p:nvGrpSpPr>
          <p:grpSpPr bwMode="auto">
            <a:xfrm>
              <a:off x="3311" y="2387"/>
              <a:ext cx="437" cy="590"/>
              <a:chOff x="3311" y="2387"/>
              <a:chExt cx="437" cy="590"/>
            </a:xfrm>
          </p:grpSpPr>
          <p:sp>
            <p:nvSpPr>
              <p:cNvPr id="57313" name="Freeform 571"/>
              <p:cNvSpPr>
                <a:spLocks/>
              </p:cNvSpPr>
              <p:nvPr/>
            </p:nvSpPr>
            <p:spPr bwMode="auto">
              <a:xfrm>
                <a:off x="3644" y="2387"/>
                <a:ext cx="104" cy="128"/>
              </a:xfrm>
              <a:custGeom>
                <a:avLst/>
                <a:gdLst>
                  <a:gd name="T0" fmla="*/ 104 w 104"/>
                  <a:gd name="T1" fmla="*/ 0 h 128"/>
                  <a:gd name="T2" fmla="*/ 56 w 104"/>
                  <a:gd name="T3" fmla="*/ 128 h 128"/>
                  <a:gd name="T4" fmla="*/ 24 w 104"/>
                  <a:gd name="T5" fmla="*/ 104 h 128"/>
                  <a:gd name="T6" fmla="*/ 0 w 104"/>
                  <a:gd name="T7" fmla="*/ 88 h 128"/>
                  <a:gd name="T8" fmla="*/ 104 w 104"/>
                  <a:gd name="T9" fmla="*/ 0 h 1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4" h="128">
                    <a:moveTo>
                      <a:pt x="104" y="0"/>
                    </a:moveTo>
                    <a:lnTo>
                      <a:pt x="56" y="128"/>
                    </a:lnTo>
                    <a:lnTo>
                      <a:pt x="24" y="104"/>
                    </a:lnTo>
                    <a:lnTo>
                      <a:pt x="0" y="88"/>
                    </a:lnTo>
                    <a:lnTo>
                      <a:pt x="104" y="0"/>
                    </a:lnTo>
                    <a:close/>
                  </a:path>
                </a:pathLst>
              </a:custGeom>
              <a:solidFill>
                <a:srgbClr val="808080"/>
              </a:solidFill>
              <a:ln w="9525">
                <a:solidFill>
                  <a:srgbClr val="808080"/>
                </a:solidFill>
                <a:round/>
                <a:headEnd/>
                <a:tailEnd/>
              </a:ln>
            </p:spPr>
            <p:txBody>
              <a:bodyPr/>
              <a:lstStyle/>
              <a:p>
                <a:endParaRPr lang="en-US"/>
              </a:p>
            </p:txBody>
          </p:sp>
          <p:sp>
            <p:nvSpPr>
              <p:cNvPr id="57314" name="Line 572"/>
              <p:cNvSpPr>
                <a:spLocks noChangeShapeType="1"/>
              </p:cNvSpPr>
              <p:nvPr/>
            </p:nvSpPr>
            <p:spPr bwMode="auto">
              <a:xfrm flipV="1">
                <a:off x="3311" y="2483"/>
                <a:ext cx="362" cy="494"/>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661" name="Group 573"/>
            <p:cNvGrpSpPr>
              <a:grpSpLocks/>
            </p:cNvGrpSpPr>
            <p:nvPr/>
          </p:nvGrpSpPr>
          <p:grpSpPr bwMode="auto">
            <a:xfrm>
              <a:off x="3772" y="2387"/>
              <a:ext cx="894" cy="596"/>
              <a:chOff x="3772" y="2387"/>
              <a:chExt cx="894" cy="596"/>
            </a:xfrm>
          </p:grpSpPr>
          <p:sp>
            <p:nvSpPr>
              <p:cNvPr id="57311" name="Freeform 574"/>
              <p:cNvSpPr>
                <a:spLocks/>
              </p:cNvSpPr>
              <p:nvPr/>
            </p:nvSpPr>
            <p:spPr bwMode="auto">
              <a:xfrm>
                <a:off x="4538" y="2387"/>
                <a:ext cx="128" cy="96"/>
              </a:xfrm>
              <a:custGeom>
                <a:avLst/>
                <a:gdLst>
                  <a:gd name="T0" fmla="*/ 128 w 128"/>
                  <a:gd name="T1" fmla="*/ 0 h 96"/>
                  <a:gd name="T2" fmla="*/ 32 w 128"/>
                  <a:gd name="T3" fmla="*/ 96 h 96"/>
                  <a:gd name="T4" fmla="*/ 16 w 128"/>
                  <a:gd name="T5" fmla="*/ 72 h 96"/>
                  <a:gd name="T6" fmla="*/ 0 w 128"/>
                  <a:gd name="T7" fmla="*/ 40 h 96"/>
                  <a:gd name="T8" fmla="*/ 128 w 128"/>
                  <a:gd name="T9" fmla="*/ 0 h 9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8" h="96">
                    <a:moveTo>
                      <a:pt x="128" y="0"/>
                    </a:moveTo>
                    <a:lnTo>
                      <a:pt x="32" y="96"/>
                    </a:lnTo>
                    <a:lnTo>
                      <a:pt x="16" y="72"/>
                    </a:lnTo>
                    <a:lnTo>
                      <a:pt x="0" y="40"/>
                    </a:lnTo>
                    <a:lnTo>
                      <a:pt x="128" y="0"/>
                    </a:lnTo>
                    <a:close/>
                  </a:path>
                </a:pathLst>
              </a:custGeom>
              <a:solidFill>
                <a:srgbClr val="808080"/>
              </a:solidFill>
              <a:ln w="9525">
                <a:solidFill>
                  <a:srgbClr val="808080"/>
                </a:solidFill>
                <a:round/>
                <a:headEnd/>
                <a:tailEnd/>
              </a:ln>
            </p:spPr>
            <p:txBody>
              <a:bodyPr/>
              <a:lstStyle/>
              <a:p>
                <a:endParaRPr lang="en-US"/>
              </a:p>
            </p:txBody>
          </p:sp>
          <p:sp>
            <p:nvSpPr>
              <p:cNvPr id="57312" name="Line 575"/>
              <p:cNvSpPr>
                <a:spLocks noChangeShapeType="1"/>
              </p:cNvSpPr>
              <p:nvPr/>
            </p:nvSpPr>
            <p:spPr bwMode="auto">
              <a:xfrm flipV="1">
                <a:off x="3772" y="2454"/>
                <a:ext cx="790" cy="529"/>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662" name="Group 576"/>
            <p:cNvGrpSpPr>
              <a:grpSpLocks/>
            </p:cNvGrpSpPr>
            <p:nvPr/>
          </p:nvGrpSpPr>
          <p:grpSpPr bwMode="auto">
            <a:xfrm>
              <a:off x="3788" y="2076"/>
              <a:ext cx="886" cy="290"/>
              <a:chOff x="3788" y="2076"/>
              <a:chExt cx="886" cy="290"/>
            </a:xfrm>
          </p:grpSpPr>
          <p:sp>
            <p:nvSpPr>
              <p:cNvPr id="57309" name="Freeform 577"/>
              <p:cNvSpPr>
                <a:spLocks/>
              </p:cNvSpPr>
              <p:nvPr/>
            </p:nvSpPr>
            <p:spPr bwMode="auto">
              <a:xfrm>
                <a:off x="4530" y="2076"/>
                <a:ext cx="144" cy="80"/>
              </a:xfrm>
              <a:custGeom>
                <a:avLst/>
                <a:gdLst>
                  <a:gd name="T0" fmla="*/ 144 w 144"/>
                  <a:gd name="T1" fmla="*/ 0 h 80"/>
                  <a:gd name="T2" fmla="*/ 24 w 144"/>
                  <a:gd name="T3" fmla="*/ 80 h 80"/>
                  <a:gd name="T4" fmla="*/ 16 w 144"/>
                  <a:gd name="T5" fmla="*/ 48 h 80"/>
                  <a:gd name="T6" fmla="*/ 0 w 144"/>
                  <a:gd name="T7" fmla="*/ 16 h 80"/>
                  <a:gd name="T8" fmla="*/ 144 w 144"/>
                  <a:gd name="T9" fmla="*/ 0 h 8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4" h="80">
                    <a:moveTo>
                      <a:pt x="144" y="0"/>
                    </a:moveTo>
                    <a:lnTo>
                      <a:pt x="24" y="80"/>
                    </a:lnTo>
                    <a:lnTo>
                      <a:pt x="16" y="48"/>
                    </a:lnTo>
                    <a:lnTo>
                      <a:pt x="0" y="16"/>
                    </a:lnTo>
                    <a:lnTo>
                      <a:pt x="144" y="0"/>
                    </a:lnTo>
                    <a:close/>
                  </a:path>
                </a:pathLst>
              </a:custGeom>
              <a:solidFill>
                <a:srgbClr val="808080"/>
              </a:solidFill>
              <a:ln w="9525">
                <a:solidFill>
                  <a:srgbClr val="808080"/>
                </a:solidFill>
                <a:round/>
                <a:headEnd/>
                <a:tailEnd/>
              </a:ln>
            </p:spPr>
            <p:txBody>
              <a:bodyPr/>
              <a:lstStyle/>
              <a:p>
                <a:endParaRPr lang="en-US"/>
              </a:p>
            </p:txBody>
          </p:sp>
          <p:sp>
            <p:nvSpPr>
              <p:cNvPr id="57310" name="Line 578"/>
              <p:cNvSpPr>
                <a:spLocks noChangeShapeType="1"/>
              </p:cNvSpPr>
              <p:nvPr/>
            </p:nvSpPr>
            <p:spPr bwMode="auto">
              <a:xfrm flipV="1">
                <a:off x="3788" y="2122"/>
                <a:ext cx="766" cy="244"/>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663" name="Group 579"/>
            <p:cNvGrpSpPr>
              <a:grpSpLocks/>
            </p:cNvGrpSpPr>
            <p:nvPr/>
          </p:nvGrpSpPr>
          <p:grpSpPr bwMode="auto">
            <a:xfrm>
              <a:off x="3317" y="1769"/>
              <a:ext cx="886" cy="283"/>
              <a:chOff x="3317" y="1769"/>
              <a:chExt cx="886" cy="283"/>
            </a:xfrm>
          </p:grpSpPr>
          <p:sp>
            <p:nvSpPr>
              <p:cNvPr id="57307" name="Freeform 580"/>
              <p:cNvSpPr>
                <a:spLocks/>
              </p:cNvSpPr>
              <p:nvPr/>
            </p:nvSpPr>
            <p:spPr bwMode="auto">
              <a:xfrm>
                <a:off x="4067" y="1980"/>
                <a:ext cx="136" cy="72"/>
              </a:xfrm>
              <a:custGeom>
                <a:avLst/>
                <a:gdLst>
                  <a:gd name="T0" fmla="*/ 136 w 136"/>
                  <a:gd name="T1" fmla="*/ 72 h 72"/>
                  <a:gd name="T2" fmla="*/ 0 w 136"/>
                  <a:gd name="T3" fmla="*/ 64 h 72"/>
                  <a:gd name="T4" fmla="*/ 8 w 136"/>
                  <a:gd name="T5" fmla="*/ 32 h 72"/>
                  <a:gd name="T6" fmla="*/ 24 w 136"/>
                  <a:gd name="T7" fmla="*/ 0 h 72"/>
                  <a:gd name="T8" fmla="*/ 136 w 136"/>
                  <a:gd name="T9" fmla="*/ 72 h 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 h="72">
                    <a:moveTo>
                      <a:pt x="136" y="72"/>
                    </a:moveTo>
                    <a:lnTo>
                      <a:pt x="0" y="64"/>
                    </a:lnTo>
                    <a:lnTo>
                      <a:pt x="8" y="32"/>
                    </a:lnTo>
                    <a:lnTo>
                      <a:pt x="24" y="0"/>
                    </a:lnTo>
                    <a:lnTo>
                      <a:pt x="136" y="72"/>
                    </a:lnTo>
                    <a:close/>
                  </a:path>
                </a:pathLst>
              </a:custGeom>
              <a:solidFill>
                <a:srgbClr val="808080"/>
              </a:solidFill>
              <a:ln w="9525">
                <a:solidFill>
                  <a:srgbClr val="808080"/>
                </a:solidFill>
                <a:round/>
                <a:headEnd/>
                <a:tailEnd/>
              </a:ln>
            </p:spPr>
            <p:txBody>
              <a:bodyPr/>
              <a:lstStyle/>
              <a:p>
                <a:endParaRPr lang="en-US"/>
              </a:p>
            </p:txBody>
          </p:sp>
          <p:sp>
            <p:nvSpPr>
              <p:cNvPr id="57308" name="Line 581"/>
              <p:cNvSpPr>
                <a:spLocks noChangeShapeType="1"/>
              </p:cNvSpPr>
              <p:nvPr/>
            </p:nvSpPr>
            <p:spPr bwMode="auto">
              <a:xfrm>
                <a:off x="3317" y="1769"/>
                <a:ext cx="766" cy="244"/>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56664" name="Oval 582"/>
            <p:cNvSpPr>
              <a:spLocks noChangeArrowheads="1"/>
            </p:cNvSpPr>
            <p:nvPr/>
          </p:nvSpPr>
          <p:spPr bwMode="auto">
            <a:xfrm>
              <a:off x="3293" y="1741"/>
              <a:ext cx="32" cy="40"/>
            </a:xfrm>
            <a:prstGeom prst="ellipse">
              <a:avLst/>
            </a:prstGeom>
            <a:solidFill>
              <a:srgbClr val="808080"/>
            </a:solidFill>
            <a:ln w="9525">
              <a:solidFill>
                <a:srgbClr val="808080"/>
              </a:solidFill>
              <a:round/>
              <a:headEnd/>
              <a:tailEnd/>
            </a:ln>
          </p:spPr>
          <p:txBody>
            <a:bodyPr/>
            <a:lstStyle/>
            <a:p>
              <a:endParaRPr lang="en-US"/>
            </a:p>
          </p:txBody>
        </p:sp>
        <p:sp>
          <p:nvSpPr>
            <p:cNvPr id="56665" name="Oval 583"/>
            <p:cNvSpPr>
              <a:spLocks noChangeArrowheads="1"/>
            </p:cNvSpPr>
            <p:nvPr/>
          </p:nvSpPr>
          <p:spPr bwMode="auto">
            <a:xfrm>
              <a:off x="3293" y="1741"/>
              <a:ext cx="32" cy="40"/>
            </a:xfrm>
            <a:prstGeom prst="ellipse">
              <a:avLst/>
            </a:prstGeom>
            <a:solidFill>
              <a:srgbClr val="808080"/>
            </a:solidFill>
            <a:ln w="25400">
              <a:solidFill>
                <a:srgbClr val="808080"/>
              </a:solidFill>
              <a:round/>
              <a:headEnd/>
              <a:tailEnd/>
            </a:ln>
          </p:spPr>
          <p:txBody>
            <a:bodyPr/>
            <a:lstStyle/>
            <a:p>
              <a:endParaRPr lang="en-US"/>
            </a:p>
          </p:txBody>
        </p:sp>
        <p:sp>
          <p:nvSpPr>
            <p:cNvPr id="56666" name="Oval 584"/>
            <p:cNvSpPr>
              <a:spLocks noChangeArrowheads="1"/>
            </p:cNvSpPr>
            <p:nvPr/>
          </p:nvSpPr>
          <p:spPr bwMode="auto">
            <a:xfrm>
              <a:off x="3293" y="2044"/>
              <a:ext cx="32" cy="40"/>
            </a:xfrm>
            <a:prstGeom prst="ellipse">
              <a:avLst/>
            </a:prstGeom>
            <a:solidFill>
              <a:srgbClr val="808080"/>
            </a:solidFill>
            <a:ln w="9525">
              <a:solidFill>
                <a:srgbClr val="808080"/>
              </a:solidFill>
              <a:round/>
              <a:headEnd/>
              <a:tailEnd/>
            </a:ln>
          </p:spPr>
          <p:txBody>
            <a:bodyPr/>
            <a:lstStyle/>
            <a:p>
              <a:endParaRPr lang="en-US"/>
            </a:p>
          </p:txBody>
        </p:sp>
        <p:sp>
          <p:nvSpPr>
            <p:cNvPr id="56667" name="Oval 585"/>
            <p:cNvSpPr>
              <a:spLocks noChangeArrowheads="1"/>
            </p:cNvSpPr>
            <p:nvPr/>
          </p:nvSpPr>
          <p:spPr bwMode="auto">
            <a:xfrm>
              <a:off x="3293" y="2044"/>
              <a:ext cx="32" cy="40"/>
            </a:xfrm>
            <a:prstGeom prst="ellipse">
              <a:avLst/>
            </a:prstGeom>
            <a:solidFill>
              <a:srgbClr val="808080"/>
            </a:solidFill>
            <a:ln w="25400">
              <a:solidFill>
                <a:srgbClr val="808080"/>
              </a:solidFill>
              <a:round/>
              <a:headEnd/>
              <a:tailEnd/>
            </a:ln>
          </p:spPr>
          <p:txBody>
            <a:bodyPr/>
            <a:lstStyle/>
            <a:p>
              <a:endParaRPr lang="en-US"/>
            </a:p>
          </p:txBody>
        </p:sp>
        <p:sp>
          <p:nvSpPr>
            <p:cNvPr id="56668" name="Oval 586"/>
            <p:cNvSpPr>
              <a:spLocks noChangeArrowheads="1"/>
            </p:cNvSpPr>
            <p:nvPr/>
          </p:nvSpPr>
          <p:spPr bwMode="auto">
            <a:xfrm>
              <a:off x="3293" y="2355"/>
              <a:ext cx="32" cy="32"/>
            </a:xfrm>
            <a:prstGeom prst="ellipse">
              <a:avLst/>
            </a:prstGeom>
            <a:solidFill>
              <a:srgbClr val="808080"/>
            </a:solidFill>
            <a:ln w="9525">
              <a:solidFill>
                <a:srgbClr val="808080"/>
              </a:solidFill>
              <a:round/>
              <a:headEnd/>
              <a:tailEnd/>
            </a:ln>
          </p:spPr>
          <p:txBody>
            <a:bodyPr/>
            <a:lstStyle/>
            <a:p>
              <a:endParaRPr lang="en-US"/>
            </a:p>
          </p:txBody>
        </p:sp>
        <p:sp>
          <p:nvSpPr>
            <p:cNvPr id="56669" name="Oval 587"/>
            <p:cNvSpPr>
              <a:spLocks noChangeArrowheads="1"/>
            </p:cNvSpPr>
            <p:nvPr/>
          </p:nvSpPr>
          <p:spPr bwMode="auto">
            <a:xfrm>
              <a:off x="3293" y="2355"/>
              <a:ext cx="32" cy="32"/>
            </a:xfrm>
            <a:prstGeom prst="ellipse">
              <a:avLst/>
            </a:prstGeom>
            <a:solidFill>
              <a:srgbClr val="808080"/>
            </a:solidFill>
            <a:ln w="25400">
              <a:solidFill>
                <a:srgbClr val="808080"/>
              </a:solidFill>
              <a:round/>
              <a:headEnd/>
              <a:tailEnd/>
            </a:ln>
          </p:spPr>
          <p:txBody>
            <a:bodyPr/>
            <a:lstStyle/>
            <a:p>
              <a:endParaRPr lang="en-US"/>
            </a:p>
          </p:txBody>
        </p:sp>
        <p:sp>
          <p:nvSpPr>
            <p:cNvPr id="56670" name="Oval 588"/>
            <p:cNvSpPr>
              <a:spLocks noChangeArrowheads="1"/>
            </p:cNvSpPr>
            <p:nvPr/>
          </p:nvSpPr>
          <p:spPr bwMode="auto">
            <a:xfrm>
              <a:off x="3293" y="2658"/>
              <a:ext cx="32" cy="40"/>
            </a:xfrm>
            <a:prstGeom prst="ellipse">
              <a:avLst/>
            </a:prstGeom>
            <a:solidFill>
              <a:srgbClr val="808080"/>
            </a:solidFill>
            <a:ln w="9525">
              <a:solidFill>
                <a:srgbClr val="808080"/>
              </a:solidFill>
              <a:round/>
              <a:headEnd/>
              <a:tailEnd/>
            </a:ln>
          </p:spPr>
          <p:txBody>
            <a:bodyPr/>
            <a:lstStyle/>
            <a:p>
              <a:endParaRPr lang="en-US"/>
            </a:p>
          </p:txBody>
        </p:sp>
        <p:sp>
          <p:nvSpPr>
            <p:cNvPr id="56671" name="Oval 589"/>
            <p:cNvSpPr>
              <a:spLocks noChangeArrowheads="1"/>
            </p:cNvSpPr>
            <p:nvPr/>
          </p:nvSpPr>
          <p:spPr bwMode="auto">
            <a:xfrm>
              <a:off x="3293" y="2658"/>
              <a:ext cx="32" cy="40"/>
            </a:xfrm>
            <a:prstGeom prst="ellipse">
              <a:avLst/>
            </a:prstGeom>
            <a:solidFill>
              <a:srgbClr val="808080"/>
            </a:solidFill>
            <a:ln w="25400">
              <a:solidFill>
                <a:srgbClr val="808080"/>
              </a:solidFill>
              <a:round/>
              <a:headEnd/>
              <a:tailEnd/>
            </a:ln>
          </p:spPr>
          <p:txBody>
            <a:bodyPr/>
            <a:lstStyle/>
            <a:p>
              <a:endParaRPr lang="en-US"/>
            </a:p>
          </p:txBody>
        </p:sp>
        <p:sp>
          <p:nvSpPr>
            <p:cNvPr id="56672" name="Oval 590"/>
            <p:cNvSpPr>
              <a:spLocks noChangeArrowheads="1"/>
            </p:cNvSpPr>
            <p:nvPr/>
          </p:nvSpPr>
          <p:spPr bwMode="auto">
            <a:xfrm>
              <a:off x="3285" y="2969"/>
              <a:ext cx="32" cy="32"/>
            </a:xfrm>
            <a:prstGeom prst="ellipse">
              <a:avLst/>
            </a:prstGeom>
            <a:solidFill>
              <a:srgbClr val="808080"/>
            </a:solidFill>
            <a:ln w="9525">
              <a:solidFill>
                <a:srgbClr val="808080"/>
              </a:solidFill>
              <a:round/>
              <a:headEnd/>
              <a:tailEnd/>
            </a:ln>
          </p:spPr>
          <p:txBody>
            <a:bodyPr/>
            <a:lstStyle/>
            <a:p>
              <a:endParaRPr lang="en-US"/>
            </a:p>
          </p:txBody>
        </p:sp>
        <p:sp>
          <p:nvSpPr>
            <p:cNvPr id="56673" name="Oval 591"/>
            <p:cNvSpPr>
              <a:spLocks noChangeArrowheads="1"/>
            </p:cNvSpPr>
            <p:nvPr/>
          </p:nvSpPr>
          <p:spPr bwMode="auto">
            <a:xfrm>
              <a:off x="3285" y="2969"/>
              <a:ext cx="32" cy="32"/>
            </a:xfrm>
            <a:prstGeom prst="ellipse">
              <a:avLst/>
            </a:prstGeom>
            <a:solidFill>
              <a:srgbClr val="808080"/>
            </a:solidFill>
            <a:ln w="25400">
              <a:solidFill>
                <a:srgbClr val="808080"/>
              </a:solidFill>
              <a:round/>
              <a:headEnd/>
              <a:tailEnd/>
            </a:ln>
          </p:spPr>
          <p:txBody>
            <a:bodyPr/>
            <a:lstStyle/>
            <a:p>
              <a:endParaRPr lang="en-US"/>
            </a:p>
          </p:txBody>
        </p:sp>
        <p:grpSp>
          <p:nvGrpSpPr>
            <p:cNvPr id="56674" name="Group 592"/>
            <p:cNvGrpSpPr>
              <a:grpSpLocks/>
            </p:cNvGrpSpPr>
            <p:nvPr/>
          </p:nvGrpSpPr>
          <p:grpSpPr bwMode="auto">
            <a:xfrm>
              <a:off x="3748" y="1741"/>
              <a:ext cx="40" cy="1260"/>
              <a:chOff x="3748" y="1741"/>
              <a:chExt cx="40" cy="1260"/>
            </a:xfrm>
          </p:grpSpPr>
          <p:sp>
            <p:nvSpPr>
              <p:cNvPr id="57297" name="Oval 593"/>
              <p:cNvSpPr>
                <a:spLocks noChangeArrowheads="1"/>
              </p:cNvSpPr>
              <p:nvPr/>
            </p:nvSpPr>
            <p:spPr bwMode="auto">
              <a:xfrm>
                <a:off x="3748" y="1741"/>
                <a:ext cx="40" cy="32"/>
              </a:xfrm>
              <a:prstGeom prst="ellipse">
                <a:avLst/>
              </a:prstGeom>
              <a:solidFill>
                <a:srgbClr val="808080"/>
              </a:solidFill>
              <a:ln w="9525">
                <a:solidFill>
                  <a:srgbClr val="808080"/>
                </a:solidFill>
                <a:round/>
                <a:headEnd/>
                <a:tailEnd/>
              </a:ln>
            </p:spPr>
            <p:txBody>
              <a:bodyPr/>
              <a:lstStyle/>
              <a:p>
                <a:endParaRPr lang="en-US"/>
              </a:p>
            </p:txBody>
          </p:sp>
          <p:sp>
            <p:nvSpPr>
              <p:cNvPr id="57298" name="Oval 594"/>
              <p:cNvSpPr>
                <a:spLocks noChangeArrowheads="1"/>
              </p:cNvSpPr>
              <p:nvPr/>
            </p:nvSpPr>
            <p:spPr bwMode="auto">
              <a:xfrm>
                <a:off x="3748" y="1741"/>
                <a:ext cx="40" cy="32"/>
              </a:xfrm>
              <a:prstGeom prst="ellipse">
                <a:avLst/>
              </a:prstGeom>
              <a:solidFill>
                <a:srgbClr val="808080"/>
              </a:solidFill>
              <a:ln w="25400">
                <a:solidFill>
                  <a:srgbClr val="808080"/>
                </a:solidFill>
                <a:round/>
                <a:headEnd/>
                <a:tailEnd/>
              </a:ln>
            </p:spPr>
            <p:txBody>
              <a:bodyPr/>
              <a:lstStyle/>
              <a:p>
                <a:endParaRPr lang="en-US"/>
              </a:p>
            </p:txBody>
          </p:sp>
          <p:sp>
            <p:nvSpPr>
              <p:cNvPr id="57299" name="Oval 595"/>
              <p:cNvSpPr>
                <a:spLocks noChangeArrowheads="1"/>
              </p:cNvSpPr>
              <p:nvPr/>
            </p:nvSpPr>
            <p:spPr bwMode="auto">
              <a:xfrm>
                <a:off x="3756" y="2044"/>
                <a:ext cx="32" cy="32"/>
              </a:xfrm>
              <a:prstGeom prst="ellipse">
                <a:avLst/>
              </a:prstGeom>
              <a:solidFill>
                <a:srgbClr val="808080"/>
              </a:solidFill>
              <a:ln w="9525">
                <a:solidFill>
                  <a:srgbClr val="808080"/>
                </a:solidFill>
                <a:round/>
                <a:headEnd/>
                <a:tailEnd/>
              </a:ln>
            </p:spPr>
            <p:txBody>
              <a:bodyPr/>
              <a:lstStyle/>
              <a:p>
                <a:endParaRPr lang="en-US"/>
              </a:p>
            </p:txBody>
          </p:sp>
          <p:sp>
            <p:nvSpPr>
              <p:cNvPr id="57300" name="Oval 596"/>
              <p:cNvSpPr>
                <a:spLocks noChangeArrowheads="1"/>
              </p:cNvSpPr>
              <p:nvPr/>
            </p:nvSpPr>
            <p:spPr bwMode="auto">
              <a:xfrm>
                <a:off x="3756" y="2044"/>
                <a:ext cx="32" cy="32"/>
              </a:xfrm>
              <a:prstGeom prst="ellipse">
                <a:avLst/>
              </a:prstGeom>
              <a:solidFill>
                <a:srgbClr val="808080"/>
              </a:solidFill>
              <a:ln w="25400">
                <a:solidFill>
                  <a:srgbClr val="808080"/>
                </a:solidFill>
                <a:round/>
                <a:headEnd/>
                <a:tailEnd/>
              </a:ln>
            </p:spPr>
            <p:txBody>
              <a:bodyPr/>
              <a:lstStyle/>
              <a:p>
                <a:endParaRPr lang="en-US"/>
              </a:p>
            </p:txBody>
          </p:sp>
          <p:sp>
            <p:nvSpPr>
              <p:cNvPr id="57301" name="Oval 597"/>
              <p:cNvSpPr>
                <a:spLocks noChangeArrowheads="1"/>
              </p:cNvSpPr>
              <p:nvPr/>
            </p:nvSpPr>
            <p:spPr bwMode="auto">
              <a:xfrm>
                <a:off x="3756" y="2355"/>
                <a:ext cx="32" cy="32"/>
              </a:xfrm>
              <a:prstGeom prst="ellipse">
                <a:avLst/>
              </a:prstGeom>
              <a:solidFill>
                <a:srgbClr val="808080"/>
              </a:solidFill>
              <a:ln w="9525">
                <a:solidFill>
                  <a:srgbClr val="808080"/>
                </a:solidFill>
                <a:round/>
                <a:headEnd/>
                <a:tailEnd/>
              </a:ln>
            </p:spPr>
            <p:txBody>
              <a:bodyPr/>
              <a:lstStyle/>
              <a:p>
                <a:endParaRPr lang="en-US"/>
              </a:p>
            </p:txBody>
          </p:sp>
          <p:sp>
            <p:nvSpPr>
              <p:cNvPr id="57302" name="Oval 598"/>
              <p:cNvSpPr>
                <a:spLocks noChangeArrowheads="1"/>
              </p:cNvSpPr>
              <p:nvPr/>
            </p:nvSpPr>
            <p:spPr bwMode="auto">
              <a:xfrm>
                <a:off x="3756" y="2355"/>
                <a:ext cx="32" cy="32"/>
              </a:xfrm>
              <a:prstGeom prst="ellipse">
                <a:avLst/>
              </a:prstGeom>
              <a:solidFill>
                <a:srgbClr val="808080"/>
              </a:solidFill>
              <a:ln w="25400">
                <a:solidFill>
                  <a:srgbClr val="808080"/>
                </a:solidFill>
                <a:round/>
                <a:headEnd/>
                <a:tailEnd/>
              </a:ln>
            </p:spPr>
            <p:txBody>
              <a:bodyPr/>
              <a:lstStyle/>
              <a:p>
                <a:endParaRPr lang="en-US"/>
              </a:p>
            </p:txBody>
          </p:sp>
          <p:sp>
            <p:nvSpPr>
              <p:cNvPr id="57303" name="Oval 599"/>
              <p:cNvSpPr>
                <a:spLocks noChangeArrowheads="1"/>
              </p:cNvSpPr>
              <p:nvPr/>
            </p:nvSpPr>
            <p:spPr bwMode="auto">
              <a:xfrm>
                <a:off x="3748" y="2658"/>
                <a:ext cx="40" cy="32"/>
              </a:xfrm>
              <a:prstGeom prst="ellipse">
                <a:avLst/>
              </a:prstGeom>
              <a:solidFill>
                <a:srgbClr val="808080"/>
              </a:solidFill>
              <a:ln w="9525">
                <a:solidFill>
                  <a:srgbClr val="808080"/>
                </a:solidFill>
                <a:round/>
                <a:headEnd/>
                <a:tailEnd/>
              </a:ln>
            </p:spPr>
            <p:txBody>
              <a:bodyPr/>
              <a:lstStyle/>
              <a:p>
                <a:endParaRPr lang="en-US"/>
              </a:p>
            </p:txBody>
          </p:sp>
          <p:sp>
            <p:nvSpPr>
              <p:cNvPr id="57304" name="Oval 600"/>
              <p:cNvSpPr>
                <a:spLocks noChangeArrowheads="1"/>
              </p:cNvSpPr>
              <p:nvPr/>
            </p:nvSpPr>
            <p:spPr bwMode="auto">
              <a:xfrm>
                <a:off x="3748" y="2658"/>
                <a:ext cx="40" cy="32"/>
              </a:xfrm>
              <a:prstGeom prst="ellipse">
                <a:avLst/>
              </a:prstGeom>
              <a:solidFill>
                <a:srgbClr val="808080"/>
              </a:solidFill>
              <a:ln w="25400">
                <a:solidFill>
                  <a:srgbClr val="808080"/>
                </a:solidFill>
                <a:round/>
                <a:headEnd/>
                <a:tailEnd/>
              </a:ln>
            </p:spPr>
            <p:txBody>
              <a:bodyPr/>
              <a:lstStyle/>
              <a:p>
                <a:endParaRPr lang="en-US"/>
              </a:p>
            </p:txBody>
          </p:sp>
          <p:sp>
            <p:nvSpPr>
              <p:cNvPr id="57305" name="Oval 601"/>
              <p:cNvSpPr>
                <a:spLocks noChangeArrowheads="1"/>
              </p:cNvSpPr>
              <p:nvPr/>
            </p:nvSpPr>
            <p:spPr bwMode="auto">
              <a:xfrm>
                <a:off x="3748" y="2969"/>
                <a:ext cx="32" cy="32"/>
              </a:xfrm>
              <a:prstGeom prst="ellipse">
                <a:avLst/>
              </a:prstGeom>
              <a:solidFill>
                <a:srgbClr val="808080"/>
              </a:solidFill>
              <a:ln w="9525">
                <a:solidFill>
                  <a:srgbClr val="808080"/>
                </a:solidFill>
                <a:round/>
                <a:headEnd/>
                <a:tailEnd/>
              </a:ln>
            </p:spPr>
            <p:txBody>
              <a:bodyPr/>
              <a:lstStyle/>
              <a:p>
                <a:endParaRPr lang="en-US"/>
              </a:p>
            </p:txBody>
          </p:sp>
          <p:sp>
            <p:nvSpPr>
              <p:cNvPr id="57306" name="Oval 602"/>
              <p:cNvSpPr>
                <a:spLocks noChangeArrowheads="1"/>
              </p:cNvSpPr>
              <p:nvPr/>
            </p:nvSpPr>
            <p:spPr bwMode="auto">
              <a:xfrm>
                <a:off x="3748" y="2969"/>
                <a:ext cx="32" cy="32"/>
              </a:xfrm>
              <a:prstGeom prst="ellipse">
                <a:avLst/>
              </a:prstGeom>
              <a:solidFill>
                <a:srgbClr val="808080"/>
              </a:solidFill>
              <a:ln w="25400">
                <a:solidFill>
                  <a:srgbClr val="808080"/>
                </a:solidFill>
                <a:round/>
                <a:headEnd/>
                <a:tailEnd/>
              </a:ln>
            </p:spPr>
            <p:txBody>
              <a:bodyPr/>
              <a:lstStyle/>
              <a:p>
                <a:endParaRPr lang="en-US"/>
              </a:p>
            </p:txBody>
          </p:sp>
        </p:grpSp>
        <p:grpSp>
          <p:nvGrpSpPr>
            <p:cNvPr id="56675" name="Group 603"/>
            <p:cNvGrpSpPr>
              <a:grpSpLocks/>
            </p:cNvGrpSpPr>
            <p:nvPr/>
          </p:nvGrpSpPr>
          <p:grpSpPr bwMode="auto">
            <a:xfrm>
              <a:off x="4203" y="1749"/>
              <a:ext cx="48" cy="1252"/>
              <a:chOff x="4203" y="1749"/>
              <a:chExt cx="48" cy="1252"/>
            </a:xfrm>
          </p:grpSpPr>
          <p:sp>
            <p:nvSpPr>
              <p:cNvPr id="57287" name="Oval 604"/>
              <p:cNvSpPr>
                <a:spLocks noChangeArrowheads="1"/>
              </p:cNvSpPr>
              <p:nvPr/>
            </p:nvSpPr>
            <p:spPr bwMode="auto">
              <a:xfrm>
                <a:off x="4211" y="1749"/>
                <a:ext cx="32" cy="32"/>
              </a:xfrm>
              <a:prstGeom prst="ellipse">
                <a:avLst/>
              </a:prstGeom>
              <a:solidFill>
                <a:srgbClr val="808080"/>
              </a:solidFill>
              <a:ln w="9525">
                <a:solidFill>
                  <a:srgbClr val="808080"/>
                </a:solidFill>
                <a:round/>
                <a:headEnd/>
                <a:tailEnd/>
              </a:ln>
            </p:spPr>
            <p:txBody>
              <a:bodyPr/>
              <a:lstStyle/>
              <a:p>
                <a:endParaRPr lang="en-US"/>
              </a:p>
            </p:txBody>
          </p:sp>
          <p:sp>
            <p:nvSpPr>
              <p:cNvPr id="57288" name="Oval 605"/>
              <p:cNvSpPr>
                <a:spLocks noChangeArrowheads="1"/>
              </p:cNvSpPr>
              <p:nvPr/>
            </p:nvSpPr>
            <p:spPr bwMode="auto">
              <a:xfrm>
                <a:off x="4211" y="1749"/>
                <a:ext cx="32" cy="32"/>
              </a:xfrm>
              <a:prstGeom prst="ellipse">
                <a:avLst/>
              </a:prstGeom>
              <a:solidFill>
                <a:srgbClr val="808080"/>
              </a:solidFill>
              <a:ln w="25400">
                <a:solidFill>
                  <a:srgbClr val="808080"/>
                </a:solidFill>
                <a:round/>
                <a:headEnd/>
                <a:tailEnd/>
              </a:ln>
            </p:spPr>
            <p:txBody>
              <a:bodyPr/>
              <a:lstStyle/>
              <a:p>
                <a:endParaRPr lang="en-US"/>
              </a:p>
            </p:txBody>
          </p:sp>
          <p:sp>
            <p:nvSpPr>
              <p:cNvPr id="57289" name="Oval 606"/>
              <p:cNvSpPr>
                <a:spLocks noChangeArrowheads="1"/>
              </p:cNvSpPr>
              <p:nvPr/>
            </p:nvSpPr>
            <p:spPr bwMode="auto">
              <a:xfrm>
                <a:off x="4219" y="2052"/>
                <a:ext cx="32" cy="32"/>
              </a:xfrm>
              <a:prstGeom prst="ellipse">
                <a:avLst/>
              </a:prstGeom>
              <a:solidFill>
                <a:srgbClr val="808080"/>
              </a:solidFill>
              <a:ln w="9525">
                <a:solidFill>
                  <a:srgbClr val="808080"/>
                </a:solidFill>
                <a:round/>
                <a:headEnd/>
                <a:tailEnd/>
              </a:ln>
            </p:spPr>
            <p:txBody>
              <a:bodyPr/>
              <a:lstStyle/>
              <a:p>
                <a:endParaRPr lang="en-US"/>
              </a:p>
            </p:txBody>
          </p:sp>
          <p:sp>
            <p:nvSpPr>
              <p:cNvPr id="57290" name="Oval 607"/>
              <p:cNvSpPr>
                <a:spLocks noChangeArrowheads="1"/>
              </p:cNvSpPr>
              <p:nvPr/>
            </p:nvSpPr>
            <p:spPr bwMode="auto">
              <a:xfrm>
                <a:off x="4219" y="2052"/>
                <a:ext cx="32" cy="32"/>
              </a:xfrm>
              <a:prstGeom prst="ellipse">
                <a:avLst/>
              </a:prstGeom>
              <a:solidFill>
                <a:srgbClr val="808080"/>
              </a:solidFill>
              <a:ln w="25400">
                <a:solidFill>
                  <a:srgbClr val="808080"/>
                </a:solidFill>
                <a:round/>
                <a:headEnd/>
                <a:tailEnd/>
              </a:ln>
            </p:spPr>
            <p:txBody>
              <a:bodyPr/>
              <a:lstStyle/>
              <a:p>
                <a:endParaRPr lang="en-US"/>
              </a:p>
            </p:txBody>
          </p:sp>
          <p:sp>
            <p:nvSpPr>
              <p:cNvPr id="57291" name="Oval 608"/>
              <p:cNvSpPr>
                <a:spLocks noChangeArrowheads="1"/>
              </p:cNvSpPr>
              <p:nvPr/>
            </p:nvSpPr>
            <p:spPr bwMode="auto">
              <a:xfrm>
                <a:off x="4219" y="2355"/>
                <a:ext cx="32" cy="32"/>
              </a:xfrm>
              <a:prstGeom prst="ellipse">
                <a:avLst/>
              </a:prstGeom>
              <a:solidFill>
                <a:srgbClr val="808080"/>
              </a:solidFill>
              <a:ln w="9525">
                <a:solidFill>
                  <a:srgbClr val="808080"/>
                </a:solidFill>
                <a:round/>
                <a:headEnd/>
                <a:tailEnd/>
              </a:ln>
            </p:spPr>
            <p:txBody>
              <a:bodyPr/>
              <a:lstStyle/>
              <a:p>
                <a:endParaRPr lang="en-US"/>
              </a:p>
            </p:txBody>
          </p:sp>
          <p:sp>
            <p:nvSpPr>
              <p:cNvPr id="57292" name="Oval 609"/>
              <p:cNvSpPr>
                <a:spLocks noChangeArrowheads="1"/>
              </p:cNvSpPr>
              <p:nvPr/>
            </p:nvSpPr>
            <p:spPr bwMode="auto">
              <a:xfrm>
                <a:off x="4219" y="2355"/>
                <a:ext cx="32" cy="32"/>
              </a:xfrm>
              <a:prstGeom prst="ellipse">
                <a:avLst/>
              </a:prstGeom>
              <a:solidFill>
                <a:srgbClr val="808080"/>
              </a:solidFill>
              <a:ln w="25400">
                <a:solidFill>
                  <a:srgbClr val="808080"/>
                </a:solidFill>
                <a:round/>
                <a:headEnd/>
                <a:tailEnd/>
              </a:ln>
            </p:spPr>
            <p:txBody>
              <a:bodyPr/>
              <a:lstStyle/>
              <a:p>
                <a:endParaRPr lang="en-US"/>
              </a:p>
            </p:txBody>
          </p:sp>
          <p:sp>
            <p:nvSpPr>
              <p:cNvPr id="57293" name="Oval 610"/>
              <p:cNvSpPr>
                <a:spLocks noChangeArrowheads="1"/>
              </p:cNvSpPr>
              <p:nvPr/>
            </p:nvSpPr>
            <p:spPr bwMode="auto">
              <a:xfrm>
                <a:off x="4211" y="2666"/>
                <a:ext cx="32" cy="32"/>
              </a:xfrm>
              <a:prstGeom prst="ellipse">
                <a:avLst/>
              </a:prstGeom>
              <a:solidFill>
                <a:srgbClr val="808080"/>
              </a:solidFill>
              <a:ln w="9525">
                <a:solidFill>
                  <a:srgbClr val="808080"/>
                </a:solidFill>
                <a:round/>
                <a:headEnd/>
                <a:tailEnd/>
              </a:ln>
            </p:spPr>
            <p:txBody>
              <a:bodyPr/>
              <a:lstStyle/>
              <a:p>
                <a:endParaRPr lang="en-US"/>
              </a:p>
            </p:txBody>
          </p:sp>
          <p:sp>
            <p:nvSpPr>
              <p:cNvPr id="57294" name="Oval 611"/>
              <p:cNvSpPr>
                <a:spLocks noChangeArrowheads="1"/>
              </p:cNvSpPr>
              <p:nvPr/>
            </p:nvSpPr>
            <p:spPr bwMode="auto">
              <a:xfrm>
                <a:off x="4211" y="2666"/>
                <a:ext cx="32" cy="32"/>
              </a:xfrm>
              <a:prstGeom prst="ellipse">
                <a:avLst/>
              </a:prstGeom>
              <a:solidFill>
                <a:srgbClr val="808080"/>
              </a:solidFill>
              <a:ln w="25400">
                <a:solidFill>
                  <a:srgbClr val="808080"/>
                </a:solidFill>
                <a:round/>
                <a:headEnd/>
                <a:tailEnd/>
              </a:ln>
            </p:spPr>
            <p:txBody>
              <a:bodyPr/>
              <a:lstStyle/>
              <a:p>
                <a:endParaRPr lang="en-US"/>
              </a:p>
            </p:txBody>
          </p:sp>
          <p:sp>
            <p:nvSpPr>
              <p:cNvPr id="57295" name="Oval 612"/>
              <p:cNvSpPr>
                <a:spLocks noChangeArrowheads="1"/>
              </p:cNvSpPr>
              <p:nvPr/>
            </p:nvSpPr>
            <p:spPr bwMode="auto">
              <a:xfrm>
                <a:off x="4203" y="2969"/>
                <a:ext cx="40" cy="32"/>
              </a:xfrm>
              <a:prstGeom prst="ellipse">
                <a:avLst/>
              </a:prstGeom>
              <a:solidFill>
                <a:srgbClr val="808080"/>
              </a:solidFill>
              <a:ln w="9525">
                <a:solidFill>
                  <a:srgbClr val="808080"/>
                </a:solidFill>
                <a:round/>
                <a:headEnd/>
                <a:tailEnd/>
              </a:ln>
            </p:spPr>
            <p:txBody>
              <a:bodyPr/>
              <a:lstStyle/>
              <a:p>
                <a:endParaRPr lang="en-US"/>
              </a:p>
            </p:txBody>
          </p:sp>
          <p:sp>
            <p:nvSpPr>
              <p:cNvPr id="57296" name="Oval 613"/>
              <p:cNvSpPr>
                <a:spLocks noChangeArrowheads="1"/>
              </p:cNvSpPr>
              <p:nvPr/>
            </p:nvSpPr>
            <p:spPr bwMode="auto">
              <a:xfrm>
                <a:off x="4203" y="2969"/>
                <a:ext cx="40" cy="32"/>
              </a:xfrm>
              <a:prstGeom prst="ellipse">
                <a:avLst/>
              </a:prstGeom>
              <a:solidFill>
                <a:srgbClr val="808080"/>
              </a:solidFill>
              <a:ln w="25400">
                <a:solidFill>
                  <a:srgbClr val="808080"/>
                </a:solidFill>
                <a:round/>
                <a:headEnd/>
                <a:tailEnd/>
              </a:ln>
            </p:spPr>
            <p:txBody>
              <a:bodyPr/>
              <a:lstStyle/>
              <a:p>
                <a:endParaRPr lang="en-US"/>
              </a:p>
            </p:txBody>
          </p:sp>
        </p:grpSp>
        <p:grpSp>
          <p:nvGrpSpPr>
            <p:cNvPr id="56676" name="Group 614"/>
            <p:cNvGrpSpPr>
              <a:grpSpLocks/>
            </p:cNvGrpSpPr>
            <p:nvPr/>
          </p:nvGrpSpPr>
          <p:grpSpPr bwMode="auto">
            <a:xfrm>
              <a:off x="3317" y="2076"/>
              <a:ext cx="431" cy="284"/>
              <a:chOff x="3317" y="2076"/>
              <a:chExt cx="431" cy="284"/>
            </a:xfrm>
          </p:grpSpPr>
          <p:sp>
            <p:nvSpPr>
              <p:cNvPr id="57285" name="Freeform 615"/>
              <p:cNvSpPr>
                <a:spLocks/>
              </p:cNvSpPr>
              <p:nvPr/>
            </p:nvSpPr>
            <p:spPr bwMode="auto">
              <a:xfrm>
                <a:off x="3620" y="2076"/>
                <a:ext cx="128" cy="104"/>
              </a:xfrm>
              <a:custGeom>
                <a:avLst/>
                <a:gdLst>
                  <a:gd name="T0" fmla="*/ 128 w 128"/>
                  <a:gd name="T1" fmla="*/ 0 h 104"/>
                  <a:gd name="T2" fmla="*/ 40 w 128"/>
                  <a:gd name="T3" fmla="*/ 104 h 104"/>
                  <a:gd name="T4" fmla="*/ 16 w 128"/>
                  <a:gd name="T5" fmla="*/ 72 h 104"/>
                  <a:gd name="T6" fmla="*/ 0 w 128"/>
                  <a:gd name="T7" fmla="*/ 48 h 104"/>
                  <a:gd name="T8" fmla="*/ 128 w 128"/>
                  <a:gd name="T9" fmla="*/ 0 h 10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8" h="104">
                    <a:moveTo>
                      <a:pt x="128" y="0"/>
                    </a:moveTo>
                    <a:lnTo>
                      <a:pt x="40" y="104"/>
                    </a:lnTo>
                    <a:lnTo>
                      <a:pt x="16" y="72"/>
                    </a:lnTo>
                    <a:lnTo>
                      <a:pt x="0" y="48"/>
                    </a:lnTo>
                    <a:lnTo>
                      <a:pt x="128" y="0"/>
                    </a:lnTo>
                    <a:close/>
                  </a:path>
                </a:pathLst>
              </a:custGeom>
              <a:solidFill>
                <a:srgbClr val="808080"/>
              </a:solidFill>
              <a:ln w="9525">
                <a:solidFill>
                  <a:srgbClr val="808080"/>
                </a:solidFill>
                <a:round/>
                <a:headEnd/>
                <a:tailEnd/>
              </a:ln>
            </p:spPr>
            <p:txBody>
              <a:bodyPr/>
              <a:lstStyle/>
              <a:p>
                <a:endParaRPr lang="en-US"/>
              </a:p>
            </p:txBody>
          </p:sp>
          <p:sp>
            <p:nvSpPr>
              <p:cNvPr id="57286" name="Line 616"/>
              <p:cNvSpPr>
                <a:spLocks noChangeShapeType="1"/>
              </p:cNvSpPr>
              <p:nvPr/>
            </p:nvSpPr>
            <p:spPr bwMode="auto">
              <a:xfrm flipV="1">
                <a:off x="3317" y="2143"/>
                <a:ext cx="327" cy="217"/>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677" name="Group 617"/>
            <p:cNvGrpSpPr>
              <a:grpSpLocks/>
            </p:cNvGrpSpPr>
            <p:nvPr/>
          </p:nvGrpSpPr>
          <p:grpSpPr bwMode="auto">
            <a:xfrm>
              <a:off x="3325" y="1733"/>
              <a:ext cx="415" cy="56"/>
              <a:chOff x="3325" y="1733"/>
              <a:chExt cx="415" cy="56"/>
            </a:xfrm>
          </p:grpSpPr>
          <p:sp>
            <p:nvSpPr>
              <p:cNvPr id="57277" name="Freeform 618"/>
              <p:cNvSpPr>
                <a:spLocks/>
              </p:cNvSpPr>
              <p:nvPr/>
            </p:nvSpPr>
            <p:spPr bwMode="auto">
              <a:xfrm>
                <a:off x="3628" y="1733"/>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rgbClr val="808080"/>
              </a:solidFill>
              <a:ln w="9525">
                <a:solidFill>
                  <a:srgbClr val="808080"/>
                </a:solidFill>
                <a:round/>
                <a:headEnd/>
                <a:tailEnd/>
              </a:ln>
            </p:spPr>
            <p:txBody>
              <a:bodyPr/>
              <a:lstStyle/>
              <a:p>
                <a:endParaRPr lang="en-US"/>
              </a:p>
            </p:txBody>
          </p:sp>
          <p:grpSp>
            <p:nvGrpSpPr>
              <p:cNvPr id="57278" name="Group 619"/>
              <p:cNvGrpSpPr>
                <a:grpSpLocks/>
              </p:cNvGrpSpPr>
              <p:nvPr/>
            </p:nvGrpSpPr>
            <p:grpSpPr bwMode="auto">
              <a:xfrm>
                <a:off x="3325" y="1757"/>
                <a:ext cx="295" cy="1"/>
                <a:chOff x="3325" y="1757"/>
                <a:chExt cx="295" cy="1"/>
              </a:xfrm>
            </p:grpSpPr>
            <p:sp>
              <p:nvSpPr>
                <p:cNvPr id="57279" name="Line 620"/>
                <p:cNvSpPr>
                  <a:spLocks noChangeShapeType="1"/>
                </p:cNvSpPr>
                <p:nvPr/>
              </p:nvSpPr>
              <p:spPr bwMode="auto">
                <a:xfrm>
                  <a:off x="3325"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280" name="Line 621"/>
                <p:cNvSpPr>
                  <a:spLocks noChangeShapeType="1"/>
                </p:cNvSpPr>
                <p:nvPr/>
              </p:nvSpPr>
              <p:spPr bwMode="auto">
                <a:xfrm>
                  <a:off x="3381"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281" name="Line 622"/>
                <p:cNvSpPr>
                  <a:spLocks noChangeShapeType="1"/>
                </p:cNvSpPr>
                <p:nvPr/>
              </p:nvSpPr>
              <p:spPr bwMode="auto">
                <a:xfrm>
                  <a:off x="3437"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282" name="Line 623"/>
                <p:cNvSpPr>
                  <a:spLocks noChangeShapeType="1"/>
                </p:cNvSpPr>
                <p:nvPr/>
              </p:nvSpPr>
              <p:spPr bwMode="auto">
                <a:xfrm>
                  <a:off x="3493" y="1757"/>
                  <a:ext cx="23"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283" name="Line 624"/>
                <p:cNvSpPr>
                  <a:spLocks noChangeShapeType="1"/>
                </p:cNvSpPr>
                <p:nvPr/>
              </p:nvSpPr>
              <p:spPr bwMode="auto">
                <a:xfrm>
                  <a:off x="3548"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284" name="Line 625"/>
                <p:cNvSpPr>
                  <a:spLocks noChangeShapeType="1"/>
                </p:cNvSpPr>
                <p:nvPr/>
              </p:nvSpPr>
              <p:spPr bwMode="auto">
                <a:xfrm>
                  <a:off x="3604" y="1757"/>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678" name="Group 626"/>
            <p:cNvGrpSpPr>
              <a:grpSpLocks/>
            </p:cNvGrpSpPr>
            <p:nvPr/>
          </p:nvGrpSpPr>
          <p:grpSpPr bwMode="auto">
            <a:xfrm>
              <a:off x="3788" y="1733"/>
              <a:ext cx="415" cy="56"/>
              <a:chOff x="3788" y="1733"/>
              <a:chExt cx="415" cy="56"/>
            </a:xfrm>
          </p:grpSpPr>
          <p:sp>
            <p:nvSpPr>
              <p:cNvPr id="57269" name="Freeform 627"/>
              <p:cNvSpPr>
                <a:spLocks/>
              </p:cNvSpPr>
              <p:nvPr/>
            </p:nvSpPr>
            <p:spPr bwMode="auto">
              <a:xfrm>
                <a:off x="4091" y="1733"/>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rgbClr val="808080"/>
              </a:solidFill>
              <a:ln w="9525">
                <a:solidFill>
                  <a:srgbClr val="808080"/>
                </a:solidFill>
                <a:round/>
                <a:headEnd/>
                <a:tailEnd/>
              </a:ln>
            </p:spPr>
            <p:txBody>
              <a:bodyPr/>
              <a:lstStyle/>
              <a:p>
                <a:endParaRPr lang="en-US"/>
              </a:p>
            </p:txBody>
          </p:sp>
          <p:grpSp>
            <p:nvGrpSpPr>
              <p:cNvPr id="57270" name="Group 628"/>
              <p:cNvGrpSpPr>
                <a:grpSpLocks/>
              </p:cNvGrpSpPr>
              <p:nvPr/>
            </p:nvGrpSpPr>
            <p:grpSpPr bwMode="auto">
              <a:xfrm>
                <a:off x="3788" y="1757"/>
                <a:ext cx="295" cy="1"/>
                <a:chOff x="3788" y="1757"/>
                <a:chExt cx="295" cy="1"/>
              </a:xfrm>
            </p:grpSpPr>
            <p:sp>
              <p:nvSpPr>
                <p:cNvPr id="57271" name="Line 629"/>
                <p:cNvSpPr>
                  <a:spLocks noChangeShapeType="1"/>
                </p:cNvSpPr>
                <p:nvPr/>
              </p:nvSpPr>
              <p:spPr bwMode="auto">
                <a:xfrm>
                  <a:off x="3788"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272" name="Line 630"/>
                <p:cNvSpPr>
                  <a:spLocks noChangeShapeType="1"/>
                </p:cNvSpPr>
                <p:nvPr/>
              </p:nvSpPr>
              <p:spPr bwMode="auto">
                <a:xfrm>
                  <a:off x="3844"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273" name="Line 631"/>
                <p:cNvSpPr>
                  <a:spLocks noChangeShapeType="1"/>
                </p:cNvSpPr>
                <p:nvPr/>
              </p:nvSpPr>
              <p:spPr bwMode="auto">
                <a:xfrm>
                  <a:off x="3900"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274" name="Line 632"/>
                <p:cNvSpPr>
                  <a:spLocks noChangeShapeType="1"/>
                </p:cNvSpPr>
                <p:nvPr/>
              </p:nvSpPr>
              <p:spPr bwMode="auto">
                <a:xfrm>
                  <a:off x="3956"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275" name="Line 633"/>
                <p:cNvSpPr>
                  <a:spLocks noChangeShapeType="1"/>
                </p:cNvSpPr>
                <p:nvPr/>
              </p:nvSpPr>
              <p:spPr bwMode="auto">
                <a:xfrm>
                  <a:off x="4011"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276" name="Line 634"/>
                <p:cNvSpPr>
                  <a:spLocks noChangeShapeType="1"/>
                </p:cNvSpPr>
                <p:nvPr/>
              </p:nvSpPr>
              <p:spPr bwMode="auto">
                <a:xfrm>
                  <a:off x="4067" y="1757"/>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679" name="Group 635"/>
            <p:cNvGrpSpPr>
              <a:grpSpLocks/>
            </p:cNvGrpSpPr>
            <p:nvPr/>
          </p:nvGrpSpPr>
          <p:grpSpPr bwMode="auto">
            <a:xfrm>
              <a:off x="3325" y="2044"/>
              <a:ext cx="423" cy="56"/>
              <a:chOff x="3325" y="2044"/>
              <a:chExt cx="423" cy="56"/>
            </a:xfrm>
          </p:grpSpPr>
          <p:sp>
            <p:nvSpPr>
              <p:cNvPr id="57261" name="Freeform 636"/>
              <p:cNvSpPr>
                <a:spLocks/>
              </p:cNvSpPr>
              <p:nvPr/>
            </p:nvSpPr>
            <p:spPr bwMode="auto">
              <a:xfrm>
                <a:off x="3628" y="2044"/>
                <a:ext cx="120" cy="56"/>
              </a:xfrm>
              <a:custGeom>
                <a:avLst/>
                <a:gdLst>
                  <a:gd name="T0" fmla="*/ 120 w 120"/>
                  <a:gd name="T1" fmla="*/ 24 h 56"/>
                  <a:gd name="T2" fmla="*/ 0 w 120"/>
                  <a:gd name="T3" fmla="*/ 56 h 56"/>
                  <a:gd name="T4" fmla="*/ 0 w 120"/>
                  <a:gd name="T5" fmla="*/ 24 h 56"/>
                  <a:gd name="T6" fmla="*/ 0 w 120"/>
                  <a:gd name="T7" fmla="*/ 0 h 56"/>
                  <a:gd name="T8" fmla="*/ 120 w 120"/>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 h="56">
                    <a:moveTo>
                      <a:pt x="120" y="24"/>
                    </a:moveTo>
                    <a:lnTo>
                      <a:pt x="0" y="56"/>
                    </a:lnTo>
                    <a:lnTo>
                      <a:pt x="0" y="24"/>
                    </a:lnTo>
                    <a:lnTo>
                      <a:pt x="0" y="0"/>
                    </a:lnTo>
                    <a:lnTo>
                      <a:pt x="120" y="24"/>
                    </a:lnTo>
                    <a:close/>
                  </a:path>
                </a:pathLst>
              </a:custGeom>
              <a:solidFill>
                <a:srgbClr val="808080"/>
              </a:solidFill>
              <a:ln w="9525">
                <a:solidFill>
                  <a:srgbClr val="808080"/>
                </a:solidFill>
                <a:round/>
                <a:headEnd/>
                <a:tailEnd/>
              </a:ln>
            </p:spPr>
            <p:txBody>
              <a:bodyPr/>
              <a:lstStyle/>
              <a:p>
                <a:endParaRPr lang="en-US"/>
              </a:p>
            </p:txBody>
          </p:sp>
          <p:grpSp>
            <p:nvGrpSpPr>
              <p:cNvPr id="57262" name="Group 637"/>
              <p:cNvGrpSpPr>
                <a:grpSpLocks/>
              </p:cNvGrpSpPr>
              <p:nvPr/>
            </p:nvGrpSpPr>
            <p:grpSpPr bwMode="auto">
              <a:xfrm>
                <a:off x="3325" y="2068"/>
                <a:ext cx="295" cy="1"/>
                <a:chOff x="3325" y="2068"/>
                <a:chExt cx="295" cy="1"/>
              </a:xfrm>
            </p:grpSpPr>
            <p:sp>
              <p:nvSpPr>
                <p:cNvPr id="57263" name="Line 638"/>
                <p:cNvSpPr>
                  <a:spLocks noChangeShapeType="1"/>
                </p:cNvSpPr>
                <p:nvPr/>
              </p:nvSpPr>
              <p:spPr bwMode="auto">
                <a:xfrm>
                  <a:off x="3325"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264" name="Line 639"/>
                <p:cNvSpPr>
                  <a:spLocks noChangeShapeType="1"/>
                </p:cNvSpPr>
                <p:nvPr/>
              </p:nvSpPr>
              <p:spPr bwMode="auto">
                <a:xfrm>
                  <a:off x="3381"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265" name="Line 640"/>
                <p:cNvSpPr>
                  <a:spLocks noChangeShapeType="1"/>
                </p:cNvSpPr>
                <p:nvPr/>
              </p:nvSpPr>
              <p:spPr bwMode="auto">
                <a:xfrm>
                  <a:off x="3437"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266" name="Line 641"/>
                <p:cNvSpPr>
                  <a:spLocks noChangeShapeType="1"/>
                </p:cNvSpPr>
                <p:nvPr/>
              </p:nvSpPr>
              <p:spPr bwMode="auto">
                <a:xfrm>
                  <a:off x="3493" y="2068"/>
                  <a:ext cx="23"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267" name="Line 642"/>
                <p:cNvSpPr>
                  <a:spLocks noChangeShapeType="1"/>
                </p:cNvSpPr>
                <p:nvPr/>
              </p:nvSpPr>
              <p:spPr bwMode="auto">
                <a:xfrm>
                  <a:off x="3548"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268" name="Line 643"/>
                <p:cNvSpPr>
                  <a:spLocks noChangeShapeType="1"/>
                </p:cNvSpPr>
                <p:nvPr/>
              </p:nvSpPr>
              <p:spPr bwMode="auto">
                <a:xfrm>
                  <a:off x="3604" y="2068"/>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680" name="Group 644"/>
            <p:cNvGrpSpPr>
              <a:grpSpLocks/>
            </p:cNvGrpSpPr>
            <p:nvPr/>
          </p:nvGrpSpPr>
          <p:grpSpPr bwMode="auto">
            <a:xfrm>
              <a:off x="3796" y="2036"/>
              <a:ext cx="415" cy="56"/>
              <a:chOff x="3796" y="2036"/>
              <a:chExt cx="415" cy="56"/>
            </a:xfrm>
          </p:grpSpPr>
          <p:sp>
            <p:nvSpPr>
              <p:cNvPr id="57253" name="Freeform 645"/>
              <p:cNvSpPr>
                <a:spLocks/>
              </p:cNvSpPr>
              <p:nvPr/>
            </p:nvSpPr>
            <p:spPr bwMode="auto">
              <a:xfrm>
                <a:off x="4099"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rgbClr val="808080"/>
              </a:solidFill>
              <a:ln w="9525">
                <a:solidFill>
                  <a:srgbClr val="808080"/>
                </a:solidFill>
                <a:round/>
                <a:headEnd/>
                <a:tailEnd/>
              </a:ln>
            </p:spPr>
            <p:txBody>
              <a:bodyPr/>
              <a:lstStyle/>
              <a:p>
                <a:endParaRPr lang="en-US"/>
              </a:p>
            </p:txBody>
          </p:sp>
          <p:grpSp>
            <p:nvGrpSpPr>
              <p:cNvPr id="57254" name="Group 646"/>
              <p:cNvGrpSpPr>
                <a:grpSpLocks/>
              </p:cNvGrpSpPr>
              <p:nvPr/>
            </p:nvGrpSpPr>
            <p:grpSpPr bwMode="auto">
              <a:xfrm>
                <a:off x="3796" y="2068"/>
                <a:ext cx="295" cy="1"/>
                <a:chOff x="3796" y="2068"/>
                <a:chExt cx="295" cy="1"/>
              </a:xfrm>
            </p:grpSpPr>
            <p:sp>
              <p:nvSpPr>
                <p:cNvPr id="57255" name="Line 647"/>
                <p:cNvSpPr>
                  <a:spLocks noChangeShapeType="1"/>
                </p:cNvSpPr>
                <p:nvPr/>
              </p:nvSpPr>
              <p:spPr bwMode="auto">
                <a:xfrm>
                  <a:off x="3796"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256" name="Line 648"/>
                <p:cNvSpPr>
                  <a:spLocks noChangeShapeType="1"/>
                </p:cNvSpPr>
                <p:nvPr/>
              </p:nvSpPr>
              <p:spPr bwMode="auto">
                <a:xfrm>
                  <a:off x="3852"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257" name="Line 649"/>
                <p:cNvSpPr>
                  <a:spLocks noChangeShapeType="1"/>
                </p:cNvSpPr>
                <p:nvPr/>
              </p:nvSpPr>
              <p:spPr bwMode="auto">
                <a:xfrm>
                  <a:off x="3908"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258" name="Line 650"/>
                <p:cNvSpPr>
                  <a:spLocks noChangeShapeType="1"/>
                </p:cNvSpPr>
                <p:nvPr/>
              </p:nvSpPr>
              <p:spPr bwMode="auto">
                <a:xfrm>
                  <a:off x="3964"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259" name="Line 651"/>
                <p:cNvSpPr>
                  <a:spLocks noChangeShapeType="1"/>
                </p:cNvSpPr>
                <p:nvPr/>
              </p:nvSpPr>
              <p:spPr bwMode="auto">
                <a:xfrm>
                  <a:off x="4019"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260" name="Line 652"/>
                <p:cNvSpPr>
                  <a:spLocks noChangeShapeType="1"/>
                </p:cNvSpPr>
                <p:nvPr/>
              </p:nvSpPr>
              <p:spPr bwMode="auto">
                <a:xfrm>
                  <a:off x="4075" y="2068"/>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681" name="Group 653"/>
            <p:cNvGrpSpPr>
              <a:grpSpLocks/>
            </p:cNvGrpSpPr>
            <p:nvPr/>
          </p:nvGrpSpPr>
          <p:grpSpPr bwMode="auto">
            <a:xfrm>
              <a:off x="4267" y="2036"/>
              <a:ext cx="415" cy="56"/>
              <a:chOff x="4267" y="2036"/>
              <a:chExt cx="415" cy="56"/>
            </a:xfrm>
          </p:grpSpPr>
          <p:sp>
            <p:nvSpPr>
              <p:cNvPr id="57245" name="Freeform 654"/>
              <p:cNvSpPr>
                <a:spLocks/>
              </p:cNvSpPr>
              <p:nvPr/>
            </p:nvSpPr>
            <p:spPr bwMode="auto">
              <a:xfrm>
                <a:off x="4570"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rgbClr val="808080"/>
              </a:solidFill>
              <a:ln w="9525">
                <a:solidFill>
                  <a:srgbClr val="808080"/>
                </a:solidFill>
                <a:round/>
                <a:headEnd/>
                <a:tailEnd/>
              </a:ln>
            </p:spPr>
            <p:txBody>
              <a:bodyPr/>
              <a:lstStyle/>
              <a:p>
                <a:endParaRPr lang="en-US"/>
              </a:p>
            </p:txBody>
          </p:sp>
          <p:grpSp>
            <p:nvGrpSpPr>
              <p:cNvPr id="57246" name="Group 655"/>
              <p:cNvGrpSpPr>
                <a:grpSpLocks/>
              </p:cNvGrpSpPr>
              <p:nvPr/>
            </p:nvGrpSpPr>
            <p:grpSpPr bwMode="auto">
              <a:xfrm>
                <a:off x="4267" y="2068"/>
                <a:ext cx="295" cy="1"/>
                <a:chOff x="4267" y="2068"/>
                <a:chExt cx="295" cy="1"/>
              </a:xfrm>
            </p:grpSpPr>
            <p:sp>
              <p:nvSpPr>
                <p:cNvPr id="57247" name="Line 656"/>
                <p:cNvSpPr>
                  <a:spLocks noChangeShapeType="1"/>
                </p:cNvSpPr>
                <p:nvPr/>
              </p:nvSpPr>
              <p:spPr bwMode="auto">
                <a:xfrm>
                  <a:off x="4267"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248" name="Line 657"/>
                <p:cNvSpPr>
                  <a:spLocks noChangeShapeType="1"/>
                </p:cNvSpPr>
                <p:nvPr/>
              </p:nvSpPr>
              <p:spPr bwMode="auto">
                <a:xfrm>
                  <a:off x="4323"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249" name="Line 658"/>
                <p:cNvSpPr>
                  <a:spLocks noChangeShapeType="1"/>
                </p:cNvSpPr>
                <p:nvPr/>
              </p:nvSpPr>
              <p:spPr bwMode="auto">
                <a:xfrm>
                  <a:off x="4379"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250" name="Line 659"/>
                <p:cNvSpPr>
                  <a:spLocks noChangeShapeType="1"/>
                </p:cNvSpPr>
                <p:nvPr/>
              </p:nvSpPr>
              <p:spPr bwMode="auto">
                <a:xfrm>
                  <a:off x="4435"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251" name="Line 660"/>
                <p:cNvSpPr>
                  <a:spLocks noChangeShapeType="1"/>
                </p:cNvSpPr>
                <p:nvPr/>
              </p:nvSpPr>
              <p:spPr bwMode="auto">
                <a:xfrm>
                  <a:off x="4491" y="2068"/>
                  <a:ext cx="23"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252" name="Line 661"/>
                <p:cNvSpPr>
                  <a:spLocks noChangeShapeType="1"/>
                </p:cNvSpPr>
                <p:nvPr/>
              </p:nvSpPr>
              <p:spPr bwMode="auto">
                <a:xfrm>
                  <a:off x="4546" y="2068"/>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682" name="Group 662"/>
            <p:cNvGrpSpPr>
              <a:grpSpLocks/>
            </p:cNvGrpSpPr>
            <p:nvPr/>
          </p:nvGrpSpPr>
          <p:grpSpPr bwMode="auto">
            <a:xfrm>
              <a:off x="4259" y="2347"/>
              <a:ext cx="415" cy="56"/>
              <a:chOff x="4259" y="2347"/>
              <a:chExt cx="415" cy="56"/>
            </a:xfrm>
          </p:grpSpPr>
          <p:sp>
            <p:nvSpPr>
              <p:cNvPr id="57237" name="Freeform 663"/>
              <p:cNvSpPr>
                <a:spLocks/>
              </p:cNvSpPr>
              <p:nvPr/>
            </p:nvSpPr>
            <p:spPr bwMode="auto">
              <a:xfrm>
                <a:off x="4562" y="234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rgbClr val="808080"/>
              </a:solidFill>
              <a:ln w="9525">
                <a:solidFill>
                  <a:srgbClr val="808080"/>
                </a:solidFill>
                <a:round/>
                <a:headEnd/>
                <a:tailEnd/>
              </a:ln>
            </p:spPr>
            <p:txBody>
              <a:bodyPr/>
              <a:lstStyle/>
              <a:p>
                <a:endParaRPr lang="en-US"/>
              </a:p>
            </p:txBody>
          </p:sp>
          <p:grpSp>
            <p:nvGrpSpPr>
              <p:cNvPr id="57238" name="Group 664"/>
              <p:cNvGrpSpPr>
                <a:grpSpLocks/>
              </p:cNvGrpSpPr>
              <p:nvPr/>
            </p:nvGrpSpPr>
            <p:grpSpPr bwMode="auto">
              <a:xfrm>
                <a:off x="4259" y="2371"/>
                <a:ext cx="295" cy="1"/>
                <a:chOff x="4259" y="2371"/>
                <a:chExt cx="295" cy="1"/>
              </a:xfrm>
            </p:grpSpPr>
            <p:sp>
              <p:nvSpPr>
                <p:cNvPr id="57239" name="Line 665"/>
                <p:cNvSpPr>
                  <a:spLocks noChangeShapeType="1"/>
                </p:cNvSpPr>
                <p:nvPr/>
              </p:nvSpPr>
              <p:spPr bwMode="auto">
                <a:xfrm>
                  <a:off x="4259"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240" name="Line 666"/>
                <p:cNvSpPr>
                  <a:spLocks noChangeShapeType="1"/>
                </p:cNvSpPr>
                <p:nvPr/>
              </p:nvSpPr>
              <p:spPr bwMode="auto">
                <a:xfrm>
                  <a:off x="4315"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241" name="Line 667"/>
                <p:cNvSpPr>
                  <a:spLocks noChangeShapeType="1"/>
                </p:cNvSpPr>
                <p:nvPr/>
              </p:nvSpPr>
              <p:spPr bwMode="auto">
                <a:xfrm>
                  <a:off x="4371"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242" name="Line 668"/>
                <p:cNvSpPr>
                  <a:spLocks noChangeShapeType="1"/>
                </p:cNvSpPr>
                <p:nvPr/>
              </p:nvSpPr>
              <p:spPr bwMode="auto">
                <a:xfrm>
                  <a:off x="4427"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243" name="Line 669"/>
                <p:cNvSpPr>
                  <a:spLocks noChangeShapeType="1"/>
                </p:cNvSpPr>
                <p:nvPr/>
              </p:nvSpPr>
              <p:spPr bwMode="auto">
                <a:xfrm>
                  <a:off x="4483" y="2371"/>
                  <a:ext cx="23"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244" name="Line 670"/>
                <p:cNvSpPr>
                  <a:spLocks noChangeShapeType="1"/>
                </p:cNvSpPr>
                <p:nvPr/>
              </p:nvSpPr>
              <p:spPr bwMode="auto">
                <a:xfrm>
                  <a:off x="4538" y="2371"/>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683" name="Group 671"/>
            <p:cNvGrpSpPr>
              <a:grpSpLocks/>
            </p:cNvGrpSpPr>
            <p:nvPr/>
          </p:nvGrpSpPr>
          <p:grpSpPr bwMode="auto">
            <a:xfrm>
              <a:off x="3796" y="2347"/>
              <a:ext cx="415" cy="56"/>
              <a:chOff x="3796" y="2347"/>
              <a:chExt cx="415" cy="56"/>
            </a:xfrm>
          </p:grpSpPr>
          <p:sp>
            <p:nvSpPr>
              <p:cNvPr id="57229" name="Freeform 672"/>
              <p:cNvSpPr>
                <a:spLocks/>
              </p:cNvSpPr>
              <p:nvPr/>
            </p:nvSpPr>
            <p:spPr bwMode="auto">
              <a:xfrm>
                <a:off x="4099" y="234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rgbClr val="808080"/>
              </a:solidFill>
              <a:ln w="9525">
                <a:solidFill>
                  <a:srgbClr val="808080"/>
                </a:solidFill>
                <a:round/>
                <a:headEnd/>
                <a:tailEnd/>
              </a:ln>
            </p:spPr>
            <p:txBody>
              <a:bodyPr/>
              <a:lstStyle/>
              <a:p>
                <a:endParaRPr lang="en-US"/>
              </a:p>
            </p:txBody>
          </p:sp>
          <p:grpSp>
            <p:nvGrpSpPr>
              <p:cNvPr id="57230" name="Group 673"/>
              <p:cNvGrpSpPr>
                <a:grpSpLocks/>
              </p:cNvGrpSpPr>
              <p:nvPr/>
            </p:nvGrpSpPr>
            <p:grpSpPr bwMode="auto">
              <a:xfrm>
                <a:off x="3796" y="2371"/>
                <a:ext cx="295" cy="1"/>
                <a:chOff x="3796" y="2371"/>
                <a:chExt cx="295" cy="1"/>
              </a:xfrm>
            </p:grpSpPr>
            <p:sp>
              <p:nvSpPr>
                <p:cNvPr id="57231" name="Line 674"/>
                <p:cNvSpPr>
                  <a:spLocks noChangeShapeType="1"/>
                </p:cNvSpPr>
                <p:nvPr/>
              </p:nvSpPr>
              <p:spPr bwMode="auto">
                <a:xfrm>
                  <a:off x="3796"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232" name="Line 675"/>
                <p:cNvSpPr>
                  <a:spLocks noChangeShapeType="1"/>
                </p:cNvSpPr>
                <p:nvPr/>
              </p:nvSpPr>
              <p:spPr bwMode="auto">
                <a:xfrm>
                  <a:off x="3852"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233" name="Line 676"/>
                <p:cNvSpPr>
                  <a:spLocks noChangeShapeType="1"/>
                </p:cNvSpPr>
                <p:nvPr/>
              </p:nvSpPr>
              <p:spPr bwMode="auto">
                <a:xfrm>
                  <a:off x="3908"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234" name="Line 677"/>
                <p:cNvSpPr>
                  <a:spLocks noChangeShapeType="1"/>
                </p:cNvSpPr>
                <p:nvPr/>
              </p:nvSpPr>
              <p:spPr bwMode="auto">
                <a:xfrm>
                  <a:off x="3964"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235" name="Line 678"/>
                <p:cNvSpPr>
                  <a:spLocks noChangeShapeType="1"/>
                </p:cNvSpPr>
                <p:nvPr/>
              </p:nvSpPr>
              <p:spPr bwMode="auto">
                <a:xfrm>
                  <a:off x="4019"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236" name="Line 679"/>
                <p:cNvSpPr>
                  <a:spLocks noChangeShapeType="1"/>
                </p:cNvSpPr>
                <p:nvPr/>
              </p:nvSpPr>
              <p:spPr bwMode="auto">
                <a:xfrm>
                  <a:off x="4075" y="2371"/>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684" name="Group 680"/>
            <p:cNvGrpSpPr>
              <a:grpSpLocks/>
            </p:cNvGrpSpPr>
            <p:nvPr/>
          </p:nvGrpSpPr>
          <p:grpSpPr bwMode="auto">
            <a:xfrm>
              <a:off x="3333" y="2339"/>
              <a:ext cx="415" cy="64"/>
              <a:chOff x="3333" y="2339"/>
              <a:chExt cx="415" cy="64"/>
            </a:xfrm>
          </p:grpSpPr>
          <p:sp>
            <p:nvSpPr>
              <p:cNvPr id="57221" name="Freeform 681"/>
              <p:cNvSpPr>
                <a:spLocks/>
              </p:cNvSpPr>
              <p:nvPr/>
            </p:nvSpPr>
            <p:spPr bwMode="auto">
              <a:xfrm>
                <a:off x="3636" y="2339"/>
                <a:ext cx="112" cy="64"/>
              </a:xfrm>
              <a:custGeom>
                <a:avLst/>
                <a:gdLst>
                  <a:gd name="T0" fmla="*/ 112 w 112"/>
                  <a:gd name="T1" fmla="*/ 32 h 64"/>
                  <a:gd name="T2" fmla="*/ 0 w 112"/>
                  <a:gd name="T3" fmla="*/ 64 h 64"/>
                  <a:gd name="T4" fmla="*/ 0 w 112"/>
                  <a:gd name="T5" fmla="*/ 32 h 64"/>
                  <a:gd name="T6" fmla="*/ 0 w 112"/>
                  <a:gd name="T7" fmla="*/ 0 h 64"/>
                  <a:gd name="T8" fmla="*/ 112 w 112"/>
                  <a:gd name="T9" fmla="*/ 32 h 6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64">
                    <a:moveTo>
                      <a:pt x="112" y="32"/>
                    </a:moveTo>
                    <a:lnTo>
                      <a:pt x="0" y="64"/>
                    </a:lnTo>
                    <a:lnTo>
                      <a:pt x="0" y="32"/>
                    </a:lnTo>
                    <a:lnTo>
                      <a:pt x="0" y="0"/>
                    </a:lnTo>
                    <a:lnTo>
                      <a:pt x="112" y="32"/>
                    </a:lnTo>
                    <a:close/>
                  </a:path>
                </a:pathLst>
              </a:custGeom>
              <a:solidFill>
                <a:srgbClr val="808080"/>
              </a:solidFill>
              <a:ln w="9525">
                <a:solidFill>
                  <a:srgbClr val="808080"/>
                </a:solidFill>
                <a:round/>
                <a:headEnd/>
                <a:tailEnd/>
              </a:ln>
            </p:spPr>
            <p:txBody>
              <a:bodyPr/>
              <a:lstStyle/>
              <a:p>
                <a:endParaRPr lang="en-US"/>
              </a:p>
            </p:txBody>
          </p:sp>
          <p:grpSp>
            <p:nvGrpSpPr>
              <p:cNvPr id="57222" name="Group 682"/>
              <p:cNvGrpSpPr>
                <a:grpSpLocks/>
              </p:cNvGrpSpPr>
              <p:nvPr/>
            </p:nvGrpSpPr>
            <p:grpSpPr bwMode="auto">
              <a:xfrm>
                <a:off x="3333" y="2371"/>
                <a:ext cx="295" cy="1"/>
                <a:chOff x="3333" y="2371"/>
                <a:chExt cx="295" cy="1"/>
              </a:xfrm>
            </p:grpSpPr>
            <p:sp>
              <p:nvSpPr>
                <p:cNvPr id="57223" name="Line 683"/>
                <p:cNvSpPr>
                  <a:spLocks noChangeShapeType="1"/>
                </p:cNvSpPr>
                <p:nvPr/>
              </p:nvSpPr>
              <p:spPr bwMode="auto">
                <a:xfrm>
                  <a:off x="3333"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224" name="Line 684"/>
                <p:cNvSpPr>
                  <a:spLocks noChangeShapeType="1"/>
                </p:cNvSpPr>
                <p:nvPr/>
              </p:nvSpPr>
              <p:spPr bwMode="auto">
                <a:xfrm>
                  <a:off x="3389"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225" name="Line 685"/>
                <p:cNvSpPr>
                  <a:spLocks noChangeShapeType="1"/>
                </p:cNvSpPr>
                <p:nvPr/>
              </p:nvSpPr>
              <p:spPr bwMode="auto">
                <a:xfrm>
                  <a:off x="3445"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226" name="Line 686"/>
                <p:cNvSpPr>
                  <a:spLocks noChangeShapeType="1"/>
                </p:cNvSpPr>
                <p:nvPr/>
              </p:nvSpPr>
              <p:spPr bwMode="auto">
                <a:xfrm>
                  <a:off x="3501" y="2371"/>
                  <a:ext cx="23"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227" name="Line 687"/>
                <p:cNvSpPr>
                  <a:spLocks noChangeShapeType="1"/>
                </p:cNvSpPr>
                <p:nvPr/>
              </p:nvSpPr>
              <p:spPr bwMode="auto">
                <a:xfrm>
                  <a:off x="3556"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228" name="Line 688"/>
                <p:cNvSpPr>
                  <a:spLocks noChangeShapeType="1"/>
                </p:cNvSpPr>
                <p:nvPr/>
              </p:nvSpPr>
              <p:spPr bwMode="auto">
                <a:xfrm>
                  <a:off x="3612" y="2371"/>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685" name="Group 689"/>
            <p:cNvGrpSpPr>
              <a:grpSpLocks/>
            </p:cNvGrpSpPr>
            <p:nvPr/>
          </p:nvGrpSpPr>
          <p:grpSpPr bwMode="auto">
            <a:xfrm>
              <a:off x="3325" y="2650"/>
              <a:ext cx="415" cy="56"/>
              <a:chOff x="3325" y="2650"/>
              <a:chExt cx="415" cy="56"/>
            </a:xfrm>
          </p:grpSpPr>
          <p:sp>
            <p:nvSpPr>
              <p:cNvPr id="57213" name="Freeform 690"/>
              <p:cNvSpPr>
                <a:spLocks/>
              </p:cNvSpPr>
              <p:nvPr/>
            </p:nvSpPr>
            <p:spPr bwMode="auto">
              <a:xfrm>
                <a:off x="3628" y="2650"/>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rgbClr val="808080"/>
              </a:solidFill>
              <a:ln w="9525">
                <a:solidFill>
                  <a:srgbClr val="808080"/>
                </a:solidFill>
                <a:round/>
                <a:headEnd/>
                <a:tailEnd/>
              </a:ln>
            </p:spPr>
            <p:txBody>
              <a:bodyPr/>
              <a:lstStyle/>
              <a:p>
                <a:endParaRPr lang="en-US"/>
              </a:p>
            </p:txBody>
          </p:sp>
          <p:grpSp>
            <p:nvGrpSpPr>
              <p:cNvPr id="57214" name="Group 691"/>
              <p:cNvGrpSpPr>
                <a:grpSpLocks/>
              </p:cNvGrpSpPr>
              <p:nvPr/>
            </p:nvGrpSpPr>
            <p:grpSpPr bwMode="auto">
              <a:xfrm>
                <a:off x="3325" y="2674"/>
                <a:ext cx="295" cy="1"/>
                <a:chOff x="3325" y="2674"/>
                <a:chExt cx="295" cy="1"/>
              </a:xfrm>
            </p:grpSpPr>
            <p:sp>
              <p:nvSpPr>
                <p:cNvPr id="57215" name="Line 692"/>
                <p:cNvSpPr>
                  <a:spLocks noChangeShapeType="1"/>
                </p:cNvSpPr>
                <p:nvPr/>
              </p:nvSpPr>
              <p:spPr bwMode="auto">
                <a:xfrm>
                  <a:off x="3325"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216" name="Line 693"/>
                <p:cNvSpPr>
                  <a:spLocks noChangeShapeType="1"/>
                </p:cNvSpPr>
                <p:nvPr/>
              </p:nvSpPr>
              <p:spPr bwMode="auto">
                <a:xfrm>
                  <a:off x="3381"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217" name="Line 694"/>
                <p:cNvSpPr>
                  <a:spLocks noChangeShapeType="1"/>
                </p:cNvSpPr>
                <p:nvPr/>
              </p:nvSpPr>
              <p:spPr bwMode="auto">
                <a:xfrm>
                  <a:off x="3437"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218" name="Line 695"/>
                <p:cNvSpPr>
                  <a:spLocks noChangeShapeType="1"/>
                </p:cNvSpPr>
                <p:nvPr/>
              </p:nvSpPr>
              <p:spPr bwMode="auto">
                <a:xfrm>
                  <a:off x="3493" y="2674"/>
                  <a:ext cx="23"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219" name="Line 696"/>
                <p:cNvSpPr>
                  <a:spLocks noChangeShapeType="1"/>
                </p:cNvSpPr>
                <p:nvPr/>
              </p:nvSpPr>
              <p:spPr bwMode="auto">
                <a:xfrm>
                  <a:off x="3548"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220" name="Line 697"/>
                <p:cNvSpPr>
                  <a:spLocks noChangeShapeType="1"/>
                </p:cNvSpPr>
                <p:nvPr/>
              </p:nvSpPr>
              <p:spPr bwMode="auto">
                <a:xfrm>
                  <a:off x="3604" y="2674"/>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686" name="Group 698"/>
            <p:cNvGrpSpPr>
              <a:grpSpLocks/>
            </p:cNvGrpSpPr>
            <p:nvPr/>
          </p:nvGrpSpPr>
          <p:grpSpPr bwMode="auto">
            <a:xfrm>
              <a:off x="3788" y="2650"/>
              <a:ext cx="415" cy="56"/>
              <a:chOff x="3788" y="2650"/>
              <a:chExt cx="415" cy="56"/>
            </a:xfrm>
          </p:grpSpPr>
          <p:sp>
            <p:nvSpPr>
              <p:cNvPr id="57205" name="Freeform 699"/>
              <p:cNvSpPr>
                <a:spLocks/>
              </p:cNvSpPr>
              <p:nvPr/>
            </p:nvSpPr>
            <p:spPr bwMode="auto">
              <a:xfrm>
                <a:off x="4091" y="2650"/>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rgbClr val="808080"/>
              </a:solidFill>
              <a:ln w="9525">
                <a:solidFill>
                  <a:srgbClr val="808080"/>
                </a:solidFill>
                <a:round/>
                <a:headEnd/>
                <a:tailEnd/>
              </a:ln>
            </p:spPr>
            <p:txBody>
              <a:bodyPr/>
              <a:lstStyle/>
              <a:p>
                <a:endParaRPr lang="en-US"/>
              </a:p>
            </p:txBody>
          </p:sp>
          <p:grpSp>
            <p:nvGrpSpPr>
              <p:cNvPr id="57206" name="Group 700"/>
              <p:cNvGrpSpPr>
                <a:grpSpLocks/>
              </p:cNvGrpSpPr>
              <p:nvPr/>
            </p:nvGrpSpPr>
            <p:grpSpPr bwMode="auto">
              <a:xfrm>
                <a:off x="3788" y="2674"/>
                <a:ext cx="295" cy="1"/>
                <a:chOff x="3788" y="2674"/>
                <a:chExt cx="295" cy="1"/>
              </a:xfrm>
            </p:grpSpPr>
            <p:sp>
              <p:nvSpPr>
                <p:cNvPr id="57207" name="Line 701"/>
                <p:cNvSpPr>
                  <a:spLocks noChangeShapeType="1"/>
                </p:cNvSpPr>
                <p:nvPr/>
              </p:nvSpPr>
              <p:spPr bwMode="auto">
                <a:xfrm>
                  <a:off x="3788"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208" name="Line 702"/>
                <p:cNvSpPr>
                  <a:spLocks noChangeShapeType="1"/>
                </p:cNvSpPr>
                <p:nvPr/>
              </p:nvSpPr>
              <p:spPr bwMode="auto">
                <a:xfrm>
                  <a:off x="3844"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209" name="Line 703"/>
                <p:cNvSpPr>
                  <a:spLocks noChangeShapeType="1"/>
                </p:cNvSpPr>
                <p:nvPr/>
              </p:nvSpPr>
              <p:spPr bwMode="auto">
                <a:xfrm>
                  <a:off x="3900"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210" name="Line 704"/>
                <p:cNvSpPr>
                  <a:spLocks noChangeShapeType="1"/>
                </p:cNvSpPr>
                <p:nvPr/>
              </p:nvSpPr>
              <p:spPr bwMode="auto">
                <a:xfrm>
                  <a:off x="3956"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211" name="Line 705"/>
                <p:cNvSpPr>
                  <a:spLocks noChangeShapeType="1"/>
                </p:cNvSpPr>
                <p:nvPr/>
              </p:nvSpPr>
              <p:spPr bwMode="auto">
                <a:xfrm>
                  <a:off x="4011"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212" name="Line 706"/>
                <p:cNvSpPr>
                  <a:spLocks noChangeShapeType="1"/>
                </p:cNvSpPr>
                <p:nvPr/>
              </p:nvSpPr>
              <p:spPr bwMode="auto">
                <a:xfrm>
                  <a:off x="4067" y="2674"/>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687" name="Group 707"/>
            <p:cNvGrpSpPr>
              <a:grpSpLocks/>
            </p:cNvGrpSpPr>
            <p:nvPr/>
          </p:nvGrpSpPr>
          <p:grpSpPr bwMode="auto">
            <a:xfrm>
              <a:off x="3325" y="2953"/>
              <a:ext cx="415" cy="56"/>
              <a:chOff x="3325" y="2953"/>
              <a:chExt cx="415" cy="56"/>
            </a:xfrm>
          </p:grpSpPr>
          <p:sp>
            <p:nvSpPr>
              <p:cNvPr id="57197" name="Freeform 708"/>
              <p:cNvSpPr>
                <a:spLocks/>
              </p:cNvSpPr>
              <p:nvPr/>
            </p:nvSpPr>
            <p:spPr bwMode="auto">
              <a:xfrm>
                <a:off x="3628"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rgbClr val="808080"/>
              </a:solidFill>
              <a:ln w="9525">
                <a:solidFill>
                  <a:srgbClr val="808080"/>
                </a:solidFill>
                <a:round/>
                <a:headEnd/>
                <a:tailEnd/>
              </a:ln>
            </p:spPr>
            <p:txBody>
              <a:bodyPr/>
              <a:lstStyle/>
              <a:p>
                <a:endParaRPr lang="en-US"/>
              </a:p>
            </p:txBody>
          </p:sp>
          <p:grpSp>
            <p:nvGrpSpPr>
              <p:cNvPr id="57198" name="Group 709"/>
              <p:cNvGrpSpPr>
                <a:grpSpLocks/>
              </p:cNvGrpSpPr>
              <p:nvPr/>
            </p:nvGrpSpPr>
            <p:grpSpPr bwMode="auto">
              <a:xfrm>
                <a:off x="3325" y="2985"/>
                <a:ext cx="295" cy="1"/>
                <a:chOff x="3325" y="2985"/>
                <a:chExt cx="295" cy="1"/>
              </a:xfrm>
            </p:grpSpPr>
            <p:sp>
              <p:nvSpPr>
                <p:cNvPr id="57199" name="Line 710"/>
                <p:cNvSpPr>
                  <a:spLocks noChangeShapeType="1"/>
                </p:cNvSpPr>
                <p:nvPr/>
              </p:nvSpPr>
              <p:spPr bwMode="auto">
                <a:xfrm>
                  <a:off x="3325"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200" name="Line 711"/>
                <p:cNvSpPr>
                  <a:spLocks noChangeShapeType="1"/>
                </p:cNvSpPr>
                <p:nvPr/>
              </p:nvSpPr>
              <p:spPr bwMode="auto">
                <a:xfrm>
                  <a:off x="3381"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201" name="Line 712"/>
                <p:cNvSpPr>
                  <a:spLocks noChangeShapeType="1"/>
                </p:cNvSpPr>
                <p:nvPr/>
              </p:nvSpPr>
              <p:spPr bwMode="auto">
                <a:xfrm>
                  <a:off x="3437"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202" name="Line 713"/>
                <p:cNvSpPr>
                  <a:spLocks noChangeShapeType="1"/>
                </p:cNvSpPr>
                <p:nvPr/>
              </p:nvSpPr>
              <p:spPr bwMode="auto">
                <a:xfrm>
                  <a:off x="3493" y="2985"/>
                  <a:ext cx="23"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203" name="Line 714"/>
                <p:cNvSpPr>
                  <a:spLocks noChangeShapeType="1"/>
                </p:cNvSpPr>
                <p:nvPr/>
              </p:nvSpPr>
              <p:spPr bwMode="auto">
                <a:xfrm>
                  <a:off x="3548"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204" name="Line 715"/>
                <p:cNvSpPr>
                  <a:spLocks noChangeShapeType="1"/>
                </p:cNvSpPr>
                <p:nvPr/>
              </p:nvSpPr>
              <p:spPr bwMode="auto">
                <a:xfrm>
                  <a:off x="3604" y="2985"/>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688" name="Group 716"/>
            <p:cNvGrpSpPr>
              <a:grpSpLocks/>
            </p:cNvGrpSpPr>
            <p:nvPr/>
          </p:nvGrpSpPr>
          <p:grpSpPr bwMode="auto">
            <a:xfrm>
              <a:off x="3788" y="2953"/>
              <a:ext cx="415" cy="56"/>
              <a:chOff x="3788" y="2953"/>
              <a:chExt cx="415" cy="56"/>
            </a:xfrm>
          </p:grpSpPr>
          <p:sp>
            <p:nvSpPr>
              <p:cNvPr id="57189" name="Freeform 717"/>
              <p:cNvSpPr>
                <a:spLocks/>
              </p:cNvSpPr>
              <p:nvPr/>
            </p:nvSpPr>
            <p:spPr bwMode="auto">
              <a:xfrm>
                <a:off x="4091"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rgbClr val="808080"/>
              </a:solidFill>
              <a:ln w="9525">
                <a:solidFill>
                  <a:srgbClr val="808080"/>
                </a:solidFill>
                <a:round/>
                <a:headEnd/>
                <a:tailEnd/>
              </a:ln>
            </p:spPr>
            <p:txBody>
              <a:bodyPr/>
              <a:lstStyle/>
              <a:p>
                <a:endParaRPr lang="en-US"/>
              </a:p>
            </p:txBody>
          </p:sp>
          <p:grpSp>
            <p:nvGrpSpPr>
              <p:cNvPr id="57190" name="Group 718"/>
              <p:cNvGrpSpPr>
                <a:grpSpLocks/>
              </p:cNvGrpSpPr>
              <p:nvPr/>
            </p:nvGrpSpPr>
            <p:grpSpPr bwMode="auto">
              <a:xfrm>
                <a:off x="3788" y="2985"/>
                <a:ext cx="295" cy="1"/>
                <a:chOff x="3788" y="2985"/>
                <a:chExt cx="295" cy="1"/>
              </a:xfrm>
            </p:grpSpPr>
            <p:sp>
              <p:nvSpPr>
                <p:cNvPr id="57191" name="Line 719"/>
                <p:cNvSpPr>
                  <a:spLocks noChangeShapeType="1"/>
                </p:cNvSpPr>
                <p:nvPr/>
              </p:nvSpPr>
              <p:spPr bwMode="auto">
                <a:xfrm>
                  <a:off x="3788"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192" name="Line 720"/>
                <p:cNvSpPr>
                  <a:spLocks noChangeShapeType="1"/>
                </p:cNvSpPr>
                <p:nvPr/>
              </p:nvSpPr>
              <p:spPr bwMode="auto">
                <a:xfrm>
                  <a:off x="3844"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193" name="Line 721"/>
                <p:cNvSpPr>
                  <a:spLocks noChangeShapeType="1"/>
                </p:cNvSpPr>
                <p:nvPr/>
              </p:nvSpPr>
              <p:spPr bwMode="auto">
                <a:xfrm>
                  <a:off x="3900"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194" name="Line 722"/>
                <p:cNvSpPr>
                  <a:spLocks noChangeShapeType="1"/>
                </p:cNvSpPr>
                <p:nvPr/>
              </p:nvSpPr>
              <p:spPr bwMode="auto">
                <a:xfrm>
                  <a:off x="3956"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195" name="Line 723"/>
                <p:cNvSpPr>
                  <a:spLocks noChangeShapeType="1"/>
                </p:cNvSpPr>
                <p:nvPr/>
              </p:nvSpPr>
              <p:spPr bwMode="auto">
                <a:xfrm>
                  <a:off x="4011"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196" name="Line 724"/>
                <p:cNvSpPr>
                  <a:spLocks noChangeShapeType="1"/>
                </p:cNvSpPr>
                <p:nvPr/>
              </p:nvSpPr>
              <p:spPr bwMode="auto">
                <a:xfrm>
                  <a:off x="4067" y="2985"/>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689" name="Group 725"/>
            <p:cNvGrpSpPr>
              <a:grpSpLocks/>
            </p:cNvGrpSpPr>
            <p:nvPr/>
          </p:nvGrpSpPr>
          <p:grpSpPr bwMode="auto">
            <a:xfrm>
              <a:off x="4251" y="2953"/>
              <a:ext cx="415" cy="56"/>
              <a:chOff x="4251" y="2953"/>
              <a:chExt cx="415" cy="56"/>
            </a:xfrm>
          </p:grpSpPr>
          <p:sp>
            <p:nvSpPr>
              <p:cNvPr id="57181" name="Freeform 726"/>
              <p:cNvSpPr>
                <a:spLocks/>
              </p:cNvSpPr>
              <p:nvPr/>
            </p:nvSpPr>
            <p:spPr bwMode="auto">
              <a:xfrm>
                <a:off x="4554"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rgbClr val="808080"/>
              </a:solidFill>
              <a:ln w="9525">
                <a:solidFill>
                  <a:srgbClr val="808080"/>
                </a:solidFill>
                <a:round/>
                <a:headEnd/>
                <a:tailEnd/>
              </a:ln>
            </p:spPr>
            <p:txBody>
              <a:bodyPr/>
              <a:lstStyle/>
              <a:p>
                <a:endParaRPr lang="en-US"/>
              </a:p>
            </p:txBody>
          </p:sp>
          <p:grpSp>
            <p:nvGrpSpPr>
              <p:cNvPr id="57182" name="Group 727"/>
              <p:cNvGrpSpPr>
                <a:grpSpLocks/>
              </p:cNvGrpSpPr>
              <p:nvPr/>
            </p:nvGrpSpPr>
            <p:grpSpPr bwMode="auto">
              <a:xfrm>
                <a:off x="4251" y="2985"/>
                <a:ext cx="295" cy="1"/>
                <a:chOff x="4251" y="2985"/>
                <a:chExt cx="295" cy="1"/>
              </a:xfrm>
            </p:grpSpPr>
            <p:sp>
              <p:nvSpPr>
                <p:cNvPr id="57183" name="Line 728"/>
                <p:cNvSpPr>
                  <a:spLocks noChangeShapeType="1"/>
                </p:cNvSpPr>
                <p:nvPr/>
              </p:nvSpPr>
              <p:spPr bwMode="auto">
                <a:xfrm>
                  <a:off x="4251"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184" name="Line 729"/>
                <p:cNvSpPr>
                  <a:spLocks noChangeShapeType="1"/>
                </p:cNvSpPr>
                <p:nvPr/>
              </p:nvSpPr>
              <p:spPr bwMode="auto">
                <a:xfrm>
                  <a:off x="4307"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185" name="Line 730"/>
                <p:cNvSpPr>
                  <a:spLocks noChangeShapeType="1"/>
                </p:cNvSpPr>
                <p:nvPr/>
              </p:nvSpPr>
              <p:spPr bwMode="auto">
                <a:xfrm>
                  <a:off x="4363"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186" name="Line 731"/>
                <p:cNvSpPr>
                  <a:spLocks noChangeShapeType="1"/>
                </p:cNvSpPr>
                <p:nvPr/>
              </p:nvSpPr>
              <p:spPr bwMode="auto">
                <a:xfrm>
                  <a:off x="4419"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187" name="Line 732"/>
                <p:cNvSpPr>
                  <a:spLocks noChangeShapeType="1"/>
                </p:cNvSpPr>
                <p:nvPr/>
              </p:nvSpPr>
              <p:spPr bwMode="auto">
                <a:xfrm>
                  <a:off x="4475"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188" name="Line 733"/>
                <p:cNvSpPr>
                  <a:spLocks noChangeShapeType="1"/>
                </p:cNvSpPr>
                <p:nvPr/>
              </p:nvSpPr>
              <p:spPr bwMode="auto">
                <a:xfrm>
                  <a:off x="4530" y="2985"/>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690" name="Group 734"/>
            <p:cNvGrpSpPr>
              <a:grpSpLocks/>
            </p:cNvGrpSpPr>
            <p:nvPr/>
          </p:nvGrpSpPr>
          <p:grpSpPr bwMode="auto">
            <a:xfrm>
              <a:off x="4674" y="1741"/>
              <a:ext cx="40" cy="1260"/>
              <a:chOff x="4674" y="1741"/>
              <a:chExt cx="40" cy="1260"/>
            </a:xfrm>
          </p:grpSpPr>
          <p:sp>
            <p:nvSpPr>
              <p:cNvPr id="57171" name="Oval 735"/>
              <p:cNvSpPr>
                <a:spLocks noChangeArrowheads="1"/>
              </p:cNvSpPr>
              <p:nvPr/>
            </p:nvSpPr>
            <p:spPr bwMode="auto">
              <a:xfrm>
                <a:off x="4674" y="1741"/>
                <a:ext cx="32" cy="40"/>
              </a:xfrm>
              <a:prstGeom prst="ellipse">
                <a:avLst/>
              </a:prstGeom>
              <a:solidFill>
                <a:srgbClr val="808080"/>
              </a:solidFill>
              <a:ln w="9525">
                <a:solidFill>
                  <a:srgbClr val="808080"/>
                </a:solidFill>
                <a:round/>
                <a:headEnd/>
                <a:tailEnd/>
              </a:ln>
            </p:spPr>
            <p:txBody>
              <a:bodyPr/>
              <a:lstStyle/>
              <a:p>
                <a:endParaRPr lang="en-US"/>
              </a:p>
            </p:txBody>
          </p:sp>
          <p:sp>
            <p:nvSpPr>
              <p:cNvPr id="57172" name="Oval 736"/>
              <p:cNvSpPr>
                <a:spLocks noChangeArrowheads="1"/>
              </p:cNvSpPr>
              <p:nvPr/>
            </p:nvSpPr>
            <p:spPr bwMode="auto">
              <a:xfrm>
                <a:off x="4674" y="1741"/>
                <a:ext cx="32" cy="40"/>
              </a:xfrm>
              <a:prstGeom prst="ellipse">
                <a:avLst/>
              </a:prstGeom>
              <a:solidFill>
                <a:srgbClr val="808080"/>
              </a:solidFill>
              <a:ln w="25400">
                <a:solidFill>
                  <a:srgbClr val="808080"/>
                </a:solidFill>
                <a:round/>
                <a:headEnd/>
                <a:tailEnd/>
              </a:ln>
            </p:spPr>
            <p:txBody>
              <a:bodyPr/>
              <a:lstStyle/>
              <a:p>
                <a:endParaRPr lang="en-US"/>
              </a:p>
            </p:txBody>
          </p:sp>
          <p:sp>
            <p:nvSpPr>
              <p:cNvPr id="57173" name="Oval 737"/>
              <p:cNvSpPr>
                <a:spLocks noChangeArrowheads="1"/>
              </p:cNvSpPr>
              <p:nvPr/>
            </p:nvSpPr>
            <p:spPr bwMode="auto">
              <a:xfrm>
                <a:off x="4682" y="2044"/>
                <a:ext cx="32" cy="40"/>
              </a:xfrm>
              <a:prstGeom prst="ellipse">
                <a:avLst/>
              </a:prstGeom>
              <a:solidFill>
                <a:srgbClr val="808080"/>
              </a:solidFill>
              <a:ln w="9525">
                <a:solidFill>
                  <a:srgbClr val="808080"/>
                </a:solidFill>
                <a:round/>
                <a:headEnd/>
                <a:tailEnd/>
              </a:ln>
            </p:spPr>
            <p:txBody>
              <a:bodyPr/>
              <a:lstStyle/>
              <a:p>
                <a:endParaRPr lang="en-US"/>
              </a:p>
            </p:txBody>
          </p:sp>
          <p:sp>
            <p:nvSpPr>
              <p:cNvPr id="57174" name="Oval 738"/>
              <p:cNvSpPr>
                <a:spLocks noChangeArrowheads="1"/>
              </p:cNvSpPr>
              <p:nvPr/>
            </p:nvSpPr>
            <p:spPr bwMode="auto">
              <a:xfrm>
                <a:off x="4682" y="2044"/>
                <a:ext cx="32" cy="40"/>
              </a:xfrm>
              <a:prstGeom prst="ellipse">
                <a:avLst/>
              </a:prstGeom>
              <a:solidFill>
                <a:srgbClr val="808080"/>
              </a:solidFill>
              <a:ln w="25400">
                <a:solidFill>
                  <a:srgbClr val="808080"/>
                </a:solidFill>
                <a:round/>
                <a:headEnd/>
                <a:tailEnd/>
              </a:ln>
            </p:spPr>
            <p:txBody>
              <a:bodyPr/>
              <a:lstStyle/>
              <a:p>
                <a:endParaRPr lang="en-US"/>
              </a:p>
            </p:txBody>
          </p:sp>
          <p:sp>
            <p:nvSpPr>
              <p:cNvPr id="57175" name="Oval 739"/>
              <p:cNvSpPr>
                <a:spLocks noChangeArrowheads="1"/>
              </p:cNvSpPr>
              <p:nvPr/>
            </p:nvSpPr>
            <p:spPr bwMode="auto">
              <a:xfrm>
                <a:off x="4682" y="2355"/>
                <a:ext cx="32" cy="32"/>
              </a:xfrm>
              <a:prstGeom prst="ellipse">
                <a:avLst/>
              </a:prstGeom>
              <a:solidFill>
                <a:srgbClr val="808080"/>
              </a:solidFill>
              <a:ln w="9525">
                <a:solidFill>
                  <a:srgbClr val="808080"/>
                </a:solidFill>
                <a:round/>
                <a:headEnd/>
                <a:tailEnd/>
              </a:ln>
            </p:spPr>
            <p:txBody>
              <a:bodyPr/>
              <a:lstStyle/>
              <a:p>
                <a:endParaRPr lang="en-US"/>
              </a:p>
            </p:txBody>
          </p:sp>
          <p:sp>
            <p:nvSpPr>
              <p:cNvPr id="57176" name="Oval 740"/>
              <p:cNvSpPr>
                <a:spLocks noChangeArrowheads="1"/>
              </p:cNvSpPr>
              <p:nvPr/>
            </p:nvSpPr>
            <p:spPr bwMode="auto">
              <a:xfrm>
                <a:off x="4682" y="2355"/>
                <a:ext cx="32" cy="32"/>
              </a:xfrm>
              <a:prstGeom prst="ellipse">
                <a:avLst/>
              </a:prstGeom>
              <a:solidFill>
                <a:srgbClr val="808080"/>
              </a:solidFill>
              <a:ln w="25400">
                <a:solidFill>
                  <a:srgbClr val="808080"/>
                </a:solidFill>
                <a:round/>
                <a:headEnd/>
                <a:tailEnd/>
              </a:ln>
            </p:spPr>
            <p:txBody>
              <a:bodyPr/>
              <a:lstStyle/>
              <a:p>
                <a:endParaRPr lang="en-US"/>
              </a:p>
            </p:txBody>
          </p:sp>
          <p:sp>
            <p:nvSpPr>
              <p:cNvPr id="57177" name="Oval 741"/>
              <p:cNvSpPr>
                <a:spLocks noChangeArrowheads="1"/>
              </p:cNvSpPr>
              <p:nvPr/>
            </p:nvSpPr>
            <p:spPr bwMode="auto">
              <a:xfrm>
                <a:off x="4674" y="2658"/>
                <a:ext cx="32" cy="40"/>
              </a:xfrm>
              <a:prstGeom prst="ellipse">
                <a:avLst/>
              </a:prstGeom>
              <a:solidFill>
                <a:srgbClr val="808080"/>
              </a:solidFill>
              <a:ln w="9525">
                <a:solidFill>
                  <a:srgbClr val="808080"/>
                </a:solidFill>
                <a:round/>
                <a:headEnd/>
                <a:tailEnd/>
              </a:ln>
            </p:spPr>
            <p:txBody>
              <a:bodyPr/>
              <a:lstStyle/>
              <a:p>
                <a:endParaRPr lang="en-US"/>
              </a:p>
            </p:txBody>
          </p:sp>
          <p:sp>
            <p:nvSpPr>
              <p:cNvPr id="57178" name="Oval 742"/>
              <p:cNvSpPr>
                <a:spLocks noChangeArrowheads="1"/>
              </p:cNvSpPr>
              <p:nvPr/>
            </p:nvSpPr>
            <p:spPr bwMode="auto">
              <a:xfrm>
                <a:off x="4674" y="2658"/>
                <a:ext cx="32" cy="40"/>
              </a:xfrm>
              <a:prstGeom prst="ellipse">
                <a:avLst/>
              </a:prstGeom>
              <a:solidFill>
                <a:srgbClr val="808080"/>
              </a:solidFill>
              <a:ln w="25400">
                <a:solidFill>
                  <a:srgbClr val="808080"/>
                </a:solidFill>
                <a:round/>
                <a:headEnd/>
                <a:tailEnd/>
              </a:ln>
            </p:spPr>
            <p:txBody>
              <a:bodyPr/>
              <a:lstStyle/>
              <a:p>
                <a:endParaRPr lang="en-US"/>
              </a:p>
            </p:txBody>
          </p:sp>
          <p:sp>
            <p:nvSpPr>
              <p:cNvPr id="57179" name="Oval 743"/>
              <p:cNvSpPr>
                <a:spLocks noChangeArrowheads="1"/>
              </p:cNvSpPr>
              <p:nvPr/>
            </p:nvSpPr>
            <p:spPr bwMode="auto">
              <a:xfrm>
                <a:off x="4674" y="2969"/>
                <a:ext cx="32" cy="32"/>
              </a:xfrm>
              <a:prstGeom prst="ellipse">
                <a:avLst/>
              </a:prstGeom>
              <a:solidFill>
                <a:srgbClr val="808080"/>
              </a:solidFill>
              <a:ln w="9525">
                <a:solidFill>
                  <a:srgbClr val="808080"/>
                </a:solidFill>
                <a:round/>
                <a:headEnd/>
                <a:tailEnd/>
              </a:ln>
            </p:spPr>
            <p:txBody>
              <a:bodyPr/>
              <a:lstStyle/>
              <a:p>
                <a:endParaRPr lang="en-US"/>
              </a:p>
            </p:txBody>
          </p:sp>
          <p:sp>
            <p:nvSpPr>
              <p:cNvPr id="57180" name="Oval 744"/>
              <p:cNvSpPr>
                <a:spLocks noChangeArrowheads="1"/>
              </p:cNvSpPr>
              <p:nvPr/>
            </p:nvSpPr>
            <p:spPr bwMode="auto">
              <a:xfrm>
                <a:off x="4674" y="2969"/>
                <a:ext cx="32" cy="32"/>
              </a:xfrm>
              <a:prstGeom prst="ellipse">
                <a:avLst/>
              </a:prstGeom>
              <a:solidFill>
                <a:srgbClr val="808080"/>
              </a:solidFill>
              <a:ln w="25400">
                <a:solidFill>
                  <a:srgbClr val="808080"/>
                </a:solidFill>
                <a:round/>
                <a:headEnd/>
                <a:tailEnd/>
              </a:ln>
            </p:spPr>
            <p:txBody>
              <a:bodyPr/>
              <a:lstStyle/>
              <a:p>
                <a:endParaRPr lang="en-US"/>
              </a:p>
            </p:txBody>
          </p:sp>
        </p:grpSp>
        <p:grpSp>
          <p:nvGrpSpPr>
            <p:cNvPr id="56691" name="Group 745"/>
            <p:cNvGrpSpPr>
              <a:grpSpLocks/>
            </p:cNvGrpSpPr>
            <p:nvPr/>
          </p:nvGrpSpPr>
          <p:grpSpPr bwMode="auto">
            <a:xfrm>
              <a:off x="3740" y="3272"/>
              <a:ext cx="40" cy="343"/>
              <a:chOff x="3740" y="3272"/>
              <a:chExt cx="40" cy="343"/>
            </a:xfrm>
          </p:grpSpPr>
          <p:sp>
            <p:nvSpPr>
              <p:cNvPr id="57167" name="Oval 746"/>
              <p:cNvSpPr>
                <a:spLocks noChangeArrowheads="1"/>
              </p:cNvSpPr>
              <p:nvPr/>
            </p:nvSpPr>
            <p:spPr bwMode="auto">
              <a:xfrm>
                <a:off x="3740" y="3272"/>
                <a:ext cx="40" cy="32"/>
              </a:xfrm>
              <a:prstGeom prst="ellipse">
                <a:avLst/>
              </a:prstGeom>
              <a:solidFill>
                <a:srgbClr val="808080"/>
              </a:solidFill>
              <a:ln w="9525">
                <a:solidFill>
                  <a:srgbClr val="808080"/>
                </a:solidFill>
                <a:round/>
                <a:headEnd/>
                <a:tailEnd/>
              </a:ln>
            </p:spPr>
            <p:txBody>
              <a:bodyPr/>
              <a:lstStyle/>
              <a:p>
                <a:endParaRPr lang="en-US"/>
              </a:p>
            </p:txBody>
          </p:sp>
          <p:sp>
            <p:nvSpPr>
              <p:cNvPr id="57168" name="Oval 747"/>
              <p:cNvSpPr>
                <a:spLocks noChangeArrowheads="1"/>
              </p:cNvSpPr>
              <p:nvPr/>
            </p:nvSpPr>
            <p:spPr bwMode="auto">
              <a:xfrm>
                <a:off x="3740" y="3272"/>
                <a:ext cx="40" cy="32"/>
              </a:xfrm>
              <a:prstGeom prst="ellipse">
                <a:avLst/>
              </a:prstGeom>
              <a:solidFill>
                <a:srgbClr val="808080"/>
              </a:solidFill>
              <a:ln w="25400">
                <a:solidFill>
                  <a:srgbClr val="808080"/>
                </a:solidFill>
                <a:round/>
                <a:headEnd/>
                <a:tailEnd/>
              </a:ln>
            </p:spPr>
            <p:txBody>
              <a:bodyPr/>
              <a:lstStyle/>
              <a:p>
                <a:endParaRPr lang="en-US"/>
              </a:p>
            </p:txBody>
          </p:sp>
          <p:sp>
            <p:nvSpPr>
              <p:cNvPr id="57169" name="Oval 748"/>
              <p:cNvSpPr>
                <a:spLocks noChangeArrowheads="1"/>
              </p:cNvSpPr>
              <p:nvPr/>
            </p:nvSpPr>
            <p:spPr bwMode="auto">
              <a:xfrm>
                <a:off x="3740" y="3575"/>
                <a:ext cx="40" cy="40"/>
              </a:xfrm>
              <a:prstGeom prst="ellipse">
                <a:avLst/>
              </a:prstGeom>
              <a:solidFill>
                <a:srgbClr val="808080"/>
              </a:solidFill>
              <a:ln w="9525">
                <a:solidFill>
                  <a:srgbClr val="808080"/>
                </a:solidFill>
                <a:round/>
                <a:headEnd/>
                <a:tailEnd/>
              </a:ln>
            </p:spPr>
            <p:txBody>
              <a:bodyPr/>
              <a:lstStyle/>
              <a:p>
                <a:endParaRPr lang="en-US"/>
              </a:p>
            </p:txBody>
          </p:sp>
          <p:sp>
            <p:nvSpPr>
              <p:cNvPr id="57170" name="Oval 749"/>
              <p:cNvSpPr>
                <a:spLocks noChangeArrowheads="1"/>
              </p:cNvSpPr>
              <p:nvPr/>
            </p:nvSpPr>
            <p:spPr bwMode="auto">
              <a:xfrm>
                <a:off x="3740" y="3575"/>
                <a:ext cx="40" cy="40"/>
              </a:xfrm>
              <a:prstGeom prst="ellipse">
                <a:avLst/>
              </a:prstGeom>
              <a:solidFill>
                <a:srgbClr val="808080"/>
              </a:solidFill>
              <a:ln w="25400">
                <a:solidFill>
                  <a:srgbClr val="808080"/>
                </a:solidFill>
                <a:round/>
                <a:headEnd/>
                <a:tailEnd/>
              </a:ln>
            </p:spPr>
            <p:txBody>
              <a:bodyPr/>
              <a:lstStyle/>
              <a:p>
                <a:endParaRPr lang="en-US"/>
              </a:p>
            </p:txBody>
          </p:sp>
        </p:grpSp>
        <p:grpSp>
          <p:nvGrpSpPr>
            <p:cNvPr id="56692" name="Group 750"/>
            <p:cNvGrpSpPr>
              <a:grpSpLocks/>
            </p:cNvGrpSpPr>
            <p:nvPr/>
          </p:nvGrpSpPr>
          <p:grpSpPr bwMode="auto">
            <a:xfrm>
              <a:off x="3285" y="3272"/>
              <a:ext cx="32" cy="343"/>
              <a:chOff x="3285" y="3272"/>
              <a:chExt cx="32" cy="343"/>
            </a:xfrm>
          </p:grpSpPr>
          <p:sp>
            <p:nvSpPr>
              <p:cNvPr id="57163" name="Oval 751"/>
              <p:cNvSpPr>
                <a:spLocks noChangeArrowheads="1"/>
              </p:cNvSpPr>
              <p:nvPr/>
            </p:nvSpPr>
            <p:spPr bwMode="auto">
              <a:xfrm>
                <a:off x="3285" y="3272"/>
                <a:ext cx="32" cy="32"/>
              </a:xfrm>
              <a:prstGeom prst="ellipse">
                <a:avLst/>
              </a:prstGeom>
              <a:solidFill>
                <a:srgbClr val="808080"/>
              </a:solidFill>
              <a:ln w="9525">
                <a:solidFill>
                  <a:srgbClr val="808080"/>
                </a:solidFill>
                <a:round/>
                <a:headEnd/>
                <a:tailEnd/>
              </a:ln>
            </p:spPr>
            <p:txBody>
              <a:bodyPr/>
              <a:lstStyle/>
              <a:p>
                <a:endParaRPr lang="en-US"/>
              </a:p>
            </p:txBody>
          </p:sp>
          <p:sp>
            <p:nvSpPr>
              <p:cNvPr id="57164" name="Oval 752"/>
              <p:cNvSpPr>
                <a:spLocks noChangeArrowheads="1"/>
              </p:cNvSpPr>
              <p:nvPr/>
            </p:nvSpPr>
            <p:spPr bwMode="auto">
              <a:xfrm>
                <a:off x="3285" y="3272"/>
                <a:ext cx="32" cy="32"/>
              </a:xfrm>
              <a:prstGeom prst="ellipse">
                <a:avLst/>
              </a:prstGeom>
              <a:solidFill>
                <a:srgbClr val="808080"/>
              </a:solidFill>
              <a:ln w="25400">
                <a:solidFill>
                  <a:srgbClr val="808080"/>
                </a:solidFill>
                <a:round/>
                <a:headEnd/>
                <a:tailEnd/>
              </a:ln>
            </p:spPr>
            <p:txBody>
              <a:bodyPr/>
              <a:lstStyle/>
              <a:p>
                <a:endParaRPr lang="en-US"/>
              </a:p>
            </p:txBody>
          </p:sp>
          <p:sp>
            <p:nvSpPr>
              <p:cNvPr id="57165" name="Oval 753"/>
              <p:cNvSpPr>
                <a:spLocks noChangeArrowheads="1"/>
              </p:cNvSpPr>
              <p:nvPr/>
            </p:nvSpPr>
            <p:spPr bwMode="auto">
              <a:xfrm>
                <a:off x="3285" y="3575"/>
                <a:ext cx="32" cy="40"/>
              </a:xfrm>
              <a:prstGeom prst="ellipse">
                <a:avLst/>
              </a:prstGeom>
              <a:solidFill>
                <a:srgbClr val="808080"/>
              </a:solidFill>
              <a:ln w="9525">
                <a:solidFill>
                  <a:srgbClr val="808080"/>
                </a:solidFill>
                <a:round/>
                <a:headEnd/>
                <a:tailEnd/>
              </a:ln>
            </p:spPr>
            <p:txBody>
              <a:bodyPr/>
              <a:lstStyle/>
              <a:p>
                <a:endParaRPr lang="en-US"/>
              </a:p>
            </p:txBody>
          </p:sp>
          <p:sp>
            <p:nvSpPr>
              <p:cNvPr id="57166" name="Oval 754"/>
              <p:cNvSpPr>
                <a:spLocks noChangeArrowheads="1"/>
              </p:cNvSpPr>
              <p:nvPr/>
            </p:nvSpPr>
            <p:spPr bwMode="auto">
              <a:xfrm>
                <a:off x="3285" y="3575"/>
                <a:ext cx="32" cy="40"/>
              </a:xfrm>
              <a:prstGeom prst="ellipse">
                <a:avLst/>
              </a:prstGeom>
              <a:solidFill>
                <a:srgbClr val="808080"/>
              </a:solidFill>
              <a:ln w="25400">
                <a:solidFill>
                  <a:srgbClr val="808080"/>
                </a:solidFill>
                <a:round/>
                <a:headEnd/>
                <a:tailEnd/>
              </a:ln>
            </p:spPr>
            <p:txBody>
              <a:bodyPr/>
              <a:lstStyle/>
              <a:p>
                <a:endParaRPr lang="en-US"/>
              </a:p>
            </p:txBody>
          </p:sp>
        </p:grpSp>
        <p:grpSp>
          <p:nvGrpSpPr>
            <p:cNvPr id="56693" name="Group 755"/>
            <p:cNvGrpSpPr>
              <a:grpSpLocks/>
            </p:cNvGrpSpPr>
            <p:nvPr/>
          </p:nvGrpSpPr>
          <p:grpSpPr bwMode="auto">
            <a:xfrm>
              <a:off x="4203" y="3272"/>
              <a:ext cx="32" cy="343"/>
              <a:chOff x="4203" y="3272"/>
              <a:chExt cx="32" cy="343"/>
            </a:xfrm>
          </p:grpSpPr>
          <p:sp>
            <p:nvSpPr>
              <p:cNvPr id="57159" name="Oval 756"/>
              <p:cNvSpPr>
                <a:spLocks noChangeArrowheads="1"/>
              </p:cNvSpPr>
              <p:nvPr/>
            </p:nvSpPr>
            <p:spPr bwMode="auto">
              <a:xfrm>
                <a:off x="4203" y="3272"/>
                <a:ext cx="32" cy="32"/>
              </a:xfrm>
              <a:prstGeom prst="ellipse">
                <a:avLst/>
              </a:prstGeom>
              <a:solidFill>
                <a:srgbClr val="808080"/>
              </a:solidFill>
              <a:ln w="9525">
                <a:solidFill>
                  <a:srgbClr val="808080"/>
                </a:solidFill>
                <a:round/>
                <a:headEnd/>
                <a:tailEnd/>
              </a:ln>
            </p:spPr>
            <p:txBody>
              <a:bodyPr/>
              <a:lstStyle/>
              <a:p>
                <a:endParaRPr lang="en-US"/>
              </a:p>
            </p:txBody>
          </p:sp>
          <p:sp>
            <p:nvSpPr>
              <p:cNvPr id="57160" name="Oval 757"/>
              <p:cNvSpPr>
                <a:spLocks noChangeArrowheads="1"/>
              </p:cNvSpPr>
              <p:nvPr/>
            </p:nvSpPr>
            <p:spPr bwMode="auto">
              <a:xfrm>
                <a:off x="4203" y="3272"/>
                <a:ext cx="32" cy="32"/>
              </a:xfrm>
              <a:prstGeom prst="ellipse">
                <a:avLst/>
              </a:prstGeom>
              <a:solidFill>
                <a:srgbClr val="808080"/>
              </a:solidFill>
              <a:ln w="25400">
                <a:solidFill>
                  <a:srgbClr val="808080"/>
                </a:solidFill>
                <a:round/>
                <a:headEnd/>
                <a:tailEnd/>
              </a:ln>
            </p:spPr>
            <p:txBody>
              <a:bodyPr/>
              <a:lstStyle/>
              <a:p>
                <a:endParaRPr lang="en-US"/>
              </a:p>
            </p:txBody>
          </p:sp>
          <p:sp>
            <p:nvSpPr>
              <p:cNvPr id="57161" name="Oval 758"/>
              <p:cNvSpPr>
                <a:spLocks noChangeArrowheads="1"/>
              </p:cNvSpPr>
              <p:nvPr/>
            </p:nvSpPr>
            <p:spPr bwMode="auto">
              <a:xfrm>
                <a:off x="4203" y="3575"/>
                <a:ext cx="32" cy="40"/>
              </a:xfrm>
              <a:prstGeom prst="ellipse">
                <a:avLst/>
              </a:prstGeom>
              <a:solidFill>
                <a:srgbClr val="808080"/>
              </a:solidFill>
              <a:ln w="9525">
                <a:solidFill>
                  <a:srgbClr val="808080"/>
                </a:solidFill>
                <a:round/>
                <a:headEnd/>
                <a:tailEnd/>
              </a:ln>
            </p:spPr>
            <p:txBody>
              <a:bodyPr/>
              <a:lstStyle/>
              <a:p>
                <a:endParaRPr lang="en-US"/>
              </a:p>
            </p:txBody>
          </p:sp>
          <p:sp>
            <p:nvSpPr>
              <p:cNvPr id="57162" name="Oval 759"/>
              <p:cNvSpPr>
                <a:spLocks noChangeArrowheads="1"/>
              </p:cNvSpPr>
              <p:nvPr/>
            </p:nvSpPr>
            <p:spPr bwMode="auto">
              <a:xfrm>
                <a:off x="4203" y="3575"/>
                <a:ext cx="32" cy="40"/>
              </a:xfrm>
              <a:prstGeom prst="ellipse">
                <a:avLst/>
              </a:prstGeom>
              <a:solidFill>
                <a:srgbClr val="808080"/>
              </a:solidFill>
              <a:ln w="25400">
                <a:solidFill>
                  <a:srgbClr val="808080"/>
                </a:solidFill>
                <a:round/>
                <a:headEnd/>
                <a:tailEnd/>
              </a:ln>
            </p:spPr>
            <p:txBody>
              <a:bodyPr/>
              <a:lstStyle/>
              <a:p>
                <a:endParaRPr lang="en-US"/>
              </a:p>
            </p:txBody>
          </p:sp>
        </p:grpSp>
        <p:grpSp>
          <p:nvGrpSpPr>
            <p:cNvPr id="56694" name="Group 760"/>
            <p:cNvGrpSpPr>
              <a:grpSpLocks/>
            </p:cNvGrpSpPr>
            <p:nvPr/>
          </p:nvGrpSpPr>
          <p:grpSpPr bwMode="auto">
            <a:xfrm>
              <a:off x="4658" y="3272"/>
              <a:ext cx="32" cy="343"/>
              <a:chOff x="4658" y="3272"/>
              <a:chExt cx="32" cy="343"/>
            </a:xfrm>
          </p:grpSpPr>
          <p:sp>
            <p:nvSpPr>
              <p:cNvPr id="57155" name="Oval 761"/>
              <p:cNvSpPr>
                <a:spLocks noChangeArrowheads="1"/>
              </p:cNvSpPr>
              <p:nvPr/>
            </p:nvSpPr>
            <p:spPr bwMode="auto">
              <a:xfrm>
                <a:off x="4658" y="3272"/>
                <a:ext cx="32" cy="32"/>
              </a:xfrm>
              <a:prstGeom prst="ellipse">
                <a:avLst/>
              </a:prstGeom>
              <a:solidFill>
                <a:srgbClr val="808080"/>
              </a:solidFill>
              <a:ln w="9525">
                <a:solidFill>
                  <a:srgbClr val="808080"/>
                </a:solidFill>
                <a:round/>
                <a:headEnd/>
                <a:tailEnd/>
              </a:ln>
            </p:spPr>
            <p:txBody>
              <a:bodyPr/>
              <a:lstStyle/>
              <a:p>
                <a:endParaRPr lang="en-US"/>
              </a:p>
            </p:txBody>
          </p:sp>
          <p:sp>
            <p:nvSpPr>
              <p:cNvPr id="57156" name="Oval 762"/>
              <p:cNvSpPr>
                <a:spLocks noChangeArrowheads="1"/>
              </p:cNvSpPr>
              <p:nvPr/>
            </p:nvSpPr>
            <p:spPr bwMode="auto">
              <a:xfrm>
                <a:off x="4658" y="3272"/>
                <a:ext cx="32" cy="32"/>
              </a:xfrm>
              <a:prstGeom prst="ellipse">
                <a:avLst/>
              </a:prstGeom>
              <a:solidFill>
                <a:srgbClr val="808080"/>
              </a:solidFill>
              <a:ln w="25400">
                <a:solidFill>
                  <a:srgbClr val="808080"/>
                </a:solidFill>
                <a:round/>
                <a:headEnd/>
                <a:tailEnd/>
              </a:ln>
            </p:spPr>
            <p:txBody>
              <a:bodyPr/>
              <a:lstStyle/>
              <a:p>
                <a:endParaRPr lang="en-US"/>
              </a:p>
            </p:txBody>
          </p:sp>
          <p:sp>
            <p:nvSpPr>
              <p:cNvPr id="57157" name="Oval 763"/>
              <p:cNvSpPr>
                <a:spLocks noChangeArrowheads="1"/>
              </p:cNvSpPr>
              <p:nvPr/>
            </p:nvSpPr>
            <p:spPr bwMode="auto">
              <a:xfrm>
                <a:off x="4658" y="3575"/>
                <a:ext cx="32" cy="40"/>
              </a:xfrm>
              <a:prstGeom prst="ellipse">
                <a:avLst/>
              </a:prstGeom>
              <a:solidFill>
                <a:srgbClr val="808080"/>
              </a:solidFill>
              <a:ln w="9525">
                <a:solidFill>
                  <a:srgbClr val="808080"/>
                </a:solidFill>
                <a:round/>
                <a:headEnd/>
                <a:tailEnd/>
              </a:ln>
            </p:spPr>
            <p:txBody>
              <a:bodyPr/>
              <a:lstStyle/>
              <a:p>
                <a:endParaRPr lang="en-US"/>
              </a:p>
            </p:txBody>
          </p:sp>
          <p:sp>
            <p:nvSpPr>
              <p:cNvPr id="57158" name="Oval 764"/>
              <p:cNvSpPr>
                <a:spLocks noChangeArrowheads="1"/>
              </p:cNvSpPr>
              <p:nvPr/>
            </p:nvSpPr>
            <p:spPr bwMode="auto">
              <a:xfrm>
                <a:off x="4658" y="3575"/>
                <a:ext cx="32" cy="40"/>
              </a:xfrm>
              <a:prstGeom prst="ellipse">
                <a:avLst/>
              </a:prstGeom>
              <a:solidFill>
                <a:srgbClr val="808080"/>
              </a:solidFill>
              <a:ln w="25400">
                <a:solidFill>
                  <a:srgbClr val="808080"/>
                </a:solidFill>
                <a:round/>
                <a:headEnd/>
                <a:tailEnd/>
              </a:ln>
            </p:spPr>
            <p:txBody>
              <a:bodyPr/>
              <a:lstStyle/>
              <a:p>
                <a:endParaRPr lang="en-US"/>
              </a:p>
            </p:txBody>
          </p:sp>
        </p:grpSp>
        <p:grpSp>
          <p:nvGrpSpPr>
            <p:cNvPr id="56695" name="Group 765"/>
            <p:cNvGrpSpPr>
              <a:grpSpLocks/>
            </p:cNvGrpSpPr>
            <p:nvPr/>
          </p:nvGrpSpPr>
          <p:grpSpPr bwMode="auto">
            <a:xfrm>
              <a:off x="4251" y="2650"/>
              <a:ext cx="415" cy="56"/>
              <a:chOff x="4251" y="2650"/>
              <a:chExt cx="415" cy="56"/>
            </a:xfrm>
          </p:grpSpPr>
          <p:sp>
            <p:nvSpPr>
              <p:cNvPr id="57147" name="Freeform 766"/>
              <p:cNvSpPr>
                <a:spLocks/>
              </p:cNvSpPr>
              <p:nvPr/>
            </p:nvSpPr>
            <p:spPr bwMode="auto">
              <a:xfrm>
                <a:off x="4554" y="2650"/>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rgbClr val="808080"/>
              </a:solidFill>
              <a:ln w="9525">
                <a:solidFill>
                  <a:srgbClr val="808080"/>
                </a:solidFill>
                <a:round/>
                <a:headEnd/>
                <a:tailEnd/>
              </a:ln>
            </p:spPr>
            <p:txBody>
              <a:bodyPr/>
              <a:lstStyle/>
              <a:p>
                <a:endParaRPr lang="en-US"/>
              </a:p>
            </p:txBody>
          </p:sp>
          <p:grpSp>
            <p:nvGrpSpPr>
              <p:cNvPr id="57148" name="Group 767"/>
              <p:cNvGrpSpPr>
                <a:grpSpLocks/>
              </p:cNvGrpSpPr>
              <p:nvPr/>
            </p:nvGrpSpPr>
            <p:grpSpPr bwMode="auto">
              <a:xfrm>
                <a:off x="4251" y="2674"/>
                <a:ext cx="295" cy="1"/>
                <a:chOff x="4251" y="2674"/>
                <a:chExt cx="295" cy="1"/>
              </a:xfrm>
            </p:grpSpPr>
            <p:sp>
              <p:nvSpPr>
                <p:cNvPr id="57149" name="Line 768"/>
                <p:cNvSpPr>
                  <a:spLocks noChangeShapeType="1"/>
                </p:cNvSpPr>
                <p:nvPr/>
              </p:nvSpPr>
              <p:spPr bwMode="auto">
                <a:xfrm>
                  <a:off x="4251"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150" name="Line 769"/>
                <p:cNvSpPr>
                  <a:spLocks noChangeShapeType="1"/>
                </p:cNvSpPr>
                <p:nvPr/>
              </p:nvSpPr>
              <p:spPr bwMode="auto">
                <a:xfrm>
                  <a:off x="4307"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151" name="Line 770"/>
                <p:cNvSpPr>
                  <a:spLocks noChangeShapeType="1"/>
                </p:cNvSpPr>
                <p:nvPr/>
              </p:nvSpPr>
              <p:spPr bwMode="auto">
                <a:xfrm>
                  <a:off x="4363"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152" name="Line 771"/>
                <p:cNvSpPr>
                  <a:spLocks noChangeShapeType="1"/>
                </p:cNvSpPr>
                <p:nvPr/>
              </p:nvSpPr>
              <p:spPr bwMode="auto">
                <a:xfrm>
                  <a:off x="4419"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153" name="Line 772"/>
                <p:cNvSpPr>
                  <a:spLocks noChangeShapeType="1"/>
                </p:cNvSpPr>
                <p:nvPr/>
              </p:nvSpPr>
              <p:spPr bwMode="auto">
                <a:xfrm>
                  <a:off x="4475"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154" name="Line 773"/>
                <p:cNvSpPr>
                  <a:spLocks noChangeShapeType="1"/>
                </p:cNvSpPr>
                <p:nvPr/>
              </p:nvSpPr>
              <p:spPr bwMode="auto">
                <a:xfrm>
                  <a:off x="4530" y="2674"/>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696" name="Group 774"/>
            <p:cNvGrpSpPr>
              <a:grpSpLocks/>
            </p:cNvGrpSpPr>
            <p:nvPr/>
          </p:nvGrpSpPr>
          <p:grpSpPr bwMode="auto">
            <a:xfrm>
              <a:off x="4251" y="1733"/>
              <a:ext cx="415" cy="56"/>
              <a:chOff x="4251" y="1733"/>
              <a:chExt cx="415" cy="56"/>
            </a:xfrm>
          </p:grpSpPr>
          <p:sp>
            <p:nvSpPr>
              <p:cNvPr id="57139" name="Freeform 775"/>
              <p:cNvSpPr>
                <a:spLocks/>
              </p:cNvSpPr>
              <p:nvPr/>
            </p:nvSpPr>
            <p:spPr bwMode="auto">
              <a:xfrm>
                <a:off x="4554" y="1733"/>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rgbClr val="808080"/>
              </a:solidFill>
              <a:ln w="9525">
                <a:solidFill>
                  <a:srgbClr val="808080"/>
                </a:solidFill>
                <a:round/>
                <a:headEnd/>
                <a:tailEnd/>
              </a:ln>
            </p:spPr>
            <p:txBody>
              <a:bodyPr/>
              <a:lstStyle/>
              <a:p>
                <a:endParaRPr lang="en-US"/>
              </a:p>
            </p:txBody>
          </p:sp>
          <p:grpSp>
            <p:nvGrpSpPr>
              <p:cNvPr id="57140" name="Group 776"/>
              <p:cNvGrpSpPr>
                <a:grpSpLocks/>
              </p:cNvGrpSpPr>
              <p:nvPr/>
            </p:nvGrpSpPr>
            <p:grpSpPr bwMode="auto">
              <a:xfrm>
                <a:off x="4251" y="1757"/>
                <a:ext cx="295" cy="1"/>
                <a:chOff x="4251" y="1757"/>
                <a:chExt cx="295" cy="1"/>
              </a:xfrm>
            </p:grpSpPr>
            <p:sp>
              <p:nvSpPr>
                <p:cNvPr id="57141" name="Line 777"/>
                <p:cNvSpPr>
                  <a:spLocks noChangeShapeType="1"/>
                </p:cNvSpPr>
                <p:nvPr/>
              </p:nvSpPr>
              <p:spPr bwMode="auto">
                <a:xfrm>
                  <a:off x="4251"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142" name="Line 778"/>
                <p:cNvSpPr>
                  <a:spLocks noChangeShapeType="1"/>
                </p:cNvSpPr>
                <p:nvPr/>
              </p:nvSpPr>
              <p:spPr bwMode="auto">
                <a:xfrm>
                  <a:off x="4307"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143" name="Line 779"/>
                <p:cNvSpPr>
                  <a:spLocks noChangeShapeType="1"/>
                </p:cNvSpPr>
                <p:nvPr/>
              </p:nvSpPr>
              <p:spPr bwMode="auto">
                <a:xfrm>
                  <a:off x="4363"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144" name="Line 780"/>
                <p:cNvSpPr>
                  <a:spLocks noChangeShapeType="1"/>
                </p:cNvSpPr>
                <p:nvPr/>
              </p:nvSpPr>
              <p:spPr bwMode="auto">
                <a:xfrm>
                  <a:off x="4419"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145" name="Line 781"/>
                <p:cNvSpPr>
                  <a:spLocks noChangeShapeType="1"/>
                </p:cNvSpPr>
                <p:nvPr/>
              </p:nvSpPr>
              <p:spPr bwMode="auto">
                <a:xfrm>
                  <a:off x="4475"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146" name="Line 782"/>
                <p:cNvSpPr>
                  <a:spLocks noChangeShapeType="1"/>
                </p:cNvSpPr>
                <p:nvPr/>
              </p:nvSpPr>
              <p:spPr bwMode="auto">
                <a:xfrm>
                  <a:off x="4530" y="1757"/>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697" name="Group 783"/>
            <p:cNvGrpSpPr>
              <a:grpSpLocks/>
            </p:cNvGrpSpPr>
            <p:nvPr/>
          </p:nvGrpSpPr>
          <p:grpSpPr bwMode="auto">
            <a:xfrm>
              <a:off x="3325" y="3264"/>
              <a:ext cx="415" cy="56"/>
              <a:chOff x="3325" y="3264"/>
              <a:chExt cx="415" cy="56"/>
            </a:xfrm>
          </p:grpSpPr>
          <p:sp>
            <p:nvSpPr>
              <p:cNvPr id="57131" name="Freeform 784"/>
              <p:cNvSpPr>
                <a:spLocks/>
              </p:cNvSpPr>
              <p:nvPr/>
            </p:nvSpPr>
            <p:spPr bwMode="auto">
              <a:xfrm>
                <a:off x="3628" y="3264"/>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rgbClr val="808080"/>
              </a:solidFill>
              <a:ln w="9525">
                <a:solidFill>
                  <a:srgbClr val="808080"/>
                </a:solidFill>
                <a:round/>
                <a:headEnd/>
                <a:tailEnd/>
              </a:ln>
            </p:spPr>
            <p:txBody>
              <a:bodyPr/>
              <a:lstStyle/>
              <a:p>
                <a:endParaRPr lang="en-US"/>
              </a:p>
            </p:txBody>
          </p:sp>
          <p:grpSp>
            <p:nvGrpSpPr>
              <p:cNvPr id="57132" name="Group 785"/>
              <p:cNvGrpSpPr>
                <a:grpSpLocks/>
              </p:cNvGrpSpPr>
              <p:nvPr/>
            </p:nvGrpSpPr>
            <p:grpSpPr bwMode="auto">
              <a:xfrm>
                <a:off x="3325" y="3288"/>
                <a:ext cx="295" cy="1"/>
                <a:chOff x="3325" y="3288"/>
                <a:chExt cx="295" cy="1"/>
              </a:xfrm>
            </p:grpSpPr>
            <p:sp>
              <p:nvSpPr>
                <p:cNvPr id="57133" name="Line 786"/>
                <p:cNvSpPr>
                  <a:spLocks noChangeShapeType="1"/>
                </p:cNvSpPr>
                <p:nvPr/>
              </p:nvSpPr>
              <p:spPr bwMode="auto">
                <a:xfrm>
                  <a:off x="3325"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134" name="Line 787"/>
                <p:cNvSpPr>
                  <a:spLocks noChangeShapeType="1"/>
                </p:cNvSpPr>
                <p:nvPr/>
              </p:nvSpPr>
              <p:spPr bwMode="auto">
                <a:xfrm>
                  <a:off x="3381"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135" name="Line 788"/>
                <p:cNvSpPr>
                  <a:spLocks noChangeShapeType="1"/>
                </p:cNvSpPr>
                <p:nvPr/>
              </p:nvSpPr>
              <p:spPr bwMode="auto">
                <a:xfrm>
                  <a:off x="3437"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136" name="Line 789"/>
                <p:cNvSpPr>
                  <a:spLocks noChangeShapeType="1"/>
                </p:cNvSpPr>
                <p:nvPr/>
              </p:nvSpPr>
              <p:spPr bwMode="auto">
                <a:xfrm>
                  <a:off x="3493" y="3288"/>
                  <a:ext cx="23"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137" name="Line 790"/>
                <p:cNvSpPr>
                  <a:spLocks noChangeShapeType="1"/>
                </p:cNvSpPr>
                <p:nvPr/>
              </p:nvSpPr>
              <p:spPr bwMode="auto">
                <a:xfrm>
                  <a:off x="3548"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138" name="Line 791"/>
                <p:cNvSpPr>
                  <a:spLocks noChangeShapeType="1"/>
                </p:cNvSpPr>
                <p:nvPr/>
              </p:nvSpPr>
              <p:spPr bwMode="auto">
                <a:xfrm>
                  <a:off x="3604" y="3288"/>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698" name="Group 792"/>
            <p:cNvGrpSpPr>
              <a:grpSpLocks/>
            </p:cNvGrpSpPr>
            <p:nvPr/>
          </p:nvGrpSpPr>
          <p:grpSpPr bwMode="auto">
            <a:xfrm>
              <a:off x="3780" y="3256"/>
              <a:ext cx="415" cy="56"/>
              <a:chOff x="3780" y="3256"/>
              <a:chExt cx="415" cy="56"/>
            </a:xfrm>
          </p:grpSpPr>
          <p:sp>
            <p:nvSpPr>
              <p:cNvPr id="57123" name="Freeform 793"/>
              <p:cNvSpPr>
                <a:spLocks/>
              </p:cNvSpPr>
              <p:nvPr/>
            </p:nvSpPr>
            <p:spPr bwMode="auto">
              <a:xfrm>
                <a:off x="4083" y="325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rgbClr val="808080"/>
              </a:solidFill>
              <a:ln w="9525">
                <a:solidFill>
                  <a:srgbClr val="808080"/>
                </a:solidFill>
                <a:round/>
                <a:headEnd/>
                <a:tailEnd/>
              </a:ln>
            </p:spPr>
            <p:txBody>
              <a:bodyPr/>
              <a:lstStyle/>
              <a:p>
                <a:endParaRPr lang="en-US"/>
              </a:p>
            </p:txBody>
          </p:sp>
          <p:grpSp>
            <p:nvGrpSpPr>
              <p:cNvPr id="57124" name="Group 794"/>
              <p:cNvGrpSpPr>
                <a:grpSpLocks/>
              </p:cNvGrpSpPr>
              <p:nvPr/>
            </p:nvGrpSpPr>
            <p:grpSpPr bwMode="auto">
              <a:xfrm>
                <a:off x="3780" y="3288"/>
                <a:ext cx="295" cy="1"/>
                <a:chOff x="3780" y="3288"/>
                <a:chExt cx="295" cy="1"/>
              </a:xfrm>
            </p:grpSpPr>
            <p:sp>
              <p:nvSpPr>
                <p:cNvPr id="57125" name="Line 795"/>
                <p:cNvSpPr>
                  <a:spLocks noChangeShapeType="1"/>
                </p:cNvSpPr>
                <p:nvPr/>
              </p:nvSpPr>
              <p:spPr bwMode="auto">
                <a:xfrm>
                  <a:off x="3780"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126" name="Line 796"/>
                <p:cNvSpPr>
                  <a:spLocks noChangeShapeType="1"/>
                </p:cNvSpPr>
                <p:nvPr/>
              </p:nvSpPr>
              <p:spPr bwMode="auto">
                <a:xfrm>
                  <a:off x="3836"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127" name="Line 797"/>
                <p:cNvSpPr>
                  <a:spLocks noChangeShapeType="1"/>
                </p:cNvSpPr>
                <p:nvPr/>
              </p:nvSpPr>
              <p:spPr bwMode="auto">
                <a:xfrm>
                  <a:off x="3892"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128" name="Line 798"/>
                <p:cNvSpPr>
                  <a:spLocks noChangeShapeType="1"/>
                </p:cNvSpPr>
                <p:nvPr/>
              </p:nvSpPr>
              <p:spPr bwMode="auto">
                <a:xfrm>
                  <a:off x="3948"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129" name="Line 799"/>
                <p:cNvSpPr>
                  <a:spLocks noChangeShapeType="1"/>
                </p:cNvSpPr>
                <p:nvPr/>
              </p:nvSpPr>
              <p:spPr bwMode="auto">
                <a:xfrm>
                  <a:off x="4004" y="3288"/>
                  <a:ext cx="23"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130" name="Line 800"/>
                <p:cNvSpPr>
                  <a:spLocks noChangeShapeType="1"/>
                </p:cNvSpPr>
                <p:nvPr/>
              </p:nvSpPr>
              <p:spPr bwMode="auto">
                <a:xfrm>
                  <a:off x="4059" y="3288"/>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699" name="Group 801"/>
            <p:cNvGrpSpPr>
              <a:grpSpLocks/>
            </p:cNvGrpSpPr>
            <p:nvPr/>
          </p:nvGrpSpPr>
          <p:grpSpPr bwMode="auto">
            <a:xfrm>
              <a:off x="4251" y="3256"/>
              <a:ext cx="415" cy="56"/>
              <a:chOff x="4251" y="3256"/>
              <a:chExt cx="415" cy="56"/>
            </a:xfrm>
          </p:grpSpPr>
          <p:sp>
            <p:nvSpPr>
              <p:cNvPr id="57115" name="Freeform 802"/>
              <p:cNvSpPr>
                <a:spLocks/>
              </p:cNvSpPr>
              <p:nvPr/>
            </p:nvSpPr>
            <p:spPr bwMode="auto">
              <a:xfrm>
                <a:off x="4554" y="325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rgbClr val="808080"/>
              </a:solidFill>
              <a:ln w="9525">
                <a:solidFill>
                  <a:srgbClr val="808080"/>
                </a:solidFill>
                <a:round/>
                <a:headEnd/>
                <a:tailEnd/>
              </a:ln>
            </p:spPr>
            <p:txBody>
              <a:bodyPr/>
              <a:lstStyle/>
              <a:p>
                <a:endParaRPr lang="en-US"/>
              </a:p>
            </p:txBody>
          </p:sp>
          <p:grpSp>
            <p:nvGrpSpPr>
              <p:cNvPr id="57116" name="Group 803"/>
              <p:cNvGrpSpPr>
                <a:grpSpLocks/>
              </p:cNvGrpSpPr>
              <p:nvPr/>
            </p:nvGrpSpPr>
            <p:grpSpPr bwMode="auto">
              <a:xfrm>
                <a:off x="4251" y="3288"/>
                <a:ext cx="295" cy="1"/>
                <a:chOff x="4251" y="3288"/>
                <a:chExt cx="295" cy="1"/>
              </a:xfrm>
            </p:grpSpPr>
            <p:sp>
              <p:nvSpPr>
                <p:cNvPr id="57117" name="Line 804"/>
                <p:cNvSpPr>
                  <a:spLocks noChangeShapeType="1"/>
                </p:cNvSpPr>
                <p:nvPr/>
              </p:nvSpPr>
              <p:spPr bwMode="auto">
                <a:xfrm>
                  <a:off x="4251"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118" name="Line 805"/>
                <p:cNvSpPr>
                  <a:spLocks noChangeShapeType="1"/>
                </p:cNvSpPr>
                <p:nvPr/>
              </p:nvSpPr>
              <p:spPr bwMode="auto">
                <a:xfrm>
                  <a:off x="4307"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119" name="Line 806"/>
                <p:cNvSpPr>
                  <a:spLocks noChangeShapeType="1"/>
                </p:cNvSpPr>
                <p:nvPr/>
              </p:nvSpPr>
              <p:spPr bwMode="auto">
                <a:xfrm>
                  <a:off x="4363"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120" name="Line 807"/>
                <p:cNvSpPr>
                  <a:spLocks noChangeShapeType="1"/>
                </p:cNvSpPr>
                <p:nvPr/>
              </p:nvSpPr>
              <p:spPr bwMode="auto">
                <a:xfrm>
                  <a:off x="4419"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121" name="Line 808"/>
                <p:cNvSpPr>
                  <a:spLocks noChangeShapeType="1"/>
                </p:cNvSpPr>
                <p:nvPr/>
              </p:nvSpPr>
              <p:spPr bwMode="auto">
                <a:xfrm>
                  <a:off x="4475"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122" name="Line 809"/>
                <p:cNvSpPr>
                  <a:spLocks noChangeShapeType="1"/>
                </p:cNvSpPr>
                <p:nvPr/>
              </p:nvSpPr>
              <p:spPr bwMode="auto">
                <a:xfrm>
                  <a:off x="4530" y="3288"/>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700" name="Group 810"/>
            <p:cNvGrpSpPr>
              <a:grpSpLocks/>
            </p:cNvGrpSpPr>
            <p:nvPr/>
          </p:nvGrpSpPr>
          <p:grpSpPr bwMode="auto">
            <a:xfrm>
              <a:off x="3325" y="3567"/>
              <a:ext cx="415" cy="56"/>
              <a:chOff x="3325" y="3567"/>
              <a:chExt cx="415" cy="56"/>
            </a:xfrm>
          </p:grpSpPr>
          <p:sp>
            <p:nvSpPr>
              <p:cNvPr id="57107" name="Freeform 811"/>
              <p:cNvSpPr>
                <a:spLocks/>
              </p:cNvSpPr>
              <p:nvPr/>
            </p:nvSpPr>
            <p:spPr bwMode="auto">
              <a:xfrm>
                <a:off x="3628" y="3567"/>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rgbClr val="808080"/>
              </a:solidFill>
              <a:ln w="9525">
                <a:solidFill>
                  <a:srgbClr val="808080"/>
                </a:solidFill>
                <a:round/>
                <a:headEnd/>
                <a:tailEnd/>
              </a:ln>
            </p:spPr>
            <p:txBody>
              <a:bodyPr/>
              <a:lstStyle/>
              <a:p>
                <a:endParaRPr lang="en-US"/>
              </a:p>
            </p:txBody>
          </p:sp>
          <p:grpSp>
            <p:nvGrpSpPr>
              <p:cNvPr id="57108" name="Group 812"/>
              <p:cNvGrpSpPr>
                <a:grpSpLocks/>
              </p:cNvGrpSpPr>
              <p:nvPr/>
            </p:nvGrpSpPr>
            <p:grpSpPr bwMode="auto">
              <a:xfrm>
                <a:off x="3325" y="3599"/>
                <a:ext cx="295" cy="1"/>
                <a:chOff x="3325" y="3599"/>
                <a:chExt cx="295" cy="1"/>
              </a:xfrm>
            </p:grpSpPr>
            <p:sp>
              <p:nvSpPr>
                <p:cNvPr id="57109" name="Line 813"/>
                <p:cNvSpPr>
                  <a:spLocks noChangeShapeType="1"/>
                </p:cNvSpPr>
                <p:nvPr/>
              </p:nvSpPr>
              <p:spPr bwMode="auto">
                <a:xfrm>
                  <a:off x="3325" y="3599"/>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110" name="Line 814"/>
                <p:cNvSpPr>
                  <a:spLocks noChangeShapeType="1"/>
                </p:cNvSpPr>
                <p:nvPr/>
              </p:nvSpPr>
              <p:spPr bwMode="auto">
                <a:xfrm>
                  <a:off x="3381" y="3599"/>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111" name="Line 815"/>
                <p:cNvSpPr>
                  <a:spLocks noChangeShapeType="1"/>
                </p:cNvSpPr>
                <p:nvPr/>
              </p:nvSpPr>
              <p:spPr bwMode="auto">
                <a:xfrm>
                  <a:off x="3437" y="3599"/>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112" name="Line 816"/>
                <p:cNvSpPr>
                  <a:spLocks noChangeShapeType="1"/>
                </p:cNvSpPr>
                <p:nvPr/>
              </p:nvSpPr>
              <p:spPr bwMode="auto">
                <a:xfrm>
                  <a:off x="3493" y="3599"/>
                  <a:ext cx="23"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113" name="Line 817"/>
                <p:cNvSpPr>
                  <a:spLocks noChangeShapeType="1"/>
                </p:cNvSpPr>
                <p:nvPr/>
              </p:nvSpPr>
              <p:spPr bwMode="auto">
                <a:xfrm>
                  <a:off x="3548" y="3599"/>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114" name="Line 818"/>
                <p:cNvSpPr>
                  <a:spLocks noChangeShapeType="1"/>
                </p:cNvSpPr>
                <p:nvPr/>
              </p:nvSpPr>
              <p:spPr bwMode="auto">
                <a:xfrm>
                  <a:off x="3604" y="3599"/>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701" name="Group 819"/>
            <p:cNvGrpSpPr>
              <a:grpSpLocks/>
            </p:cNvGrpSpPr>
            <p:nvPr/>
          </p:nvGrpSpPr>
          <p:grpSpPr bwMode="auto">
            <a:xfrm>
              <a:off x="3788" y="3567"/>
              <a:ext cx="415" cy="56"/>
              <a:chOff x="3788" y="3567"/>
              <a:chExt cx="415" cy="56"/>
            </a:xfrm>
          </p:grpSpPr>
          <p:sp>
            <p:nvSpPr>
              <p:cNvPr id="57099" name="Freeform 820"/>
              <p:cNvSpPr>
                <a:spLocks/>
              </p:cNvSpPr>
              <p:nvPr/>
            </p:nvSpPr>
            <p:spPr bwMode="auto">
              <a:xfrm>
                <a:off x="4091"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rgbClr val="808080"/>
              </a:solidFill>
              <a:ln w="9525">
                <a:solidFill>
                  <a:srgbClr val="808080"/>
                </a:solidFill>
                <a:round/>
                <a:headEnd/>
                <a:tailEnd/>
              </a:ln>
            </p:spPr>
            <p:txBody>
              <a:bodyPr/>
              <a:lstStyle/>
              <a:p>
                <a:endParaRPr lang="en-US"/>
              </a:p>
            </p:txBody>
          </p:sp>
          <p:grpSp>
            <p:nvGrpSpPr>
              <p:cNvPr id="57100" name="Group 821"/>
              <p:cNvGrpSpPr>
                <a:grpSpLocks/>
              </p:cNvGrpSpPr>
              <p:nvPr/>
            </p:nvGrpSpPr>
            <p:grpSpPr bwMode="auto">
              <a:xfrm>
                <a:off x="3788" y="3591"/>
                <a:ext cx="295" cy="1"/>
                <a:chOff x="3788" y="3591"/>
                <a:chExt cx="295" cy="1"/>
              </a:xfrm>
            </p:grpSpPr>
            <p:sp>
              <p:nvSpPr>
                <p:cNvPr id="57101" name="Line 822"/>
                <p:cNvSpPr>
                  <a:spLocks noChangeShapeType="1"/>
                </p:cNvSpPr>
                <p:nvPr/>
              </p:nvSpPr>
              <p:spPr bwMode="auto">
                <a:xfrm>
                  <a:off x="3788"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102" name="Line 823"/>
                <p:cNvSpPr>
                  <a:spLocks noChangeShapeType="1"/>
                </p:cNvSpPr>
                <p:nvPr/>
              </p:nvSpPr>
              <p:spPr bwMode="auto">
                <a:xfrm>
                  <a:off x="3844"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103" name="Line 824"/>
                <p:cNvSpPr>
                  <a:spLocks noChangeShapeType="1"/>
                </p:cNvSpPr>
                <p:nvPr/>
              </p:nvSpPr>
              <p:spPr bwMode="auto">
                <a:xfrm>
                  <a:off x="3900"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104" name="Line 825"/>
                <p:cNvSpPr>
                  <a:spLocks noChangeShapeType="1"/>
                </p:cNvSpPr>
                <p:nvPr/>
              </p:nvSpPr>
              <p:spPr bwMode="auto">
                <a:xfrm>
                  <a:off x="3956"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105" name="Line 826"/>
                <p:cNvSpPr>
                  <a:spLocks noChangeShapeType="1"/>
                </p:cNvSpPr>
                <p:nvPr/>
              </p:nvSpPr>
              <p:spPr bwMode="auto">
                <a:xfrm>
                  <a:off x="4011"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106" name="Line 827"/>
                <p:cNvSpPr>
                  <a:spLocks noChangeShapeType="1"/>
                </p:cNvSpPr>
                <p:nvPr/>
              </p:nvSpPr>
              <p:spPr bwMode="auto">
                <a:xfrm>
                  <a:off x="4067" y="3591"/>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702" name="Group 828"/>
            <p:cNvGrpSpPr>
              <a:grpSpLocks/>
            </p:cNvGrpSpPr>
            <p:nvPr/>
          </p:nvGrpSpPr>
          <p:grpSpPr bwMode="auto">
            <a:xfrm>
              <a:off x="4243" y="3567"/>
              <a:ext cx="415" cy="56"/>
              <a:chOff x="4243" y="3567"/>
              <a:chExt cx="415" cy="56"/>
            </a:xfrm>
          </p:grpSpPr>
          <p:sp>
            <p:nvSpPr>
              <p:cNvPr id="57091" name="Freeform 829"/>
              <p:cNvSpPr>
                <a:spLocks/>
              </p:cNvSpPr>
              <p:nvPr/>
            </p:nvSpPr>
            <p:spPr bwMode="auto">
              <a:xfrm>
                <a:off x="4546" y="3567"/>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rgbClr val="808080"/>
              </a:solidFill>
              <a:ln w="9525">
                <a:solidFill>
                  <a:srgbClr val="808080"/>
                </a:solidFill>
                <a:round/>
                <a:headEnd/>
                <a:tailEnd/>
              </a:ln>
            </p:spPr>
            <p:txBody>
              <a:bodyPr/>
              <a:lstStyle/>
              <a:p>
                <a:endParaRPr lang="en-US"/>
              </a:p>
            </p:txBody>
          </p:sp>
          <p:grpSp>
            <p:nvGrpSpPr>
              <p:cNvPr id="57092" name="Group 830"/>
              <p:cNvGrpSpPr>
                <a:grpSpLocks/>
              </p:cNvGrpSpPr>
              <p:nvPr/>
            </p:nvGrpSpPr>
            <p:grpSpPr bwMode="auto">
              <a:xfrm>
                <a:off x="4243" y="3599"/>
                <a:ext cx="295" cy="1"/>
                <a:chOff x="4243" y="3599"/>
                <a:chExt cx="295" cy="1"/>
              </a:xfrm>
            </p:grpSpPr>
            <p:sp>
              <p:nvSpPr>
                <p:cNvPr id="57093" name="Line 831"/>
                <p:cNvSpPr>
                  <a:spLocks noChangeShapeType="1"/>
                </p:cNvSpPr>
                <p:nvPr/>
              </p:nvSpPr>
              <p:spPr bwMode="auto">
                <a:xfrm>
                  <a:off x="4243" y="3599"/>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094" name="Line 832"/>
                <p:cNvSpPr>
                  <a:spLocks noChangeShapeType="1"/>
                </p:cNvSpPr>
                <p:nvPr/>
              </p:nvSpPr>
              <p:spPr bwMode="auto">
                <a:xfrm>
                  <a:off x="4299" y="3599"/>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095" name="Line 833"/>
                <p:cNvSpPr>
                  <a:spLocks noChangeShapeType="1"/>
                </p:cNvSpPr>
                <p:nvPr/>
              </p:nvSpPr>
              <p:spPr bwMode="auto">
                <a:xfrm>
                  <a:off x="4355" y="3599"/>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096" name="Line 834"/>
                <p:cNvSpPr>
                  <a:spLocks noChangeShapeType="1"/>
                </p:cNvSpPr>
                <p:nvPr/>
              </p:nvSpPr>
              <p:spPr bwMode="auto">
                <a:xfrm>
                  <a:off x="4411" y="3599"/>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097" name="Line 835"/>
                <p:cNvSpPr>
                  <a:spLocks noChangeShapeType="1"/>
                </p:cNvSpPr>
                <p:nvPr/>
              </p:nvSpPr>
              <p:spPr bwMode="auto">
                <a:xfrm>
                  <a:off x="4467" y="3599"/>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098" name="Line 836"/>
                <p:cNvSpPr>
                  <a:spLocks noChangeShapeType="1"/>
                </p:cNvSpPr>
                <p:nvPr/>
              </p:nvSpPr>
              <p:spPr bwMode="auto">
                <a:xfrm>
                  <a:off x="4522" y="3599"/>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703" name="Group 837"/>
            <p:cNvGrpSpPr>
              <a:grpSpLocks/>
            </p:cNvGrpSpPr>
            <p:nvPr/>
          </p:nvGrpSpPr>
          <p:grpSpPr bwMode="auto">
            <a:xfrm>
              <a:off x="3788" y="2376"/>
              <a:ext cx="886" cy="290"/>
              <a:chOff x="3788" y="2376"/>
              <a:chExt cx="886" cy="290"/>
            </a:xfrm>
          </p:grpSpPr>
          <p:sp>
            <p:nvSpPr>
              <p:cNvPr id="57089" name="Freeform 838"/>
              <p:cNvSpPr>
                <a:spLocks/>
              </p:cNvSpPr>
              <p:nvPr/>
            </p:nvSpPr>
            <p:spPr bwMode="auto">
              <a:xfrm>
                <a:off x="4530" y="2594"/>
                <a:ext cx="144" cy="72"/>
              </a:xfrm>
              <a:custGeom>
                <a:avLst/>
                <a:gdLst>
                  <a:gd name="T0" fmla="*/ 144 w 144"/>
                  <a:gd name="T1" fmla="*/ 72 h 72"/>
                  <a:gd name="T2" fmla="*/ 0 w 144"/>
                  <a:gd name="T3" fmla="*/ 64 h 72"/>
                  <a:gd name="T4" fmla="*/ 16 w 144"/>
                  <a:gd name="T5" fmla="*/ 32 h 72"/>
                  <a:gd name="T6" fmla="*/ 24 w 144"/>
                  <a:gd name="T7" fmla="*/ 0 h 72"/>
                  <a:gd name="T8" fmla="*/ 144 w 144"/>
                  <a:gd name="T9" fmla="*/ 72 h 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4" h="72">
                    <a:moveTo>
                      <a:pt x="144" y="72"/>
                    </a:moveTo>
                    <a:lnTo>
                      <a:pt x="0" y="64"/>
                    </a:lnTo>
                    <a:lnTo>
                      <a:pt x="16" y="32"/>
                    </a:lnTo>
                    <a:lnTo>
                      <a:pt x="24" y="0"/>
                    </a:lnTo>
                    <a:lnTo>
                      <a:pt x="144" y="72"/>
                    </a:lnTo>
                    <a:close/>
                  </a:path>
                </a:pathLst>
              </a:custGeom>
              <a:solidFill>
                <a:srgbClr val="808080"/>
              </a:solidFill>
              <a:ln w="9525">
                <a:solidFill>
                  <a:srgbClr val="808080"/>
                </a:solidFill>
                <a:round/>
                <a:headEnd/>
                <a:tailEnd/>
              </a:ln>
            </p:spPr>
            <p:txBody>
              <a:bodyPr/>
              <a:lstStyle/>
              <a:p>
                <a:endParaRPr lang="en-US"/>
              </a:p>
            </p:txBody>
          </p:sp>
          <p:sp>
            <p:nvSpPr>
              <p:cNvPr id="57090" name="Line 839"/>
              <p:cNvSpPr>
                <a:spLocks noChangeShapeType="1"/>
              </p:cNvSpPr>
              <p:nvPr/>
            </p:nvSpPr>
            <p:spPr bwMode="auto">
              <a:xfrm>
                <a:off x="3788" y="2376"/>
                <a:ext cx="766" cy="252"/>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04" name="Group 840"/>
            <p:cNvGrpSpPr>
              <a:grpSpLocks/>
            </p:cNvGrpSpPr>
            <p:nvPr/>
          </p:nvGrpSpPr>
          <p:grpSpPr bwMode="auto">
            <a:xfrm>
              <a:off x="3309" y="2084"/>
              <a:ext cx="1381" cy="1507"/>
              <a:chOff x="3309" y="2084"/>
              <a:chExt cx="1381" cy="1507"/>
            </a:xfrm>
          </p:grpSpPr>
          <p:sp>
            <p:nvSpPr>
              <p:cNvPr id="57087" name="Freeform 841"/>
              <p:cNvSpPr>
                <a:spLocks/>
              </p:cNvSpPr>
              <p:nvPr/>
            </p:nvSpPr>
            <p:spPr bwMode="auto">
              <a:xfrm>
                <a:off x="4570" y="2084"/>
                <a:ext cx="120" cy="119"/>
              </a:xfrm>
              <a:custGeom>
                <a:avLst/>
                <a:gdLst>
                  <a:gd name="T0" fmla="*/ 120 w 120"/>
                  <a:gd name="T1" fmla="*/ 0 h 119"/>
                  <a:gd name="T2" fmla="*/ 56 w 120"/>
                  <a:gd name="T3" fmla="*/ 119 h 119"/>
                  <a:gd name="T4" fmla="*/ 24 w 120"/>
                  <a:gd name="T5" fmla="*/ 96 h 119"/>
                  <a:gd name="T6" fmla="*/ 0 w 120"/>
                  <a:gd name="T7" fmla="*/ 72 h 119"/>
                  <a:gd name="T8" fmla="*/ 120 w 120"/>
                  <a:gd name="T9" fmla="*/ 0 h 1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 h="119">
                    <a:moveTo>
                      <a:pt x="120" y="0"/>
                    </a:moveTo>
                    <a:lnTo>
                      <a:pt x="56" y="119"/>
                    </a:lnTo>
                    <a:lnTo>
                      <a:pt x="24" y="96"/>
                    </a:lnTo>
                    <a:lnTo>
                      <a:pt x="0" y="72"/>
                    </a:lnTo>
                    <a:lnTo>
                      <a:pt x="120" y="0"/>
                    </a:lnTo>
                    <a:close/>
                  </a:path>
                </a:pathLst>
              </a:custGeom>
              <a:solidFill>
                <a:srgbClr val="808080"/>
              </a:solidFill>
              <a:ln w="9525">
                <a:solidFill>
                  <a:srgbClr val="808080"/>
                </a:solidFill>
                <a:round/>
                <a:headEnd/>
                <a:tailEnd/>
              </a:ln>
            </p:spPr>
            <p:txBody>
              <a:bodyPr/>
              <a:lstStyle/>
              <a:p>
                <a:endParaRPr lang="en-US"/>
              </a:p>
            </p:txBody>
          </p:sp>
          <p:sp>
            <p:nvSpPr>
              <p:cNvPr id="57088" name="Line 842"/>
              <p:cNvSpPr>
                <a:spLocks noChangeShapeType="1"/>
              </p:cNvSpPr>
              <p:nvPr/>
            </p:nvSpPr>
            <p:spPr bwMode="auto">
              <a:xfrm flipV="1">
                <a:off x="3309" y="2172"/>
                <a:ext cx="1291" cy="1419"/>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05" name="Group 843"/>
            <p:cNvGrpSpPr>
              <a:grpSpLocks/>
            </p:cNvGrpSpPr>
            <p:nvPr/>
          </p:nvGrpSpPr>
          <p:grpSpPr bwMode="auto">
            <a:xfrm>
              <a:off x="3773" y="2076"/>
              <a:ext cx="909" cy="893"/>
              <a:chOff x="3773" y="2076"/>
              <a:chExt cx="909" cy="893"/>
            </a:xfrm>
          </p:grpSpPr>
          <p:sp>
            <p:nvSpPr>
              <p:cNvPr id="57085" name="Freeform 844"/>
              <p:cNvSpPr>
                <a:spLocks/>
              </p:cNvSpPr>
              <p:nvPr/>
            </p:nvSpPr>
            <p:spPr bwMode="auto">
              <a:xfrm>
                <a:off x="4562" y="2850"/>
                <a:ext cx="120" cy="119"/>
              </a:xfrm>
              <a:custGeom>
                <a:avLst/>
                <a:gdLst>
                  <a:gd name="T0" fmla="*/ 120 w 120"/>
                  <a:gd name="T1" fmla="*/ 119 h 119"/>
                  <a:gd name="T2" fmla="*/ 0 w 120"/>
                  <a:gd name="T3" fmla="*/ 47 h 119"/>
                  <a:gd name="T4" fmla="*/ 24 w 120"/>
                  <a:gd name="T5" fmla="*/ 23 h 119"/>
                  <a:gd name="T6" fmla="*/ 48 w 120"/>
                  <a:gd name="T7" fmla="*/ 0 h 119"/>
                  <a:gd name="T8" fmla="*/ 120 w 120"/>
                  <a:gd name="T9" fmla="*/ 119 h 1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 h="119">
                    <a:moveTo>
                      <a:pt x="120" y="119"/>
                    </a:moveTo>
                    <a:lnTo>
                      <a:pt x="0" y="47"/>
                    </a:lnTo>
                    <a:lnTo>
                      <a:pt x="24" y="23"/>
                    </a:lnTo>
                    <a:lnTo>
                      <a:pt x="48" y="0"/>
                    </a:lnTo>
                    <a:lnTo>
                      <a:pt x="120" y="119"/>
                    </a:lnTo>
                    <a:close/>
                  </a:path>
                </a:pathLst>
              </a:custGeom>
              <a:solidFill>
                <a:srgbClr val="808080"/>
              </a:solidFill>
              <a:ln w="9525">
                <a:solidFill>
                  <a:srgbClr val="808080"/>
                </a:solidFill>
                <a:round/>
                <a:headEnd/>
                <a:tailEnd/>
              </a:ln>
            </p:spPr>
            <p:txBody>
              <a:bodyPr/>
              <a:lstStyle/>
              <a:p>
                <a:endParaRPr lang="en-US"/>
              </a:p>
            </p:txBody>
          </p:sp>
          <p:sp>
            <p:nvSpPr>
              <p:cNvPr id="57086" name="Line 845"/>
              <p:cNvSpPr>
                <a:spLocks noChangeShapeType="1"/>
              </p:cNvSpPr>
              <p:nvPr/>
            </p:nvSpPr>
            <p:spPr bwMode="auto">
              <a:xfrm>
                <a:off x="3773" y="2076"/>
                <a:ext cx="821" cy="804"/>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06" name="Group 846"/>
            <p:cNvGrpSpPr>
              <a:grpSpLocks/>
            </p:cNvGrpSpPr>
            <p:nvPr/>
          </p:nvGrpSpPr>
          <p:grpSpPr bwMode="auto">
            <a:xfrm>
              <a:off x="3317" y="2379"/>
              <a:ext cx="910" cy="893"/>
              <a:chOff x="3317" y="2379"/>
              <a:chExt cx="910" cy="893"/>
            </a:xfrm>
          </p:grpSpPr>
          <p:sp>
            <p:nvSpPr>
              <p:cNvPr id="57083" name="Freeform 847"/>
              <p:cNvSpPr>
                <a:spLocks/>
              </p:cNvSpPr>
              <p:nvPr/>
            </p:nvSpPr>
            <p:spPr bwMode="auto">
              <a:xfrm>
                <a:off x="4107" y="3153"/>
                <a:ext cx="120" cy="119"/>
              </a:xfrm>
              <a:custGeom>
                <a:avLst/>
                <a:gdLst>
                  <a:gd name="T0" fmla="*/ 120 w 120"/>
                  <a:gd name="T1" fmla="*/ 119 h 119"/>
                  <a:gd name="T2" fmla="*/ 0 w 120"/>
                  <a:gd name="T3" fmla="*/ 48 h 119"/>
                  <a:gd name="T4" fmla="*/ 24 w 120"/>
                  <a:gd name="T5" fmla="*/ 24 h 119"/>
                  <a:gd name="T6" fmla="*/ 48 w 120"/>
                  <a:gd name="T7" fmla="*/ 0 h 119"/>
                  <a:gd name="T8" fmla="*/ 120 w 120"/>
                  <a:gd name="T9" fmla="*/ 119 h 1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 h="119">
                    <a:moveTo>
                      <a:pt x="120" y="119"/>
                    </a:moveTo>
                    <a:lnTo>
                      <a:pt x="0" y="48"/>
                    </a:lnTo>
                    <a:lnTo>
                      <a:pt x="24" y="24"/>
                    </a:lnTo>
                    <a:lnTo>
                      <a:pt x="48" y="0"/>
                    </a:lnTo>
                    <a:lnTo>
                      <a:pt x="120" y="119"/>
                    </a:lnTo>
                    <a:close/>
                  </a:path>
                </a:pathLst>
              </a:custGeom>
              <a:solidFill>
                <a:srgbClr val="808080"/>
              </a:solidFill>
              <a:ln w="9525">
                <a:solidFill>
                  <a:srgbClr val="808080"/>
                </a:solidFill>
                <a:round/>
                <a:headEnd/>
                <a:tailEnd/>
              </a:ln>
            </p:spPr>
            <p:txBody>
              <a:bodyPr/>
              <a:lstStyle/>
              <a:p>
                <a:endParaRPr lang="en-US"/>
              </a:p>
            </p:txBody>
          </p:sp>
          <p:sp>
            <p:nvSpPr>
              <p:cNvPr id="57084" name="Line 848"/>
              <p:cNvSpPr>
                <a:spLocks noChangeShapeType="1"/>
              </p:cNvSpPr>
              <p:nvPr/>
            </p:nvSpPr>
            <p:spPr bwMode="auto">
              <a:xfrm>
                <a:off x="3317" y="2379"/>
                <a:ext cx="822" cy="804"/>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07" name="Group 849"/>
            <p:cNvGrpSpPr>
              <a:grpSpLocks/>
            </p:cNvGrpSpPr>
            <p:nvPr/>
          </p:nvGrpSpPr>
          <p:grpSpPr bwMode="auto">
            <a:xfrm>
              <a:off x="2878" y="1725"/>
              <a:ext cx="415" cy="56"/>
              <a:chOff x="2878" y="1725"/>
              <a:chExt cx="415" cy="56"/>
            </a:xfrm>
          </p:grpSpPr>
          <p:sp>
            <p:nvSpPr>
              <p:cNvPr id="57075" name="Freeform 850"/>
              <p:cNvSpPr>
                <a:spLocks/>
              </p:cNvSpPr>
              <p:nvPr/>
            </p:nvSpPr>
            <p:spPr bwMode="auto">
              <a:xfrm>
                <a:off x="3181" y="1725"/>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rgbClr val="808080"/>
              </a:solidFill>
              <a:ln w="9525">
                <a:solidFill>
                  <a:srgbClr val="808080"/>
                </a:solidFill>
                <a:round/>
                <a:headEnd/>
                <a:tailEnd/>
              </a:ln>
            </p:spPr>
            <p:txBody>
              <a:bodyPr/>
              <a:lstStyle/>
              <a:p>
                <a:endParaRPr lang="en-US"/>
              </a:p>
            </p:txBody>
          </p:sp>
          <p:grpSp>
            <p:nvGrpSpPr>
              <p:cNvPr id="57076" name="Group 851"/>
              <p:cNvGrpSpPr>
                <a:grpSpLocks/>
              </p:cNvGrpSpPr>
              <p:nvPr/>
            </p:nvGrpSpPr>
            <p:grpSpPr bwMode="auto">
              <a:xfrm>
                <a:off x="2878" y="1757"/>
                <a:ext cx="295" cy="1"/>
                <a:chOff x="2878" y="1757"/>
                <a:chExt cx="295" cy="1"/>
              </a:xfrm>
            </p:grpSpPr>
            <p:sp>
              <p:nvSpPr>
                <p:cNvPr id="57077" name="Line 852"/>
                <p:cNvSpPr>
                  <a:spLocks noChangeShapeType="1"/>
                </p:cNvSpPr>
                <p:nvPr/>
              </p:nvSpPr>
              <p:spPr bwMode="auto">
                <a:xfrm>
                  <a:off x="2878"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078" name="Line 853"/>
                <p:cNvSpPr>
                  <a:spLocks noChangeShapeType="1"/>
                </p:cNvSpPr>
                <p:nvPr/>
              </p:nvSpPr>
              <p:spPr bwMode="auto">
                <a:xfrm>
                  <a:off x="2934"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079" name="Line 854"/>
                <p:cNvSpPr>
                  <a:spLocks noChangeShapeType="1"/>
                </p:cNvSpPr>
                <p:nvPr/>
              </p:nvSpPr>
              <p:spPr bwMode="auto">
                <a:xfrm>
                  <a:off x="2990" y="1757"/>
                  <a:ext cx="23"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080" name="Line 855"/>
                <p:cNvSpPr>
                  <a:spLocks noChangeShapeType="1"/>
                </p:cNvSpPr>
                <p:nvPr/>
              </p:nvSpPr>
              <p:spPr bwMode="auto">
                <a:xfrm>
                  <a:off x="3045"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081" name="Line 856"/>
                <p:cNvSpPr>
                  <a:spLocks noChangeShapeType="1"/>
                </p:cNvSpPr>
                <p:nvPr/>
              </p:nvSpPr>
              <p:spPr bwMode="auto">
                <a:xfrm>
                  <a:off x="3101"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082" name="Line 857"/>
                <p:cNvSpPr>
                  <a:spLocks noChangeShapeType="1"/>
                </p:cNvSpPr>
                <p:nvPr/>
              </p:nvSpPr>
              <p:spPr bwMode="auto">
                <a:xfrm>
                  <a:off x="3157" y="1757"/>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708" name="Group 858"/>
            <p:cNvGrpSpPr>
              <a:grpSpLocks/>
            </p:cNvGrpSpPr>
            <p:nvPr/>
          </p:nvGrpSpPr>
          <p:grpSpPr bwMode="auto">
            <a:xfrm>
              <a:off x="2878" y="2036"/>
              <a:ext cx="415" cy="56"/>
              <a:chOff x="2878" y="2036"/>
              <a:chExt cx="415" cy="56"/>
            </a:xfrm>
          </p:grpSpPr>
          <p:sp>
            <p:nvSpPr>
              <p:cNvPr id="57067" name="Freeform 859"/>
              <p:cNvSpPr>
                <a:spLocks/>
              </p:cNvSpPr>
              <p:nvPr/>
            </p:nvSpPr>
            <p:spPr bwMode="auto">
              <a:xfrm>
                <a:off x="3181" y="2036"/>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rgbClr val="808080"/>
              </a:solidFill>
              <a:ln w="9525">
                <a:solidFill>
                  <a:srgbClr val="808080"/>
                </a:solidFill>
                <a:round/>
                <a:headEnd/>
                <a:tailEnd/>
              </a:ln>
            </p:spPr>
            <p:txBody>
              <a:bodyPr/>
              <a:lstStyle/>
              <a:p>
                <a:endParaRPr lang="en-US"/>
              </a:p>
            </p:txBody>
          </p:sp>
          <p:grpSp>
            <p:nvGrpSpPr>
              <p:cNvPr id="57068" name="Group 860"/>
              <p:cNvGrpSpPr>
                <a:grpSpLocks/>
              </p:cNvGrpSpPr>
              <p:nvPr/>
            </p:nvGrpSpPr>
            <p:grpSpPr bwMode="auto">
              <a:xfrm>
                <a:off x="2878" y="2060"/>
                <a:ext cx="295" cy="1"/>
                <a:chOff x="2878" y="2060"/>
                <a:chExt cx="295" cy="1"/>
              </a:xfrm>
            </p:grpSpPr>
            <p:sp>
              <p:nvSpPr>
                <p:cNvPr id="57069" name="Line 861"/>
                <p:cNvSpPr>
                  <a:spLocks noChangeShapeType="1"/>
                </p:cNvSpPr>
                <p:nvPr/>
              </p:nvSpPr>
              <p:spPr bwMode="auto">
                <a:xfrm>
                  <a:off x="2878" y="2060"/>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070" name="Line 862"/>
                <p:cNvSpPr>
                  <a:spLocks noChangeShapeType="1"/>
                </p:cNvSpPr>
                <p:nvPr/>
              </p:nvSpPr>
              <p:spPr bwMode="auto">
                <a:xfrm>
                  <a:off x="2934" y="2060"/>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071" name="Line 863"/>
                <p:cNvSpPr>
                  <a:spLocks noChangeShapeType="1"/>
                </p:cNvSpPr>
                <p:nvPr/>
              </p:nvSpPr>
              <p:spPr bwMode="auto">
                <a:xfrm>
                  <a:off x="2990" y="2060"/>
                  <a:ext cx="23"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072" name="Line 864"/>
                <p:cNvSpPr>
                  <a:spLocks noChangeShapeType="1"/>
                </p:cNvSpPr>
                <p:nvPr/>
              </p:nvSpPr>
              <p:spPr bwMode="auto">
                <a:xfrm>
                  <a:off x="3045" y="2060"/>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073" name="Line 865"/>
                <p:cNvSpPr>
                  <a:spLocks noChangeShapeType="1"/>
                </p:cNvSpPr>
                <p:nvPr/>
              </p:nvSpPr>
              <p:spPr bwMode="auto">
                <a:xfrm>
                  <a:off x="3101" y="2060"/>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074" name="Line 866"/>
                <p:cNvSpPr>
                  <a:spLocks noChangeShapeType="1"/>
                </p:cNvSpPr>
                <p:nvPr/>
              </p:nvSpPr>
              <p:spPr bwMode="auto">
                <a:xfrm>
                  <a:off x="3157" y="2060"/>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709" name="Group 867"/>
            <p:cNvGrpSpPr>
              <a:grpSpLocks/>
            </p:cNvGrpSpPr>
            <p:nvPr/>
          </p:nvGrpSpPr>
          <p:grpSpPr bwMode="auto">
            <a:xfrm>
              <a:off x="2886" y="2339"/>
              <a:ext cx="415" cy="56"/>
              <a:chOff x="2886" y="2339"/>
              <a:chExt cx="415" cy="56"/>
            </a:xfrm>
          </p:grpSpPr>
          <p:sp>
            <p:nvSpPr>
              <p:cNvPr id="57059" name="Freeform 868"/>
              <p:cNvSpPr>
                <a:spLocks/>
              </p:cNvSpPr>
              <p:nvPr/>
            </p:nvSpPr>
            <p:spPr bwMode="auto">
              <a:xfrm>
                <a:off x="3189" y="2339"/>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rgbClr val="808080"/>
              </a:solidFill>
              <a:ln w="9525">
                <a:solidFill>
                  <a:srgbClr val="808080"/>
                </a:solidFill>
                <a:round/>
                <a:headEnd/>
                <a:tailEnd/>
              </a:ln>
            </p:spPr>
            <p:txBody>
              <a:bodyPr/>
              <a:lstStyle/>
              <a:p>
                <a:endParaRPr lang="en-US"/>
              </a:p>
            </p:txBody>
          </p:sp>
          <p:grpSp>
            <p:nvGrpSpPr>
              <p:cNvPr id="57060" name="Group 869"/>
              <p:cNvGrpSpPr>
                <a:grpSpLocks/>
              </p:cNvGrpSpPr>
              <p:nvPr/>
            </p:nvGrpSpPr>
            <p:grpSpPr bwMode="auto">
              <a:xfrm>
                <a:off x="2886" y="2371"/>
                <a:ext cx="295" cy="1"/>
                <a:chOff x="2886" y="2371"/>
                <a:chExt cx="295" cy="1"/>
              </a:xfrm>
            </p:grpSpPr>
            <p:sp>
              <p:nvSpPr>
                <p:cNvPr id="57061" name="Line 870"/>
                <p:cNvSpPr>
                  <a:spLocks noChangeShapeType="1"/>
                </p:cNvSpPr>
                <p:nvPr/>
              </p:nvSpPr>
              <p:spPr bwMode="auto">
                <a:xfrm>
                  <a:off x="2886"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062" name="Line 871"/>
                <p:cNvSpPr>
                  <a:spLocks noChangeShapeType="1"/>
                </p:cNvSpPr>
                <p:nvPr/>
              </p:nvSpPr>
              <p:spPr bwMode="auto">
                <a:xfrm>
                  <a:off x="2942"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063" name="Line 872"/>
                <p:cNvSpPr>
                  <a:spLocks noChangeShapeType="1"/>
                </p:cNvSpPr>
                <p:nvPr/>
              </p:nvSpPr>
              <p:spPr bwMode="auto">
                <a:xfrm>
                  <a:off x="2998" y="2371"/>
                  <a:ext cx="23"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064" name="Line 873"/>
                <p:cNvSpPr>
                  <a:spLocks noChangeShapeType="1"/>
                </p:cNvSpPr>
                <p:nvPr/>
              </p:nvSpPr>
              <p:spPr bwMode="auto">
                <a:xfrm>
                  <a:off x="3053"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065" name="Line 874"/>
                <p:cNvSpPr>
                  <a:spLocks noChangeShapeType="1"/>
                </p:cNvSpPr>
                <p:nvPr/>
              </p:nvSpPr>
              <p:spPr bwMode="auto">
                <a:xfrm>
                  <a:off x="3109"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066" name="Line 875"/>
                <p:cNvSpPr>
                  <a:spLocks noChangeShapeType="1"/>
                </p:cNvSpPr>
                <p:nvPr/>
              </p:nvSpPr>
              <p:spPr bwMode="auto">
                <a:xfrm>
                  <a:off x="3165" y="2371"/>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710" name="Group 876"/>
            <p:cNvGrpSpPr>
              <a:grpSpLocks/>
            </p:cNvGrpSpPr>
            <p:nvPr/>
          </p:nvGrpSpPr>
          <p:grpSpPr bwMode="auto">
            <a:xfrm>
              <a:off x="2878" y="2642"/>
              <a:ext cx="415" cy="56"/>
              <a:chOff x="2878" y="2642"/>
              <a:chExt cx="415" cy="56"/>
            </a:xfrm>
          </p:grpSpPr>
          <p:sp>
            <p:nvSpPr>
              <p:cNvPr id="57051" name="Freeform 877"/>
              <p:cNvSpPr>
                <a:spLocks/>
              </p:cNvSpPr>
              <p:nvPr/>
            </p:nvSpPr>
            <p:spPr bwMode="auto">
              <a:xfrm>
                <a:off x="3181" y="2642"/>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rgbClr val="808080"/>
              </a:solidFill>
              <a:ln w="9525">
                <a:solidFill>
                  <a:srgbClr val="808080"/>
                </a:solidFill>
                <a:round/>
                <a:headEnd/>
                <a:tailEnd/>
              </a:ln>
            </p:spPr>
            <p:txBody>
              <a:bodyPr/>
              <a:lstStyle/>
              <a:p>
                <a:endParaRPr lang="en-US"/>
              </a:p>
            </p:txBody>
          </p:sp>
          <p:grpSp>
            <p:nvGrpSpPr>
              <p:cNvPr id="57052" name="Group 878"/>
              <p:cNvGrpSpPr>
                <a:grpSpLocks/>
              </p:cNvGrpSpPr>
              <p:nvPr/>
            </p:nvGrpSpPr>
            <p:grpSpPr bwMode="auto">
              <a:xfrm>
                <a:off x="2878" y="2674"/>
                <a:ext cx="295" cy="1"/>
                <a:chOff x="2878" y="2674"/>
                <a:chExt cx="295" cy="1"/>
              </a:xfrm>
            </p:grpSpPr>
            <p:sp>
              <p:nvSpPr>
                <p:cNvPr id="57053" name="Line 879"/>
                <p:cNvSpPr>
                  <a:spLocks noChangeShapeType="1"/>
                </p:cNvSpPr>
                <p:nvPr/>
              </p:nvSpPr>
              <p:spPr bwMode="auto">
                <a:xfrm>
                  <a:off x="2878"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054" name="Line 880"/>
                <p:cNvSpPr>
                  <a:spLocks noChangeShapeType="1"/>
                </p:cNvSpPr>
                <p:nvPr/>
              </p:nvSpPr>
              <p:spPr bwMode="auto">
                <a:xfrm>
                  <a:off x="2934"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055" name="Line 881"/>
                <p:cNvSpPr>
                  <a:spLocks noChangeShapeType="1"/>
                </p:cNvSpPr>
                <p:nvPr/>
              </p:nvSpPr>
              <p:spPr bwMode="auto">
                <a:xfrm>
                  <a:off x="2990" y="2674"/>
                  <a:ext cx="23"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056" name="Line 882"/>
                <p:cNvSpPr>
                  <a:spLocks noChangeShapeType="1"/>
                </p:cNvSpPr>
                <p:nvPr/>
              </p:nvSpPr>
              <p:spPr bwMode="auto">
                <a:xfrm>
                  <a:off x="3045"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057" name="Line 883"/>
                <p:cNvSpPr>
                  <a:spLocks noChangeShapeType="1"/>
                </p:cNvSpPr>
                <p:nvPr/>
              </p:nvSpPr>
              <p:spPr bwMode="auto">
                <a:xfrm>
                  <a:off x="3101"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058" name="Line 884"/>
                <p:cNvSpPr>
                  <a:spLocks noChangeShapeType="1"/>
                </p:cNvSpPr>
                <p:nvPr/>
              </p:nvSpPr>
              <p:spPr bwMode="auto">
                <a:xfrm>
                  <a:off x="3157" y="2674"/>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711" name="Group 885"/>
            <p:cNvGrpSpPr>
              <a:grpSpLocks/>
            </p:cNvGrpSpPr>
            <p:nvPr/>
          </p:nvGrpSpPr>
          <p:grpSpPr bwMode="auto">
            <a:xfrm>
              <a:off x="2878" y="2953"/>
              <a:ext cx="415" cy="56"/>
              <a:chOff x="2878" y="2953"/>
              <a:chExt cx="415" cy="56"/>
            </a:xfrm>
          </p:grpSpPr>
          <p:sp>
            <p:nvSpPr>
              <p:cNvPr id="57043" name="Freeform 886"/>
              <p:cNvSpPr>
                <a:spLocks/>
              </p:cNvSpPr>
              <p:nvPr/>
            </p:nvSpPr>
            <p:spPr bwMode="auto">
              <a:xfrm>
                <a:off x="3181"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rgbClr val="808080"/>
              </a:solidFill>
              <a:ln w="9525">
                <a:solidFill>
                  <a:srgbClr val="808080"/>
                </a:solidFill>
                <a:round/>
                <a:headEnd/>
                <a:tailEnd/>
              </a:ln>
            </p:spPr>
            <p:txBody>
              <a:bodyPr/>
              <a:lstStyle/>
              <a:p>
                <a:endParaRPr lang="en-US"/>
              </a:p>
            </p:txBody>
          </p:sp>
          <p:grpSp>
            <p:nvGrpSpPr>
              <p:cNvPr id="57044" name="Group 887"/>
              <p:cNvGrpSpPr>
                <a:grpSpLocks/>
              </p:cNvGrpSpPr>
              <p:nvPr/>
            </p:nvGrpSpPr>
            <p:grpSpPr bwMode="auto">
              <a:xfrm>
                <a:off x="2878" y="2985"/>
                <a:ext cx="295" cy="1"/>
                <a:chOff x="2878" y="2985"/>
                <a:chExt cx="295" cy="1"/>
              </a:xfrm>
            </p:grpSpPr>
            <p:sp>
              <p:nvSpPr>
                <p:cNvPr id="57045" name="Line 888"/>
                <p:cNvSpPr>
                  <a:spLocks noChangeShapeType="1"/>
                </p:cNvSpPr>
                <p:nvPr/>
              </p:nvSpPr>
              <p:spPr bwMode="auto">
                <a:xfrm>
                  <a:off x="2878"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046" name="Line 889"/>
                <p:cNvSpPr>
                  <a:spLocks noChangeShapeType="1"/>
                </p:cNvSpPr>
                <p:nvPr/>
              </p:nvSpPr>
              <p:spPr bwMode="auto">
                <a:xfrm>
                  <a:off x="2934"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047" name="Line 890"/>
                <p:cNvSpPr>
                  <a:spLocks noChangeShapeType="1"/>
                </p:cNvSpPr>
                <p:nvPr/>
              </p:nvSpPr>
              <p:spPr bwMode="auto">
                <a:xfrm>
                  <a:off x="2990" y="2985"/>
                  <a:ext cx="23"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048" name="Line 891"/>
                <p:cNvSpPr>
                  <a:spLocks noChangeShapeType="1"/>
                </p:cNvSpPr>
                <p:nvPr/>
              </p:nvSpPr>
              <p:spPr bwMode="auto">
                <a:xfrm>
                  <a:off x="3045"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049" name="Line 892"/>
                <p:cNvSpPr>
                  <a:spLocks noChangeShapeType="1"/>
                </p:cNvSpPr>
                <p:nvPr/>
              </p:nvSpPr>
              <p:spPr bwMode="auto">
                <a:xfrm>
                  <a:off x="3101"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050" name="Line 893"/>
                <p:cNvSpPr>
                  <a:spLocks noChangeShapeType="1"/>
                </p:cNvSpPr>
                <p:nvPr/>
              </p:nvSpPr>
              <p:spPr bwMode="auto">
                <a:xfrm>
                  <a:off x="3157" y="2985"/>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712" name="Group 894"/>
            <p:cNvGrpSpPr>
              <a:grpSpLocks/>
            </p:cNvGrpSpPr>
            <p:nvPr/>
          </p:nvGrpSpPr>
          <p:grpSpPr bwMode="auto">
            <a:xfrm>
              <a:off x="2870" y="3256"/>
              <a:ext cx="415" cy="56"/>
              <a:chOff x="2870" y="3256"/>
              <a:chExt cx="415" cy="56"/>
            </a:xfrm>
          </p:grpSpPr>
          <p:sp>
            <p:nvSpPr>
              <p:cNvPr id="57035" name="Freeform 895"/>
              <p:cNvSpPr>
                <a:spLocks/>
              </p:cNvSpPr>
              <p:nvPr/>
            </p:nvSpPr>
            <p:spPr bwMode="auto">
              <a:xfrm>
                <a:off x="3173" y="3256"/>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rgbClr val="808080"/>
              </a:solidFill>
              <a:ln w="9525">
                <a:solidFill>
                  <a:srgbClr val="808080"/>
                </a:solidFill>
                <a:round/>
                <a:headEnd/>
                <a:tailEnd/>
              </a:ln>
            </p:spPr>
            <p:txBody>
              <a:bodyPr/>
              <a:lstStyle/>
              <a:p>
                <a:endParaRPr lang="en-US"/>
              </a:p>
            </p:txBody>
          </p:sp>
          <p:grpSp>
            <p:nvGrpSpPr>
              <p:cNvPr id="57036" name="Group 896"/>
              <p:cNvGrpSpPr>
                <a:grpSpLocks/>
              </p:cNvGrpSpPr>
              <p:nvPr/>
            </p:nvGrpSpPr>
            <p:grpSpPr bwMode="auto">
              <a:xfrm>
                <a:off x="2870" y="3280"/>
                <a:ext cx="295" cy="1"/>
                <a:chOff x="2870" y="3280"/>
                <a:chExt cx="295" cy="1"/>
              </a:xfrm>
            </p:grpSpPr>
            <p:sp>
              <p:nvSpPr>
                <p:cNvPr id="57037" name="Line 897"/>
                <p:cNvSpPr>
                  <a:spLocks noChangeShapeType="1"/>
                </p:cNvSpPr>
                <p:nvPr/>
              </p:nvSpPr>
              <p:spPr bwMode="auto">
                <a:xfrm>
                  <a:off x="2870" y="3280"/>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038" name="Line 898"/>
                <p:cNvSpPr>
                  <a:spLocks noChangeShapeType="1"/>
                </p:cNvSpPr>
                <p:nvPr/>
              </p:nvSpPr>
              <p:spPr bwMode="auto">
                <a:xfrm>
                  <a:off x="2926" y="3280"/>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039" name="Line 899"/>
                <p:cNvSpPr>
                  <a:spLocks noChangeShapeType="1"/>
                </p:cNvSpPr>
                <p:nvPr/>
              </p:nvSpPr>
              <p:spPr bwMode="auto">
                <a:xfrm>
                  <a:off x="2982" y="3280"/>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040" name="Line 900"/>
                <p:cNvSpPr>
                  <a:spLocks noChangeShapeType="1"/>
                </p:cNvSpPr>
                <p:nvPr/>
              </p:nvSpPr>
              <p:spPr bwMode="auto">
                <a:xfrm>
                  <a:off x="3037" y="3280"/>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041" name="Line 901"/>
                <p:cNvSpPr>
                  <a:spLocks noChangeShapeType="1"/>
                </p:cNvSpPr>
                <p:nvPr/>
              </p:nvSpPr>
              <p:spPr bwMode="auto">
                <a:xfrm>
                  <a:off x="3093" y="3280"/>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042" name="Line 902"/>
                <p:cNvSpPr>
                  <a:spLocks noChangeShapeType="1"/>
                </p:cNvSpPr>
                <p:nvPr/>
              </p:nvSpPr>
              <p:spPr bwMode="auto">
                <a:xfrm>
                  <a:off x="3149" y="3280"/>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713" name="Group 903"/>
            <p:cNvGrpSpPr>
              <a:grpSpLocks/>
            </p:cNvGrpSpPr>
            <p:nvPr/>
          </p:nvGrpSpPr>
          <p:grpSpPr bwMode="auto">
            <a:xfrm>
              <a:off x="2870" y="3567"/>
              <a:ext cx="415" cy="56"/>
              <a:chOff x="2870" y="3567"/>
              <a:chExt cx="415" cy="56"/>
            </a:xfrm>
          </p:grpSpPr>
          <p:sp>
            <p:nvSpPr>
              <p:cNvPr id="57027" name="Freeform 904"/>
              <p:cNvSpPr>
                <a:spLocks/>
              </p:cNvSpPr>
              <p:nvPr/>
            </p:nvSpPr>
            <p:spPr bwMode="auto">
              <a:xfrm>
                <a:off x="3173"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rgbClr val="808080"/>
              </a:solidFill>
              <a:ln w="9525">
                <a:solidFill>
                  <a:srgbClr val="808080"/>
                </a:solidFill>
                <a:round/>
                <a:headEnd/>
                <a:tailEnd/>
              </a:ln>
            </p:spPr>
            <p:txBody>
              <a:bodyPr/>
              <a:lstStyle/>
              <a:p>
                <a:endParaRPr lang="en-US"/>
              </a:p>
            </p:txBody>
          </p:sp>
          <p:grpSp>
            <p:nvGrpSpPr>
              <p:cNvPr id="57028" name="Group 905"/>
              <p:cNvGrpSpPr>
                <a:grpSpLocks/>
              </p:cNvGrpSpPr>
              <p:nvPr/>
            </p:nvGrpSpPr>
            <p:grpSpPr bwMode="auto">
              <a:xfrm>
                <a:off x="2870" y="3591"/>
                <a:ext cx="295" cy="1"/>
                <a:chOff x="2870" y="3591"/>
                <a:chExt cx="295" cy="1"/>
              </a:xfrm>
            </p:grpSpPr>
            <p:sp>
              <p:nvSpPr>
                <p:cNvPr id="57029" name="Line 906"/>
                <p:cNvSpPr>
                  <a:spLocks noChangeShapeType="1"/>
                </p:cNvSpPr>
                <p:nvPr/>
              </p:nvSpPr>
              <p:spPr bwMode="auto">
                <a:xfrm>
                  <a:off x="2870"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030" name="Line 907"/>
                <p:cNvSpPr>
                  <a:spLocks noChangeShapeType="1"/>
                </p:cNvSpPr>
                <p:nvPr/>
              </p:nvSpPr>
              <p:spPr bwMode="auto">
                <a:xfrm>
                  <a:off x="2926"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031" name="Line 908"/>
                <p:cNvSpPr>
                  <a:spLocks noChangeShapeType="1"/>
                </p:cNvSpPr>
                <p:nvPr/>
              </p:nvSpPr>
              <p:spPr bwMode="auto">
                <a:xfrm>
                  <a:off x="2982"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032" name="Line 909"/>
                <p:cNvSpPr>
                  <a:spLocks noChangeShapeType="1"/>
                </p:cNvSpPr>
                <p:nvPr/>
              </p:nvSpPr>
              <p:spPr bwMode="auto">
                <a:xfrm>
                  <a:off x="3037"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033" name="Line 910"/>
                <p:cNvSpPr>
                  <a:spLocks noChangeShapeType="1"/>
                </p:cNvSpPr>
                <p:nvPr/>
              </p:nvSpPr>
              <p:spPr bwMode="auto">
                <a:xfrm>
                  <a:off x="3093"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034" name="Line 911"/>
                <p:cNvSpPr>
                  <a:spLocks noChangeShapeType="1"/>
                </p:cNvSpPr>
                <p:nvPr/>
              </p:nvSpPr>
              <p:spPr bwMode="auto">
                <a:xfrm>
                  <a:off x="3149" y="3591"/>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714" name="Group 912"/>
            <p:cNvGrpSpPr>
              <a:grpSpLocks/>
            </p:cNvGrpSpPr>
            <p:nvPr/>
          </p:nvGrpSpPr>
          <p:grpSpPr bwMode="auto">
            <a:xfrm>
              <a:off x="2399" y="1765"/>
              <a:ext cx="1357" cy="1196"/>
              <a:chOff x="2399" y="1765"/>
              <a:chExt cx="1357" cy="1196"/>
            </a:xfrm>
          </p:grpSpPr>
          <p:sp>
            <p:nvSpPr>
              <p:cNvPr id="57025" name="Freeform 913"/>
              <p:cNvSpPr>
                <a:spLocks/>
              </p:cNvSpPr>
              <p:nvPr/>
            </p:nvSpPr>
            <p:spPr bwMode="auto">
              <a:xfrm>
                <a:off x="3636" y="2850"/>
                <a:ext cx="120" cy="111"/>
              </a:xfrm>
              <a:custGeom>
                <a:avLst/>
                <a:gdLst>
                  <a:gd name="T0" fmla="*/ 120 w 120"/>
                  <a:gd name="T1" fmla="*/ 111 h 111"/>
                  <a:gd name="T2" fmla="*/ 0 w 120"/>
                  <a:gd name="T3" fmla="*/ 47 h 111"/>
                  <a:gd name="T4" fmla="*/ 16 w 120"/>
                  <a:gd name="T5" fmla="*/ 23 h 111"/>
                  <a:gd name="T6" fmla="*/ 40 w 120"/>
                  <a:gd name="T7" fmla="*/ 0 h 111"/>
                  <a:gd name="T8" fmla="*/ 120 w 120"/>
                  <a:gd name="T9" fmla="*/ 111 h 1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 h="111">
                    <a:moveTo>
                      <a:pt x="120" y="111"/>
                    </a:moveTo>
                    <a:lnTo>
                      <a:pt x="0" y="47"/>
                    </a:lnTo>
                    <a:lnTo>
                      <a:pt x="16" y="23"/>
                    </a:lnTo>
                    <a:lnTo>
                      <a:pt x="40" y="0"/>
                    </a:lnTo>
                    <a:lnTo>
                      <a:pt x="120" y="111"/>
                    </a:lnTo>
                    <a:close/>
                  </a:path>
                </a:pathLst>
              </a:custGeom>
              <a:solidFill>
                <a:srgbClr val="808080"/>
              </a:solidFill>
              <a:ln w="9525">
                <a:solidFill>
                  <a:srgbClr val="808080"/>
                </a:solidFill>
                <a:round/>
                <a:headEnd/>
                <a:tailEnd/>
              </a:ln>
            </p:spPr>
            <p:txBody>
              <a:bodyPr/>
              <a:lstStyle/>
              <a:p>
                <a:endParaRPr lang="en-US"/>
              </a:p>
            </p:txBody>
          </p:sp>
          <p:sp>
            <p:nvSpPr>
              <p:cNvPr id="57026" name="Line 914"/>
              <p:cNvSpPr>
                <a:spLocks noChangeShapeType="1"/>
              </p:cNvSpPr>
              <p:nvPr/>
            </p:nvSpPr>
            <p:spPr bwMode="auto">
              <a:xfrm>
                <a:off x="2399" y="1765"/>
                <a:ext cx="1261" cy="1114"/>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15" name="Group 915"/>
            <p:cNvGrpSpPr>
              <a:grpSpLocks/>
            </p:cNvGrpSpPr>
            <p:nvPr/>
          </p:nvGrpSpPr>
          <p:grpSpPr bwMode="auto">
            <a:xfrm>
              <a:off x="2862" y="1765"/>
              <a:ext cx="1349" cy="1204"/>
              <a:chOff x="2862" y="1765"/>
              <a:chExt cx="1349" cy="1204"/>
            </a:xfrm>
          </p:grpSpPr>
          <p:sp>
            <p:nvSpPr>
              <p:cNvPr id="57023" name="Freeform 916"/>
              <p:cNvSpPr>
                <a:spLocks/>
              </p:cNvSpPr>
              <p:nvPr/>
            </p:nvSpPr>
            <p:spPr bwMode="auto">
              <a:xfrm>
                <a:off x="4091" y="2850"/>
                <a:ext cx="120" cy="119"/>
              </a:xfrm>
              <a:custGeom>
                <a:avLst/>
                <a:gdLst>
                  <a:gd name="T0" fmla="*/ 120 w 120"/>
                  <a:gd name="T1" fmla="*/ 119 h 119"/>
                  <a:gd name="T2" fmla="*/ 0 w 120"/>
                  <a:gd name="T3" fmla="*/ 55 h 119"/>
                  <a:gd name="T4" fmla="*/ 24 w 120"/>
                  <a:gd name="T5" fmla="*/ 23 h 119"/>
                  <a:gd name="T6" fmla="*/ 48 w 120"/>
                  <a:gd name="T7" fmla="*/ 0 h 119"/>
                  <a:gd name="T8" fmla="*/ 120 w 120"/>
                  <a:gd name="T9" fmla="*/ 119 h 1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 h="119">
                    <a:moveTo>
                      <a:pt x="120" y="119"/>
                    </a:moveTo>
                    <a:lnTo>
                      <a:pt x="0" y="55"/>
                    </a:lnTo>
                    <a:lnTo>
                      <a:pt x="24" y="23"/>
                    </a:lnTo>
                    <a:lnTo>
                      <a:pt x="48" y="0"/>
                    </a:lnTo>
                    <a:lnTo>
                      <a:pt x="120" y="119"/>
                    </a:lnTo>
                    <a:close/>
                  </a:path>
                </a:pathLst>
              </a:custGeom>
              <a:solidFill>
                <a:srgbClr val="808080"/>
              </a:solidFill>
              <a:ln w="9525">
                <a:solidFill>
                  <a:srgbClr val="808080"/>
                </a:solidFill>
                <a:round/>
                <a:headEnd/>
                <a:tailEnd/>
              </a:ln>
            </p:spPr>
            <p:txBody>
              <a:bodyPr/>
              <a:lstStyle/>
              <a:p>
                <a:endParaRPr lang="en-US"/>
              </a:p>
            </p:txBody>
          </p:sp>
          <p:sp>
            <p:nvSpPr>
              <p:cNvPr id="57024" name="Line 917"/>
              <p:cNvSpPr>
                <a:spLocks noChangeShapeType="1"/>
              </p:cNvSpPr>
              <p:nvPr/>
            </p:nvSpPr>
            <p:spPr bwMode="auto">
              <a:xfrm>
                <a:off x="2862" y="1765"/>
                <a:ext cx="1261" cy="1114"/>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16" name="Group 918"/>
            <p:cNvGrpSpPr>
              <a:grpSpLocks/>
            </p:cNvGrpSpPr>
            <p:nvPr/>
          </p:nvGrpSpPr>
          <p:grpSpPr bwMode="auto">
            <a:xfrm>
              <a:off x="2870" y="2990"/>
              <a:ext cx="886" cy="290"/>
              <a:chOff x="2870" y="2990"/>
              <a:chExt cx="886" cy="290"/>
            </a:xfrm>
          </p:grpSpPr>
          <p:sp>
            <p:nvSpPr>
              <p:cNvPr id="57021" name="Freeform 919"/>
              <p:cNvSpPr>
                <a:spLocks/>
              </p:cNvSpPr>
              <p:nvPr/>
            </p:nvSpPr>
            <p:spPr bwMode="auto">
              <a:xfrm>
                <a:off x="3612" y="3208"/>
                <a:ext cx="144" cy="72"/>
              </a:xfrm>
              <a:custGeom>
                <a:avLst/>
                <a:gdLst>
                  <a:gd name="T0" fmla="*/ 144 w 144"/>
                  <a:gd name="T1" fmla="*/ 72 h 72"/>
                  <a:gd name="T2" fmla="*/ 0 w 144"/>
                  <a:gd name="T3" fmla="*/ 64 h 72"/>
                  <a:gd name="T4" fmla="*/ 16 w 144"/>
                  <a:gd name="T5" fmla="*/ 32 h 72"/>
                  <a:gd name="T6" fmla="*/ 24 w 144"/>
                  <a:gd name="T7" fmla="*/ 0 h 72"/>
                  <a:gd name="T8" fmla="*/ 144 w 144"/>
                  <a:gd name="T9" fmla="*/ 72 h 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4" h="72">
                    <a:moveTo>
                      <a:pt x="144" y="72"/>
                    </a:moveTo>
                    <a:lnTo>
                      <a:pt x="0" y="64"/>
                    </a:lnTo>
                    <a:lnTo>
                      <a:pt x="16" y="32"/>
                    </a:lnTo>
                    <a:lnTo>
                      <a:pt x="24" y="0"/>
                    </a:lnTo>
                    <a:lnTo>
                      <a:pt x="144" y="72"/>
                    </a:lnTo>
                    <a:close/>
                  </a:path>
                </a:pathLst>
              </a:custGeom>
              <a:solidFill>
                <a:srgbClr val="808080"/>
              </a:solidFill>
              <a:ln w="9525">
                <a:solidFill>
                  <a:srgbClr val="808080"/>
                </a:solidFill>
                <a:round/>
                <a:headEnd/>
                <a:tailEnd/>
              </a:ln>
            </p:spPr>
            <p:txBody>
              <a:bodyPr/>
              <a:lstStyle/>
              <a:p>
                <a:endParaRPr lang="en-US"/>
              </a:p>
            </p:txBody>
          </p:sp>
          <p:sp>
            <p:nvSpPr>
              <p:cNvPr id="57022" name="Line 920"/>
              <p:cNvSpPr>
                <a:spLocks noChangeShapeType="1"/>
              </p:cNvSpPr>
              <p:nvPr/>
            </p:nvSpPr>
            <p:spPr bwMode="auto">
              <a:xfrm>
                <a:off x="2870" y="2990"/>
                <a:ext cx="766" cy="252"/>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17" name="Group 921"/>
            <p:cNvGrpSpPr>
              <a:grpSpLocks/>
            </p:cNvGrpSpPr>
            <p:nvPr/>
          </p:nvGrpSpPr>
          <p:grpSpPr bwMode="auto">
            <a:xfrm>
              <a:off x="2393" y="2993"/>
              <a:ext cx="437" cy="598"/>
              <a:chOff x="2393" y="2993"/>
              <a:chExt cx="437" cy="598"/>
            </a:xfrm>
          </p:grpSpPr>
          <p:sp>
            <p:nvSpPr>
              <p:cNvPr id="57019" name="Freeform 922"/>
              <p:cNvSpPr>
                <a:spLocks/>
              </p:cNvSpPr>
              <p:nvPr/>
            </p:nvSpPr>
            <p:spPr bwMode="auto">
              <a:xfrm>
                <a:off x="2726" y="2993"/>
                <a:ext cx="104" cy="128"/>
              </a:xfrm>
              <a:custGeom>
                <a:avLst/>
                <a:gdLst>
                  <a:gd name="T0" fmla="*/ 104 w 104"/>
                  <a:gd name="T1" fmla="*/ 0 h 128"/>
                  <a:gd name="T2" fmla="*/ 56 w 104"/>
                  <a:gd name="T3" fmla="*/ 128 h 128"/>
                  <a:gd name="T4" fmla="*/ 24 w 104"/>
                  <a:gd name="T5" fmla="*/ 112 h 128"/>
                  <a:gd name="T6" fmla="*/ 0 w 104"/>
                  <a:gd name="T7" fmla="*/ 88 h 128"/>
                  <a:gd name="T8" fmla="*/ 104 w 104"/>
                  <a:gd name="T9" fmla="*/ 0 h 1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4" h="128">
                    <a:moveTo>
                      <a:pt x="104" y="0"/>
                    </a:moveTo>
                    <a:lnTo>
                      <a:pt x="56" y="128"/>
                    </a:lnTo>
                    <a:lnTo>
                      <a:pt x="24" y="112"/>
                    </a:lnTo>
                    <a:lnTo>
                      <a:pt x="0" y="88"/>
                    </a:lnTo>
                    <a:lnTo>
                      <a:pt x="104" y="0"/>
                    </a:lnTo>
                    <a:close/>
                  </a:path>
                </a:pathLst>
              </a:custGeom>
              <a:solidFill>
                <a:srgbClr val="808080"/>
              </a:solidFill>
              <a:ln w="9525">
                <a:solidFill>
                  <a:srgbClr val="808080"/>
                </a:solidFill>
                <a:round/>
                <a:headEnd/>
                <a:tailEnd/>
              </a:ln>
            </p:spPr>
            <p:txBody>
              <a:bodyPr/>
              <a:lstStyle/>
              <a:p>
                <a:endParaRPr lang="en-US"/>
              </a:p>
            </p:txBody>
          </p:sp>
          <p:sp>
            <p:nvSpPr>
              <p:cNvPr id="57020" name="Line 923"/>
              <p:cNvSpPr>
                <a:spLocks noChangeShapeType="1"/>
              </p:cNvSpPr>
              <p:nvPr/>
            </p:nvSpPr>
            <p:spPr bwMode="auto">
              <a:xfrm flipV="1">
                <a:off x="2393" y="3097"/>
                <a:ext cx="362" cy="494"/>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18" name="Group 924"/>
            <p:cNvGrpSpPr>
              <a:grpSpLocks/>
            </p:cNvGrpSpPr>
            <p:nvPr/>
          </p:nvGrpSpPr>
          <p:grpSpPr bwMode="auto">
            <a:xfrm>
              <a:off x="2854" y="2690"/>
              <a:ext cx="902" cy="596"/>
              <a:chOff x="2854" y="2690"/>
              <a:chExt cx="902" cy="596"/>
            </a:xfrm>
          </p:grpSpPr>
          <p:sp>
            <p:nvSpPr>
              <p:cNvPr id="57017" name="Freeform 925"/>
              <p:cNvSpPr>
                <a:spLocks/>
              </p:cNvSpPr>
              <p:nvPr/>
            </p:nvSpPr>
            <p:spPr bwMode="auto">
              <a:xfrm>
                <a:off x="3620" y="2690"/>
                <a:ext cx="136" cy="104"/>
              </a:xfrm>
              <a:custGeom>
                <a:avLst/>
                <a:gdLst>
                  <a:gd name="T0" fmla="*/ 136 w 136"/>
                  <a:gd name="T1" fmla="*/ 0 h 104"/>
                  <a:gd name="T2" fmla="*/ 40 w 136"/>
                  <a:gd name="T3" fmla="*/ 104 h 104"/>
                  <a:gd name="T4" fmla="*/ 24 w 136"/>
                  <a:gd name="T5" fmla="*/ 80 h 104"/>
                  <a:gd name="T6" fmla="*/ 0 w 136"/>
                  <a:gd name="T7" fmla="*/ 48 h 104"/>
                  <a:gd name="T8" fmla="*/ 136 w 136"/>
                  <a:gd name="T9" fmla="*/ 0 h 10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 h="104">
                    <a:moveTo>
                      <a:pt x="136" y="0"/>
                    </a:moveTo>
                    <a:lnTo>
                      <a:pt x="40" y="104"/>
                    </a:lnTo>
                    <a:lnTo>
                      <a:pt x="24" y="80"/>
                    </a:lnTo>
                    <a:lnTo>
                      <a:pt x="0" y="48"/>
                    </a:lnTo>
                    <a:lnTo>
                      <a:pt x="136" y="0"/>
                    </a:lnTo>
                    <a:close/>
                  </a:path>
                </a:pathLst>
              </a:custGeom>
              <a:solidFill>
                <a:srgbClr val="808080"/>
              </a:solidFill>
              <a:ln w="9525">
                <a:solidFill>
                  <a:srgbClr val="808080"/>
                </a:solidFill>
                <a:round/>
                <a:headEnd/>
                <a:tailEnd/>
              </a:ln>
            </p:spPr>
            <p:txBody>
              <a:bodyPr/>
              <a:lstStyle/>
              <a:p>
                <a:endParaRPr lang="en-US"/>
              </a:p>
            </p:txBody>
          </p:sp>
          <p:sp>
            <p:nvSpPr>
              <p:cNvPr id="57018" name="Line 926"/>
              <p:cNvSpPr>
                <a:spLocks noChangeShapeType="1"/>
              </p:cNvSpPr>
              <p:nvPr/>
            </p:nvSpPr>
            <p:spPr bwMode="auto">
              <a:xfrm flipV="1">
                <a:off x="2854" y="2766"/>
                <a:ext cx="798" cy="520"/>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19" name="Group 927"/>
            <p:cNvGrpSpPr>
              <a:grpSpLocks/>
            </p:cNvGrpSpPr>
            <p:nvPr/>
          </p:nvGrpSpPr>
          <p:grpSpPr bwMode="auto">
            <a:xfrm>
              <a:off x="2862" y="1781"/>
              <a:ext cx="1349" cy="1188"/>
              <a:chOff x="2862" y="1781"/>
              <a:chExt cx="1349" cy="1188"/>
            </a:xfrm>
          </p:grpSpPr>
          <p:sp>
            <p:nvSpPr>
              <p:cNvPr id="57015" name="Freeform 928"/>
              <p:cNvSpPr>
                <a:spLocks/>
              </p:cNvSpPr>
              <p:nvPr/>
            </p:nvSpPr>
            <p:spPr bwMode="auto">
              <a:xfrm>
                <a:off x="4091" y="1781"/>
                <a:ext cx="120" cy="111"/>
              </a:xfrm>
              <a:custGeom>
                <a:avLst/>
                <a:gdLst>
                  <a:gd name="T0" fmla="*/ 120 w 120"/>
                  <a:gd name="T1" fmla="*/ 0 h 111"/>
                  <a:gd name="T2" fmla="*/ 40 w 120"/>
                  <a:gd name="T3" fmla="*/ 111 h 111"/>
                  <a:gd name="T4" fmla="*/ 16 w 120"/>
                  <a:gd name="T5" fmla="*/ 87 h 111"/>
                  <a:gd name="T6" fmla="*/ 0 w 120"/>
                  <a:gd name="T7" fmla="*/ 64 h 111"/>
                  <a:gd name="T8" fmla="*/ 120 w 120"/>
                  <a:gd name="T9" fmla="*/ 0 h 1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 h="111">
                    <a:moveTo>
                      <a:pt x="120" y="0"/>
                    </a:moveTo>
                    <a:lnTo>
                      <a:pt x="40" y="111"/>
                    </a:lnTo>
                    <a:lnTo>
                      <a:pt x="16" y="87"/>
                    </a:lnTo>
                    <a:lnTo>
                      <a:pt x="0" y="64"/>
                    </a:lnTo>
                    <a:lnTo>
                      <a:pt x="120" y="0"/>
                    </a:lnTo>
                    <a:close/>
                  </a:path>
                </a:pathLst>
              </a:custGeom>
              <a:solidFill>
                <a:srgbClr val="808080"/>
              </a:solidFill>
              <a:ln w="9525">
                <a:solidFill>
                  <a:srgbClr val="808080"/>
                </a:solidFill>
                <a:round/>
                <a:headEnd/>
                <a:tailEnd/>
              </a:ln>
            </p:spPr>
            <p:txBody>
              <a:bodyPr/>
              <a:lstStyle/>
              <a:p>
                <a:endParaRPr lang="en-US"/>
              </a:p>
            </p:txBody>
          </p:sp>
          <p:sp>
            <p:nvSpPr>
              <p:cNvPr id="57016" name="Line 929"/>
              <p:cNvSpPr>
                <a:spLocks noChangeShapeType="1"/>
              </p:cNvSpPr>
              <p:nvPr/>
            </p:nvSpPr>
            <p:spPr bwMode="auto">
              <a:xfrm flipV="1">
                <a:off x="2862" y="1863"/>
                <a:ext cx="1253" cy="1106"/>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20" name="Group 930"/>
            <p:cNvGrpSpPr>
              <a:grpSpLocks/>
            </p:cNvGrpSpPr>
            <p:nvPr/>
          </p:nvGrpSpPr>
          <p:grpSpPr bwMode="auto">
            <a:xfrm>
              <a:off x="1944" y="2687"/>
              <a:ext cx="886" cy="282"/>
              <a:chOff x="1944" y="2687"/>
              <a:chExt cx="886" cy="282"/>
            </a:xfrm>
          </p:grpSpPr>
          <p:sp>
            <p:nvSpPr>
              <p:cNvPr id="57013" name="Freeform 931"/>
              <p:cNvSpPr>
                <a:spLocks/>
              </p:cNvSpPr>
              <p:nvPr/>
            </p:nvSpPr>
            <p:spPr bwMode="auto">
              <a:xfrm>
                <a:off x="2694" y="2897"/>
                <a:ext cx="136" cy="72"/>
              </a:xfrm>
              <a:custGeom>
                <a:avLst/>
                <a:gdLst>
                  <a:gd name="T0" fmla="*/ 136 w 136"/>
                  <a:gd name="T1" fmla="*/ 72 h 72"/>
                  <a:gd name="T2" fmla="*/ 0 w 136"/>
                  <a:gd name="T3" fmla="*/ 64 h 72"/>
                  <a:gd name="T4" fmla="*/ 8 w 136"/>
                  <a:gd name="T5" fmla="*/ 32 h 72"/>
                  <a:gd name="T6" fmla="*/ 24 w 136"/>
                  <a:gd name="T7" fmla="*/ 0 h 72"/>
                  <a:gd name="T8" fmla="*/ 136 w 136"/>
                  <a:gd name="T9" fmla="*/ 72 h 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 h="72">
                    <a:moveTo>
                      <a:pt x="136" y="72"/>
                    </a:moveTo>
                    <a:lnTo>
                      <a:pt x="0" y="64"/>
                    </a:lnTo>
                    <a:lnTo>
                      <a:pt x="8" y="32"/>
                    </a:lnTo>
                    <a:lnTo>
                      <a:pt x="24" y="0"/>
                    </a:lnTo>
                    <a:lnTo>
                      <a:pt x="136" y="72"/>
                    </a:lnTo>
                    <a:close/>
                  </a:path>
                </a:pathLst>
              </a:custGeom>
              <a:solidFill>
                <a:srgbClr val="808080"/>
              </a:solidFill>
              <a:ln w="9525">
                <a:solidFill>
                  <a:srgbClr val="808080"/>
                </a:solidFill>
                <a:round/>
                <a:headEnd/>
                <a:tailEnd/>
              </a:ln>
            </p:spPr>
            <p:txBody>
              <a:bodyPr/>
              <a:lstStyle/>
              <a:p>
                <a:endParaRPr lang="en-US"/>
              </a:p>
            </p:txBody>
          </p:sp>
          <p:sp>
            <p:nvSpPr>
              <p:cNvPr id="57014" name="Line 932"/>
              <p:cNvSpPr>
                <a:spLocks noChangeShapeType="1"/>
              </p:cNvSpPr>
              <p:nvPr/>
            </p:nvSpPr>
            <p:spPr bwMode="auto">
              <a:xfrm>
                <a:off x="1944" y="2687"/>
                <a:ext cx="766" cy="244"/>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21" name="Group 933"/>
            <p:cNvGrpSpPr>
              <a:grpSpLocks/>
            </p:cNvGrpSpPr>
            <p:nvPr/>
          </p:nvGrpSpPr>
          <p:grpSpPr bwMode="auto">
            <a:xfrm>
              <a:off x="1944" y="2395"/>
              <a:ext cx="1357" cy="1196"/>
              <a:chOff x="1944" y="2395"/>
              <a:chExt cx="1357" cy="1196"/>
            </a:xfrm>
          </p:grpSpPr>
          <p:sp>
            <p:nvSpPr>
              <p:cNvPr id="57011" name="Freeform 934"/>
              <p:cNvSpPr>
                <a:spLocks/>
              </p:cNvSpPr>
              <p:nvPr/>
            </p:nvSpPr>
            <p:spPr bwMode="auto">
              <a:xfrm>
                <a:off x="3173" y="2395"/>
                <a:ext cx="128" cy="112"/>
              </a:xfrm>
              <a:custGeom>
                <a:avLst/>
                <a:gdLst>
                  <a:gd name="T0" fmla="*/ 128 w 128"/>
                  <a:gd name="T1" fmla="*/ 0 h 112"/>
                  <a:gd name="T2" fmla="*/ 48 w 128"/>
                  <a:gd name="T3" fmla="*/ 112 h 112"/>
                  <a:gd name="T4" fmla="*/ 24 w 128"/>
                  <a:gd name="T5" fmla="*/ 88 h 112"/>
                  <a:gd name="T6" fmla="*/ 0 w 128"/>
                  <a:gd name="T7" fmla="*/ 64 h 112"/>
                  <a:gd name="T8" fmla="*/ 128 w 128"/>
                  <a:gd name="T9" fmla="*/ 0 h 1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8" h="112">
                    <a:moveTo>
                      <a:pt x="128" y="0"/>
                    </a:moveTo>
                    <a:lnTo>
                      <a:pt x="48" y="112"/>
                    </a:lnTo>
                    <a:lnTo>
                      <a:pt x="24" y="88"/>
                    </a:lnTo>
                    <a:lnTo>
                      <a:pt x="0" y="64"/>
                    </a:lnTo>
                    <a:lnTo>
                      <a:pt x="128" y="0"/>
                    </a:lnTo>
                    <a:close/>
                  </a:path>
                </a:pathLst>
              </a:custGeom>
              <a:solidFill>
                <a:srgbClr val="808080"/>
              </a:solidFill>
              <a:ln w="9525">
                <a:solidFill>
                  <a:srgbClr val="808080"/>
                </a:solidFill>
                <a:round/>
                <a:headEnd/>
                <a:tailEnd/>
              </a:ln>
            </p:spPr>
            <p:txBody>
              <a:bodyPr/>
              <a:lstStyle/>
              <a:p>
                <a:endParaRPr lang="en-US"/>
              </a:p>
            </p:txBody>
          </p:sp>
          <p:sp>
            <p:nvSpPr>
              <p:cNvPr id="57012" name="Line 935"/>
              <p:cNvSpPr>
                <a:spLocks noChangeShapeType="1"/>
              </p:cNvSpPr>
              <p:nvPr/>
            </p:nvSpPr>
            <p:spPr bwMode="auto">
              <a:xfrm flipV="1">
                <a:off x="1944" y="2477"/>
                <a:ext cx="1261" cy="1114"/>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22" name="Group 936"/>
            <p:cNvGrpSpPr>
              <a:grpSpLocks/>
            </p:cNvGrpSpPr>
            <p:nvPr/>
          </p:nvGrpSpPr>
          <p:grpSpPr bwMode="auto">
            <a:xfrm>
              <a:off x="3317" y="3293"/>
              <a:ext cx="886" cy="282"/>
              <a:chOff x="3317" y="3293"/>
              <a:chExt cx="886" cy="282"/>
            </a:xfrm>
          </p:grpSpPr>
          <p:sp>
            <p:nvSpPr>
              <p:cNvPr id="57009" name="Freeform 937"/>
              <p:cNvSpPr>
                <a:spLocks/>
              </p:cNvSpPr>
              <p:nvPr/>
            </p:nvSpPr>
            <p:spPr bwMode="auto">
              <a:xfrm>
                <a:off x="4067" y="3504"/>
                <a:ext cx="136" cy="71"/>
              </a:xfrm>
              <a:custGeom>
                <a:avLst/>
                <a:gdLst>
                  <a:gd name="T0" fmla="*/ 136 w 136"/>
                  <a:gd name="T1" fmla="*/ 71 h 71"/>
                  <a:gd name="T2" fmla="*/ 0 w 136"/>
                  <a:gd name="T3" fmla="*/ 63 h 71"/>
                  <a:gd name="T4" fmla="*/ 8 w 136"/>
                  <a:gd name="T5" fmla="*/ 32 h 71"/>
                  <a:gd name="T6" fmla="*/ 16 w 136"/>
                  <a:gd name="T7" fmla="*/ 0 h 71"/>
                  <a:gd name="T8" fmla="*/ 136 w 136"/>
                  <a:gd name="T9" fmla="*/ 71 h 7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 h="71">
                    <a:moveTo>
                      <a:pt x="136" y="71"/>
                    </a:moveTo>
                    <a:lnTo>
                      <a:pt x="0" y="63"/>
                    </a:lnTo>
                    <a:lnTo>
                      <a:pt x="8" y="32"/>
                    </a:lnTo>
                    <a:lnTo>
                      <a:pt x="16" y="0"/>
                    </a:lnTo>
                    <a:lnTo>
                      <a:pt x="136" y="71"/>
                    </a:lnTo>
                    <a:close/>
                  </a:path>
                </a:pathLst>
              </a:custGeom>
              <a:solidFill>
                <a:srgbClr val="808080"/>
              </a:solidFill>
              <a:ln w="9525">
                <a:solidFill>
                  <a:srgbClr val="808080"/>
                </a:solidFill>
                <a:round/>
                <a:headEnd/>
                <a:tailEnd/>
              </a:ln>
            </p:spPr>
            <p:txBody>
              <a:bodyPr/>
              <a:lstStyle/>
              <a:p>
                <a:endParaRPr lang="en-US"/>
              </a:p>
            </p:txBody>
          </p:sp>
          <p:sp>
            <p:nvSpPr>
              <p:cNvPr id="57010" name="Line 938"/>
              <p:cNvSpPr>
                <a:spLocks noChangeShapeType="1"/>
              </p:cNvSpPr>
              <p:nvPr/>
            </p:nvSpPr>
            <p:spPr bwMode="auto">
              <a:xfrm>
                <a:off x="3317" y="3293"/>
                <a:ext cx="766" cy="244"/>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23" name="Group 939"/>
            <p:cNvGrpSpPr>
              <a:grpSpLocks/>
            </p:cNvGrpSpPr>
            <p:nvPr/>
          </p:nvGrpSpPr>
          <p:grpSpPr bwMode="auto">
            <a:xfrm>
              <a:off x="3317" y="2682"/>
              <a:ext cx="1349" cy="619"/>
              <a:chOff x="3317" y="2682"/>
              <a:chExt cx="1349" cy="619"/>
            </a:xfrm>
          </p:grpSpPr>
          <p:sp>
            <p:nvSpPr>
              <p:cNvPr id="57007" name="Freeform 940"/>
              <p:cNvSpPr>
                <a:spLocks/>
              </p:cNvSpPr>
              <p:nvPr/>
            </p:nvSpPr>
            <p:spPr bwMode="auto">
              <a:xfrm>
                <a:off x="4530" y="2682"/>
                <a:ext cx="136" cy="88"/>
              </a:xfrm>
              <a:custGeom>
                <a:avLst/>
                <a:gdLst>
                  <a:gd name="T0" fmla="*/ 136 w 136"/>
                  <a:gd name="T1" fmla="*/ 0 h 88"/>
                  <a:gd name="T2" fmla="*/ 32 w 136"/>
                  <a:gd name="T3" fmla="*/ 88 h 88"/>
                  <a:gd name="T4" fmla="*/ 16 w 136"/>
                  <a:gd name="T5" fmla="*/ 56 h 88"/>
                  <a:gd name="T6" fmla="*/ 0 w 136"/>
                  <a:gd name="T7" fmla="*/ 32 h 88"/>
                  <a:gd name="T8" fmla="*/ 136 w 136"/>
                  <a:gd name="T9" fmla="*/ 0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 h="88">
                    <a:moveTo>
                      <a:pt x="136" y="0"/>
                    </a:moveTo>
                    <a:lnTo>
                      <a:pt x="32" y="88"/>
                    </a:lnTo>
                    <a:lnTo>
                      <a:pt x="16" y="56"/>
                    </a:lnTo>
                    <a:lnTo>
                      <a:pt x="0" y="32"/>
                    </a:lnTo>
                    <a:lnTo>
                      <a:pt x="136" y="0"/>
                    </a:lnTo>
                    <a:close/>
                  </a:path>
                </a:pathLst>
              </a:custGeom>
              <a:solidFill>
                <a:srgbClr val="808080"/>
              </a:solidFill>
              <a:ln w="9525">
                <a:solidFill>
                  <a:srgbClr val="808080"/>
                </a:solidFill>
                <a:round/>
                <a:headEnd/>
                <a:tailEnd/>
              </a:ln>
            </p:spPr>
            <p:txBody>
              <a:bodyPr/>
              <a:lstStyle/>
              <a:p>
                <a:endParaRPr lang="en-US"/>
              </a:p>
            </p:txBody>
          </p:sp>
          <p:sp>
            <p:nvSpPr>
              <p:cNvPr id="57008" name="Line 941"/>
              <p:cNvSpPr>
                <a:spLocks noChangeShapeType="1"/>
              </p:cNvSpPr>
              <p:nvPr/>
            </p:nvSpPr>
            <p:spPr bwMode="auto">
              <a:xfrm flipV="1">
                <a:off x="3317" y="2736"/>
                <a:ext cx="1237" cy="565"/>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24" name="Group 942"/>
            <p:cNvGrpSpPr>
              <a:grpSpLocks/>
            </p:cNvGrpSpPr>
            <p:nvPr/>
          </p:nvGrpSpPr>
          <p:grpSpPr bwMode="auto">
            <a:xfrm>
              <a:off x="3317" y="2387"/>
              <a:ext cx="886" cy="282"/>
              <a:chOff x="3317" y="2387"/>
              <a:chExt cx="886" cy="282"/>
            </a:xfrm>
          </p:grpSpPr>
          <p:sp>
            <p:nvSpPr>
              <p:cNvPr id="57005" name="Freeform 943"/>
              <p:cNvSpPr>
                <a:spLocks/>
              </p:cNvSpPr>
              <p:nvPr/>
            </p:nvSpPr>
            <p:spPr bwMode="auto">
              <a:xfrm>
                <a:off x="4067" y="2387"/>
                <a:ext cx="136" cy="72"/>
              </a:xfrm>
              <a:custGeom>
                <a:avLst/>
                <a:gdLst>
                  <a:gd name="T0" fmla="*/ 136 w 136"/>
                  <a:gd name="T1" fmla="*/ 0 h 72"/>
                  <a:gd name="T2" fmla="*/ 16 w 136"/>
                  <a:gd name="T3" fmla="*/ 72 h 72"/>
                  <a:gd name="T4" fmla="*/ 8 w 136"/>
                  <a:gd name="T5" fmla="*/ 40 h 72"/>
                  <a:gd name="T6" fmla="*/ 0 w 136"/>
                  <a:gd name="T7" fmla="*/ 8 h 72"/>
                  <a:gd name="T8" fmla="*/ 136 w 136"/>
                  <a:gd name="T9" fmla="*/ 0 h 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 h="72">
                    <a:moveTo>
                      <a:pt x="136" y="0"/>
                    </a:moveTo>
                    <a:lnTo>
                      <a:pt x="16" y="72"/>
                    </a:lnTo>
                    <a:lnTo>
                      <a:pt x="8" y="40"/>
                    </a:lnTo>
                    <a:lnTo>
                      <a:pt x="0" y="8"/>
                    </a:lnTo>
                    <a:lnTo>
                      <a:pt x="136" y="0"/>
                    </a:lnTo>
                    <a:close/>
                  </a:path>
                </a:pathLst>
              </a:custGeom>
              <a:solidFill>
                <a:srgbClr val="808080"/>
              </a:solidFill>
              <a:ln w="9525">
                <a:solidFill>
                  <a:srgbClr val="808080"/>
                </a:solidFill>
                <a:round/>
                <a:headEnd/>
                <a:tailEnd/>
              </a:ln>
            </p:spPr>
            <p:txBody>
              <a:bodyPr/>
              <a:lstStyle/>
              <a:p>
                <a:endParaRPr lang="en-US"/>
              </a:p>
            </p:txBody>
          </p:sp>
          <p:sp>
            <p:nvSpPr>
              <p:cNvPr id="57006" name="Line 944"/>
              <p:cNvSpPr>
                <a:spLocks noChangeShapeType="1"/>
              </p:cNvSpPr>
              <p:nvPr/>
            </p:nvSpPr>
            <p:spPr bwMode="auto">
              <a:xfrm flipV="1">
                <a:off x="3317" y="2426"/>
                <a:ext cx="766" cy="243"/>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25" name="Group 945"/>
            <p:cNvGrpSpPr>
              <a:grpSpLocks/>
            </p:cNvGrpSpPr>
            <p:nvPr/>
          </p:nvGrpSpPr>
          <p:grpSpPr bwMode="auto">
            <a:xfrm>
              <a:off x="3780" y="2387"/>
              <a:ext cx="886" cy="282"/>
              <a:chOff x="3780" y="2387"/>
              <a:chExt cx="886" cy="282"/>
            </a:xfrm>
          </p:grpSpPr>
          <p:sp>
            <p:nvSpPr>
              <p:cNvPr id="57003" name="Freeform 946"/>
              <p:cNvSpPr>
                <a:spLocks/>
              </p:cNvSpPr>
              <p:nvPr/>
            </p:nvSpPr>
            <p:spPr bwMode="auto">
              <a:xfrm>
                <a:off x="4522" y="2387"/>
                <a:ext cx="144" cy="72"/>
              </a:xfrm>
              <a:custGeom>
                <a:avLst/>
                <a:gdLst>
                  <a:gd name="T0" fmla="*/ 144 w 144"/>
                  <a:gd name="T1" fmla="*/ 0 h 72"/>
                  <a:gd name="T2" fmla="*/ 24 w 144"/>
                  <a:gd name="T3" fmla="*/ 72 h 72"/>
                  <a:gd name="T4" fmla="*/ 16 w 144"/>
                  <a:gd name="T5" fmla="*/ 40 h 72"/>
                  <a:gd name="T6" fmla="*/ 0 w 144"/>
                  <a:gd name="T7" fmla="*/ 8 h 72"/>
                  <a:gd name="T8" fmla="*/ 144 w 144"/>
                  <a:gd name="T9" fmla="*/ 0 h 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4" h="72">
                    <a:moveTo>
                      <a:pt x="144" y="0"/>
                    </a:moveTo>
                    <a:lnTo>
                      <a:pt x="24" y="72"/>
                    </a:lnTo>
                    <a:lnTo>
                      <a:pt x="16" y="40"/>
                    </a:lnTo>
                    <a:lnTo>
                      <a:pt x="0" y="8"/>
                    </a:lnTo>
                    <a:lnTo>
                      <a:pt x="144" y="0"/>
                    </a:lnTo>
                    <a:close/>
                  </a:path>
                </a:pathLst>
              </a:custGeom>
              <a:solidFill>
                <a:srgbClr val="808080"/>
              </a:solidFill>
              <a:ln w="9525">
                <a:solidFill>
                  <a:srgbClr val="808080"/>
                </a:solidFill>
                <a:round/>
                <a:headEnd/>
                <a:tailEnd/>
              </a:ln>
            </p:spPr>
            <p:txBody>
              <a:bodyPr/>
              <a:lstStyle/>
              <a:p>
                <a:endParaRPr lang="en-US"/>
              </a:p>
            </p:txBody>
          </p:sp>
          <p:sp>
            <p:nvSpPr>
              <p:cNvPr id="57004" name="Line 947"/>
              <p:cNvSpPr>
                <a:spLocks noChangeShapeType="1"/>
              </p:cNvSpPr>
              <p:nvPr/>
            </p:nvSpPr>
            <p:spPr bwMode="auto">
              <a:xfrm flipV="1">
                <a:off x="3780" y="2426"/>
                <a:ext cx="766" cy="243"/>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26" name="Group 948"/>
            <p:cNvGrpSpPr>
              <a:grpSpLocks/>
            </p:cNvGrpSpPr>
            <p:nvPr/>
          </p:nvGrpSpPr>
          <p:grpSpPr bwMode="auto">
            <a:xfrm>
              <a:off x="1473" y="2993"/>
              <a:ext cx="886" cy="291"/>
              <a:chOff x="1473" y="2993"/>
              <a:chExt cx="886" cy="291"/>
            </a:xfrm>
          </p:grpSpPr>
          <p:sp>
            <p:nvSpPr>
              <p:cNvPr id="57001" name="Freeform 949"/>
              <p:cNvSpPr>
                <a:spLocks/>
              </p:cNvSpPr>
              <p:nvPr/>
            </p:nvSpPr>
            <p:spPr bwMode="auto">
              <a:xfrm>
                <a:off x="2223" y="2993"/>
                <a:ext cx="136" cy="72"/>
              </a:xfrm>
              <a:custGeom>
                <a:avLst/>
                <a:gdLst>
                  <a:gd name="T0" fmla="*/ 136 w 136"/>
                  <a:gd name="T1" fmla="*/ 0 h 72"/>
                  <a:gd name="T2" fmla="*/ 24 w 136"/>
                  <a:gd name="T3" fmla="*/ 72 h 72"/>
                  <a:gd name="T4" fmla="*/ 8 w 136"/>
                  <a:gd name="T5" fmla="*/ 40 h 72"/>
                  <a:gd name="T6" fmla="*/ 0 w 136"/>
                  <a:gd name="T7" fmla="*/ 8 h 72"/>
                  <a:gd name="T8" fmla="*/ 136 w 136"/>
                  <a:gd name="T9" fmla="*/ 0 h 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 h="72">
                    <a:moveTo>
                      <a:pt x="136" y="0"/>
                    </a:moveTo>
                    <a:lnTo>
                      <a:pt x="24" y="72"/>
                    </a:lnTo>
                    <a:lnTo>
                      <a:pt x="8" y="40"/>
                    </a:lnTo>
                    <a:lnTo>
                      <a:pt x="0" y="8"/>
                    </a:lnTo>
                    <a:lnTo>
                      <a:pt x="136" y="0"/>
                    </a:lnTo>
                    <a:close/>
                  </a:path>
                </a:pathLst>
              </a:custGeom>
              <a:solidFill>
                <a:srgbClr val="808080"/>
              </a:solidFill>
              <a:ln w="9525">
                <a:solidFill>
                  <a:srgbClr val="808080"/>
                </a:solidFill>
                <a:round/>
                <a:headEnd/>
                <a:tailEnd/>
              </a:ln>
            </p:spPr>
            <p:txBody>
              <a:bodyPr/>
              <a:lstStyle/>
              <a:p>
                <a:endParaRPr lang="en-US"/>
              </a:p>
            </p:txBody>
          </p:sp>
          <p:sp>
            <p:nvSpPr>
              <p:cNvPr id="57002" name="Line 950"/>
              <p:cNvSpPr>
                <a:spLocks noChangeShapeType="1"/>
              </p:cNvSpPr>
              <p:nvPr/>
            </p:nvSpPr>
            <p:spPr bwMode="auto">
              <a:xfrm flipV="1">
                <a:off x="1473" y="3032"/>
                <a:ext cx="766" cy="252"/>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27" name="Group 951"/>
            <p:cNvGrpSpPr>
              <a:grpSpLocks/>
            </p:cNvGrpSpPr>
            <p:nvPr/>
          </p:nvGrpSpPr>
          <p:grpSpPr bwMode="auto">
            <a:xfrm>
              <a:off x="1497" y="1765"/>
              <a:ext cx="878" cy="290"/>
              <a:chOff x="1497" y="1765"/>
              <a:chExt cx="878" cy="290"/>
            </a:xfrm>
          </p:grpSpPr>
          <p:sp>
            <p:nvSpPr>
              <p:cNvPr id="56999" name="Freeform 952"/>
              <p:cNvSpPr>
                <a:spLocks/>
              </p:cNvSpPr>
              <p:nvPr/>
            </p:nvSpPr>
            <p:spPr bwMode="auto">
              <a:xfrm>
                <a:off x="2239" y="1765"/>
                <a:ext cx="136" cy="72"/>
              </a:xfrm>
              <a:custGeom>
                <a:avLst/>
                <a:gdLst>
                  <a:gd name="T0" fmla="*/ 136 w 136"/>
                  <a:gd name="T1" fmla="*/ 0 h 72"/>
                  <a:gd name="T2" fmla="*/ 24 w 136"/>
                  <a:gd name="T3" fmla="*/ 72 h 72"/>
                  <a:gd name="T4" fmla="*/ 8 w 136"/>
                  <a:gd name="T5" fmla="*/ 40 h 72"/>
                  <a:gd name="T6" fmla="*/ 0 w 136"/>
                  <a:gd name="T7" fmla="*/ 8 h 72"/>
                  <a:gd name="T8" fmla="*/ 136 w 136"/>
                  <a:gd name="T9" fmla="*/ 0 h 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 h="72">
                    <a:moveTo>
                      <a:pt x="136" y="0"/>
                    </a:moveTo>
                    <a:lnTo>
                      <a:pt x="24" y="72"/>
                    </a:lnTo>
                    <a:lnTo>
                      <a:pt x="8" y="40"/>
                    </a:lnTo>
                    <a:lnTo>
                      <a:pt x="0" y="8"/>
                    </a:lnTo>
                    <a:lnTo>
                      <a:pt x="136" y="0"/>
                    </a:lnTo>
                    <a:close/>
                  </a:path>
                </a:pathLst>
              </a:custGeom>
              <a:solidFill>
                <a:srgbClr val="808080"/>
              </a:solidFill>
              <a:ln w="9525">
                <a:solidFill>
                  <a:srgbClr val="808080"/>
                </a:solidFill>
                <a:round/>
                <a:headEnd/>
                <a:tailEnd/>
              </a:ln>
            </p:spPr>
            <p:txBody>
              <a:bodyPr/>
              <a:lstStyle/>
              <a:p>
                <a:endParaRPr lang="en-US"/>
              </a:p>
            </p:txBody>
          </p:sp>
          <p:sp>
            <p:nvSpPr>
              <p:cNvPr id="57000" name="Line 953"/>
              <p:cNvSpPr>
                <a:spLocks noChangeShapeType="1"/>
              </p:cNvSpPr>
              <p:nvPr/>
            </p:nvSpPr>
            <p:spPr bwMode="auto">
              <a:xfrm flipV="1">
                <a:off x="1497" y="1803"/>
                <a:ext cx="758" cy="252"/>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28" name="Group 954"/>
            <p:cNvGrpSpPr>
              <a:grpSpLocks/>
            </p:cNvGrpSpPr>
            <p:nvPr/>
          </p:nvGrpSpPr>
          <p:grpSpPr bwMode="auto">
            <a:xfrm>
              <a:off x="1938" y="1765"/>
              <a:ext cx="892" cy="1507"/>
              <a:chOff x="1938" y="1765"/>
              <a:chExt cx="892" cy="1507"/>
            </a:xfrm>
          </p:grpSpPr>
          <p:sp>
            <p:nvSpPr>
              <p:cNvPr id="56997" name="Freeform 955"/>
              <p:cNvSpPr>
                <a:spLocks/>
              </p:cNvSpPr>
              <p:nvPr/>
            </p:nvSpPr>
            <p:spPr bwMode="auto">
              <a:xfrm>
                <a:off x="2726" y="3145"/>
                <a:ext cx="104" cy="127"/>
              </a:xfrm>
              <a:custGeom>
                <a:avLst/>
                <a:gdLst>
                  <a:gd name="T0" fmla="*/ 104 w 104"/>
                  <a:gd name="T1" fmla="*/ 127 h 127"/>
                  <a:gd name="T2" fmla="*/ 0 w 104"/>
                  <a:gd name="T3" fmla="*/ 32 h 127"/>
                  <a:gd name="T4" fmla="*/ 32 w 104"/>
                  <a:gd name="T5" fmla="*/ 16 h 127"/>
                  <a:gd name="T6" fmla="*/ 64 w 104"/>
                  <a:gd name="T7" fmla="*/ 0 h 127"/>
                  <a:gd name="T8" fmla="*/ 104 w 104"/>
                  <a:gd name="T9" fmla="*/ 127 h 12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4" h="127">
                    <a:moveTo>
                      <a:pt x="104" y="127"/>
                    </a:moveTo>
                    <a:lnTo>
                      <a:pt x="0" y="32"/>
                    </a:lnTo>
                    <a:lnTo>
                      <a:pt x="32" y="16"/>
                    </a:lnTo>
                    <a:lnTo>
                      <a:pt x="64" y="0"/>
                    </a:lnTo>
                    <a:lnTo>
                      <a:pt x="104" y="127"/>
                    </a:lnTo>
                    <a:close/>
                  </a:path>
                </a:pathLst>
              </a:custGeom>
              <a:solidFill>
                <a:srgbClr val="808080"/>
              </a:solidFill>
              <a:ln w="9525">
                <a:solidFill>
                  <a:srgbClr val="808080"/>
                </a:solidFill>
                <a:round/>
                <a:headEnd/>
                <a:tailEnd/>
              </a:ln>
            </p:spPr>
            <p:txBody>
              <a:bodyPr/>
              <a:lstStyle/>
              <a:p>
                <a:endParaRPr lang="en-US"/>
              </a:p>
            </p:txBody>
          </p:sp>
          <p:sp>
            <p:nvSpPr>
              <p:cNvPr id="56998" name="Line 956"/>
              <p:cNvSpPr>
                <a:spLocks noChangeShapeType="1"/>
              </p:cNvSpPr>
              <p:nvPr/>
            </p:nvSpPr>
            <p:spPr bwMode="auto">
              <a:xfrm>
                <a:off x="1938" y="1765"/>
                <a:ext cx="823" cy="1404"/>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29" name="Group 957"/>
            <p:cNvGrpSpPr>
              <a:grpSpLocks/>
            </p:cNvGrpSpPr>
            <p:nvPr/>
          </p:nvGrpSpPr>
          <p:grpSpPr bwMode="auto">
            <a:xfrm>
              <a:off x="1482" y="1781"/>
              <a:ext cx="438" cy="263"/>
              <a:chOff x="1482" y="1781"/>
              <a:chExt cx="438" cy="263"/>
            </a:xfrm>
          </p:grpSpPr>
          <p:sp>
            <p:nvSpPr>
              <p:cNvPr id="56992" name="Freeform 958"/>
              <p:cNvSpPr>
                <a:spLocks/>
              </p:cNvSpPr>
              <p:nvPr/>
            </p:nvSpPr>
            <p:spPr bwMode="auto">
              <a:xfrm>
                <a:off x="1808" y="1964"/>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0">
                    <a:moveTo>
                      <a:pt x="112" y="80"/>
                    </a:moveTo>
                    <a:lnTo>
                      <a:pt x="0" y="48"/>
                    </a:lnTo>
                    <a:lnTo>
                      <a:pt x="16" y="24"/>
                    </a:lnTo>
                    <a:lnTo>
                      <a:pt x="32" y="0"/>
                    </a:lnTo>
                    <a:lnTo>
                      <a:pt x="112" y="80"/>
                    </a:lnTo>
                    <a:close/>
                  </a:path>
                </a:pathLst>
              </a:custGeom>
              <a:solidFill>
                <a:srgbClr val="808080"/>
              </a:solidFill>
              <a:ln w="9525">
                <a:solidFill>
                  <a:srgbClr val="808080"/>
                </a:solidFill>
                <a:round/>
                <a:headEnd/>
                <a:tailEnd/>
              </a:ln>
            </p:spPr>
            <p:txBody>
              <a:bodyPr/>
              <a:lstStyle/>
              <a:p>
                <a:endParaRPr lang="en-US"/>
              </a:p>
            </p:txBody>
          </p:sp>
          <p:sp>
            <p:nvSpPr>
              <p:cNvPr id="56993" name="Line 959"/>
              <p:cNvSpPr>
                <a:spLocks noChangeShapeType="1"/>
              </p:cNvSpPr>
              <p:nvPr/>
            </p:nvSpPr>
            <p:spPr bwMode="auto">
              <a:xfrm>
                <a:off x="1482" y="1781"/>
                <a:ext cx="70" cy="46"/>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94" name="Line 960"/>
              <p:cNvSpPr>
                <a:spLocks noChangeShapeType="1"/>
              </p:cNvSpPr>
              <p:nvPr/>
            </p:nvSpPr>
            <p:spPr bwMode="auto">
              <a:xfrm>
                <a:off x="1577" y="1837"/>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95" name="Line 961"/>
              <p:cNvSpPr>
                <a:spLocks noChangeShapeType="1"/>
              </p:cNvSpPr>
              <p:nvPr/>
            </p:nvSpPr>
            <p:spPr bwMode="auto">
              <a:xfrm>
                <a:off x="1672" y="1892"/>
                <a:ext cx="72"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96" name="Line 962"/>
              <p:cNvSpPr>
                <a:spLocks noChangeShapeType="1"/>
              </p:cNvSpPr>
              <p:nvPr/>
            </p:nvSpPr>
            <p:spPr bwMode="auto">
              <a:xfrm>
                <a:off x="1768" y="1956"/>
                <a:ext cx="56" cy="32"/>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30" name="Group 963"/>
            <p:cNvGrpSpPr>
              <a:grpSpLocks/>
            </p:cNvGrpSpPr>
            <p:nvPr/>
          </p:nvGrpSpPr>
          <p:grpSpPr bwMode="auto">
            <a:xfrm>
              <a:off x="1481" y="1789"/>
              <a:ext cx="455" cy="550"/>
              <a:chOff x="1481" y="1789"/>
              <a:chExt cx="455" cy="550"/>
            </a:xfrm>
          </p:grpSpPr>
          <p:sp>
            <p:nvSpPr>
              <p:cNvPr id="56985" name="Freeform 964"/>
              <p:cNvSpPr>
                <a:spLocks/>
              </p:cNvSpPr>
              <p:nvPr/>
            </p:nvSpPr>
            <p:spPr bwMode="auto">
              <a:xfrm>
                <a:off x="1840" y="2235"/>
                <a:ext cx="96" cy="104"/>
              </a:xfrm>
              <a:custGeom>
                <a:avLst/>
                <a:gdLst>
                  <a:gd name="T0" fmla="*/ 96 w 96"/>
                  <a:gd name="T1" fmla="*/ 104 h 104"/>
                  <a:gd name="T2" fmla="*/ 0 w 96"/>
                  <a:gd name="T3" fmla="*/ 32 h 104"/>
                  <a:gd name="T4" fmla="*/ 24 w 96"/>
                  <a:gd name="T5" fmla="*/ 16 h 104"/>
                  <a:gd name="T6" fmla="*/ 48 w 96"/>
                  <a:gd name="T7" fmla="*/ 0 h 104"/>
                  <a:gd name="T8" fmla="*/ 96 w 96"/>
                  <a:gd name="T9" fmla="*/ 104 h 10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6" h="104">
                    <a:moveTo>
                      <a:pt x="96" y="104"/>
                    </a:moveTo>
                    <a:lnTo>
                      <a:pt x="0" y="32"/>
                    </a:lnTo>
                    <a:lnTo>
                      <a:pt x="24" y="16"/>
                    </a:lnTo>
                    <a:lnTo>
                      <a:pt x="48" y="0"/>
                    </a:lnTo>
                    <a:lnTo>
                      <a:pt x="96" y="104"/>
                    </a:lnTo>
                    <a:close/>
                  </a:path>
                </a:pathLst>
              </a:custGeom>
              <a:solidFill>
                <a:srgbClr val="808080"/>
              </a:solidFill>
              <a:ln w="9525">
                <a:solidFill>
                  <a:srgbClr val="808080"/>
                </a:solidFill>
                <a:round/>
                <a:headEnd/>
                <a:tailEnd/>
              </a:ln>
            </p:spPr>
            <p:txBody>
              <a:bodyPr/>
              <a:lstStyle/>
              <a:p>
                <a:endParaRPr lang="en-US"/>
              </a:p>
            </p:txBody>
          </p:sp>
          <p:sp>
            <p:nvSpPr>
              <p:cNvPr id="56986" name="Line 965"/>
              <p:cNvSpPr>
                <a:spLocks noChangeShapeType="1"/>
              </p:cNvSpPr>
              <p:nvPr/>
            </p:nvSpPr>
            <p:spPr bwMode="auto">
              <a:xfrm>
                <a:off x="1481" y="1789"/>
                <a:ext cx="55" cy="62"/>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87" name="Line 966"/>
              <p:cNvSpPr>
                <a:spLocks noChangeShapeType="1"/>
              </p:cNvSpPr>
              <p:nvPr/>
            </p:nvSpPr>
            <p:spPr bwMode="auto">
              <a:xfrm>
                <a:off x="1552" y="1876"/>
                <a:ext cx="56" cy="64"/>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88" name="Line 967"/>
              <p:cNvSpPr>
                <a:spLocks noChangeShapeType="1"/>
              </p:cNvSpPr>
              <p:nvPr/>
            </p:nvSpPr>
            <p:spPr bwMode="auto">
              <a:xfrm>
                <a:off x="1624" y="1964"/>
                <a:ext cx="56" cy="64"/>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89" name="Line 968"/>
              <p:cNvSpPr>
                <a:spLocks noChangeShapeType="1"/>
              </p:cNvSpPr>
              <p:nvPr/>
            </p:nvSpPr>
            <p:spPr bwMode="auto">
              <a:xfrm>
                <a:off x="1696" y="2044"/>
                <a:ext cx="56" cy="72"/>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90" name="Line 969"/>
              <p:cNvSpPr>
                <a:spLocks noChangeShapeType="1"/>
              </p:cNvSpPr>
              <p:nvPr/>
            </p:nvSpPr>
            <p:spPr bwMode="auto">
              <a:xfrm>
                <a:off x="1768" y="2132"/>
                <a:ext cx="56" cy="7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91" name="Line 970"/>
              <p:cNvSpPr>
                <a:spLocks noChangeShapeType="1"/>
              </p:cNvSpPr>
              <p:nvPr/>
            </p:nvSpPr>
            <p:spPr bwMode="auto">
              <a:xfrm>
                <a:off x="1840" y="2219"/>
                <a:ext cx="24" cy="3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31" name="Group 971"/>
            <p:cNvGrpSpPr>
              <a:grpSpLocks/>
            </p:cNvGrpSpPr>
            <p:nvPr/>
          </p:nvGrpSpPr>
          <p:grpSpPr bwMode="auto">
            <a:xfrm>
              <a:off x="1489" y="2084"/>
              <a:ext cx="439" cy="574"/>
              <a:chOff x="1489" y="2084"/>
              <a:chExt cx="439" cy="574"/>
            </a:xfrm>
          </p:grpSpPr>
          <p:sp>
            <p:nvSpPr>
              <p:cNvPr id="56978" name="Freeform 972"/>
              <p:cNvSpPr>
                <a:spLocks/>
              </p:cNvSpPr>
              <p:nvPr/>
            </p:nvSpPr>
            <p:spPr bwMode="auto">
              <a:xfrm>
                <a:off x="1840" y="2554"/>
                <a:ext cx="88" cy="104"/>
              </a:xfrm>
              <a:custGeom>
                <a:avLst/>
                <a:gdLst>
                  <a:gd name="T0" fmla="*/ 88 w 88"/>
                  <a:gd name="T1" fmla="*/ 104 h 104"/>
                  <a:gd name="T2" fmla="*/ 0 w 88"/>
                  <a:gd name="T3" fmla="*/ 32 h 104"/>
                  <a:gd name="T4" fmla="*/ 16 w 88"/>
                  <a:gd name="T5" fmla="*/ 16 h 104"/>
                  <a:gd name="T6" fmla="*/ 40 w 88"/>
                  <a:gd name="T7" fmla="*/ 0 h 104"/>
                  <a:gd name="T8" fmla="*/ 88 w 88"/>
                  <a:gd name="T9" fmla="*/ 104 h 10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8" h="104">
                    <a:moveTo>
                      <a:pt x="88" y="104"/>
                    </a:moveTo>
                    <a:lnTo>
                      <a:pt x="0" y="32"/>
                    </a:lnTo>
                    <a:lnTo>
                      <a:pt x="16" y="16"/>
                    </a:lnTo>
                    <a:lnTo>
                      <a:pt x="40" y="0"/>
                    </a:lnTo>
                    <a:lnTo>
                      <a:pt x="88" y="104"/>
                    </a:lnTo>
                    <a:close/>
                  </a:path>
                </a:pathLst>
              </a:custGeom>
              <a:solidFill>
                <a:srgbClr val="808080"/>
              </a:solidFill>
              <a:ln w="9525">
                <a:solidFill>
                  <a:srgbClr val="808080"/>
                </a:solidFill>
                <a:round/>
                <a:headEnd/>
                <a:tailEnd/>
              </a:ln>
            </p:spPr>
            <p:txBody>
              <a:bodyPr/>
              <a:lstStyle/>
              <a:p>
                <a:endParaRPr lang="en-US"/>
              </a:p>
            </p:txBody>
          </p:sp>
          <p:sp>
            <p:nvSpPr>
              <p:cNvPr id="56979" name="Line 973"/>
              <p:cNvSpPr>
                <a:spLocks noChangeShapeType="1"/>
              </p:cNvSpPr>
              <p:nvPr/>
            </p:nvSpPr>
            <p:spPr bwMode="auto">
              <a:xfrm>
                <a:off x="1489" y="2084"/>
                <a:ext cx="55" cy="70"/>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80" name="Line 974"/>
              <p:cNvSpPr>
                <a:spLocks noChangeShapeType="1"/>
              </p:cNvSpPr>
              <p:nvPr/>
            </p:nvSpPr>
            <p:spPr bwMode="auto">
              <a:xfrm>
                <a:off x="1553" y="2172"/>
                <a:ext cx="55" cy="70"/>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81" name="Line 975"/>
              <p:cNvSpPr>
                <a:spLocks noChangeShapeType="1"/>
              </p:cNvSpPr>
              <p:nvPr/>
            </p:nvSpPr>
            <p:spPr bwMode="auto">
              <a:xfrm>
                <a:off x="1624" y="2259"/>
                <a:ext cx="56" cy="7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82" name="Line 976"/>
              <p:cNvSpPr>
                <a:spLocks noChangeShapeType="1"/>
              </p:cNvSpPr>
              <p:nvPr/>
            </p:nvSpPr>
            <p:spPr bwMode="auto">
              <a:xfrm>
                <a:off x="1688" y="2347"/>
                <a:ext cx="56" cy="72"/>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83" name="Line 977"/>
              <p:cNvSpPr>
                <a:spLocks noChangeShapeType="1"/>
              </p:cNvSpPr>
              <p:nvPr/>
            </p:nvSpPr>
            <p:spPr bwMode="auto">
              <a:xfrm>
                <a:off x="1760" y="2443"/>
                <a:ext cx="56" cy="63"/>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84" name="Line 978"/>
              <p:cNvSpPr>
                <a:spLocks noChangeShapeType="1"/>
              </p:cNvSpPr>
              <p:nvPr/>
            </p:nvSpPr>
            <p:spPr bwMode="auto">
              <a:xfrm>
                <a:off x="1824" y="2531"/>
                <a:ext cx="32" cy="39"/>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32" name="Group 979"/>
            <p:cNvGrpSpPr>
              <a:grpSpLocks/>
            </p:cNvGrpSpPr>
            <p:nvPr/>
          </p:nvGrpSpPr>
          <p:grpSpPr bwMode="auto">
            <a:xfrm>
              <a:off x="1481" y="2084"/>
              <a:ext cx="447" cy="574"/>
              <a:chOff x="1481" y="2084"/>
              <a:chExt cx="447" cy="574"/>
            </a:xfrm>
          </p:grpSpPr>
          <p:sp>
            <p:nvSpPr>
              <p:cNvPr id="56971" name="Freeform 980"/>
              <p:cNvSpPr>
                <a:spLocks/>
              </p:cNvSpPr>
              <p:nvPr/>
            </p:nvSpPr>
            <p:spPr bwMode="auto">
              <a:xfrm>
                <a:off x="1840" y="2084"/>
                <a:ext cx="88" cy="104"/>
              </a:xfrm>
              <a:custGeom>
                <a:avLst/>
                <a:gdLst>
                  <a:gd name="T0" fmla="*/ 88 w 88"/>
                  <a:gd name="T1" fmla="*/ 0 h 104"/>
                  <a:gd name="T2" fmla="*/ 40 w 88"/>
                  <a:gd name="T3" fmla="*/ 104 h 104"/>
                  <a:gd name="T4" fmla="*/ 16 w 88"/>
                  <a:gd name="T5" fmla="*/ 88 h 104"/>
                  <a:gd name="T6" fmla="*/ 0 w 88"/>
                  <a:gd name="T7" fmla="*/ 72 h 104"/>
                  <a:gd name="T8" fmla="*/ 88 w 88"/>
                  <a:gd name="T9" fmla="*/ 0 h 10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8" h="104">
                    <a:moveTo>
                      <a:pt x="88" y="0"/>
                    </a:moveTo>
                    <a:lnTo>
                      <a:pt x="40" y="104"/>
                    </a:lnTo>
                    <a:lnTo>
                      <a:pt x="16" y="88"/>
                    </a:lnTo>
                    <a:lnTo>
                      <a:pt x="0" y="72"/>
                    </a:lnTo>
                    <a:lnTo>
                      <a:pt x="88" y="0"/>
                    </a:lnTo>
                    <a:close/>
                  </a:path>
                </a:pathLst>
              </a:custGeom>
              <a:solidFill>
                <a:srgbClr val="808080"/>
              </a:solidFill>
              <a:ln w="9525">
                <a:solidFill>
                  <a:srgbClr val="808080"/>
                </a:solidFill>
                <a:round/>
                <a:headEnd/>
                <a:tailEnd/>
              </a:ln>
            </p:spPr>
            <p:txBody>
              <a:bodyPr/>
              <a:lstStyle/>
              <a:p>
                <a:endParaRPr lang="en-US"/>
              </a:p>
            </p:txBody>
          </p:sp>
          <p:sp>
            <p:nvSpPr>
              <p:cNvPr id="56972" name="Line 981"/>
              <p:cNvSpPr>
                <a:spLocks noChangeShapeType="1"/>
              </p:cNvSpPr>
              <p:nvPr/>
            </p:nvSpPr>
            <p:spPr bwMode="auto">
              <a:xfrm flipV="1">
                <a:off x="1481" y="2588"/>
                <a:ext cx="55" cy="70"/>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73" name="Line 982"/>
              <p:cNvSpPr>
                <a:spLocks noChangeShapeType="1"/>
              </p:cNvSpPr>
              <p:nvPr/>
            </p:nvSpPr>
            <p:spPr bwMode="auto">
              <a:xfrm flipV="1">
                <a:off x="1553" y="2500"/>
                <a:ext cx="47" cy="70"/>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74" name="Line 983"/>
              <p:cNvSpPr>
                <a:spLocks noChangeShapeType="1"/>
              </p:cNvSpPr>
              <p:nvPr/>
            </p:nvSpPr>
            <p:spPr bwMode="auto">
              <a:xfrm flipV="1">
                <a:off x="1616" y="2412"/>
                <a:ext cx="56" cy="7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75" name="Line 984"/>
              <p:cNvSpPr>
                <a:spLocks noChangeShapeType="1"/>
              </p:cNvSpPr>
              <p:nvPr/>
            </p:nvSpPr>
            <p:spPr bwMode="auto">
              <a:xfrm flipV="1">
                <a:off x="1688" y="2323"/>
                <a:ext cx="56" cy="72"/>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76" name="Line 985"/>
              <p:cNvSpPr>
                <a:spLocks noChangeShapeType="1"/>
              </p:cNvSpPr>
              <p:nvPr/>
            </p:nvSpPr>
            <p:spPr bwMode="auto">
              <a:xfrm flipV="1">
                <a:off x="1752" y="2236"/>
                <a:ext cx="56" cy="7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77" name="Line 986"/>
              <p:cNvSpPr>
                <a:spLocks noChangeShapeType="1"/>
              </p:cNvSpPr>
              <p:nvPr/>
            </p:nvSpPr>
            <p:spPr bwMode="auto">
              <a:xfrm flipV="1">
                <a:off x="1824" y="2172"/>
                <a:ext cx="32"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33" name="Group 987"/>
            <p:cNvGrpSpPr>
              <a:grpSpLocks/>
            </p:cNvGrpSpPr>
            <p:nvPr/>
          </p:nvGrpSpPr>
          <p:grpSpPr bwMode="auto">
            <a:xfrm>
              <a:off x="1944" y="2076"/>
              <a:ext cx="447" cy="263"/>
              <a:chOff x="1944" y="2076"/>
              <a:chExt cx="447" cy="263"/>
            </a:xfrm>
          </p:grpSpPr>
          <p:sp>
            <p:nvSpPr>
              <p:cNvPr id="56966" name="Freeform 988"/>
              <p:cNvSpPr>
                <a:spLocks/>
              </p:cNvSpPr>
              <p:nvPr/>
            </p:nvSpPr>
            <p:spPr bwMode="auto">
              <a:xfrm>
                <a:off x="2279" y="2076"/>
                <a:ext cx="112" cy="80"/>
              </a:xfrm>
              <a:custGeom>
                <a:avLst/>
                <a:gdLst>
                  <a:gd name="T0" fmla="*/ 112 w 112"/>
                  <a:gd name="T1" fmla="*/ 0 h 80"/>
                  <a:gd name="T2" fmla="*/ 32 w 112"/>
                  <a:gd name="T3" fmla="*/ 80 h 80"/>
                  <a:gd name="T4" fmla="*/ 16 w 112"/>
                  <a:gd name="T5" fmla="*/ 56 h 80"/>
                  <a:gd name="T6" fmla="*/ 0 w 112"/>
                  <a:gd name="T7" fmla="*/ 32 h 80"/>
                  <a:gd name="T8" fmla="*/ 112 w 112"/>
                  <a:gd name="T9" fmla="*/ 0 h 8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0">
                    <a:moveTo>
                      <a:pt x="112" y="0"/>
                    </a:moveTo>
                    <a:lnTo>
                      <a:pt x="32" y="80"/>
                    </a:lnTo>
                    <a:lnTo>
                      <a:pt x="16" y="56"/>
                    </a:lnTo>
                    <a:lnTo>
                      <a:pt x="0" y="32"/>
                    </a:lnTo>
                    <a:lnTo>
                      <a:pt x="112" y="0"/>
                    </a:lnTo>
                    <a:close/>
                  </a:path>
                </a:pathLst>
              </a:custGeom>
              <a:solidFill>
                <a:srgbClr val="808080"/>
              </a:solidFill>
              <a:ln w="9525">
                <a:solidFill>
                  <a:srgbClr val="808080"/>
                </a:solidFill>
                <a:round/>
                <a:headEnd/>
                <a:tailEnd/>
              </a:ln>
            </p:spPr>
            <p:txBody>
              <a:bodyPr/>
              <a:lstStyle/>
              <a:p>
                <a:endParaRPr lang="en-US"/>
              </a:p>
            </p:txBody>
          </p:sp>
          <p:sp>
            <p:nvSpPr>
              <p:cNvPr id="56967" name="Line 989"/>
              <p:cNvSpPr>
                <a:spLocks noChangeShapeType="1"/>
              </p:cNvSpPr>
              <p:nvPr/>
            </p:nvSpPr>
            <p:spPr bwMode="auto">
              <a:xfrm flipV="1">
                <a:off x="1944" y="2292"/>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68" name="Line 990"/>
              <p:cNvSpPr>
                <a:spLocks noChangeShapeType="1"/>
              </p:cNvSpPr>
              <p:nvPr/>
            </p:nvSpPr>
            <p:spPr bwMode="auto">
              <a:xfrm flipV="1">
                <a:off x="2040" y="2236"/>
                <a:ext cx="79"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69" name="Line 991"/>
              <p:cNvSpPr>
                <a:spLocks noChangeShapeType="1"/>
              </p:cNvSpPr>
              <p:nvPr/>
            </p:nvSpPr>
            <p:spPr bwMode="auto">
              <a:xfrm flipV="1">
                <a:off x="2136" y="2180"/>
                <a:ext cx="79"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70" name="Line 992"/>
              <p:cNvSpPr>
                <a:spLocks noChangeShapeType="1"/>
              </p:cNvSpPr>
              <p:nvPr/>
            </p:nvSpPr>
            <p:spPr bwMode="auto">
              <a:xfrm flipV="1">
                <a:off x="2231" y="2133"/>
                <a:ext cx="64" cy="39"/>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34" name="Group 993"/>
            <p:cNvGrpSpPr>
              <a:grpSpLocks/>
            </p:cNvGrpSpPr>
            <p:nvPr/>
          </p:nvGrpSpPr>
          <p:grpSpPr bwMode="auto">
            <a:xfrm>
              <a:off x="1944" y="1781"/>
              <a:ext cx="431" cy="263"/>
              <a:chOff x="1944" y="1781"/>
              <a:chExt cx="431" cy="263"/>
            </a:xfrm>
          </p:grpSpPr>
          <p:sp>
            <p:nvSpPr>
              <p:cNvPr id="56961" name="Freeform 994"/>
              <p:cNvSpPr>
                <a:spLocks/>
              </p:cNvSpPr>
              <p:nvPr/>
            </p:nvSpPr>
            <p:spPr bwMode="auto">
              <a:xfrm>
                <a:off x="2263" y="1781"/>
                <a:ext cx="112" cy="80"/>
              </a:xfrm>
              <a:custGeom>
                <a:avLst/>
                <a:gdLst>
                  <a:gd name="T0" fmla="*/ 112 w 112"/>
                  <a:gd name="T1" fmla="*/ 0 h 80"/>
                  <a:gd name="T2" fmla="*/ 32 w 112"/>
                  <a:gd name="T3" fmla="*/ 80 h 80"/>
                  <a:gd name="T4" fmla="*/ 16 w 112"/>
                  <a:gd name="T5" fmla="*/ 56 h 80"/>
                  <a:gd name="T6" fmla="*/ 0 w 112"/>
                  <a:gd name="T7" fmla="*/ 32 h 80"/>
                  <a:gd name="T8" fmla="*/ 112 w 112"/>
                  <a:gd name="T9" fmla="*/ 0 h 8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0">
                    <a:moveTo>
                      <a:pt x="112" y="0"/>
                    </a:moveTo>
                    <a:lnTo>
                      <a:pt x="32" y="80"/>
                    </a:lnTo>
                    <a:lnTo>
                      <a:pt x="16" y="56"/>
                    </a:lnTo>
                    <a:lnTo>
                      <a:pt x="0" y="32"/>
                    </a:lnTo>
                    <a:lnTo>
                      <a:pt x="112" y="0"/>
                    </a:lnTo>
                    <a:close/>
                  </a:path>
                </a:pathLst>
              </a:custGeom>
              <a:solidFill>
                <a:srgbClr val="808080"/>
              </a:solidFill>
              <a:ln w="9525">
                <a:solidFill>
                  <a:srgbClr val="808080"/>
                </a:solidFill>
                <a:round/>
                <a:headEnd/>
                <a:tailEnd/>
              </a:ln>
            </p:spPr>
            <p:txBody>
              <a:bodyPr/>
              <a:lstStyle/>
              <a:p>
                <a:endParaRPr lang="en-US"/>
              </a:p>
            </p:txBody>
          </p:sp>
          <p:sp>
            <p:nvSpPr>
              <p:cNvPr id="56962" name="Line 995"/>
              <p:cNvSpPr>
                <a:spLocks noChangeShapeType="1"/>
              </p:cNvSpPr>
              <p:nvPr/>
            </p:nvSpPr>
            <p:spPr bwMode="auto">
              <a:xfrm flipV="1">
                <a:off x="1944" y="1997"/>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63" name="Line 996"/>
              <p:cNvSpPr>
                <a:spLocks noChangeShapeType="1"/>
              </p:cNvSpPr>
              <p:nvPr/>
            </p:nvSpPr>
            <p:spPr bwMode="auto">
              <a:xfrm flipV="1">
                <a:off x="2040" y="1941"/>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64" name="Line 997"/>
              <p:cNvSpPr>
                <a:spLocks noChangeShapeType="1"/>
              </p:cNvSpPr>
              <p:nvPr/>
            </p:nvSpPr>
            <p:spPr bwMode="auto">
              <a:xfrm flipV="1">
                <a:off x="2136" y="1885"/>
                <a:ext cx="71" cy="39"/>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65" name="Line 998"/>
              <p:cNvSpPr>
                <a:spLocks noChangeShapeType="1"/>
              </p:cNvSpPr>
              <p:nvPr/>
            </p:nvSpPr>
            <p:spPr bwMode="auto">
              <a:xfrm flipV="1">
                <a:off x="2232" y="1837"/>
                <a:ext cx="47" cy="3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35" name="Group 999"/>
            <p:cNvGrpSpPr>
              <a:grpSpLocks/>
            </p:cNvGrpSpPr>
            <p:nvPr/>
          </p:nvGrpSpPr>
          <p:grpSpPr bwMode="auto">
            <a:xfrm>
              <a:off x="2415" y="1781"/>
              <a:ext cx="423" cy="271"/>
              <a:chOff x="2415" y="1781"/>
              <a:chExt cx="423" cy="271"/>
            </a:xfrm>
          </p:grpSpPr>
          <p:sp>
            <p:nvSpPr>
              <p:cNvPr id="56956" name="Freeform 1000"/>
              <p:cNvSpPr>
                <a:spLocks/>
              </p:cNvSpPr>
              <p:nvPr/>
            </p:nvSpPr>
            <p:spPr bwMode="auto">
              <a:xfrm>
                <a:off x="2726" y="1781"/>
                <a:ext cx="112" cy="87"/>
              </a:xfrm>
              <a:custGeom>
                <a:avLst/>
                <a:gdLst>
                  <a:gd name="T0" fmla="*/ 112 w 112"/>
                  <a:gd name="T1" fmla="*/ 0 h 87"/>
                  <a:gd name="T2" fmla="*/ 32 w 112"/>
                  <a:gd name="T3" fmla="*/ 87 h 87"/>
                  <a:gd name="T4" fmla="*/ 16 w 112"/>
                  <a:gd name="T5" fmla="*/ 64 h 87"/>
                  <a:gd name="T6" fmla="*/ 0 w 112"/>
                  <a:gd name="T7" fmla="*/ 40 h 87"/>
                  <a:gd name="T8" fmla="*/ 112 w 112"/>
                  <a:gd name="T9" fmla="*/ 0 h 8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7">
                    <a:moveTo>
                      <a:pt x="112" y="0"/>
                    </a:moveTo>
                    <a:lnTo>
                      <a:pt x="32" y="87"/>
                    </a:lnTo>
                    <a:lnTo>
                      <a:pt x="16" y="64"/>
                    </a:lnTo>
                    <a:lnTo>
                      <a:pt x="0" y="40"/>
                    </a:lnTo>
                    <a:lnTo>
                      <a:pt x="112" y="0"/>
                    </a:lnTo>
                    <a:close/>
                  </a:path>
                </a:pathLst>
              </a:custGeom>
              <a:solidFill>
                <a:srgbClr val="808080"/>
              </a:solidFill>
              <a:ln w="9525">
                <a:solidFill>
                  <a:srgbClr val="808080"/>
                </a:solidFill>
                <a:round/>
                <a:headEnd/>
                <a:tailEnd/>
              </a:ln>
            </p:spPr>
            <p:txBody>
              <a:bodyPr/>
              <a:lstStyle/>
              <a:p>
                <a:endParaRPr lang="en-US"/>
              </a:p>
            </p:txBody>
          </p:sp>
          <p:sp>
            <p:nvSpPr>
              <p:cNvPr id="56957" name="Line 1001"/>
              <p:cNvSpPr>
                <a:spLocks noChangeShapeType="1"/>
              </p:cNvSpPr>
              <p:nvPr/>
            </p:nvSpPr>
            <p:spPr bwMode="auto">
              <a:xfrm flipV="1">
                <a:off x="2415" y="2004"/>
                <a:ext cx="72" cy="48"/>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58" name="Line 1002"/>
              <p:cNvSpPr>
                <a:spLocks noChangeShapeType="1"/>
              </p:cNvSpPr>
              <p:nvPr/>
            </p:nvSpPr>
            <p:spPr bwMode="auto">
              <a:xfrm flipV="1">
                <a:off x="2511" y="1949"/>
                <a:ext cx="71" cy="39"/>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59" name="Line 1003"/>
              <p:cNvSpPr>
                <a:spLocks noChangeShapeType="1"/>
              </p:cNvSpPr>
              <p:nvPr/>
            </p:nvSpPr>
            <p:spPr bwMode="auto">
              <a:xfrm flipV="1">
                <a:off x="2607" y="1885"/>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60" name="Line 1004"/>
              <p:cNvSpPr>
                <a:spLocks noChangeShapeType="1"/>
              </p:cNvSpPr>
              <p:nvPr/>
            </p:nvSpPr>
            <p:spPr bwMode="auto">
              <a:xfrm flipV="1">
                <a:off x="2696" y="1846"/>
                <a:ext cx="46" cy="22"/>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36" name="Group 1005"/>
            <p:cNvGrpSpPr>
              <a:grpSpLocks/>
            </p:cNvGrpSpPr>
            <p:nvPr/>
          </p:nvGrpSpPr>
          <p:grpSpPr bwMode="auto">
            <a:xfrm>
              <a:off x="2886" y="1773"/>
              <a:ext cx="415" cy="271"/>
              <a:chOff x="2886" y="1773"/>
              <a:chExt cx="415" cy="271"/>
            </a:xfrm>
          </p:grpSpPr>
          <p:sp>
            <p:nvSpPr>
              <p:cNvPr id="56951" name="Freeform 1006"/>
              <p:cNvSpPr>
                <a:spLocks/>
              </p:cNvSpPr>
              <p:nvPr/>
            </p:nvSpPr>
            <p:spPr bwMode="auto">
              <a:xfrm>
                <a:off x="3189" y="1773"/>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0"/>
                    </a:moveTo>
                    <a:lnTo>
                      <a:pt x="32" y="88"/>
                    </a:lnTo>
                    <a:lnTo>
                      <a:pt x="16" y="64"/>
                    </a:lnTo>
                    <a:lnTo>
                      <a:pt x="0" y="40"/>
                    </a:lnTo>
                    <a:lnTo>
                      <a:pt x="112" y="0"/>
                    </a:lnTo>
                    <a:close/>
                  </a:path>
                </a:pathLst>
              </a:custGeom>
              <a:solidFill>
                <a:srgbClr val="808080"/>
              </a:solidFill>
              <a:ln w="9525">
                <a:solidFill>
                  <a:srgbClr val="808080"/>
                </a:solidFill>
                <a:round/>
                <a:headEnd/>
                <a:tailEnd/>
              </a:ln>
            </p:spPr>
            <p:txBody>
              <a:bodyPr/>
              <a:lstStyle/>
              <a:p>
                <a:endParaRPr lang="en-US"/>
              </a:p>
            </p:txBody>
          </p:sp>
          <p:sp>
            <p:nvSpPr>
              <p:cNvPr id="56952" name="Line 1007"/>
              <p:cNvSpPr>
                <a:spLocks noChangeShapeType="1"/>
              </p:cNvSpPr>
              <p:nvPr/>
            </p:nvSpPr>
            <p:spPr bwMode="auto">
              <a:xfrm flipV="1">
                <a:off x="2886" y="1996"/>
                <a:ext cx="72" cy="48"/>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53" name="Line 1008"/>
              <p:cNvSpPr>
                <a:spLocks noChangeShapeType="1"/>
              </p:cNvSpPr>
              <p:nvPr/>
            </p:nvSpPr>
            <p:spPr bwMode="auto">
              <a:xfrm flipV="1">
                <a:off x="2982" y="1933"/>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54" name="Line 1009"/>
              <p:cNvSpPr>
                <a:spLocks noChangeShapeType="1"/>
              </p:cNvSpPr>
              <p:nvPr/>
            </p:nvSpPr>
            <p:spPr bwMode="auto">
              <a:xfrm flipV="1">
                <a:off x="3070" y="1877"/>
                <a:ext cx="79"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55" name="Line 1010"/>
              <p:cNvSpPr>
                <a:spLocks noChangeShapeType="1"/>
              </p:cNvSpPr>
              <p:nvPr/>
            </p:nvSpPr>
            <p:spPr bwMode="auto">
              <a:xfrm flipV="1">
                <a:off x="3165" y="1838"/>
                <a:ext cx="40" cy="23"/>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37" name="Group 1011"/>
            <p:cNvGrpSpPr>
              <a:grpSpLocks/>
            </p:cNvGrpSpPr>
            <p:nvPr/>
          </p:nvGrpSpPr>
          <p:grpSpPr bwMode="auto">
            <a:xfrm>
              <a:off x="3325" y="1773"/>
              <a:ext cx="423" cy="271"/>
              <a:chOff x="3325" y="1773"/>
              <a:chExt cx="423" cy="271"/>
            </a:xfrm>
          </p:grpSpPr>
          <p:sp>
            <p:nvSpPr>
              <p:cNvPr id="56946" name="Freeform 1012"/>
              <p:cNvSpPr>
                <a:spLocks/>
              </p:cNvSpPr>
              <p:nvPr/>
            </p:nvSpPr>
            <p:spPr bwMode="auto">
              <a:xfrm>
                <a:off x="3636" y="1773"/>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0"/>
                    </a:moveTo>
                    <a:lnTo>
                      <a:pt x="32" y="88"/>
                    </a:lnTo>
                    <a:lnTo>
                      <a:pt x="16" y="64"/>
                    </a:lnTo>
                    <a:lnTo>
                      <a:pt x="0" y="40"/>
                    </a:lnTo>
                    <a:lnTo>
                      <a:pt x="112" y="0"/>
                    </a:lnTo>
                    <a:close/>
                  </a:path>
                </a:pathLst>
              </a:custGeom>
              <a:solidFill>
                <a:srgbClr val="808080"/>
              </a:solidFill>
              <a:ln w="9525">
                <a:solidFill>
                  <a:srgbClr val="808080"/>
                </a:solidFill>
                <a:round/>
                <a:headEnd/>
                <a:tailEnd/>
              </a:ln>
            </p:spPr>
            <p:txBody>
              <a:bodyPr/>
              <a:lstStyle/>
              <a:p>
                <a:endParaRPr lang="en-US"/>
              </a:p>
            </p:txBody>
          </p:sp>
          <p:sp>
            <p:nvSpPr>
              <p:cNvPr id="56947" name="Line 1013"/>
              <p:cNvSpPr>
                <a:spLocks noChangeShapeType="1"/>
              </p:cNvSpPr>
              <p:nvPr/>
            </p:nvSpPr>
            <p:spPr bwMode="auto">
              <a:xfrm flipV="1">
                <a:off x="3325" y="1996"/>
                <a:ext cx="72" cy="48"/>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48" name="Line 1014"/>
              <p:cNvSpPr>
                <a:spLocks noChangeShapeType="1"/>
              </p:cNvSpPr>
              <p:nvPr/>
            </p:nvSpPr>
            <p:spPr bwMode="auto">
              <a:xfrm flipV="1">
                <a:off x="3421" y="1940"/>
                <a:ext cx="72" cy="40"/>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49" name="Line 1015"/>
              <p:cNvSpPr>
                <a:spLocks noChangeShapeType="1"/>
              </p:cNvSpPr>
              <p:nvPr/>
            </p:nvSpPr>
            <p:spPr bwMode="auto">
              <a:xfrm flipV="1">
                <a:off x="3517" y="1877"/>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50" name="Line 1016"/>
              <p:cNvSpPr>
                <a:spLocks noChangeShapeType="1"/>
              </p:cNvSpPr>
              <p:nvPr/>
            </p:nvSpPr>
            <p:spPr bwMode="auto">
              <a:xfrm flipV="1">
                <a:off x="3604" y="1838"/>
                <a:ext cx="48" cy="23"/>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38" name="Group 1017"/>
            <p:cNvGrpSpPr>
              <a:grpSpLocks/>
            </p:cNvGrpSpPr>
            <p:nvPr/>
          </p:nvGrpSpPr>
          <p:grpSpPr bwMode="auto">
            <a:xfrm>
              <a:off x="2878" y="2379"/>
              <a:ext cx="407" cy="287"/>
              <a:chOff x="2878" y="2379"/>
              <a:chExt cx="407" cy="287"/>
            </a:xfrm>
          </p:grpSpPr>
          <p:sp>
            <p:nvSpPr>
              <p:cNvPr id="56941" name="Freeform 1018"/>
              <p:cNvSpPr>
                <a:spLocks/>
              </p:cNvSpPr>
              <p:nvPr/>
            </p:nvSpPr>
            <p:spPr bwMode="auto">
              <a:xfrm>
                <a:off x="3173" y="2379"/>
                <a:ext cx="112" cy="88"/>
              </a:xfrm>
              <a:custGeom>
                <a:avLst/>
                <a:gdLst>
                  <a:gd name="T0" fmla="*/ 112 w 112"/>
                  <a:gd name="T1" fmla="*/ 0 h 88"/>
                  <a:gd name="T2" fmla="*/ 40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0"/>
                    </a:moveTo>
                    <a:lnTo>
                      <a:pt x="40" y="88"/>
                    </a:lnTo>
                    <a:lnTo>
                      <a:pt x="16" y="64"/>
                    </a:lnTo>
                    <a:lnTo>
                      <a:pt x="0" y="40"/>
                    </a:lnTo>
                    <a:lnTo>
                      <a:pt x="112" y="0"/>
                    </a:lnTo>
                    <a:close/>
                  </a:path>
                </a:pathLst>
              </a:custGeom>
              <a:solidFill>
                <a:srgbClr val="808080"/>
              </a:solidFill>
              <a:ln w="9525">
                <a:solidFill>
                  <a:srgbClr val="808080"/>
                </a:solidFill>
                <a:round/>
                <a:headEnd/>
                <a:tailEnd/>
              </a:ln>
            </p:spPr>
            <p:txBody>
              <a:bodyPr/>
              <a:lstStyle/>
              <a:p>
                <a:endParaRPr lang="en-US"/>
              </a:p>
            </p:txBody>
          </p:sp>
          <p:sp>
            <p:nvSpPr>
              <p:cNvPr id="56942" name="Line 1019"/>
              <p:cNvSpPr>
                <a:spLocks noChangeShapeType="1"/>
              </p:cNvSpPr>
              <p:nvPr/>
            </p:nvSpPr>
            <p:spPr bwMode="auto">
              <a:xfrm flipV="1">
                <a:off x="2878" y="2618"/>
                <a:ext cx="72" cy="48"/>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43" name="Line 1020"/>
              <p:cNvSpPr>
                <a:spLocks noChangeShapeType="1"/>
              </p:cNvSpPr>
              <p:nvPr/>
            </p:nvSpPr>
            <p:spPr bwMode="auto">
              <a:xfrm flipV="1">
                <a:off x="2967" y="2556"/>
                <a:ext cx="70" cy="46"/>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44" name="Line 1021"/>
              <p:cNvSpPr>
                <a:spLocks noChangeShapeType="1"/>
              </p:cNvSpPr>
              <p:nvPr/>
            </p:nvSpPr>
            <p:spPr bwMode="auto">
              <a:xfrm flipV="1">
                <a:off x="3062" y="2491"/>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45" name="Line 1022"/>
              <p:cNvSpPr>
                <a:spLocks noChangeShapeType="1"/>
              </p:cNvSpPr>
              <p:nvPr/>
            </p:nvSpPr>
            <p:spPr bwMode="auto">
              <a:xfrm flipV="1">
                <a:off x="3149" y="2443"/>
                <a:ext cx="40" cy="32"/>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39" name="Group 1023"/>
            <p:cNvGrpSpPr>
              <a:grpSpLocks/>
            </p:cNvGrpSpPr>
            <p:nvPr/>
          </p:nvGrpSpPr>
          <p:grpSpPr bwMode="auto">
            <a:xfrm>
              <a:off x="2878" y="2076"/>
              <a:ext cx="415" cy="279"/>
              <a:chOff x="2878" y="2076"/>
              <a:chExt cx="415" cy="279"/>
            </a:xfrm>
          </p:grpSpPr>
          <p:sp>
            <p:nvSpPr>
              <p:cNvPr id="56936" name="Freeform 1024"/>
              <p:cNvSpPr>
                <a:spLocks/>
              </p:cNvSpPr>
              <p:nvPr/>
            </p:nvSpPr>
            <p:spPr bwMode="auto">
              <a:xfrm>
                <a:off x="3181" y="2076"/>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0"/>
                    </a:moveTo>
                    <a:lnTo>
                      <a:pt x="32" y="88"/>
                    </a:lnTo>
                    <a:lnTo>
                      <a:pt x="16" y="64"/>
                    </a:lnTo>
                    <a:lnTo>
                      <a:pt x="0" y="40"/>
                    </a:lnTo>
                    <a:lnTo>
                      <a:pt x="112" y="0"/>
                    </a:lnTo>
                    <a:close/>
                  </a:path>
                </a:pathLst>
              </a:custGeom>
              <a:solidFill>
                <a:srgbClr val="808080"/>
              </a:solidFill>
              <a:ln w="9525">
                <a:solidFill>
                  <a:srgbClr val="808080"/>
                </a:solidFill>
                <a:round/>
                <a:headEnd/>
                <a:tailEnd/>
              </a:ln>
            </p:spPr>
            <p:txBody>
              <a:bodyPr/>
              <a:lstStyle/>
              <a:p>
                <a:endParaRPr lang="en-US"/>
              </a:p>
            </p:txBody>
          </p:sp>
          <p:sp>
            <p:nvSpPr>
              <p:cNvPr id="56937" name="Line 1025"/>
              <p:cNvSpPr>
                <a:spLocks noChangeShapeType="1"/>
              </p:cNvSpPr>
              <p:nvPr/>
            </p:nvSpPr>
            <p:spPr bwMode="auto">
              <a:xfrm flipV="1">
                <a:off x="2878" y="2307"/>
                <a:ext cx="72" cy="48"/>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38" name="Line 1026"/>
              <p:cNvSpPr>
                <a:spLocks noChangeShapeType="1"/>
              </p:cNvSpPr>
              <p:nvPr/>
            </p:nvSpPr>
            <p:spPr bwMode="auto">
              <a:xfrm flipV="1">
                <a:off x="2975" y="2245"/>
                <a:ext cx="70" cy="46"/>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39" name="Line 1027"/>
              <p:cNvSpPr>
                <a:spLocks noChangeShapeType="1"/>
              </p:cNvSpPr>
              <p:nvPr/>
            </p:nvSpPr>
            <p:spPr bwMode="auto">
              <a:xfrm flipV="1">
                <a:off x="3062" y="2180"/>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40" name="Line 1028"/>
              <p:cNvSpPr>
                <a:spLocks noChangeShapeType="1"/>
              </p:cNvSpPr>
              <p:nvPr/>
            </p:nvSpPr>
            <p:spPr bwMode="auto">
              <a:xfrm flipV="1">
                <a:off x="3157" y="2141"/>
                <a:ext cx="40" cy="3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40" name="Group 1029"/>
            <p:cNvGrpSpPr>
              <a:grpSpLocks/>
            </p:cNvGrpSpPr>
            <p:nvPr/>
          </p:nvGrpSpPr>
          <p:grpSpPr bwMode="auto">
            <a:xfrm>
              <a:off x="2415" y="2068"/>
              <a:ext cx="431" cy="279"/>
              <a:chOff x="2415" y="2068"/>
              <a:chExt cx="431" cy="279"/>
            </a:xfrm>
          </p:grpSpPr>
          <p:sp>
            <p:nvSpPr>
              <p:cNvPr id="56931" name="Freeform 1030"/>
              <p:cNvSpPr>
                <a:spLocks/>
              </p:cNvSpPr>
              <p:nvPr/>
            </p:nvSpPr>
            <p:spPr bwMode="auto">
              <a:xfrm>
                <a:off x="2734" y="2068"/>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0"/>
                    </a:moveTo>
                    <a:lnTo>
                      <a:pt x="32" y="88"/>
                    </a:lnTo>
                    <a:lnTo>
                      <a:pt x="16" y="64"/>
                    </a:lnTo>
                    <a:lnTo>
                      <a:pt x="0" y="40"/>
                    </a:lnTo>
                    <a:lnTo>
                      <a:pt x="112" y="0"/>
                    </a:lnTo>
                    <a:close/>
                  </a:path>
                </a:pathLst>
              </a:custGeom>
              <a:solidFill>
                <a:srgbClr val="808080"/>
              </a:solidFill>
              <a:ln w="9525">
                <a:solidFill>
                  <a:srgbClr val="808080"/>
                </a:solidFill>
                <a:round/>
                <a:headEnd/>
                <a:tailEnd/>
              </a:ln>
            </p:spPr>
            <p:txBody>
              <a:bodyPr/>
              <a:lstStyle/>
              <a:p>
                <a:endParaRPr lang="en-US"/>
              </a:p>
            </p:txBody>
          </p:sp>
          <p:sp>
            <p:nvSpPr>
              <p:cNvPr id="56932" name="Line 1031"/>
              <p:cNvSpPr>
                <a:spLocks noChangeShapeType="1"/>
              </p:cNvSpPr>
              <p:nvPr/>
            </p:nvSpPr>
            <p:spPr bwMode="auto">
              <a:xfrm flipV="1">
                <a:off x="2415" y="2299"/>
                <a:ext cx="72" cy="48"/>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33" name="Line 1032"/>
              <p:cNvSpPr>
                <a:spLocks noChangeShapeType="1"/>
              </p:cNvSpPr>
              <p:nvPr/>
            </p:nvSpPr>
            <p:spPr bwMode="auto">
              <a:xfrm flipV="1">
                <a:off x="2512" y="2237"/>
                <a:ext cx="70" cy="46"/>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34" name="Line 1033"/>
              <p:cNvSpPr>
                <a:spLocks noChangeShapeType="1"/>
              </p:cNvSpPr>
              <p:nvPr/>
            </p:nvSpPr>
            <p:spPr bwMode="auto">
              <a:xfrm flipV="1">
                <a:off x="2599" y="2180"/>
                <a:ext cx="79"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35" name="Line 1034"/>
              <p:cNvSpPr>
                <a:spLocks noChangeShapeType="1"/>
              </p:cNvSpPr>
              <p:nvPr/>
            </p:nvSpPr>
            <p:spPr bwMode="auto">
              <a:xfrm flipV="1">
                <a:off x="2694" y="2132"/>
                <a:ext cx="56" cy="32"/>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41" name="Group 1035"/>
            <p:cNvGrpSpPr>
              <a:grpSpLocks/>
            </p:cNvGrpSpPr>
            <p:nvPr/>
          </p:nvGrpSpPr>
          <p:grpSpPr bwMode="auto">
            <a:xfrm>
              <a:off x="2399" y="2387"/>
              <a:ext cx="439" cy="582"/>
              <a:chOff x="2399" y="2387"/>
              <a:chExt cx="439" cy="582"/>
            </a:xfrm>
          </p:grpSpPr>
          <p:sp>
            <p:nvSpPr>
              <p:cNvPr id="56924" name="Freeform 1036"/>
              <p:cNvSpPr>
                <a:spLocks/>
              </p:cNvSpPr>
              <p:nvPr/>
            </p:nvSpPr>
            <p:spPr bwMode="auto">
              <a:xfrm>
                <a:off x="2750" y="2387"/>
                <a:ext cx="88" cy="104"/>
              </a:xfrm>
              <a:custGeom>
                <a:avLst/>
                <a:gdLst>
                  <a:gd name="T0" fmla="*/ 88 w 88"/>
                  <a:gd name="T1" fmla="*/ 0 h 104"/>
                  <a:gd name="T2" fmla="*/ 40 w 88"/>
                  <a:gd name="T3" fmla="*/ 104 h 104"/>
                  <a:gd name="T4" fmla="*/ 24 w 88"/>
                  <a:gd name="T5" fmla="*/ 88 h 104"/>
                  <a:gd name="T6" fmla="*/ 0 w 88"/>
                  <a:gd name="T7" fmla="*/ 72 h 104"/>
                  <a:gd name="T8" fmla="*/ 88 w 88"/>
                  <a:gd name="T9" fmla="*/ 0 h 10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8" h="104">
                    <a:moveTo>
                      <a:pt x="88" y="0"/>
                    </a:moveTo>
                    <a:lnTo>
                      <a:pt x="40" y="104"/>
                    </a:lnTo>
                    <a:lnTo>
                      <a:pt x="24" y="88"/>
                    </a:lnTo>
                    <a:lnTo>
                      <a:pt x="0" y="72"/>
                    </a:lnTo>
                    <a:lnTo>
                      <a:pt x="88" y="0"/>
                    </a:lnTo>
                    <a:close/>
                  </a:path>
                </a:pathLst>
              </a:custGeom>
              <a:solidFill>
                <a:srgbClr val="808080"/>
              </a:solidFill>
              <a:ln w="9525">
                <a:solidFill>
                  <a:srgbClr val="808080"/>
                </a:solidFill>
                <a:round/>
                <a:headEnd/>
                <a:tailEnd/>
              </a:ln>
            </p:spPr>
            <p:txBody>
              <a:bodyPr/>
              <a:lstStyle/>
              <a:p>
                <a:endParaRPr lang="en-US"/>
              </a:p>
            </p:txBody>
          </p:sp>
          <p:sp>
            <p:nvSpPr>
              <p:cNvPr id="56925" name="Line 1037"/>
              <p:cNvSpPr>
                <a:spLocks noChangeShapeType="1"/>
              </p:cNvSpPr>
              <p:nvPr/>
            </p:nvSpPr>
            <p:spPr bwMode="auto">
              <a:xfrm flipV="1">
                <a:off x="2399" y="2898"/>
                <a:ext cx="56" cy="7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26" name="Line 1038"/>
              <p:cNvSpPr>
                <a:spLocks noChangeShapeType="1"/>
              </p:cNvSpPr>
              <p:nvPr/>
            </p:nvSpPr>
            <p:spPr bwMode="auto">
              <a:xfrm flipV="1">
                <a:off x="2463" y="2811"/>
                <a:ext cx="55" cy="70"/>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27" name="Line 1039"/>
              <p:cNvSpPr>
                <a:spLocks noChangeShapeType="1"/>
              </p:cNvSpPr>
              <p:nvPr/>
            </p:nvSpPr>
            <p:spPr bwMode="auto">
              <a:xfrm flipV="1">
                <a:off x="2535" y="2724"/>
                <a:ext cx="47" cy="70"/>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28" name="Line 1040"/>
              <p:cNvSpPr>
                <a:spLocks noChangeShapeType="1"/>
              </p:cNvSpPr>
              <p:nvPr/>
            </p:nvSpPr>
            <p:spPr bwMode="auto">
              <a:xfrm flipV="1">
                <a:off x="2598" y="2634"/>
                <a:ext cx="56" cy="64"/>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29" name="Line 1041"/>
              <p:cNvSpPr>
                <a:spLocks noChangeShapeType="1"/>
              </p:cNvSpPr>
              <p:nvPr/>
            </p:nvSpPr>
            <p:spPr bwMode="auto">
              <a:xfrm flipV="1">
                <a:off x="2670" y="2539"/>
                <a:ext cx="48" cy="7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30" name="Line 1042"/>
              <p:cNvSpPr>
                <a:spLocks noChangeShapeType="1"/>
              </p:cNvSpPr>
              <p:nvPr/>
            </p:nvSpPr>
            <p:spPr bwMode="auto">
              <a:xfrm flipV="1">
                <a:off x="2734" y="2476"/>
                <a:ext cx="40"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42" name="Group 1043"/>
            <p:cNvGrpSpPr>
              <a:grpSpLocks/>
            </p:cNvGrpSpPr>
            <p:nvPr/>
          </p:nvGrpSpPr>
          <p:grpSpPr bwMode="auto">
            <a:xfrm>
              <a:off x="1498" y="3296"/>
              <a:ext cx="406" cy="287"/>
              <a:chOff x="1498" y="3296"/>
              <a:chExt cx="406" cy="287"/>
            </a:xfrm>
          </p:grpSpPr>
          <p:sp>
            <p:nvSpPr>
              <p:cNvPr id="56919" name="Freeform 1044"/>
              <p:cNvSpPr>
                <a:spLocks/>
              </p:cNvSpPr>
              <p:nvPr/>
            </p:nvSpPr>
            <p:spPr bwMode="auto">
              <a:xfrm>
                <a:off x="1792" y="3296"/>
                <a:ext cx="112" cy="88"/>
              </a:xfrm>
              <a:custGeom>
                <a:avLst/>
                <a:gdLst>
                  <a:gd name="T0" fmla="*/ 112 w 112"/>
                  <a:gd name="T1" fmla="*/ 0 h 88"/>
                  <a:gd name="T2" fmla="*/ 40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0"/>
                    </a:moveTo>
                    <a:lnTo>
                      <a:pt x="40" y="88"/>
                    </a:lnTo>
                    <a:lnTo>
                      <a:pt x="16" y="64"/>
                    </a:lnTo>
                    <a:lnTo>
                      <a:pt x="0" y="40"/>
                    </a:lnTo>
                    <a:lnTo>
                      <a:pt x="112" y="0"/>
                    </a:lnTo>
                    <a:close/>
                  </a:path>
                </a:pathLst>
              </a:custGeom>
              <a:solidFill>
                <a:srgbClr val="808080"/>
              </a:solidFill>
              <a:ln w="9525">
                <a:solidFill>
                  <a:srgbClr val="808080"/>
                </a:solidFill>
                <a:round/>
                <a:headEnd/>
                <a:tailEnd/>
              </a:ln>
            </p:spPr>
            <p:txBody>
              <a:bodyPr/>
              <a:lstStyle/>
              <a:p>
                <a:endParaRPr lang="en-US"/>
              </a:p>
            </p:txBody>
          </p:sp>
          <p:sp>
            <p:nvSpPr>
              <p:cNvPr id="56920" name="Line 1045"/>
              <p:cNvSpPr>
                <a:spLocks noChangeShapeType="1"/>
              </p:cNvSpPr>
              <p:nvPr/>
            </p:nvSpPr>
            <p:spPr bwMode="auto">
              <a:xfrm flipV="1">
                <a:off x="1498" y="3537"/>
                <a:ext cx="70" cy="46"/>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21" name="Line 1046"/>
              <p:cNvSpPr>
                <a:spLocks noChangeShapeType="1"/>
              </p:cNvSpPr>
              <p:nvPr/>
            </p:nvSpPr>
            <p:spPr bwMode="auto">
              <a:xfrm flipV="1">
                <a:off x="1584" y="3473"/>
                <a:ext cx="72"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22" name="Line 1047"/>
              <p:cNvSpPr>
                <a:spLocks noChangeShapeType="1"/>
              </p:cNvSpPr>
              <p:nvPr/>
            </p:nvSpPr>
            <p:spPr bwMode="auto">
              <a:xfrm flipV="1">
                <a:off x="1680" y="3408"/>
                <a:ext cx="72" cy="48"/>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23" name="Line 1048"/>
              <p:cNvSpPr>
                <a:spLocks noChangeShapeType="1"/>
              </p:cNvSpPr>
              <p:nvPr/>
            </p:nvSpPr>
            <p:spPr bwMode="auto">
              <a:xfrm flipV="1">
                <a:off x="1768" y="3360"/>
                <a:ext cx="40" cy="32"/>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43" name="Group 1049"/>
            <p:cNvGrpSpPr>
              <a:grpSpLocks/>
            </p:cNvGrpSpPr>
            <p:nvPr/>
          </p:nvGrpSpPr>
          <p:grpSpPr bwMode="auto">
            <a:xfrm>
              <a:off x="1489" y="2690"/>
              <a:ext cx="423" cy="279"/>
              <a:chOff x="1489" y="2690"/>
              <a:chExt cx="423" cy="279"/>
            </a:xfrm>
          </p:grpSpPr>
          <p:sp>
            <p:nvSpPr>
              <p:cNvPr id="56914" name="Freeform 1050"/>
              <p:cNvSpPr>
                <a:spLocks/>
              </p:cNvSpPr>
              <p:nvPr/>
            </p:nvSpPr>
            <p:spPr bwMode="auto">
              <a:xfrm>
                <a:off x="1800" y="2690"/>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0"/>
                    </a:moveTo>
                    <a:lnTo>
                      <a:pt x="32" y="88"/>
                    </a:lnTo>
                    <a:lnTo>
                      <a:pt x="16" y="64"/>
                    </a:lnTo>
                    <a:lnTo>
                      <a:pt x="0" y="40"/>
                    </a:lnTo>
                    <a:lnTo>
                      <a:pt x="112" y="0"/>
                    </a:lnTo>
                    <a:close/>
                  </a:path>
                </a:pathLst>
              </a:custGeom>
              <a:solidFill>
                <a:srgbClr val="808080"/>
              </a:solidFill>
              <a:ln w="9525">
                <a:solidFill>
                  <a:srgbClr val="808080"/>
                </a:solidFill>
                <a:round/>
                <a:headEnd/>
                <a:tailEnd/>
              </a:ln>
            </p:spPr>
            <p:txBody>
              <a:bodyPr/>
              <a:lstStyle/>
              <a:p>
                <a:endParaRPr lang="en-US"/>
              </a:p>
            </p:txBody>
          </p:sp>
          <p:sp>
            <p:nvSpPr>
              <p:cNvPr id="56915" name="Line 1051"/>
              <p:cNvSpPr>
                <a:spLocks noChangeShapeType="1"/>
              </p:cNvSpPr>
              <p:nvPr/>
            </p:nvSpPr>
            <p:spPr bwMode="auto">
              <a:xfrm flipV="1">
                <a:off x="1489" y="2922"/>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16" name="Line 1052"/>
              <p:cNvSpPr>
                <a:spLocks noChangeShapeType="1"/>
              </p:cNvSpPr>
              <p:nvPr/>
            </p:nvSpPr>
            <p:spPr bwMode="auto">
              <a:xfrm flipV="1">
                <a:off x="1585" y="2858"/>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17" name="Line 1053"/>
              <p:cNvSpPr>
                <a:spLocks noChangeShapeType="1"/>
              </p:cNvSpPr>
              <p:nvPr/>
            </p:nvSpPr>
            <p:spPr bwMode="auto">
              <a:xfrm flipV="1">
                <a:off x="1672" y="2803"/>
                <a:ext cx="80"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18" name="Line 1054"/>
              <p:cNvSpPr>
                <a:spLocks noChangeShapeType="1"/>
              </p:cNvSpPr>
              <p:nvPr/>
            </p:nvSpPr>
            <p:spPr bwMode="auto">
              <a:xfrm flipV="1">
                <a:off x="1768" y="2754"/>
                <a:ext cx="48" cy="32"/>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44" name="Group 1055"/>
            <p:cNvGrpSpPr>
              <a:grpSpLocks/>
            </p:cNvGrpSpPr>
            <p:nvPr/>
          </p:nvGrpSpPr>
          <p:grpSpPr bwMode="auto">
            <a:xfrm>
              <a:off x="1490" y="2993"/>
              <a:ext cx="414" cy="271"/>
              <a:chOff x="1490" y="2993"/>
              <a:chExt cx="414" cy="271"/>
            </a:xfrm>
          </p:grpSpPr>
          <p:sp>
            <p:nvSpPr>
              <p:cNvPr id="56909" name="Freeform 1056"/>
              <p:cNvSpPr>
                <a:spLocks/>
              </p:cNvSpPr>
              <p:nvPr/>
            </p:nvSpPr>
            <p:spPr bwMode="auto">
              <a:xfrm>
                <a:off x="1792" y="2993"/>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0"/>
                    </a:moveTo>
                    <a:lnTo>
                      <a:pt x="32" y="88"/>
                    </a:lnTo>
                    <a:lnTo>
                      <a:pt x="16" y="64"/>
                    </a:lnTo>
                    <a:lnTo>
                      <a:pt x="0" y="40"/>
                    </a:lnTo>
                    <a:lnTo>
                      <a:pt x="112" y="0"/>
                    </a:lnTo>
                    <a:close/>
                  </a:path>
                </a:pathLst>
              </a:custGeom>
              <a:solidFill>
                <a:srgbClr val="808080"/>
              </a:solidFill>
              <a:ln w="9525">
                <a:solidFill>
                  <a:srgbClr val="808080"/>
                </a:solidFill>
                <a:round/>
                <a:headEnd/>
                <a:tailEnd/>
              </a:ln>
            </p:spPr>
            <p:txBody>
              <a:bodyPr/>
              <a:lstStyle/>
              <a:p>
                <a:endParaRPr lang="en-US"/>
              </a:p>
            </p:txBody>
          </p:sp>
          <p:sp>
            <p:nvSpPr>
              <p:cNvPr id="56910" name="Line 1057"/>
              <p:cNvSpPr>
                <a:spLocks noChangeShapeType="1"/>
              </p:cNvSpPr>
              <p:nvPr/>
            </p:nvSpPr>
            <p:spPr bwMode="auto">
              <a:xfrm flipV="1">
                <a:off x="1490" y="3218"/>
                <a:ext cx="70" cy="46"/>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11" name="Line 1058"/>
              <p:cNvSpPr>
                <a:spLocks noChangeShapeType="1"/>
              </p:cNvSpPr>
              <p:nvPr/>
            </p:nvSpPr>
            <p:spPr bwMode="auto">
              <a:xfrm flipV="1">
                <a:off x="1584" y="3154"/>
                <a:ext cx="72"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12" name="Line 1059"/>
              <p:cNvSpPr>
                <a:spLocks noChangeShapeType="1"/>
              </p:cNvSpPr>
              <p:nvPr/>
            </p:nvSpPr>
            <p:spPr bwMode="auto">
              <a:xfrm flipV="1">
                <a:off x="1672" y="3097"/>
                <a:ext cx="80" cy="48"/>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13" name="Line 1060"/>
              <p:cNvSpPr>
                <a:spLocks noChangeShapeType="1"/>
              </p:cNvSpPr>
              <p:nvPr/>
            </p:nvSpPr>
            <p:spPr bwMode="auto">
              <a:xfrm flipV="1">
                <a:off x="1768" y="3057"/>
                <a:ext cx="40" cy="24"/>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45" name="Group 1061"/>
            <p:cNvGrpSpPr>
              <a:grpSpLocks/>
            </p:cNvGrpSpPr>
            <p:nvPr/>
          </p:nvGrpSpPr>
          <p:grpSpPr bwMode="auto">
            <a:xfrm>
              <a:off x="1936" y="2993"/>
              <a:ext cx="439" cy="582"/>
              <a:chOff x="1936" y="2993"/>
              <a:chExt cx="439" cy="582"/>
            </a:xfrm>
          </p:grpSpPr>
          <p:sp>
            <p:nvSpPr>
              <p:cNvPr id="56902" name="Freeform 1062"/>
              <p:cNvSpPr>
                <a:spLocks/>
              </p:cNvSpPr>
              <p:nvPr/>
            </p:nvSpPr>
            <p:spPr bwMode="auto">
              <a:xfrm>
                <a:off x="2287" y="3472"/>
                <a:ext cx="88" cy="103"/>
              </a:xfrm>
              <a:custGeom>
                <a:avLst/>
                <a:gdLst>
                  <a:gd name="T0" fmla="*/ 88 w 88"/>
                  <a:gd name="T1" fmla="*/ 103 h 103"/>
                  <a:gd name="T2" fmla="*/ 0 w 88"/>
                  <a:gd name="T3" fmla="*/ 32 h 103"/>
                  <a:gd name="T4" fmla="*/ 24 w 88"/>
                  <a:gd name="T5" fmla="*/ 16 h 103"/>
                  <a:gd name="T6" fmla="*/ 40 w 88"/>
                  <a:gd name="T7" fmla="*/ 0 h 103"/>
                  <a:gd name="T8" fmla="*/ 88 w 88"/>
                  <a:gd name="T9" fmla="*/ 103 h 10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8" h="103">
                    <a:moveTo>
                      <a:pt x="88" y="103"/>
                    </a:moveTo>
                    <a:lnTo>
                      <a:pt x="0" y="32"/>
                    </a:lnTo>
                    <a:lnTo>
                      <a:pt x="24" y="16"/>
                    </a:lnTo>
                    <a:lnTo>
                      <a:pt x="40" y="0"/>
                    </a:lnTo>
                    <a:lnTo>
                      <a:pt x="88" y="103"/>
                    </a:lnTo>
                    <a:close/>
                  </a:path>
                </a:pathLst>
              </a:custGeom>
              <a:solidFill>
                <a:srgbClr val="808080"/>
              </a:solidFill>
              <a:ln w="9525">
                <a:solidFill>
                  <a:srgbClr val="808080"/>
                </a:solidFill>
                <a:round/>
                <a:headEnd/>
                <a:tailEnd/>
              </a:ln>
            </p:spPr>
            <p:txBody>
              <a:bodyPr/>
              <a:lstStyle/>
              <a:p>
                <a:endParaRPr lang="en-US"/>
              </a:p>
            </p:txBody>
          </p:sp>
          <p:sp>
            <p:nvSpPr>
              <p:cNvPr id="56903" name="Line 1063"/>
              <p:cNvSpPr>
                <a:spLocks noChangeShapeType="1"/>
              </p:cNvSpPr>
              <p:nvPr/>
            </p:nvSpPr>
            <p:spPr bwMode="auto">
              <a:xfrm>
                <a:off x="1936" y="2993"/>
                <a:ext cx="56" cy="72"/>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04" name="Line 1064"/>
              <p:cNvSpPr>
                <a:spLocks noChangeShapeType="1"/>
              </p:cNvSpPr>
              <p:nvPr/>
            </p:nvSpPr>
            <p:spPr bwMode="auto">
              <a:xfrm>
                <a:off x="2000" y="3081"/>
                <a:ext cx="55" cy="70"/>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05" name="Line 1065"/>
              <p:cNvSpPr>
                <a:spLocks noChangeShapeType="1"/>
              </p:cNvSpPr>
              <p:nvPr/>
            </p:nvSpPr>
            <p:spPr bwMode="auto">
              <a:xfrm>
                <a:off x="2071" y="3169"/>
                <a:ext cx="48" cy="7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06" name="Line 1066"/>
              <p:cNvSpPr>
                <a:spLocks noChangeShapeType="1"/>
              </p:cNvSpPr>
              <p:nvPr/>
            </p:nvSpPr>
            <p:spPr bwMode="auto">
              <a:xfrm>
                <a:off x="2135" y="3264"/>
                <a:ext cx="56" cy="63"/>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07" name="Line 1067"/>
              <p:cNvSpPr>
                <a:spLocks noChangeShapeType="1"/>
              </p:cNvSpPr>
              <p:nvPr/>
            </p:nvSpPr>
            <p:spPr bwMode="auto">
              <a:xfrm>
                <a:off x="2207" y="3352"/>
                <a:ext cx="48" cy="72"/>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08" name="Line 1068"/>
              <p:cNvSpPr>
                <a:spLocks noChangeShapeType="1"/>
              </p:cNvSpPr>
              <p:nvPr/>
            </p:nvSpPr>
            <p:spPr bwMode="auto">
              <a:xfrm>
                <a:off x="2271" y="3440"/>
                <a:ext cx="40" cy="48"/>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46" name="Group 1069"/>
            <p:cNvGrpSpPr>
              <a:grpSpLocks/>
            </p:cNvGrpSpPr>
            <p:nvPr/>
          </p:nvGrpSpPr>
          <p:grpSpPr bwMode="auto">
            <a:xfrm>
              <a:off x="1944" y="2690"/>
              <a:ext cx="447" cy="279"/>
              <a:chOff x="1944" y="2690"/>
              <a:chExt cx="447" cy="279"/>
            </a:xfrm>
          </p:grpSpPr>
          <p:sp>
            <p:nvSpPr>
              <p:cNvPr id="56897" name="Freeform 1070"/>
              <p:cNvSpPr>
                <a:spLocks/>
              </p:cNvSpPr>
              <p:nvPr/>
            </p:nvSpPr>
            <p:spPr bwMode="auto">
              <a:xfrm>
                <a:off x="2279" y="2889"/>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0">
                    <a:moveTo>
                      <a:pt x="112" y="80"/>
                    </a:moveTo>
                    <a:lnTo>
                      <a:pt x="0" y="48"/>
                    </a:lnTo>
                    <a:lnTo>
                      <a:pt x="16" y="24"/>
                    </a:lnTo>
                    <a:lnTo>
                      <a:pt x="32" y="0"/>
                    </a:lnTo>
                    <a:lnTo>
                      <a:pt x="112" y="80"/>
                    </a:lnTo>
                    <a:close/>
                  </a:path>
                </a:pathLst>
              </a:custGeom>
              <a:solidFill>
                <a:srgbClr val="808080"/>
              </a:solidFill>
              <a:ln w="9525">
                <a:solidFill>
                  <a:srgbClr val="808080"/>
                </a:solidFill>
                <a:round/>
                <a:headEnd/>
                <a:tailEnd/>
              </a:ln>
            </p:spPr>
            <p:txBody>
              <a:bodyPr/>
              <a:lstStyle/>
              <a:p>
                <a:endParaRPr lang="en-US"/>
              </a:p>
            </p:txBody>
          </p:sp>
          <p:sp>
            <p:nvSpPr>
              <p:cNvPr id="56898" name="Line 1071"/>
              <p:cNvSpPr>
                <a:spLocks noChangeShapeType="1"/>
              </p:cNvSpPr>
              <p:nvPr/>
            </p:nvSpPr>
            <p:spPr bwMode="auto">
              <a:xfrm>
                <a:off x="1944" y="2690"/>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99" name="Line 1072"/>
              <p:cNvSpPr>
                <a:spLocks noChangeShapeType="1"/>
              </p:cNvSpPr>
              <p:nvPr/>
            </p:nvSpPr>
            <p:spPr bwMode="auto">
              <a:xfrm>
                <a:off x="2040" y="2746"/>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00" name="Line 1073"/>
              <p:cNvSpPr>
                <a:spLocks noChangeShapeType="1"/>
              </p:cNvSpPr>
              <p:nvPr/>
            </p:nvSpPr>
            <p:spPr bwMode="auto">
              <a:xfrm>
                <a:off x="2136" y="2810"/>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01" name="Line 1074"/>
              <p:cNvSpPr>
                <a:spLocks noChangeShapeType="1"/>
              </p:cNvSpPr>
              <p:nvPr/>
            </p:nvSpPr>
            <p:spPr bwMode="auto">
              <a:xfrm>
                <a:off x="2232" y="2866"/>
                <a:ext cx="63" cy="46"/>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47" name="Group 1075"/>
            <p:cNvGrpSpPr>
              <a:grpSpLocks/>
            </p:cNvGrpSpPr>
            <p:nvPr/>
          </p:nvGrpSpPr>
          <p:grpSpPr bwMode="auto">
            <a:xfrm>
              <a:off x="2407" y="3001"/>
              <a:ext cx="423" cy="271"/>
              <a:chOff x="2407" y="3001"/>
              <a:chExt cx="423" cy="271"/>
            </a:xfrm>
          </p:grpSpPr>
          <p:sp>
            <p:nvSpPr>
              <p:cNvPr id="56892" name="Freeform 1076"/>
              <p:cNvSpPr>
                <a:spLocks/>
              </p:cNvSpPr>
              <p:nvPr/>
            </p:nvSpPr>
            <p:spPr bwMode="auto">
              <a:xfrm>
                <a:off x="2718" y="3185"/>
                <a:ext cx="112" cy="87"/>
              </a:xfrm>
              <a:custGeom>
                <a:avLst/>
                <a:gdLst>
                  <a:gd name="T0" fmla="*/ 112 w 112"/>
                  <a:gd name="T1" fmla="*/ 87 h 87"/>
                  <a:gd name="T2" fmla="*/ 0 w 112"/>
                  <a:gd name="T3" fmla="*/ 47 h 87"/>
                  <a:gd name="T4" fmla="*/ 16 w 112"/>
                  <a:gd name="T5" fmla="*/ 23 h 87"/>
                  <a:gd name="T6" fmla="*/ 32 w 112"/>
                  <a:gd name="T7" fmla="*/ 0 h 87"/>
                  <a:gd name="T8" fmla="*/ 112 w 112"/>
                  <a:gd name="T9" fmla="*/ 87 h 8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7">
                    <a:moveTo>
                      <a:pt x="112" y="87"/>
                    </a:moveTo>
                    <a:lnTo>
                      <a:pt x="0" y="47"/>
                    </a:lnTo>
                    <a:lnTo>
                      <a:pt x="16" y="23"/>
                    </a:lnTo>
                    <a:lnTo>
                      <a:pt x="32" y="0"/>
                    </a:lnTo>
                    <a:lnTo>
                      <a:pt x="112" y="87"/>
                    </a:lnTo>
                    <a:close/>
                  </a:path>
                </a:pathLst>
              </a:custGeom>
              <a:solidFill>
                <a:srgbClr val="808080"/>
              </a:solidFill>
              <a:ln w="9525">
                <a:solidFill>
                  <a:srgbClr val="808080"/>
                </a:solidFill>
                <a:round/>
                <a:headEnd/>
                <a:tailEnd/>
              </a:ln>
            </p:spPr>
            <p:txBody>
              <a:bodyPr/>
              <a:lstStyle/>
              <a:p>
                <a:endParaRPr lang="en-US"/>
              </a:p>
            </p:txBody>
          </p:sp>
          <p:sp>
            <p:nvSpPr>
              <p:cNvPr id="56893" name="Line 1077"/>
              <p:cNvSpPr>
                <a:spLocks noChangeShapeType="1"/>
              </p:cNvSpPr>
              <p:nvPr/>
            </p:nvSpPr>
            <p:spPr bwMode="auto">
              <a:xfrm>
                <a:off x="2407" y="3001"/>
                <a:ext cx="72" cy="48"/>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94" name="Line 1078"/>
              <p:cNvSpPr>
                <a:spLocks noChangeShapeType="1"/>
              </p:cNvSpPr>
              <p:nvPr/>
            </p:nvSpPr>
            <p:spPr bwMode="auto">
              <a:xfrm>
                <a:off x="2503" y="3065"/>
                <a:ext cx="71" cy="39"/>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95" name="Line 1079"/>
              <p:cNvSpPr>
                <a:spLocks noChangeShapeType="1"/>
              </p:cNvSpPr>
              <p:nvPr/>
            </p:nvSpPr>
            <p:spPr bwMode="auto">
              <a:xfrm>
                <a:off x="2599" y="3121"/>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96" name="Line 1080"/>
              <p:cNvSpPr>
                <a:spLocks noChangeShapeType="1"/>
              </p:cNvSpPr>
              <p:nvPr/>
            </p:nvSpPr>
            <p:spPr bwMode="auto">
              <a:xfrm>
                <a:off x="2688" y="3185"/>
                <a:ext cx="46" cy="22"/>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48" name="Group 1081"/>
            <p:cNvGrpSpPr>
              <a:grpSpLocks/>
            </p:cNvGrpSpPr>
            <p:nvPr/>
          </p:nvGrpSpPr>
          <p:grpSpPr bwMode="auto">
            <a:xfrm>
              <a:off x="2854" y="3296"/>
              <a:ext cx="439" cy="279"/>
              <a:chOff x="2854" y="3296"/>
              <a:chExt cx="439" cy="279"/>
            </a:xfrm>
          </p:grpSpPr>
          <p:sp>
            <p:nvSpPr>
              <p:cNvPr id="56887" name="Freeform 1082"/>
              <p:cNvSpPr>
                <a:spLocks/>
              </p:cNvSpPr>
              <p:nvPr/>
            </p:nvSpPr>
            <p:spPr bwMode="auto">
              <a:xfrm>
                <a:off x="3181" y="3488"/>
                <a:ext cx="112" cy="87"/>
              </a:xfrm>
              <a:custGeom>
                <a:avLst/>
                <a:gdLst>
                  <a:gd name="T0" fmla="*/ 112 w 112"/>
                  <a:gd name="T1" fmla="*/ 87 h 87"/>
                  <a:gd name="T2" fmla="*/ 0 w 112"/>
                  <a:gd name="T3" fmla="*/ 48 h 87"/>
                  <a:gd name="T4" fmla="*/ 16 w 112"/>
                  <a:gd name="T5" fmla="*/ 24 h 87"/>
                  <a:gd name="T6" fmla="*/ 32 w 112"/>
                  <a:gd name="T7" fmla="*/ 0 h 87"/>
                  <a:gd name="T8" fmla="*/ 112 w 112"/>
                  <a:gd name="T9" fmla="*/ 87 h 8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7">
                    <a:moveTo>
                      <a:pt x="112" y="87"/>
                    </a:moveTo>
                    <a:lnTo>
                      <a:pt x="0" y="48"/>
                    </a:lnTo>
                    <a:lnTo>
                      <a:pt x="16" y="24"/>
                    </a:lnTo>
                    <a:lnTo>
                      <a:pt x="32" y="0"/>
                    </a:lnTo>
                    <a:lnTo>
                      <a:pt x="112" y="87"/>
                    </a:lnTo>
                    <a:close/>
                  </a:path>
                </a:pathLst>
              </a:custGeom>
              <a:solidFill>
                <a:srgbClr val="808080"/>
              </a:solidFill>
              <a:ln w="9525">
                <a:solidFill>
                  <a:srgbClr val="808080"/>
                </a:solidFill>
                <a:round/>
                <a:headEnd/>
                <a:tailEnd/>
              </a:ln>
            </p:spPr>
            <p:txBody>
              <a:bodyPr/>
              <a:lstStyle/>
              <a:p>
                <a:endParaRPr lang="en-US"/>
              </a:p>
            </p:txBody>
          </p:sp>
          <p:sp>
            <p:nvSpPr>
              <p:cNvPr id="56888" name="Line 1083"/>
              <p:cNvSpPr>
                <a:spLocks noChangeShapeType="1"/>
              </p:cNvSpPr>
              <p:nvPr/>
            </p:nvSpPr>
            <p:spPr bwMode="auto">
              <a:xfrm>
                <a:off x="2854" y="3296"/>
                <a:ext cx="72" cy="48"/>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89" name="Line 1084"/>
              <p:cNvSpPr>
                <a:spLocks noChangeShapeType="1"/>
              </p:cNvSpPr>
              <p:nvPr/>
            </p:nvSpPr>
            <p:spPr bwMode="auto">
              <a:xfrm>
                <a:off x="2950" y="3360"/>
                <a:ext cx="71" cy="39"/>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90" name="Line 1085"/>
              <p:cNvSpPr>
                <a:spLocks noChangeShapeType="1"/>
              </p:cNvSpPr>
              <p:nvPr/>
            </p:nvSpPr>
            <p:spPr bwMode="auto">
              <a:xfrm>
                <a:off x="3046" y="3416"/>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91" name="Line 1086"/>
              <p:cNvSpPr>
                <a:spLocks noChangeShapeType="1"/>
              </p:cNvSpPr>
              <p:nvPr/>
            </p:nvSpPr>
            <p:spPr bwMode="auto">
              <a:xfrm>
                <a:off x="3135" y="3480"/>
                <a:ext cx="62" cy="30"/>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49" name="Group 1087"/>
            <p:cNvGrpSpPr>
              <a:grpSpLocks/>
            </p:cNvGrpSpPr>
            <p:nvPr/>
          </p:nvGrpSpPr>
          <p:grpSpPr bwMode="auto">
            <a:xfrm>
              <a:off x="2863" y="3304"/>
              <a:ext cx="422" cy="279"/>
              <a:chOff x="2863" y="3304"/>
              <a:chExt cx="422" cy="279"/>
            </a:xfrm>
          </p:grpSpPr>
          <p:sp>
            <p:nvSpPr>
              <p:cNvPr id="56882" name="Freeform 1088"/>
              <p:cNvSpPr>
                <a:spLocks/>
              </p:cNvSpPr>
              <p:nvPr/>
            </p:nvSpPr>
            <p:spPr bwMode="auto">
              <a:xfrm>
                <a:off x="3173" y="3304"/>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0"/>
                    </a:moveTo>
                    <a:lnTo>
                      <a:pt x="32" y="88"/>
                    </a:lnTo>
                    <a:lnTo>
                      <a:pt x="16" y="64"/>
                    </a:lnTo>
                    <a:lnTo>
                      <a:pt x="0" y="40"/>
                    </a:lnTo>
                    <a:lnTo>
                      <a:pt x="112" y="0"/>
                    </a:lnTo>
                    <a:close/>
                  </a:path>
                </a:pathLst>
              </a:custGeom>
              <a:solidFill>
                <a:srgbClr val="808080"/>
              </a:solidFill>
              <a:ln w="9525">
                <a:solidFill>
                  <a:srgbClr val="808080"/>
                </a:solidFill>
                <a:round/>
                <a:headEnd/>
                <a:tailEnd/>
              </a:ln>
            </p:spPr>
            <p:txBody>
              <a:bodyPr/>
              <a:lstStyle/>
              <a:p>
                <a:endParaRPr lang="en-US"/>
              </a:p>
            </p:txBody>
          </p:sp>
          <p:sp>
            <p:nvSpPr>
              <p:cNvPr id="56883" name="Line 1089"/>
              <p:cNvSpPr>
                <a:spLocks noChangeShapeType="1"/>
              </p:cNvSpPr>
              <p:nvPr/>
            </p:nvSpPr>
            <p:spPr bwMode="auto">
              <a:xfrm flipV="1">
                <a:off x="2863" y="3536"/>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84" name="Line 1090"/>
              <p:cNvSpPr>
                <a:spLocks noChangeShapeType="1"/>
              </p:cNvSpPr>
              <p:nvPr/>
            </p:nvSpPr>
            <p:spPr bwMode="auto">
              <a:xfrm flipV="1">
                <a:off x="2958" y="3473"/>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85" name="Line 1091"/>
              <p:cNvSpPr>
                <a:spLocks noChangeShapeType="1"/>
              </p:cNvSpPr>
              <p:nvPr/>
            </p:nvSpPr>
            <p:spPr bwMode="auto">
              <a:xfrm flipV="1">
                <a:off x="3046" y="3417"/>
                <a:ext cx="79"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86" name="Line 1092"/>
              <p:cNvSpPr>
                <a:spLocks noChangeShapeType="1"/>
              </p:cNvSpPr>
              <p:nvPr/>
            </p:nvSpPr>
            <p:spPr bwMode="auto">
              <a:xfrm flipV="1">
                <a:off x="3141" y="3368"/>
                <a:ext cx="48" cy="32"/>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50" name="Group 1093"/>
            <p:cNvGrpSpPr>
              <a:grpSpLocks/>
            </p:cNvGrpSpPr>
            <p:nvPr/>
          </p:nvGrpSpPr>
          <p:grpSpPr bwMode="auto">
            <a:xfrm>
              <a:off x="2870" y="2690"/>
              <a:ext cx="415" cy="287"/>
              <a:chOff x="2870" y="2690"/>
              <a:chExt cx="415" cy="287"/>
            </a:xfrm>
          </p:grpSpPr>
          <p:sp>
            <p:nvSpPr>
              <p:cNvPr id="56877" name="Freeform 1094"/>
              <p:cNvSpPr>
                <a:spLocks/>
              </p:cNvSpPr>
              <p:nvPr/>
            </p:nvSpPr>
            <p:spPr bwMode="auto">
              <a:xfrm>
                <a:off x="3173" y="2690"/>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0"/>
                    </a:moveTo>
                    <a:lnTo>
                      <a:pt x="32" y="88"/>
                    </a:lnTo>
                    <a:lnTo>
                      <a:pt x="16" y="64"/>
                    </a:lnTo>
                    <a:lnTo>
                      <a:pt x="0" y="40"/>
                    </a:lnTo>
                    <a:lnTo>
                      <a:pt x="112" y="0"/>
                    </a:lnTo>
                    <a:close/>
                  </a:path>
                </a:pathLst>
              </a:custGeom>
              <a:solidFill>
                <a:srgbClr val="808080"/>
              </a:solidFill>
              <a:ln w="9525">
                <a:solidFill>
                  <a:srgbClr val="808080"/>
                </a:solidFill>
                <a:round/>
                <a:headEnd/>
                <a:tailEnd/>
              </a:ln>
            </p:spPr>
            <p:txBody>
              <a:bodyPr/>
              <a:lstStyle/>
              <a:p>
                <a:endParaRPr lang="en-US"/>
              </a:p>
            </p:txBody>
          </p:sp>
          <p:sp>
            <p:nvSpPr>
              <p:cNvPr id="56878" name="Line 1095"/>
              <p:cNvSpPr>
                <a:spLocks noChangeShapeType="1"/>
              </p:cNvSpPr>
              <p:nvPr/>
            </p:nvSpPr>
            <p:spPr bwMode="auto">
              <a:xfrm flipV="1">
                <a:off x="2870" y="2929"/>
                <a:ext cx="72" cy="48"/>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79" name="Line 1096"/>
              <p:cNvSpPr>
                <a:spLocks noChangeShapeType="1"/>
              </p:cNvSpPr>
              <p:nvPr/>
            </p:nvSpPr>
            <p:spPr bwMode="auto">
              <a:xfrm flipV="1">
                <a:off x="2967" y="2867"/>
                <a:ext cx="70" cy="46"/>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80" name="Line 1097"/>
              <p:cNvSpPr>
                <a:spLocks noChangeShapeType="1"/>
              </p:cNvSpPr>
              <p:nvPr/>
            </p:nvSpPr>
            <p:spPr bwMode="auto">
              <a:xfrm flipV="1">
                <a:off x="3053" y="2803"/>
                <a:ext cx="72"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81" name="Line 1098"/>
              <p:cNvSpPr>
                <a:spLocks noChangeShapeType="1"/>
              </p:cNvSpPr>
              <p:nvPr/>
            </p:nvSpPr>
            <p:spPr bwMode="auto">
              <a:xfrm flipV="1">
                <a:off x="3149" y="2754"/>
                <a:ext cx="40" cy="32"/>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51" name="Group 1099"/>
            <p:cNvGrpSpPr>
              <a:grpSpLocks/>
            </p:cNvGrpSpPr>
            <p:nvPr/>
          </p:nvGrpSpPr>
          <p:grpSpPr bwMode="auto">
            <a:xfrm>
              <a:off x="2878" y="2068"/>
              <a:ext cx="431" cy="287"/>
              <a:chOff x="2878" y="2068"/>
              <a:chExt cx="431" cy="287"/>
            </a:xfrm>
          </p:grpSpPr>
          <p:sp>
            <p:nvSpPr>
              <p:cNvPr id="56872" name="Freeform 1100"/>
              <p:cNvSpPr>
                <a:spLocks/>
              </p:cNvSpPr>
              <p:nvPr/>
            </p:nvSpPr>
            <p:spPr bwMode="auto">
              <a:xfrm>
                <a:off x="3197" y="2267"/>
                <a:ext cx="112" cy="88"/>
              </a:xfrm>
              <a:custGeom>
                <a:avLst/>
                <a:gdLst>
                  <a:gd name="T0" fmla="*/ 112 w 112"/>
                  <a:gd name="T1" fmla="*/ 88 h 88"/>
                  <a:gd name="T2" fmla="*/ 0 w 112"/>
                  <a:gd name="T3" fmla="*/ 48 h 88"/>
                  <a:gd name="T4" fmla="*/ 16 w 112"/>
                  <a:gd name="T5" fmla="*/ 24 h 88"/>
                  <a:gd name="T6" fmla="*/ 32 w 112"/>
                  <a:gd name="T7" fmla="*/ 0 h 88"/>
                  <a:gd name="T8" fmla="*/ 112 w 112"/>
                  <a:gd name="T9" fmla="*/ 88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88"/>
                    </a:moveTo>
                    <a:lnTo>
                      <a:pt x="0" y="48"/>
                    </a:lnTo>
                    <a:lnTo>
                      <a:pt x="16" y="24"/>
                    </a:lnTo>
                    <a:lnTo>
                      <a:pt x="32" y="0"/>
                    </a:lnTo>
                    <a:lnTo>
                      <a:pt x="112" y="88"/>
                    </a:lnTo>
                    <a:close/>
                  </a:path>
                </a:pathLst>
              </a:custGeom>
              <a:solidFill>
                <a:srgbClr val="808080"/>
              </a:solidFill>
              <a:ln w="9525">
                <a:solidFill>
                  <a:srgbClr val="808080"/>
                </a:solidFill>
                <a:round/>
                <a:headEnd/>
                <a:tailEnd/>
              </a:ln>
            </p:spPr>
            <p:txBody>
              <a:bodyPr/>
              <a:lstStyle/>
              <a:p>
                <a:endParaRPr lang="en-US"/>
              </a:p>
            </p:txBody>
          </p:sp>
          <p:sp>
            <p:nvSpPr>
              <p:cNvPr id="56873" name="Line 1101"/>
              <p:cNvSpPr>
                <a:spLocks noChangeShapeType="1"/>
              </p:cNvSpPr>
              <p:nvPr/>
            </p:nvSpPr>
            <p:spPr bwMode="auto">
              <a:xfrm>
                <a:off x="2878" y="2068"/>
                <a:ext cx="72" cy="48"/>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74" name="Line 1102"/>
              <p:cNvSpPr>
                <a:spLocks noChangeShapeType="1"/>
              </p:cNvSpPr>
              <p:nvPr/>
            </p:nvSpPr>
            <p:spPr bwMode="auto">
              <a:xfrm>
                <a:off x="2975" y="2132"/>
                <a:ext cx="70" cy="46"/>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75" name="Line 1103"/>
              <p:cNvSpPr>
                <a:spLocks noChangeShapeType="1"/>
              </p:cNvSpPr>
              <p:nvPr/>
            </p:nvSpPr>
            <p:spPr bwMode="auto">
              <a:xfrm>
                <a:off x="3062" y="2196"/>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76" name="Line 1104"/>
              <p:cNvSpPr>
                <a:spLocks noChangeShapeType="1"/>
              </p:cNvSpPr>
              <p:nvPr/>
            </p:nvSpPr>
            <p:spPr bwMode="auto">
              <a:xfrm>
                <a:off x="3157" y="2251"/>
                <a:ext cx="56" cy="40"/>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52" name="Group 1105"/>
            <p:cNvGrpSpPr>
              <a:grpSpLocks/>
            </p:cNvGrpSpPr>
            <p:nvPr/>
          </p:nvGrpSpPr>
          <p:grpSpPr bwMode="auto">
            <a:xfrm>
              <a:off x="2415" y="2387"/>
              <a:ext cx="439" cy="271"/>
              <a:chOff x="2415" y="2387"/>
              <a:chExt cx="439" cy="271"/>
            </a:xfrm>
          </p:grpSpPr>
          <p:sp>
            <p:nvSpPr>
              <p:cNvPr id="56867" name="Freeform 1106"/>
              <p:cNvSpPr>
                <a:spLocks/>
              </p:cNvSpPr>
              <p:nvPr/>
            </p:nvSpPr>
            <p:spPr bwMode="auto">
              <a:xfrm>
                <a:off x="2742" y="2578"/>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0">
                    <a:moveTo>
                      <a:pt x="112" y="80"/>
                    </a:moveTo>
                    <a:lnTo>
                      <a:pt x="0" y="48"/>
                    </a:lnTo>
                    <a:lnTo>
                      <a:pt x="16" y="24"/>
                    </a:lnTo>
                    <a:lnTo>
                      <a:pt x="32" y="0"/>
                    </a:lnTo>
                    <a:lnTo>
                      <a:pt x="112" y="80"/>
                    </a:lnTo>
                    <a:close/>
                  </a:path>
                </a:pathLst>
              </a:custGeom>
              <a:solidFill>
                <a:srgbClr val="808080"/>
              </a:solidFill>
              <a:ln w="9525">
                <a:solidFill>
                  <a:srgbClr val="808080"/>
                </a:solidFill>
                <a:round/>
                <a:headEnd/>
                <a:tailEnd/>
              </a:ln>
            </p:spPr>
            <p:txBody>
              <a:bodyPr/>
              <a:lstStyle/>
              <a:p>
                <a:endParaRPr lang="en-US"/>
              </a:p>
            </p:txBody>
          </p:sp>
          <p:sp>
            <p:nvSpPr>
              <p:cNvPr id="56868" name="Line 1107"/>
              <p:cNvSpPr>
                <a:spLocks noChangeShapeType="1"/>
              </p:cNvSpPr>
              <p:nvPr/>
            </p:nvSpPr>
            <p:spPr bwMode="auto">
              <a:xfrm>
                <a:off x="2415" y="2387"/>
                <a:ext cx="72" cy="48"/>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69" name="Line 1108"/>
              <p:cNvSpPr>
                <a:spLocks noChangeShapeType="1"/>
              </p:cNvSpPr>
              <p:nvPr/>
            </p:nvSpPr>
            <p:spPr bwMode="auto">
              <a:xfrm>
                <a:off x="2512" y="2443"/>
                <a:ext cx="70" cy="46"/>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70" name="Line 1109"/>
              <p:cNvSpPr>
                <a:spLocks noChangeShapeType="1"/>
              </p:cNvSpPr>
              <p:nvPr/>
            </p:nvSpPr>
            <p:spPr bwMode="auto">
              <a:xfrm>
                <a:off x="2607" y="2507"/>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71" name="Line 1110"/>
              <p:cNvSpPr>
                <a:spLocks noChangeShapeType="1"/>
              </p:cNvSpPr>
              <p:nvPr/>
            </p:nvSpPr>
            <p:spPr bwMode="auto">
              <a:xfrm>
                <a:off x="2702" y="2562"/>
                <a:ext cx="56" cy="39"/>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53" name="Group 1111"/>
            <p:cNvGrpSpPr>
              <a:grpSpLocks/>
            </p:cNvGrpSpPr>
            <p:nvPr/>
          </p:nvGrpSpPr>
          <p:grpSpPr bwMode="auto">
            <a:xfrm>
              <a:off x="1944" y="2387"/>
              <a:ext cx="439" cy="271"/>
              <a:chOff x="1944" y="2387"/>
              <a:chExt cx="439" cy="271"/>
            </a:xfrm>
          </p:grpSpPr>
          <p:sp>
            <p:nvSpPr>
              <p:cNvPr id="56862" name="Freeform 1112"/>
              <p:cNvSpPr>
                <a:spLocks/>
              </p:cNvSpPr>
              <p:nvPr/>
            </p:nvSpPr>
            <p:spPr bwMode="auto">
              <a:xfrm>
                <a:off x="2271" y="2578"/>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0">
                    <a:moveTo>
                      <a:pt x="112" y="80"/>
                    </a:moveTo>
                    <a:lnTo>
                      <a:pt x="0" y="48"/>
                    </a:lnTo>
                    <a:lnTo>
                      <a:pt x="16" y="24"/>
                    </a:lnTo>
                    <a:lnTo>
                      <a:pt x="32" y="0"/>
                    </a:lnTo>
                    <a:lnTo>
                      <a:pt x="112" y="80"/>
                    </a:lnTo>
                    <a:close/>
                  </a:path>
                </a:pathLst>
              </a:custGeom>
              <a:solidFill>
                <a:srgbClr val="808080"/>
              </a:solidFill>
              <a:ln w="9525">
                <a:solidFill>
                  <a:srgbClr val="808080"/>
                </a:solidFill>
                <a:round/>
                <a:headEnd/>
                <a:tailEnd/>
              </a:ln>
            </p:spPr>
            <p:txBody>
              <a:bodyPr/>
              <a:lstStyle/>
              <a:p>
                <a:endParaRPr lang="en-US"/>
              </a:p>
            </p:txBody>
          </p:sp>
          <p:sp>
            <p:nvSpPr>
              <p:cNvPr id="56863" name="Line 1113"/>
              <p:cNvSpPr>
                <a:spLocks noChangeShapeType="1"/>
              </p:cNvSpPr>
              <p:nvPr/>
            </p:nvSpPr>
            <p:spPr bwMode="auto">
              <a:xfrm>
                <a:off x="1944" y="2387"/>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64" name="Line 1114"/>
              <p:cNvSpPr>
                <a:spLocks noChangeShapeType="1"/>
              </p:cNvSpPr>
              <p:nvPr/>
            </p:nvSpPr>
            <p:spPr bwMode="auto">
              <a:xfrm>
                <a:off x="2040" y="2443"/>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65" name="Line 1115"/>
              <p:cNvSpPr>
                <a:spLocks noChangeShapeType="1"/>
              </p:cNvSpPr>
              <p:nvPr/>
            </p:nvSpPr>
            <p:spPr bwMode="auto">
              <a:xfrm>
                <a:off x="2136" y="2507"/>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66" name="Line 1116"/>
              <p:cNvSpPr>
                <a:spLocks noChangeShapeType="1"/>
              </p:cNvSpPr>
              <p:nvPr/>
            </p:nvSpPr>
            <p:spPr bwMode="auto">
              <a:xfrm>
                <a:off x="2231" y="2562"/>
                <a:ext cx="56" cy="39"/>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54" name="Group 1117"/>
            <p:cNvGrpSpPr>
              <a:grpSpLocks/>
            </p:cNvGrpSpPr>
            <p:nvPr/>
          </p:nvGrpSpPr>
          <p:grpSpPr bwMode="auto">
            <a:xfrm>
              <a:off x="2399" y="3304"/>
              <a:ext cx="447" cy="279"/>
              <a:chOff x="2399" y="3304"/>
              <a:chExt cx="447" cy="279"/>
            </a:xfrm>
          </p:grpSpPr>
          <p:sp>
            <p:nvSpPr>
              <p:cNvPr id="56857" name="Freeform 1118"/>
              <p:cNvSpPr>
                <a:spLocks/>
              </p:cNvSpPr>
              <p:nvPr/>
            </p:nvSpPr>
            <p:spPr bwMode="auto">
              <a:xfrm>
                <a:off x="2734" y="3504"/>
                <a:ext cx="112" cy="79"/>
              </a:xfrm>
              <a:custGeom>
                <a:avLst/>
                <a:gdLst>
                  <a:gd name="T0" fmla="*/ 112 w 112"/>
                  <a:gd name="T1" fmla="*/ 79 h 79"/>
                  <a:gd name="T2" fmla="*/ 0 w 112"/>
                  <a:gd name="T3" fmla="*/ 47 h 79"/>
                  <a:gd name="T4" fmla="*/ 16 w 112"/>
                  <a:gd name="T5" fmla="*/ 24 h 79"/>
                  <a:gd name="T6" fmla="*/ 32 w 112"/>
                  <a:gd name="T7" fmla="*/ 0 h 79"/>
                  <a:gd name="T8" fmla="*/ 112 w 112"/>
                  <a:gd name="T9" fmla="*/ 79 h 7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79">
                    <a:moveTo>
                      <a:pt x="112" y="79"/>
                    </a:moveTo>
                    <a:lnTo>
                      <a:pt x="0" y="47"/>
                    </a:lnTo>
                    <a:lnTo>
                      <a:pt x="16" y="24"/>
                    </a:lnTo>
                    <a:lnTo>
                      <a:pt x="32" y="0"/>
                    </a:lnTo>
                    <a:lnTo>
                      <a:pt x="112" y="79"/>
                    </a:lnTo>
                    <a:close/>
                  </a:path>
                </a:pathLst>
              </a:custGeom>
              <a:solidFill>
                <a:srgbClr val="808080"/>
              </a:solidFill>
              <a:ln w="9525">
                <a:solidFill>
                  <a:srgbClr val="808080"/>
                </a:solidFill>
                <a:round/>
                <a:headEnd/>
                <a:tailEnd/>
              </a:ln>
            </p:spPr>
            <p:txBody>
              <a:bodyPr/>
              <a:lstStyle/>
              <a:p>
                <a:endParaRPr lang="en-US"/>
              </a:p>
            </p:txBody>
          </p:sp>
          <p:sp>
            <p:nvSpPr>
              <p:cNvPr id="56858" name="Line 1119"/>
              <p:cNvSpPr>
                <a:spLocks noChangeShapeType="1"/>
              </p:cNvSpPr>
              <p:nvPr/>
            </p:nvSpPr>
            <p:spPr bwMode="auto">
              <a:xfrm>
                <a:off x="2399" y="3304"/>
                <a:ext cx="72" cy="48"/>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59" name="Line 1120"/>
              <p:cNvSpPr>
                <a:spLocks noChangeShapeType="1"/>
              </p:cNvSpPr>
              <p:nvPr/>
            </p:nvSpPr>
            <p:spPr bwMode="auto">
              <a:xfrm>
                <a:off x="2495" y="3360"/>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60" name="Line 1121"/>
              <p:cNvSpPr>
                <a:spLocks noChangeShapeType="1"/>
              </p:cNvSpPr>
              <p:nvPr/>
            </p:nvSpPr>
            <p:spPr bwMode="auto">
              <a:xfrm>
                <a:off x="2590" y="3424"/>
                <a:ext cx="72" cy="48"/>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61" name="Line 1122"/>
              <p:cNvSpPr>
                <a:spLocks noChangeShapeType="1"/>
              </p:cNvSpPr>
              <p:nvPr/>
            </p:nvSpPr>
            <p:spPr bwMode="auto">
              <a:xfrm>
                <a:off x="2687" y="3480"/>
                <a:ext cx="63" cy="46"/>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55" name="Group 1123"/>
            <p:cNvGrpSpPr>
              <a:grpSpLocks/>
            </p:cNvGrpSpPr>
            <p:nvPr/>
          </p:nvGrpSpPr>
          <p:grpSpPr bwMode="auto">
            <a:xfrm>
              <a:off x="1936" y="3304"/>
              <a:ext cx="431" cy="271"/>
              <a:chOff x="1936" y="3304"/>
              <a:chExt cx="431" cy="271"/>
            </a:xfrm>
          </p:grpSpPr>
          <p:sp>
            <p:nvSpPr>
              <p:cNvPr id="56852" name="Freeform 1124"/>
              <p:cNvSpPr>
                <a:spLocks/>
              </p:cNvSpPr>
              <p:nvPr/>
            </p:nvSpPr>
            <p:spPr bwMode="auto">
              <a:xfrm>
                <a:off x="2255" y="3496"/>
                <a:ext cx="112" cy="79"/>
              </a:xfrm>
              <a:custGeom>
                <a:avLst/>
                <a:gdLst>
                  <a:gd name="T0" fmla="*/ 112 w 112"/>
                  <a:gd name="T1" fmla="*/ 79 h 79"/>
                  <a:gd name="T2" fmla="*/ 0 w 112"/>
                  <a:gd name="T3" fmla="*/ 40 h 79"/>
                  <a:gd name="T4" fmla="*/ 16 w 112"/>
                  <a:gd name="T5" fmla="*/ 16 h 79"/>
                  <a:gd name="T6" fmla="*/ 32 w 112"/>
                  <a:gd name="T7" fmla="*/ 0 h 79"/>
                  <a:gd name="T8" fmla="*/ 112 w 112"/>
                  <a:gd name="T9" fmla="*/ 79 h 7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79">
                    <a:moveTo>
                      <a:pt x="112" y="79"/>
                    </a:moveTo>
                    <a:lnTo>
                      <a:pt x="0" y="40"/>
                    </a:lnTo>
                    <a:lnTo>
                      <a:pt x="16" y="16"/>
                    </a:lnTo>
                    <a:lnTo>
                      <a:pt x="32" y="0"/>
                    </a:lnTo>
                    <a:lnTo>
                      <a:pt x="112" y="79"/>
                    </a:lnTo>
                    <a:close/>
                  </a:path>
                </a:pathLst>
              </a:custGeom>
              <a:solidFill>
                <a:srgbClr val="808080"/>
              </a:solidFill>
              <a:ln w="9525">
                <a:solidFill>
                  <a:srgbClr val="808080"/>
                </a:solidFill>
                <a:round/>
                <a:headEnd/>
                <a:tailEnd/>
              </a:ln>
            </p:spPr>
            <p:txBody>
              <a:bodyPr/>
              <a:lstStyle/>
              <a:p>
                <a:endParaRPr lang="en-US"/>
              </a:p>
            </p:txBody>
          </p:sp>
          <p:sp>
            <p:nvSpPr>
              <p:cNvPr id="56853" name="Line 1125"/>
              <p:cNvSpPr>
                <a:spLocks noChangeShapeType="1"/>
              </p:cNvSpPr>
              <p:nvPr/>
            </p:nvSpPr>
            <p:spPr bwMode="auto">
              <a:xfrm>
                <a:off x="1936" y="3304"/>
                <a:ext cx="72" cy="48"/>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54" name="Line 1126"/>
              <p:cNvSpPr>
                <a:spLocks noChangeShapeType="1"/>
              </p:cNvSpPr>
              <p:nvPr/>
            </p:nvSpPr>
            <p:spPr bwMode="auto">
              <a:xfrm>
                <a:off x="2032" y="3360"/>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55" name="Line 1127"/>
              <p:cNvSpPr>
                <a:spLocks noChangeShapeType="1"/>
              </p:cNvSpPr>
              <p:nvPr/>
            </p:nvSpPr>
            <p:spPr bwMode="auto">
              <a:xfrm>
                <a:off x="2127" y="3424"/>
                <a:ext cx="72" cy="48"/>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56" name="Line 1128"/>
              <p:cNvSpPr>
                <a:spLocks noChangeShapeType="1"/>
              </p:cNvSpPr>
              <p:nvPr/>
            </p:nvSpPr>
            <p:spPr bwMode="auto">
              <a:xfrm>
                <a:off x="2224" y="3480"/>
                <a:ext cx="47" cy="3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56" name="Group 1129"/>
            <p:cNvGrpSpPr>
              <a:grpSpLocks/>
            </p:cNvGrpSpPr>
            <p:nvPr/>
          </p:nvGrpSpPr>
          <p:grpSpPr bwMode="auto">
            <a:xfrm>
              <a:off x="2400" y="3304"/>
              <a:ext cx="414" cy="279"/>
              <a:chOff x="2400" y="3304"/>
              <a:chExt cx="414" cy="279"/>
            </a:xfrm>
          </p:grpSpPr>
          <p:sp>
            <p:nvSpPr>
              <p:cNvPr id="56847" name="Freeform 1130"/>
              <p:cNvSpPr>
                <a:spLocks/>
              </p:cNvSpPr>
              <p:nvPr/>
            </p:nvSpPr>
            <p:spPr bwMode="auto">
              <a:xfrm>
                <a:off x="2702" y="3304"/>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0"/>
                    </a:moveTo>
                    <a:lnTo>
                      <a:pt x="32" y="88"/>
                    </a:lnTo>
                    <a:lnTo>
                      <a:pt x="16" y="64"/>
                    </a:lnTo>
                    <a:lnTo>
                      <a:pt x="0" y="40"/>
                    </a:lnTo>
                    <a:lnTo>
                      <a:pt x="112" y="0"/>
                    </a:lnTo>
                    <a:close/>
                  </a:path>
                </a:pathLst>
              </a:custGeom>
              <a:solidFill>
                <a:srgbClr val="808080"/>
              </a:solidFill>
              <a:ln w="9525">
                <a:solidFill>
                  <a:srgbClr val="808080"/>
                </a:solidFill>
                <a:round/>
                <a:headEnd/>
                <a:tailEnd/>
              </a:ln>
            </p:spPr>
            <p:txBody>
              <a:bodyPr/>
              <a:lstStyle/>
              <a:p>
                <a:endParaRPr lang="en-US"/>
              </a:p>
            </p:txBody>
          </p:sp>
          <p:sp>
            <p:nvSpPr>
              <p:cNvPr id="56848" name="Line 1131"/>
              <p:cNvSpPr>
                <a:spLocks noChangeShapeType="1"/>
              </p:cNvSpPr>
              <p:nvPr/>
            </p:nvSpPr>
            <p:spPr bwMode="auto">
              <a:xfrm flipV="1">
                <a:off x="2400" y="3536"/>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49" name="Line 1132"/>
              <p:cNvSpPr>
                <a:spLocks noChangeShapeType="1"/>
              </p:cNvSpPr>
              <p:nvPr/>
            </p:nvSpPr>
            <p:spPr bwMode="auto">
              <a:xfrm flipV="1">
                <a:off x="2495" y="3473"/>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50" name="Line 1133"/>
              <p:cNvSpPr>
                <a:spLocks noChangeShapeType="1"/>
              </p:cNvSpPr>
              <p:nvPr/>
            </p:nvSpPr>
            <p:spPr bwMode="auto">
              <a:xfrm flipV="1">
                <a:off x="2583" y="3409"/>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51" name="Line 1134"/>
              <p:cNvSpPr>
                <a:spLocks noChangeShapeType="1"/>
              </p:cNvSpPr>
              <p:nvPr/>
            </p:nvSpPr>
            <p:spPr bwMode="auto">
              <a:xfrm flipV="1">
                <a:off x="2678" y="3368"/>
                <a:ext cx="40" cy="32"/>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57" name="Group 1135"/>
            <p:cNvGrpSpPr>
              <a:grpSpLocks/>
            </p:cNvGrpSpPr>
            <p:nvPr/>
          </p:nvGrpSpPr>
          <p:grpSpPr bwMode="auto">
            <a:xfrm>
              <a:off x="2400" y="3001"/>
              <a:ext cx="422" cy="271"/>
              <a:chOff x="2400" y="3001"/>
              <a:chExt cx="422" cy="271"/>
            </a:xfrm>
          </p:grpSpPr>
          <p:sp>
            <p:nvSpPr>
              <p:cNvPr id="56842" name="Freeform 1136"/>
              <p:cNvSpPr>
                <a:spLocks/>
              </p:cNvSpPr>
              <p:nvPr/>
            </p:nvSpPr>
            <p:spPr bwMode="auto">
              <a:xfrm>
                <a:off x="2710" y="3001"/>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0"/>
                    </a:moveTo>
                    <a:lnTo>
                      <a:pt x="32" y="88"/>
                    </a:lnTo>
                    <a:lnTo>
                      <a:pt x="16" y="64"/>
                    </a:lnTo>
                    <a:lnTo>
                      <a:pt x="0" y="40"/>
                    </a:lnTo>
                    <a:lnTo>
                      <a:pt x="112" y="0"/>
                    </a:lnTo>
                    <a:close/>
                  </a:path>
                </a:pathLst>
              </a:custGeom>
              <a:solidFill>
                <a:srgbClr val="808080"/>
              </a:solidFill>
              <a:ln w="9525">
                <a:solidFill>
                  <a:srgbClr val="808080"/>
                </a:solidFill>
                <a:round/>
                <a:headEnd/>
                <a:tailEnd/>
              </a:ln>
            </p:spPr>
            <p:txBody>
              <a:bodyPr/>
              <a:lstStyle/>
              <a:p>
                <a:endParaRPr lang="en-US"/>
              </a:p>
            </p:txBody>
          </p:sp>
          <p:sp>
            <p:nvSpPr>
              <p:cNvPr id="56843" name="Line 1137"/>
              <p:cNvSpPr>
                <a:spLocks noChangeShapeType="1"/>
              </p:cNvSpPr>
              <p:nvPr/>
            </p:nvSpPr>
            <p:spPr bwMode="auto">
              <a:xfrm flipV="1">
                <a:off x="2400" y="3225"/>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44" name="Line 1138"/>
              <p:cNvSpPr>
                <a:spLocks noChangeShapeType="1"/>
              </p:cNvSpPr>
              <p:nvPr/>
            </p:nvSpPr>
            <p:spPr bwMode="auto">
              <a:xfrm flipV="1">
                <a:off x="2496" y="3170"/>
                <a:ext cx="70" cy="38"/>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45" name="Line 1139"/>
              <p:cNvSpPr>
                <a:spLocks noChangeShapeType="1"/>
              </p:cNvSpPr>
              <p:nvPr/>
            </p:nvSpPr>
            <p:spPr bwMode="auto">
              <a:xfrm flipV="1">
                <a:off x="2590" y="3105"/>
                <a:ext cx="72" cy="48"/>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46" name="Line 1140"/>
              <p:cNvSpPr>
                <a:spLocks noChangeShapeType="1"/>
              </p:cNvSpPr>
              <p:nvPr/>
            </p:nvSpPr>
            <p:spPr bwMode="auto">
              <a:xfrm flipV="1">
                <a:off x="2678" y="3065"/>
                <a:ext cx="48" cy="24"/>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58" name="Group 1141"/>
            <p:cNvGrpSpPr>
              <a:grpSpLocks/>
            </p:cNvGrpSpPr>
            <p:nvPr/>
          </p:nvGrpSpPr>
          <p:grpSpPr bwMode="auto">
            <a:xfrm>
              <a:off x="3318" y="3001"/>
              <a:ext cx="422" cy="271"/>
              <a:chOff x="3318" y="3001"/>
              <a:chExt cx="422" cy="271"/>
            </a:xfrm>
          </p:grpSpPr>
          <p:sp>
            <p:nvSpPr>
              <p:cNvPr id="56837" name="Freeform 1142"/>
              <p:cNvSpPr>
                <a:spLocks/>
              </p:cNvSpPr>
              <p:nvPr/>
            </p:nvSpPr>
            <p:spPr bwMode="auto">
              <a:xfrm>
                <a:off x="3628" y="3001"/>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0"/>
                    </a:moveTo>
                    <a:lnTo>
                      <a:pt x="32" y="88"/>
                    </a:lnTo>
                    <a:lnTo>
                      <a:pt x="16" y="64"/>
                    </a:lnTo>
                    <a:lnTo>
                      <a:pt x="0" y="40"/>
                    </a:lnTo>
                    <a:lnTo>
                      <a:pt x="112" y="0"/>
                    </a:lnTo>
                    <a:close/>
                  </a:path>
                </a:pathLst>
              </a:custGeom>
              <a:solidFill>
                <a:srgbClr val="808080"/>
              </a:solidFill>
              <a:ln w="9525">
                <a:solidFill>
                  <a:srgbClr val="808080"/>
                </a:solidFill>
                <a:round/>
                <a:headEnd/>
                <a:tailEnd/>
              </a:ln>
            </p:spPr>
            <p:txBody>
              <a:bodyPr/>
              <a:lstStyle/>
              <a:p>
                <a:endParaRPr lang="en-US"/>
              </a:p>
            </p:txBody>
          </p:sp>
          <p:sp>
            <p:nvSpPr>
              <p:cNvPr id="56838" name="Line 1143"/>
              <p:cNvSpPr>
                <a:spLocks noChangeShapeType="1"/>
              </p:cNvSpPr>
              <p:nvPr/>
            </p:nvSpPr>
            <p:spPr bwMode="auto">
              <a:xfrm flipV="1">
                <a:off x="3318" y="3225"/>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39" name="Line 1144"/>
              <p:cNvSpPr>
                <a:spLocks noChangeShapeType="1"/>
              </p:cNvSpPr>
              <p:nvPr/>
            </p:nvSpPr>
            <p:spPr bwMode="auto">
              <a:xfrm flipV="1">
                <a:off x="3414" y="3169"/>
                <a:ext cx="71" cy="39"/>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40" name="Line 1145"/>
              <p:cNvSpPr>
                <a:spLocks noChangeShapeType="1"/>
              </p:cNvSpPr>
              <p:nvPr/>
            </p:nvSpPr>
            <p:spPr bwMode="auto">
              <a:xfrm flipV="1">
                <a:off x="3509" y="3106"/>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41" name="Line 1146"/>
              <p:cNvSpPr>
                <a:spLocks noChangeShapeType="1"/>
              </p:cNvSpPr>
              <p:nvPr/>
            </p:nvSpPr>
            <p:spPr bwMode="auto">
              <a:xfrm flipV="1">
                <a:off x="3596" y="3065"/>
                <a:ext cx="48" cy="24"/>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59" name="Group 1147"/>
            <p:cNvGrpSpPr>
              <a:grpSpLocks/>
            </p:cNvGrpSpPr>
            <p:nvPr/>
          </p:nvGrpSpPr>
          <p:grpSpPr bwMode="auto">
            <a:xfrm>
              <a:off x="3325" y="2076"/>
              <a:ext cx="439" cy="271"/>
              <a:chOff x="3325" y="2076"/>
              <a:chExt cx="439" cy="271"/>
            </a:xfrm>
          </p:grpSpPr>
          <p:sp>
            <p:nvSpPr>
              <p:cNvPr id="56832" name="Freeform 1148"/>
              <p:cNvSpPr>
                <a:spLocks/>
              </p:cNvSpPr>
              <p:nvPr/>
            </p:nvSpPr>
            <p:spPr bwMode="auto">
              <a:xfrm>
                <a:off x="3652" y="2267"/>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0">
                    <a:moveTo>
                      <a:pt x="112" y="80"/>
                    </a:moveTo>
                    <a:lnTo>
                      <a:pt x="0" y="48"/>
                    </a:lnTo>
                    <a:lnTo>
                      <a:pt x="16" y="24"/>
                    </a:lnTo>
                    <a:lnTo>
                      <a:pt x="32" y="0"/>
                    </a:lnTo>
                    <a:lnTo>
                      <a:pt x="112" y="80"/>
                    </a:lnTo>
                    <a:close/>
                  </a:path>
                </a:pathLst>
              </a:custGeom>
              <a:solidFill>
                <a:srgbClr val="808080"/>
              </a:solidFill>
              <a:ln w="9525">
                <a:solidFill>
                  <a:srgbClr val="808080"/>
                </a:solidFill>
                <a:round/>
                <a:headEnd/>
                <a:tailEnd/>
              </a:ln>
            </p:spPr>
            <p:txBody>
              <a:bodyPr/>
              <a:lstStyle/>
              <a:p>
                <a:endParaRPr lang="en-US"/>
              </a:p>
            </p:txBody>
          </p:sp>
          <p:sp>
            <p:nvSpPr>
              <p:cNvPr id="56833" name="Line 1149"/>
              <p:cNvSpPr>
                <a:spLocks noChangeShapeType="1"/>
              </p:cNvSpPr>
              <p:nvPr/>
            </p:nvSpPr>
            <p:spPr bwMode="auto">
              <a:xfrm>
                <a:off x="3325" y="2076"/>
                <a:ext cx="72" cy="48"/>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34" name="Line 1150"/>
              <p:cNvSpPr>
                <a:spLocks noChangeShapeType="1"/>
              </p:cNvSpPr>
              <p:nvPr/>
            </p:nvSpPr>
            <p:spPr bwMode="auto">
              <a:xfrm>
                <a:off x="3422" y="2132"/>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35" name="Line 1151"/>
              <p:cNvSpPr>
                <a:spLocks noChangeShapeType="1"/>
              </p:cNvSpPr>
              <p:nvPr/>
            </p:nvSpPr>
            <p:spPr bwMode="auto">
              <a:xfrm>
                <a:off x="3517" y="2196"/>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36" name="Line 1152"/>
              <p:cNvSpPr>
                <a:spLocks noChangeShapeType="1"/>
              </p:cNvSpPr>
              <p:nvPr/>
            </p:nvSpPr>
            <p:spPr bwMode="auto">
              <a:xfrm>
                <a:off x="3612" y="2251"/>
                <a:ext cx="56" cy="40"/>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60" name="Group 1153"/>
            <p:cNvGrpSpPr>
              <a:grpSpLocks/>
            </p:cNvGrpSpPr>
            <p:nvPr/>
          </p:nvGrpSpPr>
          <p:grpSpPr bwMode="auto">
            <a:xfrm>
              <a:off x="3788" y="2068"/>
              <a:ext cx="431" cy="287"/>
              <a:chOff x="3788" y="2068"/>
              <a:chExt cx="431" cy="287"/>
            </a:xfrm>
          </p:grpSpPr>
          <p:sp>
            <p:nvSpPr>
              <p:cNvPr id="56827" name="Freeform 1154"/>
              <p:cNvSpPr>
                <a:spLocks/>
              </p:cNvSpPr>
              <p:nvPr/>
            </p:nvSpPr>
            <p:spPr bwMode="auto">
              <a:xfrm>
                <a:off x="4107" y="2267"/>
                <a:ext cx="112" cy="88"/>
              </a:xfrm>
              <a:custGeom>
                <a:avLst/>
                <a:gdLst>
                  <a:gd name="T0" fmla="*/ 112 w 112"/>
                  <a:gd name="T1" fmla="*/ 88 h 88"/>
                  <a:gd name="T2" fmla="*/ 0 w 112"/>
                  <a:gd name="T3" fmla="*/ 48 h 88"/>
                  <a:gd name="T4" fmla="*/ 16 w 112"/>
                  <a:gd name="T5" fmla="*/ 24 h 88"/>
                  <a:gd name="T6" fmla="*/ 32 w 112"/>
                  <a:gd name="T7" fmla="*/ 0 h 88"/>
                  <a:gd name="T8" fmla="*/ 112 w 112"/>
                  <a:gd name="T9" fmla="*/ 88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88"/>
                    </a:moveTo>
                    <a:lnTo>
                      <a:pt x="0" y="48"/>
                    </a:lnTo>
                    <a:lnTo>
                      <a:pt x="16" y="24"/>
                    </a:lnTo>
                    <a:lnTo>
                      <a:pt x="32" y="0"/>
                    </a:lnTo>
                    <a:lnTo>
                      <a:pt x="112" y="88"/>
                    </a:lnTo>
                    <a:close/>
                  </a:path>
                </a:pathLst>
              </a:custGeom>
              <a:solidFill>
                <a:srgbClr val="808080"/>
              </a:solidFill>
              <a:ln w="9525">
                <a:solidFill>
                  <a:srgbClr val="808080"/>
                </a:solidFill>
                <a:round/>
                <a:headEnd/>
                <a:tailEnd/>
              </a:ln>
            </p:spPr>
            <p:txBody>
              <a:bodyPr/>
              <a:lstStyle/>
              <a:p>
                <a:endParaRPr lang="en-US"/>
              </a:p>
            </p:txBody>
          </p:sp>
          <p:sp>
            <p:nvSpPr>
              <p:cNvPr id="56828" name="Line 1155"/>
              <p:cNvSpPr>
                <a:spLocks noChangeShapeType="1"/>
              </p:cNvSpPr>
              <p:nvPr/>
            </p:nvSpPr>
            <p:spPr bwMode="auto">
              <a:xfrm>
                <a:off x="3788" y="2068"/>
                <a:ext cx="72" cy="48"/>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29" name="Line 1156"/>
              <p:cNvSpPr>
                <a:spLocks noChangeShapeType="1"/>
              </p:cNvSpPr>
              <p:nvPr/>
            </p:nvSpPr>
            <p:spPr bwMode="auto">
              <a:xfrm>
                <a:off x="3885" y="2132"/>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30" name="Line 1157"/>
              <p:cNvSpPr>
                <a:spLocks noChangeShapeType="1"/>
              </p:cNvSpPr>
              <p:nvPr/>
            </p:nvSpPr>
            <p:spPr bwMode="auto">
              <a:xfrm>
                <a:off x="3973" y="2196"/>
                <a:ext cx="70" cy="46"/>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31" name="Line 1158"/>
              <p:cNvSpPr>
                <a:spLocks noChangeShapeType="1"/>
              </p:cNvSpPr>
              <p:nvPr/>
            </p:nvSpPr>
            <p:spPr bwMode="auto">
              <a:xfrm>
                <a:off x="4067" y="2251"/>
                <a:ext cx="56" cy="40"/>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61" name="Group 1159"/>
            <p:cNvGrpSpPr>
              <a:grpSpLocks/>
            </p:cNvGrpSpPr>
            <p:nvPr/>
          </p:nvGrpSpPr>
          <p:grpSpPr bwMode="auto">
            <a:xfrm>
              <a:off x="4251" y="2084"/>
              <a:ext cx="431" cy="263"/>
              <a:chOff x="4251" y="2084"/>
              <a:chExt cx="431" cy="263"/>
            </a:xfrm>
          </p:grpSpPr>
          <p:sp>
            <p:nvSpPr>
              <p:cNvPr id="56822" name="Freeform 1160"/>
              <p:cNvSpPr>
                <a:spLocks/>
              </p:cNvSpPr>
              <p:nvPr/>
            </p:nvSpPr>
            <p:spPr bwMode="auto">
              <a:xfrm>
                <a:off x="4570" y="2267"/>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0">
                    <a:moveTo>
                      <a:pt x="112" y="80"/>
                    </a:moveTo>
                    <a:lnTo>
                      <a:pt x="0" y="48"/>
                    </a:lnTo>
                    <a:lnTo>
                      <a:pt x="16" y="24"/>
                    </a:lnTo>
                    <a:lnTo>
                      <a:pt x="32" y="0"/>
                    </a:lnTo>
                    <a:lnTo>
                      <a:pt x="112" y="80"/>
                    </a:lnTo>
                    <a:close/>
                  </a:path>
                </a:pathLst>
              </a:custGeom>
              <a:solidFill>
                <a:srgbClr val="808080"/>
              </a:solidFill>
              <a:ln w="9525">
                <a:solidFill>
                  <a:srgbClr val="808080"/>
                </a:solidFill>
                <a:round/>
                <a:headEnd/>
                <a:tailEnd/>
              </a:ln>
            </p:spPr>
            <p:txBody>
              <a:bodyPr/>
              <a:lstStyle/>
              <a:p>
                <a:endParaRPr lang="en-US"/>
              </a:p>
            </p:txBody>
          </p:sp>
          <p:sp>
            <p:nvSpPr>
              <p:cNvPr id="56823" name="Line 1161"/>
              <p:cNvSpPr>
                <a:spLocks noChangeShapeType="1"/>
              </p:cNvSpPr>
              <p:nvPr/>
            </p:nvSpPr>
            <p:spPr bwMode="auto">
              <a:xfrm>
                <a:off x="4251" y="2084"/>
                <a:ext cx="72" cy="48"/>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24" name="Line 1162"/>
              <p:cNvSpPr>
                <a:spLocks noChangeShapeType="1"/>
              </p:cNvSpPr>
              <p:nvPr/>
            </p:nvSpPr>
            <p:spPr bwMode="auto">
              <a:xfrm>
                <a:off x="4348" y="2140"/>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25" name="Line 1163"/>
              <p:cNvSpPr>
                <a:spLocks noChangeShapeType="1"/>
              </p:cNvSpPr>
              <p:nvPr/>
            </p:nvSpPr>
            <p:spPr bwMode="auto">
              <a:xfrm>
                <a:off x="4443" y="2203"/>
                <a:ext cx="71" cy="39"/>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26" name="Line 1164"/>
              <p:cNvSpPr>
                <a:spLocks noChangeShapeType="1"/>
              </p:cNvSpPr>
              <p:nvPr/>
            </p:nvSpPr>
            <p:spPr bwMode="auto">
              <a:xfrm>
                <a:off x="4539" y="2259"/>
                <a:ext cx="47" cy="3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62" name="Group 1165"/>
            <p:cNvGrpSpPr>
              <a:grpSpLocks/>
            </p:cNvGrpSpPr>
            <p:nvPr/>
          </p:nvGrpSpPr>
          <p:grpSpPr bwMode="auto">
            <a:xfrm>
              <a:off x="4236" y="3001"/>
              <a:ext cx="430" cy="279"/>
              <a:chOff x="4236" y="3001"/>
              <a:chExt cx="430" cy="279"/>
            </a:xfrm>
          </p:grpSpPr>
          <p:sp>
            <p:nvSpPr>
              <p:cNvPr id="56817" name="Freeform 1166"/>
              <p:cNvSpPr>
                <a:spLocks/>
              </p:cNvSpPr>
              <p:nvPr/>
            </p:nvSpPr>
            <p:spPr bwMode="auto">
              <a:xfrm>
                <a:off x="4554" y="3001"/>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0"/>
                    </a:moveTo>
                    <a:lnTo>
                      <a:pt x="32" y="88"/>
                    </a:lnTo>
                    <a:lnTo>
                      <a:pt x="16" y="64"/>
                    </a:lnTo>
                    <a:lnTo>
                      <a:pt x="0" y="40"/>
                    </a:lnTo>
                    <a:lnTo>
                      <a:pt x="112" y="0"/>
                    </a:lnTo>
                    <a:close/>
                  </a:path>
                </a:pathLst>
              </a:custGeom>
              <a:solidFill>
                <a:srgbClr val="808080"/>
              </a:solidFill>
              <a:ln w="9525">
                <a:solidFill>
                  <a:srgbClr val="808080"/>
                </a:solidFill>
                <a:round/>
                <a:headEnd/>
                <a:tailEnd/>
              </a:ln>
            </p:spPr>
            <p:txBody>
              <a:bodyPr/>
              <a:lstStyle/>
              <a:p>
                <a:endParaRPr lang="en-US"/>
              </a:p>
            </p:txBody>
          </p:sp>
          <p:sp>
            <p:nvSpPr>
              <p:cNvPr id="56818" name="Line 1167"/>
              <p:cNvSpPr>
                <a:spLocks noChangeShapeType="1"/>
              </p:cNvSpPr>
              <p:nvPr/>
            </p:nvSpPr>
            <p:spPr bwMode="auto">
              <a:xfrm flipV="1">
                <a:off x="4236" y="3233"/>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19" name="Line 1168"/>
              <p:cNvSpPr>
                <a:spLocks noChangeShapeType="1"/>
              </p:cNvSpPr>
              <p:nvPr/>
            </p:nvSpPr>
            <p:spPr bwMode="auto">
              <a:xfrm flipV="1">
                <a:off x="4332" y="3169"/>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20" name="Line 1169"/>
              <p:cNvSpPr>
                <a:spLocks noChangeShapeType="1"/>
              </p:cNvSpPr>
              <p:nvPr/>
            </p:nvSpPr>
            <p:spPr bwMode="auto">
              <a:xfrm flipV="1">
                <a:off x="4419" y="3114"/>
                <a:ext cx="80"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21" name="Line 1170"/>
              <p:cNvSpPr>
                <a:spLocks noChangeShapeType="1"/>
              </p:cNvSpPr>
              <p:nvPr/>
            </p:nvSpPr>
            <p:spPr bwMode="auto">
              <a:xfrm flipV="1">
                <a:off x="4515" y="3066"/>
                <a:ext cx="55" cy="3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63" name="Group 1171"/>
            <p:cNvGrpSpPr>
              <a:grpSpLocks/>
            </p:cNvGrpSpPr>
            <p:nvPr/>
          </p:nvGrpSpPr>
          <p:grpSpPr bwMode="auto">
            <a:xfrm>
              <a:off x="3772" y="2682"/>
              <a:ext cx="423" cy="287"/>
              <a:chOff x="3772" y="2682"/>
              <a:chExt cx="423" cy="287"/>
            </a:xfrm>
          </p:grpSpPr>
          <p:sp>
            <p:nvSpPr>
              <p:cNvPr id="56812" name="Freeform 1172"/>
              <p:cNvSpPr>
                <a:spLocks/>
              </p:cNvSpPr>
              <p:nvPr/>
            </p:nvSpPr>
            <p:spPr bwMode="auto">
              <a:xfrm>
                <a:off x="4083" y="2881"/>
                <a:ext cx="112" cy="88"/>
              </a:xfrm>
              <a:custGeom>
                <a:avLst/>
                <a:gdLst>
                  <a:gd name="T0" fmla="*/ 112 w 112"/>
                  <a:gd name="T1" fmla="*/ 88 h 88"/>
                  <a:gd name="T2" fmla="*/ 0 w 112"/>
                  <a:gd name="T3" fmla="*/ 48 h 88"/>
                  <a:gd name="T4" fmla="*/ 16 w 112"/>
                  <a:gd name="T5" fmla="*/ 24 h 88"/>
                  <a:gd name="T6" fmla="*/ 32 w 112"/>
                  <a:gd name="T7" fmla="*/ 0 h 88"/>
                  <a:gd name="T8" fmla="*/ 112 w 112"/>
                  <a:gd name="T9" fmla="*/ 88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88"/>
                    </a:moveTo>
                    <a:lnTo>
                      <a:pt x="0" y="48"/>
                    </a:lnTo>
                    <a:lnTo>
                      <a:pt x="16" y="24"/>
                    </a:lnTo>
                    <a:lnTo>
                      <a:pt x="32" y="0"/>
                    </a:lnTo>
                    <a:lnTo>
                      <a:pt x="112" y="88"/>
                    </a:lnTo>
                    <a:close/>
                  </a:path>
                </a:pathLst>
              </a:custGeom>
              <a:solidFill>
                <a:srgbClr val="808080"/>
              </a:solidFill>
              <a:ln w="9525">
                <a:solidFill>
                  <a:srgbClr val="808080"/>
                </a:solidFill>
                <a:round/>
                <a:headEnd/>
                <a:tailEnd/>
              </a:ln>
            </p:spPr>
            <p:txBody>
              <a:bodyPr/>
              <a:lstStyle/>
              <a:p>
                <a:endParaRPr lang="en-US"/>
              </a:p>
            </p:txBody>
          </p:sp>
          <p:sp>
            <p:nvSpPr>
              <p:cNvPr id="56813" name="Line 1173"/>
              <p:cNvSpPr>
                <a:spLocks noChangeShapeType="1"/>
              </p:cNvSpPr>
              <p:nvPr/>
            </p:nvSpPr>
            <p:spPr bwMode="auto">
              <a:xfrm>
                <a:off x="3772" y="2682"/>
                <a:ext cx="72" cy="48"/>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14" name="Line 1174"/>
              <p:cNvSpPr>
                <a:spLocks noChangeShapeType="1"/>
              </p:cNvSpPr>
              <p:nvPr/>
            </p:nvSpPr>
            <p:spPr bwMode="auto">
              <a:xfrm>
                <a:off x="3868" y="2746"/>
                <a:ext cx="72" cy="48"/>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15" name="Line 1175"/>
              <p:cNvSpPr>
                <a:spLocks noChangeShapeType="1"/>
              </p:cNvSpPr>
              <p:nvPr/>
            </p:nvSpPr>
            <p:spPr bwMode="auto">
              <a:xfrm>
                <a:off x="3957" y="2810"/>
                <a:ext cx="70" cy="46"/>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16" name="Line 1176"/>
              <p:cNvSpPr>
                <a:spLocks noChangeShapeType="1"/>
              </p:cNvSpPr>
              <p:nvPr/>
            </p:nvSpPr>
            <p:spPr bwMode="auto">
              <a:xfrm>
                <a:off x="4051" y="2873"/>
                <a:ext cx="48" cy="3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64" name="Group 1177"/>
            <p:cNvGrpSpPr>
              <a:grpSpLocks/>
            </p:cNvGrpSpPr>
            <p:nvPr/>
          </p:nvGrpSpPr>
          <p:grpSpPr bwMode="auto">
            <a:xfrm>
              <a:off x="3780" y="2387"/>
              <a:ext cx="431" cy="279"/>
              <a:chOff x="3780" y="2387"/>
              <a:chExt cx="431" cy="279"/>
            </a:xfrm>
          </p:grpSpPr>
          <p:sp>
            <p:nvSpPr>
              <p:cNvPr id="56807" name="Freeform 1178"/>
              <p:cNvSpPr>
                <a:spLocks/>
              </p:cNvSpPr>
              <p:nvPr/>
            </p:nvSpPr>
            <p:spPr bwMode="auto">
              <a:xfrm>
                <a:off x="4099" y="2578"/>
                <a:ext cx="112" cy="88"/>
              </a:xfrm>
              <a:custGeom>
                <a:avLst/>
                <a:gdLst>
                  <a:gd name="T0" fmla="*/ 112 w 112"/>
                  <a:gd name="T1" fmla="*/ 88 h 88"/>
                  <a:gd name="T2" fmla="*/ 0 w 112"/>
                  <a:gd name="T3" fmla="*/ 48 h 88"/>
                  <a:gd name="T4" fmla="*/ 16 w 112"/>
                  <a:gd name="T5" fmla="*/ 24 h 88"/>
                  <a:gd name="T6" fmla="*/ 32 w 112"/>
                  <a:gd name="T7" fmla="*/ 0 h 88"/>
                  <a:gd name="T8" fmla="*/ 112 w 112"/>
                  <a:gd name="T9" fmla="*/ 88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88"/>
                    </a:moveTo>
                    <a:lnTo>
                      <a:pt x="0" y="48"/>
                    </a:lnTo>
                    <a:lnTo>
                      <a:pt x="16" y="24"/>
                    </a:lnTo>
                    <a:lnTo>
                      <a:pt x="32" y="0"/>
                    </a:lnTo>
                    <a:lnTo>
                      <a:pt x="112" y="88"/>
                    </a:lnTo>
                    <a:close/>
                  </a:path>
                </a:pathLst>
              </a:custGeom>
              <a:solidFill>
                <a:srgbClr val="808080"/>
              </a:solidFill>
              <a:ln w="9525">
                <a:solidFill>
                  <a:srgbClr val="808080"/>
                </a:solidFill>
                <a:round/>
                <a:headEnd/>
                <a:tailEnd/>
              </a:ln>
            </p:spPr>
            <p:txBody>
              <a:bodyPr/>
              <a:lstStyle/>
              <a:p>
                <a:endParaRPr lang="en-US"/>
              </a:p>
            </p:txBody>
          </p:sp>
          <p:sp>
            <p:nvSpPr>
              <p:cNvPr id="56808" name="Line 1179"/>
              <p:cNvSpPr>
                <a:spLocks noChangeShapeType="1"/>
              </p:cNvSpPr>
              <p:nvPr/>
            </p:nvSpPr>
            <p:spPr bwMode="auto">
              <a:xfrm>
                <a:off x="3780" y="2387"/>
                <a:ext cx="72" cy="48"/>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09" name="Line 1180"/>
              <p:cNvSpPr>
                <a:spLocks noChangeShapeType="1"/>
              </p:cNvSpPr>
              <p:nvPr/>
            </p:nvSpPr>
            <p:spPr bwMode="auto">
              <a:xfrm>
                <a:off x="3877" y="2451"/>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10" name="Line 1181"/>
              <p:cNvSpPr>
                <a:spLocks noChangeShapeType="1"/>
              </p:cNvSpPr>
              <p:nvPr/>
            </p:nvSpPr>
            <p:spPr bwMode="auto">
              <a:xfrm>
                <a:off x="3965" y="2507"/>
                <a:ext cx="78" cy="46"/>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11" name="Line 1182"/>
              <p:cNvSpPr>
                <a:spLocks noChangeShapeType="1"/>
              </p:cNvSpPr>
              <p:nvPr/>
            </p:nvSpPr>
            <p:spPr bwMode="auto">
              <a:xfrm>
                <a:off x="4060" y="2570"/>
                <a:ext cx="55" cy="3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65" name="Group 1183"/>
            <p:cNvGrpSpPr>
              <a:grpSpLocks/>
            </p:cNvGrpSpPr>
            <p:nvPr/>
          </p:nvGrpSpPr>
          <p:grpSpPr bwMode="auto">
            <a:xfrm>
              <a:off x="3780" y="1781"/>
              <a:ext cx="415" cy="263"/>
              <a:chOff x="3780" y="1781"/>
              <a:chExt cx="415" cy="263"/>
            </a:xfrm>
          </p:grpSpPr>
          <p:sp>
            <p:nvSpPr>
              <p:cNvPr id="56802" name="Freeform 1184"/>
              <p:cNvSpPr>
                <a:spLocks/>
              </p:cNvSpPr>
              <p:nvPr/>
            </p:nvSpPr>
            <p:spPr bwMode="auto">
              <a:xfrm>
                <a:off x="4083" y="1781"/>
                <a:ext cx="112" cy="87"/>
              </a:xfrm>
              <a:custGeom>
                <a:avLst/>
                <a:gdLst>
                  <a:gd name="T0" fmla="*/ 112 w 112"/>
                  <a:gd name="T1" fmla="*/ 0 h 87"/>
                  <a:gd name="T2" fmla="*/ 32 w 112"/>
                  <a:gd name="T3" fmla="*/ 87 h 87"/>
                  <a:gd name="T4" fmla="*/ 16 w 112"/>
                  <a:gd name="T5" fmla="*/ 64 h 87"/>
                  <a:gd name="T6" fmla="*/ 0 w 112"/>
                  <a:gd name="T7" fmla="*/ 40 h 87"/>
                  <a:gd name="T8" fmla="*/ 112 w 112"/>
                  <a:gd name="T9" fmla="*/ 0 h 8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7">
                    <a:moveTo>
                      <a:pt x="112" y="0"/>
                    </a:moveTo>
                    <a:lnTo>
                      <a:pt x="32" y="87"/>
                    </a:lnTo>
                    <a:lnTo>
                      <a:pt x="16" y="64"/>
                    </a:lnTo>
                    <a:lnTo>
                      <a:pt x="0" y="40"/>
                    </a:lnTo>
                    <a:lnTo>
                      <a:pt x="112" y="0"/>
                    </a:lnTo>
                    <a:close/>
                  </a:path>
                </a:pathLst>
              </a:custGeom>
              <a:solidFill>
                <a:srgbClr val="808080"/>
              </a:solidFill>
              <a:ln w="9525">
                <a:solidFill>
                  <a:srgbClr val="808080"/>
                </a:solidFill>
                <a:round/>
                <a:headEnd/>
                <a:tailEnd/>
              </a:ln>
            </p:spPr>
            <p:txBody>
              <a:bodyPr/>
              <a:lstStyle/>
              <a:p>
                <a:endParaRPr lang="en-US"/>
              </a:p>
            </p:txBody>
          </p:sp>
          <p:sp>
            <p:nvSpPr>
              <p:cNvPr id="56803" name="Line 1185"/>
              <p:cNvSpPr>
                <a:spLocks noChangeShapeType="1"/>
              </p:cNvSpPr>
              <p:nvPr/>
            </p:nvSpPr>
            <p:spPr bwMode="auto">
              <a:xfrm flipV="1">
                <a:off x="3780" y="1996"/>
                <a:ext cx="72" cy="48"/>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04" name="Line 1186"/>
              <p:cNvSpPr>
                <a:spLocks noChangeShapeType="1"/>
              </p:cNvSpPr>
              <p:nvPr/>
            </p:nvSpPr>
            <p:spPr bwMode="auto">
              <a:xfrm flipV="1">
                <a:off x="3876" y="1940"/>
                <a:ext cx="72" cy="40"/>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05" name="Line 1187"/>
              <p:cNvSpPr>
                <a:spLocks noChangeShapeType="1"/>
              </p:cNvSpPr>
              <p:nvPr/>
            </p:nvSpPr>
            <p:spPr bwMode="auto">
              <a:xfrm flipV="1">
                <a:off x="3973" y="1878"/>
                <a:ext cx="70" cy="46"/>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06" name="Line 1188"/>
              <p:cNvSpPr>
                <a:spLocks noChangeShapeType="1"/>
              </p:cNvSpPr>
              <p:nvPr/>
            </p:nvSpPr>
            <p:spPr bwMode="auto">
              <a:xfrm flipV="1">
                <a:off x="4059" y="1846"/>
                <a:ext cx="40" cy="15"/>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66" name="Group 1189"/>
            <p:cNvGrpSpPr>
              <a:grpSpLocks/>
            </p:cNvGrpSpPr>
            <p:nvPr/>
          </p:nvGrpSpPr>
          <p:grpSpPr bwMode="auto">
            <a:xfrm>
              <a:off x="3780" y="1765"/>
              <a:ext cx="447" cy="279"/>
              <a:chOff x="3780" y="1765"/>
              <a:chExt cx="447" cy="279"/>
            </a:xfrm>
          </p:grpSpPr>
          <p:sp>
            <p:nvSpPr>
              <p:cNvPr id="56797" name="Freeform 1190"/>
              <p:cNvSpPr>
                <a:spLocks/>
              </p:cNvSpPr>
              <p:nvPr/>
            </p:nvSpPr>
            <p:spPr bwMode="auto">
              <a:xfrm>
                <a:off x="4115" y="1964"/>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0">
                    <a:moveTo>
                      <a:pt x="112" y="80"/>
                    </a:moveTo>
                    <a:lnTo>
                      <a:pt x="0" y="48"/>
                    </a:lnTo>
                    <a:lnTo>
                      <a:pt x="16" y="24"/>
                    </a:lnTo>
                    <a:lnTo>
                      <a:pt x="32" y="0"/>
                    </a:lnTo>
                    <a:lnTo>
                      <a:pt x="112" y="80"/>
                    </a:lnTo>
                    <a:close/>
                  </a:path>
                </a:pathLst>
              </a:custGeom>
              <a:solidFill>
                <a:srgbClr val="808080"/>
              </a:solidFill>
              <a:ln w="9525">
                <a:solidFill>
                  <a:srgbClr val="808080"/>
                </a:solidFill>
                <a:round/>
                <a:headEnd/>
                <a:tailEnd/>
              </a:ln>
            </p:spPr>
            <p:txBody>
              <a:bodyPr/>
              <a:lstStyle/>
              <a:p>
                <a:endParaRPr lang="en-US"/>
              </a:p>
            </p:txBody>
          </p:sp>
          <p:sp>
            <p:nvSpPr>
              <p:cNvPr id="56798" name="Line 1191"/>
              <p:cNvSpPr>
                <a:spLocks noChangeShapeType="1"/>
              </p:cNvSpPr>
              <p:nvPr/>
            </p:nvSpPr>
            <p:spPr bwMode="auto">
              <a:xfrm>
                <a:off x="3780" y="1765"/>
                <a:ext cx="72" cy="48"/>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799" name="Line 1192"/>
              <p:cNvSpPr>
                <a:spLocks noChangeShapeType="1"/>
              </p:cNvSpPr>
              <p:nvPr/>
            </p:nvSpPr>
            <p:spPr bwMode="auto">
              <a:xfrm>
                <a:off x="3877" y="1821"/>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00" name="Line 1193"/>
              <p:cNvSpPr>
                <a:spLocks noChangeShapeType="1"/>
              </p:cNvSpPr>
              <p:nvPr/>
            </p:nvSpPr>
            <p:spPr bwMode="auto">
              <a:xfrm>
                <a:off x="3972" y="1884"/>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01" name="Line 1194"/>
              <p:cNvSpPr>
                <a:spLocks noChangeShapeType="1"/>
              </p:cNvSpPr>
              <p:nvPr/>
            </p:nvSpPr>
            <p:spPr bwMode="auto">
              <a:xfrm>
                <a:off x="4068" y="1940"/>
                <a:ext cx="63"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67" name="Group 1195"/>
            <p:cNvGrpSpPr>
              <a:grpSpLocks/>
            </p:cNvGrpSpPr>
            <p:nvPr/>
          </p:nvGrpSpPr>
          <p:grpSpPr bwMode="auto">
            <a:xfrm>
              <a:off x="3326" y="1781"/>
              <a:ext cx="430" cy="255"/>
              <a:chOff x="3326" y="1781"/>
              <a:chExt cx="430" cy="255"/>
            </a:xfrm>
          </p:grpSpPr>
          <p:sp>
            <p:nvSpPr>
              <p:cNvPr id="56792" name="Freeform 1196"/>
              <p:cNvSpPr>
                <a:spLocks/>
              </p:cNvSpPr>
              <p:nvPr/>
            </p:nvSpPr>
            <p:spPr bwMode="auto">
              <a:xfrm>
                <a:off x="3644" y="1956"/>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0">
                    <a:moveTo>
                      <a:pt x="112" y="80"/>
                    </a:moveTo>
                    <a:lnTo>
                      <a:pt x="0" y="48"/>
                    </a:lnTo>
                    <a:lnTo>
                      <a:pt x="16" y="24"/>
                    </a:lnTo>
                    <a:lnTo>
                      <a:pt x="32" y="0"/>
                    </a:lnTo>
                    <a:lnTo>
                      <a:pt x="112" y="80"/>
                    </a:lnTo>
                    <a:close/>
                  </a:path>
                </a:pathLst>
              </a:custGeom>
              <a:solidFill>
                <a:srgbClr val="808080"/>
              </a:solidFill>
              <a:ln w="9525">
                <a:solidFill>
                  <a:srgbClr val="808080"/>
                </a:solidFill>
                <a:round/>
                <a:headEnd/>
                <a:tailEnd/>
              </a:ln>
            </p:spPr>
            <p:txBody>
              <a:bodyPr/>
              <a:lstStyle/>
              <a:p>
                <a:endParaRPr lang="en-US"/>
              </a:p>
            </p:txBody>
          </p:sp>
          <p:sp>
            <p:nvSpPr>
              <p:cNvPr id="56793" name="Line 1197"/>
              <p:cNvSpPr>
                <a:spLocks noChangeShapeType="1"/>
              </p:cNvSpPr>
              <p:nvPr/>
            </p:nvSpPr>
            <p:spPr bwMode="auto">
              <a:xfrm>
                <a:off x="3326" y="1781"/>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794" name="Line 1198"/>
              <p:cNvSpPr>
                <a:spLocks noChangeShapeType="1"/>
              </p:cNvSpPr>
              <p:nvPr/>
            </p:nvSpPr>
            <p:spPr bwMode="auto">
              <a:xfrm>
                <a:off x="3422" y="1837"/>
                <a:ext cx="79"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795" name="Line 1199"/>
              <p:cNvSpPr>
                <a:spLocks noChangeShapeType="1"/>
              </p:cNvSpPr>
              <p:nvPr/>
            </p:nvSpPr>
            <p:spPr bwMode="auto">
              <a:xfrm>
                <a:off x="3516" y="1892"/>
                <a:ext cx="80"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796" name="Line 1200"/>
              <p:cNvSpPr>
                <a:spLocks noChangeShapeType="1"/>
              </p:cNvSpPr>
              <p:nvPr/>
            </p:nvSpPr>
            <p:spPr bwMode="auto">
              <a:xfrm>
                <a:off x="3612" y="1948"/>
                <a:ext cx="48" cy="32"/>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68" name="Group 1201"/>
            <p:cNvGrpSpPr>
              <a:grpSpLocks/>
            </p:cNvGrpSpPr>
            <p:nvPr/>
          </p:nvGrpSpPr>
          <p:grpSpPr bwMode="auto">
            <a:xfrm>
              <a:off x="3325" y="2698"/>
              <a:ext cx="415" cy="279"/>
              <a:chOff x="3325" y="2698"/>
              <a:chExt cx="415" cy="279"/>
            </a:xfrm>
          </p:grpSpPr>
          <p:sp>
            <p:nvSpPr>
              <p:cNvPr id="56787" name="Freeform 1202"/>
              <p:cNvSpPr>
                <a:spLocks/>
              </p:cNvSpPr>
              <p:nvPr/>
            </p:nvSpPr>
            <p:spPr bwMode="auto">
              <a:xfrm>
                <a:off x="3628" y="2889"/>
                <a:ext cx="112" cy="88"/>
              </a:xfrm>
              <a:custGeom>
                <a:avLst/>
                <a:gdLst>
                  <a:gd name="T0" fmla="*/ 112 w 112"/>
                  <a:gd name="T1" fmla="*/ 88 h 88"/>
                  <a:gd name="T2" fmla="*/ 0 w 112"/>
                  <a:gd name="T3" fmla="*/ 48 h 88"/>
                  <a:gd name="T4" fmla="*/ 16 w 112"/>
                  <a:gd name="T5" fmla="*/ 24 h 88"/>
                  <a:gd name="T6" fmla="*/ 32 w 112"/>
                  <a:gd name="T7" fmla="*/ 0 h 88"/>
                  <a:gd name="T8" fmla="*/ 112 w 112"/>
                  <a:gd name="T9" fmla="*/ 88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88"/>
                    </a:moveTo>
                    <a:lnTo>
                      <a:pt x="0" y="48"/>
                    </a:lnTo>
                    <a:lnTo>
                      <a:pt x="16" y="24"/>
                    </a:lnTo>
                    <a:lnTo>
                      <a:pt x="32" y="0"/>
                    </a:lnTo>
                    <a:lnTo>
                      <a:pt x="112" y="88"/>
                    </a:lnTo>
                    <a:close/>
                  </a:path>
                </a:pathLst>
              </a:custGeom>
              <a:solidFill>
                <a:srgbClr val="808080"/>
              </a:solidFill>
              <a:ln w="9525">
                <a:solidFill>
                  <a:srgbClr val="808080"/>
                </a:solidFill>
                <a:round/>
                <a:headEnd/>
                <a:tailEnd/>
              </a:ln>
            </p:spPr>
            <p:txBody>
              <a:bodyPr/>
              <a:lstStyle/>
              <a:p>
                <a:endParaRPr lang="en-US"/>
              </a:p>
            </p:txBody>
          </p:sp>
          <p:sp>
            <p:nvSpPr>
              <p:cNvPr id="56788" name="Line 1203"/>
              <p:cNvSpPr>
                <a:spLocks noChangeShapeType="1"/>
              </p:cNvSpPr>
              <p:nvPr/>
            </p:nvSpPr>
            <p:spPr bwMode="auto">
              <a:xfrm>
                <a:off x="3325" y="2698"/>
                <a:ext cx="72" cy="48"/>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789" name="Line 1204"/>
              <p:cNvSpPr>
                <a:spLocks noChangeShapeType="1"/>
              </p:cNvSpPr>
              <p:nvPr/>
            </p:nvSpPr>
            <p:spPr bwMode="auto">
              <a:xfrm>
                <a:off x="3421" y="2762"/>
                <a:ext cx="72" cy="48"/>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790" name="Line 1205"/>
              <p:cNvSpPr>
                <a:spLocks noChangeShapeType="1"/>
              </p:cNvSpPr>
              <p:nvPr/>
            </p:nvSpPr>
            <p:spPr bwMode="auto">
              <a:xfrm>
                <a:off x="3510" y="2826"/>
                <a:ext cx="70" cy="46"/>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791" name="Line 1206"/>
              <p:cNvSpPr>
                <a:spLocks noChangeShapeType="1"/>
              </p:cNvSpPr>
              <p:nvPr/>
            </p:nvSpPr>
            <p:spPr bwMode="auto">
              <a:xfrm>
                <a:off x="3604" y="2881"/>
                <a:ext cx="40" cy="3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69" name="Group 1207"/>
            <p:cNvGrpSpPr>
              <a:grpSpLocks/>
            </p:cNvGrpSpPr>
            <p:nvPr/>
          </p:nvGrpSpPr>
          <p:grpSpPr bwMode="auto">
            <a:xfrm>
              <a:off x="2878" y="2395"/>
              <a:ext cx="423" cy="271"/>
              <a:chOff x="2878" y="2395"/>
              <a:chExt cx="423" cy="271"/>
            </a:xfrm>
          </p:grpSpPr>
          <p:sp>
            <p:nvSpPr>
              <p:cNvPr id="56782" name="Freeform 1208"/>
              <p:cNvSpPr>
                <a:spLocks/>
              </p:cNvSpPr>
              <p:nvPr/>
            </p:nvSpPr>
            <p:spPr bwMode="auto">
              <a:xfrm>
                <a:off x="3189" y="2578"/>
                <a:ext cx="112" cy="88"/>
              </a:xfrm>
              <a:custGeom>
                <a:avLst/>
                <a:gdLst>
                  <a:gd name="T0" fmla="*/ 112 w 112"/>
                  <a:gd name="T1" fmla="*/ 88 h 88"/>
                  <a:gd name="T2" fmla="*/ 0 w 112"/>
                  <a:gd name="T3" fmla="*/ 48 h 88"/>
                  <a:gd name="T4" fmla="*/ 16 w 112"/>
                  <a:gd name="T5" fmla="*/ 24 h 88"/>
                  <a:gd name="T6" fmla="*/ 32 w 112"/>
                  <a:gd name="T7" fmla="*/ 0 h 88"/>
                  <a:gd name="T8" fmla="*/ 112 w 112"/>
                  <a:gd name="T9" fmla="*/ 88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88"/>
                    </a:moveTo>
                    <a:lnTo>
                      <a:pt x="0" y="48"/>
                    </a:lnTo>
                    <a:lnTo>
                      <a:pt x="16" y="24"/>
                    </a:lnTo>
                    <a:lnTo>
                      <a:pt x="32" y="0"/>
                    </a:lnTo>
                    <a:lnTo>
                      <a:pt x="112" y="88"/>
                    </a:lnTo>
                    <a:close/>
                  </a:path>
                </a:pathLst>
              </a:custGeom>
              <a:solidFill>
                <a:srgbClr val="808080"/>
              </a:solidFill>
              <a:ln w="9525">
                <a:solidFill>
                  <a:srgbClr val="808080"/>
                </a:solidFill>
                <a:round/>
                <a:headEnd/>
                <a:tailEnd/>
              </a:ln>
            </p:spPr>
            <p:txBody>
              <a:bodyPr/>
              <a:lstStyle/>
              <a:p>
                <a:endParaRPr lang="en-US"/>
              </a:p>
            </p:txBody>
          </p:sp>
          <p:sp>
            <p:nvSpPr>
              <p:cNvPr id="56783" name="Line 1209"/>
              <p:cNvSpPr>
                <a:spLocks noChangeShapeType="1"/>
              </p:cNvSpPr>
              <p:nvPr/>
            </p:nvSpPr>
            <p:spPr bwMode="auto">
              <a:xfrm>
                <a:off x="2878" y="2395"/>
                <a:ext cx="72" cy="48"/>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784" name="Line 1210"/>
              <p:cNvSpPr>
                <a:spLocks noChangeShapeType="1"/>
              </p:cNvSpPr>
              <p:nvPr/>
            </p:nvSpPr>
            <p:spPr bwMode="auto">
              <a:xfrm>
                <a:off x="2975" y="2459"/>
                <a:ext cx="70" cy="38"/>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785" name="Line 1211"/>
              <p:cNvSpPr>
                <a:spLocks noChangeShapeType="1"/>
              </p:cNvSpPr>
              <p:nvPr/>
            </p:nvSpPr>
            <p:spPr bwMode="auto">
              <a:xfrm>
                <a:off x="3070" y="2515"/>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786" name="Line 1212"/>
              <p:cNvSpPr>
                <a:spLocks noChangeShapeType="1"/>
              </p:cNvSpPr>
              <p:nvPr/>
            </p:nvSpPr>
            <p:spPr bwMode="auto">
              <a:xfrm>
                <a:off x="3157" y="2578"/>
                <a:ext cx="48" cy="24"/>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70" name="Group 1213"/>
            <p:cNvGrpSpPr>
              <a:grpSpLocks/>
            </p:cNvGrpSpPr>
            <p:nvPr/>
          </p:nvGrpSpPr>
          <p:grpSpPr bwMode="auto">
            <a:xfrm>
              <a:off x="2862" y="3001"/>
              <a:ext cx="423" cy="263"/>
              <a:chOff x="2862" y="3001"/>
              <a:chExt cx="423" cy="263"/>
            </a:xfrm>
          </p:grpSpPr>
          <p:sp>
            <p:nvSpPr>
              <p:cNvPr id="56777" name="Freeform 1214"/>
              <p:cNvSpPr>
                <a:spLocks/>
              </p:cNvSpPr>
              <p:nvPr/>
            </p:nvSpPr>
            <p:spPr bwMode="auto">
              <a:xfrm>
                <a:off x="3173" y="3185"/>
                <a:ext cx="112" cy="79"/>
              </a:xfrm>
              <a:custGeom>
                <a:avLst/>
                <a:gdLst>
                  <a:gd name="T0" fmla="*/ 112 w 112"/>
                  <a:gd name="T1" fmla="*/ 79 h 79"/>
                  <a:gd name="T2" fmla="*/ 0 w 112"/>
                  <a:gd name="T3" fmla="*/ 47 h 79"/>
                  <a:gd name="T4" fmla="*/ 16 w 112"/>
                  <a:gd name="T5" fmla="*/ 23 h 79"/>
                  <a:gd name="T6" fmla="*/ 32 w 112"/>
                  <a:gd name="T7" fmla="*/ 0 h 79"/>
                  <a:gd name="T8" fmla="*/ 112 w 112"/>
                  <a:gd name="T9" fmla="*/ 79 h 7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79">
                    <a:moveTo>
                      <a:pt x="112" y="79"/>
                    </a:moveTo>
                    <a:lnTo>
                      <a:pt x="0" y="47"/>
                    </a:lnTo>
                    <a:lnTo>
                      <a:pt x="16" y="23"/>
                    </a:lnTo>
                    <a:lnTo>
                      <a:pt x="32" y="0"/>
                    </a:lnTo>
                    <a:lnTo>
                      <a:pt x="112" y="79"/>
                    </a:lnTo>
                    <a:close/>
                  </a:path>
                </a:pathLst>
              </a:custGeom>
              <a:solidFill>
                <a:srgbClr val="808080"/>
              </a:solidFill>
              <a:ln w="9525">
                <a:solidFill>
                  <a:srgbClr val="808080"/>
                </a:solidFill>
                <a:round/>
                <a:headEnd/>
                <a:tailEnd/>
              </a:ln>
            </p:spPr>
            <p:txBody>
              <a:bodyPr/>
              <a:lstStyle/>
              <a:p>
                <a:endParaRPr lang="en-US"/>
              </a:p>
            </p:txBody>
          </p:sp>
          <p:sp>
            <p:nvSpPr>
              <p:cNvPr id="56778" name="Line 1215"/>
              <p:cNvSpPr>
                <a:spLocks noChangeShapeType="1"/>
              </p:cNvSpPr>
              <p:nvPr/>
            </p:nvSpPr>
            <p:spPr bwMode="auto">
              <a:xfrm>
                <a:off x="2862" y="3001"/>
                <a:ext cx="72" cy="48"/>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779" name="Line 1216"/>
              <p:cNvSpPr>
                <a:spLocks noChangeShapeType="1"/>
              </p:cNvSpPr>
              <p:nvPr/>
            </p:nvSpPr>
            <p:spPr bwMode="auto">
              <a:xfrm>
                <a:off x="2958" y="3057"/>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780" name="Line 1217"/>
              <p:cNvSpPr>
                <a:spLocks noChangeShapeType="1"/>
              </p:cNvSpPr>
              <p:nvPr/>
            </p:nvSpPr>
            <p:spPr bwMode="auto">
              <a:xfrm>
                <a:off x="3054" y="3121"/>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781" name="Line 1218"/>
              <p:cNvSpPr>
                <a:spLocks noChangeShapeType="1"/>
              </p:cNvSpPr>
              <p:nvPr/>
            </p:nvSpPr>
            <p:spPr bwMode="auto">
              <a:xfrm>
                <a:off x="3150" y="3177"/>
                <a:ext cx="39" cy="30"/>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71" name="Group 1219"/>
            <p:cNvGrpSpPr>
              <a:grpSpLocks/>
            </p:cNvGrpSpPr>
            <p:nvPr/>
          </p:nvGrpSpPr>
          <p:grpSpPr bwMode="auto">
            <a:xfrm>
              <a:off x="3318" y="3304"/>
              <a:ext cx="422" cy="287"/>
              <a:chOff x="3318" y="3304"/>
              <a:chExt cx="422" cy="287"/>
            </a:xfrm>
          </p:grpSpPr>
          <p:sp>
            <p:nvSpPr>
              <p:cNvPr id="56772" name="Freeform 1220"/>
              <p:cNvSpPr>
                <a:spLocks/>
              </p:cNvSpPr>
              <p:nvPr/>
            </p:nvSpPr>
            <p:spPr bwMode="auto">
              <a:xfrm>
                <a:off x="3628" y="3304"/>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0"/>
                    </a:moveTo>
                    <a:lnTo>
                      <a:pt x="32" y="88"/>
                    </a:lnTo>
                    <a:lnTo>
                      <a:pt x="16" y="64"/>
                    </a:lnTo>
                    <a:lnTo>
                      <a:pt x="0" y="40"/>
                    </a:lnTo>
                    <a:lnTo>
                      <a:pt x="112" y="0"/>
                    </a:lnTo>
                    <a:close/>
                  </a:path>
                </a:pathLst>
              </a:custGeom>
              <a:solidFill>
                <a:srgbClr val="808080"/>
              </a:solidFill>
              <a:ln w="9525">
                <a:solidFill>
                  <a:srgbClr val="808080"/>
                </a:solidFill>
                <a:round/>
                <a:headEnd/>
                <a:tailEnd/>
              </a:ln>
            </p:spPr>
            <p:txBody>
              <a:bodyPr/>
              <a:lstStyle/>
              <a:p>
                <a:endParaRPr lang="en-US"/>
              </a:p>
            </p:txBody>
          </p:sp>
          <p:sp>
            <p:nvSpPr>
              <p:cNvPr id="56773" name="Line 1221"/>
              <p:cNvSpPr>
                <a:spLocks noChangeShapeType="1"/>
              </p:cNvSpPr>
              <p:nvPr/>
            </p:nvSpPr>
            <p:spPr bwMode="auto">
              <a:xfrm flipV="1">
                <a:off x="3318" y="3544"/>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774" name="Line 1222"/>
              <p:cNvSpPr>
                <a:spLocks noChangeShapeType="1"/>
              </p:cNvSpPr>
              <p:nvPr/>
            </p:nvSpPr>
            <p:spPr bwMode="auto">
              <a:xfrm flipV="1">
                <a:off x="3413" y="3481"/>
                <a:ext cx="72"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775" name="Line 1223"/>
              <p:cNvSpPr>
                <a:spLocks noChangeShapeType="1"/>
              </p:cNvSpPr>
              <p:nvPr/>
            </p:nvSpPr>
            <p:spPr bwMode="auto">
              <a:xfrm flipV="1">
                <a:off x="3501" y="3417"/>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776" name="Line 1224"/>
              <p:cNvSpPr>
                <a:spLocks noChangeShapeType="1"/>
              </p:cNvSpPr>
              <p:nvPr/>
            </p:nvSpPr>
            <p:spPr bwMode="auto">
              <a:xfrm flipV="1">
                <a:off x="3596" y="3368"/>
                <a:ext cx="48" cy="32"/>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55299" name="Rectangle 1225"/>
          <p:cNvSpPr>
            <a:spLocks noGrp="1" noChangeArrowheads="1"/>
          </p:cNvSpPr>
          <p:nvPr>
            <p:ph type="title"/>
          </p:nvPr>
        </p:nvSpPr>
        <p:spPr/>
        <p:txBody>
          <a:bodyPr/>
          <a:lstStyle/>
          <a:p>
            <a:pPr eaLnBrk="1" hangingPunct="1"/>
            <a:r>
              <a:rPr lang="en-US" dirty="0"/>
              <a:t>Locomotive planning at Norfolk Southern</a:t>
            </a:r>
          </a:p>
        </p:txBody>
      </p:sp>
      <p:sp>
        <p:nvSpPr>
          <p:cNvPr id="55300" name="Oval 1226"/>
          <p:cNvSpPr>
            <a:spLocks noChangeArrowheads="1"/>
          </p:cNvSpPr>
          <p:nvPr/>
        </p:nvSpPr>
        <p:spPr bwMode="auto">
          <a:xfrm>
            <a:off x="9537700" y="3860800"/>
            <a:ext cx="177800" cy="177800"/>
          </a:xfrm>
          <a:prstGeom prst="ellipse">
            <a:avLst/>
          </a:prstGeom>
          <a:solidFill>
            <a:srgbClr val="808080"/>
          </a:solidFill>
          <a:ln w="38100">
            <a:solidFill>
              <a:srgbClr val="808080"/>
            </a:solidFill>
            <a:round/>
            <a:headEnd type="none" w="lg" len="lg"/>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5301" name="Line 1227"/>
          <p:cNvSpPr>
            <a:spLocks noChangeShapeType="1"/>
          </p:cNvSpPr>
          <p:nvPr/>
        </p:nvSpPr>
        <p:spPr bwMode="auto">
          <a:xfrm flipH="1" flipV="1">
            <a:off x="8772525" y="3133725"/>
            <a:ext cx="774700" cy="800100"/>
          </a:xfrm>
          <a:prstGeom prst="line">
            <a:avLst/>
          </a:prstGeom>
          <a:noFill/>
          <a:ln w="28575">
            <a:solidFill>
              <a:srgbClr val="808080"/>
            </a:solidFill>
            <a:round/>
            <a:headEnd type="triangle" w="med" len="me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5302" name="Line 1228"/>
          <p:cNvSpPr>
            <a:spLocks noChangeShapeType="1"/>
          </p:cNvSpPr>
          <p:nvPr/>
        </p:nvSpPr>
        <p:spPr bwMode="auto">
          <a:xfrm flipH="1" flipV="1">
            <a:off x="8778875" y="3565525"/>
            <a:ext cx="768350" cy="387350"/>
          </a:xfrm>
          <a:prstGeom prst="line">
            <a:avLst/>
          </a:prstGeom>
          <a:noFill/>
          <a:ln w="28575">
            <a:solidFill>
              <a:srgbClr val="808080"/>
            </a:solidFill>
            <a:round/>
            <a:headEnd type="triangle" w="med" len="me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5303" name="Line 1229"/>
          <p:cNvSpPr>
            <a:spLocks noChangeShapeType="1"/>
          </p:cNvSpPr>
          <p:nvPr/>
        </p:nvSpPr>
        <p:spPr bwMode="auto">
          <a:xfrm flipH="1">
            <a:off x="8785225" y="3959225"/>
            <a:ext cx="762000" cy="50800"/>
          </a:xfrm>
          <a:prstGeom prst="line">
            <a:avLst/>
          </a:prstGeom>
          <a:noFill/>
          <a:ln w="28575">
            <a:solidFill>
              <a:srgbClr val="808080"/>
            </a:solidFill>
            <a:round/>
            <a:headEnd type="triangle" w="med" len="me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5304" name="Line 1230"/>
          <p:cNvSpPr>
            <a:spLocks noChangeShapeType="1"/>
          </p:cNvSpPr>
          <p:nvPr/>
        </p:nvSpPr>
        <p:spPr bwMode="auto">
          <a:xfrm flipH="1">
            <a:off x="8759825" y="3971925"/>
            <a:ext cx="762000" cy="482600"/>
          </a:xfrm>
          <a:prstGeom prst="line">
            <a:avLst/>
          </a:prstGeom>
          <a:noFill/>
          <a:ln w="28575">
            <a:solidFill>
              <a:srgbClr val="808080"/>
            </a:solidFill>
            <a:round/>
            <a:headEnd type="triangle" w="med" len="me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5305" name="Line 1231"/>
          <p:cNvSpPr>
            <a:spLocks noChangeShapeType="1"/>
          </p:cNvSpPr>
          <p:nvPr/>
        </p:nvSpPr>
        <p:spPr bwMode="auto">
          <a:xfrm flipH="1">
            <a:off x="8731251" y="3959226"/>
            <a:ext cx="803275" cy="936625"/>
          </a:xfrm>
          <a:prstGeom prst="line">
            <a:avLst/>
          </a:prstGeom>
          <a:noFill/>
          <a:ln w="28575">
            <a:solidFill>
              <a:srgbClr val="808080"/>
            </a:solidFill>
            <a:round/>
            <a:headEnd type="triangle" w="med" len="me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5306" name="Line 1232"/>
          <p:cNvSpPr>
            <a:spLocks noChangeShapeType="1"/>
          </p:cNvSpPr>
          <p:nvPr/>
        </p:nvSpPr>
        <p:spPr bwMode="auto">
          <a:xfrm flipH="1" flipV="1">
            <a:off x="8778875" y="2701925"/>
            <a:ext cx="755650" cy="1244600"/>
          </a:xfrm>
          <a:prstGeom prst="line">
            <a:avLst/>
          </a:prstGeom>
          <a:noFill/>
          <a:ln w="28575">
            <a:solidFill>
              <a:srgbClr val="808080"/>
            </a:solidFill>
            <a:round/>
            <a:headEnd type="triangle" w="med" len="me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5307" name="Line 1233"/>
          <p:cNvSpPr>
            <a:spLocks noChangeShapeType="1"/>
          </p:cNvSpPr>
          <p:nvPr/>
        </p:nvSpPr>
        <p:spPr bwMode="auto">
          <a:xfrm flipH="1">
            <a:off x="8721726" y="3978275"/>
            <a:ext cx="822325" cy="1365250"/>
          </a:xfrm>
          <a:prstGeom prst="line">
            <a:avLst/>
          </a:prstGeom>
          <a:noFill/>
          <a:ln w="28575">
            <a:solidFill>
              <a:srgbClr val="808080"/>
            </a:solidFill>
            <a:round/>
            <a:headEnd type="triangle" w="med" len="me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5308" name="Text Box 1234"/>
          <p:cNvSpPr txBox="1">
            <a:spLocks noChangeArrowheads="1"/>
          </p:cNvSpPr>
          <p:nvPr/>
        </p:nvSpPr>
        <p:spPr bwMode="auto">
          <a:xfrm>
            <a:off x="2724150" y="1754189"/>
            <a:ext cx="1404938"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1"/>
                </a:solidFill>
                <a:miter lim="800000"/>
                <a:headEnd type="none" w="lg" len="lg"/>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i="1">
                <a:solidFill>
                  <a:schemeClr val="tx1"/>
                </a:solidFill>
                <a:latin typeface="Arial" charset="0"/>
                <a:cs typeface="Arial" charset="0"/>
              </a:defRPr>
            </a:lvl1pPr>
            <a:lvl2pPr marL="742950" indent="-285750" eaLnBrk="0" hangingPunct="0">
              <a:defRPr i="1">
                <a:solidFill>
                  <a:schemeClr val="tx1"/>
                </a:solidFill>
                <a:latin typeface="Arial" charset="0"/>
                <a:cs typeface="Arial" charset="0"/>
              </a:defRPr>
            </a:lvl2pPr>
            <a:lvl3pPr marL="1143000" indent="-228600" eaLnBrk="0" hangingPunct="0">
              <a:defRPr i="1">
                <a:solidFill>
                  <a:schemeClr val="tx1"/>
                </a:solidFill>
                <a:latin typeface="Arial" charset="0"/>
                <a:cs typeface="Arial" charset="0"/>
              </a:defRPr>
            </a:lvl3pPr>
            <a:lvl4pPr marL="1600200" indent="-228600" eaLnBrk="0" hangingPunct="0">
              <a:defRPr i="1">
                <a:solidFill>
                  <a:schemeClr val="tx1"/>
                </a:solidFill>
                <a:latin typeface="Arial" charset="0"/>
                <a:cs typeface="Arial" charset="0"/>
              </a:defRPr>
            </a:lvl4pPr>
            <a:lvl5pPr marL="2057400" indent="-228600" eaLnBrk="0" hangingPunct="0">
              <a:defRPr i="1">
                <a:solidFill>
                  <a:schemeClr val="tx1"/>
                </a:solidFill>
                <a:latin typeface="Arial" charset="0"/>
                <a:cs typeface="Arial" charset="0"/>
              </a:defRPr>
            </a:lvl5pPr>
            <a:lvl6pPr marL="2514600" indent="-228600" eaLnBrk="0" fontAlgn="base" hangingPunct="0">
              <a:spcBef>
                <a:spcPct val="0"/>
              </a:spcBef>
              <a:spcAft>
                <a:spcPct val="0"/>
              </a:spcAft>
              <a:defRPr i="1">
                <a:solidFill>
                  <a:schemeClr val="tx1"/>
                </a:solidFill>
                <a:latin typeface="Arial" charset="0"/>
                <a:cs typeface="Arial" charset="0"/>
              </a:defRPr>
            </a:lvl6pPr>
            <a:lvl7pPr marL="2971800" indent="-228600" eaLnBrk="0" fontAlgn="base" hangingPunct="0">
              <a:spcBef>
                <a:spcPct val="0"/>
              </a:spcBef>
              <a:spcAft>
                <a:spcPct val="0"/>
              </a:spcAft>
              <a:defRPr i="1">
                <a:solidFill>
                  <a:schemeClr val="tx1"/>
                </a:solidFill>
                <a:latin typeface="Arial" charset="0"/>
                <a:cs typeface="Arial" charset="0"/>
              </a:defRPr>
            </a:lvl7pPr>
            <a:lvl8pPr marL="3429000" indent="-228600" eaLnBrk="0" fontAlgn="base" hangingPunct="0">
              <a:spcBef>
                <a:spcPct val="0"/>
              </a:spcBef>
              <a:spcAft>
                <a:spcPct val="0"/>
              </a:spcAft>
              <a:defRPr i="1">
                <a:solidFill>
                  <a:schemeClr val="tx1"/>
                </a:solidFill>
                <a:latin typeface="Arial" charset="0"/>
                <a:cs typeface="Arial" charset="0"/>
              </a:defRPr>
            </a:lvl8pPr>
            <a:lvl9pPr marL="3886200" indent="-228600" eaLnBrk="0" fontAlgn="base" hangingPunct="0">
              <a:spcBef>
                <a:spcPct val="0"/>
              </a:spcBef>
              <a:spcAft>
                <a:spcPct val="0"/>
              </a:spcAft>
              <a:defRPr i="1">
                <a:solidFill>
                  <a:schemeClr val="tx1"/>
                </a:solidFill>
                <a:latin typeface="Arial" charset="0"/>
                <a:cs typeface="Arial" charset="0"/>
              </a:defRPr>
            </a:lvl9pPr>
          </a:lstStyle>
          <a:p>
            <a:pPr algn="ctr"/>
            <a:r>
              <a:rPr lang="en-US" sz="2000" i="0">
                <a:latin typeface="Times New Roman" pitchFamily="18" charset="0"/>
              </a:rPr>
              <a:t>Initial inventories</a:t>
            </a:r>
          </a:p>
        </p:txBody>
      </p:sp>
      <p:grpSp>
        <p:nvGrpSpPr>
          <p:cNvPr id="1149139" name="Group 1235"/>
          <p:cNvGrpSpPr>
            <a:grpSpLocks/>
          </p:cNvGrpSpPr>
          <p:nvPr/>
        </p:nvGrpSpPr>
        <p:grpSpPr bwMode="auto">
          <a:xfrm>
            <a:off x="3098800" y="2590800"/>
            <a:ext cx="647700" cy="2857500"/>
            <a:chOff x="992" y="1632"/>
            <a:chExt cx="408" cy="1800"/>
          </a:xfrm>
        </p:grpSpPr>
        <p:grpSp>
          <p:nvGrpSpPr>
            <p:cNvPr id="56535" name="Group 1236"/>
            <p:cNvGrpSpPr>
              <a:grpSpLocks/>
            </p:cNvGrpSpPr>
            <p:nvPr/>
          </p:nvGrpSpPr>
          <p:grpSpPr bwMode="auto">
            <a:xfrm>
              <a:off x="1008" y="1632"/>
              <a:ext cx="392" cy="128"/>
              <a:chOff x="1008" y="1632"/>
              <a:chExt cx="392" cy="128"/>
            </a:xfrm>
          </p:grpSpPr>
          <p:sp>
            <p:nvSpPr>
              <p:cNvPr id="56560" name="Line 1237"/>
              <p:cNvSpPr>
                <a:spLocks noChangeShapeType="1"/>
              </p:cNvSpPr>
              <p:nvPr/>
            </p:nvSpPr>
            <p:spPr bwMode="auto">
              <a:xfrm>
                <a:off x="1008" y="1632"/>
                <a:ext cx="392" cy="0"/>
              </a:xfrm>
              <a:prstGeom prst="line">
                <a:avLst/>
              </a:prstGeom>
              <a:noFill/>
              <a:ln w="38100">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6561" name="Line 1238"/>
              <p:cNvSpPr>
                <a:spLocks noChangeShapeType="1"/>
              </p:cNvSpPr>
              <p:nvPr/>
            </p:nvSpPr>
            <p:spPr bwMode="auto">
              <a:xfrm>
                <a:off x="1008" y="1696"/>
                <a:ext cx="392" cy="0"/>
              </a:xfrm>
              <a:prstGeom prst="line">
                <a:avLst/>
              </a:prstGeom>
              <a:noFill/>
              <a:ln w="38100">
                <a:solidFill>
                  <a:schemeClr val="tx1"/>
                </a:solidFill>
                <a:prstDash val="sysDot"/>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6562" name="Line 1239"/>
              <p:cNvSpPr>
                <a:spLocks noChangeShapeType="1"/>
              </p:cNvSpPr>
              <p:nvPr/>
            </p:nvSpPr>
            <p:spPr bwMode="auto">
              <a:xfrm>
                <a:off x="1008" y="1760"/>
                <a:ext cx="392" cy="0"/>
              </a:xfrm>
              <a:prstGeom prst="line">
                <a:avLst/>
              </a:prstGeom>
              <a:noFill/>
              <a:ln w="38100">
                <a:solidFill>
                  <a:schemeClr val="tx1"/>
                </a:solidFill>
                <a:prstDash val="dash"/>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56536" name="Group 1240"/>
            <p:cNvGrpSpPr>
              <a:grpSpLocks/>
            </p:cNvGrpSpPr>
            <p:nvPr/>
          </p:nvGrpSpPr>
          <p:grpSpPr bwMode="auto">
            <a:xfrm>
              <a:off x="1000" y="1912"/>
              <a:ext cx="392" cy="128"/>
              <a:chOff x="1008" y="1632"/>
              <a:chExt cx="392" cy="128"/>
            </a:xfrm>
          </p:grpSpPr>
          <p:sp>
            <p:nvSpPr>
              <p:cNvPr id="56557" name="Line 1241"/>
              <p:cNvSpPr>
                <a:spLocks noChangeShapeType="1"/>
              </p:cNvSpPr>
              <p:nvPr/>
            </p:nvSpPr>
            <p:spPr bwMode="auto">
              <a:xfrm>
                <a:off x="1008" y="1632"/>
                <a:ext cx="392" cy="0"/>
              </a:xfrm>
              <a:prstGeom prst="line">
                <a:avLst/>
              </a:prstGeom>
              <a:noFill/>
              <a:ln w="38100">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6558" name="Line 1242"/>
              <p:cNvSpPr>
                <a:spLocks noChangeShapeType="1"/>
              </p:cNvSpPr>
              <p:nvPr/>
            </p:nvSpPr>
            <p:spPr bwMode="auto">
              <a:xfrm>
                <a:off x="1008" y="1696"/>
                <a:ext cx="392" cy="0"/>
              </a:xfrm>
              <a:prstGeom prst="line">
                <a:avLst/>
              </a:prstGeom>
              <a:noFill/>
              <a:ln w="38100">
                <a:solidFill>
                  <a:schemeClr val="tx1"/>
                </a:solidFill>
                <a:prstDash val="sysDot"/>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6559" name="Line 1243"/>
              <p:cNvSpPr>
                <a:spLocks noChangeShapeType="1"/>
              </p:cNvSpPr>
              <p:nvPr/>
            </p:nvSpPr>
            <p:spPr bwMode="auto">
              <a:xfrm>
                <a:off x="1008" y="1760"/>
                <a:ext cx="392" cy="0"/>
              </a:xfrm>
              <a:prstGeom prst="line">
                <a:avLst/>
              </a:prstGeom>
              <a:noFill/>
              <a:ln w="38100">
                <a:solidFill>
                  <a:schemeClr val="tx1"/>
                </a:solidFill>
                <a:prstDash val="dash"/>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56537" name="Group 1244"/>
            <p:cNvGrpSpPr>
              <a:grpSpLocks/>
            </p:cNvGrpSpPr>
            <p:nvPr/>
          </p:nvGrpSpPr>
          <p:grpSpPr bwMode="auto">
            <a:xfrm>
              <a:off x="992" y="2200"/>
              <a:ext cx="392" cy="128"/>
              <a:chOff x="1008" y="1632"/>
              <a:chExt cx="392" cy="128"/>
            </a:xfrm>
          </p:grpSpPr>
          <p:sp>
            <p:nvSpPr>
              <p:cNvPr id="56554" name="Line 1245"/>
              <p:cNvSpPr>
                <a:spLocks noChangeShapeType="1"/>
              </p:cNvSpPr>
              <p:nvPr/>
            </p:nvSpPr>
            <p:spPr bwMode="auto">
              <a:xfrm>
                <a:off x="1008" y="1632"/>
                <a:ext cx="392" cy="0"/>
              </a:xfrm>
              <a:prstGeom prst="line">
                <a:avLst/>
              </a:prstGeom>
              <a:noFill/>
              <a:ln w="38100">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6555" name="Line 1246"/>
              <p:cNvSpPr>
                <a:spLocks noChangeShapeType="1"/>
              </p:cNvSpPr>
              <p:nvPr/>
            </p:nvSpPr>
            <p:spPr bwMode="auto">
              <a:xfrm>
                <a:off x="1008" y="1696"/>
                <a:ext cx="392" cy="0"/>
              </a:xfrm>
              <a:prstGeom prst="line">
                <a:avLst/>
              </a:prstGeom>
              <a:noFill/>
              <a:ln w="38100">
                <a:solidFill>
                  <a:schemeClr val="tx1"/>
                </a:solidFill>
                <a:prstDash val="sysDot"/>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6556" name="Line 1247"/>
              <p:cNvSpPr>
                <a:spLocks noChangeShapeType="1"/>
              </p:cNvSpPr>
              <p:nvPr/>
            </p:nvSpPr>
            <p:spPr bwMode="auto">
              <a:xfrm>
                <a:off x="1008" y="1760"/>
                <a:ext cx="392" cy="0"/>
              </a:xfrm>
              <a:prstGeom prst="line">
                <a:avLst/>
              </a:prstGeom>
              <a:noFill/>
              <a:ln w="38100">
                <a:solidFill>
                  <a:schemeClr val="tx1"/>
                </a:solidFill>
                <a:prstDash val="dash"/>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56538" name="Group 1248"/>
            <p:cNvGrpSpPr>
              <a:grpSpLocks/>
            </p:cNvGrpSpPr>
            <p:nvPr/>
          </p:nvGrpSpPr>
          <p:grpSpPr bwMode="auto">
            <a:xfrm>
              <a:off x="1000" y="2480"/>
              <a:ext cx="392" cy="128"/>
              <a:chOff x="1008" y="1632"/>
              <a:chExt cx="392" cy="128"/>
            </a:xfrm>
          </p:grpSpPr>
          <p:sp>
            <p:nvSpPr>
              <p:cNvPr id="56551" name="Line 1249"/>
              <p:cNvSpPr>
                <a:spLocks noChangeShapeType="1"/>
              </p:cNvSpPr>
              <p:nvPr/>
            </p:nvSpPr>
            <p:spPr bwMode="auto">
              <a:xfrm>
                <a:off x="1008" y="1632"/>
                <a:ext cx="392" cy="0"/>
              </a:xfrm>
              <a:prstGeom prst="line">
                <a:avLst/>
              </a:prstGeom>
              <a:noFill/>
              <a:ln w="38100">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6552" name="Line 1250"/>
              <p:cNvSpPr>
                <a:spLocks noChangeShapeType="1"/>
              </p:cNvSpPr>
              <p:nvPr/>
            </p:nvSpPr>
            <p:spPr bwMode="auto">
              <a:xfrm>
                <a:off x="1008" y="1696"/>
                <a:ext cx="392" cy="0"/>
              </a:xfrm>
              <a:prstGeom prst="line">
                <a:avLst/>
              </a:prstGeom>
              <a:noFill/>
              <a:ln w="38100">
                <a:solidFill>
                  <a:schemeClr val="tx1"/>
                </a:solidFill>
                <a:prstDash val="sysDot"/>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6553" name="Line 1251"/>
              <p:cNvSpPr>
                <a:spLocks noChangeShapeType="1"/>
              </p:cNvSpPr>
              <p:nvPr/>
            </p:nvSpPr>
            <p:spPr bwMode="auto">
              <a:xfrm>
                <a:off x="1008" y="1760"/>
                <a:ext cx="392" cy="0"/>
              </a:xfrm>
              <a:prstGeom prst="line">
                <a:avLst/>
              </a:prstGeom>
              <a:noFill/>
              <a:ln w="38100">
                <a:solidFill>
                  <a:schemeClr val="tx1"/>
                </a:solidFill>
                <a:prstDash val="dash"/>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56539" name="Group 1252"/>
            <p:cNvGrpSpPr>
              <a:grpSpLocks/>
            </p:cNvGrpSpPr>
            <p:nvPr/>
          </p:nvGrpSpPr>
          <p:grpSpPr bwMode="auto">
            <a:xfrm>
              <a:off x="1000" y="2752"/>
              <a:ext cx="392" cy="128"/>
              <a:chOff x="1008" y="1632"/>
              <a:chExt cx="392" cy="128"/>
            </a:xfrm>
          </p:grpSpPr>
          <p:sp>
            <p:nvSpPr>
              <p:cNvPr id="56548" name="Line 1253"/>
              <p:cNvSpPr>
                <a:spLocks noChangeShapeType="1"/>
              </p:cNvSpPr>
              <p:nvPr/>
            </p:nvSpPr>
            <p:spPr bwMode="auto">
              <a:xfrm>
                <a:off x="1008" y="1632"/>
                <a:ext cx="392" cy="0"/>
              </a:xfrm>
              <a:prstGeom prst="line">
                <a:avLst/>
              </a:prstGeom>
              <a:noFill/>
              <a:ln w="38100">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6549" name="Line 1254"/>
              <p:cNvSpPr>
                <a:spLocks noChangeShapeType="1"/>
              </p:cNvSpPr>
              <p:nvPr/>
            </p:nvSpPr>
            <p:spPr bwMode="auto">
              <a:xfrm>
                <a:off x="1008" y="1696"/>
                <a:ext cx="392" cy="0"/>
              </a:xfrm>
              <a:prstGeom prst="line">
                <a:avLst/>
              </a:prstGeom>
              <a:noFill/>
              <a:ln w="38100">
                <a:solidFill>
                  <a:schemeClr val="tx1"/>
                </a:solidFill>
                <a:prstDash val="sysDot"/>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6550" name="Line 1255"/>
              <p:cNvSpPr>
                <a:spLocks noChangeShapeType="1"/>
              </p:cNvSpPr>
              <p:nvPr/>
            </p:nvSpPr>
            <p:spPr bwMode="auto">
              <a:xfrm>
                <a:off x="1008" y="1760"/>
                <a:ext cx="392" cy="0"/>
              </a:xfrm>
              <a:prstGeom prst="line">
                <a:avLst/>
              </a:prstGeom>
              <a:noFill/>
              <a:ln w="38100">
                <a:solidFill>
                  <a:schemeClr val="tx1"/>
                </a:solidFill>
                <a:prstDash val="dash"/>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56540" name="Group 1256"/>
            <p:cNvGrpSpPr>
              <a:grpSpLocks/>
            </p:cNvGrpSpPr>
            <p:nvPr/>
          </p:nvGrpSpPr>
          <p:grpSpPr bwMode="auto">
            <a:xfrm>
              <a:off x="1000" y="3032"/>
              <a:ext cx="392" cy="128"/>
              <a:chOff x="1008" y="1632"/>
              <a:chExt cx="392" cy="128"/>
            </a:xfrm>
          </p:grpSpPr>
          <p:sp>
            <p:nvSpPr>
              <p:cNvPr id="56545" name="Line 1257"/>
              <p:cNvSpPr>
                <a:spLocks noChangeShapeType="1"/>
              </p:cNvSpPr>
              <p:nvPr/>
            </p:nvSpPr>
            <p:spPr bwMode="auto">
              <a:xfrm>
                <a:off x="1008" y="1632"/>
                <a:ext cx="392" cy="0"/>
              </a:xfrm>
              <a:prstGeom prst="line">
                <a:avLst/>
              </a:prstGeom>
              <a:noFill/>
              <a:ln w="38100">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6546" name="Line 1258"/>
              <p:cNvSpPr>
                <a:spLocks noChangeShapeType="1"/>
              </p:cNvSpPr>
              <p:nvPr/>
            </p:nvSpPr>
            <p:spPr bwMode="auto">
              <a:xfrm>
                <a:off x="1008" y="1696"/>
                <a:ext cx="392" cy="0"/>
              </a:xfrm>
              <a:prstGeom prst="line">
                <a:avLst/>
              </a:prstGeom>
              <a:noFill/>
              <a:ln w="38100">
                <a:solidFill>
                  <a:schemeClr val="tx1"/>
                </a:solidFill>
                <a:prstDash val="sysDot"/>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6547" name="Line 1259"/>
              <p:cNvSpPr>
                <a:spLocks noChangeShapeType="1"/>
              </p:cNvSpPr>
              <p:nvPr/>
            </p:nvSpPr>
            <p:spPr bwMode="auto">
              <a:xfrm>
                <a:off x="1008" y="1760"/>
                <a:ext cx="392" cy="0"/>
              </a:xfrm>
              <a:prstGeom prst="line">
                <a:avLst/>
              </a:prstGeom>
              <a:noFill/>
              <a:ln w="38100">
                <a:solidFill>
                  <a:schemeClr val="tx1"/>
                </a:solidFill>
                <a:prstDash val="dash"/>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56541" name="Group 1260"/>
            <p:cNvGrpSpPr>
              <a:grpSpLocks/>
            </p:cNvGrpSpPr>
            <p:nvPr/>
          </p:nvGrpSpPr>
          <p:grpSpPr bwMode="auto">
            <a:xfrm>
              <a:off x="1000" y="3304"/>
              <a:ext cx="392" cy="128"/>
              <a:chOff x="1008" y="1632"/>
              <a:chExt cx="392" cy="128"/>
            </a:xfrm>
          </p:grpSpPr>
          <p:sp>
            <p:nvSpPr>
              <p:cNvPr id="56542" name="Line 1261"/>
              <p:cNvSpPr>
                <a:spLocks noChangeShapeType="1"/>
              </p:cNvSpPr>
              <p:nvPr/>
            </p:nvSpPr>
            <p:spPr bwMode="auto">
              <a:xfrm>
                <a:off x="1008" y="1632"/>
                <a:ext cx="392" cy="0"/>
              </a:xfrm>
              <a:prstGeom prst="line">
                <a:avLst/>
              </a:prstGeom>
              <a:noFill/>
              <a:ln w="38100">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6543" name="Line 1262"/>
              <p:cNvSpPr>
                <a:spLocks noChangeShapeType="1"/>
              </p:cNvSpPr>
              <p:nvPr/>
            </p:nvSpPr>
            <p:spPr bwMode="auto">
              <a:xfrm>
                <a:off x="1008" y="1696"/>
                <a:ext cx="392" cy="0"/>
              </a:xfrm>
              <a:prstGeom prst="line">
                <a:avLst/>
              </a:prstGeom>
              <a:noFill/>
              <a:ln w="38100">
                <a:solidFill>
                  <a:schemeClr val="tx1"/>
                </a:solidFill>
                <a:prstDash val="sysDot"/>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6544" name="Line 1263"/>
              <p:cNvSpPr>
                <a:spLocks noChangeShapeType="1"/>
              </p:cNvSpPr>
              <p:nvPr/>
            </p:nvSpPr>
            <p:spPr bwMode="auto">
              <a:xfrm>
                <a:off x="1008" y="1760"/>
                <a:ext cx="392" cy="0"/>
              </a:xfrm>
              <a:prstGeom prst="line">
                <a:avLst/>
              </a:prstGeom>
              <a:noFill/>
              <a:ln w="38100">
                <a:solidFill>
                  <a:schemeClr val="tx1"/>
                </a:solidFill>
                <a:prstDash val="dash"/>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grpSp>
        <p:nvGrpSpPr>
          <p:cNvPr id="55311" name="Group 1265"/>
          <p:cNvGrpSpPr>
            <a:grpSpLocks/>
          </p:cNvGrpSpPr>
          <p:nvPr/>
        </p:nvGrpSpPr>
        <p:grpSpPr bwMode="auto">
          <a:xfrm>
            <a:off x="3798888" y="2663826"/>
            <a:ext cx="4989512" cy="2733675"/>
            <a:chOff x="1449" y="1725"/>
            <a:chExt cx="3265" cy="1898"/>
          </a:xfrm>
        </p:grpSpPr>
        <p:grpSp>
          <p:nvGrpSpPr>
            <p:cNvPr id="55313" name="Group 1266"/>
            <p:cNvGrpSpPr>
              <a:grpSpLocks/>
            </p:cNvGrpSpPr>
            <p:nvPr/>
          </p:nvGrpSpPr>
          <p:grpSpPr bwMode="auto">
            <a:xfrm>
              <a:off x="3772" y="2690"/>
              <a:ext cx="894" cy="596"/>
              <a:chOff x="3772" y="2690"/>
              <a:chExt cx="894" cy="596"/>
            </a:xfrm>
          </p:grpSpPr>
          <p:sp>
            <p:nvSpPr>
              <p:cNvPr id="56533" name="Freeform 1267"/>
              <p:cNvSpPr>
                <a:spLocks/>
              </p:cNvSpPr>
              <p:nvPr/>
            </p:nvSpPr>
            <p:spPr bwMode="auto">
              <a:xfrm>
                <a:off x="4538" y="2690"/>
                <a:ext cx="128" cy="104"/>
              </a:xfrm>
              <a:custGeom>
                <a:avLst/>
                <a:gdLst>
                  <a:gd name="T0" fmla="*/ 128 w 128"/>
                  <a:gd name="T1" fmla="*/ 0 h 104"/>
                  <a:gd name="T2" fmla="*/ 40 w 128"/>
                  <a:gd name="T3" fmla="*/ 104 h 104"/>
                  <a:gd name="T4" fmla="*/ 16 w 128"/>
                  <a:gd name="T5" fmla="*/ 72 h 104"/>
                  <a:gd name="T6" fmla="*/ 0 w 128"/>
                  <a:gd name="T7" fmla="*/ 48 h 104"/>
                  <a:gd name="T8" fmla="*/ 128 w 128"/>
                  <a:gd name="T9" fmla="*/ 0 h 10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8" h="104">
                    <a:moveTo>
                      <a:pt x="128" y="0"/>
                    </a:moveTo>
                    <a:lnTo>
                      <a:pt x="40" y="104"/>
                    </a:lnTo>
                    <a:lnTo>
                      <a:pt x="16" y="72"/>
                    </a:lnTo>
                    <a:lnTo>
                      <a:pt x="0" y="48"/>
                    </a:lnTo>
                    <a:lnTo>
                      <a:pt x="128" y="0"/>
                    </a:lnTo>
                    <a:close/>
                  </a:path>
                </a:pathLst>
              </a:custGeom>
              <a:solidFill>
                <a:schemeClr val="tx1"/>
              </a:solidFill>
              <a:ln w="9525">
                <a:solidFill>
                  <a:schemeClr val="tx1"/>
                </a:solidFill>
                <a:round/>
                <a:headEnd/>
                <a:tailEnd/>
              </a:ln>
            </p:spPr>
            <p:txBody>
              <a:bodyPr/>
              <a:lstStyle/>
              <a:p>
                <a:endParaRPr lang="en-US"/>
              </a:p>
            </p:txBody>
          </p:sp>
          <p:sp>
            <p:nvSpPr>
              <p:cNvPr id="56534" name="Line 1268"/>
              <p:cNvSpPr>
                <a:spLocks noChangeShapeType="1"/>
              </p:cNvSpPr>
              <p:nvPr/>
            </p:nvSpPr>
            <p:spPr bwMode="auto">
              <a:xfrm flipV="1">
                <a:off x="3772" y="2757"/>
                <a:ext cx="790" cy="529"/>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314" name="Group 1269"/>
            <p:cNvGrpSpPr>
              <a:grpSpLocks/>
            </p:cNvGrpSpPr>
            <p:nvPr/>
          </p:nvGrpSpPr>
          <p:grpSpPr bwMode="auto">
            <a:xfrm>
              <a:off x="1944" y="2690"/>
              <a:ext cx="894" cy="596"/>
              <a:chOff x="1944" y="2690"/>
              <a:chExt cx="894" cy="596"/>
            </a:xfrm>
          </p:grpSpPr>
          <p:sp>
            <p:nvSpPr>
              <p:cNvPr id="56531" name="Freeform 1270"/>
              <p:cNvSpPr>
                <a:spLocks/>
              </p:cNvSpPr>
              <p:nvPr/>
            </p:nvSpPr>
            <p:spPr bwMode="auto">
              <a:xfrm>
                <a:off x="2702" y="2690"/>
                <a:ext cx="136" cy="104"/>
              </a:xfrm>
              <a:custGeom>
                <a:avLst/>
                <a:gdLst>
                  <a:gd name="T0" fmla="*/ 136 w 136"/>
                  <a:gd name="T1" fmla="*/ 0 h 104"/>
                  <a:gd name="T2" fmla="*/ 40 w 136"/>
                  <a:gd name="T3" fmla="*/ 104 h 104"/>
                  <a:gd name="T4" fmla="*/ 24 w 136"/>
                  <a:gd name="T5" fmla="*/ 72 h 104"/>
                  <a:gd name="T6" fmla="*/ 0 w 136"/>
                  <a:gd name="T7" fmla="*/ 48 h 104"/>
                  <a:gd name="T8" fmla="*/ 136 w 136"/>
                  <a:gd name="T9" fmla="*/ 0 h 10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 h="104">
                    <a:moveTo>
                      <a:pt x="136" y="0"/>
                    </a:moveTo>
                    <a:lnTo>
                      <a:pt x="40" y="104"/>
                    </a:lnTo>
                    <a:lnTo>
                      <a:pt x="24" y="72"/>
                    </a:lnTo>
                    <a:lnTo>
                      <a:pt x="0" y="48"/>
                    </a:lnTo>
                    <a:lnTo>
                      <a:pt x="136" y="0"/>
                    </a:lnTo>
                    <a:close/>
                  </a:path>
                </a:pathLst>
              </a:custGeom>
              <a:solidFill>
                <a:schemeClr val="tx1"/>
              </a:solidFill>
              <a:ln w="9525">
                <a:solidFill>
                  <a:schemeClr val="tx1"/>
                </a:solidFill>
                <a:round/>
                <a:headEnd/>
                <a:tailEnd/>
              </a:ln>
            </p:spPr>
            <p:txBody>
              <a:bodyPr/>
              <a:lstStyle/>
              <a:p>
                <a:endParaRPr lang="en-US"/>
              </a:p>
            </p:txBody>
          </p:sp>
          <p:sp>
            <p:nvSpPr>
              <p:cNvPr id="56532" name="Line 1271"/>
              <p:cNvSpPr>
                <a:spLocks noChangeShapeType="1"/>
              </p:cNvSpPr>
              <p:nvPr/>
            </p:nvSpPr>
            <p:spPr bwMode="auto">
              <a:xfrm flipV="1">
                <a:off x="1944" y="2758"/>
                <a:ext cx="790" cy="528"/>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315" name="Group 1272"/>
            <p:cNvGrpSpPr>
              <a:grpSpLocks/>
            </p:cNvGrpSpPr>
            <p:nvPr/>
          </p:nvGrpSpPr>
          <p:grpSpPr bwMode="auto">
            <a:xfrm>
              <a:off x="1483" y="2379"/>
              <a:ext cx="429" cy="598"/>
              <a:chOff x="1483" y="2379"/>
              <a:chExt cx="429" cy="598"/>
            </a:xfrm>
          </p:grpSpPr>
          <p:sp>
            <p:nvSpPr>
              <p:cNvPr id="56529" name="Freeform 1273"/>
              <p:cNvSpPr>
                <a:spLocks/>
              </p:cNvSpPr>
              <p:nvPr/>
            </p:nvSpPr>
            <p:spPr bwMode="auto">
              <a:xfrm>
                <a:off x="1808" y="2379"/>
                <a:ext cx="104" cy="136"/>
              </a:xfrm>
              <a:custGeom>
                <a:avLst/>
                <a:gdLst>
                  <a:gd name="T0" fmla="*/ 104 w 104"/>
                  <a:gd name="T1" fmla="*/ 0 h 136"/>
                  <a:gd name="T2" fmla="*/ 56 w 104"/>
                  <a:gd name="T3" fmla="*/ 136 h 136"/>
                  <a:gd name="T4" fmla="*/ 32 w 104"/>
                  <a:gd name="T5" fmla="*/ 112 h 136"/>
                  <a:gd name="T6" fmla="*/ 0 w 104"/>
                  <a:gd name="T7" fmla="*/ 96 h 136"/>
                  <a:gd name="T8" fmla="*/ 104 w 104"/>
                  <a:gd name="T9" fmla="*/ 0 h 1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4" h="136">
                    <a:moveTo>
                      <a:pt x="104" y="0"/>
                    </a:moveTo>
                    <a:lnTo>
                      <a:pt x="56" y="136"/>
                    </a:lnTo>
                    <a:lnTo>
                      <a:pt x="32" y="112"/>
                    </a:lnTo>
                    <a:lnTo>
                      <a:pt x="0" y="96"/>
                    </a:lnTo>
                    <a:lnTo>
                      <a:pt x="104" y="0"/>
                    </a:lnTo>
                    <a:close/>
                  </a:path>
                </a:pathLst>
              </a:custGeom>
              <a:solidFill>
                <a:schemeClr val="tx1"/>
              </a:solidFill>
              <a:ln w="9525">
                <a:solidFill>
                  <a:schemeClr val="tx1"/>
                </a:solidFill>
                <a:round/>
                <a:headEnd/>
                <a:tailEnd/>
              </a:ln>
            </p:spPr>
            <p:txBody>
              <a:bodyPr/>
              <a:lstStyle/>
              <a:p>
                <a:endParaRPr lang="en-US"/>
              </a:p>
            </p:txBody>
          </p:sp>
          <p:sp>
            <p:nvSpPr>
              <p:cNvPr id="56530" name="Line 1274"/>
              <p:cNvSpPr>
                <a:spLocks noChangeShapeType="1"/>
              </p:cNvSpPr>
              <p:nvPr/>
            </p:nvSpPr>
            <p:spPr bwMode="auto">
              <a:xfrm flipV="1">
                <a:off x="1483" y="2483"/>
                <a:ext cx="362" cy="494"/>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316" name="Group 1275"/>
            <p:cNvGrpSpPr>
              <a:grpSpLocks/>
            </p:cNvGrpSpPr>
            <p:nvPr/>
          </p:nvGrpSpPr>
          <p:grpSpPr bwMode="auto">
            <a:xfrm>
              <a:off x="1936" y="2379"/>
              <a:ext cx="894" cy="604"/>
              <a:chOff x="1936" y="2379"/>
              <a:chExt cx="894" cy="604"/>
            </a:xfrm>
          </p:grpSpPr>
          <p:sp>
            <p:nvSpPr>
              <p:cNvPr id="56527" name="Freeform 1276"/>
              <p:cNvSpPr>
                <a:spLocks/>
              </p:cNvSpPr>
              <p:nvPr/>
            </p:nvSpPr>
            <p:spPr bwMode="auto">
              <a:xfrm>
                <a:off x="2702" y="2379"/>
                <a:ext cx="128" cy="104"/>
              </a:xfrm>
              <a:custGeom>
                <a:avLst/>
                <a:gdLst>
                  <a:gd name="T0" fmla="*/ 128 w 128"/>
                  <a:gd name="T1" fmla="*/ 0 h 104"/>
                  <a:gd name="T2" fmla="*/ 40 w 128"/>
                  <a:gd name="T3" fmla="*/ 104 h 104"/>
                  <a:gd name="T4" fmla="*/ 16 w 128"/>
                  <a:gd name="T5" fmla="*/ 80 h 104"/>
                  <a:gd name="T6" fmla="*/ 0 w 128"/>
                  <a:gd name="T7" fmla="*/ 48 h 104"/>
                  <a:gd name="T8" fmla="*/ 128 w 128"/>
                  <a:gd name="T9" fmla="*/ 0 h 10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8" h="104">
                    <a:moveTo>
                      <a:pt x="128" y="0"/>
                    </a:moveTo>
                    <a:lnTo>
                      <a:pt x="40" y="104"/>
                    </a:lnTo>
                    <a:lnTo>
                      <a:pt x="16" y="80"/>
                    </a:lnTo>
                    <a:lnTo>
                      <a:pt x="0" y="48"/>
                    </a:lnTo>
                    <a:lnTo>
                      <a:pt x="128" y="0"/>
                    </a:lnTo>
                    <a:close/>
                  </a:path>
                </a:pathLst>
              </a:custGeom>
              <a:solidFill>
                <a:schemeClr val="tx1"/>
              </a:solidFill>
              <a:ln w="9525">
                <a:solidFill>
                  <a:schemeClr val="tx1"/>
                </a:solidFill>
                <a:round/>
                <a:headEnd/>
                <a:tailEnd/>
              </a:ln>
            </p:spPr>
            <p:txBody>
              <a:bodyPr/>
              <a:lstStyle/>
              <a:p>
                <a:endParaRPr lang="en-US"/>
              </a:p>
            </p:txBody>
          </p:sp>
          <p:sp>
            <p:nvSpPr>
              <p:cNvPr id="56528" name="Line 1277"/>
              <p:cNvSpPr>
                <a:spLocks noChangeShapeType="1"/>
              </p:cNvSpPr>
              <p:nvPr/>
            </p:nvSpPr>
            <p:spPr bwMode="auto">
              <a:xfrm flipV="1">
                <a:off x="1936" y="2455"/>
                <a:ext cx="790" cy="528"/>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317" name="Group 1278"/>
            <p:cNvGrpSpPr>
              <a:grpSpLocks/>
            </p:cNvGrpSpPr>
            <p:nvPr/>
          </p:nvGrpSpPr>
          <p:grpSpPr bwMode="auto">
            <a:xfrm>
              <a:off x="1952" y="2076"/>
              <a:ext cx="886" cy="290"/>
              <a:chOff x="1952" y="2076"/>
              <a:chExt cx="886" cy="290"/>
            </a:xfrm>
          </p:grpSpPr>
          <p:sp>
            <p:nvSpPr>
              <p:cNvPr id="56525" name="Freeform 1279"/>
              <p:cNvSpPr>
                <a:spLocks/>
              </p:cNvSpPr>
              <p:nvPr/>
            </p:nvSpPr>
            <p:spPr bwMode="auto">
              <a:xfrm>
                <a:off x="2702" y="2076"/>
                <a:ext cx="136" cy="72"/>
              </a:xfrm>
              <a:custGeom>
                <a:avLst/>
                <a:gdLst>
                  <a:gd name="T0" fmla="*/ 136 w 136"/>
                  <a:gd name="T1" fmla="*/ 0 h 72"/>
                  <a:gd name="T2" fmla="*/ 16 w 136"/>
                  <a:gd name="T3" fmla="*/ 72 h 72"/>
                  <a:gd name="T4" fmla="*/ 8 w 136"/>
                  <a:gd name="T5" fmla="*/ 40 h 72"/>
                  <a:gd name="T6" fmla="*/ 0 w 136"/>
                  <a:gd name="T7" fmla="*/ 8 h 72"/>
                  <a:gd name="T8" fmla="*/ 136 w 136"/>
                  <a:gd name="T9" fmla="*/ 0 h 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 h="72">
                    <a:moveTo>
                      <a:pt x="136" y="0"/>
                    </a:moveTo>
                    <a:lnTo>
                      <a:pt x="16" y="72"/>
                    </a:lnTo>
                    <a:lnTo>
                      <a:pt x="8" y="40"/>
                    </a:lnTo>
                    <a:lnTo>
                      <a:pt x="0" y="8"/>
                    </a:lnTo>
                    <a:lnTo>
                      <a:pt x="136" y="0"/>
                    </a:lnTo>
                    <a:close/>
                  </a:path>
                </a:pathLst>
              </a:custGeom>
              <a:solidFill>
                <a:schemeClr val="tx1"/>
              </a:solidFill>
              <a:ln w="9525">
                <a:solidFill>
                  <a:schemeClr val="tx1"/>
                </a:solidFill>
                <a:round/>
                <a:headEnd/>
                <a:tailEnd/>
              </a:ln>
            </p:spPr>
            <p:txBody>
              <a:bodyPr/>
              <a:lstStyle/>
              <a:p>
                <a:endParaRPr lang="en-US"/>
              </a:p>
            </p:txBody>
          </p:sp>
          <p:sp>
            <p:nvSpPr>
              <p:cNvPr id="56526" name="Line 1280"/>
              <p:cNvSpPr>
                <a:spLocks noChangeShapeType="1"/>
              </p:cNvSpPr>
              <p:nvPr/>
            </p:nvSpPr>
            <p:spPr bwMode="auto">
              <a:xfrm flipV="1">
                <a:off x="1952" y="2114"/>
                <a:ext cx="766" cy="252"/>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318" name="Group 1281"/>
            <p:cNvGrpSpPr>
              <a:grpSpLocks/>
            </p:cNvGrpSpPr>
            <p:nvPr/>
          </p:nvGrpSpPr>
          <p:grpSpPr bwMode="auto">
            <a:xfrm>
              <a:off x="1481" y="1769"/>
              <a:ext cx="894" cy="283"/>
              <a:chOff x="1481" y="1769"/>
              <a:chExt cx="894" cy="283"/>
            </a:xfrm>
          </p:grpSpPr>
          <p:sp>
            <p:nvSpPr>
              <p:cNvPr id="56523" name="Freeform 1282"/>
              <p:cNvSpPr>
                <a:spLocks/>
              </p:cNvSpPr>
              <p:nvPr/>
            </p:nvSpPr>
            <p:spPr bwMode="auto">
              <a:xfrm>
                <a:off x="2231" y="1980"/>
                <a:ext cx="144" cy="72"/>
              </a:xfrm>
              <a:custGeom>
                <a:avLst/>
                <a:gdLst>
                  <a:gd name="T0" fmla="*/ 144 w 144"/>
                  <a:gd name="T1" fmla="*/ 72 h 72"/>
                  <a:gd name="T2" fmla="*/ 0 w 144"/>
                  <a:gd name="T3" fmla="*/ 64 h 72"/>
                  <a:gd name="T4" fmla="*/ 16 w 144"/>
                  <a:gd name="T5" fmla="*/ 32 h 72"/>
                  <a:gd name="T6" fmla="*/ 24 w 144"/>
                  <a:gd name="T7" fmla="*/ 0 h 72"/>
                  <a:gd name="T8" fmla="*/ 144 w 144"/>
                  <a:gd name="T9" fmla="*/ 72 h 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4" h="72">
                    <a:moveTo>
                      <a:pt x="144" y="72"/>
                    </a:moveTo>
                    <a:lnTo>
                      <a:pt x="0" y="64"/>
                    </a:lnTo>
                    <a:lnTo>
                      <a:pt x="16" y="32"/>
                    </a:lnTo>
                    <a:lnTo>
                      <a:pt x="24" y="0"/>
                    </a:lnTo>
                    <a:lnTo>
                      <a:pt x="144" y="72"/>
                    </a:lnTo>
                    <a:close/>
                  </a:path>
                </a:pathLst>
              </a:custGeom>
              <a:solidFill>
                <a:schemeClr val="tx1"/>
              </a:solidFill>
              <a:ln w="9525">
                <a:solidFill>
                  <a:schemeClr val="tx1"/>
                </a:solidFill>
                <a:round/>
                <a:headEnd/>
                <a:tailEnd/>
              </a:ln>
            </p:spPr>
            <p:txBody>
              <a:bodyPr/>
              <a:lstStyle/>
              <a:p>
                <a:endParaRPr lang="en-US"/>
              </a:p>
            </p:txBody>
          </p:sp>
          <p:sp>
            <p:nvSpPr>
              <p:cNvPr id="56524" name="Line 1283"/>
              <p:cNvSpPr>
                <a:spLocks noChangeShapeType="1"/>
              </p:cNvSpPr>
              <p:nvPr/>
            </p:nvSpPr>
            <p:spPr bwMode="auto">
              <a:xfrm>
                <a:off x="1481" y="1769"/>
                <a:ext cx="774" cy="244"/>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55319" name="Oval 1284"/>
            <p:cNvSpPr>
              <a:spLocks noChangeArrowheads="1"/>
            </p:cNvSpPr>
            <p:nvPr/>
          </p:nvSpPr>
          <p:spPr bwMode="auto">
            <a:xfrm>
              <a:off x="1457" y="1741"/>
              <a:ext cx="32" cy="40"/>
            </a:xfrm>
            <a:prstGeom prst="ellipse">
              <a:avLst/>
            </a:prstGeom>
            <a:solidFill>
              <a:schemeClr val="tx1"/>
            </a:solidFill>
            <a:ln w="9525">
              <a:solidFill>
                <a:schemeClr val="tx1"/>
              </a:solidFill>
              <a:round/>
              <a:headEnd/>
              <a:tailEnd/>
            </a:ln>
          </p:spPr>
          <p:txBody>
            <a:bodyPr/>
            <a:lstStyle/>
            <a:p>
              <a:endParaRPr lang="en-US"/>
            </a:p>
          </p:txBody>
        </p:sp>
        <p:sp>
          <p:nvSpPr>
            <p:cNvPr id="55320" name="Oval 1285"/>
            <p:cNvSpPr>
              <a:spLocks noChangeArrowheads="1"/>
            </p:cNvSpPr>
            <p:nvPr/>
          </p:nvSpPr>
          <p:spPr bwMode="auto">
            <a:xfrm>
              <a:off x="1457" y="1741"/>
              <a:ext cx="32" cy="40"/>
            </a:xfrm>
            <a:prstGeom prst="ellipse">
              <a:avLst/>
            </a:prstGeom>
            <a:solidFill>
              <a:schemeClr val="tx1"/>
            </a:solidFill>
            <a:ln w="25400">
              <a:solidFill>
                <a:schemeClr val="tx1"/>
              </a:solidFill>
              <a:round/>
              <a:headEnd/>
              <a:tailEnd/>
            </a:ln>
          </p:spPr>
          <p:txBody>
            <a:bodyPr/>
            <a:lstStyle/>
            <a:p>
              <a:endParaRPr lang="en-US"/>
            </a:p>
          </p:txBody>
        </p:sp>
        <p:sp>
          <p:nvSpPr>
            <p:cNvPr id="55321" name="Oval 1286"/>
            <p:cNvSpPr>
              <a:spLocks noChangeArrowheads="1"/>
            </p:cNvSpPr>
            <p:nvPr/>
          </p:nvSpPr>
          <p:spPr bwMode="auto">
            <a:xfrm>
              <a:off x="1457" y="2044"/>
              <a:ext cx="40" cy="40"/>
            </a:xfrm>
            <a:prstGeom prst="ellipse">
              <a:avLst/>
            </a:prstGeom>
            <a:solidFill>
              <a:schemeClr val="tx1"/>
            </a:solidFill>
            <a:ln w="9525">
              <a:solidFill>
                <a:schemeClr val="tx1"/>
              </a:solidFill>
              <a:round/>
              <a:headEnd/>
              <a:tailEnd/>
            </a:ln>
          </p:spPr>
          <p:txBody>
            <a:bodyPr/>
            <a:lstStyle/>
            <a:p>
              <a:endParaRPr lang="en-US"/>
            </a:p>
          </p:txBody>
        </p:sp>
        <p:sp>
          <p:nvSpPr>
            <p:cNvPr id="55322" name="Oval 1287"/>
            <p:cNvSpPr>
              <a:spLocks noChangeArrowheads="1"/>
            </p:cNvSpPr>
            <p:nvPr/>
          </p:nvSpPr>
          <p:spPr bwMode="auto">
            <a:xfrm>
              <a:off x="1457" y="2044"/>
              <a:ext cx="40" cy="40"/>
            </a:xfrm>
            <a:prstGeom prst="ellipse">
              <a:avLst/>
            </a:prstGeom>
            <a:solidFill>
              <a:schemeClr val="tx1"/>
            </a:solidFill>
            <a:ln w="25400">
              <a:solidFill>
                <a:schemeClr val="tx1"/>
              </a:solidFill>
              <a:round/>
              <a:headEnd/>
              <a:tailEnd/>
            </a:ln>
          </p:spPr>
          <p:txBody>
            <a:bodyPr/>
            <a:lstStyle/>
            <a:p>
              <a:endParaRPr lang="en-US"/>
            </a:p>
          </p:txBody>
        </p:sp>
        <p:sp>
          <p:nvSpPr>
            <p:cNvPr id="55323" name="Oval 1288"/>
            <p:cNvSpPr>
              <a:spLocks noChangeArrowheads="1"/>
            </p:cNvSpPr>
            <p:nvPr/>
          </p:nvSpPr>
          <p:spPr bwMode="auto">
            <a:xfrm>
              <a:off x="1457" y="2355"/>
              <a:ext cx="40" cy="32"/>
            </a:xfrm>
            <a:prstGeom prst="ellipse">
              <a:avLst/>
            </a:prstGeom>
            <a:solidFill>
              <a:schemeClr val="tx1"/>
            </a:solidFill>
            <a:ln w="9525">
              <a:solidFill>
                <a:schemeClr val="tx1"/>
              </a:solidFill>
              <a:round/>
              <a:headEnd/>
              <a:tailEnd/>
            </a:ln>
          </p:spPr>
          <p:txBody>
            <a:bodyPr/>
            <a:lstStyle/>
            <a:p>
              <a:endParaRPr lang="en-US"/>
            </a:p>
          </p:txBody>
        </p:sp>
        <p:sp>
          <p:nvSpPr>
            <p:cNvPr id="55324" name="Oval 1289"/>
            <p:cNvSpPr>
              <a:spLocks noChangeArrowheads="1"/>
            </p:cNvSpPr>
            <p:nvPr/>
          </p:nvSpPr>
          <p:spPr bwMode="auto">
            <a:xfrm>
              <a:off x="1457" y="2355"/>
              <a:ext cx="40" cy="32"/>
            </a:xfrm>
            <a:prstGeom prst="ellipse">
              <a:avLst/>
            </a:prstGeom>
            <a:solidFill>
              <a:schemeClr val="tx1"/>
            </a:solidFill>
            <a:ln w="25400">
              <a:solidFill>
                <a:schemeClr val="tx1"/>
              </a:solidFill>
              <a:round/>
              <a:headEnd/>
              <a:tailEnd/>
            </a:ln>
          </p:spPr>
          <p:txBody>
            <a:bodyPr/>
            <a:lstStyle/>
            <a:p>
              <a:endParaRPr lang="en-US"/>
            </a:p>
          </p:txBody>
        </p:sp>
        <p:sp>
          <p:nvSpPr>
            <p:cNvPr id="55325" name="Oval 1290"/>
            <p:cNvSpPr>
              <a:spLocks noChangeArrowheads="1"/>
            </p:cNvSpPr>
            <p:nvPr/>
          </p:nvSpPr>
          <p:spPr bwMode="auto">
            <a:xfrm>
              <a:off x="1457" y="2658"/>
              <a:ext cx="32" cy="32"/>
            </a:xfrm>
            <a:prstGeom prst="ellipse">
              <a:avLst/>
            </a:prstGeom>
            <a:solidFill>
              <a:schemeClr val="tx1"/>
            </a:solidFill>
            <a:ln w="9525">
              <a:solidFill>
                <a:schemeClr val="tx1"/>
              </a:solidFill>
              <a:round/>
              <a:headEnd/>
              <a:tailEnd/>
            </a:ln>
          </p:spPr>
          <p:txBody>
            <a:bodyPr/>
            <a:lstStyle/>
            <a:p>
              <a:endParaRPr lang="en-US"/>
            </a:p>
          </p:txBody>
        </p:sp>
        <p:sp>
          <p:nvSpPr>
            <p:cNvPr id="55326" name="Oval 1291"/>
            <p:cNvSpPr>
              <a:spLocks noChangeArrowheads="1"/>
            </p:cNvSpPr>
            <p:nvPr/>
          </p:nvSpPr>
          <p:spPr bwMode="auto">
            <a:xfrm>
              <a:off x="1457" y="2658"/>
              <a:ext cx="32" cy="32"/>
            </a:xfrm>
            <a:prstGeom prst="ellipse">
              <a:avLst/>
            </a:prstGeom>
            <a:solidFill>
              <a:schemeClr val="tx1"/>
            </a:solidFill>
            <a:ln w="25400">
              <a:solidFill>
                <a:schemeClr val="tx1"/>
              </a:solidFill>
              <a:round/>
              <a:headEnd/>
              <a:tailEnd/>
            </a:ln>
          </p:spPr>
          <p:txBody>
            <a:bodyPr/>
            <a:lstStyle/>
            <a:p>
              <a:endParaRPr lang="en-US"/>
            </a:p>
          </p:txBody>
        </p:sp>
        <p:sp>
          <p:nvSpPr>
            <p:cNvPr id="55327" name="Oval 1292"/>
            <p:cNvSpPr>
              <a:spLocks noChangeArrowheads="1"/>
            </p:cNvSpPr>
            <p:nvPr/>
          </p:nvSpPr>
          <p:spPr bwMode="auto">
            <a:xfrm>
              <a:off x="1449" y="2969"/>
              <a:ext cx="40" cy="32"/>
            </a:xfrm>
            <a:prstGeom prst="ellipse">
              <a:avLst/>
            </a:prstGeom>
            <a:solidFill>
              <a:schemeClr val="tx1"/>
            </a:solidFill>
            <a:ln w="9525">
              <a:solidFill>
                <a:schemeClr val="tx1"/>
              </a:solidFill>
              <a:round/>
              <a:headEnd/>
              <a:tailEnd/>
            </a:ln>
          </p:spPr>
          <p:txBody>
            <a:bodyPr/>
            <a:lstStyle/>
            <a:p>
              <a:endParaRPr lang="en-US"/>
            </a:p>
          </p:txBody>
        </p:sp>
        <p:sp>
          <p:nvSpPr>
            <p:cNvPr id="55328" name="Oval 1293"/>
            <p:cNvSpPr>
              <a:spLocks noChangeArrowheads="1"/>
            </p:cNvSpPr>
            <p:nvPr/>
          </p:nvSpPr>
          <p:spPr bwMode="auto">
            <a:xfrm>
              <a:off x="1449" y="2969"/>
              <a:ext cx="40" cy="32"/>
            </a:xfrm>
            <a:prstGeom prst="ellipse">
              <a:avLst/>
            </a:prstGeom>
            <a:solidFill>
              <a:schemeClr val="tx1"/>
            </a:solidFill>
            <a:ln w="25400">
              <a:solidFill>
                <a:schemeClr val="tx1"/>
              </a:solidFill>
              <a:round/>
              <a:headEnd/>
              <a:tailEnd/>
            </a:ln>
          </p:spPr>
          <p:txBody>
            <a:bodyPr/>
            <a:lstStyle/>
            <a:p>
              <a:endParaRPr lang="en-US"/>
            </a:p>
          </p:txBody>
        </p:sp>
        <p:grpSp>
          <p:nvGrpSpPr>
            <p:cNvPr id="55329" name="Group 1294"/>
            <p:cNvGrpSpPr>
              <a:grpSpLocks/>
            </p:cNvGrpSpPr>
            <p:nvPr/>
          </p:nvGrpSpPr>
          <p:grpSpPr bwMode="auto">
            <a:xfrm>
              <a:off x="1912" y="1741"/>
              <a:ext cx="40" cy="1260"/>
              <a:chOff x="1912" y="1741"/>
              <a:chExt cx="40" cy="1260"/>
            </a:xfrm>
          </p:grpSpPr>
          <p:sp>
            <p:nvSpPr>
              <p:cNvPr id="56513" name="Oval 1295"/>
              <p:cNvSpPr>
                <a:spLocks noChangeArrowheads="1"/>
              </p:cNvSpPr>
              <p:nvPr/>
            </p:nvSpPr>
            <p:spPr bwMode="auto">
              <a:xfrm>
                <a:off x="1920" y="1741"/>
                <a:ext cx="32" cy="32"/>
              </a:xfrm>
              <a:prstGeom prst="ellipse">
                <a:avLst/>
              </a:prstGeom>
              <a:solidFill>
                <a:schemeClr val="tx1"/>
              </a:solidFill>
              <a:ln w="9525">
                <a:solidFill>
                  <a:schemeClr val="tx1"/>
                </a:solidFill>
                <a:round/>
                <a:headEnd/>
                <a:tailEnd/>
              </a:ln>
            </p:spPr>
            <p:txBody>
              <a:bodyPr/>
              <a:lstStyle/>
              <a:p>
                <a:endParaRPr lang="en-US"/>
              </a:p>
            </p:txBody>
          </p:sp>
          <p:sp>
            <p:nvSpPr>
              <p:cNvPr id="56514" name="Oval 1296"/>
              <p:cNvSpPr>
                <a:spLocks noChangeArrowheads="1"/>
              </p:cNvSpPr>
              <p:nvPr/>
            </p:nvSpPr>
            <p:spPr bwMode="auto">
              <a:xfrm>
                <a:off x="1920" y="1741"/>
                <a:ext cx="32" cy="32"/>
              </a:xfrm>
              <a:prstGeom prst="ellipse">
                <a:avLst/>
              </a:prstGeom>
              <a:solidFill>
                <a:schemeClr val="tx1"/>
              </a:solidFill>
              <a:ln w="25400">
                <a:solidFill>
                  <a:schemeClr val="tx1"/>
                </a:solidFill>
                <a:round/>
                <a:headEnd/>
                <a:tailEnd/>
              </a:ln>
            </p:spPr>
            <p:txBody>
              <a:bodyPr/>
              <a:lstStyle/>
              <a:p>
                <a:endParaRPr lang="en-US"/>
              </a:p>
            </p:txBody>
          </p:sp>
          <p:sp>
            <p:nvSpPr>
              <p:cNvPr id="56515" name="Oval 1297"/>
              <p:cNvSpPr>
                <a:spLocks noChangeArrowheads="1"/>
              </p:cNvSpPr>
              <p:nvPr/>
            </p:nvSpPr>
            <p:spPr bwMode="auto">
              <a:xfrm>
                <a:off x="1920" y="2044"/>
                <a:ext cx="32" cy="32"/>
              </a:xfrm>
              <a:prstGeom prst="ellipse">
                <a:avLst/>
              </a:prstGeom>
              <a:solidFill>
                <a:schemeClr val="tx1"/>
              </a:solidFill>
              <a:ln w="9525">
                <a:solidFill>
                  <a:schemeClr val="tx1"/>
                </a:solidFill>
                <a:round/>
                <a:headEnd/>
                <a:tailEnd/>
              </a:ln>
            </p:spPr>
            <p:txBody>
              <a:bodyPr/>
              <a:lstStyle/>
              <a:p>
                <a:endParaRPr lang="en-US"/>
              </a:p>
            </p:txBody>
          </p:sp>
          <p:sp>
            <p:nvSpPr>
              <p:cNvPr id="56516" name="Oval 1298"/>
              <p:cNvSpPr>
                <a:spLocks noChangeArrowheads="1"/>
              </p:cNvSpPr>
              <p:nvPr/>
            </p:nvSpPr>
            <p:spPr bwMode="auto">
              <a:xfrm>
                <a:off x="1920" y="2044"/>
                <a:ext cx="32" cy="32"/>
              </a:xfrm>
              <a:prstGeom prst="ellipse">
                <a:avLst/>
              </a:prstGeom>
              <a:solidFill>
                <a:schemeClr val="tx1"/>
              </a:solidFill>
              <a:ln w="25400">
                <a:solidFill>
                  <a:schemeClr val="tx1"/>
                </a:solidFill>
                <a:round/>
                <a:headEnd/>
                <a:tailEnd/>
              </a:ln>
            </p:spPr>
            <p:txBody>
              <a:bodyPr/>
              <a:lstStyle/>
              <a:p>
                <a:endParaRPr lang="en-US"/>
              </a:p>
            </p:txBody>
          </p:sp>
          <p:sp>
            <p:nvSpPr>
              <p:cNvPr id="56517" name="Oval 1299"/>
              <p:cNvSpPr>
                <a:spLocks noChangeArrowheads="1"/>
              </p:cNvSpPr>
              <p:nvPr/>
            </p:nvSpPr>
            <p:spPr bwMode="auto">
              <a:xfrm>
                <a:off x="1920" y="2347"/>
                <a:ext cx="32" cy="40"/>
              </a:xfrm>
              <a:prstGeom prst="ellipse">
                <a:avLst/>
              </a:prstGeom>
              <a:solidFill>
                <a:schemeClr val="tx1"/>
              </a:solidFill>
              <a:ln w="9525">
                <a:solidFill>
                  <a:schemeClr val="tx1"/>
                </a:solidFill>
                <a:round/>
                <a:headEnd/>
                <a:tailEnd/>
              </a:ln>
            </p:spPr>
            <p:txBody>
              <a:bodyPr/>
              <a:lstStyle/>
              <a:p>
                <a:endParaRPr lang="en-US"/>
              </a:p>
            </p:txBody>
          </p:sp>
          <p:sp>
            <p:nvSpPr>
              <p:cNvPr id="56518" name="Oval 1300"/>
              <p:cNvSpPr>
                <a:spLocks noChangeArrowheads="1"/>
              </p:cNvSpPr>
              <p:nvPr/>
            </p:nvSpPr>
            <p:spPr bwMode="auto">
              <a:xfrm>
                <a:off x="1920" y="2347"/>
                <a:ext cx="32" cy="40"/>
              </a:xfrm>
              <a:prstGeom prst="ellipse">
                <a:avLst/>
              </a:prstGeom>
              <a:solidFill>
                <a:schemeClr val="tx1"/>
              </a:solidFill>
              <a:ln w="25400">
                <a:solidFill>
                  <a:schemeClr val="tx1"/>
                </a:solidFill>
                <a:round/>
                <a:headEnd/>
                <a:tailEnd/>
              </a:ln>
            </p:spPr>
            <p:txBody>
              <a:bodyPr/>
              <a:lstStyle/>
              <a:p>
                <a:endParaRPr lang="en-US"/>
              </a:p>
            </p:txBody>
          </p:sp>
          <p:sp>
            <p:nvSpPr>
              <p:cNvPr id="56519" name="Oval 1301"/>
              <p:cNvSpPr>
                <a:spLocks noChangeArrowheads="1"/>
              </p:cNvSpPr>
              <p:nvPr/>
            </p:nvSpPr>
            <p:spPr bwMode="auto">
              <a:xfrm>
                <a:off x="1920" y="2658"/>
                <a:ext cx="32" cy="32"/>
              </a:xfrm>
              <a:prstGeom prst="ellipse">
                <a:avLst/>
              </a:prstGeom>
              <a:solidFill>
                <a:schemeClr val="tx1"/>
              </a:solidFill>
              <a:ln w="9525">
                <a:solidFill>
                  <a:schemeClr val="tx1"/>
                </a:solidFill>
                <a:round/>
                <a:headEnd/>
                <a:tailEnd/>
              </a:ln>
            </p:spPr>
            <p:txBody>
              <a:bodyPr/>
              <a:lstStyle/>
              <a:p>
                <a:endParaRPr lang="en-US"/>
              </a:p>
            </p:txBody>
          </p:sp>
          <p:sp>
            <p:nvSpPr>
              <p:cNvPr id="56520" name="Oval 1302"/>
              <p:cNvSpPr>
                <a:spLocks noChangeArrowheads="1"/>
              </p:cNvSpPr>
              <p:nvPr/>
            </p:nvSpPr>
            <p:spPr bwMode="auto">
              <a:xfrm>
                <a:off x="1920" y="2658"/>
                <a:ext cx="32" cy="32"/>
              </a:xfrm>
              <a:prstGeom prst="ellipse">
                <a:avLst/>
              </a:prstGeom>
              <a:solidFill>
                <a:schemeClr val="tx1"/>
              </a:solidFill>
              <a:ln w="25400">
                <a:solidFill>
                  <a:schemeClr val="tx1"/>
                </a:solidFill>
                <a:round/>
                <a:headEnd/>
                <a:tailEnd/>
              </a:ln>
            </p:spPr>
            <p:txBody>
              <a:bodyPr/>
              <a:lstStyle/>
              <a:p>
                <a:endParaRPr lang="en-US"/>
              </a:p>
            </p:txBody>
          </p:sp>
          <p:sp>
            <p:nvSpPr>
              <p:cNvPr id="56521" name="Oval 1303"/>
              <p:cNvSpPr>
                <a:spLocks noChangeArrowheads="1"/>
              </p:cNvSpPr>
              <p:nvPr/>
            </p:nvSpPr>
            <p:spPr bwMode="auto">
              <a:xfrm>
                <a:off x="1912" y="2961"/>
                <a:ext cx="32" cy="40"/>
              </a:xfrm>
              <a:prstGeom prst="ellipse">
                <a:avLst/>
              </a:prstGeom>
              <a:solidFill>
                <a:schemeClr val="tx1"/>
              </a:solidFill>
              <a:ln w="9525">
                <a:solidFill>
                  <a:schemeClr val="tx1"/>
                </a:solidFill>
                <a:round/>
                <a:headEnd/>
                <a:tailEnd/>
              </a:ln>
            </p:spPr>
            <p:txBody>
              <a:bodyPr/>
              <a:lstStyle/>
              <a:p>
                <a:endParaRPr lang="en-US"/>
              </a:p>
            </p:txBody>
          </p:sp>
          <p:sp>
            <p:nvSpPr>
              <p:cNvPr id="56522" name="Oval 1304"/>
              <p:cNvSpPr>
                <a:spLocks noChangeArrowheads="1"/>
              </p:cNvSpPr>
              <p:nvPr/>
            </p:nvSpPr>
            <p:spPr bwMode="auto">
              <a:xfrm>
                <a:off x="1912" y="2961"/>
                <a:ext cx="32" cy="40"/>
              </a:xfrm>
              <a:prstGeom prst="ellipse">
                <a:avLst/>
              </a:prstGeom>
              <a:solidFill>
                <a:schemeClr val="tx1"/>
              </a:solidFill>
              <a:ln w="25400">
                <a:solidFill>
                  <a:schemeClr val="tx1"/>
                </a:solidFill>
                <a:round/>
                <a:headEnd/>
                <a:tailEnd/>
              </a:ln>
            </p:spPr>
            <p:txBody>
              <a:bodyPr/>
              <a:lstStyle/>
              <a:p>
                <a:endParaRPr lang="en-US"/>
              </a:p>
            </p:txBody>
          </p:sp>
        </p:grpSp>
        <p:grpSp>
          <p:nvGrpSpPr>
            <p:cNvPr id="55330" name="Group 1305"/>
            <p:cNvGrpSpPr>
              <a:grpSpLocks/>
            </p:cNvGrpSpPr>
            <p:nvPr/>
          </p:nvGrpSpPr>
          <p:grpSpPr bwMode="auto">
            <a:xfrm>
              <a:off x="2375" y="1749"/>
              <a:ext cx="40" cy="1252"/>
              <a:chOff x="2375" y="1749"/>
              <a:chExt cx="40" cy="1252"/>
            </a:xfrm>
          </p:grpSpPr>
          <p:sp>
            <p:nvSpPr>
              <p:cNvPr id="56503" name="Oval 1306"/>
              <p:cNvSpPr>
                <a:spLocks noChangeArrowheads="1"/>
              </p:cNvSpPr>
              <p:nvPr/>
            </p:nvSpPr>
            <p:spPr bwMode="auto">
              <a:xfrm>
                <a:off x="2375" y="1749"/>
                <a:ext cx="32" cy="32"/>
              </a:xfrm>
              <a:prstGeom prst="ellipse">
                <a:avLst/>
              </a:prstGeom>
              <a:solidFill>
                <a:schemeClr val="tx1"/>
              </a:solidFill>
              <a:ln w="9525">
                <a:solidFill>
                  <a:schemeClr val="tx1"/>
                </a:solidFill>
                <a:round/>
                <a:headEnd/>
                <a:tailEnd/>
              </a:ln>
            </p:spPr>
            <p:txBody>
              <a:bodyPr/>
              <a:lstStyle/>
              <a:p>
                <a:endParaRPr lang="en-US"/>
              </a:p>
            </p:txBody>
          </p:sp>
          <p:sp>
            <p:nvSpPr>
              <p:cNvPr id="56504" name="Oval 1307"/>
              <p:cNvSpPr>
                <a:spLocks noChangeArrowheads="1"/>
              </p:cNvSpPr>
              <p:nvPr/>
            </p:nvSpPr>
            <p:spPr bwMode="auto">
              <a:xfrm>
                <a:off x="2375" y="1749"/>
                <a:ext cx="32" cy="32"/>
              </a:xfrm>
              <a:prstGeom prst="ellipse">
                <a:avLst/>
              </a:prstGeom>
              <a:solidFill>
                <a:schemeClr val="tx1"/>
              </a:solidFill>
              <a:ln w="25400">
                <a:solidFill>
                  <a:schemeClr val="tx1"/>
                </a:solidFill>
                <a:round/>
                <a:headEnd/>
                <a:tailEnd/>
              </a:ln>
            </p:spPr>
            <p:txBody>
              <a:bodyPr/>
              <a:lstStyle/>
              <a:p>
                <a:endParaRPr lang="en-US"/>
              </a:p>
            </p:txBody>
          </p:sp>
          <p:sp>
            <p:nvSpPr>
              <p:cNvPr id="56505" name="Oval 1308"/>
              <p:cNvSpPr>
                <a:spLocks noChangeArrowheads="1"/>
              </p:cNvSpPr>
              <p:nvPr/>
            </p:nvSpPr>
            <p:spPr bwMode="auto">
              <a:xfrm>
                <a:off x="2383" y="2052"/>
                <a:ext cx="32" cy="32"/>
              </a:xfrm>
              <a:prstGeom prst="ellipse">
                <a:avLst/>
              </a:prstGeom>
              <a:solidFill>
                <a:schemeClr val="tx1"/>
              </a:solidFill>
              <a:ln w="9525">
                <a:solidFill>
                  <a:schemeClr val="tx1"/>
                </a:solidFill>
                <a:round/>
                <a:headEnd/>
                <a:tailEnd/>
              </a:ln>
            </p:spPr>
            <p:txBody>
              <a:bodyPr/>
              <a:lstStyle/>
              <a:p>
                <a:endParaRPr lang="en-US"/>
              </a:p>
            </p:txBody>
          </p:sp>
          <p:sp>
            <p:nvSpPr>
              <p:cNvPr id="56506" name="Oval 1309"/>
              <p:cNvSpPr>
                <a:spLocks noChangeArrowheads="1"/>
              </p:cNvSpPr>
              <p:nvPr/>
            </p:nvSpPr>
            <p:spPr bwMode="auto">
              <a:xfrm>
                <a:off x="2383" y="2052"/>
                <a:ext cx="32" cy="32"/>
              </a:xfrm>
              <a:prstGeom prst="ellipse">
                <a:avLst/>
              </a:prstGeom>
              <a:solidFill>
                <a:schemeClr val="tx1"/>
              </a:solidFill>
              <a:ln w="25400">
                <a:solidFill>
                  <a:schemeClr val="tx1"/>
                </a:solidFill>
                <a:round/>
                <a:headEnd/>
                <a:tailEnd/>
              </a:ln>
            </p:spPr>
            <p:txBody>
              <a:bodyPr/>
              <a:lstStyle/>
              <a:p>
                <a:endParaRPr lang="en-US"/>
              </a:p>
            </p:txBody>
          </p:sp>
          <p:sp>
            <p:nvSpPr>
              <p:cNvPr id="56507" name="Oval 1310"/>
              <p:cNvSpPr>
                <a:spLocks noChangeArrowheads="1"/>
              </p:cNvSpPr>
              <p:nvPr/>
            </p:nvSpPr>
            <p:spPr bwMode="auto">
              <a:xfrm>
                <a:off x="2383" y="2355"/>
                <a:ext cx="32" cy="32"/>
              </a:xfrm>
              <a:prstGeom prst="ellipse">
                <a:avLst/>
              </a:prstGeom>
              <a:solidFill>
                <a:schemeClr val="tx1"/>
              </a:solidFill>
              <a:ln w="9525">
                <a:solidFill>
                  <a:schemeClr val="tx1"/>
                </a:solidFill>
                <a:round/>
                <a:headEnd/>
                <a:tailEnd/>
              </a:ln>
            </p:spPr>
            <p:txBody>
              <a:bodyPr/>
              <a:lstStyle/>
              <a:p>
                <a:endParaRPr lang="en-US"/>
              </a:p>
            </p:txBody>
          </p:sp>
          <p:sp>
            <p:nvSpPr>
              <p:cNvPr id="56508" name="Oval 1311"/>
              <p:cNvSpPr>
                <a:spLocks noChangeArrowheads="1"/>
              </p:cNvSpPr>
              <p:nvPr/>
            </p:nvSpPr>
            <p:spPr bwMode="auto">
              <a:xfrm>
                <a:off x="2383" y="2355"/>
                <a:ext cx="32" cy="32"/>
              </a:xfrm>
              <a:prstGeom prst="ellipse">
                <a:avLst/>
              </a:prstGeom>
              <a:solidFill>
                <a:schemeClr val="tx1"/>
              </a:solidFill>
              <a:ln w="25400">
                <a:solidFill>
                  <a:schemeClr val="tx1"/>
                </a:solidFill>
                <a:round/>
                <a:headEnd/>
                <a:tailEnd/>
              </a:ln>
            </p:spPr>
            <p:txBody>
              <a:bodyPr/>
              <a:lstStyle/>
              <a:p>
                <a:endParaRPr lang="en-US"/>
              </a:p>
            </p:txBody>
          </p:sp>
          <p:sp>
            <p:nvSpPr>
              <p:cNvPr id="56509" name="Oval 1312"/>
              <p:cNvSpPr>
                <a:spLocks noChangeArrowheads="1"/>
              </p:cNvSpPr>
              <p:nvPr/>
            </p:nvSpPr>
            <p:spPr bwMode="auto">
              <a:xfrm>
                <a:off x="2375" y="2658"/>
                <a:ext cx="32" cy="40"/>
              </a:xfrm>
              <a:prstGeom prst="ellipse">
                <a:avLst/>
              </a:prstGeom>
              <a:solidFill>
                <a:schemeClr val="tx1"/>
              </a:solidFill>
              <a:ln w="9525">
                <a:solidFill>
                  <a:schemeClr val="tx1"/>
                </a:solidFill>
                <a:round/>
                <a:headEnd/>
                <a:tailEnd/>
              </a:ln>
            </p:spPr>
            <p:txBody>
              <a:bodyPr/>
              <a:lstStyle/>
              <a:p>
                <a:endParaRPr lang="en-US"/>
              </a:p>
            </p:txBody>
          </p:sp>
          <p:sp>
            <p:nvSpPr>
              <p:cNvPr id="56510" name="Oval 1313"/>
              <p:cNvSpPr>
                <a:spLocks noChangeArrowheads="1"/>
              </p:cNvSpPr>
              <p:nvPr/>
            </p:nvSpPr>
            <p:spPr bwMode="auto">
              <a:xfrm>
                <a:off x="2375" y="2658"/>
                <a:ext cx="32" cy="40"/>
              </a:xfrm>
              <a:prstGeom prst="ellipse">
                <a:avLst/>
              </a:prstGeom>
              <a:solidFill>
                <a:schemeClr val="tx1"/>
              </a:solidFill>
              <a:ln w="25400">
                <a:solidFill>
                  <a:schemeClr val="tx1"/>
                </a:solidFill>
                <a:round/>
                <a:headEnd/>
                <a:tailEnd/>
              </a:ln>
            </p:spPr>
            <p:txBody>
              <a:bodyPr/>
              <a:lstStyle/>
              <a:p>
                <a:endParaRPr lang="en-US"/>
              </a:p>
            </p:txBody>
          </p:sp>
          <p:sp>
            <p:nvSpPr>
              <p:cNvPr id="56511" name="Oval 1314"/>
              <p:cNvSpPr>
                <a:spLocks noChangeArrowheads="1"/>
              </p:cNvSpPr>
              <p:nvPr/>
            </p:nvSpPr>
            <p:spPr bwMode="auto">
              <a:xfrm>
                <a:off x="2375" y="2969"/>
                <a:ext cx="32" cy="32"/>
              </a:xfrm>
              <a:prstGeom prst="ellipse">
                <a:avLst/>
              </a:prstGeom>
              <a:solidFill>
                <a:schemeClr val="tx1"/>
              </a:solidFill>
              <a:ln w="9525">
                <a:solidFill>
                  <a:schemeClr val="tx1"/>
                </a:solidFill>
                <a:round/>
                <a:headEnd/>
                <a:tailEnd/>
              </a:ln>
            </p:spPr>
            <p:txBody>
              <a:bodyPr/>
              <a:lstStyle/>
              <a:p>
                <a:endParaRPr lang="en-US"/>
              </a:p>
            </p:txBody>
          </p:sp>
          <p:sp>
            <p:nvSpPr>
              <p:cNvPr id="56512" name="Oval 1315"/>
              <p:cNvSpPr>
                <a:spLocks noChangeArrowheads="1"/>
              </p:cNvSpPr>
              <p:nvPr/>
            </p:nvSpPr>
            <p:spPr bwMode="auto">
              <a:xfrm>
                <a:off x="2375" y="2969"/>
                <a:ext cx="32" cy="32"/>
              </a:xfrm>
              <a:prstGeom prst="ellipse">
                <a:avLst/>
              </a:prstGeom>
              <a:solidFill>
                <a:schemeClr val="tx1"/>
              </a:solidFill>
              <a:ln w="25400">
                <a:solidFill>
                  <a:schemeClr val="tx1"/>
                </a:solidFill>
                <a:round/>
                <a:headEnd/>
                <a:tailEnd/>
              </a:ln>
            </p:spPr>
            <p:txBody>
              <a:bodyPr/>
              <a:lstStyle/>
              <a:p>
                <a:endParaRPr lang="en-US"/>
              </a:p>
            </p:txBody>
          </p:sp>
        </p:grpSp>
        <p:grpSp>
          <p:nvGrpSpPr>
            <p:cNvPr id="55331" name="Group 1316"/>
            <p:cNvGrpSpPr>
              <a:grpSpLocks/>
            </p:cNvGrpSpPr>
            <p:nvPr/>
          </p:nvGrpSpPr>
          <p:grpSpPr bwMode="auto">
            <a:xfrm>
              <a:off x="1489" y="2076"/>
              <a:ext cx="431" cy="284"/>
              <a:chOff x="1489" y="2076"/>
              <a:chExt cx="431" cy="284"/>
            </a:xfrm>
          </p:grpSpPr>
          <p:sp>
            <p:nvSpPr>
              <p:cNvPr id="56501" name="Freeform 1317"/>
              <p:cNvSpPr>
                <a:spLocks/>
              </p:cNvSpPr>
              <p:nvPr/>
            </p:nvSpPr>
            <p:spPr bwMode="auto">
              <a:xfrm>
                <a:off x="1784" y="2076"/>
                <a:ext cx="136" cy="96"/>
              </a:xfrm>
              <a:custGeom>
                <a:avLst/>
                <a:gdLst>
                  <a:gd name="T0" fmla="*/ 136 w 136"/>
                  <a:gd name="T1" fmla="*/ 0 h 96"/>
                  <a:gd name="T2" fmla="*/ 40 w 136"/>
                  <a:gd name="T3" fmla="*/ 96 h 96"/>
                  <a:gd name="T4" fmla="*/ 24 w 136"/>
                  <a:gd name="T5" fmla="*/ 72 h 96"/>
                  <a:gd name="T6" fmla="*/ 0 w 136"/>
                  <a:gd name="T7" fmla="*/ 40 h 96"/>
                  <a:gd name="T8" fmla="*/ 136 w 136"/>
                  <a:gd name="T9" fmla="*/ 0 h 9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 h="96">
                    <a:moveTo>
                      <a:pt x="136" y="0"/>
                    </a:moveTo>
                    <a:lnTo>
                      <a:pt x="40" y="96"/>
                    </a:lnTo>
                    <a:lnTo>
                      <a:pt x="24" y="72"/>
                    </a:lnTo>
                    <a:lnTo>
                      <a:pt x="0" y="40"/>
                    </a:lnTo>
                    <a:lnTo>
                      <a:pt x="136" y="0"/>
                    </a:lnTo>
                    <a:close/>
                  </a:path>
                </a:pathLst>
              </a:custGeom>
              <a:solidFill>
                <a:schemeClr val="tx1"/>
              </a:solidFill>
              <a:ln w="9525">
                <a:solidFill>
                  <a:schemeClr val="tx1"/>
                </a:solidFill>
                <a:round/>
                <a:headEnd/>
                <a:tailEnd/>
              </a:ln>
            </p:spPr>
            <p:txBody>
              <a:bodyPr/>
              <a:lstStyle/>
              <a:p>
                <a:endParaRPr lang="en-US"/>
              </a:p>
            </p:txBody>
          </p:sp>
          <p:sp>
            <p:nvSpPr>
              <p:cNvPr id="56502" name="Line 1318"/>
              <p:cNvSpPr>
                <a:spLocks noChangeShapeType="1"/>
              </p:cNvSpPr>
              <p:nvPr/>
            </p:nvSpPr>
            <p:spPr bwMode="auto">
              <a:xfrm flipV="1">
                <a:off x="1489" y="2143"/>
                <a:ext cx="327" cy="217"/>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332" name="Group 1319"/>
            <p:cNvGrpSpPr>
              <a:grpSpLocks/>
            </p:cNvGrpSpPr>
            <p:nvPr/>
          </p:nvGrpSpPr>
          <p:grpSpPr bwMode="auto">
            <a:xfrm>
              <a:off x="1489" y="1733"/>
              <a:ext cx="423" cy="56"/>
              <a:chOff x="1489" y="1733"/>
              <a:chExt cx="423" cy="56"/>
            </a:xfrm>
          </p:grpSpPr>
          <p:sp>
            <p:nvSpPr>
              <p:cNvPr id="56493" name="Freeform 1320"/>
              <p:cNvSpPr>
                <a:spLocks/>
              </p:cNvSpPr>
              <p:nvPr/>
            </p:nvSpPr>
            <p:spPr bwMode="auto">
              <a:xfrm>
                <a:off x="1792" y="1733"/>
                <a:ext cx="120" cy="56"/>
              </a:xfrm>
              <a:custGeom>
                <a:avLst/>
                <a:gdLst>
                  <a:gd name="T0" fmla="*/ 120 w 120"/>
                  <a:gd name="T1" fmla="*/ 24 h 56"/>
                  <a:gd name="T2" fmla="*/ 0 w 120"/>
                  <a:gd name="T3" fmla="*/ 56 h 56"/>
                  <a:gd name="T4" fmla="*/ 0 w 120"/>
                  <a:gd name="T5" fmla="*/ 24 h 56"/>
                  <a:gd name="T6" fmla="*/ 0 w 120"/>
                  <a:gd name="T7" fmla="*/ 0 h 56"/>
                  <a:gd name="T8" fmla="*/ 120 w 120"/>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 h="56">
                    <a:moveTo>
                      <a:pt x="120" y="24"/>
                    </a:moveTo>
                    <a:lnTo>
                      <a:pt x="0" y="56"/>
                    </a:lnTo>
                    <a:lnTo>
                      <a:pt x="0" y="24"/>
                    </a:lnTo>
                    <a:lnTo>
                      <a:pt x="0" y="0"/>
                    </a:lnTo>
                    <a:lnTo>
                      <a:pt x="120" y="24"/>
                    </a:lnTo>
                    <a:close/>
                  </a:path>
                </a:pathLst>
              </a:custGeom>
              <a:solidFill>
                <a:schemeClr val="tx1"/>
              </a:solidFill>
              <a:ln w="9525">
                <a:solidFill>
                  <a:schemeClr val="tx1"/>
                </a:solidFill>
                <a:round/>
                <a:headEnd/>
                <a:tailEnd/>
              </a:ln>
            </p:spPr>
            <p:txBody>
              <a:bodyPr/>
              <a:lstStyle/>
              <a:p>
                <a:endParaRPr lang="en-US"/>
              </a:p>
            </p:txBody>
          </p:sp>
          <p:grpSp>
            <p:nvGrpSpPr>
              <p:cNvPr id="56494" name="Group 1321"/>
              <p:cNvGrpSpPr>
                <a:grpSpLocks/>
              </p:cNvGrpSpPr>
              <p:nvPr/>
            </p:nvGrpSpPr>
            <p:grpSpPr bwMode="auto">
              <a:xfrm>
                <a:off x="1489" y="1757"/>
                <a:ext cx="295" cy="1"/>
                <a:chOff x="1489" y="1757"/>
                <a:chExt cx="295" cy="1"/>
              </a:xfrm>
            </p:grpSpPr>
            <p:sp>
              <p:nvSpPr>
                <p:cNvPr id="56495" name="Line 1322"/>
                <p:cNvSpPr>
                  <a:spLocks noChangeShapeType="1"/>
                </p:cNvSpPr>
                <p:nvPr/>
              </p:nvSpPr>
              <p:spPr bwMode="auto">
                <a:xfrm>
                  <a:off x="1489"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96" name="Line 1323"/>
                <p:cNvSpPr>
                  <a:spLocks noChangeShapeType="1"/>
                </p:cNvSpPr>
                <p:nvPr/>
              </p:nvSpPr>
              <p:spPr bwMode="auto">
                <a:xfrm>
                  <a:off x="1544"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97" name="Line 1324"/>
                <p:cNvSpPr>
                  <a:spLocks noChangeShapeType="1"/>
                </p:cNvSpPr>
                <p:nvPr/>
              </p:nvSpPr>
              <p:spPr bwMode="auto">
                <a:xfrm>
                  <a:off x="1600"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98" name="Line 1325"/>
                <p:cNvSpPr>
                  <a:spLocks noChangeShapeType="1"/>
                </p:cNvSpPr>
                <p:nvPr/>
              </p:nvSpPr>
              <p:spPr bwMode="auto">
                <a:xfrm>
                  <a:off x="1656"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99" name="Line 1326"/>
                <p:cNvSpPr>
                  <a:spLocks noChangeShapeType="1"/>
                </p:cNvSpPr>
                <p:nvPr/>
              </p:nvSpPr>
              <p:spPr bwMode="auto">
                <a:xfrm>
                  <a:off x="1712"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500" name="Line 1327"/>
                <p:cNvSpPr>
                  <a:spLocks noChangeShapeType="1"/>
                </p:cNvSpPr>
                <p:nvPr/>
              </p:nvSpPr>
              <p:spPr bwMode="auto">
                <a:xfrm>
                  <a:off x="1768" y="1757"/>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333" name="Group 1328"/>
            <p:cNvGrpSpPr>
              <a:grpSpLocks/>
            </p:cNvGrpSpPr>
            <p:nvPr/>
          </p:nvGrpSpPr>
          <p:grpSpPr bwMode="auto">
            <a:xfrm>
              <a:off x="1952" y="1725"/>
              <a:ext cx="415" cy="56"/>
              <a:chOff x="1952" y="1725"/>
              <a:chExt cx="415" cy="56"/>
            </a:xfrm>
          </p:grpSpPr>
          <p:sp>
            <p:nvSpPr>
              <p:cNvPr id="56485" name="Freeform 1329"/>
              <p:cNvSpPr>
                <a:spLocks/>
              </p:cNvSpPr>
              <p:nvPr/>
            </p:nvSpPr>
            <p:spPr bwMode="auto">
              <a:xfrm>
                <a:off x="2255" y="1725"/>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chemeClr val="tx1"/>
              </a:solidFill>
              <a:ln w="9525">
                <a:solidFill>
                  <a:schemeClr val="tx1"/>
                </a:solidFill>
                <a:round/>
                <a:headEnd/>
                <a:tailEnd/>
              </a:ln>
            </p:spPr>
            <p:txBody>
              <a:bodyPr/>
              <a:lstStyle/>
              <a:p>
                <a:endParaRPr lang="en-US"/>
              </a:p>
            </p:txBody>
          </p:sp>
          <p:grpSp>
            <p:nvGrpSpPr>
              <p:cNvPr id="56486" name="Group 1330"/>
              <p:cNvGrpSpPr>
                <a:grpSpLocks/>
              </p:cNvGrpSpPr>
              <p:nvPr/>
            </p:nvGrpSpPr>
            <p:grpSpPr bwMode="auto">
              <a:xfrm>
                <a:off x="1952" y="1757"/>
                <a:ext cx="295" cy="1"/>
                <a:chOff x="1952" y="1757"/>
                <a:chExt cx="295" cy="1"/>
              </a:xfrm>
            </p:grpSpPr>
            <p:sp>
              <p:nvSpPr>
                <p:cNvPr id="56487" name="Line 1331"/>
                <p:cNvSpPr>
                  <a:spLocks noChangeShapeType="1"/>
                </p:cNvSpPr>
                <p:nvPr/>
              </p:nvSpPr>
              <p:spPr bwMode="auto">
                <a:xfrm>
                  <a:off x="1952"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88" name="Line 1332"/>
                <p:cNvSpPr>
                  <a:spLocks noChangeShapeType="1"/>
                </p:cNvSpPr>
                <p:nvPr/>
              </p:nvSpPr>
              <p:spPr bwMode="auto">
                <a:xfrm>
                  <a:off x="2008" y="1757"/>
                  <a:ext cx="23"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89" name="Line 1333"/>
                <p:cNvSpPr>
                  <a:spLocks noChangeShapeType="1"/>
                </p:cNvSpPr>
                <p:nvPr/>
              </p:nvSpPr>
              <p:spPr bwMode="auto">
                <a:xfrm>
                  <a:off x="2063"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90" name="Line 1334"/>
                <p:cNvSpPr>
                  <a:spLocks noChangeShapeType="1"/>
                </p:cNvSpPr>
                <p:nvPr/>
              </p:nvSpPr>
              <p:spPr bwMode="auto">
                <a:xfrm>
                  <a:off x="2119"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91" name="Line 1335"/>
                <p:cNvSpPr>
                  <a:spLocks noChangeShapeType="1"/>
                </p:cNvSpPr>
                <p:nvPr/>
              </p:nvSpPr>
              <p:spPr bwMode="auto">
                <a:xfrm>
                  <a:off x="2175"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92" name="Line 1336"/>
                <p:cNvSpPr>
                  <a:spLocks noChangeShapeType="1"/>
                </p:cNvSpPr>
                <p:nvPr/>
              </p:nvSpPr>
              <p:spPr bwMode="auto">
                <a:xfrm>
                  <a:off x="2231" y="1757"/>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334" name="Group 1337"/>
            <p:cNvGrpSpPr>
              <a:grpSpLocks/>
            </p:cNvGrpSpPr>
            <p:nvPr/>
          </p:nvGrpSpPr>
          <p:grpSpPr bwMode="auto">
            <a:xfrm>
              <a:off x="1497" y="2036"/>
              <a:ext cx="415" cy="56"/>
              <a:chOff x="1497" y="2036"/>
              <a:chExt cx="415" cy="56"/>
            </a:xfrm>
          </p:grpSpPr>
          <p:sp>
            <p:nvSpPr>
              <p:cNvPr id="56477" name="Freeform 1338"/>
              <p:cNvSpPr>
                <a:spLocks/>
              </p:cNvSpPr>
              <p:nvPr/>
            </p:nvSpPr>
            <p:spPr bwMode="auto">
              <a:xfrm>
                <a:off x="1800"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chemeClr val="tx1"/>
              </a:solidFill>
              <a:ln w="9525">
                <a:solidFill>
                  <a:schemeClr val="tx1"/>
                </a:solidFill>
                <a:round/>
                <a:headEnd/>
                <a:tailEnd/>
              </a:ln>
            </p:spPr>
            <p:txBody>
              <a:bodyPr/>
              <a:lstStyle/>
              <a:p>
                <a:endParaRPr lang="en-US"/>
              </a:p>
            </p:txBody>
          </p:sp>
          <p:grpSp>
            <p:nvGrpSpPr>
              <p:cNvPr id="56478" name="Group 1339"/>
              <p:cNvGrpSpPr>
                <a:grpSpLocks/>
              </p:cNvGrpSpPr>
              <p:nvPr/>
            </p:nvGrpSpPr>
            <p:grpSpPr bwMode="auto">
              <a:xfrm>
                <a:off x="1497" y="2068"/>
                <a:ext cx="295" cy="1"/>
                <a:chOff x="1497" y="2068"/>
                <a:chExt cx="295" cy="1"/>
              </a:xfrm>
            </p:grpSpPr>
            <p:sp>
              <p:nvSpPr>
                <p:cNvPr id="56479" name="Line 1340"/>
                <p:cNvSpPr>
                  <a:spLocks noChangeShapeType="1"/>
                </p:cNvSpPr>
                <p:nvPr/>
              </p:nvSpPr>
              <p:spPr bwMode="auto">
                <a:xfrm>
                  <a:off x="1497" y="2068"/>
                  <a:ext cx="23"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80" name="Line 1341"/>
                <p:cNvSpPr>
                  <a:spLocks noChangeShapeType="1"/>
                </p:cNvSpPr>
                <p:nvPr/>
              </p:nvSpPr>
              <p:spPr bwMode="auto">
                <a:xfrm>
                  <a:off x="1552"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81" name="Line 1342"/>
                <p:cNvSpPr>
                  <a:spLocks noChangeShapeType="1"/>
                </p:cNvSpPr>
                <p:nvPr/>
              </p:nvSpPr>
              <p:spPr bwMode="auto">
                <a:xfrm>
                  <a:off x="1608"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82" name="Line 1343"/>
                <p:cNvSpPr>
                  <a:spLocks noChangeShapeType="1"/>
                </p:cNvSpPr>
                <p:nvPr/>
              </p:nvSpPr>
              <p:spPr bwMode="auto">
                <a:xfrm>
                  <a:off x="1664"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83" name="Line 1344"/>
                <p:cNvSpPr>
                  <a:spLocks noChangeShapeType="1"/>
                </p:cNvSpPr>
                <p:nvPr/>
              </p:nvSpPr>
              <p:spPr bwMode="auto">
                <a:xfrm>
                  <a:off x="1720"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84" name="Line 1345"/>
                <p:cNvSpPr>
                  <a:spLocks noChangeShapeType="1"/>
                </p:cNvSpPr>
                <p:nvPr/>
              </p:nvSpPr>
              <p:spPr bwMode="auto">
                <a:xfrm>
                  <a:off x="1776" y="2068"/>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335" name="Group 1346"/>
            <p:cNvGrpSpPr>
              <a:grpSpLocks/>
            </p:cNvGrpSpPr>
            <p:nvPr/>
          </p:nvGrpSpPr>
          <p:grpSpPr bwMode="auto">
            <a:xfrm>
              <a:off x="1960" y="2036"/>
              <a:ext cx="423" cy="56"/>
              <a:chOff x="1960" y="2036"/>
              <a:chExt cx="423" cy="56"/>
            </a:xfrm>
          </p:grpSpPr>
          <p:sp>
            <p:nvSpPr>
              <p:cNvPr id="56469" name="Freeform 1347"/>
              <p:cNvSpPr>
                <a:spLocks/>
              </p:cNvSpPr>
              <p:nvPr/>
            </p:nvSpPr>
            <p:spPr bwMode="auto">
              <a:xfrm>
                <a:off x="2271"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chemeClr val="tx1"/>
              </a:solidFill>
              <a:ln w="9525">
                <a:solidFill>
                  <a:schemeClr val="tx1"/>
                </a:solidFill>
                <a:round/>
                <a:headEnd/>
                <a:tailEnd/>
              </a:ln>
            </p:spPr>
            <p:txBody>
              <a:bodyPr/>
              <a:lstStyle/>
              <a:p>
                <a:endParaRPr lang="en-US"/>
              </a:p>
            </p:txBody>
          </p:sp>
          <p:grpSp>
            <p:nvGrpSpPr>
              <p:cNvPr id="56470" name="Group 1348"/>
              <p:cNvGrpSpPr>
                <a:grpSpLocks/>
              </p:cNvGrpSpPr>
              <p:nvPr/>
            </p:nvGrpSpPr>
            <p:grpSpPr bwMode="auto">
              <a:xfrm>
                <a:off x="1960" y="2068"/>
                <a:ext cx="303" cy="1"/>
                <a:chOff x="1960" y="2068"/>
                <a:chExt cx="303" cy="1"/>
              </a:xfrm>
            </p:grpSpPr>
            <p:sp>
              <p:nvSpPr>
                <p:cNvPr id="56471" name="Line 1349"/>
                <p:cNvSpPr>
                  <a:spLocks noChangeShapeType="1"/>
                </p:cNvSpPr>
                <p:nvPr/>
              </p:nvSpPr>
              <p:spPr bwMode="auto">
                <a:xfrm>
                  <a:off x="1960"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72" name="Line 1350"/>
                <p:cNvSpPr>
                  <a:spLocks noChangeShapeType="1"/>
                </p:cNvSpPr>
                <p:nvPr/>
              </p:nvSpPr>
              <p:spPr bwMode="auto">
                <a:xfrm>
                  <a:off x="2015"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73" name="Line 1351"/>
                <p:cNvSpPr>
                  <a:spLocks noChangeShapeType="1"/>
                </p:cNvSpPr>
                <p:nvPr/>
              </p:nvSpPr>
              <p:spPr bwMode="auto">
                <a:xfrm>
                  <a:off x="2071"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74" name="Line 1352"/>
                <p:cNvSpPr>
                  <a:spLocks noChangeShapeType="1"/>
                </p:cNvSpPr>
                <p:nvPr/>
              </p:nvSpPr>
              <p:spPr bwMode="auto">
                <a:xfrm>
                  <a:off x="2127"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75" name="Line 1353"/>
                <p:cNvSpPr>
                  <a:spLocks noChangeShapeType="1"/>
                </p:cNvSpPr>
                <p:nvPr/>
              </p:nvSpPr>
              <p:spPr bwMode="auto">
                <a:xfrm>
                  <a:off x="2183"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76" name="Line 1354"/>
                <p:cNvSpPr>
                  <a:spLocks noChangeShapeType="1"/>
                </p:cNvSpPr>
                <p:nvPr/>
              </p:nvSpPr>
              <p:spPr bwMode="auto">
                <a:xfrm>
                  <a:off x="2239"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336" name="Group 1355"/>
            <p:cNvGrpSpPr>
              <a:grpSpLocks/>
            </p:cNvGrpSpPr>
            <p:nvPr/>
          </p:nvGrpSpPr>
          <p:grpSpPr bwMode="auto">
            <a:xfrm>
              <a:off x="2431" y="2036"/>
              <a:ext cx="415" cy="56"/>
              <a:chOff x="2431" y="2036"/>
              <a:chExt cx="415" cy="56"/>
            </a:xfrm>
          </p:grpSpPr>
          <p:sp>
            <p:nvSpPr>
              <p:cNvPr id="56461" name="Freeform 1356"/>
              <p:cNvSpPr>
                <a:spLocks/>
              </p:cNvSpPr>
              <p:nvPr/>
            </p:nvSpPr>
            <p:spPr bwMode="auto">
              <a:xfrm>
                <a:off x="2734"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chemeClr val="tx1"/>
              </a:solidFill>
              <a:ln w="9525">
                <a:solidFill>
                  <a:schemeClr val="tx1"/>
                </a:solidFill>
                <a:round/>
                <a:headEnd/>
                <a:tailEnd/>
              </a:ln>
            </p:spPr>
            <p:txBody>
              <a:bodyPr/>
              <a:lstStyle/>
              <a:p>
                <a:endParaRPr lang="en-US"/>
              </a:p>
            </p:txBody>
          </p:sp>
          <p:grpSp>
            <p:nvGrpSpPr>
              <p:cNvPr id="56462" name="Group 1357"/>
              <p:cNvGrpSpPr>
                <a:grpSpLocks/>
              </p:cNvGrpSpPr>
              <p:nvPr/>
            </p:nvGrpSpPr>
            <p:grpSpPr bwMode="auto">
              <a:xfrm>
                <a:off x="2431" y="2068"/>
                <a:ext cx="295" cy="1"/>
                <a:chOff x="2431" y="2068"/>
                <a:chExt cx="295" cy="1"/>
              </a:xfrm>
            </p:grpSpPr>
            <p:sp>
              <p:nvSpPr>
                <p:cNvPr id="56463" name="Line 1358"/>
                <p:cNvSpPr>
                  <a:spLocks noChangeShapeType="1"/>
                </p:cNvSpPr>
                <p:nvPr/>
              </p:nvSpPr>
              <p:spPr bwMode="auto">
                <a:xfrm>
                  <a:off x="2431"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64" name="Line 1359"/>
                <p:cNvSpPr>
                  <a:spLocks noChangeShapeType="1"/>
                </p:cNvSpPr>
                <p:nvPr/>
              </p:nvSpPr>
              <p:spPr bwMode="auto">
                <a:xfrm>
                  <a:off x="2487"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65" name="Line 1360"/>
                <p:cNvSpPr>
                  <a:spLocks noChangeShapeType="1"/>
                </p:cNvSpPr>
                <p:nvPr/>
              </p:nvSpPr>
              <p:spPr bwMode="auto">
                <a:xfrm>
                  <a:off x="2542"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66" name="Line 1361"/>
                <p:cNvSpPr>
                  <a:spLocks noChangeShapeType="1"/>
                </p:cNvSpPr>
                <p:nvPr/>
              </p:nvSpPr>
              <p:spPr bwMode="auto">
                <a:xfrm>
                  <a:off x="2598"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67" name="Line 1362"/>
                <p:cNvSpPr>
                  <a:spLocks noChangeShapeType="1"/>
                </p:cNvSpPr>
                <p:nvPr/>
              </p:nvSpPr>
              <p:spPr bwMode="auto">
                <a:xfrm>
                  <a:off x="2654"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68" name="Line 1363"/>
                <p:cNvSpPr>
                  <a:spLocks noChangeShapeType="1"/>
                </p:cNvSpPr>
                <p:nvPr/>
              </p:nvSpPr>
              <p:spPr bwMode="auto">
                <a:xfrm>
                  <a:off x="2710" y="2068"/>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337" name="Group 1364"/>
            <p:cNvGrpSpPr>
              <a:grpSpLocks/>
            </p:cNvGrpSpPr>
            <p:nvPr/>
          </p:nvGrpSpPr>
          <p:grpSpPr bwMode="auto">
            <a:xfrm>
              <a:off x="2423" y="2347"/>
              <a:ext cx="415" cy="56"/>
              <a:chOff x="2423" y="2347"/>
              <a:chExt cx="415" cy="56"/>
            </a:xfrm>
          </p:grpSpPr>
          <p:sp>
            <p:nvSpPr>
              <p:cNvPr id="56453" name="Freeform 1365"/>
              <p:cNvSpPr>
                <a:spLocks/>
              </p:cNvSpPr>
              <p:nvPr/>
            </p:nvSpPr>
            <p:spPr bwMode="auto">
              <a:xfrm>
                <a:off x="2726" y="234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chemeClr val="tx1"/>
              </a:solidFill>
              <a:ln w="9525">
                <a:solidFill>
                  <a:schemeClr val="tx1"/>
                </a:solidFill>
                <a:round/>
                <a:headEnd/>
                <a:tailEnd/>
              </a:ln>
            </p:spPr>
            <p:txBody>
              <a:bodyPr/>
              <a:lstStyle/>
              <a:p>
                <a:endParaRPr lang="en-US"/>
              </a:p>
            </p:txBody>
          </p:sp>
          <p:grpSp>
            <p:nvGrpSpPr>
              <p:cNvPr id="56454" name="Group 1366"/>
              <p:cNvGrpSpPr>
                <a:grpSpLocks/>
              </p:cNvGrpSpPr>
              <p:nvPr/>
            </p:nvGrpSpPr>
            <p:grpSpPr bwMode="auto">
              <a:xfrm>
                <a:off x="2423" y="2371"/>
                <a:ext cx="295" cy="1"/>
                <a:chOff x="2423" y="2371"/>
                <a:chExt cx="295" cy="1"/>
              </a:xfrm>
            </p:grpSpPr>
            <p:sp>
              <p:nvSpPr>
                <p:cNvPr id="56455" name="Line 1367"/>
                <p:cNvSpPr>
                  <a:spLocks noChangeShapeType="1"/>
                </p:cNvSpPr>
                <p:nvPr/>
              </p:nvSpPr>
              <p:spPr bwMode="auto">
                <a:xfrm>
                  <a:off x="2423"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56" name="Line 1368"/>
                <p:cNvSpPr>
                  <a:spLocks noChangeShapeType="1"/>
                </p:cNvSpPr>
                <p:nvPr/>
              </p:nvSpPr>
              <p:spPr bwMode="auto">
                <a:xfrm>
                  <a:off x="2479"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57" name="Line 1369"/>
                <p:cNvSpPr>
                  <a:spLocks noChangeShapeType="1"/>
                </p:cNvSpPr>
                <p:nvPr/>
              </p:nvSpPr>
              <p:spPr bwMode="auto">
                <a:xfrm>
                  <a:off x="2534"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58" name="Line 1370"/>
                <p:cNvSpPr>
                  <a:spLocks noChangeShapeType="1"/>
                </p:cNvSpPr>
                <p:nvPr/>
              </p:nvSpPr>
              <p:spPr bwMode="auto">
                <a:xfrm>
                  <a:off x="2590"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59" name="Line 1371"/>
                <p:cNvSpPr>
                  <a:spLocks noChangeShapeType="1"/>
                </p:cNvSpPr>
                <p:nvPr/>
              </p:nvSpPr>
              <p:spPr bwMode="auto">
                <a:xfrm>
                  <a:off x="2646"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60" name="Line 1372"/>
                <p:cNvSpPr>
                  <a:spLocks noChangeShapeType="1"/>
                </p:cNvSpPr>
                <p:nvPr/>
              </p:nvSpPr>
              <p:spPr bwMode="auto">
                <a:xfrm>
                  <a:off x="2702" y="2371"/>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338" name="Group 1373"/>
            <p:cNvGrpSpPr>
              <a:grpSpLocks/>
            </p:cNvGrpSpPr>
            <p:nvPr/>
          </p:nvGrpSpPr>
          <p:grpSpPr bwMode="auto">
            <a:xfrm>
              <a:off x="1960" y="2347"/>
              <a:ext cx="415" cy="56"/>
              <a:chOff x="1960" y="2347"/>
              <a:chExt cx="415" cy="56"/>
            </a:xfrm>
          </p:grpSpPr>
          <p:sp>
            <p:nvSpPr>
              <p:cNvPr id="56445" name="Freeform 1374"/>
              <p:cNvSpPr>
                <a:spLocks/>
              </p:cNvSpPr>
              <p:nvPr/>
            </p:nvSpPr>
            <p:spPr bwMode="auto">
              <a:xfrm>
                <a:off x="2263" y="234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chemeClr val="tx1"/>
              </a:solidFill>
              <a:ln w="9525">
                <a:solidFill>
                  <a:schemeClr val="tx1"/>
                </a:solidFill>
                <a:round/>
                <a:headEnd/>
                <a:tailEnd/>
              </a:ln>
            </p:spPr>
            <p:txBody>
              <a:bodyPr/>
              <a:lstStyle/>
              <a:p>
                <a:endParaRPr lang="en-US"/>
              </a:p>
            </p:txBody>
          </p:sp>
          <p:grpSp>
            <p:nvGrpSpPr>
              <p:cNvPr id="56446" name="Group 1375"/>
              <p:cNvGrpSpPr>
                <a:grpSpLocks/>
              </p:cNvGrpSpPr>
              <p:nvPr/>
            </p:nvGrpSpPr>
            <p:grpSpPr bwMode="auto">
              <a:xfrm>
                <a:off x="1960" y="2371"/>
                <a:ext cx="295" cy="1"/>
                <a:chOff x="1960" y="2371"/>
                <a:chExt cx="295" cy="1"/>
              </a:xfrm>
            </p:grpSpPr>
            <p:sp>
              <p:nvSpPr>
                <p:cNvPr id="56447" name="Line 1376"/>
                <p:cNvSpPr>
                  <a:spLocks noChangeShapeType="1"/>
                </p:cNvSpPr>
                <p:nvPr/>
              </p:nvSpPr>
              <p:spPr bwMode="auto">
                <a:xfrm>
                  <a:off x="1960"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48" name="Line 1377"/>
                <p:cNvSpPr>
                  <a:spLocks noChangeShapeType="1"/>
                </p:cNvSpPr>
                <p:nvPr/>
              </p:nvSpPr>
              <p:spPr bwMode="auto">
                <a:xfrm>
                  <a:off x="2015"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49" name="Line 1378"/>
                <p:cNvSpPr>
                  <a:spLocks noChangeShapeType="1"/>
                </p:cNvSpPr>
                <p:nvPr/>
              </p:nvSpPr>
              <p:spPr bwMode="auto">
                <a:xfrm>
                  <a:off x="2071"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50" name="Line 1379"/>
                <p:cNvSpPr>
                  <a:spLocks noChangeShapeType="1"/>
                </p:cNvSpPr>
                <p:nvPr/>
              </p:nvSpPr>
              <p:spPr bwMode="auto">
                <a:xfrm>
                  <a:off x="2127"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51" name="Line 1380"/>
                <p:cNvSpPr>
                  <a:spLocks noChangeShapeType="1"/>
                </p:cNvSpPr>
                <p:nvPr/>
              </p:nvSpPr>
              <p:spPr bwMode="auto">
                <a:xfrm>
                  <a:off x="2183"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52" name="Line 1381"/>
                <p:cNvSpPr>
                  <a:spLocks noChangeShapeType="1"/>
                </p:cNvSpPr>
                <p:nvPr/>
              </p:nvSpPr>
              <p:spPr bwMode="auto">
                <a:xfrm>
                  <a:off x="2239" y="2371"/>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339" name="Group 1382"/>
            <p:cNvGrpSpPr>
              <a:grpSpLocks/>
            </p:cNvGrpSpPr>
            <p:nvPr/>
          </p:nvGrpSpPr>
          <p:grpSpPr bwMode="auto">
            <a:xfrm>
              <a:off x="1497" y="2339"/>
              <a:ext cx="415" cy="56"/>
              <a:chOff x="1497" y="2339"/>
              <a:chExt cx="415" cy="56"/>
            </a:xfrm>
          </p:grpSpPr>
          <p:sp>
            <p:nvSpPr>
              <p:cNvPr id="56437" name="Freeform 1383"/>
              <p:cNvSpPr>
                <a:spLocks/>
              </p:cNvSpPr>
              <p:nvPr/>
            </p:nvSpPr>
            <p:spPr bwMode="auto">
              <a:xfrm>
                <a:off x="1800" y="2339"/>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chemeClr val="tx1"/>
              </a:solidFill>
              <a:ln w="9525">
                <a:solidFill>
                  <a:schemeClr val="tx1"/>
                </a:solidFill>
                <a:round/>
                <a:headEnd/>
                <a:tailEnd/>
              </a:ln>
            </p:spPr>
            <p:txBody>
              <a:bodyPr/>
              <a:lstStyle/>
              <a:p>
                <a:endParaRPr lang="en-US"/>
              </a:p>
            </p:txBody>
          </p:sp>
          <p:grpSp>
            <p:nvGrpSpPr>
              <p:cNvPr id="56438" name="Group 1384"/>
              <p:cNvGrpSpPr>
                <a:grpSpLocks/>
              </p:cNvGrpSpPr>
              <p:nvPr/>
            </p:nvGrpSpPr>
            <p:grpSpPr bwMode="auto">
              <a:xfrm>
                <a:off x="1497" y="2371"/>
                <a:ext cx="295" cy="1"/>
                <a:chOff x="1497" y="2371"/>
                <a:chExt cx="295" cy="1"/>
              </a:xfrm>
            </p:grpSpPr>
            <p:sp>
              <p:nvSpPr>
                <p:cNvPr id="56439" name="Line 1385"/>
                <p:cNvSpPr>
                  <a:spLocks noChangeShapeType="1"/>
                </p:cNvSpPr>
                <p:nvPr/>
              </p:nvSpPr>
              <p:spPr bwMode="auto">
                <a:xfrm>
                  <a:off x="1497" y="2371"/>
                  <a:ext cx="23"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40" name="Line 1386"/>
                <p:cNvSpPr>
                  <a:spLocks noChangeShapeType="1"/>
                </p:cNvSpPr>
                <p:nvPr/>
              </p:nvSpPr>
              <p:spPr bwMode="auto">
                <a:xfrm>
                  <a:off x="1552"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41" name="Line 1387"/>
                <p:cNvSpPr>
                  <a:spLocks noChangeShapeType="1"/>
                </p:cNvSpPr>
                <p:nvPr/>
              </p:nvSpPr>
              <p:spPr bwMode="auto">
                <a:xfrm>
                  <a:off x="1608"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42" name="Line 1388"/>
                <p:cNvSpPr>
                  <a:spLocks noChangeShapeType="1"/>
                </p:cNvSpPr>
                <p:nvPr/>
              </p:nvSpPr>
              <p:spPr bwMode="auto">
                <a:xfrm>
                  <a:off x="1664"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43" name="Line 1389"/>
                <p:cNvSpPr>
                  <a:spLocks noChangeShapeType="1"/>
                </p:cNvSpPr>
                <p:nvPr/>
              </p:nvSpPr>
              <p:spPr bwMode="auto">
                <a:xfrm>
                  <a:off x="1720"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44" name="Line 1390"/>
                <p:cNvSpPr>
                  <a:spLocks noChangeShapeType="1"/>
                </p:cNvSpPr>
                <p:nvPr/>
              </p:nvSpPr>
              <p:spPr bwMode="auto">
                <a:xfrm>
                  <a:off x="1776" y="2371"/>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340" name="Group 1391"/>
            <p:cNvGrpSpPr>
              <a:grpSpLocks/>
            </p:cNvGrpSpPr>
            <p:nvPr/>
          </p:nvGrpSpPr>
          <p:grpSpPr bwMode="auto">
            <a:xfrm>
              <a:off x="1489" y="2650"/>
              <a:ext cx="423" cy="56"/>
              <a:chOff x="1489" y="2650"/>
              <a:chExt cx="423" cy="56"/>
            </a:xfrm>
          </p:grpSpPr>
          <p:sp>
            <p:nvSpPr>
              <p:cNvPr id="56429" name="Freeform 1392"/>
              <p:cNvSpPr>
                <a:spLocks/>
              </p:cNvSpPr>
              <p:nvPr/>
            </p:nvSpPr>
            <p:spPr bwMode="auto">
              <a:xfrm>
                <a:off x="1792" y="2650"/>
                <a:ext cx="120" cy="56"/>
              </a:xfrm>
              <a:custGeom>
                <a:avLst/>
                <a:gdLst>
                  <a:gd name="T0" fmla="*/ 120 w 120"/>
                  <a:gd name="T1" fmla="*/ 24 h 56"/>
                  <a:gd name="T2" fmla="*/ 0 w 120"/>
                  <a:gd name="T3" fmla="*/ 56 h 56"/>
                  <a:gd name="T4" fmla="*/ 0 w 120"/>
                  <a:gd name="T5" fmla="*/ 24 h 56"/>
                  <a:gd name="T6" fmla="*/ 0 w 120"/>
                  <a:gd name="T7" fmla="*/ 0 h 56"/>
                  <a:gd name="T8" fmla="*/ 120 w 120"/>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 h="56">
                    <a:moveTo>
                      <a:pt x="120" y="24"/>
                    </a:moveTo>
                    <a:lnTo>
                      <a:pt x="0" y="56"/>
                    </a:lnTo>
                    <a:lnTo>
                      <a:pt x="0" y="24"/>
                    </a:lnTo>
                    <a:lnTo>
                      <a:pt x="0" y="0"/>
                    </a:lnTo>
                    <a:lnTo>
                      <a:pt x="120" y="24"/>
                    </a:lnTo>
                    <a:close/>
                  </a:path>
                </a:pathLst>
              </a:custGeom>
              <a:solidFill>
                <a:schemeClr val="tx1"/>
              </a:solidFill>
              <a:ln w="9525">
                <a:solidFill>
                  <a:schemeClr val="tx1"/>
                </a:solidFill>
                <a:round/>
                <a:headEnd/>
                <a:tailEnd/>
              </a:ln>
            </p:spPr>
            <p:txBody>
              <a:bodyPr/>
              <a:lstStyle/>
              <a:p>
                <a:endParaRPr lang="en-US"/>
              </a:p>
            </p:txBody>
          </p:sp>
          <p:grpSp>
            <p:nvGrpSpPr>
              <p:cNvPr id="56430" name="Group 1393"/>
              <p:cNvGrpSpPr>
                <a:grpSpLocks/>
              </p:cNvGrpSpPr>
              <p:nvPr/>
            </p:nvGrpSpPr>
            <p:grpSpPr bwMode="auto">
              <a:xfrm>
                <a:off x="1489" y="2674"/>
                <a:ext cx="295" cy="1"/>
                <a:chOff x="1489" y="2674"/>
                <a:chExt cx="295" cy="1"/>
              </a:xfrm>
            </p:grpSpPr>
            <p:sp>
              <p:nvSpPr>
                <p:cNvPr id="56431" name="Line 1394"/>
                <p:cNvSpPr>
                  <a:spLocks noChangeShapeType="1"/>
                </p:cNvSpPr>
                <p:nvPr/>
              </p:nvSpPr>
              <p:spPr bwMode="auto">
                <a:xfrm>
                  <a:off x="1489"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32" name="Line 1395"/>
                <p:cNvSpPr>
                  <a:spLocks noChangeShapeType="1"/>
                </p:cNvSpPr>
                <p:nvPr/>
              </p:nvSpPr>
              <p:spPr bwMode="auto">
                <a:xfrm>
                  <a:off x="1544"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33" name="Line 1396"/>
                <p:cNvSpPr>
                  <a:spLocks noChangeShapeType="1"/>
                </p:cNvSpPr>
                <p:nvPr/>
              </p:nvSpPr>
              <p:spPr bwMode="auto">
                <a:xfrm>
                  <a:off x="1600"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34" name="Line 1397"/>
                <p:cNvSpPr>
                  <a:spLocks noChangeShapeType="1"/>
                </p:cNvSpPr>
                <p:nvPr/>
              </p:nvSpPr>
              <p:spPr bwMode="auto">
                <a:xfrm>
                  <a:off x="1656"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35" name="Line 1398"/>
                <p:cNvSpPr>
                  <a:spLocks noChangeShapeType="1"/>
                </p:cNvSpPr>
                <p:nvPr/>
              </p:nvSpPr>
              <p:spPr bwMode="auto">
                <a:xfrm>
                  <a:off x="1712"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36" name="Line 1399"/>
                <p:cNvSpPr>
                  <a:spLocks noChangeShapeType="1"/>
                </p:cNvSpPr>
                <p:nvPr/>
              </p:nvSpPr>
              <p:spPr bwMode="auto">
                <a:xfrm>
                  <a:off x="1768" y="2674"/>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341" name="Group 1400"/>
            <p:cNvGrpSpPr>
              <a:grpSpLocks/>
            </p:cNvGrpSpPr>
            <p:nvPr/>
          </p:nvGrpSpPr>
          <p:grpSpPr bwMode="auto">
            <a:xfrm>
              <a:off x="1968" y="2650"/>
              <a:ext cx="415" cy="56"/>
              <a:chOff x="1968" y="2650"/>
              <a:chExt cx="415" cy="56"/>
            </a:xfrm>
          </p:grpSpPr>
          <p:sp>
            <p:nvSpPr>
              <p:cNvPr id="56421" name="Freeform 1401"/>
              <p:cNvSpPr>
                <a:spLocks/>
              </p:cNvSpPr>
              <p:nvPr/>
            </p:nvSpPr>
            <p:spPr bwMode="auto">
              <a:xfrm>
                <a:off x="2271" y="2650"/>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chemeClr val="tx1"/>
              </a:solidFill>
              <a:ln w="9525">
                <a:solidFill>
                  <a:schemeClr val="tx1"/>
                </a:solidFill>
                <a:round/>
                <a:headEnd/>
                <a:tailEnd/>
              </a:ln>
            </p:spPr>
            <p:txBody>
              <a:bodyPr/>
              <a:lstStyle/>
              <a:p>
                <a:endParaRPr lang="en-US"/>
              </a:p>
            </p:txBody>
          </p:sp>
          <p:grpSp>
            <p:nvGrpSpPr>
              <p:cNvPr id="56422" name="Group 1402"/>
              <p:cNvGrpSpPr>
                <a:grpSpLocks/>
              </p:cNvGrpSpPr>
              <p:nvPr/>
            </p:nvGrpSpPr>
            <p:grpSpPr bwMode="auto">
              <a:xfrm>
                <a:off x="1968" y="2674"/>
                <a:ext cx="295" cy="1"/>
                <a:chOff x="1968" y="2674"/>
                <a:chExt cx="295" cy="1"/>
              </a:xfrm>
            </p:grpSpPr>
            <p:sp>
              <p:nvSpPr>
                <p:cNvPr id="56423" name="Line 1403"/>
                <p:cNvSpPr>
                  <a:spLocks noChangeShapeType="1"/>
                </p:cNvSpPr>
                <p:nvPr/>
              </p:nvSpPr>
              <p:spPr bwMode="auto">
                <a:xfrm>
                  <a:off x="1968"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24" name="Line 1404"/>
                <p:cNvSpPr>
                  <a:spLocks noChangeShapeType="1"/>
                </p:cNvSpPr>
                <p:nvPr/>
              </p:nvSpPr>
              <p:spPr bwMode="auto">
                <a:xfrm>
                  <a:off x="2023"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25" name="Line 1405"/>
                <p:cNvSpPr>
                  <a:spLocks noChangeShapeType="1"/>
                </p:cNvSpPr>
                <p:nvPr/>
              </p:nvSpPr>
              <p:spPr bwMode="auto">
                <a:xfrm>
                  <a:off x="2079"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26" name="Line 1406"/>
                <p:cNvSpPr>
                  <a:spLocks noChangeShapeType="1"/>
                </p:cNvSpPr>
                <p:nvPr/>
              </p:nvSpPr>
              <p:spPr bwMode="auto">
                <a:xfrm>
                  <a:off x="2135"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27" name="Line 1407"/>
                <p:cNvSpPr>
                  <a:spLocks noChangeShapeType="1"/>
                </p:cNvSpPr>
                <p:nvPr/>
              </p:nvSpPr>
              <p:spPr bwMode="auto">
                <a:xfrm>
                  <a:off x="2191"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28" name="Line 1408"/>
                <p:cNvSpPr>
                  <a:spLocks noChangeShapeType="1"/>
                </p:cNvSpPr>
                <p:nvPr/>
              </p:nvSpPr>
              <p:spPr bwMode="auto">
                <a:xfrm>
                  <a:off x="2247" y="2674"/>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342" name="Group 1409"/>
            <p:cNvGrpSpPr>
              <a:grpSpLocks/>
            </p:cNvGrpSpPr>
            <p:nvPr/>
          </p:nvGrpSpPr>
          <p:grpSpPr bwMode="auto">
            <a:xfrm>
              <a:off x="1489" y="2953"/>
              <a:ext cx="423" cy="56"/>
              <a:chOff x="1489" y="2953"/>
              <a:chExt cx="423" cy="56"/>
            </a:xfrm>
          </p:grpSpPr>
          <p:sp>
            <p:nvSpPr>
              <p:cNvPr id="56413" name="Freeform 1410"/>
              <p:cNvSpPr>
                <a:spLocks/>
              </p:cNvSpPr>
              <p:nvPr/>
            </p:nvSpPr>
            <p:spPr bwMode="auto">
              <a:xfrm>
                <a:off x="1792" y="2953"/>
                <a:ext cx="120" cy="56"/>
              </a:xfrm>
              <a:custGeom>
                <a:avLst/>
                <a:gdLst>
                  <a:gd name="T0" fmla="*/ 120 w 120"/>
                  <a:gd name="T1" fmla="*/ 32 h 56"/>
                  <a:gd name="T2" fmla="*/ 0 w 120"/>
                  <a:gd name="T3" fmla="*/ 56 h 56"/>
                  <a:gd name="T4" fmla="*/ 0 w 120"/>
                  <a:gd name="T5" fmla="*/ 32 h 56"/>
                  <a:gd name="T6" fmla="*/ 0 w 120"/>
                  <a:gd name="T7" fmla="*/ 0 h 56"/>
                  <a:gd name="T8" fmla="*/ 120 w 120"/>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 h="56">
                    <a:moveTo>
                      <a:pt x="120" y="32"/>
                    </a:moveTo>
                    <a:lnTo>
                      <a:pt x="0" y="56"/>
                    </a:lnTo>
                    <a:lnTo>
                      <a:pt x="0" y="32"/>
                    </a:lnTo>
                    <a:lnTo>
                      <a:pt x="0" y="0"/>
                    </a:lnTo>
                    <a:lnTo>
                      <a:pt x="120" y="32"/>
                    </a:lnTo>
                    <a:close/>
                  </a:path>
                </a:pathLst>
              </a:custGeom>
              <a:solidFill>
                <a:schemeClr val="tx1"/>
              </a:solidFill>
              <a:ln w="9525">
                <a:solidFill>
                  <a:schemeClr val="tx1"/>
                </a:solidFill>
                <a:round/>
                <a:headEnd/>
                <a:tailEnd/>
              </a:ln>
            </p:spPr>
            <p:txBody>
              <a:bodyPr/>
              <a:lstStyle/>
              <a:p>
                <a:endParaRPr lang="en-US"/>
              </a:p>
            </p:txBody>
          </p:sp>
          <p:grpSp>
            <p:nvGrpSpPr>
              <p:cNvPr id="56414" name="Group 1411"/>
              <p:cNvGrpSpPr>
                <a:grpSpLocks/>
              </p:cNvGrpSpPr>
              <p:nvPr/>
            </p:nvGrpSpPr>
            <p:grpSpPr bwMode="auto">
              <a:xfrm>
                <a:off x="1489" y="2985"/>
                <a:ext cx="295" cy="1"/>
                <a:chOff x="1489" y="2985"/>
                <a:chExt cx="295" cy="1"/>
              </a:xfrm>
            </p:grpSpPr>
            <p:sp>
              <p:nvSpPr>
                <p:cNvPr id="56415" name="Line 1412"/>
                <p:cNvSpPr>
                  <a:spLocks noChangeShapeType="1"/>
                </p:cNvSpPr>
                <p:nvPr/>
              </p:nvSpPr>
              <p:spPr bwMode="auto">
                <a:xfrm>
                  <a:off x="1489"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16" name="Line 1413"/>
                <p:cNvSpPr>
                  <a:spLocks noChangeShapeType="1"/>
                </p:cNvSpPr>
                <p:nvPr/>
              </p:nvSpPr>
              <p:spPr bwMode="auto">
                <a:xfrm>
                  <a:off x="1544"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17" name="Line 1414"/>
                <p:cNvSpPr>
                  <a:spLocks noChangeShapeType="1"/>
                </p:cNvSpPr>
                <p:nvPr/>
              </p:nvSpPr>
              <p:spPr bwMode="auto">
                <a:xfrm>
                  <a:off x="1600"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18" name="Line 1415"/>
                <p:cNvSpPr>
                  <a:spLocks noChangeShapeType="1"/>
                </p:cNvSpPr>
                <p:nvPr/>
              </p:nvSpPr>
              <p:spPr bwMode="auto">
                <a:xfrm>
                  <a:off x="1656"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19" name="Line 1416"/>
                <p:cNvSpPr>
                  <a:spLocks noChangeShapeType="1"/>
                </p:cNvSpPr>
                <p:nvPr/>
              </p:nvSpPr>
              <p:spPr bwMode="auto">
                <a:xfrm>
                  <a:off x="1712"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20" name="Line 1417"/>
                <p:cNvSpPr>
                  <a:spLocks noChangeShapeType="1"/>
                </p:cNvSpPr>
                <p:nvPr/>
              </p:nvSpPr>
              <p:spPr bwMode="auto">
                <a:xfrm>
                  <a:off x="1768" y="2985"/>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343" name="Group 1418"/>
            <p:cNvGrpSpPr>
              <a:grpSpLocks/>
            </p:cNvGrpSpPr>
            <p:nvPr/>
          </p:nvGrpSpPr>
          <p:grpSpPr bwMode="auto">
            <a:xfrm>
              <a:off x="1952" y="2953"/>
              <a:ext cx="415" cy="56"/>
              <a:chOff x="1952" y="2953"/>
              <a:chExt cx="415" cy="56"/>
            </a:xfrm>
          </p:grpSpPr>
          <p:sp>
            <p:nvSpPr>
              <p:cNvPr id="56405" name="Freeform 1419"/>
              <p:cNvSpPr>
                <a:spLocks/>
              </p:cNvSpPr>
              <p:nvPr/>
            </p:nvSpPr>
            <p:spPr bwMode="auto">
              <a:xfrm>
                <a:off x="2255"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chemeClr val="tx1"/>
              </a:solidFill>
              <a:ln w="9525">
                <a:solidFill>
                  <a:schemeClr val="tx1"/>
                </a:solidFill>
                <a:round/>
                <a:headEnd/>
                <a:tailEnd/>
              </a:ln>
            </p:spPr>
            <p:txBody>
              <a:bodyPr/>
              <a:lstStyle/>
              <a:p>
                <a:endParaRPr lang="en-US"/>
              </a:p>
            </p:txBody>
          </p:sp>
          <p:grpSp>
            <p:nvGrpSpPr>
              <p:cNvPr id="56406" name="Group 1420"/>
              <p:cNvGrpSpPr>
                <a:grpSpLocks/>
              </p:cNvGrpSpPr>
              <p:nvPr/>
            </p:nvGrpSpPr>
            <p:grpSpPr bwMode="auto">
              <a:xfrm>
                <a:off x="1952" y="2985"/>
                <a:ext cx="295" cy="1"/>
                <a:chOff x="1952" y="2985"/>
                <a:chExt cx="295" cy="1"/>
              </a:xfrm>
            </p:grpSpPr>
            <p:sp>
              <p:nvSpPr>
                <p:cNvPr id="56407" name="Line 1421"/>
                <p:cNvSpPr>
                  <a:spLocks noChangeShapeType="1"/>
                </p:cNvSpPr>
                <p:nvPr/>
              </p:nvSpPr>
              <p:spPr bwMode="auto">
                <a:xfrm>
                  <a:off x="1952"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08" name="Line 1422"/>
                <p:cNvSpPr>
                  <a:spLocks noChangeShapeType="1"/>
                </p:cNvSpPr>
                <p:nvPr/>
              </p:nvSpPr>
              <p:spPr bwMode="auto">
                <a:xfrm>
                  <a:off x="2008" y="2985"/>
                  <a:ext cx="23"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09" name="Line 1423"/>
                <p:cNvSpPr>
                  <a:spLocks noChangeShapeType="1"/>
                </p:cNvSpPr>
                <p:nvPr/>
              </p:nvSpPr>
              <p:spPr bwMode="auto">
                <a:xfrm>
                  <a:off x="2063"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10" name="Line 1424"/>
                <p:cNvSpPr>
                  <a:spLocks noChangeShapeType="1"/>
                </p:cNvSpPr>
                <p:nvPr/>
              </p:nvSpPr>
              <p:spPr bwMode="auto">
                <a:xfrm>
                  <a:off x="2119"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11" name="Line 1425"/>
                <p:cNvSpPr>
                  <a:spLocks noChangeShapeType="1"/>
                </p:cNvSpPr>
                <p:nvPr/>
              </p:nvSpPr>
              <p:spPr bwMode="auto">
                <a:xfrm>
                  <a:off x="2175"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12" name="Line 1426"/>
                <p:cNvSpPr>
                  <a:spLocks noChangeShapeType="1"/>
                </p:cNvSpPr>
                <p:nvPr/>
              </p:nvSpPr>
              <p:spPr bwMode="auto">
                <a:xfrm>
                  <a:off x="2231" y="2985"/>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344" name="Group 1427"/>
            <p:cNvGrpSpPr>
              <a:grpSpLocks/>
            </p:cNvGrpSpPr>
            <p:nvPr/>
          </p:nvGrpSpPr>
          <p:grpSpPr bwMode="auto">
            <a:xfrm>
              <a:off x="2415" y="2953"/>
              <a:ext cx="415" cy="56"/>
              <a:chOff x="2415" y="2953"/>
              <a:chExt cx="415" cy="56"/>
            </a:xfrm>
          </p:grpSpPr>
          <p:sp>
            <p:nvSpPr>
              <p:cNvPr id="56397" name="Freeform 1428"/>
              <p:cNvSpPr>
                <a:spLocks/>
              </p:cNvSpPr>
              <p:nvPr/>
            </p:nvSpPr>
            <p:spPr bwMode="auto">
              <a:xfrm>
                <a:off x="2718"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chemeClr val="tx1"/>
              </a:solidFill>
              <a:ln w="9525">
                <a:solidFill>
                  <a:schemeClr val="tx1"/>
                </a:solidFill>
                <a:round/>
                <a:headEnd/>
                <a:tailEnd/>
              </a:ln>
            </p:spPr>
            <p:txBody>
              <a:bodyPr/>
              <a:lstStyle/>
              <a:p>
                <a:endParaRPr lang="en-US"/>
              </a:p>
            </p:txBody>
          </p:sp>
          <p:grpSp>
            <p:nvGrpSpPr>
              <p:cNvPr id="56398" name="Group 1429"/>
              <p:cNvGrpSpPr>
                <a:grpSpLocks/>
              </p:cNvGrpSpPr>
              <p:nvPr/>
            </p:nvGrpSpPr>
            <p:grpSpPr bwMode="auto">
              <a:xfrm>
                <a:off x="2415" y="2985"/>
                <a:ext cx="295" cy="1"/>
                <a:chOff x="2415" y="2985"/>
                <a:chExt cx="295" cy="1"/>
              </a:xfrm>
            </p:grpSpPr>
            <p:sp>
              <p:nvSpPr>
                <p:cNvPr id="56399" name="Line 1430"/>
                <p:cNvSpPr>
                  <a:spLocks noChangeShapeType="1"/>
                </p:cNvSpPr>
                <p:nvPr/>
              </p:nvSpPr>
              <p:spPr bwMode="auto">
                <a:xfrm>
                  <a:off x="2415"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00" name="Line 1431"/>
                <p:cNvSpPr>
                  <a:spLocks noChangeShapeType="1"/>
                </p:cNvSpPr>
                <p:nvPr/>
              </p:nvSpPr>
              <p:spPr bwMode="auto">
                <a:xfrm>
                  <a:off x="2471"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01" name="Line 1432"/>
                <p:cNvSpPr>
                  <a:spLocks noChangeShapeType="1"/>
                </p:cNvSpPr>
                <p:nvPr/>
              </p:nvSpPr>
              <p:spPr bwMode="auto">
                <a:xfrm>
                  <a:off x="2526"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02" name="Line 1433"/>
                <p:cNvSpPr>
                  <a:spLocks noChangeShapeType="1"/>
                </p:cNvSpPr>
                <p:nvPr/>
              </p:nvSpPr>
              <p:spPr bwMode="auto">
                <a:xfrm>
                  <a:off x="2582"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03" name="Line 1434"/>
                <p:cNvSpPr>
                  <a:spLocks noChangeShapeType="1"/>
                </p:cNvSpPr>
                <p:nvPr/>
              </p:nvSpPr>
              <p:spPr bwMode="auto">
                <a:xfrm>
                  <a:off x="2638"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04" name="Line 1435"/>
                <p:cNvSpPr>
                  <a:spLocks noChangeShapeType="1"/>
                </p:cNvSpPr>
                <p:nvPr/>
              </p:nvSpPr>
              <p:spPr bwMode="auto">
                <a:xfrm>
                  <a:off x="2694" y="2985"/>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345" name="Group 1436"/>
            <p:cNvGrpSpPr>
              <a:grpSpLocks/>
            </p:cNvGrpSpPr>
            <p:nvPr/>
          </p:nvGrpSpPr>
          <p:grpSpPr bwMode="auto">
            <a:xfrm>
              <a:off x="2838" y="1741"/>
              <a:ext cx="40" cy="1260"/>
              <a:chOff x="2838" y="1741"/>
              <a:chExt cx="40" cy="1260"/>
            </a:xfrm>
          </p:grpSpPr>
          <p:sp>
            <p:nvSpPr>
              <p:cNvPr id="56387" name="Oval 1437"/>
              <p:cNvSpPr>
                <a:spLocks noChangeArrowheads="1"/>
              </p:cNvSpPr>
              <p:nvPr/>
            </p:nvSpPr>
            <p:spPr bwMode="auto">
              <a:xfrm>
                <a:off x="2838" y="1741"/>
                <a:ext cx="40" cy="40"/>
              </a:xfrm>
              <a:prstGeom prst="ellipse">
                <a:avLst/>
              </a:prstGeom>
              <a:solidFill>
                <a:schemeClr val="tx1"/>
              </a:solidFill>
              <a:ln w="9525">
                <a:solidFill>
                  <a:schemeClr val="tx1"/>
                </a:solidFill>
                <a:round/>
                <a:headEnd/>
                <a:tailEnd/>
              </a:ln>
            </p:spPr>
            <p:txBody>
              <a:bodyPr/>
              <a:lstStyle/>
              <a:p>
                <a:endParaRPr lang="en-US"/>
              </a:p>
            </p:txBody>
          </p:sp>
          <p:sp>
            <p:nvSpPr>
              <p:cNvPr id="56388" name="Oval 1438"/>
              <p:cNvSpPr>
                <a:spLocks noChangeArrowheads="1"/>
              </p:cNvSpPr>
              <p:nvPr/>
            </p:nvSpPr>
            <p:spPr bwMode="auto">
              <a:xfrm>
                <a:off x="2838" y="1741"/>
                <a:ext cx="40" cy="40"/>
              </a:xfrm>
              <a:prstGeom prst="ellipse">
                <a:avLst/>
              </a:prstGeom>
              <a:solidFill>
                <a:schemeClr val="tx1"/>
              </a:solidFill>
              <a:ln w="25400">
                <a:solidFill>
                  <a:schemeClr val="tx1"/>
                </a:solidFill>
                <a:round/>
                <a:headEnd/>
                <a:tailEnd/>
              </a:ln>
            </p:spPr>
            <p:txBody>
              <a:bodyPr/>
              <a:lstStyle/>
              <a:p>
                <a:endParaRPr lang="en-US"/>
              </a:p>
            </p:txBody>
          </p:sp>
          <p:sp>
            <p:nvSpPr>
              <p:cNvPr id="56389" name="Oval 1439"/>
              <p:cNvSpPr>
                <a:spLocks noChangeArrowheads="1"/>
              </p:cNvSpPr>
              <p:nvPr/>
            </p:nvSpPr>
            <p:spPr bwMode="auto">
              <a:xfrm>
                <a:off x="2846" y="2044"/>
                <a:ext cx="32" cy="32"/>
              </a:xfrm>
              <a:prstGeom prst="ellipse">
                <a:avLst/>
              </a:prstGeom>
              <a:solidFill>
                <a:schemeClr val="tx1"/>
              </a:solidFill>
              <a:ln w="9525">
                <a:solidFill>
                  <a:schemeClr val="tx1"/>
                </a:solidFill>
                <a:round/>
                <a:headEnd/>
                <a:tailEnd/>
              </a:ln>
            </p:spPr>
            <p:txBody>
              <a:bodyPr/>
              <a:lstStyle/>
              <a:p>
                <a:endParaRPr lang="en-US"/>
              </a:p>
            </p:txBody>
          </p:sp>
          <p:sp>
            <p:nvSpPr>
              <p:cNvPr id="56390" name="Oval 1440"/>
              <p:cNvSpPr>
                <a:spLocks noChangeArrowheads="1"/>
              </p:cNvSpPr>
              <p:nvPr/>
            </p:nvSpPr>
            <p:spPr bwMode="auto">
              <a:xfrm>
                <a:off x="2846" y="2044"/>
                <a:ext cx="32" cy="32"/>
              </a:xfrm>
              <a:prstGeom prst="ellipse">
                <a:avLst/>
              </a:prstGeom>
              <a:solidFill>
                <a:schemeClr val="tx1"/>
              </a:solidFill>
              <a:ln w="25400">
                <a:solidFill>
                  <a:schemeClr val="tx1"/>
                </a:solidFill>
                <a:round/>
                <a:headEnd/>
                <a:tailEnd/>
              </a:ln>
            </p:spPr>
            <p:txBody>
              <a:bodyPr/>
              <a:lstStyle/>
              <a:p>
                <a:endParaRPr lang="en-US"/>
              </a:p>
            </p:txBody>
          </p:sp>
          <p:sp>
            <p:nvSpPr>
              <p:cNvPr id="56391" name="Oval 1441"/>
              <p:cNvSpPr>
                <a:spLocks noChangeArrowheads="1"/>
              </p:cNvSpPr>
              <p:nvPr/>
            </p:nvSpPr>
            <p:spPr bwMode="auto">
              <a:xfrm>
                <a:off x="2846" y="2355"/>
                <a:ext cx="32" cy="32"/>
              </a:xfrm>
              <a:prstGeom prst="ellipse">
                <a:avLst/>
              </a:prstGeom>
              <a:solidFill>
                <a:schemeClr val="tx1"/>
              </a:solidFill>
              <a:ln w="9525">
                <a:solidFill>
                  <a:schemeClr val="tx1"/>
                </a:solidFill>
                <a:round/>
                <a:headEnd/>
                <a:tailEnd/>
              </a:ln>
            </p:spPr>
            <p:txBody>
              <a:bodyPr/>
              <a:lstStyle/>
              <a:p>
                <a:endParaRPr lang="en-US"/>
              </a:p>
            </p:txBody>
          </p:sp>
          <p:sp>
            <p:nvSpPr>
              <p:cNvPr id="56392" name="Oval 1442"/>
              <p:cNvSpPr>
                <a:spLocks noChangeArrowheads="1"/>
              </p:cNvSpPr>
              <p:nvPr/>
            </p:nvSpPr>
            <p:spPr bwMode="auto">
              <a:xfrm>
                <a:off x="2846" y="2355"/>
                <a:ext cx="32" cy="32"/>
              </a:xfrm>
              <a:prstGeom prst="ellipse">
                <a:avLst/>
              </a:prstGeom>
              <a:solidFill>
                <a:schemeClr val="tx1"/>
              </a:solidFill>
              <a:ln w="25400">
                <a:solidFill>
                  <a:schemeClr val="tx1"/>
                </a:solidFill>
                <a:round/>
                <a:headEnd/>
                <a:tailEnd/>
              </a:ln>
            </p:spPr>
            <p:txBody>
              <a:bodyPr/>
              <a:lstStyle/>
              <a:p>
                <a:endParaRPr lang="en-US"/>
              </a:p>
            </p:txBody>
          </p:sp>
          <p:sp>
            <p:nvSpPr>
              <p:cNvPr id="56393" name="Oval 1443"/>
              <p:cNvSpPr>
                <a:spLocks noChangeArrowheads="1"/>
              </p:cNvSpPr>
              <p:nvPr/>
            </p:nvSpPr>
            <p:spPr bwMode="auto">
              <a:xfrm>
                <a:off x="2838" y="2658"/>
                <a:ext cx="40" cy="32"/>
              </a:xfrm>
              <a:prstGeom prst="ellipse">
                <a:avLst/>
              </a:prstGeom>
              <a:solidFill>
                <a:schemeClr val="tx1"/>
              </a:solidFill>
              <a:ln w="9525">
                <a:solidFill>
                  <a:schemeClr val="tx1"/>
                </a:solidFill>
                <a:round/>
                <a:headEnd/>
                <a:tailEnd/>
              </a:ln>
            </p:spPr>
            <p:txBody>
              <a:bodyPr/>
              <a:lstStyle/>
              <a:p>
                <a:endParaRPr lang="en-US"/>
              </a:p>
            </p:txBody>
          </p:sp>
          <p:sp>
            <p:nvSpPr>
              <p:cNvPr id="56394" name="Oval 1444"/>
              <p:cNvSpPr>
                <a:spLocks noChangeArrowheads="1"/>
              </p:cNvSpPr>
              <p:nvPr/>
            </p:nvSpPr>
            <p:spPr bwMode="auto">
              <a:xfrm>
                <a:off x="2838" y="2658"/>
                <a:ext cx="40" cy="32"/>
              </a:xfrm>
              <a:prstGeom prst="ellipse">
                <a:avLst/>
              </a:prstGeom>
              <a:solidFill>
                <a:schemeClr val="tx1"/>
              </a:solidFill>
              <a:ln w="25400">
                <a:solidFill>
                  <a:schemeClr val="tx1"/>
                </a:solidFill>
                <a:round/>
                <a:headEnd/>
                <a:tailEnd/>
              </a:ln>
            </p:spPr>
            <p:txBody>
              <a:bodyPr/>
              <a:lstStyle/>
              <a:p>
                <a:endParaRPr lang="en-US"/>
              </a:p>
            </p:txBody>
          </p:sp>
          <p:sp>
            <p:nvSpPr>
              <p:cNvPr id="56395" name="Oval 1445"/>
              <p:cNvSpPr>
                <a:spLocks noChangeArrowheads="1"/>
              </p:cNvSpPr>
              <p:nvPr/>
            </p:nvSpPr>
            <p:spPr bwMode="auto">
              <a:xfrm>
                <a:off x="2838" y="2969"/>
                <a:ext cx="32" cy="32"/>
              </a:xfrm>
              <a:prstGeom prst="ellipse">
                <a:avLst/>
              </a:prstGeom>
              <a:solidFill>
                <a:schemeClr val="tx1"/>
              </a:solidFill>
              <a:ln w="9525">
                <a:solidFill>
                  <a:schemeClr val="tx1"/>
                </a:solidFill>
                <a:round/>
                <a:headEnd/>
                <a:tailEnd/>
              </a:ln>
            </p:spPr>
            <p:txBody>
              <a:bodyPr/>
              <a:lstStyle/>
              <a:p>
                <a:endParaRPr lang="en-US"/>
              </a:p>
            </p:txBody>
          </p:sp>
          <p:sp>
            <p:nvSpPr>
              <p:cNvPr id="56396" name="Oval 1446"/>
              <p:cNvSpPr>
                <a:spLocks noChangeArrowheads="1"/>
              </p:cNvSpPr>
              <p:nvPr/>
            </p:nvSpPr>
            <p:spPr bwMode="auto">
              <a:xfrm>
                <a:off x="2838" y="2969"/>
                <a:ext cx="32" cy="32"/>
              </a:xfrm>
              <a:prstGeom prst="ellipse">
                <a:avLst/>
              </a:prstGeom>
              <a:solidFill>
                <a:schemeClr val="tx1"/>
              </a:solidFill>
              <a:ln w="25400">
                <a:solidFill>
                  <a:schemeClr val="tx1"/>
                </a:solidFill>
                <a:round/>
                <a:headEnd/>
                <a:tailEnd/>
              </a:ln>
            </p:spPr>
            <p:txBody>
              <a:bodyPr/>
              <a:lstStyle/>
              <a:p>
                <a:endParaRPr lang="en-US"/>
              </a:p>
            </p:txBody>
          </p:sp>
        </p:grpSp>
        <p:grpSp>
          <p:nvGrpSpPr>
            <p:cNvPr id="55346" name="Group 1447"/>
            <p:cNvGrpSpPr>
              <a:grpSpLocks/>
            </p:cNvGrpSpPr>
            <p:nvPr/>
          </p:nvGrpSpPr>
          <p:grpSpPr bwMode="auto">
            <a:xfrm>
              <a:off x="1912" y="3272"/>
              <a:ext cx="32" cy="335"/>
              <a:chOff x="1912" y="3272"/>
              <a:chExt cx="32" cy="335"/>
            </a:xfrm>
          </p:grpSpPr>
          <p:sp>
            <p:nvSpPr>
              <p:cNvPr id="56383" name="Oval 1448"/>
              <p:cNvSpPr>
                <a:spLocks noChangeArrowheads="1"/>
              </p:cNvSpPr>
              <p:nvPr/>
            </p:nvSpPr>
            <p:spPr bwMode="auto">
              <a:xfrm>
                <a:off x="1912" y="3272"/>
                <a:ext cx="32" cy="32"/>
              </a:xfrm>
              <a:prstGeom prst="ellipse">
                <a:avLst/>
              </a:prstGeom>
              <a:solidFill>
                <a:schemeClr val="tx1"/>
              </a:solidFill>
              <a:ln w="9525">
                <a:solidFill>
                  <a:schemeClr val="tx1"/>
                </a:solidFill>
                <a:round/>
                <a:headEnd/>
                <a:tailEnd/>
              </a:ln>
            </p:spPr>
            <p:txBody>
              <a:bodyPr/>
              <a:lstStyle/>
              <a:p>
                <a:endParaRPr lang="en-US"/>
              </a:p>
            </p:txBody>
          </p:sp>
          <p:sp>
            <p:nvSpPr>
              <p:cNvPr id="56384" name="Oval 1449"/>
              <p:cNvSpPr>
                <a:spLocks noChangeArrowheads="1"/>
              </p:cNvSpPr>
              <p:nvPr/>
            </p:nvSpPr>
            <p:spPr bwMode="auto">
              <a:xfrm>
                <a:off x="1912" y="3272"/>
                <a:ext cx="32" cy="32"/>
              </a:xfrm>
              <a:prstGeom prst="ellipse">
                <a:avLst/>
              </a:prstGeom>
              <a:solidFill>
                <a:schemeClr val="tx1"/>
              </a:solidFill>
              <a:ln w="25400">
                <a:solidFill>
                  <a:schemeClr val="tx1"/>
                </a:solidFill>
                <a:round/>
                <a:headEnd/>
                <a:tailEnd/>
              </a:ln>
            </p:spPr>
            <p:txBody>
              <a:bodyPr/>
              <a:lstStyle/>
              <a:p>
                <a:endParaRPr lang="en-US"/>
              </a:p>
            </p:txBody>
          </p:sp>
          <p:sp>
            <p:nvSpPr>
              <p:cNvPr id="56385" name="Oval 1450"/>
              <p:cNvSpPr>
                <a:spLocks noChangeArrowheads="1"/>
              </p:cNvSpPr>
              <p:nvPr/>
            </p:nvSpPr>
            <p:spPr bwMode="auto">
              <a:xfrm>
                <a:off x="1912" y="3575"/>
                <a:ext cx="32" cy="32"/>
              </a:xfrm>
              <a:prstGeom prst="ellipse">
                <a:avLst/>
              </a:prstGeom>
              <a:solidFill>
                <a:schemeClr val="tx1"/>
              </a:solidFill>
              <a:ln w="9525">
                <a:solidFill>
                  <a:schemeClr val="tx1"/>
                </a:solidFill>
                <a:round/>
                <a:headEnd/>
                <a:tailEnd/>
              </a:ln>
            </p:spPr>
            <p:txBody>
              <a:bodyPr/>
              <a:lstStyle/>
              <a:p>
                <a:endParaRPr lang="en-US"/>
              </a:p>
            </p:txBody>
          </p:sp>
          <p:sp>
            <p:nvSpPr>
              <p:cNvPr id="56386" name="Oval 1451"/>
              <p:cNvSpPr>
                <a:spLocks noChangeArrowheads="1"/>
              </p:cNvSpPr>
              <p:nvPr/>
            </p:nvSpPr>
            <p:spPr bwMode="auto">
              <a:xfrm>
                <a:off x="1912" y="3575"/>
                <a:ext cx="32" cy="32"/>
              </a:xfrm>
              <a:prstGeom prst="ellipse">
                <a:avLst/>
              </a:prstGeom>
              <a:solidFill>
                <a:schemeClr val="tx1"/>
              </a:solidFill>
              <a:ln w="25400">
                <a:solidFill>
                  <a:schemeClr val="tx1"/>
                </a:solidFill>
                <a:round/>
                <a:headEnd/>
                <a:tailEnd/>
              </a:ln>
            </p:spPr>
            <p:txBody>
              <a:bodyPr/>
              <a:lstStyle/>
              <a:p>
                <a:endParaRPr lang="en-US"/>
              </a:p>
            </p:txBody>
          </p:sp>
        </p:grpSp>
        <p:grpSp>
          <p:nvGrpSpPr>
            <p:cNvPr id="55347" name="Group 1452"/>
            <p:cNvGrpSpPr>
              <a:grpSpLocks/>
            </p:cNvGrpSpPr>
            <p:nvPr/>
          </p:nvGrpSpPr>
          <p:grpSpPr bwMode="auto">
            <a:xfrm>
              <a:off x="1449" y="3272"/>
              <a:ext cx="40" cy="335"/>
              <a:chOff x="1449" y="3272"/>
              <a:chExt cx="40" cy="335"/>
            </a:xfrm>
          </p:grpSpPr>
          <p:sp>
            <p:nvSpPr>
              <p:cNvPr id="56379" name="Oval 1453"/>
              <p:cNvSpPr>
                <a:spLocks noChangeArrowheads="1"/>
              </p:cNvSpPr>
              <p:nvPr/>
            </p:nvSpPr>
            <p:spPr bwMode="auto">
              <a:xfrm>
                <a:off x="1449" y="3272"/>
                <a:ext cx="40" cy="32"/>
              </a:xfrm>
              <a:prstGeom prst="ellipse">
                <a:avLst/>
              </a:prstGeom>
              <a:solidFill>
                <a:schemeClr val="tx1"/>
              </a:solidFill>
              <a:ln w="9525">
                <a:solidFill>
                  <a:schemeClr val="tx1"/>
                </a:solidFill>
                <a:round/>
                <a:headEnd/>
                <a:tailEnd/>
              </a:ln>
            </p:spPr>
            <p:txBody>
              <a:bodyPr/>
              <a:lstStyle/>
              <a:p>
                <a:endParaRPr lang="en-US"/>
              </a:p>
            </p:txBody>
          </p:sp>
          <p:sp>
            <p:nvSpPr>
              <p:cNvPr id="56380" name="Oval 1454"/>
              <p:cNvSpPr>
                <a:spLocks noChangeArrowheads="1"/>
              </p:cNvSpPr>
              <p:nvPr/>
            </p:nvSpPr>
            <p:spPr bwMode="auto">
              <a:xfrm>
                <a:off x="1449" y="3272"/>
                <a:ext cx="40" cy="32"/>
              </a:xfrm>
              <a:prstGeom prst="ellipse">
                <a:avLst/>
              </a:prstGeom>
              <a:solidFill>
                <a:schemeClr val="tx1"/>
              </a:solidFill>
              <a:ln w="25400">
                <a:solidFill>
                  <a:schemeClr val="tx1"/>
                </a:solidFill>
                <a:round/>
                <a:headEnd/>
                <a:tailEnd/>
              </a:ln>
            </p:spPr>
            <p:txBody>
              <a:bodyPr/>
              <a:lstStyle/>
              <a:p>
                <a:endParaRPr lang="en-US"/>
              </a:p>
            </p:txBody>
          </p:sp>
          <p:sp>
            <p:nvSpPr>
              <p:cNvPr id="56381" name="Oval 1455"/>
              <p:cNvSpPr>
                <a:spLocks noChangeArrowheads="1"/>
              </p:cNvSpPr>
              <p:nvPr/>
            </p:nvSpPr>
            <p:spPr bwMode="auto">
              <a:xfrm>
                <a:off x="1449" y="3575"/>
                <a:ext cx="40" cy="32"/>
              </a:xfrm>
              <a:prstGeom prst="ellipse">
                <a:avLst/>
              </a:prstGeom>
              <a:solidFill>
                <a:schemeClr val="tx1"/>
              </a:solidFill>
              <a:ln w="9525">
                <a:solidFill>
                  <a:schemeClr val="tx1"/>
                </a:solidFill>
                <a:round/>
                <a:headEnd/>
                <a:tailEnd/>
              </a:ln>
            </p:spPr>
            <p:txBody>
              <a:bodyPr/>
              <a:lstStyle/>
              <a:p>
                <a:endParaRPr lang="en-US"/>
              </a:p>
            </p:txBody>
          </p:sp>
          <p:sp>
            <p:nvSpPr>
              <p:cNvPr id="56382" name="Oval 1456"/>
              <p:cNvSpPr>
                <a:spLocks noChangeArrowheads="1"/>
              </p:cNvSpPr>
              <p:nvPr/>
            </p:nvSpPr>
            <p:spPr bwMode="auto">
              <a:xfrm>
                <a:off x="1449" y="3575"/>
                <a:ext cx="40" cy="32"/>
              </a:xfrm>
              <a:prstGeom prst="ellipse">
                <a:avLst/>
              </a:prstGeom>
              <a:solidFill>
                <a:schemeClr val="tx1"/>
              </a:solidFill>
              <a:ln w="25400">
                <a:solidFill>
                  <a:schemeClr val="tx1"/>
                </a:solidFill>
                <a:round/>
                <a:headEnd/>
                <a:tailEnd/>
              </a:ln>
            </p:spPr>
            <p:txBody>
              <a:bodyPr/>
              <a:lstStyle/>
              <a:p>
                <a:endParaRPr lang="en-US"/>
              </a:p>
            </p:txBody>
          </p:sp>
        </p:grpSp>
        <p:grpSp>
          <p:nvGrpSpPr>
            <p:cNvPr id="55348" name="Group 1457"/>
            <p:cNvGrpSpPr>
              <a:grpSpLocks/>
            </p:cNvGrpSpPr>
            <p:nvPr/>
          </p:nvGrpSpPr>
          <p:grpSpPr bwMode="auto">
            <a:xfrm>
              <a:off x="2367" y="3272"/>
              <a:ext cx="32" cy="335"/>
              <a:chOff x="2367" y="3272"/>
              <a:chExt cx="32" cy="335"/>
            </a:xfrm>
          </p:grpSpPr>
          <p:sp>
            <p:nvSpPr>
              <p:cNvPr id="56375" name="Oval 1458"/>
              <p:cNvSpPr>
                <a:spLocks noChangeArrowheads="1"/>
              </p:cNvSpPr>
              <p:nvPr/>
            </p:nvSpPr>
            <p:spPr bwMode="auto">
              <a:xfrm>
                <a:off x="2367" y="3272"/>
                <a:ext cx="32" cy="32"/>
              </a:xfrm>
              <a:prstGeom prst="ellipse">
                <a:avLst/>
              </a:prstGeom>
              <a:solidFill>
                <a:schemeClr val="tx1"/>
              </a:solidFill>
              <a:ln w="9525">
                <a:solidFill>
                  <a:schemeClr val="tx1"/>
                </a:solidFill>
                <a:round/>
                <a:headEnd/>
                <a:tailEnd/>
              </a:ln>
            </p:spPr>
            <p:txBody>
              <a:bodyPr/>
              <a:lstStyle/>
              <a:p>
                <a:endParaRPr lang="en-US"/>
              </a:p>
            </p:txBody>
          </p:sp>
          <p:sp>
            <p:nvSpPr>
              <p:cNvPr id="56376" name="Oval 1459"/>
              <p:cNvSpPr>
                <a:spLocks noChangeArrowheads="1"/>
              </p:cNvSpPr>
              <p:nvPr/>
            </p:nvSpPr>
            <p:spPr bwMode="auto">
              <a:xfrm>
                <a:off x="2367" y="3272"/>
                <a:ext cx="32" cy="32"/>
              </a:xfrm>
              <a:prstGeom prst="ellipse">
                <a:avLst/>
              </a:prstGeom>
              <a:solidFill>
                <a:schemeClr val="tx1"/>
              </a:solidFill>
              <a:ln w="25400">
                <a:solidFill>
                  <a:schemeClr val="tx1"/>
                </a:solidFill>
                <a:round/>
                <a:headEnd/>
                <a:tailEnd/>
              </a:ln>
            </p:spPr>
            <p:txBody>
              <a:bodyPr/>
              <a:lstStyle/>
              <a:p>
                <a:endParaRPr lang="en-US"/>
              </a:p>
            </p:txBody>
          </p:sp>
          <p:sp>
            <p:nvSpPr>
              <p:cNvPr id="56377" name="Oval 1460"/>
              <p:cNvSpPr>
                <a:spLocks noChangeArrowheads="1"/>
              </p:cNvSpPr>
              <p:nvPr/>
            </p:nvSpPr>
            <p:spPr bwMode="auto">
              <a:xfrm>
                <a:off x="2367" y="3575"/>
                <a:ext cx="32" cy="32"/>
              </a:xfrm>
              <a:prstGeom prst="ellipse">
                <a:avLst/>
              </a:prstGeom>
              <a:solidFill>
                <a:schemeClr val="tx1"/>
              </a:solidFill>
              <a:ln w="9525">
                <a:solidFill>
                  <a:schemeClr val="tx1"/>
                </a:solidFill>
                <a:round/>
                <a:headEnd/>
                <a:tailEnd/>
              </a:ln>
            </p:spPr>
            <p:txBody>
              <a:bodyPr/>
              <a:lstStyle/>
              <a:p>
                <a:endParaRPr lang="en-US"/>
              </a:p>
            </p:txBody>
          </p:sp>
          <p:sp>
            <p:nvSpPr>
              <p:cNvPr id="56378" name="Oval 1461"/>
              <p:cNvSpPr>
                <a:spLocks noChangeArrowheads="1"/>
              </p:cNvSpPr>
              <p:nvPr/>
            </p:nvSpPr>
            <p:spPr bwMode="auto">
              <a:xfrm>
                <a:off x="2367" y="3575"/>
                <a:ext cx="32" cy="32"/>
              </a:xfrm>
              <a:prstGeom prst="ellipse">
                <a:avLst/>
              </a:prstGeom>
              <a:solidFill>
                <a:schemeClr val="tx1"/>
              </a:solidFill>
              <a:ln w="25400">
                <a:solidFill>
                  <a:schemeClr val="tx1"/>
                </a:solidFill>
                <a:round/>
                <a:headEnd/>
                <a:tailEnd/>
              </a:ln>
            </p:spPr>
            <p:txBody>
              <a:bodyPr/>
              <a:lstStyle/>
              <a:p>
                <a:endParaRPr lang="en-US"/>
              </a:p>
            </p:txBody>
          </p:sp>
        </p:grpSp>
        <p:grpSp>
          <p:nvGrpSpPr>
            <p:cNvPr id="55349" name="Group 1462"/>
            <p:cNvGrpSpPr>
              <a:grpSpLocks/>
            </p:cNvGrpSpPr>
            <p:nvPr/>
          </p:nvGrpSpPr>
          <p:grpSpPr bwMode="auto">
            <a:xfrm>
              <a:off x="2822" y="3272"/>
              <a:ext cx="40" cy="335"/>
              <a:chOff x="2822" y="3272"/>
              <a:chExt cx="40" cy="335"/>
            </a:xfrm>
          </p:grpSpPr>
          <p:sp>
            <p:nvSpPr>
              <p:cNvPr id="56371" name="Oval 1463"/>
              <p:cNvSpPr>
                <a:spLocks noChangeArrowheads="1"/>
              </p:cNvSpPr>
              <p:nvPr/>
            </p:nvSpPr>
            <p:spPr bwMode="auto">
              <a:xfrm>
                <a:off x="2822" y="3272"/>
                <a:ext cx="40" cy="32"/>
              </a:xfrm>
              <a:prstGeom prst="ellipse">
                <a:avLst/>
              </a:prstGeom>
              <a:solidFill>
                <a:schemeClr val="tx1"/>
              </a:solidFill>
              <a:ln w="9525">
                <a:solidFill>
                  <a:schemeClr val="tx1"/>
                </a:solidFill>
                <a:round/>
                <a:headEnd/>
                <a:tailEnd/>
              </a:ln>
            </p:spPr>
            <p:txBody>
              <a:bodyPr/>
              <a:lstStyle/>
              <a:p>
                <a:endParaRPr lang="en-US"/>
              </a:p>
            </p:txBody>
          </p:sp>
          <p:sp>
            <p:nvSpPr>
              <p:cNvPr id="56372" name="Oval 1464"/>
              <p:cNvSpPr>
                <a:spLocks noChangeArrowheads="1"/>
              </p:cNvSpPr>
              <p:nvPr/>
            </p:nvSpPr>
            <p:spPr bwMode="auto">
              <a:xfrm>
                <a:off x="2822" y="3272"/>
                <a:ext cx="40" cy="32"/>
              </a:xfrm>
              <a:prstGeom prst="ellipse">
                <a:avLst/>
              </a:prstGeom>
              <a:solidFill>
                <a:schemeClr val="tx1"/>
              </a:solidFill>
              <a:ln w="25400">
                <a:solidFill>
                  <a:schemeClr val="tx1"/>
                </a:solidFill>
                <a:round/>
                <a:headEnd/>
                <a:tailEnd/>
              </a:ln>
            </p:spPr>
            <p:txBody>
              <a:bodyPr/>
              <a:lstStyle/>
              <a:p>
                <a:endParaRPr lang="en-US"/>
              </a:p>
            </p:txBody>
          </p:sp>
          <p:sp>
            <p:nvSpPr>
              <p:cNvPr id="56373" name="Oval 1465"/>
              <p:cNvSpPr>
                <a:spLocks noChangeArrowheads="1"/>
              </p:cNvSpPr>
              <p:nvPr/>
            </p:nvSpPr>
            <p:spPr bwMode="auto">
              <a:xfrm>
                <a:off x="2822" y="3575"/>
                <a:ext cx="40" cy="32"/>
              </a:xfrm>
              <a:prstGeom prst="ellipse">
                <a:avLst/>
              </a:prstGeom>
              <a:solidFill>
                <a:schemeClr val="tx1"/>
              </a:solidFill>
              <a:ln w="9525">
                <a:solidFill>
                  <a:schemeClr val="tx1"/>
                </a:solidFill>
                <a:round/>
                <a:headEnd/>
                <a:tailEnd/>
              </a:ln>
            </p:spPr>
            <p:txBody>
              <a:bodyPr/>
              <a:lstStyle/>
              <a:p>
                <a:endParaRPr lang="en-US"/>
              </a:p>
            </p:txBody>
          </p:sp>
          <p:sp>
            <p:nvSpPr>
              <p:cNvPr id="56374" name="Oval 1466"/>
              <p:cNvSpPr>
                <a:spLocks noChangeArrowheads="1"/>
              </p:cNvSpPr>
              <p:nvPr/>
            </p:nvSpPr>
            <p:spPr bwMode="auto">
              <a:xfrm>
                <a:off x="2822" y="3575"/>
                <a:ext cx="40" cy="32"/>
              </a:xfrm>
              <a:prstGeom prst="ellipse">
                <a:avLst/>
              </a:prstGeom>
              <a:solidFill>
                <a:schemeClr val="tx1"/>
              </a:solidFill>
              <a:ln w="25400">
                <a:solidFill>
                  <a:schemeClr val="tx1"/>
                </a:solidFill>
                <a:round/>
                <a:headEnd/>
                <a:tailEnd/>
              </a:ln>
            </p:spPr>
            <p:txBody>
              <a:bodyPr/>
              <a:lstStyle/>
              <a:p>
                <a:endParaRPr lang="en-US"/>
              </a:p>
            </p:txBody>
          </p:sp>
        </p:grpSp>
        <p:grpSp>
          <p:nvGrpSpPr>
            <p:cNvPr id="55350" name="Group 1467"/>
            <p:cNvGrpSpPr>
              <a:grpSpLocks/>
            </p:cNvGrpSpPr>
            <p:nvPr/>
          </p:nvGrpSpPr>
          <p:grpSpPr bwMode="auto">
            <a:xfrm>
              <a:off x="2415" y="2650"/>
              <a:ext cx="415" cy="56"/>
              <a:chOff x="2415" y="2650"/>
              <a:chExt cx="415" cy="56"/>
            </a:xfrm>
          </p:grpSpPr>
          <p:sp>
            <p:nvSpPr>
              <p:cNvPr id="56363" name="Freeform 1468"/>
              <p:cNvSpPr>
                <a:spLocks/>
              </p:cNvSpPr>
              <p:nvPr/>
            </p:nvSpPr>
            <p:spPr bwMode="auto">
              <a:xfrm>
                <a:off x="2718" y="2650"/>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chemeClr val="tx1"/>
              </a:solidFill>
              <a:ln w="9525">
                <a:solidFill>
                  <a:schemeClr val="tx1"/>
                </a:solidFill>
                <a:round/>
                <a:headEnd/>
                <a:tailEnd/>
              </a:ln>
            </p:spPr>
            <p:txBody>
              <a:bodyPr/>
              <a:lstStyle/>
              <a:p>
                <a:endParaRPr lang="en-US"/>
              </a:p>
            </p:txBody>
          </p:sp>
          <p:grpSp>
            <p:nvGrpSpPr>
              <p:cNvPr id="56364" name="Group 1469"/>
              <p:cNvGrpSpPr>
                <a:grpSpLocks/>
              </p:cNvGrpSpPr>
              <p:nvPr/>
            </p:nvGrpSpPr>
            <p:grpSpPr bwMode="auto">
              <a:xfrm>
                <a:off x="2415" y="2674"/>
                <a:ext cx="295" cy="1"/>
                <a:chOff x="2415" y="2674"/>
                <a:chExt cx="295" cy="1"/>
              </a:xfrm>
            </p:grpSpPr>
            <p:sp>
              <p:nvSpPr>
                <p:cNvPr id="56365" name="Line 1470"/>
                <p:cNvSpPr>
                  <a:spLocks noChangeShapeType="1"/>
                </p:cNvSpPr>
                <p:nvPr/>
              </p:nvSpPr>
              <p:spPr bwMode="auto">
                <a:xfrm>
                  <a:off x="2415"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366" name="Line 1471"/>
                <p:cNvSpPr>
                  <a:spLocks noChangeShapeType="1"/>
                </p:cNvSpPr>
                <p:nvPr/>
              </p:nvSpPr>
              <p:spPr bwMode="auto">
                <a:xfrm>
                  <a:off x="2471"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367" name="Line 1472"/>
                <p:cNvSpPr>
                  <a:spLocks noChangeShapeType="1"/>
                </p:cNvSpPr>
                <p:nvPr/>
              </p:nvSpPr>
              <p:spPr bwMode="auto">
                <a:xfrm>
                  <a:off x="2526"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368" name="Line 1473"/>
                <p:cNvSpPr>
                  <a:spLocks noChangeShapeType="1"/>
                </p:cNvSpPr>
                <p:nvPr/>
              </p:nvSpPr>
              <p:spPr bwMode="auto">
                <a:xfrm>
                  <a:off x="2582"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369" name="Line 1474"/>
                <p:cNvSpPr>
                  <a:spLocks noChangeShapeType="1"/>
                </p:cNvSpPr>
                <p:nvPr/>
              </p:nvSpPr>
              <p:spPr bwMode="auto">
                <a:xfrm>
                  <a:off x="2638"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370" name="Line 1475"/>
                <p:cNvSpPr>
                  <a:spLocks noChangeShapeType="1"/>
                </p:cNvSpPr>
                <p:nvPr/>
              </p:nvSpPr>
              <p:spPr bwMode="auto">
                <a:xfrm>
                  <a:off x="2694" y="2674"/>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351" name="Group 1476"/>
            <p:cNvGrpSpPr>
              <a:grpSpLocks/>
            </p:cNvGrpSpPr>
            <p:nvPr/>
          </p:nvGrpSpPr>
          <p:grpSpPr bwMode="auto">
            <a:xfrm>
              <a:off x="2415" y="1733"/>
              <a:ext cx="415" cy="56"/>
              <a:chOff x="2415" y="1733"/>
              <a:chExt cx="415" cy="56"/>
            </a:xfrm>
          </p:grpSpPr>
          <p:sp>
            <p:nvSpPr>
              <p:cNvPr id="56355" name="Freeform 1477"/>
              <p:cNvSpPr>
                <a:spLocks/>
              </p:cNvSpPr>
              <p:nvPr/>
            </p:nvSpPr>
            <p:spPr bwMode="auto">
              <a:xfrm>
                <a:off x="2718" y="1733"/>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chemeClr val="tx1"/>
              </a:solidFill>
              <a:ln w="9525">
                <a:solidFill>
                  <a:schemeClr val="tx1"/>
                </a:solidFill>
                <a:round/>
                <a:headEnd/>
                <a:tailEnd/>
              </a:ln>
            </p:spPr>
            <p:txBody>
              <a:bodyPr/>
              <a:lstStyle/>
              <a:p>
                <a:endParaRPr lang="en-US"/>
              </a:p>
            </p:txBody>
          </p:sp>
          <p:grpSp>
            <p:nvGrpSpPr>
              <p:cNvPr id="56356" name="Group 1478"/>
              <p:cNvGrpSpPr>
                <a:grpSpLocks/>
              </p:cNvGrpSpPr>
              <p:nvPr/>
            </p:nvGrpSpPr>
            <p:grpSpPr bwMode="auto">
              <a:xfrm>
                <a:off x="2415" y="1757"/>
                <a:ext cx="295" cy="1"/>
                <a:chOff x="2415" y="1757"/>
                <a:chExt cx="295" cy="1"/>
              </a:xfrm>
            </p:grpSpPr>
            <p:sp>
              <p:nvSpPr>
                <p:cNvPr id="56357" name="Line 1479"/>
                <p:cNvSpPr>
                  <a:spLocks noChangeShapeType="1"/>
                </p:cNvSpPr>
                <p:nvPr/>
              </p:nvSpPr>
              <p:spPr bwMode="auto">
                <a:xfrm>
                  <a:off x="2415"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358" name="Line 1480"/>
                <p:cNvSpPr>
                  <a:spLocks noChangeShapeType="1"/>
                </p:cNvSpPr>
                <p:nvPr/>
              </p:nvSpPr>
              <p:spPr bwMode="auto">
                <a:xfrm>
                  <a:off x="2471"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359" name="Line 1481"/>
                <p:cNvSpPr>
                  <a:spLocks noChangeShapeType="1"/>
                </p:cNvSpPr>
                <p:nvPr/>
              </p:nvSpPr>
              <p:spPr bwMode="auto">
                <a:xfrm>
                  <a:off x="2526"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360" name="Line 1482"/>
                <p:cNvSpPr>
                  <a:spLocks noChangeShapeType="1"/>
                </p:cNvSpPr>
                <p:nvPr/>
              </p:nvSpPr>
              <p:spPr bwMode="auto">
                <a:xfrm>
                  <a:off x="2582"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361" name="Line 1483"/>
                <p:cNvSpPr>
                  <a:spLocks noChangeShapeType="1"/>
                </p:cNvSpPr>
                <p:nvPr/>
              </p:nvSpPr>
              <p:spPr bwMode="auto">
                <a:xfrm>
                  <a:off x="2638"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362" name="Line 1484"/>
                <p:cNvSpPr>
                  <a:spLocks noChangeShapeType="1"/>
                </p:cNvSpPr>
                <p:nvPr/>
              </p:nvSpPr>
              <p:spPr bwMode="auto">
                <a:xfrm>
                  <a:off x="2694" y="1757"/>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352" name="Group 1485"/>
            <p:cNvGrpSpPr>
              <a:grpSpLocks/>
            </p:cNvGrpSpPr>
            <p:nvPr/>
          </p:nvGrpSpPr>
          <p:grpSpPr bwMode="auto">
            <a:xfrm>
              <a:off x="1489" y="3264"/>
              <a:ext cx="423" cy="56"/>
              <a:chOff x="1489" y="3264"/>
              <a:chExt cx="423" cy="56"/>
            </a:xfrm>
          </p:grpSpPr>
          <p:sp>
            <p:nvSpPr>
              <p:cNvPr id="56347" name="Freeform 1486"/>
              <p:cNvSpPr>
                <a:spLocks/>
              </p:cNvSpPr>
              <p:nvPr/>
            </p:nvSpPr>
            <p:spPr bwMode="auto">
              <a:xfrm>
                <a:off x="1792" y="3264"/>
                <a:ext cx="120" cy="56"/>
              </a:xfrm>
              <a:custGeom>
                <a:avLst/>
                <a:gdLst>
                  <a:gd name="T0" fmla="*/ 120 w 120"/>
                  <a:gd name="T1" fmla="*/ 24 h 56"/>
                  <a:gd name="T2" fmla="*/ 0 w 120"/>
                  <a:gd name="T3" fmla="*/ 56 h 56"/>
                  <a:gd name="T4" fmla="*/ 0 w 120"/>
                  <a:gd name="T5" fmla="*/ 24 h 56"/>
                  <a:gd name="T6" fmla="*/ 0 w 120"/>
                  <a:gd name="T7" fmla="*/ 0 h 56"/>
                  <a:gd name="T8" fmla="*/ 120 w 120"/>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 h="56">
                    <a:moveTo>
                      <a:pt x="120" y="24"/>
                    </a:moveTo>
                    <a:lnTo>
                      <a:pt x="0" y="56"/>
                    </a:lnTo>
                    <a:lnTo>
                      <a:pt x="0" y="24"/>
                    </a:lnTo>
                    <a:lnTo>
                      <a:pt x="0" y="0"/>
                    </a:lnTo>
                    <a:lnTo>
                      <a:pt x="120" y="24"/>
                    </a:lnTo>
                    <a:close/>
                  </a:path>
                </a:pathLst>
              </a:custGeom>
              <a:solidFill>
                <a:schemeClr val="tx1"/>
              </a:solidFill>
              <a:ln w="9525">
                <a:solidFill>
                  <a:schemeClr val="tx1"/>
                </a:solidFill>
                <a:round/>
                <a:headEnd/>
                <a:tailEnd/>
              </a:ln>
            </p:spPr>
            <p:txBody>
              <a:bodyPr/>
              <a:lstStyle/>
              <a:p>
                <a:endParaRPr lang="en-US"/>
              </a:p>
            </p:txBody>
          </p:sp>
          <p:grpSp>
            <p:nvGrpSpPr>
              <p:cNvPr id="56348" name="Group 1487"/>
              <p:cNvGrpSpPr>
                <a:grpSpLocks/>
              </p:cNvGrpSpPr>
              <p:nvPr/>
            </p:nvGrpSpPr>
            <p:grpSpPr bwMode="auto">
              <a:xfrm>
                <a:off x="1489" y="3288"/>
                <a:ext cx="295" cy="1"/>
                <a:chOff x="1489" y="3288"/>
                <a:chExt cx="295" cy="1"/>
              </a:xfrm>
            </p:grpSpPr>
            <p:sp>
              <p:nvSpPr>
                <p:cNvPr id="56349" name="Line 1488"/>
                <p:cNvSpPr>
                  <a:spLocks noChangeShapeType="1"/>
                </p:cNvSpPr>
                <p:nvPr/>
              </p:nvSpPr>
              <p:spPr bwMode="auto">
                <a:xfrm>
                  <a:off x="1489"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350" name="Line 1489"/>
                <p:cNvSpPr>
                  <a:spLocks noChangeShapeType="1"/>
                </p:cNvSpPr>
                <p:nvPr/>
              </p:nvSpPr>
              <p:spPr bwMode="auto">
                <a:xfrm>
                  <a:off x="1544"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351" name="Line 1490"/>
                <p:cNvSpPr>
                  <a:spLocks noChangeShapeType="1"/>
                </p:cNvSpPr>
                <p:nvPr/>
              </p:nvSpPr>
              <p:spPr bwMode="auto">
                <a:xfrm>
                  <a:off x="1600"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352" name="Line 1491"/>
                <p:cNvSpPr>
                  <a:spLocks noChangeShapeType="1"/>
                </p:cNvSpPr>
                <p:nvPr/>
              </p:nvSpPr>
              <p:spPr bwMode="auto">
                <a:xfrm>
                  <a:off x="1656"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353" name="Line 1492"/>
                <p:cNvSpPr>
                  <a:spLocks noChangeShapeType="1"/>
                </p:cNvSpPr>
                <p:nvPr/>
              </p:nvSpPr>
              <p:spPr bwMode="auto">
                <a:xfrm>
                  <a:off x="1712"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354" name="Line 1493"/>
                <p:cNvSpPr>
                  <a:spLocks noChangeShapeType="1"/>
                </p:cNvSpPr>
                <p:nvPr/>
              </p:nvSpPr>
              <p:spPr bwMode="auto">
                <a:xfrm>
                  <a:off x="1768" y="3288"/>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353" name="Group 1494"/>
            <p:cNvGrpSpPr>
              <a:grpSpLocks/>
            </p:cNvGrpSpPr>
            <p:nvPr/>
          </p:nvGrpSpPr>
          <p:grpSpPr bwMode="auto">
            <a:xfrm>
              <a:off x="1944" y="3256"/>
              <a:ext cx="423" cy="56"/>
              <a:chOff x="1944" y="3256"/>
              <a:chExt cx="423" cy="56"/>
            </a:xfrm>
          </p:grpSpPr>
          <p:sp>
            <p:nvSpPr>
              <p:cNvPr id="56339" name="Freeform 1495"/>
              <p:cNvSpPr>
                <a:spLocks/>
              </p:cNvSpPr>
              <p:nvPr/>
            </p:nvSpPr>
            <p:spPr bwMode="auto">
              <a:xfrm>
                <a:off x="2255" y="325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chemeClr val="tx1"/>
              </a:solidFill>
              <a:ln w="9525">
                <a:solidFill>
                  <a:schemeClr val="tx1"/>
                </a:solidFill>
                <a:round/>
                <a:headEnd/>
                <a:tailEnd/>
              </a:ln>
            </p:spPr>
            <p:txBody>
              <a:bodyPr/>
              <a:lstStyle/>
              <a:p>
                <a:endParaRPr lang="en-US"/>
              </a:p>
            </p:txBody>
          </p:sp>
          <p:grpSp>
            <p:nvGrpSpPr>
              <p:cNvPr id="56340" name="Group 1496"/>
              <p:cNvGrpSpPr>
                <a:grpSpLocks/>
              </p:cNvGrpSpPr>
              <p:nvPr/>
            </p:nvGrpSpPr>
            <p:grpSpPr bwMode="auto">
              <a:xfrm>
                <a:off x="1944" y="3288"/>
                <a:ext cx="303" cy="1"/>
                <a:chOff x="1944" y="3288"/>
                <a:chExt cx="303" cy="1"/>
              </a:xfrm>
            </p:grpSpPr>
            <p:sp>
              <p:nvSpPr>
                <p:cNvPr id="56341" name="Line 1497"/>
                <p:cNvSpPr>
                  <a:spLocks noChangeShapeType="1"/>
                </p:cNvSpPr>
                <p:nvPr/>
              </p:nvSpPr>
              <p:spPr bwMode="auto">
                <a:xfrm>
                  <a:off x="1944"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342" name="Line 1498"/>
                <p:cNvSpPr>
                  <a:spLocks noChangeShapeType="1"/>
                </p:cNvSpPr>
                <p:nvPr/>
              </p:nvSpPr>
              <p:spPr bwMode="auto">
                <a:xfrm>
                  <a:off x="2000" y="3288"/>
                  <a:ext cx="23"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343" name="Line 1499"/>
                <p:cNvSpPr>
                  <a:spLocks noChangeShapeType="1"/>
                </p:cNvSpPr>
                <p:nvPr/>
              </p:nvSpPr>
              <p:spPr bwMode="auto">
                <a:xfrm>
                  <a:off x="2055"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344" name="Line 1500"/>
                <p:cNvSpPr>
                  <a:spLocks noChangeShapeType="1"/>
                </p:cNvSpPr>
                <p:nvPr/>
              </p:nvSpPr>
              <p:spPr bwMode="auto">
                <a:xfrm>
                  <a:off x="2111"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345" name="Line 1501"/>
                <p:cNvSpPr>
                  <a:spLocks noChangeShapeType="1"/>
                </p:cNvSpPr>
                <p:nvPr/>
              </p:nvSpPr>
              <p:spPr bwMode="auto">
                <a:xfrm>
                  <a:off x="2167"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346" name="Line 1502"/>
                <p:cNvSpPr>
                  <a:spLocks noChangeShapeType="1"/>
                </p:cNvSpPr>
                <p:nvPr/>
              </p:nvSpPr>
              <p:spPr bwMode="auto">
                <a:xfrm>
                  <a:off x="2223"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354" name="Group 1503"/>
            <p:cNvGrpSpPr>
              <a:grpSpLocks/>
            </p:cNvGrpSpPr>
            <p:nvPr/>
          </p:nvGrpSpPr>
          <p:grpSpPr bwMode="auto">
            <a:xfrm>
              <a:off x="2415" y="3256"/>
              <a:ext cx="415" cy="56"/>
              <a:chOff x="2415" y="3256"/>
              <a:chExt cx="415" cy="56"/>
            </a:xfrm>
          </p:grpSpPr>
          <p:sp>
            <p:nvSpPr>
              <p:cNvPr id="56331" name="Freeform 1504"/>
              <p:cNvSpPr>
                <a:spLocks/>
              </p:cNvSpPr>
              <p:nvPr/>
            </p:nvSpPr>
            <p:spPr bwMode="auto">
              <a:xfrm>
                <a:off x="2718" y="325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chemeClr val="tx1"/>
              </a:solidFill>
              <a:ln w="9525">
                <a:solidFill>
                  <a:schemeClr val="tx1"/>
                </a:solidFill>
                <a:round/>
                <a:headEnd/>
                <a:tailEnd/>
              </a:ln>
            </p:spPr>
            <p:txBody>
              <a:bodyPr/>
              <a:lstStyle/>
              <a:p>
                <a:endParaRPr lang="en-US"/>
              </a:p>
            </p:txBody>
          </p:sp>
          <p:grpSp>
            <p:nvGrpSpPr>
              <p:cNvPr id="56332" name="Group 1505"/>
              <p:cNvGrpSpPr>
                <a:grpSpLocks/>
              </p:cNvGrpSpPr>
              <p:nvPr/>
            </p:nvGrpSpPr>
            <p:grpSpPr bwMode="auto">
              <a:xfrm>
                <a:off x="2415" y="3288"/>
                <a:ext cx="295" cy="1"/>
                <a:chOff x="2415" y="3288"/>
                <a:chExt cx="295" cy="1"/>
              </a:xfrm>
            </p:grpSpPr>
            <p:sp>
              <p:nvSpPr>
                <p:cNvPr id="56333" name="Line 1506"/>
                <p:cNvSpPr>
                  <a:spLocks noChangeShapeType="1"/>
                </p:cNvSpPr>
                <p:nvPr/>
              </p:nvSpPr>
              <p:spPr bwMode="auto">
                <a:xfrm>
                  <a:off x="2415"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334" name="Line 1507"/>
                <p:cNvSpPr>
                  <a:spLocks noChangeShapeType="1"/>
                </p:cNvSpPr>
                <p:nvPr/>
              </p:nvSpPr>
              <p:spPr bwMode="auto">
                <a:xfrm>
                  <a:off x="2471"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335" name="Line 1508"/>
                <p:cNvSpPr>
                  <a:spLocks noChangeShapeType="1"/>
                </p:cNvSpPr>
                <p:nvPr/>
              </p:nvSpPr>
              <p:spPr bwMode="auto">
                <a:xfrm>
                  <a:off x="2526"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336" name="Line 1509"/>
                <p:cNvSpPr>
                  <a:spLocks noChangeShapeType="1"/>
                </p:cNvSpPr>
                <p:nvPr/>
              </p:nvSpPr>
              <p:spPr bwMode="auto">
                <a:xfrm>
                  <a:off x="2582"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337" name="Line 1510"/>
                <p:cNvSpPr>
                  <a:spLocks noChangeShapeType="1"/>
                </p:cNvSpPr>
                <p:nvPr/>
              </p:nvSpPr>
              <p:spPr bwMode="auto">
                <a:xfrm>
                  <a:off x="2638"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338" name="Line 1511"/>
                <p:cNvSpPr>
                  <a:spLocks noChangeShapeType="1"/>
                </p:cNvSpPr>
                <p:nvPr/>
              </p:nvSpPr>
              <p:spPr bwMode="auto">
                <a:xfrm>
                  <a:off x="2694" y="3288"/>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355" name="Group 1512"/>
            <p:cNvGrpSpPr>
              <a:grpSpLocks/>
            </p:cNvGrpSpPr>
            <p:nvPr/>
          </p:nvGrpSpPr>
          <p:grpSpPr bwMode="auto">
            <a:xfrm>
              <a:off x="1489" y="3567"/>
              <a:ext cx="423" cy="56"/>
              <a:chOff x="1489" y="3567"/>
              <a:chExt cx="423" cy="56"/>
            </a:xfrm>
          </p:grpSpPr>
          <p:sp>
            <p:nvSpPr>
              <p:cNvPr id="56323" name="Freeform 1513"/>
              <p:cNvSpPr>
                <a:spLocks/>
              </p:cNvSpPr>
              <p:nvPr/>
            </p:nvSpPr>
            <p:spPr bwMode="auto">
              <a:xfrm>
                <a:off x="1800"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chemeClr val="tx1"/>
              </a:solidFill>
              <a:ln w="9525">
                <a:solidFill>
                  <a:schemeClr val="tx1"/>
                </a:solidFill>
                <a:round/>
                <a:headEnd/>
                <a:tailEnd/>
              </a:ln>
            </p:spPr>
            <p:txBody>
              <a:bodyPr/>
              <a:lstStyle/>
              <a:p>
                <a:endParaRPr lang="en-US"/>
              </a:p>
            </p:txBody>
          </p:sp>
          <p:grpSp>
            <p:nvGrpSpPr>
              <p:cNvPr id="56324" name="Group 1514"/>
              <p:cNvGrpSpPr>
                <a:grpSpLocks/>
              </p:cNvGrpSpPr>
              <p:nvPr/>
            </p:nvGrpSpPr>
            <p:grpSpPr bwMode="auto">
              <a:xfrm>
                <a:off x="1489" y="3591"/>
                <a:ext cx="303" cy="1"/>
                <a:chOff x="1489" y="3591"/>
                <a:chExt cx="303" cy="1"/>
              </a:xfrm>
            </p:grpSpPr>
            <p:sp>
              <p:nvSpPr>
                <p:cNvPr id="56325" name="Line 1515"/>
                <p:cNvSpPr>
                  <a:spLocks noChangeShapeType="1"/>
                </p:cNvSpPr>
                <p:nvPr/>
              </p:nvSpPr>
              <p:spPr bwMode="auto">
                <a:xfrm>
                  <a:off x="1489"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326" name="Line 1516"/>
                <p:cNvSpPr>
                  <a:spLocks noChangeShapeType="1"/>
                </p:cNvSpPr>
                <p:nvPr/>
              </p:nvSpPr>
              <p:spPr bwMode="auto">
                <a:xfrm>
                  <a:off x="1544"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327" name="Line 1517"/>
                <p:cNvSpPr>
                  <a:spLocks noChangeShapeType="1"/>
                </p:cNvSpPr>
                <p:nvPr/>
              </p:nvSpPr>
              <p:spPr bwMode="auto">
                <a:xfrm>
                  <a:off x="1600"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328" name="Line 1518"/>
                <p:cNvSpPr>
                  <a:spLocks noChangeShapeType="1"/>
                </p:cNvSpPr>
                <p:nvPr/>
              </p:nvSpPr>
              <p:spPr bwMode="auto">
                <a:xfrm>
                  <a:off x="1656"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329" name="Line 1519"/>
                <p:cNvSpPr>
                  <a:spLocks noChangeShapeType="1"/>
                </p:cNvSpPr>
                <p:nvPr/>
              </p:nvSpPr>
              <p:spPr bwMode="auto">
                <a:xfrm>
                  <a:off x="1712"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330" name="Line 1520"/>
                <p:cNvSpPr>
                  <a:spLocks noChangeShapeType="1"/>
                </p:cNvSpPr>
                <p:nvPr/>
              </p:nvSpPr>
              <p:spPr bwMode="auto">
                <a:xfrm>
                  <a:off x="1768"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356" name="Group 1521"/>
            <p:cNvGrpSpPr>
              <a:grpSpLocks/>
            </p:cNvGrpSpPr>
            <p:nvPr/>
          </p:nvGrpSpPr>
          <p:grpSpPr bwMode="auto">
            <a:xfrm>
              <a:off x="1952" y="3567"/>
              <a:ext cx="415" cy="56"/>
              <a:chOff x="1952" y="3567"/>
              <a:chExt cx="415" cy="56"/>
            </a:xfrm>
          </p:grpSpPr>
          <p:sp>
            <p:nvSpPr>
              <p:cNvPr id="56315" name="Freeform 1522"/>
              <p:cNvSpPr>
                <a:spLocks/>
              </p:cNvSpPr>
              <p:nvPr/>
            </p:nvSpPr>
            <p:spPr bwMode="auto">
              <a:xfrm>
                <a:off x="2255"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chemeClr val="tx1"/>
              </a:solidFill>
              <a:ln w="9525">
                <a:solidFill>
                  <a:schemeClr val="tx1"/>
                </a:solidFill>
                <a:round/>
                <a:headEnd/>
                <a:tailEnd/>
              </a:ln>
            </p:spPr>
            <p:txBody>
              <a:bodyPr/>
              <a:lstStyle/>
              <a:p>
                <a:endParaRPr lang="en-US"/>
              </a:p>
            </p:txBody>
          </p:sp>
          <p:grpSp>
            <p:nvGrpSpPr>
              <p:cNvPr id="56316" name="Group 1523"/>
              <p:cNvGrpSpPr>
                <a:grpSpLocks/>
              </p:cNvGrpSpPr>
              <p:nvPr/>
            </p:nvGrpSpPr>
            <p:grpSpPr bwMode="auto">
              <a:xfrm>
                <a:off x="1952" y="3591"/>
                <a:ext cx="295" cy="1"/>
                <a:chOff x="1952" y="3591"/>
                <a:chExt cx="295" cy="1"/>
              </a:xfrm>
            </p:grpSpPr>
            <p:sp>
              <p:nvSpPr>
                <p:cNvPr id="56317" name="Line 1524"/>
                <p:cNvSpPr>
                  <a:spLocks noChangeShapeType="1"/>
                </p:cNvSpPr>
                <p:nvPr/>
              </p:nvSpPr>
              <p:spPr bwMode="auto">
                <a:xfrm>
                  <a:off x="1952"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318" name="Line 1525"/>
                <p:cNvSpPr>
                  <a:spLocks noChangeShapeType="1"/>
                </p:cNvSpPr>
                <p:nvPr/>
              </p:nvSpPr>
              <p:spPr bwMode="auto">
                <a:xfrm>
                  <a:off x="2008" y="3591"/>
                  <a:ext cx="23"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319" name="Line 1526"/>
                <p:cNvSpPr>
                  <a:spLocks noChangeShapeType="1"/>
                </p:cNvSpPr>
                <p:nvPr/>
              </p:nvSpPr>
              <p:spPr bwMode="auto">
                <a:xfrm>
                  <a:off x="2063"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320" name="Line 1527"/>
                <p:cNvSpPr>
                  <a:spLocks noChangeShapeType="1"/>
                </p:cNvSpPr>
                <p:nvPr/>
              </p:nvSpPr>
              <p:spPr bwMode="auto">
                <a:xfrm>
                  <a:off x="2119"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321" name="Line 1528"/>
                <p:cNvSpPr>
                  <a:spLocks noChangeShapeType="1"/>
                </p:cNvSpPr>
                <p:nvPr/>
              </p:nvSpPr>
              <p:spPr bwMode="auto">
                <a:xfrm>
                  <a:off x="2175"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322" name="Line 1529"/>
                <p:cNvSpPr>
                  <a:spLocks noChangeShapeType="1"/>
                </p:cNvSpPr>
                <p:nvPr/>
              </p:nvSpPr>
              <p:spPr bwMode="auto">
                <a:xfrm>
                  <a:off x="2231" y="3591"/>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357" name="Group 1530"/>
            <p:cNvGrpSpPr>
              <a:grpSpLocks/>
            </p:cNvGrpSpPr>
            <p:nvPr/>
          </p:nvGrpSpPr>
          <p:grpSpPr bwMode="auto">
            <a:xfrm>
              <a:off x="2407" y="3567"/>
              <a:ext cx="415" cy="56"/>
              <a:chOff x="2407" y="3567"/>
              <a:chExt cx="415" cy="56"/>
            </a:xfrm>
          </p:grpSpPr>
          <p:sp>
            <p:nvSpPr>
              <p:cNvPr id="56307" name="Freeform 1531"/>
              <p:cNvSpPr>
                <a:spLocks/>
              </p:cNvSpPr>
              <p:nvPr/>
            </p:nvSpPr>
            <p:spPr bwMode="auto">
              <a:xfrm>
                <a:off x="2710"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chemeClr val="tx1"/>
              </a:solidFill>
              <a:ln w="9525">
                <a:solidFill>
                  <a:schemeClr val="tx1"/>
                </a:solidFill>
                <a:round/>
                <a:headEnd/>
                <a:tailEnd/>
              </a:ln>
            </p:spPr>
            <p:txBody>
              <a:bodyPr/>
              <a:lstStyle/>
              <a:p>
                <a:endParaRPr lang="en-US"/>
              </a:p>
            </p:txBody>
          </p:sp>
          <p:grpSp>
            <p:nvGrpSpPr>
              <p:cNvPr id="56308" name="Group 1532"/>
              <p:cNvGrpSpPr>
                <a:grpSpLocks/>
              </p:cNvGrpSpPr>
              <p:nvPr/>
            </p:nvGrpSpPr>
            <p:grpSpPr bwMode="auto">
              <a:xfrm>
                <a:off x="2407" y="3591"/>
                <a:ext cx="295" cy="1"/>
                <a:chOff x="2407" y="3591"/>
                <a:chExt cx="295" cy="1"/>
              </a:xfrm>
            </p:grpSpPr>
            <p:sp>
              <p:nvSpPr>
                <p:cNvPr id="56309" name="Line 1533"/>
                <p:cNvSpPr>
                  <a:spLocks noChangeShapeType="1"/>
                </p:cNvSpPr>
                <p:nvPr/>
              </p:nvSpPr>
              <p:spPr bwMode="auto">
                <a:xfrm>
                  <a:off x="2407"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310" name="Line 1534"/>
                <p:cNvSpPr>
                  <a:spLocks noChangeShapeType="1"/>
                </p:cNvSpPr>
                <p:nvPr/>
              </p:nvSpPr>
              <p:spPr bwMode="auto">
                <a:xfrm>
                  <a:off x="2463"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311" name="Line 1535"/>
                <p:cNvSpPr>
                  <a:spLocks noChangeShapeType="1"/>
                </p:cNvSpPr>
                <p:nvPr/>
              </p:nvSpPr>
              <p:spPr bwMode="auto">
                <a:xfrm>
                  <a:off x="2518"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312" name="Line 1536"/>
                <p:cNvSpPr>
                  <a:spLocks noChangeShapeType="1"/>
                </p:cNvSpPr>
                <p:nvPr/>
              </p:nvSpPr>
              <p:spPr bwMode="auto">
                <a:xfrm>
                  <a:off x="2574"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313" name="Line 1537"/>
                <p:cNvSpPr>
                  <a:spLocks noChangeShapeType="1"/>
                </p:cNvSpPr>
                <p:nvPr/>
              </p:nvSpPr>
              <p:spPr bwMode="auto">
                <a:xfrm>
                  <a:off x="2630"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314" name="Line 1538"/>
                <p:cNvSpPr>
                  <a:spLocks noChangeShapeType="1"/>
                </p:cNvSpPr>
                <p:nvPr/>
              </p:nvSpPr>
              <p:spPr bwMode="auto">
                <a:xfrm>
                  <a:off x="2686" y="3591"/>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358" name="Group 1539"/>
            <p:cNvGrpSpPr>
              <a:grpSpLocks/>
            </p:cNvGrpSpPr>
            <p:nvPr/>
          </p:nvGrpSpPr>
          <p:grpSpPr bwMode="auto">
            <a:xfrm>
              <a:off x="1944" y="2690"/>
              <a:ext cx="894" cy="596"/>
              <a:chOff x="1944" y="2690"/>
              <a:chExt cx="894" cy="596"/>
            </a:xfrm>
          </p:grpSpPr>
          <p:sp>
            <p:nvSpPr>
              <p:cNvPr id="56305" name="Freeform 1540"/>
              <p:cNvSpPr>
                <a:spLocks/>
              </p:cNvSpPr>
              <p:nvPr/>
            </p:nvSpPr>
            <p:spPr bwMode="auto">
              <a:xfrm>
                <a:off x="2702" y="2690"/>
                <a:ext cx="136" cy="104"/>
              </a:xfrm>
              <a:custGeom>
                <a:avLst/>
                <a:gdLst>
                  <a:gd name="T0" fmla="*/ 136 w 136"/>
                  <a:gd name="T1" fmla="*/ 0 h 104"/>
                  <a:gd name="T2" fmla="*/ 40 w 136"/>
                  <a:gd name="T3" fmla="*/ 104 h 104"/>
                  <a:gd name="T4" fmla="*/ 24 w 136"/>
                  <a:gd name="T5" fmla="*/ 72 h 104"/>
                  <a:gd name="T6" fmla="*/ 0 w 136"/>
                  <a:gd name="T7" fmla="*/ 48 h 104"/>
                  <a:gd name="T8" fmla="*/ 136 w 136"/>
                  <a:gd name="T9" fmla="*/ 0 h 10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 h="104">
                    <a:moveTo>
                      <a:pt x="136" y="0"/>
                    </a:moveTo>
                    <a:lnTo>
                      <a:pt x="40" y="104"/>
                    </a:lnTo>
                    <a:lnTo>
                      <a:pt x="24" y="72"/>
                    </a:lnTo>
                    <a:lnTo>
                      <a:pt x="0" y="48"/>
                    </a:lnTo>
                    <a:lnTo>
                      <a:pt x="136" y="0"/>
                    </a:lnTo>
                    <a:close/>
                  </a:path>
                </a:pathLst>
              </a:custGeom>
              <a:solidFill>
                <a:schemeClr val="tx1"/>
              </a:solidFill>
              <a:ln w="9525">
                <a:solidFill>
                  <a:schemeClr val="tx1"/>
                </a:solidFill>
                <a:round/>
                <a:headEnd/>
                <a:tailEnd/>
              </a:ln>
            </p:spPr>
            <p:txBody>
              <a:bodyPr/>
              <a:lstStyle/>
              <a:p>
                <a:endParaRPr lang="en-US"/>
              </a:p>
            </p:txBody>
          </p:sp>
          <p:sp>
            <p:nvSpPr>
              <p:cNvPr id="56306" name="Line 1541"/>
              <p:cNvSpPr>
                <a:spLocks noChangeShapeType="1"/>
              </p:cNvSpPr>
              <p:nvPr/>
            </p:nvSpPr>
            <p:spPr bwMode="auto">
              <a:xfrm flipV="1">
                <a:off x="1944" y="2758"/>
                <a:ext cx="790" cy="528"/>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359" name="Group 1542"/>
            <p:cNvGrpSpPr>
              <a:grpSpLocks/>
            </p:cNvGrpSpPr>
            <p:nvPr/>
          </p:nvGrpSpPr>
          <p:grpSpPr bwMode="auto">
            <a:xfrm>
              <a:off x="1952" y="2376"/>
              <a:ext cx="886" cy="290"/>
              <a:chOff x="1952" y="2376"/>
              <a:chExt cx="886" cy="290"/>
            </a:xfrm>
          </p:grpSpPr>
          <p:sp>
            <p:nvSpPr>
              <p:cNvPr id="56303" name="Freeform 1543"/>
              <p:cNvSpPr>
                <a:spLocks/>
              </p:cNvSpPr>
              <p:nvPr/>
            </p:nvSpPr>
            <p:spPr bwMode="auto">
              <a:xfrm>
                <a:off x="2702" y="2586"/>
                <a:ext cx="136" cy="80"/>
              </a:xfrm>
              <a:custGeom>
                <a:avLst/>
                <a:gdLst>
                  <a:gd name="T0" fmla="*/ 136 w 136"/>
                  <a:gd name="T1" fmla="*/ 80 h 80"/>
                  <a:gd name="T2" fmla="*/ 0 w 136"/>
                  <a:gd name="T3" fmla="*/ 64 h 80"/>
                  <a:gd name="T4" fmla="*/ 8 w 136"/>
                  <a:gd name="T5" fmla="*/ 32 h 80"/>
                  <a:gd name="T6" fmla="*/ 16 w 136"/>
                  <a:gd name="T7" fmla="*/ 0 h 80"/>
                  <a:gd name="T8" fmla="*/ 136 w 136"/>
                  <a:gd name="T9" fmla="*/ 80 h 8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 h="80">
                    <a:moveTo>
                      <a:pt x="136" y="80"/>
                    </a:moveTo>
                    <a:lnTo>
                      <a:pt x="0" y="64"/>
                    </a:lnTo>
                    <a:lnTo>
                      <a:pt x="8" y="32"/>
                    </a:lnTo>
                    <a:lnTo>
                      <a:pt x="16" y="0"/>
                    </a:lnTo>
                    <a:lnTo>
                      <a:pt x="136" y="80"/>
                    </a:lnTo>
                    <a:close/>
                  </a:path>
                </a:pathLst>
              </a:custGeom>
              <a:solidFill>
                <a:schemeClr val="tx1"/>
              </a:solidFill>
              <a:ln w="9525">
                <a:solidFill>
                  <a:schemeClr val="tx1"/>
                </a:solidFill>
                <a:round/>
                <a:headEnd/>
                <a:tailEnd/>
              </a:ln>
            </p:spPr>
            <p:txBody>
              <a:bodyPr/>
              <a:lstStyle/>
              <a:p>
                <a:endParaRPr lang="en-US"/>
              </a:p>
            </p:txBody>
          </p:sp>
          <p:sp>
            <p:nvSpPr>
              <p:cNvPr id="56304" name="Line 1544"/>
              <p:cNvSpPr>
                <a:spLocks noChangeShapeType="1"/>
              </p:cNvSpPr>
              <p:nvPr/>
            </p:nvSpPr>
            <p:spPr bwMode="auto">
              <a:xfrm>
                <a:off x="1952" y="2376"/>
                <a:ext cx="766" cy="244"/>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360" name="Group 1545"/>
            <p:cNvGrpSpPr>
              <a:grpSpLocks/>
            </p:cNvGrpSpPr>
            <p:nvPr/>
          </p:nvGrpSpPr>
          <p:grpSpPr bwMode="auto">
            <a:xfrm>
              <a:off x="1481" y="2084"/>
              <a:ext cx="1373" cy="1507"/>
              <a:chOff x="1481" y="2084"/>
              <a:chExt cx="1373" cy="1507"/>
            </a:xfrm>
          </p:grpSpPr>
          <p:sp>
            <p:nvSpPr>
              <p:cNvPr id="56301" name="Freeform 1546"/>
              <p:cNvSpPr>
                <a:spLocks/>
              </p:cNvSpPr>
              <p:nvPr/>
            </p:nvSpPr>
            <p:spPr bwMode="auto">
              <a:xfrm>
                <a:off x="2742" y="2084"/>
                <a:ext cx="112" cy="119"/>
              </a:xfrm>
              <a:custGeom>
                <a:avLst/>
                <a:gdLst>
                  <a:gd name="T0" fmla="*/ 112 w 112"/>
                  <a:gd name="T1" fmla="*/ 0 h 119"/>
                  <a:gd name="T2" fmla="*/ 48 w 112"/>
                  <a:gd name="T3" fmla="*/ 119 h 119"/>
                  <a:gd name="T4" fmla="*/ 24 w 112"/>
                  <a:gd name="T5" fmla="*/ 96 h 119"/>
                  <a:gd name="T6" fmla="*/ 0 w 112"/>
                  <a:gd name="T7" fmla="*/ 72 h 119"/>
                  <a:gd name="T8" fmla="*/ 112 w 112"/>
                  <a:gd name="T9" fmla="*/ 0 h 1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119">
                    <a:moveTo>
                      <a:pt x="112" y="0"/>
                    </a:moveTo>
                    <a:lnTo>
                      <a:pt x="48" y="119"/>
                    </a:lnTo>
                    <a:lnTo>
                      <a:pt x="24" y="96"/>
                    </a:lnTo>
                    <a:lnTo>
                      <a:pt x="0" y="72"/>
                    </a:lnTo>
                    <a:lnTo>
                      <a:pt x="112" y="0"/>
                    </a:lnTo>
                    <a:close/>
                  </a:path>
                </a:pathLst>
              </a:custGeom>
              <a:solidFill>
                <a:schemeClr val="tx1"/>
              </a:solidFill>
              <a:ln w="9525">
                <a:solidFill>
                  <a:schemeClr val="tx1"/>
                </a:solidFill>
                <a:round/>
                <a:headEnd/>
                <a:tailEnd/>
              </a:ln>
            </p:spPr>
            <p:txBody>
              <a:bodyPr/>
              <a:lstStyle/>
              <a:p>
                <a:endParaRPr lang="en-US"/>
              </a:p>
            </p:txBody>
          </p:sp>
          <p:sp>
            <p:nvSpPr>
              <p:cNvPr id="56302" name="Line 1547"/>
              <p:cNvSpPr>
                <a:spLocks noChangeShapeType="1"/>
              </p:cNvSpPr>
              <p:nvPr/>
            </p:nvSpPr>
            <p:spPr bwMode="auto">
              <a:xfrm flipV="1">
                <a:off x="1481" y="2172"/>
                <a:ext cx="1291" cy="1419"/>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361" name="Group 1548"/>
            <p:cNvGrpSpPr>
              <a:grpSpLocks/>
            </p:cNvGrpSpPr>
            <p:nvPr/>
          </p:nvGrpSpPr>
          <p:grpSpPr bwMode="auto">
            <a:xfrm>
              <a:off x="1944" y="2076"/>
              <a:ext cx="902" cy="885"/>
              <a:chOff x="1944" y="2076"/>
              <a:chExt cx="902" cy="885"/>
            </a:xfrm>
          </p:grpSpPr>
          <p:sp>
            <p:nvSpPr>
              <p:cNvPr id="56299" name="Freeform 1549"/>
              <p:cNvSpPr>
                <a:spLocks/>
              </p:cNvSpPr>
              <p:nvPr/>
            </p:nvSpPr>
            <p:spPr bwMode="auto">
              <a:xfrm>
                <a:off x="2726" y="2850"/>
                <a:ext cx="120" cy="111"/>
              </a:xfrm>
              <a:custGeom>
                <a:avLst/>
                <a:gdLst>
                  <a:gd name="T0" fmla="*/ 120 w 120"/>
                  <a:gd name="T1" fmla="*/ 111 h 111"/>
                  <a:gd name="T2" fmla="*/ 0 w 120"/>
                  <a:gd name="T3" fmla="*/ 47 h 111"/>
                  <a:gd name="T4" fmla="*/ 24 w 120"/>
                  <a:gd name="T5" fmla="*/ 23 h 111"/>
                  <a:gd name="T6" fmla="*/ 48 w 120"/>
                  <a:gd name="T7" fmla="*/ 0 h 111"/>
                  <a:gd name="T8" fmla="*/ 120 w 120"/>
                  <a:gd name="T9" fmla="*/ 111 h 1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 h="111">
                    <a:moveTo>
                      <a:pt x="120" y="111"/>
                    </a:moveTo>
                    <a:lnTo>
                      <a:pt x="0" y="47"/>
                    </a:lnTo>
                    <a:lnTo>
                      <a:pt x="24" y="23"/>
                    </a:lnTo>
                    <a:lnTo>
                      <a:pt x="48" y="0"/>
                    </a:lnTo>
                    <a:lnTo>
                      <a:pt x="120" y="111"/>
                    </a:lnTo>
                    <a:close/>
                  </a:path>
                </a:pathLst>
              </a:custGeom>
              <a:solidFill>
                <a:schemeClr val="tx1"/>
              </a:solidFill>
              <a:ln w="9525">
                <a:solidFill>
                  <a:schemeClr val="tx1"/>
                </a:solidFill>
                <a:round/>
                <a:headEnd/>
                <a:tailEnd/>
              </a:ln>
            </p:spPr>
            <p:txBody>
              <a:bodyPr/>
              <a:lstStyle/>
              <a:p>
                <a:endParaRPr lang="en-US"/>
              </a:p>
            </p:txBody>
          </p:sp>
          <p:sp>
            <p:nvSpPr>
              <p:cNvPr id="56300" name="Line 1550"/>
              <p:cNvSpPr>
                <a:spLocks noChangeShapeType="1"/>
              </p:cNvSpPr>
              <p:nvPr/>
            </p:nvSpPr>
            <p:spPr bwMode="auto">
              <a:xfrm>
                <a:off x="1944" y="2076"/>
                <a:ext cx="814" cy="805"/>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362" name="Group 1551"/>
            <p:cNvGrpSpPr>
              <a:grpSpLocks/>
            </p:cNvGrpSpPr>
            <p:nvPr/>
          </p:nvGrpSpPr>
          <p:grpSpPr bwMode="auto">
            <a:xfrm>
              <a:off x="1489" y="2379"/>
              <a:ext cx="902" cy="893"/>
              <a:chOff x="1489" y="2379"/>
              <a:chExt cx="902" cy="893"/>
            </a:xfrm>
          </p:grpSpPr>
          <p:sp>
            <p:nvSpPr>
              <p:cNvPr id="56297" name="Freeform 1552"/>
              <p:cNvSpPr>
                <a:spLocks/>
              </p:cNvSpPr>
              <p:nvPr/>
            </p:nvSpPr>
            <p:spPr bwMode="auto">
              <a:xfrm>
                <a:off x="2271" y="3153"/>
                <a:ext cx="120" cy="119"/>
              </a:xfrm>
              <a:custGeom>
                <a:avLst/>
                <a:gdLst>
                  <a:gd name="T0" fmla="*/ 120 w 120"/>
                  <a:gd name="T1" fmla="*/ 119 h 119"/>
                  <a:gd name="T2" fmla="*/ 0 w 120"/>
                  <a:gd name="T3" fmla="*/ 48 h 119"/>
                  <a:gd name="T4" fmla="*/ 24 w 120"/>
                  <a:gd name="T5" fmla="*/ 24 h 119"/>
                  <a:gd name="T6" fmla="*/ 48 w 120"/>
                  <a:gd name="T7" fmla="*/ 0 h 119"/>
                  <a:gd name="T8" fmla="*/ 120 w 120"/>
                  <a:gd name="T9" fmla="*/ 119 h 1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 h="119">
                    <a:moveTo>
                      <a:pt x="120" y="119"/>
                    </a:moveTo>
                    <a:lnTo>
                      <a:pt x="0" y="48"/>
                    </a:lnTo>
                    <a:lnTo>
                      <a:pt x="24" y="24"/>
                    </a:lnTo>
                    <a:lnTo>
                      <a:pt x="48" y="0"/>
                    </a:lnTo>
                    <a:lnTo>
                      <a:pt x="120" y="119"/>
                    </a:lnTo>
                    <a:close/>
                  </a:path>
                </a:pathLst>
              </a:custGeom>
              <a:solidFill>
                <a:schemeClr val="tx1"/>
              </a:solidFill>
              <a:ln w="9525">
                <a:solidFill>
                  <a:schemeClr val="tx1"/>
                </a:solidFill>
                <a:round/>
                <a:headEnd/>
                <a:tailEnd/>
              </a:ln>
            </p:spPr>
            <p:txBody>
              <a:bodyPr/>
              <a:lstStyle/>
              <a:p>
                <a:endParaRPr lang="en-US"/>
              </a:p>
            </p:txBody>
          </p:sp>
          <p:sp>
            <p:nvSpPr>
              <p:cNvPr id="56298" name="Line 1553"/>
              <p:cNvSpPr>
                <a:spLocks noChangeShapeType="1"/>
              </p:cNvSpPr>
              <p:nvPr/>
            </p:nvSpPr>
            <p:spPr bwMode="auto">
              <a:xfrm>
                <a:off x="1489" y="2379"/>
                <a:ext cx="814" cy="805"/>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363" name="Group 1554"/>
            <p:cNvGrpSpPr>
              <a:grpSpLocks/>
            </p:cNvGrpSpPr>
            <p:nvPr/>
          </p:nvGrpSpPr>
          <p:grpSpPr bwMode="auto">
            <a:xfrm>
              <a:off x="1483" y="2379"/>
              <a:ext cx="429" cy="598"/>
              <a:chOff x="1483" y="2379"/>
              <a:chExt cx="429" cy="598"/>
            </a:xfrm>
          </p:grpSpPr>
          <p:sp>
            <p:nvSpPr>
              <p:cNvPr id="56295" name="Freeform 1555"/>
              <p:cNvSpPr>
                <a:spLocks/>
              </p:cNvSpPr>
              <p:nvPr/>
            </p:nvSpPr>
            <p:spPr bwMode="auto">
              <a:xfrm>
                <a:off x="1808" y="2379"/>
                <a:ext cx="104" cy="136"/>
              </a:xfrm>
              <a:custGeom>
                <a:avLst/>
                <a:gdLst>
                  <a:gd name="T0" fmla="*/ 104 w 104"/>
                  <a:gd name="T1" fmla="*/ 0 h 136"/>
                  <a:gd name="T2" fmla="*/ 56 w 104"/>
                  <a:gd name="T3" fmla="*/ 136 h 136"/>
                  <a:gd name="T4" fmla="*/ 32 w 104"/>
                  <a:gd name="T5" fmla="*/ 112 h 136"/>
                  <a:gd name="T6" fmla="*/ 0 w 104"/>
                  <a:gd name="T7" fmla="*/ 96 h 136"/>
                  <a:gd name="T8" fmla="*/ 104 w 104"/>
                  <a:gd name="T9" fmla="*/ 0 h 1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4" h="136">
                    <a:moveTo>
                      <a:pt x="104" y="0"/>
                    </a:moveTo>
                    <a:lnTo>
                      <a:pt x="56" y="136"/>
                    </a:lnTo>
                    <a:lnTo>
                      <a:pt x="32" y="112"/>
                    </a:lnTo>
                    <a:lnTo>
                      <a:pt x="0" y="96"/>
                    </a:lnTo>
                    <a:lnTo>
                      <a:pt x="104" y="0"/>
                    </a:lnTo>
                    <a:close/>
                  </a:path>
                </a:pathLst>
              </a:custGeom>
              <a:solidFill>
                <a:schemeClr val="tx1"/>
              </a:solidFill>
              <a:ln w="9525">
                <a:solidFill>
                  <a:schemeClr val="tx1"/>
                </a:solidFill>
                <a:round/>
                <a:headEnd/>
                <a:tailEnd/>
              </a:ln>
            </p:spPr>
            <p:txBody>
              <a:bodyPr/>
              <a:lstStyle/>
              <a:p>
                <a:endParaRPr lang="en-US"/>
              </a:p>
            </p:txBody>
          </p:sp>
          <p:sp>
            <p:nvSpPr>
              <p:cNvPr id="56296" name="Line 1556"/>
              <p:cNvSpPr>
                <a:spLocks noChangeShapeType="1"/>
              </p:cNvSpPr>
              <p:nvPr/>
            </p:nvSpPr>
            <p:spPr bwMode="auto">
              <a:xfrm flipV="1">
                <a:off x="1483" y="2483"/>
                <a:ext cx="362" cy="494"/>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364" name="Group 1557"/>
            <p:cNvGrpSpPr>
              <a:grpSpLocks/>
            </p:cNvGrpSpPr>
            <p:nvPr/>
          </p:nvGrpSpPr>
          <p:grpSpPr bwMode="auto">
            <a:xfrm>
              <a:off x="1936" y="2379"/>
              <a:ext cx="894" cy="604"/>
              <a:chOff x="1936" y="2379"/>
              <a:chExt cx="894" cy="604"/>
            </a:xfrm>
          </p:grpSpPr>
          <p:sp>
            <p:nvSpPr>
              <p:cNvPr id="56293" name="Freeform 1558"/>
              <p:cNvSpPr>
                <a:spLocks/>
              </p:cNvSpPr>
              <p:nvPr/>
            </p:nvSpPr>
            <p:spPr bwMode="auto">
              <a:xfrm>
                <a:off x="2702" y="2379"/>
                <a:ext cx="128" cy="104"/>
              </a:xfrm>
              <a:custGeom>
                <a:avLst/>
                <a:gdLst>
                  <a:gd name="T0" fmla="*/ 128 w 128"/>
                  <a:gd name="T1" fmla="*/ 0 h 104"/>
                  <a:gd name="T2" fmla="*/ 40 w 128"/>
                  <a:gd name="T3" fmla="*/ 104 h 104"/>
                  <a:gd name="T4" fmla="*/ 16 w 128"/>
                  <a:gd name="T5" fmla="*/ 80 h 104"/>
                  <a:gd name="T6" fmla="*/ 0 w 128"/>
                  <a:gd name="T7" fmla="*/ 48 h 104"/>
                  <a:gd name="T8" fmla="*/ 128 w 128"/>
                  <a:gd name="T9" fmla="*/ 0 h 10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8" h="104">
                    <a:moveTo>
                      <a:pt x="128" y="0"/>
                    </a:moveTo>
                    <a:lnTo>
                      <a:pt x="40" y="104"/>
                    </a:lnTo>
                    <a:lnTo>
                      <a:pt x="16" y="80"/>
                    </a:lnTo>
                    <a:lnTo>
                      <a:pt x="0" y="48"/>
                    </a:lnTo>
                    <a:lnTo>
                      <a:pt x="128" y="0"/>
                    </a:lnTo>
                    <a:close/>
                  </a:path>
                </a:pathLst>
              </a:custGeom>
              <a:solidFill>
                <a:schemeClr val="tx1"/>
              </a:solidFill>
              <a:ln w="9525">
                <a:solidFill>
                  <a:schemeClr val="tx1"/>
                </a:solidFill>
                <a:round/>
                <a:headEnd/>
                <a:tailEnd/>
              </a:ln>
            </p:spPr>
            <p:txBody>
              <a:bodyPr/>
              <a:lstStyle/>
              <a:p>
                <a:endParaRPr lang="en-US"/>
              </a:p>
            </p:txBody>
          </p:sp>
          <p:sp>
            <p:nvSpPr>
              <p:cNvPr id="56294" name="Line 1559"/>
              <p:cNvSpPr>
                <a:spLocks noChangeShapeType="1"/>
              </p:cNvSpPr>
              <p:nvPr/>
            </p:nvSpPr>
            <p:spPr bwMode="auto">
              <a:xfrm flipV="1">
                <a:off x="1936" y="2455"/>
                <a:ext cx="790" cy="528"/>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365" name="Group 1560"/>
            <p:cNvGrpSpPr>
              <a:grpSpLocks/>
            </p:cNvGrpSpPr>
            <p:nvPr/>
          </p:nvGrpSpPr>
          <p:grpSpPr bwMode="auto">
            <a:xfrm>
              <a:off x="1952" y="2076"/>
              <a:ext cx="886" cy="290"/>
              <a:chOff x="1952" y="2076"/>
              <a:chExt cx="886" cy="290"/>
            </a:xfrm>
          </p:grpSpPr>
          <p:sp>
            <p:nvSpPr>
              <p:cNvPr id="56291" name="Freeform 1561"/>
              <p:cNvSpPr>
                <a:spLocks/>
              </p:cNvSpPr>
              <p:nvPr/>
            </p:nvSpPr>
            <p:spPr bwMode="auto">
              <a:xfrm>
                <a:off x="2702" y="2076"/>
                <a:ext cx="136" cy="72"/>
              </a:xfrm>
              <a:custGeom>
                <a:avLst/>
                <a:gdLst>
                  <a:gd name="T0" fmla="*/ 136 w 136"/>
                  <a:gd name="T1" fmla="*/ 0 h 72"/>
                  <a:gd name="T2" fmla="*/ 16 w 136"/>
                  <a:gd name="T3" fmla="*/ 72 h 72"/>
                  <a:gd name="T4" fmla="*/ 8 w 136"/>
                  <a:gd name="T5" fmla="*/ 40 h 72"/>
                  <a:gd name="T6" fmla="*/ 0 w 136"/>
                  <a:gd name="T7" fmla="*/ 8 h 72"/>
                  <a:gd name="T8" fmla="*/ 136 w 136"/>
                  <a:gd name="T9" fmla="*/ 0 h 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 h="72">
                    <a:moveTo>
                      <a:pt x="136" y="0"/>
                    </a:moveTo>
                    <a:lnTo>
                      <a:pt x="16" y="72"/>
                    </a:lnTo>
                    <a:lnTo>
                      <a:pt x="8" y="40"/>
                    </a:lnTo>
                    <a:lnTo>
                      <a:pt x="0" y="8"/>
                    </a:lnTo>
                    <a:lnTo>
                      <a:pt x="136" y="0"/>
                    </a:lnTo>
                    <a:close/>
                  </a:path>
                </a:pathLst>
              </a:custGeom>
              <a:solidFill>
                <a:schemeClr val="tx1"/>
              </a:solidFill>
              <a:ln w="9525">
                <a:solidFill>
                  <a:schemeClr val="tx1"/>
                </a:solidFill>
                <a:round/>
                <a:headEnd/>
                <a:tailEnd/>
              </a:ln>
            </p:spPr>
            <p:txBody>
              <a:bodyPr/>
              <a:lstStyle/>
              <a:p>
                <a:endParaRPr lang="en-US"/>
              </a:p>
            </p:txBody>
          </p:sp>
          <p:sp>
            <p:nvSpPr>
              <p:cNvPr id="56292" name="Line 1562"/>
              <p:cNvSpPr>
                <a:spLocks noChangeShapeType="1"/>
              </p:cNvSpPr>
              <p:nvPr/>
            </p:nvSpPr>
            <p:spPr bwMode="auto">
              <a:xfrm flipV="1">
                <a:off x="1952" y="2114"/>
                <a:ext cx="766" cy="252"/>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366" name="Group 1563"/>
            <p:cNvGrpSpPr>
              <a:grpSpLocks/>
            </p:cNvGrpSpPr>
            <p:nvPr/>
          </p:nvGrpSpPr>
          <p:grpSpPr bwMode="auto">
            <a:xfrm>
              <a:off x="1481" y="1769"/>
              <a:ext cx="894" cy="283"/>
              <a:chOff x="1481" y="1769"/>
              <a:chExt cx="894" cy="283"/>
            </a:xfrm>
          </p:grpSpPr>
          <p:sp>
            <p:nvSpPr>
              <p:cNvPr id="56289" name="Freeform 1564"/>
              <p:cNvSpPr>
                <a:spLocks/>
              </p:cNvSpPr>
              <p:nvPr/>
            </p:nvSpPr>
            <p:spPr bwMode="auto">
              <a:xfrm>
                <a:off x="2231" y="1980"/>
                <a:ext cx="144" cy="72"/>
              </a:xfrm>
              <a:custGeom>
                <a:avLst/>
                <a:gdLst>
                  <a:gd name="T0" fmla="*/ 144 w 144"/>
                  <a:gd name="T1" fmla="*/ 72 h 72"/>
                  <a:gd name="T2" fmla="*/ 0 w 144"/>
                  <a:gd name="T3" fmla="*/ 64 h 72"/>
                  <a:gd name="T4" fmla="*/ 16 w 144"/>
                  <a:gd name="T5" fmla="*/ 32 h 72"/>
                  <a:gd name="T6" fmla="*/ 24 w 144"/>
                  <a:gd name="T7" fmla="*/ 0 h 72"/>
                  <a:gd name="T8" fmla="*/ 144 w 144"/>
                  <a:gd name="T9" fmla="*/ 72 h 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4" h="72">
                    <a:moveTo>
                      <a:pt x="144" y="72"/>
                    </a:moveTo>
                    <a:lnTo>
                      <a:pt x="0" y="64"/>
                    </a:lnTo>
                    <a:lnTo>
                      <a:pt x="16" y="32"/>
                    </a:lnTo>
                    <a:lnTo>
                      <a:pt x="24" y="0"/>
                    </a:lnTo>
                    <a:lnTo>
                      <a:pt x="144" y="72"/>
                    </a:lnTo>
                    <a:close/>
                  </a:path>
                </a:pathLst>
              </a:custGeom>
              <a:solidFill>
                <a:schemeClr val="tx1"/>
              </a:solidFill>
              <a:ln w="9525">
                <a:solidFill>
                  <a:schemeClr val="tx1"/>
                </a:solidFill>
                <a:round/>
                <a:headEnd/>
                <a:tailEnd/>
              </a:ln>
            </p:spPr>
            <p:txBody>
              <a:bodyPr/>
              <a:lstStyle/>
              <a:p>
                <a:endParaRPr lang="en-US"/>
              </a:p>
            </p:txBody>
          </p:sp>
          <p:sp>
            <p:nvSpPr>
              <p:cNvPr id="56290" name="Line 1565"/>
              <p:cNvSpPr>
                <a:spLocks noChangeShapeType="1"/>
              </p:cNvSpPr>
              <p:nvPr/>
            </p:nvSpPr>
            <p:spPr bwMode="auto">
              <a:xfrm>
                <a:off x="1481" y="1769"/>
                <a:ext cx="774" cy="244"/>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55367" name="Oval 1566"/>
            <p:cNvSpPr>
              <a:spLocks noChangeArrowheads="1"/>
            </p:cNvSpPr>
            <p:nvPr/>
          </p:nvSpPr>
          <p:spPr bwMode="auto">
            <a:xfrm>
              <a:off x="1457" y="1741"/>
              <a:ext cx="32" cy="40"/>
            </a:xfrm>
            <a:prstGeom prst="ellipse">
              <a:avLst/>
            </a:prstGeom>
            <a:solidFill>
              <a:schemeClr val="tx1"/>
            </a:solidFill>
            <a:ln w="9525">
              <a:solidFill>
                <a:schemeClr val="tx1"/>
              </a:solidFill>
              <a:round/>
              <a:headEnd/>
              <a:tailEnd/>
            </a:ln>
          </p:spPr>
          <p:txBody>
            <a:bodyPr/>
            <a:lstStyle/>
            <a:p>
              <a:endParaRPr lang="en-US"/>
            </a:p>
          </p:txBody>
        </p:sp>
        <p:sp>
          <p:nvSpPr>
            <p:cNvPr id="55368" name="Oval 1567"/>
            <p:cNvSpPr>
              <a:spLocks noChangeArrowheads="1"/>
            </p:cNvSpPr>
            <p:nvPr/>
          </p:nvSpPr>
          <p:spPr bwMode="auto">
            <a:xfrm>
              <a:off x="1457" y="1741"/>
              <a:ext cx="32" cy="40"/>
            </a:xfrm>
            <a:prstGeom prst="ellipse">
              <a:avLst/>
            </a:prstGeom>
            <a:solidFill>
              <a:schemeClr val="tx1"/>
            </a:solidFill>
            <a:ln w="25400">
              <a:solidFill>
                <a:schemeClr val="tx1"/>
              </a:solidFill>
              <a:round/>
              <a:headEnd/>
              <a:tailEnd/>
            </a:ln>
          </p:spPr>
          <p:txBody>
            <a:bodyPr/>
            <a:lstStyle/>
            <a:p>
              <a:endParaRPr lang="en-US"/>
            </a:p>
          </p:txBody>
        </p:sp>
        <p:sp>
          <p:nvSpPr>
            <p:cNvPr id="55369" name="Oval 1568"/>
            <p:cNvSpPr>
              <a:spLocks noChangeArrowheads="1"/>
            </p:cNvSpPr>
            <p:nvPr/>
          </p:nvSpPr>
          <p:spPr bwMode="auto">
            <a:xfrm>
              <a:off x="1457" y="2044"/>
              <a:ext cx="40" cy="40"/>
            </a:xfrm>
            <a:prstGeom prst="ellipse">
              <a:avLst/>
            </a:prstGeom>
            <a:solidFill>
              <a:schemeClr val="tx1"/>
            </a:solidFill>
            <a:ln w="9525">
              <a:solidFill>
                <a:schemeClr val="tx1"/>
              </a:solidFill>
              <a:round/>
              <a:headEnd/>
              <a:tailEnd/>
            </a:ln>
          </p:spPr>
          <p:txBody>
            <a:bodyPr/>
            <a:lstStyle/>
            <a:p>
              <a:endParaRPr lang="en-US"/>
            </a:p>
          </p:txBody>
        </p:sp>
        <p:sp>
          <p:nvSpPr>
            <p:cNvPr id="55370" name="Oval 1569"/>
            <p:cNvSpPr>
              <a:spLocks noChangeArrowheads="1"/>
            </p:cNvSpPr>
            <p:nvPr/>
          </p:nvSpPr>
          <p:spPr bwMode="auto">
            <a:xfrm>
              <a:off x="1457" y="2044"/>
              <a:ext cx="40" cy="40"/>
            </a:xfrm>
            <a:prstGeom prst="ellipse">
              <a:avLst/>
            </a:prstGeom>
            <a:solidFill>
              <a:schemeClr val="tx1"/>
            </a:solidFill>
            <a:ln w="25400">
              <a:solidFill>
                <a:schemeClr val="tx1"/>
              </a:solidFill>
              <a:round/>
              <a:headEnd/>
              <a:tailEnd/>
            </a:ln>
          </p:spPr>
          <p:txBody>
            <a:bodyPr/>
            <a:lstStyle/>
            <a:p>
              <a:endParaRPr lang="en-US"/>
            </a:p>
          </p:txBody>
        </p:sp>
        <p:sp>
          <p:nvSpPr>
            <p:cNvPr id="55371" name="Oval 1570"/>
            <p:cNvSpPr>
              <a:spLocks noChangeArrowheads="1"/>
            </p:cNvSpPr>
            <p:nvPr/>
          </p:nvSpPr>
          <p:spPr bwMode="auto">
            <a:xfrm>
              <a:off x="1457" y="2355"/>
              <a:ext cx="40" cy="32"/>
            </a:xfrm>
            <a:prstGeom prst="ellipse">
              <a:avLst/>
            </a:prstGeom>
            <a:solidFill>
              <a:schemeClr val="tx1"/>
            </a:solidFill>
            <a:ln w="9525">
              <a:solidFill>
                <a:schemeClr val="tx1"/>
              </a:solidFill>
              <a:round/>
              <a:headEnd/>
              <a:tailEnd/>
            </a:ln>
          </p:spPr>
          <p:txBody>
            <a:bodyPr/>
            <a:lstStyle/>
            <a:p>
              <a:endParaRPr lang="en-US"/>
            </a:p>
          </p:txBody>
        </p:sp>
        <p:sp>
          <p:nvSpPr>
            <p:cNvPr id="55372" name="Oval 1571"/>
            <p:cNvSpPr>
              <a:spLocks noChangeArrowheads="1"/>
            </p:cNvSpPr>
            <p:nvPr/>
          </p:nvSpPr>
          <p:spPr bwMode="auto">
            <a:xfrm>
              <a:off x="1457" y="2355"/>
              <a:ext cx="40" cy="32"/>
            </a:xfrm>
            <a:prstGeom prst="ellipse">
              <a:avLst/>
            </a:prstGeom>
            <a:solidFill>
              <a:schemeClr val="tx1"/>
            </a:solidFill>
            <a:ln w="25400">
              <a:solidFill>
                <a:schemeClr val="tx1"/>
              </a:solidFill>
              <a:round/>
              <a:headEnd/>
              <a:tailEnd/>
            </a:ln>
          </p:spPr>
          <p:txBody>
            <a:bodyPr/>
            <a:lstStyle/>
            <a:p>
              <a:endParaRPr lang="en-US"/>
            </a:p>
          </p:txBody>
        </p:sp>
        <p:sp>
          <p:nvSpPr>
            <p:cNvPr id="55373" name="Oval 1572"/>
            <p:cNvSpPr>
              <a:spLocks noChangeArrowheads="1"/>
            </p:cNvSpPr>
            <p:nvPr/>
          </p:nvSpPr>
          <p:spPr bwMode="auto">
            <a:xfrm>
              <a:off x="1457" y="2658"/>
              <a:ext cx="32" cy="32"/>
            </a:xfrm>
            <a:prstGeom prst="ellipse">
              <a:avLst/>
            </a:prstGeom>
            <a:solidFill>
              <a:schemeClr val="tx1"/>
            </a:solidFill>
            <a:ln w="9525">
              <a:solidFill>
                <a:schemeClr val="tx1"/>
              </a:solidFill>
              <a:round/>
              <a:headEnd/>
              <a:tailEnd/>
            </a:ln>
          </p:spPr>
          <p:txBody>
            <a:bodyPr/>
            <a:lstStyle/>
            <a:p>
              <a:endParaRPr lang="en-US"/>
            </a:p>
          </p:txBody>
        </p:sp>
        <p:sp>
          <p:nvSpPr>
            <p:cNvPr id="55374" name="Oval 1573"/>
            <p:cNvSpPr>
              <a:spLocks noChangeArrowheads="1"/>
            </p:cNvSpPr>
            <p:nvPr/>
          </p:nvSpPr>
          <p:spPr bwMode="auto">
            <a:xfrm>
              <a:off x="1457" y="2658"/>
              <a:ext cx="32" cy="32"/>
            </a:xfrm>
            <a:prstGeom prst="ellipse">
              <a:avLst/>
            </a:prstGeom>
            <a:solidFill>
              <a:schemeClr val="tx1"/>
            </a:solidFill>
            <a:ln w="25400">
              <a:solidFill>
                <a:schemeClr val="tx1"/>
              </a:solidFill>
              <a:round/>
              <a:headEnd/>
              <a:tailEnd/>
            </a:ln>
          </p:spPr>
          <p:txBody>
            <a:bodyPr/>
            <a:lstStyle/>
            <a:p>
              <a:endParaRPr lang="en-US"/>
            </a:p>
          </p:txBody>
        </p:sp>
        <p:sp>
          <p:nvSpPr>
            <p:cNvPr id="55375" name="Oval 1574"/>
            <p:cNvSpPr>
              <a:spLocks noChangeArrowheads="1"/>
            </p:cNvSpPr>
            <p:nvPr/>
          </p:nvSpPr>
          <p:spPr bwMode="auto">
            <a:xfrm>
              <a:off x="1449" y="2969"/>
              <a:ext cx="40" cy="32"/>
            </a:xfrm>
            <a:prstGeom prst="ellipse">
              <a:avLst/>
            </a:prstGeom>
            <a:solidFill>
              <a:schemeClr val="tx1"/>
            </a:solidFill>
            <a:ln w="9525">
              <a:solidFill>
                <a:schemeClr val="tx1"/>
              </a:solidFill>
              <a:round/>
              <a:headEnd/>
              <a:tailEnd/>
            </a:ln>
          </p:spPr>
          <p:txBody>
            <a:bodyPr/>
            <a:lstStyle/>
            <a:p>
              <a:endParaRPr lang="en-US"/>
            </a:p>
          </p:txBody>
        </p:sp>
        <p:sp>
          <p:nvSpPr>
            <p:cNvPr id="55376" name="Oval 1575"/>
            <p:cNvSpPr>
              <a:spLocks noChangeArrowheads="1"/>
            </p:cNvSpPr>
            <p:nvPr/>
          </p:nvSpPr>
          <p:spPr bwMode="auto">
            <a:xfrm>
              <a:off x="1449" y="2969"/>
              <a:ext cx="40" cy="32"/>
            </a:xfrm>
            <a:prstGeom prst="ellipse">
              <a:avLst/>
            </a:prstGeom>
            <a:solidFill>
              <a:schemeClr val="tx1"/>
            </a:solidFill>
            <a:ln w="25400">
              <a:solidFill>
                <a:schemeClr val="tx1"/>
              </a:solidFill>
              <a:round/>
              <a:headEnd/>
              <a:tailEnd/>
            </a:ln>
          </p:spPr>
          <p:txBody>
            <a:bodyPr/>
            <a:lstStyle/>
            <a:p>
              <a:endParaRPr lang="en-US"/>
            </a:p>
          </p:txBody>
        </p:sp>
        <p:grpSp>
          <p:nvGrpSpPr>
            <p:cNvPr id="55377" name="Group 1576"/>
            <p:cNvGrpSpPr>
              <a:grpSpLocks/>
            </p:cNvGrpSpPr>
            <p:nvPr/>
          </p:nvGrpSpPr>
          <p:grpSpPr bwMode="auto">
            <a:xfrm>
              <a:off x="1912" y="1741"/>
              <a:ext cx="40" cy="1260"/>
              <a:chOff x="1912" y="1741"/>
              <a:chExt cx="40" cy="1260"/>
            </a:xfrm>
          </p:grpSpPr>
          <p:sp>
            <p:nvSpPr>
              <p:cNvPr id="56279" name="Oval 1577"/>
              <p:cNvSpPr>
                <a:spLocks noChangeArrowheads="1"/>
              </p:cNvSpPr>
              <p:nvPr/>
            </p:nvSpPr>
            <p:spPr bwMode="auto">
              <a:xfrm>
                <a:off x="1920" y="1741"/>
                <a:ext cx="32" cy="32"/>
              </a:xfrm>
              <a:prstGeom prst="ellipse">
                <a:avLst/>
              </a:prstGeom>
              <a:solidFill>
                <a:schemeClr val="tx1"/>
              </a:solidFill>
              <a:ln w="9525">
                <a:solidFill>
                  <a:schemeClr val="tx1"/>
                </a:solidFill>
                <a:round/>
                <a:headEnd/>
                <a:tailEnd/>
              </a:ln>
            </p:spPr>
            <p:txBody>
              <a:bodyPr/>
              <a:lstStyle/>
              <a:p>
                <a:endParaRPr lang="en-US"/>
              </a:p>
            </p:txBody>
          </p:sp>
          <p:sp>
            <p:nvSpPr>
              <p:cNvPr id="56280" name="Oval 1578"/>
              <p:cNvSpPr>
                <a:spLocks noChangeArrowheads="1"/>
              </p:cNvSpPr>
              <p:nvPr/>
            </p:nvSpPr>
            <p:spPr bwMode="auto">
              <a:xfrm>
                <a:off x="1920" y="1741"/>
                <a:ext cx="32" cy="32"/>
              </a:xfrm>
              <a:prstGeom prst="ellipse">
                <a:avLst/>
              </a:prstGeom>
              <a:solidFill>
                <a:schemeClr val="tx1"/>
              </a:solidFill>
              <a:ln w="25400">
                <a:solidFill>
                  <a:schemeClr val="tx1"/>
                </a:solidFill>
                <a:round/>
                <a:headEnd/>
                <a:tailEnd/>
              </a:ln>
            </p:spPr>
            <p:txBody>
              <a:bodyPr/>
              <a:lstStyle/>
              <a:p>
                <a:endParaRPr lang="en-US"/>
              </a:p>
            </p:txBody>
          </p:sp>
          <p:sp>
            <p:nvSpPr>
              <p:cNvPr id="56281" name="Oval 1579"/>
              <p:cNvSpPr>
                <a:spLocks noChangeArrowheads="1"/>
              </p:cNvSpPr>
              <p:nvPr/>
            </p:nvSpPr>
            <p:spPr bwMode="auto">
              <a:xfrm>
                <a:off x="1920" y="2044"/>
                <a:ext cx="32" cy="32"/>
              </a:xfrm>
              <a:prstGeom prst="ellipse">
                <a:avLst/>
              </a:prstGeom>
              <a:solidFill>
                <a:schemeClr val="tx1"/>
              </a:solidFill>
              <a:ln w="9525">
                <a:solidFill>
                  <a:schemeClr val="tx1"/>
                </a:solidFill>
                <a:round/>
                <a:headEnd/>
                <a:tailEnd/>
              </a:ln>
            </p:spPr>
            <p:txBody>
              <a:bodyPr/>
              <a:lstStyle/>
              <a:p>
                <a:endParaRPr lang="en-US"/>
              </a:p>
            </p:txBody>
          </p:sp>
          <p:sp>
            <p:nvSpPr>
              <p:cNvPr id="56282" name="Oval 1580"/>
              <p:cNvSpPr>
                <a:spLocks noChangeArrowheads="1"/>
              </p:cNvSpPr>
              <p:nvPr/>
            </p:nvSpPr>
            <p:spPr bwMode="auto">
              <a:xfrm>
                <a:off x="1920" y="2044"/>
                <a:ext cx="32" cy="32"/>
              </a:xfrm>
              <a:prstGeom prst="ellipse">
                <a:avLst/>
              </a:prstGeom>
              <a:solidFill>
                <a:schemeClr val="tx1"/>
              </a:solidFill>
              <a:ln w="25400">
                <a:solidFill>
                  <a:schemeClr val="tx1"/>
                </a:solidFill>
                <a:round/>
                <a:headEnd/>
                <a:tailEnd/>
              </a:ln>
            </p:spPr>
            <p:txBody>
              <a:bodyPr/>
              <a:lstStyle/>
              <a:p>
                <a:endParaRPr lang="en-US"/>
              </a:p>
            </p:txBody>
          </p:sp>
          <p:sp>
            <p:nvSpPr>
              <p:cNvPr id="56283" name="Oval 1581"/>
              <p:cNvSpPr>
                <a:spLocks noChangeArrowheads="1"/>
              </p:cNvSpPr>
              <p:nvPr/>
            </p:nvSpPr>
            <p:spPr bwMode="auto">
              <a:xfrm>
                <a:off x="1920" y="2347"/>
                <a:ext cx="32" cy="40"/>
              </a:xfrm>
              <a:prstGeom prst="ellipse">
                <a:avLst/>
              </a:prstGeom>
              <a:solidFill>
                <a:schemeClr val="tx1"/>
              </a:solidFill>
              <a:ln w="9525">
                <a:solidFill>
                  <a:schemeClr val="tx1"/>
                </a:solidFill>
                <a:round/>
                <a:headEnd/>
                <a:tailEnd/>
              </a:ln>
            </p:spPr>
            <p:txBody>
              <a:bodyPr/>
              <a:lstStyle/>
              <a:p>
                <a:endParaRPr lang="en-US"/>
              </a:p>
            </p:txBody>
          </p:sp>
          <p:sp>
            <p:nvSpPr>
              <p:cNvPr id="56284" name="Oval 1582"/>
              <p:cNvSpPr>
                <a:spLocks noChangeArrowheads="1"/>
              </p:cNvSpPr>
              <p:nvPr/>
            </p:nvSpPr>
            <p:spPr bwMode="auto">
              <a:xfrm>
                <a:off x="1920" y="2347"/>
                <a:ext cx="32" cy="40"/>
              </a:xfrm>
              <a:prstGeom prst="ellipse">
                <a:avLst/>
              </a:prstGeom>
              <a:solidFill>
                <a:schemeClr val="tx1"/>
              </a:solidFill>
              <a:ln w="25400">
                <a:solidFill>
                  <a:schemeClr val="tx1"/>
                </a:solidFill>
                <a:round/>
                <a:headEnd/>
                <a:tailEnd/>
              </a:ln>
            </p:spPr>
            <p:txBody>
              <a:bodyPr/>
              <a:lstStyle/>
              <a:p>
                <a:endParaRPr lang="en-US"/>
              </a:p>
            </p:txBody>
          </p:sp>
          <p:sp>
            <p:nvSpPr>
              <p:cNvPr id="56285" name="Oval 1583"/>
              <p:cNvSpPr>
                <a:spLocks noChangeArrowheads="1"/>
              </p:cNvSpPr>
              <p:nvPr/>
            </p:nvSpPr>
            <p:spPr bwMode="auto">
              <a:xfrm>
                <a:off x="1920" y="2658"/>
                <a:ext cx="32" cy="32"/>
              </a:xfrm>
              <a:prstGeom prst="ellipse">
                <a:avLst/>
              </a:prstGeom>
              <a:solidFill>
                <a:schemeClr val="tx1"/>
              </a:solidFill>
              <a:ln w="9525">
                <a:solidFill>
                  <a:schemeClr val="tx1"/>
                </a:solidFill>
                <a:round/>
                <a:headEnd/>
                <a:tailEnd/>
              </a:ln>
            </p:spPr>
            <p:txBody>
              <a:bodyPr/>
              <a:lstStyle/>
              <a:p>
                <a:endParaRPr lang="en-US"/>
              </a:p>
            </p:txBody>
          </p:sp>
          <p:sp>
            <p:nvSpPr>
              <p:cNvPr id="56286" name="Oval 1584"/>
              <p:cNvSpPr>
                <a:spLocks noChangeArrowheads="1"/>
              </p:cNvSpPr>
              <p:nvPr/>
            </p:nvSpPr>
            <p:spPr bwMode="auto">
              <a:xfrm>
                <a:off x="1920" y="2658"/>
                <a:ext cx="32" cy="32"/>
              </a:xfrm>
              <a:prstGeom prst="ellipse">
                <a:avLst/>
              </a:prstGeom>
              <a:solidFill>
                <a:schemeClr val="tx1"/>
              </a:solidFill>
              <a:ln w="25400">
                <a:solidFill>
                  <a:schemeClr val="tx1"/>
                </a:solidFill>
                <a:round/>
                <a:headEnd/>
                <a:tailEnd/>
              </a:ln>
            </p:spPr>
            <p:txBody>
              <a:bodyPr/>
              <a:lstStyle/>
              <a:p>
                <a:endParaRPr lang="en-US"/>
              </a:p>
            </p:txBody>
          </p:sp>
          <p:sp>
            <p:nvSpPr>
              <p:cNvPr id="56287" name="Oval 1585"/>
              <p:cNvSpPr>
                <a:spLocks noChangeArrowheads="1"/>
              </p:cNvSpPr>
              <p:nvPr/>
            </p:nvSpPr>
            <p:spPr bwMode="auto">
              <a:xfrm>
                <a:off x="1912" y="2961"/>
                <a:ext cx="32" cy="40"/>
              </a:xfrm>
              <a:prstGeom prst="ellipse">
                <a:avLst/>
              </a:prstGeom>
              <a:solidFill>
                <a:schemeClr val="tx1"/>
              </a:solidFill>
              <a:ln w="9525">
                <a:solidFill>
                  <a:schemeClr val="tx1"/>
                </a:solidFill>
                <a:round/>
                <a:headEnd/>
                <a:tailEnd/>
              </a:ln>
            </p:spPr>
            <p:txBody>
              <a:bodyPr/>
              <a:lstStyle/>
              <a:p>
                <a:endParaRPr lang="en-US"/>
              </a:p>
            </p:txBody>
          </p:sp>
          <p:sp>
            <p:nvSpPr>
              <p:cNvPr id="56288" name="Oval 1586"/>
              <p:cNvSpPr>
                <a:spLocks noChangeArrowheads="1"/>
              </p:cNvSpPr>
              <p:nvPr/>
            </p:nvSpPr>
            <p:spPr bwMode="auto">
              <a:xfrm>
                <a:off x="1912" y="2961"/>
                <a:ext cx="32" cy="40"/>
              </a:xfrm>
              <a:prstGeom prst="ellipse">
                <a:avLst/>
              </a:prstGeom>
              <a:solidFill>
                <a:schemeClr val="tx1"/>
              </a:solidFill>
              <a:ln w="25400">
                <a:solidFill>
                  <a:schemeClr val="tx1"/>
                </a:solidFill>
                <a:round/>
                <a:headEnd/>
                <a:tailEnd/>
              </a:ln>
            </p:spPr>
            <p:txBody>
              <a:bodyPr/>
              <a:lstStyle/>
              <a:p>
                <a:endParaRPr lang="en-US"/>
              </a:p>
            </p:txBody>
          </p:sp>
        </p:grpSp>
        <p:grpSp>
          <p:nvGrpSpPr>
            <p:cNvPr id="55378" name="Group 1587"/>
            <p:cNvGrpSpPr>
              <a:grpSpLocks/>
            </p:cNvGrpSpPr>
            <p:nvPr/>
          </p:nvGrpSpPr>
          <p:grpSpPr bwMode="auto">
            <a:xfrm>
              <a:off x="2375" y="1749"/>
              <a:ext cx="40" cy="1252"/>
              <a:chOff x="2375" y="1749"/>
              <a:chExt cx="40" cy="1252"/>
            </a:xfrm>
          </p:grpSpPr>
          <p:sp>
            <p:nvSpPr>
              <p:cNvPr id="56269" name="Oval 1588"/>
              <p:cNvSpPr>
                <a:spLocks noChangeArrowheads="1"/>
              </p:cNvSpPr>
              <p:nvPr/>
            </p:nvSpPr>
            <p:spPr bwMode="auto">
              <a:xfrm>
                <a:off x="2375" y="1749"/>
                <a:ext cx="32" cy="32"/>
              </a:xfrm>
              <a:prstGeom prst="ellipse">
                <a:avLst/>
              </a:prstGeom>
              <a:solidFill>
                <a:schemeClr val="tx1"/>
              </a:solidFill>
              <a:ln w="9525">
                <a:solidFill>
                  <a:schemeClr val="tx1"/>
                </a:solidFill>
                <a:round/>
                <a:headEnd/>
                <a:tailEnd/>
              </a:ln>
            </p:spPr>
            <p:txBody>
              <a:bodyPr/>
              <a:lstStyle/>
              <a:p>
                <a:endParaRPr lang="en-US"/>
              </a:p>
            </p:txBody>
          </p:sp>
          <p:sp>
            <p:nvSpPr>
              <p:cNvPr id="56270" name="Oval 1589"/>
              <p:cNvSpPr>
                <a:spLocks noChangeArrowheads="1"/>
              </p:cNvSpPr>
              <p:nvPr/>
            </p:nvSpPr>
            <p:spPr bwMode="auto">
              <a:xfrm>
                <a:off x="2375" y="1749"/>
                <a:ext cx="32" cy="32"/>
              </a:xfrm>
              <a:prstGeom prst="ellipse">
                <a:avLst/>
              </a:prstGeom>
              <a:solidFill>
                <a:schemeClr val="tx1"/>
              </a:solidFill>
              <a:ln w="25400">
                <a:solidFill>
                  <a:schemeClr val="tx1"/>
                </a:solidFill>
                <a:round/>
                <a:headEnd/>
                <a:tailEnd/>
              </a:ln>
            </p:spPr>
            <p:txBody>
              <a:bodyPr/>
              <a:lstStyle/>
              <a:p>
                <a:endParaRPr lang="en-US"/>
              </a:p>
            </p:txBody>
          </p:sp>
          <p:sp>
            <p:nvSpPr>
              <p:cNvPr id="56271" name="Oval 1590"/>
              <p:cNvSpPr>
                <a:spLocks noChangeArrowheads="1"/>
              </p:cNvSpPr>
              <p:nvPr/>
            </p:nvSpPr>
            <p:spPr bwMode="auto">
              <a:xfrm>
                <a:off x="2383" y="2052"/>
                <a:ext cx="32" cy="32"/>
              </a:xfrm>
              <a:prstGeom prst="ellipse">
                <a:avLst/>
              </a:prstGeom>
              <a:solidFill>
                <a:schemeClr val="tx1"/>
              </a:solidFill>
              <a:ln w="9525">
                <a:solidFill>
                  <a:schemeClr val="tx1"/>
                </a:solidFill>
                <a:round/>
                <a:headEnd/>
                <a:tailEnd/>
              </a:ln>
            </p:spPr>
            <p:txBody>
              <a:bodyPr/>
              <a:lstStyle/>
              <a:p>
                <a:endParaRPr lang="en-US"/>
              </a:p>
            </p:txBody>
          </p:sp>
          <p:sp>
            <p:nvSpPr>
              <p:cNvPr id="56272" name="Oval 1591"/>
              <p:cNvSpPr>
                <a:spLocks noChangeArrowheads="1"/>
              </p:cNvSpPr>
              <p:nvPr/>
            </p:nvSpPr>
            <p:spPr bwMode="auto">
              <a:xfrm>
                <a:off x="2383" y="2052"/>
                <a:ext cx="32" cy="32"/>
              </a:xfrm>
              <a:prstGeom prst="ellipse">
                <a:avLst/>
              </a:prstGeom>
              <a:solidFill>
                <a:schemeClr val="tx1"/>
              </a:solidFill>
              <a:ln w="25400">
                <a:solidFill>
                  <a:schemeClr val="tx1"/>
                </a:solidFill>
                <a:round/>
                <a:headEnd/>
                <a:tailEnd/>
              </a:ln>
            </p:spPr>
            <p:txBody>
              <a:bodyPr/>
              <a:lstStyle/>
              <a:p>
                <a:endParaRPr lang="en-US"/>
              </a:p>
            </p:txBody>
          </p:sp>
          <p:sp>
            <p:nvSpPr>
              <p:cNvPr id="56273" name="Oval 1592"/>
              <p:cNvSpPr>
                <a:spLocks noChangeArrowheads="1"/>
              </p:cNvSpPr>
              <p:nvPr/>
            </p:nvSpPr>
            <p:spPr bwMode="auto">
              <a:xfrm>
                <a:off x="2383" y="2355"/>
                <a:ext cx="32" cy="32"/>
              </a:xfrm>
              <a:prstGeom prst="ellipse">
                <a:avLst/>
              </a:prstGeom>
              <a:solidFill>
                <a:schemeClr val="tx1"/>
              </a:solidFill>
              <a:ln w="9525">
                <a:solidFill>
                  <a:schemeClr val="tx1"/>
                </a:solidFill>
                <a:round/>
                <a:headEnd/>
                <a:tailEnd/>
              </a:ln>
            </p:spPr>
            <p:txBody>
              <a:bodyPr/>
              <a:lstStyle/>
              <a:p>
                <a:endParaRPr lang="en-US"/>
              </a:p>
            </p:txBody>
          </p:sp>
          <p:sp>
            <p:nvSpPr>
              <p:cNvPr id="56274" name="Oval 1593"/>
              <p:cNvSpPr>
                <a:spLocks noChangeArrowheads="1"/>
              </p:cNvSpPr>
              <p:nvPr/>
            </p:nvSpPr>
            <p:spPr bwMode="auto">
              <a:xfrm>
                <a:off x="2383" y="2355"/>
                <a:ext cx="32" cy="32"/>
              </a:xfrm>
              <a:prstGeom prst="ellipse">
                <a:avLst/>
              </a:prstGeom>
              <a:solidFill>
                <a:schemeClr val="tx1"/>
              </a:solidFill>
              <a:ln w="25400">
                <a:solidFill>
                  <a:schemeClr val="tx1"/>
                </a:solidFill>
                <a:round/>
                <a:headEnd/>
                <a:tailEnd/>
              </a:ln>
            </p:spPr>
            <p:txBody>
              <a:bodyPr/>
              <a:lstStyle/>
              <a:p>
                <a:endParaRPr lang="en-US"/>
              </a:p>
            </p:txBody>
          </p:sp>
          <p:sp>
            <p:nvSpPr>
              <p:cNvPr id="56275" name="Oval 1594"/>
              <p:cNvSpPr>
                <a:spLocks noChangeArrowheads="1"/>
              </p:cNvSpPr>
              <p:nvPr/>
            </p:nvSpPr>
            <p:spPr bwMode="auto">
              <a:xfrm>
                <a:off x="2375" y="2658"/>
                <a:ext cx="32" cy="40"/>
              </a:xfrm>
              <a:prstGeom prst="ellipse">
                <a:avLst/>
              </a:prstGeom>
              <a:solidFill>
                <a:schemeClr val="tx1"/>
              </a:solidFill>
              <a:ln w="9525">
                <a:solidFill>
                  <a:schemeClr val="tx1"/>
                </a:solidFill>
                <a:round/>
                <a:headEnd/>
                <a:tailEnd/>
              </a:ln>
            </p:spPr>
            <p:txBody>
              <a:bodyPr/>
              <a:lstStyle/>
              <a:p>
                <a:endParaRPr lang="en-US"/>
              </a:p>
            </p:txBody>
          </p:sp>
          <p:sp>
            <p:nvSpPr>
              <p:cNvPr id="56276" name="Oval 1595"/>
              <p:cNvSpPr>
                <a:spLocks noChangeArrowheads="1"/>
              </p:cNvSpPr>
              <p:nvPr/>
            </p:nvSpPr>
            <p:spPr bwMode="auto">
              <a:xfrm>
                <a:off x="2375" y="2658"/>
                <a:ext cx="32" cy="40"/>
              </a:xfrm>
              <a:prstGeom prst="ellipse">
                <a:avLst/>
              </a:prstGeom>
              <a:solidFill>
                <a:schemeClr val="tx1"/>
              </a:solidFill>
              <a:ln w="25400">
                <a:solidFill>
                  <a:schemeClr val="tx1"/>
                </a:solidFill>
                <a:round/>
                <a:headEnd/>
                <a:tailEnd/>
              </a:ln>
            </p:spPr>
            <p:txBody>
              <a:bodyPr/>
              <a:lstStyle/>
              <a:p>
                <a:endParaRPr lang="en-US"/>
              </a:p>
            </p:txBody>
          </p:sp>
          <p:sp>
            <p:nvSpPr>
              <p:cNvPr id="56277" name="Oval 1596"/>
              <p:cNvSpPr>
                <a:spLocks noChangeArrowheads="1"/>
              </p:cNvSpPr>
              <p:nvPr/>
            </p:nvSpPr>
            <p:spPr bwMode="auto">
              <a:xfrm>
                <a:off x="2375" y="2969"/>
                <a:ext cx="32" cy="32"/>
              </a:xfrm>
              <a:prstGeom prst="ellipse">
                <a:avLst/>
              </a:prstGeom>
              <a:solidFill>
                <a:schemeClr val="tx1"/>
              </a:solidFill>
              <a:ln w="9525">
                <a:solidFill>
                  <a:schemeClr val="tx1"/>
                </a:solidFill>
                <a:round/>
                <a:headEnd/>
                <a:tailEnd/>
              </a:ln>
            </p:spPr>
            <p:txBody>
              <a:bodyPr/>
              <a:lstStyle/>
              <a:p>
                <a:endParaRPr lang="en-US"/>
              </a:p>
            </p:txBody>
          </p:sp>
          <p:sp>
            <p:nvSpPr>
              <p:cNvPr id="56278" name="Oval 1597"/>
              <p:cNvSpPr>
                <a:spLocks noChangeArrowheads="1"/>
              </p:cNvSpPr>
              <p:nvPr/>
            </p:nvSpPr>
            <p:spPr bwMode="auto">
              <a:xfrm>
                <a:off x="2375" y="2969"/>
                <a:ext cx="32" cy="32"/>
              </a:xfrm>
              <a:prstGeom prst="ellipse">
                <a:avLst/>
              </a:prstGeom>
              <a:solidFill>
                <a:schemeClr val="tx1"/>
              </a:solidFill>
              <a:ln w="25400">
                <a:solidFill>
                  <a:schemeClr val="tx1"/>
                </a:solidFill>
                <a:round/>
                <a:headEnd/>
                <a:tailEnd/>
              </a:ln>
            </p:spPr>
            <p:txBody>
              <a:bodyPr/>
              <a:lstStyle/>
              <a:p>
                <a:endParaRPr lang="en-US"/>
              </a:p>
            </p:txBody>
          </p:sp>
        </p:grpSp>
        <p:grpSp>
          <p:nvGrpSpPr>
            <p:cNvPr id="55379" name="Group 1598"/>
            <p:cNvGrpSpPr>
              <a:grpSpLocks/>
            </p:cNvGrpSpPr>
            <p:nvPr/>
          </p:nvGrpSpPr>
          <p:grpSpPr bwMode="auto">
            <a:xfrm>
              <a:off x="1489" y="2076"/>
              <a:ext cx="431" cy="284"/>
              <a:chOff x="1489" y="2076"/>
              <a:chExt cx="431" cy="284"/>
            </a:xfrm>
          </p:grpSpPr>
          <p:sp>
            <p:nvSpPr>
              <p:cNvPr id="56267" name="Freeform 1599"/>
              <p:cNvSpPr>
                <a:spLocks/>
              </p:cNvSpPr>
              <p:nvPr/>
            </p:nvSpPr>
            <p:spPr bwMode="auto">
              <a:xfrm>
                <a:off x="1784" y="2076"/>
                <a:ext cx="136" cy="96"/>
              </a:xfrm>
              <a:custGeom>
                <a:avLst/>
                <a:gdLst>
                  <a:gd name="T0" fmla="*/ 136 w 136"/>
                  <a:gd name="T1" fmla="*/ 0 h 96"/>
                  <a:gd name="T2" fmla="*/ 40 w 136"/>
                  <a:gd name="T3" fmla="*/ 96 h 96"/>
                  <a:gd name="T4" fmla="*/ 24 w 136"/>
                  <a:gd name="T5" fmla="*/ 72 h 96"/>
                  <a:gd name="T6" fmla="*/ 0 w 136"/>
                  <a:gd name="T7" fmla="*/ 40 h 96"/>
                  <a:gd name="T8" fmla="*/ 136 w 136"/>
                  <a:gd name="T9" fmla="*/ 0 h 9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 h="96">
                    <a:moveTo>
                      <a:pt x="136" y="0"/>
                    </a:moveTo>
                    <a:lnTo>
                      <a:pt x="40" y="96"/>
                    </a:lnTo>
                    <a:lnTo>
                      <a:pt x="24" y="72"/>
                    </a:lnTo>
                    <a:lnTo>
                      <a:pt x="0" y="40"/>
                    </a:lnTo>
                    <a:lnTo>
                      <a:pt x="136" y="0"/>
                    </a:lnTo>
                    <a:close/>
                  </a:path>
                </a:pathLst>
              </a:custGeom>
              <a:solidFill>
                <a:schemeClr val="tx1"/>
              </a:solidFill>
              <a:ln w="9525">
                <a:solidFill>
                  <a:schemeClr val="tx1"/>
                </a:solidFill>
                <a:round/>
                <a:headEnd/>
                <a:tailEnd/>
              </a:ln>
            </p:spPr>
            <p:txBody>
              <a:bodyPr/>
              <a:lstStyle/>
              <a:p>
                <a:endParaRPr lang="en-US"/>
              </a:p>
            </p:txBody>
          </p:sp>
          <p:sp>
            <p:nvSpPr>
              <p:cNvPr id="56268" name="Line 1600"/>
              <p:cNvSpPr>
                <a:spLocks noChangeShapeType="1"/>
              </p:cNvSpPr>
              <p:nvPr/>
            </p:nvSpPr>
            <p:spPr bwMode="auto">
              <a:xfrm flipV="1">
                <a:off x="1489" y="2143"/>
                <a:ext cx="327" cy="217"/>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380" name="Group 1601"/>
            <p:cNvGrpSpPr>
              <a:grpSpLocks/>
            </p:cNvGrpSpPr>
            <p:nvPr/>
          </p:nvGrpSpPr>
          <p:grpSpPr bwMode="auto">
            <a:xfrm>
              <a:off x="1489" y="1733"/>
              <a:ext cx="423" cy="56"/>
              <a:chOff x="1489" y="1733"/>
              <a:chExt cx="423" cy="56"/>
            </a:xfrm>
          </p:grpSpPr>
          <p:sp>
            <p:nvSpPr>
              <p:cNvPr id="56259" name="Freeform 1602"/>
              <p:cNvSpPr>
                <a:spLocks/>
              </p:cNvSpPr>
              <p:nvPr/>
            </p:nvSpPr>
            <p:spPr bwMode="auto">
              <a:xfrm>
                <a:off x="1792" y="1733"/>
                <a:ext cx="120" cy="56"/>
              </a:xfrm>
              <a:custGeom>
                <a:avLst/>
                <a:gdLst>
                  <a:gd name="T0" fmla="*/ 120 w 120"/>
                  <a:gd name="T1" fmla="*/ 24 h 56"/>
                  <a:gd name="T2" fmla="*/ 0 w 120"/>
                  <a:gd name="T3" fmla="*/ 56 h 56"/>
                  <a:gd name="T4" fmla="*/ 0 w 120"/>
                  <a:gd name="T5" fmla="*/ 24 h 56"/>
                  <a:gd name="T6" fmla="*/ 0 w 120"/>
                  <a:gd name="T7" fmla="*/ 0 h 56"/>
                  <a:gd name="T8" fmla="*/ 120 w 120"/>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 h="56">
                    <a:moveTo>
                      <a:pt x="120" y="24"/>
                    </a:moveTo>
                    <a:lnTo>
                      <a:pt x="0" y="56"/>
                    </a:lnTo>
                    <a:lnTo>
                      <a:pt x="0" y="24"/>
                    </a:lnTo>
                    <a:lnTo>
                      <a:pt x="0" y="0"/>
                    </a:lnTo>
                    <a:lnTo>
                      <a:pt x="120" y="24"/>
                    </a:lnTo>
                    <a:close/>
                  </a:path>
                </a:pathLst>
              </a:custGeom>
              <a:solidFill>
                <a:schemeClr val="tx1"/>
              </a:solidFill>
              <a:ln w="9525">
                <a:solidFill>
                  <a:schemeClr val="tx1"/>
                </a:solidFill>
                <a:round/>
                <a:headEnd/>
                <a:tailEnd/>
              </a:ln>
            </p:spPr>
            <p:txBody>
              <a:bodyPr/>
              <a:lstStyle/>
              <a:p>
                <a:endParaRPr lang="en-US"/>
              </a:p>
            </p:txBody>
          </p:sp>
          <p:grpSp>
            <p:nvGrpSpPr>
              <p:cNvPr id="56260" name="Group 1603"/>
              <p:cNvGrpSpPr>
                <a:grpSpLocks/>
              </p:cNvGrpSpPr>
              <p:nvPr/>
            </p:nvGrpSpPr>
            <p:grpSpPr bwMode="auto">
              <a:xfrm>
                <a:off x="1489" y="1757"/>
                <a:ext cx="295" cy="1"/>
                <a:chOff x="1489" y="1757"/>
                <a:chExt cx="295" cy="1"/>
              </a:xfrm>
            </p:grpSpPr>
            <p:sp>
              <p:nvSpPr>
                <p:cNvPr id="56261" name="Line 1604"/>
                <p:cNvSpPr>
                  <a:spLocks noChangeShapeType="1"/>
                </p:cNvSpPr>
                <p:nvPr/>
              </p:nvSpPr>
              <p:spPr bwMode="auto">
                <a:xfrm>
                  <a:off x="1489"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262" name="Line 1605"/>
                <p:cNvSpPr>
                  <a:spLocks noChangeShapeType="1"/>
                </p:cNvSpPr>
                <p:nvPr/>
              </p:nvSpPr>
              <p:spPr bwMode="auto">
                <a:xfrm>
                  <a:off x="1544"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263" name="Line 1606"/>
                <p:cNvSpPr>
                  <a:spLocks noChangeShapeType="1"/>
                </p:cNvSpPr>
                <p:nvPr/>
              </p:nvSpPr>
              <p:spPr bwMode="auto">
                <a:xfrm>
                  <a:off x="1600"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264" name="Line 1607"/>
                <p:cNvSpPr>
                  <a:spLocks noChangeShapeType="1"/>
                </p:cNvSpPr>
                <p:nvPr/>
              </p:nvSpPr>
              <p:spPr bwMode="auto">
                <a:xfrm>
                  <a:off x="1656"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265" name="Line 1608"/>
                <p:cNvSpPr>
                  <a:spLocks noChangeShapeType="1"/>
                </p:cNvSpPr>
                <p:nvPr/>
              </p:nvSpPr>
              <p:spPr bwMode="auto">
                <a:xfrm>
                  <a:off x="1712"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266" name="Line 1609"/>
                <p:cNvSpPr>
                  <a:spLocks noChangeShapeType="1"/>
                </p:cNvSpPr>
                <p:nvPr/>
              </p:nvSpPr>
              <p:spPr bwMode="auto">
                <a:xfrm>
                  <a:off x="1768" y="1757"/>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381" name="Group 1610"/>
            <p:cNvGrpSpPr>
              <a:grpSpLocks/>
            </p:cNvGrpSpPr>
            <p:nvPr/>
          </p:nvGrpSpPr>
          <p:grpSpPr bwMode="auto">
            <a:xfrm>
              <a:off x="1952" y="1725"/>
              <a:ext cx="415" cy="56"/>
              <a:chOff x="1952" y="1725"/>
              <a:chExt cx="415" cy="56"/>
            </a:xfrm>
          </p:grpSpPr>
          <p:sp>
            <p:nvSpPr>
              <p:cNvPr id="56251" name="Freeform 1611"/>
              <p:cNvSpPr>
                <a:spLocks/>
              </p:cNvSpPr>
              <p:nvPr/>
            </p:nvSpPr>
            <p:spPr bwMode="auto">
              <a:xfrm>
                <a:off x="2255" y="1725"/>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chemeClr val="tx1"/>
              </a:solidFill>
              <a:ln w="9525">
                <a:solidFill>
                  <a:schemeClr val="tx1"/>
                </a:solidFill>
                <a:round/>
                <a:headEnd/>
                <a:tailEnd/>
              </a:ln>
            </p:spPr>
            <p:txBody>
              <a:bodyPr/>
              <a:lstStyle/>
              <a:p>
                <a:endParaRPr lang="en-US"/>
              </a:p>
            </p:txBody>
          </p:sp>
          <p:grpSp>
            <p:nvGrpSpPr>
              <p:cNvPr id="56252" name="Group 1612"/>
              <p:cNvGrpSpPr>
                <a:grpSpLocks/>
              </p:cNvGrpSpPr>
              <p:nvPr/>
            </p:nvGrpSpPr>
            <p:grpSpPr bwMode="auto">
              <a:xfrm>
                <a:off x="1952" y="1757"/>
                <a:ext cx="295" cy="1"/>
                <a:chOff x="1952" y="1757"/>
                <a:chExt cx="295" cy="1"/>
              </a:xfrm>
            </p:grpSpPr>
            <p:sp>
              <p:nvSpPr>
                <p:cNvPr id="56253" name="Line 1613"/>
                <p:cNvSpPr>
                  <a:spLocks noChangeShapeType="1"/>
                </p:cNvSpPr>
                <p:nvPr/>
              </p:nvSpPr>
              <p:spPr bwMode="auto">
                <a:xfrm>
                  <a:off x="1952"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254" name="Line 1614"/>
                <p:cNvSpPr>
                  <a:spLocks noChangeShapeType="1"/>
                </p:cNvSpPr>
                <p:nvPr/>
              </p:nvSpPr>
              <p:spPr bwMode="auto">
                <a:xfrm>
                  <a:off x="2008" y="1757"/>
                  <a:ext cx="23"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255" name="Line 1615"/>
                <p:cNvSpPr>
                  <a:spLocks noChangeShapeType="1"/>
                </p:cNvSpPr>
                <p:nvPr/>
              </p:nvSpPr>
              <p:spPr bwMode="auto">
                <a:xfrm>
                  <a:off x="2063"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256" name="Line 1616"/>
                <p:cNvSpPr>
                  <a:spLocks noChangeShapeType="1"/>
                </p:cNvSpPr>
                <p:nvPr/>
              </p:nvSpPr>
              <p:spPr bwMode="auto">
                <a:xfrm>
                  <a:off x="2119"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257" name="Line 1617"/>
                <p:cNvSpPr>
                  <a:spLocks noChangeShapeType="1"/>
                </p:cNvSpPr>
                <p:nvPr/>
              </p:nvSpPr>
              <p:spPr bwMode="auto">
                <a:xfrm>
                  <a:off x="2175"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258" name="Line 1618"/>
                <p:cNvSpPr>
                  <a:spLocks noChangeShapeType="1"/>
                </p:cNvSpPr>
                <p:nvPr/>
              </p:nvSpPr>
              <p:spPr bwMode="auto">
                <a:xfrm>
                  <a:off x="2231" y="1757"/>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382" name="Group 1619"/>
            <p:cNvGrpSpPr>
              <a:grpSpLocks/>
            </p:cNvGrpSpPr>
            <p:nvPr/>
          </p:nvGrpSpPr>
          <p:grpSpPr bwMode="auto">
            <a:xfrm>
              <a:off x="1497" y="2036"/>
              <a:ext cx="415" cy="56"/>
              <a:chOff x="1497" y="2036"/>
              <a:chExt cx="415" cy="56"/>
            </a:xfrm>
          </p:grpSpPr>
          <p:sp>
            <p:nvSpPr>
              <p:cNvPr id="56243" name="Freeform 1620"/>
              <p:cNvSpPr>
                <a:spLocks/>
              </p:cNvSpPr>
              <p:nvPr/>
            </p:nvSpPr>
            <p:spPr bwMode="auto">
              <a:xfrm>
                <a:off x="1800"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chemeClr val="tx1"/>
              </a:solidFill>
              <a:ln w="9525">
                <a:solidFill>
                  <a:schemeClr val="tx1"/>
                </a:solidFill>
                <a:round/>
                <a:headEnd/>
                <a:tailEnd/>
              </a:ln>
            </p:spPr>
            <p:txBody>
              <a:bodyPr/>
              <a:lstStyle/>
              <a:p>
                <a:endParaRPr lang="en-US"/>
              </a:p>
            </p:txBody>
          </p:sp>
          <p:grpSp>
            <p:nvGrpSpPr>
              <p:cNvPr id="56244" name="Group 1621"/>
              <p:cNvGrpSpPr>
                <a:grpSpLocks/>
              </p:cNvGrpSpPr>
              <p:nvPr/>
            </p:nvGrpSpPr>
            <p:grpSpPr bwMode="auto">
              <a:xfrm>
                <a:off x="1497" y="2068"/>
                <a:ext cx="295" cy="1"/>
                <a:chOff x="1497" y="2068"/>
                <a:chExt cx="295" cy="1"/>
              </a:xfrm>
            </p:grpSpPr>
            <p:sp>
              <p:nvSpPr>
                <p:cNvPr id="56245" name="Line 1622"/>
                <p:cNvSpPr>
                  <a:spLocks noChangeShapeType="1"/>
                </p:cNvSpPr>
                <p:nvPr/>
              </p:nvSpPr>
              <p:spPr bwMode="auto">
                <a:xfrm>
                  <a:off x="1497" y="2068"/>
                  <a:ext cx="23"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246" name="Line 1623"/>
                <p:cNvSpPr>
                  <a:spLocks noChangeShapeType="1"/>
                </p:cNvSpPr>
                <p:nvPr/>
              </p:nvSpPr>
              <p:spPr bwMode="auto">
                <a:xfrm>
                  <a:off x="1552"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247" name="Line 1624"/>
                <p:cNvSpPr>
                  <a:spLocks noChangeShapeType="1"/>
                </p:cNvSpPr>
                <p:nvPr/>
              </p:nvSpPr>
              <p:spPr bwMode="auto">
                <a:xfrm>
                  <a:off x="1608"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248" name="Line 1625"/>
                <p:cNvSpPr>
                  <a:spLocks noChangeShapeType="1"/>
                </p:cNvSpPr>
                <p:nvPr/>
              </p:nvSpPr>
              <p:spPr bwMode="auto">
                <a:xfrm>
                  <a:off x="1664"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249" name="Line 1626"/>
                <p:cNvSpPr>
                  <a:spLocks noChangeShapeType="1"/>
                </p:cNvSpPr>
                <p:nvPr/>
              </p:nvSpPr>
              <p:spPr bwMode="auto">
                <a:xfrm>
                  <a:off x="1720"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250" name="Line 1627"/>
                <p:cNvSpPr>
                  <a:spLocks noChangeShapeType="1"/>
                </p:cNvSpPr>
                <p:nvPr/>
              </p:nvSpPr>
              <p:spPr bwMode="auto">
                <a:xfrm>
                  <a:off x="1776" y="2068"/>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383" name="Group 1628"/>
            <p:cNvGrpSpPr>
              <a:grpSpLocks/>
            </p:cNvGrpSpPr>
            <p:nvPr/>
          </p:nvGrpSpPr>
          <p:grpSpPr bwMode="auto">
            <a:xfrm>
              <a:off x="1960" y="2036"/>
              <a:ext cx="423" cy="56"/>
              <a:chOff x="1960" y="2036"/>
              <a:chExt cx="423" cy="56"/>
            </a:xfrm>
          </p:grpSpPr>
          <p:sp>
            <p:nvSpPr>
              <p:cNvPr id="56235" name="Freeform 1629"/>
              <p:cNvSpPr>
                <a:spLocks/>
              </p:cNvSpPr>
              <p:nvPr/>
            </p:nvSpPr>
            <p:spPr bwMode="auto">
              <a:xfrm>
                <a:off x="2271"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chemeClr val="tx1"/>
              </a:solidFill>
              <a:ln w="9525">
                <a:solidFill>
                  <a:schemeClr val="tx1"/>
                </a:solidFill>
                <a:round/>
                <a:headEnd/>
                <a:tailEnd/>
              </a:ln>
            </p:spPr>
            <p:txBody>
              <a:bodyPr/>
              <a:lstStyle/>
              <a:p>
                <a:endParaRPr lang="en-US"/>
              </a:p>
            </p:txBody>
          </p:sp>
          <p:grpSp>
            <p:nvGrpSpPr>
              <p:cNvPr id="56236" name="Group 1630"/>
              <p:cNvGrpSpPr>
                <a:grpSpLocks/>
              </p:cNvGrpSpPr>
              <p:nvPr/>
            </p:nvGrpSpPr>
            <p:grpSpPr bwMode="auto">
              <a:xfrm>
                <a:off x="1960" y="2068"/>
                <a:ext cx="303" cy="1"/>
                <a:chOff x="1960" y="2068"/>
                <a:chExt cx="303" cy="1"/>
              </a:xfrm>
            </p:grpSpPr>
            <p:sp>
              <p:nvSpPr>
                <p:cNvPr id="56237" name="Line 1631"/>
                <p:cNvSpPr>
                  <a:spLocks noChangeShapeType="1"/>
                </p:cNvSpPr>
                <p:nvPr/>
              </p:nvSpPr>
              <p:spPr bwMode="auto">
                <a:xfrm>
                  <a:off x="1960"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238" name="Line 1632"/>
                <p:cNvSpPr>
                  <a:spLocks noChangeShapeType="1"/>
                </p:cNvSpPr>
                <p:nvPr/>
              </p:nvSpPr>
              <p:spPr bwMode="auto">
                <a:xfrm>
                  <a:off x="2015"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239" name="Line 1633"/>
                <p:cNvSpPr>
                  <a:spLocks noChangeShapeType="1"/>
                </p:cNvSpPr>
                <p:nvPr/>
              </p:nvSpPr>
              <p:spPr bwMode="auto">
                <a:xfrm>
                  <a:off x="2071"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240" name="Line 1634"/>
                <p:cNvSpPr>
                  <a:spLocks noChangeShapeType="1"/>
                </p:cNvSpPr>
                <p:nvPr/>
              </p:nvSpPr>
              <p:spPr bwMode="auto">
                <a:xfrm>
                  <a:off x="2127"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241" name="Line 1635"/>
                <p:cNvSpPr>
                  <a:spLocks noChangeShapeType="1"/>
                </p:cNvSpPr>
                <p:nvPr/>
              </p:nvSpPr>
              <p:spPr bwMode="auto">
                <a:xfrm>
                  <a:off x="2183"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242" name="Line 1636"/>
                <p:cNvSpPr>
                  <a:spLocks noChangeShapeType="1"/>
                </p:cNvSpPr>
                <p:nvPr/>
              </p:nvSpPr>
              <p:spPr bwMode="auto">
                <a:xfrm>
                  <a:off x="2239"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384" name="Group 1637"/>
            <p:cNvGrpSpPr>
              <a:grpSpLocks/>
            </p:cNvGrpSpPr>
            <p:nvPr/>
          </p:nvGrpSpPr>
          <p:grpSpPr bwMode="auto">
            <a:xfrm>
              <a:off x="2431" y="2036"/>
              <a:ext cx="415" cy="56"/>
              <a:chOff x="2431" y="2036"/>
              <a:chExt cx="415" cy="56"/>
            </a:xfrm>
          </p:grpSpPr>
          <p:sp>
            <p:nvSpPr>
              <p:cNvPr id="56227" name="Freeform 1638"/>
              <p:cNvSpPr>
                <a:spLocks/>
              </p:cNvSpPr>
              <p:nvPr/>
            </p:nvSpPr>
            <p:spPr bwMode="auto">
              <a:xfrm>
                <a:off x="2734"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chemeClr val="tx1"/>
              </a:solidFill>
              <a:ln w="9525">
                <a:solidFill>
                  <a:schemeClr val="tx1"/>
                </a:solidFill>
                <a:round/>
                <a:headEnd/>
                <a:tailEnd/>
              </a:ln>
            </p:spPr>
            <p:txBody>
              <a:bodyPr/>
              <a:lstStyle/>
              <a:p>
                <a:endParaRPr lang="en-US"/>
              </a:p>
            </p:txBody>
          </p:sp>
          <p:grpSp>
            <p:nvGrpSpPr>
              <p:cNvPr id="56228" name="Group 1639"/>
              <p:cNvGrpSpPr>
                <a:grpSpLocks/>
              </p:cNvGrpSpPr>
              <p:nvPr/>
            </p:nvGrpSpPr>
            <p:grpSpPr bwMode="auto">
              <a:xfrm>
                <a:off x="2431" y="2068"/>
                <a:ext cx="295" cy="1"/>
                <a:chOff x="2431" y="2068"/>
                <a:chExt cx="295" cy="1"/>
              </a:xfrm>
            </p:grpSpPr>
            <p:sp>
              <p:nvSpPr>
                <p:cNvPr id="56229" name="Line 1640"/>
                <p:cNvSpPr>
                  <a:spLocks noChangeShapeType="1"/>
                </p:cNvSpPr>
                <p:nvPr/>
              </p:nvSpPr>
              <p:spPr bwMode="auto">
                <a:xfrm>
                  <a:off x="2431"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230" name="Line 1641"/>
                <p:cNvSpPr>
                  <a:spLocks noChangeShapeType="1"/>
                </p:cNvSpPr>
                <p:nvPr/>
              </p:nvSpPr>
              <p:spPr bwMode="auto">
                <a:xfrm>
                  <a:off x="2487"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231" name="Line 1642"/>
                <p:cNvSpPr>
                  <a:spLocks noChangeShapeType="1"/>
                </p:cNvSpPr>
                <p:nvPr/>
              </p:nvSpPr>
              <p:spPr bwMode="auto">
                <a:xfrm>
                  <a:off x="2542"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232" name="Line 1643"/>
                <p:cNvSpPr>
                  <a:spLocks noChangeShapeType="1"/>
                </p:cNvSpPr>
                <p:nvPr/>
              </p:nvSpPr>
              <p:spPr bwMode="auto">
                <a:xfrm>
                  <a:off x="2598"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233" name="Line 1644"/>
                <p:cNvSpPr>
                  <a:spLocks noChangeShapeType="1"/>
                </p:cNvSpPr>
                <p:nvPr/>
              </p:nvSpPr>
              <p:spPr bwMode="auto">
                <a:xfrm>
                  <a:off x="2654"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234" name="Line 1645"/>
                <p:cNvSpPr>
                  <a:spLocks noChangeShapeType="1"/>
                </p:cNvSpPr>
                <p:nvPr/>
              </p:nvSpPr>
              <p:spPr bwMode="auto">
                <a:xfrm>
                  <a:off x="2710" y="2068"/>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385" name="Group 1646"/>
            <p:cNvGrpSpPr>
              <a:grpSpLocks/>
            </p:cNvGrpSpPr>
            <p:nvPr/>
          </p:nvGrpSpPr>
          <p:grpSpPr bwMode="auto">
            <a:xfrm>
              <a:off x="2423" y="2347"/>
              <a:ext cx="415" cy="56"/>
              <a:chOff x="2423" y="2347"/>
              <a:chExt cx="415" cy="56"/>
            </a:xfrm>
          </p:grpSpPr>
          <p:sp>
            <p:nvSpPr>
              <p:cNvPr id="56219" name="Freeform 1647"/>
              <p:cNvSpPr>
                <a:spLocks/>
              </p:cNvSpPr>
              <p:nvPr/>
            </p:nvSpPr>
            <p:spPr bwMode="auto">
              <a:xfrm>
                <a:off x="2726" y="234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chemeClr val="tx1"/>
              </a:solidFill>
              <a:ln w="9525">
                <a:solidFill>
                  <a:schemeClr val="tx1"/>
                </a:solidFill>
                <a:round/>
                <a:headEnd/>
                <a:tailEnd/>
              </a:ln>
            </p:spPr>
            <p:txBody>
              <a:bodyPr/>
              <a:lstStyle/>
              <a:p>
                <a:endParaRPr lang="en-US"/>
              </a:p>
            </p:txBody>
          </p:sp>
          <p:grpSp>
            <p:nvGrpSpPr>
              <p:cNvPr id="56220" name="Group 1648"/>
              <p:cNvGrpSpPr>
                <a:grpSpLocks/>
              </p:cNvGrpSpPr>
              <p:nvPr/>
            </p:nvGrpSpPr>
            <p:grpSpPr bwMode="auto">
              <a:xfrm>
                <a:off x="2423" y="2371"/>
                <a:ext cx="295" cy="1"/>
                <a:chOff x="2423" y="2371"/>
                <a:chExt cx="295" cy="1"/>
              </a:xfrm>
            </p:grpSpPr>
            <p:sp>
              <p:nvSpPr>
                <p:cNvPr id="56221" name="Line 1649"/>
                <p:cNvSpPr>
                  <a:spLocks noChangeShapeType="1"/>
                </p:cNvSpPr>
                <p:nvPr/>
              </p:nvSpPr>
              <p:spPr bwMode="auto">
                <a:xfrm>
                  <a:off x="2423"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222" name="Line 1650"/>
                <p:cNvSpPr>
                  <a:spLocks noChangeShapeType="1"/>
                </p:cNvSpPr>
                <p:nvPr/>
              </p:nvSpPr>
              <p:spPr bwMode="auto">
                <a:xfrm>
                  <a:off x="2479"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223" name="Line 1651"/>
                <p:cNvSpPr>
                  <a:spLocks noChangeShapeType="1"/>
                </p:cNvSpPr>
                <p:nvPr/>
              </p:nvSpPr>
              <p:spPr bwMode="auto">
                <a:xfrm>
                  <a:off x="2534"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224" name="Line 1652"/>
                <p:cNvSpPr>
                  <a:spLocks noChangeShapeType="1"/>
                </p:cNvSpPr>
                <p:nvPr/>
              </p:nvSpPr>
              <p:spPr bwMode="auto">
                <a:xfrm>
                  <a:off x="2590"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225" name="Line 1653"/>
                <p:cNvSpPr>
                  <a:spLocks noChangeShapeType="1"/>
                </p:cNvSpPr>
                <p:nvPr/>
              </p:nvSpPr>
              <p:spPr bwMode="auto">
                <a:xfrm>
                  <a:off x="2646"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226" name="Line 1654"/>
                <p:cNvSpPr>
                  <a:spLocks noChangeShapeType="1"/>
                </p:cNvSpPr>
                <p:nvPr/>
              </p:nvSpPr>
              <p:spPr bwMode="auto">
                <a:xfrm>
                  <a:off x="2702" y="2371"/>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386" name="Group 1655"/>
            <p:cNvGrpSpPr>
              <a:grpSpLocks/>
            </p:cNvGrpSpPr>
            <p:nvPr/>
          </p:nvGrpSpPr>
          <p:grpSpPr bwMode="auto">
            <a:xfrm>
              <a:off x="1960" y="2347"/>
              <a:ext cx="415" cy="56"/>
              <a:chOff x="1960" y="2347"/>
              <a:chExt cx="415" cy="56"/>
            </a:xfrm>
          </p:grpSpPr>
          <p:sp>
            <p:nvSpPr>
              <p:cNvPr id="56211" name="Freeform 1656"/>
              <p:cNvSpPr>
                <a:spLocks/>
              </p:cNvSpPr>
              <p:nvPr/>
            </p:nvSpPr>
            <p:spPr bwMode="auto">
              <a:xfrm>
                <a:off x="2263" y="234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chemeClr val="tx1"/>
              </a:solidFill>
              <a:ln w="9525">
                <a:solidFill>
                  <a:schemeClr val="tx1"/>
                </a:solidFill>
                <a:round/>
                <a:headEnd/>
                <a:tailEnd/>
              </a:ln>
            </p:spPr>
            <p:txBody>
              <a:bodyPr/>
              <a:lstStyle/>
              <a:p>
                <a:endParaRPr lang="en-US"/>
              </a:p>
            </p:txBody>
          </p:sp>
          <p:grpSp>
            <p:nvGrpSpPr>
              <p:cNvPr id="56212" name="Group 1657"/>
              <p:cNvGrpSpPr>
                <a:grpSpLocks/>
              </p:cNvGrpSpPr>
              <p:nvPr/>
            </p:nvGrpSpPr>
            <p:grpSpPr bwMode="auto">
              <a:xfrm>
                <a:off x="1960" y="2371"/>
                <a:ext cx="295" cy="1"/>
                <a:chOff x="1960" y="2371"/>
                <a:chExt cx="295" cy="1"/>
              </a:xfrm>
            </p:grpSpPr>
            <p:sp>
              <p:nvSpPr>
                <p:cNvPr id="56213" name="Line 1658"/>
                <p:cNvSpPr>
                  <a:spLocks noChangeShapeType="1"/>
                </p:cNvSpPr>
                <p:nvPr/>
              </p:nvSpPr>
              <p:spPr bwMode="auto">
                <a:xfrm>
                  <a:off x="1960"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214" name="Line 1659"/>
                <p:cNvSpPr>
                  <a:spLocks noChangeShapeType="1"/>
                </p:cNvSpPr>
                <p:nvPr/>
              </p:nvSpPr>
              <p:spPr bwMode="auto">
                <a:xfrm>
                  <a:off x="2015"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215" name="Line 1660"/>
                <p:cNvSpPr>
                  <a:spLocks noChangeShapeType="1"/>
                </p:cNvSpPr>
                <p:nvPr/>
              </p:nvSpPr>
              <p:spPr bwMode="auto">
                <a:xfrm>
                  <a:off x="2071"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216" name="Line 1661"/>
                <p:cNvSpPr>
                  <a:spLocks noChangeShapeType="1"/>
                </p:cNvSpPr>
                <p:nvPr/>
              </p:nvSpPr>
              <p:spPr bwMode="auto">
                <a:xfrm>
                  <a:off x="2127"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217" name="Line 1662"/>
                <p:cNvSpPr>
                  <a:spLocks noChangeShapeType="1"/>
                </p:cNvSpPr>
                <p:nvPr/>
              </p:nvSpPr>
              <p:spPr bwMode="auto">
                <a:xfrm>
                  <a:off x="2183"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218" name="Line 1663"/>
                <p:cNvSpPr>
                  <a:spLocks noChangeShapeType="1"/>
                </p:cNvSpPr>
                <p:nvPr/>
              </p:nvSpPr>
              <p:spPr bwMode="auto">
                <a:xfrm>
                  <a:off x="2239" y="2371"/>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387" name="Group 1664"/>
            <p:cNvGrpSpPr>
              <a:grpSpLocks/>
            </p:cNvGrpSpPr>
            <p:nvPr/>
          </p:nvGrpSpPr>
          <p:grpSpPr bwMode="auto">
            <a:xfrm>
              <a:off x="1497" y="2339"/>
              <a:ext cx="415" cy="56"/>
              <a:chOff x="1497" y="2339"/>
              <a:chExt cx="415" cy="56"/>
            </a:xfrm>
          </p:grpSpPr>
          <p:sp>
            <p:nvSpPr>
              <p:cNvPr id="56203" name="Freeform 1665"/>
              <p:cNvSpPr>
                <a:spLocks/>
              </p:cNvSpPr>
              <p:nvPr/>
            </p:nvSpPr>
            <p:spPr bwMode="auto">
              <a:xfrm>
                <a:off x="1800" y="2339"/>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chemeClr val="tx1"/>
              </a:solidFill>
              <a:ln w="9525">
                <a:solidFill>
                  <a:schemeClr val="tx1"/>
                </a:solidFill>
                <a:round/>
                <a:headEnd/>
                <a:tailEnd/>
              </a:ln>
            </p:spPr>
            <p:txBody>
              <a:bodyPr/>
              <a:lstStyle/>
              <a:p>
                <a:endParaRPr lang="en-US"/>
              </a:p>
            </p:txBody>
          </p:sp>
          <p:grpSp>
            <p:nvGrpSpPr>
              <p:cNvPr id="56204" name="Group 1666"/>
              <p:cNvGrpSpPr>
                <a:grpSpLocks/>
              </p:cNvGrpSpPr>
              <p:nvPr/>
            </p:nvGrpSpPr>
            <p:grpSpPr bwMode="auto">
              <a:xfrm>
                <a:off x="1497" y="2371"/>
                <a:ext cx="295" cy="1"/>
                <a:chOff x="1497" y="2371"/>
                <a:chExt cx="295" cy="1"/>
              </a:xfrm>
            </p:grpSpPr>
            <p:sp>
              <p:nvSpPr>
                <p:cNvPr id="56205" name="Line 1667"/>
                <p:cNvSpPr>
                  <a:spLocks noChangeShapeType="1"/>
                </p:cNvSpPr>
                <p:nvPr/>
              </p:nvSpPr>
              <p:spPr bwMode="auto">
                <a:xfrm>
                  <a:off x="1497" y="2371"/>
                  <a:ext cx="23"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206" name="Line 1668"/>
                <p:cNvSpPr>
                  <a:spLocks noChangeShapeType="1"/>
                </p:cNvSpPr>
                <p:nvPr/>
              </p:nvSpPr>
              <p:spPr bwMode="auto">
                <a:xfrm>
                  <a:off x="1552"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207" name="Line 1669"/>
                <p:cNvSpPr>
                  <a:spLocks noChangeShapeType="1"/>
                </p:cNvSpPr>
                <p:nvPr/>
              </p:nvSpPr>
              <p:spPr bwMode="auto">
                <a:xfrm>
                  <a:off x="1608"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208" name="Line 1670"/>
                <p:cNvSpPr>
                  <a:spLocks noChangeShapeType="1"/>
                </p:cNvSpPr>
                <p:nvPr/>
              </p:nvSpPr>
              <p:spPr bwMode="auto">
                <a:xfrm>
                  <a:off x="1664"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209" name="Line 1671"/>
                <p:cNvSpPr>
                  <a:spLocks noChangeShapeType="1"/>
                </p:cNvSpPr>
                <p:nvPr/>
              </p:nvSpPr>
              <p:spPr bwMode="auto">
                <a:xfrm>
                  <a:off x="1720"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210" name="Line 1672"/>
                <p:cNvSpPr>
                  <a:spLocks noChangeShapeType="1"/>
                </p:cNvSpPr>
                <p:nvPr/>
              </p:nvSpPr>
              <p:spPr bwMode="auto">
                <a:xfrm>
                  <a:off x="1776" y="2371"/>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388" name="Group 1673"/>
            <p:cNvGrpSpPr>
              <a:grpSpLocks/>
            </p:cNvGrpSpPr>
            <p:nvPr/>
          </p:nvGrpSpPr>
          <p:grpSpPr bwMode="auto">
            <a:xfrm>
              <a:off x="1489" y="2650"/>
              <a:ext cx="423" cy="56"/>
              <a:chOff x="1489" y="2650"/>
              <a:chExt cx="423" cy="56"/>
            </a:xfrm>
          </p:grpSpPr>
          <p:sp>
            <p:nvSpPr>
              <p:cNvPr id="56195" name="Freeform 1674"/>
              <p:cNvSpPr>
                <a:spLocks/>
              </p:cNvSpPr>
              <p:nvPr/>
            </p:nvSpPr>
            <p:spPr bwMode="auto">
              <a:xfrm>
                <a:off x="1792" y="2650"/>
                <a:ext cx="120" cy="56"/>
              </a:xfrm>
              <a:custGeom>
                <a:avLst/>
                <a:gdLst>
                  <a:gd name="T0" fmla="*/ 120 w 120"/>
                  <a:gd name="T1" fmla="*/ 24 h 56"/>
                  <a:gd name="T2" fmla="*/ 0 w 120"/>
                  <a:gd name="T3" fmla="*/ 56 h 56"/>
                  <a:gd name="T4" fmla="*/ 0 w 120"/>
                  <a:gd name="T5" fmla="*/ 24 h 56"/>
                  <a:gd name="T6" fmla="*/ 0 w 120"/>
                  <a:gd name="T7" fmla="*/ 0 h 56"/>
                  <a:gd name="T8" fmla="*/ 120 w 120"/>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 h="56">
                    <a:moveTo>
                      <a:pt x="120" y="24"/>
                    </a:moveTo>
                    <a:lnTo>
                      <a:pt x="0" y="56"/>
                    </a:lnTo>
                    <a:lnTo>
                      <a:pt x="0" y="24"/>
                    </a:lnTo>
                    <a:lnTo>
                      <a:pt x="0" y="0"/>
                    </a:lnTo>
                    <a:lnTo>
                      <a:pt x="120" y="24"/>
                    </a:lnTo>
                    <a:close/>
                  </a:path>
                </a:pathLst>
              </a:custGeom>
              <a:solidFill>
                <a:schemeClr val="tx1"/>
              </a:solidFill>
              <a:ln w="9525">
                <a:solidFill>
                  <a:schemeClr val="tx1"/>
                </a:solidFill>
                <a:round/>
                <a:headEnd/>
                <a:tailEnd/>
              </a:ln>
            </p:spPr>
            <p:txBody>
              <a:bodyPr/>
              <a:lstStyle/>
              <a:p>
                <a:endParaRPr lang="en-US"/>
              </a:p>
            </p:txBody>
          </p:sp>
          <p:grpSp>
            <p:nvGrpSpPr>
              <p:cNvPr id="56196" name="Group 1675"/>
              <p:cNvGrpSpPr>
                <a:grpSpLocks/>
              </p:cNvGrpSpPr>
              <p:nvPr/>
            </p:nvGrpSpPr>
            <p:grpSpPr bwMode="auto">
              <a:xfrm>
                <a:off x="1489" y="2674"/>
                <a:ext cx="295" cy="1"/>
                <a:chOff x="1489" y="2674"/>
                <a:chExt cx="295" cy="1"/>
              </a:xfrm>
            </p:grpSpPr>
            <p:sp>
              <p:nvSpPr>
                <p:cNvPr id="56197" name="Line 1676"/>
                <p:cNvSpPr>
                  <a:spLocks noChangeShapeType="1"/>
                </p:cNvSpPr>
                <p:nvPr/>
              </p:nvSpPr>
              <p:spPr bwMode="auto">
                <a:xfrm>
                  <a:off x="1489"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198" name="Line 1677"/>
                <p:cNvSpPr>
                  <a:spLocks noChangeShapeType="1"/>
                </p:cNvSpPr>
                <p:nvPr/>
              </p:nvSpPr>
              <p:spPr bwMode="auto">
                <a:xfrm>
                  <a:off x="1544"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199" name="Line 1678"/>
                <p:cNvSpPr>
                  <a:spLocks noChangeShapeType="1"/>
                </p:cNvSpPr>
                <p:nvPr/>
              </p:nvSpPr>
              <p:spPr bwMode="auto">
                <a:xfrm>
                  <a:off x="1600"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200" name="Line 1679"/>
                <p:cNvSpPr>
                  <a:spLocks noChangeShapeType="1"/>
                </p:cNvSpPr>
                <p:nvPr/>
              </p:nvSpPr>
              <p:spPr bwMode="auto">
                <a:xfrm>
                  <a:off x="1656"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201" name="Line 1680"/>
                <p:cNvSpPr>
                  <a:spLocks noChangeShapeType="1"/>
                </p:cNvSpPr>
                <p:nvPr/>
              </p:nvSpPr>
              <p:spPr bwMode="auto">
                <a:xfrm>
                  <a:off x="1712"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202" name="Line 1681"/>
                <p:cNvSpPr>
                  <a:spLocks noChangeShapeType="1"/>
                </p:cNvSpPr>
                <p:nvPr/>
              </p:nvSpPr>
              <p:spPr bwMode="auto">
                <a:xfrm>
                  <a:off x="1768" y="2674"/>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389" name="Group 1682"/>
            <p:cNvGrpSpPr>
              <a:grpSpLocks/>
            </p:cNvGrpSpPr>
            <p:nvPr/>
          </p:nvGrpSpPr>
          <p:grpSpPr bwMode="auto">
            <a:xfrm>
              <a:off x="1968" y="2650"/>
              <a:ext cx="415" cy="56"/>
              <a:chOff x="1968" y="2650"/>
              <a:chExt cx="415" cy="56"/>
            </a:xfrm>
          </p:grpSpPr>
          <p:sp>
            <p:nvSpPr>
              <p:cNvPr id="56187" name="Freeform 1683"/>
              <p:cNvSpPr>
                <a:spLocks/>
              </p:cNvSpPr>
              <p:nvPr/>
            </p:nvSpPr>
            <p:spPr bwMode="auto">
              <a:xfrm>
                <a:off x="2271" y="2650"/>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chemeClr val="tx1"/>
              </a:solidFill>
              <a:ln w="9525">
                <a:solidFill>
                  <a:schemeClr val="tx1"/>
                </a:solidFill>
                <a:round/>
                <a:headEnd/>
                <a:tailEnd/>
              </a:ln>
            </p:spPr>
            <p:txBody>
              <a:bodyPr/>
              <a:lstStyle/>
              <a:p>
                <a:endParaRPr lang="en-US"/>
              </a:p>
            </p:txBody>
          </p:sp>
          <p:grpSp>
            <p:nvGrpSpPr>
              <p:cNvPr id="56188" name="Group 1684"/>
              <p:cNvGrpSpPr>
                <a:grpSpLocks/>
              </p:cNvGrpSpPr>
              <p:nvPr/>
            </p:nvGrpSpPr>
            <p:grpSpPr bwMode="auto">
              <a:xfrm>
                <a:off x="1968" y="2674"/>
                <a:ext cx="295" cy="1"/>
                <a:chOff x="1968" y="2674"/>
                <a:chExt cx="295" cy="1"/>
              </a:xfrm>
            </p:grpSpPr>
            <p:sp>
              <p:nvSpPr>
                <p:cNvPr id="56189" name="Line 1685"/>
                <p:cNvSpPr>
                  <a:spLocks noChangeShapeType="1"/>
                </p:cNvSpPr>
                <p:nvPr/>
              </p:nvSpPr>
              <p:spPr bwMode="auto">
                <a:xfrm>
                  <a:off x="1968"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190" name="Line 1686"/>
                <p:cNvSpPr>
                  <a:spLocks noChangeShapeType="1"/>
                </p:cNvSpPr>
                <p:nvPr/>
              </p:nvSpPr>
              <p:spPr bwMode="auto">
                <a:xfrm>
                  <a:off x="2023"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191" name="Line 1687"/>
                <p:cNvSpPr>
                  <a:spLocks noChangeShapeType="1"/>
                </p:cNvSpPr>
                <p:nvPr/>
              </p:nvSpPr>
              <p:spPr bwMode="auto">
                <a:xfrm>
                  <a:off x="2079"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192" name="Line 1688"/>
                <p:cNvSpPr>
                  <a:spLocks noChangeShapeType="1"/>
                </p:cNvSpPr>
                <p:nvPr/>
              </p:nvSpPr>
              <p:spPr bwMode="auto">
                <a:xfrm>
                  <a:off x="2135"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193" name="Line 1689"/>
                <p:cNvSpPr>
                  <a:spLocks noChangeShapeType="1"/>
                </p:cNvSpPr>
                <p:nvPr/>
              </p:nvSpPr>
              <p:spPr bwMode="auto">
                <a:xfrm>
                  <a:off x="2191"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194" name="Line 1690"/>
                <p:cNvSpPr>
                  <a:spLocks noChangeShapeType="1"/>
                </p:cNvSpPr>
                <p:nvPr/>
              </p:nvSpPr>
              <p:spPr bwMode="auto">
                <a:xfrm>
                  <a:off x="2247" y="2674"/>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390" name="Group 1691"/>
            <p:cNvGrpSpPr>
              <a:grpSpLocks/>
            </p:cNvGrpSpPr>
            <p:nvPr/>
          </p:nvGrpSpPr>
          <p:grpSpPr bwMode="auto">
            <a:xfrm>
              <a:off x="1489" y="2953"/>
              <a:ext cx="423" cy="56"/>
              <a:chOff x="1489" y="2953"/>
              <a:chExt cx="423" cy="56"/>
            </a:xfrm>
          </p:grpSpPr>
          <p:sp>
            <p:nvSpPr>
              <p:cNvPr id="56179" name="Freeform 1692"/>
              <p:cNvSpPr>
                <a:spLocks/>
              </p:cNvSpPr>
              <p:nvPr/>
            </p:nvSpPr>
            <p:spPr bwMode="auto">
              <a:xfrm>
                <a:off x="1792" y="2953"/>
                <a:ext cx="120" cy="56"/>
              </a:xfrm>
              <a:custGeom>
                <a:avLst/>
                <a:gdLst>
                  <a:gd name="T0" fmla="*/ 120 w 120"/>
                  <a:gd name="T1" fmla="*/ 32 h 56"/>
                  <a:gd name="T2" fmla="*/ 0 w 120"/>
                  <a:gd name="T3" fmla="*/ 56 h 56"/>
                  <a:gd name="T4" fmla="*/ 0 w 120"/>
                  <a:gd name="T5" fmla="*/ 32 h 56"/>
                  <a:gd name="T6" fmla="*/ 0 w 120"/>
                  <a:gd name="T7" fmla="*/ 0 h 56"/>
                  <a:gd name="T8" fmla="*/ 120 w 120"/>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 h="56">
                    <a:moveTo>
                      <a:pt x="120" y="32"/>
                    </a:moveTo>
                    <a:lnTo>
                      <a:pt x="0" y="56"/>
                    </a:lnTo>
                    <a:lnTo>
                      <a:pt x="0" y="32"/>
                    </a:lnTo>
                    <a:lnTo>
                      <a:pt x="0" y="0"/>
                    </a:lnTo>
                    <a:lnTo>
                      <a:pt x="120" y="32"/>
                    </a:lnTo>
                    <a:close/>
                  </a:path>
                </a:pathLst>
              </a:custGeom>
              <a:solidFill>
                <a:schemeClr val="tx1"/>
              </a:solidFill>
              <a:ln w="9525">
                <a:solidFill>
                  <a:schemeClr val="tx1"/>
                </a:solidFill>
                <a:round/>
                <a:headEnd/>
                <a:tailEnd/>
              </a:ln>
            </p:spPr>
            <p:txBody>
              <a:bodyPr/>
              <a:lstStyle/>
              <a:p>
                <a:endParaRPr lang="en-US"/>
              </a:p>
            </p:txBody>
          </p:sp>
          <p:grpSp>
            <p:nvGrpSpPr>
              <p:cNvPr id="56180" name="Group 1693"/>
              <p:cNvGrpSpPr>
                <a:grpSpLocks/>
              </p:cNvGrpSpPr>
              <p:nvPr/>
            </p:nvGrpSpPr>
            <p:grpSpPr bwMode="auto">
              <a:xfrm>
                <a:off x="1489" y="2985"/>
                <a:ext cx="295" cy="1"/>
                <a:chOff x="1489" y="2985"/>
                <a:chExt cx="295" cy="1"/>
              </a:xfrm>
            </p:grpSpPr>
            <p:sp>
              <p:nvSpPr>
                <p:cNvPr id="56181" name="Line 1694"/>
                <p:cNvSpPr>
                  <a:spLocks noChangeShapeType="1"/>
                </p:cNvSpPr>
                <p:nvPr/>
              </p:nvSpPr>
              <p:spPr bwMode="auto">
                <a:xfrm>
                  <a:off x="1489"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182" name="Line 1695"/>
                <p:cNvSpPr>
                  <a:spLocks noChangeShapeType="1"/>
                </p:cNvSpPr>
                <p:nvPr/>
              </p:nvSpPr>
              <p:spPr bwMode="auto">
                <a:xfrm>
                  <a:off x="1544"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183" name="Line 1696"/>
                <p:cNvSpPr>
                  <a:spLocks noChangeShapeType="1"/>
                </p:cNvSpPr>
                <p:nvPr/>
              </p:nvSpPr>
              <p:spPr bwMode="auto">
                <a:xfrm>
                  <a:off x="1600"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184" name="Line 1697"/>
                <p:cNvSpPr>
                  <a:spLocks noChangeShapeType="1"/>
                </p:cNvSpPr>
                <p:nvPr/>
              </p:nvSpPr>
              <p:spPr bwMode="auto">
                <a:xfrm>
                  <a:off x="1656"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185" name="Line 1698"/>
                <p:cNvSpPr>
                  <a:spLocks noChangeShapeType="1"/>
                </p:cNvSpPr>
                <p:nvPr/>
              </p:nvSpPr>
              <p:spPr bwMode="auto">
                <a:xfrm>
                  <a:off x="1712"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186" name="Line 1699"/>
                <p:cNvSpPr>
                  <a:spLocks noChangeShapeType="1"/>
                </p:cNvSpPr>
                <p:nvPr/>
              </p:nvSpPr>
              <p:spPr bwMode="auto">
                <a:xfrm>
                  <a:off x="1768" y="2985"/>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391" name="Group 1700"/>
            <p:cNvGrpSpPr>
              <a:grpSpLocks/>
            </p:cNvGrpSpPr>
            <p:nvPr/>
          </p:nvGrpSpPr>
          <p:grpSpPr bwMode="auto">
            <a:xfrm>
              <a:off x="1952" y="2953"/>
              <a:ext cx="415" cy="56"/>
              <a:chOff x="1952" y="2953"/>
              <a:chExt cx="415" cy="56"/>
            </a:xfrm>
          </p:grpSpPr>
          <p:sp>
            <p:nvSpPr>
              <p:cNvPr id="56171" name="Freeform 1701"/>
              <p:cNvSpPr>
                <a:spLocks/>
              </p:cNvSpPr>
              <p:nvPr/>
            </p:nvSpPr>
            <p:spPr bwMode="auto">
              <a:xfrm>
                <a:off x="2255"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chemeClr val="tx1"/>
              </a:solidFill>
              <a:ln w="9525">
                <a:solidFill>
                  <a:schemeClr val="tx1"/>
                </a:solidFill>
                <a:round/>
                <a:headEnd/>
                <a:tailEnd/>
              </a:ln>
            </p:spPr>
            <p:txBody>
              <a:bodyPr/>
              <a:lstStyle/>
              <a:p>
                <a:endParaRPr lang="en-US"/>
              </a:p>
            </p:txBody>
          </p:sp>
          <p:grpSp>
            <p:nvGrpSpPr>
              <p:cNvPr id="56172" name="Group 1702"/>
              <p:cNvGrpSpPr>
                <a:grpSpLocks/>
              </p:cNvGrpSpPr>
              <p:nvPr/>
            </p:nvGrpSpPr>
            <p:grpSpPr bwMode="auto">
              <a:xfrm>
                <a:off x="1952" y="2985"/>
                <a:ext cx="295" cy="1"/>
                <a:chOff x="1952" y="2985"/>
                <a:chExt cx="295" cy="1"/>
              </a:xfrm>
            </p:grpSpPr>
            <p:sp>
              <p:nvSpPr>
                <p:cNvPr id="56173" name="Line 1703"/>
                <p:cNvSpPr>
                  <a:spLocks noChangeShapeType="1"/>
                </p:cNvSpPr>
                <p:nvPr/>
              </p:nvSpPr>
              <p:spPr bwMode="auto">
                <a:xfrm>
                  <a:off x="1952"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174" name="Line 1704"/>
                <p:cNvSpPr>
                  <a:spLocks noChangeShapeType="1"/>
                </p:cNvSpPr>
                <p:nvPr/>
              </p:nvSpPr>
              <p:spPr bwMode="auto">
                <a:xfrm>
                  <a:off x="2008" y="2985"/>
                  <a:ext cx="23"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175" name="Line 1705"/>
                <p:cNvSpPr>
                  <a:spLocks noChangeShapeType="1"/>
                </p:cNvSpPr>
                <p:nvPr/>
              </p:nvSpPr>
              <p:spPr bwMode="auto">
                <a:xfrm>
                  <a:off x="2063"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176" name="Line 1706"/>
                <p:cNvSpPr>
                  <a:spLocks noChangeShapeType="1"/>
                </p:cNvSpPr>
                <p:nvPr/>
              </p:nvSpPr>
              <p:spPr bwMode="auto">
                <a:xfrm>
                  <a:off x="2119"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177" name="Line 1707"/>
                <p:cNvSpPr>
                  <a:spLocks noChangeShapeType="1"/>
                </p:cNvSpPr>
                <p:nvPr/>
              </p:nvSpPr>
              <p:spPr bwMode="auto">
                <a:xfrm>
                  <a:off x="2175"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178" name="Line 1708"/>
                <p:cNvSpPr>
                  <a:spLocks noChangeShapeType="1"/>
                </p:cNvSpPr>
                <p:nvPr/>
              </p:nvSpPr>
              <p:spPr bwMode="auto">
                <a:xfrm>
                  <a:off x="2231" y="2985"/>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392" name="Group 1709"/>
            <p:cNvGrpSpPr>
              <a:grpSpLocks/>
            </p:cNvGrpSpPr>
            <p:nvPr/>
          </p:nvGrpSpPr>
          <p:grpSpPr bwMode="auto">
            <a:xfrm>
              <a:off x="2415" y="2953"/>
              <a:ext cx="415" cy="56"/>
              <a:chOff x="2415" y="2953"/>
              <a:chExt cx="415" cy="56"/>
            </a:xfrm>
          </p:grpSpPr>
          <p:sp>
            <p:nvSpPr>
              <p:cNvPr id="56163" name="Freeform 1710"/>
              <p:cNvSpPr>
                <a:spLocks/>
              </p:cNvSpPr>
              <p:nvPr/>
            </p:nvSpPr>
            <p:spPr bwMode="auto">
              <a:xfrm>
                <a:off x="2718"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chemeClr val="tx1"/>
              </a:solidFill>
              <a:ln w="9525">
                <a:solidFill>
                  <a:schemeClr val="tx1"/>
                </a:solidFill>
                <a:round/>
                <a:headEnd/>
                <a:tailEnd/>
              </a:ln>
            </p:spPr>
            <p:txBody>
              <a:bodyPr/>
              <a:lstStyle/>
              <a:p>
                <a:endParaRPr lang="en-US"/>
              </a:p>
            </p:txBody>
          </p:sp>
          <p:grpSp>
            <p:nvGrpSpPr>
              <p:cNvPr id="56164" name="Group 1711"/>
              <p:cNvGrpSpPr>
                <a:grpSpLocks/>
              </p:cNvGrpSpPr>
              <p:nvPr/>
            </p:nvGrpSpPr>
            <p:grpSpPr bwMode="auto">
              <a:xfrm>
                <a:off x="2415" y="2985"/>
                <a:ext cx="295" cy="1"/>
                <a:chOff x="2415" y="2985"/>
                <a:chExt cx="295" cy="1"/>
              </a:xfrm>
            </p:grpSpPr>
            <p:sp>
              <p:nvSpPr>
                <p:cNvPr id="56165" name="Line 1712"/>
                <p:cNvSpPr>
                  <a:spLocks noChangeShapeType="1"/>
                </p:cNvSpPr>
                <p:nvPr/>
              </p:nvSpPr>
              <p:spPr bwMode="auto">
                <a:xfrm>
                  <a:off x="2415"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166" name="Line 1713"/>
                <p:cNvSpPr>
                  <a:spLocks noChangeShapeType="1"/>
                </p:cNvSpPr>
                <p:nvPr/>
              </p:nvSpPr>
              <p:spPr bwMode="auto">
                <a:xfrm>
                  <a:off x="2471"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167" name="Line 1714"/>
                <p:cNvSpPr>
                  <a:spLocks noChangeShapeType="1"/>
                </p:cNvSpPr>
                <p:nvPr/>
              </p:nvSpPr>
              <p:spPr bwMode="auto">
                <a:xfrm>
                  <a:off x="2526"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168" name="Line 1715"/>
                <p:cNvSpPr>
                  <a:spLocks noChangeShapeType="1"/>
                </p:cNvSpPr>
                <p:nvPr/>
              </p:nvSpPr>
              <p:spPr bwMode="auto">
                <a:xfrm>
                  <a:off x="2582"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169" name="Line 1716"/>
                <p:cNvSpPr>
                  <a:spLocks noChangeShapeType="1"/>
                </p:cNvSpPr>
                <p:nvPr/>
              </p:nvSpPr>
              <p:spPr bwMode="auto">
                <a:xfrm>
                  <a:off x="2638"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170" name="Line 1717"/>
                <p:cNvSpPr>
                  <a:spLocks noChangeShapeType="1"/>
                </p:cNvSpPr>
                <p:nvPr/>
              </p:nvSpPr>
              <p:spPr bwMode="auto">
                <a:xfrm>
                  <a:off x="2694" y="2985"/>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393" name="Group 1718"/>
            <p:cNvGrpSpPr>
              <a:grpSpLocks/>
            </p:cNvGrpSpPr>
            <p:nvPr/>
          </p:nvGrpSpPr>
          <p:grpSpPr bwMode="auto">
            <a:xfrm>
              <a:off x="2838" y="1741"/>
              <a:ext cx="40" cy="1260"/>
              <a:chOff x="2838" y="1741"/>
              <a:chExt cx="40" cy="1260"/>
            </a:xfrm>
          </p:grpSpPr>
          <p:sp>
            <p:nvSpPr>
              <p:cNvPr id="56153" name="Oval 1719"/>
              <p:cNvSpPr>
                <a:spLocks noChangeArrowheads="1"/>
              </p:cNvSpPr>
              <p:nvPr/>
            </p:nvSpPr>
            <p:spPr bwMode="auto">
              <a:xfrm>
                <a:off x="2838" y="1741"/>
                <a:ext cx="40" cy="40"/>
              </a:xfrm>
              <a:prstGeom prst="ellipse">
                <a:avLst/>
              </a:prstGeom>
              <a:solidFill>
                <a:schemeClr val="tx1"/>
              </a:solidFill>
              <a:ln w="9525">
                <a:solidFill>
                  <a:schemeClr val="tx1"/>
                </a:solidFill>
                <a:round/>
                <a:headEnd/>
                <a:tailEnd/>
              </a:ln>
            </p:spPr>
            <p:txBody>
              <a:bodyPr/>
              <a:lstStyle/>
              <a:p>
                <a:endParaRPr lang="en-US"/>
              </a:p>
            </p:txBody>
          </p:sp>
          <p:sp>
            <p:nvSpPr>
              <p:cNvPr id="56154" name="Oval 1720"/>
              <p:cNvSpPr>
                <a:spLocks noChangeArrowheads="1"/>
              </p:cNvSpPr>
              <p:nvPr/>
            </p:nvSpPr>
            <p:spPr bwMode="auto">
              <a:xfrm>
                <a:off x="2838" y="1741"/>
                <a:ext cx="40" cy="40"/>
              </a:xfrm>
              <a:prstGeom prst="ellipse">
                <a:avLst/>
              </a:prstGeom>
              <a:solidFill>
                <a:schemeClr val="tx1"/>
              </a:solidFill>
              <a:ln w="25400">
                <a:solidFill>
                  <a:schemeClr val="tx1"/>
                </a:solidFill>
                <a:round/>
                <a:headEnd/>
                <a:tailEnd/>
              </a:ln>
            </p:spPr>
            <p:txBody>
              <a:bodyPr/>
              <a:lstStyle/>
              <a:p>
                <a:endParaRPr lang="en-US"/>
              </a:p>
            </p:txBody>
          </p:sp>
          <p:sp>
            <p:nvSpPr>
              <p:cNvPr id="56155" name="Oval 1721"/>
              <p:cNvSpPr>
                <a:spLocks noChangeArrowheads="1"/>
              </p:cNvSpPr>
              <p:nvPr/>
            </p:nvSpPr>
            <p:spPr bwMode="auto">
              <a:xfrm>
                <a:off x="2846" y="2044"/>
                <a:ext cx="32" cy="32"/>
              </a:xfrm>
              <a:prstGeom prst="ellipse">
                <a:avLst/>
              </a:prstGeom>
              <a:solidFill>
                <a:schemeClr val="tx1"/>
              </a:solidFill>
              <a:ln w="9525">
                <a:solidFill>
                  <a:schemeClr val="tx1"/>
                </a:solidFill>
                <a:round/>
                <a:headEnd/>
                <a:tailEnd/>
              </a:ln>
            </p:spPr>
            <p:txBody>
              <a:bodyPr/>
              <a:lstStyle/>
              <a:p>
                <a:endParaRPr lang="en-US"/>
              </a:p>
            </p:txBody>
          </p:sp>
          <p:sp>
            <p:nvSpPr>
              <p:cNvPr id="56156" name="Oval 1722"/>
              <p:cNvSpPr>
                <a:spLocks noChangeArrowheads="1"/>
              </p:cNvSpPr>
              <p:nvPr/>
            </p:nvSpPr>
            <p:spPr bwMode="auto">
              <a:xfrm>
                <a:off x="2846" y="2044"/>
                <a:ext cx="32" cy="32"/>
              </a:xfrm>
              <a:prstGeom prst="ellipse">
                <a:avLst/>
              </a:prstGeom>
              <a:solidFill>
                <a:schemeClr val="tx1"/>
              </a:solidFill>
              <a:ln w="25400">
                <a:solidFill>
                  <a:schemeClr val="tx1"/>
                </a:solidFill>
                <a:round/>
                <a:headEnd/>
                <a:tailEnd/>
              </a:ln>
            </p:spPr>
            <p:txBody>
              <a:bodyPr/>
              <a:lstStyle/>
              <a:p>
                <a:endParaRPr lang="en-US"/>
              </a:p>
            </p:txBody>
          </p:sp>
          <p:sp>
            <p:nvSpPr>
              <p:cNvPr id="56157" name="Oval 1723"/>
              <p:cNvSpPr>
                <a:spLocks noChangeArrowheads="1"/>
              </p:cNvSpPr>
              <p:nvPr/>
            </p:nvSpPr>
            <p:spPr bwMode="auto">
              <a:xfrm>
                <a:off x="2846" y="2355"/>
                <a:ext cx="32" cy="32"/>
              </a:xfrm>
              <a:prstGeom prst="ellipse">
                <a:avLst/>
              </a:prstGeom>
              <a:solidFill>
                <a:schemeClr val="tx1"/>
              </a:solidFill>
              <a:ln w="9525">
                <a:solidFill>
                  <a:schemeClr val="tx1"/>
                </a:solidFill>
                <a:round/>
                <a:headEnd/>
                <a:tailEnd/>
              </a:ln>
            </p:spPr>
            <p:txBody>
              <a:bodyPr/>
              <a:lstStyle/>
              <a:p>
                <a:endParaRPr lang="en-US"/>
              </a:p>
            </p:txBody>
          </p:sp>
          <p:sp>
            <p:nvSpPr>
              <p:cNvPr id="56158" name="Oval 1724"/>
              <p:cNvSpPr>
                <a:spLocks noChangeArrowheads="1"/>
              </p:cNvSpPr>
              <p:nvPr/>
            </p:nvSpPr>
            <p:spPr bwMode="auto">
              <a:xfrm>
                <a:off x="2846" y="2355"/>
                <a:ext cx="32" cy="32"/>
              </a:xfrm>
              <a:prstGeom prst="ellipse">
                <a:avLst/>
              </a:prstGeom>
              <a:solidFill>
                <a:schemeClr val="tx1"/>
              </a:solidFill>
              <a:ln w="25400">
                <a:solidFill>
                  <a:schemeClr val="tx1"/>
                </a:solidFill>
                <a:round/>
                <a:headEnd/>
                <a:tailEnd/>
              </a:ln>
            </p:spPr>
            <p:txBody>
              <a:bodyPr/>
              <a:lstStyle/>
              <a:p>
                <a:endParaRPr lang="en-US"/>
              </a:p>
            </p:txBody>
          </p:sp>
          <p:sp>
            <p:nvSpPr>
              <p:cNvPr id="56159" name="Oval 1725"/>
              <p:cNvSpPr>
                <a:spLocks noChangeArrowheads="1"/>
              </p:cNvSpPr>
              <p:nvPr/>
            </p:nvSpPr>
            <p:spPr bwMode="auto">
              <a:xfrm>
                <a:off x="2838" y="2658"/>
                <a:ext cx="40" cy="32"/>
              </a:xfrm>
              <a:prstGeom prst="ellipse">
                <a:avLst/>
              </a:prstGeom>
              <a:solidFill>
                <a:schemeClr val="tx1"/>
              </a:solidFill>
              <a:ln w="9525">
                <a:solidFill>
                  <a:schemeClr val="tx1"/>
                </a:solidFill>
                <a:round/>
                <a:headEnd/>
                <a:tailEnd/>
              </a:ln>
            </p:spPr>
            <p:txBody>
              <a:bodyPr/>
              <a:lstStyle/>
              <a:p>
                <a:endParaRPr lang="en-US"/>
              </a:p>
            </p:txBody>
          </p:sp>
          <p:sp>
            <p:nvSpPr>
              <p:cNvPr id="56160" name="Oval 1726"/>
              <p:cNvSpPr>
                <a:spLocks noChangeArrowheads="1"/>
              </p:cNvSpPr>
              <p:nvPr/>
            </p:nvSpPr>
            <p:spPr bwMode="auto">
              <a:xfrm>
                <a:off x="2838" y="2658"/>
                <a:ext cx="40" cy="32"/>
              </a:xfrm>
              <a:prstGeom prst="ellipse">
                <a:avLst/>
              </a:prstGeom>
              <a:solidFill>
                <a:schemeClr val="tx1"/>
              </a:solidFill>
              <a:ln w="25400">
                <a:solidFill>
                  <a:schemeClr val="tx1"/>
                </a:solidFill>
                <a:round/>
                <a:headEnd/>
                <a:tailEnd/>
              </a:ln>
            </p:spPr>
            <p:txBody>
              <a:bodyPr/>
              <a:lstStyle/>
              <a:p>
                <a:endParaRPr lang="en-US"/>
              </a:p>
            </p:txBody>
          </p:sp>
          <p:sp>
            <p:nvSpPr>
              <p:cNvPr id="56161" name="Oval 1727"/>
              <p:cNvSpPr>
                <a:spLocks noChangeArrowheads="1"/>
              </p:cNvSpPr>
              <p:nvPr/>
            </p:nvSpPr>
            <p:spPr bwMode="auto">
              <a:xfrm>
                <a:off x="2838" y="2969"/>
                <a:ext cx="32" cy="32"/>
              </a:xfrm>
              <a:prstGeom prst="ellipse">
                <a:avLst/>
              </a:prstGeom>
              <a:solidFill>
                <a:schemeClr val="tx1"/>
              </a:solidFill>
              <a:ln w="9525">
                <a:solidFill>
                  <a:schemeClr val="tx1"/>
                </a:solidFill>
                <a:round/>
                <a:headEnd/>
                <a:tailEnd/>
              </a:ln>
            </p:spPr>
            <p:txBody>
              <a:bodyPr/>
              <a:lstStyle/>
              <a:p>
                <a:endParaRPr lang="en-US"/>
              </a:p>
            </p:txBody>
          </p:sp>
          <p:sp>
            <p:nvSpPr>
              <p:cNvPr id="56162" name="Oval 1728"/>
              <p:cNvSpPr>
                <a:spLocks noChangeArrowheads="1"/>
              </p:cNvSpPr>
              <p:nvPr/>
            </p:nvSpPr>
            <p:spPr bwMode="auto">
              <a:xfrm>
                <a:off x="2838" y="2969"/>
                <a:ext cx="32" cy="32"/>
              </a:xfrm>
              <a:prstGeom prst="ellipse">
                <a:avLst/>
              </a:prstGeom>
              <a:solidFill>
                <a:schemeClr val="tx1"/>
              </a:solidFill>
              <a:ln w="25400">
                <a:solidFill>
                  <a:schemeClr val="tx1"/>
                </a:solidFill>
                <a:round/>
                <a:headEnd/>
                <a:tailEnd/>
              </a:ln>
            </p:spPr>
            <p:txBody>
              <a:bodyPr/>
              <a:lstStyle/>
              <a:p>
                <a:endParaRPr lang="en-US"/>
              </a:p>
            </p:txBody>
          </p:sp>
        </p:grpSp>
        <p:grpSp>
          <p:nvGrpSpPr>
            <p:cNvPr id="55394" name="Group 1729"/>
            <p:cNvGrpSpPr>
              <a:grpSpLocks/>
            </p:cNvGrpSpPr>
            <p:nvPr/>
          </p:nvGrpSpPr>
          <p:grpSpPr bwMode="auto">
            <a:xfrm>
              <a:off x="1912" y="3272"/>
              <a:ext cx="32" cy="335"/>
              <a:chOff x="1912" y="3272"/>
              <a:chExt cx="32" cy="335"/>
            </a:xfrm>
          </p:grpSpPr>
          <p:sp>
            <p:nvSpPr>
              <p:cNvPr id="56149" name="Oval 1730"/>
              <p:cNvSpPr>
                <a:spLocks noChangeArrowheads="1"/>
              </p:cNvSpPr>
              <p:nvPr/>
            </p:nvSpPr>
            <p:spPr bwMode="auto">
              <a:xfrm>
                <a:off x="1912" y="3272"/>
                <a:ext cx="32" cy="32"/>
              </a:xfrm>
              <a:prstGeom prst="ellipse">
                <a:avLst/>
              </a:prstGeom>
              <a:solidFill>
                <a:schemeClr val="tx1"/>
              </a:solidFill>
              <a:ln w="9525">
                <a:solidFill>
                  <a:schemeClr val="tx1"/>
                </a:solidFill>
                <a:round/>
                <a:headEnd/>
                <a:tailEnd/>
              </a:ln>
            </p:spPr>
            <p:txBody>
              <a:bodyPr/>
              <a:lstStyle/>
              <a:p>
                <a:endParaRPr lang="en-US"/>
              </a:p>
            </p:txBody>
          </p:sp>
          <p:sp>
            <p:nvSpPr>
              <p:cNvPr id="56150" name="Oval 1731"/>
              <p:cNvSpPr>
                <a:spLocks noChangeArrowheads="1"/>
              </p:cNvSpPr>
              <p:nvPr/>
            </p:nvSpPr>
            <p:spPr bwMode="auto">
              <a:xfrm>
                <a:off x="1912" y="3272"/>
                <a:ext cx="32" cy="32"/>
              </a:xfrm>
              <a:prstGeom prst="ellipse">
                <a:avLst/>
              </a:prstGeom>
              <a:solidFill>
                <a:schemeClr val="tx1"/>
              </a:solidFill>
              <a:ln w="25400">
                <a:solidFill>
                  <a:schemeClr val="tx1"/>
                </a:solidFill>
                <a:round/>
                <a:headEnd/>
                <a:tailEnd/>
              </a:ln>
            </p:spPr>
            <p:txBody>
              <a:bodyPr/>
              <a:lstStyle/>
              <a:p>
                <a:endParaRPr lang="en-US"/>
              </a:p>
            </p:txBody>
          </p:sp>
          <p:sp>
            <p:nvSpPr>
              <p:cNvPr id="56151" name="Oval 1732"/>
              <p:cNvSpPr>
                <a:spLocks noChangeArrowheads="1"/>
              </p:cNvSpPr>
              <p:nvPr/>
            </p:nvSpPr>
            <p:spPr bwMode="auto">
              <a:xfrm>
                <a:off x="1912" y="3575"/>
                <a:ext cx="32" cy="32"/>
              </a:xfrm>
              <a:prstGeom prst="ellipse">
                <a:avLst/>
              </a:prstGeom>
              <a:solidFill>
                <a:schemeClr val="tx1"/>
              </a:solidFill>
              <a:ln w="9525">
                <a:solidFill>
                  <a:schemeClr val="tx1"/>
                </a:solidFill>
                <a:round/>
                <a:headEnd/>
                <a:tailEnd/>
              </a:ln>
            </p:spPr>
            <p:txBody>
              <a:bodyPr/>
              <a:lstStyle/>
              <a:p>
                <a:endParaRPr lang="en-US"/>
              </a:p>
            </p:txBody>
          </p:sp>
          <p:sp>
            <p:nvSpPr>
              <p:cNvPr id="56152" name="Oval 1733"/>
              <p:cNvSpPr>
                <a:spLocks noChangeArrowheads="1"/>
              </p:cNvSpPr>
              <p:nvPr/>
            </p:nvSpPr>
            <p:spPr bwMode="auto">
              <a:xfrm>
                <a:off x="1912" y="3575"/>
                <a:ext cx="32" cy="32"/>
              </a:xfrm>
              <a:prstGeom prst="ellipse">
                <a:avLst/>
              </a:prstGeom>
              <a:solidFill>
                <a:schemeClr val="tx1"/>
              </a:solidFill>
              <a:ln w="25400">
                <a:solidFill>
                  <a:schemeClr val="tx1"/>
                </a:solidFill>
                <a:round/>
                <a:headEnd/>
                <a:tailEnd/>
              </a:ln>
            </p:spPr>
            <p:txBody>
              <a:bodyPr/>
              <a:lstStyle/>
              <a:p>
                <a:endParaRPr lang="en-US"/>
              </a:p>
            </p:txBody>
          </p:sp>
        </p:grpSp>
        <p:grpSp>
          <p:nvGrpSpPr>
            <p:cNvPr id="55395" name="Group 1734"/>
            <p:cNvGrpSpPr>
              <a:grpSpLocks/>
            </p:cNvGrpSpPr>
            <p:nvPr/>
          </p:nvGrpSpPr>
          <p:grpSpPr bwMode="auto">
            <a:xfrm>
              <a:off x="1449" y="3272"/>
              <a:ext cx="40" cy="335"/>
              <a:chOff x="1449" y="3272"/>
              <a:chExt cx="40" cy="335"/>
            </a:xfrm>
          </p:grpSpPr>
          <p:sp>
            <p:nvSpPr>
              <p:cNvPr id="56145" name="Oval 1735"/>
              <p:cNvSpPr>
                <a:spLocks noChangeArrowheads="1"/>
              </p:cNvSpPr>
              <p:nvPr/>
            </p:nvSpPr>
            <p:spPr bwMode="auto">
              <a:xfrm>
                <a:off x="1449" y="3272"/>
                <a:ext cx="40" cy="32"/>
              </a:xfrm>
              <a:prstGeom prst="ellipse">
                <a:avLst/>
              </a:prstGeom>
              <a:solidFill>
                <a:schemeClr val="tx1"/>
              </a:solidFill>
              <a:ln w="9525">
                <a:solidFill>
                  <a:schemeClr val="tx1"/>
                </a:solidFill>
                <a:round/>
                <a:headEnd/>
                <a:tailEnd/>
              </a:ln>
            </p:spPr>
            <p:txBody>
              <a:bodyPr/>
              <a:lstStyle/>
              <a:p>
                <a:endParaRPr lang="en-US"/>
              </a:p>
            </p:txBody>
          </p:sp>
          <p:sp>
            <p:nvSpPr>
              <p:cNvPr id="56146" name="Oval 1736"/>
              <p:cNvSpPr>
                <a:spLocks noChangeArrowheads="1"/>
              </p:cNvSpPr>
              <p:nvPr/>
            </p:nvSpPr>
            <p:spPr bwMode="auto">
              <a:xfrm>
                <a:off x="1449" y="3272"/>
                <a:ext cx="40" cy="32"/>
              </a:xfrm>
              <a:prstGeom prst="ellipse">
                <a:avLst/>
              </a:prstGeom>
              <a:solidFill>
                <a:schemeClr val="tx1"/>
              </a:solidFill>
              <a:ln w="25400">
                <a:solidFill>
                  <a:schemeClr val="tx1"/>
                </a:solidFill>
                <a:round/>
                <a:headEnd/>
                <a:tailEnd/>
              </a:ln>
            </p:spPr>
            <p:txBody>
              <a:bodyPr/>
              <a:lstStyle/>
              <a:p>
                <a:endParaRPr lang="en-US"/>
              </a:p>
            </p:txBody>
          </p:sp>
          <p:sp>
            <p:nvSpPr>
              <p:cNvPr id="56147" name="Oval 1737"/>
              <p:cNvSpPr>
                <a:spLocks noChangeArrowheads="1"/>
              </p:cNvSpPr>
              <p:nvPr/>
            </p:nvSpPr>
            <p:spPr bwMode="auto">
              <a:xfrm>
                <a:off x="1449" y="3575"/>
                <a:ext cx="40" cy="32"/>
              </a:xfrm>
              <a:prstGeom prst="ellipse">
                <a:avLst/>
              </a:prstGeom>
              <a:solidFill>
                <a:schemeClr val="tx1"/>
              </a:solidFill>
              <a:ln w="9525">
                <a:solidFill>
                  <a:schemeClr val="tx1"/>
                </a:solidFill>
                <a:round/>
                <a:headEnd/>
                <a:tailEnd/>
              </a:ln>
            </p:spPr>
            <p:txBody>
              <a:bodyPr/>
              <a:lstStyle/>
              <a:p>
                <a:endParaRPr lang="en-US"/>
              </a:p>
            </p:txBody>
          </p:sp>
          <p:sp>
            <p:nvSpPr>
              <p:cNvPr id="56148" name="Oval 1738"/>
              <p:cNvSpPr>
                <a:spLocks noChangeArrowheads="1"/>
              </p:cNvSpPr>
              <p:nvPr/>
            </p:nvSpPr>
            <p:spPr bwMode="auto">
              <a:xfrm>
                <a:off x="1449" y="3575"/>
                <a:ext cx="40" cy="32"/>
              </a:xfrm>
              <a:prstGeom prst="ellipse">
                <a:avLst/>
              </a:prstGeom>
              <a:solidFill>
                <a:schemeClr val="tx1"/>
              </a:solidFill>
              <a:ln w="25400">
                <a:solidFill>
                  <a:schemeClr val="tx1"/>
                </a:solidFill>
                <a:round/>
                <a:headEnd/>
                <a:tailEnd/>
              </a:ln>
            </p:spPr>
            <p:txBody>
              <a:bodyPr/>
              <a:lstStyle/>
              <a:p>
                <a:endParaRPr lang="en-US"/>
              </a:p>
            </p:txBody>
          </p:sp>
        </p:grpSp>
        <p:grpSp>
          <p:nvGrpSpPr>
            <p:cNvPr id="55396" name="Group 1739"/>
            <p:cNvGrpSpPr>
              <a:grpSpLocks/>
            </p:cNvGrpSpPr>
            <p:nvPr/>
          </p:nvGrpSpPr>
          <p:grpSpPr bwMode="auto">
            <a:xfrm>
              <a:off x="2367" y="3272"/>
              <a:ext cx="32" cy="335"/>
              <a:chOff x="2367" y="3272"/>
              <a:chExt cx="32" cy="335"/>
            </a:xfrm>
          </p:grpSpPr>
          <p:sp>
            <p:nvSpPr>
              <p:cNvPr id="56141" name="Oval 1740"/>
              <p:cNvSpPr>
                <a:spLocks noChangeArrowheads="1"/>
              </p:cNvSpPr>
              <p:nvPr/>
            </p:nvSpPr>
            <p:spPr bwMode="auto">
              <a:xfrm>
                <a:off x="2367" y="3272"/>
                <a:ext cx="32" cy="32"/>
              </a:xfrm>
              <a:prstGeom prst="ellipse">
                <a:avLst/>
              </a:prstGeom>
              <a:solidFill>
                <a:schemeClr val="tx1"/>
              </a:solidFill>
              <a:ln w="9525">
                <a:solidFill>
                  <a:schemeClr val="tx1"/>
                </a:solidFill>
                <a:round/>
                <a:headEnd/>
                <a:tailEnd/>
              </a:ln>
            </p:spPr>
            <p:txBody>
              <a:bodyPr/>
              <a:lstStyle/>
              <a:p>
                <a:endParaRPr lang="en-US"/>
              </a:p>
            </p:txBody>
          </p:sp>
          <p:sp>
            <p:nvSpPr>
              <p:cNvPr id="56142" name="Oval 1741"/>
              <p:cNvSpPr>
                <a:spLocks noChangeArrowheads="1"/>
              </p:cNvSpPr>
              <p:nvPr/>
            </p:nvSpPr>
            <p:spPr bwMode="auto">
              <a:xfrm>
                <a:off x="2367" y="3272"/>
                <a:ext cx="32" cy="32"/>
              </a:xfrm>
              <a:prstGeom prst="ellipse">
                <a:avLst/>
              </a:prstGeom>
              <a:solidFill>
                <a:schemeClr val="tx1"/>
              </a:solidFill>
              <a:ln w="25400">
                <a:solidFill>
                  <a:schemeClr val="tx1"/>
                </a:solidFill>
                <a:round/>
                <a:headEnd/>
                <a:tailEnd/>
              </a:ln>
            </p:spPr>
            <p:txBody>
              <a:bodyPr/>
              <a:lstStyle/>
              <a:p>
                <a:endParaRPr lang="en-US"/>
              </a:p>
            </p:txBody>
          </p:sp>
          <p:sp>
            <p:nvSpPr>
              <p:cNvPr id="56143" name="Oval 1742"/>
              <p:cNvSpPr>
                <a:spLocks noChangeArrowheads="1"/>
              </p:cNvSpPr>
              <p:nvPr/>
            </p:nvSpPr>
            <p:spPr bwMode="auto">
              <a:xfrm>
                <a:off x="2367" y="3575"/>
                <a:ext cx="32" cy="32"/>
              </a:xfrm>
              <a:prstGeom prst="ellipse">
                <a:avLst/>
              </a:prstGeom>
              <a:solidFill>
                <a:schemeClr val="tx1"/>
              </a:solidFill>
              <a:ln w="9525">
                <a:solidFill>
                  <a:schemeClr val="tx1"/>
                </a:solidFill>
                <a:round/>
                <a:headEnd/>
                <a:tailEnd/>
              </a:ln>
            </p:spPr>
            <p:txBody>
              <a:bodyPr/>
              <a:lstStyle/>
              <a:p>
                <a:endParaRPr lang="en-US"/>
              </a:p>
            </p:txBody>
          </p:sp>
          <p:sp>
            <p:nvSpPr>
              <p:cNvPr id="56144" name="Oval 1743"/>
              <p:cNvSpPr>
                <a:spLocks noChangeArrowheads="1"/>
              </p:cNvSpPr>
              <p:nvPr/>
            </p:nvSpPr>
            <p:spPr bwMode="auto">
              <a:xfrm>
                <a:off x="2367" y="3575"/>
                <a:ext cx="32" cy="32"/>
              </a:xfrm>
              <a:prstGeom prst="ellipse">
                <a:avLst/>
              </a:prstGeom>
              <a:solidFill>
                <a:schemeClr val="tx1"/>
              </a:solidFill>
              <a:ln w="25400">
                <a:solidFill>
                  <a:schemeClr val="tx1"/>
                </a:solidFill>
                <a:round/>
                <a:headEnd/>
                <a:tailEnd/>
              </a:ln>
            </p:spPr>
            <p:txBody>
              <a:bodyPr/>
              <a:lstStyle/>
              <a:p>
                <a:endParaRPr lang="en-US"/>
              </a:p>
            </p:txBody>
          </p:sp>
        </p:grpSp>
        <p:grpSp>
          <p:nvGrpSpPr>
            <p:cNvPr id="55397" name="Group 1744"/>
            <p:cNvGrpSpPr>
              <a:grpSpLocks/>
            </p:cNvGrpSpPr>
            <p:nvPr/>
          </p:nvGrpSpPr>
          <p:grpSpPr bwMode="auto">
            <a:xfrm>
              <a:off x="2822" y="3272"/>
              <a:ext cx="40" cy="335"/>
              <a:chOff x="2822" y="3272"/>
              <a:chExt cx="40" cy="335"/>
            </a:xfrm>
          </p:grpSpPr>
          <p:sp>
            <p:nvSpPr>
              <p:cNvPr id="56137" name="Oval 1745"/>
              <p:cNvSpPr>
                <a:spLocks noChangeArrowheads="1"/>
              </p:cNvSpPr>
              <p:nvPr/>
            </p:nvSpPr>
            <p:spPr bwMode="auto">
              <a:xfrm>
                <a:off x="2822" y="3272"/>
                <a:ext cx="40" cy="32"/>
              </a:xfrm>
              <a:prstGeom prst="ellipse">
                <a:avLst/>
              </a:prstGeom>
              <a:solidFill>
                <a:schemeClr val="tx1"/>
              </a:solidFill>
              <a:ln w="9525">
                <a:solidFill>
                  <a:schemeClr val="tx1"/>
                </a:solidFill>
                <a:round/>
                <a:headEnd/>
                <a:tailEnd/>
              </a:ln>
            </p:spPr>
            <p:txBody>
              <a:bodyPr/>
              <a:lstStyle/>
              <a:p>
                <a:endParaRPr lang="en-US"/>
              </a:p>
            </p:txBody>
          </p:sp>
          <p:sp>
            <p:nvSpPr>
              <p:cNvPr id="56138" name="Oval 1746"/>
              <p:cNvSpPr>
                <a:spLocks noChangeArrowheads="1"/>
              </p:cNvSpPr>
              <p:nvPr/>
            </p:nvSpPr>
            <p:spPr bwMode="auto">
              <a:xfrm>
                <a:off x="2822" y="3272"/>
                <a:ext cx="40" cy="32"/>
              </a:xfrm>
              <a:prstGeom prst="ellipse">
                <a:avLst/>
              </a:prstGeom>
              <a:solidFill>
                <a:schemeClr val="tx1"/>
              </a:solidFill>
              <a:ln w="25400">
                <a:solidFill>
                  <a:schemeClr val="tx1"/>
                </a:solidFill>
                <a:round/>
                <a:headEnd/>
                <a:tailEnd/>
              </a:ln>
            </p:spPr>
            <p:txBody>
              <a:bodyPr/>
              <a:lstStyle/>
              <a:p>
                <a:endParaRPr lang="en-US"/>
              </a:p>
            </p:txBody>
          </p:sp>
          <p:sp>
            <p:nvSpPr>
              <p:cNvPr id="56139" name="Oval 1747"/>
              <p:cNvSpPr>
                <a:spLocks noChangeArrowheads="1"/>
              </p:cNvSpPr>
              <p:nvPr/>
            </p:nvSpPr>
            <p:spPr bwMode="auto">
              <a:xfrm>
                <a:off x="2822" y="3575"/>
                <a:ext cx="40" cy="32"/>
              </a:xfrm>
              <a:prstGeom prst="ellipse">
                <a:avLst/>
              </a:prstGeom>
              <a:solidFill>
                <a:schemeClr val="tx1"/>
              </a:solidFill>
              <a:ln w="9525">
                <a:solidFill>
                  <a:schemeClr val="tx1"/>
                </a:solidFill>
                <a:round/>
                <a:headEnd/>
                <a:tailEnd/>
              </a:ln>
            </p:spPr>
            <p:txBody>
              <a:bodyPr/>
              <a:lstStyle/>
              <a:p>
                <a:endParaRPr lang="en-US"/>
              </a:p>
            </p:txBody>
          </p:sp>
          <p:sp>
            <p:nvSpPr>
              <p:cNvPr id="56140" name="Oval 1748"/>
              <p:cNvSpPr>
                <a:spLocks noChangeArrowheads="1"/>
              </p:cNvSpPr>
              <p:nvPr/>
            </p:nvSpPr>
            <p:spPr bwMode="auto">
              <a:xfrm>
                <a:off x="2822" y="3575"/>
                <a:ext cx="40" cy="32"/>
              </a:xfrm>
              <a:prstGeom prst="ellipse">
                <a:avLst/>
              </a:prstGeom>
              <a:solidFill>
                <a:schemeClr val="tx1"/>
              </a:solidFill>
              <a:ln w="25400">
                <a:solidFill>
                  <a:schemeClr val="tx1"/>
                </a:solidFill>
                <a:round/>
                <a:headEnd/>
                <a:tailEnd/>
              </a:ln>
            </p:spPr>
            <p:txBody>
              <a:bodyPr/>
              <a:lstStyle/>
              <a:p>
                <a:endParaRPr lang="en-US"/>
              </a:p>
            </p:txBody>
          </p:sp>
        </p:grpSp>
        <p:grpSp>
          <p:nvGrpSpPr>
            <p:cNvPr id="55398" name="Group 1749"/>
            <p:cNvGrpSpPr>
              <a:grpSpLocks/>
            </p:cNvGrpSpPr>
            <p:nvPr/>
          </p:nvGrpSpPr>
          <p:grpSpPr bwMode="auto">
            <a:xfrm>
              <a:off x="2415" y="2650"/>
              <a:ext cx="415" cy="56"/>
              <a:chOff x="2415" y="2650"/>
              <a:chExt cx="415" cy="56"/>
            </a:xfrm>
          </p:grpSpPr>
          <p:sp>
            <p:nvSpPr>
              <p:cNvPr id="56129" name="Freeform 1750"/>
              <p:cNvSpPr>
                <a:spLocks/>
              </p:cNvSpPr>
              <p:nvPr/>
            </p:nvSpPr>
            <p:spPr bwMode="auto">
              <a:xfrm>
                <a:off x="2718" y="2650"/>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chemeClr val="tx1"/>
              </a:solidFill>
              <a:ln w="9525">
                <a:solidFill>
                  <a:schemeClr val="tx1"/>
                </a:solidFill>
                <a:round/>
                <a:headEnd/>
                <a:tailEnd/>
              </a:ln>
            </p:spPr>
            <p:txBody>
              <a:bodyPr/>
              <a:lstStyle/>
              <a:p>
                <a:endParaRPr lang="en-US"/>
              </a:p>
            </p:txBody>
          </p:sp>
          <p:grpSp>
            <p:nvGrpSpPr>
              <p:cNvPr id="56130" name="Group 1751"/>
              <p:cNvGrpSpPr>
                <a:grpSpLocks/>
              </p:cNvGrpSpPr>
              <p:nvPr/>
            </p:nvGrpSpPr>
            <p:grpSpPr bwMode="auto">
              <a:xfrm>
                <a:off x="2415" y="2674"/>
                <a:ext cx="295" cy="1"/>
                <a:chOff x="2415" y="2674"/>
                <a:chExt cx="295" cy="1"/>
              </a:xfrm>
            </p:grpSpPr>
            <p:sp>
              <p:nvSpPr>
                <p:cNvPr id="56131" name="Line 1752"/>
                <p:cNvSpPr>
                  <a:spLocks noChangeShapeType="1"/>
                </p:cNvSpPr>
                <p:nvPr/>
              </p:nvSpPr>
              <p:spPr bwMode="auto">
                <a:xfrm>
                  <a:off x="2415"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132" name="Line 1753"/>
                <p:cNvSpPr>
                  <a:spLocks noChangeShapeType="1"/>
                </p:cNvSpPr>
                <p:nvPr/>
              </p:nvSpPr>
              <p:spPr bwMode="auto">
                <a:xfrm>
                  <a:off x="2471"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133" name="Line 1754"/>
                <p:cNvSpPr>
                  <a:spLocks noChangeShapeType="1"/>
                </p:cNvSpPr>
                <p:nvPr/>
              </p:nvSpPr>
              <p:spPr bwMode="auto">
                <a:xfrm>
                  <a:off x="2526"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134" name="Line 1755"/>
                <p:cNvSpPr>
                  <a:spLocks noChangeShapeType="1"/>
                </p:cNvSpPr>
                <p:nvPr/>
              </p:nvSpPr>
              <p:spPr bwMode="auto">
                <a:xfrm>
                  <a:off x="2582"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135" name="Line 1756"/>
                <p:cNvSpPr>
                  <a:spLocks noChangeShapeType="1"/>
                </p:cNvSpPr>
                <p:nvPr/>
              </p:nvSpPr>
              <p:spPr bwMode="auto">
                <a:xfrm>
                  <a:off x="2638"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136" name="Line 1757"/>
                <p:cNvSpPr>
                  <a:spLocks noChangeShapeType="1"/>
                </p:cNvSpPr>
                <p:nvPr/>
              </p:nvSpPr>
              <p:spPr bwMode="auto">
                <a:xfrm>
                  <a:off x="2694" y="2674"/>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399" name="Group 1758"/>
            <p:cNvGrpSpPr>
              <a:grpSpLocks/>
            </p:cNvGrpSpPr>
            <p:nvPr/>
          </p:nvGrpSpPr>
          <p:grpSpPr bwMode="auto">
            <a:xfrm>
              <a:off x="2415" y="1733"/>
              <a:ext cx="415" cy="56"/>
              <a:chOff x="2415" y="1733"/>
              <a:chExt cx="415" cy="56"/>
            </a:xfrm>
          </p:grpSpPr>
          <p:sp>
            <p:nvSpPr>
              <p:cNvPr id="56121" name="Freeform 1759"/>
              <p:cNvSpPr>
                <a:spLocks/>
              </p:cNvSpPr>
              <p:nvPr/>
            </p:nvSpPr>
            <p:spPr bwMode="auto">
              <a:xfrm>
                <a:off x="2718" y="1733"/>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chemeClr val="tx1"/>
              </a:solidFill>
              <a:ln w="9525">
                <a:solidFill>
                  <a:schemeClr val="tx1"/>
                </a:solidFill>
                <a:round/>
                <a:headEnd/>
                <a:tailEnd/>
              </a:ln>
            </p:spPr>
            <p:txBody>
              <a:bodyPr/>
              <a:lstStyle/>
              <a:p>
                <a:endParaRPr lang="en-US"/>
              </a:p>
            </p:txBody>
          </p:sp>
          <p:grpSp>
            <p:nvGrpSpPr>
              <p:cNvPr id="56122" name="Group 1760"/>
              <p:cNvGrpSpPr>
                <a:grpSpLocks/>
              </p:cNvGrpSpPr>
              <p:nvPr/>
            </p:nvGrpSpPr>
            <p:grpSpPr bwMode="auto">
              <a:xfrm>
                <a:off x="2415" y="1757"/>
                <a:ext cx="295" cy="1"/>
                <a:chOff x="2415" y="1757"/>
                <a:chExt cx="295" cy="1"/>
              </a:xfrm>
            </p:grpSpPr>
            <p:sp>
              <p:nvSpPr>
                <p:cNvPr id="56123" name="Line 1761"/>
                <p:cNvSpPr>
                  <a:spLocks noChangeShapeType="1"/>
                </p:cNvSpPr>
                <p:nvPr/>
              </p:nvSpPr>
              <p:spPr bwMode="auto">
                <a:xfrm>
                  <a:off x="2415"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124" name="Line 1762"/>
                <p:cNvSpPr>
                  <a:spLocks noChangeShapeType="1"/>
                </p:cNvSpPr>
                <p:nvPr/>
              </p:nvSpPr>
              <p:spPr bwMode="auto">
                <a:xfrm>
                  <a:off x="2471"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125" name="Line 1763"/>
                <p:cNvSpPr>
                  <a:spLocks noChangeShapeType="1"/>
                </p:cNvSpPr>
                <p:nvPr/>
              </p:nvSpPr>
              <p:spPr bwMode="auto">
                <a:xfrm>
                  <a:off x="2526"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126" name="Line 1764"/>
                <p:cNvSpPr>
                  <a:spLocks noChangeShapeType="1"/>
                </p:cNvSpPr>
                <p:nvPr/>
              </p:nvSpPr>
              <p:spPr bwMode="auto">
                <a:xfrm>
                  <a:off x="2582"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127" name="Line 1765"/>
                <p:cNvSpPr>
                  <a:spLocks noChangeShapeType="1"/>
                </p:cNvSpPr>
                <p:nvPr/>
              </p:nvSpPr>
              <p:spPr bwMode="auto">
                <a:xfrm>
                  <a:off x="2638"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128" name="Line 1766"/>
                <p:cNvSpPr>
                  <a:spLocks noChangeShapeType="1"/>
                </p:cNvSpPr>
                <p:nvPr/>
              </p:nvSpPr>
              <p:spPr bwMode="auto">
                <a:xfrm>
                  <a:off x="2694" y="1757"/>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400" name="Group 1767"/>
            <p:cNvGrpSpPr>
              <a:grpSpLocks/>
            </p:cNvGrpSpPr>
            <p:nvPr/>
          </p:nvGrpSpPr>
          <p:grpSpPr bwMode="auto">
            <a:xfrm>
              <a:off x="1489" y="3264"/>
              <a:ext cx="423" cy="56"/>
              <a:chOff x="1489" y="3264"/>
              <a:chExt cx="423" cy="56"/>
            </a:xfrm>
          </p:grpSpPr>
          <p:sp>
            <p:nvSpPr>
              <p:cNvPr id="56113" name="Freeform 1768"/>
              <p:cNvSpPr>
                <a:spLocks/>
              </p:cNvSpPr>
              <p:nvPr/>
            </p:nvSpPr>
            <p:spPr bwMode="auto">
              <a:xfrm>
                <a:off x="1792" y="3264"/>
                <a:ext cx="120" cy="56"/>
              </a:xfrm>
              <a:custGeom>
                <a:avLst/>
                <a:gdLst>
                  <a:gd name="T0" fmla="*/ 120 w 120"/>
                  <a:gd name="T1" fmla="*/ 24 h 56"/>
                  <a:gd name="T2" fmla="*/ 0 w 120"/>
                  <a:gd name="T3" fmla="*/ 56 h 56"/>
                  <a:gd name="T4" fmla="*/ 0 w 120"/>
                  <a:gd name="T5" fmla="*/ 24 h 56"/>
                  <a:gd name="T6" fmla="*/ 0 w 120"/>
                  <a:gd name="T7" fmla="*/ 0 h 56"/>
                  <a:gd name="T8" fmla="*/ 120 w 120"/>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 h="56">
                    <a:moveTo>
                      <a:pt x="120" y="24"/>
                    </a:moveTo>
                    <a:lnTo>
                      <a:pt x="0" y="56"/>
                    </a:lnTo>
                    <a:lnTo>
                      <a:pt x="0" y="24"/>
                    </a:lnTo>
                    <a:lnTo>
                      <a:pt x="0" y="0"/>
                    </a:lnTo>
                    <a:lnTo>
                      <a:pt x="120" y="24"/>
                    </a:lnTo>
                    <a:close/>
                  </a:path>
                </a:pathLst>
              </a:custGeom>
              <a:solidFill>
                <a:schemeClr val="tx1"/>
              </a:solidFill>
              <a:ln w="9525">
                <a:solidFill>
                  <a:schemeClr val="tx1"/>
                </a:solidFill>
                <a:round/>
                <a:headEnd/>
                <a:tailEnd/>
              </a:ln>
            </p:spPr>
            <p:txBody>
              <a:bodyPr/>
              <a:lstStyle/>
              <a:p>
                <a:endParaRPr lang="en-US"/>
              </a:p>
            </p:txBody>
          </p:sp>
          <p:grpSp>
            <p:nvGrpSpPr>
              <p:cNvPr id="56114" name="Group 1769"/>
              <p:cNvGrpSpPr>
                <a:grpSpLocks/>
              </p:cNvGrpSpPr>
              <p:nvPr/>
            </p:nvGrpSpPr>
            <p:grpSpPr bwMode="auto">
              <a:xfrm>
                <a:off x="1489" y="3288"/>
                <a:ext cx="295" cy="1"/>
                <a:chOff x="1489" y="3288"/>
                <a:chExt cx="295" cy="1"/>
              </a:xfrm>
            </p:grpSpPr>
            <p:sp>
              <p:nvSpPr>
                <p:cNvPr id="56115" name="Line 1770"/>
                <p:cNvSpPr>
                  <a:spLocks noChangeShapeType="1"/>
                </p:cNvSpPr>
                <p:nvPr/>
              </p:nvSpPr>
              <p:spPr bwMode="auto">
                <a:xfrm>
                  <a:off x="1489"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116" name="Line 1771"/>
                <p:cNvSpPr>
                  <a:spLocks noChangeShapeType="1"/>
                </p:cNvSpPr>
                <p:nvPr/>
              </p:nvSpPr>
              <p:spPr bwMode="auto">
                <a:xfrm>
                  <a:off x="1544"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117" name="Line 1772"/>
                <p:cNvSpPr>
                  <a:spLocks noChangeShapeType="1"/>
                </p:cNvSpPr>
                <p:nvPr/>
              </p:nvSpPr>
              <p:spPr bwMode="auto">
                <a:xfrm>
                  <a:off x="1600"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118" name="Line 1773"/>
                <p:cNvSpPr>
                  <a:spLocks noChangeShapeType="1"/>
                </p:cNvSpPr>
                <p:nvPr/>
              </p:nvSpPr>
              <p:spPr bwMode="auto">
                <a:xfrm>
                  <a:off x="1656"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119" name="Line 1774"/>
                <p:cNvSpPr>
                  <a:spLocks noChangeShapeType="1"/>
                </p:cNvSpPr>
                <p:nvPr/>
              </p:nvSpPr>
              <p:spPr bwMode="auto">
                <a:xfrm>
                  <a:off x="1712"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120" name="Line 1775"/>
                <p:cNvSpPr>
                  <a:spLocks noChangeShapeType="1"/>
                </p:cNvSpPr>
                <p:nvPr/>
              </p:nvSpPr>
              <p:spPr bwMode="auto">
                <a:xfrm>
                  <a:off x="1768" y="3288"/>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401" name="Group 1776"/>
            <p:cNvGrpSpPr>
              <a:grpSpLocks/>
            </p:cNvGrpSpPr>
            <p:nvPr/>
          </p:nvGrpSpPr>
          <p:grpSpPr bwMode="auto">
            <a:xfrm>
              <a:off x="1944" y="3256"/>
              <a:ext cx="423" cy="56"/>
              <a:chOff x="1944" y="3256"/>
              <a:chExt cx="423" cy="56"/>
            </a:xfrm>
          </p:grpSpPr>
          <p:sp>
            <p:nvSpPr>
              <p:cNvPr id="56105" name="Freeform 1777"/>
              <p:cNvSpPr>
                <a:spLocks/>
              </p:cNvSpPr>
              <p:nvPr/>
            </p:nvSpPr>
            <p:spPr bwMode="auto">
              <a:xfrm>
                <a:off x="2255" y="325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chemeClr val="tx1"/>
              </a:solidFill>
              <a:ln w="9525">
                <a:solidFill>
                  <a:schemeClr val="tx1"/>
                </a:solidFill>
                <a:round/>
                <a:headEnd/>
                <a:tailEnd/>
              </a:ln>
            </p:spPr>
            <p:txBody>
              <a:bodyPr/>
              <a:lstStyle/>
              <a:p>
                <a:endParaRPr lang="en-US"/>
              </a:p>
            </p:txBody>
          </p:sp>
          <p:grpSp>
            <p:nvGrpSpPr>
              <p:cNvPr id="56106" name="Group 1778"/>
              <p:cNvGrpSpPr>
                <a:grpSpLocks/>
              </p:cNvGrpSpPr>
              <p:nvPr/>
            </p:nvGrpSpPr>
            <p:grpSpPr bwMode="auto">
              <a:xfrm>
                <a:off x="1944" y="3288"/>
                <a:ext cx="303" cy="1"/>
                <a:chOff x="1944" y="3288"/>
                <a:chExt cx="303" cy="1"/>
              </a:xfrm>
            </p:grpSpPr>
            <p:sp>
              <p:nvSpPr>
                <p:cNvPr id="56107" name="Line 1779"/>
                <p:cNvSpPr>
                  <a:spLocks noChangeShapeType="1"/>
                </p:cNvSpPr>
                <p:nvPr/>
              </p:nvSpPr>
              <p:spPr bwMode="auto">
                <a:xfrm>
                  <a:off x="1944"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108" name="Line 1780"/>
                <p:cNvSpPr>
                  <a:spLocks noChangeShapeType="1"/>
                </p:cNvSpPr>
                <p:nvPr/>
              </p:nvSpPr>
              <p:spPr bwMode="auto">
                <a:xfrm>
                  <a:off x="2000" y="3288"/>
                  <a:ext cx="23"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109" name="Line 1781"/>
                <p:cNvSpPr>
                  <a:spLocks noChangeShapeType="1"/>
                </p:cNvSpPr>
                <p:nvPr/>
              </p:nvSpPr>
              <p:spPr bwMode="auto">
                <a:xfrm>
                  <a:off x="2055"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110" name="Line 1782"/>
                <p:cNvSpPr>
                  <a:spLocks noChangeShapeType="1"/>
                </p:cNvSpPr>
                <p:nvPr/>
              </p:nvSpPr>
              <p:spPr bwMode="auto">
                <a:xfrm>
                  <a:off x="2111"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111" name="Line 1783"/>
                <p:cNvSpPr>
                  <a:spLocks noChangeShapeType="1"/>
                </p:cNvSpPr>
                <p:nvPr/>
              </p:nvSpPr>
              <p:spPr bwMode="auto">
                <a:xfrm>
                  <a:off x="2167"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112" name="Line 1784"/>
                <p:cNvSpPr>
                  <a:spLocks noChangeShapeType="1"/>
                </p:cNvSpPr>
                <p:nvPr/>
              </p:nvSpPr>
              <p:spPr bwMode="auto">
                <a:xfrm>
                  <a:off x="2223"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402" name="Group 1785"/>
            <p:cNvGrpSpPr>
              <a:grpSpLocks/>
            </p:cNvGrpSpPr>
            <p:nvPr/>
          </p:nvGrpSpPr>
          <p:grpSpPr bwMode="auto">
            <a:xfrm>
              <a:off x="2415" y="3256"/>
              <a:ext cx="415" cy="56"/>
              <a:chOff x="2415" y="3256"/>
              <a:chExt cx="415" cy="56"/>
            </a:xfrm>
          </p:grpSpPr>
          <p:sp>
            <p:nvSpPr>
              <p:cNvPr id="56097" name="Freeform 1786"/>
              <p:cNvSpPr>
                <a:spLocks/>
              </p:cNvSpPr>
              <p:nvPr/>
            </p:nvSpPr>
            <p:spPr bwMode="auto">
              <a:xfrm>
                <a:off x="2718" y="325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chemeClr val="tx1"/>
              </a:solidFill>
              <a:ln w="9525">
                <a:solidFill>
                  <a:schemeClr val="tx1"/>
                </a:solidFill>
                <a:round/>
                <a:headEnd/>
                <a:tailEnd/>
              </a:ln>
            </p:spPr>
            <p:txBody>
              <a:bodyPr/>
              <a:lstStyle/>
              <a:p>
                <a:endParaRPr lang="en-US"/>
              </a:p>
            </p:txBody>
          </p:sp>
          <p:grpSp>
            <p:nvGrpSpPr>
              <p:cNvPr id="56098" name="Group 1787"/>
              <p:cNvGrpSpPr>
                <a:grpSpLocks/>
              </p:cNvGrpSpPr>
              <p:nvPr/>
            </p:nvGrpSpPr>
            <p:grpSpPr bwMode="auto">
              <a:xfrm>
                <a:off x="2415" y="3288"/>
                <a:ext cx="295" cy="1"/>
                <a:chOff x="2415" y="3288"/>
                <a:chExt cx="295" cy="1"/>
              </a:xfrm>
            </p:grpSpPr>
            <p:sp>
              <p:nvSpPr>
                <p:cNvPr id="56099" name="Line 1788"/>
                <p:cNvSpPr>
                  <a:spLocks noChangeShapeType="1"/>
                </p:cNvSpPr>
                <p:nvPr/>
              </p:nvSpPr>
              <p:spPr bwMode="auto">
                <a:xfrm>
                  <a:off x="2415"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100" name="Line 1789"/>
                <p:cNvSpPr>
                  <a:spLocks noChangeShapeType="1"/>
                </p:cNvSpPr>
                <p:nvPr/>
              </p:nvSpPr>
              <p:spPr bwMode="auto">
                <a:xfrm>
                  <a:off x="2471"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101" name="Line 1790"/>
                <p:cNvSpPr>
                  <a:spLocks noChangeShapeType="1"/>
                </p:cNvSpPr>
                <p:nvPr/>
              </p:nvSpPr>
              <p:spPr bwMode="auto">
                <a:xfrm>
                  <a:off x="2526"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102" name="Line 1791"/>
                <p:cNvSpPr>
                  <a:spLocks noChangeShapeType="1"/>
                </p:cNvSpPr>
                <p:nvPr/>
              </p:nvSpPr>
              <p:spPr bwMode="auto">
                <a:xfrm>
                  <a:off x="2582"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103" name="Line 1792"/>
                <p:cNvSpPr>
                  <a:spLocks noChangeShapeType="1"/>
                </p:cNvSpPr>
                <p:nvPr/>
              </p:nvSpPr>
              <p:spPr bwMode="auto">
                <a:xfrm>
                  <a:off x="2638"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104" name="Line 1793"/>
                <p:cNvSpPr>
                  <a:spLocks noChangeShapeType="1"/>
                </p:cNvSpPr>
                <p:nvPr/>
              </p:nvSpPr>
              <p:spPr bwMode="auto">
                <a:xfrm>
                  <a:off x="2694" y="3288"/>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403" name="Group 1794"/>
            <p:cNvGrpSpPr>
              <a:grpSpLocks/>
            </p:cNvGrpSpPr>
            <p:nvPr/>
          </p:nvGrpSpPr>
          <p:grpSpPr bwMode="auto">
            <a:xfrm>
              <a:off x="1489" y="3567"/>
              <a:ext cx="423" cy="56"/>
              <a:chOff x="1489" y="3567"/>
              <a:chExt cx="423" cy="56"/>
            </a:xfrm>
          </p:grpSpPr>
          <p:sp>
            <p:nvSpPr>
              <p:cNvPr id="56089" name="Freeform 1795"/>
              <p:cNvSpPr>
                <a:spLocks/>
              </p:cNvSpPr>
              <p:nvPr/>
            </p:nvSpPr>
            <p:spPr bwMode="auto">
              <a:xfrm>
                <a:off x="1800"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chemeClr val="tx1"/>
              </a:solidFill>
              <a:ln w="9525">
                <a:solidFill>
                  <a:schemeClr val="tx1"/>
                </a:solidFill>
                <a:round/>
                <a:headEnd/>
                <a:tailEnd/>
              </a:ln>
            </p:spPr>
            <p:txBody>
              <a:bodyPr/>
              <a:lstStyle/>
              <a:p>
                <a:endParaRPr lang="en-US"/>
              </a:p>
            </p:txBody>
          </p:sp>
          <p:grpSp>
            <p:nvGrpSpPr>
              <p:cNvPr id="56090" name="Group 1796"/>
              <p:cNvGrpSpPr>
                <a:grpSpLocks/>
              </p:cNvGrpSpPr>
              <p:nvPr/>
            </p:nvGrpSpPr>
            <p:grpSpPr bwMode="auto">
              <a:xfrm>
                <a:off x="1489" y="3591"/>
                <a:ext cx="303" cy="1"/>
                <a:chOff x="1489" y="3591"/>
                <a:chExt cx="303" cy="1"/>
              </a:xfrm>
            </p:grpSpPr>
            <p:sp>
              <p:nvSpPr>
                <p:cNvPr id="56091" name="Line 1797"/>
                <p:cNvSpPr>
                  <a:spLocks noChangeShapeType="1"/>
                </p:cNvSpPr>
                <p:nvPr/>
              </p:nvSpPr>
              <p:spPr bwMode="auto">
                <a:xfrm>
                  <a:off x="1489"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092" name="Line 1798"/>
                <p:cNvSpPr>
                  <a:spLocks noChangeShapeType="1"/>
                </p:cNvSpPr>
                <p:nvPr/>
              </p:nvSpPr>
              <p:spPr bwMode="auto">
                <a:xfrm>
                  <a:off x="1544"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093" name="Line 1799"/>
                <p:cNvSpPr>
                  <a:spLocks noChangeShapeType="1"/>
                </p:cNvSpPr>
                <p:nvPr/>
              </p:nvSpPr>
              <p:spPr bwMode="auto">
                <a:xfrm>
                  <a:off x="1600"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094" name="Line 1800"/>
                <p:cNvSpPr>
                  <a:spLocks noChangeShapeType="1"/>
                </p:cNvSpPr>
                <p:nvPr/>
              </p:nvSpPr>
              <p:spPr bwMode="auto">
                <a:xfrm>
                  <a:off x="1656"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095" name="Line 1801"/>
                <p:cNvSpPr>
                  <a:spLocks noChangeShapeType="1"/>
                </p:cNvSpPr>
                <p:nvPr/>
              </p:nvSpPr>
              <p:spPr bwMode="auto">
                <a:xfrm>
                  <a:off x="1712"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096" name="Line 1802"/>
                <p:cNvSpPr>
                  <a:spLocks noChangeShapeType="1"/>
                </p:cNvSpPr>
                <p:nvPr/>
              </p:nvSpPr>
              <p:spPr bwMode="auto">
                <a:xfrm>
                  <a:off x="1768"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404" name="Group 1803"/>
            <p:cNvGrpSpPr>
              <a:grpSpLocks/>
            </p:cNvGrpSpPr>
            <p:nvPr/>
          </p:nvGrpSpPr>
          <p:grpSpPr bwMode="auto">
            <a:xfrm>
              <a:off x="1952" y="3567"/>
              <a:ext cx="415" cy="56"/>
              <a:chOff x="1952" y="3567"/>
              <a:chExt cx="415" cy="56"/>
            </a:xfrm>
          </p:grpSpPr>
          <p:sp>
            <p:nvSpPr>
              <p:cNvPr id="56081" name="Freeform 1804"/>
              <p:cNvSpPr>
                <a:spLocks/>
              </p:cNvSpPr>
              <p:nvPr/>
            </p:nvSpPr>
            <p:spPr bwMode="auto">
              <a:xfrm>
                <a:off x="2255"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chemeClr val="tx1"/>
              </a:solidFill>
              <a:ln w="9525">
                <a:solidFill>
                  <a:schemeClr val="tx1"/>
                </a:solidFill>
                <a:round/>
                <a:headEnd/>
                <a:tailEnd/>
              </a:ln>
            </p:spPr>
            <p:txBody>
              <a:bodyPr/>
              <a:lstStyle/>
              <a:p>
                <a:endParaRPr lang="en-US"/>
              </a:p>
            </p:txBody>
          </p:sp>
          <p:grpSp>
            <p:nvGrpSpPr>
              <p:cNvPr id="56082" name="Group 1805"/>
              <p:cNvGrpSpPr>
                <a:grpSpLocks/>
              </p:cNvGrpSpPr>
              <p:nvPr/>
            </p:nvGrpSpPr>
            <p:grpSpPr bwMode="auto">
              <a:xfrm>
                <a:off x="1952" y="3591"/>
                <a:ext cx="295" cy="1"/>
                <a:chOff x="1952" y="3591"/>
                <a:chExt cx="295" cy="1"/>
              </a:xfrm>
            </p:grpSpPr>
            <p:sp>
              <p:nvSpPr>
                <p:cNvPr id="56083" name="Line 1806"/>
                <p:cNvSpPr>
                  <a:spLocks noChangeShapeType="1"/>
                </p:cNvSpPr>
                <p:nvPr/>
              </p:nvSpPr>
              <p:spPr bwMode="auto">
                <a:xfrm>
                  <a:off x="1952"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084" name="Line 1807"/>
                <p:cNvSpPr>
                  <a:spLocks noChangeShapeType="1"/>
                </p:cNvSpPr>
                <p:nvPr/>
              </p:nvSpPr>
              <p:spPr bwMode="auto">
                <a:xfrm>
                  <a:off x="2008" y="3591"/>
                  <a:ext cx="23"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085" name="Line 1808"/>
                <p:cNvSpPr>
                  <a:spLocks noChangeShapeType="1"/>
                </p:cNvSpPr>
                <p:nvPr/>
              </p:nvSpPr>
              <p:spPr bwMode="auto">
                <a:xfrm>
                  <a:off x="2063"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086" name="Line 1809"/>
                <p:cNvSpPr>
                  <a:spLocks noChangeShapeType="1"/>
                </p:cNvSpPr>
                <p:nvPr/>
              </p:nvSpPr>
              <p:spPr bwMode="auto">
                <a:xfrm>
                  <a:off x="2119"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087" name="Line 1810"/>
                <p:cNvSpPr>
                  <a:spLocks noChangeShapeType="1"/>
                </p:cNvSpPr>
                <p:nvPr/>
              </p:nvSpPr>
              <p:spPr bwMode="auto">
                <a:xfrm>
                  <a:off x="2175"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088" name="Line 1811"/>
                <p:cNvSpPr>
                  <a:spLocks noChangeShapeType="1"/>
                </p:cNvSpPr>
                <p:nvPr/>
              </p:nvSpPr>
              <p:spPr bwMode="auto">
                <a:xfrm>
                  <a:off x="2231" y="3591"/>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405" name="Group 1812"/>
            <p:cNvGrpSpPr>
              <a:grpSpLocks/>
            </p:cNvGrpSpPr>
            <p:nvPr/>
          </p:nvGrpSpPr>
          <p:grpSpPr bwMode="auto">
            <a:xfrm>
              <a:off x="2407" y="3567"/>
              <a:ext cx="415" cy="56"/>
              <a:chOff x="2407" y="3567"/>
              <a:chExt cx="415" cy="56"/>
            </a:xfrm>
          </p:grpSpPr>
          <p:sp>
            <p:nvSpPr>
              <p:cNvPr id="56073" name="Freeform 1813"/>
              <p:cNvSpPr>
                <a:spLocks/>
              </p:cNvSpPr>
              <p:nvPr/>
            </p:nvSpPr>
            <p:spPr bwMode="auto">
              <a:xfrm>
                <a:off x="2710"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chemeClr val="tx1"/>
              </a:solidFill>
              <a:ln w="9525">
                <a:solidFill>
                  <a:schemeClr val="tx1"/>
                </a:solidFill>
                <a:round/>
                <a:headEnd/>
                <a:tailEnd/>
              </a:ln>
            </p:spPr>
            <p:txBody>
              <a:bodyPr/>
              <a:lstStyle/>
              <a:p>
                <a:endParaRPr lang="en-US"/>
              </a:p>
            </p:txBody>
          </p:sp>
          <p:grpSp>
            <p:nvGrpSpPr>
              <p:cNvPr id="56074" name="Group 1814"/>
              <p:cNvGrpSpPr>
                <a:grpSpLocks/>
              </p:cNvGrpSpPr>
              <p:nvPr/>
            </p:nvGrpSpPr>
            <p:grpSpPr bwMode="auto">
              <a:xfrm>
                <a:off x="2407" y="3591"/>
                <a:ext cx="295" cy="1"/>
                <a:chOff x="2407" y="3591"/>
                <a:chExt cx="295" cy="1"/>
              </a:xfrm>
            </p:grpSpPr>
            <p:sp>
              <p:nvSpPr>
                <p:cNvPr id="56075" name="Line 1815"/>
                <p:cNvSpPr>
                  <a:spLocks noChangeShapeType="1"/>
                </p:cNvSpPr>
                <p:nvPr/>
              </p:nvSpPr>
              <p:spPr bwMode="auto">
                <a:xfrm>
                  <a:off x="2407"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076" name="Line 1816"/>
                <p:cNvSpPr>
                  <a:spLocks noChangeShapeType="1"/>
                </p:cNvSpPr>
                <p:nvPr/>
              </p:nvSpPr>
              <p:spPr bwMode="auto">
                <a:xfrm>
                  <a:off x="2463"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077" name="Line 1817"/>
                <p:cNvSpPr>
                  <a:spLocks noChangeShapeType="1"/>
                </p:cNvSpPr>
                <p:nvPr/>
              </p:nvSpPr>
              <p:spPr bwMode="auto">
                <a:xfrm>
                  <a:off x="2518"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078" name="Line 1818"/>
                <p:cNvSpPr>
                  <a:spLocks noChangeShapeType="1"/>
                </p:cNvSpPr>
                <p:nvPr/>
              </p:nvSpPr>
              <p:spPr bwMode="auto">
                <a:xfrm>
                  <a:off x="2574"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079" name="Line 1819"/>
                <p:cNvSpPr>
                  <a:spLocks noChangeShapeType="1"/>
                </p:cNvSpPr>
                <p:nvPr/>
              </p:nvSpPr>
              <p:spPr bwMode="auto">
                <a:xfrm>
                  <a:off x="2630"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080" name="Line 1820"/>
                <p:cNvSpPr>
                  <a:spLocks noChangeShapeType="1"/>
                </p:cNvSpPr>
                <p:nvPr/>
              </p:nvSpPr>
              <p:spPr bwMode="auto">
                <a:xfrm>
                  <a:off x="2686" y="3591"/>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406" name="Group 1821"/>
            <p:cNvGrpSpPr>
              <a:grpSpLocks/>
            </p:cNvGrpSpPr>
            <p:nvPr/>
          </p:nvGrpSpPr>
          <p:grpSpPr bwMode="auto">
            <a:xfrm>
              <a:off x="1952" y="2376"/>
              <a:ext cx="886" cy="290"/>
              <a:chOff x="1952" y="2376"/>
              <a:chExt cx="886" cy="290"/>
            </a:xfrm>
          </p:grpSpPr>
          <p:sp>
            <p:nvSpPr>
              <p:cNvPr id="56071" name="Freeform 1822"/>
              <p:cNvSpPr>
                <a:spLocks/>
              </p:cNvSpPr>
              <p:nvPr/>
            </p:nvSpPr>
            <p:spPr bwMode="auto">
              <a:xfrm>
                <a:off x="2702" y="2586"/>
                <a:ext cx="136" cy="80"/>
              </a:xfrm>
              <a:custGeom>
                <a:avLst/>
                <a:gdLst>
                  <a:gd name="T0" fmla="*/ 136 w 136"/>
                  <a:gd name="T1" fmla="*/ 80 h 80"/>
                  <a:gd name="T2" fmla="*/ 0 w 136"/>
                  <a:gd name="T3" fmla="*/ 64 h 80"/>
                  <a:gd name="T4" fmla="*/ 8 w 136"/>
                  <a:gd name="T5" fmla="*/ 32 h 80"/>
                  <a:gd name="T6" fmla="*/ 16 w 136"/>
                  <a:gd name="T7" fmla="*/ 0 h 80"/>
                  <a:gd name="T8" fmla="*/ 136 w 136"/>
                  <a:gd name="T9" fmla="*/ 80 h 8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 h="80">
                    <a:moveTo>
                      <a:pt x="136" y="80"/>
                    </a:moveTo>
                    <a:lnTo>
                      <a:pt x="0" y="64"/>
                    </a:lnTo>
                    <a:lnTo>
                      <a:pt x="8" y="32"/>
                    </a:lnTo>
                    <a:lnTo>
                      <a:pt x="16" y="0"/>
                    </a:lnTo>
                    <a:lnTo>
                      <a:pt x="136" y="80"/>
                    </a:lnTo>
                    <a:close/>
                  </a:path>
                </a:pathLst>
              </a:custGeom>
              <a:solidFill>
                <a:schemeClr val="tx1"/>
              </a:solidFill>
              <a:ln w="9525">
                <a:solidFill>
                  <a:schemeClr val="tx1"/>
                </a:solidFill>
                <a:round/>
                <a:headEnd/>
                <a:tailEnd/>
              </a:ln>
            </p:spPr>
            <p:txBody>
              <a:bodyPr/>
              <a:lstStyle/>
              <a:p>
                <a:endParaRPr lang="en-US"/>
              </a:p>
            </p:txBody>
          </p:sp>
          <p:sp>
            <p:nvSpPr>
              <p:cNvPr id="56072" name="Line 1823"/>
              <p:cNvSpPr>
                <a:spLocks noChangeShapeType="1"/>
              </p:cNvSpPr>
              <p:nvPr/>
            </p:nvSpPr>
            <p:spPr bwMode="auto">
              <a:xfrm>
                <a:off x="1952" y="2376"/>
                <a:ext cx="766" cy="244"/>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407" name="Group 1824"/>
            <p:cNvGrpSpPr>
              <a:grpSpLocks/>
            </p:cNvGrpSpPr>
            <p:nvPr/>
          </p:nvGrpSpPr>
          <p:grpSpPr bwMode="auto">
            <a:xfrm>
              <a:off x="1481" y="2084"/>
              <a:ext cx="1373" cy="1507"/>
              <a:chOff x="1481" y="2084"/>
              <a:chExt cx="1373" cy="1507"/>
            </a:xfrm>
          </p:grpSpPr>
          <p:sp>
            <p:nvSpPr>
              <p:cNvPr id="56069" name="Freeform 1825"/>
              <p:cNvSpPr>
                <a:spLocks/>
              </p:cNvSpPr>
              <p:nvPr/>
            </p:nvSpPr>
            <p:spPr bwMode="auto">
              <a:xfrm>
                <a:off x="2742" y="2084"/>
                <a:ext cx="112" cy="119"/>
              </a:xfrm>
              <a:custGeom>
                <a:avLst/>
                <a:gdLst>
                  <a:gd name="T0" fmla="*/ 112 w 112"/>
                  <a:gd name="T1" fmla="*/ 0 h 119"/>
                  <a:gd name="T2" fmla="*/ 48 w 112"/>
                  <a:gd name="T3" fmla="*/ 119 h 119"/>
                  <a:gd name="T4" fmla="*/ 24 w 112"/>
                  <a:gd name="T5" fmla="*/ 96 h 119"/>
                  <a:gd name="T6" fmla="*/ 0 w 112"/>
                  <a:gd name="T7" fmla="*/ 72 h 119"/>
                  <a:gd name="T8" fmla="*/ 112 w 112"/>
                  <a:gd name="T9" fmla="*/ 0 h 1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119">
                    <a:moveTo>
                      <a:pt x="112" y="0"/>
                    </a:moveTo>
                    <a:lnTo>
                      <a:pt x="48" y="119"/>
                    </a:lnTo>
                    <a:lnTo>
                      <a:pt x="24" y="96"/>
                    </a:lnTo>
                    <a:lnTo>
                      <a:pt x="0" y="72"/>
                    </a:lnTo>
                    <a:lnTo>
                      <a:pt x="112" y="0"/>
                    </a:lnTo>
                    <a:close/>
                  </a:path>
                </a:pathLst>
              </a:custGeom>
              <a:solidFill>
                <a:schemeClr val="tx1"/>
              </a:solidFill>
              <a:ln w="9525">
                <a:solidFill>
                  <a:schemeClr val="tx1"/>
                </a:solidFill>
                <a:round/>
                <a:headEnd/>
                <a:tailEnd/>
              </a:ln>
            </p:spPr>
            <p:txBody>
              <a:bodyPr/>
              <a:lstStyle/>
              <a:p>
                <a:endParaRPr lang="en-US"/>
              </a:p>
            </p:txBody>
          </p:sp>
          <p:sp>
            <p:nvSpPr>
              <p:cNvPr id="56070" name="Line 1826"/>
              <p:cNvSpPr>
                <a:spLocks noChangeShapeType="1"/>
              </p:cNvSpPr>
              <p:nvPr/>
            </p:nvSpPr>
            <p:spPr bwMode="auto">
              <a:xfrm flipV="1">
                <a:off x="1481" y="2172"/>
                <a:ext cx="1291" cy="1419"/>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408" name="Group 1827"/>
            <p:cNvGrpSpPr>
              <a:grpSpLocks/>
            </p:cNvGrpSpPr>
            <p:nvPr/>
          </p:nvGrpSpPr>
          <p:grpSpPr bwMode="auto">
            <a:xfrm>
              <a:off x="1944" y="2076"/>
              <a:ext cx="902" cy="885"/>
              <a:chOff x="1944" y="2076"/>
              <a:chExt cx="902" cy="885"/>
            </a:xfrm>
          </p:grpSpPr>
          <p:sp>
            <p:nvSpPr>
              <p:cNvPr id="56067" name="Freeform 1828"/>
              <p:cNvSpPr>
                <a:spLocks/>
              </p:cNvSpPr>
              <p:nvPr/>
            </p:nvSpPr>
            <p:spPr bwMode="auto">
              <a:xfrm>
                <a:off x="2726" y="2850"/>
                <a:ext cx="120" cy="111"/>
              </a:xfrm>
              <a:custGeom>
                <a:avLst/>
                <a:gdLst>
                  <a:gd name="T0" fmla="*/ 120 w 120"/>
                  <a:gd name="T1" fmla="*/ 111 h 111"/>
                  <a:gd name="T2" fmla="*/ 0 w 120"/>
                  <a:gd name="T3" fmla="*/ 47 h 111"/>
                  <a:gd name="T4" fmla="*/ 24 w 120"/>
                  <a:gd name="T5" fmla="*/ 23 h 111"/>
                  <a:gd name="T6" fmla="*/ 48 w 120"/>
                  <a:gd name="T7" fmla="*/ 0 h 111"/>
                  <a:gd name="T8" fmla="*/ 120 w 120"/>
                  <a:gd name="T9" fmla="*/ 111 h 1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 h="111">
                    <a:moveTo>
                      <a:pt x="120" y="111"/>
                    </a:moveTo>
                    <a:lnTo>
                      <a:pt x="0" y="47"/>
                    </a:lnTo>
                    <a:lnTo>
                      <a:pt x="24" y="23"/>
                    </a:lnTo>
                    <a:lnTo>
                      <a:pt x="48" y="0"/>
                    </a:lnTo>
                    <a:lnTo>
                      <a:pt x="120" y="111"/>
                    </a:lnTo>
                    <a:close/>
                  </a:path>
                </a:pathLst>
              </a:custGeom>
              <a:solidFill>
                <a:schemeClr val="tx1"/>
              </a:solidFill>
              <a:ln w="9525">
                <a:solidFill>
                  <a:schemeClr val="tx1"/>
                </a:solidFill>
                <a:round/>
                <a:headEnd/>
                <a:tailEnd/>
              </a:ln>
            </p:spPr>
            <p:txBody>
              <a:bodyPr/>
              <a:lstStyle/>
              <a:p>
                <a:endParaRPr lang="en-US"/>
              </a:p>
            </p:txBody>
          </p:sp>
          <p:sp>
            <p:nvSpPr>
              <p:cNvPr id="56068" name="Line 1829"/>
              <p:cNvSpPr>
                <a:spLocks noChangeShapeType="1"/>
              </p:cNvSpPr>
              <p:nvPr/>
            </p:nvSpPr>
            <p:spPr bwMode="auto">
              <a:xfrm>
                <a:off x="1944" y="2076"/>
                <a:ext cx="814" cy="805"/>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409" name="Group 1830"/>
            <p:cNvGrpSpPr>
              <a:grpSpLocks/>
            </p:cNvGrpSpPr>
            <p:nvPr/>
          </p:nvGrpSpPr>
          <p:grpSpPr bwMode="auto">
            <a:xfrm>
              <a:off x="1489" y="2379"/>
              <a:ext cx="902" cy="893"/>
              <a:chOff x="1489" y="2379"/>
              <a:chExt cx="902" cy="893"/>
            </a:xfrm>
          </p:grpSpPr>
          <p:sp>
            <p:nvSpPr>
              <p:cNvPr id="56065" name="Freeform 1831"/>
              <p:cNvSpPr>
                <a:spLocks/>
              </p:cNvSpPr>
              <p:nvPr/>
            </p:nvSpPr>
            <p:spPr bwMode="auto">
              <a:xfrm>
                <a:off x="2271" y="3153"/>
                <a:ext cx="120" cy="119"/>
              </a:xfrm>
              <a:custGeom>
                <a:avLst/>
                <a:gdLst>
                  <a:gd name="T0" fmla="*/ 120 w 120"/>
                  <a:gd name="T1" fmla="*/ 119 h 119"/>
                  <a:gd name="T2" fmla="*/ 0 w 120"/>
                  <a:gd name="T3" fmla="*/ 48 h 119"/>
                  <a:gd name="T4" fmla="*/ 24 w 120"/>
                  <a:gd name="T5" fmla="*/ 24 h 119"/>
                  <a:gd name="T6" fmla="*/ 48 w 120"/>
                  <a:gd name="T7" fmla="*/ 0 h 119"/>
                  <a:gd name="T8" fmla="*/ 120 w 120"/>
                  <a:gd name="T9" fmla="*/ 119 h 1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 h="119">
                    <a:moveTo>
                      <a:pt x="120" y="119"/>
                    </a:moveTo>
                    <a:lnTo>
                      <a:pt x="0" y="48"/>
                    </a:lnTo>
                    <a:lnTo>
                      <a:pt x="24" y="24"/>
                    </a:lnTo>
                    <a:lnTo>
                      <a:pt x="48" y="0"/>
                    </a:lnTo>
                    <a:lnTo>
                      <a:pt x="120" y="119"/>
                    </a:lnTo>
                    <a:close/>
                  </a:path>
                </a:pathLst>
              </a:custGeom>
              <a:solidFill>
                <a:schemeClr val="tx1"/>
              </a:solidFill>
              <a:ln w="9525">
                <a:solidFill>
                  <a:schemeClr val="tx1"/>
                </a:solidFill>
                <a:round/>
                <a:headEnd/>
                <a:tailEnd/>
              </a:ln>
            </p:spPr>
            <p:txBody>
              <a:bodyPr/>
              <a:lstStyle/>
              <a:p>
                <a:endParaRPr lang="en-US"/>
              </a:p>
            </p:txBody>
          </p:sp>
          <p:sp>
            <p:nvSpPr>
              <p:cNvPr id="56066" name="Line 1832"/>
              <p:cNvSpPr>
                <a:spLocks noChangeShapeType="1"/>
              </p:cNvSpPr>
              <p:nvPr/>
            </p:nvSpPr>
            <p:spPr bwMode="auto">
              <a:xfrm>
                <a:off x="1489" y="2379"/>
                <a:ext cx="814" cy="805"/>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410" name="Group 1833"/>
            <p:cNvGrpSpPr>
              <a:grpSpLocks/>
            </p:cNvGrpSpPr>
            <p:nvPr/>
          </p:nvGrpSpPr>
          <p:grpSpPr bwMode="auto">
            <a:xfrm>
              <a:off x="3311" y="2387"/>
              <a:ext cx="437" cy="590"/>
              <a:chOff x="3311" y="2387"/>
              <a:chExt cx="437" cy="590"/>
            </a:xfrm>
          </p:grpSpPr>
          <p:sp>
            <p:nvSpPr>
              <p:cNvPr id="56063" name="Freeform 1834"/>
              <p:cNvSpPr>
                <a:spLocks/>
              </p:cNvSpPr>
              <p:nvPr/>
            </p:nvSpPr>
            <p:spPr bwMode="auto">
              <a:xfrm>
                <a:off x="3644" y="2387"/>
                <a:ext cx="104" cy="128"/>
              </a:xfrm>
              <a:custGeom>
                <a:avLst/>
                <a:gdLst>
                  <a:gd name="T0" fmla="*/ 104 w 104"/>
                  <a:gd name="T1" fmla="*/ 0 h 128"/>
                  <a:gd name="T2" fmla="*/ 56 w 104"/>
                  <a:gd name="T3" fmla="*/ 128 h 128"/>
                  <a:gd name="T4" fmla="*/ 24 w 104"/>
                  <a:gd name="T5" fmla="*/ 104 h 128"/>
                  <a:gd name="T6" fmla="*/ 0 w 104"/>
                  <a:gd name="T7" fmla="*/ 88 h 128"/>
                  <a:gd name="T8" fmla="*/ 104 w 104"/>
                  <a:gd name="T9" fmla="*/ 0 h 1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4" h="128">
                    <a:moveTo>
                      <a:pt x="104" y="0"/>
                    </a:moveTo>
                    <a:lnTo>
                      <a:pt x="56" y="128"/>
                    </a:lnTo>
                    <a:lnTo>
                      <a:pt x="24" y="104"/>
                    </a:lnTo>
                    <a:lnTo>
                      <a:pt x="0" y="88"/>
                    </a:lnTo>
                    <a:lnTo>
                      <a:pt x="104" y="0"/>
                    </a:lnTo>
                    <a:close/>
                  </a:path>
                </a:pathLst>
              </a:custGeom>
              <a:solidFill>
                <a:schemeClr val="tx1"/>
              </a:solidFill>
              <a:ln w="9525">
                <a:solidFill>
                  <a:schemeClr val="tx1"/>
                </a:solidFill>
                <a:round/>
                <a:headEnd/>
                <a:tailEnd/>
              </a:ln>
            </p:spPr>
            <p:txBody>
              <a:bodyPr/>
              <a:lstStyle/>
              <a:p>
                <a:endParaRPr lang="en-US"/>
              </a:p>
            </p:txBody>
          </p:sp>
          <p:sp>
            <p:nvSpPr>
              <p:cNvPr id="56064" name="Line 1835"/>
              <p:cNvSpPr>
                <a:spLocks noChangeShapeType="1"/>
              </p:cNvSpPr>
              <p:nvPr/>
            </p:nvSpPr>
            <p:spPr bwMode="auto">
              <a:xfrm flipV="1">
                <a:off x="3311" y="2483"/>
                <a:ext cx="362" cy="494"/>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411" name="Group 1836"/>
            <p:cNvGrpSpPr>
              <a:grpSpLocks/>
            </p:cNvGrpSpPr>
            <p:nvPr/>
          </p:nvGrpSpPr>
          <p:grpSpPr bwMode="auto">
            <a:xfrm>
              <a:off x="3772" y="2387"/>
              <a:ext cx="894" cy="596"/>
              <a:chOff x="3772" y="2387"/>
              <a:chExt cx="894" cy="596"/>
            </a:xfrm>
          </p:grpSpPr>
          <p:sp>
            <p:nvSpPr>
              <p:cNvPr id="56061" name="Freeform 1837"/>
              <p:cNvSpPr>
                <a:spLocks/>
              </p:cNvSpPr>
              <p:nvPr/>
            </p:nvSpPr>
            <p:spPr bwMode="auto">
              <a:xfrm>
                <a:off x="4538" y="2387"/>
                <a:ext cx="128" cy="96"/>
              </a:xfrm>
              <a:custGeom>
                <a:avLst/>
                <a:gdLst>
                  <a:gd name="T0" fmla="*/ 128 w 128"/>
                  <a:gd name="T1" fmla="*/ 0 h 96"/>
                  <a:gd name="T2" fmla="*/ 32 w 128"/>
                  <a:gd name="T3" fmla="*/ 96 h 96"/>
                  <a:gd name="T4" fmla="*/ 16 w 128"/>
                  <a:gd name="T5" fmla="*/ 72 h 96"/>
                  <a:gd name="T6" fmla="*/ 0 w 128"/>
                  <a:gd name="T7" fmla="*/ 40 h 96"/>
                  <a:gd name="T8" fmla="*/ 128 w 128"/>
                  <a:gd name="T9" fmla="*/ 0 h 9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8" h="96">
                    <a:moveTo>
                      <a:pt x="128" y="0"/>
                    </a:moveTo>
                    <a:lnTo>
                      <a:pt x="32" y="96"/>
                    </a:lnTo>
                    <a:lnTo>
                      <a:pt x="16" y="72"/>
                    </a:lnTo>
                    <a:lnTo>
                      <a:pt x="0" y="40"/>
                    </a:lnTo>
                    <a:lnTo>
                      <a:pt x="128" y="0"/>
                    </a:lnTo>
                    <a:close/>
                  </a:path>
                </a:pathLst>
              </a:custGeom>
              <a:solidFill>
                <a:schemeClr val="tx1"/>
              </a:solidFill>
              <a:ln w="9525">
                <a:solidFill>
                  <a:schemeClr val="tx1"/>
                </a:solidFill>
                <a:round/>
                <a:headEnd/>
                <a:tailEnd/>
              </a:ln>
            </p:spPr>
            <p:txBody>
              <a:bodyPr/>
              <a:lstStyle/>
              <a:p>
                <a:endParaRPr lang="en-US"/>
              </a:p>
            </p:txBody>
          </p:sp>
          <p:sp>
            <p:nvSpPr>
              <p:cNvPr id="56062" name="Line 1838"/>
              <p:cNvSpPr>
                <a:spLocks noChangeShapeType="1"/>
              </p:cNvSpPr>
              <p:nvPr/>
            </p:nvSpPr>
            <p:spPr bwMode="auto">
              <a:xfrm flipV="1">
                <a:off x="3772" y="2454"/>
                <a:ext cx="790" cy="529"/>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412" name="Group 1839"/>
            <p:cNvGrpSpPr>
              <a:grpSpLocks/>
            </p:cNvGrpSpPr>
            <p:nvPr/>
          </p:nvGrpSpPr>
          <p:grpSpPr bwMode="auto">
            <a:xfrm>
              <a:off x="3788" y="2076"/>
              <a:ext cx="886" cy="290"/>
              <a:chOff x="3788" y="2076"/>
              <a:chExt cx="886" cy="290"/>
            </a:xfrm>
          </p:grpSpPr>
          <p:sp>
            <p:nvSpPr>
              <p:cNvPr id="56059" name="Freeform 1840"/>
              <p:cNvSpPr>
                <a:spLocks/>
              </p:cNvSpPr>
              <p:nvPr/>
            </p:nvSpPr>
            <p:spPr bwMode="auto">
              <a:xfrm>
                <a:off x="4530" y="2076"/>
                <a:ext cx="144" cy="80"/>
              </a:xfrm>
              <a:custGeom>
                <a:avLst/>
                <a:gdLst>
                  <a:gd name="T0" fmla="*/ 144 w 144"/>
                  <a:gd name="T1" fmla="*/ 0 h 80"/>
                  <a:gd name="T2" fmla="*/ 24 w 144"/>
                  <a:gd name="T3" fmla="*/ 80 h 80"/>
                  <a:gd name="T4" fmla="*/ 16 w 144"/>
                  <a:gd name="T5" fmla="*/ 48 h 80"/>
                  <a:gd name="T6" fmla="*/ 0 w 144"/>
                  <a:gd name="T7" fmla="*/ 16 h 80"/>
                  <a:gd name="T8" fmla="*/ 144 w 144"/>
                  <a:gd name="T9" fmla="*/ 0 h 8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4" h="80">
                    <a:moveTo>
                      <a:pt x="144" y="0"/>
                    </a:moveTo>
                    <a:lnTo>
                      <a:pt x="24" y="80"/>
                    </a:lnTo>
                    <a:lnTo>
                      <a:pt x="16" y="48"/>
                    </a:lnTo>
                    <a:lnTo>
                      <a:pt x="0" y="16"/>
                    </a:lnTo>
                    <a:lnTo>
                      <a:pt x="144" y="0"/>
                    </a:lnTo>
                    <a:close/>
                  </a:path>
                </a:pathLst>
              </a:custGeom>
              <a:solidFill>
                <a:schemeClr val="tx1"/>
              </a:solidFill>
              <a:ln w="9525">
                <a:solidFill>
                  <a:schemeClr val="tx1"/>
                </a:solidFill>
                <a:round/>
                <a:headEnd/>
                <a:tailEnd/>
              </a:ln>
            </p:spPr>
            <p:txBody>
              <a:bodyPr/>
              <a:lstStyle/>
              <a:p>
                <a:endParaRPr lang="en-US"/>
              </a:p>
            </p:txBody>
          </p:sp>
          <p:sp>
            <p:nvSpPr>
              <p:cNvPr id="56060" name="Line 1841"/>
              <p:cNvSpPr>
                <a:spLocks noChangeShapeType="1"/>
              </p:cNvSpPr>
              <p:nvPr/>
            </p:nvSpPr>
            <p:spPr bwMode="auto">
              <a:xfrm flipV="1">
                <a:off x="3788" y="2122"/>
                <a:ext cx="766" cy="244"/>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413" name="Group 1842"/>
            <p:cNvGrpSpPr>
              <a:grpSpLocks/>
            </p:cNvGrpSpPr>
            <p:nvPr/>
          </p:nvGrpSpPr>
          <p:grpSpPr bwMode="auto">
            <a:xfrm>
              <a:off x="3317" y="1769"/>
              <a:ext cx="886" cy="283"/>
              <a:chOff x="3317" y="1769"/>
              <a:chExt cx="886" cy="283"/>
            </a:xfrm>
          </p:grpSpPr>
          <p:sp>
            <p:nvSpPr>
              <p:cNvPr id="56057" name="Freeform 1843"/>
              <p:cNvSpPr>
                <a:spLocks/>
              </p:cNvSpPr>
              <p:nvPr/>
            </p:nvSpPr>
            <p:spPr bwMode="auto">
              <a:xfrm>
                <a:off x="4067" y="1980"/>
                <a:ext cx="136" cy="72"/>
              </a:xfrm>
              <a:custGeom>
                <a:avLst/>
                <a:gdLst>
                  <a:gd name="T0" fmla="*/ 136 w 136"/>
                  <a:gd name="T1" fmla="*/ 72 h 72"/>
                  <a:gd name="T2" fmla="*/ 0 w 136"/>
                  <a:gd name="T3" fmla="*/ 64 h 72"/>
                  <a:gd name="T4" fmla="*/ 8 w 136"/>
                  <a:gd name="T5" fmla="*/ 32 h 72"/>
                  <a:gd name="T6" fmla="*/ 24 w 136"/>
                  <a:gd name="T7" fmla="*/ 0 h 72"/>
                  <a:gd name="T8" fmla="*/ 136 w 136"/>
                  <a:gd name="T9" fmla="*/ 72 h 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 h="72">
                    <a:moveTo>
                      <a:pt x="136" y="72"/>
                    </a:moveTo>
                    <a:lnTo>
                      <a:pt x="0" y="64"/>
                    </a:lnTo>
                    <a:lnTo>
                      <a:pt x="8" y="32"/>
                    </a:lnTo>
                    <a:lnTo>
                      <a:pt x="24" y="0"/>
                    </a:lnTo>
                    <a:lnTo>
                      <a:pt x="136" y="72"/>
                    </a:lnTo>
                    <a:close/>
                  </a:path>
                </a:pathLst>
              </a:custGeom>
              <a:solidFill>
                <a:schemeClr val="tx1"/>
              </a:solidFill>
              <a:ln w="9525">
                <a:solidFill>
                  <a:schemeClr val="tx1"/>
                </a:solidFill>
                <a:round/>
                <a:headEnd/>
                <a:tailEnd/>
              </a:ln>
            </p:spPr>
            <p:txBody>
              <a:bodyPr/>
              <a:lstStyle/>
              <a:p>
                <a:endParaRPr lang="en-US"/>
              </a:p>
            </p:txBody>
          </p:sp>
          <p:sp>
            <p:nvSpPr>
              <p:cNvPr id="56058" name="Line 1844"/>
              <p:cNvSpPr>
                <a:spLocks noChangeShapeType="1"/>
              </p:cNvSpPr>
              <p:nvPr/>
            </p:nvSpPr>
            <p:spPr bwMode="auto">
              <a:xfrm>
                <a:off x="3317" y="1769"/>
                <a:ext cx="766" cy="244"/>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55414" name="Oval 1845"/>
            <p:cNvSpPr>
              <a:spLocks noChangeArrowheads="1"/>
            </p:cNvSpPr>
            <p:nvPr/>
          </p:nvSpPr>
          <p:spPr bwMode="auto">
            <a:xfrm>
              <a:off x="3293" y="1741"/>
              <a:ext cx="32" cy="40"/>
            </a:xfrm>
            <a:prstGeom prst="ellipse">
              <a:avLst/>
            </a:prstGeom>
            <a:solidFill>
              <a:schemeClr val="tx1"/>
            </a:solidFill>
            <a:ln w="9525">
              <a:solidFill>
                <a:schemeClr val="tx1"/>
              </a:solidFill>
              <a:round/>
              <a:headEnd/>
              <a:tailEnd/>
            </a:ln>
          </p:spPr>
          <p:txBody>
            <a:bodyPr/>
            <a:lstStyle/>
            <a:p>
              <a:endParaRPr lang="en-US"/>
            </a:p>
          </p:txBody>
        </p:sp>
        <p:sp>
          <p:nvSpPr>
            <p:cNvPr id="55415" name="Oval 1846"/>
            <p:cNvSpPr>
              <a:spLocks noChangeArrowheads="1"/>
            </p:cNvSpPr>
            <p:nvPr/>
          </p:nvSpPr>
          <p:spPr bwMode="auto">
            <a:xfrm>
              <a:off x="3293" y="1741"/>
              <a:ext cx="32" cy="40"/>
            </a:xfrm>
            <a:prstGeom prst="ellipse">
              <a:avLst/>
            </a:prstGeom>
            <a:solidFill>
              <a:schemeClr val="tx1"/>
            </a:solidFill>
            <a:ln w="25400">
              <a:solidFill>
                <a:schemeClr val="tx1"/>
              </a:solidFill>
              <a:round/>
              <a:headEnd/>
              <a:tailEnd/>
            </a:ln>
          </p:spPr>
          <p:txBody>
            <a:bodyPr/>
            <a:lstStyle/>
            <a:p>
              <a:endParaRPr lang="en-US"/>
            </a:p>
          </p:txBody>
        </p:sp>
        <p:sp>
          <p:nvSpPr>
            <p:cNvPr id="55416" name="Oval 1847"/>
            <p:cNvSpPr>
              <a:spLocks noChangeArrowheads="1"/>
            </p:cNvSpPr>
            <p:nvPr/>
          </p:nvSpPr>
          <p:spPr bwMode="auto">
            <a:xfrm>
              <a:off x="3293" y="2044"/>
              <a:ext cx="32" cy="40"/>
            </a:xfrm>
            <a:prstGeom prst="ellipse">
              <a:avLst/>
            </a:prstGeom>
            <a:solidFill>
              <a:schemeClr val="tx1"/>
            </a:solidFill>
            <a:ln w="9525">
              <a:solidFill>
                <a:schemeClr val="tx1"/>
              </a:solidFill>
              <a:round/>
              <a:headEnd/>
              <a:tailEnd/>
            </a:ln>
          </p:spPr>
          <p:txBody>
            <a:bodyPr/>
            <a:lstStyle/>
            <a:p>
              <a:endParaRPr lang="en-US"/>
            </a:p>
          </p:txBody>
        </p:sp>
        <p:sp>
          <p:nvSpPr>
            <p:cNvPr id="55417" name="Oval 1848"/>
            <p:cNvSpPr>
              <a:spLocks noChangeArrowheads="1"/>
            </p:cNvSpPr>
            <p:nvPr/>
          </p:nvSpPr>
          <p:spPr bwMode="auto">
            <a:xfrm>
              <a:off x="3293" y="2044"/>
              <a:ext cx="32" cy="40"/>
            </a:xfrm>
            <a:prstGeom prst="ellipse">
              <a:avLst/>
            </a:prstGeom>
            <a:solidFill>
              <a:schemeClr val="tx1"/>
            </a:solidFill>
            <a:ln w="25400">
              <a:solidFill>
                <a:schemeClr val="tx1"/>
              </a:solidFill>
              <a:round/>
              <a:headEnd/>
              <a:tailEnd/>
            </a:ln>
          </p:spPr>
          <p:txBody>
            <a:bodyPr/>
            <a:lstStyle/>
            <a:p>
              <a:endParaRPr lang="en-US"/>
            </a:p>
          </p:txBody>
        </p:sp>
        <p:sp>
          <p:nvSpPr>
            <p:cNvPr id="55418" name="Oval 1849"/>
            <p:cNvSpPr>
              <a:spLocks noChangeArrowheads="1"/>
            </p:cNvSpPr>
            <p:nvPr/>
          </p:nvSpPr>
          <p:spPr bwMode="auto">
            <a:xfrm>
              <a:off x="3293" y="2355"/>
              <a:ext cx="32" cy="32"/>
            </a:xfrm>
            <a:prstGeom prst="ellipse">
              <a:avLst/>
            </a:prstGeom>
            <a:solidFill>
              <a:schemeClr val="tx1"/>
            </a:solidFill>
            <a:ln w="9525">
              <a:solidFill>
                <a:schemeClr val="tx1"/>
              </a:solidFill>
              <a:round/>
              <a:headEnd/>
              <a:tailEnd/>
            </a:ln>
          </p:spPr>
          <p:txBody>
            <a:bodyPr/>
            <a:lstStyle/>
            <a:p>
              <a:endParaRPr lang="en-US"/>
            </a:p>
          </p:txBody>
        </p:sp>
        <p:sp>
          <p:nvSpPr>
            <p:cNvPr id="55419" name="Oval 1850"/>
            <p:cNvSpPr>
              <a:spLocks noChangeArrowheads="1"/>
            </p:cNvSpPr>
            <p:nvPr/>
          </p:nvSpPr>
          <p:spPr bwMode="auto">
            <a:xfrm>
              <a:off x="3293" y="2355"/>
              <a:ext cx="32" cy="32"/>
            </a:xfrm>
            <a:prstGeom prst="ellipse">
              <a:avLst/>
            </a:prstGeom>
            <a:solidFill>
              <a:schemeClr val="tx1"/>
            </a:solidFill>
            <a:ln w="25400">
              <a:solidFill>
                <a:schemeClr val="tx1"/>
              </a:solidFill>
              <a:round/>
              <a:headEnd/>
              <a:tailEnd/>
            </a:ln>
          </p:spPr>
          <p:txBody>
            <a:bodyPr/>
            <a:lstStyle/>
            <a:p>
              <a:endParaRPr lang="en-US"/>
            </a:p>
          </p:txBody>
        </p:sp>
        <p:sp>
          <p:nvSpPr>
            <p:cNvPr id="55420" name="Oval 1851"/>
            <p:cNvSpPr>
              <a:spLocks noChangeArrowheads="1"/>
            </p:cNvSpPr>
            <p:nvPr/>
          </p:nvSpPr>
          <p:spPr bwMode="auto">
            <a:xfrm>
              <a:off x="3293" y="2658"/>
              <a:ext cx="32" cy="40"/>
            </a:xfrm>
            <a:prstGeom prst="ellipse">
              <a:avLst/>
            </a:prstGeom>
            <a:solidFill>
              <a:schemeClr val="tx1"/>
            </a:solidFill>
            <a:ln w="9525">
              <a:solidFill>
                <a:schemeClr val="tx1"/>
              </a:solidFill>
              <a:round/>
              <a:headEnd/>
              <a:tailEnd/>
            </a:ln>
          </p:spPr>
          <p:txBody>
            <a:bodyPr/>
            <a:lstStyle/>
            <a:p>
              <a:endParaRPr lang="en-US"/>
            </a:p>
          </p:txBody>
        </p:sp>
        <p:sp>
          <p:nvSpPr>
            <p:cNvPr id="55421" name="Oval 1852"/>
            <p:cNvSpPr>
              <a:spLocks noChangeArrowheads="1"/>
            </p:cNvSpPr>
            <p:nvPr/>
          </p:nvSpPr>
          <p:spPr bwMode="auto">
            <a:xfrm>
              <a:off x="3293" y="2658"/>
              <a:ext cx="32" cy="40"/>
            </a:xfrm>
            <a:prstGeom prst="ellipse">
              <a:avLst/>
            </a:prstGeom>
            <a:solidFill>
              <a:schemeClr val="tx1"/>
            </a:solidFill>
            <a:ln w="25400">
              <a:solidFill>
                <a:schemeClr val="tx1"/>
              </a:solidFill>
              <a:round/>
              <a:headEnd/>
              <a:tailEnd/>
            </a:ln>
          </p:spPr>
          <p:txBody>
            <a:bodyPr/>
            <a:lstStyle/>
            <a:p>
              <a:endParaRPr lang="en-US"/>
            </a:p>
          </p:txBody>
        </p:sp>
        <p:sp>
          <p:nvSpPr>
            <p:cNvPr id="55422" name="Oval 1853"/>
            <p:cNvSpPr>
              <a:spLocks noChangeArrowheads="1"/>
            </p:cNvSpPr>
            <p:nvPr/>
          </p:nvSpPr>
          <p:spPr bwMode="auto">
            <a:xfrm>
              <a:off x="3285" y="2969"/>
              <a:ext cx="32" cy="32"/>
            </a:xfrm>
            <a:prstGeom prst="ellipse">
              <a:avLst/>
            </a:prstGeom>
            <a:solidFill>
              <a:schemeClr val="tx1"/>
            </a:solidFill>
            <a:ln w="9525">
              <a:solidFill>
                <a:schemeClr val="tx1"/>
              </a:solidFill>
              <a:round/>
              <a:headEnd/>
              <a:tailEnd/>
            </a:ln>
          </p:spPr>
          <p:txBody>
            <a:bodyPr/>
            <a:lstStyle/>
            <a:p>
              <a:endParaRPr lang="en-US"/>
            </a:p>
          </p:txBody>
        </p:sp>
        <p:sp>
          <p:nvSpPr>
            <p:cNvPr id="55423" name="Oval 1854"/>
            <p:cNvSpPr>
              <a:spLocks noChangeArrowheads="1"/>
            </p:cNvSpPr>
            <p:nvPr/>
          </p:nvSpPr>
          <p:spPr bwMode="auto">
            <a:xfrm>
              <a:off x="3285" y="2969"/>
              <a:ext cx="32" cy="32"/>
            </a:xfrm>
            <a:prstGeom prst="ellipse">
              <a:avLst/>
            </a:prstGeom>
            <a:solidFill>
              <a:schemeClr val="tx1"/>
            </a:solidFill>
            <a:ln w="25400">
              <a:solidFill>
                <a:schemeClr val="tx1"/>
              </a:solidFill>
              <a:round/>
              <a:headEnd/>
              <a:tailEnd/>
            </a:ln>
          </p:spPr>
          <p:txBody>
            <a:bodyPr/>
            <a:lstStyle/>
            <a:p>
              <a:endParaRPr lang="en-US"/>
            </a:p>
          </p:txBody>
        </p:sp>
        <p:grpSp>
          <p:nvGrpSpPr>
            <p:cNvPr id="55424" name="Group 1855"/>
            <p:cNvGrpSpPr>
              <a:grpSpLocks/>
            </p:cNvGrpSpPr>
            <p:nvPr/>
          </p:nvGrpSpPr>
          <p:grpSpPr bwMode="auto">
            <a:xfrm>
              <a:off x="3748" y="1741"/>
              <a:ext cx="40" cy="1260"/>
              <a:chOff x="3748" y="1741"/>
              <a:chExt cx="40" cy="1260"/>
            </a:xfrm>
          </p:grpSpPr>
          <p:sp>
            <p:nvSpPr>
              <p:cNvPr id="56047" name="Oval 1856"/>
              <p:cNvSpPr>
                <a:spLocks noChangeArrowheads="1"/>
              </p:cNvSpPr>
              <p:nvPr/>
            </p:nvSpPr>
            <p:spPr bwMode="auto">
              <a:xfrm>
                <a:off x="3748" y="1741"/>
                <a:ext cx="40" cy="32"/>
              </a:xfrm>
              <a:prstGeom prst="ellipse">
                <a:avLst/>
              </a:prstGeom>
              <a:solidFill>
                <a:schemeClr val="tx1"/>
              </a:solidFill>
              <a:ln w="9525">
                <a:solidFill>
                  <a:schemeClr val="tx1"/>
                </a:solidFill>
                <a:round/>
                <a:headEnd/>
                <a:tailEnd/>
              </a:ln>
            </p:spPr>
            <p:txBody>
              <a:bodyPr/>
              <a:lstStyle/>
              <a:p>
                <a:endParaRPr lang="en-US"/>
              </a:p>
            </p:txBody>
          </p:sp>
          <p:sp>
            <p:nvSpPr>
              <p:cNvPr id="56048" name="Oval 1857"/>
              <p:cNvSpPr>
                <a:spLocks noChangeArrowheads="1"/>
              </p:cNvSpPr>
              <p:nvPr/>
            </p:nvSpPr>
            <p:spPr bwMode="auto">
              <a:xfrm>
                <a:off x="3748" y="1741"/>
                <a:ext cx="40" cy="32"/>
              </a:xfrm>
              <a:prstGeom prst="ellipse">
                <a:avLst/>
              </a:prstGeom>
              <a:solidFill>
                <a:schemeClr val="tx1"/>
              </a:solidFill>
              <a:ln w="25400">
                <a:solidFill>
                  <a:schemeClr val="tx1"/>
                </a:solidFill>
                <a:round/>
                <a:headEnd/>
                <a:tailEnd/>
              </a:ln>
            </p:spPr>
            <p:txBody>
              <a:bodyPr/>
              <a:lstStyle/>
              <a:p>
                <a:endParaRPr lang="en-US"/>
              </a:p>
            </p:txBody>
          </p:sp>
          <p:sp>
            <p:nvSpPr>
              <p:cNvPr id="56049" name="Oval 1858"/>
              <p:cNvSpPr>
                <a:spLocks noChangeArrowheads="1"/>
              </p:cNvSpPr>
              <p:nvPr/>
            </p:nvSpPr>
            <p:spPr bwMode="auto">
              <a:xfrm>
                <a:off x="3756" y="2044"/>
                <a:ext cx="32" cy="32"/>
              </a:xfrm>
              <a:prstGeom prst="ellipse">
                <a:avLst/>
              </a:prstGeom>
              <a:solidFill>
                <a:schemeClr val="tx1"/>
              </a:solidFill>
              <a:ln w="9525">
                <a:solidFill>
                  <a:schemeClr val="tx1"/>
                </a:solidFill>
                <a:round/>
                <a:headEnd/>
                <a:tailEnd/>
              </a:ln>
            </p:spPr>
            <p:txBody>
              <a:bodyPr/>
              <a:lstStyle/>
              <a:p>
                <a:endParaRPr lang="en-US"/>
              </a:p>
            </p:txBody>
          </p:sp>
          <p:sp>
            <p:nvSpPr>
              <p:cNvPr id="56050" name="Oval 1859"/>
              <p:cNvSpPr>
                <a:spLocks noChangeArrowheads="1"/>
              </p:cNvSpPr>
              <p:nvPr/>
            </p:nvSpPr>
            <p:spPr bwMode="auto">
              <a:xfrm>
                <a:off x="3756" y="2044"/>
                <a:ext cx="32" cy="32"/>
              </a:xfrm>
              <a:prstGeom prst="ellipse">
                <a:avLst/>
              </a:prstGeom>
              <a:solidFill>
                <a:schemeClr val="tx1"/>
              </a:solidFill>
              <a:ln w="25400">
                <a:solidFill>
                  <a:schemeClr val="tx1"/>
                </a:solidFill>
                <a:round/>
                <a:headEnd/>
                <a:tailEnd/>
              </a:ln>
            </p:spPr>
            <p:txBody>
              <a:bodyPr/>
              <a:lstStyle/>
              <a:p>
                <a:endParaRPr lang="en-US"/>
              </a:p>
            </p:txBody>
          </p:sp>
          <p:sp>
            <p:nvSpPr>
              <p:cNvPr id="56051" name="Oval 1860"/>
              <p:cNvSpPr>
                <a:spLocks noChangeArrowheads="1"/>
              </p:cNvSpPr>
              <p:nvPr/>
            </p:nvSpPr>
            <p:spPr bwMode="auto">
              <a:xfrm>
                <a:off x="3756" y="2355"/>
                <a:ext cx="32" cy="32"/>
              </a:xfrm>
              <a:prstGeom prst="ellipse">
                <a:avLst/>
              </a:prstGeom>
              <a:solidFill>
                <a:schemeClr val="tx1"/>
              </a:solidFill>
              <a:ln w="9525">
                <a:solidFill>
                  <a:schemeClr val="tx1"/>
                </a:solidFill>
                <a:round/>
                <a:headEnd/>
                <a:tailEnd/>
              </a:ln>
            </p:spPr>
            <p:txBody>
              <a:bodyPr/>
              <a:lstStyle/>
              <a:p>
                <a:endParaRPr lang="en-US"/>
              </a:p>
            </p:txBody>
          </p:sp>
          <p:sp>
            <p:nvSpPr>
              <p:cNvPr id="56052" name="Oval 1861"/>
              <p:cNvSpPr>
                <a:spLocks noChangeArrowheads="1"/>
              </p:cNvSpPr>
              <p:nvPr/>
            </p:nvSpPr>
            <p:spPr bwMode="auto">
              <a:xfrm>
                <a:off x="3756" y="2355"/>
                <a:ext cx="32" cy="32"/>
              </a:xfrm>
              <a:prstGeom prst="ellipse">
                <a:avLst/>
              </a:prstGeom>
              <a:solidFill>
                <a:schemeClr val="tx1"/>
              </a:solidFill>
              <a:ln w="25400">
                <a:solidFill>
                  <a:schemeClr val="tx1"/>
                </a:solidFill>
                <a:round/>
                <a:headEnd/>
                <a:tailEnd/>
              </a:ln>
            </p:spPr>
            <p:txBody>
              <a:bodyPr/>
              <a:lstStyle/>
              <a:p>
                <a:endParaRPr lang="en-US"/>
              </a:p>
            </p:txBody>
          </p:sp>
          <p:sp>
            <p:nvSpPr>
              <p:cNvPr id="56053" name="Oval 1862"/>
              <p:cNvSpPr>
                <a:spLocks noChangeArrowheads="1"/>
              </p:cNvSpPr>
              <p:nvPr/>
            </p:nvSpPr>
            <p:spPr bwMode="auto">
              <a:xfrm>
                <a:off x="3748" y="2658"/>
                <a:ext cx="40" cy="32"/>
              </a:xfrm>
              <a:prstGeom prst="ellipse">
                <a:avLst/>
              </a:prstGeom>
              <a:solidFill>
                <a:schemeClr val="tx1"/>
              </a:solidFill>
              <a:ln w="9525">
                <a:solidFill>
                  <a:schemeClr val="tx1"/>
                </a:solidFill>
                <a:round/>
                <a:headEnd/>
                <a:tailEnd/>
              </a:ln>
            </p:spPr>
            <p:txBody>
              <a:bodyPr/>
              <a:lstStyle/>
              <a:p>
                <a:endParaRPr lang="en-US"/>
              </a:p>
            </p:txBody>
          </p:sp>
          <p:sp>
            <p:nvSpPr>
              <p:cNvPr id="56054" name="Oval 1863"/>
              <p:cNvSpPr>
                <a:spLocks noChangeArrowheads="1"/>
              </p:cNvSpPr>
              <p:nvPr/>
            </p:nvSpPr>
            <p:spPr bwMode="auto">
              <a:xfrm>
                <a:off x="3748" y="2658"/>
                <a:ext cx="40" cy="32"/>
              </a:xfrm>
              <a:prstGeom prst="ellipse">
                <a:avLst/>
              </a:prstGeom>
              <a:solidFill>
                <a:schemeClr val="tx1"/>
              </a:solidFill>
              <a:ln w="25400">
                <a:solidFill>
                  <a:schemeClr val="tx1"/>
                </a:solidFill>
                <a:round/>
                <a:headEnd/>
                <a:tailEnd/>
              </a:ln>
            </p:spPr>
            <p:txBody>
              <a:bodyPr/>
              <a:lstStyle/>
              <a:p>
                <a:endParaRPr lang="en-US"/>
              </a:p>
            </p:txBody>
          </p:sp>
          <p:sp>
            <p:nvSpPr>
              <p:cNvPr id="56055" name="Oval 1864"/>
              <p:cNvSpPr>
                <a:spLocks noChangeArrowheads="1"/>
              </p:cNvSpPr>
              <p:nvPr/>
            </p:nvSpPr>
            <p:spPr bwMode="auto">
              <a:xfrm>
                <a:off x="3748" y="2969"/>
                <a:ext cx="32" cy="32"/>
              </a:xfrm>
              <a:prstGeom prst="ellipse">
                <a:avLst/>
              </a:prstGeom>
              <a:solidFill>
                <a:schemeClr val="tx1"/>
              </a:solidFill>
              <a:ln w="9525">
                <a:solidFill>
                  <a:schemeClr val="tx1"/>
                </a:solidFill>
                <a:round/>
                <a:headEnd/>
                <a:tailEnd/>
              </a:ln>
            </p:spPr>
            <p:txBody>
              <a:bodyPr/>
              <a:lstStyle/>
              <a:p>
                <a:endParaRPr lang="en-US"/>
              </a:p>
            </p:txBody>
          </p:sp>
          <p:sp>
            <p:nvSpPr>
              <p:cNvPr id="56056" name="Oval 1865"/>
              <p:cNvSpPr>
                <a:spLocks noChangeArrowheads="1"/>
              </p:cNvSpPr>
              <p:nvPr/>
            </p:nvSpPr>
            <p:spPr bwMode="auto">
              <a:xfrm>
                <a:off x="3748" y="2969"/>
                <a:ext cx="32" cy="32"/>
              </a:xfrm>
              <a:prstGeom prst="ellipse">
                <a:avLst/>
              </a:prstGeom>
              <a:solidFill>
                <a:schemeClr val="tx1"/>
              </a:solidFill>
              <a:ln w="25400">
                <a:solidFill>
                  <a:schemeClr val="tx1"/>
                </a:solidFill>
                <a:round/>
                <a:headEnd/>
                <a:tailEnd/>
              </a:ln>
            </p:spPr>
            <p:txBody>
              <a:bodyPr/>
              <a:lstStyle/>
              <a:p>
                <a:endParaRPr lang="en-US"/>
              </a:p>
            </p:txBody>
          </p:sp>
        </p:grpSp>
        <p:grpSp>
          <p:nvGrpSpPr>
            <p:cNvPr id="55425" name="Group 1866"/>
            <p:cNvGrpSpPr>
              <a:grpSpLocks/>
            </p:cNvGrpSpPr>
            <p:nvPr/>
          </p:nvGrpSpPr>
          <p:grpSpPr bwMode="auto">
            <a:xfrm>
              <a:off x="4203" y="1749"/>
              <a:ext cx="48" cy="1252"/>
              <a:chOff x="4203" y="1749"/>
              <a:chExt cx="48" cy="1252"/>
            </a:xfrm>
          </p:grpSpPr>
          <p:sp>
            <p:nvSpPr>
              <p:cNvPr id="56037" name="Oval 1867"/>
              <p:cNvSpPr>
                <a:spLocks noChangeArrowheads="1"/>
              </p:cNvSpPr>
              <p:nvPr/>
            </p:nvSpPr>
            <p:spPr bwMode="auto">
              <a:xfrm>
                <a:off x="4211" y="1749"/>
                <a:ext cx="32" cy="32"/>
              </a:xfrm>
              <a:prstGeom prst="ellipse">
                <a:avLst/>
              </a:prstGeom>
              <a:solidFill>
                <a:schemeClr val="tx1"/>
              </a:solidFill>
              <a:ln w="9525">
                <a:solidFill>
                  <a:schemeClr val="tx1"/>
                </a:solidFill>
                <a:round/>
                <a:headEnd/>
                <a:tailEnd/>
              </a:ln>
            </p:spPr>
            <p:txBody>
              <a:bodyPr/>
              <a:lstStyle/>
              <a:p>
                <a:endParaRPr lang="en-US"/>
              </a:p>
            </p:txBody>
          </p:sp>
          <p:sp>
            <p:nvSpPr>
              <p:cNvPr id="56038" name="Oval 1868"/>
              <p:cNvSpPr>
                <a:spLocks noChangeArrowheads="1"/>
              </p:cNvSpPr>
              <p:nvPr/>
            </p:nvSpPr>
            <p:spPr bwMode="auto">
              <a:xfrm>
                <a:off x="4211" y="1749"/>
                <a:ext cx="32" cy="32"/>
              </a:xfrm>
              <a:prstGeom prst="ellipse">
                <a:avLst/>
              </a:prstGeom>
              <a:solidFill>
                <a:schemeClr val="tx1"/>
              </a:solidFill>
              <a:ln w="25400">
                <a:solidFill>
                  <a:schemeClr val="tx1"/>
                </a:solidFill>
                <a:round/>
                <a:headEnd/>
                <a:tailEnd/>
              </a:ln>
            </p:spPr>
            <p:txBody>
              <a:bodyPr/>
              <a:lstStyle/>
              <a:p>
                <a:endParaRPr lang="en-US"/>
              </a:p>
            </p:txBody>
          </p:sp>
          <p:sp>
            <p:nvSpPr>
              <p:cNvPr id="56039" name="Oval 1869"/>
              <p:cNvSpPr>
                <a:spLocks noChangeArrowheads="1"/>
              </p:cNvSpPr>
              <p:nvPr/>
            </p:nvSpPr>
            <p:spPr bwMode="auto">
              <a:xfrm>
                <a:off x="4219" y="2052"/>
                <a:ext cx="32" cy="32"/>
              </a:xfrm>
              <a:prstGeom prst="ellipse">
                <a:avLst/>
              </a:prstGeom>
              <a:solidFill>
                <a:schemeClr val="tx1"/>
              </a:solidFill>
              <a:ln w="9525">
                <a:solidFill>
                  <a:schemeClr val="tx1"/>
                </a:solidFill>
                <a:round/>
                <a:headEnd/>
                <a:tailEnd/>
              </a:ln>
            </p:spPr>
            <p:txBody>
              <a:bodyPr/>
              <a:lstStyle/>
              <a:p>
                <a:endParaRPr lang="en-US"/>
              </a:p>
            </p:txBody>
          </p:sp>
          <p:sp>
            <p:nvSpPr>
              <p:cNvPr id="56040" name="Oval 1870"/>
              <p:cNvSpPr>
                <a:spLocks noChangeArrowheads="1"/>
              </p:cNvSpPr>
              <p:nvPr/>
            </p:nvSpPr>
            <p:spPr bwMode="auto">
              <a:xfrm>
                <a:off x="4219" y="2052"/>
                <a:ext cx="32" cy="32"/>
              </a:xfrm>
              <a:prstGeom prst="ellipse">
                <a:avLst/>
              </a:prstGeom>
              <a:solidFill>
                <a:schemeClr val="tx1"/>
              </a:solidFill>
              <a:ln w="25400">
                <a:solidFill>
                  <a:schemeClr val="tx1"/>
                </a:solidFill>
                <a:round/>
                <a:headEnd/>
                <a:tailEnd/>
              </a:ln>
            </p:spPr>
            <p:txBody>
              <a:bodyPr/>
              <a:lstStyle/>
              <a:p>
                <a:endParaRPr lang="en-US"/>
              </a:p>
            </p:txBody>
          </p:sp>
          <p:sp>
            <p:nvSpPr>
              <p:cNvPr id="56041" name="Oval 1871"/>
              <p:cNvSpPr>
                <a:spLocks noChangeArrowheads="1"/>
              </p:cNvSpPr>
              <p:nvPr/>
            </p:nvSpPr>
            <p:spPr bwMode="auto">
              <a:xfrm>
                <a:off x="4219" y="2355"/>
                <a:ext cx="32" cy="32"/>
              </a:xfrm>
              <a:prstGeom prst="ellipse">
                <a:avLst/>
              </a:prstGeom>
              <a:solidFill>
                <a:schemeClr val="tx1"/>
              </a:solidFill>
              <a:ln w="9525">
                <a:solidFill>
                  <a:schemeClr val="tx1"/>
                </a:solidFill>
                <a:round/>
                <a:headEnd/>
                <a:tailEnd/>
              </a:ln>
            </p:spPr>
            <p:txBody>
              <a:bodyPr/>
              <a:lstStyle/>
              <a:p>
                <a:endParaRPr lang="en-US"/>
              </a:p>
            </p:txBody>
          </p:sp>
          <p:sp>
            <p:nvSpPr>
              <p:cNvPr id="56042" name="Oval 1872"/>
              <p:cNvSpPr>
                <a:spLocks noChangeArrowheads="1"/>
              </p:cNvSpPr>
              <p:nvPr/>
            </p:nvSpPr>
            <p:spPr bwMode="auto">
              <a:xfrm>
                <a:off x="4219" y="2355"/>
                <a:ext cx="32" cy="32"/>
              </a:xfrm>
              <a:prstGeom prst="ellipse">
                <a:avLst/>
              </a:prstGeom>
              <a:solidFill>
                <a:schemeClr val="tx1"/>
              </a:solidFill>
              <a:ln w="25400">
                <a:solidFill>
                  <a:schemeClr val="tx1"/>
                </a:solidFill>
                <a:round/>
                <a:headEnd/>
                <a:tailEnd/>
              </a:ln>
            </p:spPr>
            <p:txBody>
              <a:bodyPr/>
              <a:lstStyle/>
              <a:p>
                <a:endParaRPr lang="en-US"/>
              </a:p>
            </p:txBody>
          </p:sp>
          <p:sp>
            <p:nvSpPr>
              <p:cNvPr id="56043" name="Oval 1873"/>
              <p:cNvSpPr>
                <a:spLocks noChangeArrowheads="1"/>
              </p:cNvSpPr>
              <p:nvPr/>
            </p:nvSpPr>
            <p:spPr bwMode="auto">
              <a:xfrm>
                <a:off x="4211" y="2666"/>
                <a:ext cx="32" cy="32"/>
              </a:xfrm>
              <a:prstGeom prst="ellipse">
                <a:avLst/>
              </a:prstGeom>
              <a:solidFill>
                <a:schemeClr val="tx1"/>
              </a:solidFill>
              <a:ln w="9525">
                <a:solidFill>
                  <a:schemeClr val="tx1"/>
                </a:solidFill>
                <a:round/>
                <a:headEnd/>
                <a:tailEnd/>
              </a:ln>
            </p:spPr>
            <p:txBody>
              <a:bodyPr/>
              <a:lstStyle/>
              <a:p>
                <a:endParaRPr lang="en-US"/>
              </a:p>
            </p:txBody>
          </p:sp>
          <p:sp>
            <p:nvSpPr>
              <p:cNvPr id="56044" name="Oval 1874"/>
              <p:cNvSpPr>
                <a:spLocks noChangeArrowheads="1"/>
              </p:cNvSpPr>
              <p:nvPr/>
            </p:nvSpPr>
            <p:spPr bwMode="auto">
              <a:xfrm>
                <a:off x="4211" y="2666"/>
                <a:ext cx="32" cy="32"/>
              </a:xfrm>
              <a:prstGeom prst="ellipse">
                <a:avLst/>
              </a:prstGeom>
              <a:solidFill>
                <a:schemeClr val="tx1"/>
              </a:solidFill>
              <a:ln w="25400">
                <a:solidFill>
                  <a:schemeClr val="tx1"/>
                </a:solidFill>
                <a:round/>
                <a:headEnd/>
                <a:tailEnd/>
              </a:ln>
            </p:spPr>
            <p:txBody>
              <a:bodyPr/>
              <a:lstStyle/>
              <a:p>
                <a:endParaRPr lang="en-US"/>
              </a:p>
            </p:txBody>
          </p:sp>
          <p:sp>
            <p:nvSpPr>
              <p:cNvPr id="56045" name="Oval 1875"/>
              <p:cNvSpPr>
                <a:spLocks noChangeArrowheads="1"/>
              </p:cNvSpPr>
              <p:nvPr/>
            </p:nvSpPr>
            <p:spPr bwMode="auto">
              <a:xfrm>
                <a:off x="4203" y="2969"/>
                <a:ext cx="40" cy="32"/>
              </a:xfrm>
              <a:prstGeom prst="ellipse">
                <a:avLst/>
              </a:prstGeom>
              <a:solidFill>
                <a:schemeClr val="tx1"/>
              </a:solidFill>
              <a:ln w="9525">
                <a:solidFill>
                  <a:schemeClr val="tx1"/>
                </a:solidFill>
                <a:round/>
                <a:headEnd/>
                <a:tailEnd/>
              </a:ln>
            </p:spPr>
            <p:txBody>
              <a:bodyPr/>
              <a:lstStyle/>
              <a:p>
                <a:endParaRPr lang="en-US"/>
              </a:p>
            </p:txBody>
          </p:sp>
          <p:sp>
            <p:nvSpPr>
              <p:cNvPr id="56046" name="Oval 1876"/>
              <p:cNvSpPr>
                <a:spLocks noChangeArrowheads="1"/>
              </p:cNvSpPr>
              <p:nvPr/>
            </p:nvSpPr>
            <p:spPr bwMode="auto">
              <a:xfrm>
                <a:off x="4203" y="2969"/>
                <a:ext cx="40" cy="32"/>
              </a:xfrm>
              <a:prstGeom prst="ellipse">
                <a:avLst/>
              </a:prstGeom>
              <a:solidFill>
                <a:schemeClr val="tx1"/>
              </a:solidFill>
              <a:ln w="25400">
                <a:solidFill>
                  <a:schemeClr val="tx1"/>
                </a:solidFill>
                <a:round/>
                <a:headEnd/>
                <a:tailEnd/>
              </a:ln>
            </p:spPr>
            <p:txBody>
              <a:bodyPr/>
              <a:lstStyle/>
              <a:p>
                <a:endParaRPr lang="en-US"/>
              </a:p>
            </p:txBody>
          </p:sp>
        </p:grpSp>
        <p:grpSp>
          <p:nvGrpSpPr>
            <p:cNvPr id="55426" name="Group 1877"/>
            <p:cNvGrpSpPr>
              <a:grpSpLocks/>
            </p:cNvGrpSpPr>
            <p:nvPr/>
          </p:nvGrpSpPr>
          <p:grpSpPr bwMode="auto">
            <a:xfrm>
              <a:off x="3317" y="2076"/>
              <a:ext cx="431" cy="284"/>
              <a:chOff x="3317" y="2076"/>
              <a:chExt cx="431" cy="284"/>
            </a:xfrm>
          </p:grpSpPr>
          <p:sp>
            <p:nvSpPr>
              <p:cNvPr id="56035" name="Freeform 1878"/>
              <p:cNvSpPr>
                <a:spLocks/>
              </p:cNvSpPr>
              <p:nvPr/>
            </p:nvSpPr>
            <p:spPr bwMode="auto">
              <a:xfrm>
                <a:off x="3620" y="2076"/>
                <a:ext cx="128" cy="104"/>
              </a:xfrm>
              <a:custGeom>
                <a:avLst/>
                <a:gdLst>
                  <a:gd name="T0" fmla="*/ 128 w 128"/>
                  <a:gd name="T1" fmla="*/ 0 h 104"/>
                  <a:gd name="T2" fmla="*/ 40 w 128"/>
                  <a:gd name="T3" fmla="*/ 104 h 104"/>
                  <a:gd name="T4" fmla="*/ 16 w 128"/>
                  <a:gd name="T5" fmla="*/ 72 h 104"/>
                  <a:gd name="T6" fmla="*/ 0 w 128"/>
                  <a:gd name="T7" fmla="*/ 48 h 104"/>
                  <a:gd name="T8" fmla="*/ 128 w 128"/>
                  <a:gd name="T9" fmla="*/ 0 h 10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8" h="104">
                    <a:moveTo>
                      <a:pt x="128" y="0"/>
                    </a:moveTo>
                    <a:lnTo>
                      <a:pt x="40" y="104"/>
                    </a:lnTo>
                    <a:lnTo>
                      <a:pt x="16" y="72"/>
                    </a:lnTo>
                    <a:lnTo>
                      <a:pt x="0" y="48"/>
                    </a:lnTo>
                    <a:lnTo>
                      <a:pt x="128" y="0"/>
                    </a:lnTo>
                    <a:close/>
                  </a:path>
                </a:pathLst>
              </a:custGeom>
              <a:solidFill>
                <a:schemeClr val="tx1"/>
              </a:solidFill>
              <a:ln w="9525">
                <a:solidFill>
                  <a:schemeClr val="tx1"/>
                </a:solidFill>
                <a:round/>
                <a:headEnd/>
                <a:tailEnd/>
              </a:ln>
            </p:spPr>
            <p:txBody>
              <a:bodyPr/>
              <a:lstStyle/>
              <a:p>
                <a:endParaRPr lang="en-US"/>
              </a:p>
            </p:txBody>
          </p:sp>
          <p:sp>
            <p:nvSpPr>
              <p:cNvPr id="56036" name="Line 1879"/>
              <p:cNvSpPr>
                <a:spLocks noChangeShapeType="1"/>
              </p:cNvSpPr>
              <p:nvPr/>
            </p:nvSpPr>
            <p:spPr bwMode="auto">
              <a:xfrm flipV="1">
                <a:off x="3317" y="2143"/>
                <a:ext cx="327" cy="217"/>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427" name="Group 1880"/>
            <p:cNvGrpSpPr>
              <a:grpSpLocks/>
            </p:cNvGrpSpPr>
            <p:nvPr/>
          </p:nvGrpSpPr>
          <p:grpSpPr bwMode="auto">
            <a:xfrm>
              <a:off x="3325" y="1733"/>
              <a:ext cx="415" cy="56"/>
              <a:chOff x="3325" y="1733"/>
              <a:chExt cx="415" cy="56"/>
            </a:xfrm>
          </p:grpSpPr>
          <p:sp>
            <p:nvSpPr>
              <p:cNvPr id="56027" name="Freeform 1881"/>
              <p:cNvSpPr>
                <a:spLocks/>
              </p:cNvSpPr>
              <p:nvPr/>
            </p:nvSpPr>
            <p:spPr bwMode="auto">
              <a:xfrm>
                <a:off x="3628" y="1733"/>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chemeClr val="tx1"/>
              </a:solidFill>
              <a:ln w="9525">
                <a:solidFill>
                  <a:schemeClr val="tx1"/>
                </a:solidFill>
                <a:round/>
                <a:headEnd/>
                <a:tailEnd/>
              </a:ln>
            </p:spPr>
            <p:txBody>
              <a:bodyPr/>
              <a:lstStyle/>
              <a:p>
                <a:endParaRPr lang="en-US"/>
              </a:p>
            </p:txBody>
          </p:sp>
          <p:grpSp>
            <p:nvGrpSpPr>
              <p:cNvPr id="56028" name="Group 1882"/>
              <p:cNvGrpSpPr>
                <a:grpSpLocks/>
              </p:cNvGrpSpPr>
              <p:nvPr/>
            </p:nvGrpSpPr>
            <p:grpSpPr bwMode="auto">
              <a:xfrm>
                <a:off x="3325" y="1757"/>
                <a:ext cx="295" cy="1"/>
                <a:chOff x="3325" y="1757"/>
                <a:chExt cx="295" cy="1"/>
              </a:xfrm>
            </p:grpSpPr>
            <p:sp>
              <p:nvSpPr>
                <p:cNvPr id="56029" name="Line 1883"/>
                <p:cNvSpPr>
                  <a:spLocks noChangeShapeType="1"/>
                </p:cNvSpPr>
                <p:nvPr/>
              </p:nvSpPr>
              <p:spPr bwMode="auto">
                <a:xfrm>
                  <a:off x="3325"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030" name="Line 1884"/>
                <p:cNvSpPr>
                  <a:spLocks noChangeShapeType="1"/>
                </p:cNvSpPr>
                <p:nvPr/>
              </p:nvSpPr>
              <p:spPr bwMode="auto">
                <a:xfrm>
                  <a:off x="3381"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031" name="Line 1885"/>
                <p:cNvSpPr>
                  <a:spLocks noChangeShapeType="1"/>
                </p:cNvSpPr>
                <p:nvPr/>
              </p:nvSpPr>
              <p:spPr bwMode="auto">
                <a:xfrm>
                  <a:off x="3437"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032" name="Line 1886"/>
                <p:cNvSpPr>
                  <a:spLocks noChangeShapeType="1"/>
                </p:cNvSpPr>
                <p:nvPr/>
              </p:nvSpPr>
              <p:spPr bwMode="auto">
                <a:xfrm>
                  <a:off x="3493" y="1757"/>
                  <a:ext cx="23"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033" name="Line 1887"/>
                <p:cNvSpPr>
                  <a:spLocks noChangeShapeType="1"/>
                </p:cNvSpPr>
                <p:nvPr/>
              </p:nvSpPr>
              <p:spPr bwMode="auto">
                <a:xfrm>
                  <a:off x="3548"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034" name="Line 1888"/>
                <p:cNvSpPr>
                  <a:spLocks noChangeShapeType="1"/>
                </p:cNvSpPr>
                <p:nvPr/>
              </p:nvSpPr>
              <p:spPr bwMode="auto">
                <a:xfrm>
                  <a:off x="3604" y="1757"/>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428" name="Group 1889"/>
            <p:cNvGrpSpPr>
              <a:grpSpLocks/>
            </p:cNvGrpSpPr>
            <p:nvPr/>
          </p:nvGrpSpPr>
          <p:grpSpPr bwMode="auto">
            <a:xfrm>
              <a:off x="3788" y="1733"/>
              <a:ext cx="415" cy="56"/>
              <a:chOff x="3788" y="1733"/>
              <a:chExt cx="415" cy="56"/>
            </a:xfrm>
          </p:grpSpPr>
          <p:sp>
            <p:nvSpPr>
              <p:cNvPr id="56019" name="Freeform 1890"/>
              <p:cNvSpPr>
                <a:spLocks/>
              </p:cNvSpPr>
              <p:nvPr/>
            </p:nvSpPr>
            <p:spPr bwMode="auto">
              <a:xfrm>
                <a:off x="4091" y="1733"/>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chemeClr val="tx1"/>
              </a:solidFill>
              <a:ln w="9525">
                <a:solidFill>
                  <a:schemeClr val="tx1"/>
                </a:solidFill>
                <a:round/>
                <a:headEnd/>
                <a:tailEnd/>
              </a:ln>
            </p:spPr>
            <p:txBody>
              <a:bodyPr/>
              <a:lstStyle/>
              <a:p>
                <a:endParaRPr lang="en-US"/>
              </a:p>
            </p:txBody>
          </p:sp>
          <p:grpSp>
            <p:nvGrpSpPr>
              <p:cNvPr id="56020" name="Group 1891"/>
              <p:cNvGrpSpPr>
                <a:grpSpLocks/>
              </p:cNvGrpSpPr>
              <p:nvPr/>
            </p:nvGrpSpPr>
            <p:grpSpPr bwMode="auto">
              <a:xfrm>
                <a:off x="3788" y="1757"/>
                <a:ext cx="295" cy="1"/>
                <a:chOff x="3788" y="1757"/>
                <a:chExt cx="295" cy="1"/>
              </a:xfrm>
            </p:grpSpPr>
            <p:sp>
              <p:nvSpPr>
                <p:cNvPr id="56021" name="Line 1892"/>
                <p:cNvSpPr>
                  <a:spLocks noChangeShapeType="1"/>
                </p:cNvSpPr>
                <p:nvPr/>
              </p:nvSpPr>
              <p:spPr bwMode="auto">
                <a:xfrm>
                  <a:off x="3788"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022" name="Line 1893"/>
                <p:cNvSpPr>
                  <a:spLocks noChangeShapeType="1"/>
                </p:cNvSpPr>
                <p:nvPr/>
              </p:nvSpPr>
              <p:spPr bwMode="auto">
                <a:xfrm>
                  <a:off x="3844"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023" name="Line 1894"/>
                <p:cNvSpPr>
                  <a:spLocks noChangeShapeType="1"/>
                </p:cNvSpPr>
                <p:nvPr/>
              </p:nvSpPr>
              <p:spPr bwMode="auto">
                <a:xfrm>
                  <a:off x="3900"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024" name="Line 1895"/>
                <p:cNvSpPr>
                  <a:spLocks noChangeShapeType="1"/>
                </p:cNvSpPr>
                <p:nvPr/>
              </p:nvSpPr>
              <p:spPr bwMode="auto">
                <a:xfrm>
                  <a:off x="3956"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025" name="Line 1896"/>
                <p:cNvSpPr>
                  <a:spLocks noChangeShapeType="1"/>
                </p:cNvSpPr>
                <p:nvPr/>
              </p:nvSpPr>
              <p:spPr bwMode="auto">
                <a:xfrm>
                  <a:off x="4011"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026" name="Line 1897"/>
                <p:cNvSpPr>
                  <a:spLocks noChangeShapeType="1"/>
                </p:cNvSpPr>
                <p:nvPr/>
              </p:nvSpPr>
              <p:spPr bwMode="auto">
                <a:xfrm>
                  <a:off x="4067" y="1757"/>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429" name="Group 1898"/>
            <p:cNvGrpSpPr>
              <a:grpSpLocks/>
            </p:cNvGrpSpPr>
            <p:nvPr/>
          </p:nvGrpSpPr>
          <p:grpSpPr bwMode="auto">
            <a:xfrm>
              <a:off x="3325" y="2044"/>
              <a:ext cx="423" cy="56"/>
              <a:chOff x="3325" y="2044"/>
              <a:chExt cx="423" cy="56"/>
            </a:xfrm>
          </p:grpSpPr>
          <p:sp>
            <p:nvSpPr>
              <p:cNvPr id="56011" name="Freeform 1899"/>
              <p:cNvSpPr>
                <a:spLocks/>
              </p:cNvSpPr>
              <p:nvPr/>
            </p:nvSpPr>
            <p:spPr bwMode="auto">
              <a:xfrm>
                <a:off x="3628" y="2044"/>
                <a:ext cx="120" cy="56"/>
              </a:xfrm>
              <a:custGeom>
                <a:avLst/>
                <a:gdLst>
                  <a:gd name="T0" fmla="*/ 120 w 120"/>
                  <a:gd name="T1" fmla="*/ 24 h 56"/>
                  <a:gd name="T2" fmla="*/ 0 w 120"/>
                  <a:gd name="T3" fmla="*/ 56 h 56"/>
                  <a:gd name="T4" fmla="*/ 0 w 120"/>
                  <a:gd name="T5" fmla="*/ 24 h 56"/>
                  <a:gd name="T6" fmla="*/ 0 w 120"/>
                  <a:gd name="T7" fmla="*/ 0 h 56"/>
                  <a:gd name="T8" fmla="*/ 120 w 120"/>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 h="56">
                    <a:moveTo>
                      <a:pt x="120" y="24"/>
                    </a:moveTo>
                    <a:lnTo>
                      <a:pt x="0" y="56"/>
                    </a:lnTo>
                    <a:lnTo>
                      <a:pt x="0" y="24"/>
                    </a:lnTo>
                    <a:lnTo>
                      <a:pt x="0" y="0"/>
                    </a:lnTo>
                    <a:lnTo>
                      <a:pt x="120" y="24"/>
                    </a:lnTo>
                    <a:close/>
                  </a:path>
                </a:pathLst>
              </a:custGeom>
              <a:solidFill>
                <a:schemeClr val="tx1"/>
              </a:solidFill>
              <a:ln w="9525">
                <a:solidFill>
                  <a:schemeClr val="tx1"/>
                </a:solidFill>
                <a:round/>
                <a:headEnd/>
                <a:tailEnd/>
              </a:ln>
            </p:spPr>
            <p:txBody>
              <a:bodyPr/>
              <a:lstStyle/>
              <a:p>
                <a:endParaRPr lang="en-US"/>
              </a:p>
            </p:txBody>
          </p:sp>
          <p:grpSp>
            <p:nvGrpSpPr>
              <p:cNvPr id="56012" name="Group 1900"/>
              <p:cNvGrpSpPr>
                <a:grpSpLocks/>
              </p:cNvGrpSpPr>
              <p:nvPr/>
            </p:nvGrpSpPr>
            <p:grpSpPr bwMode="auto">
              <a:xfrm>
                <a:off x="3325" y="2068"/>
                <a:ext cx="295" cy="1"/>
                <a:chOff x="3325" y="2068"/>
                <a:chExt cx="295" cy="1"/>
              </a:xfrm>
            </p:grpSpPr>
            <p:sp>
              <p:nvSpPr>
                <p:cNvPr id="56013" name="Line 1901"/>
                <p:cNvSpPr>
                  <a:spLocks noChangeShapeType="1"/>
                </p:cNvSpPr>
                <p:nvPr/>
              </p:nvSpPr>
              <p:spPr bwMode="auto">
                <a:xfrm>
                  <a:off x="3325"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014" name="Line 1902"/>
                <p:cNvSpPr>
                  <a:spLocks noChangeShapeType="1"/>
                </p:cNvSpPr>
                <p:nvPr/>
              </p:nvSpPr>
              <p:spPr bwMode="auto">
                <a:xfrm>
                  <a:off x="3381"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015" name="Line 1903"/>
                <p:cNvSpPr>
                  <a:spLocks noChangeShapeType="1"/>
                </p:cNvSpPr>
                <p:nvPr/>
              </p:nvSpPr>
              <p:spPr bwMode="auto">
                <a:xfrm>
                  <a:off x="3437"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016" name="Line 1904"/>
                <p:cNvSpPr>
                  <a:spLocks noChangeShapeType="1"/>
                </p:cNvSpPr>
                <p:nvPr/>
              </p:nvSpPr>
              <p:spPr bwMode="auto">
                <a:xfrm>
                  <a:off x="3493" y="2068"/>
                  <a:ext cx="23"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017" name="Line 1905"/>
                <p:cNvSpPr>
                  <a:spLocks noChangeShapeType="1"/>
                </p:cNvSpPr>
                <p:nvPr/>
              </p:nvSpPr>
              <p:spPr bwMode="auto">
                <a:xfrm>
                  <a:off x="3548"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018" name="Line 1906"/>
                <p:cNvSpPr>
                  <a:spLocks noChangeShapeType="1"/>
                </p:cNvSpPr>
                <p:nvPr/>
              </p:nvSpPr>
              <p:spPr bwMode="auto">
                <a:xfrm>
                  <a:off x="3604" y="2068"/>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430" name="Group 1907"/>
            <p:cNvGrpSpPr>
              <a:grpSpLocks/>
            </p:cNvGrpSpPr>
            <p:nvPr/>
          </p:nvGrpSpPr>
          <p:grpSpPr bwMode="auto">
            <a:xfrm>
              <a:off x="3796" y="2036"/>
              <a:ext cx="415" cy="56"/>
              <a:chOff x="3796" y="2036"/>
              <a:chExt cx="415" cy="56"/>
            </a:xfrm>
          </p:grpSpPr>
          <p:sp>
            <p:nvSpPr>
              <p:cNvPr id="56003" name="Freeform 1908"/>
              <p:cNvSpPr>
                <a:spLocks/>
              </p:cNvSpPr>
              <p:nvPr/>
            </p:nvSpPr>
            <p:spPr bwMode="auto">
              <a:xfrm>
                <a:off x="4099"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chemeClr val="tx1"/>
              </a:solidFill>
              <a:ln w="9525">
                <a:solidFill>
                  <a:schemeClr val="tx1"/>
                </a:solidFill>
                <a:round/>
                <a:headEnd/>
                <a:tailEnd/>
              </a:ln>
            </p:spPr>
            <p:txBody>
              <a:bodyPr/>
              <a:lstStyle/>
              <a:p>
                <a:endParaRPr lang="en-US"/>
              </a:p>
            </p:txBody>
          </p:sp>
          <p:grpSp>
            <p:nvGrpSpPr>
              <p:cNvPr id="56004" name="Group 1909"/>
              <p:cNvGrpSpPr>
                <a:grpSpLocks/>
              </p:cNvGrpSpPr>
              <p:nvPr/>
            </p:nvGrpSpPr>
            <p:grpSpPr bwMode="auto">
              <a:xfrm>
                <a:off x="3796" y="2068"/>
                <a:ext cx="295" cy="1"/>
                <a:chOff x="3796" y="2068"/>
                <a:chExt cx="295" cy="1"/>
              </a:xfrm>
            </p:grpSpPr>
            <p:sp>
              <p:nvSpPr>
                <p:cNvPr id="56005" name="Line 1910"/>
                <p:cNvSpPr>
                  <a:spLocks noChangeShapeType="1"/>
                </p:cNvSpPr>
                <p:nvPr/>
              </p:nvSpPr>
              <p:spPr bwMode="auto">
                <a:xfrm>
                  <a:off x="3796"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006" name="Line 1911"/>
                <p:cNvSpPr>
                  <a:spLocks noChangeShapeType="1"/>
                </p:cNvSpPr>
                <p:nvPr/>
              </p:nvSpPr>
              <p:spPr bwMode="auto">
                <a:xfrm>
                  <a:off x="3852"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007" name="Line 1912"/>
                <p:cNvSpPr>
                  <a:spLocks noChangeShapeType="1"/>
                </p:cNvSpPr>
                <p:nvPr/>
              </p:nvSpPr>
              <p:spPr bwMode="auto">
                <a:xfrm>
                  <a:off x="3908"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008" name="Line 1913"/>
                <p:cNvSpPr>
                  <a:spLocks noChangeShapeType="1"/>
                </p:cNvSpPr>
                <p:nvPr/>
              </p:nvSpPr>
              <p:spPr bwMode="auto">
                <a:xfrm>
                  <a:off x="3964"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009" name="Line 1914"/>
                <p:cNvSpPr>
                  <a:spLocks noChangeShapeType="1"/>
                </p:cNvSpPr>
                <p:nvPr/>
              </p:nvSpPr>
              <p:spPr bwMode="auto">
                <a:xfrm>
                  <a:off x="4019"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010" name="Line 1915"/>
                <p:cNvSpPr>
                  <a:spLocks noChangeShapeType="1"/>
                </p:cNvSpPr>
                <p:nvPr/>
              </p:nvSpPr>
              <p:spPr bwMode="auto">
                <a:xfrm>
                  <a:off x="4075" y="2068"/>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431" name="Group 1916"/>
            <p:cNvGrpSpPr>
              <a:grpSpLocks/>
            </p:cNvGrpSpPr>
            <p:nvPr/>
          </p:nvGrpSpPr>
          <p:grpSpPr bwMode="auto">
            <a:xfrm>
              <a:off x="4267" y="2036"/>
              <a:ext cx="415" cy="56"/>
              <a:chOff x="4267" y="2036"/>
              <a:chExt cx="415" cy="56"/>
            </a:xfrm>
          </p:grpSpPr>
          <p:sp>
            <p:nvSpPr>
              <p:cNvPr id="55995" name="Freeform 1917"/>
              <p:cNvSpPr>
                <a:spLocks/>
              </p:cNvSpPr>
              <p:nvPr/>
            </p:nvSpPr>
            <p:spPr bwMode="auto">
              <a:xfrm>
                <a:off x="4570"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chemeClr val="tx1"/>
              </a:solidFill>
              <a:ln w="9525">
                <a:solidFill>
                  <a:schemeClr val="tx1"/>
                </a:solidFill>
                <a:round/>
                <a:headEnd/>
                <a:tailEnd/>
              </a:ln>
            </p:spPr>
            <p:txBody>
              <a:bodyPr/>
              <a:lstStyle/>
              <a:p>
                <a:endParaRPr lang="en-US"/>
              </a:p>
            </p:txBody>
          </p:sp>
          <p:grpSp>
            <p:nvGrpSpPr>
              <p:cNvPr id="55996" name="Group 1918"/>
              <p:cNvGrpSpPr>
                <a:grpSpLocks/>
              </p:cNvGrpSpPr>
              <p:nvPr/>
            </p:nvGrpSpPr>
            <p:grpSpPr bwMode="auto">
              <a:xfrm>
                <a:off x="4267" y="2068"/>
                <a:ext cx="295" cy="1"/>
                <a:chOff x="4267" y="2068"/>
                <a:chExt cx="295" cy="1"/>
              </a:xfrm>
            </p:grpSpPr>
            <p:sp>
              <p:nvSpPr>
                <p:cNvPr id="55997" name="Line 1919"/>
                <p:cNvSpPr>
                  <a:spLocks noChangeShapeType="1"/>
                </p:cNvSpPr>
                <p:nvPr/>
              </p:nvSpPr>
              <p:spPr bwMode="auto">
                <a:xfrm>
                  <a:off x="4267"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998" name="Line 1920"/>
                <p:cNvSpPr>
                  <a:spLocks noChangeShapeType="1"/>
                </p:cNvSpPr>
                <p:nvPr/>
              </p:nvSpPr>
              <p:spPr bwMode="auto">
                <a:xfrm>
                  <a:off x="4323"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999" name="Line 1921"/>
                <p:cNvSpPr>
                  <a:spLocks noChangeShapeType="1"/>
                </p:cNvSpPr>
                <p:nvPr/>
              </p:nvSpPr>
              <p:spPr bwMode="auto">
                <a:xfrm>
                  <a:off x="4379"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000" name="Line 1922"/>
                <p:cNvSpPr>
                  <a:spLocks noChangeShapeType="1"/>
                </p:cNvSpPr>
                <p:nvPr/>
              </p:nvSpPr>
              <p:spPr bwMode="auto">
                <a:xfrm>
                  <a:off x="4435"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001" name="Line 1923"/>
                <p:cNvSpPr>
                  <a:spLocks noChangeShapeType="1"/>
                </p:cNvSpPr>
                <p:nvPr/>
              </p:nvSpPr>
              <p:spPr bwMode="auto">
                <a:xfrm>
                  <a:off x="4491" y="2068"/>
                  <a:ext cx="23"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002" name="Line 1924"/>
                <p:cNvSpPr>
                  <a:spLocks noChangeShapeType="1"/>
                </p:cNvSpPr>
                <p:nvPr/>
              </p:nvSpPr>
              <p:spPr bwMode="auto">
                <a:xfrm>
                  <a:off x="4546" y="2068"/>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432" name="Group 1925"/>
            <p:cNvGrpSpPr>
              <a:grpSpLocks/>
            </p:cNvGrpSpPr>
            <p:nvPr/>
          </p:nvGrpSpPr>
          <p:grpSpPr bwMode="auto">
            <a:xfrm>
              <a:off x="4259" y="2347"/>
              <a:ext cx="415" cy="56"/>
              <a:chOff x="4259" y="2347"/>
              <a:chExt cx="415" cy="56"/>
            </a:xfrm>
          </p:grpSpPr>
          <p:sp>
            <p:nvSpPr>
              <p:cNvPr id="55987" name="Freeform 1926"/>
              <p:cNvSpPr>
                <a:spLocks/>
              </p:cNvSpPr>
              <p:nvPr/>
            </p:nvSpPr>
            <p:spPr bwMode="auto">
              <a:xfrm>
                <a:off x="4562" y="234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chemeClr val="tx1"/>
              </a:solidFill>
              <a:ln w="9525">
                <a:solidFill>
                  <a:schemeClr val="tx1"/>
                </a:solidFill>
                <a:round/>
                <a:headEnd/>
                <a:tailEnd/>
              </a:ln>
            </p:spPr>
            <p:txBody>
              <a:bodyPr/>
              <a:lstStyle/>
              <a:p>
                <a:endParaRPr lang="en-US"/>
              </a:p>
            </p:txBody>
          </p:sp>
          <p:grpSp>
            <p:nvGrpSpPr>
              <p:cNvPr id="55988" name="Group 1927"/>
              <p:cNvGrpSpPr>
                <a:grpSpLocks/>
              </p:cNvGrpSpPr>
              <p:nvPr/>
            </p:nvGrpSpPr>
            <p:grpSpPr bwMode="auto">
              <a:xfrm>
                <a:off x="4259" y="2371"/>
                <a:ext cx="295" cy="1"/>
                <a:chOff x="4259" y="2371"/>
                <a:chExt cx="295" cy="1"/>
              </a:xfrm>
            </p:grpSpPr>
            <p:sp>
              <p:nvSpPr>
                <p:cNvPr id="55989" name="Line 1928"/>
                <p:cNvSpPr>
                  <a:spLocks noChangeShapeType="1"/>
                </p:cNvSpPr>
                <p:nvPr/>
              </p:nvSpPr>
              <p:spPr bwMode="auto">
                <a:xfrm>
                  <a:off x="4259"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990" name="Line 1929"/>
                <p:cNvSpPr>
                  <a:spLocks noChangeShapeType="1"/>
                </p:cNvSpPr>
                <p:nvPr/>
              </p:nvSpPr>
              <p:spPr bwMode="auto">
                <a:xfrm>
                  <a:off x="4315"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991" name="Line 1930"/>
                <p:cNvSpPr>
                  <a:spLocks noChangeShapeType="1"/>
                </p:cNvSpPr>
                <p:nvPr/>
              </p:nvSpPr>
              <p:spPr bwMode="auto">
                <a:xfrm>
                  <a:off x="4371"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992" name="Line 1931"/>
                <p:cNvSpPr>
                  <a:spLocks noChangeShapeType="1"/>
                </p:cNvSpPr>
                <p:nvPr/>
              </p:nvSpPr>
              <p:spPr bwMode="auto">
                <a:xfrm>
                  <a:off x="4427"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993" name="Line 1932"/>
                <p:cNvSpPr>
                  <a:spLocks noChangeShapeType="1"/>
                </p:cNvSpPr>
                <p:nvPr/>
              </p:nvSpPr>
              <p:spPr bwMode="auto">
                <a:xfrm>
                  <a:off x="4483" y="2371"/>
                  <a:ext cx="23"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994" name="Line 1933"/>
                <p:cNvSpPr>
                  <a:spLocks noChangeShapeType="1"/>
                </p:cNvSpPr>
                <p:nvPr/>
              </p:nvSpPr>
              <p:spPr bwMode="auto">
                <a:xfrm>
                  <a:off x="4538" y="2371"/>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433" name="Group 1934"/>
            <p:cNvGrpSpPr>
              <a:grpSpLocks/>
            </p:cNvGrpSpPr>
            <p:nvPr/>
          </p:nvGrpSpPr>
          <p:grpSpPr bwMode="auto">
            <a:xfrm>
              <a:off x="3796" y="2347"/>
              <a:ext cx="415" cy="56"/>
              <a:chOff x="3796" y="2347"/>
              <a:chExt cx="415" cy="56"/>
            </a:xfrm>
          </p:grpSpPr>
          <p:sp>
            <p:nvSpPr>
              <p:cNvPr id="55979" name="Freeform 1935"/>
              <p:cNvSpPr>
                <a:spLocks/>
              </p:cNvSpPr>
              <p:nvPr/>
            </p:nvSpPr>
            <p:spPr bwMode="auto">
              <a:xfrm>
                <a:off x="4099" y="234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chemeClr val="tx1"/>
              </a:solidFill>
              <a:ln w="9525">
                <a:solidFill>
                  <a:schemeClr val="tx1"/>
                </a:solidFill>
                <a:round/>
                <a:headEnd/>
                <a:tailEnd/>
              </a:ln>
            </p:spPr>
            <p:txBody>
              <a:bodyPr/>
              <a:lstStyle/>
              <a:p>
                <a:endParaRPr lang="en-US"/>
              </a:p>
            </p:txBody>
          </p:sp>
          <p:grpSp>
            <p:nvGrpSpPr>
              <p:cNvPr id="55980" name="Group 1936"/>
              <p:cNvGrpSpPr>
                <a:grpSpLocks/>
              </p:cNvGrpSpPr>
              <p:nvPr/>
            </p:nvGrpSpPr>
            <p:grpSpPr bwMode="auto">
              <a:xfrm>
                <a:off x="3796" y="2371"/>
                <a:ext cx="295" cy="1"/>
                <a:chOff x="3796" y="2371"/>
                <a:chExt cx="295" cy="1"/>
              </a:xfrm>
            </p:grpSpPr>
            <p:sp>
              <p:nvSpPr>
                <p:cNvPr id="55981" name="Line 1937"/>
                <p:cNvSpPr>
                  <a:spLocks noChangeShapeType="1"/>
                </p:cNvSpPr>
                <p:nvPr/>
              </p:nvSpPr>
              <p:spPr bwMode="auto">
                <a:xfrm>
                  <a:off x="3796"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982" name="Line 1938"/>
                <p:cNvSpPr>
                  <a:spLocks noChangeShapeType="1"/>
                </p:cNvSpPr>
                <p:nvPr/>
              </p:nvSpPr>
              <p:spPr bwMode="auto">
                <a:xfrm>
                  <a:off x="3852"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983" name="Line 1939"/>
                <p:cNvSpPr>
                  <a:spLocks noChangeShapeType="1"/>
                </p:cNvSpPr>
                <p:nvPr/>
              </p:nvSpPr>
              <p:spPr bwMode="auto">
                <a:xfrm>
                  <a:off x="3908"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984" name="Line 1940"/>
                <p:cNvSpPr>
                  <a:spLocks noChangeShapeType="1"/>
                </p:cNvSpPr>
                <p:nvPr/>
              </p:nvSpPr>
              <p:spPr bwMode="auto">
                <a:xfrm>
                  <a:off x="3964"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985" name="Line 1941"/>
                <p:cNvSpPr>
                  <a:spLocks noChangeShapeType="1"/>
                </p:cNvSpPr>
                <p:nvPr/>
              </p:nvSpPr>
              <p:spPr bwMode="auto">
                <a:xfrm>
                  <a:off x="4019"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986" name="Line 1942"/>
                <p:cNvSpPr>
                  <a:spLocks noChangeShapeType="1"/>
                </p:cNvSpPr>
                <p:nvPr/>
              </p:nvSpPr>
              <p:spPr bwMode="auto">
                <a:xfrm>
                  <a:off x="4075" y="2371"/>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434" name="Group 1943"/>
            <p:cNvGrpSpPr>
              <a:grpSpLocks/>
            </p:cNvGrpSpPr>
            <p:nvPr/>
          </p:nvGrpSpPr>
          <p:grpSpPr bwMode="auto">
            <a:xfrm>
              <a:off x="3333" y="2339"/>
              <a:ext cx="415" cy="64"/>
              <a:chOff x="3333" y="2339"/>
              <a:chExt cx="415" cy="64"/>
            </a:xfrm>
          </p:grpSpPr>
          <p:sp>
            <p:nvSpPr>
              <p:cNvPr id="55971" name="Freeform 1944"/>
              <p:cNvSpPr>
                <a:spLocks/>
              </p:cNvSpPr>
              <p:nvPr/>
            </p:nvSpPr>
            <p:spPr bwMode="auto">
              <a:xfrm>
                <a:off x="3636" y="2339"/>
                <a:ext cx="112" cy="64"/>
              </a:xfrm>
              <a:custGeom>
                <a:avLst/>
                <a:gdLst>
                  <a:gd name="T0" fmla="*/ 112 w 112"/>
                  <a:gd name="T1" fmla="*/ 32 h 64"/>
                  <a:gd name="T2" fmla="*/ 0 w 112"/>
                  <a:gd name="T3" fmla="*/ 64 h 64"/>
                  <a:gd name="T4" fmla="*/ 0 w 112"/>
                  <a:gd name="T5" fmla="*/ 32 h 64"/>
                  <a:gd name="T6" fmla="*/ 0 w 112"/>
                  <a:gd name="T7" fmla="*/ 0 h 64"/>
                  <a:gd name="T8" fmla="*/ 112 w 112"/>
                  <a:gd name="T9" fmla="*/ 32 h 6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64">
                    <a:moveTo>
                      <a:pt x="112" y="32"/>
                    </a:moveTo>
                    <a:lnTo>
                      <a:pt x="0" y="64"/>
                    </a:lnTo>
                    <a:lnTo>
                      <a:pt x="0" y="32"/>
                    </a:lnTo>
                    <a:lnTo>
                      <a:pt x="0" y="0"/>
                    </a:lnTo>
                    <a:lnTo>
                      <a:pt x="112" y="32"/>
                    </a:lnTo>
                    <a:close/>
                  </a:path>
                </a:pathLst>
              </a:custGeom>
              <a:solidFill>
                <a:schemeClr val="tx1"/>
              </a:solidFill>
              <a:ln w="9525">
                <a:solidFill>
                  <a:schemeClr val="tx1"/>
                </a:solidFill>
                <a:round/>
                <a:headEnd/>
                <a:tailEnd/>
              </a:ln>
            </p:spPr>
            <p:txBody>
              <a:bodyPr/>
              <a:lstStyle/>
              <a:p>
                <a:endParaRPr lang="en-US"/>
              </a:p>
            </p:txBody>
          </p:sp>
          <p:grpSp>
            <p:nvGrpSpPr>
              <p:cNvPr id="55972" name="Group 1945"/>
              <p:cNvGrpSpPr>
                <a:grpSpLocks/>
              </p:cNvGrpSpPr>
              <p:nvPr/>
            </p:nvGrpSpPr>
            <p:grpSpPr bwMode="auto">
              <a:xfrm>
                <a:off x="3333" y="2371"/>
                <a:ext cx="295" cy="1"/>
                <a:chOff x="3333" y="2371"/>
                <a:chExt cx="295" cy="1"/>
              </a:xfrm>
            </p:grpSpPr>
            <p:sp>
              <p:nvSpPr>
                <p:cNvPr id="55973" name="Line 1946"/>
                <p:cNvSpPr>
                  <a:spLocks noChangeShapeType="1"/>
                </p:cNvSpPr>
                <p:nvPr/>
              </p:nvSpPr>
              <p:spPr bwMode="auto">
                <a:xfrm>
                  <a:off x="3333"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974" name="Line 1947"/>
                <p:cNvSpPr>
                  <a:spLocks noChangeShapeType="1"/>
                </p:cNvSpPr>
                <p:nvPr/>
              </p:nvSpPr>
              <p:spPr bwMode="auto">
                <a:xfrm>
                  <a:off x="3389"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975" name="Line 1948"/>
                <p:cNvSpPr>
                  <a:spLocks noChangeShapeType="1"/>
                </p:cNvSpPr>
                <p:nvPr/>
              </p:nvSpPr>
              <p:spPr bwMode="auto">
                <a:xfrm>
                  <a:off x="3445"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976" name="Line 1949"/>
                <p:cNvSpPr>
                  <a:spLocks noChangeShapeType="1"/>
                </p:cNvSpPr>
                <p:nvPr/>
              </p:nvSpPr>
              <p:spPr bwMode="auto">
                <a:xfrm>
                  <a:off x="3501" y="2371"/>
                  <a:ext cx="23"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977" name="Line 1950"/>
                <p:cNvSpPr>
                  <a:spLocks noChangeShapeType="1"/>
                </p:cNvSpPr>
                <p:nvPr/>
              </p:nvSpPr>
              <p:spPr bwMode="auto">
                <a:xfrm>
                  <a:off x="3556"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978" name="Line 1951"/>
                <p:cNvSpPr>
                  <a:spLocks noChangeShapeType="1"/>
                </p:cNvSpPr>
                <p:nvPr/>
              </p:nvSpPr>
              <p:spPr bwMode="auto">
                <a:xfrm>
                  <a:off x="3612" y="2371"/>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435" name="Group 1952"/>
            <p:cNvGrpSpPr>
              <a:grpSpLocks/>
            </p:cNvGrpSpPr>
            <p:nvPr/>
          </p:nvGrpSpPr>
          <p:grpSpPr bwMode="auto">
            <a:xfrm>
              <a:off x="3325" y="2650"/>
              <a:ext cx="415" cy="56"/>
              <a:chOff x="3325" y="2650"/>
              <a:chExt cx="415" cy="56"/>
            </a:xfrm>
          </p:grpSpPr>
          <p:sp>
            <p:nvSpPr>
              <p:cNvPr id="55963" name="Freeform 1953"/>
              <p:cNvSpPr>
                <a:spLocks/>
              </p:cNvSpPr>
              <p:nvPr/>
            </p:nvSpPr>
            <p:spPr bwMode="auto">
              <a:xfrm>
                <a:off x="3628" y="2650"/>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chemeClr val="tx1"/>
              </a:solidFill>
              <a:ln w="9525">
                <a:solidFill>
                  <a:schemeClr val="tx1"/>
                </a:solidFill>
                <a:round/>
                <a:headEnd/>
                <a:tailEnd/>
              </a:ln>
            </p:spPr>
            <p:txBody>
              <a:bodyPr/>
              <a:lstStyle/>
              <a:p>
                <a:endParaRPr lang="en-US"/>
              </a:p>
            </p:txBody>
          </p:sp>
          <p:grpSp>
            <p:nvGrpSpPr>
              <p:cNvPr id="55964" name="Group 1954"/>
              <p:cNvGrpSpPr>
                <a:grpSpLocks/>
              </p:cNvGrpSpPr>
              <p:nvPr/>
            </p:nvGrpSpPr>
            <p:grpSpPr bwMode="auto">
              <a:xfrm>
                <a:off x="3325" y="2674"/>
                <a:ext cx="295" cy="1"/>
                <a:chOff x="3325" y="2674"/>
                <a:chExt cx="295" cy="1"/>
              </a:xfrm>
            </p:grpSpPr>
            <p:sp>
              <p:nvSpPr>
                <p:cNvPr id="55965" name="Line 1955"/>
                <p:cNvSpPr>
                  <a:spLocks noChangeShapeType="1"/>
                </p:cNvSpPr>
                <p:nvPr/>
              </p:nvSpPr>
              <p:spPr bwMode="auto">
                <a:xfrm>
                  <a:off x="3325"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966" name="Line 1956"/>
                <p:cNvSpPr>
                  <a:spLocks noChangeShapeType="1"/>
                </p:cNvSpPr>
                <p:nvPr/>
              </p:nvSpPr>
              <p:spPr bwMode="auto">
                <a:xfrm>
                  <a:off x="3381"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967" name="Line 1957"/>
                <p:cNvSpPr>
                  <a:spLocks noChangeShapeType="1"/>
                </p:cNvSpPr>
                <p:nvPr/>
              </p:nvSpPr>
              <p:spPr bwMode="auto">
                <a:xfrm>
                  <a:off x="3437"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968" name="Line 1958"/>
                <p:cNvSpPr>
                  <a:spLocks noChangeShapeType="1"/>
                </p:cNvSpPr>
                <p:nvPr/>
              </p:nvSpPr>
              <p:spPr bwMode="auto">
                <a:xfrm>
                  <a:off x="3493" y="2674"/>
                  <a:ext cx="23"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969" name="Line 1959"/>
                <p:cNvSpPr>
                  <a:spLocks noChangeShapeType="1"/>
                </p:cNvSpPr>
                <p:nvPr/>
              </p:nvSpPr>
              <p:spPr bwMode="auto">
                <a:xfrm>
                  <a:off x="3548"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970" name="Line 1960"/>
                <p:cNvSpPr>
                  <a:spLocks noChangeShapeType="1"/>
                </p:cNvSpPr>
                <p:nvPr/>
              </p:nvSpPr>
              <p:spPr bwMode="auto">
                <a:xfrm>
                  <a:off x="3604" y="2674"/>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436" name="Group 1961"/>
            <p:cNvGrpSpPr>
              <a:grpSpLocks/>
            </p:cNvGrpSpPr>
            <p:nvPr/>
          </p:nvGrpSpPr>
          <p:grpSpPr bwMode="auto">
            <a:xfrm>
              <a:off x="3788" y="2650"/>
              <a:ext cx="415" cy="56"/>
              <a:chOff x="3788" y="2650"/>
              <a:chExt cx="415" cy="56"/>
            </a:xfrm>
          </p:grpSpPr>
          <p:sp>
            <p:nvSpPr>
              <p:cNvPr id="55955" name="Freeform 1962"/>
              <p:cNvSpPr>
                <a:spLocks/>
              </p:cNvSpPr>
              <p:nvPr/>
            </p:nvSpPr>
            <p:spPr bwMode="auto">
              <a:xfrm>
                <a:off x="4091" y="2650"/>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chemeClr val="tx1"/>
              </a:solidFill>
              <a:ln w="9525">
                <a:solidFill>
                  <a:schemeClr val="tx1"/>
                </a:solidFill>
                <a:round/>
                <a:headEnd/>
                <a:tailEnd/>
              </a:ln>
            </p:spPr>
            <p:txBody>
              <a:bodyPr/>
              <a:lstStyle/>
              <a:p>
                <a:endParaRPr lang="en-US"/>
              </a:p>
            </p:txBody>
          </p:sp>
          <p:grpSp>
            <p:nvGrpSpPr>
              <p:cNvPr id="55956" name="Group 1963"/>
              <p:cNvGrpSpPr>
                <a:grpSpLocks/>
              </p:cNvGrpSpPr>
              <p:nvPr/>
            </p:nvGrpSpPr>
            <p:grpSpPr bwMode="auto">
              <a:xfrm>
                <a:off x="3788" y="2674"/>
                <a:ext cx="295" cy="1"/>
                <a:chOff x="3788" y="2674"/>
                <a:chExt cx="295" cy="1"/>
              </a:xfrm>
            </p:grpSpPr>
            <p:sp>
              <p:nvSpPr>
                <p:cNvPr id="55957" name="Line 1964"/>
                <p:cNvSpPr>
                  <a:spLocks noChangeShapeType="1"/>
                </p:cNvSpPr>
                <p:nvPr/>
              </p:nvSpPr>
              <p:spPr bwMode="auto">
                <a:xfrm>
                  <a:off x="3788"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958" name="Line 1965"/>
                <p:cNvSpPr>
                  <a:spLocks noChangeShapeType="1"/>
                </p:cNvSpPr>
                <p:nvPr/>
              </p:nvSpPr>
              <p:spPr bwMode="auto">
                <a:xfrm>
                  <a:off x="3844"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959" name="Line 1966"/>
                <p:cNvSpPr>
                  <a:spLocks noChangeShapeType="1"/>
                </p:cNvSpPr>
                <p:nvPr/>
              </p:nvSpPr>
              <p:spPr bwMode="auto">
                <a:xfrm>
                  <a:off x="3900"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960" name="Line 1967"/>
                <p:cNvSpPr>
                  <a:spLocks noChangeShapeType="1"/>
                </p:cNvSpPr>
                <p:nvPr/>
              </p:nvSpPr>
              <p:spPr bwMode="auto">
                <a:xfrm>
                  <a:off x="3956"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961" name="Line 1968"/>
                <p:cNvSpPr>
                  <a:spLocks noChangeShapeType="1"/>
                </p:cNvSpPr>
                <p:nvPr/>
              </p:nvSpPr>
              <p:spPr bwMode="auto">
                <a:xfrm>
                  <a:off x="4011"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962" name="Line 1969"/>
                <p:cNvSpPr>
                  <a:spLocks noChangeShapeType="1"/>
                </p:cNvSpPr>
                <p:nvPr/>
              </p:nvSpPr>
              <p:spPr bwMode="auto">
                <a:xfrm>
                  <a:off x="4067" y="2674"/>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437" name="Group 1970"/>
            <p:cNvGrpSpPr>
              <a:grpSpLocks/>
            </p:cNvGrpSpPr>
            <p:nvPr/>
          </p:nvGrpSpPr>
          <p:grpSpPr bwMode="auto">
            <a:xfrm>
              <a:off x="3325" y="2953"/>
              <a:ext cx="415" cy="56"/>
              <a:chOff x="3325" y="2953"/>
              <a:chExt cx="415" cy="56"/>
            </a:xfrm>
          </p:grpSpPr>
          <p:sp>
            <p:nvSpPr>
              <p:cNvPr id="55947" name="Freeform 1971"/>
              <p:cNvSpPr>
                <a:spLocks/>
              </p:cNvSpPr>
              <p:nvPr/>
            </p:nvSpPr>
            <p:spPr bwMode="auto">
              <a:xfrm>
                <a:off x="3628"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chemeClr val="tx1"/>
              </a:solidFill>
              <a:ln w="9525">
                <a:solidFill>
                  <a:schemeClr val="tx1"/>
                </a:solidFill>
                <a:round/>
                <a:headEnd/>
                <a:tailEnd/>
              </a:ln>
            </p:spPr>
            <p:txBody>
              <a:bodyPr/>
              <a:lstStyle/>
              <a:p>
                <a:endParaRPr lang="en-US"/>
              </a:p>
            </p:txBody>
          </p:sp>
          <p:grpSp>
            <p:nvGrpSpPr>
              <p:cNvPr id="55948" name="Group 1972"/>
              <p:cNvGrpSpPr>
                <a:grpSpLocks/>
              </p:cNvGrpSpPr>
              <p:nvPr/>
            </p:nvGrpSpPr>
            <p:grpSpPr bwMode="auto">
              <a:xfrm>
                <a:off x="3325" y="2985"/>
                <a:ext cx="295" cy="1"/>
                <a:chOff x="3325" y="2985"/>
                <a:chExt cx="295" cy="1"/>
              </a:xfrm>
            </p:grpSpPr>
            <p:sp>
              <p:nvSpPr>
                <p:cNvPr id="55949" name="Line 1973"/>
                <p:cNvSpPr>
                  <a:spLocks noChangeShapeType="1"/>
                </p:cNvSpPr>
                <p:nvPr/>
              </p:nvSpPr>
              <p:spPr bwMode="auto">
                <a:xfrm>
                  <a:off x="3325"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950" name="Line 1974"/>
                <p:cNvSpPr>
                  <a:spLocks noChangeShapeType="1"/>
                </p:cNvSpPr>
                <p:nvPr/>
              </p:nvSpPr>
              <p:spPr bwMode="auto">
                <a:xfrm>
                  <a:off x="3381"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951" name="Line 1975"/>
                <p:cNvSpPr>
                  <a:spLocks noChangeShapeType="1"/>
                </p:cNvSpPr>
                <p:nvPr/>
              </p:nvSpPr>
              <p:spPr bwMode="auto">
                <a:xfrm>
                  <a:off x="3437"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952" name="Line 1976"/>
                <p:cNvSpPr>
                  <a:spLocks noChangeShapeType="1"/>
                </p:cNvSpPr>
                <p:nvPr/>
              </p:nvSpPr>
              <p:spPr bwMode="auto">
                <a:xfrm>
                  <a:off x="3493" y="2985"/>
                  <a:ext cx="23"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953" name="Line 1977"/>
                <p:cNvSpPr>
                  <a:spLocks noChangeShapeType="1"/>
                </p:cNvSpPr>
                <p:nvPr/>
              </p:nvSpPr>
              <p:spPr bwMode="auto">
                <a:xfrm>
                  <a:off x="3548"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954" name="Line 1978"/>
                <p:cNvSpPr>
                  <a:spLocks noChangeShapeType="1"/>
                </p:cNvSpPr>
                <p:nvPr/>
              </p:nvSpPr>
              <p:spPr bwMode="auto">
                <a:xfrm>
                  <a:off x="3604" y="2985"/>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438" name="Group 1979"/>
            <p:cNvGrpSpPr>
              <a:grpSpLocks/>
            </p:cNvGrpSpPr>
            <p:nvPr/>
          </p:nvGrpSpPr>
          <p:grpSpPr bwMode="auto">
            <a:xfrm>
              <a:off x="3788" y="2953"/>
              <a:ext cx="415" cy="56"/>
              <a:chOff x="3788" y="2953"/>
              <a:chExt cx="415" cy="56"/>
            </a:xfrm>
          </p:grpSpPr>
          <p:sp>
            <p:nvSpPr>
              <p:cNvPr id="55939" name="Freeform 1980"/>
              <p:cNvSpPr>
                <a:spLocks/>
              </p:cNvSpPr>
              <p:nvPr/>
            </p:nvSpPr>
            <p:spPr bwMode="auto">
              <a:xfrm>
                <a:off x="4091"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chemeClr val="tx1"/>
              </a:solidFill>
              <a:ln w="9525">
                <a:solidFill>
                  <a:schemeClr val="tx1"/>
                </a:solidFill>
                <a:round/>
                <a:headEnd/>
                <a:tailEnd/>
              </a:ln>
            </p:spPr>
            <p:txBody>
              <a:bodyPr/>
              <a:lstStyle/>
              <a:p>
                <a:endParaRPr lang="en-US"/>
              </a:p>
            </p:txBody>
          </p:sp>
          <p:grpSp>
            <p:nvGrpSpPr>
              <p:cNvPr id="55940" name="Group 1981"/>
              <p:cNvGrpSpPr>
                <a:grpSpLocks/>
              </p:cNvGrpSpPr>
              <p:nvPr/>
            </p:nvGrpSpPr>
            <p:grpSpPr bwMode="auto">
              <a:xfrm>
                <a:off x="3788" y="2985"/>
                <a:ext cx="295" cy="1"/>
                <a:chOff x="3788" y="2985"/>
                <a:chExt cx="295" cy="1"/>
              </a:xfrm>
            </p:grpSpPr>
            <p:sp>
              <p:nvSpPr>
                <p:cNvPr id="55941" name="Line 1982"/>
                <p:cNvSpPr>
                  <a:spLocks noChangeShapeType="1"/>
                </p:cNvSpPr>
                <p:nvPr/>
              </p:nvSpPr>
              <p:spPr bwMode="auto">
                <a:xfrm>
                  <a:off x="3788"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942" name="Line 1983"/>
                <p:cNvSpPr>
                  <a:spLocks noChangeShapeType="1"/>
                </p:cNvSpPr>
                <p:nvPr/>
              </p:nvSpPr>
              <p:spPr bwMode="auto">
                <a:xfrm>
                  <a:off x="3844"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943" name="Line 1984"/>
                <p:cNvSpPr>
                  <a:spLocks noChangeShapeType="1"/>
                </p:cNvSpPr>
                <p:nvPr/>
              </p:nvSpPr>
              <p:spPr bwMode="auto">
                <a:xfrm>
                  <a:off x="3900"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944" name="Line 1985"/>
                <p:cNvSpPr>
                  <a:spLocks noChangeShapeType="1"/>
                </p:cNvSpPr>
                <p:nvPr/>
              </p:nvSpPr>
              <p:spPr bwMode="auto">
                <a:xfrm>
                  <a:off x="3956"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945" name="Line 1986"/>
                <p:cNvSpPr>
                  <a:spLocks noChangeShapeType="1"/>
                </p:cNvSpPr>
                <p:nvPr/>
              </p:nvSpPr>
              <p:spPr bwMode="auto">
                <a:xfrm>
                  <a:off x="4011"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946" name="Line 1987"/>
                <p:cNvSpPr>
                  <a:spLocks noChangeShapeType="1"/>
                </p:cNvSpPr>
                <p:nvPr/>
              </p:nvSpPr>
              <p:spPr bwMode="auto">
                <a:xfrm>
                  <a:off x="4067" y="2985"/>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439" name="Group 1988"/>
            <p:cNvGrpSpPr>
              <a:grpSpLocks/>
            </p:cNvGrpSpPr>
            <p:nvPr/>
          </p:nvGrpSpPr>
          <p:grpSpPr bwMode="auto">
            <a:xfrm>
              <a:off x="4251" y="2953"/>
              <a:ext cx="415" cy="56"/>
              <a:chOff x="4251" y="2953"/>
              <a:chExt cx="415" cy="56"/>
            </a:xfrm>
          </p:grpSpPr>
          <p:sp>
            <p:nvSpPr>
              <p:cNvPr id="55931" name="Freeform 1989"/>
              <p:cNvSpPr>
                <a:spLocks/>
              </p:cNvSpPr>
              <p:nvPr/>
            </p:nvSpPr>
            <p:spPr bwMode="auto">
              <a:xfrm>
                <a:off x="4554"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chemeClr val="tx1"/>
              </a:solidFill>
              <a:ln w="9525">
                <a:solidFill>
                  <a:schemeClr val="tx1"/>
                </a:solidFill>
                <a:round/>
                <a:headEnd/>
                <a:tailEnd/>
              </a:ln>
            </p:spPr>
            <p:txBody>
              <a:bodyPr/>
              <a:lstStyle/>
              <a:p>
                <a:endParaRPr lang="en-US"/>
              </a:p>
            </p:txBody>
          </p:sp>
          <p:grpSp>
            <p:nvGrpSpPr>
              <p:cNvPr id="55932" name="Group 1990"/>
              <p:cNvGrpSpPr>
                <a:grpSpLocks/>
              </p:cNvGrpSpPr>
              <p:nvPr/>
            </p:nvGrpSpPr>
            <p:grpSpPr bwMode="auto">
              <a:xfrm>
                <a:off x="4251" y="2985"/>
                <a:ext cx="295" cy="1"/>
                <a:chOff x="4251" y="2985"/>
                <a:chExt cx="295" cy="1"/>
              </a:xfrm>
            </p:grpSpPr>
            <p:sp>
              <p:nvSpPr>
                <p:cNvPr id="55933" name="Line 1991"/>
                <p:cNvSpPr>
                  <a:spLocks noChangeShapeType="1"/>
                </p:cNvSpPr>
                <p:nvPr/>
              </p:nvSpPr>
              <p:spPr bwMode="auto">
                <a:xfrm>
                  <a:off x="4251"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934" name="Line 1992"/>
                <p:cNvSpPr>
                  <a:spLocks noChangeShapeType="1"/>
                </p:cNvSpPr>
                <p:nvPr/>
              </p:nvSpPr>
              <p:spPr bwMode="auto">
                <a:xfrm>
                  <a:off x="4307"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935" name="Line 1993"/>
                <p:cNvSpPr>
                  <a:spLocks noChangeShapeType="1"/>
                </p:cNvSpPr>
                <p:nvPr/>
              </p:nvSpPr>
              <p:spPr bwMode="auto">
                <a:xfrm>
                  <a:off x="4363"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936" name="Line 1994"/>
                <p:cNvSpPr>
                  <a:spLocks noChangeShapeType="1"/>
                </p:cNvSpPr>
                <p:nvPr/>
              </p:nvSpPr>
              <p:spPr bwMode="auto">
                <a:xfrm>
                  <a:off x="4419"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937" name="Line 1995"/>
                <p:cNvSpPr>
                  <a:spLocks noChangeShapeType="1"/>
                </p:cNvSpPr>
                <p:nvPr/>
              </p:nvSpPr>
              <p:spPr bwMode="auto">
                <a:xfrm>
                  <a:off x="4475"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938" name="Line 1996"/>
                <p:cNvSpPr>
                  <a:spLocks noChangeShapeType="1"/>
                </p:cNvSpPr>
                <p:nvPr/>
              </p:nvSpPr>
              <p:spPr bwMode="auto">
                <a:xfrm>
                  <a:off x="4530" y="2985"/>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440" name="Group 1997"/>
            <p:cNvGrpSpPr>
              <a:grpSpLocks/>
            </p:cNvGrpSpPr>
            <p:nvPr/>
          </p:nvGrpSpPr>
          <p:grpSpPr bwMode="auto">
            <a:xfrm>
              <a:off x="4674" y="1741"/>
              <a:ext cx="40" cy="1260"/>
              <a:chOff x="4674" y="1741"/>
              <a:chExt cx="40" cy="1260"/>
            </a:xfrm>
          </p:grpSpPr>
          <p:sp>
            <p:nvSpPr>
              <p:cNvPr id="55921" name="Oval 1998"/>
              <p:cNvSpPr>
                <a:spLocks noChangeArrowheads="1"/>
              </p:cNvSpPr>
              <p:nvPr/>
            </p:nvSpPr>
            <p:spPr bwMode="auto">
              <a:xfrm>
                <a:off x="4674" y="1741"/>
                <a:ext cx="32" cy="40"/>
              </a:xfrm>
              <a:prstGeom prst="ellipse">
                <a:avLst/>
              </a:prstGeom>
              <a:solidFill>
                <a:schemeClr val="tx1"/>
              </a:solidFill>
              <a:ln w="9525">
                <a:solidFill>
                  <a:schemeClr val="tx1"/>
                </a:solidFill>
                <a:round/>
                <a:headEnd/>
                <a:tailEnd/>
              </a:ln>
            </p:spPr>
            <p:txBody>
              <a:bodyPr/>
              <a:lstStyle/>
              <a:p>
                <a:endParaRPr lang="en-US"/>
              </a:p>
            </p:txBody>
          </p:sp>
          <p:sp>
            <p:nvSpPr>
              <p:cNvPr id="55922" name="Oval 1999"/>
              <p:cNvSpPr>
                <a:spLocks noChangeArrowheads="1"/>
              </p:cNvSpPr>
              <p:nvPr/>
            </p:nvSpPr>
            <p:spPr bwMode="auto">
              <a:xfrm>
                <a:off x="4674" y="1741"/>
                <a:ext cx="32" cy="40"/>
              </a:xfrm>
              <a:prstGeom prst="ellipse">
                <a:avLst/>
              </a:prstGeom>
              <a:solidFill>
                <a:schemeClr val="tx1"/>
              </a:solidFill>
              <a:ln w="25400">
                <a:solidFill>
                  <a:schemeClr val="tx1"/>
                </a:solidFill>
                <a:round/>
                <a:headEnd/>
                <a:tailEnd/>
              </a:ln>
            </p:spPr>
            <p:txBody>
              <a:bodyPr/>
              <a:lstStyle/>
              <a:p>
                <a:endParaRPr lang="en-US"/>
              </a:p>
            </p:txBody>
          </p:sp>
          <p:sp>
            <p:nvSpPr>
              <p:cNvPr id="55923" name="Oval 2000"/>
              <p:cNvSpPr>
                <a:spLocks noChangeArrowheads="1"/>
              </p:cNvSpPr>
              <p:nvPr/>
            </p:nvSpPr>
            <p:spPr bwMode="auto">
              <a:xfrm>
                <a:off x="4682" y="2044"/>
                <a:ext cx="32" cy="40"/>
              </a:xfrm>
              <a:prstGeom prst="ellipse">
                <a:avLst/>
              </a:prstGeom>
              <a:solidFill>
                <a:schemeClr val="tx1"/>
              </a:solidFill>
              <a:ln w="9525">
                <a:solidFill>
                  <a:schemeClr val="tx1"/>
                </a:solidFill>
                <a:round/>
                <a:headEnd/>
                <a:tailEnd/>
              </a:ln>
            </p:spPr>
            <p:txBody>
              <a:bodyPr/>
              <a:lstStyle/>
              <a:p>
                <a:endParaRPr lang="en-US"/>
              </a:p>
            </p:txBody>
          </p:sp>
          <p:sp>
            <p:nvSpPr>
              <p:cNvPr id="55924" name="Oval 2001"/>
              <p:cNvSpPr>
                <a:spLocks noChangeArrowheads="1"/>
              </p:cNvSpPr>
              <p:nvPr/>
            </p:nvSpPr>
            <p:spPr bwMode="auto">
              <a:xfrm>
                <a:off x="4682" y="2044"/>
                <a:ext cx="32" cy="40"/>
              </a:xfrm>
              <a:prstGeom prst="ellipse">
                <a:avLst/>
              </a:prstGeom>
              <a:solidFill>
                <a:schemeClr val="tx1"/>
              </a:solidFill>
              <a:ln w="25400">
                <a:solidFill>
                  <a:schemeClr val="tx1"/>
                </a:solidFill>
                <a:round/>
                <a:headEnd/>
                <a:tailEnd/>
              </a:ln>
            </p:spPr>
            <p:txBody>
              <a:bodyPr/>
              <a:lstStyle/>
              <a:p>
                <a:endParaRPr lang="en-US"/>
              </a:p>
            </p:txBody>
          </p:sp>
          <p:sp>
            <p:nvSpPr>
              <p:cNvPr id="55925" name="Oval 2002"/>
              <p:cNvSpPr>
                <a:spLocks noChangeArrowheads="1"/>
              </p:cNvSpPr>
              <p:nvPr/>
            </p:nvSpPr>
            <p:spPr bwMode="auto">
              <a:xfrm>
                <a:off x="4682" y="2355"/>
                <a:ext cx="32" cy="32"/>
              </a:xfrm>
              <a:prstGeom prst="ellipse">
                <a:avLst/>
              </a:prstGeom>
              <a:solidFill>
                <a:schemeClr val="tx1"/>
              </a:solidFill>
              <a:ln w="9525">
                <a:solidFill>
                  <a:schemeClr val="tx1"/>
                </a:solidFill>
                <a:round/>
                <a:headEnd/>
                <a:tailEnd/>
              </a:ln>
            </p:spPr>
            <p:txBody>
              <a:bodyPr/>
              <a:lstStyle/>
              <a:p>
                <a:endParaRPr lang="en-US"/>
              </a:p>
            </p:txBody>
          </p:sp>
          <p:sp>
            <p:nvSpPr>
              <p:cNvPr id="55926" name="Oval 2003"/>
              <p:cNvSpPr>
                <a:spLocks noChangeArrowheads="1"/>
              </p:cNvSpPr>
              <p:nvPr/>
            </p:nvSpPr>
            <p:spPr bwMode="auto">
              <a:xfrm>
                <a:off x="4682" y="2355"/>
                <a:ext cx="32" cy="32"/>
              </a:xfrm>
              <a:prstGeom prst="ellipse">
                <a:avLst/>
              </a:prstGeom>
              <a:solidFill>
                <a:schemeClr val="tx1"/>
              </a:solidFill>
              <a:ln w="25400">
                <a:solidFill>
                  <a:schemeClr val="tx1"/>
                </a:solidFill>
                <a:round/>
                <a:headEnd/>
                <a:tailEnd/>
              </a:ln>
            </p:spPr>
            <p:txBody>
              <a:bodyPr/>
              <a:lstStyle/>
              <a:p>
                <a:endParaRPr lang="en-US"/>
              </a:p>
            </p:txBody>
          </p:sp>
          <p:sp>
            <p:nvSpPr>
              <p:cNvPr id="55927" name="Oval 2004"/>
              <p:cNvSpPr>
                <a:spLocks noChangeArrowheads="1"/>
              </p:cNvSpPr>
              <p:nvPr/>
            </p:nvSpPr>
            <p:spPr bwMode="auto">
              <a:xfrm>
                <a:off x="4674" y="2658"/>
                <a:ext cx="32" cy="40"/>
              </a:xfrm>
              <a:prstGeom prst="ellipse">
                <a:avLst/>
              </a:prstGeom>
              <a:solidFill>
                <a:schemeClr val="tx1"/>
              </a:solidFill>
              <a:ln w="9525">
                <a:solidFill>
                  <a:schemeClr val="tx1"/>
                </a:solidFill>
                <a:round/>
                <a:headEnd/>
                <a:tailEnd/>
              </a:ln>
            </p:spPr>
            <p:txBody>
              <a:bodyPr/>
              <a:lstStyle/>
              <a:p>
                <a:endParaRPr lang="en-US"/>
              </a:p>
            </p:txBody>
          </p:sp>
          <p:sp>
            <p:nvSpPr>
              <p:cNvPr id="55928" name="Oval 2005"/>
              <p:cNvSpPr>
                <a:spLocks noChangeArrowheads="1"/>
              </p:cNvSpPr>
              <p:nvPr/>
            </p:nvSpPr>
            <p:spPr bwMode="auto">
              <a:xfrm>
                <a:off x="4674" y="2658"/>
                <a:ext cx="32" cy="40"/>
              </a:xfrm>
              <a:prstGeom prst="ellipse">
                <a:avLst/>
              </a:prstGeom>
              <a:solidFill>
                <a:schemeClr val="tx1"/>
              </a:solidFill>
              <a:ln w="25400">
                <a:solidFill>
                  <a:schemeClr val="tx1"/>
                </a:solidFill>
                <a:round/>
                <a:headEnd/>
                <a:tailEnd/>
              </a:ln>
            </p:spPr>
            <p:txBody>
              <a:bodyPr/>
              <a:lstStyle/>
              <a:p>
                <a:endParaRPr lang="en-US"/>
              </a:p>
            </p:txBody>
          </p:sp>
          <p:sp>
            <p:nvSpPr>
              <p:cNvPr id="55929" name="Oval 2006"/>
              <p:cNvSpPr>
                <a:spLocks noChangeArrowheads="1"/>
              </p:cNvSpPr>
              <p:nvPr/>
            </p:nvSpPr>
            <p:spPr bwMode="auto">
              <a:xfrm>
                <a:off x="4674" y="2969"/>
                <a:ext cx="32" cy="32"/>
              </a:xfrm>
              <a:prstGeom prst="ellipse">
                <a:avLst/>
              </a:prstGeom>
              <a:solidFill>
                <a:schemeClr val="tx1"/>
              </a:solidFill>
              <a:ln w="9525">
                <a:solidFill>
                  <a:schemeClr val="tx1"/>
                </a:solidFill>
                <a:round/>
                <a:headEnd/>
                <a:tailEnd/>
              </a:ln>
            </p:spPr>
            <p:txBody>
              <a:bodyPr/>
              <a:lstStyle/>
              <a:p>
                <a:endParaRPr lang="en-US"/>
              </a:p>
            </p:txBody>
          </p:sp>
          <p:sp>
            <p:nvSpPr>
              <p:cNvPr id="55930" name="Oval 2007"/>
              <p:cNvSpPr>
                <a:spLocks noChangeArrowheads="1"/>
              </p:cNvSpPr>
              <p:nvPr/>
            </p:nvSpPr>
            <p:spPr bwMode="auto">
              <a:xfrm>
                <a:off x="4674" y="2969"/>
                <a:ext cx="32" cy="32"/>
              </a:xfrm>
              <a:prstGeom prst="ellipse">
                <a:avLst/>
              </a:prstGeom>
              <a:solidFill>
                <a:schemeClr val="tx1"/>
              </a:solidFill>
              <a:ln w="25400">
                <a:solidFill>
                  <a:schemeClr val="tx1"/>
                </a:solidFill>
                <a:round/>
                <a:headEnd/>
                <a:tailEnd/>
              </a:ln>
            </p:spPr>
            <p:txBody>
              <a:bodyPr/>
              <a:lstStyle/>
              <a:p>
                <a:endParaRPr lang="en-US"/>
              </a:p>
            </p:txBody>
          </p:sp>
        </p:grpSp>
        <p:grpSp>
          <p:nvGrpSpPr>
            <p:cNvPr id="55441" name="Group 2008"/>
            <p:cNvGrpSpPr>
              <a:grpSpLocks/>
            </p:cNvGrpSpPr>
            <p:nvPr/>
          </p:nvGrpSpPr>
          <p:grpSpPr bwMode="auto">
            <a:xfrm>
              <a:off x="3740" y="3272"/>
              <a:ext cx="40" cy="343"/>
              <a:chOff x="3740" y="3272"/>
              <a:chExt cx="40" cy="343"/>
            </a:xfrm>
          </p:grpSpPr>
          <p:sp>
            <p:nvSpPr>
              <p:cNvPr id="55917" name="Oval 2009"/>
              <p:cNvSpPr>
                <a:spLocks noChangeArrowheads="1"/>
              </p:cNvSpPr>
              <p:nvPr/>
            </p:nvSpPr>
            <p:spPr bwMode="auto">
              <a:xfrm>
                <a:off x="3740" y="3272"/>
                <a:ext cx="40" cy="32"/>
              </a:xfrm>
              <a:prstGeom prst="ellipse">
                <a:avLst/>
              </a:prstGeom>
              <a:solidFill>
                <a:schemeClr val="tx1"/>
              </a:solidFill>
              <a:ln w="9525">
                <a:solidFill>
                  <a:schemeClr val="tx1"/>
                </a:solidFill>
                <a:round/>
                <a:headEnd/>
                <a:tailEnd/>
              </a:ln>
            </p:spPr>
            <p:txBody>
              <a:bodyPr/>
              <a:lstStyle/>
              <a:p>
                <a:endParaRPr lang="en-US"/>
              </a:p>
            </p:txBody>
          </p:sp>
          <p:sp>
            <p:nvSpPr>
              <p:cNvPr id="55918" name="Oval 2010"/>
              <p:cNvSpPr>
                <a:spLocks noChangeArrowheads="1"/>
              </p:cNvSpPr>
              <p:nvPr/>
            </p:nvSpPr>
            <p:spPr bwMode="auto">
              <a:xfrm>
                <a:off x="3740" y="3272"/>
                <a:ext cx="40" cy="32"/>
              </a:xfrm>
              <a:prstGeom prst="ellipse">
                <a:avLst/>
              </a:prstGeom>
              <a:solidFill>
                <a:schemeClr val="tx1"/>
              </a:solidFill>
              <a:ln w="25400">
                <a:solidFill>
                  <a:schemeClr val="tx1"/>
                </a:solidFill>
                <a:round/>
                <a:headEnd/>
                <a:tailEnd/>
              </a:ln>
            </p:spPr>
            <p:txBody>
              <a:bodyPr/>
              <a:lstStyle/>
              <a:p>
                <a:endParaRPr lang="en-US"/>
              </a:p>
            </p:txBody>
          </p:sp>
          <p:sp>
            <p:nvSpPr>
              <p:cNvPr id="55919" name="Oval 2011"/>
              <p:cNvSpPr>
                <a:spLocks noChangeArrowheads="1"/>
              </p:cNvSpPr>
              <p:nvPr/>
            </p:nvSpPr>
            <p:spPr bwMode="auto">
              <a:xfrm>
                <a:off x="3740" y="3575"/>
                <a:ext cx="40" cy="40"/>
              </a:xfrm>
              <a:prstGeom prst="ellipse">
                <a:avLst/>
              </a:prstGeom>
              <a:solidFill>
                <a:schemeClr val="tx1"/>
              </a:solidFill>
              <a:ln w="9525">
                <a:solidFill>
                  <a:schemeClr val="tx1"/>
                </a:solidFill>
                <a:round/>
                <a:headEnd/>
                <a:tailEnd/>
              </a:ln>
            </p:spPr>
            <p:txBody>
              <a:bodyPr/>
              <a:lstStyle/>
              <a:p>
                <a:endParaRPr lang="en-US"/>
              </a:p>
            </p:txBody>
          </p:sp>
          <p:sp>
            <p:nvSpPr>
              <p:cNvPr id="55920" name="Oval 2012"/>
              <p:cNvSpPr>
                <a:spLocks noChangeArrowheads="1"/>
              </p:cNvSpPr>
              <p:nvPr/>
            </p:nvSpPr>
            <p:spPr bwMode="auto">
              <a:xfrm>
                <a:off x="3740" y="3575"/>
                <a:ext cx="40" cy="40"/>
              </a:xfrm>
              <a:prstGeom prst="ellipse">
                <a:avLst/>
              </a:prstGeom>
              <a:solidFill>
                <a:schemeClr val="tx1"/>
              </a:solidFill>
              <a:ln w="25400">
                <a:solidFill>
                  <a:schemeClr val="tx1"/>
                </a:solidFill>
                <a:round/>
                <a:headEnd/>
                <a:tailEnd/>
              </a:ln>
            </p:spPr>
            <p:txBody>
              <a:bodyPr/>
              <a:lstStyle/>
              <a:p>
                <a:endParaRPr lang="en-US"/>
              </a:p>
            </p:txBody>
          </p:sp>
        </p:grpSp>
        <p:grpSp>
          <p:nvGrpSpPr>
            <p:cNvPr id="55442" name="Group 2013"/>
            <p:cNvGrpSpPr>
              <a:grpSpLocks/>
            </p:cNvGrpSpPr>
            <p:nvPr/>
          </p:nvGrpSpPr>
          <p:grpSpPr bwMode="auto">
            <a:xfrm>
              <a:off x="3285" y="3272"/>
              <a:ext cx="32" cy="343"/>
              <a:chOff x="3285" y="3272"/>
              <a:chExt cx="32" cy="343"/>
            </a:xfrm>
          </p:grpSpPr>
          <p:sp>
            <p:nvSpPr>
              <p:cNvPr id="55913" name="Oval 2014"/>
              <p:cNvSpPr>
                <a:spLocks noChangeArrowheads="1"/>
              </p:cNvSpPr>
              <p:nvPr/>
            </p:nvSpPr>
            <p:spPr bwMode="auto">
              <a:xfrm>
                <a:off x="3285" y="3272"/>
                <a:ext cx="32" cy="32"/>
              </a:xfrm>
              <a:prstGeom prst="ellipse">
                <a:avLst/>
              </a:prstGeom>
              <a:solidFill>
                <a:schemeClr val="tx1"/>
              </a:solidFill>
              <a:ln w="9525">
                <a:solidFill>
                  <a:schemeClr val="tx1"/>
                </a:solidFill>
                <a:round/>
                <a:headEnd/>
                <a:tailEnd/>
              </a:ln>
            </p:spPr>
            <p:txBody>
              <a:bodyPr/>
              <a:lstStyle/>
              <a:p>
                <a:endParaRPr lang="en-US"/>
              </a:p>
            </p:txBody>
          </p:sp>
          <p:sp>
            <p:nvSpPr>
              <p:cNvPr id="55914" name="Oval 2015"/>
              <p:cNvSpPr>
                <a:spLocks noChangeArrowheads="1"/>
              </p:cNvSpPr>
              <p:nvPr/>
            </p:nvSpPr>
            <p:spPr bwMode="auto">
              <a:xfrm>
                <a:off x="3285" y="3272"/>
                <a:ext cx="32" cy="32"/>
              </a:xfrm>
              <a:prstGeom prst="ellipse">
                <a:avLst/>
              </a:prstGeom>
              <a:solidFill>
                <a:schemeClr val="tx1"/>
              </a:solidFill>
              <a:ln w="25400">
                <a:solidFill>
                  <a:schemeClr val="tx1"/>
                </a:solidFill>
                <a:round/>
                <a:headEnd/>
                <a:tailEnd/>
              </a:ln>
            </p:spPr>
            <p:txBody>
              <a:bodyPr/>
              <a:lstStyle/>
              <a:p>
                <a:endParaRPr lang="en-US"/>
              </a:p>
            </p:txBody>
          </p:sp>
          <p:sp>
            <p:nvSpPr>
              <p:cNvPr id="55915" name="Oval 2016"/>
              <p:cNvSpPr>
                <a:spLocks noChangeArrowheads="1"/>
              </p:cNvSpPr>
              <p:nvPr/>
            </p:nvSpPr>
            <p:spPr bwMode="auto">
              <a:xfrm>
                <a:off x="3285" y="3575"/>
                <a:ext cx="32" cy="40"/>
              </a:xfrm>
              <a:prstGeom prst="ellipse">
                <a:avLst/>
              </a:prstGeom>
              <a:solidFill>
                <a:schemeClr val="tx1"/>
              </a:solidFill>
              <a:ln w="9525">
                <a:solidFill>
                  <a:schemeClr val="tx1"/>
                </a:solidFill>
                <a:round/>
                <a:headEnd/>
                <a:tailEnd/>
              </a:ln>
            </p:spPr>
            <p:txBody>
              <a:bodyPr/>
              <a:lstStyle/>
              <a:p>
                <a:endParaRPr lang="en-US"/>
              </a:p>
            </p:txBody>
          </p:sp>
          <p:sp>
            <p:nvSpPr>
              <p:cNvPr id="55916" name="Oval 2017"/>
              <p:cNvSpPr>
                <a:spLocks noChangeArrowheads="1"/>
              </p:cNvSpPr>
              <p:nvPr/>
            </p:nvSpPr>
            <p:spPr bwMode="auto">
              <a:xfrm>
                <a:off x="3285" y="3575"/>
                <a:ext cx="32" cy="40"/>
              </a:xfrm>
              <a:prstGeom prst="ellipse">
                <a:avLst/>
              </a:prstGeom>
              <a:solidFill>
                <a:schemeClr val="tx1"/>
              </a:solidFill>
              <a:ln w="25400">
                <a:solidFill>
                  <a:schemeClr val="tx1"/>
                </a:solidFill>
                <a:round/>
                <a:headEnd/>
                <a:tailEnd/>
              </a:ln>
            </p:spPr>
            <p:txBody>
              <a:bodyPr/>
              <a:lstStyle/>
              <a:p>
                <a:endParaRPr lang="en-US"/>
              </a:p>
            </p:txBody>
          </p:sp>
        </p:grpSp>
        <p:grpSp>
          <p:nvGrpSpPr>
            <p:cNvPr id="55443" name="Group 2018"/>
            <p:cNvGrpSpPr>
              <a:grpSpLocks/>
            </p:cNvGrpSpPr>
            <p:nvPr/>
          </p:nvGrpSpPr>
          <p:grpSpPr bwMode="auto">
            <a:xfrm>
              <a:off x="4203" y="3272"/>
              <a:ext cx="32" cy="343"/>
              <a:chOff x="4203" y="3272"/>
              <a:chExt cx="32" cy="343"/>
            </a:xfrm>
          </p:grpSpPr>
          <p:sp>
            <p:nvSpPr>
              <p:cNvPr id="55909" name="Oval 2019"/>
              <p:cNvSpPr>
                <a:spLocks noChangeArrowheads="1"/>
              </p:cNvSpPr>
              <p:nvPr/>
            </p:nvSpPr>
            <p:spPr bwMode="auto">
              <a:xfrm>
                <a:off x="4203" y="3272"/>
                <a:ext cx="32" cy="32"/>
              </a:xfrm>
              <a:prstGeom prst="ellipse">
                <a:avLst/>
              </a:prstGeom>
              <a:solidFill>
                <a:schemeClr val="tx1"/>
              </a:solidFill>
              <a:ln w="9525">
                <a:solidFill>
                  <a:schemeClr val="tx1"/>
                </a:solidFill>
                <a:round/>
                <a:headEnd/>
                <a:tailEnd/>
              </a:ln>
            </p:spPr>
            <p:txBody>
              <a:bodyPr/>
              <a:lstStyle/>
              <a:p>
                <a:endParaRPr lang="en-US"/>
              </a:p>
            </p:txBody>
          </p:sp>
          <p:sp>
            <p:nvSpPr>
              <p:cNvPr id="55910" name="Oval 2020"/>
              <p:cNvSpPr>
                <a:spLocks noChangeArrowheads="1"/>
              </p:cNvSpPr>
              <p:nvPr/>
            </p:nvSpPr>
            <p:spPr bwMode="auto">
              <a:xfrm>
                <a:off x="4203" y="3272"/>
                <a:ext cx="32" cy="32"/>
              </a:xfrm>
              <a:prstGeom prst="ellipse">
                <a:avLst/>
              </a:prstGeom>
              <a:solidFill>
                <a:schemeClr val="tx1"/>
              </a:solidFill>
              <a:ln w="25400">
                <a:solidFill>
                  <a:schemeClr val="tx1"/>
                </a:solidFill>
                <a:round/>
                <a:headEnd/>
                <a:tailEnd/>
              </a:ln>
            </p:spPr>
            <p:txBody>
              <a:bodyPr/>
              <a:lstStyle/>
              <a:p>
                <a:endParaRPr lang="en-US"/>
              </a:p>
            </p:txBody>
          </p:sp>
          <p:sp>
            <p:nvSpPr>
              <p:cNvPr id="55911" name="Oval 2021"/>
              <p:cNvSpPr>
                <a:spLocks noChangeArrowheads="1"/>
              </p:cNvSpPr>
              <p:nvPr/>
            </p:nvSpPr>
            <p:spPr bwMode="auto">
              <a:xfrm>
                <a:off x="4203" y="3575"/>
                <a:ext cx="32" cy="40"/>
              </a:xfrm>
              <a:prstGeom prst="ellipse">
                <a:avLst/>
              </a:prstGeom>
              <a:solidFill>
                <a:schemeClr val="tx1"/>
              </a:solidFill>
              <a:ln w="9525">
                <a:solidFill>
                  <a:schemeClr val="tx1"/>
                </a:solidFill>
                <a:round/>
                <a:headEnd/>
                <a:tailEnd/>
              </a:ln>
            </p:spPr>
            <p:txBody>
              <a:bodyPr/>
              <a:lstStyle/>
              <a:p>
                <a:endParaRPr lang="en-US"/>
              </a:p>
            </p:txBody>
          </p:sp>
          <p:sp>
            <p:nvSpPr>
              <p:cNvPr id="55912" name="Oval 2022"/>
              <p:cNvSpPr>
                <a:spLocks noChangeArrowheads="1"/>
              </p:cNvSpPr>
              <p:nvPr/>
            </p:nvSpPr>
            <p:spPr bwMode="auto">
              <a:xfrm>
                <a:off x="4203" y="3575"/>
                <a:ext cx="32" cy="40"/>
              </a:xfrm>
              <a:prstGeom prst="ellipse">
                <a:avLst/>
              </a:prstGeom>
              <a:solidFill>
                <a:schemeClr val="tx1"/>
              </a:solidFill>
              <a:ln w="25400">
                <a:solidFill>
                  <a:schemeClr val="tx1"/>
                </a:solidFill>
                <a:round/>
                <a:headEnd/>
                <a:tailEnd/>
              </a:ln>
            </p:spPr>
            <p:txBody>
              <a:bodyPr/>
              <a:lstStyle/>
              <a:p>
                <a:endParaRPr lang="en-US"/>
              </a:p>
            </p:txBody>
          </p:sp>
        </p:grpSp>
        <p:grpSp>
          <p:nvGrpSpPr>
            <p:cNvPr id="55444" name="Group 2023"/>
            <p:cNvGrpSpPr>
              <a:grpSpLocks/>
            </p:cNvGrpSpPr>
            <p:nvPr/>
          </p:nvGrpSpPr>
          <p:grpSpPr bwMode="auto">
            <a:xfrm>
              <a:off x="4658" y="3272"/>
              <a:ext cx="32" cy="343"/>
              <a:chOff x="4658" y="3272"/>
              <a:chExt cx="32" cy="343"/>
            </a:xfrm>
          </p:grpSpPr>
          <p:sp>
            <p:nvSpPr>
              <p:cNvPr id="55905" name="Oval 2024"/>
              <p:cNvSpPr>
                <a:spLocks noChangeArrowheads="1"/>
              </p:cNvSpPr>
              <p:nvPr/>
            </p:nvSpPr>
            <p:spPr bwMode="auto">
              <a:xfrm>
                <a:off x="4658" y="3272"/>
                <a:ext cx="32" cy="32"/>
              </a:xfrm>
              <a:prstGeom prst="ellipse">
                <a:avLst/>
              </a:prstGeom>
              <a:solidFill>
                <a:schemeClr val="tx1"/>
              </a:solidFill>
              <a:ln w="9525">
                <a:solidFill>
                  <a:schemeClr val="tx1"/>
                </a:solidFill>
                <a:round/>
                <a:headEnd/>
                <a:tailEnd/>
              </a:ln>
            </p:spPr>
            <p:txBody>
              <a:bodyPr/>
              <a:lstStyle/>
              <a:p>
                <a:endParaRPr lang="en-US"/>
              </a:p>
            </p:txBody>
          </p:sp>
          <p:sp>
            <p:nvSpPr>
              <p:cNvPr id="55906" name="Oval 2025"/>
              <p:cNvSpPr>
                <a:spLocks noChangeArrowheads="1"/>
              </p:cNvSpPr>
              <p:nvPr/>
            </p:nvSpPr>
            <p:spPr bwMode="auto">
              <a:xfrm>
                <a:off x="4658" y="3272"/>
                <a:ext cx="32" cy="32"/>
              </a:xfrm>
              <a:prstGeom prst="ellipse">
                <a:avLst/>
              </a:prstGeom>
              <a:solidFill>
                <a:schemeClr val="tx1"/>
              </a:solidFill>
              <a:ln w="25400">
                <a:solidFill>
                  <a:schemeClr val="tx1"/>
                </a:solidFill>
                <a:round/>
                <a:headEnd/>
                <a:tailEnd/>
              </a:ln>
            </p:spPr>
            <p:txBody>
              <a:bodyPr/>
              <a:lstStyle/>
              <a:p>
                <a:endParaRPr lang="en-US"/>
              </a:p>
            </p:txBody>
          </p:sp>
          <p:sp>
            <p:nvSpPr>
              <p:cNvPr id="55907" name="Oval 2026"/>
              <p:cNvSpPr>
                <a:spLocks noChangeArrowheads="1"/>
              </p:cNvSpPr>
              <p:nvPr/>
            </p:nvSpPr>
            <p:spPr bwMode="auto">
              <a:xfrm>
                <a:off x="4658" y="3575"/>
                <a:ext cx="32" cy="40"/>
              </a:xfrm>
              <a:prstGeom prst="ellipse">
                <a:avLst/>
              </a:prstGeom>
              <a:solidFill>
                <a:schemeClr val="tx1"/>
              </a:solidFill>
              <a:ln w="9525">
                <a:solidFill>
                  <a:schemeClr val="tx1"/>
                </a:solidFill>
                <a:round/>
                <a:headEnd/>
                <a:tailEnd/>
              </a:ln>
            </p:spPr>
            <p:txBody>
              <a:bodyPr/>
              <a:lstStyle/>
              <a:p>
                <a:endParaRPr lang="en-US"/>
              </a:p>
            </p:txBody>
          </p:sp>
          <p:sp>
            <p:nvSpPr>
              <p:cNvPr id="55908" name="Oval 2027"/>
              <p:cNvSpPr>
                <a:spLocks noChangeArrowheads="1"/>
              </p:cNvSpPr>
              <p:nvPr/>
            </p:nvSpPr>
            <p:spPr bwMode="auto">
              <a:xfrm>
                <a:off x="4658" y="3575"/>
                <a:ext cx="32" cy="40"/>
              </a:xfrm>
              <a:prstGeom prst="ellipse">
                <a:avLst/>
              </a:prstGeom>
              <a:solidFill>
                <a:schemeClr val="tx1"/>
              </a:solidFill>
              <a:ln w="25400">
                <a:solidFill>
                  <a:schemeClr val="tx1"/>
                </a:solidFill>
                <a:round/>
                <a:headEnd/>
                <a:tailEnd/>
              </a:ln>
            </p:spPr>
            <p:txBody>
              <a:bodyPr/>
              <a:lstStyle/>
              <a:p>
                <a:endParaRPr lang="en-US"/>
              </a:p>
            </p:txBody>
          </p:sp>
        </p:grpSp>
        <p:grpSp>
          <p:nvGrpSpPr>
            <p:cNvPr id="55445" name="Group 2028"/>
            <p:cNvGrpSpPr>
              <a:grpSpLocks/>
            </p:cNvGrpSpPr>
            <p:nvPr/>
          </p:nvGrpSpPr>
          <p:grpSpPr bwMode="auto">
            <a:xfrm>
              <a:off x="4251" y="2650"/>
              <a:ext cx="415" cy="56"/>
              <a:chOff x="4251" y="2650"/>
              <a:chExt cx="415" cy="56"/>
            </a:xfrm>
          </p:grpSpPr>
          <p:sp>
            <p:nvSpPr>
              <p:cNvPr id="55897" name="Freeform 2029"/>
              <p:cNvSpPr>
                <a:spLocks/>
              </p:cNvSpPr>
              <p:nvPr/>
            </p:nvSpPr>
            <p:spPr bwMode="auto">
              <a:xfrm>
                <a:off x="4554" y="2650"/>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chemeClr val="tx1"/>
              </a:solidFill>
              <a:ln w="9525">
                <a:solidFill>
                  <a:schemeClr val="tx1"/>
                </a:solidFill>
                <a:round/>
                <a:headEnd/>
                <a:tailEnd/>
              </a:ln>
            </p:spPr>
            <p:txBody>
              <a:bodyPr/>
              <a:lstStyle/>
              <a:p>
                <a:endParaRPr lang="en-US"/>
              </a:p>
            </p:txBody>
          </p:sp>
          <p:grpSp>
            <p:nvGrpSpPr>
              <p:cNvPr id="55898" name="Group 2030"/>
              <p:cNvGrpSpPr>
                <a:grpSpLocks/>
              </p:cNvGrpSpPr>
              <p:nvPr/>
            </p:nvGrpSpPr>
            <p:grpSpPr bwMode="auto">
              <a:xfrm>
                <a:off x="4251" y="2674"/>
                <a:ext cx="295" cy="1"/>
                <a:chOff x="4251" y="2674"/>
                <a:chExt cx="295" cy="1"/>
              </a:xfrm>
            </p:grpSpPr>
            <p:sp>
              <p:nvSpPr>
                <p:cNvPr id="55899" name="Line 2031"/>
                <p:cNvSpPr>
                  <a:spLocks noChangeShapeType="1"/>
                </p:cNvSpPr>
                <p:nvPr/>
              </p:nvSpPr>
              <p:spPr bwMode="auto">
                <a:xfrm>
                  <a:off x="4251"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900" name="Line 2032"/>
                <p:cNvSpPr>
                  <a:spLocks noChangeShapeType="1"/>
                </p:cNvSpPr>
                <p:nvPr/>
              </p:nvSpPr>
              <p:spPr bwMode="auto">
                <a:xfrm>
                  <a:off x="4307"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901" name="Line 2033"/>
                <p:cNvSpPr>
                  <a:spLocks noChangeShapeType="1"/>
                </p:cNvSpPr>
                <p:nvPr/>
              </p:nvSpPr>
              <p:spPr bwMode="auto">
                <a:xfrm>
                  <a:off x="4363"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902" name="Line 2034"/>
                <p:cNvSpPr>
                  <a:spLocks noChangeShapeType="1"/>
                </p:cNvSpPr>
                <p:nvPr/>
              </p:nvSpPr>
              <p:spPr bwMode="auto">
                <a:xfrm>
                  <a:off x="4419"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903" name="Line 2035"/>
                <p:cNvSpPr>
                  <a:spLocks noChangeShapeType="1"/>
                </p:cNvSpPr>
                <p:nvPr/>
              </p:nvSpPr>
              <p:spPr bwMode="auto">
                <a:xfrm>
                  <a:off x="4475"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904" name="Line 2036"/>
                <p:cNvSpPr>
                  <a:spLocks noChangeShapeType="1"/>
                </p:cNvSpPr>
                <p:nvPr/>
              </p:nvSpPr>
              <p:spPr bwMode="auto">
                <a:xfrm>
                  <a:off x="4530" y="2674"/>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446" name="Group 2037"/>
            <p:cNvGrpSpPr>
              <a:grpSpLocks/>
            </p:cNvGrpSpPr>
            <p:nvPr/>
          </p:nvGrpSpPr>
          <p:grpSpPr bwMode="auto">
            <a:xfrm>
              <a:off x="4251" y="1733"/>
              <a:ext cx="415" cy="56"/>
              <a:chOff x="4251" y="1733"/>
              <a:chExt cx="415" cy="56"/>
            </a:xfrm>
          </p:grpSpPr>
          <p:sp>
            <p:nvSpPr>
              <p:cNvPr id="55889" name="Freeform 2038"/>
              <p:cNvSpPr>
                <a:spLocks/>
              </p:cNvSpPr>
              <p:nvPr/>
            </p:nvSpPr>
            <p:spPr bwMode="auto">
              <a:xfrm>
                <a:off x="4554" y="1733"/>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chemeClr val="tx1"/>
              </a:solidFill>
              <a:ln w="9525">
                <a:solidFill>
                  <a:schemeClr val="tx1"/>
                </a:solidFill>
                <a:round/>
                <a:headEnd/>
                <a:tailEnd/>
              </a:ln>
            </p:spPr>
            <p:txBody>
              <a:bodyPr/>
              <a:lstStyle/>
              <a:p>
                <a:endParaRPr lang="en-US"/>
              </a:p>
            </p:txBody>
          </p:sp>
          <p:grpSp>
            <p:nvGrpSpPr>
              <p:cNvPr id="55890" name="Group 2039"/>
              <p:cNvGrpSpPr>
                <a:grpSpLocks/>
              </p:cNvGrpSpPr>
              <p:nvPr/>
            </p:nvGrpSpPr>
            <p:grpSpPr bwMode="auto">
              <a:xfrm>
                <a:off x="4251" y="1757"/>
                <a:ext cx="295" cy="1"/>
                <a:chOff x="4251" y="1757"/>
                <a:chExt cx="295" cy="1"/>
              </a:xfrm>
            </p:grpSpPr>
            <p:sp>
              <p:nvSpPr>
                <p:cNvPr id="55891" name="Line 2040"/>
                <p:cNvSpPr>
                  <a:spLocks noChangeShapeType="1"/>
                </p:cNvSpPr>
                <p:nvPr/>
              </p:nvSpPr>
              <p:spPr bwMode="auto">
                <a:xfrm>
                  <a:off x="4251"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892" name="Line 2041"/>
                <p:cNvSpPr>
                  <a:spLocks noChangeShapeType="1"/>
                </p:cNvSpPr>
                <p:nvPr/>
              </p:nvSpPr>
              <p:spPr bwMode="auto">
                <a:xfrm>
                  <a:off x="4307"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893" name="Line 2042"/>
                <p:cNvSpPr>
                  <a:spLocks noChangeShapeType="1"/>
                </p:cNvSpPr>
                <p:nvPr/>
              </p:nvSpPr>
              <p:spPr bwMode="auto">
                <a:xfrm>
                  <a:off x="4363"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894" name="Line 2043"/>
                <p:cNvSpPr>
                  <a:spLocks noChangeShapeType="1"/>
                </p:cNvSpPr>
                <p:nvPr/>
              </p:nvSpPr>
              <p:spPr bwMode="auto">
                <a:xfrm>
                  <a:off x="4419"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895" name="Line 2044"/>
                <p:cNvSpPr>
                  <a:spLocks noChangeShapeType="1"/>
                </p:cNvSpPr>
                <p:nvPr/>
              </p:nvSpPr>
              <p:spPr bwMode="auto">
                <a:xfrm>
                  <a:off x="4475"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896" name="Line 2045"/>
                <p:cNvSpPr>
                  <a:spLocks noChangeShapeType="1"/>
                </p:cNvSpPr>
                <p:nvPr/>
              </p:nvSpPr>
              <p:spPr bwMode="auto">
                <a:xfrm>
                  <a:off x="4530" y="1757"/>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447" name="Group 2046"/>
            <p:cNvGrpSpPr>
              <a:grpSpLocks/>
            </p:cNvGrpSpPr>
            <p:nvPr/>
          </p:nvGrpSpPr>
          <p:grpSpPr bwMode="auto">
            <a:xfrm>
              <a:off x="3325" y="3264"/>
              <a:ext cx="415" cy="56"/>
              <a:chOff x="3325" y="3264"/>
              <a:chExt cx="415" cy="56"/>
            </a:xfrm>
          </p:grpSpPr>
          <p:sp>
            <p:nvSpPr>
              <p:cNvPr id="55881" name="Freeform 2047"/>
              <p:cNvSpPr>
                <a:spLocks/>
              </p:cNvSpPr>
              <p:nvPr/>
            </p:nvSpPr>
            <p:spPr bwMode="auto">
              <a:xfrm>
                <a:off x="3628" y="3264"/>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chemeClr val="tx1"/>
              </a:solidFill>
              <a:ln w="9525">
                <a:solidFill>
                  <a:schemeClr val="tx1"/>
                </a:solidFill>
                <a:round/>
                <a:headEnd/>
                <a:tailEnd/>
              </a:ln>
            </p:spPr>
            <p:txBody>
              <a:bodyPr/>
              <a:lstStyle/>
              <a:p>
                <a:endParaRPr lang="en-US"/>
              </a:p>
            </p:txBody>
          </p:sp>
          <p:grpSp>
            <p:nvGrpSpPr>
              <p:cNvPr id="55882" name="Group 2048"/>
              <p:cNvGrpSpPr>
                <a:grpSpLocks/>
              </p:cNvGrpSpPr>
              <p:nvPr/>
            </p:nvGrpSpPr>
            <p:grpSpPr bwMode="auto">
              <a:xfrm>
                <a:off x="3325" y="3288"/>
                <a:ext cx="295" cy="1"/>
                <a:chOff x="3325" y="3288"/>
                <a:chExt cx="295" cy="1"/>
              </a:xfrm>
            </p:grpSpPr>
            <p:sp>
              <p:nvSpPr>
                <p:cNvPr id="55883" name="Line 2049"/>
                <p:cNvSpPr>
                  <a:spLocks noChangeShapeType="1"/>
                </p:cNvSpPr>
                <p:nvPr/>
              </p:nvSpPr>
              <p:spPr bwMode="auto">
                <a:xfrm>
                  <a:off x="3325"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884" name="Line 2050"/>
                <p:cNvSpPr>
                  <a:spLocks noChangeShapeType="1"/>
                </p:cNvSpPr>
                <p:nvPr/>
              </p:nvSpPr>
              <p:spPr bwMode="auto">
                <a:xfrm>
                  <a:off x="3381"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885" name="Line 2051"/>
                <p:cNvSpPr>
                  <a:spLocks noChangeShapeType="1"/>
                </p:cNvSpPr>
                <p:nvPr/>
              </p:nvSpPr>
              <p:spPr bwMode="auto">
                <a:xfrm>
                  <a:off x="3437"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886" name="Line 2052"/>
                <p:cNvSpPr>
                  <a:spLocks noChangeShapeType="1"/>
                </p:cNvSpPr>
                <p:nvPr/>
              </p:nvSpPr>
              <p:spPr bwMode="auto">
                <a:xfrm>
                  <a:off x="3493" y="3288"/>
                  <a:ext cx="23"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887" name="Line 2053"/>
                <p:cNvSpPr>
                  <a:spLocks noChangeShapeType="1"/>
                </p:cNvSpPr>
                <p:nvPr/>
              </p:nvSpPr>
              <p:spPr bwMode="auto">
                <a:xfrm>
                  <a:off x="3548"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888" name="Line 2054"/>
                <p:cNvSpPr>
                  <a:spLocks noChangeShapeType="1"/>
                </p:cNvSpPr>
                <p:nvPr/>
              </p:nvSpPr>
              <p:spPr bwMode="auto">
                <a:xfrm>
                  <a:off x="3604" y="3288"/>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448" name="Group 2055"/>
            <p:cNvGrpSpPr>
              <a:grpSpLocks/>
            </p:cNvGrpSpPr>
            <p:nvPr/>
          </p:nvGrpSpPr>
          <p:grpSpPr bwMode="auto">
            <a:xfrm>
              <a:off x="3780" y="3256"/>
              <a:ext cx="415" cy="56"/>
              <a:chOff x="3780" y="3256"/>
              <a:chExt cx="415" cy="56"/>
            </a:xfrm>
          </p:grpSpPr>
          <p:sp>
            <p:nvSpPr>
              <p:cNvPr id="55873" name="Freeform 2056"/>
              <p:cNvSpPr>
                <a:spLocks/>
              </p:cNvSpPr>
              <p:nvPr/>
            </p:nvSpPr>
            <p:spPr bwMode="auto">
              <a:xfrm>
                <a:off x="4083" y="325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chemeClr val="tx1"/>
              </a:solidFill>
              <a:ln w="9525">
                <a:solidFill>
                  <a:schemeClr val="tx1"/>
                </a:solidFill>
                <a:round/>
                <a:headEnd/>
                <a:tailEnd/>
              </a:ln>
            </p:spPr>
            <p:txBody>
              <a:bodyPr/>
              <a:lstStyle/>
              <a:p>
                <a:endParaRPr lang="en-US"/>
              </a:p>
            </p:txBody>
          </p:sp>
          <p:grpSp>
            <p:nvGrpSpPr>
              <p:cNvPr id="55874" name="Group 2057"/>
              <p:cNvGrpSpPr>
                <a:grpSpLocks/>
              </p:cNvGrpSpPr>
              <p:nvPr/>
            </p:nvGrpSpPr>
            <p:grpSpPr bwMode="auto">
              <a:xfrm>
                <a:off x="3780" y="3288"/>
                <a:ext cx="295" cy="1"/>
                <a:chOff x="3780" y="3288"/>
                <a:chExt cx="295" cy="1"/>
              </a:xfrm>
            </p:grpSpPr>
            <p:sp>
              <p:nvSpPr>
                <p:cNvPr id="55875" name="Line 2058"/>
                <p:cNvSpPr>
                  <a:spLocks noChangeShapeType="1"/>
                </p:cNvSpPr>
                <p:nvPr/>
              </p:nvSpPr>
              <p:spPr bwMode="auto">
                <a:xfrm>
                  <a:off x="3780"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876" name="Line 2059"/>
                <p:cNvSpPr>
                  <a:spLocks noChangeShapeType="1"/>
                </p:cNvSpPr>
                <p:nvPr/>
              </p:nvSpPr>
              <p:spPr bwMode="auto">
                <a:xfrm>
                  <a:off x="3836"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877" name="Line 2060"/>
                <p:cNvSpPr>
                  <a:spLocks noChangeShapeType="1"/>
                </p:cNvSpPr>
                <p:nvPr/>
              </p:nvSpPr>
              <p:spPr bwMode="auto">
                <a:xfrm>
                  <a:off x="3892"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878" name="Line 2061"/>
                <p:cNvSpPr>
                  <a:spLocks noChangeShapeType="1"/>
                </p:cNvSpPr>
                <p:nvPr/>
              </p:nvSpPr>
              <p:spPr bwMode="auto">
                <a:xfrm>
                  <a:off x="3948"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879" name="Line 2062"/>
                <p:cNvSpPr>
                  <a:spLocks noChangeShapeType="1"/>
                </p:cNvSpPr>
                <p:nvPr/>
              </p:nvSpPr>
              <p:spPr bwMode="auto">
                <a:xfrm>
                  <a:off x="4004" y="3288"/>
                  <a:ext cx="23"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880" name="Line 2063"/>
                <p:cNvSpPr>
                  <a:spLocks noChangeShapeType="1"/>
                </p:cNvSpPr>
                <p:nvPr/>
              </p:nvSpPr>
              <p:spPr bwMode="auto">
                <a:xfrm>
                  <a:off x="4059" y="3288"/>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449" name="Group 2064"/>
            <p:cNvGrpSpPr>
              <a:grpSpLocks/>
            </p:cNvGrpSpPr>
            <p:nvPr/>
          </p:nvGrpSpPr>
          <p:grpSpPr bwMode="auto">
            <a:xfrm>
              <a:off x="4251" y="3256"/>
              <a:ext cx="415" cy="56"/>
              <a:chOff x="4251" y="3256"/>
              <a:chExt cx="415" cy="56"/>
            </a:xfrm>
          </p:grpSpPr>
          <p:sp>
            <p:nvSpPr>
              <p:cNvPr id="55865" name="Freeform 2065"/>
              <p:cNvSpPr>
                <a:spLocks/>
              </p:cNvSpPr>
              <p:nvPr/>
            </p:nvSpPr>
            <p:spPr bwMode="auto">
              <a:xfrm>
                <a:off x="4554" y="325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chemeClr val="tx1"/>
              </a:solidFill>
              <a:ln w="9525">
                <a:solidFill>
                  <a:schemeClr val="tx1"/>
                </a:solidFill>
                <a:round/>
                <a:headEnd/>
                <a:tailEnd/>
              </a:ln>
            </p:spPr>
            <p:txBody>
              <a:bodyPr/>
              <a:lstStyle/>
              <a:p>
                <a:endParaRPr lang="en-US"/>
              </a:p>
            </p:txBody>
          </p:sp>
          <p:grpSp>
            <p:nvGrpSpPr>
              <p:cNvPr id="55866" name="Group 2066"/>
              <p:cNvGrpSpPr>
                <a:grpSpLocks/>
              </p:cNvGrpSpPr>
              <p:nvPr/>
            </p:nvGrpSpPr>
            <p:grpSpPr bwMode="auto">
              <a:xfrm>
                <a:off x="4251" y="3288"/>
                <a:ext cx="295" cy="1"/>
                <a:chOff x="4251" y="3288"/>
                <a:chExt cx="295" cy="1"/>
              </a:xfrm>
            </p:grpSpPr>
            <p:sp>
              <p:nvSpPr>
                <p:cNvPr id="55867" name="Line 2067"/>
                <p:cNvSpPr>
                  <a:spLocks noChangeShapeType="1"/>
                </p:cNvSpPr>
                <p:nvPr/>
              </p:nvSpPr>
              <p:spPr bwMode="auto">
                <a:xfrm>
                  <a:off x="4251"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868" name="Line 2068"/>
                <p:cNvSpPr>
                  <a:spLocks noChangeShapeType="1"/>
                </p:cNvSpPr>
                <p:nvPr/>
              </p:nvSpPr>
              <p:spPr bwMode="auto">
                <a:xfrm>
                  <a:off x="4307"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869" name="Line 2069"/>
                <p:cNvSpPr>
                  <a:spLocks noChangeShapeType="1"/>
                </p:cNvSpPr>
                <p:nvPr/>
              </p:nvSpPr>
              <p:spPr bwMode="auto">
                <a:xfrm>
                  <a:off x="4363"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870" name="Line 2070"/>
                <p:cNvSpPr>
                  <a:spLocks noChangeShapeType="1"/>
                </p:cNvSpPr>
                <p:nvPr/>
              </p:nvSpPr>
              <p:spPr bwMode="auto">
                <a:xfrm>
                  <a:off x="4419"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871" name="Line 2071"/>
                <p:cNvSpPr>
                  <a:spLocks noChangeShapeType="1"/>
                </p:cNvSpPr>
                <p:nvPr/>
              </p:nvSpPr>
              <p:spPr bwMode="auto">
                <a:xfrm>
                  <a:off x="4475"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872" name="Line 2072"/>
                <p:cNvSpPr>
                  <a:spLocks noChangeShapeType="1"/>
                </p:cNvSpPr>
                <p:nvPr/>
              </p:nvSpPr>
              <p:spPr bwMode="auto">
                <a:xfrm>
                  <a:off x="4530" y="3288"/>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450" name="Group 2073"/>
            <p:cNvGrpSpPr>
              <a:grpSpLocks/>
            </p:cNvGrpSpPr>
            <p:nvPr/>
          </p:nvGrpSpPr>
          <p:grpSpPr bwMode="auto">
            <a:xfrm>
              <a:off x="3325" y="3567"/>
              <a:ext cx="415" cy="56"/>
              <a:chOff x="3325" y="3567"/>
              <a:chExt cx="415" cy="56"/>
            </a:xfrm>
          </p:grpSpPr>
          <p:sp>
            <p:nvSpPr>
              <p:cNvPr id="55857" name="Freeform 2074"/>
              <p:cNvSpPr>
                <a:spLocks/>
              </p:cNvSpPr>
              <p:nvPr/>
            </p:nvSpPr>
            <p:spPr bwMode="auto">
              <a:xfrm>
                <a:off x="3628" y="3567"/>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chemeClr val="tx1"/>
              </a:solidFill>
              <a:ln w="9525">
                <a:solidFill>
                  <a:schemeClr val="tx1"/>
                </a:solidFill>
                <a:round/>
                <a:headEnd/>
                <a:tailEnd/>
              </a:ln>
            </p:spPr>
            <p:txBody>
              <a:bodyPr/>
              <a:lstStyle/>
              <a:p>
                <a:endParaRPr lang="en-US"/>
              </a:p>
            </p:txBody>
          </p:sp>
          <p:grpSp>
            <p:nvGrpSpPr>
              <p:cNvPr id="55858" name="Group 2075"/>
              <p:cNvGrpSpPr>
                <a:grpSpLocks/>
              </p:cNvGrpSpPr>
              <p:nvPr/>
            </p:nvGrpSpPr>
            <p:grpSpPr bwMode="auto">
              <a:xfrm>
                <a:off x="3325" y="3599"/>
                <a:ext cx="295" cy="1"/>
                <a:chOff x="3325" y="3599"/>
                <a:chExt cx="295" cy="1"/>
              </a:xfrm>
            </p:grpSpPr>
            <p:sp>
              <p:nvSpPr>
                <p:cNvPr id="55859" name="Line 2076"/>
                <p:cNvSpPr>
                  <a:spLocks noChangeShapeType="1"/>
                </p:cNvSpPr>
                <p:nvPr/>
              </p:nvSpPr>
              <p:spPr bwMode="auto">
                <a:xfrm>
                  <a:off x="3325" y="3599"/>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860" name="Line 2077"/>
                <p:cNvSpPr>
                  <a:spLocks noChangeShapeType="1"/>
                </p:cNvSpPr>
                <p:nvPr/>
              </p:nvSpPr>
              <p:spPr bwMode="auto">
                <a:xfrm>
                  <a:off x="3381" y="3599"/>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861" name="Line 2078"/>
                <p:cNvSpPr>
                  <a:spLocks noChangeShapeType="1"/>
                </p:cNvSpPr>
                <p:nvPr/>
              </p:nvSpPr>
              <p:spPr bwMode="auto">
                <a:xfrm>
                  <a:off x="3437" y="3599"/>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862" name="Line 2079"/>
                <p:cNvSpPr>
                  <a:spLocks noChangeShapeType="1"/>
                </p:cNvSpPr>
                <p:nvPr/>
              </p:nvSpPr>
              <p:spPr bwMode="auto">
                <a:xfrm>
                  <a:off x="3493" y="3599"/>
                  <a:ext cx="23"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863" name="Line 2080"/>
                <p:cNvSpPr>
                  <a:spLocks noChangeShapeType="1"/>
                </p:cNvSpPr>
                <p:nvPr/>
              </p:nvSpPr>
              <p:spPr bwMode="auto">
                <a:xfrm>
                  <a:off x="3548" y="3599"/>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864" name="Line 2081"/>
                <p:cNvSpPr>
                  <a:spLocks noChangeShapeType="1"/>
                </p:cNvSpPr>
                <p:nvPr/>
              </p:nvSpPr>
              <p:spPr bwMode="auto">
                <a:xfrm>
                  <a:off x="3604" y="3599"/>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451" name="Group 2082"/>
            <p:cNvGrpSpPr>
              <a:grpSpLocks/>
            </p:cNvGrpSpPr>
            <p:nvPr/>
          </p:nvGrpSpPr>
          <p:grpSpPr bwMode="auto">
            <a:xfrm>
              <a:off x="3788" y="3567"/>
              <a:ext cx="415" cy="56"/>
              <a:chOff x="3788" y="3567"/>
              <a:chExt cx="415" cy="56"/>
            </a:xfrm>
          </p:grpSpPr>
          <p:sp>
            <p:nvSpPr>
              <p:cNvPr id="55849" name="Freeform 2083"/>
              <p:cNvSpPr>
                <a:spLocks/>
              </p:cNvSpPr>
              <p:nvPr/>
            </p:nvSpPr>
            <p:spPr bwMode="auto">
              <a:xfrm>
                <a:off x="4091"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chemeClr val="tx1"/>
              </a:solidFill>
              <a:ln w="9525">
                <a:solidFill>
                  <a:schemeClr val="tx1"/>
                </a:solidFill>
                <a:round/>
                <a:headEnd/>
                <a:tailEnd/>
              </a:ln>
            </p:spPr>
            <p:txBody>
              <a:bodyPr/>
              <a:lstStyle/>
              <a:p>
                <a:endParaRPr lang="en-US"/>
              </a:p>
            </p:txBody>
          </p:sp>
          <p:grpSp>
            <p:nvGrpSpPr>
              <p:cNvPr id="55850" name="Group 2084"/>
              <p:cNvGrpSpPr>
                <a:grpSpLocks/>
              </p:cNvGrpSpPr>
              <p:nvPr/>
            </p:nvGrpSpPr>
            <p:grpSpPr bwMode="auto">
              <a:xfrm>
                <a:off x="3788" y="3591"/>
                <a:ext cx="295" cy="1"/>
                <a:chOff x="3788" y="3591"/>
                <a:chExt cx="295" cy="1"/>
              </a:xfrm>
            </p:grpSpPr>
            <p:sp>
              <p:nvSpPr>
                <p:cNvPr id="55851" name="Line 2085"/>
                <p:cNvSpPr>
                  <a:spLocks noChangeShapeType="1"/>
                </p:cNvSpPr>
                <p:nvPr/>
              </p:nvSpPr>
              <p:spPr bwMode="auto">
                <a:xfrm>
                  <a:off x="3788"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852" name="Line 2086"/>
                <p:cNvSpPr>
                  <a:spLocks noChangeShapeType="1"/>
                </p:cNvSpPr>
                <p:nvPr/>
              </p:nvSpPr>
              <p:spPr bwMode="auto">
                <a:xfrm>
                  <a:off x="3844"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853" name="Line 2087"/>
                <p:cNvSpPr>
                  <a:spLocks noChangeShapeType="1"/>
                </p:cNvSpPr>
                <p:nvPr/>
              </p:nvSpPr>
              <p:spPr bwMode="auto">
                <a:xfrm>
                  <a:off x="3900"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854" name="Line 2088"/>
                <p:cNvSpPr>
                  <a:spLocks noChangeShapeType="1"/>
                </p:cNvSpPr>
                <p:nvPr/>
              </p:nvSpPr>
              <p:spPr bwMode="auto">
                <a:xfrm>
                  <a:off x="3956"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855" name="Line 2089"/>
                <p:cNvSpPr>
                  <a:spLocks noChangeShapeType="1"/>
                </p:cNvSpPr>
                <p:nvPr/>
              </p:nvSpPr>
              <p:spPr bwMode="auto">
                <a:xfrm>
                  <a:off x="4011"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856" name="Line 2090"/>
                <p:cNvSpPr>
                  <a:spLocks noChangeShapeType="1"/>
                </p:cNvSpPr>
                <p:nvPr/>
              </p:nvSpPr>
              <p:spPr bwMode="auto">
                <a:xfrm>
                  <a:off x="4067" y="3591"/>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452" name="Group 2091"/>
            <p:cNvGrpSpPr>
              <a:grpSpLocks/>
            </p:cNvGrpSpPr>
            <p:nvPr/>
          </p:nvGrpSpPr>
          <p:grpSpPr bwMode="auto">
            <a:xfrm>
              <a:off x="4243" y="3567"/>
              <a:ext cx="415" cy="56"/>
              <a:chOff x="4243" y="3567"/>
              <a:chExt cx="415" cy="56"/>
            </a:xfrm>
          </p:grpSpPr>
          <p:sp>
            <p:nvSpPr>
              <p:cNvPr id="55841" name="Freeform 2092"/>
              <p:cNvSpPr>
                <a:spLocks/>
              </p:cNvSpPr>
              <p:nvPr/>
            </p:nvSpPr>
            <p:spPr bwMode="auto">
              <a:xfrm>
                <a:off x="4546" y="3567"/>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chemeClr val="tx1"/>
              </a:solidFill>
              <a:ln w="9525">
                <a:solidFill>
                  <a:schemeClr val="tx1"/>
                </a:solidFill>
                <a:round/>
                <a:headEnd/>
                <a:tailEnd/>
              </a:ln>
            </p:spPr>
            <p:txBody>
              <a:bodyPr/>
              <a:lstStyle/>
              <a:p>
                <a:endParaRPr lang="en-US"/>
              </a:p>
            </p:txBody>
          </p:sp>
          <p:grpSp>
            <p:nvGrpSpPr>
              <p:cNvPr id="55842" name="Group 2093"/>
              <p:cNvGrpSpPr>
                <a:grpSpLocks/>
              </p:cNvGrpSpPr>
              <p:nvPr/>
            </p:nvGrpSpPr>
            <p:grpSpPr bwMode="auto">
              <a:xfrm>
                <a:off x="4243" y="3599"/>
                <a:ext cx="295" cy="1"/>
                <a:chOff x="4243" y="3599"/>
                <a:chExt cx="295" cy="1"/>
              </a:xfrm>
            </p:grpSpPr>
            <p:sp>
              <p:nvSpPr>
                <p:cNvPr id="55843" name="Line 2094"/>
                <p:cNvSpPr>
                  <a:spLocks noChangeShapeType="1"/>
                </p:cNvSpPr>
                <p:nvPr/>
              </p:nvSpPr>
              <p:spPr bwMode="auto">
                <a:xfrm>
                  <a:off x="4243" y="3599"/>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844" name="Line 2095"/>
                <p:cNvSpPr>
                  <a:spLocks noChangeShapeType="1"/>
                </p:cNvSpPr>
                <p:nvPr/>
              </p:nvSpPr>
              <p:spPr bwMode="auto">
                <a:xfrm>
                  <a:off x="4299" y="3599"/>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845" name="Line 2096"/>
                <p:cNvSpPr>
                  <a:spLocks noChangeShapeType="1"/>
                </p:cNvSpPr>
                <p:nvPr/>
              </p:nvSpPr>
              <p:spPr bwMode="auto">
                <a:xfrm>
                  <a:off x="4355" y="3599"/>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846" name="Line 2097"/>
                <p:cNvSpPr>
                  <a:spLocks noChangeShapeType="1"/>
                </p:cNvSpPr>
                <p:nvPr/>
              </p:nvSpPr>
              <p:spPr bwMode="auto">
                <a:xfrm>
                  <a:off x="4411" y="3599"/>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847" name="Line 2098"/>
                <p:cNvSpPr>
                  <a:spLocks noChangeShapeType="1"/>
                </p:cNvSpPr>
                <p:nvPr/>
              </p:nvSpPr>
              <p:spPr bwMode="auto">
                <a:xfrm>
                  <a:off x="4467" y="3599"/>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848" name="Line 2099"/>
                <p:cNvSpPr>
                  <a:spLocks noChangeShapeType="1"/>
                </p:cNvSpPr>
                <p:nvPr/>
              </p:nvSpPr>
              <p:spPr bwMode="auto">
                <a:xfrm>
                  <a:off x="4522" y="3599"/>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453" name="Group 2100"/>
            <p:cNvGrpSpPr>
              <a:grpSpLocks/>
            </p:cNvGrpSpPr>
            <p:nvPr/>
          </p:nvGrpSpPr>
          <p:grpSpPr bwMode="auto">
            <a:xfrm>
              <a:off x="3788" y="2376"/>
              <a:ext cx="886" cy="290"/>
              <a:chOff x="3788" y="2376"/>
              <a:chExt cx="886" cy="290"/>
            </a:xfrm>
          </p:grpSpPr>
          <p:sp>
            <p:nvSpPr>
              <p:cNvPr id="55839" name="Freeform 2101"/>
              <p:cNvSpPr>
                <a:spLocks/>
              </p:cNvSpPr>
              <p:nvPr/>
            </p:nvSpPr>
            <p:spPr bwMode="auto">
              <a:xfrm>
                <a:off x="4530" y="2594"/>
                <a:ext cx="144" cy="72"/>
              </a:xfrm>
              <a:custGeom>
                <a:avLst/>
                <a:gdLst>
                  <a:gd name="T0" fmla="*/ 144 w 144"/>
                  <a:gd name="T1" fmla="*/ 72 h 72"/>
                  <a:gd name="T2" fmla="*/ 0 w 144"/>
                  <a:gd name="T3" fmla="*/ 64 h 72"/>
                  <a:gd name="T4" fmla="*/ 16 w 144"/>
                  <a:gd name="T5" fmla="*/ 32 h 72"/>
                  <a:gd name="T6" fmla="*/ 24 w 144"/>
                  <a:gd name="T7" fmla="*/ 0 h 72"/>
                  <a:gd name="T8" fmla="*/ 144 w 144"/>
                  <a:gd name="T9" fmla="*/ 72 h 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4" h="72">
                    <a:moveTo>
                      <a:pt x="144" y="72"/>
                    </a:moveTo>
                    <a:lnTo>
                      <a:pt x="0" y="64"/>
                    </a:lnTo>
                    <a:lnTo>
                      <a:pt x="16" y="32"/>
                    </a:lnTo>
                    <a:lnTo>
                      <a:pt x="24" y="0"/>
                    </a:lnTo>
                    <a:lnTo>
                      <a:pt x="144" y="72"/>
                    </a:lnTo>
                    <a:close/>
                  </a:path>
                </a:pathLst>
              </a:custGeom>
              <a:solidFill>
                <a:schemeClr val="tx1"/>
              </a:solidFill>
              <a:ln w="9525">
                <a:solidFill>
                  <a:schemeClr val="tx1"/>
                </a:solidFill>
                <a:round/>
                <a:headEnd/>
                <a:tailEnd/>
              </a:ln>
            </p:spPr>
            <p:txBody>
              <a:bodyPr/>
              <a:lstStyle/>
              <a:p>
                <a:endParaRPr lang="en-US"/>
              </a:p>
            </p:txBody>
          </p:sp>
          <p:sp>
            <p:nvSpPr>
              <p:cNvPr id="55840" name="Line 2102"/>
              <p:cNvSpPr>
                <a:spLocks noChangeShapeType="1"/>
              </p:cNvSpPr>
              <p:nvPr/>
            </p:nvSpPr>
            <p:spPr bwMode="auto">
              <a:xfrm>
                <a:off x="3788" y="2376"/>
                <a:ext cx="766" cy="252"/>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454" name="Group 2103"/>
            <p:cNvGrpSpPr>
              <a:grpSpLocks/>
            </p:cNvGrpSpPr>
            <p:nvPr/>
          </p:nvGrpSpPr>
          <p:grpSpPr bwMode="auto">
            <a:xfrm>
              <a:off x="3309" y="2084"/>
              <a:ext cx="1381" cy="1507"/>
              <a:chOff x="3309" y="2084"/>
              <a:chExt cx="1381" cy="1507"/>
            </a:xfrm>
          </p:grpSpPr>
          <p:sp>
            <p:nvSpPr>
              <p:cNvPr id="55837" name="Freeform 2104"/>
              <p:cNvSpPr>
                <a:spLocks/>
              </p:cNvSpPr>
              <p:nvPr/>
            </p:nvSpPr>
            <p:spPr bwMode="auto">
              <a:xfrm>
                <a:off x="4570" y="2084"/>
                <a:ext cx="120" cy="119"/>
              </a:xfrm>
              <a:custGeom>
                <a:avLst/>
                <a:gdLst>
                  <a:gd name="T0" fmla="*/ 120 w 120"/>
                  <a:gd name="T1" fmla="*/ 0 h 119"/>
                  <a:gd name="T2" fmla="*/ 56 w 120"/>
                  <a:gd name="T3" fmla="*/ 119 h 119"/>
                  <a:gd name="T4" fmla="*/ 24 w 120"/>
                  <a:gd name="T5" fmla="*/ 96 h 119"/>
                  <a:gd name="T6" fmla="*/ 0 w 120"/>
                  <a:gd name="T7" fmla="*/ 72 h 119"/>
                  <a:gd name="T8" fmla="*/ 120 w 120"/>
                  <a:gd name="T9" fmla="*/ 0 h 1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 h="119">
                    <a:moveTo>
                      <a:pt x="120" y="0"/>
                    </a:moveTo>
                    <a:lnTo>
                      <a:pt x="56" y="119"/>
                    </a:lnTo>
                    <a:lnTo>
                      <a:pt x="24" y="96"/>
                    </a:lnTo>
                    <a:lnTo>
                      <a:pt x="0" y="72"/>
                    </a:lnTo>
                    <a:lnTo>
                      <a:pt x="120" y="0"/>
                    </a:lnTo>
                    <a:close/>
                  </a:path>
                </a:pathLst>
              </a:custGeom>
              <a:solidFill>
                <a:schemeClr val="tx1"/>
              </a:solidFill>
              <a:ln w="9525">
                <a:solidFill>
                  <a:schemeClr val="tx1"/>
                </a:solidFill>
                <a:round/>
                <a:headEnd/>
                <a:tailEnd/>
              </a:ln>
            </p:spPr>
            <p:txBody>
              <a:bodyPr/>
              <a:lstStyle/>
              <a:p>
                <a:endParaRPr lang="en-US"/>
              </a:p>
            </p:txBody>
          </p:sp>
          <p:sp>
            <p:nvSpPr>
              <p:cNvPr id="55838" name="Line 2105"/>
              <p:cNvSpPr>
                <a:spLocks noChangeShapeType="1"/>
              </p:cNvSpPr>
              <p:nvPr/>
            </p:nvSpPr>
            <p:spPr bwMode="auto">
              <a:xfrm flipV="1">
                <a:off x="3309" y="2172"/>
                <a:ext cx="1291" cy="1419"/>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455" name="Group 2106"/>
            <p:cNvGrpSpPr>
              <a:grpSpLocks/>
            </p:cNvGrpSpPr>
            <p:nvPr/>
          </p:nvGrpSpPr>
          <p:grpSpPr bwMode="auto">
            <a:xfrm>
              <a:off x="3773" y="2076"/>
              <a:ext cx="909" cy="893"/>
              <a:chOff x="3773" y="2076"/>
              <a:chExt cx="909" cy="893"/>
            </a:xfrm>
          </p:grpSpPr>
          <p:sp>
            <p:nvSpPr>
              <p:cNvPr id="55835" name="Freeform 2107"/>
              <p:cNvSpPr>
                <a:spLocks/>
              </p:cNvSpPr>
              <p:nvPr/>
            </p:nvSpPr>
            <p:spPr bwMode="auto">
              <a:xfrm>
                <a:off x="4562" y="2850"/>
                <a:ext cx="120" cy="119"/>
              </a:xfrm>
              <a:custGeom>
                <a:avLst/>
                <a:gdLst>
                  <a:gd name="T0" fmla="*/ 120 w 120"/>
                  <a:gd name="T1" fmla="*/ 119 h 119"/>
                  <a:gd name="T2" fmla="*/ 0 w 120"/>
                  <a:gd name="T3" fmla="*/ 47 h 119"/>
                  <a:gd name="T4" fmla="*/ 24 w 120"/>
                  <a:gd name="T5" fmla="*/ 23 h 119"/>
                  <a:gd name="T6" fmla="*/ 48 w 120"/>
                  <a:gd name="T7" fmla="*/ 0 h 119"/>
                  <a:gd name="T8" fmla="*/ 120 w 120"/>
                  <a:gd name="T9" fmla="*/ 119 h 1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 h="119">
                    <a:moveTo>
                      <a:pt x="120" y="119"/>
                    </a:moveTo>
                    <a:lnTo>
                      <a:pt x="0" y="47"/>
                    </a:lnTo>
                    <a:lnTo>
                      <a:pt x="24" y="23"/>
                    </a:lnTo>
                    <a:lnTo>
                      <a:pt x="48" y="0"/>
                    </a:lnTo>
                    <a:lnTo>
                      <a:pt x="120" y="119"/>
                    </a:lnTo>
                    <a:close/>
                  </a:path>
                </a:pathLst>
              </a:custGeom>
              <a:solidFill>
                <a:schemeClr val="tx1"/>
              </a:solidFill>
              <a:ln w="9525">
                <a:solidFill>
                  <a:schemeClr val="tx1"/>
                </a:solidFill>
                <a:round/>
                <a:headEnd/>
                <a:tailEnd/>
              </a:ln>
            </p:spPr>
            <p:txBody>
              <a:bodyPr/>
              <a:lstStyle/>
              <a:p>
                <a:endParaRPr lang="en-US"/>
              </a:p>
            </p:txBody>
          </p:sp>
          <p:sp>
            <p:nvSpPr>
              <p:cNvPr id="55836" name="Line 2108"/>
              <p:cNvSpPr>
                <a:spLocks noChangeShapeType="1"/>
              </p:cNvSpPr>
              <p:nvPr/>
            </p:nvSpPr>
            <p:spPr bwMode="auto">
              <a:xfrm>
                <a:off x="3773" y="2076"/>
                <a:ext cx="821" cy="804"/>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456" name="Group 2109"/>
            <p:cNvGrpSpPr>
              <a:grpSpLocks/>
            </p:cNvGrpSpPr>
            <p:nvPr/>
          </p:nvGrpSpPr>
          <p:grpSpPr bwMode="auto">
            <a:xfrm>
              <a:off x="3317" y="2379"/>
              <a:ext cx="910" cy="893"/>
              <a:chOff x="3317" y="2379"/>
              <a:chExt cx="910" cy="893"/>
            </a:xfrm>
          </p:grpSpPr>
          <p:sp>
            <p:nvSpPr>
              <p:cNvPr id="55833" name="Freeform 2110"/>
              <p:cNvSpPr>
                <a:spLocks/>
              </p:cNvSpPr>
              <p:nvPr/>
            </p:nvSpPr>
            <p:spPr bwMode="auto">
              <a:xfrm>
                <a:off x="4107" y="3153"/>
                <a:ext cx="120" cy="119"/>
              </a:xfrm>
              <a:custGeom>
                <a:avLst/>
                <a:gdLst>
                  <a:gd name="T0" fmla="*/ 120 w 120"/>
                  <a:gd name="T1" fmla="*/ 119 h 119"/>
                  <a:gd name="T2" fmla="*/ 0 w 120"/>
                  <a:gd name="T3" fmla="*/ 48 h 119"/>
                  <a:gd name="T4" fmla="*/ 24 w 120"/>
                  <a:gd name="T5" fmla="*/ 24 h 119"/>
                  <a:gd name="T6" fmla="*/ 48 w 120"/>
                  <a:gd name="T7" fmla="*/ 0 h 119"/>
                  <a:gd name="T8" fmla="*/ 120 w 120"/>
                  <a:gd name="T9" fmla="*/ 119 h 1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 h="119">
                    <a:moveTo>
                      <a:pt x="120" y="119"/>
                    </a:moveTo>
                    <a:lnTo>
                      <a:pt x="0" y="48"/>
                    </a:lnTo>
                    <a:lnTo>
                      <a:pt x="24" y="24"/>
                    </a:lnTo>
                    <a:lnTo>
                      <a:pt x="48" y="0"/>
                    </a:lnTo>
                    <a:lnTo>
                      <a:pt x="120" y="119"/>
                    </a:lnTo>
                    <a:close/>
                  </a:path>
                </a:pathLst>
              </a:custGeom>
              <a:solidFill>
                <a:schemeClr val="tx1"/>
              </a:solidFill>
              <a:ln w="9525">
                <a:solidFill>
                  <a:schemeClr val="tx1"/>
                </a:solidFill>
                <a:round/>
                <a:headEnd/>
                <a:tailEnd/>
              </a:ln>
            </p:spPr>
            <p:txBody>
              <a:bodyPr/>
              <a:lstStyle/>
              <a:p>
                <a:endParaRPr lang="en-US"/>
              </a:p>
            </p:txBody>
          </p:sp>
          <p:sp>
            <p:nvSpPr>
              <p:cNvPr id="55834" name="Line 2111"/>
              <p:cNvSpPr>
                <a:spLocks noChangeShapeType="1"/>
              </p:cNvSpPr>
              <p:nvPr/>
            </p:nvSpPr>
            <p:spPr bwMode="auto">
              <a:xfrm>
                <a:off x="3317" y="2379"/>
                <a:ext cx="822" cy="804"/>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457" name="Group 2112"/>
            <p:cNvGrpSpPr>
              <a:grpSpLocks/>
            </p:cNvGrpSpPr>
            <p:nvPr/>
          </p:nvGrpSpPr>
          <p:grpSpPr bwMode="auto">
            <a:xfrm>
              <a:off x="2878" y="1725"/>
              <a:ext cx="415" cy="56"/>
              <a:chOff x="2878" y="1725"/>
              <a:chExt cx="415" cy="56"/>
            </a:xfrm>
          </p:grpSpPr>
          <p:sp>
            <p:nvSpPr>
              <p:cNvPr id="55825" name="Freeform 2113"/>
              <p:cNvSpPr>
                <a:spLocks/>
              </p:cNvSpPr>
              <p:nvPr/>
            </p:nvSpPr>
            <p:spPr bwMode="auto">
              <a:xfrm>
                <a:off x="3181" y="1725"/>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chemeClr val="tx1"/>
              </a:solidFill>
              <a:ln w="9525">
                <a:solidFill>
                  <a:schemeClr val="tx1"/>
                </a:solidFill>
                <a:round/>
                <a:headEnd/>
                <a:tailEnd/>
              </a:ln>
            </p:spPr>
            <p:txBody>
              <a:bodyPr/>
              <a:lstStyle/>
              <a:p>
                <a:endParaRPr lang="en-US"/>
              </a:p>
            </p:txBody>
          </p:sp>
          <p:grpSp>
            <p:nvGrpSpPr>
              <p:cNvPr id="55826" name="Group 2114"/>
              <p:cNvGrpSpPr>
                <a:grpSpLocks/>
              </p:cNvGrpSpPr>
              <p:nvPr/>
            </p:nvGrpSpPr>
            <p:grpSpPr bwMode="auto">
              <a:xfrm>
                <a:off x="2878" y="1757"/>
                <a:ext cx="295" cy="1"/>
                <a:chOff x="2878" y="1757"/>
                <a:chExt cx="295" cy="1"/>
              </a:xfrm>
            </p:grpSpPr>
            <p:sp>
              <p:nvSpPr>
                <p:cNvPr id="55827" name="Line 2115"/>
                <p:cNvSpPr>
                  <a:spLocks noChangeShapeType="1"/>
                </p:cNvSpPr>
                <p:nvPr/>
              </p:nvSpPr>
              <p:spPr bwMode="auto">
                <a:xfrm>
                  <a:off x="2878"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828" name="Line 2116"/>
                <p:cNvSpPr>
                  <a:spLocks noChangeShapeType="1"/>
                </p:cNvSpPr>
                <p:nvPr/>
              </p:nvSpPr>
              <p:spPr bwMode="auto">
                <a:xfrm>
                  <a:off x="2934"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829" name="Line 2117"/>
                <p:cNvSpPr>
                  <a:spLocks noChangeShapeType="1"/>
                </p:cNvSpPr>
                <p:nvPr/>
              </p:nvSpPr>
              <p:spPr bwMode="auto">
                <a:xfrm>
                  <a:off x="2990" y="1757"/>
                  <a:ext cx="23"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830" name="Line 2118"/>
                <p:cNvSpPr>
                  <a:spLocks noChangeShapeType="1"/>
                </p:cNvSpPr>
                <p:nvPr/>
              </p:nvSpPr>
              <p:spPr bwMode="auto">
                <a:xfrm>
                  <a:off x="3045"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831" name="Line 2119"/>
                <p:cNvSpPr>
                  <a:spLocks noChangeShapeType="1"/>
                </p:cNvSpPr>
                <p:nvPr/>
              </p:nvSpPr>
              <p:spPr bwMode="auto">
                <a:xfrm>
                  <a:off x="3101"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832" name="Line 2120"/>
                <p:cNvSpPr>
                  <a:spLocks noChangeShapeType="1"/>
                </p:cNvSpPr>
                <p:nvPr/>
              </p:nvSpPr>
              <p:spPr bwMode="auto">
                <a:xfrm>
                  <a:off x="3157" y="1757"/>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458" name="Group 2121"/>
            <p:cNvGrpSpPr>
              <a:grpSpLocks/>
            </p:cNvGrpSpPr>
            <p:nvPr/>
          </p:nvGrpSpPr>
          <p:grpSpPr bwMode="auto">
            <a:xfrm>
              <a:off x="2878" y="2036"/>
              <a:ext cx="415" cy="56"/>
              <a:chOff x="2878" y="2036"/>
              <a:chExt cx="415" cy="56"/>
            </a:xfrm>
          </p:grpSpPr>
          <p:sp>
            <p:nvSpPr>
              <p:cNvPr id="55817" name="Freeform 2122"/>
              <p:cNvSpPr>
                <a:spLocks/>
              </p:cNvSpPr>
              <p:nvPr/>
            </p:nvSpPr>
            <p:spPr bwMode="auto">
              <a:xfrm>
                <a:off x="3181" y="2036"/>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chemeClr val="tx1"/>
              </a:solidFill>
              <a:ln w="9525">
                <a:solidFill>
                  <a:schemeClr val="tx1"/>
                </a:solidFill>
                <a:round/>
                <a:headEnd/>
                <a:tailEnd/>
              </a:ln>
            </p:spPr>
            <p:txBody>
              <a:bodyPr/>
              <a:lstStyle/>
              <a:p>
                <a:endParaRPr lang="en-US"/>
              </a:p>
            </p:txBody>
          </p:sp>
          <p:grpSp>
            <p:nvGrpSpPr>
              <p:cNvPr id="55818" name="Group 2123"/>
              <p:cNvGrpSpPr>
                <a:grpSpLocks/>
              </p:cNvGrpSpPr>
              <p:nvPr/>
            </p:nvGrpSpPr>
            <p:grpSpPr bwMode="auto">
              <a:xfrm>
                <a:off x="2878" y="2060"/>
                <a:ext cx="295" cy="1"/>
                <a:chOff x="2878" y="2060"/>
                <a:chExt cx="295" cy="1"/>
              </a:xfrm>
            </p:grpSpPr>
            <p:sp>
              <p:nvSpPr>
                <p:cNvPr id="55819" name="Line 2124"/>
                <p:cNvSpPr>
                  <a:spLocks noChangeShapeType="1"/>
                </p:cNvSpPr>
                <p:nvPr/>
              </p:nvSpPr>
              <p:spPr bwMode="auto">
                <a:xfrm>
                  <a:off x="2878" y="2060"/>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820" name="Line 2125"/>
                <p:cNvSpPr>
                  <a:spLocks noChangeShapeType="1"/>
                </p:cNvSpPr>
                <p:nvPr/>
              </p:nvSpPr>
              <p:spPr bwMode="auto">
                <a:xfrm>
                  <a:off x="2934" y="2060"/>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821" name="Line 2126"/>
                <p:cNvSpPr>
                  <a:spLocks noChangeShapeType="1"/>
                </p:cNvSpPr>
                <p:nvPr/>
              </p:nvSpPr>
              <p:spPr bwMode="auto">
                <a:xfrm>
                  <a:off x="2990" y="2060"/>
                  <a:ext cx="23"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822" name="Line 2127"/>
                <p:cNvSpPr>
                  <a:spLocks noChangeShapeType="1"/>
                </p:cNvSpPr>
                <p:nvPr/>
              </p:nvSpPr>
              <p:spPr bwMode="auto">
                <a:xfrm>
                  <a:off x="3045" y="2060"/>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823" name="Line 2128"/>
                <p:cNvSpPr>
                  <a:spLocks noChangeShapeType="1"/>
                </p:cNvSpPr>
                <p:nvPr/>
              </p:nvSpPr>
              <p:spPr bwMode="auto">
                <a:xfrm>
                  <a:off x="3101" y="2060"/>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824" name="Line 2129"/>
                <p:cNvSpPr>
                  <a:spLocks noChangeShapeType="1"/>
                </p:cNvSpPr>
                <p:nvPr/>
              </p:nvSpPr>
              <p:spPr bwMode="auto">
                <a:xfrm>
                  <a:off x="3157" y="2060"/>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459" name="Group 2130"/>
            <p:cNvGrpSpPr>
              <a:grpSpLocks/>
            </p:cNvGrpSpPr>
            <p:nvPr/>
          </p:nvGrpSpPr>
          <p:grpSpPr bwMode="auto">
            <a:xfrm>
              <a:off x="2886" y="2339"/>
              <a:ext cx="415" cy="56"/>
              <a:chOff x="2886" y="2339"/>
              <a:chExt cx="415" cy="56"/>
            </a:xfrm>
          </p:grpSpPr>
          <p:sp>
            <p:nvSpPr>
              <p:cNvPr id="55809" name="Freeform 2131"/>
              <p:cNvSpPr>
                <a:spLocks/>
              </p:cNvSpPr>
              <p:nvPr/>
            </p:nvSpPr>
            <p:spPr bwMode="auto">
              <a:xfrm>
                <a:off x="3189" y="2339"/>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chemeClr val="tx1"/>
              </a:solidFill>
              <a:ln w="9525">
                <a:solidFill>
                  <a:schemeClr val="tx1"/>
                </a:solidFill>
                <a:round/>
                <a:headEnd/>
                <a:tailEnd/>
              </a:ln>
            </p:spPr>
            <p:txBody>
              <a:bodyPr/>
              <a:lstStyle/>
              <a:p>
                <a:endParaRPr lang="en-US"/>
              </a:p>
            </p:txBody>
          </p:sp>
          <p:grpSp>
            <p:nvGrpSpPr>
              <p:cNvPr id="55810" name="Group 2132"/>
              <p:cNvGrpSpPr>
                <a:grpSpLocks/>
              </p:cNvGrpSpPr>
              <p:nvPr/>
            </p:nvGrpSpPr>
            <p:grpSpPr bwMode="auto">
              <a:xfrm>
                <a:off x="2886" y="2371"/>
                <a:ext cx="295" cy="1"/>
                <a:chOff x="2886" y="2371"/>
                <a:chExt cx="295" cy="1"/>
              </a:xfrm>
            </p:grpSpPr>
            <p:sp>
              <p:nvSpPr>
                <p:cNvPr id="55811" name="Line 2133"/>
                <p:cNvSpPr>
                  <a:spLocks noChangeShapeType="1"/>
                </p:cNvSpPr>
                <p:nvPr/>
              </p:nvSpPr>
              <p:spPr bwMode="auto">
                <a:xfrm>
                  <a:off x="2886"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812" name="Line 2134"/>
                <p:cNvSpPr>
                  <a:spLocks noChangeShapeType="1"/>
                </p:cNvSpPr>
                <p:nvPr/>
              </p:nvSpPr>
              <p:spPr bwMode="auto">
                <a:xfrm>
                  <a:off x="2942"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813" name="Line 2135"/>
                <p:cNvSpPr>
                  <a:spLocks noChangeShapeType="1"/>
                </p:cNvSpPr>
                <p:nvPr/>
              </p:nvSpPr>
              <p:spPr bwMode="auto">
                <a:xfrm>
                  <a:off x="2998" y="2371"/>
                  <a:ext cx="23"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814" name="Line 2136"/>
                <p:cNvSpPr>
                  <a:spLocks noChangeShapeType="1"/>
                </p:cNvSpPr>
                <p:nvPr/>
              </p:nvSpPr>
              <p:spPr bwMode="auto">
                <a:xfrm>
                  <a:off x="3053"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815" name="Line 2137"/>
                <p:cNvSpPr>
                  <a:spLocks noChangeShapeType="1"/>
                </p:cNvSpPr>
                <p:nvPr/>
              </p:nvSpPr>
              <p:spPr bwMode="auto">
                <a:xfrm>
                  <a:off x="3109"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816" name="Line 2138"/>
                <p:cNvSpPr>
                  <a:spLocks noChangeShapeType="1"/>
                </p:cNvSpPr>
                <p:nvPr/>
              </p:nvSpPr>
              <p:spPr bwMode="auto">
                <a:xfrm>
                  <a:off x="3165" y="2371"/>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460" name="Group 2139"/>
            <p:cNvGrpSpPr>
              <a:grpSpLocks/>
            </p:cNvGrpSpPr>
            <p:nvPr/>
          </p:nvGrpSpPr>
          <p:grpSpPr bwMode="auto">
            <a:xfrm>
              <a:off x="2878" y="2642"/>
              <a:ext cx="415" cy="56"/>
              <a:chOff x="2878" y="2642"/>
              <a:chExt cx="415" cy="56"/>
            </a:xfrm>
          </p:grpSpPr>
          <p:sp>
            <p:nvSpPr>
              <p:cNvPr id="55801" name="Freeform 2140"/>
              <p:cNvSpPr>
                <a:spLocks/>
              </p:cNvSpPr>
              <p:nvPr/>
            </p:nvSpPr>
            <p:spPr bwMode="auto">
              <a:xfrm>
                <a:off x="3181" y="2642"/>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chemeClr val="tx1"/>
              </a:solidFill>
              <a:ln w="9525">
                <a:solidFill>
                  <a:schemeClr val="tx1"/>
                </a:solidFill>
                <a:round/>
                <a:headEnd/>
                <a:tailEnd/>
              </a:ln>
            </p:spPr>
            <p:txBody>
              <a:bodyPr/>
              <a:lstStyle/>
              <a:p>
                <a:endParaRPr lang="en-US"/>
              </a:p>
            </p:txBody>
          </p:sp>
          <p:grpSp>
            <p:nvGrpSpPr>
              <p:cNvPr id="55802" name="Group 2141"/>
              <p:cNvGrpSpPr>
                <a:grpSpLocks/>
              </p:cNvGrpSpPr>
              <p:nvPr/>
            </p:nvGrpSpPr>
            <p:grpSpPr bwMode="auto">
              <a:xfrm>
                <a:off x="2878" y="2674"/>
                <a:ext cx="295" cy="1"/>
                <a:chOff x="2878" y="2674"/>
                <a:chExt cx="295" cy="1"/>
              </a:xfrm>
            </p:grpSpPr>
            <p:sp>
              <p:nvSpPr>
                <p:cNvPr id="55803" name="Line 2142"/>
                <p:cNvSpPr>
                  <a:spLocks noChangeShapeType="1"/>
                </p:cNvSpPr>
                <p:nvPr/>
              </p:nvSpPr>
              <p:spPr bwMode="auto">
                <a:xfrm>
                  <a:off x="2878"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804" name="Line 2143"/>
                <p:cNvSpPr>
                  <a:spLocks noChangeShapeType="1"/>
                </p:cNvSpPr>
                <p:nvPr/>
              </p:nvSpPr>
              <p:spPr bwMode="auto">
                <a:xfrm>
                  <a:off x="2934"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805" name="Line 2144"/>
                <p:cNvSpPr>
                  <a:spLocks noChangeShapeType="1"/>
                </p:cNvSpPr>
                <p:nvPr/>
              </p:nvSpPr>
              <p:spPr bwMode="auto">
                <a:xfrm>
                  <a:off x="2990" y="2674"/>
                  <a:ext cx="23"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806" name="Line 2145"/>
                <p:cNvSpPr>
                  <a:spLocks noChangeShapeType="1"/>
                </p:cNvSpPr>
                <p:nvPr/>
              </p:nvSpPr>
              <p:spPr bwMode="auto">
                <a:xfrm>
                  <a:off x="3045"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807" name="Line 2146"/>
                <p:cNvSpPr>
                  <a:spLocks noChangeShapeType="1"/>
                </p:cNvSpPr>
                <p:nvPr/>
              </p:nvSpPr>
              <p:spPr bwMode="auto">
                <a:xfrm>
                  <a:off x="3101"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808" name="Line 2147"/>
                <p:cNvSpPr>
                  <a:spLocks noChangeShapeType="1"/>
                </p:cNvSpPr>
                <p:nvPr/>
              </p:nvSpPr>
              <p:spPr bwMode="auto">
                <a:xfrm>
                  <a:off x="3157" y="2674"/>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461" name="Group 2148"/>
            <p:cNvGrpSpPr>
              <a:grpSpLocks/>
            </p:cNvGrpSpPr>
            <p:nvPr/>
          </p:nvGrpSpPr>
          <p:grpSpPr bwMode="auto">
            <a:xfrm>
              <a:off x="2878" y="2953"/>
              <a:ext cx="415" cy="56"/>
              <a:chOff x="2878" y="2953"/>
              <a:chExt cx="415" cy="56"/>
            </a:xfrm>
          </p:grpSpPr>
          <p:sp>
            <p:nvSpPr>
              <p:cNvPr id="55793" name="Freeform 2149"/>
              <p:cNvSpPr>
                <a:spLocks/>
              </p:cNvSpPr>
              <p:nvPr/>
            </p:nvSpPr>
            <p:spPr bwMode="auto">
              <a:xfrm>
                <a:off x="3181"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chemeClr val="tx1"/>
              </a:solidFill>
              <a:ln w="9525">
                <a:solidFill>
                  <a:schemeClr val="tx1"/>
                </a:solidFill>
                <a:round/>
                <a:headEnd/>
                <a:tailEnd/>
              </a:ln>
            </p:spPr>
            <p:txBody>
              <a:bodyPr/>
              <a:lstStyle/>
              <a:p>
                <a:endParaRPr lang="en-US"/>
              </a:p>
            </p:txBody>
          </p:sp>
          <p:grpSp>
            <p:nvGrpSpPr>
              <p:cNvPr id="55794" name="Group 2150"/>
              <p:cNvGrpSpPr>
                <a:grpSpLocks/>
              </p:cNvGrpSpPr>
              <p:nvPr/>
            </p:nvGrpSpPr>
            <p:grpSpPr bwMode="auto">
              <a:xfrm>
                <a:off x="2878" y="2985"/>
                <a:ext cx="295" cy="1"/>
                <a:chOff x="2878" y="2985"/>
                <a:chExt cx="295" cy="1"/>
              </a:xfrm>
            </p:grpSpPr>
            <p:sp>
              <p:nvSpPr>
                <p:cNvPr id="55795" name="Line 2151"/>
                <p:cNvSpPr>
                  <a:spLocks noChangeShapeType="1"/>
                </p:cNvSpPr>
                <p:nvPr/>
              </p:nvSpPr>
              <p:spPr bwMode="auto">
                <a:xfrm>
                  <a:off x="2878"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796" name="Line 2152"/>
                <p:cNvSpPr>
                  <a:spLocks noChangeShapeType="1"/>
                </p:cNvSpPr>
                <p:nvPr/>
              </p:nvSpPr>
              <p:spPr bwMode="auto">
                <a:xfrm>
                  <a:off x="2934"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797" name="Line 2153"/>
                <p:cNvSpPr>
                  <a:spLocks noChangeShapeType="1"/>
                </p:cNvSpPr>
                <p:nvPr/>
              </p:nvSpPr>
              <p:spPr bwMode="auto">
                <a:xfrm>
                  <a:off x="2990" y="2985"/>
                  <a:ext cx="23"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798" name="Line 2154"/>
                <p:cNvSpPr>
                  <a:spLocks noChangeShapeType="1"/>
                </p:cNvSpPr>
                <p:nvPr/>
              </p:nvSpPr>
              <p:spPr bwMode="auto">
                <a:xfrm>
                  <a:off x="3045"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799" name="Line 2155"/>
                <p:cNvSpPr>
                  <a:spLocks noChangeShapeType="1"/>
                </p:cNvSpPr>
                <p:nvPr/>
              </p:nvSpPr>
              <p:spPr bwMode="auto">
                <a:xfrm>
                  <a:off x="3101"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800" name="Line 2156"/>
                <p:cNvSpPr>
                  <a:spLocks noChangeShapeType="1"/>
                </p:cNvSpPr>
                <p:nvPr/>
              </p:nvSpPr>
              <p:spPr bwMode="auto">
                <a:xfrm>
                  <a:off x="3157" y="2985"/>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462" name="Group 2157"/>
            <p:cNvGrpSpPr>
              <a:grpSpLocks/>
            </p:cNvGrpSpPr>
            <p:nvPr/>
          </p:nvGrpSpPr>
          <p:grpSpPr bwMode="auto">
            <a:xfrm>
              <a:off x="2870" y="3256"/>
              <a:ext cx="415" cy="56"/>
              <a:chOff x="2870" y="3256"/>
              <a:chExt cx="415" cy="56"/>
            </a:xfrm>
          </p:grpSpPr>
          <p:sp>
            <p:nvSpPr>
              <p:cNvPr id="55785" name="Freeform 2158"/>
              <p:cNvSpPr>
                <a:spLocks/>
              </p:cNvSpPr>
              <p:nvPr/>
            </p:nvSpPr>
            <p:spPr bwMode="auto">
              <a:xfrm>
                <a:off x="3173" y="3256"/>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chemeClr val="tx1"/>
              </a:solidFill>
              <a:ln w="9525">
                <a:solidFill>
                  <a:schemeClr val="tx1"/>
                </a:solidFill>
                <a:round/>
                <a:headEnd/>
                <a:tailEnd/>
              </a:ln>
            </p:spPr>
            <p:txBody>
              <a:bodyPr/>
              <a:lstStyle/>
              <a:p>
                <a:endParaRPr lang="en-US"/>
              </a:p>
            </p:txBody>
          </p:sp>
          <p:grpSp>
            <p:nvGrpSpPr>
              <p:cNvPr id="55786" name="Group 2159"/>
              <p:cNvGrpSpPr>
                <a:grpSpLocks/>
              </p:cNvGrpSpPr>
              <p:nvPr/>
            </p:nvGrpSpPr>
            <p:grpSpPr bwMode="auto">
              <a:xfrm>
                <a:off x="2870" y="3280"/>
                <a:ext cx="295" cy="1"/>
                <a:chOff x="2870" y="3280"/>
                <a:chExt cx="295" cy="1"/>
              </a:xfrm>
            </p:grpSpPr>
            <p:sp>
              <p:nvSpPr>
                <p:cNvPr id="55787" name="Line 2160"/>
                <p:cNvSpPr>
                  <a:spLocks noChangeShapeType="1"/>
                </p:cNvSpPr>
                <p:nvPr/>
              </p:nvSpPr>
              <p:spPr bwMode="auto">
                <a:xfrm>
                  <a:off x="2870" y="3280"/>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788" name="Line 2161"/>
                <p:cNvSpPr>
                  <a:spLocks noChangeShapeType="1"/>
                </p:cNvSpPr>
                <p:nvPr/>
              </p:nvSpPr>
              <p:spPr bwMode="auto">
                <a:xfrm>
                  <a:off x="2926" y="3280"/>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789" name="Line 2162"/>
                <p:cNvSpPr>
                  <a:spLocks noChangeShapeType="1"/>
                </p:cNvSpPr>
                <p:nvPr/>
              </p:nvSpPr>
              <p:spPr bwMode="auto">
                <a:xfrm>
                  <a:off x="2982" y="3280"/>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790" name="Line 2163"/>
                <p:cNvSpPr>
                  <a:spLocks noChangeShapeType="1"/>
                </p:cNvSpPr>
                <p:nvPr/>
              </p:nvSpPr>
              <p:spPr bwMode="auto">
                <a:xfrm>
                  <a:off x="3037" y="3280"/>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791" name="Line 2164"/>
                <p:cNvSpPr>
                  <a:spLocks noChangeShapeType="1"/>
                </p:cNvSpPr>
                <p:nvPr/>
              </p:nvSpPr>
              <p:spPr bwMode="auto">
                <a:xfrm>
                  <a:off x="3093" y="3280"/>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792" name="Line 2165"/>
                <p:cNvSpPr>
                  <a:spLocks noChangeShapeType="1"/>
                </p:cNvSpPr>
                <p:nvPr/>
              </p:nvSpPr>
              <p:spPr bwMode="auto">
                <a:xfrm>
                  <a:off x="3149" y="3280"/>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463" name="Group 2166"/>
            <p:cNvGrpSpPr>
              <a:grpSpLocks/>
            </p:cNvGrpSpPr>
            <p:nvPr/>
          </p:nvGrpSpPr>
          <p:grpSpPr bwMode="auto">
            <a:xfrm>
              <a:off x="2870" y="3567"/>
              <a:ext cx="415" cy="56"/>
              <a:chOff x="2870" y="3567"/>
              <a:chExt cx="415" cy="56"/>
            </a:xfrm>
          </p:grpSpPr>
          <p:sp>
            <p:nvSpPr>
              <p:cNvPr id="55777" name="Freeform 2167"/>
              <p:cNvSpPr>
                <a:spLocks/>
              </p:cNvSpPr>
              <p:nvPr/>
            </p:nvSpPr>
            <p:spPr bwMode="auto">
              <a:xfrm>
                <a:off x="3173"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chemeClr val="tx1"/>
              </a:solidFill>
              <a:ln w="9525">
                <a:solidFill>
                  <a:schemeClr val="tx1"/>
                </a:solidFill>
                <a:round/>
                <a:headEnd/>
                <a:tailEnd/>
              </a:ln>
            </p:spPr>
            <p:txBody>
              <a:bodyPr/>
              <a:lstStyle/>
              <a:p>
                <a:endParaRPr lang="en-US"/>
              </a:p>
            </p:txBody>
          </p:sp>
          <p:grpSp>
            <p:nvGrpSpPr>
              <p:cNvPr id="55778" name="Group 2168"/>
              <p:cNvGrpSpPr>
                <a:grpSpLocks/>
              </p:cNvGrpSpPr>
              <p:nvPr/>
            </p:nvGrpSpPr>
            <p:grpSpPr bwMode="auto">
              <a:xfrm>
                <a:off x="2870" y="3591"/>
                <a:ext cx="295" cy="1"/>
                <a:chOff x="2870" y="3591"/>
                <a:chExt cx="295" cy="1"/>
              </a:xfrm>
            </p:grpSpPr>
            <p:sp>
              <p:nvSpPr>
                <p:cNvPr id="55779" name="Line 2169"/>
                <p:cNvSpPr>
                  <a:spLocks noChangeShapeType="1"/>
                </p:cNvSpPr>
                <p:nvPr/>
              </p:nvSpPr>
              <p:spPr bwMode="auto">
                <a:xfrm>
                  <a:off x="2870"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780" name="Line 2170"/>
                <p:cNvSpPr>
                  <a:spLocks noChangeShapeType="1"/>
                </p:cNvSpPr>
                <p:nvPr/>
              </p:nvSpPr>
              <p:spPr bwMode="auto">
                <a:xfrm>
                  <a:off x="2926"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781" name="Line 2171"/>
                <p:cNvSpPr>
                  <a:spLocks noChangeShapeType="1"/>
                </p:cNvSpPr>
                <p:nvPr/>
              </p:nvSpPr>
              <p:spPr bwMode="auto">
                <a:xfrm>
                  <a:off x="2982"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782" name="Line 2172"/>
                <p:cNvSpPr>
                  <a:spLocks noChangeShapeType="1"/>
                </p:cNvSpPr>
                <p:nvPr/>
              </p:nvSpPr>
              <p:spPr bwMode="auto">
                <a:xfrm>
                  <a:off x="3037"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783" name="Line 2173"/>
                <p:cNvSpPr>
                  <a:spLocks noChangeShapeType="1"/>
                </p:cNvSpPr>
                <p:nvPr/>
              </p:nvSpPr>
              <p:spPr bwMode="auto">
                <a:xfrm>
                  <a:off x="3093"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784" name="Line 2174"/>
                <p:cNvSpPr>
                  <a:spLocks noChangeShapeType="1"/>
                </p:cNvSpPr>
                <p:nvPr/>
              </p:nvSpPr>
              <p:spPr bwMode="auto">
                <a:xfrm>
                  <a:off x="3149" y="3591"/>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464" name="Group 2175"/>
            <p:cNvGrpSpPr>
              <a:grpSpLocks/>
            </p:cNvGrpSpPr>
            <p:nvPr/>
          </p:nvGrpSpPr>
          <p:grpSpPr bwMode="auto">
            <a:xfrm>
              <a:off x="2399" y="1765"/>
              <a:ext cx="1357" cy="1196"/>
              <a:chOff x="2399" y="1765"/>
              <a:chExt cx="1357" cy="1196"/>
            </a:xfrm>
          </p:grpSpPr>
          <p:sp>
            <p:nvSpPr>
              <p:cNvPr id="55775" name="Freeform 2176"/>
              <p:cNvSpPr>
                <a:spLocks/>
              </p:cNvSpPr>
              <p:nvPr/>
            </p:nvSpPr>
            <p:spPr bwMode="auto">
              <a:xfrm>
                <a:off x="3636" y="2850"/>
                <a:ext cx="120" cy="111"/>
              </a:xfrm>
              <a:custGeom>
                <a:avLst/>
                <a:gdLst>
                  <a:gd name="T0" fmla="*/ 120 w 120"/>
                  <a:gd name="T1" fmla="*/ 111 h 111"/>
                  <a:gd name="T2" fmla="*/ 0 w 120"/>
                  <a:gd name="T3" fmla="*/ 47 h 111"/>
                  <a:gd name="T4" fmla="*/ 16 w 120"/>
                  <a:gd name="T5" fmla="*/ 23 h 111"/>
                  <a:gd name="T6" fmla="*/ 40 w 120"/>
                  <a:gd name="T7" fmla="*/ 0 h 111"/>
                  <a:gd name="T8" fmla="*/ 120 w 120"/>
                  <a:gd name="T9" fmla="*/ 111 h 1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 h="111">
                    <a:moveTo>
                      <a:pt x="120" y="111"/>
                    </a:moveTo>
                    <a:lnTo>
                      <a:pt x="0" y="47"/>
                    </a:lnTo>
                    <a:lnTo>
                      <a:pt x="16" y="23"/>
                    </a:lnTo>
                    <a:lnTo>
                      <a:pt x="40" y="0"/>
                    </a:lnTo>
                    <a:lnTo>
                      <a:pt x="120" y="111"/>
                    </a:lnTo>
                    <a:close/>
                  </a:path>
                </a:pathLst>
              </a:custGeom>
              <a:solidFill>
                <a:schemeClr val="tx1"/>
              </a:solidFill>
              <a:ln w="9525">
                <a:solidFill>
                  <a:schemeClr val="tx1"/>
                </a:solidFill>
                <a:round/>
                <a:headEnd/>
                <a:tailEnd/>
              </a:ln>
            </p:spPr>
            <p:txBody>
              <a:bodyPr/>
              <a:lstStyle/>
              <a:p>
                <a:endParaRPr lang="en-US"/>
              </a:p>
            </p:txBody>
          </p:sp>
          <p:sp>
            <p:nvSpPr>
              <p:cNvPr id="55776" name="Line 2177"/>
              <p:cNvSpPr>
                <a:spLocks noChangeShapeType="1"/>
              </p:cNvSpPr>
              <p:nvPr/>
            </p:nvSpPr>
            <p:spPr bwMode="auto">
              <a:xfrm>
                <a:off x="2399" y="1765"/>
                <a:ext cx="1261" cy="1114"/>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465" name="Group 2178"/>
            <p:cNvGrpSpPr>
              <a:grpSpLocks/>
            </p:cNvGrpSpPr>
            <p:nvPr/>
          </p:nvGrpSpPr>
          <p:grpSpPr bwMode="auto">
            <a:xfrm>
              <a:off x="2862" y="1765"/>
              <a:ext cx="1349" cy="1204"/>
              <a:chOff x="2862" y="1765"/>
              <a:chExt cx="1349" cy="1204"/>
            </a:xfrm>
          </p:grpSpPr>
          <p:sp>
            <p:nvSpPr>
              <p:cNvPr id="55773" name="Freeform 2179"/>
              <p:cNvSpPr>
                <a:spLocks/>
              </p:cNvSpPr>
              <p:nvPr/>
            </p:nvSpPr>
            <p:spPr bwMode="auto">
              <a:xfrm>
                <a:off x="4091" y="2850"/>
                <a:ext cx="120" cy="119"/>
              </a:xfrm>
              <a:custGeom>
                <a:avLst/>
                <a:gdLst>
                  <a:gd name="T0" fmla="*/ 120 w 120"/>
                  <a:gd name="T1" fmla="*/ 119 h 119"/>
                  <a:gd name="T2" fmla="*/ 0 w 120"/>
                  <a:gd name="T3" fmla="*/ 55 h 119"/>
                  <a:gd name="T4" fmla="*/ 24 w 120"/>
                  <a:gd name="T5" fmla="*/ 23 h 119"/>
                  <a:gd name="T6" fmla="*/ 48 w 120"/>
                  <a:gd name="T7" fmla="*/ 0 h 119"/>
                  <a:gd name="T8" fmla="*/ 120 w 120"/>
                  <a:gd name="T9" fmla="*/ 119 h 1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 h="119">
                    <a:moveTo>
                      <a:pt x="120" y="119"/>
                    </a:moveTo>
                    <a:lnTo>
                      <a:pt x="0" y="55"/>
                    </a:lnTo>
                    <a:lnTo>
                      <a:pt x="24" y="23"/>
                    </a:lnTo>
                    <a:lnTo>
                      <a:pt x="48" y="0"/>
                    </a:lnTo>
                    <a:lnTo>
                      <a:pt x="120" y="119"/>
                    </a:lnTo>
                    <a:close/>
                  </a:path>
                </a:pathLst>
              </a:custGeom>
              <a:solidFill>
                <a:schemeClr val="tx1"/>
              </a:solidFill>
              <a:ln w="9525">
                <a:solidFill>
                  <a:schemeClr val="tx1"/>
                </a:solidFill>
                <a:round/>
                <a:headEnd/>
                <a:tailEnd/>
              </a:ln>
            </p:spPr>
            <p:txBody>
              <a:bodyPr/>
              <a:lstStyle/>
              <a:p>
                <a:endParaRPr lang="en-US"/>
              </a:p>
            </p:txBody>
          </p:sp>
          <p:sp>
            <p:nvSpPr>
              <p:cNvPr id="55774" name="Line 2180"/>
              <p:cNvSpPr>
                <a:spLocks noChangeShapeType="1"/>
              </p:cNvSpPr>
              <p:nvPr/>
            </p:nvSpPr>
            <p:spPr bwMode="auto">
              <a:xfrm>
                <a:off x="2862" y="1765"/>
                <a:ext cx="1261" cy="1114"/>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466" name="Group 2181"/>
            <p:cNvGrpSpPr>
              <a:grpSpLocks/>
            </p:cNvGrpSpPr>
            <p:nvPr/>
          </p:nvGrpSpPr>
          <p:grpSpPr bwMode="auto">
            <a:xfrm>
              <a:off x="2870" y="2990"/>
              <a:ext cx="886" cy="290"/>
              <a:chOff x="2870" y="2990"/>
              <a:chExt cx="886" cy="290"/>
            </a:xfrm>
          </p:grpSpPr>
          <p:sp>
            <p:nvSpPr>
              <p:cNvPr id="55771" name="Freeform 2182"/>
              <p:cNvSpPr>
                <a:spLocks/>
              </p:cNvSpPr>
              <p:nvPr/>
            </p:nvSpPr>
            <p:spPr bwMode="auto">
              <a:xfrm>
                <a:off x="3612" y="3208"/>
                <a:ext cx="144" cy="72"/>
              </a:xfrm>
              <a:custGeom>
                <a:avLst/>
                <a:gdLst>
                  <a:gd name="T0" fmla="*/ 144 w 144"/>
                  <a:gd name="T1" fmla="*/ 72 h 72"/>
                  <a:gd name="T2" fmla="*/ 0 w 144"/>
                  <a:gd name="T3" fmla="*/ 64 h 72"/>
                  <a:gd name="T4" fmla="*/ 16 w 144"/>
                  <a:gd name="T5" fmla="*/ 32 h 72"/>
                  <a:gd name="T6" fmla="*/ 24 w 144"/>
                  <a:gd name="T7" fmla="*/ 0 h 72"/>
                  <a:gd name="T8" fmla="*/ 144 w 144"/>
                  <a:gd name="T9" fmla="*/ 72 h 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4" h="72">
                    <a:moveTo>
                      <a:pt x="144" y="72"/>
                    </a:moveTo>
                    <a:lnTo>
                      <a:pt x="0" y="64"/>
                    </a:lnTo>
                    <a:lnTo>
                      <a:pt x="16" y="32"/>
                    </a:lnTo>
                    <a:lnTo>
                      <a:pt x="24" y="0"/>
                    </a:lnTo>
                    <a:lnTo>
                      <a:pt x="144" y="72"/>
                    </a:lnTo>
                    <a:close/>
                  </a:path>
                </a:pathLst>
              </a:custGeom>
              <a:solidFill>
                <a:schemeClr val="tx1"/>
              </a:solidFill>
              <a:ln w="9525">
                <a:solidFill>
                  <a:schemeClr val="tx1"/>
                </a:solidFill>
                <a:round/>
                <a:headEnd/>
                <a:tailEnd/>
              </a:ln>
            </p:spPr>
            <p:txBody>
              <a:bodyPr/>
              <a:lstStyle/>
              <a:p>
                <a:endParaRPr lang="en-US"/>
              </a:p>
            </p:txBody>
          </p:sp>
          <p:sp>
            <p:nvSpPr>
              <p:cNvPr id="55772" name="Line 2183"/>
              <p:cNvSpPr>
                <a:spLocks noChangeShapeType="1"/>
              </p:cNvSpPr>
              <p:nvPr/>
            </p:nvSpPr>
            <p:spPr bwMode="auto">
              <a:xfrm>
                <a:off x="2870" y="2990"/>
                <a:ext cx="766" cy="252"/>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467" name="Group 2184"/>
            <p:cNvGrpSpPr>
              <a:grpSpLocks/>
            </p:cNvGrpSpPr>
            <p:nvPr/>
          </p:nvGrpSpPr>
          <p:grpSpPr bwMode="auto">
            <a:xfrm>
              <a:off x="2393" y="2993"/>
              <a:ext cx="437" cy="598"/>
              <a:chOff x="2393" y="2993"/>
              <a:chExt cx="437" cy="598"/>
            </a:xfrm>
          </p:grpSpPr>
          <p:sp>
            <p:nvSpPr>
              <p:cNvPr id="55769" name="Freeform 2185"/>
              <p:cNvSpPr>
                <a:spLocks/>
              </p:cNvSpPr>
              <p:nvPr/>
            </p:nvSpPr>
            <p:spPr bwMode="auto">
              <a:xfrm>
                <a:off x="2726" y="2993"/>
                <a:ext cx="104" cy="128"/>
              </a:xfrm>
              <a:custGeom>
                <a:avLst/>
                <a:gdLst>
                  <a:gd name="T0" fmla="*/ 104 w 104"/>
                  <a:gd name="T1" fmla="*/ 0 h 128"/>
                  <a:gd name="T2" fmla="*/ 56 w 104"/>
                  <a:gd name="T3" fmla="*/ 128 h 128"/>
                  <a:gd name="T4" fmla="*/ 24 w 104"/>
                  <a:gd name="T5" fmla="*/ 112 h 128"/>
                  <a:gd name="T6" fmla="*/ 0 w 104"/>
                  <a:gd name="T7" fmla="*/ 88 h 128"/>
                  <a:gd name="T8" fmla="*/ 104 w 104"/>
                  <a:gd name="T9" fmla="*/ 0 h 1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4" h="128">
                    <a:moveTo>
                      <a:pt x="104" y="0"/>
                    </a:moveTo>
                    <a:lnTo>
                      <a:pt x="56" y="128"/>
                    </a:lnTo>
                    <a:lnTo>
                      <a:pt x="24" y="112"/>
                    </a:lnTo>
                    <a:lnTo>
                      <a:pt x="0" y="88"/>
                    </a:lnTo>
                    <a:lnTo>
                      <a:pt x="104" y="0"/>
                    </a:lnTo>
                    <a:close/>
                  </a:path>
                </a:pathLst>
              </a:custGeom>
              <a:solidFill>
                <a:schemeClr val="tx1"/>
              </a:solidFill>
              <a:ln w="9525">
                <a:solidFill>
                  <a:schemeClr val="tx1"/>
                </a:solidFill>
                <a:round/>
                <a:headEnd/>
                <a:tailEnd/>
              </a:ln>
            </p:spPr>
            <p:txBody>
              <a:bodyPr/>
              <a:lstStyle/>
              <a:p>
                <a:endParaRPr lang="en-US"/>
              </a:p>
            </p:txBody>
          </p:sp>
          <p:sp>
            <p:nvSpPr>
              <p:cNvPr id="55770" name="Line 2186"/>
              <p:cNvSpPr>
                <a:spLocks noChangeShapeType="1"/>
              </p:cNvSpPr>
              <p:nvPr/>
            </p:nvSpPr>
            <p:spPr bwMode="auto">
              <a:xfrm flipV="1">
                <a:off x="2393" y="3097"/>
                <a:ext cx="362" cy="494"/>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468" name="Group 2187"/>
            <p:cNvGrpSpPr>
              <a:grpSpLocks/>
            </p:cNvGrpSpPr>
            <p:nvPr/>
          </p:nvGrpSpPr>
          <p:grpSpPr bwMode="auto">
            <a:xfrm>
              <a:off x="2854" y="2690"/>
              <a:ext cx="902" cy="596"/>
              <a:chOff x="2854" y="2690"/>
              <a:chExt cx="902" cy="596"/>
            </a:xfrm>
          </p:grpSpPr>
          <p:sp>
            <p:nvSpPr>
              <p:cNvPr id="55767" name="Freeform 2188"/>
              <p:cNvSpPr>
                <a:spLocks/>
              </p:cNvSpPr>
              <p:nvPr/>
            </p:nvSpPr>
            <p:spPr bwMode="auto">
              <a:xfrm>
                <a:off x="3620" y="2690"/>
                <a:ext cx="136" cy="104"/>
              </a:xfrm>
              <a:custGeom>
                <a:avLst/>
                <a:gdLst>
                  <a:gd name="T0" fmla="*/ 136 w 136"/>
                  <a:gd name="T1" fmla="*/ 0 h 104"/>
                  <a:gd name="T2" fmla="*/ 40 w 136"/>
                  <a:gd name="T3" fmla="*/ 104 h 104"/>
                  <a:gd name="T4" fmla="*/ 24 w 136"/>
                  <a:gd name="T5" fmla="*/ 80 h 104"/>
                  <a:gd name="T6" fmla="*/ 0 w 136"/>
                  <a:gd name="T7" fmla="*/ 48 h 104"/>
                  <a:gd name="T8" fmla="*/ 136 w 136"/>
                  <a:gd name="T9" fmla="*/ 0 h 10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 h="104">
                    <a:moveTo>
                      <a:pt x="136" y="0"/>
                    </a:moveTo>
                    <a:lnTo>
                      <a:pt x="40" y="104"/>
                    </a:lnTo>
                    <a:lnTo>
                      <a:pt x="24" y="80"/>
                    </a:lnTo>
                    <a:lnTo>
                      <a:pt x="0" y="48"/>
                    </a:lnTo>
                    <a:lnTo>
                      <a:pt x="136" y="0"/>
                    </a:lnTo>
                    <a:close/>
                  </a:path>
                </a:pathLst>
              </a:custGeom>
              <a:solidFill>
                <a:schemeClr val="tx1"/>
              </a:solidFill>
              <a:ln w="9525">
                <a:solidFill>
                  <a:schemeClr val="tx1"/>
                </a:solidFill>
                <a:round/>
                <a:headEnd/>
                <a:tailEnd/>
              </a:ln>
            </p:spPr>
            <p:txBody>
              <a:bodyPr/>
              <a:lstStyle/>
              <a:p>
                <a:endParaRPr lang="en-US"/>
              </a:p>
            </p:txBody>
          </p:sp>
          <p:sp>
            <p:nvSpPr>
              <p:cNvPr id="55768" name="Line 2189"/>
              <p:cNvSpPr>
                <a:spLocks noChangeShapeType="1"/>
              </p:cNvSpPr>
              <p:nvPr/>
            </p:nvSpPr>
            <p:spPr bwMode="auto">
              <a:xfrm flipV="1">
                <a:off x="2854" y="2766"/>
                <a:ext cx="798" cy="52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469" name="Group 2190"/>
            <p:cNvGrpSpPr>
              <a:grpSpLocks/>
            </p:cNvGrpSpPr>
            <p:nvPr/>
          </p:nvGrpSpPr>
          <p:grpSpPr bwMode="auto">
            <a:xfrm>
              <a:off x="2862" y="1781"/>
              <a:ext cx="1349" cy="1188"/>
              <a:chOff x="2862" y="1781"/>
              <a:chExt cx="1349" cy="1188"/>
            </a:xfrm>
          </p:grpSpPr>
          <p:sp>
            <p:nvSpPr>
              <p:cNvPr id="55765" name="Freeform 2191"/>
              <p:cNvSpPr>
                <a:spLocks/>
              </p:cNvSpPr>
              <p:nvPr/>
            </p:nvSpPr>
            <p:spPr bwMode="auto">
              <a:xfrm>
                <a:off x="4091" y="1781"/>
                <a:ext cx="120" cy="111"/>
              </a:xfrm>
              <a:custGeom>
                <a:avLst/>
                <a:gdLst>
                  <a:gd name="T0" fmla="*/ 120 w 120"/>
                  <a:gd name="T1" fmla="*/ 0 h 111"/>
                  <a:gd name="T2" fmla="*/ 40 w 120"/>
                  <a:gd name="T3" fmla="*/ 111 h 111"/>
                  <a:gd name="T4" fmla="*/ 16 w 120"/>
                  <a:gd name="T5" fmla="*/ 87 h 111"/>
                  <a:gd name="T6" fmla="*/ 0 w 120"/>
                  <a:gd name="T7" fmla="*/ 64 h 111"/>
                  <a:gd name="T8" fmla="*/ 120 w 120"/>
                  <a:gd name="T9" fmla="*/ 0 h 1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 h="111">
                    <a:moveTo>
                      <a:pt x="120" y="0"/>
                    </a:moveTo>
                    <a:lnTo>
                      <a:pt x="40" y="111"/>
                    </a:lnTo>
                    <a:lnTo>
                      <a:pt x="16" y="87"/>
                    </a:lnTo>
                    <a:lnTo>
                      <a:pt x="0" y="64"/>
                    </a:lnTo>
                    <a:lnTo>
                      <a:pt x="120" y="0"/>
                    </a:lnTo>
                    <a:close/>
                  </a:path>
                </a:pathLst>
              </a:custGeom>
              <a:solidFill>
                <a:schemeClr val="tx1"/>
              </a:solidFill>
              <a:ln w="9525">
                <a:solidFill>
                  <a:schemeClr val="tx1"/>
                </a:solidFill>
                <a:round/>
                <a:headEnd/>
                <a:tailEnd/>
              </a:ln>
            </p:spPr>
            <p:txBody>
              <a:bodyPr/>
              <a:lstStyle/>
              <a:p>
                <a:endParaRPr lang="en-US"/>
              </a:p>
            </p:txBody>
          </p:sp>
          <p:sp>
            <p:nvSpPr>
              <p:cNvPr id="55766" name="Line 2192"/>
              <p:cNvSpPr>
                <a:spLocks noChangeShapeType="1"/>
              </p:cNvSpPr>
              <p:nvPr/>
            </p:nvSpPr>
            <p:spPr bwMode="auto">
              <a:xfrm flipV="1">
                <a:off x="2862" y="1863"/>
                <a:ext cx="1253" cy="1106"/>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470" name="Group 2193"/>
            <p:cNvGrpSpPr>
              <a:grpSpLocks/>
            </p:cNvGrpSpPr>
            <p:nvPr/>
          </p:nvGrpSpPr>
          <p:grpSpPr bwMode="auto">
            <a:xfrm>
              <a:off x="1944" y="2687"/>
              <a:ext cx="886" cy="282"/>
              <a:chOff x="1944" y="2687"/>
              <a:chExt cx="886" cy="282"/>
            </a:xfrm>
          </p:grpSpPr>
          <p:sp>
            <p:nvSpPr>
              <p:cNvPr id="55763" name="Freeform 2194"/>
              <p:cNvSpPr>
                <a:spLocks/>
              </p:cNvSpPr>
              <p:nvPr/>
            </p:nvSpPr>
            <p:spPr bwMode="auto">
              <a:xfrm>
                <a:off x="2694" y="2897"/>
                <a:ext cx="136" cy="72"/>
              </a:xfrm>
              <a:custGeom>
                <a:avLst/>
                <a:gdLst>
                  <a:gd name="T0" fmla="*/ 136 w 136"/>
                  <a:gd name="T1" fmla="*/ 72 h 72"/>
                  <a:gd name="T2" fmla="*/ 0 w 136"/>
                  <a:gd name="T3" fmla="*/ 64 h 72"/>
                  <a:gd name="T4" fmla="*/ 8 w 136"/>
                  <a:gd name="T5" fmla="*/ 32 h 72"/>
                  <a:gd name="T6" fmla="*/ 24 w 136"/>
                  <a:gd name="T7" fmla="*/ 0 h 72"/>
                  <a:gd name="T8" fmla="*/ 136 w 136"/>
                  <a:gd name="T9" fmla="*/ 72 h 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 h="72">
                    <a:moveTo>
                      <a:pt x="136" y="72"/>
                    </a:moveTo>
                    <a:lnTo>
                      <a:pt x="0" y="64"/>
                    </a:lnTo>
                    <a:lnTo>
                      <a:pt x="8" y="32"/>
                    </a:lnTo>
                    <a:lnTo>
                      <a:pt x="24" y="0"/>
                    </a:lnTo>
                    <a:lnTo>
                      <a:pt x="136" y="72"/>
                    </a:lnTo>
                    <a:close/>
                  </a:path>
                </a:pathLst>
              </a:custGeom>
              <a:solidFill>
                <a:schemeClr val="tx1"/>
              </a:solidFill>
              <a:ln w="9525">
                <a:solidFill>
                  <a:schemeClr val="tx1"/>
                </a:solidFill>
                <a:round/>
                <a:headEnd/>
                <a:tailEnd/>
              </a:ln>
            </p:spPr>
            <p:txBody>
              <a:bodyPr/>
              <a:lstStyle/>
              <a:p>
                <a:endParaRPr lang="en-US"/>
              </a:p>
            </p:txBody>
          </p:sp>
          <p:sp>
            <p:nvSpPr>
              <p:cNvPr id="55764" name="Line 2195"/>
              <p:cNvSpPr>
                <a:spLocks noChangeShapeType="1"/>
              </p:cNvSpPr>
              <p:nvPr/>
            </p:nvSpPr>
            <p:spPr bwMode="auto">
              <a:xfrm>
                <a:off x="1944" y="2687"/>
                <a:ext cx="766" cy="244"/>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471" name="Group 2196"/>
            <p:cNvGrpSpPr>
              <a:grpSpLocks/>
            </p:cNvGrpSpPr>
            <p:nvPr/>
          </p:nvGrpSpPr>
          <p:grpSpPr bwMode="auto">
            <a:xfrm>
              <a:off x="1944" y="2395"/>
              <a:ext cx="1357" cy="1196"/>
              <a:chOff x="1944" y="2395"/>
              <a:chExt cx="1357" cy="1196"/>
            </a:xfrm>
          </p:grpSpPr>
          <p:sp>
            <p:nvSpPr>
              <p:cNvPr id="55761" name="Freeform 2197"/>
              <p:cNvSpPr>
                <a:spLocks/>
              </p:cNvSpPr>
              <p:nvPr/>
            </p:nvSpPr>
            <p:spPr bwMode="auto">
              <a:xfrm>
                <a:off x="3173" y="2395"/>
                <a:ext cx="128" cy="112"/>
              </a:xfrm>
              <a:custGeom>
                <a:avLst/>
                <a:gdLst>
                  <a:gd name="T0" fmla="*/ 128 w 128"/>
                  <a:gd name="T1" fmla="*/ 0 h 112"/>
                  <a:gd name="T2" fmla="*/ 48 w 128"/>
                  <a:gd name="T3" fmla="*/ 112 h 112"/>
                  <a:gd name="T4" fmla="*/ 24 w 128"/>
                  <a:gd name="T5" fmla="*/ 88 h 112"/>
                  <a:gd name="T6" fmla="*/ 0 w 128"/>
                  <a:gd name="T7" fmla="*/ 64 h 112"/>
                  <a:gd name="T8" fmla="*/ 128 w 128"/>
                  <a:gd name="T9" fmla="*/ 0 h 1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8" h="112">
                    <a:moveTo>
                      <a:pt x="128" y="0"/>
                    </a:moveTo>
                    <a:lnTo>
                      <a:pt x="48" y="112"/>
                    </a:lnTo>
                    <a:lnTo>
                      <a:pt x="24" y="88"/>
                    </a:lnTo>
                    <a:lnTo>
                      <a:pt x="0" y="64"/>
                    </a:lnTo>
                    <a:lnTo>
                      <a:pt x="128" y="0"/>
                    </a:lnTo>
                    <a:close/>
                  </a:path>
                </a:pathLst>
              </a:custGeom>
              <a:solidFill>
                <a:schemeClr val="tx1"/>
              </a:solidFill>
              <a:ln w="9525">
                <a:solidFill>
                  <a:schemeClr val="tx1"/>
                </a:solidFill>
                <a:round/>
                <a:headEnd/>
                <a:tailEnd/>
              </a:ln>
            </p:spPr>
            <p:txBody>
              <a:bodyPr/>
              <a:lstStyle/>
              <a:p>
                <a:endParaRPr lang="en-US"/>
              </a:p>
            </p:txBody>
          </p:sp>
          <p:sp>
            <p:nvSpPr>
              <p:cNvPr id="55762" name="Line 2198"/>
              <p:cNvSpPr>
                <a:spLocks noChangeShapeType="1"/>
              </p:cNvSpPr>
              <p:nvPr/>
            </p:nvSpPr>
            <p:spPr bwMode="auto">
              <a:xfrm flipV="1">
                <a:off x="1944" y="2477"/>
                <a:ext cx="1261" cy="1114"/>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472" name="Group 2199"/>
            <p:cNvGrpSpPr>
              <a:grpSpLocks/>
            </p:cNvGrpSpPr>
            <p:nvPr/>
          </p:nvGrpSpPr>
          <p:grpSpPr bwMode="auto">
            <a:xfrm>
              <a:off x="3317" y="3293"/>
              <a:ext cx="886" cy="282"/>
              <a:chOff x="3317" y="3293"/>
              <a:chExt cx="886" cy="282"/>
            </a:xfrm>
          </p:grpSpPr>
          <p:sp>
            <p:nvSpPr>
              <p:cNvPr id="55759" name="Freeform 2200"/>
              <p:cNvSpPr>
                <a:spLocks/>
              </p:cNvSpPr>
              <p:nvPr/>
            </p:nvSpPr>
            <p:spPr bwMode="auto">
              <a:xfrm>
                <a:off x="4067" y="3504"/>
                <a:ext cx="136" cy="71"/>
              </a:xfrm>
              <a:custGeom>
                <a:avLst/>
                <a:gdLst>
                  <a:gd name="T0" fmla="*/ 136 w 136"/>
                  <a:gd name="T1" fmla="*/ 71 h 71"/>
                  <a:gd name="T2" fmla="*/ 0 w 136"/>
                  <a:gd name="T3" fmla="*/ 63 h 71"/>
                  <a:gd name="T4" fmla="*/ 8 w 136"/>
                  <a:gd name="T5" fmla="*/ 32 h 71"/>
                  <a:gd name="T6" fmla="*/ 16 w 136"/>
                  <a:gd name="T7" fmla="*/ 0 h 71"/>
                  <a:gd name="T8" fmla="*/ 136 w 136"/>
                  <a:gd name="T9" fmla="*/ 71 h 7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 h="71">
                    <a:moveTo>
                      <a:pt x="136" y="71"/>
                    </a:moveTo>
                    <a:lnTo>
                      <a:pt x="0" y="63"/>
                    </a:lnTo>
                    <a:lnTo>
                      <a:pt x="8" y="32"/>
                    </a:lnTo>
                    <a:lnTo>
                      <a:pt x="16" y="0"/>
                    </a:lnTo>
                    <a:lnTo>
                      <a:pt x="136" y="71"/>
                    </a:lnTo>
                    <a:close/>
                  </a:path>
                </a:pathLst>
              </a:custGeom>
              <a:solidFill>
                <a:schemeClr val="tx1"/>
              </a:solidFill>
              <a:ln w="9525">
                <a:solidFill>
                  <a:schemeClr val="tx1"/>
                </a:solidFill>
                <a:round/>
                <a:headEnd/>
                <a:tailEnd/>
              </a:ln>
            </p:spPr>
            <p:txBody>
              <a:bodyPr/>
              <a:lstStyle/>
              <a:p>
                <a:endParaRPr lang="en-US"/>
              </a:p>
            </p:txBody>
          </p:sp>
          <p:sp>
            <p:nvSpPr>
              <p:cNvPr id="55760" name="Line 2201"/>
              <p:cNvSpPr>
                <a:spLocks noChangeShapeType="1"/>
              </p:cNvSpPr>
              <p:nvPr/>
            </p:nvSpPr>
            <p:spPr bwMode="auto">
              <a:xfrm>
                <a:off x="3317" y="3293"/>
                <a:ext cx="766" cy="244"/>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473" name="Group 2202"/>
            <p:cNvGrpSpPr>
              <a:grpSpLocks/>
            </p:cNvGrpSpPr>
            <p:nvPr/>
          </p:nvGrpSpPr>
          <p:grpSpPr bwMode="auto">
            <a:xfrm>
              <a:off x="3317" y="2682"/>
              <a:ext cx="1349" cy="619"/>
              <a:chOff x="3317" y="2682"/>
              <a:chExt cx="1349" cy="619"/>
            </a:xfrm>
          </p:grpSpPr>
          <p:sp>
            <p:nvSpPr>
              <p:cNvPr id="55757" name="Freeform 2203"/>
              <p:cNvSpPr>
                <a:spLocks/>
              </p:cNvSpPr>
              <p:nvPr/>
            </p:nvSpPr>
            <p:spPr bwMode="auto">
              <a:xfrm>
                <a:off x="4530" y="2682"/>
                <a:ext cx="136" cy="88"/>
              </a:xfrm>
              <a:custGeom>
                <a:avLst/>
                <a:gdLst>
                  <a:gd name="T0" fmla="*/ 136 w 136"/>
                  <a:gd name="T1" fmla="*/ 0 h 88"/>
                  <a:gd name="T2" fmla="*/ 32 w 136"/>
                  <a:gd name="T3" fmla="*/ 88 h 88"/>
                  <a:gd name="T4" fmla="*/ 16 w 136"/>
                  <a:gd name="T5" fmla="*/ 56 h 88"/>
                  <a:gd name="T6" fmla="*/ 0 w 136"/>
                  <a:gd name="T7" fmla="*/ 32 h 88"/>
                  <a:gd name="T8" fmla="*/ 136 w 136"/>
                  <a:gd name="T9" fmla="*/ 0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 h="88">
                    <a:moveTo>
                      <a:pt x="136" y="0"/>
                    </a:moveTo>
                    <a:lnTo>
                      <a:pt x="32" y="88"/>
                    </a:lnTo>
                    <a:lnTo>
                      <a:pt x="16" y="56"/>
                    </a:lnTo>
                    <a:lnTo>
                      <a:pt x="0" y="32"/>
                    </a:lnTo>
                    <a:lnTo>
                      <a:pt x="136" y="0"/>
                    </a:lnTo>
                    <a:close/>
                  </a:path>
                </a:pathLst>
              </a:custGeom>
              <a:solidFill>
                <a:schemeClr val="tx1"/>
              </a:solidFill>
              <a:ln w="9525">
                <a:solidFill>
                  <a:schemeClr val="tx1"/>
                </a:solidFill>
                <a:round/>
                <a:headEnd/>
                <a:tailEnd/>
              </a:ln>
            </p:spPr>
            <p:txBody>
              <a:bodyPr/>
              <a:lstStyle/>
              <a:p>
                <a:endParaRPr lang="en-US"/>
              </a:p>
            </p:txBody>
          </p:sp>
          <p:sp>
            <p:nvSpPr>
              <p:cNvPr id="55758" name="Line 2204"/>
              <p:cNvSpPr>
                <a:spLocks noChangeShapeType="1"/>
              </p:cNvSpPr>
              <p:nvPr/>
            </p:nvSpPr>
            <p:spPr bwMode="auto">
              <a:xfrm flipV="1">
                <a:off x="3317" y="2736"/>
                <a:ext cx="1237" cy="565"/>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474" name="Group 2205"/>
            <p:cNvGrpSpPr>
              <a:grpSpLocks/>
            </p:cNvGrpSpPr>
            <p:nvPr/>
          </p:nvGrpSpPr>
          <p:grpSpPr bwMode="auto">
            <a:xfrm>
              <a:off x="3317" y="2387"/>
              <a:ext cx="886" cy="282"/>
              <a:chOff x="3317" y="2387"/>
              <a:chExt cx="886" cy="282"/>
            </a:xfrm>
          </p:grpSpPr>
          <p:sp>
            <p:nvSpPr>
              <p:cNvPr id="55755" name="Freeform 2206"/>
              <p:cNvSpPr>
                <a:spLocks/>
              </p:cNvSpPr>
              <p:nvPr/>
            </p:nvSpPr>
            <p:spPr bwMode="auto">
              <a:xfrm>
                <a:off x="4067" y="2387"/>
                <a:ext cx="136" cy="72"/>
              </a:xfrm>
              <a:custGeom>
                <a:avLst/>
                <a:gdLst>
                  <a:gd name="T0" fmla="*/ 136 w 136"/>
                  <a:gd name="T1" fmla="*/ 0 h 72"/>
                  <a:gd name="T2" fmla="*/ 16 w 136"/>
                  <a:gd name="T3" fmla="*/ 72 h 72"/>
                  <a:gd name="T4" fmla="*/ 8 w 136"/>
                  <a:gd name="T5" fmla="*/ 40 h 72"/>
                  <a:gd name="T6" fmla="*/ 0 w 136"/>
                  <a:gd name="T7" fmla="*/ 8 h 72"/>
                  <a:gd name="T8" fmla="*/ 136 w 136"/>
                  <a:gd name="T9" fmla="*/ 0 h 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 h="72">
                    <a:moveTo>
                      <a:pt x="136" y="0"/>
                    </a:moveTo>
                    <a:lnTo>
                      <a:pt x="16" y="72"/>
                    </a:lnTo>
                    <a:lnTo>
                      <a:pt x="8" y="40"/>
                    </a:lnTo>
                    <a:lnTo>
                      <a:pt x="0" y="8"/>
                    </a:lnTo>
                    <a:lnTo>
                      <a:pt x="136" y="0"/>
                    </a:lnTo>
                    <a:close/>
                  </a:path>
                </a:pathLst>
              </a:custGeom>
              <a:solidFill>
                <a:schemeClr val="tx1"/>
              </a:solidFill>
              <a:ln w="9525">
                <a:solidFill>
                  <a:schemeClr val="tx1"/>
                </a:solidFill>
                <a:round/>
                <a:headEnd/>
                <a:tailEnd/>
              </a:ln>
            </p:spPr>
            <p:txBody>
              <a:bodyPr/>
              <a:lstStyle/>
              <a:p>
                <a:endParaRPr lang="en-US"/>
              </a:p>
            </p:txBody>
          </p:sp>
          <p:sp>
            <p:nvSpPr>
              <p:cNvPr id="55756" name="Line 2207"/>
              <p:cNvSpPr>
                <a:spLocks noChangeShapeType="1"/>
              </p:cNvSpPr>
              <p:nvPr/>
            </p:nvSpPr>
            <p:spPr bwMode="auto">
              <a:xfrm flipV="1">
                <a:off x="3317" y="2426"/>
                <a:ext cx="766" cy="243"/>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475" name="Group 2208"/>
            <p:cNvGrpSpPr>
              <a:grpSpLocks/>
            </p:cNvGrpSpPr>
            <p:nvPr/>
          </p:nvGrpSpPr>
          <p:grpSpPr bwMode="auto">
            <a:xfrm>
              <a:off x="3780" y="2387"/>
              <a:ext cx="886" cy="282"/>
              <a:chOff x="3780" y="2387"/>
              <a:chExt cx="886" cy="282"/>
            </a:xfrm>
          </p:grpSpPr>
          <p:sp>
            <p:nvSpPr>
              <p:cNvPr id="55753" name="Freeform 2209"/>
              <p:cNvSpPr>
                <a:spLocks/>
              </p:cNvSpPr>
              <p:nvPr/>
            </p:nvSpPr>
            <p:spPr bwMode="auto">
              <a:xfrm>
                <a:off x="4522" y="2387"/>
                <a:ext cx="144" cy="72"/>
              </a:xfrm>
              <a:custGeom>
                <a:avLst/>
                <a:gdLst>
                  <a:gd name="T0" fmla="*/ 144 w 144"/>
                  <a:gd name="T1" fmla="*/ 0 h 72"/>
                  <a:gd name="T2" fmla="*/ 24 w 144"/>
                  <a:gd name="T3" fmla="*/ 72 h 72"/>
                  <a:gd name="T4" fmla="*/ 16 w 144"/>
                  <a:gd name="T5" fmla="*/ 40 h 72"/>
                  <a:gd name="T6" fmla="*/ 0 w 144"/>
                  <a:gd name="T7" fmla="*/ 8 h 72"/>
                  <a:gd name="T8" fmla="*/ 144 w 144"/>
                  <a:gd name="T9" fmla="*/ 0 h 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4" h="72">
                    <a:moveTo>
                      <a:pt x="144" y="0"/>
                    </a:moveTo>
                    <a:lnTo>
                      <a:pt x="24" y="72"/>
                    </a:lnTo>
                    <a:lnTo>
                      <a:pt x="16" y="40"/>
                    </a:lnTo>
                    <a:lnTo>
                      <a:pt x="0" y="8"/>
                    </a:lnTo>
                    <a:lnTo>
                      <a:pt x="144" y="0"/>
                    </a:lnTo>
                    <a:close/>
                  </a:path>
                </a:pathLst>
              </a:custGeom>
              <a:solidFill>
                <a:schemeClr val="tx1"/>
              </a:solidFill>
              <a:ln w="9525">
                <a:solidFill>
                  <a:schemeClr val="tx1"/>
                </a:solidFill>
                <a:round/>
                <a:headEnd/>
                <a:tailEnd/>
              </a:ln>
            </p:spPr>
            <p:txBody>
              <a:bodyPr/>
              <a:lstStyle/>
              <a:p>
                <a:endParaRPr lang="en-US"/>
              </a:p>
            </p:txBody>
          </p:sp>
          <p:sp>
            <p:nvSpPr>
              <p:cNvPr id="55754" name="Line 2210"/>
              <p:cNvSpPr>
                <a:spLocks noChangeShapeType="1"/>
              </p:cNvSpPr>
              <p:nvPr/>
            </p:nvSpPr>
            <p:spPr bwMode="auto">
              <a:xfrm flipV="1">
                <a:off x="3780" y="2426"/>
                <a:ext cx="766" cy="243"/>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476" name="Group 2211"/>
            <p:cNvGrpSpPr>
              <a:grpSpLocks/>
            </p:cNvGrpSpPr>
            <p:nvPr/>
          </p:nvGrpSpPr>
          <p:grpSpPr bwMode="auto">
            <a:xfrm>
              <a:off x="1473" y="2993"/>
              <a:ext cx="886" cy="291"/>
              <a:chOff x="1473" y="2993"/>
              <a:chExt cx="886" cy="291"/>
            </a:xfrm>
          </p:grpSpPr>
          <p:sp>
            <p:nvSpPr>
              <p:cNvPr id="55751" name="Freeform 2212"/>
              <p:cNvSpPr>
                <a:spLocks/>
              </p:cNvSpPr>
              <p:nvPr/>
            </p:nvSpPr>
            <p:spPr bwMode="auto">
              <a:xfrm>
                <a:off x="2223" y="2993"/>
                <a:ext cx="136" cy="72"/>
              </a:xfrm>
              <a:custGeom>
                <a:avLst/>
                <a:gdLst>
                  <a:gd name="T0" fmla="*/ 136 w 136"/>
                  <a:gd name="T1" fmla="*/ 0 h 72"/>
                  <a:gd name="T2" fmla="*/ 24 w 136"/>
                  <a:gd name="T3" fmla="*/ 72 h 72"/>
                  <a:gd name="T4" fmla="*/ 8 w 136"/>
                  <a:gd name="T5" fmla="*/ 40 h 72"/>
                  <a:gd name="T6" fmla="*/ 0 w 136"/>
                  <a:gd name="T7" fmla="*/ 8 h 72"/>
                  <a:gd name="T8" fmla="*/ 136 w 136"/>
                  <a:gd name="T9" fmla="*/ 0 h 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 h="72">
                    <a:moveTo>
                      <a:pt x="136" y="0"/>
                    </a:moveTo>
                    <a:lnTo>
                      <a:pt x="24" y="72"/>
                    </a:lnTo>
                    <a:lnTo>
                      <a:pt x="8" y="40"/>
                    </a:lnTo>
                    <a:lnTo>
                      <a:pt x="0" y="8"/>
                    </a:lnTo>
                    <a:lnTo>
                      <a:pt x="136" y="0"/>
                    </a:lnTo>
                    <a:close/>
                  </a:path>
                </a:pathLst>
              </a:custGeom>
              <a:solidFill>
                <a:schemeClr val="tx1"/>
              </a:solidFill>
              <a:ln w="9525">
                <a:solidFill>
                  <a:schemeClr val="tx1"/>
                </a:solidFill>
                <a:round/>
                <a:headEnd/>
                <a:tailEnd/>
              </a:ln>
            </p:spPr>
            <p:txBody>
              <a:bodyPr/>
              <a:lstStyle/>
              <a:p>
                <a:endParaRPr lang="en-US"/>
              </a:p>
            </p:txBody>
          </p:sp>
          <p:sp>
            <p:nvSpPr>
              <p:cNvPr id="55752" name="Line 2213"/>
              <p:cNvSpPr>
                <a:spLocks noChangeShapeType="1"/>
              </p:cNvSpPr>
              <p:nvPr/>
            </p:nvSpPr>
            <p:spPr bwMode="auto">
              <a:xfrm flipV="1">
                <a:off x="1473" y="3032"/>
                <a:ext cx="766" cy="252"/>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477" name="Group 2214"/>
            <p:cNvGrpSpPr>
              <a:grpSpLocks/>
            </p:cNvGrpSpPr>
            <p:nvPr/>
          </p:nvGrpSpPr>
          <p:grpSpPr bwMode="auto">
            <a:xfrm>
              <a:off x="1497" y="1765"/>
              <a:ext cx="878" cy="290"/>
              <a:chOff x="1497" y="1765"/>
              <a:chExt cx="878" cy="290"/>
            </a:xfrm>
          </p:grpSpPr>
          <p:sp>
            <p:nvSpPr>
              <p:cNvPr id="55749" name="Freeform 2215"/>
              <p:cNvSpPr>
                <a:spLocks/>
              </p:cNvSpPr>
              <p:nvPr/>
            </p:nvSpPr>
            <p:spPr bwMode="auto">
              <a:xfrm>
                <a:off x="2239" y="1765"/>
                <a:ext cx="136" cy="72"/>
              </a:xfrm>
              <a:custGeom>
                <a:avLst/>
                <a:gdLst>
                  <a:gd name="T0" fmla="*/ 136 w 136"/>
                  <a:gd name="T1" fmla="*/ 0 h 72"/>
                  <a:gd name="T2" fmla="*/ 24 w 136"/>
                  <a:gd name="T3" fmla="*/ 72 h 72"/>
                  <a:gd name="T4" fmla="*/ 8 w 136"/>
                  <a:gd name="T5" fmla="*/ 40 h 72"/>
                  <a:gd name="T6" fmla="*/ 0 w 136"/>
                  <a:gd name="T7" fmla="*/ 8 h 72"/>
                  <a:gd name="T8" fmla="*/ 136 w 136"/>
                  <a:gd name="T9" fmla="*/ 0 h 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 h="72">
                    <a:moveTo>
                      <a:pt x="136" y="0"/>
                    </a:moveTo>
                    <a:lnTo>
                      <a:pt x="24" y="72"/>
                    </a:lnTo>
                    <a:lnTo>
                      <a:pt x="8" y="40"/>
                    </a:lnTo>
                    <a:lnTo>
                      <a:pt x="0" y="8"/>
                    </a:lnTo>
                    <a:lnTo>
                      <a:pt x="136" y="0"/>
                    </a:lnTo>
                    <a:close/>
                  </a:path>
                </a:pathLst>
              </a:custGeom>
              <a:solidFill>
                <a:schemeClr val="tx1"/>
              </a:solidFill>
              <a:ln w="9525">
                <a:solidFill>
                  <a:schemeClr val="tx1"/>
                </a:solidFill>
                <a:round/>
                <a:headEnd/>
                <a:tailEnd/>
              </a:ln>
            </p:spPr>
            <p:txBody>
              <a:bodyPr/>
              <a:lstStyle/>
              <a:p>
                <a:endParaRPr lang="en-US"/>
              </a:p>
            </p:txBody>
          </p:sp>
          <p:sp>
            <p:nvSpPr>
              <p:cNvPr id="55750" name="Line 2216"/>
              <p:cNvSpPr>
                <a:spLocks noChangeShapeType="1"/>
              </p:cNvSpPr>
              <p:nvPr/>
            </p:nvSpPr>
            <p:spPr bwMode="auto">
              <a:xfrm flipV="1">
                <a:off x="1497" y="1803"/>
                <a:ext cx="758" cy="252"/>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478" name="Group 2217"/>
            <p:cNvGrpSpPr>
              <a:grpSpLocks/>
            </p:cNvGrpSpPr>
            <p:nvPr/>
          </p:nvGrpSpPr>
          <p:grpSpPr bwMode="auto">
            <a:xfrm>
              <a:off x="1938" y="1765"/>
              <a:ext cx="892" cy="1507"/>
              <a:chOff x="1938" y="1765"/>
              <a:chExt cx="892" cy="1507"/>
            </a:xfrm>
          </p:grpSpPr>
          <p:sp>
            <p:nvSpPr>
              <p:cNvPr id="55747" name="Freeform 2218"/>
              <p:cNvSpPr>
                <a:spLocks/>
              </p:cNvSpPr>
              <p:nvPr/>
            </p:nvSpPr>
            <p:spPr bwMode="auto">
              <a:xfrm>
                <a:off x="2726" y="3145"/>
                <a:ext cx="104" cy="127"/>
              </a:xfrm>
              <a:custGeom>
                <a:avLst/>
                <a:gdLst>
                  <a:gd name="T0" fmla="*/ 104 w 104"/>
                  <a:gd name="T1" fmla="*/ 127 h 127"/>
                  <a:gd name="T2" fmla="*/ 0 w 104"/>
                  <a:gd name="T3" fmla="*/ 32 h 127"/>
                  <a:gd name="T4" fmla="*/ 32 w 104"/>
                  <a:gd name="T5" fmla="*/ 16 h 127"/>
                  <a:gd name="T6" fmla="*/ 64 w 104"/>
                  <a:gd name="T7" fmla="*/ 0 h 127"/>
                  <a:gd name="T8" fmla="*/ 104 w 104"/>
                  <a:gd name="T9" fmla="*/ 127 h 12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4" h="127">
                    <a:moveTo>
                      <a:pt x="104" y="127"/>
                    </a:moveTo>
                    <a:lnTo>
                      <a:pt x="0" y="32"/>
                    </a:lnTo>
                    <a:lnTo>
                      <a:pt x="32" y="16"/>
                    </a:lnTo>
                    <a:lnTo>
                      <a:pt x="64" y="0"/>
                    </a:lnTo>
                    <a:lnTo>
                      <a:pt x="104" y="127"/>
                    </a:lnTo>
                    <a:close/>
                  </a:path>
                </a:pathLst>
              </a:custGeom>
              <a:solidFill>
                <a:schemeClr val="tx1"/>
              </a:solidFill>
              <a:ln w="9525">
                <a:solidFill>
                  <a:schemeClr val="tx1"/>
                </a:solidFill>
                <a:round/>
                <a:headEnd/>
                <a:tailEnd/>
              </a:ln>
            </p:spPr>
            <p:txBody>
              <a:bodyPr/>
              <a:lstStyle/>
              <a:p>
                <a:endParaRPr lang="en-US"/>
              </a:p>
            </p:txBody>
          </p:sp>
          <p:sp>
            <p:nvSpPr>
              <p:cNvPr id="55748" name="Line 2219"/>
              <p:cNvSpPr>
                <a:spLocks noChangeShapeType="1"/>
              </p:cNvSpPr>
              <p:nvPr/>
            </p:nvSpPr>
            <p:spPr bwMode="auto">
              <a:xfrm>
                <a:off x="1938" y="1765"/>
                <a:ext cx="823" cy="1404"/>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479" name="Group 2220"/>
            <p:cNvGrpSpPr>
              <a:grpSpLocks/>
            </p:cNvGrpSpPr>
            <p:nvPr/>
          </p:nvGrpSpPr>
          <p:grpSpPr bwMode="auto">
            <a:xfrm>
              <a:off x="1482" y="1781"/>
              <a:ext cx="438" cy="263"/>
              <a:chOff x="1482" y="1781"/>
              <a:chExt cx="438" cy="263"/>
            </a:xfrm>
          </p:grpSpPr>
          <p:sp>
            <p:nvSpPr>
              <p:cNvPr id="55742" name="Freeform 2221"/>
              <p:cNvSpPr>
                <a:spLocks/>
              </p:cNvSpPr>
              <p:nvPr/>
            </p:nvSpPr>
            <p:spPr bwMode="auto">
              <a:xfrm>
                <a:off x="1808" y="1964"/>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0">
                    <a:moveTo>
                      <a:pt x="112" y="80"/>
                    </a:moveTo>
                    <a:lnTo>
                      <a:pt x="0" y="48"/>
                    </a:lnTo>
                    <a:lnTo>
                      <a:pt x="16" y="24"/>
                    </a:lnTo>
                    <a:lnTo>
                      <a:pt x="32" y="0"/>
                    </a:lnTo>
                    <a:lnTo>
                      <a:pt x="112" y="80"/>
                    </a:lnTo>
                    <a:close/>
                  </a:path>
                </a:pathLst>
              </a:custGeom>
              <a:solidFill>
                <a:schemeClr val="tx1"/>
              </a:solidFill>
              <a:ln w="9525">
                <a:solidFill>
                  <a:schemeClr val="tx1"/>
                </a:solidFill>
                <a:round/>
                <a:headEnd/>
                <a:tailEnd/>
              </a:ln>
            </p:spPr>
            <p:txBody>
              <a:bodyPr/>
              <a:lstStyle/>
              <a:p>
                <a:endParaRPr lang="en-US"/>
              </a:p>
            </p:txBody>
          </p:sp>
          <p:sp>
            <p:nvSpPr>
              <p:cNvPr id="55743" name="Line 2222"/>
              <p:cNvSpPr>
                <a:spLocks noChangeShapeType="1"/>
              </p:cNvSpPr>
              <p:nvPr/>
            </p:nvSpPr>
            <p:spPr bwMode="auto">
              <a:xfrm>
                <a:off x="1482" y="1781"/>
                <a:ext cx="70" cy="46"/>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744" name="Line 2223"/>
              <p:cNvSpPr>
                <a:spLocks noChangeShapeType="1"/>
              </p:cNvSpPr>
              <p:nvPr/>
            </p:nvSpPr>
            <p:spPr bwMode="auto">
              <a:xfrm>
                <a:off x="1577" y="1837"/>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745" name="Line 2224"/>
              <p:cNvSpPr>
                <a:spLocks noChangeShapeType="1"/>
              </p:cNvSpPr>
              <p:nvPr/>
            </p:nvSpPr>
            <p:spPr bwMode="auto">
              <a:xfrm>
                <a:off x="1672" y="1892"/>
                <a:ext cx="72"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746" name="Line 2225"/>
              <p:cNvSpPr>
                <a:spLocks noChangeShapeType="1"/>
              </p:cNvSpPr>
              <p:nvPr/>
            </p:nvSpPr>
            <p:spPr bwMode="auto">
              <a:xfrm>
                <a:off x="1768" y="1956"/>
                <a:ext cx="56" cy="3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480" name="Group 2226"/>
            <p:cNvGrpSpPr>
              <a:grpSpLocks/>
            </p:cNvGrpSpPr>
            <p:nvPr/>
          </p:nvGrpSpPr>
          <p:grpSpPr bwMode="auto">
            <a:xfrm>
              <a:off x="1481" y="1789"/>
              <a:ext cx="455" cy="550"/>
              <a:chOff x="1481" y="1789"/>
              <a:chExt cx="455" cy="550"/>
            </a:xfrm>
          </p:grpSpPr>
          <p:sp>
            <p:nvSpPr>
              <p:cNvPr id="55735" name="Freeform 2227"/>
              <p:cNvSpPr>
                <a:spLocks/>
              </p:cNvSpPr>
              <p:nvPr/>
            </p:nvSpPr>
            <p:spPr bwMode="auto">
              <a:xfrm>
                <a:off x="1840" y="2235"/>
                <a:ext cx="96" cy="104"/>
              </a:xfrm>
              <a:custGeom>
                <a:avLst/>
                <a:gdLst>
                  <a:gd name="T0" fmla="*/ 96 w 96"/>
                  <a:gd name="T1" fmla="*/ 104 h 104"/>
                  <a:gd name="T2" fmla="*/ 0 w 96"/>
                  <a:gd name="T3" fmla="*/ 32 h 104"/>
                  <a:gd name="T4" fmla="*/ 24 w 96"/>
                  <a:gd name="T5" fmla="*/ 16 h 104"/>
                  <a:gd name="T6" fmla="*/ 48 w 96"/>
                  <a:gd name="T7" fmla="*/ 0 h 104"/>
                  <a:gd name="T8" fmla="*/ 96 w 96"/>
                  <a:gd name="T9" fmla="*/ 104 h 10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6" h="104">
                    <a:moveTo>
                      <a:pt x="96" y="104"/>
                    </a:moveTo>
                    <a:lnTo>
                      <a:pt x="0" y="32"/>
                    </a:lnTo>
                    <a:lnTo>
                      <a:pt x="24" y="16"/>
                    </a:lnTo>
                    <a:lnTo>
                      <a:pt x="48" y="0"/>
                    </a:lnTo>
                    <a:lnTo>
                      <a:pt x="96" y="104"/>
                    </a:lnTo>
                    <a:close/>
                  </a:path>
                </a:pathLst>
              </a:custGeom>
              <a:solidFill>
                <a:schemeClr val="tx1"/>
              </a:solidFill>
              <a:ln w="9525">
                <a:solidFill>
                  <a:schemeClr val="tx1"/>
                </a:solidFill>
                <a:round/>
                <a:headEnd/>
                <a:tailEnd/>
              </a:ln>
            </p:spPr>
            <p:txBody>
              <a:bodyPr/>
              <a:lstStyle/>
              <a:p>
                <a:endParaRPr lang="en-US"/>
              </a:p>
            </p:txBody>
          </p:sp>
          <p:sp>
            <p:nvSpPr>
              <p:cNvPr id="55736" name="Line 2228"/>
              <p:cNvSpPr>
                <a:spLocks noChangeShapeType="1"/>
              </p:cNvSpPr>
              <p:nvPr/>
            </p:nvSpPr>
            <p:spPr bwMode="auto">
              <a:xfrm>
                <a:off x="1481" y="1789"/>
                <a:ext cx="55" cy="6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737" name="Line 2229"/>
              <p:cNvSpPr>
                <a:spLocks noChangeShapeType="1"/>
              </p:cNvSpPr>
              <p:nvPr/>
            </p:nvSpPr>
            <p:spPr bwMode="auto">
              <a:xfrm>
                <a:off x="1552" y="1876"/>
                <a:ext cx="56" cy="6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738" name="Line 2230"/>
              <p:cNvSpPr>
                <a:spLocks noChangeShapeType="1"/>
              </p:cNvSpPr>
              <p:nvPr/>
            </p:nvSpPr>
            <p:spPr bwMode="auto">
              <a:xfrm>
                <a:off x="1624" y="1964"/>
                <a:ext cx="56" cy="6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739" name="Line 2231"/>
              <p:cNvSpPr>
                <a:spLocks noChangeShapeType="1"/>
              </p:cNvSpPr>
              <p:nvPr/>
            </p:nvSpPr>
            <p:spPr bwMode="auto">
              <a:xfrm>
                <a:off x="1696" y="2044"/>
                <a:ext cx="56" cy="7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740" name="Line 2232"/>
              <p:cNvSpPr>
                <a:spLocks noChangeShapeType="1"/>
              </p:cNvSpPr>
              <p:nvPr/>
            </p:nvSpPr>
            <p:spPr bwMode="auto">
              <a:xfrm>
                <a:off x="1768" y="2132"/>
                <a:ext cx="56" cy="7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741" name="Line 2233"/>
              <p:cNvSpPr>
                <a:spLocks noChangeShapeType="1"/>
              </p:cNvSpPr>
              <p:nvPr/>
            </p:nvSpPr>
            <p:spPr bwMode="auto">
              <a:xfrm>
                <a:off x="1840" y="2219"/>
                <a:ext cx="24" cy="3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481" name="Group 2234"/>
            <p:cNvGrpSpPr>
              <a:grpSpLocks/>
            </p:cNvGrpSpPr>
            <p:nvPr/>
          </p:nvGrpSpPr>
          <p:grpSpPr bwMode="auto">
            <a:xfrm>
              <a:off x="1489" y="2084"/>
              <a:ext cx="439" cy="574"/>
              <a:chOff x="1489" y="2084"/>
              <a:chExt cx="439" cy="574"/>
            </a:xfrm>
          </p:grpSpPr>
          <p:sp>
            <p:nvSpPr>
              <p:cNvPr id="55728" name="Freeform 2235"/>
              <p:cNvSpPr>
                <a:spLocks/>
              </p:cNvSpPr>
              <p:nvPr/>
            </p:nvSpPr>
            <p:spPr bwMode="auto">
              <a:xfrm>
                <a:off x="1840" y="2554"/>
                <a:ext cx="88" cy="104"/>
              </a:xfrm>
              <a:custGeom>
                <a:avLst/>
                <a:gdLst>
                  <a:gd name="T0" fmla="*/ 88 w 88"/>
                  <a:gd name="T1" fmla="*/ 104 h 104"/>
                  <a:gd name="T2" fmla="*/ 0 w 88"/>
                  <a:gd name="T3" fmla="*/ 32 h 104"/>
                  <a:gd name="T4" fmla="*/ 16 w 88"/>
                  <a:gd name="T5" fmla="*/ 16 h 104"/>
                  <a:gd name="T6" fmla="*/ 40 w 88"/>
                  <a:gd name="T7" fmla="*/ 0 h 104"/>
                  <a:gd name="T8" fmla="*/ 88 w 88"/>
                  <a:gd name="T9" fmla="*/ 104 h 10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8" h="104">
                    <a:moveTo>
                      <a:pt x="88" y="104"/>
                    </a:moveTo>
                    <a:lnTo>
                      <a:pt x="0" y="32"/>
                    </a:lnTo>
                    <a:lnTo>
                      <a:pt x="16" y="16"/>
                    </a:lnTo>
                    <a:lnTo>
                      <a:pt x="40" y="0"/>
                    </a:lnTo>
                    <a:lnTo>
                      <a:pt x="88" y="104"/>
                    </a:lnTo>
                    <a:close/>
                  </a:path>
                </a:pathLst>
              </a:custGeom>
              <a:solidFill>
                <a:schemeClr val="tx1"/>
              </a:solidFill>
              <a:ln w="9525">
                <a:solidFill>
                  <a:schemeClr val="tx1"/>
                </a:solidFill>
                <a:round/>
                <a:headEnd/>
                <a:tailEnd/>
              </a:ln>
            </p:spPr>
            <p:txBody>
              <a:bodyPr/>
              <a:lstStyle/>
              <a:p>
                <a:endParaRPr lang="en-US"/>
              </a:p>
            </p:txBody>
          </p:sp>
          <p:sp>
            <p:nvSpPr>
              <p:cNvPr id="55729" name="Line 2236"/>
              <p:cNvSpPr>
                <a:spLocks noChangeShapeType="1"/>
              </p:cNvSpPr>
              <p:nvPr/>
            </p:nvSpPr>
            <p:spPr bwMode="auto">
              <a:xfrm>
                <a:off x="1489" y="2084"/>
                <a:ext cx="55"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730" name="Line 2237"/>
              <p:cNvSpPr>
                <a:spLocks noChangeShapeType="1"/>
              </p:cNvSpPr>
              <p:nvPr/>
            </p:nvSpPr>
            <p:spPr bwMode="auto">
              <a:xfrm>
                <a:off x="1553" y="2172"/>
                <a:ext cx="55"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731" name="Line 2238"/>
              <p:cNvSpPr>
                <a:spLocks noChangeShapeType="1"/>
              </p:cNvSpPr>
              <p:nvPr/>
            </p:nvSpPr>
            <p:spPr bwMode="auto">
              <a:xfrm>
                <a:off x="1624" y="2259"/>
                <a:ext cx="56" cy="7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732" name="Line 2239"/>
              <p:cNvSpPr>
                <a:spLocks noChangeShapeType="1"/>
              </p:cNvSpPr>
              <p:nvPr/>
            </p:nvSpPr>
            <p:spPr bwMode="auto">
              <a:xfrm>
                <a:off x="1688" y="2347"/>
                <a:ext cx="56" cy="7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733" name="Line 2240"/>
              <p:cNvSpPr>
                <a:spLocks noChangeShapeType="1"/>
              </p:cNvSpPr>
              <p:nvPr/>
            </p:nvSpPr>
            <p:spPr bwMode="auto">
              <a:xfrm>
                <a:off x="1760" y="2443"/>
                <a:ext cx="56" cy="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734" name="Line 2241"/>
              <p:cNvSpPr>
                <a:spLocks noChangeShapeType="1"/>
              </p:cNvSpPr>
              <p:nvPr/>
            </p:nvSpPr>
            <p:spPr bwMode="auto">
              <a:xfrm>
                <a:off x="1824" y="2531"/>
                <a:ext cx="32" cy="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482" name="Group 2242"/>
            <p:cNvGrpSpPr>
              <a:grpSpLocks/>
            </p:cNvGrpSpPr>
            <p:nvPr/>
          </p:nvGrpSpPr>
          <p:grpSpPr bwMode="auto">
            <a:xfrm>
              <a:off x="1481" y="2084"/>
              <a:ext cx="447" cy="574"/>
              <a:chOff x="1481" y="2084"/>
              <a:chExt cx="447" cy="574"/>
            </a:xfrm>
          </p:grpSpPr>
          <p:sp>
            <p:nvSpPr>
              <p:cNvPr id="55721" name="Freeform 2243"/>
              <p:cNvSpPr>
                <a:spLocks/>
              </p:cNvSpPr>
              <p:nvPr/>
            </p:nvSpPr>
            <p:spPr bwMode="auto">
              <a:xfrm>
                <a:off x="1840" y="2084"/>
                <a:ext cx="88" cy="104"/>
              </a:xfrm>
              <a:custGeom>
                <a:avLst/>
                <a:gdLst>
                  <a:gd name="T0" fmla="*/ 88 w 88"/>
                  <a:gd name="T1" fmla="*/ 0 h 104"/>
                  <a:gd name="T2" fmla="*/ 40 w 88"/>
                  <a:gd name="T3" fmla="*/ 104 h 104"/>
                  <a:gd name="T4" fmla="*/ 16 w 88"/>
                  <a:gd name="T5" fmla="*/ 88 h 104"/>
                  <a:gd name="T6" fmla="*/ 0 w 88"/>
                  <a:gd name="T7" fmla="*/ 72 h 104"/>
                  <a:gd name="T8" fmla="*/ 88 w 88"/>
                  <a:gd name="T9" fmla="*/ 0 h 10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8" h="104">
                    <a:moveTo>
                      <a:pt x="88" y="0"/>
                    </a:moveTo>
                    <a:lnTo>
                      <a:pt x="40" y="104"/>
                    </a:lnTo>
                    <a:lnTo>
                      <a:pt x="16" y="88"/>
                    </a:lnTo>
                    <a:lnTo>
                      <a:pt x="0" y="72"/>
                    </a:lnTo>
                    <a:lnTo>
                      <a:pt x="88" y="0"/>
                    </a:lnTo>
                    <a:close/>
                  </a:path>
                </a:pathLst>
              </a:custGeom>
              <a:solidFill>
                <a:schemeClr val="tx1"/>
              </a:solidFill>
              <a:ln w="9525">
                <a:solidFill>
                  <a:schemeClr val="tx1"/>
                </a:solidFill>
                <a:round/>
                <a:headEnd/>
                <a:tailEnd/>
              </a:ln>
            </p:spPr>
            <p:txBody>
              <a:bodyPr/>
              <a:lstStyle/>
              <a:p>
                <a:endParaRPr lang="en-US"/>
              </a:p>
            </p:txBody>
          </p:sp>
          <p:sp>
            <p:nvSpPr>
              <p:cNvPr id="55722" name="Line 2244"/>
              <p:cNvSpPr>
                <a:spLocks noChangeShapeType="1"/>
              </p:cNvSpPr>
              <p:nvPr/>
            </p:nvSpPr>
            <p:spPr bwMode="auto">
              <a:xfrm flipV="1">
                <a:off x="1481" y="2588"/>
                <a:ext cx="55"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723" name="Line 2245"/>
              <p:cNvSpPr>
                <a:spLocks noChangeShapeType="1"/>
              </p:cNvSpPr>
              <p:nvPr/>
            </p:nvSpPr>
            <p:spPr bwMode="auto">
              <a:xfrm flipV="1">
                <a:off x="1553" y="2500"/>
                <a:ext cx="47"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724" name="Line 2246"/>
              <p:cNvSpPr>
                <a:spLocks noChangeShapeType="1"/>
              </p:cNvSpPr>
              <p:nvPr/>
            </p:nvSpPr>
            <p:spPr bwMode="auto">
              <a:xfrm flipV="1">
                <a:off x="1616" y="2412"/>
                <a:ext cx="56" cy="7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725" name="Line 2247"/>
              <p:cNvSpPr>
                <a:spLocks noChangeShapeType="1"/>
              </p:cNvSpPr>
              <p:nvPr/>
            </p:nvSpPr>
            <p:spPr bwMode="auto">
              <a:xfrm flipV="1">
                <a:off x="1688" y="2323"/>
                <a:ext cx="56" cy="7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726" name="Line 2248"/>
              <p:cNvSpPr>
                <a:spLocks noChangeShapeType="1"/>
              </p:cNvSpPr>
              <p:nvPr/>
            </p:nvSpPr>
            <p:spPr bwMode="auto">
              <a:xfrm flipV="1">
                <a:off x="1752" y="2236"/>
                <a:ext cx="56" cy="7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727" name="Line 2249"/>
              <p:cNvSpPr>
                <a:spLocks noChangeShapeType="1"/>
              </p:cNvSpPr>
              <p:nvPr/>
            </p:nvSpPr>
            <p:spPr bwMode="auto">
              <a:xfrm flipV="1">
                <a:off x="1824" y="2172"/>
                <a:ext cx="32"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483" name="Group 2250"/>
            <p:cNvGrpSpPr>
              <a:grpSpLocks/>
            </p:cNvGrpSpPr>
            <p:nvPr/>
          </p:nvGrpSpPr>
          <p:grpSpPr bwMode="auto">
            <a:xfrm>
              <a:off x="1944" y="2076"/>
              <a:ext cx="447" cy="263"/>
              <a:chOff x="1944" y="2076"/>
              <a:chExt cx="447" cy="263"/>
            </a:xfrm>
          </p:grpSpPr>
          <p:sp>
            <p:nvSpPr>
              <p:cNvPr id="55716" name="Freeform 2251"/>
              <p:cNvSpPr>
                <a:spLocks/>
              </p:cNvSpPr>
              <p:nvPr/>
            </p:nvSpPr>
            <p:spPr bwMode="auto">
              <a:xfrm>
                <a:off x="2279" y="2076"/>
                <a:ext cx="112" cy="80"/>
              </a:xfrm>
              <a:custGeom>
                <a:avLst/>
                <a:gdLst>
                  <a:gd name="T0" fmla="*/ 112 w 112"/>
                  <a:gd name="T1" fmla="*/ 0 h 80"/>
                  <a:gd name="T2" fmla="*/ 32 w 112"/>
                  <a:gd name="T3" fmla="*/ 80 h 80"/>
                  <a:gd name="T4" fmla="*/ 16 w 112"/>
                  <a:gd name="T5" fmla="*/ 56 h 80"/>
                  <a:gd name="T6" fmla="*/ 0 w 112"/>
                  <a:gd name="T7" fmla="*/ 32 h 80"/>
                  <a:gd name="T8" fmla="*/ 112 w 112"/>
                  <a:gd name="T9" fmla="*/ 0 h 8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0">
                    <a:moveTo>
                      <a:pt x="112" y="0"/>
                    </a:moveTo>
                    <a:lnTo>
                      <a:pt x="32" y="80"/>
                    </a:lnTo>
                    <a:lnTo>
                      <a:pt x="16" y="56"/>
                    </a:lnTo>
                    <a:lnTo>
                      <a:pt x="0" y="32"/>
                    </a:lnTo>
                    <a:lnTo>
                      <a:pt x="112" y="0"/>
                    </a:lnTo>
                    <a:close/>
                  </a:path>
                </a:pathLst>
              </a:custGeom>
              <a:solidFill>
                <a:schemeClr val="tx1"/>
              </a:solidFill>
              <a:ln w="9525">
                <a:solidFill>
                  <a:schemeClr val="tx1"/>
                </a:solidFill>
                <a:round/>
                <a:headEnd/>
                <a:tailEnd/>
              </a:ln>
            </p:spPr>
            <p:txBody>
              <a:bodyPr/>
              <a:lstStyle/>
              <a:p>
                <a:endParaRPr lang="en-US"/>
              </a:p>
            </p:txBody>
          </p:sp>
          <p:sp>
            <p:nvSpPr>
              <p:cNvPr id="55717" name="Line 2252"/>
              <p:cNvSpPr>
                <a:spLocks noChangeShapeType="1"/>
              </p:cNvSpPr>
              <p:nvPr/>
            </p:nvSpPr>
            <p:spPr bwMode="auto">
              <a:xfrm flipV="1">
                <a:off x="1944" y="2292"/>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718" name="Line 2253"/>
              <p:cNvSpPr>
                <a:spLocks noChangeShapeType="1"/>
              </p:cNvSpPr>
              <p:nvPr/>
            </p:nvSpPr>
            <p:spPr bwMode="auto">
              <a:xfrm flipV="1">
                <a:off x="2040" y="2236"/>
                <a:ext cx="79"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719" name="Line 2254"/>
              <p:cNvSpPr>
                <a:spLocks noChangeShapeType="1"/>
              </p:cNvSpPr>
              <p:nvPr/>
            </p:nvSpPr>
            <p:spPr bwMode="auto">
              <a:xfrm flipV="1">
                <a:off x="2136" y="2180"/>
                <a:ext cx="79"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720" name="Line 2255"/>
              <p:cNvSpPr>
                <a:spLocks noChangeShapeType="1"/>
              </p:cNvSpPr>
              <p:nvPr/>
            </p:nvSpPr>
            <p:spPr bwMode="auto">
              <a:xfrm flipV="1">
                <a:off x="2231" y="2133"/>
                <a:ext cx="64" cy="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484" name="Group 2256"/>
            <p:cNvGrpSpPr>
              <a:grpSpLocks/>
            </p:cNvGrpSpPr>
            <p:nvPr/>
          </p:nvGrpSpPr>
          <p:grpSpPr bwMode="auto">
            <a:xfrm>
              <a:off x="1944" y="1781"/>
              <a:ext cx="431" cy="263"/>
              <a:chOff x="1944" y="1781"/>
              <a:chExt cx="431" cy="263"/>
            </a:xfrm>
          </p:grpSpPr>
          <p:sp>
            <p:nvSpPr>
              <p:cNvPr id="55711" name="Freeform 2257"/>
              <p:cNvSpPr>
                <a:spLocks/>
              </p:cNvSpPr>
              <p:nvPr/>
            </p:nvSpPr>
            <p:spPr bwMode="auto">
              <a:xfrm>
                <a:off x="2263" y="1781"/>
                <a:ext cx="112" cy="80"/>
              </a:xfrm>
              <a:custGeom>
                <a:avLst/>
                <a:gdLst>
                  <a:gd name="T0" fmla="*/ 112 w 112"/>
                  <a:gd name="T1" fmla="*/ 0 h 80"/>
                  <a:gd name="T2" fmla="*/ 32 w 112"/>
                  <a:gd name="T3" fmla="*/ 80 h 80"/>
                  <a:gd name="T4" fmla="*/ 16 w 112"/>
                  <a:gd name="T5" fmla="*/ 56 h 80"/>
                  <a:gd name="T6" fmla="*/ 0 w 112"/>
                  <a:gd name="T7" fmla="*/ 32 h 80"/>
                  <a:gd name="T8" fmla="*/ 112 w 112"/>
                  <a:gd name="T9" fmla="*/ 0 h 8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0">
                    <a:moveTo>
                      <a:pt x="112" y="0"/>
                    </a:moveTo>
                    <a:lnTo>
                      <a:pt x="32" y="80"/>
                    </a:lnTo>
                    <a:lnTo>
                      <a:pt x="16" y="56"/>
                    </a:lnTo>
                    <a:lnTo>
                      <a:pt x="0" y="32"/>
                    </a:lnTo>
                    <a:lnTo>
                      <a:pt x="112" y="0"/>
                    </a:lnTo>
                    <a:close/>
                  </a:path>
                </a:pathLst>
              </a:custGeom>
              <a:solidFill>
                <a:schemeClr val="tx1"/>
              </a:solidFill>
              <a:ln w="9525">
                <a:solidFill>
                  <a:schemeClr val="tx1"/>
                </a:solidFill>
                <a:round/>
                <a:headEnd/>
                <a:tailEnd/>
              </a:ln>
            </p:spPr>
            <p:txBody>
              <a:bodyPr/>
              <a:lstStyle/>
              <a:p>
                <a:endParaRPr lang="en-US"/>
              </a:p>
            </p:txBody>
          </p:sp>
          <p:sp>
            <p:nvSpPr>
              <p:cNvPr id="55712" name="Line 2258"/>
              <p:cNvSpPr>
                <a:spLocks noChangeShapeType="1"/>
              </p:cNvSpPr>
              <p:nvPr/>
            </p:nvSpPr>
            <p:spPr bwMode="auto">
              <a:xfrm flipV="1">
                <a:off x="1944" y="1997"/>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713" name="Line 2259"/>
              <p:cNvSpPr>
                <a:spLocks noChangeShapeType="1"/>
              </p:cNvSpPr>
              <p:nvPr/>
            </p:nvSpPr>
            <p:spPr bwMode="auto">
              <a:xfrm flipV="1">
                <a:off x="2040" y="1941"/>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714" name="Line 2260"/>
              <p:cNvSpPr>
                <a:spLocks noChangeShapeType="1"/>
              </p:cNvSpPr>
              <p:nvPr/>
            </p:nvSpPr>
            <p:spPr bwMode="auto">
              <a:xfrm flipV="1">
                <a:off x="2136" y="1885"/>
                <a:ext cx="71" cy="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715" name="Line 2261"/>
              <p:cNvSpPr>
                <a:spLocks noChangeShapeType="1"/>
              </p:cNvSpPr>
              <p:nvPr/>
            </p:nvSpPr>
            <p:spPr bwMode="auto">
              <a:xfrm flipV="1">
                <a:off x="2232" y="1837"/>
                <a:ext cx="47" cy="3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485" name="Group 2262"/>
            <p:cNvGrpSpPr>
              <a:grpSpLocks/>
            </p:cNvGrpSpPr>
            <p:nvPr/>
          </p:nvGrpSpPr>
          <p:grpSpPr bwMode="auto">
            <a:xfrm>
              <a:off x="2415" y="1781"/>
              <a:ext cx="423" cy="271"/>
              <a:chOff x="2415" y="1781"/>
              <a:chExt cx="423" cy="271"/>
            </a:xfrm>
          </p:grpSpPr>
          <p:sp>
            <p:nvSpPr>
              <p:cNvPr id="55706" name="Freeform 2263"/>
              <p:cNvSpPr>
                <a:spLocks/>
              </p:cNvSpPr>
              <p:nvPr/>
            </p:nvSpPr>
            <p:spPr bwMode="auto">
              <a:xfrm>
                <a:off x="2726" y="1781"/>
                <a:ext cx="112" cy="87"/>
              </a:xfrm>
              <a:custGeom>
                <a:avLst/>
                <a:gdLst>
                  <a:gd name="T0" fmla="*/ 112 w 112"/>
                  <a:gd name="T1" fmla="*/ 0 h 87"/>
                  <a:gd name="T2" fmla="*/ 32 w 112"/>
                  <a:gd name="T3" fmla="*/ 87 h 87"/>
                  <a:gd name="T4" fmla="*/ 16 w 112"/>
                  <a:gd name="T5" fmla="*/ 64 h 87"/>
                  <a:gd name="T6" fmla="*/ 0 w 112"/>
                  <a:gd name="T7" fmla="*/ 40 h 87"/>
                  <a:gd name="T8" fmla="*/ 112 w 112"/>
                  <a:gd name="T9" fmla="*/ 0 h 8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7">
                    <a:moveTo>
                      <a:pt x="112" y="0"/>
                    </a:moveTo>
                    <a:lnTo>
                      <a:pt x="32" y="87"/>
                    </a:lnTo>
                    <a:lnTo>
                      <a:pt x="16" y="64"/>
                    </a:lnTo>
                    <a:lnTo>
                      <a:pt x="0" y="40"/>
                    </a:lnTo>
                    <a:lnTo>
                      <a:pt x="112" y="0"/>
                    </a:lnTo>
                    <a:close/>
                  </a:path>
                </a:pathLst>
              </a:custGeom>
              <a:solidFill>
                <a:schemeClr val="tx1"/>
              </a:solidFill>
              <a:ln w="9525">
                <a:solidFill>
                  <a:schemeClr val="tx1"/>
                </a:solidFill>
                <a:round/>
                <a:headEnd/>
                <a:tailEnd/>
              </a:ln>
            </p:spPr>
            <p:txBody>
              <a:bodyPr/>
              <a:lstStyle/>
              <a:p>
                <a:endParaRPr lang="en-US"/>
              </a:p>
            </p:txBody>
          </p:sp>
          <p:sp>
            <p:nvSpPr>
              <p:cNvPr id="55707" name="Line 2264"/>
              <p:cNvSpPr>
                <a:spLocks noChangeShapeType="1"/>
              </p:cNvSpPr>
              <p:nvPr/>
            </p:nvSpPr>
            <p:spPr bwMode="auto">
              <a:xfrm flipV="1">
                <a:off x="2415" y="2004"/>
                <a:ext cx="72" cy="4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708" name="Line 2265"/>
              <p:cNvSpPr>
                <a:spLocks noChangeShapeType="1"/>
              </p:cNvSpPr>
              <p:nvPr/>
            </p:nvSpPr>
            <p:spPr bwMode="auto">
              <a:xfrm flipV="1">
                <a:off x="2511" y="1949"/>
                <a:ext cx="71" cy="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709" name="Line 2266"/>
              <p:cNvSpPr>
                <a:spLocks noChangeShapeType="1"/>
              </p:cNvSpPr>
              <p:nvPr/>
            </p:nvSpPr>
            <p:spPr bwMode="auto">
              <a:xfrm flipV="1">
                <a:off x="2607" y="1885"/>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710" name="Line 2267"/>
              <p:cNvSpPr>
                <a:spLocks noChangeShapeType="1"/>
              </p:cNvSpPr>
              <p:nvPr/>
            </p:nvSpPr>
            <p:spPr bwMode="auto">
              <a:xfrm flipV="1">
                <a:off x="2696" y="1846"/>
                <a:ext cx="46" cy="2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486" name="Group 2268"/>
            <p:cNvGrpSpPr>
              <a:grpSpLocks/>
            </p:cNvGrpSpPr>
            <p:nvPr/>
          </p:nvGrpSpPr>
          <p:grpSpPr bwMode="auto">
            <a:xfrm>
              <a:off x="2886" y="1773"/>
              <a:ext cx="415" cy="271"/>
              <a:chOff x="2886" y="1773"/>
              <a:chExt cx="415" cy="271"/>
            </a:xfrm>
          </p:grpSpPr>
          <p:sp>
            <p:nvSpPr>
              <p:cNvPr id="55701" name="Freeform 2269"/>
              <p:cNvSpPr>
                <a:spLocks/>
              </p:cNvSpPr>
              <p:nvPr/>
            </p:nvSpPr>
            <p:spPr bwMode="auto">
              <a:xfrm>
                <a:off x="3189" y="1773"/>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0"/>
                    </a:moveTo>
                    <a:lnTo>
                      <a:pt x="32" y="88"/>
                    </a:lnTo>
                    <a:lnTo>
                      <a:pt x="16" y="64"/>
                    </a:lnTo>
                    <a:lnTo>
                      <a:pt x="0" y="40"/>
                    </a:lnTo>
                    <a:lnTo>
                      <a:pt x="112" y="0"/>
                    </a:lnTo>
                    <a:close/>
                  </a:path>
                </a:pathLst>
              </a:custGeom>
              <a:solidFill>
                <a:schemeClr val="tx1"/>
              </a:solidFill>
              <a:ln w="9525">
                <a:solidFill>
                  <a:schemeClr val="tx1"/>
                </a:solidFill>
                <a:round/>
                <a:headEnd/>
                <a:tailEnd/>
              </a:ln>
            </p:spPr>
            <p:txBody>
              <a:bodyPr/>
              <a:lstStyle/>
              <a:p>
                <a:endParaRPr lang="en-US"/>
              </a:p>
            </p:txBody>
          </p:sp>
          <p:sp>
            <p:nvSpPr>
              <p:cNvPr id="55702" name="Line 2270"/>
              <p:cNvSpPr>
                <a:spLocks noChangeShapeType="1"/>
              </p:cNvSpPr>
              <p:nvPr/>
            </p:nvSpPr>
            <p:spPr bwMode="auto">
              <a:xfrm flipV="1">
                <a:off x="2886" y="1996"/>
                <a:ext cx="72" cy="4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703" name="Line 2271"/>
              <p:cNvSpPr>
                <a:spLocks noChangeShapeType="1"/>
              </p:cNvSpPr>
              <p:nvPr/>
            </p:nvSpPr>
            <p:spPr bwMode="auto">
              <a:xfrm flipV="1">
                <a:off x="2982" y="1933"/>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704" name="Line 2272"/>
              <p:cNvSpPr>
                <a:spLocks noChangeShapeType="1"/>
              </p:cNvSpPr>
              <p:nvPr/>
            </p:nvSpPr>
            <p:spPr bwMode="auto">
              <a:xfrm flipV="1">
                <a:off x="3070" y="1877"/>
                <a:ext cx="79"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705" name="Line 2273"/>
              <p:cNvSpPr>
                <a:spLocks noChangeShapeType="1"/>
              </p:cNvSpPr>
              <p:nvPr/>
            </p:nvSpPr>
            <p:spPr bwMode="auto">
              <a:xfrm flipV="1">
                <a:off x="3165" y="1838"/>
                <a:ext cx="40" cy="2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487" name="Group 2274"/>
            <p:cNvGrpSpPr>
              <a:grpSpLocks/>
            </p:cNvGrpSpPr>
            <p:nvPr/>
          </p:nvGrpSpPr>
          <p:grpSpPr bwMode="auto">
            <a:xfrm>
              <a:off x="3325" y="1773"/>
              <a:ext cx="423" cy="271"/>
              <a:chOff x="3325" y="1773"/>
              <a:chExt cx="423" cy="271"/>
            </a:xfrm>
          </p:grpSpPr>
          <p:sp>
            <p:nvSpPr>
              <p:cNvPr id="55696" name="Freeform 2275"/>
              <p:cNvSpPr>
                <a:spLocks/>
              </p:cNvSpPr>
              <p:nvPr/>
            </p:nvSpPr>
            <p:spPr bwMode="auto">
              <a:xfrm>
                <a:off x="3636" y="1773"/>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0"/>
                    </a:moveTo>
                    <a:lnTo>
                      <a:pt x="32" y="88"/>
                    </a:lnTo>
                    <a:lnTo>
                      <a:pt x="16" y="64"/>
                    </a:lnTo>
                    <a:lnTo>
                      <a:pt x="0" y="40"/>
                    </a:lnTo>
                    <a:lnTo>
                      <a:pt x="112" y="0"/>
                    </a:lnTo>
                    <a:close/>
                  </a:path>
                </a:pathLst>
              </a:custGeom>
              <a:solidFill>
                <a:schemeClr val="tx1"/>
              </a:solidFill>
              <a:ln w="9525">
                <a:solidFill>
                  <a:schemeClr val="tx1"/>
                </a:solidFill>
                <a:round/>
                <a:headEnd/>
                <a:tailEnd/>
              </a:ln>
            </p:spPr>
            <p:txBody>
              <a:bodyPr/>
              <a:lstStyle/>
              <a:p>
                <a:endParaRPr lang="en-US"/>
              </a:p>
            </p:txBody>
          </p:sp>
          <p:sp>
            <p:nvSpPr>
              <p:cNvPr id="55697" name="Line 2276"/>
              <p:cNvSpPr>
                <a:spLocks noChangeShapeType="1"/>
              </p:cNvSpPr>
              <p:nvPr/>
            </p:nvSpPr>
            <p:spPr bwMode="auto">
              <a:xfrm flipV="1">
                <a:off x="3325" y="1996"/>
                <a:ext cx="72" cy="4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98" name="Line 2277"/>
              <p:cNvSpPr>
                <a:spLocks noChangeShapeType="1"/>
              </p:cNvSpPr>
              <p:nvPr/>
            </p:nvSpPr>
            <p:spPr bwMode="auto">
              <a:xfrm flipV="1">
                <a:off x="3421" y="1940"/>
                <a:ext cx="72" cy="4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99" name="Line 2278"/>
              <p:cNvSpPr>
                <a:spLocks noChangeShapeType="1"/>
              </p:cNvSpPr>
              <p:nvPr/>
            </p:nvSpPr>
            <p:spPr bwMode="auto">
              <a:xfrm flipV="1">
                <a:off x="3517" y="1877"/>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700" name="Line 2279"/>
              <p:cNvSpPr>
                <a:spLocks noChangeShapeType="1"/>
              </p:cNvSpPr>
              <p:nvPr/>
            </p:nvSpPr>
            <p:spPr bwMode="auto">
              <a:xfrm flipV="1">
                <a:off x="3604" y="1838"/>
                <a:ext cx="48" cy="2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488" name="Group 2280"/>
            <p:cNvGrpSpPr>
              <a:grpSpLocks/>
            </p:cNvGrpSpPr>
            <p:nvPr/>
          </p:nvGrpSpPr>
          <p:grpSpPr bwMode="auto">
            <a:xfrm>
              <a:off x="2878" y="2379"/>
              <a:ext cx="407" cy="287"/>
              <a:chOff x="2878" y="2379"/>
              <a:chExt cx="407" cy="287"/>
            </a:xfrm>
          </p:grpSpPr>
          <p:sp>
            <p:nvSpPr>
              <p:cNvPr id="55691" name="Freeform 2281"/>
              <p:cNvSpPr>
                <a:spLocks/>
              </p:cNvSpPr>
              <p:nvPr/>
            </p:nvSpPr>
            <p:spPr bwMode="auto">
              <a:xfrm>
                <a:off x="3173" y="2379"/>
                <a:ext cx="112" cy="88"/>
              </a:xfrm>
              <a:custGeom>
                <a:avLst/>
                <a:gdLst>
                  <a:gd name="T0" fmla="*/ 112 w 112"/>
                  <a:gd name="T1" fmla="*/ 0 h 88"/>
                  <a:gd name="T2" fmla="*/ 40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0"/>
                    </a:moveTo>
                    <a:lnTo>
                      <a:pt x="40" y="88"/>
                    </a:lnTo>
                    <a:lnTo>
                      <a:pt x="16" y="64"/>
                    </a:lnTo>
                    <a:lnTo>
                      <a:pt x="0" y="40"/>
                    </a:lnTo>
                    <a:lnTo>
                      <a:pt x="112" y="0"/>
                    </a:lnTo>
                    <a:close/>
                  </a:path>
                </a:pathLst>
              </a:custGeom>
              <a:solidFill>
                <a:schemeClr val="tx1"/>
              </a:solidFill>
              <a:ln w="9525">
                <a:solidFill>
                  <a:schemeClr val="tx1"/>
                </a:solidFill>
                <a:round/>
                <a:headEnd/>
                <a:tailEnd/>
              </a:ln>
            </p:spPr>
            <p:txBody>
              <a:bodyPr/>
              <a:lstStyle/>
              <a:p>
                <a:endParaRPr lang="en-US"/>
              </a:p>
            </p:txBody>
          </p:sp>
          <p:sp>
            <p:nvSpPr>
              <p:cNvPr id="55692" name="Line 2282"/>
              <p:cNvSpPr>
                <a:spLocks noChangeShapeType="1"/>
              </p:cNvSpPr>
              <p:nvPr/>
            </p:nvSpPr>
            <p:spPr bwMode="auto">
              <a:xfrm flipV="1">
                <a:off x="2878" y="2618"/>
                <a:ext cx="72" cy="4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93" name="Line 2283"/>
              <p:cNvSpPr>
                <a:spLocks noChangeShapeType="1"/>
              </p:cNvSpPr>
              <p:nvPr/>
            </p:nvSpPr>
            <p:spPr bwMode="auto">
              <a:xfrm flipV="1">
                <a:off x="2967" y="2556"/>
                <a:ext cx="70" cy="46"/>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94" name="Line 2284"/>
              <p:cNvSpPr>
                <a:spLocks noChangeShapeType="1"/>
              </p:cNvSpPr>
              <p:nvPr/>
            </p:nvSpPr>
            <p:spPr bwMode="auto">
              <a:xfrm flipV="1">
                <a:off x="3062" y="2491"/>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95" name="Line 2285"/>
              <p:cNvSpPr>
                <a:spLocks noChangeShapeType="1"/>
              </p:cNvSpPr>
              <p:nvPr/>
            </p:nvSpPr>
            <p:spPr bwMode="auto">
              <a:xfrm flipV="1">
                <a:off x="3149" y="2443"/>
                <a:ext cx="40" cy="3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489" name="Group 2286"/>
            <p:cNvGrpSpPr>
              <a:grpSpLocks/>
            </p:cNvGrpSpPr>
            <p:nvPr/>
          </p:nvGrpSpPr>
          <p:grpSpPr bwMode="auto">
            <a:xfrm>
              <a:off x="2878" y="2076"/>
              <a:ext cx="415" cy="279"/>
              <a:chOff x="2878" y="2076"/>
              <a:chExt cx="415" cy="279"/>
            </a:xfrm>
          </p:grpSpPr>
          <p:sp>
            <p:nvSpPr>
              <p:cNvPr id="55686" name="Freeform 2287"/>
              <p:cNvSpPr>
                <a:spLocks/>
              </p:cNvSpPr>
              <p:nvPr/>
            </p:nvSpPr>
            <p:spPr bwMode="auto">
              <a:xfrm>
                <a:off x="3181" y="2076"/>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0"/>
                    </a:moveTo>
                    <a:lnTo>
                      <a:pt x="32" y="88"/>
                    </a:lnTo>
                    <a:lnTo>
                      <a:pt x="16" y="64"/>
                    </a:lnTo>
                    <a:lnTo>
                      <a:pt x="0" y="40"/>
                    </a:lnTo>
                    <a:lnTo>
                      <a:pt x="112" y="0"/>
                    </a:lnTo>
                    <a:close/>
                  </a:path>
                </a:pathLst>
              </a:custGeom>
              <a:solidFill>
                <a:schemeClr val="tx1"/>
              </a:solidFill>
              <a:ln w="9525">
                <a:solidFill>
                  <a:schemeClr val="tx1"/>
                </a:solidFill>
                <a:round/>
                <a:headEnd/>
                <a:tailEnd/>
              </a:ln>
            </p:spPr>
            <p:txBody>
              <a:bodyPr/>
              <a:lstStyle/>
              <a:p>
                <a:endParaRPr lang="en-US"/>
              </a:p>
            </p:txBody>
          </p:sp>
          <p:sp>
            <p:nvSpPr>
              <p:cNvPr id="55687" name="Line 2288"/>
              <p:cNvSpPr>
                <a:spLocks noChangeShapeType="1"/>
              </p:cNvSpPr>
              <p:nvPr/>
            </p:nvSpPr>
            <p:spPr bwMode="auto">
              <a:xfrm flipV="1">
                <a:off x="2878" y="2307"/>
                <a:ext cx="72" cy="4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88" name="Line 2289"/>
              <p:cNvSpPr>
                <a:spLocks noChangeShapeType="1"/>
              </p:cNvSpPr>
              <p:nvPr/>
            </p:nvSpPr>
            <p:spPr bwMode="auto">
              <a:xfrm flipV="1">
                <a:off x="2975" y="2245"/>
                <a:ext cx="70" cy="46"/>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89" name="Line 2290"/>
              <p:cNvSpPr>
                <a:spLocks noChangeShapeType="1"/>
              </p:cNvSpPr>
              <p:nvPr/>
            </p:nvSpPr>
            <p:spPr bwMode="auto">
              <a:xfrm flipV="1">
                <a:off x="3062" y="2180"/>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90" name="Line 2291"/>
              <p:cNvSpPr>
                <a:spLocks noChangeShapeType="1"/>
              </p:cNvSpPr>
              <p:nvPr/>
            </p:nvSpPr>
            <p:spPr bwMode="auto">
              <a:xfrm flipV="1">
                <a:off x="3157" y="2141"/>
                <a:ext cx="40" cy="3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490" name="Group 2292"/>
            <p:cNvGrpSpPr>
              <a:grpSpLocks/>
            </p:cNvGrpSpPr>
            <p:nvPr/>
          </p:nvGrpSpPr>
          <p:grpSpPr bwMode="auto">
            <a:xfrm>
              <a:off x="2415" y="2068"/>
              <a:ext cx="431" cy="279"/>
              <a:chOff x="2415" y="2068"/>
              <a:chExt cx="431" cy="279"/>
            </a:xfrm>
          </p:grpSpPr>
          <p:sp>
            <p:nvSpPr>
              <p:cNvPr id="55681" name="Freeform 2293"/>
              <p:cNvSpPr>
                <a:spLocks/>
              </p:cNvSpPr>
              <p:nvPr/>
            </p:nvSpPr>
            <p:spPr bwMode="auto">
              <a:xfrm>
                <a:off x="2734" y="2068"/>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0"/>
                    </a:moveTo>
                    <a:lnTo>
                      <a:pt x="32" y="88"/>
                    </a:lnTo>
                    <a:lnTo>
                      <a:pt x="16" y="64"/>
                    </a:lnTo>
                    <a:lnTo>
                      <a:pt x="0" y="40"/>
                    </a:lnTo>
                    <a:lnTo>
                      <a:pt x="112" y="0"/>
                    </a:lnTo>
                    <a:close/>
                  </a:path>
                </a:pathLst>
              </a:custGeom>
              <a:solidFill>
                <a:schemeClr val="tx1"/>
              </a:solidFill>
              <a:ln w="9525">
                <a:solidFill>
                  <a:schemeClr val="tx1"/>
                </a:solidFill>
                <a:round/>
                <a:headEnd/>
                <a:tailEnd/>
              </a:ln>
            </p:spPr>
            <p:txBody>
              <a:bodyPr/>
              <a:lstStyle/>
              <a:p>
                <a:endParaRPr lang="en-US"/>
              </a:p>
            </p:txBody>
          </p:sp>
          <p:sp>
            <p:nvSpPr>
              <p:cNvPr id="55682" name="Line 2294"/>
              <p:cNvSpPr>
                <a:spLocks noChangeShapeType="1"/>
              </p:cNvSpPr>
              <p:nvPr/>
            </p:nvSpPr>
            <p:spPr bwMode="auto">
              <a:xfrm flipV="1">
                <a:off x="2415" y="2299"/>
                <a:ext cx="72" cy="4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83" name="Line 2295"/>
              <p:cNvSpPr>
                <a:spLocks noChangeShapeType="1"/>
              </p:cNvSpPr>
              <p:nvPr/>
            </p:nvSpPr>
            <p:spPr bwMode="auto">
              <a:xfrm flipV="1">
                <a:off x="2512" y="2237"/>
                <a:ext cx="70" cy="46"/>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84" name="Line 2296"/>
              <p:cNvSpPr>
                <a:spLocks noChangeShapeType="1"/>
              </p:cNvSpPr>
              <p:nvPr/>
            </p:nvSpPr>
            <p:spPr bwMode="auto">
              <a:xfrm flipV="1">
                <a:off x="2599" y="2180"/>
                <a:ext cx="79"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85" name="Line 2297"/>
              <p:cNvSpPr>
                <a:spLocks noChangeShapeType="1"/>
              </p:cNvSpPr>
              <p:nvPr/>
            </p:nvSpPr>
            <p:spPr bwMode="auto">
              <a:xfrm flipV="1">
                <a:off x="2694" y="2132"/>
                <a:ext cx="56" cy="3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491" name="Group 2298"/>
            <p:cNvGrpSpPr>
              <a:grpSpLocks/>
            </p:cNvGrpSpPr>
            <p:nvPr/>
          </p:nvGrpSpPr>
          <p:grpSpPr bwMode="auto">
            <a:xfrm>
              <a:off x="2399" y="2387"/>
              <a:ext cx="439" cy="582"/>
              <a:chOff x="2399" y="2387"/>
              <a:chExt cx="439" cy="582"/>
            </a:xfrm>
          </p:grpSpPr>
          <p:sp>
            <p:nvSpPr>
              <p:cNvPr id="55674" name="Freeform 2299"/>
              <p:cNvSpPr>
                <a:spLocks/>
              </p:cNvSpPr>
              <p:nvPr/>
            </p:nvSpPr>
            <p:spPr bwMode="auto">
              <a:xfrm>
                <a:off x="2750" y="2387"/>
                <a:ext cx="88" cy="104"/>
              </a:xfrm>
              <a:custGeom>
                <a:avLst/>
                <a:gdLst>
                  <a:gd name="T0" fmla="*/ 88 w 88"/>
                  <a:gd name="T1" fmla="*/ 0 h 104"/>
                  <a:gd name="T2" fmla="*/ 40 w 88"/>
                  <a:gd name="T3" fmla="*/ 104 h 104"/>
                  <a:gd name="T4" fmla="*/ 24 w 88"/>
                  <a:gd name="T5" fmla="*/ 88 h 104"/>
                  <a:gd name="T6" fmla="*/ 0 w 88"/>
                  <a:gd name="T7" fmla="*/ 72 h 104"/>
                  <a:gd name="T8" fmla="*/ 88 w 88"/>
                  <a:gd name="T9" fmla="*/ 0 h 10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8" h="104">
                    <a:moveTo>
                      <a:pt x="88" y="0"/>
                    </a:moveTo>
                    <a:lnTo>
                      <a:pt x="40" y="104"/>
                    </a:lnTo>
                    <a:lnTo>
                      <a:pt x="24" y="88"/>
                    </a:lnTo>
                    <a:lnTo>
                      <a:pt x="0" y="72"/>
                    </a:lnTo>
                    <a:lnTo>
                      <a:pt x="88" y="0"/>
                    </a:lnTo>
                    <a:close/>
                  </a:path>
                </a:pathLst>
              </a:custGeom>
              <a:solidFill>
                <a:schemeClr val="tx1"/>
              </a:solidFill>
              <a:ln w="9525">
                <a:solidFill>
                  <a:schemeClr val="tx1"/>
                </a:solidFill>
                <a:round/>
                <a:headEnd/>
                <a:tailEnd/>
              </a:ln>
            </p:spPr>
            <p:txBody>
              <a:bodyPr/>
              <a:lstStyle/>
              <a:p>
                <a:endParaRPr lang="en-US"/>
              </a:p>
            </p:txBody>
          </p:sp>
          <p:sp>
            <p:nvSpPr>
              <p:cNvPr id="55675" name="Line 2300"/>
              <p:cNvSpPr>
                <a:spLocks noChangeShapeType="1"/>
              </p:cNvSpPr>
              <p:nvPr/>
            </p:nvSpPr>
            <p:spPr bwMode="auto">
              <a:xfrm flipV="1">
                <a:off x="2399" y="2898"/>
                <a:ext cx="56" cy="7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76" name="Line 2301"/>
              <p:cNvSpPr>
                <a:spLocks noChangeShapeType="1"/>
              </p:cNvSpPr>
              <p:nvPr/>
            </p:nvSpPr>
            <p:spPr bwMode="auto">
              <a:xfrm flipV="1">
                <a:off x="2463" y="2811"/>
                <a:ext cx="55"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77" name="Line 2302"/>
              <p:cNvSpPr>
                <a:spLocks noChangeShapeType="1"/>
              </p:cNvSpPr>
              <p:nvPr/>
            </p:nvSpPr>
            <p:spPr bwMode="auto">
              <a:xfrm flipV="1">
                <a:off x="2535" y="2724"/>
                <a:ext cx="47"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78" name="Line 2303"/>
              <p:cNvSpPr>
                <a:spLocks noChangeShapeType="1"/>
              </p:cNvSpPr>
              <p:nvPr/>
            </p:nvSpPr>
            <p:spPr bwMode="auto">
              <a:xfrm flipV="1">
                <a:off x="2598" y="2634"/>
                <a:ext cx="56" cy="6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79" name="Line 2304"/>
              <p:cNvSpPr>
                <a:spLocks noChangeShapeType="1"/>
              </p:cNvSpPr>
              <p:nvPr/>
            </p:nvSpPr>
            <p:spPr bwMode="auto">
              <a:xfrm flipV="1">
                <a:off x="2670" y="2539"/>
                <a:ext cx="48" cy="7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80" name="Line 2305"/>
              <p:cNvSpPr>
                <a:spLocks noChangeShapeType="1"/>
              </p:cNvSpPr>
              <p:nvPr/>
            </p:nvSpPr>
            <p:spPr bwMode="auto">
              <a:xfrm flipV="1">
                <a:off x="2734" y="2476"/>
                <a:ext cx="40"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492" name="Group 2306"/>
            <p:cNvGrpSpPr>
              <a:grpSpLocks/>
            </p:cNvGrpSpPr>
            <p:nvPr/>
          </p:nvGrpSpPr>
          <p:grpSpPr bwMode="auto">
            <a:xfrm>
              <a:off x="1498" y="3296"/>
              <a:ext cx="406" cy="287"/>
              <a:chOff x="1498" y="3296"/>
              <a:chExt cx="406" cy="287"/>
            </a:xfrm>
          </p:grpSpPr>
          <p:sp>
            <p:nvSpPr>
              <p:cNvPr id="55669" name="Freeform 2307"/>
              <p:cNvSpPr>
                <a:spLocks/>
              </p:cNvSpPr>
              <p:nvPr/>
            </p:nvSpPr>
            <p:spPr bwMode="auto">
              <a:xfrm>
                <a:off x="1792" y="3296"/>
                <a:ext cx="112" cy="88"/>
              </a:xfrm>
              <a:custGeom>
                <a:avLst/>
                <a:gdLst>
                  <a:gd name="T0" fmla="*/ 112 w 112"/>
                  <a:gd name="T1" fmla="*/ 0 h 88"/>
                  <a:gd name="T2" fmla="*/ 40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0"/>
                    </a:moveTo>
                    <a:lnTo>
                      <a:pt x="40" y="88"/>
                    </a:lnTo>
                    <a:lnTo>
                      <a:pt x="16" y="64"/>
                    </a:lnTo>
                    <a:lnTo>
                      <a:pt x="0" y="40"/>
                    </a:lnTo>
                    <a:lnTo>
                      <a:pt x="112" y="0"/>
                    </a:lnTo>
                    <a:close/>
                  </a:path>
                </a:pathLst>
              </a:custGeom>
              <a:solidFill>
                <a:schemeClr val="tx1"/>
              </a:solidFill>
              <a:ln w="9525">
                <a:solidFill>
                  <a:schemeClr val="tx1"/>
                </a:solidFill>
                <a:round/>
                <a:headEnd/>
                <a:tailEnd/>
              </a:ln>
            </p:spPr>
            <p:txBody>
              <a:bodyPr/>
              <a:lstStyle/>
              <a:p>
                <a:endParaRPr lang="en-US"/>
              </a:p>
            </p:txBody>
          </p:sp>
          <p:sp>
            <p:nvSpPr>
              <p:cNvPr id="55670" name="Line 2308"/>
              <p:cNvSpPr>
                <a:spLocks noChangeShapeType="1"/>
              </p:cNvSpPr>
              <p:nvPr/>
            </p:nvSpPr>
            <p:spPr bwMode="auto">
              <a:xfrm flipV="1">
                <a:off x="1498" y="3537"/>
                <a:ext cx="70" cy="46"/>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71" name="Line 2309"/>
              <p:cNvSpPr>
                <a:spLocks noChangeShapeType="1"/>
              </p:cNvSpPr>
              <p:nvPr/>
            </p:nvSpPr>
            <p:spPr bwMode="auto">
              <a:xfrm flipV="1">
                <a:off x="1584" y="3473"/>
                <a:ext cx="72"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72" name="Line 2310"/>
              <p:cNvSpPr>
                <a:spLocks noChangeShapeType="1"/>
              </p:cNvSpPr>
              <p:nvPr/>
            </p:nvSpPr>
            <p:spPr bwMode="auto">
              <a:xfrm flipV="1">
                <a:off x="1680" y="3408"/>
                <a:ext cx="72" cy="4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73" name="Line 2311"/>
              <p:cNvSpPr>
                <a:spLocks noChangeShapeType="1"/>
              </p:cNvSpPr>
              <p:nvPr/>
            </p:nvSpPr>
            <p:spPr bwMode="auto">
              <a:xfrm flipV="1">
                <a:off x="1768" y="3360"/>
                <a:ext cx="40" cy="3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493" name="Group 2312"/>
            <p:cNvGrpSpPr>
              <a:grpSpLocks/>
            </p:cNvGrpSpPr>
            <p:nvPr/>
          </p:nvGrpSpPr>
          <p:grpSpPr bwMode="auto">
            <a:xfrm>
              <a:off x="1489" y="2690"/>
              <a:ext cx="423" cy="279"/>
              <a:chOff x="1489" y="2690"/>
              <a:chExt cx="423" cy="279"/>
            </a:xfrm>
          </p:grpSpPr>
          <p:sp>
            <p:nvSpPr>
              <p:cNvPr id="55664" name="Freeform 2313"/>
              <p:cNvSpPr>
                <a:spLocks/>
              </p:cNvSpPr>
              <p:nvPr/>
            </p:nvSpPr>
            <p:spPr bwMode="auto">
              <a:xfrm>
                <a:off x="1800" y="2690"/>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0"/>
                    </a:moveTo>
                    <a:lnTo>
                      <a:pt x="32" y="88"/>
                    </a:lnTo>
                    <a:lnTo>
                      <a:pt x="16" y="64"/>
                    </a:lnTo>
                    <a:lnTo>
                      <a:pt x="0" y="40"/>
                    </a:lnTo>
                    <a:lnTo>
                      <a:pt x="112" y="0"/>
                    </a:lnTo>
                    <a:close/>
                  </a:path>
                </a:pathLst>
              </a:custGeom>
              <a:solidFill>
                <a:schemeClr val="tx1"/>
              </a:solidFill>
              <a:ln w="9525">
                <a:solidFill>
                  <a:schemeClr val="tx1"/>
                </a:solidFill>
                <a:round/>
                <a:headEnd/>
                <a:tailEnd/>
              </a:ln>
            </p:spPr>
            <p:txBody>
              <a:bodyPr/>
              <a:lstStyle/>
              <a:p>
                <a:endParaRPr lang="en-US"/>
              </a:p>
            </p:txBody>
          </p:sp>
          <p:sp>
            <p:nvSpPr>
              <p:cNvPr id="55665" name="Line 2314"/>
              <p:cNvSpPr>
                <a:spLocks noChangeShapeType="1"/>
              </p:cNvSpPr>
              <p:nvPr/>
            </p:nvSpPr>
            <p:spPr bwMode="auto">
              <a:xfrm flipV="1">
                <a:off x="1489" y="2922"/>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66" name="Line 2315"/>
              <p:cNvSpPr>
                <a:spLocks noChangeShapeType="1"/>
              </p:cNvSpPr>
              <p:nvPr/>
            </p:nvSpPr>
            <p:spPr bwMode="auto">
              <a:xfrm flipV="1">
                <a:off x="1585" y="2858"/>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67" name="Line 2316"/>
              <p:cNvSpPr>
                <a:spLocks noChangeShapeType="1"/>
              </p:cNvSpPr>
              <p:nvPr/>
            </p:nvSpPr>
            <p:spPr bwMode="auto">
              <a:xfrm flipV="1">
                <a:off x="1672" y="2803"/>
                <a:ext cx="80"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68" name="Line 2317"/>
              <p:cNvSpPr>
                <a:spLocks noChangeShapeType="1"/>
              </p:cNvSpPr>
              <p:nvPr/>
            </p:nvSpPr>
            <p:spPr bwMode="auto">
              <a:xfrm flipV="1">
                <a:off x="1768" y="2754"/>
                <a:ext cx="48" cy="3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494" name="Group 2318"/>
            <p:cNvGrpSpPr>
              <a:grpSpLocks/>
            </p:cNvGrpSpPr>
            <p:nvPr/>
          </p:nvGrpSpPr>
          <p:grpSpPr bwMode="auto">
            <a:xfrm>
              <a:off x="1490" y="2993"/>
              <a:ext cx="414" cy="271"/>
              <a:chOff x="1490" y="2993"/>
              <a:chExt cx="414" cy="271"/>
            </a:xfrm>
          </p:grpSpPr>
          <p:sp>
            <p:nvSpPr>
              <p:cNvPr id="55659" name="Freeform 2319"/>
              <p:cNvSpPr>
                <a:spLocks/>
              </p:cNvSpPr>
              <p:nvPr/>
            </p:nvSpPr>
            <p:spPr bwMode="auto">
              <a:xfrm>
                <a:off x="1792" y="2993"/>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0"/>
                    </a:moveTo>
                    <a:lnTo>
                      <a:pt x="32" y="88"/>
                    </a:lnTo>
                    <a:lnTo>
                      <a:pt x="16" y="64"/>
                    </a:lnTo>
                    <a:lnTo>
                      <a:pt x="0" y="40"/>
                    </a:lnTo>
                    <a:lnTo>
                      <a:pt x="112" y="0"/>
                    </a:lnTo>
                    <a:close/>
                  </a:path>
                </a:pathLst>
              </a:custGeom>
              <a:solidFill>
                <a:schemeClr val="tx1"/>
              </a:solidFill>
              <a:ln w="9525">
                <a:solidFill>
                  <a:schemeClr val="tx1"/>
                </a:solidFill>
                <a:round/>
                <a:headEnd/>
                <a:tailEnd/>
              </a:ln>
            </p:spPr>
            <p:txBody>
              <a:bodyPr/>
              <a:lstStyle/>
              <a:p>
                <a:endParaRPr lang="en-US"/>
              </a:p>
            </p:txBody>
          </p:sp>
          <p:sp>
            <p:nvSpPr>
              <p:cNvPr id="55660" name="Line 2320"/>
              <p:cNvSpPr>
                <a:spLocks noChangeShapeType="1"/>
              </p:cNvSpPr>
              <p:nvPr/>
            </p:nvSpPr>
            <p:spPr bwMode="auto">
              <a:xfrm flipV="1">
                <a:off x="1490" y="3218"/>
                <a:ext cx="70" cy="46"/>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61" name="Line 2321"/>
              <p:cNvSpPr>
                <a:spLocks noChangeShapeType="1"/>
              </p:cNvSpPr>
              <p:nvPr/>
            </p:nvSpPr>
            <p:spPr bwMode="auto">
              <a:xfrm flipV="1">
                <a:off x="1584" y="3154"/>
                <a:ext cx="72"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62" name="Line 2322"/>
              <p:cNvSpPr>
                <a:spLocks noChangeShapeType="1"/>
              </p:cNvSpPr>
              <p:nvPr/>
            </p:nvSpPr>
            <p:spPr bwMode="auto">
              <a:xfrm flipV="1">
                <a:off x="1672" y="3097"/>
                <a:ext cx="80" cy="4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63" name="Line 2323"/>
              <p:cNvSpPr>
                <a:spLocks noChangeShapeType="1"/>
              </p:cNvSpPr>
              <p:nvPr/>
            </p:nvSpPr>
            <p:spPr bwMode="auto">
              <a:xfrm flipV="1">
                <a:off x="1768" y="3057"/>
                <a:ext cx="40" cy="2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495" name="Group 2324"/>
            <p:cNvGrpSpPr>
              <a:grpSpLocks/>
            </p:cNvGrpSpPr>
            <p:nvPr/>
          </p:nvGrpSpPr>
          <p:grpSpPr bwMode="auto">
            <a:xfrm>
              <a:off x="1936" y="2993"/>
              <a:ext cx="439" cy="582"/>
              <a:chOff x="1936" y="2993"/>
              <a:chExt cx="439" cy="582"/>
            </a:xfrm>
          </p:grpSpPr>
          <p:sp>
            <p:nvSpPr>
              <p:cNvPr id="55652" name="Freeform 2325"/>
              <p:cNvSpPr>
                <a:spLocks/>
              </p:cNvSpPr>
              <p:nvPr/>
            </p:nvSpPr>
            <p:spPr bwMode="auto">
              <a:xfrm>
                <a:off x="2287" y="3472"/>
                <a:ext cx="88" cy="103"/>
              </a:xfrm>
              <a:custGeom>
                <a:avLst/>
                <a:gdLst>
                  <a:gd name="T0" fmla="*/ 88 w 88"/>
                  <a:gd name="T1" fmla="*/ 103 h 103"/>
                  <a:gd name="T2" fmla="*/ 0 w 88"/>
                  <a:gd name="T3" fmla="*/ 32 h 103"/>
                  <a:gd name="T4" fmla="*/ 24 w 88"/>
                  <a:gd name="T5" fmla="*/ 16 h 103"/>
                  <a:gd name="T6" fmla="*/ 40 w 88"/>
                  <a:gd name="T7" fmla="*/ 0 h 103"/>
                  <a:gd name="T8" fmla="*/ 88 w 88"/>
                  <a:gd name="T9" fmla="*/ 103 h 10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8" h="103">
                    <a:moveTo>
                      <a:pt x="88" y="103"/>
                    </a:moveTo>
                    <a:lnTo>
                      <a:pt x="0" y="32"/>
                    </a:lnTo>
                    <a:lnTo>
                      <a:pt x="24" y="16"/>
                    </a:lnTo>
                    <a:lnTo>
                      <a:pt x="40" y="0"/>
                    </a:lnTo>
                    <a:lnTo>
                      <a:pt x="88" y="103"/>
                    </a:lnTo>
                    <a:close/>
                  </a:path>
                </a:pathLst>
              </a:custGeom>
              <a:solidFill>
                <a:schemeClr val="tx1"/>
              </a:solidFill>
              <a:ln w="9525">
                <a:solidFill>
                  <a:schemeClr val="tx1"/>
                </a:solidFill>
                <a:round/>
                <a:headEnd/>
                <a:tailEnd/>
              </a:ln>
            </p:spPr>
            <p:txBody>
              <a:bodyPr/>
              <a:lstStyle/>
              <a:p>
                <a:endParaRPr lang="en-US"/>
              </a:p>
            </p:txBody>
          </p:sp>
          <p:sp>
            <p:nvSpPr>
              <p:cNvPr id="55653" name="Line 2326"/>
              <p:cNvSpPr>
                <a:spLocks noChangeShapeType="1"/>
              </p:cNvSpPr>
              <p:nvPr/>
            </p:nvSpPr>
            <p:spPr bwMode="auto">
              <a:xfrm>
                <a:off x="1936" y="2993"/>
                <a:ext cx="56" cy="7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54" name="Line 2327"/>
              <p:cNvSpPr>
                <a:spLocks noChangeShapeType="1"/>
              </p:cNvSpPr>
              <p:nvPr/>
            </p:nvSpPr>
            <p:spPr bwMode="auto">
              <a:xfrm>
                <a:off x="2000" y="3081"/>
                <a:ext cx="55"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55" name="Line 2328"/>
              <p:cNvSpPr>
                <a:spLocks noChangeShapeType="1"/>
              </p:cNvSpPr>
              <p:nvPr/>
            </p:nvSpPr>
            <p:spPr bwMode="auto">
              <a:xfrm>
                <a:off x="2071" y="3169"/>
                <a:ext cx="48" cy="7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56" name="Line 2329"/>
              <p:cNvSpPr>
                <a:spLocks noChangeShapeType="1"/>
              </p:cNvSpPr>
              <p:nvPr/>
            </p:nvSpPr>
            <p:spPr bwMode="auto">
              <a:xfrm>
                <a:off x="2135" y="3264"/>
                <a:ext cx="56" cy="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57" name="Line 2330"/>
              <p:cNvSpPr>
                <a:spLocks noChangeShapeType="1"/>
              </p:cNvSpPr>
              <p:nvPr/>
            </p:nvSpPr>
            <p:spPr bwMode="auto">
              <a:xfrm>
                <a:off x="2207" y="3352"/>
                <a:ext cx="48" cy="7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58" name="Line 2331"/>
              <p:cNvSpPr>
                <a:spLocks noChangeShapeType="1"/>
              </p:cNvSpPr>
              <p:nvPr/>
            </p:nvSpPr>
            <p:spPr bwMode="auto">
              <a:xfrm>
                <a:off x="2271" y="3440"/>
                <a:ext cx="40" cy="4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496" name="Group 2332"/>
            <p:cNvGrpSpPr>
              <a:grpSpLocks/>
            </p:cNvGrpSpPr>
            <p:nvPr/>
          </p:nvGrpSpPr>
          <p:grpSpPr bwMode="auto">
            <a:xfrm>
              <a:off x="1944" y="2690"/>
              <a:ext cx="447" cy="279"/>
              <a:chOff x="1944" y="2690"/>
              <a:chExt cx="447" cy="279"/>
            </a:xfrm>
          </p:grpSpPr>
          <p:sp>
            <p:nvSpPr>
              <p:cNvPr id="55647" name="Freeform 2333"/>
              <p:cNvSpPr>
                <a:spLocks/>
              </p:cNvSpPr>
              <p:nvPr/>
            </p:nvSpPr>
            <p:spPr bwMode="auto">
              <a:xfrm>
                <a:off x="2279" y="2889"/>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0">
                    <a:moveTo>
                      <a:pt x="112" y="80"/>
                    </a:moveTo>
                    <a:lnTo>
                      <a:pt x="0" y="48"/>
                    </a:lnTo>
                    <a:lnTo>
                      <a:pt x="16" y="24"/>
                    </a:lnTo>
                    <a:lnTo>
                      <a:pt x="32" y="0"/>
                    </a:lnTo>
                    <a:lnTo>
                      <a:pt x="112" y="80"/>
                    </a:lnTo>
                    <a:close/>
                  </a:path>
                </a:pathLst>
              </a:custGeom>
              <a:solidFill>
                <a:schemeClr val="tx1"/>
              </a:solidFill>
              <a:ln w="9525">
                <a:solidFill>
                  <a:schemeClr val="tx1"/>
                </a:solidFill>
                <a:round/>
                <a:headEnd/>
                <a:tailEnd/>
              </a:ln>
            </p:spPr>
            <p:txBody>
              <a:bodyPr/>
              <a:lstStyle/>
              <a:p>
                <a:endParaRPr lang="en-US"/>
              </a:p>
            </p:txBody>
          </p:sp>
          <p:sp>
            <p:nvSpPr>
              <p:cNvPr id="55648" name="Line 2334"/>
              <p:cNvSpPr>
                <a:spLocks noChangeShapeType="1"/>
              </p:cNvSpPr>
              <p:nvPr/>
            </p:nvSpPr>
            <p:spPr bwMode="auto">
              <a:xfrm>
                <a:off x="1944" y="2690"/>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49" name="Line 2335"/>
              <p:cNvSpPr>
                <a:spLocks noChangeShapeType="1"/>
              </p:cNvSpPr>
              <p:nvPr/>
            </p:nvSpPr>
            <p:spPr bwMode="auto">
              <a:xfrm>
                <a:off x="2040" y="2746"/>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50" name="Line 2336"/>
              <p:cNvSpPr>
                <a:spLocks noChangeShapeType="1"/>
              </p:cNvSpPr>
              <p:nvPr/>
            </p:nvSpPr>
            <p:spPr bwMode="auto">
              <a:xfrm>
                <a:off x="2136" y="2810"/>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51" name="Line 2337"/>
              <p:cNvSpPr>
                <a:spLocks noChangeShapeType="1"/>
              </p:cNvSpPr>
              <p:nvPr/>
            </p:nvSpPr>
            <p:spPr bwMode="auto">
              <a:xfrm>
                <a:off x="2232" y="2866"/>
                <a:ext cx="63" cy="46"/>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497" name="Group 2338"/>
            <p:cNvGrpSpPr>
              <a:grpSpLocks/>
            </p:cNvGrpSpPr>
            <p:nvPr/>
          </p:nvGrpSpPr>
          <p:grpSpPr bwMode="auto">
            <a:xfrm>
              <a:off x="2407" y="3001"/>
              <a:ext cx="423" cy="271"/>
              <a:chOff x="2407" y="3001"/>
              <a:chExt cx="423" cy="271"/>
            </a:xfrm>
          </p:grpSpPr>
          <p:sp>
            <p:nvSpPr>
              <p:cNvPr id="55642" name="Freeform 2339"/>
              <p:cNvSpPr>
                <a:spLocks/>
              </p:cNvSpPr>
              <p:nvPr/>
            </p:nvSpPr>
            <p:spPr bwMode="auto">
              <a:xfrm>
                <a:off x="2718" y="3185"/>
                <a:ext cx="112" cy="87"/>
              </a:xfrm>
              <a:custGeom>
                <a:avLst/>
                <a:gdLst>
                  <a:gd name="T0" fmla="*/ 112 w 112"/>
                  <a:gd name="T1" fmla="*/ 87 h 87"/>
                  <a:gd name="T2" fmla="*/ 0 w 112"/>
                  <a:gd name="T3" fmla="*/ 47 h 87"/>
                  <a:gd name="T4" fmla="*/ 16 w 112"/>
                  <a:gd name="T5" fmla="*/ 23 h 87"/>
                  <a:gd name="T6" fmla="*/ 32 w 112"/>
                  <a:gd name="T7" fmla="*/ 0 h 87"/>
                  <a:gd name="T8" fmla="*/ 112 w 112"/>
                  <a:gd name="T9" fmla="*/ 87 h 8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7">
                    <a:moveTo>
                      <a:pt x="112" y="87"/>
                    </a:moveTo>
                    <a:lnTo>
                      <a:pt x="0" y="47"/>
                    </a:lnTo>
                    <a:lnTo>
                      <a:pt x="16" y="23"/>
                    </a:lnTo>
                    <a:lnTo>
                      <a:pt x="32" y="0"/>
                    </a:lnTo>
                    <a:lnTo>
                      <a:pt x="112" y="87"/>
                    </a:lnTo>
                    <a:close/>
                  </a:path>
                </a:pathLst>
              </a:custGeom>
              <a:solidFill>
                <a:schemeClr val="tx1"/>
              </a:solidFill>
              <a:ln w="9525">
                <a:solidFill>
                  <a:schemeClr val="tx1"/>
                </a:solidFill>
                <a:round/>
                <a:headEnd/>
                <a:tailEnd/>
              </a:ln>
            </p:spPr>
            <p:txBody>
              <a:bodyPr/>
              <a:lstStyle/>
              <a:p>
                <a:endParaRPr lang="en-US"/>
              </a:p>
            </p:txBody>
          </p:sp>
          <p:sp>
            <p:nvSpPr>
              <p:cNvPr id="55643" name="Line 2340"/>
              <p:cNvSpPr>
                <a:spLocks noChangeShapeType="1"/>
              </p:cNvSpPr>
              <p:nvPr/>
            </p:nvSpPr>
            <p:spPr bwMode="auto">
              <a:xfrm>
                <a:off x="2407" y="3001"/>
                <a:ext cx="72" cy="4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44" name="Line 2341"/>
              <p:cNvSpPr>
                <a:spLocks noChangeShapeType="1"/>
              </p:cNvSpPr>
              <p:nvPr/>
            </p:nvSpPr>
            <p:spPr bwMode="auto">
              <a:xfrm>
                <a:off x="2503" y="3065"/>
                <a:ext cx="71" cy="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45" name="Line 2342"/>
              <p:cNvSpPr>
                <a:spLocks noChangeShapeType="1"/>
              </p:cNvSpPr>
              <p:nvPr/>
            </p:nvSpPr>
            <p:spPr bwMode="auto">
              <a:xfrm>
                <a:off x="2599" y="3121"/>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46" name="Line 2343"/>
              <p:cNvSpPr>
                <a:spLocks noChangeShapeType="1"/>
              </p:cNvSpPr>
              <p:nvPr/>
            </p:nvSpPr>
            <p:spPr bwMode="auto">
              <a:xfrm>
                <a:off x="2688" y="3185"/>
                <a:ext cx="46" cy="2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498" name="Group 2344"/>
            <p:cNvGrpSpPr>
              <a:grpSpLocks/>
            </p:cNvGrpSpPr>
            <p:nvPr/>
          </p:nvGrpSpPr>
          <p:grpSpPr bwMode="auto">
            <a:xfrm>
              <a:off x="2854" y="3296"/>
              <a:ext cx="439" cy="279"/>
              <a:chOff x="2854" y="3296"/>
              <a:chExt cx="439" cy="279"/>
            </a:xfrm>
          </p:grpSpPr>
          <p:sp>
            <p:nvSpPr>
              <p:cNvPr id="55637" name="Freeform 2345"/>
              <p:cNvSpPr>
                <a:spLocks/>
              </p:cNvSpPr>
              <p:nvPr/>
            </p:nvSpPr>
            <p:spPr bwMode="auto">
              <a:xfrm>
                <a:off x="3181" y="3488"/>
                <a:ext cx="112" cy="87"/>
              </a:xfrm>
              <a:custGeom>
                <a:avLst/>
                <a:gdLst>
                  <a:gd name="T0" fmla="*/ 112 w 112"/>
                  <a:gd name="T1" fmla="*/ 87 h 87"/>
                  <a:gd name="T2" fmla="*/ 0 w 112"/>
                  <a:gd name="T3" fmla="*/ 48 h 87"/>
                  <a:gd name="T4" fmla="*/ 16 w 112"/>
                  <a:gd name="T5" fmla="*/ 24 h 87"/>
                  <a:gd name="T6" fmla="*/ 32 w 112"/>
                  <a:gd name="T7" fmla="*/ 0 h 87"/>
                  <a:gd name="T8" fmla="*/ 112 w 112"/>
                  <a:gd name="T9" fmla="*/ 87 h 8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7">
                    <a:moveTo>
                      <a:pt x="112" y="87"/>
                    </a:moveTo>
                    <a:lnTo>
                      <a:pt x="0" y="48"/>
                    </a:lnTo>
                    <a:lnTo>
                      <a:pt x="16" y="24"/>
                    </a:lnTo>
                    <a:lnTo>
                      <a:pt x="32" y="0"/>
                    </a:lnTo>
                    <a:lnTo>
                      <a:pt x="112" y="87"/>
                    </a:lnTo>
                    <a:close/>
                  </a:path>
                </a:pathLst>
              </a:custGeom>
              <a:solidFill>
                <a:schemeClr val="tx1"/>
              </a:solidFill>
              <a:ln w="9525">
                <a:solidFill>
                  <a:schemeClr val="tx1"/>
                </a:solidFill>
                <a:round/>
                <a:headEnd/>
                <a:tailEnd/>
              </a:ln>
            </p:spPr>
            <p:txBody>
              <a:bodyPr/>
              <a:lstStyle/>
              <a:p>
                <a:endParaRPr lang="en-US"/>
              </a:p>
            </p:txBody>
          </p:sp>
          <p:sp>
            <p:nvSpPr>
              <p:cNvPr id="55638" name="Line 2346"/>
              <p:cNvSpPr>
                <a:spLocks noChangeShapeType="1"/>
              </p:cNvSpPr>
              <p:nvPr/>
            </p:nvSpPr>
            <p:spPr bwMode="auto">
              <a:xfrm>
                <a:off x="2854" y="3296"/>
                <a:ext cx="72" cy="4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39" name="Line 2347"/>
              <p:cNvSpPr>
                <a:spLocks noChangeShapeType="1"/>
              </p:cNvSpPr>
              <p:nvPr/>
            </p:nvSpPr>
            <p:spPr bwMode="auto">
              <a:xfrm>
                <a:off x="2950" y="3360"/>
                <a:ext cx="71" cy="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40" name="Line 2348"/>
              <p:cNvSpPr>
                <a:spLocks noChangeShapeType="1"/>
              </p:cNvSpPr>
              <p:nvPr/>
            </p:nvSpPr>
            <p:spPr bwMode="auto">
              <a:xfrm>
                <a:off x="3046" y="3416"/>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41" name="Line 2349"/>
              <p:cNvSpPr>
                <a:spLocks noChangeShapeType="1"/>
              </p:cNvSpPr>
              <p:nvPr/>
            </p:nvSpPr>
            <p:spPr bwMode="auto">
              <a:xfrm>
                <a:off x="3135" y="3480"/>
                <a:ext cx="62" cy="3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499" name="Group 2350"/>
            <p:cNvGrpSpPr>
              <a:grpSpLocks/>
            </p:cNvGrpSpPr>
            <p:nvPr/>
          </p:nvGrpSpPr>
          <p:grpSpPr bwMode="auto">
            <a:xfrm>
              <a:off x="2863" y="3304"/>
              <a:ext cx="422" cy="279"/>
              <a:chOff x="2863" y="3304"/>
              <a:chExt cx="422" cy="279"/>
            </a:xfrm>
          </p:grpSpPr>
          <p:sp>
            <p:nvSpPr>
              <p:cNvPr id="55632" name="Freeform 2351"/>
              <p:cNvSpPr>
                <a:spLocks/>
              </p:cNvSpPr>
              <p:nvPr/>
            </p:nvSpPr>
            <p:spPr bwMode="auto">
              <a:xfrm>
                <a:off x="3173" y="3304"/>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0"/>
                    </a:moveTo>
                    <a:lnTo>
                      <a:pt x="32" y="88"/>
                    </a:lnTo>
                    <a:lnTo>
                      <a:pt x="16" y="64"/>
                    </a:lnTo>
                    <a:lnTo>
                      <a:pt x="0" y="40"/>
                    </a:lnTo>
                    <a:lnTo>
                      <a:pt x="112" y="0"/>
                    </a:lnTo>
                    <a:close/>
                  </a:path>
                </a:pathLst>
              </a:custGeom>
              <a:solidFill>
                <a:schemeClr val="tx1"/>
              </a:solidFill>
              <a:ln w="9525">
                <a:solidFill>
                  <a:schemeClr val="tx1"/>
                </a:solidFill>
                <a:round/>
                <a:headEnd/>
                <a:tailEnd/>
              </a:ln>
            </p:spPr>
            <p:txBody>
              <a:bodyPr/>
              <a:lstStyle/>
              <a:p>
                <a:endParaRPr lang="en-US"/>
              </a:p>
            </p:txBody>
          </p:sp>
          <p:sp>
            <p:nvSpPr>
              <p:cNvPr id="55633" name="Line 2352"/>
              <p:cNvSpPr>
                <a:spLocks noChangeShapeType="1"/>
              </p:cNvSpPr>
              <p:nvPr/>
            </p:nvSpPr>
            <p:spPr bwMode="auto">
              <a:xfrm flipV="1">
                <a:off x="2863" y="3536"/>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34" name="Line 2353"/>
              <p:cNvSpPr>
                <a:spLocks noChangeShapeType="1"/>
              </p:cNvSpPr>
              <p:nvPr/>
            </p:nvSpPr>
            <p:spPr bwMode="auto">
              <a:xfrm flipV="1">
                <a:off x="2958" y="3473"/>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35" name="Line 2354"/>
              <p:cNvSpPr>
                <a:spLocks noChangeShapeType="1"/>
              </p:cNvSpPr>
              <p:nvPr/>
            </p:nvSpPr>
            <p:spPr bwMode="auto">
              <a:xfrm flipV="1">
                <a:off x="3046" y="3417"/>
                <a:ext cx="79"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36" name="Line 2355"/>
              <p:cNvSpPr>
                <a:spLocks noChangeShapeType="1"/>
              </p:cNvSpPr>
              <p:nvPr/>
            </p:nvSpPr>
            <p:spPr bwMode="auto">
              <a:xfrm flipV="1">
                <a:off x="3141" y="3368"/>
                <a:ext cx="48" cy="3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500" name="Group 2356"/>
            <p:cNvGrpSpPr>
              <a:grpSpLocks/>
            </p:cNvGrpSpPr>
            <p:nvPr/>
          </p:nvGrpSpPr>
          <p:grpSpPr bwMode="auto">
            <a:xfrm>
              <a:off x="2870" y="2690"/>
              <a:ext cx="415" cy="287"/>
              <a:chOff x="2870" y="2690"/>
              <a:chExt cx="415" cy="287"/>
            </a:xfrm>
          </p:grpSpPr>
          <p:sp>
            <p:nvSpPr>
              <p:cNvPr id="55627" name="Freeform 2357"/>
              <p:cNvSpPr>
                <a:spLocks/>
              </p:cNvSpPr>
              <p:nvPr/>
            </p:nvSpPr>
            <p:spPr bwMode="auto">
              <a:xfrm>
                <a:off x="3173" y="2690"/>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0"/>
                    </a:moveTo>
                    <a:lnTo>
                      <a:pt x="32" y="88"/>
                    </a:lnTo>
                    <a:lnTo>
                      <a:pt x="16" y="64"/>
                    </a:lnTo>
                    <a:lnTo>
                      <a:pt x="0" y="40"/>
                    </a:lnTo>
                    <a:lnTo>
                      <a:pt x="112" y="0"/>
                    </a:lnTo>
                    <a:close/>
                  </a:path>
                </a:pathLst>
              </a:custGeom>
              <a:solidFill>
                <a:schemeClr val="tx1"/>
              </a:solidFill>
              <a:ln w="9525">
                <a:solidFill>
                  <a:schemeClr val="tx1"/>
                </a:solidFill>
                <a:round/>
                <a:headEnd/>
                <a:tailEnd/>
              </a:ln>
            </p:spPr>
            <p:txBody>
              <a:bodyPr/>
              <a:lstStyle/>
              <a:p>
                <a:endParaRPr lang="en-US"/>
              </a:p>
            </p:txBody>
          </p:sp>
          <p:sp>
            <p:nvSpPr>
              <p:cNvPr id="55628" name="Line 2358"/>
              <p:cNvSpPr>
                <a:spLocks noChangeShapeType="1"/>
              </p:cNvSpPr>
              <p:nvPr/>
            </p:nvSpPr>
            <p:spPr bwMode="auto">
              <a:xfrm flipV="1">
                <a:off x="2870" y="2929"/>
                <a:ext cx="72" cy="4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29" name="Line 2359"/>
              <p:cNvSpPr>
                <a:spLocks noChangeShapeType="1"/>
              </p:cNvSpPr>
              <p:nvPr/>
            </p:nvSpPr>
            <p:spPr bwMode="auto">
              <a:xfrm flipV="1">
                <a:off x="2967" y="2867"/>
                <a:ext cx="70" cy="46"/>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30" name="Line 2360"/>
              <p:cNvSpPr>
                <a:spLocks noChangeShapeType="1"/>
              </p:cNvSpPr>
              <p:nvPr/>
            </p:nvSpPr>
            <p:spPr bwMode="auto">
              <a:xfrm flipV="1">
                <a:off x="3053" y="2803"/>
                <a:ext cx="72"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31" name="Line 2361"/>
              <p:cNvSpPr>
                <a:spLocks noChangeShapeType="1"/>
              </p:cNvSpPr>
              <p:nvPr/>
            </p:nvSpPr>
            <p:spPr bwMode="auto">
              <a:xfrm flipV="1">
                <a:off x="3149" y="2754"/>
                <a:ext cx="40" cy="3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501" name="Group 2362"/>
            <p:cNvGrpSpPr>
              <a:grpSpLocks/>
            </p:cNvGrpSpPr>
            <p:nvPr/>
          </p:nvGrpSpPr>
          <p:grpSpPr bwMode="auto">
            <a:xfrm>
              <a:off x="2878" y="2068"/>
              <a:ext cx="431" cy="287"/>
              <a:chOff x="2878" y="2068"/>
              <a:chExt cx="431" cy="287"/>
            </a:xfrm>
          </p:grpSpPr>
          <p:sp>
            <p:nvSpPr>
              <p:cNvPr id="55622" name="Freeform 2363"/>
              <p:cNvSpPr>
                <a:spLocks/>
              </p:cNvSpPr>
              <p:nvPr/>
            </p:nvSpPr>
            <p:spPr bwMode="auto">
              <a:xfrm>
                <a:off x="3197" y="2267"/>
                <a:ext cx="112" cy="88"/>
              </a:xfrm>
              <a:custGeom>
                <a:avLst/>
                <a:gdLst>
                  <a:gd name="T0" fmla="*/ 112 w 112"/>
                  <a:gd name="T1" fmla="*/ 88 h 88"/>
                  <a:gd name="T2" fmla="*/ 0 w 112"/>
                  <a:gd name="T3" fmla="*/ 48 h 88"/>
                  <a:gd name="T4" fmla="*/ 16 w 112"/>
                  <a:gd name="T5" fmla="*/ 24 h 88"/>
                  <a:gd name="T6" fmla="*/ 32 w 112"/>
                  <a:gd name="T7" fmla="*/ 0 h 88"/>
                  <a:gd name="T8" fmla="*/ 112 w 112"/>
                  <a:gd name="T9" fmla="*/ 88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88"/>
                    </a:moveTo>
                    <a:lnTo>
                      <a:pt x="0" y="48"/>
                    </a:lnTo>
                    <a:lnTo>
                      <a:pt x="16" y="24"/>
                    </a:lnTo>
                    <a:lnTo>
                      <a:pt x="32" y="0"/>
                    </a:lnTo>
                    <a:lnTo>
                      <a:pt x="112" y="88"/>
                    </a:lnTo>
                    <a:close/>
                  </a:path>
                </a:pathLst>
              </a:custGeom>
              <a:solidFill>
                <a:schemeClr val="tx1"/>
              </a:solidFill>
              <a:ln w="9525">
                <a:solidFill>
                  <a:schemeClr val="tx1"/>
                </a:solidFill>
                <a:round/>
                <a:headEnd/>
                <a:tailEnd/>
              </a:ln>
            </p:spPr>
            <p:txBody>
              <a:bodyPr/>
              <a:lstStyle/>
              <a:p>
                <a:endParaRPr lang="en-US"/>
              </a:p>
            </p:txBody>
          </p:sp>
          <p:sp>
            <p:nvSpPr>
              <p:cNvPr id="55623" name="Line 2364"/>
              <p:cNvSpPr>
                <a:spLocks noChangeShapeType="1"/>
              </p:cNvSpPr>
              <p:nvPr/>
            </p:nvSpPr>
            <p:spPr bwMode="auto">
              <a:xfrm>
                <a:off x="2878" y="2068"/>
                <a:ext cx="72" cy="4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24" name="Line 2365"/>
              <p:cNvSpPr>
                <a:spLocks noChangeShapeType="1"/>
              </p:cNvSpPr>
              <p:nvPr/>
            </p:nvSpPr>
            <p:spPr bwMode="auto">
              <a:xfrm>
                <a:off x="2975" y="2132"/>
                <a:ext cx="70" cy="46"/>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25" name="Line 2366"/>
              <p:cNvSpPr>
                <a:spLocks noChangeShapeType="1"/>
              </p:cNvSpPr>
              <p:nvPr/>
            </p:nvSpPr>
            <p:spPr bwMode="auto">
              <a:xfrm>
                <a:off x="3062" y="2196"/>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26" name="Line 2367"/>
              <p:cNvSpPr>
                <a:spLocks noChangeShapeType="1"/>
              </p:cNvSpPr>
              <p:nvPr/>
            </p:nvSpPr>
            <p:spPr bwMode="auto">
              <a:xfrm>
                <a:off x="3157" y="2251"/>
                <a:ext cx="56" cy="4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502" name="Group 2368"/>
            <p:cNvGrpSpPr>
              <a:grpSpLocks/>
            </p:cNvGrpSpPr>
            <p:nvPr/>
          </p:nvGrpSpPr>
          <p:grpSpPr bwMode="auto">
            <a:xfrm>
              <a:off x="2415" y="2387"/>
              <a:ext cx="439" cy="271"/>
              <a:chOff x="2415" y="2387"/>
              <a:chExt cx="439" cy="271"/>
            </a:xfrm>
          </p:grpSpPr>
          <p:sp>
            <p:nvSpPr>
              <p:cNvPr id="55617" name="Freeform 2369"/>
              <p:cNvSpPr>
                <a:spLocks/>
              </p:cNvSpPr>
              <p:nvPr/>
            </p:nvSpPr>
            <p:spPr bwMode="auto">
              <a:xfrm>
                <a:off x="2742" y="2578"/>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0">
                    <a:moveTo>
                      <a:pt x="112" y="80"/>
                    </a:moveTo>
                    <a:lnTo>
                      <a:pt x="0" y="48"/>
                    </a:lnTo>
                    <a:lnTo>
                      <a:pt x="16" y="24"/>
                    </a:lnTo>
                    <a:lnTo>
                      <a:pt x="32" y="0"/>
                    </a:lnTo>
                    <a:lnTo>
                      <a:pt x="112" y="80"/>
                    </a:lnTo>
                    <a:close/>
                  </a:path>
                </a:pathLst>
              </a:custGeom>
              <a:solidFill>
                <a:schemeClr val="tx1"/>
              </a:solidFill>
              <a:ln w="9525">
                <a:solidFill>
                  <a:schemeClr val="tx1"/>
                </a:solidFill>
                <a:round/>
                <a:headEnd/>
                <a:tailEnd/>
              </a:ln>
            </p:spPr>
            <p:txBody>
              <a:bodyPr/>
              <a:lstStyle/>
              <a:p>
                <a:endParaRPr lang="en-US"/>
              </a:p>
            </p:txBody>
          </p:sp>
          <p:sp>
            <p:nvSpPr>
              <p:cNvPr id="55618" name="Line 2370"/>
              <p:cNvSpPr>
                <a:spLocks noChangeShapeType="1"/>
              </p:cNvSpPr>
              <p:nvPr/>
            </p:nvSpPr>
            <p:spPr bwMode="auto">
              <a:xfrm>
                <a:off x="2415" y="2387"/>
                <a:ext cx="72" cy="4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19" name="Line 2371"/>
              <p:cNvSpPr>
                <a:spLocks noChangeShapeType="1"/>
              </p:cNvSpPr>
              <p:nvPr/>
            </p:nvSpPr>
            <p:spPr bwMode="auto">
              <a:xfrm>
                <a:off x="2512" y="2443"/>
                <a:ext cx="70" cy="46"/>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20" name="Line 2372"/>
              <p:cNvSpPr>
                <a:spLocks noChangeShapeType="1"/>
              </p:cNvSpPr>
              <p:nvPr/>
            </p:nvSpPr>
            <p:spPr bwMode="auto">
              <a:xfrm>
                <a:off x="2607" y="2507"/>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21" name="Line 2373"/>
              <p:cNvSpPr>
                <a:spLocks noChangeShapeType="1"/>
              </p:cNvSpPr>
              <p:nvPr/>
            </p:nvSpPr>
            <p:spPr bwMode="auto">
              <a:xfrm>
                <a:off x="2702" y="2562"/>
                <a:ext cx="56" cy="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503" name="Group 2374"/>
            <p:cNvGrpSpPr>
              <a:grpSpLocks/>
            </p:cNvGrpSpPr>
            <p:nvPr/>
          </p:nvGrpSpPr>
          <p:grpSpPr bwMode="auto">
            <a:xfrm>
              <a:off x="1944" y="2387"/>
              <a:ext cx="439" cy="271"/>
              <a:chOff x="1944" y="2387"/>
              <a:chExt cx="439" cy="271"/>
            </a:xfrm>
          </p:grpSpPr>
          <p:sp>
            <p:nvSpPr>
              <p:cNvPr id="55612" name="Freeform 2375"/>
              <p:cNvSpPr>
                <a:spLocks/>
              </p:cNvSpPr>
              <p:nvPr/>
            </p:nvSpPr>
            <p:spPr bwMode="auto">
              <a:xfrm>
                <a:off x="2271" y="2578"/>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0">
                    <a:moveTo>
                      <a:pt x="112" y="80"/>
                    </a:moveTo>
                    <a:lnTo>
                      <a:pt x="0" y="48"/>
                    </a:lnTo>
                    <a:lnTo>
                      <a:pt x="16" y="24"/>
                    </a:lnTo>
                    <a:lnTo>
                      <a:pt x="32" y="0"/>
                    </a:lnTo>
                    <a:lnTo>
                      <a:pt x="112" y="80"/>
                    </a:lnTo>
                    <a:close/>
                  </a:path>
                </a:pathLst>
              </a:custGeom>
              <a:solidFill>
                <a:schemeClr val="tx1"/>
              </a:solidFill>
              <a:ln w="9525">
                <a:solidFill>
                  <a:schemeClr val="tx1"/>
                </a:solidFill>
                <a:round/>
                <a:headEnd/>
                <a:tailEnd/>
              </a:ln>
            </p:spPr>
            <p:txBody>
              <a:bodyPr/>
              <a:lstStyle/>
              <a:p>
                <a:endParaRPr lang="en-US"/>
              </a:p>
            </p:txBody>
          </p:sp>
          <p:sp>
            <p:nvSpPr>
              <p:cNvPr id="55613" name="Line 2376"/>
              <p:cNvSpPr>
                <a:spLocks noChangeShapeType="1"/>
              </p:cNvSpPr>
              <p:nvPr/>
            </p:nvSpPr>
            <p:spPr bwMode="auto">
              <a:xfrm>
                <a:off x="1944" y="2387"/>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14" name="Line 2377"/>
              <p:cNvSpPr>
                <a:spLocks noChangeShapeType="1"/>
              </p:cNvSpPr>
              <p:nvPr/>
            </p:nvSpPr>
            <p:spPr bwMode="auto">
              <a:xfrm>
                <a:off x="2040" y="2443"/>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15" name="Line 2378"/>
              <p:cNvSpPr>
                <a:spLocks noChangeShapeType="1"/>
              </p:cNvSpPr>
              <p:nvPr/>
            </p:nvSpPr>
            <p:spPr bwMode="auto">
              <a:xfrm>
                <a:off x="2136" y="2507"/>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16" name="Line 2379"/>
              <p:cNvSpPr>
                <a:spLocks noChangeShapeType="1"/>
              </p:cNvSpPr>
              <p:nvPr/>
            </p:nvSpPr>
            <p:spPr bwMode="auto">
              <a:xfrm>
                <a:off x="2231" y="2562"/>
                <a:ext cx="56" cy="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504" name="Group 2380"/>
            <p:cNvGrpSpPr>
              <a:grpSpLocks/>
            </p:cNvGrpSpPr>
            <p:nvPr/>
          </p:nvGrpSpPr>
          <p:grpSpPr bwMode="auto">
            <a:xfrm>
              <a:off x="2399" y="3304"/>
              <a:ext cx="447" cy="279"/>
              <a:chOff x="2399" y="3304"/>
              <a:chExt cx="447" cy="279"/>
            </a:xfrm>
          </p:grpSpPr>
          <p:sp>
            <p:nvSpPr>
              <p:cNvPr id="55607" name="Freeform 2381"/>
              <p:cNvSpPr>
                <a:spLocks/>
              </p:cNvSpPr>
              <p:nvPr/>
            </p:nvSpPr>
            <p:spPr bwMode="auto">
              <a:xfrm>
                <a:off x="2734" y="3504"/>
                <a:ext cx="112" cy="79"/>
              </a:xfrm>
              <a:custGeom>
                <a:avLst/>
                <a:gdLst>
                  <a:gd name="T0" fmla="*/ 112 w 112"/>
                  <a:gd name="T1" fmla="*/ 79 h 79"/>
                  <a:gd name="T2" fmla="*/ 0 w 112"/>
                  <a:gd name="T3" fmla="*/ 47 h 79"/>
                  <a:gd name="T4" fmla="*/ 16 w 112"/>
                  <a:gd name="T5" fmla="*/ 24 h 79"/>
                  <a:gd name="T6" fmla="*/ 32 w 112"/>
                  <a:gd name="T7" fmla="*/ 0 h 79"/>
                  <a:gd name="T8" fmla="*/ 112 w 112"/>
                  <a:gd name="T9" fmla="*/ 79 h 7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79">
                    <a:moveTo>
                      <a:pt x="112" y="79"/>
                    </a:moveTo>
                    <a:lnTo>
                      <a:pt x="0" y="47"/>
                    </a:lnTo>
                    <a:lnTo>
                      <a:pt x="16" y="24"/>
                    </a:lnTo>
                    <a:lnTo>
                      <a:pt x="32" y="0"/>
                    </a:lnTo>
                    <a:lnTo>
                      <a:pt x="112" y="79"/>
                    </a:lnTo>
                    <a:close/>
                  </a:path>
                </a:pathLst>
              </a:custGeom>
              <a:solidFill>
                <a:schemeClr val="tx1"/>
              </a:solidFill>
              <a:ln w="9525">
                <a:solidFill>
                  <a:schemeClr val="tx1"/>
                </a:solidFill>
                <a:round/>
                <a:headEnd/>
                <a:tailEnd/>
              </a:ln>
            </p:spPr>
            <p:txBody>
              <a:bodyPr/>
              <a:lstStyle/>
              <a:p>
                <a:endParaRPr lang="en-US"/>
              </a:p>
            </p:txBody>
          </p:sp>
          <p:sp>
            <p:nvSpPr>
              <p:cNvPr id="55608" name="Line 2382"/>
              <p:cNvSpPr>
                <a:spLocks noChangeShapeType="1"/>
              </p:cNvSpPr>
              <p:nvPr/>
            </p:nvSpPr>
            <p:spPr bwMode="auto">
              <a:xfrm>
                <a:off x="2399" y="3304"/>
                <a:ext cx="72" cy="4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09" name="Line 2383"/>
              <p:cNvSpPr>
                <a:spLocks noChangeShapeType="1"/>
              </p:cNvSpPr>
              <p:nvPr/>
            </p:nvSpPr>
            <p:spPr bwMode="auto">
              <a:xfrm>
                <a:off x="2495" y="3360"/>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10" name="Line 2384"/>
              <p:cNvSpPr>
                <a:spLocks noChangeShapeType="1"/>
              </p:cNvSpPr>
              <p:nvPr/>
            </p:nvSpPr>
            <p:spPr bwMode="auto">
              <a:xfrm>
                <a:off x="2590" y="3424"/>
                <a:ext cx="72" cy="4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11" name="Line 2385"/>
              <p:cNvSpPr>
                <a:spLocks noChangeShapeType="1"/>
              </p:cNvSpPr>
              <p:nvPr/>
            </p:nvSpPr>
            <p:spPr bwMode="auto">
              <a:xfrm>
                <a:off x="2687" y="3480"/>
                <a:ext cx="63" cy="46"/>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505" name="Group 2386"/>
            <p:cNvGrpSpPr>
              <a:grpSpLocks/>
            </p:cNvGrpSpPr>
            <p:nvPr/>
          </p:nvGrpSpPr>
          <p:grpSpPr bwMode="auto">
            <a:xfrm>
              <a:off x="1936" y="3304"/>
              <a:ext cx="431" cy="271"/>
              <a:chOff x="1936" y="3304"/>
              <a:chExt cx="431" cy="271"/>
            </a:xfrm>
          </p:grpSpPr>
          <p:sp>
            <p:nvSpPr>
              <p:cNvPr id="55602" name="Freeform 2387"/>
              <p:cNvSpPr>
                <a:spLocks/>
              </p:cNvSpPr>
              <p:nvPr/>
            </p:nvSpPr>
            <p:spPr bwMode="auto">
              <a:xfrm>
                <a:off x="2255" y="3496"/>
                <a:ext cx="112" cy="79"/>
              </a:xfrm>
              <a:custGeom>
                <a:avLst/>
                <a:gdLst>
                  <a:gd name="T0" fmla="*/ 112 w 112"/>
                  <a:gd name="T1" fmla="*/ 79 h 79"/>
                  <a:gd name="T2" fmla="*/ 0 w 112"/>
                  <a:gd name="T3" fmla="*/ 40 h 79"/>
                  <a:gd name="T4" fmla="*/ 16 w 112"/>
                  <a:gd name="T5" fmla="*/ 16 h 79"/>
                  <a:gd name="T6" fmla="*/ 32 w 112"/>
                  <a:gd name="T7" fmla="*/ 0 h 79"/>
                  <a:gd name="T8" fmla="*/ 112 w 112"/>
                  <a:gd name="T9" fmla="*/ 79 h 7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79">
                    <a:moveTo>
                      <a:pt x="112" y="79"/>
                    </a:moveTo>
                    <a:lnTo>
                      <a:pt x="0" y="40"/>
                    </a:lnTo>
                    <a:lnTo>
                      <a:pt x="16" y="16"/>
                    </a:lnTo>
                    <a:lnTo>
                      <a:pt x="32" y="0"/>
                    </a:lnTo>
                    <a:lnTo>
                      <a:pt x="112" y="79"/>
                    </a:lnTo>
                    <a:close/>
                  </a:path>
                </a:pathLst>
              </a:custGeom>
              <a:solidFill>
                <a:schemeClr val="tx1"/>
              </a:solidFill>
              <a:ln w="9525">
                <a:solidFill>
                  <a:schemeClr val="tx1"/>
                </a:solidFill>
                <a:round/>
                <a:headEnd/>
                <a:tailEnd/>
              </a:ln>
            </p:spPr>
            <p:txBody>
              <a:bodyPr/>
              <a:lstStyle/>
              <a:p>
                <a:endParaRPr lang="en-US"/>
              </a:p>
            </p:txBody>
          </p:sp>
          <p:sp>
            <p:nvSpPr>
              <p:cNvPr id="55603" name="Line 2388"/>
              <p:cNvSpPr>
                <a:spLocks noChangeShapeType="1"/>
              </p:cNvSpPr>
              <p:nvPr/>
            </p:nvSpPr>
            <p:spPr bwMode="auto">
              <a:xfrm>
                <a:off x="1936" y="3304"/>
                <a:ext cx="72" cy="4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04" name="Line 2389"/>
              <p:cNvSpPr>
                <a:spLocks noChangeShapeType="1"/>
              </p:cNvSpPr>
              <p:nvPr/>
            </p:nvSpPr>
            <p:spPr bwMode="auto">
              <a:xfrm>
                <a:off x="2032" y="3360"/>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05" name="Line 2390"/>
              <p:cNvSpPr>
                <a:spLocks noChangeShapeType="1"/>
              </p:cNvSpPr>
              <p:nvPr/>
            </p:nvSpPr>
            <p:spPr bwMode="auto">
              <a:xfrm>
                <a:off x="2127" y="3424"/>
                <a:ext cx="72" cy="4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06" name="Line 2391"/>
              <p:cNvSpPr>
                <a:spLocks noChangeShapeType="1"/>
              </p:cNvSpPr>
              <p:nvPr/>
            </p:nvSpPr>
            <p:spPr bwMode="auto">
              <a:xfrm>
                <a:off x="2224" y="3480"/>
                <a:ext cx="47" cy="3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506" name="Group 2392"/>
            <p:cNvGrpSpPr>
              <a:grpSpLocks/>
            </p:cNvGrpSpPr>
            <p:nvPr/>
          </p:nvGrpSpPr>
          <p:grpSpPr bwMode="auto">
            <a:xfrm>
              <a:off x="2400" y="3304"/>
              <a:ext cx="414" cy="279"/>
              <a:chOff x="2400" y="3304"/>
              <a:chExt cx="414" cy="279"/>
            </a:xfrm>
          </p:grpSpPr>
          <p:sp>
            <p:nvSpPr>
              <p:cNvPr id="55597" name="Freeform 2393"/>
              <p:cNvSpPr>
                <a:spLocks/>
              </p:cNvSpPr>
              <p:nvPr/>
            </p:nvSpPr>
            <p:spPr bwMode="auto">
              <a:xfrm>
                <a:off x="2702" y="3304"/>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0"/>
                    </a:moveTo>
                    <a:lnTo>
                      <a:pt x="32" y="88"/>
                    </a:lnTo>
                    <a:lnTo>
                      <a:pt x="16" y="64"/>
                    </a:lnTo>
                    <a:lnTo>
                      <a:pt x="0" y="40"/>
                    </a:lnTo>
                    <a:lnTo>
                      <a:pt x="112" y="0"/>
                    </a:lnTo>
                    <a:close/>
                  </a:path>
                </a:pathLst>
              </a:custGeom>
              <a:solidFill>
                <a:schemeClr val="tx1"/>
              </a:solidFill>
              <a:ln w="9525">
                <a:solidFill>
                  <a:schemeClr val="tx1"/>
                </a:solidFill>
                <a:round/>
                <a:headEnd/>
                <a:tailEnd/>
              </a:ln>
            </p:spPr>
            <p:txBody>
              <a:bodyPr/>
              <a:lstStyle/>
              <a:p>
                <a:endParaRPr lang="en-US"/>
              </a:p>
            </p:txBody>
          </p:sp>
          <p:sp>
            <p:nvSpPr>
              <p:cNvPr id="55598" name="Line 2394"/>
              <p:cNvSpPr>
                <a:spLocks noChangeShapeType="1"/>
              </p:cNvSpPr>
              <p:nvPr/>
            </p:nvSpPr>
            <p:spPr bwMode="auto">
              <a:xfrm flipV="1">
                <a:off x="2400" y="3536"/>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599" name="Line 2395"/>
              <p:cNvSpPr>
                <a:spLocks noChangeShapeType="1"/>
              </p:cNvSpPr>
              <p:nvPr/>
            </p:nvSpPr>
            <p:spPr bwMode="auto">
              <a:xfrm flipV="1">
                <a:off x="2495" y="3473"/>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00" name="Line 2396"/>
              <p:cNvSpPr>
                <a:spLocks noChangeShapeType="1"/>
              </p:cNvSpPr>
              <p:nvPr/>
            </p:nvSpPr>
            <p:spPr bwMode="auto">
              <a:xfrm flipV="1">
                <a:off x="2583" y="3409"/>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01" name="Line 2397"/>
              <p:cNvSpPr>
                <a:spLocks noChangeShapeType="1"/>
              </p:cNvSpPr>
              <p:nvPr/>
            </p:nvSpPr>
            <p:spPr bwMode="auto">
              <a:xfrm flipV="1">
                <a:off x="2678" y="3368"/>
                <a:ext cx="40" cy="3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507" name="Group 2398"/>
            <p:cNvGrpSpPr>
              <a:grpSpLocks/>
            </p:cNvGrpSpPr>
            <p:nvPr/>
          </p:nvGrpSpPr>
          <p:grpSpPr bwMode="auto">
            <a:xfrm>
              <a:off x="2400" y="3001"/>
              <a:ext cx="422" cy="271"/>
              <a:chOff x="2400" y="3001"/>
              <a:chExt cx="422" cy="271"/>
            </a:xfrm>
          </p:grpSpPr>
          <p:sp>
            <p:nvSpPr>
              <p:cNvPr id="55592" name="Freeform 2399"/>
              <p:cNvSpPr>
                <a:spLocks/>
              </p:cNvSpPr>
              <p:nvPr/>
            </p:nvSpPr>
            <p:spPr bwMode="auto">
              <a:xfrm>
                <a:off x="2710" y="3001"/>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0"/>
                    </a:moveTo>
                    <a:lnTo>
                      <a:pt x="32" y="88"/>
                    </a:lnTo>
                    <a:lnTo>
                      <a:pt x="16" y="64"/>
                    </a:lnTo>
                    <a:lnTo>
                      <a:pt x="0" y="40"/>
                    </a:lnTo>
                    <a:lnTo>
                      <a:pt x="112" y="0"/>
                    </a:lnTo>
                    <a:close/>
                  </a:path>
                </a:pathLst>
              </a:custGeom>
              <a:solidFill>
                <a:schemeClr val="tx1"/>
              </a:solidFill>
              <a:ln w="9525">
                <a:solidFill>
                  <a:schemeClr val="tx1"/>
                </a:solidFill>
                <a:round/>
                <a:headEnd/>
                <a:tailEnd/>
              </a:ln>
            </p:spPr>
            <p:txBody>
              <a:bodyPr/>
              <a:lstStyle/>
              <a:p>
                <a:endParaRPr lang="en-US"/>
              </a:p>
            </p:txBody>
          </p:sp>
          <p:sp>
            <p:nvSpPr>
              <p:cNvPr id="55593" name="Line 2400"/>
              <p:cNvSpPr>
                <a:spLocks noChangeShapeType="1"/>
              </p:cNvSpPr>
              <p:nvPr/>
            </p:nvSpPr>
            <p:spPr bwMode="auto">
              <a:xfrm flipV="1">
                <a:off x="2400" y="3225"/>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594" name="Line 2401"/>
              <p:cNvSpPr>
                <a:spLocks noChangeShapeType="1"/>
              </p:cNvSpPr>
              <p:nvPr/>
            </p:nvSpPr>
            <p:spPr bwMode="auto">
              <a:xfrm flipV="1">
                <a:off x="2496" y="3170"/>
                <a:ext cx="70" cy="3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595" name="Line 2402"/>
              <p:cNvSpPr>
                <a:spLocks noChangeShapeType="1"/>
              </p:cNvSpPr>
              <p:nvPr/>
            </p:nvSpPr>
            <p:spPr bwMode="auto">
              <a:xfrm flipV="1">
                <a:off x="2590" y="3105"/>
                <a:ext cx="72" cy="4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596" name="Line 2403"/>
              <p:cNvSpPr>
                <a:spLocks noChangeShapeType="1"/>
              </p:cNvSpPr>
              <p:nvPr/>
            </p:nvSpPr>
            <p:spPr bwMode="auto">
              <a:xfrm flipV="1">
                <a:off x="2678" y="3065"/>
                <a:ext cx="48" cy="2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508" name="Group 2404"/>
            <p:cNvGrpSpPr>
              <a:grpSpLocks/>
            </p:cNvGrpSpPr>
            <p:nvPr/>
          </p:nvGrpSpPr>
          <p:grpSpPr bwMode="auto">
            <a:xfrm>
              <a:off x="3318" y="3001"/>
              <a:ext cx="422" cy="271"/>
              <a:chOff x="3318" y="3001"/>
              <a:chExt cx="422" cy="271"/>
            </a:xfrm>
          </p:grpSpPr>
          <p:sp>
            <p:nvSpPr>
              <p:cNvPr id="55587" name="Freeform 2405"/>
              <p:cNvSpPr>
                <a:spLocks/>
              </p:cNvSpPr>
              <p:nvPr/>
            </p:nvSpPr>
            <p:spPr bwMode="auto">
              <a:xfrm>
                <a:off x="3628" y="3001"/>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0"/>
                    </a:moveTo>
                    <a:lnTo>
                      <a:pt x="32" y="88"/>
                    </a:lnTo>
                    <a:lnTo>
                      <a:pt x="16" y="64"/>
                    </a:lnTo>
                    <a:lnTo>
                      <a:pt x="0" y="40"/>
                    </a:lnTo>
                    <a:lnTo>
                      <a:pt x="112" y="0"/>
                    </a:lnTo>
                    <a:close/>
                  </a:path>
                </a:pathLst>
              </a:custGeom>
              <a:solidFill>
                <a:schemeClr val="tx1"/>
              </a:solidFill>
              <a:ln w="9525">
                <a:solidFill>
                  <a:schemeClr val="tx1"/>
                </a:solidFill>
                <a:round/>
                <a:headEnd/>
                <a:tailEnd/>
              </a:ln>
            </p:spPr>
            <p:txBody>
              <a:bodyPr/>
              <a:lstStyle/>
              <a:p>
                <a:endParaRPr lang="en-US"/>
              </a:p>
            </p:txBody>
          </p:sp>
          <p:sp>
            <p:nvSpPr>
              <p:cNvPr id="55588" name="Line 2406"/>
              <p:cNvSpPr>
                <a:spLocks noChangeShapeType="1"/>
              </p:cNvSpPr>
              <p:nvPr/>
            </p:nvSpPr>
            <p:spPr bwMode="auto">
              <a:xfrm flipV="1">
                <a:off x="3318" y="3225"/>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589" name="Line 2407"/>
              <p:cNvSpPr>
                <a:spLocks noChangeShapeType="1"/>
              </p:cNvSpPr>
              <p:nvPr/>
            </p:nvSpPr>
            <p:spPr bwMode="auto">
              <a:xfrm flipV="1">
                <a:off x="3414" y="3169"/>
                <a:ext cx="71" cy="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590" name="Line 2408"/>
              <p:cNvSpPr>
                <a:spLocks noChangeShapeType="1"/>
              </p:cNvSpPr>
              <p:nvPr/>
            </p:nvSpPr>
            <p:spPr bwMode="auto">
              <a:xfrm flipV="1">
                <a:off x="3509" y="3106"/>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591" name="Line 2409"/>
              <p:cNvSpPr>
                <a:spLocks noChangeShapeType="1"/>
              </p:cNvSpPr>
              <p:nvPr/>
            </p:nvSpPr>
            <p:spPr bwMode="auto">
              <a:xfrm flipV="1">
                <a:off x="3596" y="3065"/>
                <a:ext cx="48" cy="2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509" name="Group 2410"/>
            <p:cNvGrpSpPr>
              <a:grpSpLocks/>
            </p:cNvGrpSpPr>
            <p:nvPr/>
          </p:nvGrpSpPr>
          <p:grpSpPr bwMode="auto">
            <a:xfrm>
              <a:off x="3325" y="2076"/>
              <a:ext cx="439" cy="271"/>
              <a:chOff x="3325" y="2076"/>
              <a:chExt cx="439" cy="271"/>
            </a:xfrm>
          </p:grpSpPr>
          <p:sp>
            <p:nvSpPr>
              <p:cNvPr id="55582" name="Freeform 2411"/>
              <p:cNvSpPr>
                <a:spLocks/>
              </p:cNvSpPr>
              <p:nvPr/>
            </p:nvSpPr>
            <p:spPr bwMode="auto">
              <a:xfrm>
                <a:off x="3652" y="2267"/>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0">
                    <a:moveTo>
                      <a:pt x="112" y="80"/>
                    </a:moveTo>
                    <a:lnTo>
                      <a:pt x="0" y="48"/>
                    </a:lnTo>
                    <a:lnTo>
                      <a:pt x="16" y="24"/>
                    </a:lnTo>
                    <a:lnTo>
                      <a:pt x="32" y="0"/>
                    </a:lnTo>
                    <a:lnTo>
                      <a:pt x="112" y="80"/>
                    </a:lnTo>
                    <a:close/>
                  </a:path>
                </a:pathLst>
              </a:custGeom>
              <a:solidFill>
                <a:schemeClr val="tx1"/>
              </a:solidFill>
              <a:ln w="9525">
                <a:solidFill>
                  <a:schemeClr val="tx1"/>
                </a:solidFill>
                <a:round/>
                <a:headEnd/>
                <a:tailEnd/>
              </a:ln>
            </p:spPr>
            <p:txBody>
              <a:bodyPr/>
              <a:lstStyle/>
              <a:p>
                <a:endParaRPr lang="en-US"/>
              </a:p>
            </p:txBody>
          </p:sp>
          <p:sp>
            <p:nvSpPr>
              <p:cNvPr id="55583" name="Line 2412"/>
              <p:cNvSpPr>
                <a:spLocks noChangeShapeType="1"/>
              </p:cNvSpPr>
              <p:nvPr/>
            </p:nvSpPr>
            <p:spPr bwMode="auto">
              <a:xfrm>
                <a:off x="3325" y="2076"/>
                <a:ext cx="72" cy="4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584" name="Line 2413"/>
              <p:cNvSpPr>
                <a:spLocks noChangeShapeType="1"/>
              </p:cNvSpPr>
              <p:nvPr/>
            </p:nvSpPr>
            <p:spPr bwMode="auto">
              <a:xfrm>
                <a:off x="3422" y="2132"/>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585" name="Line 2414"/>
              <p:cNvSpPr>
                <a:spLocks noChangeShapeType="1"/>
              </p:cNvSpPr>
              <p:nvPr/>
            </p:nvSpPr>
            <p:spPr bwMode="auto">
              <a:xfrm>
                <a:off x="3517" y="2196"/>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586" name="Line 2415"/>
              <p:cNvSpPr>
                <a:spLocks noChangeShapeType="1"/>
              </p:cNvSpPr>
              <p:nvPr/>
            </p:nvSpPr>
            <p:spPr bwMode="auto">
              <a:xfrm>
                <a:off x="3612" y="2251"/>
                <a:ext cx="56" cy="4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510" name="Group 2416"/>
            <p:cNvGrpSpPr>
              <a:grpSpLocks/>
            </p:cNvGrpSpPr>
            <p:nvPr/>
          </p:nvGrpSpPr>
          <p:grpSpPr bwMode="auto">
            <a:xfrm>
              <a:off x="3788" y="2068"/>
              <a:ext cx="431" cy="287"/>
              <a:chOff x="3788" y="2068"/>
              <a:chExt cx="431" cy="287"/>
            </a:xfrm>
          </p:grpSpPr>
          <p:sp>
            <p:nvSpPr>
              <p:cNvPr id="55577" name="Freeform 2417"/>
              <p:cNvSpPr>
                <a:spLocks/>
              </p:cNvSpPr>
              <p:nvPr/>
            </p:nvSpPr>
            <p:spPr bwMode="auto">
              <a:xfrm>
                <a:off x="4107" y="2267"/>
                <a:ext cx="112" cy="88"/>
              </a:xfrm>
              <a:custGeom>
                <a:avLst/>
                <a:gdLst>
                  <a:gd name="T0" fmla="*/ 112 w 112"/>
                  <a:gd name="T1" fmla="*/ 88 h 88"/>
                  <a:gd name="T2" fmla="*/ 0 w 112"/>
                  <a:gd name="T3" fmla="*/ 48 h 88"/>
                  <a:gd name="T4" fmla="*/ 16 w 112"/>
                  <a:gd name="T5" fmla="*/ 24 h 88"/>
                  <a:gd name="T6" fmla="*/ 32 w 112"/>
                  <a:gd name="T7" fmla="*/ 0 h 88"/>
                  <a:gd name="T8" fmla="*/ 112 w 112"/>
                  <a:gd name="T9" fmla="*/ 88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88"/>
                    </a:moveTo>
                    <a:lnTo>
                      <a:pt x="0" y="48"/>
                    </a:lnTo>
                    <a:lnTo>
                      <a:pt x="16" y="24"/>
                    </a:lnTo>
                    <a:lnTo>
                      <a:pt x="32" y="0"/>
                    </a:lnTo>
                    <a:lnTo>
                      <a:pt x="112" y="88"/>
                    </a:lnTo>
                    <a:close/>
                  </a:path>
                </a:pathLst>
              </a:custGeom>
              <a:solidFill>
                <a:schemeClr val="tx1"/>
              </a:solidFill>
              <a:ln w="9525">
                <a:solidFill>
                  <a:schemeClr val="tx1"/>
                </a:solidFill>
                <a:round/>
                <a:headEnd/>
                <a:tailEnd/>
              </a:ln>
            </p:spPr>
            <p:txBody>
              <a:bodyPr/>
              <a:lstStyle/>
              <a:p>
                <a:endParaRPr lang="en-US"/>
              </a:p>
            </p:txBody>
          </p:sp>
          <p:sp>
            <p:nvSpPr>
              <p:cNvPr id="55578" name="Line 2418"/>
              <p:cNvSpPr>
                <a:spLocks noChangeShapeType="1"/>
              </p:cNvSpPr>
              <p:nvPr/>
            </p:nvSpPr>
            <p:spPr bwMode="auto">
              <a:xfrm>
                <a:off x="3788" y="2068"/>
                <a:ext cx="72" cy="4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579" name="Line 2419"/>
              <p:cNvSpPr>
                <a:spLocks noChangeShapeType="1"/>
              </p:cNvSpPr>
              <p:nvPr/>
            </p:nvSpPr>
            <p:spPr bwMode="auto">
              <a:xfrm>
                <a:off x="3885" y="2132"/>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580" name="Line 2420"/>
              <p:cNvSpPr>
                <a:spLocks noChangeShapeType="1"/>
              </p:cNvSpPr>
              <p:nvPr/>
            </p:nvSpPr>
            <p:spPr bwMode="auto">
              <a:xfrm>
                <a:off x="3973" y="2196"/>
                <a:ext cx="70" cy="46"/>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581" name="Line 2421"/>
              <p:cNvSpPr>
                <a:spLocks noChangeShapeType="1"/>
              </p:cNvSpPr>
              <p:nvPr/>
            </p:nvSpPr>
            <p:spPr bwMode="auto">
              <a:xfrm>
                <a:off x="4067" y="2251"/>
                <a:ext cx="56" cy="4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511" name="Group 2422"/>
            <p:cNvGrpSpPr>
              <a:grpSpLocks/>
            </p:cNvGrpSpPr>
            <p:nvPr/>
          </p:nvGrpSpPr>
          <p:grpSpPr bwMode="auto">
            <a:xfrm>
              <a:off x="4251" y="2084"/>
              <a:ext cx="431" cy="263"/>
              <a:chOff x="4251" y="2084"/>
              <a:chExt cx="431" cy="263"/>
            </a:xfrm>
          </p:grpSpPr>
          <p:sp>
            <p:nvSpPr>
              <p:cNvPr id="55572" name="Freeform 2423"/>
              <p:cNvSpPr>
                <a:spLocks/>
              </p:cNvSpPr>
              <p:nvPr/>
            </p:nvSpPr>
            <p:spPr bwMode="auto">
              <a:xfrm>
                <a:off x="4570" y="2267"/>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0">
                    <a:moveTo>
                      <a:pt x="112" y="80"/>
                    </a:moveTo>
                    <a:lnTo>
                      <a:pt x="0" y="48"/>
                    </a:lnTo>
                    <a:lnTo>
                      <a:pt x="16" y="24"/>
                    </a:lnTo>
                    <a:lnTo>
                      <a:pt x="32" y="0"/>
                    </a:lnTo>
                    <a:lnTo>
                      <a:pt x="112" y="80"/>
                    </a:lnTo>
                    <a:close/>
                  </a:path>
                </a:pathLst>
              </a:custGeom>
              <a:solidFill>
                <a:schemeClr val="tx1"/>
              </a:solidFill>
              <a:ln w="9525">
                <a:solidFill>
                  <a:schemeClr val="tx1"/>
                </a:solidFill>
                <a:round/>
                <a:headEnd/>
                <a:tailEnd/>
              </a:ln>
            </p:spPr>
            <p:txBody>
              <a:bodyPr/>
              <a:lstStyle/>
              <a:p>
                <a:endParaRPr lang="en-US"/>
              </a:p>
            </p:txBody>
          </p:sp>
          <p:sp>
            <p:nvSpPr>
              <p:cNvPr id="55573" name="Line 2424"/>
              <p:cNvSpPr>
                <a:spLocks noChangeShapeType="1"/>
              </p:cNvSpPr>
              <p:nvPr/>
            </p:nvSpPr>
            <p:spPr bwMode="auto">
              <a:xfrm>
                <a:off x="4251" y="2084"/>
                <a:ext cx="72" cy="4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574" name="Line 2425"/>
              <p:cNvSpPr>
                <a:spLocks noChangeShapeType="1"/>
              </p:cNvSpPr>
              <p:nvPr/>
            </p:nvSpPr>
            <p:spPr bwMode="auto">
              <a:xfrm>
                <a:off x="4348" y="2140"/>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575" name="Line 2426"/>
              <p:cNvSpPr>
                <a:spLocks noChangeShapeType="1"/>
              </p:cNvSpPr>
              <p:nvPr/>
            </p:nvSpPr>
            <p:spPr bwMode="auto">
              <a:xfrm>
                <a:off x="4443" y="2203"/>
                <a:ext cx="71" cy="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576" name="Line 2427"/>
              <p:cNvSpPr>
                <a:spLocks noChangeShapeType="1"/>
              </p:cNvSpPr>
              <p:nvPr/>
            </p:nvSpPr>
            <p:spPr bwMode="auto">
              <a:xfrm>
                <a:off x="4539" y="2259"/>
                <a:ext cx="47" cy="3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512" name="Group 2428"/>
            <p:cNvGrpSpPr>
              <a:grpSpLocks/>
            </p:cNvGrpSpPr>
            <p:nvPr/>
          </p:nvGrpSpPr>
          <p:grpSpPr bwMode="auto">
            <a:xfrm>
              <a:off x="4236" y="3001"/>
              <a:ext cx="430" cy="279"/>
              <a:chOff x="4236" y="3001"/>
              <a:chExt cx="430" cy="279"/>
            </a:xfrm>
          </p:grpSpPr>
          <p:sp>
            <p:nvSpPr>
              <p:cNvPr id="55567" name="Freeform 2429"/>
              <p:cNvSpPr>
                <a:spLocks/>
              </p:cNvSpPr>
              <p:nvPr/>
            </p:nvSpPr>
            <p:spPr bwMode="auto">
              <a:xfrm>
                <a:off x="4554" y="3001"/>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0"/>
                    </a:moveTo>
                    <a:lnTo>
                      <a:pt x="32" y="88"/>
                    </a:lnTo>
                    <a:lnTo>
                      <a:pt x="16" y="64"/>
                    </a:lnTo>
                    <a:lnTo>
                      <a:pt x="0" y="40"/>
                    </a:lnTo>
                    <a:lnTo>
                      <a:pt x="112" y="0"/>
                    </a:lnTo>
                    <a:close/>
                  </a:path>
                </a:pathLst>
              </a:custGeom>
              <a:solidFill>
                <a:schemeClr val="tx1"/>
              </a:solidFill>
              <a:ln w="9525">
                <a:solidFill>
                  <a:schemeClr val="tx1"/>
                </a:solidFill>
                <a:round/>
                <a:headEnd/>
                <a:tailEnd/>
              </a:ln>
            </p:spPr>
            <p:txBody>
              <a:bodyPr/>
              <a:lstStyle/>
              <a:p>
                <a:endParaRPr lang="en-US"/>
              </a:p>
            </p:txBody>
          </p:sp>
          <p:sp>
            <p:nvSpPr>
              <p:cNvPr id="55568" name="Line 2430"/>
              <p:cNvSpPr>
                <a:spLocks noChangeShapeType="1"/>
              </p:cNvSpPr>
              <p:nvPr/>
            </p:nvSpPr>
            <p:spPr bwMode="auto">
              <a:xfrm flipV="1">
                <a:off x="4236" y="3233"/>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569" name="Line 2431"/>
              <p:cNvSpPr>
                <a:spLocks noChangeShapeType="1"/>
              </p:cNvSpPr>
              <p:nvPr/>
            </p:nvSpPr>
            <p:spPr bwMode="auto">
              <a:xfrm flipV="1">
                <a:off x="4332" y="3169"/>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570" name="Line 2432"/>
              <p:cNvSpPr>
                <a:spLocks noChangeShapeType="1"/>
              </p:cNvSpPr>
              <p:nvPr/>
            </p:nvSpPr>
            <p:spPr bwMode="auto">
              <a:xfrm flipV="1">
                <a:off x="4419" y="3114"/>
                <a:ext cx="80"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571" name="Line 2433"/>
              <p:cNvSpPr>
                <a:spLocks noChangeShapeType="1"/>
              </p:cNvSpPr>
              <p:nvPr/>
            </p:nvSpPr>
            <p:spPr bwMode="auto">
              <a:xfrm flipV="1">
                <a:off x="4515" y="3066"/>
                <a:ext cx="55" cy="3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513" name="Group 2434"/>
            <p:cNvGrpSpPr>
              <a:grpSpLocks/>
            </p:cNvGrpSpPr>
            <p:nvPr/>
          </p:nvGrpSpPr>
          <p:grpSpPr bwMode="auto">
            <a:xfrm>
              <a:off x="3772" y="2682"/>
              <a:ext cx="423" cy="287"/>
              <a:chOff x="3772" y="2682"/>
              <a:chExt cx="423" cy="287"/>
            </a:xfrm>
          </p:grpSpPr>
          <p:sp>
            <p:nvSpPr>
              <p:cNvPr id="55562" name="Freeform 2435"/>
              <p:cNvSpPr>
                <a:spLocks/>
              </p:cNvSpPr>
              <p:nvPr/>
            </p:nvSpPr>
            <p:spPr bwMode="auto">
              <a:xfrm>
                <a:off x="4083" y="2881"/>
                <a:ext cx="112" cy="88"/>
              </a:xfrm>
              <a:custGeom>
                <a:avLst/>
                <a:gdLst>
                  <a:gd name="T0" fmla="*/ 112 w 112"/>
                  <a:gd name="T1" fmla="*/ 88 h 88"/>
                  <a:gd name="T2" fmla="*/ 0 w 112"/>
                  <a:gd name="T3" fmla="*/ 48 h 88"/>
                  <a:gd name="T4" fmla="*/ 16 w 112"/>
                  <a:gd name="T5" fmla="*/ 24 h 88"/>
                  <a:gd name="T6" fmla="*/ 32 w 112"/>
                  <a:gd name="T7" fmla="*/ 0 h 88"/>
                  <a:gd name="T8" fmla="*/ 112 w 112"/>
                  <a:gd name="T9" fmla="*/ 88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88"/>
                    </a:moveTo>
                    <a:lnTo>
                      <a:pt x="0" y="48"/>
                    </a:lnTo>
                    <a:lnTo>
                      <a:pt x="16" y="24"/>
                    </a:lnTo>
                    <a:lnTo>
                      <a:pt x="32" y="0"/>
                    </a:lnTo>
                    <a:lnTo>
                      <a:pt x="112" y="88"/>
                    </a:lnTo>
                    <a:close/>
                  </a:path>
                </a:pathLst>
              </a:custGeom>
              <a:solidFill>
                <a:schemeClr val="tx1"/>
              </a:solidFill>
              <a:ln w="9525">
                <a:solidFill>
                  <a:schemeClr val="tx1"/>
                </a:solidFill>
                <a:round/>
                <a:headEnd/>
                <a:tailEnd/>
              </a:ln>
            </p:spPr>
            <p:txBody>
              <a:bodyPr/>
              <a:lstStyle/>
              <a:p>
                <a:endParaRPr lang="en-US"/>
              </a:p>
            </p:txBody>
          </p:sp>
          <p:sp>
            <p:nvSpPr>
              <p:cNvPr id="55563" name="Line 2436"/>
              <p:cNvSpPr>
                <a:spLocks noChangeShapeType="1"/>
              </p:cNvSpPr>
              <p:nvPr/>
            </p:nvSpPr>
            <p:spPr bwMode="auto">
              <a:xfrm>
                <a:off x="3772" y="2682"/>
                <a:ext cx="72" cy="4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564" name="Line 2437"/>
              <p:cNvSpPr>
                <a:spLocks noChangeShapeType="1"/>
              </p:cNvSpPr>
              <p:nvPr/>
            </p:nvSpPr>
            <p:spPr bwMode="auto">
              <a:xfrm>
                <a:off x="3868" y="2746"/>
                <a:ext cx="72" cy="4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565" name="Line 2438"/>
              <p:cNvSpPr>
                <a:spLocks noChangeShapeType="1"/>
              </p:cNvSpPr>
              <p:nvPr/>
            </p:nvSpPr>
            <p:spPr bwMode="auto">
              <a:xfrm>
                <a:off x="3957" y="2810"/>
                <a:ext cx="70" cy="46"/>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566" name="Line 2439"/>
              <p:cNvSpPr>
                <a:spLocks noChangeShapeType="1"/>
              </p:cNvSpPr>
              <p:nvPr/>
            </p:nvSpPr>
            <p:spPr bwMode="auto">
              <a:xfrm>
                <a:off x="4051" y="2873"/>
                <a:ext cx="48" cy="3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514" name="Group 2440"/>
            <p:cNvGrpSpPr>
              <a:grpSpLocks/>
            </p:cNvGrpSpPr>
            <p:nvPr/>
          </p:nvGrpSpPr>
          <p:grpSpPr bwMode="auto">
            <a:xfrm>
              <a:off x="3780" y="2387"/>
              <a:ext cx="431" cy="279"/>
              <a:chOff x="3780" y="2387"/>
              <a:chExt cx="431" cy="279"/>
            </a:xfrm>
          </p:grpSpPr>
          <p:sp>
            <p:nvSpPr>
              <p:cNvPr id="55557" name="Freeform 2441"/>
              <p:cNvSpPr>
                <a:spLocks/>
              </p:cNvSpPr>
              <p:nvPr/>
            </p:nvSpPr>
            <p:spPr bwMode="auto">
              <a:xfrm>
                <a:off x="4099" y="2578"/>
                <a:ext cx="112" cy="88"/>
              </a:xfrm>
              <a:custGeom>
                <a:avLst/>
                <a:gdLst>
                  <a:gd name="T0" fmla="*/ 112 w 112"/>
                  <a:gd name="T1" fmla="*/ 88 h 88"/>
                  <a:gd name="T2" fmla="*/ 0 w 112"/>
                  <a:gd name="T3" fmla="*/ 48 h 88"/>
                  <a:gd name="T4" fmla="*/ 16 w 112"/>
                  <a:gd name="T5" fmla="*/ 24 h 88"/>
                  <a:gd name="T6" fmla="*/ 32 w 112"/>
                  <a:gd name="T7" fmla="*/ 0 h 88"/>
                  <a:gd name="T8" fmla="*/ 112 w 112"/>
                  <a:gd name="T9" fmla="*/ 88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88"/>
                    </a:moveTo>
                    <a:lnTo>
                      <a:pt x="0" y="48"/>
                    </a:lnTo>
                    <a:lnTo>
                      <a:pt x="16" y="24"/>
                    </a:lnTo>
                    <a:lnTo>
                      <a:pt x="32" y="0"/>
                    </a:lnTo>
                    <a:lnTo>
                      <a:pt x="112" y="88"/>
                    </a:lnTo>
                    <a:close/>
                  </a:path>
                </a:pathLst>
              </a:custGeom>
              <a:solidFill>
                <a:schemeClr val="tx1"/>
              </a:solidFill>
              <a:ln w="9525">
                <a:solidFill>
                  <a:schemeClr val="tx1"/>
                </a:solidFill>
                <a:round/>
                <a:headEnd/>
                <a:tailEnd/>
              </a:ln>
            </p:spPr>
            <p:txBody>
              <a:bodyPr/>
              <a:lstStyle/>
              <a:p>
                <a:endParaRPr lang="en-US"/>
              </a:p>
            </p:txBody>
          </p:sp>
          <p:sp>
            <p:nvSpPr>
              <p:cNvPr id="55558" name="Line 2442"/>
              <p:cNvSpPr>
                <a:spLocks noChangeShapeType="1"/>
              </p:cNvSpPr>
              <p:nvPr/>
            </p:nvSpPr>
            <p:spPr bwMode="auto">
              <a:xfrm>
                <a:off x="3780" y="2387"/>
                <a:ext cx="72" cy="4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559" name="Line 2443"/>
              <p:cNvSpPr>
                <a:spLocks noChangeShapeType="1"/>
              </p:cNvSpPr>
              <p:nvPr/>
            </p:nvSpPr>
            <p:spPr bwMode="auto">
              <a:xfrm>
                <a:off x="3877" y="2451"/>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560" name="Line 2444"/>
              <p:cNvSpPr>
                <a:spLocks noChangeShapeType="1"/>
              </p:cNvSpPr>
              <p:nvPr/>
            </p:nvSpPr>
            <p:spPr bwMode="auto">
              <a:xfrm>
                <a:off x="3965" y="2507"/>
                <a:ext cx="78" cy="46"/>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561" name="Line 2445"/>
              <p:cNvSpPr>
                <a:spLocks noChangeShapeType="1"/>
              </p:cNvSpPr>
              <p:nvPr/>
            </p:nvSpPr>
            <p:spPr bwMode="auto">
              <a:xfrm>
                <a:off x="4060" y="2570"/>
                <a:ext cx="55" cy="3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515" name="Group 2446"/>
            <p:cNvGrpSpPr>
              <a:grpSpLocks/>
            </p:cNvGrpSpPr>
            <p:nvPr/>
          </p:nvGrpSpPr>
          <p:grpSpPr bwMode="auto">
            <a:xfrm>
              <a:off x="3780" y="1781"/>
              <a:ext cx="415" cy="263"/>
              <a:chOff x="3780" y="1781"/>
              <a:chExt cx="415" cy="263"/>
            </a:xfrm>
          </p:grpSpPr>
          <p:sp>
            <p:nvSpPr>
              <p:cNvPr id="55552" name="Freeform 2447"/>
              <p:cNvSpPr>
                <a:spLocks/>
              </p:cNvSpPr>
              <p:nvPr/>
            </p:nvSpPr>
            <p:spPr bwMode="auto">
              <a:xfrm>
                <a:off x="4083" y="1781"/>
                <a:ext cx="112" cy="87"/>
              </a:xfrm>
              <a:custGeom>
                <a:avLst/>
                <a:gdLst>
                  <a:gd name="T0" fmla="*/ 112 w 112"/>
                  <a:gd name="T1" fmla="*/ 0 h 87"/>
                  <a:gd name="T2" fmla="*/ 32 w 112"/>
                  <a:gd name="T3" fmla="*/ 87 h 87"/>
                  <a:gd name="T4" fmla="*/ 16 w 112"/>
                  <a:gd name="T5" fmla="*/ 64 h 87"/>
                  <a:gd name="T6" fmla="*/ 0 w 112"/>
                  <a:gd name="T7" fmla="*/ 40 h 87"/>
                  <a:gd name="T8" fmla="*/ 112 w 112"/>
                  <a:gd name="T9" fmla="*/ 0 h 8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7">
                    <a:moveTo>
                      <a:pt x="112" y="0"/>
                    </a:moveTo>
                    <a:lnTo>
                      <a:pt x="32" y="87"/>
                    </a:lnTo>
                    <a:lnTo>
                      <a:pt x="16" y="64"/>
                    </a:lnTo>
                    <a:lnTo>
                      <a:pt x="0" y="40"/>
                    </a:lnTo>
                    <a:lnTo>
                      <a:pt x="112" y="0"/>
                    </a:lnTo>
                    <a:close/>
                  </a:path>
                </a:pathLst>
              </a:custGeom>
              <a:solidFill>
                <a:schemeClr val="tx1"/>
              </a:solidFill>
              <a:ln w="9525">
                <a:solidFill>
                  <a:schemeClr val="tx1"/>
                </a:solidFill>
                <a:round/>
                <a:headEnd/>
                <a:tailEnd/>
              </a:ln>
            </p:spPr>
            <p:txBody>
              <a:bodyPr/>
              <a:lstStyle/>
              <a:p>
                <a:endParaRPr lang="en-US"/>
              </a:p>
            </p:txBody>
          </p:sp>
          <p:sp>
            <p:nvSpPr>
              <p:cNvPr id="55553" name="Line 2448"/>
              <p:cNvSpPr>
                <a:spLocks noChangeShapeType="1"/>
              </p:cNvSpPr>
              <p:nvPr/>
            </p:nvSpPr>
            <p:spPr bwMode="auto">
              <a:xfrm flipV="1">
                <a:off x="3780" y="1996"/>
                <a:ext cx="72" cy="4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554" name="Line 2449"/>
              <p:cNvSpPr>
                <a:spLocks noChangeShapeType="1"/>
              </p:cNvSpPr>
              <p:nvPr/>
            </p:nvSpPr>
            <p:spPr bwMode="auto">
              <a:xfrm flipV="1">
                <a:off x="3876" y="1940"/>
                <a:ext cx="72" cy="4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555" name="Line 2450"/>
              <p:cNvSpPr>
                <a:spLocks noChangeShapeType="1"/>
              </p:cNvSpPr>
              <p:nvPr/>
            </p:nvSpPr>
            <p:spPr bwMode="auto">
              <a:xfrm flipV="1">
                <a:off x="3973" y="1878"/>
                <a:ext cx="70" cy="46"/>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556" name="Line 2451"/>
              <p:cNvSpPr>
                <a:spLocks noChangeShapeType="1"/>
              </p:cNvSpPr>
              <p:nvPr/>
            </p:nvSpPr>
            <p:spPr bwMode="auto">
              <a:xfrm flipV="1">
                <a:off x="4059" y="1846"/>
                <a:ext cx="40" cy="1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516" name="Group 2452"/>
            <p:cNvGrpSpPr>
              <a:grpSpLocks/>
            </p:cNvGrpSpPr>
            <p:nvPr/>
          </p:nvGrpSpPr>
          <p:grpSpPr bwMode="auto">
            <a:xfrm>
              <a:off x="3780" y="1765"/>
              <a:ext cx="447" cy="279"/>
              <a:chOff x="3780" y="1765"/>
              <a:chExt cx="447" cy="279"/>
            </a:xfrm>
          </p:grpSpPr>
          <p:sp>
            <p:nvSpPr>
              <p:cNvPr id="55547" name="Freeform 2453"/>
              <p:cNvSpPr>
                <a:spLocks/>
              </p:cNvSpPr>
              <p:nvPr/>
            </p:nvSpPr>
            <p:spPr bwMode="auto">
              <a:xfrm>
                <a:off x="4115" y="1964"/>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0">
                    <a:moveTo>
                      <a:pt x="112" y="80"/>
                    </a:moveTo>
                    <a:lnTo>
                      <a:pt x="0" y="48"/>
                    </a:lnTo>
                    <a:lnTo>
                      <a:pt x="16" y="24"/>
                    </a:lnTo>
                    <a:lnTo>
                      <a:pt x="32" y="0"/>
                    </a:lnTo>
                    <a:lnTo>
                      <a:pt x="112" y="80"/>
                    </a:lnTo>
                    <a:close/>
                  </a:path>
                </a:pathLst>
              </a:custGeom>
              <a:solidFill>
                <a:schemeClr val="tx1"/>
              </a:solidFill>
              <a:ln w="9525">
                <a:solidFill>
                  <a:schemeClr val="tx1"/>
                </a:solidFill>
                <a:round/>
                <a:headEnd/>
                <a:tailEnd/>
              </a:ln>
            </p:spPr>
            <p:txBody>
              <a:bodyPr/>
              <a:lstStyle/>
              <a:p>
                <a:endParaRPr lang="en-US"/>
              </a:p>
            </p:txBody>
          </p:sp>
          <p:sp>
            <p:nvSpPr>
              <p:cNvPr id="55548" name="Line 2454"/>
              <p:cNvSpPr>
                <a:spLocks noChangeShapeType="1"/>
              </p:cNvSpPr>
              <p:nvPr/>
            </p:nvSpPr>
            <p:spPr bwMode="auto">
              <a:xfrm>
                <a:off x="3780" y="1765"/>
                <a:ext cx="72" cy="4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549" name="Line 2455"/>
              <p:cNvSpPr>
                <a:spLocks noChangeShapeType="1"/>
              </p:cNvSpPr>
              <p:nvPr/>
            </p:nvSpPr>
            <p:spPr bwMode="auto">
              <a:xfrm>
                <a:off x="3877" y="1821"/>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550" name="Line 2456"/>
              <p:cNvSpPr>
                <a:spLocks noChangeShapeType="1"/>
              </p:cNvSpPr>
              <p:nvPr/>
            </p:nvSpPr>
            <p:spPr bwMode="auto">
              <a:xfrm>
                <a:off x="3972" y="1884"/>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551" name="Line 2457"/>
              <p:cNvSpPr>
                <a:spLocks noChangeShapeType="1"/>
              </p:cNvSpPr>
              <p:nvPr/>
            </p:nvSpPr>
            <p:spPr bwMode="auto">
              <a:xfrm>
                <a:off x="4068" y="1940"/>
                <a:ext cx="63"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517" name="Group 2458"/>
            <p:cNvGrpSpPr>
              <a:grpSpLocks/>
            </p:cNvGrpSpPr>
            <p:nvPr/>
          </p:nvGrpSpPr>
          <p:grpSpPr bwMode="auto">
            <a:xfrm>
              <a:off x="3326" y="1781"/>
              <a:ext cx="430" cy="255"/>
              <a:chOff x="3326" y="1781"/>
              <a:chExt cx="430" cy="255"/>
            </a:xfrm>
          </p:grpSpPr>
          <p:sp>
            <p:nvSpPr>
              <p:cNvPr id="55542" name="Freeform 2459"/>
              <p:cNvSpPr>
                <a:spLocks/>
              </p:cNvSpPr>
              <p:nvPr/>
            </p:nvSpPr>
            <p:spPr bwMode="auto">
              <a:xfrm>
                <a:off x="3644" y="1956"/>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0">
                    <a:moveTo>
                      <a:pt x="112" y="80"/>
                    </a:moveTo>
                    <a:lnTo>
                      <a:pt x="0" y="48"/>
                    </a:lnTo>
                    <a:lnTo>
                      <a:pt x="16" y="24"/>
                    </a:lnTo>
                    <a:lnTo>
                      <a:pt x="32" y="0"/>
                    </a:lnTo>
                    <a:lnTo>
                      <a:pt x="112" y="80"/>
                    </a:lnTo>
                    <a:close/>
                  </a:path>
                </a:pathLst>
              </a:custGeom>
              <a:solidFill>
                <a:schemeClr val="tx1"/>
              </a:solidFill>
              <a:ln w="9525">
                <a:solidFill>
                  <a:schemeClr val="tx1"/>
                </a:solidFill>
                <a:round/>
                <a:headEnd/>
                <a:tailEnd/>
              </a:ln>
            </p:spPr>
            <p:txBody>
              <a:bodyPr/>
              <a:lstStyle/>
              <a:p>
                <a:endParaRPr lang="en-US"/>
              </a:p>
            </p:txBody>
          </p:sp>
          <p:sp>
            <p:nvSpPr>
              <p:cNvPr id="55543" name="Line 2460"/>
              <p:cNvSpPr>
                <a:spLocks noChangeShapeType="1"/>
              </p:cNvSpPr>
              <p:nvPr/>
            </p:nvSpPr>
            <p:spPr bwMode="auto">
              <a:xfrm>
                <a:off x="3326" y="1781"/>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544" name="Line 2461"/>
              <p:cNvSpPr>
                <a:spLocks noChangeShapeType="1"/>
              </p:cNvSpPr>
              <p:nvPr/>
            </p:nvSpPr>
            <p:spPr bwMode="auto">
              <a:xfrm>
                <a:off x="3422" y="1837"/>
                <a:ext cx="79"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545" name="Line 2462"/>
              <p:cNvSpPr>
                <a:spLocks noChangeShapeType="1"/>
              </p:cNvSpPr>
              <p:nvPr/>
            </p:nvSpPr>
            <p:spPr bwMode="auto">
              <a:xfrm>
                <a:off x="3516" y="1892"/>
                <a:ext cx="80"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546" name="Line 2463"/>
              <p:cNvSpPr>
                <a:spLocks noChangeShapeType="1"/>
              </p:cNvSpPr>
              <p:nvPr/>
            </p:nvSpPr>
            <p:spPr bwMode="auto">
              <a:xfrm>
                <a:off x="3612" y="1948"/>
                <a:ext cx="48" cy="3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518" name="Group 2464"/>
            <p:cNvGrpSpPr>
              <a:grpSpLocks/>
            </p:cNvGrpSpPr>
            <p:nvPr/>
          </p:nvGrpSpPr>
          <p:grpSpPr bwMode="auto">
            <a:xfrm>
              <a:off x="3325" y="2698"/>
              <a:ext cx="415" cy="279"/>
              <a:chOff x="3325" y="2698"/>
              <a:chExt cx="415" cy="279"/>
            </a:xfrm>
          </p:grpSpPr>
          <p:sp>
            <p:nvSpPr>
              <p:cNvPr id="55537" name="Freeform 2465"/>
              <p:cNvSpPr>
                <a:spLocks/>
              </p:cNvSpPr>
              <p:nvPr/>
            </p:nvSpPr>
            <p:spPr bwMode="auto">
              <a:xfrm>
                <a:off x="3628" y="2889"/>
                <a:ext cx="112" cy="88"/>
              </a:xfrm>
              <a:custGeom>
                <a:avLst/>
                <a:gdLst>
                  <a:gd name="T0" fmla="*/ 112 w 112"/>
                  <a:gd name="T1" fmla="*/ 88 h 88"/>
                  <a:gd name="T2" fmla="*/ 0 w 112"/>
                  <a:gd name="T3" fmla="*/ 48 h 88"/>
                  <a:gd name="T4" fmla="*/ 16 w 112"/>
                  <a:gd name="T5" fmla="*/ 24 h 88"/>
                  <a:gd name="T6" fmla="*/ 32 w 112"/>
                  <a:gd name="T7" fmla="*/ 0 h 88"/>
                  <a:gd name="T8" fmla="*/ 112 w 112"/>
                  <a:gd name="T9" fmla="*/ 88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88"/>
                    </a:moveTo>
                    <a:lnTo>
                      <a:pt x="0" y="48"/>
                    </a:lnTo>
                    <a:lnTo>
                      <a:pt x="16" y="24"/>
                    </a:lnTo>
                    <a:lnTo>
                      <a:pt x="32" y="0"/>
                    </a:lnTo>
                    <a:lnTo>
                      <a:pt x="112" y="88"/>
                    </a:lnTo>
                    <a:close/>
                  </a:path>
                </a:pathLst>
              </a:custGeom>
              <a:solidFill>
                <a:schemeClr val="tx1"/>
              </a:solidFill>
              <a:ln w="9525">
                <a:solidFill>
                  <a:schemeClr val="tx1"/>
                </a:solidFill>
                <a:round/>
                <a:headEnd/>
                <a:tailEnd/>
              </a:ln>
            </p:spPr>
            <p:txBody>
              <a:bodyPr/>
              <a:lstStyle/>
              <a:p>
                <a:endParaRPr lang="en-US"/>
              </a:p>
            </p:txBody>
          </p:sp>
          <p:sp>
            <p:nvSpPr>
              <p:cNvPr id="55538" name="Line 2466"/>
              <p:cNvSpPr>
                <a:spLocks noChangeShapeType="1"/>
              </p:cNvSpPr>
              <p:nvPr/>
            </p:nvSpPr>
            <p:spPr bwMode="auto">
              <a:xfrm>
                <a:off x="3325" y="2698"/>
                <a:ext cx="72" cy="4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539" name="Line 2467"/>
              <p:cNvSpPr>
                <a:spLocks noChangeShapeType="1"/>
              </p:cNvSpPr>
              <p:nvPr/>
            </p:nvSpPr>
            <p:spPr bwMode="auto">
              <a:xfrm>
                <a:off x="3421" y="2762"/>
                <a:ext cx="72" cy="4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540" name="Line 2468"/>
              <p:cNvSpPr>
                <a:spLocks noChangeShapeType="1"/>
              </p:cNvSpPr>
              <p:nvPr/>
            </p:nvSpPr>
            <p:spPr bwMode="auto">
              <a:xfrm>
                <a:off x="3510" y="2826"/>
                <a:ext cx="70" cy="46"/>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541" name="Line 2469"/>
              <p:cNvSpPr>
                <a:spLocks noChangeShapeType="1"/>
              </p:cNvSpPr>
              <p:nvPr/>
            </p:nvSpPr>
            <p:spPr bwMode="auto">
              <a:xfrm>
                <a:off x="3604" y="2881"/>
                <a:ext cx="40" cy="3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519" name="Group 2470"/>
            <p:cNvGrpSpPr>
              <a:grpSpLocks/>
            </p:cNvGrpSpPr>
            <p:nvPr/>
          </p:nvGrpSpPr>
          <p:grpSpPr bwMode="auto">
            <a:xfrm>
              <a:off x="2878" y="2395"/>
              <a:ext cx="423" cy="271"/>
              <a:chOff x="2878" y="2395"/>
              <a:chExt cx="423" cy="271"/>
            </a:xfrm>
          </p:grpSpPr>
          <p:sp>
            <p:nvSpPr>
              <p:cNvPr id="55532" name="Freeform 2471"/>
              <p:cNvSpPr>
                <a:spLocks/>
              </p:cNvSpPr>
              <p:nvPr/>
            </p:nvSpPr>
            <p:spPr bwMode="auto">
              <a:xfrm>
                <a:off x="3189" y="2578"/>
                <a:ext cx="112" cy="88"/>
              </a:xfrm>
              <a:custGeom>
                <a:avLst/>
                <a:gdLst>
                  <a:gd name="T0" fmla="*/ 112 w 112"/>
                  <a:gd name="T1" fmla="*/ 88 h 88"/>
                  <a:gd name="T2" fmla="*/ 0 w 112"/>
                  <a:gd name="T3" fmla="*/ 48 h 88"/>
                  <a:gd name="T4" fmla="*/ 16 w 112"/>
                  <a:gd name="T5" fmla="*/ 24 h 88"/>
                  <a:gd name="T6" fmla="*/ 32 w 112"/>
                  <a:gd name="T7" fmla="*/ 0 h 88"/>
                  <a:gd name="T8" fmla="*/ 112 w 112"/>
                  <a:gd name="T9" fmla="*/ 88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88"/>
                    </a:moveTo>
                    <a:lnTo>
                      <a:pt x="0" y="48"/>
                    </a:lnTo>
                    <a:lnTo>
                      <a:pt x="16" y="24"/>
                    </a:lnTo>
                    <a:lnTo>
                      <a:pt x="32" y="0"/>
                    </a:lnTo>
                    <a:lnTo>
                      <a:pt x="112" y="88"/>
                    </a:lnTo>
                    <a:close/>
                  </a:path>
                </a:pathLst>
              </a:custGeom>
              <a:solidFill>
                <a:schemeClr val="tx1"/>
              </a:solidFill>
              <a:ln w="9525">
                <a:solidFill>
                  <a:schemeClr val="tx1"/>
                </a:solidFill>
                <a:round/>
                <a:headEnd/>
                <a:tailEnd/>
              </a:ln>
            </p:spPr>
            <p:txBody>
              <a:bodyPr/>
              <a:lstStyle/>
              <a:p>
                <a:endParaRPr lang="en-US"/>
              </a:p>
            </p:txBody>
          </p:sp>
          <p:sp>
            <p:nvSpPr>
              <p:cNvPr id="55533" name="Line 2472"/>
              <p:cNvSpPr>
                <a:spLocks noChangeShapeType="1"/>
              </p:cNvSpPr>
              <p:nvPr/>
            </p:nvSpPr>
            <p:spPr bwMode="auto">
              <a:xfrm>
                <a:off x="2878" y="2395"/>
                <a:ext cx="72" cy="4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534" name="Line 2473"/>
              <p:cNvSpPr>
                <a:spLocks noChangeShapeType="1"/>
              </p:cNvSpPr>
              <p:nvPr/>
            </p:nvSpPr>
            <p:spPr bwMode="auto">
              <a:xfrm>
                <a:off x="2975" y="2459"/>
                <a:ext cx="70" cy="3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535" name="Line 2474"/>
              <p:cNvSpPr>
                <a:spLocks noChangeShapeType="1"/>
              </p:cNvSpPr>
              <p:nvPr/>
            </p:nvSpPr>
            <p:spPr bwMode="auto">
              <a:xfrm>
                <a:off x="3070" y="2515"/>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536" name="Line 2475"/>
              <p:cNvSpPr>
                <a:spLocks noChangeShapeType="1"/>
              </p:cNvSpPr>
              <p:nvPr/>
            </p:nvSpPr>
            <p:spPr bwMode="auto">
              <a:xfrm>
                <a:off x="3157" y="2578"/>
                <a:ext cx="48" cy="2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520" name="Group 2476"/>
            <p:cNvGrpSpPr>
              <a:grpSpLocks/>
            </p:cNvGrpSpPr>
            <p:nvPr/>
          </p:nvGrpSpPr>
          <p:grpSpPr bwMode="auto">
            <a:xfrm>
              <a:off x="2862" y="3001"/>
              <a:ext cx="423" cy="263"/>
              <a:chOff x="2862" y="3001"/>
              <a:chExt cx="423" cy="263"/>
            </a:xfrm>
          </p:grpSpPr>
          <p:sp>
            <p:nvSpPr>
              <p:cNvPr id="55527" name="Freeform 2477"/>
              <p:cNvSpPr>
                <a:spLocks/>
              </p:cNvSpPr>
              <p:nvPr/>
            </p:nvSpPr>
            <p:spPr bwMode="auto">
              <a:xfrm>
                <a:off x="3173" y="3185"/>
                <a:ext cx="112" cy="79"/>
              </a:xfrm>
              <a:custGeom>
                <a:avLst/>
                <a:gdLst>
                  <a:gd name="T0" fmla="*/ 112 w 112"/>
                  <a:gd name="T1" fmla="*/ 79 h 79"/>
                  <a:gd name="T2" fmla="*/ 0 w 112"/>
                  <a:gd name="T3" fmla="*/ 47 h 79"/>
                  <a:gd name="T4" fmla="*/ 16 w 112"/>
                  <a:gd name="T5" fmla="*/ 23 h 79"/>
                  <a:gd name="T6" fmla="*/ 32 w 112"/>
                  <a:gd name="T7" fmla="*/ 0 h 79"/>
                  <a:gd name="T8" fmla="*/ 112 w 112"/>
                  <a:gd name="T9" fmla="*/ 79 h 7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79">
                    <a:moveTo>
                      <a:pt x="112" y="79"/>
                    </a:moveTo>
                    <a:lnTo>
                      <a:pt x="0" y="47"/>
                    </a:lnTo>
                    <a:lnTo>
                      <a:pt x="16" y="23"/>
                    </a:lnTo>
                    <a:lnTo>
                      <a:pt x="32" y="0"/>
                    </a:lnTo>
                    <a:lnTo>
                      <a:pt x="112" y="79"/>
                    </a:lnTo>
                    <a:close/>
                  </a:path>
                </a:pathLst>
              </a:custGeom>
              <a:solidFill>
                <a:schemeClr val="tx1"/>
              </a:solidFill>
              <a:ln w="9525">
                <a:solidFill>
                  <a:schemeClr val="tx1"/>
                </a:solidFill>
                <a:round/>
                <a:headEnd/>
                <a:tailEnd/>
              </a:ln>
            </p:spPr>
            <p:txBody>
              <a:bodyPr/>
              <a:lstStyle/>
              <a:p>
                <a:endParaRPr lang="en-US"/>
              </a:p>
            </p:txBody>
          </p:sp>
          <p:sp>
            <p:nvSpPr>
              <p:cNvPr id="55528" name="Line 2478"/>
              <p:cNvSpPr>
                <a:spLocks noChangeShapeType="1"/>
              </p:cNvSpPr>
              <p:nvPr/>
            </p:nvSpPr>
            <p:spPr bwMode="auto">
              <a:xfrm>
                <a:off x="2862" y="3001"/>
                <a:ext cx="72" cy="4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529" name="Line 2479"/>
              <p:cNvSpPr>
                <a:spLocks noChangeShapeType="1"/>
              </p:cNvSpPr>
              <p:nvPr/>
            </p:nvSpPr>
            <p:spPr bwMode="auto">
              <a:xfrm>
                <a:off x="2958" y="3057"/>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530" name="Line 2480"/>
              <p:cNvSpPr>
                <a:spLocks noChangeShapeType="1"/>
              </p:cNvSpPr>
              <p:nvPr/>
            </p:nvSpPr>
            <p:spPr bwMode="auto">
              <a:xfrm>
                <a:off x="3054" y="3121"/>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531" name="Line 2481"/>
              <p:cNvSpPr>
                <a:spLocks noChangeShapeType="1"/>
              </p:cNvSpPr>
              <p:nvPr/>
            </p:nvSpPr>
            <p:spPr bwMode="auto">
              <a:xfrm>
                <a:off x="3150" y="3177"/>
                <a:ext cx="39" cy="3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521" name="Group 2482"/>
            <p:cNvGrpSpPr>
              <a:grpSpLocks/>
            </p:cNvGrpSpPr>
            <p:nvPr/>
          </p:nvGrpSpPr>
          <p:grpSpPr bwMode="auto">
            <a:xfrm>
              <a:off x="3318" y="3304"/>
              <a:ext cx="422" cy="287"/>
              <a:chOff x="3318" y="3304"/>
              <a:chExt cx="422" cy="287"/>
            </a:xfrm>
          </p:grpSpPr>
          <p:sp>
            <p:nvSpPr>
              <p:cNvPr id="55522" name="Freeform 2483"/>
              <p:cNvSpPr>
                <a:spLocks/>
              </p:cNvSpPr>
              <p:nvPr/>
            </p:nvSpPr>
            <p:spPr bwMode="auto">
              <a:xfrm>
                <a:off x="3628" y="3304"/>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0"/>
                    </a:moveTo>
                    <a:lnTo>
                      <a:pt x="32" y="88"/>
                    </a:lnTo>
                    <a:lnTo>
                      <a:pt x="16" y="64"/>
                    </a:lnTo>
                    <a:lnTo>
                      <a:pt x="0" y="40"/>
                    </a:lnTo>
                    <a:lnTo>
                      <a:pt x="112" y="0"/>
                    </a:lnTo>
                    <a:close/>
                  </a:path>
                </a:pathLst>
              </a:custGeom>
              <a:solidFill>
                <a:schemeClr val="tx1"/>
              </a:solidFill>
              <a:ln w="9525">
                <a:solidFill>
                  <a:schemeClr val="tx1"/>
                </a:solidFill>
                <a:round/>
                <a:headEnd/>
                <a:tailEnd/>
              </a:ln>
            </p:spPr>
            <p:txBody>
              <a:bodyPr/>
              <a:lstStyle/>
              <a:p>
                <a:endParaRPr lang="en-US"/>
              </a:p>
            </p:txBody>
          </p:sp>
          <p:sp>
            <p:nvSpPr>
              <p:cNvPr id="55523" name="Line 2484"/>
              <p:cNvSpPr>
                <a:spLocks noChangeShapeType="1"/>
              </p:cNvSpPr>
              <p:nvPr/>
            </p:nvSpPr>
            <p:spPr bwMode="auto">
              <a:xfrm flipV="1">
                <a:off x="3318" y="3544"/>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524" name="Line 2485"/>
              <p:cNvSpPr>
                <a:spLocks noChangeShapeType="1"/>
              </p:cNvSpPr>
              <p:nvPr/>
            </p:nvSpPr>
            <p:spPr bwMode="auto">
              <a:xfrm flipV="1">
                <a:off x="3413" y="3481"/>
                <a:ext cx="72"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525" name="Line 2486"/>
              <p:cNvSpPr>
                <a:spLocks noChangeShapeType="1"/>
              </p:cNvSpPr>
              <p:nvPr/>
            </p:nvSpPr>
            <p:spPr bwMode="auto">
              <a:xfrm flipV="1">
                <a:off x="3501" y="3417"/>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526" name="Line 2487"/>
              <p:cNvSpPr>
                <a:spLocks noChangeShapeType="1"/>
              </p:cNvSpPr>
              <p:nvPr/>
            </p:nvSpPr>
            <p:spPr bwMode="auto">
              <a:xfrm flipV="1">
                <a:off x="3596" y="3368"/>
                <a:ext cx="48" cy="3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pic>
        <p:nvPicPr>
          <p:cNvPr id="1150392" name="Picture 2488"/>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805239" y="2506664"/>
            <a:ext cx="4960937" cy="3013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57150">
                <a:solidFill>
                  <a:schemeClr val="bg1"/>
                </a:solidFill>
                <a:miter lim="800000"/>
                <a:headEnd/>
                <a:tailEnd type="none" w="med" len="lg"/>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 name="Rectangle 1264">
            <a:extLst>
              <a:ext uri="{FF2B5EF4-FFF2-40B4-BE49-F238E27FC236}">
                <a16:creationId xmlns:a16="http://schemas.microsoft.com/office/drawing/2014/main" id="{528442E3-6961-D551-B98B-FB2009DBBFEE}"/>
              </a:ext>
            </a:extLst>
          </p:cNvPr>
          <p:cNvSpPr>
            <a:spLocks noGrp="1" noChangeArrowheads="1"/>
          </p:cNvSpPr>
          <p:nvPr>
            <p:ph type="body" idx="1"/>
          </p:nvPr>
        </p:nvSpPr>
        <p:spPr>
          <a:xfrm>
            <a:off x="441556" y="1118139"/>
            <a:ext cx="10363200" cy="4401600"/>
          </a:xfrm>
        </p:spPr>
        <p:txBody>
          <a:bodyPr/>
          <a:lstStyle/>
          <a:p>
            <a:pPr marL="86360" indent="0" eaLnBrk="1" hangingPunct="1">
              <a:buNone/>
            </a:pPr>
            <a:r>
              <a:rPr lang="en-US" dirty="0"/>
              <a:t>Operational forecasting system</a:t>
            </a:r>
          </a:p>
        </p:txBody>
      </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nodeType="afterEffect">
                                  <p:stCondLst>
                                    <p:cond delay="0"/>
                                  </p:stCondLst>
                                  <p:childTnLst>
                                    <p:set>
                                      <p:cBhvr>
                                        <p:cTn id="6" dur="1" fill="hold">
                                          <p:stCondLst>
                                            <p:cond delay="0"/>
                                          </p:stCondLst>
                                        </p:cTn>
                                        <p:tgtEl>
                                          <p:spTgt spid="1149139"/>
                                        </p:tgtEl>
                                        <p:attrNameLst>
                                          <p:attrName>style.visibility</p:attrName>
                                        </p:attrNameLst>
                                      </p:cBhvr>
                                      <p:to>
                                        <p:strVal val="visible"/>
                                      </p:to>
                                    </p:set>
                                    <p:animEffect transition="in" filter="wipe(left)">
                                      <p:cBhvr>
                                        <p:cTn id="7" dur="500"/>
                                        <p:tgtEl>
                                          <p:spTgt spid="1149139"/>
                                        </p:tgtEl>
                                      </p:cBhvr>
                                    </p:animEffect>
                                  </p:childTnLst>
                                </p:cTn>
                              </p:par>
                            </p:childTnLst>
                          </p:cTn>
                        </p:par>
                        <p:par>
                          <p:cTn id="8" fill="hold" nodeType="afterGroup">
                            <p:stCondLst>
                              <p:cond delay="500"/>
                            </p:stCondLst>
                            <p:childTnLst>
                              <p:par>
                                <p:cTn id="9" presetID="22" presetClass="entr" presetSubtype="8" fill="hold" nodeType="afterEffect">
                                  <p:stCondLst>
                                    <p:cond delay="0"/>
                                  </p:stCondLst>
                                  <p:childTnLst>
                                    <p:set>
                                      <p:cBhvr>
                                        <p:cTn id="10" dur="1" fill="hold">
                                          <p:stCondLst>
                                            <p:cond delay="0"/>
                                          </p:stCondLst>
                                        </p:cTn>
                                        <p:tgtEl>
                                          <p:spTgt spid="1150392"/>
                                        </p:tgtEl>
                                        <p:attrNameLst>
                                          <p:attrName>style.visibility</p:attrName>
                                        </p:attrNameLst>
                                      </p:cBhvr>
                                      <p:to>
                                        <p:strVal val="visible"/>
                                      </p:to>
                                    </p:set>
                                    <p:animEffect transition="in" filter="wipe(left)">
                                      <p:cBhvr>
                                        <p:cTn id="11" dur="500"/>
                                        <p:tgtEl>
                                          <p:spTgt spid="115039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5298" name="Group 2"/>
          <p:cNvGrpSpPr>
            <a:grpSpLocks/>
          </p:cNvGrpSpPr>
          <p:nvPr/>
        </p:nvGrpSpPr>
        <p:grpSpPr bwMode="auto">
          <a:xfrm>
            <a:off x="3786188" y="2651126"/>
            <a:ext cx="4989512" cy="2733675"/>
            <a:chOff x="1449" y="1725"/>
            <a:chExt cx="3265" cy="1898"/>
          </a:xfrm>
        </p:grpSpPr>
        <p:grpSp>
          <p:nvGrpSpPr>
            <p:cNvPr id="56563" name="Group 3"/>
            <p:cNvGrpSpPr>
              <a:grpSpLocks/>
            </p:cNvGrpSpPr>
            <p:nvPr/>
          </p:nvGrpSpPr>
          <p:grpSpPr bwMode="auto">
            <a:xfrm>
              <a:off x="3772" y="2690"/>
              <a:ext cx="894" cy="596"/>
              <a:chOff x="3772" y="2690"/>
              <a:chExt cx="894" cy="596"/>
            </a:xfrm>
          </p:grpSpPr>
          <p:sp>
            <p:nvSpPr>
              <p:cNvPr id="57783" name="Freeform 4"/>
              <p:cNvSpPr>
                <a:spLocks/>
              </p:cNvSpPr>
              <p:nvPr/>
            </p:nvSpPr>
            <p:spPr bwMode="auto">
              <a:xfrm>
                <a:off x="4538" y="2690"/>
                <a:ext cx="128" cy="104"/>
              </a:xfrm>
              <a:custGeom>
                <a:avLst/>
                <a:gdLst>
                  <a:gd name="T0" fmla="*/ 128 w 128"/>
                  <a:gd name="T1" fmla="*/ 0 h 104"/>
                  <a:gd name="T2" fmla="*/ 40 w 128"/>
                  <a:gd name="T3" fmla="*/ 104 h 104"/>
                  <a:gd name="T4" fmla="*/ 16 w 128"/>
                  <a:gd name="T5" fmla="*/ 72 h 104"/>
                  <a:gd name="T6" fmla="*/ 0 w 128"/>
                  <a:gd name="T7" fmla="*/ 48 h 104"/>
                  <a:gd name="T8" fmla="*/ 128 w 128"/>
                  <a:gd name="T9" fmla="*/ 0 h 10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8" h="104">
                    <a:moveTo>
                      <a:pt x="128" y="0"/>
                    </a:moveTo>
                    <a:lnTo>
                      <a:pt x="40" y="104"/>
                    </a:lnTo>
                    <a:lnTo>
                      <a:pt x="16" y="72"/>
                    </a:lnTo>
                    <a:lnTo>
                      <a:pt x="0" y="48"/>
                    </a:lnTo>
                    <a:lnTo>
                      <a:pt x="128" y="0"/>
                    </a:lnTo>
                    <a:close/>
                  </a:path>
                </a:pathLst>
              </a:custGeom>
              <a:solidFill>
                <a:srgbClr val="808080"/>
              </a:solidFill>
              <a:ln w="9525">
                <a:solidFill>
                  <a:srgbClr val="808080"/>
                </a:solidFill>
                <a:round/>
                <a:headEnd/>
                <a:tailEnd/>
              </a:ln>
            </p:spPr>
            <p:txBody>
              <a:bodyPr/>
              <a:lstStyle/>
              <a:p>
                <a:endParaRPr lang="en-US"/>
              </a:p>
            </p:txBody>
          </p:sp>
          <p:sp>
            <p:nvSpPr>
              <p:cNvPr id="57784" name="Line 5"/>
              <p:cNvSpPr>
                <a:spLocks noChangeShapeType="1"/>
              </p:cNvSpPr>
              <p:nvPr/>
            </p:nvSpPr>
            <p:spPr bwMode="auto">
              <a:xfrm flipV="1">
                <a:off x="3772" y="2757"/>
                <a:ext cx="790" cy="529"/>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564" name="Group 6"/>
            <p:cNvGrpSpPr>
              <a:grpSpLocks/>
            </p:cNvGrpSpPr>
            <p:nvPr/>
          </p:nvGrpSpPr>
          <p:grpSpPr bwMode="auto">
            <a:xfrm>
              <a:off x="1944" y="2690"/>
              <a:ext cx="894" cy="596"/>
              <a:chOff x="1944" y="2690"/>
              <a:chExt cx="894" cy="596"/>
            </a:xfrm>
          </p:grpSpPr>
          <p:sp>
            <p:nvSpPr>
              <p:cNvPr id="57781" name="Freeform 7"/>
              <p:cNvSpPr>
                <a:spLocks/>
              </p:cNvSpPr>
              <p:nvPr/>
            </p:nvSpPr>
            <p:spPr bwMode="auto">
              <a:xfrm>
                <a:off x="2702" y="2690"/>
                <a:ext cx="136" cy="104"/>
              </a:xfrm>
              <a:custGeom>
                <a:avLst/>
                <a:gdLst>
                  <a:gd name="T0" fmla="*/ 136 w 136"/>
                  <a:gd name="T1" fmla="*/ 0 h 104"/>
                  <a:gd name="T2" fmla="*/ 40 w 136"/>
                  <a:gd name="T3" fmla="*/ 104 h 104"/>
                  <a:gd name="T4" fmla="*/ 24 w 136"/>
                  <a:gd name="T5" fmla="*/ 72 h 104"/>
                  <a:gd name="T6" fmla="*/ 0 w 136"/>
                  <a:gd name="T7" fmla="*/ 48 h 104"/>
                  <a:gd name="T8" fmla="*/ 136 w 136"/>
                  <a:gd name="T9" fmla="*/ 0 h 10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 h="104">
                    <a:moveTo>
                      <a:pt x="136" y="0"/>
                    </a:moveTo>
                    <a:lnTo>
                      <a:pt x="40" y="104"/>
                    </a:lnTo>
                    <a:lnTo>
                      <a:pt x="24" y="72"/>
                    </a:lnTo>
                    <a:lnTo>
                      <a:pt x="0" y="48"/>
                    </a:lnTo>
                    <a:lnTo>
                      <a:pt x="136" y="0"/>
                    </a:lnTo>
                    <a:close/>
                  </a:path>
                </a:pathLst>
              </a:custGeom>
              <a:solidFill>
                <a:srgbClr val="808080"/>
              </a:solidFill>
              <a:ln w="9525">
                <a:solidFill>
                  <a:srgbClr val="808080"/>
                </a:solidFill>
                <a:round/>
                <a:headEnd/>
                <a:tailEnd/>
              </a:ln>
            </p:spPr>
            <p:txBody>
              <a:bodyPr/>
              <a:lstStyle/>
              <a:p>
                <a:endParaRPr lang="en-US"/>
              </a:p>
            </p:txBody>
          </p:sp>
          <p:sp>
            <p:nvSpPr>
              <p:cNvPr id="57782" name="Line 8"/>
              <p:cNvSpPr>
                <a:spLocks noChangeShapeType="1"/>
              </p:cNvSpPr>
              <p:nvPr/>
            </p:nvSpPr>
            <p:spPr bwMode="auto">
              <a:xfrm flipV="1">
                <a:off x="1944" y="2758"/>
                <a:ext cx="790" cy="528"/>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565" name="Group 9"/>
            <p:cNvGrpSpPr>
              <a:grpSpLocks/>
            </p:cNvGrpSpPr>
            <p:nvPr/>
          </p:nvGrpSpPr>
          <p:grpSpPr bwMode="auto">
            <a:xfrm>
              <a:off x="1483" y="2379"/>
              <a:ext cx="429" cy="598"/>
              <a:chOff x="1483" y="2379"/>
              <a:chExt cx="429" cy="598"/>
            </a:xfrm>
          </p:grpSpPr>
          <p:sp>
            <p:nvSpPr>
              <p:cNvPr id="57779" name="Freeform 10"/>
              <p:cNvSpPr>
                <a:spLocks/>
              </p:cNvSpPr>
              <p:nvPr/>
            </p:nvSpPr>
            <p:spPr bwMode="auto">
              <a:xfrm>
                <a:off x="1808" y="2379"/>
                <a:ext cx="104" cy="136"/>
              </a:xfrm>
              <a:custGeom>
                <a:avLst/>
                <a:gdLst>
                  <a:gd name="T0" fmla="*/ 104 w 104"/>
                  <a:gd name="T1" fmla="*/ 0 h 136"/>
                  <a:gd name="T2" fmla="*/ 56 w 104"/>
                  <a:gd name="T3" fmla="*/ 136 h 136"/>
                  <a:gd name="T4" fmla="*/ 32 w 104"/>
                  <a:gd name="T5" fmla="*/ 112 h 136"/>
                  <a:gd name="T6" fmla="*/ 0 w 104"/>
                  <a:gd name="T7" fmla="*/ 96 h 136"/>
                  <a:gd name="T8" fmla="*/ 104 w 104"/>
                  <a:gd name="T9" fmla="*/ 0 h 1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4" h="136">
                    <a:moveTo>
                      <a:pt x="104" y="0"/>
                    </a:moveTo>
                    <a:lnTo>
                      <a:pt x="56" y="136"/>
                    </a:lnTo>
                    <a:lnTo>
                      <a:pt x="32" y="112"/>
                    </a:lnTo>
                    <a:lnTo>
                      <a:pt x="0" y="96"/>
                    </a:lnTo>
                    <a:lnTo>
                      <a:pt x="104" y="0"/>
                    </a:lnTo>
                    <a:close/>
                  </a:path>
                </a:pathLst>
              </a:custGeom>
              <a:solidFill>
                <a:srgbClr val="808080"/>
              </a:solidFill>
              <a:ln w="9525">
                <a:solidFill>
                  <a:srgbClr val="808080"/>
                </a:solidFill>
                <a:round/>
                <a:headEnd/>
                <a:tailEnd/>
              </a:ln>
            </p:spPr>
            <p:txBody>
              <a:bodyPr/>
              <a:lstStyle/>
              <a:p>
                <a:endParaRPr lang="en-US"/>
              </a:p>
            </p:txBody>
          </p:sp>
          <p:sp>
            <p:nvSpPr>
              <p:cNvPr id="57780" name="Line 11"/>
              <p:cNvSpPr>
                <a:spLocks noChangeShapeType="1"/>
              </p:cNvSpPr>
              <p:nvPr/>
            </p:nvSpPr>
            <p:spPr bwMode="auto">
              <a:xfrm flipV="1">
                <a:off x="1483" y="2483"/>
                <a:ext cx="362" cy="494"/>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566" name="Group 12"/>
            <p:cNvGrpSpPr>
              <a:grpSpLocks/>
            </p:cNvGrpSpPr>
            <p:nvPr/>
          </p:nvGrpSpPr>
          <p:grpSpPr bwMode="auto">
            <a:xfrm>
              <a:off x="1936" y="2379"/>
              <a:ext cx="894" cy="604"/>
              <a:chOff x="1936" y="2379"/>
              <a:chExt cx="894" cy="604"/>
            </a:xfrm>
          </p:grpSpPr>
          <p:sp>
            <p:nvSpPr>
              <p:cNvPr id="57777" name="Freeform 13"/>
              <p:cNvSpPr>
                <a:spLocks/>
              </p:cNvSpPr>
              <p:nvPr/>
            </p:nvSpPr>
            <p:spPr bwMode="auto">
              <a:xfrm>
                <a:off x="2702" y="2379"/>
                <a:ext cx="128" cy="104"/>
              </a:xfrm>
              <a:custGeom>
                <a:avLst/>
                <a:gdLst>
                  <a:gd name="T0" fmla="*/ 128 w 128"/>
                  <a:gd name="T1" fmla="*/ 0 h 104"/>
                  <a:gd name="T2" fmla="*/ 40 w 128"/>
                  <a:gd name="T3" fmla="*/ 104 h 104"/>
                  <a:gd name="T4" fmla="*/ 16 w 128"/>
                  <a:gd name="T5" fmla="*/ 80 h 104"/>
                  <a:gd name="T6" fmla="*/ 0 w 128"/>
                  <a:gd name="T7" fmla="*/ 48 h 104"/>
                  <a:gd name="T8" fmla="*/ 128 w 128"/>
                  <a:gd name="T9" fmla="*/ 0 h 10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8" h="104">
                    <a:moveTo>
                      <a:pt x="128" y="0"/>
                    </a:moveTo>
                    <a:lnTo>
                      <a:pt x="40" y="104"/>
                    </a:lnTo>
                    <a:lnTo>
                      <a:pt x="16" y="80"/>
                    </a:lnTo>
                    <a:lnTo>
                      <a:pt x="0" y="48"/>
                    </a:lnTo>
                    <a:lnTo>
                      <a:pt x="128" y="0"/>
                    </a:lnTo>
                    <a:close/>
                  </a:path>
                </a:pathLst>
              </a:custGeom>
              <a:solidFill>
                <a:srgbClr val="808080"/>
              </a:solidFill>
              <a:ln w="9525">
                <a:solidFill>
                  <a:srgbClr val="808080"/>
                </a:solidFill>
                <a:round/>
                <a:headEnd/>
                <a:tailEnd/>
              </a:ln>
            </p:spPr>
            <p:txBody>
              <a:bodyPr/>
              <a:lstStyle/>
              <a:p>
                <a:endParaRPr lang="en-US"/>
              </a:p>
            </p:txBody>
          </p:sp>
          <p:sp>
            <p:nvSpPr>
              <p:cNvPr id="57778" name="Line 14"/>
              <p:cNvSpPr>
                <a:spLocks noChangeShapeType="1"/>
              </p:cNvSpPr>
              <p:nvPr/>
            </p:nvSpPr>
            <p:spPr bwMode="auto">
              <a:xfrm flipV="1">
                <a:off x="1936" y="2455"/>
                <a:ext cx="790" cy="528"/>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567" name="Group 15"/>
            <p:cNvGrpSpPr>
              <a:grpSpLocks/>
            </p:cNvGrpSpPr>
            <p:nvPr/>
          </p:nvGrpSpPr>
          <p:grpSpPr bwMode="auto">
            <a:xfrm>
              <a:off x="1952" y="2076"/>
              <a:ext cx="886" cy="290"/>
              <a:chOff x="1952" y="2076"/>
              <a:chExt cx="886" cy="290"/>
            </a:xfrm>
          </p:grpSpPr>
          <p:sp>
            <p:nvSpPr>
              <p:cNvPr id="57775" name="Freeform 16"/>
              <p:cNvSpPr>
                <a:spLocks/>
              </p:cNvSpPr>
              <p:nvPr/>
            </p:nvSpPr>
            <p:spPr bwMode="auto">
              <a:xfrm>
                <a:off x="2702" y="2076"/>
                <a:ext cx="136" cy="72"/>
              </a:xfrm>
              <a:custGeom>
                <a:avLst/>
                <a:gdLst>
                  <a:gd name="T0" fmla="*/ 136 w 136"/>
                  <a:gd name="T1" fmla="*/ 0 h 72"/>
                  <a:gd name="T2" fmla="*/ 16 w 136"/>
                  <a:gd name="T3" fmla="*/ 72 h 72"/>
                  <a:gd name="T4" fmla="*/ 8 w 136"/>
                  <a:gd name="T5" fmla="*/ 40 h 72"/>
                  <a:gd name="T6" fmla="*/ 0 w 136"/>
                  <a:gd name="T7" fmla="*/ 8 h 72"/>
                  <a:gd name="T8" fmla="*/ 136 w 136"/>
                  <a:gd name="T9" fmla="*/ 0 h 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 h="72">
                    <a:moveTo>
                      <a:pt x="136" y="0"/>
                    </a:moveTo>
                    <a:lnTo>
                      <a:pt x="16" y="72"/>
                    </a:lnTo>
                    <a:lnTo>
                      <a:pt x="8" y="40"/>
                    </a:lnTo>
                    <a:lnTo>
                      <a:pt x="0" y="8"/>
                    </a:lnTo>
                    <a:lnTo>
                      <a:pt x="136" y="0"/>
                    </a:lnTo>
                    <a:close/>
                  </a:path>
                </a:pathLst>
              </a:custGeom>
              <a:solidFill>
                <a:srgbClr val="808080"/>
              </a:solidFill>
              <a:ln w="9525">
                <a:solidFill>
                  <a:srgbClr val="808080"/>
                </a:solidFill>
                <a:round/>
                <a:headEnd/>
                <a:tailEnd/>
              </a:ln>
            </p:spPr>
            <p:txBody>
              <a:bodyPr/>
              <a:lstStyle/>
              <a:p>
                <a:endParaRPr lang="en-US"/>
              </a:p>
            </p:txBody>
          </p:sp>
          <p:sp>
            <p:nvSpPr>
              <p:cNvPr id="57776" name="Line 17"/>
              <p:cNvSpPr>
                <a:spLocks noChangeShapeType="1"/>
              </p:cNvSpPr>
              <p:nvPr/>
            </p:nvSpPr>
            <p:spPr bwMode="auto">
              <a:xfrm flipV="1">
                <a:off x="1952" y="2114"/>
                <a:ext cx="766" cy="252"/>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568" name="Group 18"/>
            <p:cNvGrpSpPr>
              <a:grpSpLocks/>
            </p:cNvGrpSpPr>
            <p:nvPr/>
          </p:nvGrpSpPr>
          <p:grpSpPr bwMode="auto">
            <a:xfrm>
              <a:off x="1481" y="1769"/>
              <a:ext cx="894" cy="283"/>
              <a:chOff x="1481" y="1769"/>
              <a:chExt cx="894" cy="283"/>
            </a:xfrm>
          </p:grpSpPr>
          <p:sp>
            <p:nvSpPr>
              <p:cNvPr id="57773" name="Freeform 19"/>
              <p:cNvSpPr>
                <a:spLocks/>
              </p:cNvSpPr>
              <p:nvPr/>
            </p:nvSpPr>
            <p:spPr bwMode="auto">
              <a:xfrm>
                <a:off x="2231" y="1980"/>
                <a:ext cx="144" cy="72"/>
              </a:xfrm>
              <a:custGeom>
                <a:avLst/>
                <a:gdLst>
                  <a:gd name="T0" fmla="*/ 144 w 144"/>
                  <a:gd name="T1" fmla="*/ 72 h 72"/>
                  <a:gd name="T2" fmla="*/ 0 w 144"/>
                  <a:gd name="T3" fmla="*/ 64 h 72"/>
                  <a:gd name="T4" fmla="*/ 16 w 144"/>
                  <a:gd name="T5" fmla="*/ 32 h 72"/>
                  <a:gd name="T6" fmla="*/ 24 w 144"/>
                  <a:gd name="T7" fmla="*/ 0 h 72"/>
                  <a:gd name="T8" fmla="*/ 144 w 144"/>
                  <a:gd name="T9" fmla="*/ 72 h 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4" h="72">
                    <a:moveTo>
                      <a:pt x="144" y="72"/>
                    </a:moveTo>
                    <a:lnTo>
                      <a:pt x="0" y="64"/>
                    </a:lnTo>
                    <a:lnTo>
                      <a:pt x="16" y="32"/>
                    </a:lnTo>
                    <a:lnTo>
                      <a:pt x="24" y="0"/>
                    </a:lnTo>
                    <a:lnTo>
                      <a:pt x="144" y="72"/>
                    </a:lnTo>
                    <a:close/>
                  </a:path>
                </a:pathLst>
              </a:custGeom>
              <a:solidFill>
                <a:srgbClr val="808080"/>
              </a:solidFill>
              <a:ln w="9525">
                <a:solidFill>
                  <a:srgbClr val="808080"/>
                </a:solidFill>
                <a:round/>
                <a:headEnd/>
                <a:tailEnd/>
              </a:ln>
            </p:spPr>
            <p:txBody>
              <a:bodyPr/>
              <a:lstStyle/>
              <a:p>
                <a:endParaRPr lang="en-US"/>
              </a:p>
            </p:txBody>
          </p:sp>
          <p:sp>
            <p:nvSpPr>
              <p:cNvPr id="57774" name="Line 20"/>
              <p:cNvSpPr>
                <a:spLocks noChangeShapeType="1"/>
              </p:cNvSpPr>
              <p:nvPr/>
            </p:nvSpPr>
            <p:spPr bwMode="auto">
              <a:xfrm>
                <a:off x="1481" y="1769"/>
                <a:ext cx="774" cy="244"/>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56569" name="Oval 21"/>
            <p:cNvSpPr>
              <a:spLocks noChangeArrowheads="1"/>
            </p:cNvSpPr>
            <p:nvPr/>
          </p:nvSpPr>
          <p:spPr bwMode="auto">
            <a:xfrm>
              <a:off x="1457" y="1741"/>
              <a:ext cx="32" cy="40"/>
            </a:xfrm>
            <a:prstGeom prst="ellipse">
              <a:avLst/>
            </a:prstGeom>
            <a:solidFill>
              <a:srgbClr val="808080"/>
            </a:solidFill>
            <a:ln w="9525">
              <a:solidFill>
                <a:srgbClr val="808080"/>
              </a:solidFill>
              <a:round/>
              <a:headEnd/>
              <a:tailEnd/>
            </a:ln>
          </p:spPr>
          <p:txBody>
            <a:bodyPr/>
            <a:lstStyle/>
            <a:p>
              <a:endParaRPr lang="en-US"/>
            </a:p>
          </p:txBody>
        </p:sp>
        <p:sp>
          <p:nvSpPr>
            <p:cNvPr id="56570" name="Oval 22"/>
            <p:cNvSpPr>
              <a:spLocks noChangeArrowheads="1"/>
            </p:cNvSpPr>
            <p:nvPr/>
          </p:nvSpPr>
          <p:spPr bwMode="auto">
            <a:xfrm>
              <a:off x="1457" y="1741"/>
              <a:ext cx="32" cy="40"/>
            </a:xfrm>
            <a:prstGeom prst="ellipse">
              <a:avLst/>
            </a:prstGeom>
            <a:solidFill>
              <a:srgbClr val="808080"/>
            </a:solidFill>
            <a:ln w="25400">
              <a:solidFill>
                <a:srgbClr val="808080"/>
              </a:solidFill>
              <a:round/>
              <a:headEnd/>
              <a:tailEnd/>
            </a:ln>
          </p:spPr>
          <p:txBody>
            <a:bodyPr/>
            <a:lstStyle/>
            <a:p>
              <a:endParaRPr lang="en-US"/>
            </a:p>
          </p:txBody>
        </p:sp>
        <p:sp>
          <p:nvSpPr>
            <p:cNvPr id="56571" name="Oval 23"/>
            <p:cNvSpPr>
              <a:spLocks noChangeArrowheads="1"/>
            </p:cNvSpPr>
            <p:nvPr/>
          </p:nvSpPr>
          <p:spPr bwMode="auto">
            <a:xfrm>
              <a:off x="1457" y="2044"/>
              <a:ext cx="40" cy="40"/>
            </a:xfrm>
            <a:prstGeom prst="ellipse">
              <a:avLst/>
            </a:prstGeom>
            <a:solidFill>
              <a:srgbClr val="808080"/>
            </a:solidFill>
            <a:ln w="9525">
              <a:solidFill>
                <a:srgbClr val="808080"/>
              </a:solidFill>
              <a:round/>
              <a:headEnd/>
              <a:tailEnd/>
            </a:ln>
          </p:spPr>
          <p:txBody>
            <a:bodyPr/>
            <a:lstStyle/>
            <a:p>
              <a:endParaRPr lang="en-US"/>
            </a:p>
          </p:txBody>
        </p:sp>
        <p:sp>
          <p:nvSpPr>
            <p:cNvPr id="56572" name="Oval 24"/>
            <p:cNvSpPr>
              <a:spLocks noChangeArrowheads="1"/>
            </p:cNvSpPr>
            <p:nvPr/>
          </p:nvSpPr>
          <p:spPr bwMode="auto">
            <a:xfrm>
              <a:off x="1457" y="2044"/>
              <a:ext cx="40" cy="40"/>
            </a:xfrm>
            <a:prstGeom prst="ellipse">
              <a:avLst/>
            </a:prstGeom>
            <a:solidFill>
              <a:srgbClr val="808080"/>
            </a:solidFill>
            <a:ln w="25400">
              <a:solidFill>
                <a:srgbClr val="808080"/>
              </a:solidFill>
              <a:round/>
              <a:headEnd/>
              <a:tailEnd/>
            </a:ln>
          </p:spPr>
          <p:txBody>
            <a:bodyPr/>
            <a:lstStyle/>
            <a:p>
              <a:endParaRPr lang="en-US"/>
            </a:p>
          </p:txBody>
        </p:sp>
        <p:sp>
          <p:nvSpPr>
            <p:cNvPr id="56573" name="Oval 25"/>
            <p:cNvSpPr>
              <a:spLocks noChangeArrowheads="1"/>
            </p:cNvSpPr>
            <p:nvPr/>
          </p:nvSpPr>
          <p:spPr bwMode="auto">
            <a:xfrm>
              <a:off x="1457" y="2355"/>
              <a:ext cx="40" cy="32"/>
            </a:xfrm>
            <a:prstGeom prst="ellipse">
              <a:avLst/>
            </a:prstGeom>
            <a:solidFill>
              <a:srgbClr val="808080"/>
            </a:solidFill>
            <a:ln w="9525">
              <a:solidFill>
                <a:srgbClr val="808080"/>
              </a:solidFill>
              <a:round/>
              <a:headEnd/>
              <a:tailEnd/>
            </a:ln>
          </p:spPr>
          <p:txBody>
            <a:bodyPr/>
            <a:lstStyle/>
            <a:p>
              <a:endParaRPr lang="en-US"/>
            </a:p>
          </p:txBody>
        </p:sp>
        <p:sp>
          <p:nvSpPr>
            <p:cNvPr id="56574" name="Oval 26"/>
            <p:cNvSpPr>
              <a:spLocks noChangeArrowheads="1"/>
            </p:cNvSpPr>
            <p:nvPr/>
          </p:nvSpPr>
          <p:spPr bwMode="auto">
            <a:xfrm>
              <a:off x="1457" y="2355"/>
              <a:ext cx="40" cy="32"/>
            </a:xfrm>
            <a:prstGeom prst="ellipse">
              <a:avLst/>
            </a:prstGeom>
            <a:solidFill>
              <a:srgbClr val="808080"/>
            </a:solidFill>
            <a:ln w="25400">
              <a:solidFill>
                <a:srgbClr val="808080"/>
              </a:solidFill>
              <a:round/>
              <a:headEnd/>
              <a:tailEnd/>
            </a:ln>
          </p:spPr>
          <p:txBody>
            <a:bodyPr/>
            <a:lstStyle/>
            <a:p>
              <a:endParaRPr lang="en-US"/>
            </a:p>
          </p:txBody>
        </p:sp>
        <p:sp>
          <p:nvSpPr>
            <p:cNvPr id="56575" name="Oval 27"/>
            <p:cNvSpPr>
              <a:spLocks noChangeArrowheads="1"/>
            </p:cNvSpPr>
            <p:nvPr/>
          </p:nvSpPr>
          <p:spPr bwMode="auto">
            <a:xfrm>
              <a:off x="1457" y="2658"/>
              <a:ext cx="32" cy="32"/>
            </a:xfrm>
            <a:prstGeom prst="ellipse">
              <a:avLst/>
            </a:prstGeom>
            <a:solidFill>
              <a:srgbClr val="808080"/>
            </a:solidFill>
            <a:ln w="9525">
              <a:solidFill>
                <a:srgbClr val="808080"/>
              </a:solidFill>
              <a:round/>
              <a:headEnd/>
              <a:tailEnd/>
            </a:ln>
          </p:spPr>
          <p:txBody>
            <a:bodyPr/>
            <a:lstStyle/>
            <a:p>
              <a:endParaRPr lang="en-US"/>
            </a:p>
          </p:txBody>
        </p:sp>
        <p:sp>
          <p:nvSpPr>
            <p:cNvPr id="56576" name="Oval 28"/>
            <p:cNvSpPr>
              <a:spLocks noChangeArrowheads="1"/>
            </p:cNvSpPr>
            <p:nvPr/>
          </p:nvSpPr>
          <p:spPr bwMode="auto">
            <a:xfrm>
              <a:off x="1457" y="2658"/>
              <a:ext cx="32" cy="32"/>
            </a:xfrm>
            <a:prstGeom prst="ellipse">
              <a:avLst/>
            </a:prstGeom>
            <a:solidFill>
              <a:srgbClr val="808080"/>
            </a:solidFill>
            <a:ln w="25400">
              <a:solidFill>
                <a:srgbClr val="808080"/>
              </a:solidFill>
              <a:round/>
              <a:headEnd/>
              <a:tailEnd/>
            </a:ln>
          </p:spPr>
          <p:txBody>
            <a:bodyPr/>
            <a:lstStyle/>
            <a:p>
              <a:endParaRPr lang="en-US"/>
            </a:p>
          </p:txBody>
        </p:sp>
        <p:sp>
          <p:nvSpPr>
            <p:cNvPr id="56577" name="Oval 29"/>
            <p:cNvSpPr>
              <a:spLocks noChangeArrowheads="1"/>
            </p:cNvSpPr>
            <p:nvPr/>
          </p:nvSpPr>
          <p:spPr bwMode="auto">
            <a:xfrm>
              <a:off x="1449" y="2969"/>
              <a:ext cx="40" cy="32"/>
            </a:xfrm>
            <a:prstGeom prst="ellipse">
              <a:avLst/>
            </a:prstGeom>
            <a:solidFill>
              <a:srgbClr val="808080"/>
            </a:solidFill>
            <a:ln w="9525">
              <a:solidFill>
                <a:srgbClr val="808080"/>
              </a:solidFill>
              <a:round/>
              <a:headEnd/>
              <a:tailEnd/>
            </a:ln>
          </p:spPr>
          <p:txBody>
            <a:bodyPr/>
            <a:lstStyle/>
            <a:p>
              <a:endParaRPr lang="en-US"/>
            </a:p>
          </p:txBody>
        </p:sp>
        <p:sp>
          <p:nvSpPr>
            <p:cNvPr id="56578" name="Oval 30"/>
            <p:cNvSpPr>
              <a:spLocks noChangeArrowheads="1"/>
            </p:cNvSpPr>
            <p:nvPr/>
          </p:nvSpPr>
          <p:spPr bwMode="auto">
            <a:xfrm>
              <a:off x="1449" y="2969"/>
              <a:ext cx="40" cy="32"/>
            </a:xfrm>
            <a:prstGeom prst="ellipse">
              <a:avLst/>
            </a:prstGeom>
            <a:solidFill>
              <a:srgbClr val="808080"/>
            </a:solidFill>
            <a:ln w="25400">
              <a:solidFill>
                <a:srgbClr val="808080"/>
              </a:solidFill>
              <a:round/>
              <a:headEnd/>
              <a:tailEnd/>
            </a:ln>
          </p:spPr>
          <p:txBody>
            <a:bodyPr/>
            <a:lstStyle/>
            <a:p>
              <a:endParaRPr lang="en-US"/>
            </a:p>
          </p:txBody>
        </p:sp>
        <p:grpSp>
          <p:nvGrpSpPr>
            <p:cNvPr id="56579" name="Group 31"/>
            <p:cNvGrpSpPr>
              <a:grpSpLocks/>
            </p:cNvGrpSpPr>
            <p:nvPr/>
          </p:nvGrpSpPr>
          <p:grpSpPr bwMode="auto">
            <a:xfrm>
              <a:off x="1912" y="1741"/>
              <a:ext cx="40" cy="1260"/>
              <a:chOff x="1912" y="1741"/>
              <a:chExt cx="40" cy="1260"/>
            </a:xfrm>
          </p:grpSpPr>
          <p:sp>
            <p:nvSpPr>
              <p:cNvPr id="57763" name="Oval 32"/>
              <p:cNvSpPr>
                <a:spLocks noChangeArrowheads="1"/>
              </p:cNvSpPr>
              <p:nvPr/>
            </p:nvSpPr>
            <p:spPr bwMode="auto">
              <a:xfrm>
                <a:off x="1920" y="1741"/>
                <a:ext cx="32" cy="32"/>
              </a:xfrm>
              <a:prstGeom prst="ellipse">
                <a:avLst/>
              </a:prstGeom>
              <a:solidFill>
                <a:srgbClr val="808080"/>
              </a:solidFill>
              <a:ln w="9525">
                <a:solidFill>
                  <a:srgbClr val="808080"/>
                </a:solidFill>
                <a:round/>
                <a:headEnd/>
                <a:tailEnd/>
              </a:ln>
            </p:spPr>
            <p:txBody>
              <a:bodyPr/>
              <a:lstStyle/>
              <a:p>
                <a:endParaRPr lang="en-US"/>
              </a:p>
            </p:txBody>
          </p:sp>
          <p:sp>
            <p:nvSpPr>
              <p:cNvPr id="57764" name="Oval 33"/>
              <p:cNvSpPr>
                <a:spLocks noChangeArrowheads="1"/>
              </p:cNvSpPr>
              <p:nvPr/>
            </p:nvSpPr>
            <p:spPr bwMode="auto">
              <a:xfrm>
                <a:off x="1920" y="1741"/>
                <a:ext cx="32" cy="32"/>
              </a:xfrm>
              <a:prstGeom prst="ellipse">
                <a:avLst/>
              </a:prstGeom>
              <a:solidFill>
                <a:srgbClr val="808080"/>
              </a:solidFill>
              <a:ln w="25400">
                <a:solidFill>
                  <a:srgbClr val="808080"/>
                </a:solidFill>
                <a:round/>
                <a:headEnd/>
                <a:tailEnd/>
              </a:ln>
            </p:spPr>
            <p:txBody>
              <a:bodyPr/>
              <a:lstStyle/>
              <a:p>
                <a:endParaRPr lang="en-US"/>
              </a:p>
            </p:txBody>
          </p:sp>
          <p:sp>
            <p:nvSpPr>
              <p:cNvPr id="57765" name="Oval 34"/>
              <p:cNvSpPr>
                <a:spLocks noChangeArrowheads="1"/>
              </p:cNvSpPr>
              <p:nvPr/>
            </p:nvSpPr>
            <p:spPr bwMode="auto">
              <a:xfrm>
                <a:off x="1920" y="2044"/>
                <a:ext cx="32" cy="32"/>
              </a:xfrm>
              <a:prstGeom prst="ellipse">
                <a:avLst/>
              </a:prstGeom>
              <a:solidFill>
                <a:srgbClr val="808080"/>
              </a:solidFill>
              <a:ln w="9525">
                <a:solidFill>
                  <a:srgbClr val="808080"/>
                </a:solidFill>
                <a:round/>
                <a:headEnd/>
                <a:tailEnd/>
              </a:ln>
            </p:spPr>
            <p:txBody>
              <a:bodyPr/>
              <a:lstStyle/>
              <a:p>
                <a:endParaRPr lang="en-US"/>
              </a:p>
            </p:txBody>
          </p:sp>
          <p:sp>
            <p:nvSpPr>
              <p:cNvPr id="57766" name="Oval 35"/>
              <p:cNvSpPr>
                <a:spLocks noChangeArrowheads="1"/>
              </p:cNvSpPr>
              <p:nvPr/>
            </p:nvSpPr>
            <p:spPr bwMode="auto">
              <a:xfrm>
                <a:off x="1920" y="2044"/>
                <a:ext cx="32" cy="32"/>
              </a:xfrm>
              <a:prstGeom prst="ellipse">
                <a:avLst/>
              </a:prstGeom>
              <a:solidFill>
                <a:srgbClr val="808080"/>
              </a:solidFill>
              <a:ln w="25400">
                <a:solidFill>
                  <a:srgbClr val="808080"/>
                </a:solidFill>
                <a:round/>
                <a:headEnd/>
                <a:tailEnd/>
              </a:ln>
            </p:spPr>
            <p:txBody>
              <a:bodyPr/>
              <a:lstStyle/>
              <a:p>
                <a:endParaRPr lang="en-US"/>
              </a:p>
            </p:txBody>
          </p:sp>
          <p:sp>
            <p:nvSpPr>
              <p:cNvPr id="57767" name="Oval 36"/>
              <p:cNvSpPr>
                <a:spLocks noChangeArrowheads="1"/>
              </p:cNvSpPr>
              <p:nvPr/>
            </p:nvSpPr>
            <p:spPr bwMode="auto">
              <a:xfrm>
                <a:off x="1920" y="2347"/>
                <a:ext cx="32" cy="40"/>
              </a:xfrm>
              <a:prstGeom prst="ellipse">
                <a:avLst/>
              </a:prstGeom>
              <a:solidFill>
                <a:srgbClr val="808080"/>
              </a:solidFill>
              <a:ln w="9525">
                <a:solidFill>
                  <a:srgbClr val="808080"/>
                </a:solidFill>
                <a:round/>
                <a:headEnd/>
                <a:tailEnd/>
              </a:ln>
            </p:spPr>
            <p:txBody>
              <a:bodyPr/>
              <a:lstStyle/>
              <a:p>
                <a:endParaRPr lang="en-US"/>
              </a:p>
            </p:txBody>
          </p:sp>
          <p:sp>
            <p:nvSpPr>
              <p:cNvPr id="57768" name="Oval 37"/>
              <p:cNvSpPr>
                <a:spLocks noChangeArrowheads="1"/>
              </p:cNvSpPr>
              <p:nvPr/>
            </p:nvSpPr>
            <p:spPr bwMode="auto">
              <a:xfrm>
                <a:off x="1920" y="2347"/>
                <a:ext cx="32" cy="40"/>
              </a:xfrm>
              <a:prstGeom prst="ellipse">
                <a:avLst/>
              </a:prstGeom>
              <a:solidFill>
                <a:srgbClr val="808080"/>
              </a:solidFill>
              <a:ln w="25400">
                <a:solidFill>
                  <a:srgbClr val="808080"/>
                </a:solidFill>
                <a:round/>
                <a:headEnd/>
                <a:tailEnd/>
              </a:ln>
            </p:spPr>
            <p:txBody>
              <a:bodyPr/>
              <a:lstStyle/>
              <a:p>
                <a:endParaRPr lang="en-US"/>
              </a:p>
            </p:txBody>
          </p:sp>
          <p:sp>
            <p:nvSpPr>
              <p:cNvPr id="57769" name="Oval 38"/>
              <p:cNvSpPr>
                <a:spLocks noChangeArrowheads="1"/>
              </p:cNvSpPr>
              <p:nvPr/>
            </p:nvSpPr>
            <p:spPr bwMode="auto">
              <a:xfrm>
                <a:off x="1920" y="2658"/>
                <a:ext cx="32" cy="32"/>
              </a:xfrm>
              <a:prstGeom prst="ellipse">
                <a:avLst/>
              </a:prstGeom>
              <a:solidFill>
                <a:srgbClr val="808080"/>
              </a:solidFill>
              <a:ln w="9525">
                <a:solidFill>
                  <a:srgbClr val="808080"/>
                </a:solidFill>
                <a:round/>
                <a:headEnd/>
                <a:tailEnd/>
              </a:ln>
            </p:spPr>
            <p:txBody>
              <a:bodyPr/>
              <a:lstStyle/>
              <a:p>
                <a:endParaRPr lang="en-US"/>
              </a:p>
            </p:txBody>
          </p:sp>
          <p:sp>
            <p:nvSpPr>
              <p:cNvPr id="57770" name="Oval 39"/>
              <p:cNvSpPr>
                <a:spLocks noChangeArrowheads="1"/>
              </p:cNvSpPr>
              <p:nvPr/>
            </p:nvSpPr>
            <p:spPr bwMode="auto">
              <a:xfrm>
                <a:off x="1920" y="2658"/>
                <a:ext cx="32" cy="32"/>
              </a:xfrm>
              <a:prstGeom prst="ellipse">
                <a:avLst/>
              </a:prstGeom>
              <a:solidFill>
                <a:srgbClr val="808080"/>
              </a:solidFill>
              <a:ln w="25400">
                <a:solidFill>
                  <a:srgbClr val="808080"/>
                </a:solidFill>
                <a:round/>
                <a:headEnd/>
                <a:tailEnd/>
              </a:ln>
            </p:spPr>
            <p:txBody>
              <a:bodyPr/>
              <a:lstStyle/>
              <a:p>
                <a:endParaRPr lang="en-US"/>
              </a:p>
            </p:txBody>
          </p:sp>
          <p:sp>
            <p:nvSpPr>
              <p:cNvPr id="57771" name="Oval 40"/>
              <p:cNvSpPr>
                <a:spLocks noChangeArrowheads="1"/>
              </p:cNvSpPr>
              <p:nvPr/>
            </p:nvSpPr>
            <p:spPr bwMode="auto">
              <a:xfrm>
                <a:off x="1912" y="2961"/>
                <a:ext cx="32" cy="40"/>
              </a:xfrm>
              <a:prstGeom prst="ellipse">
                <a:avLst/>
              </a:prstGeom>
              <a:solidFill>
                <a:srgbClr val="808080"/>
              </a:solidFill>
              <a:ln w="9525">
                <a:solidFill>
                  <a:srgbClr val="808080"/>
                </a:solidFill>
                <a:round/>
                <a:headEnd/>
                <a:tailEnd/>
              </a:ln>
            </p:spPr>
            <p:txBody>
              <a:bodyPr/>
              <a:lstStyle/>
              <a:p>
                <a:endParaRPr lang="en-US"/>
              </a:p>
            </p:txBody>
          </p:sp>
          <p:sp>
            <p:nvSpPr>
              <p:cNvPr id="57772" name="Oval 41"/>
              <p:cNvSpPr>
                <a:spLocks noChangeArrowheads="1"/>
              </p:cNvSpPr>
              <p:nvPr/>
            </p:nvSpPr>
            <p:spPr bwMode="auto">
              <a:xfrm>
                <a:off x="1912" y="2961"/>
                <a:ext cx="32" cy="40"/>
              </a:xfrm>
              <a:prstGeom prst="ellipse">
                <a:avLst/>
              </a:prstGeom>
              <a:solidFill>
                <a:srgbClr val="808080"/>
              </a:solidFill>
              <a:ln w="25400">
                <a:solidFill>
                  <a:srgbClr val="808080"/>
                </a:solidFill>
                <a:round/>
                <a:headEnd/>
                <a:tailEnd/>
              </a:ln>
            </p:spPr>
            <p:txBody>
              <a:bodyPr/>
              <a:lstStyle/>
              <a:p>
                <a:endParaRPr lang="en-US"/>
              </a:p>
            </p:txBody>
          </p:sp>
        </p:grpSp>
        <p:grpSp>
          <p:nvGrpSpPr>
            <p:cNvPr id="56580" name="Group 42"/>
            <p:cNvGrpSpPr>
              <a:grpSpLocks/>
            </p:cNvGrpSpPr>
            <p:nvPr/>
          </p:nvGrpSpPr>
          <p:grpSpPr bwMode="auto">
            <a:xfrm>
              <a:off x="2375" y="1749"/>
              <a:ext cx="40" cy="1252"/>
              <a:chOff x="2375" y="1749"/>
              <a:chExt cx="40" cy="1252"/>
            </a:xfrm>
          </p:grpSpPr>
          <p:sp>
            <p:nvSpPr>
              <p:cNvPr id="57753" name="Oval 43"/>
              <p:cNvSpPr>
                <a:spLocks noChangeArrowheads="1"/>
              </p:cNvSpPr>
              <p:nvPr/>
            </p:nvSpPr>
            <p:spPr bwMode="auto">
              <a:xfrm>
                <a:off x="2375" y="1749"/>
                <a:ext cx="32" cy="32"/>
              </a:xfrm>
              <a:prstGeom prst="ellipse">
                <a:avLst/>
              </a:prstGeom>
              <a:solidFill>
                <a:srgbClr val="808080"/>
              </a:solidFill>
              <a:ln w="9525">
                <a:solidFill>
                  <a:srgbClr val="808080"/>
                </a:solidFill>
                <a:round/>
                <a:headEnd/>
                <a:tailEnd/>
              </a:ln>
            </p:spPr>
            <p:txBody>
              <a:bodyPr/>
              <a:lstStyle/>
              <a:p>
                <a:endParaRPr lang="en-US"/>
              </a:p>
            </p:txBody>
          </p:sp>
          <p:sp>
            <p:nvSpPr>
              <p:cNvPr id="57754" name="Oval 44"/>
              <p:cNvSpPr>
                <a:spLocks noChangeArrowheads="1"/>
              </p:cNvSpPr>
              <p:nvPr/>
            </p:nvSpPr>
            <p:spPr bwMode="auto">
              <a:xfrm>
                <a:off x="2375" y="1749"/>
                <a:ext cx="32" cy="32"/>
              </a:xfrm>
              <a:prstGeom prst="ellipse">
                <a:avLst/>
              </a:prstGeom>
              <a:solidFill>
                <a:srgbClr val="808080"/>
              </a:solidFill>
              <a:ln w="25400">
                <a:solidFill>
                  <a:srgbClr val="808080"/>
                </a:solidFill>
                <a:round/>
                <a:headEnd/>
                <a:tailEnd/>
              </a:ln>
            </p:spPr>
            <p:txBody>
              <a:bodyPr/>
              <a:lstStyle/>
              <a:p>
                <a:endParaRPr lang="en-US"/>
              </a:p>
            </p:txBody>
          </p:sp>
          <p:sp>
            <p:nvSpPr>
              <p:cNvPr id="57755" name="Oval 45"/>
              <p:cNvSpPr>
                <a:spLocks noChangeArrowheads="1"/>
              </p:cNvSpPr>
              <p:nvPr/>
            </p:nvSpPr>
            <p:spPr bwMode="auto">
              <a:xfrm>
                <a:off x="2383" y="2052"/>
                <a:ext cx="32" cy="32"/>
              </a:xfrm>
              <a:prstGeom prst="ellipse">
                <a:avLst/>
              </a:prstGeom>
              <a:solidFill>
                <a:srgbClr val="808080"/>
              </a:solidFill>
              <a:ln w="9525">
                <a:solidFill>
                  <a:srgbClr val="808080"/>
                </a:solidFill>
                <a:round/>
                <a:headEnd/>
                <a:tailEnd/>
              </a:ln>
            </p:spPr>
            <p:txBody>
              <a:bodyPr/>
              <a:lstStyle/>
              <a:p>
                <a:endParaRPr lang="en-US"/>
              </a:p>
            </p:txBody>
          </p:sp>
          <p:sp>
            <p:nvSpPr>
              <p:cNvPr id="57756" name="Oval 46"/>
              <p:cNvSpPr>
                <a:spLocks noChangeArrowheads="1"/>
              </p:cNvSpPr>
              <p:nvPr/>
            </p:nvSpPr>
            <p:spPr bwMode="auto">
              <a:xfrm>
                <a:off x="2383" y="2052"/>
                <a:ext cx="32" cy="32"/>
              </a:xfrm>
              <a:prstGeom prst="ellipse">
                <a:avLst/>
              </a:prstGeom>
              <a:solidFill>
                <a:srgbClr val="808080"/>
              </a:solidFill>
              <a:ln w="25400">
                <a:solidFill>
                  <a:srgbClr val="808080"/>
                </a:solidFill>
                <a:round/>
                <a:headEnd/>
                <a:tailEnd/>
              </a:ln>
            </p:spPr>
            <p:txBody>
              <a:bodyPr/>
              <a:lstStyle/>
              <a:p>
                <a:endParaRPr lang="en-US"/>
              </a:p>
            </p:txBody>
          </p:sp>
          <p:sp>
            <p:nvSpPr>
              <p:cNvPr id="57757" name="Oval 47"/>
              <p:cNvSpPr>
                <a:spLocks noChangeArrowheads="1"/>
              </p:cNvSpPr>
              <p:nvPr/>
            </p:nvSpPr>
            <p:spPr bwMode="auto">
              <a:xfrm>
                <a:off x="2383" y="2355"/>
                <a:ext cx="32" cy="32"/>
              </a:xfrm>
              <a:prstGeom prst="ellipse">
                <a:avLst/>
              </a:prstGeom>
              <a:solidFill>
                <a:srgbClr val="808080"/>
              </a:solidFill>
              <a:ln w="9525">
                <a:solidFill>
                  <a:srgbClr val="808080"/>
                </a:solidFill>
                <a:round/>
                <a:headEnd/>
                <a:tailEnd/>
              </a:ln>
            </p:spPr>
            <p:txBody>
              <a:bodyPr/>
              <a:lstStyle/>
              <a:p>
                <a:endParaRPr lang="en-US"/>
              </a:p>
            </p:txBody>
          </p:sp>
          <p:sp>
            <p:nvSpPr>
              <p:cNvPr id="57758" name="Oval 48"/>
              <p:cNvSpPr>
                <a:spLocks noChangeArrowheads="1"/>
              </p:cNvSpPr>
              <p:nvPr/>
            </p:nvSpPr>
            <p:spPr bwMode="auto">
              <a:xfrm>
                <a:off x="2383" y="2355"/>
                <a:ext cx="32" cy="32"/>
              </a:xfrm>
              <a:prstGeom prst="ellipse">
                <a:avLst/>
              </a:prstGeom>
              <a:solidFill>
                <a:srgbClr val="808080"/>
              </a:solidFill>
              <a:ln w="25400">
                <a:solidFill>
                  <a:srgbClr val="808080"/>
                </a:solidFill>
                <a:round/>
                <a:headEnd/>
                <a:tailEnd/>
              </a:ln>
            </p:spPr>
            <p:txBody>
              <a:bodyPr/>
              <a:lstStyle/>
              <a:p>
                <a:endParaRPr lang="en-US"/>
              </a:p>
            </p:txBody>
          </p:sp>
          <p:sp>
            <p:nvSpPr>
              <p:cNvPr id="57759" name="Oval 49"/>
              <p:cNvSpPr>
                <a:spLocks noChangeArrowheads="1"/>
              </p:cNvSpPr>
              <p:nvPr/>
            </p:nvSpPr>
            <p:spPr bwMode="auto">
              <a:xfrm>
                <a:off x="2375" y="2658"/>
                <a:ext cx="32" cy="40"/>
              </a:xfrm>
              <a:prstGeom prst="ellipse">
                <a:avLst/>
              </a:prstGeom>
              <a:solidFill>
                <a:srgbClr val="808080"/>
              </a:solidFill>
              <a:ln w="9525">
                <a:solidFill>
                  <a:srgbClr val="808080"/>
                </a:solidFill>
                <a:round/>
                <a:headEnd/>
                <a:tailEnd/>
              </a:ln>
            </p:spPr>
            <p:txBody>
              <a:bodyPr/>
              <a:lstStyle/>
              <a:p>
                <a:endParaRPr lang="en-US"/>
              </a:p>
            </p:txBody>
          </p:sp>
          <p:sp>
            <p:nvSpPr>
              <p:cNvPr id="57760" name="Oval 50"/>
              <p:cNvSpPr>
                <a:spLocks noChangeArrowheads="1"/>
              </p:cNvSpPr>
              <p:nvPr/>
            </p:nvSpPr>
            <p:spPr bwMode="auto">
              <a:xfrm>
                <a:off x="2375" y="2658"/>
                <a:ext cx="32" cy="40"/>
              </a:xfrm>
              <a:prstGeom prst="ellipse">
                <a:avLst/>
              </a:prstGeom>
              <a:solidFill>
                <a:srgbClr val="808080"/>
              </a:solidFill>
              <a:ln w="25400">
                <a:solidFill>
                  <a:srgbClr val="808080"/>
                </a:solidFill>
                <a:round/>
                <a:headEnd/>
                <a:tailEnd/>
              </a:ln>
            </p:spPr>
            <p:txBody>
              <a:bodyPr/>
              <a:lstStyle/>
              <a:p>
                <a:endParaRPr lang="en-US"/>
              </a:p>
            </p:txBody>
          </p:sp>
          <p:sp>
            <p:nvSpPr>
              <p:cNvPr id="57761" name="Oval 51"/>
              <p:cNvSpPr>
                <a:spLocks noChangeArrowheads="1"/>
              </p:cNvSpPr>
              <p:nvPr/>
            </p:nvSpPr>
            <p:spPr bwMode="auto">
              <a:xfrm>
                <a:off x="2375" y="2969"/>
                <a:ext cx="32" cy="32"/>
              </a:xfrm>
              <a:prstGeom prst="ellipse">
                <a:avLst/>
              </a:prstGeom>
              <a:solidFill>
                <a:srgbClr val="808080"/>
              </a:solidFill>
              <a:ln w="9525">
                <a:solidFill>
                  <a:srgbClr val="808080"/>
                </a:solidFill>
                <a:round/>
                <a:headEnd/>
                <a:tailEnd/>
              </a:ln>
            </p:spPr>
            <p:txBody>
              <a:bodyPr/>
              <a:lstStyle/>
              <a:p>
                <a:endParaRPr lang="en-US"/>
              </a:p>
            </p:txBody>
          </p:sp>
          <p:sp>
            <p:nvSpPr>
              <p:cNvPr id="57762" name="Oval 52"/>
              <p:cNvSpPr>
                <a:spLocks noChangeArrowheads="1"/>
              </p:cNvSpPr>
              <p:nvPr/>
            </p:nvSpPr>
            <p:spPr bwMode="auto">
              <a:xfrm>
                <a:off x="2375" y="2969"/>
                <a:ext cx="32" cy="32"/>
              </a:xfrm>
              <a:prstGeom prst="ellipse">
                <a:avLst/>
              </a:prstGeom>
              <a:solidFill>
                <a:srgbClr val="808080"/>
              </a:solidFill>
              <a:ln w="25400">
                <a:solidFill>
                  <a:srgbClr val="808080"/>
                </a:solidFill>
                <a:round/>
                <a:headEnd/>
                <a:tailEnd/>
              </a:ln>
            </p:spPr>
            <p:txBody>
              <a:bodyPr/>
              <a:lstStyle/>
              <a:p>
                <a:endParaRPr lang="en-US"/>
              </a:p>
            </p:txBody>
          </p:sp>
        </p:grpSp>
        <p:grpSp>
          <p:nvGrpSpPr>
            <p:cNvPr id="56581" name="Group 53"/>
            <p:cNvGrpSpPr>
              <a:grpSpLocks/>
            </p:cNvGrpSpPr>
            <p:nvPr/>
          </p:nvGrpSpPr>
          <p:grpSpPr bwMode="auto">
            <a:xfrm>
              <a:off x="1489" y="2076"/>
              <a:ext cx="431" cy="284"/>
              <a:chOff x="1489" y="2076"/>
              <a:chExt cx="431" cy="284"/>
            </a:xfrm>
          </p:grpSpPr>
          <p:sp>
            <p:nvSpPr>
              <p:cNvPr id="57751" name="Freeform 54"/>
              <p:cNvSpPr>
                <a:spLocks/>
              </p:cNvSpPr>
              <p:nvPr/>
            </p:nvSpPr>
            <p:spPr bwMode="auto">
              <a:xfrm>
                <a:off x="1784" y="2076"/>
                <a:ext cx="136" cy="96"/>
              </a:xfrm>
              <a:custGeom>
                <a:avLst/>
                <a:gdLst>
                  <a:gd name="T0" fmla="*/ 136 w 136"/>
                  <a:gd name="T1" fmla="*/ 0 h 96"/>
                  <a:gd name="T2" fmla="*/ 40 w 136"/>
                  <a:gd name="T3" fmla="*/ 96 h 96"/>
                  <a:gd name="T4" fmla="*/ 24 w 136"/>
                  <a:gd name="T5" fmla="*/ 72 h 96"/>
                  <a:gd name="T6" fmla="*/ 0 w 136"/>
                  <a:gd name="T7" fmla="*/ 40 h 96"/>
                  <a:gd name="T8" fmla="*/ 136 w 136"/>
                  <a:gd name="T9" fmla="*/ 0 h 9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 h="96">
                    <a:moveTo>
                      <a:pt x="136" y="0"/>
                    </a:moveTo>
                    <a:lnTo>
                      <a:pt x="40" y="96"/>
                    </a:lnTo>
                    <a:lnTo>
                      <a:pt x="24" y="72"/>
                    </a:lnTo>
                    <a:lnTo>
                      <a:pt x="0" y="40"/>
                    </a:lnTo>
                    <a:lnTo>
                      <a:pt x="136" y="0"/>
                    </a:lnTo>
                    <a:close/>
                  </a:path>
                </a:pathLst>
              </a:custGeom>
              <a:solidFill>
                <a:srgbClr val="808080"/>
              </a:solidFill>
              <a:ln w="9525">
                <a:solidFill>
                  <a:srgbClr val="808080"/>
                </a:solidFill>
                <a:round/>
                <a:headEnd/>
                <a:tailEnd/>
              </a:ln>
            </p:spPr>
            <p:txBody>
              <a:bodyPr/>
              <a:lstStyle/>
              <a:p>
                <a:endParaRPr lang="en-US"/>
              </a:p>
            </p:txBody>
          </p:sp>
          <p:sp>
            <p:nvSpPr>
              <p:cNvPr id="57752" name="Line 55"/>
              <p:cNvSpPr>
                <a:spLocks noChangeShapeType="1"/>
              </p:cNvSpPr>
              <p:nvPr/>
            </p:nvSpPr>
            <p:spPr bwMode="auto">
              <a:xfrm flipV="1">
                <a:off x="1489" y="2143"/>
                <a:ext cx="327" cy="217"/>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582" name="Group 56"/>
            <p:cNvGrpSpPr>
              <a:grpSpLocks/>
            </p:cNvGrpSpPr>
            <p:nvPr/>
          </p:nvGrpSpPr>
          <p:grpSpPr bwMode="auto">
            <a:xfrm>
              <a:off x="1489" y="1733"/>
              <a:ext cx="423" cy="56"/>
              <a:chOff x="1489" y="1733"/>
              <a:chExt cx="423" cy="56"/>
            </a:xfrm>
          </p:grpSpPr>
          <p:sp>
            <p:nvSpPr>
              <p:cNvPr id="57743" name="Freeform 57"/>
              <p:cNvSpPr>
                <a:spLocks/>
              </p:cNvSpPr>
              <p:nvPr/>
            </p:nvSpPr>
            <p:spPr bwMode="auto">
              <a:xfrm>
                <a:off x="1792" y="1733"/>
                <a:ext cx="120" cy="56"/>
              </a:xfrm>
              <a:custGeom>
                <a:avLst/>
                <a:gdLst>
                  <a:gd name="T0" fmla="*/ 120 w 120"/>
                  <a:gd name="T1" fmla="*/ 24 h 56"/>
                  <a:gd name="T2" fmla="*/ 0 w 120"/>
                  <a:gd name="T3" fmla="*/ 56 h 56"/>
                  <a:gd name="T4" fmla="*/ 0 w 120"/>
                  <a:gd name="T5" fmla="*/ 24 h 56"/>
                  <a:gd name="T6" fmla="*/ 0 w 120"/>
                  <a:gd name="T7" fmla="*/ 0 h 56"/>
                  <a:gd name="T8" fmla="*/ 120 w 120"/>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 h="56">
                    <a:moveTo>
                      <a:pt x="120" y="24"/>
                    </a:moveTo>
                    <a:lnTo>
                      <a:pt x="0" y="56"/>
                    </a:lnTo>
                    <a:lnTo>
                      <a:pt x="0" y="24"/>
                    </a:lnTo>
                    <a:lnTo>
                      <a:pt x="0" y="0"/>
                    </a:lnTo>
                    <a:lnTo>
                      <a:pt x="120" y="24"/>
                    </a:lnTo>
                    <a:close/>
                  </a:path>
                </a:pathLst>
              </a:custGeom>
              <a:solidFill>
                <a:srgbClr val="808080"/>
              </a:solidFill>
              <a:ln w="9525">
                <a:solidFill>
                  <a:srgbClr val="808080"/>
                </a:solidFill>
                <a:round/>
                <a:headEnd/>
                <a:tailEnd/>
              </a:ln>
            </p:spPr>
            <p:txBody>
              <a:bodyPr/>
              <a:lstStyle/>
              <a:p>
                <a:endParaRPr lang="en-US"/>
              </a:p>
            </p:txBody>
          </p:sp>
          <p:grpSp>
            <p:nvGrpSpPr>
              <p:cNvPr id="57744" name="Group 58"/>
              <p:cNvGrpSpPr>
                <a:grpSpLocks/>
              </p:cNvGrpSpPr>
              <p:nvPr/>
            </p:nvGrpSpPr>
            <p:grpSpPr bwMode="auto">
              <a:xfrm>
                <a:off x="1489" y="1757"/>
                <a:ext cx="295" cy="1"/>
                <a:chOff x="1489" y="1757"/>
                <a:chExt cx="295" cy="1"/>
              </a:xfrm>
            </p:grpSpPr>
            <p:sp>
              <p:nvSpPr>
                <p:cNvPr id="57745" name="Line 59"/>
                <p:cNvSpPr>
                  <a:spLocks noChangeShapeType="1"/>
                </p:cNvSpPr>
                <p:nvPr/>
              </p:nvSpPr>
              <p:spPr bwMode="auto">
                <a:xfrm>
                  <a:off x="1489"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746" name="Line 60"/>
                <p:cNvSpPr>
                  <a:spLocks noChangeShapeType="1"/>
                </p:cNvSpPr>
                <p:nvPr/>
              </p:nvSpPr>
              <p:spPr bwMode="auto">
                <a:xfrm>
                  <a:off x="1544"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747" name="Line 61"/>
                <p:cNvSpPr>
                  <a:spLocks noChangeShapeType="1"/>
                </p:cNvSpPr>
                <p:nvPr/>
              </p:nvSpPr>
              <p:spPr bwMode="auto">
                <a:xfrm>
                  <a:off x="1600"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748" name="Line 62"/>
                <p:cNvSpPr>
                  <a:spLocks noChangeShapeType="1"/>
                </p:cNvSpPr>
                <p:nvPr/>
              </p:nvSpPr>
              <p:spPr bwMode="auto">
                <a:xfrm>
                  <a:off x="1656"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749" name="Line 63"/>
                <p:cNvSpPr>
                  <a:spLocks noChangeShapeType="1"/>
                </p:cNvSpPr>
                <p:nvPr/>
              </p:nvSpPr>
              <p:spPr bwMode="auto">
                <a:xfrm>
                  <a:off x="1712"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750" name="Line 64"/>
                <p:cNvSpPr>
                  <a:spLocks noChangeShapeType="1"/>
                </p:cNvSpPr>
                <p:nvPr/>
              </p:nvSpPr>
              <p:spPr bwMode="auto">
                <a:xfrm>
                  <a:off x="1768" y="1757"/>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583" name="Group 65"/>
            <p:cNvGrpSpPr>
              <a:grpSpLocks/>
            </p:cNvGrpSpPr>
            <p:nvPr/>
          </p:nvGrpSpPr>
          <p:grpSpPr bwMode="auto">
            <a:xfrm>
              <a:off x="1952" y="1725"/>
              <a:ext cx="415" cy="56"/>
              <a:chOff x="1952" y="1725"/>
              <a:chExt cx="415" cy="56"/>
            </a:xfrm>
          </p:grpSpPr>
          <p:sp>
            <p:nvSpPr>
              <p:cNvPr id="57735" name="Freeform 66"/>
              <p:cNvSpPr>
                <a:spLocks/>
              </p:cNvSpPr>
              <p:nvPr/>
            </p:nvSpPr>
            <p:spPr bwMode="auto">
              <a:xfrm>
                <a:off x="2255" y="1725"/>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rgbClr val="808080"/>
              </a:solidFill>
              <a:ln w="9525">
                <a:solidFill>
                  <a:srgbClr val="808080"/>
                </a:solidFill>
                <a:round/>
                <a:headEnd/>
                <a:tailEnd/>
              </a:ln>
            </p:spPr>
            <p:txBody>
              <a:bodyPr/>
              <a:lstStyle/>
              <a:p>
                <a:endParaRPr lang="en-US"/>
              </a:p>
            </p:txBody>
          </p:sp>
          <p:grpSp>
            <p:nvGrpSpPr>
              <p:cNvPr id="57736" name="Group 67"/>
              <p:cNvGrpSpPr>
                <a:grpSpLocks/>
              </p:cNvGrpSpPr>
              <p:nvPr/>
            </p:nvGrpSpPr>
            <p:grpSpPr bwMode="auto">
              <a:xfrm>
                <a:off x="1952" y="1757"/>
                <a:ext cx="295" cy="1"/>
                <a:chOff x="1952" y="1757"/>
                <a:chExt cx="295" cy="1"/>
              </a:xfrm>
            </p:grpSpPr>
            <p:sp>
              <p:nvSpPr>
                <p:cNvPr id="57737" name="Line 68"/>
                <p:cNvSpPr>
                  <a:spLocks noChangeShapeType="1"/>
                </p:cNvSpPr>
                <p:nvPr/>
              </p:nvSpPr>
              <p:spPr bwMode="auto">
                <a:xfrm>
                  <a:off x="1952"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738" name="Line 69"/>
                <p:cNvSpPr>
                  <a:spLocks noChangeShapeType="1"/>
                </p:cNvSpPr>
                <p:nvPr/>
              </p:nvSpPr>
              <p:spPr bwMode="auto">
                <a:xfrm>
                  <a:off x="2008" y="1757"/>
                  <a:ext cx="23"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739" name="Line 70"/>
                <p:cNvSpPr>
                  <a:spLocks noChangeShapeType="1"/>
                </p:cNvSpPr>
                <p:nvPr/>
              </p:nvSpPr>
              <p:spPr bwMode="auto">
                <a:xfrm>
                  <a:off x="2063"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740" name="Line 71"/>
                <p:cNvSpPr>
                  <a:spLocks noChangeShapeType="1"/>
                </p:cNvSpPr>
                <p:nvPr/>
              </p:nvSpPr>
              <p:spPr bwMode="auto">
                <a:xfrm>
                  <a:off x="2119"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741" name="Line 72"/>
                <p:cNvSpPr>
                  <a:spLocks noChangeShapeType="1"/>
                </p:cNvSpPr>
                <p:nvPr/>
              </p:nvSpPr>
              <p:spPr bwMode="auto">
                <a:xfrm>
                  <a:off x="2175"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742" name="Line 73"/>
                <p:cNvSpPr>
                  <a:spLocks noChangeShapeType="1"/>
                </p:cNvSpPr>
                <p:nvPr/>
              </p:nvSpPr>
              <p:spPr bwMode="auto">
                <a:xfrm>
                  <a:off x="2231" y="1757"/>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584" name="Group 74"/>
            <p:cNvGrpSpPr>
              <a:grpSpLocks/>
            </p:cNvGrpSpPr>
            <p:nvPr/>
          </p:nvGrpSpPr>
          <p:grpSpPr bwMode="auto">
            <a:xfrm>
              <a:off x="1497" y="2036"/>
              <a:ext cx="415" cy="56"/>
              <a:chOff x="1497" y="2036"/>
              <a:chExt cx="415" cy="56"/>
            </a:xfrm>
          </p:grpSpPr>
          <p:sp>
            <p:nvSpPr>
              <p:cNvPr id="57727" name="Freeform 75"/>
              <p:cNvSpPr>
                <a:spLocks/>
              </p:cNvSpPr>
              <p:nvPr/>
            </p:nvSpPr>
            <p:spPr bwMode="auto">
              <a:xfrm>
                <a:off x="1800"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rgbClr val="808080"/>
              </a:solidFill>
              <a:ln w="9525">
                <a:solidFill>
                  <a:srgbClr val="808080"/>
                </a:solidFill>
                <a:round/>
                <a:headEnd/>
                <a:tailEnd/>
              </a:ln>
            </p:spPr>
            <p:txBody>
              <a:bodyPr/>
              <a:lstStyle/>
              <a:p>
                <a:endParaRPr lang="en-US"/>
              </a:p>
            </p:txBody>
          </p:sp>
          <p:grpSp>
            <p:nvGrpSpPr>
              <p:cNvPr id="57728" name="Group 76"/>
              <p:cNvGrpSpPr>
                <a:grpSpLocks/>
              </p:cNvGrpSpPr>
              <p:nvPr/>
            </p:nvGrpSpPr>
            <p:grpSpPr bwMode="auto">
              <a:xfrm>
                <a:off x="1497" y="2068"/>
                <a:ext cx="295" cy="1"/>
                <a:chOff x="1497" y="2068"/>
                <a:chExt cx="295" cy="1"/>
              </a:xfrm>
            </p:grpSpPr>
            <p:sp>
              <p:nvSpPr>
                <p:cNvPr id="57729" name="Line 77"/>
                <p:cNvSpPr>
                  <a:spLocks noChangeShapeType="1"/>
                </p:cNvSpPr>
                <p:nvPr/>
              </p:nvSpPr>
              <p:spPr bwMode="auto">
                <a:xfrm>
                  <a:off x="1497" y="2068"/>
                  <a:ext cx="23"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730" name="Line 78"/>
                <p:cNvSpPr>
                  <a:spLocks noChangeShapeType="1"/>
                </p:cNvSpPr>
                <p:nvPr/>
              </p:nvSpPr>
              <p:spPr bwMode="auto">
                <a:xfrm>
                  <a:off x="1552"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731" name="Line 79"/>
                <p:cNvSpPr>
                  <a:spLocks noChangeShapeType="1"/>
                </p:cNvSpPr>
                <p:nvPr/>
              </p:nvSpPr>
              <p:spPr bwMode="auto">
                <a:xfrm>
                  <a:off x="1608"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732" name="Line 80"/>
                <p:cNvSpPr>
                  <a:spLocks noChangeShapeType="1"/>
                </p:cNvSpPr>
                <p:nvPr/>
              </p:nvSpPr>
              <p:spPr bwMode="auto">
                <a:xfrm>
                  <a:off x="1664"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733" name="Line 81"/>
                <p:cNvSpPr>
                  <a:spLocks noChangeShapeType="1"/>
                </p:cNvSpPr>
                <p:nvPr/>
              </p:nvSpPr>
              <p:spPr bwMode="auto">
                <a:xfrm>
                  <a:off x="1720"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734" name="Line 82"/>
                <p:cNvSpPr>
                  <a:spLocks noChangeShapeType="1"/>
                </p:cNvSpPr>
                <p:nvPr/>
              </p:nvSpPr>
              <p:spPr bwMode="auto">
                <a:xfrm>
                  <a:off x="1776" y="2068"/>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585" name="Group 83"/>
            <p:cNvGrpSpPr>
              <a:grpSpLocks/>
            </p:cNvGrpSpPr>
            <p:nvPr/>
          </p:nvGrpSpPr>
          <p:grpSpPr bwMode="auto">
            <a:xfrm>
              <a:off x="1960" y="2036"/>
              <a:ext cx="423" cy="56"/>
              <a:chOff x="1960" y="2036"/>
              <a:chExt cx="423" cy="56"/>
            </a:xfrm>
          </p:grpSpPr>
          <p:sp>
            <p:nvSpPr>
              <p:cNvPr id="57719" name="Freeform 84"/>
              <p:cNvSpPr>
                <a:spLocks/>
              </p:cNvSpPr>
              <p:nvPr/>
            </p:nvSpPr>
            <p:spPr bwMode="auto">
              <a:xfrm>
                <a:off x="2271"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rgbClr val="808080"/>
              </a:solidFill>
              <a:ln w="9525">
                <a:solidFill>
                  <a:srgbClr val="808080"/>
                </a:solidFill>
                <a:round/>
                <a:headEnd/>
                <a:tailEnd/>
              </a:ln>
            </p:spPr>
            <p:txBody>
              <a:bodyPr/>
              <a:lstStyle/>
              <a:p>
                <a:endParaRPr lang="en-US"/>
              </a:p>
            </p:txBody>
          </p:sp>
          <p:grpSp>
            <p:nvGrpSpPr>
              <p:cNvPr id="57720" name="Group 85"/>
              <p:cNvGrpSpPr>
                <a:grpSpLocks/>
              </p:cNvGrpSpPr>
              <p:nvPr/>
            </p:nvGrpSpPr>
            <p:grpSpPr bwMode="auto">
              <a:xfrm>
                <a:off x="1960" y="2068"/>
                <a:ext cx="303" cy="1"/>
                <a:chOff x="1960" y="2068"/>
                <a:chExt cx="303" cy="1"/>
              </a:xfrm>
            </p:grpSpPr>
            <p:sp>
              <p:nvSpPr>
                <p:cNvPr id="57721" name="Line 86"/>
                <p:cNvSpPr>
                  <a:spLocks noChangeShapeType="1"/>
                </p:cNvSpPr>
                <p:nvPr/>
              </p:nvSpPr>
              <p:spPr bwMode="auto">
                <a:xfrm>
                  <a:off x="1960"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722" name="Line 87"/>
                <p:cNvSpPr>
                  <a:spLocks noChangeShapeType="1"/>
                </p:cNvSpPr>
                <p:nvPr/>
              </p:nvSpPr>
              <p:spPr bwMode="auto">
                <a:xfrm>
                  <a:off x="2015"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723" name="Line 88"/>
                <p:cNvSpPr>
                  <a:spLocks noChangeShapeType="1"/>
                </p:cNvSpPr>
                <p:nvPr/>
              </p:nvSpPr>
              <p:spPr bwMode="auto">
                <a:xfrm>
                  <a:off x="2071"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724" name="Line 89"/>
                <p:cNvSpPr>
                  <a:spLocks noChangeShapeType="1"/>
                </p:cNvSpPr>
                <p:nvPr/>
              </p:nvSpPr>
              <p:spPr bwMode="auto">
                <a:xfrm>
                  <a:off x="2127"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725" name="Line 90"/>
                <p:cNvSpPr>
                  <a:spLocks noChangeShapeType="1"/>
                </p:cNvSpPr>
                <p:nvPr/>
              </p:nvSpPr>
              <p:spPr bwMode="auto">
                <a:xfrm>
                  <a:off x="2183"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726" name="Line 91"/>
                <p:cNvSpPr>
                  <a:spLocks noChangeShapeType="1"/>
                </p:cNvSpPr>
                <p:nvPr/>
              </p:nvSpPr>
              <p:spPr bwMode="auto">
                <a:xfrm>
                  <a:off x="2239"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586" name="Group 92"/>
            <p:cNvGrpSpPr>
              <a:grpSpLocks/>
            </p:cNvGrpSpPr>
            <p:nvPr/>
          </p:nvGrpSpPr>
          <p:grpSpPr bwMode="auto">
            <a:xfrm>
              <a:off x="2431" y="2036"/>
              <a:ext cx="415" cy="56"/>
              <a:chOff x="2431" y="2036"/>
              <a:chExt cx="415" cy="56"/>
            </a:xfrm>
          </p:grpSpPr>
          <p:sp>
            <p:nvSpPr>
              <p:cNvPr id="57711" name="Freeform 93"/>
              <p:cNvSpPr>
                <a:spLocks/>
              </p:cNvSpPr>
              <p:nvPr/>
            </p:nvSpPr>
            <p:spPr bwMode="auto">
              <a:xfrm>
                <a:off x="2734"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rgbClr val="808080"/>
              </a:solidFill>
              <a:ln w="9525">
                <a:solidFill>
                  <a:srgbClr val="808080"/>
                </a:solidFill>
                <a:round/>
                <a:headEnd/>
                <a:tailEnd/>
              </a:ln>
            </p:spPr>
            <p:txBody>
              <a:bodyPr/>
              <a:lstStyle/>
              <a:p>
                <a:endParaRPr lang="en-US"/>
              </a:p>
            </p:txBody>
          </p:sp>
          <p:grpSp>
            <p:nvGrpSpPr>
              <p:cNvPr id="57712" name="Group 94"/>
              <p:cNvGrpSpPr>
                <a:grpSpLocks/>
              </p:cNvGrpSpPr>
              <p:nvPr/>
            </p:nvGrpSpPr>
            <p:grpSpPr bwMode="auto">
              <a:xfrm>
                <a:off x="2431" y="2068"/>
                <a:ext cx="295" cy="1"/>
                <a:chOff x="2431" y="2068"/>
                <a:chExt cx="295" cy="1"/>
              </a:xfrm>
            </p:grpSpPr>
            <p:sp>
              <p:nvSpPr>
                <p:cNvPr id="57713" name="Line 95"/>
                <p:cNvSpPr>
                  <a:spLocks noChangeShapeType="1"/>
                </p:cNvSpPr>
                <p:nvPr/>
              </p:nvSpPr>
              <p:spPr bwMode="auto">
                <a:xfrm>
                  <a:off x="2431"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714" name="Line 96"/>
                <p:cNvSpPr>
                  <a:spLocks noChangeShapeType="1"/>
                </p:cNvSpPr>
                <p:nvPr/>
              </p:nvSpPr>
              <p:spPr bwMode="auto">
                <a:xfrm>
                  <a:off x="2487"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715" name="Line 97"/>
                <p:cNvSpPr>
                  <a:spLocks noChangeShapeType="1"/>
                </p:cNvSpPr>
                <p:nvPr/>
              </p:nvSpPr>
              <p:spPr bwMode="auto">
                <a:xfrm>
                  <a:off x="2542"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716" name="Line 98"/>
                <p:cNvSpPr>
                  <a:spLocks noChangeShapeType="1"/>
                </p:cNvSpPr>
                <p:nvPr/>
              </p:nvSpPr>
              <p:spPr bwMode="auto">
                <a:xfrm>
                  <a:off x="2598"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717" name="Line 99"/>
                <p:cNvSpPr>
                  <a:spLocks noChangeShapeType="1"/>
                </p:cNvSpPr>
                <p:nvPr/>
              </p:nvSpPr>
              <p:spPr bwMode="auto">
                <a:xfrm>
                  <a:off x="2654"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718" name="Line 100"/>
                <p:cNvSpPr>
                  <a:spLocks noChangeShapeType="1"/>
                </p:cNvSpPr>
                <p:nvPr/>
              </p:nvSpPr>
              <p:spPr bwMode="auto">
                <a:xfrm>
                  <a:off x="2710" y="2068"/>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587" name="Group 101"/>
            <p:cNvGrpSpPr>
              <a:grpSpLocks/>
            </p:cNvGrpSpPr>
            <p:nvPr/>
          </p:nvGrpSpPr>
          <p:grpSpPr bwMode="auto">
            <a:xfrm>
              <a:off x="2423" y="2347"/>
              <a:ext cx="415" cy="56"/>
              <a:chOff x="2423" y="2347"/>
              <a:chExt cx="415" cy="56"/>
            </a:xfrm>
          </p:grpSpPr>
          <p:sp>
            <p:nvSpPr>
              <p:cNvPr id="57703" name="Freeform 102"/>
              <p:cNvSpPr>
                <a:spLocks/>
              </p:cNvSpPr>
              <p:nvPr/>
            </p:nvSpPr>
            <p:spPr bwMode="auto">
              <a:xfrm>
                <a:off x="2726" y="234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rgbClr val="808080"/>
              </a:solidFill>
              <a:ln w="9525">
                <a:solidFill>
                  <a:srgbClr val="808080"/>
                </a:solidFill>
                <a:round/>
                <a:headEnd/>
                <a:tailEnd/>
              </a:ln>
            </p:spPr>
            <p:txBody>
              <a:bodyPr/>
              <a:lstStyle/>
              <a:p>
                <a:endParaRPr lang="en-US"/>
              </a:p>
            </p:txBody>
          </p:sp>
          <p:grpSp>
            <p:nvGrpSpPr>
              <p:cNvPr id="57704" name="Group 103"/>
              <p:cNvGrpSpPr>
                <a:grpSpLocks/>
              </p:cNvGrpSpPr>
              <p:nvPr/>
            </p:nvGrpSpPr>
            <p:grpSpPr bwMode="auto">
              <a:xfrm>
                <a:off x="2423" y="2371"/>
                <a:ext cx="295" cy="1"/>
                <a:chOff x="2423" y="2371"/>
                <a:chExt cx="295" cy="1"/>
              </a:xfrm>
            </p:grpSpPr>
            <p:sp>
              <p:nvSpPr>
                <p:cNvPr id="57705" name="Line 104"/>
                <p:cNvSpPr>
                  <a:spLocks noChangeShapeType="1"/>
                </p:cNvSpPr>
                <p:nvPr/>
              </p:nvSpPr>
              <p:spPr bwMode="auto">
                <a:xfrm>
                  <a:off x="2423"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706" name="Line 105"/>
                <p:cNvSpPr>
                  <a:spLocks noChangeShapeType="1"/>
                </p:cNvSpPr>
                <p:nvPr/>
              </p:nvSpPr>
              <p:spPr bwMode="auto">
                <a:xfrm>
                  <a:off x="2479"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707" name="Line 106"/>
                <p:cNvSpPr>
                  <a:spLocks noChangeShapeType="1"/>
                </p:cNvSpPr>
                <p:nvPr/>
              </p:nvSpPr>
              <p:spPr bwMode="auto">
                <a:xfrm>
                  <a:off x="2534"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708" name="Line 107"/>
                <p:cNvSpPr>
                  <a:spLocks noChangeShapeType="1"/>
                </p:cNvSpPr>
                <p:nvPr/>
              </p:nvSpPr>
              <p:spPr bwMode="auto">
                <a:xfrm>
                  <a:off x="2590"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709" name="Line 108"/>
                <p:cNvSpPr>
                  <a:spLocks noChangeShapeType="1"/>
                </p:cNvSpPr>
                <p:nvPr/>
              </p:nvSpPr>
              <p:spPr bwMode="auto">
                <a:xfrm>
                  <a:off x="2646"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710" name="Line 109"/>
                <p:cNvSpPr>
                  <a:spLocks noChangeShapeType="1"/>
                </p:cNvSpPr>
                <p:nvPr/>
              </p:nvSpPr>
              <p:spPr bwMode="auto">
                <a:xfrm>
                  <a:off x="2702" y="2371"/>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588" name="Group 110"/>
            <p:cNvGrpSpPr>
              <a:grpSpLocks/>
            </p:cNvGrpSpPr>
            <p:nvPr/>
          </p:nvGrpSpPr>
          <p:grpSpPr bwMode="auto">
            <a:xfrm>
              <a:off x="1960" y="2347"/>
              <a:ext cx="415" cy="56"/>
              <a:chOff x="1960" y="2347"/>
              <a:chExt cx="415" cy="56"/>
            </a:xfrm>
          </p:grpSpPr>
          <p:sp>
            <p:nvSpPr>
              <p:cNvPr id="57695" name="Freeform 111"/>
              <p:cNvSpPr>
                <a:spLocks/>
              </p:cNvSpPr>
              <p:nvPr/>
            </p:nvSpPr>
            <p:spPr bwMode="auto">
              <a:xfrm>
                <a:off x="2263" y="234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rgbClr val="808080"/>
              </a:solidFill>
              <a:ln w="9525">
                <a:solidFill>
                  <a:srgbClr val="808080"/>
                </a:solidFill>
                <a:round/>
                <a:headEnd/>
                <a:tailEnd/>
              </a:ln>
            </p:spPr>
            <p:txBody>
              <a:bodyPr/>
              <a:lstStyle/>
              <a:p>
                <a:endParaRPr lang="en-US"/>
              </a:p>
            </p:txBody>
          </p:sp>
          <p:grpSp>
            <p:nvGrpSpPr>
              <p:cNvPr id="57696" name="Group 112"/>
              <p:cNvGrpSpPr>
                <a:grpSpLocks/>
              </p:cNvGrpSpPr>
              <p:nvPr/>
            </p:nvGrpSpPr>
            <p:grpSpPr bwMode="auto">
              <a:xfrm>
                <a:off x="1960" y="2371"/>
                <a:ext cx="295" cy="1"/>
                <a:chOff x="1960" y="2371"/>
                <a:chExt cx="295" cy="1"/>
              </a:xfrm>
            </p:grpSpPr>
            <p:sp>
              <p:nvSpPr>
                <p:cNvPr id="57697" name="Line 113"/>
                <p:cNvSpPr>
                  <a:spLocks noChangeShapeType="1"/>
                </p:cNvSpPr>
                <p:nvPr/>
              </p:nvSpPr>
              <p:spPr bwMode="auto">
                <a:xfrm>
                  <a:off x="1960"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698" name="Line 114"/>
                <p:cNvSpPr>
                  <a:spLocks noChangeShapeType="1"/>
                </p:cNvSpPr>
                <p:nvPr/>
              </p:nvSpPr>
              <p:spPr bwMode="auto">
                <a:xfrm>
                  <a:off x="2015"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699" name="Line 115"/>
                <p:cNvSpPr>
                  <a:spLocks noChangeShapeType="1"/>
                </p:cNvSpPr>
                <p:nvPr/>
              </p:nvSpPr>
              <p:spPr bwMode="auto">
                <a:xfrm>
                  <a:off x="2071"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700" name="Line 116"/>
                <p:cNvSpPr>
                  <a:spLocks noChangeShapeType="1"/>
                </p:cNvSpPr>
                <p:nvPr/>
              </p:nvSpPr>
              <p:spPr bwMode="auto">
                <a:xfrm>
                  <a:off x="2127"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701" name="Line 117"/>
                <p:cNvSpPr>
                  <a:spLocks noChangeShapeType="1"/>
                </p:cNvSpPr>
                <p:nvPr/>
              </p:nvSpPr>
              <p:spPr bwMode="auto">
                <a:xfrm>
                  <a:off x="2183"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702" name="Line 118"/>
                <p:cNvSpPr>
                  <a:spLocks noChangeShapeType="1"/>
                </p:cNvSpPr>
                <p:nvPr/>
              </p:nvSpPr>
              <p:spPr bwMode="auto">
                <a:xfrm>
                  <a:off x="2239" y="2371"/>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589" name="Group 119"/>
            <p:cNvGrpSpPr>
              <a:grpSpLocks/>
            </p:cNvGrpSpPr>
            <p:nvPr/>
          </p:nvGrpSpPr>
          <p:grpSpPr bwMode="auto">
            <a:xfrm>
              <a:off x="1497" y="2339"/>
              <a:ext cx="415" cy="56"/>
              <a:chOff x="1497" y="2339"/>
              <a:chExt cx="415" cy="56"/>
            </a:xfrm>
          </p:grpSpPr>
          <p:sp>
            <p:nvSpPr>
              <p:cNvPr id="57687" name="Freeform 120"/>
              <p:cNvSpPr>
                <a:spLocks/>
              </p:cNvSpPr>
              <p:nvPr/>
            </p:nvSpPr>
            <p:spPr bwMode="auto">
              <a:xfrm>
                <a:off x="1800" y="2339"/>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rgbClr val="808080"/>
              </a:solidFill>
              <a:ln w="9525">
                <a:solidFill>
                  <a:srgbClr val="808080"/>
                </a:solidFill>
                <a:round/>
                <a:headEnd/>
                <a:tailEnd/>
              </a:ln>
            </p:spPr>
            <p:txBody>
              <a:bodyPr/>
              <a:lstStyle/>
              <a:p>
                <a:endParaRPr lang="en-US"/>
              </a:p>
            </p:txBody>
          </p:sp>
          <p:grpSp>
            <p:nvGrpSpPr>
              <p:cNvPr id="57688" name="Group 121"/>
              <p:cNvGrpSpPr>
                <a:grpSpLocks/>
              </p:cNvGrpSpPr>
              <p:nvPr/>
            </p:nvGrpSpPr>
            <p:grpSpPr bwMode="auto">
              <a:xfrm>
                <a:off x="1497" y="2371"/>
                <a:ext cx="295" cy="1"/>
                <a:chOff x="1497" y="2371"/>
                <a:chExt cx="295" cy="1"/>
              </a:xfrm>
            </p:grpSpPr>
            <p:sp>
              <p:nvSpPr>
                <p:cNvPr id="57689" name="Line 122"/>
                <p:cNvSpPr>
                  <a:spLocks noChangeShapeType="1"/>
                </p:cNvSpPr>
                <p:nvPr/>
              </p:nvSpPr>
              <p:spPr bwMode="auto">
                <a:xfrm>
                  <a:off x="1497" y="2371"/>
                  <a:ext cx="23"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690" name="Line 123"/>
                <p:cNvSpPr>
                  <a:spLocks noChangeShapeType="1"/>
                </p:cNvSpPr>
                <p:nvPr/>
              </p:nvSpPr>
              <p:spPr bwMode="auto">
                <a:xfrm>
                  <a:off x="1552"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691" name="Line 124"/>
                <p:cNvSpPr>
                  <a:spLocks noChangeShapeType="1"/>
                </p:cNvSpPr>
                <p:nvPr/>
              </p:nvSpPr>
              <p:spPr bwMode="auto">
                <a:xfrm>
                  <a:off x="1608"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692" name="Line 125"/>
                <p:cNvSpPr>
                  <a:spLocks noChangeShapeType="1"/>
                </p:cNvSpPr>
                <p:nvPr/>
              </p:nvSpPr>
              <p:spPr bwMode="auto">
                <a:xfrm>
                  <a:off x="1664"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693" name="Line 126"/>
                <p:cNvSpPr>
                  <a:spLocks noChangeShapeType="1"/>
                </p:cNvSpPr>
                <p:nvPr/>
              </p:nvSpPr>
              <p:spPr bwMode="auto">
                <a:xfrm>
                  <a:off x="1720"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694" name="Line 127"/>
                <p:cNvSpPr>
                  <a:spLocks noChangeShapeType="1"/>
                </p:cNvSpPr>
                <p:nvPr/>
              </p:nvSpPr>
              <p:spPr bwMode="auto">
                <a:xfrm>
                  <a:off x="1776" y="2371"/>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590" name="Group 128"/>
            <p:cNvGrpSpPr>
              <a:grpSpLocks/>
            </p:cNvGrpSpPr>
            <p:nvPr/>
          </p:nvGrpSpPr>
          <p:grpSpPr bwMode="auto">
            <a:xfrm>
              <a:off x="1489" y="2650"/>
              <a:ext cx="423" cy="56"/>
              <a:chOff x="1489" y="2650"/>
              <a:chExt cx="423" cy="56"/>
            </a:xfrm>
          </p:grpSpPr>
          <p:sp>
            <p:nvSpPr>
              <p:cNvPr id="57679" name="Freeform 129"/>
              <p:cNvSpPr>
                <a:spLocks/>
              </p:cNvSpPr>
              <p:nvPr/>
            </p:nvSpPr>
            <p:spPr bwMode="auto">
              <a:xfrm>
                <a:off x="1792" y="2650"/>
                <a:ext cx="120" cy="56"/>
              </a:xfrm>
              <a:custGeom>
                <a:avLst/>
                <a:gdLst>
                  <a:gd name="T0" fmla="*/ 120 w 120"/>
                  <a:gd name="T1" fmla="*/ 24 h 56"/>
                  <a:gd name="T2" fmla="*/ 0 w 120"/>
                  <a:gd name="T3" fmla="*/ 56 h 56"/>
                  <a:gd name="T4" fmla="*/ 0 w 120"/>
                  <a:gd name="T5" fmla="*/ 24 h 56"/>
                  <a:gd name="T6" fmla="*/ 0 w 120"/>
                  <a:gd name="T7" fmla="*/ 0 h 56"/>
                  <a:gd name="T8" fmla="*/ 120 w 120"/>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 h="56">
                    <a:moveTo>
                      <a:pt x="120" y="24"/>
                    </a:moveTo>
                    <a:lnTo>
                      <a:pt x="0" y="56"/>
                    </a:lnTo>
                    <a:lnTo>
                      <a:pt x="0" y="24"/>
                    </a:lnTo>
                    <a:lnTo>
                      <a:pt x="0" y="0"/>
                    </a:lnTo>
                    <a:lnTo>
                      <a:pt x="120" y="24"/>
                    </a:lnTo>
                    <a:close/>
                  </a:path>
                </a:pathLst>
              </a:custGeom>
              <a:solidFill>
                <a:srgbClr val="808080"/>
              </a:solidFill>
              <a:ln w="9525">
                <a:solidFill>
                  <a:srgbClr val="808080"/>
                </a:solidFill>
                <a:round/>
                <a:headEnd/>
                <a:tailEnd/>
              </a:ln>
            </p:spPr>
            <p:txBody>
              <a:bodyPr/>
              <a:lstStyle/>
              <a:p>
                <a:endParaRPr lang="en-US"/>
              </a:p>
            </p:txBody>
          </p:sp>
          <p:grpSp>
            <p:nvGrpSpPr>
              <p:cNvPr id="57680" name="Group 130"/>
              <p:cNvGrpSpPr>
                <a:grpSpLocks/>
              </p:cNvGrpSpPr>
              <p:nvPr/>
            </p:nvGrpSpPr>
            <p:grpSpPr bwMode="auto">
              <a:xfrm>
                <a:off x="1489" y="2674"/>
                <a:ext cx="295" cy="1"/>
                <a:chOff x="1489" y="2674"/>
                <a:chExt cx="295" cy="1"/>
              </a:xfrm>
            </p:grpSpPr>
            <p:sp>
              <p:nvSpPr>
                <p:cNvPr id="57681" name="Line 131"/>
                <p:cNvSpPr>
                  <a:spLocks noChangeShapeType="1"/>
                </p:cNvSpPr>
                <p:nvPr/>
              </p:nvSpPr>
              <p:spPr bwMode="auto">
                <a:xfrm>
                  <a:off x="1489"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682" name="Line 132"/>
                <p:cNvSpPr>
                  <a:spLocks noChangeShapeType="1"/>
                </p:cNvSpPr>
                <p:nvPr/>
              </p:nvSpPr>
              <p:spPr bwMode="auto">
                <a:xfrm>
                  <a:off x="1544"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683" name="Line 133"/>
                <p:cNvSpPr>
                  <a:spLocks noChangeShapeType="1"/>
                </p:cNvSpPr>
                <p:nvPr/>
              </p:nvSpPr>
              <p:spPr bwMode="auto">
                <a:xfrm>
                  <a:off x="1600"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684" name="Line 134"/>
                <p:cNvSpPr>
                  <a:spLocks noChangeShapeType="1"/>
                </p:cNvSpPr>
                <p:nvPr/>
              </p:nvSpPr>
              <p:spPr bwMode="auto">
                <a:xfrm>
                  <a:off x="1656"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685" name="Line 135"/>
                <p:cNvSpPr>
                  <a:spLocks noChangeShapeType="1"/>
                </p:cNvSpPr>
                <p:nvPr/>
              </p:nvSpPr>
              <p:spPr bwMode="auto">
                <a:xfrm>
                  <a:off x="1712"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686" name="Line 136"/>
                <p:cNvSpPr>
                  <a:spLocks noChangeShapeType="1"/>
                </p:cNvSpPr>
                <p:nvPr/>
              </p:nvSpPr>
              <p:spPr bwMode="auto">
                <a:xfrm>
                  <a:off x="1768" y="2674"/>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591" name="Group 137"/>
            <p:cNvGrpSpPr>
              <a:grpSpLocks/>
            </p:cNvGrpSpPr>
            <p:nvPr/>
          </p:nvGrpSpPr>
          <p:grpSpPr bwMode="auto">
            <a:xfrm>
              <a:off x="1968" y="2650"/>
              <a:ext cx="415" cy="56"/>
              <a:chOff x="1968" y="2650"/>
              <a:chExt cx="415" cy="56"/>
            </a:xfrm>
          </p:grpSpPr>
          <p:sp>
            <p:nvSpPr>
              <p:cNvPr id="57671" name="Freeform 138"/>
              <p:cNvSpPr>
                <a:spLocks/>
              </p:cNvSpPr>
              <p:nvPr/>
            </p:nvSpPr>
            <p:spPr bwMode="auto">
              <a:xfrm>
                <a:off x="2271" y="2650"/>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rgbClr val="808080"/>
              </a:solidFill>
              <a:ln w="9525">
                <a:solidFill>
                  <a:srgbClr val="808080"/>
                </a:solidFill>
                <a:round/>
                <a:headEnd/>
                <a:tailEnd/>
              </a:ln>
            </p:spPr>
            <p:txBody>
              <a:bodyPr/>
              <a:lstStyle/>
              <a:p>
                <a:endParaRPr lang="en-US"/>
              </a:p>
            </p:txBody>
          </p:sp>
          <p:grpSp>
            <p:nvGrpSpPr>
              <p:cNvPr id="57672" name="Group 139"/>
              <p:cNvGrpSpPr>
                <a:grpSpLocks/>
              </p:cNvGrpSpPr>
              <p:nvPr/>
            </p:nvGrpSpPr>
            <p:grpSpPr bwMode="auto">
              <a:xfrm>
                <a:off x="1968" y="2674"/>
                <a:ext cx="295" cy="1"/>
                <a:chOff x="1968" y="2674"/>
                <a:chExt cx="295" cy="1"/>
              </a:xfrm>
            </p:grpSpPr>
            <p:sp>
              <p:nvSpPr>
                <p:cNvPr id="57673" name="Line 140"/>
                <p:cNvSpPr>
                  <a:spLocks noChangeShapeType="1"/>
                </p:cNvSpPr>
                <p:nvPr/>
              </p:nvSpPr>
              <p:spPr bwMode="auto">
                <a:xfrm>
                  <a:off x="1968"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674" name="Line 141"/>
                <p:cNvSpPr>
                  <a:spLocks noChangeShapeType="1"/>
                </p:cNvSpPr>
                <p:nvPr/>
              </p:nvSpPr>
              <p:spPr bwMode="auto">
                <a:xfrm>
                  <a:off x="2023"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675" name="Line 142"/>
                <p:cNvSpPr>
                  <a:spLocks noChangeShapeType="1"/>
                </p:cNvSpPr>
                <p:nvPr/>
              </p:nvSpPr>
              <p:spPr bwMode="auto">
                <a:xfrm>
                  <a:off x="2079"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676" name="Line 143"/>
                <p:cNvSpPr>
                  <a:spLocks noChangeShapeType="1"/>
                </p:cNvSpPr>
                <p:nvPr/>
              </p:nvSpPr>
              <p:spPr bwMode="auto">
                <a:xfrm>
                  <a:off x="2135"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677" name="Line 144"/>
                <p:cNvSpPr>
                  <a:spLocks noChangeShapeType="1"/>
                </p:cNvSpPr>
                <p:nvPr/>
              </p:nvSpPr>
              <p:spPr bwMode="auto">
                <a:xfrm>
                  <a:off x="2191"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678" name="Line 145"/>
                <p:cNvSpPr>
                  <a:spLocks noChangeShapeType="1"/>
                </p:cNvSpPr>
                <p:nvPr/>
              </p:nvSpPr>
              <p:spPr bwMode="auto">
                <a:xfrm>
                  <a:off x="2247" y="2674"/>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592" name="Group 146"/>
            <p:cNvGrpSpPr>
              <a:grpSpLocks/>
            </p:cNvGrpSpPr>
            <p:nvPr/>
          </p:nvGrpSpPr>
          <p:grpSpPr bwMode="auto">
            <a:xfrm>
              <a:off x="1489" y="2953"/>
              <a:ext cx="423" cy="56"/>
              <a:chOff x="1489" y="2953"/>
              <a:chExt cx="423" cy="56"/>
            </a:xfrm>
          </p:grpSpPr>
          <p:sp>
            <p:nvSpPr>
              <p:cNvPr id="57663" name="Freeform 147"/>
              <p:cNvSpPr>
                <a:spLocks/>
              </p:cNvSpPr>
              <p:nvPr/>
            </p:nvSpPr>
            <p:spPr bwMode="auto">
              <a:xfrm>
                <a:off x="1792" y="2953"/>
                <a:ext cx="120" cy="56"/>
              </a:xfrm>
              <a:custGeom>
                <a:avLst/>
                <a:gdLst>
                  <a:gd name="T0" fmla="*/ 120 w 120"/>
                  <a:gd name="T1" fmla="*/ 32 h 56"/>
                  <a:gd name="T2" fmla="*/ 0 w 120"/>
                  <a:gd name="T3" fmla="*/ 56 h 56"/>
                  <a:gd name="T4" fmla="*/ 0 w 120"/>
                  <a:gd name="T5" fmla="*/ 32 h 56"/>
                  <a:gd name="T6" fmla="*/ 0 w 120"/>
                  <a:gd name="T7" fmla="*/ 0 h 56"/>
                  <a:gd name="T8" fmla="*/ 120 w 120"/>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 h="56">
                    <a:moveTo>
                      <a:pt x="120" y="32"/>
                    </a:moveTo>
                    <a:lnTo>
                      <a:pt x="0" y="56"/>
                    </a:lnTo>
                    <a:lnTo>
                      <a:pt x="0" y="32"/>
                    </a:lnTo>
                    <a:lnTo>
                      <a:pt x="0" y="0"/>
                    </a:lnTo>
                    <a:lnTo>
                      <a:pt x="120" y="32"/>
                    </a:lnTo>
                    <a:close/>
                  </a:path>
                </a:pathLst>
              </a:custGeom>
              <a:solidFill>
                <a:srgbClr val="808080"/>
              </a:solidFill>
              <a:ln w="9525">
                <a:solidFill>
                  <a:srgbClr val="808080"/>
                </a:solidFill>
                <a:round/>
                <a:headEnd/>
                <a:tailEnd/>
              </a:ln>
            </p:spPr>
            <p:txBody>
              <a:bodyPr/>
              <a:lstStyle/>
              <a:p>
                <a:endParaRPr lang="en-US"/>
              </a:p>
            </p:txBody>
          </p:sp>
          <p:grpSp>
            <p:nvGrpSpPr>
              <p:cNvPr id="57664" name="Group 148"/>
              <p:cNvGrpSpPr>
                <a:grpSpLocks/>
              </p:cNvGrpSpPr>
              <p:nvPr/>
            </p:nvGrpSpPr>
            <p:grpSpPr bwMode="auto">
              <a:xfrm>
                <a:off x="1489" y="2985"/>
                <a:ext cx="295" cy="1"/>
                <a:chOff x="1489" y="2985"/>
                <a:chExt cx="295" cy="1"/>
              </a:xfrm>
            </p:grpSpPr>
            <p:sp>
              <p:nvSpPr>
                <p:cNvPr id="57665" name="Line 149"/>
                <p:cNvSpPr>
                  <a:spLocks noChangeShapeType="1"/>
                </p:cNvSpPr>
                <p:nvPr/>
              </p:nvSpPr>
              <p:spPr bwMode="auto">
                <a:xfrm>
                  <a:off x="1489"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666" name="Line 150"/>
                <p:cNvSpPr>
                  <a:spLocks noChangeShapeType="1"/>
                </p:cNvSpPr>
                <p:nvPr/>
              </p:nvSpPr>
              <p:spPr bwMode="auto">
                <a:xfrm>
                  <a:off x="1544"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667" name="Line 151"/>
                <p:cNvSpPr>
                  <a:spLocks noChangeShapeType="1"/>
                </p:cNvSpPr>
                <p:nvPr/>
              </p:nvSpPr>
              <p:spPr bwMode="auto">
                <a:xfrm>
                  <a:off x="1600"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668" name="Line 152"/>
                <p:cNvSpPr>
                  <a:spLocks noChangeShapeType="1"/>
                </p:cNvSpPr>
                <p:nvPr/>
              </p:nvSpPr>
              <p:spPr bwMode="auto">
                <a:xfrm>
                  <a:off x="1656"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669" name="Line 153"/>
                <p:cNvSpPr>
                  <a:spLocks noChangeShapeType="1"/>
                </p:cNvSpPr>
                <p:nvPr/>
              </p:nvSpPr>
              <p:spPr bwMode="auto">
                <a:xfrm>
                  <a:off x="1712"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670" name="Line 154"/>
                <p:cNvSpPr>
                  <a:spLocks noChangeShapeType="1"/>
                </p:cNvSpPr>
                <p:nvPr/>
              </p:nvSpPr>
              <p:spPr bwMode="auto">
                <a:xfrm>
                  <a:off x="1768" y="2985"/>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593" name="Group 155"/>
            <p:cNvGrpSpPr>
              <a:grpSpLocks/>
            </p:cNvGrpSpPr>
            <p:nvPr/>
          </p:nvGrpSpPr>
          <p:grpSpPr bwMode="auto">
            <a:xfrm>
              <a:off x="1952" y="2953"/>
              <a:ext cx="415" cy="56"/>
              <a:chOff x="1952" y="2953"/>
              <a:chExt cx="415" cy="56"/>
            </a:xfrm>
          </p:grpSpPr>
          <p:sp>
            <p:nvSpPr>
              <p:cNvPr id="57655" name="Freeform 156"/>
              <p:cNvSpPr>
                <a:spLocks/>
              </p:cNvSpPr>
              <p:nvPr/>
            </p:nvSpPr>
            <p:spPr bwMode="auto">
              <a:xfrm>
                <a:off x="2255"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rgbClr val="808080"/>
              </a:solidFill>
              <a:ln w="9525">
                <a:solidFill>
                  <a:srgbClr val="808080"/>
                </a:solidFill>
                <a:round/>
                <a:headEnd/>
                <a:tailEnd/>
              </a:ln>
            </p:spPr>
            <p:txBody>
              <a:bodyPr/>
              <a:lstStyle/>
              <a:p>
                <a:endParaRPr lang="en-US"/>
              </a:p>
            </p:txBody>
          </p:sp>
          <p:grpSp>
            <p:nvGrpSpPr>
              <p:cNvPr id="57656" name="Group 157"/>
              <p:cNvGrpSpPr>
                <a:grpSpLocks/>
              </p:cNvGrpSpPr>
              <p:nvPr/>
            </p:nvGrpSpPr>
            <p:grpSpPr bwMode="auto">
              <a:xfrm>
                <a:off x="1952" y="2985"/>
                <a:ext cx="295" cy="1"/>
                <a:chOff x="1952" y="2985"/>
                <a:chExt cx="295" cy="1"/>
              </a:xfrm>
            </p:grpSpPr>
            <p:sp>
              <p:nvSpPr>
                <p:cNvPr id="57657" name="Line 158"/>
                <p:cNvSpPr>
                  <a:spLocks noChangeShapeType="1"/>
                </p:cNvSpPr>
                <p:nvPr/>
              </p:nvSpPr>
              <p:spPr bwMode="auto">
                <a:xfrm>
                  <a:off x="1952"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658" name="Line 159"/>
                <p:cNvSpPr>
                  <a:spLocks noChangeShapeType="1"/>
                </p:cNvSpPr>
                <p:nvPr/>
              </p:nvSpPr>
              <p:spPr bwMode="auto">
                <a:xfrm>
                  <a:off x="2008" y="2985"/>
                  <a:ext cx="23"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659" name="Line 160"/>
                <p:cNvSpPr>
                  <a:spLocks noChangeShapeType="1"/>
                </p:cNvSpPr>
                <p:nvPr/>
              </p:nvSpPr>
              <p:spPr bwMode="auto">
                <a:xfrm>
                  <a:off x="2063"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660" name="Line 161"/>
                <p:cNvSpPr>
                  <a:spLocks noChangeShapeType="1"/>
                </p:cNvSpPr>
                <p:nvPr/>
              </p:nvSpPr>
              <p:spPr bwMode="auto">
                <a:xfrm>
                  <a:off x="2119"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661" name="Line 162"/>
                <p:cNvSpPr>
                  <a:spLocks noChangeShapeType="1"/>
                </p:cNvSpPr>
                <p:nvPr/>
              </p:nvSpPr>
              <p:spPr bwMode="auto">
                <a:xfrm>
                  <a:off x="2175"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662" name="Line 163"/>
                <p:cNvSpPr>
                  <a:spLocks noChangeShapeType="1"/>
                </p:cNvSpPr>
                <p:nvPr/>
              </p:nvSpPr>
              <p:spPr bwMode="auto">
                <a:xfrm>
                  <a:off x="2231" y="2985"/>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594" name="Group 164"/>
            <p:cNvGrpSpPr>
              <a:grpSpLocks/>
            </p:cNvGrpSpPr>
            <p:nvPr/>
          </p:nvGrpSpPr>
          <p:grpSpPr bwMode="auto">
            <a:xfrm>
              <a:off x="2415" y="2953"/>
              <a:ext cx="415" cy="56"/>
              <a:chOff x="2415" y="2953"/>
              <a:chExt cx="415" cy="56"/>
            </a:xfrm>
          </p:grpSpPr>
          <p:sp>
            <p:nvSpPr>
              <p:cNvPr id="57647" name="Freeform 165"/>
              <p:cNvSpPr>
                <a:spLocks/>
              </p:cNvSpPr>
              <p:nvPr/>
            </p:nvSpPr>
            <p:spPr bwMode="auto">
              <a:xfrm>
                <a:off x="2718"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rgbClr val="808080"/>
              </a:solidFill>
              <a:ln w="9525">
                <a:solidFill>
                  <a:srgbClr val="808080"/>
                </a:solidFill>
                <a:round/>
                <a:headEnd/>
                <a:tailEnd/>
              </a:ln>
            </p:spPr>
            <p:txBody>
              <a:bodyPr/>
              <a:lstStyle/>
              <a:p>
                <a:endParaRPr lang="en-US"/>
              </a:p>
            </p:txBody>
          </p:sp>
          <p:grpSp>
            <p:nvGrpSpPr>
              <p:cNvPr id="57648" name="Group 166"/>
              <p:cNvGrpSpPr>
                <a:grpSpLocks/>
              </p:cNvGrpSpPr>
              <p:nvPr/>
            </p:nvGrpSpPr>
            <p:grpSpPr bwMode="auto">
              <a:xfrm>
                <a:off x="2415" y="2985"/>
                <a:ext cx="295" cy="1"/>
                <a:chOff x="2415" y="2985"/>
                <a:chExt cx="295" cy="1"/>
              </a:xfrm>
            </p:grpSpPr>
            <p:sp>
              <p:nvSpPr>
                <p:cNvPr id="57649" name="Line 167"/>
                <p:cNvSpPr>
                  <a:spLocks noChangeShapeType="1"/>
                </p:cNvSpPr>
                <p:nvPr/>
              </p:nvSpPr>
              <p:spPr bwMode="auto">
                <a:xfrm>
                  <a:off x="2415"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650" name="Line 168"/>
                <p:cNvSpPr>
                  <a:spLocks noChangeShapeType="1"/>
                </p:cNvSpPr>
                <p:nvPr/>
              </p:nvSpPr>
              <p:spPr bwMode="auto">
                <a:xfrm>
                  <a:off x="2471"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651" name="Line 169"/>
                <p:cNvSpPr>
                  <a:spLocks noChangeShapeType="1"/>
                </p:cNvSpPr>
                <p:nvPr/>
              </p:nvSpPr>
              <p:spPr bwMode="auto">
                <a:xfrm>
                  <a:off x="2526"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652" name="Line 170"/>
                <p:cNvSpPr>
                  <a:spLocks noChangeShapeType="1"/>
                </p:cNvSpPr>
                <p:nvPr/>
              </p:nvSpPr>
              <p:spPr bwMode="auto">
                <a:xfrm>
                  <a:off x="2582"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653" name="Line 171"/>
                <p:cNvSpPr>
                  <a:spLocks noChangeShapeType="1"/>
                </p:cNvSpPr>
                <p:nvPr/>
              </p:nvSpPr>
              <p:spPr bwMode="auto">
                <a:xfrm>
                  <a:off x="2638"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654" name="Line 172"/>
                <p:cNvSpPr>
                  <a:spLocks noChangeShapeType="1"/>
                </p:cNvSpPr>
                <p:nvPr/>
              </p:nvSpPr>
              <p:spPr bwMode="auto">
                <a:xfrm>
                  <a:off x="2694" y="2985"/>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595" name="Group 173"/>
            <p:cNvGrpSpPr>
              <a:grpSpLocks/>
            </p:cNvGrpSpPr>
            <p:nvPr/>
          </p:nvGrpSpPr>
          <p:grpSpPr bwMode="auto">
            <a:xfrm>
              <a:off x="2838" y="1741"/>
              <a:ext cx="40" cy="1260"/>
              <a:chOff x="2838" y="1741"/>
              <a:chExt cx="40" cy="1260"/>
            </a:xfrm>
          </p:grpSpPr>
          <p:sp>
            <p:nvSpPr>
              <p:cNvPr id="57637" name="Oval 174"/>
              <p:cNvSpPr>
                <a:spLocks noChangeArrowheads="1"/>
              </p:cNvSpPr>
              <p:nvPr/>
            </p:nvSpPr>
            <p:spPr bwMode="auto">
              <a:xfrm>
                <a:off x="2838" y="1741"/>
                <a:ext cx="40" cy="40"/>
              </a:xfrm>
              <a:prstGeom prst="ellipse">
                <a:avLst/>
              </a:prstGeom>
              <a:solidFill>
                <a:srgbClr val="808080"/>
              </a:solidFill>
              <a:ln w="9525">
                <a:solidFill>
                  <a:srgbClr val="808080"/>
                </a:solidFill>
                <a:round/>
                <a:headEnd/>
                <a:tailEnd/>
              </a:ln>
            </p:spPr>
            <p:txBody>
              <a:bodyPr/>
              <a:lstStyle/>
              <a:p>
                <a:endParaRPr lang="en-US"/>
              </a:p>
            </p:txBody>
          </p:sp>
          <p:sp>
            <p:nvSpPr>
              <p:cNvPr id="57638" name="Oval 175"/>
              <p:cNvSpPr>
                <a:spLocks noChangeArrowheads="1"/>
              </p:cNvSpPr>
              <p:nvPr/>
            </p:nvSpPr>
            <p:spPr bwMode="auto">
              <a:xfrm>
                <a:off x="2838" y="1741"/>
                <a:ext cx="40" cy="40"/>
              </a:xfrm>
              <a:prstGeom prst="ellipse">
                <a:avLst/>
              </a:prstGeom>
              <a:solidFill>
                <a:srgbClr val="808080"/>
              </a:solidFill>
              <a:ln w="25400">
                <a:solidFill>
                  <a:srgbClr val="808080"/>
                </a:solidFill>
                <a:round/>
                <a:headEnd/>
                <a:tailEnd/>
              </a:ln>
            </p:spPr>
            <p:txBody>
              <a:bodyPr/>
              <a:lstStyle/>
              <a:p>
                <a:endParaRPr lang="en-US"/>
              </a:p>
            </p:txBody>
          </p:sp>
          <p:sp>
            <p:nvSpPr>
              <p:cNvPr id="57639" name="Oval 176"/>
              <p:cNvSpPr>
                <a:spLocks noChangeArrowheads="1"/>
              </p:cNvSpPr>
              <p:nvPr/>
            </p:nvSpPr>
            <p:spPr bwMode="auto">
              <a:xfrm>
                <a:off x="2846" y="2044"/>
                <a:ext cx="32" cy="32"/>
              </a:xfrm>
              <a:prstGeom prst="ellipse">
                <a:avLst/>
              </a:prstGeom>
              <a:solidFill>
                <a:srgbClr val="808080"/>
              </a:solidFill>
              <a:ln w="9525">
                <a:solidFill>
                  <a:srgbClr val="808080"/>
                </a:solidFill>
                <a:round/>
                <a:headEnd/>
                <a:tailEnd/>
              </a:ln>
            </p:spPr>
            <p:txBody>
              <a:bodyPr/>
              <a:lstStyle/>
              <a:p>
                <a:endParaRPr lang="en-US"/>
              </a:p>
            </p:txBody>
          </p:sp>
          <p:sp>
            <p:nvSpPr>
              <p:cNvPr id="57640" name="Oval 177"/>
              <p:cNvSpPr>
                <a:spLocks noChangeArrowheads="1"/>
              </p:cNvSpPr>
              <p:nvPr/>
            </p:nvSpPr>
            <p:spPr bwMode="auto">
              <a:xfrm>
                <a:off x="2846" y="2044"/>
                <a:ext cx="32" cy="32"/>
              </a:xfrm>
              <a:prstGeom prst="ellipse">
                <a:avLst/>
              </a:prstGeom>
              <a:solidFill>
                <a:srgbClr val="808080"/>
              </a:solidFill>
              <a:ln w="25400">
                <a:solidFill>
                  <a:srgbClr val="808080"/>
                </a:solidFill>
                <a:round/>
                <a:headEnd/>
                <a:tailEnd/>
              </a:ln>
            </p:spPr>
            <p:txBody>
              <a:bodyPr/>
              <a:lstStyle/>
              <a:p>
                <a:endParaRPr lang="en-US"/>
              </a:p>
            </p:txBody>
          </p:sp>
          <p:sp>
            <p:nvSpPr>
              <p:cNvPr id="57641" name="Oval 178"/>
              <p:cNvSpPr>
                <a:spLocks noChangeArrowheads="1"/>
              </p:cNvSpPr>
              <p:nvPr/>
            </p:nvSpPr>
            <p:spPr bwMode="auto">
              <a:xfrm>
                <a:off x="2846" y="2355"/>
                <a:ext cx="32" cy="32"/>
              </a:xfrm>
              <a:prstGeom prst="ellipse">
                <a:avLst/>
              </a:prstGeom>
              <a:solidFill>
                <a:srgbClr val="808080"/>
              </a:solidFill>
              <a:ln w="9525">
                <a:solidFill>
                  <a:srgbClr val="808080"/>
                </a:solidFill>
                <a:round/>
                <a:headEnd/>
                <a:tailEnd/>
              </a:ln>
            </p:spPr>
            <p:txBody>
              <a:bodyPr/>
              <a:lstStyle/>
              <a:p>
                <a:endParaRPr lang="en-US"/>
              </a:p>
            </p:txBody>
          </p:sp>
          <p:sp>
            <p:nvSpPr>
              <p:cNvPr id="57642" name="Oval 179"/>
              <p:cNvSpPr>
                <a:spLocks noChangeArrowheads="1"/>
              </p:cNvSpPr>
              <p:nvPr/>
            </p:nvSpPr>
            <p:spPr bwMode="auto">
              <a:xfrm>
                <a:off x="2846" y="2355"/>
                <a:ext cx="32" cy="32"/>
              </a:xfrm>
              <a:prstGeom prst="ellipse">
                <a:avLst/>
              </a:prstGeom>
              <a:solidFill>
                <a:srgbClr val="808080"/>
              </a:solidFill>
              <a:ln w="25400">
                <a:solidFill>
                  <a:srgbClr val="808080"/>
                </a:solidFill>
                <a:round/>
                <a:headEnd/>
                <a:tailEnd/>
              </a:ln>
            </p:spPr>
            <p:txBody>
              <a:bodyPr/>
              <a:lstStyle/>
              <a:p>
                <a:endParaRPr lang="en-US"/>
              </a:p>
            </p:txBody>
          </p:sp>
          <p:sp>
            <p:nvSpPr>
              <p:cNvPr id="57643" name="Oval 180"/>
              <p:cNvSpPr>
                <a:spLocks noChangeArrowheads="1"/>
              </p:cNvSpPr>
              <p:nvPr/>
            </p:nvSpPr>
            <p:spPr bwMode="auto">
              <a:xfrm>
                <a:off x="2838" y="2658"/>
                <a:ext cx="40" cy="32"/>
              </a:xfrm>
              <a:prstGeom prst="ellipse">
                <a:avLst/>
              </a:prstGeom>
              <a:solidFill>
                <a:srgbClr val="808080"/>
              </a:solidFill>
              <a:ln w="9525">
                <a:solidFill>
                  <a:srgbClr val="808080"/>
                </a:solidFill>
                <a:round/>
                <a:headEnd/>
                <a:tailEnd/>
              </a:ln>
            </p:spPr>
            <p:txBody>
              <a:bodyPr/>
              <a:lstStyle/>
              <a:p>
                <a:endParaRPr lang="en-US"/>
              </a:p>
            </p:txBody>
          </p:sp>
          <p:sp>
            <p:nvSpPr>
              <p:cNvPr id="57644" name="Oval 181"/>
              <p:cNvSpPr>
                <a:spLocks noChangeArrowheads="1"/>
              </p:cNvSpPr>
              <p:nvPr/>
            </p:nvSpPr>
            <p:spPr bwMode="auto">
              <a:xfrm>
                <a:off x="2838" y="2658"/>
                <a:ext cx="40" cy="32"/>
              </a:xfrm>
              <a:prstGeom prst="ellipse">
                <a:avLst/>
              </a:prstGeom>
              <a:solidFill>
                <a:srgbClr val="808080"/>
              </a:solidFill>
              <a:ln w="25400">
                <a:solidFill>
                  <a:srgbClr val="808080"/>
                </a:solidFill>
                <a:round/>
                <a:headEnd/>
                <a:tailEnd/>
              </a:ln>
            </p:spPr>
            <p:txBody>
              <a:bodyPr/>
              <a:lstStyle/>
              <a:p>
                <a:endParaRPr lang="en-US"/>
              </a:p>
            </p:txBody>
          </p:sp>
          <p:sp>
            <p:nvSpPr>
              <p:cNvPr id="57645" name="Oval 182"/>
              <p:cNvSpPr>
                <a:spLocks noChangeArrowheads="1"/>
              </p:cNvSpPr>
              <p:nvPr/>
            </p:nvSpPr>
            <p:spPr bwMode="auto">
              <a:xfrm>
                <a:off x="2838" y="2969"/>
                <a:ext cx="32" cy="32"/>
              </a:xfrm>
              <a:prstGeom prst="ellipse">
                <a:avLst/>
              </a:prstGeom>
              <a:solidFill>
                <a:srgbClr val="808080"/>
              </a:solidFill>
              <a:ln w="9525">
                <a:solidFill>
                  <a:srgbClr val="808080"/>
                </a:solidFill>
                <a:round/>
                <a:headEnd/>
                <a:tailEnd/>
              </a:ln>
            </p:spPr>
            <p:txBody>
              <a:bodyPr/>
              <a:lstStyle/>
              <a:p>
                <a:endParaRPr lang="en-US"/>
              </a:p>
            </p:txBody>
          </p:sp>
          <p:sp>
            <p:nvSpPr>
              <p:cNvPr id="57646" name="Oval 183"/>
              <p:cNvSpPr>
                <a:spLocks noChangeArrowheads="1"/>
              </p:cNvSpPr>
              <p:nvPr/>
            </p:nvSpPr>
            <p:spPr bwMode="auto">
              <a:xfrm>
                <a:off x="2838" y="2969"/>
                <a:ext cx="32" cy="32"/>
              </a:xfrm>
              <a:prstGeom prst="ellipse">
                <a:avLst/>
              </a:prstGeom>
              <a:solidFill>
                <a:srgbClr val="808080"/>
              </a:solidFill>
              <a:ln w="25400">
                <a:solidFill>
                  <a:srgbClr val="808080"/>
                </a:solidFill>
                <a:round/>
                <a:headEnd/>
                <a:tailEnd/>
              </a:ln>
            </p:spPr>
            <p:txBody>
              <a:bodyPr/>
              <a:lstStyle/>
              <a:p>
                <a:endParaRPr lang="en-US"/>
              </a:p>
            </p:txBody>
          </p:sp>
        </p:grpSp>
        <p:grpSp>
          <p:nvGrpSpPr>
            <p:cNvPr id="56596" name="Group 184"/>
            <p:cNvGrpSpPr>
              <a:grpSpLocks/>
            </p:cNvGrpSpPr>
            <p:nvPr/>
          </p:nvGrpSpPr>
          <p:grpSpPr bwMode="auto">
            <a:xfrm>
              <a:off x="1912" y="3272"/>
              <a:ext cx="32" cy="335"/>
              <a:chOff x="1912" y="3272"/>
              <a:chExt cx="32" cy="335"/>
            </a:xfrm>
          </p:grpSpPr>
          <p:sp>
            <p:nvSpPr>
              <p:cNvPr id="57633" name="Oval 185"/>
              <p:cNvSpPr>
                <a:spLocks noChangeArrowheads="1"/>
              </p:cNvSpPr>
              <p:nvPr/>
            </p:nvSpPr>
            <p:spPr bwMode="auto">
              <a:xfrm>
                <a:off x="1912" y="3272"/>
                <a:ext cx="32" cy="32"/>
              </a:xfrm>
              <a:prstGeom prst="ellipse">
                <a:avLst/>
              </a:prstGeom>
              <a:solidFill>
                <a:srgbClr val="808080"/>
              </a:solidFill>
              <a:ln w="9525">
                <a:solidFill>
                  <a:srgbClr val="808080"/>
                </a:solidFill>
                <a:round/>
                <a:headEnd/>
                <a:tailEnd/>
              </a:ln>
            </p:spPr>
            <p:txBody>
              <a:bodyPr/>
              <a:lstStyle/>
              <a:p>
                <a:endParaRPr lang="en-US"/>
              </a:p>
            </p:txBody>
          </p:sp>
          <p:sp>
            <p:nvSpPr>
              <p:cNvPr id="57634" name="Oval 186"/>
              <p:cNvSpPr>
                <a:spLocks noChangeArrowheads="1"/>
              </p:cNvSpPr>
              <p:nvPr/>
            </p:nvSpPr>
            <p:spPr bwMode="auto">
              <a:xfrm>
                <a:off x="1912" y="3272"/>
                <a:ext cx="32" cy="32"/>
              </a:xfrm>
              <a:prstGeom prst="ellipse">
                <a:avLst/>
              </a:prstGeom>
              <a:solidFill>
                <a:srgbClr val="808080"/>
              </a:solidFill>
              <a:ln w="25400">
                <a:solidFill>
                  <a:srgbClr val="808080"/>
                </a:solidFill>
                <a:round/>
                <a:headEnd/>
                <a:tailEnd/>
              </a:ln>
            </p:spPr>
            <p:txBody>
              <a:bodyPr/>
              <a:lstStyle/>
              <a:p>
                <a:endParaRPr lang="en-US"/>
              </a:p>
            </p:txBody>
          </p:sp>
          <p:sp>
            <p:nvSpPr>
              <p:cNvPr id="57635" name="Oval 187"/>
              <p:cNvSpPr>
                <a:spLocks noChangeArrowheads="1"/>
              </p:cNvSpPr>
              <p:nvPr/>
            </p:nvSpPr>
            <p:spPr bwMode="auto">
              <a:xfrm>
                <a:off x="1912" y="3575"/>
                <a:ext cx="32" cy="32"/>
              </a:xfrm>
              <a:prstGeom prst="ellipse">
                <a:avLst/>
              </a:prstGeom>
              <a:solidFill>
                <a:srgbClr val="808080"/>
              </a:solidFill>
              <a:ln w="9525">
                <a:solidFill>
                  <a:srgbClr val="808080"/>
                </a:solidFill>
                <a:round/>
                <a:headEnd/>
                <a:tailEnd/>
              </a:ln>
            </p:spPr>
            <p:txBody>
              <a:bodyPr/>
              <a:lstStyle/>
              <a:p>
                <a:endParaRPr lang="en-US"/>
              </a:p>
            </p:txBody>
          </p:sp>
          <p:sp>
            <p:nvSpPr>
              <p:cNvPr id="57636" name="Oval 188"/>
              <p:cNvSpPr>
                <a:spLocks noChangeArrowheads="1"/>
              </p:cNvSpPr>
              <p:nvPr/>
            </p:nvSpPr>
            <p:spPr bwMode="auto">
              <a:xfrm>
                <a:off x="1912" y="3575"/>
                <a:ext cx="32" cy="32"/>
              </a:xfrm>
              <a:prstGeom prst="ellipse">
                <a:avLst/>
              </a:prstGeom>
              <a:solidFill>
                <a:srgbClr val="808080"/>
              </a:solidFill>
              <a:ln w="25400">
                <a:solidFill>
                  <a:srgbClr val="808080"/>
                </a:solidFill>
                <a:round/>
                <a:headEnd/>
                <a:tailEnd/>
              </a:ln>
            </p:spPr>
            <p:txBody>
              <a:bodyPr/>
              <a:lstStyle/>
              <a:p>
                <a:endParaRPr lang="en-US"/>
              </a:p>
            </p:txBody>
          </p:sp>
        </p:grpSp>
        <p:grpSp>
          <p:nvGrpSpPr>
            <p:cNvPr id="56597" name="Group 189"/>
            <p:cNvGrpSpPr>
              <a:grpSpLocks/>
            </p:cNvGrpSpPr>
            <p:nvPr/>
          </p:nvGrpSpPr>
          <p:grpSpPr bwMode="auto">
            <a:xfrm>
              <a:off x="1449" y="3272"/>
              <a:ext cx="40" cy="335"/>
              <a:chOff x="1449" y="3272"/>
              <a:chExt cx="40" cy="335"/>
            </a:xfrm>
          </p:grpSpPr>
          <p:sp>
            <p:nvSpPr>
              <p:cNvPr id="57629" name="Oval 190"/>
              <p:cNvSpPr>
                <a:spLocks noChangeArrowheads="1"/>
              </p:cNvSpPr>
              <p:nvPr/>
            </p:nvSpPr>
            <p:spPr bwMode="auto">
              <a:xfrm>
                <a:off x="1449" y="3272"/>
                <a:ext cx="40" cy="32"/>
              </a:xfrm>
              <a:prstGeom prst="ellipse">
                <a:avLst/>
              </a:prstGeom>
              <a:solidFill>
                <a:srgbClr val="808080"/>
              </a:solidFill>
              <a:ln w="9525">
                <a:solidFill>
                  <a:srgbClr val="808080"/>
                </a:solidFill>
                <a:round/>
                <a:headEnd/>
                <a:tailEnd/>
              </a:ln>
            </p:spPr>
            <p:txBody>
              <a:bodyPr/>
              <a:lstStyle/>
              <a:p>
                <a:endParaRPr lang="en-US"/>
              </a:p>
            </p:txBody>
          </p:sp>
          <p:sp>
            <p:nvSpPr>
              <p:cNvPr id="57630" name="Oval 191"/>
              <p:cNvSpPr>
                <a:spLocks noChangeArrowheads="1"/>
              </p:cNvSpPr>
              <p:nvPr/>
            </p:nvSpPr>
            <p:spPr bwMode="auto">
              <a:xfrm>
                <a:off x="1449" y="3272"/>
                <a:ext cx="40" cy="32"/>
              </a:xfrm>
              <a:prstGeom prst="ellipse">
                <a:avLst/>
              </a:prstGeom>
              <a:solidFill>
                <a:srgbClr val="808080"/>
              </a:solidFill>
              <a:ln w="25400">
                <a:solidFill>
                  <a:srgbClr val="808080"/>
                </a:solidFill>
                <a:round/>
                <a:headEnd/>
                <a:tailEnd/>
              </a:ln>
            </p:spPr>
            <p:txBody>
              <a:bodyPr/>
              <a:lstStyle/>
              <a:p>
                <a:endParaRPr lang="en-US"/>
              </a:p>
            </p:txBody>
          </p:sp>
          <p:sp>
            <p:nvSpPr>
              <p:cNvPr id="57631" name="Oval 192"/>
              <p:cNvSpPr>
                <a:spLocks noChangeArrowheads="1"/>
              </p:cNvSpPr>
              <p:nvPr/>
            </p:nvSpPr>
            <p:spPr bwMode="auto">
              <a:xfrm>
                <a:off x="1449" y="3575"/>
                <a:ext cx="40" cy="32"/>
              </a:xfrm>
              <a:prstGeom prst="ellipse">
                <a:avLst/>
              </a:prstGeom>
              <a:solidFill>
                <a:srgbClr val="808080"/>
              </a:solidFill>
              <a:ln w="9525">
                <a:solidFill>
                  <a:srgbClr val="808080"/>
                </a:solidFill>
                <a:round/>
                <a:headEnd/>
                <a:tailEnd/>
              </a:ln>
            </p:spPr>
            <p:txBody>
              <a:bodyPr/>
              <a:lstStyle/>
              <a:p>
                <a:endParaRPr lang="en-US"/>
              </a:p>
            </p:txBody>
          </p:sp>
          <p:sp>
            <p:nvSpPr>
              <p:cNvPr id="57632" name="Oval 193"/>
              <p:cNvSpPr>
                <a:spLocks noChangeArrowheads="1"/>
              </p:cNvSpPr>
              <p:nvPr/>
            </p:nvSpPr>
            <p:spPr bwMode="auto">
              <a:xfrm>
                <a:off x="1449" y="3575"/>
                <a:ext cx="40" cy="32"/>
              </a:xfrm>
              <a:prstGeom prst="ellipse">
                <a:avLst/>
              </a:prstGeom>
              <a:solidFill>
                <a:srgbClr val="808080"/>
              </a:solidFill>
              <a:ln w="25400">
                <a:solidFill>
                  <a:srgbClr val="808080"/>
                </a:solidFill>
                <a:round/>
                <a:headEnd/>
                <a:tailEnd/>
              </a:ln>
            </p:spPr>
            <p:txBody>
              <a:bodyPr/>
              <a:lstStyle/>
              <a:p>
                <a:endParaRPr lang="en-US"/>
              </a:p>
            </p:txBody>
          </p:sp>
        </p:grpSp>
        <p:grpSp>
          <p:nvGrpSpPr>
            <p:cNvPr id="56598" name="Group 194"/>
            <p:cNvGrpSpPr>
              <a:grpSpLocks/>
            </p:cNvGrpSpPr>
            <p:nvPr/>
          </p:nvGrpSpPr>
          <p:grpSpPr bwMode="auto">
            <a:xfrm>
              <a:off x="2367" y="3272"/>
              <a:ext cx="32" cy="335"/>
              <a:chOff x="2367" y="3272"/>
              <a:chExt cx="32" cy="335"/>
            </a:xfrm>
          </p:grpSpPr>
          <p:sp>
            <p:nvSpPr>
              <p:cNvPr id="57625" name="Oval 195"/>
              <p:cNvSpPr>
                <a:spLocks noChangeArrowheads="1"/>
              </p:cNvSpPr>
              <p:nvPr/>
            </p:nvSpPr>
            <p:spPr bwMode="auto">
              <a:xfrm>
                <a:off x="2367" y="3272"/>
                <a:ext cx="32" cy="32"/>
              </a:xfrm>
              <a:prstGeom prst="ellipse">
                <a:avLst/>
              </a:prstGeom>
              <a:solidFill>
                <a:srgbClr val="808080"/>
              </a:solidFill>
              <a:ln w="9525">
                <a:solidFill>
                  <a:srgbClr val="808080"/>
                </a:solidFill>
                <a:round/>
                <a:headEnd/>
                <a:tailEnd/>
              </a:ln>
            </p:spPr>
            <p:txBody>
              <a:bodyPr/>
              <a:lstStyle/>
              <a:p>
                <a:endParaRPr lang="en-US"/>
              </a:p>
            </p:txBody>
          </p:sp>
          <p:sp>
            <p:nvSpPr>
              <p:cNvPr id="57626" name="Oval 196"/>
              <p:cNvSpPr>
                <a:spLocks noChangeArrowheads="1"/>
              </p:cNvSpPr>
              <p:nvPr/>
            </p:nvSpPr>
            <p:spPr bwMode="auto">
              <a:xfrm>
                <a:off x="2367" y="3272"/>
                <a:ext cx="32" cy="32"/>
              </a:xfrm>
              <a:prstGeom prst="ellipse">
                <a:avLst/>
              </a:prstGeom>
              <a:solidFill>
                <a:srgbClr val="808080"/>
              </a:solidFill>
              <a:ln w="25400">
                <a:solidFill>
                  <a:srgbClr val="808080"/>
                </a:solidFill>
                <a:round/>
                <a:headEnd/>
                <a:tailEnd/>
              </a:ln>
            </p:spPr>
            <p:txBody>
              <a:bodyPr/>
              <a:lstStyle/>
              <a:p>
                <a:endParaRPr lang="en-US"/>
              </a:p>
            </p:txBody>
          </p:sp>
          <p:sp>
            <p:nvSpPr>
              <p:cNvPr id="57627" name="Oval 197"/>
              <p:cNvSpPr>
                <a:spLocks noChangeArrowheads="1"/>
              </p:cNvSpPr>
              <p:nvPr/>
            </p:nvSpPr>
            <p:spPr bwMode="auto">
              <a:xfrm>
                <a:off x="2367" y="3575"/>
                <a:ext cx="32" cy="32"/>
              </a:xfrm>
              <a:prstGeom prst="ellipse">
                <a:avLst/>
              </a:prstGeom>
              <a:solidFill>
                <a:srgbClr val="808080"/>
              </a:solidFill>
              <a:ln w="9525">
                <a:solidFill>
                  <a:srgbClr val="808080"/>
                </a:solidFill>
                <a:round/>
                <a:headEnd/>
                <a:tailEnd/>
              </a:ln>
            </p:spPr>
            <p:txBody>
              <a:bodyPr/>
              <a:lstStyle/>
              <a:p>
                <a:endParaRPr lang="en-US"/>
              </a:p>
            </p:txBody>
          </p:sp>
          <p:sp>
            <p:nvSpPr>
              <p:cNvPr id="57628" name="Oval 198"/>
              <p:cNvSpPr>
                <a:spLocks noChangeArrowheads="1"/>
              </p:cNvSpPr>
              <p:nvPr/>
            </p:nvSpPr>
            <p:spPr bwMode="auto">
              <a:xfrm>
                <a:off x="2367" y="3575"/>
                <a:ext cx="32" cy="32"/>
              </a:xfrm>
              <a:prstGeom prst="ellipse">
                <a:avLst/>
              </a:prstGeom>
              <a:solidFill>
                <a:srgbClr val="808080"/>
              </a:solidFill>
              <a:ln w="25400">
                <a:solidFill>
                  <a:srgbClr val="808080"/>
                </a:solidFill>
                <a:round/>
                <a:headEnd/>
                <a:tailEnd/>
              </a:ln>
            </p:spPr>
            <p:txBody>
              <a:bodyPr/>
              <a:lstStyle/>
              <a:p>
                <a:endParaRPr lang="en-US"/>
              </a:p>
            </p:txBody>
          </p:sp>
        </p:grpSp>
        <p:grpSp>
          <p:nvGrpSpPr>
            <p:cNvPr id="56599" name="Group 199"/>
            <p:cNvGrpSpPr>
              <a:grpSpLocks/>
            </p:cNvGrpSpPr>
            <p:nvPr/>
          </p:nvGrpSpPr>
          <p:grpSpPr bwMode="auto">
            <a:xfrm>
              <a:off x="2822" y="3272"/>
              <a:ext cx="40" cy="335"/>
              <a:chOff x="2822" y="3272"/>
              <a:chExt cx="40" cy="335"/>
            </a:xfrm>
          </p:grpSpPr>
          <p:sp>
            <p:nvSpPr>
              <p:cNvPr id="57621" name="Oval 200"/>
              <p:cNvSpPr>
                <a:spLocks noChangeArrowheads="1"/>
              </p:cNvSpPr>
              <p:nvPr/>
            </p:nvSpPr>
            <p:spPr bwMode="auto">
              <a:xfrm>
                <a:off x="2822" y="3272"/>
                <a:ext cx="40" cy="32"/>
              </a:xfrm>
              <a:prstGeom prst="ellipse">
                <a:avLst/>
              </a:prstGeom>
              <a:solidFill>
                <a:srgbClr val="808080"/>
              </a:solidFill>
              <a:ln w="9525">
                <a:solidFill>
                  <a:srgbClr val="808080"/>
                </a:solidFill>
                <a:round/>
                <a:headEnd/>
                <a:tailEnd/>
              </a:ln>
            </p:spPr>
            <p:txBody>
              <a:bodyPr/>
              <a:lstStyle/>
              <a:p>
                <a:endParaRPr lang="en-US"/>
              </a:p>
            </p:txBody>
          </p:sp>
          <p:sp>
            <p:nvSpPr>
              <p:cNvPr id="57622" name="Oval 201"/>
              <p:cNvSpPr>
                <a:spLocks noChangeArrowheads="1"/>
              </p:cNvSpPr>
              <p:nvPr/>
            </p:nvSpPr>
            <p:spPr bwMode="auto">
              <a:xfrm>
                <a:off x="2822" y="3272"/>
                <a:ext cx="40" cy="32"/>
              </a:xfrm>
              <a:prstGeom prst="ellipse">
                <a:avLst/>
              </a:prstGeom>
              <a:solidFill>
                <a:srgbClr val="808080"/>
              </a:solidFill>
              <a:ln w="25400">
                <a:solidFill>
                  <a:srgbClr val="808080"/>
                </a:solidFill>
                <a:round/>
                <a:headEnd/>
                <a:tailEnd/>
              </a:ln>
            </p:spPr>
            <p:txBody>
              <a:bodyPr/>
              <a:lstStyle/>
              <a:p>
                <a:endParaRPr lang="en-US"/>
              </a:p>
            </p:txBody>
          </p:sp>
          <p:sp>
            <p:nvSpPr>
              <p:cNvPr id="57623" name="Oval 202"/>
              <p:cNvSpPr>
                <a:spLocks noChangeArrowheads="1"/>
              </p:cNvSpPr>
              <p:nvPr/>
            </p:nvSpPr>
            <p:spPr bwMode="auto">
              <a:xfrm>
                <a:off x="2822" y="3575"/>
                <a:ext cx="40" cy="32"/>
              </a:xfrm>
              <a:prstGeom prst="ellipse">
                <a:avLst/>
              </a:prstGeom>
              <a:solidFill>
                <a:srgbClr val="808080"/>
              </a:solidFill>
              <a:ln w="9525">
                <a:solidFill>
                  <a:srgbClr val="808080"/>
                </a:solidFill>
                <a:round/>
                <a:headEnd/>
                <a:tailEnd/>
              </a:ln>
            </p:spPr>
            <p:txBody>
              <a:bodyPr/>
              <a:lstStyle/>
              <a:p>
                <a:endParaRPr lang="en-US"/>
              </a:p>
            </p:txBody>
          </p:sp>
          <p:sp>
            <p:nvSpPr>
              <p:cNvPr id="57624" name="Oval 203"/>
              <p:cNvSpPr>
                <a:spLocks noChangeArrowheads="1"/>
              </p:cNvSpPr>
              <p:nvPr/>
            </p:nvSpPr>
            <p:spPr bwMode="auto">
              <a:xfrm>
                <a:off x="2822" y="3575"/>
                <a:ext cx="40" cy="32"/>
              </a:xfrm>
              <a:prstGeom prst="ellipse">
                <a:avLst/>
              </a:prstGeom>
              <a:solidFill>
                <a:srgbClr val="808080"/>
              </a:solidFill>
              <a:ln w="25400">
                <a:solidFill>
                  <a:srgbClr val="808080"/>
                </a:solidFill>
                <a:round/>
                <a:headEnd/>
                <a:tailEnd/>
              </a:ln>
            </p:spPr>
            <p:txBody>
              <a:bodyPr/>
              <a:lstStyle/>
              <a:p>
                <a:endParaRPr lang="en-US"/>
              </a:p>
            </p:txBody>
          </p:sp>
        </p:grpSp>
        <p:grpSp>
          <p:nvGrpSpPr>
            <p:cNvPr id="56600" name="Group 204"/>
            <p:cNvGrpSpPr>
              <a:grpSpLocks/>
            </p:cNvGrpSpPr>
            <p:nvPr/>
          </p:nvGrpSpPr>
          <p:grpSpPr bwMode="auto">
            <a:xfrm>
              <a:off x="2415" y="2650"/>
              <a:ext cx="415" cy="56"/>
              <a:chOff x="2415" y="2650"/>
              <a:chExt cx="415" cy="56"/>
            </a:xfrm>
          </p:grpSpPr>
          <p:sp>
            <p:nvSpPr>
              <p:cNvPr id="57613" name="Freeform 205"/>
              <p:cNvSpPr>
                <a:spLocks/>
              </p:cNvSpPr>
              <p:nvPr/>
            </p:nvSpPr>
            <p:spPr bwMode="auto">
              <a:xfrm>
                <a:off x="2718" y="2650"/>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rgbClr val="808080"/>
              </a:solidFill>
              <a:ln w="9525">
                <a:solidFill>
                  <a:srgbClr val="808080"/>
                </a:solidFill>
                <a:round/>
                <a:headEnd/>
                <a:tailEnd/>
              </a:ln>
            </p:spPr>
            <p:txBody>
              <a:bodyPr/>
              <a:lstStyle/>
              <a:p>
                <a:endParaRPr lang="en-US"/>
              </a:p>
            </p:txBody>
          </p:sp>
          <p:grpSp>
            <p:nvGrpSpPr>
              <p:cNvPr id="57614" name="Group 206"/>
              <p:cNvGrpSpPr>
                <a:grpSpLocks/>
              </p:cNvGrpSpPr>
              <p:nvPr/>
            </p:nvGrpSpPr>
            <p:grpSpPr bwMode="auto">
              <a:xfrm>
                <a:off x="2415" y="2674"/>
                <a:ext cx="295" cy="1"/>
                <a:chOff x="2415" y="2674"/>
                <a:chExt cx="295" cy="1"/>
              </a:xfrm>
            </p:grpSpPr>
            <p:sp>
              <p:nvSpPr>
                <p:cNvPr id="57615" name="Line 207"/>
                <p:cNvSpPr>
                  <a:spLocks noChangeShapeType="1"/>
                </p:cNvSpPr>
                <p:nvPr/>
              </p:nvSpPr>
              <p:spPr bwMode="auto">
                <a:xfrm>
                  <a:off x="2415"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616" name="Line 208"/>
                <p:cNvSpPr>
                  <a:spLocks noChangeShapeType="1"/>
                </p:cNvSpPr>
                <p:nvPr/>
              </p:nvSpPr>
              <p:spPr bwMode="auto">
                <a:xfrm>
                  <a:off x="2471"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617" name="Line 209"/>
                <p:cNvSpPr>
                  <a:spLocks noChangeShapeType="1"/>
                </p:cNvSpPr>
                <p:nvPr/>
              </p:nvSpPr>
              <p:spPr bwMode="auto">
                <a:xfrm>
                  <a:off x="2526"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618" name="Line 210"/>
                <p:cNvSpPr>
                  <a:spLocks noChangeShapeType="1"/>
                </p:cNvSpPr>
                <p:nvPr/>
              </p:nvSpPr>
              <p:spPr bwMode="auto">
                <a:xfrm>
                  <a:off x="2582"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619" name="Line 211"/>
                <p:cNvSpPr>
                  <a:spLocks noChangeShapeType="1"/>
                </p:cNvSpPr>
                <p:nvPr/>
              </p:nvSpPr>
              <p:spPr bwMode="auto">
                <a:xfrm>
                  <a:off x="2638"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620" name="Line 212"/>
                <p:cNvSpPr>
                  <a:spLocks noChangeShapeType="1"/>
                </p:cNvSpPr>
                <p:nvPr/>
              </p:nvSpPr>
              <p:spPr bwMode="auto">
                <a:xfrm>
                  <a:off x="2694" y="2674"/>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601" name="Group 213"/>
            <p:cNvGrpSpPr>
              <a:grpSpLocks/>
            </p:cNvGrpSpPr>
            <p:nvPr/>
          </p:nvGrpSpPr>
          <p:grpSpPr bwMode="auto">
            <a:xfrm>
              <a:off x="2415" y="1733"/>
              <a:ext cx="415" cy="56"/>
              <a:chOff x="2415" y="1733"/>
              <a:chExt cx="415" cy="56"/>
            </a:xfrm>
          </p:grpSpPr>
          <p:sp>
            <p:nvSpPr>
              <p:cNvPr id="57605" name="Freeform 214"/>
              <p:cNvSpPr>
                <a:spLocks/>
              </p:cNvSpPr>
              <p:nvPr/>
            </p:nvSpPr>
            <p:spPr bwMode="auto">
              <a:xfrm>
                <a:off x="2718" y="1733"/>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rgbClr val="808080"/>
              </a:solidFill>
              <a:ln w="9525">
                <a:solidFill>
                  <a:srgbClr val="808080"/>
                </a:solidFill>
                <a:round/>
                <a:headEnd/>
                <a:tailEnd/>
              </a:ln>
            </p:spPr>
            <p:txBody>
              <a:bodyPr/>
              <a:lstStyle/>
              <a:p>
                <a:endParaRPr lang="en-US"/>
              </a:p>
            </p:txBody>
          </p:sp>
          <p:grpSp>
            <p:nvGrpSpPr>
              <p:cNvPr id="57606" name="Group 215"/>
              <p:cNvGrpSpPr>
                <a:grpSpLocks/>
              </p:cNvGrpSpPr>
              <p:nvPr/>
            </p:nvGrpSpPr>
            <p:grpSpPr bwMode="auto">
              <a:xfrm>
                <a:off x="2415" y="1757"/>
                <a:ext cx="295" cy="1"/>
                <a:chOff x="2415" y="1757"/>
                <a:chExt cx="295" cy="1"/>
              </a:xfrm>
            </p:grpSpPr>
            <p:sp>
              <p:nvSpPr>
                <p:cNvPr id="57607" name="Line 216"/>
                <p:cNvSpPr>
                  <a:spLocks noChangeShapeType="1"/>
                </p:cNvSpPr>
                <p:nvPr/>
              </p:nvSpPr>
              <p:spPr bwMode="auto">
                <a:xfrm>
                  <a:off x="2415"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608" name="Line 217"/>
                <p:cNvSpPr>
                  <a:spLocks noChangeShapeType="1"/>
                </p:cNvSpPr>
                <p:nvPr/>
              </p:nvSpPr>
              <p:spPr bwMode="auto">
                <a:xfrm>
                  <a:off x="2471"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609" name="Line 218"/>
                <p:cNvSpPr>
                  <a:spLocks noChangeShapeType="1"/>
                </p:cNvSpPr>
                <p:nvPr/>
              </p:nvSpPr>
              <p:spPr bwMode="auto">
                <a:xfrm>
                  <a:off x="2526"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610" name="Line 219"/>
                <p:cNvSpPr>
                  <a:spLocks noChangeShapeType="1"/>
                </p:cNvSpPr>
                <p:nvPr/>
              </p:nvSpPr>
              <p:spPr bwMode="auto">
                <a:xfrm>
                  <a:off x="2582"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611" name="Line 220"/>
                <p:cNvSpPr>
                  <a:spLocks noChangeShapeType="1"/>
                </p:cNvSpPr>
                <p:nvPr/>
              </p:nvSpPr>
              <p:spPr bwMode="auto">
                <a:xfrm>
                  <a:off x="2638"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612" name="Line 221"/>
                <p:cNvSpPr>
                  <a:spLocks noChangeShapeType="1"/>
                </p:cNvSpPr>
                <p:nvPr/>
              </p:nvSpPr>
              <p:spPr bwMode="auto">
                <a:xfrm>
                  <a:off x="2694" y="1757"/>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602" name="Group 222"/>
            <p:cNvGrpSpPr>
              <a:grpSpLocks/>
            </p:cNvGrpSpPr>
            <p:nvPr/>
          </p:nvGrpSpPr>
          <p:grpSpPr bwMode="auto">
            <a:xfrm>
              <a:off x="1489" y="3264"/>
              <a:ext cx="423" cy="56"/>
              <a:chOff x="1489" y="3264"/>
              <a:chExt cx="423" cy="56"/>
            </a:xfrm>
          </p:grpSpPr>
          <p:sp>
            <p:nvSpPr>
              <p:cNvPr id="57597" name="Freeform 223"/>
              <p:cNvSpPr>
                <a:spLocks/>
              </p:cNvSpPr>
              <p:nvPr/>
            </p:nvSpPr>
            <p:spPr bwMode="auto">
              <a:xfrm>
                <a:off x="1792" y="3264"/>
                <a:ext cx="120" cy="56"/>
              </a:xfrm>
              <a:custGeom>
                <a:avLst/>
                <a:gdLst>
                  <a:gd name="T0" fmla="*/ 120 w 120"/>
                  <a:gd name="T1" fmla="*/ 24 h 56"/>
                  <a:gd name="T2" fmla="*/ 0 w 120"/>
                  <a:gd name="T3" fmla="*/ 56 h 56"/>
                  <a:gd name="T4" fmla="*/ 0 w 120"/>
                  <a:gd name="T5" fmla="*/ 24 h 56"/>
                  <a:gd name="T6" fmla="*/ 0 w 120"/>
                  <a:gd name="T7" fmla="*/ 0 h 56"/>
                  <a:gd name="T8" fmla="*/ 120 w 120"/>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 h="56">
                    <a:moveTo>
                      <a:pt x="120" y="24"/>
                    </a:moveTo>
                    <a:lnTo>
                      <a:pt x="0" y="56"/>
                    </a:lnTo>
                    <a:lnTo>
                      <a:pt x="0" y="24"/>
                    </a:lnTo>
                    <a:lnTo>
                      <a:pt x="0" y="0"/>
                    </a:lnTo>
                    <a:lnTo>
                      <a:pt x="120" y="24"/>
                    </a:lnTo>
                    <a:close/>
                  </a:path>
                </a:pathLst>
              </a:custGeom>
              <a:solidFill>
                <a:srgbClr val="808080"/>
              </a:solidFill>
              <a:ln w="9525">
                <a:solidFill>
                  <a:srgbClr val="808080"/>
                </a:solidFill>
                <a:round/>
                <a:headEnd/>
                <a:tailEnd/>
              </a:ln>
            </p:spPr>
            <p:txBody>
              <a:bodyPr/>
              <a:lstStyle/>
              <a:p>
                <a:endParaRPr lang="en-US"/>
              </a:p>
            </p:txBody>
          </p:sp>
          <p:grpSp>
            <p:nvGrpSpPr>
              <p:cNvPr id="57598" name="Group 224"/>
              <p:cNvGrpSpPr>
                <a:grpSpLocks/>
              </p:cNvGrpSpPr>
              <p:nvPr/>
            </p:nvGrpSpPr>
            <p:grpSpPr bwMode="auto">
              <a:xfrm>
                <a:off x="1489" y="3288"/>
                <a:ext cx="295" cy="1"/>
                <a:chOff x="1489" y="3288"/>
                <a:chExt cx="295" cy="1"/>
              </a:xfrm>
            </p:grpSpPr>
            <p:sp>
              <p:nvSpPr>
                <p:cNvPr id="57599" name="Line 225"/>
                <p:cNvSpPr>
                  <a:spLocks noChangeShapeType="1"/>
                </p:cNvSpPr>
                <p:nvPr/>
              </p:nvSpPr>
              <p:spPr bwMode="auto">
                <a:xfrm>
                  <a:off x="1489"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600" name="Line 226"/>
                <p:cNvSpPr>
                  <a:spLocks noChangeShapeType="1"/>
                </p:cNvSpPr>
                <p:nvPr/>
              </p:nvSpPr>
              <p:spPr bwMode="auto">
                <a:xfrm>
                  <a:off x="1544"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601" name="Line 227"/>
                <p:cNvSpPr>
                  <a:spLocks noChangeShapeType="1"/>
                </p:cNvSpPr>
                <p:nvPr/>
              </p:nvSpPr>
              <p:spPr bwMode="auto">
                <a:xfrm>
                  <a:off x="1600"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602" name="Line 228"/>
                <p:cNvSpPr>
                  <a:spLocks noChangeShapeType="1"/>
                </p:cNvSpPr>
                <p:nvPr/>
              </p:nvSpPr>
              <p:spPr bwMode="auto">
                <a:xfrm>
                  <a:off x="1656"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603" name="Line 229"/>
                <p:cNvSpPr>
                  <a:spLocks noChangeShapeType="1"/>
                </p:cNvSpPr>
                <p:nvPr/>
              </p:nvSpPr>
              <p:spPr bwMode="auto">
                <a:xfrm>
                  <a:off x="1712"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604" name="Line 230"/>
                <p:cNvSpPr>
                  <a:spLocks noChangeShapeType="1"/>
                </p:cNvSpPr>
                <p:nvPr/>
              </p:nvSpPr>
              <p:spPr bwMode="auto">
                <a:xfrm>
                  <a:off x="1768" y="3288"/>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603" name="Group 231"/>
            <p:cNvGrpSpPr>
              <a:grpSpLocks/>
            </p:cNvGrpSpPr>
            <p:nvPr/>
          </p:nvGrpSpPr>
          <p:grpSpPr bwMode="auto">
            <a:xfrm>
              <a:off x="1944" y="3256"/>
              <a:ext cx="423" cy="56"/>
              <a:chOff x="1944" y="3256"/>
              <a:chExt cx="423" cy="56"/>
            </a:xfrm>
          </p:grpSpPr>
          <p:sp>
            <p:nvSpPr>
              <p:cNvPr id="57589" name="Freeform 232"/>
              <p:cNvSpPr>
                <a:spLocks/>
              </p:cNvSpPr>
              <p:nvPr/>
            </p:nvSpPr>
            <p:spPr bwMode="auto">
              <a:xfrm>
                <a:off x="2255" y="325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rgbClr val="808080"/>
              </a:solidFill>
              <a:ln w="9525">
                <a:solidFill>
                  <a:srgbClr val="808080"/>
                </a:solidFill>
                <a:round/>
                <a:headEnd/>
                <a:tailEnd/>
              </a:ln>
            </p:spPr>
            <p:txBody>
              <a:bodyPr/>
              <a:lstStyle/>
              <a:p>
                <a:endParaRPr lang="en-US"/>
              </a:p>
            </p:txBody>
          </p:sp>
          <p:grpSp>
            <p:nvGrpSpPr>
              <p:cNvPr id="57590" name="Group 233"/>
              <p:cNvGrpSpPr>
                <a:grpSpLocks/>
              </p:cNvGrpSpPr>
              <p:nvPr/>
            </p:nvGrpSpPr>
            <p:grpSpPr bwMode="auto">
              <a:xfrm>
                <a:off x="1944" y="3288"/>
                <a:ext cx="303" cy="1"/>
                <a:chOff x="1944" y="3288"/>
                <a:chExt cx="303" cy="1"/>
              </a:xfrm>
            </p:grpSpPr>
            <p:sp>
              <p:nvSpPr>
                <p:cNvPr id="57591" name="Line 234"/>
                <p:cNvSpPr>
                  <a:spLocks noChangeShapeType="1"/>
                </p:cNvSpPr>
                <p:nvPr/>
              </p:nvSpPr>
              <p:spPr bwMode="auto">
                <a:xfrm>
                  <a:off x="1944"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592" name="Line 235"/>
                <p:cNvSpPr>
                  <a:spLocks noChangeShapeType="1"/>
                </p:cNvSpPr>
                <p:nvPr/>
              </p:nvSpPr>
              <p:spPr bwMode="auto">
                <a:xfrm>
                  <a:off x="2000" y="3288"/>
                  <a:ext cx="23"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593" name="Line 236"/>
                <p:cNvSpPr>
                  <a:spLocks noChangeShapeType="1"/>
                </p:cNvSpPr>
                <p:nvPr/>
              </p:nvSpPr>
              <p:spPr bwMode="auto">
                <a:xfrm>
                  <a:off x="2055"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594" name="Line 237"/>
                <p:cNvSpPr>
                  <a:spLocks noChangeShapeType="1"/>
                </p:cNvSpPr>
                <p:nvPr/>
              </p:nvSpPr>
              <p:spPr bwMode="auto">
                <a:xfrm>
                  <a:off x="2111"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595" name="Line 238"/>
                <p:cNvSpPr>
                  <a:spLocks noChangeShapeType="1"/>
                </p:cNvSpPr>
                <p:nvPr/>
              </p:nvSpPr>
              <p:spPr bwMode="auto">
                <a:xfrm>
                  <a:off x="2167"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596" name="Line 239"/>
                <p:cNvSpPr>
                  <a:spLocks noChangeShapeType="1"/>
                </p:cNvSpPr>
                <p:nvPr/>
              </p:nvSpPr>
              <p:spPr bwMode="auto">
                <a:xfrm>
                  <a:off x="2223"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604" name="Group 240"/>
            <p:cNvGrpSpPr>
              <a:grpSpLocks/>
            </p:cNvGrpSpPr>
            <p:nvPr/>
          </p:nvGrpSpPr>
          <p:grpSpPr bwMode="auto">
            <a:xfrm>
              <a:off x="2415" y="3256"/>
              <a:ext cx="415" cy="56"/>
              <a:chOff x="2415" y="3256"/>
              <a:chExt cx="415" cy="56"/>
            </a:xfrm>
          </p:grpSpPr>
          <p:sp>
            <p:nvSpPr>
              <p:cNvPr id="57581" name="Freeform 241"/>
              <p:cNvSpPr>
                <a:spLocks/>
              </p:cNvSpPr>
              <p:nvPr/>
            </p:nvSpPr>
            <p:spPr bwMode="auto">
              <a:xfrm>
                <a:off x="2718" y="325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rgbClr val="808080"/>
              </a:solidFill>
              <a:ln w="9525">
                <a:solidFill>
                  <a:srgbClr val="808080"/>
                </a:solidFill>
                <a:round/>
                <a:headEnd/>
                <a:tailEnd/>
              </a:ln>
            </p:spPr>
            <p:txBody>
              <a:bodyPr/>
              <a:lstStyle/>
              <a:p>
                <a:endParaRPr lang="en-US"/>
              </a:p>
            </p:txBody>
          </p:sp>
          <p:grpSp>
            <p:nvGrpSpPr>
              <p:cNvPr id="57582" name="Group 242"/>
              <p:cNvGrpSpPr>
                <a:grpSpLocks/>
              </p:cNvGrpSpPr>
              <p:nvPr/>
            </p:nvGrpSpPr>
            <p:grpSpPr bwMode="auto">
              <a:xfrm>
                <a:off x="2415" y="3288"/>
                <a:ext cx="295" cy="1"/>
                <a:chOff x="2415" y="3288"/>
                <a:chExt cx="295" cy="1"/>
              </a:xfrm>
            </p:grpSpPr>
            <p:sp>
              <p:nvSpPr>
                <p:cNvPr id="57583" name="Line 243"/>
                <p:cNvSpPr>
                  <a:spLocks noChangeShapeType="1"/>
                </p:cNvSpPr>
                <p:nvPr/>
              </p:nvSpPr>
              <p:spPr bwMode="auto">
                <a:xfrm>
                  <a:off x="2415"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584" name="Line 244"/>
                <p:cNvSpPr>
                  <a:spLocks noChangeShapeType="1"/>
                </p:cNvSpPr>
                <p:nvPr/>
              </p:nvSpPr>
              <p:spPr bwMode="auto">
                <a:xfrm>
                  <a:off x="2471"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585" name="Line 245"/>
                <p:cNvSpPr>
                  <a:spLocks noChangeShapeType="1"/>
                </p:cNvSpPr>
                <p:nvPr/>
              </p:nvSpPr>
              <p:spPr bwMode="auto">
                <a:xfrm>
                  <a:off x="2526"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586" name="Line 246"/>
                <p:cNvSpPr>
                  <a:spLocks noChangeShapeType="1"/>
                </p:cNvSpPr>
                <p:nvPr/>
              </p:nvSpPr>
              <p:spPr bwMode="auto">
                <a:xfrm>
                  <a:off x="2582"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587" name="Line 247"/>
                <p:cNvSpPr>
                  <a:spLocks noChangeShapeType="1"/>
                </p:cNvSpPr>
                <p:nvPr/>
              </p:nvSpPr>
              <p:spPr bwMode="auto">
                <a:xfrm>
                  <a:off x="2638"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588" name="Line 248"/>
                <p:cNvSpPr>
                  <a:spLocks noChangeShapeType="1"/>
                </p:cNvSpPr>
                <p:nvPr/>
              </p:nvSpPr>
              <p:spPr bwMode="auto">
                <a:xfrm>
                  <a:off x="2694" y="3288"/>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605" name="Group 249"/>
            <p:cNvGrpSpPr>
              <a:grpSpLocks/>
            </p:cNvGrpSpPr>
            <p:nvPr/>
          </p:nvGrpSpPr>
          <p:grpSpPr bwMode="auto">
            <a:xfrm>
              <a:off x="1489" y="3567"/>
              <a:ext cx="423" cy="56"/>
              <a:chOff x="1489" y="3567"/>
              <a:chExt cx="423" cy="56"/>
            </a:xfrm>
          </p:grpSpPr>
          <p:sp>
            <p:nvSpPr>
              <p:cNvPr id="57573" name="Freeform 250"/>
              <p:cNvSpPr>
                <a:spLocks/>
              </p:cNvSpPr>
              <p:nvPr/>
            </p:nvSpPr>
            <p:spPr bwMode="auto">
              <a:xfrm>
                <a:off x="1800"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rgbClr val="808080"/>
              </a:solidFill>
              <a:ln w="9525">
                <a:solidFill>
                  <a:srgbClr val="808080"/>
                </a:solidFill>
                <a:round/>
                <a:headEnd/>
                <a:tailEnd/>
              </a:ln>
            </p:spPr>
            <p:txBody>
              <a:bodyPr/>
              <a:lstStyle/>
              <a:p>
                <a:endParaRPr lang="en-US"/>
              </a:p>
            </p:txBody>
          </p:sp>
          <p:grpSp>
            <p:nvGrpSpPr>
              <p:cNvPr id="57574" name="Group 251"/>
              <p:cNvGrpSpPr>
                <a:grpSpLocks/>
              </p:cNvGrpSpPr>
              <p:nvPr/>
            </p:nvGrpSpPr>
            <p:grpSpPr bwMode="auto">
              <a:xfrm>
                <a:off x="1489" y="3591"/>
                <a:ext cx="303" cy="1"/>
                <a:chOff x="1489" y="3591"/>
                <a:chExt cx="303" cy="1"/>
              </a:xfrm>
            </p:grpSpPr>
            <p:sp>
              <p:nvSpPr>
                <p:cNvPr id="57575" name="Line 252"/>
                <p:cNvSpPr>
                  <a:spLocks noChangeShapeType="1"/>
                </p:cNvSpPr>
                <p:nvPr/>
              </p:nvSpPr>
              <p:spPr bwMode="auto">
                <a:xfrm>
                  <a:off x="1489"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576" name="Line 253"/>
                <p:cNvSpPr>
                  <a:spLocks noChangeShapeType="1"/>
                </p:cNvSpPr>
                <p:nvPr/>
              </p:nvSpPr>
              <p:spPr bwMode="auto">
                <a:xfrm>
                  <a:off x="1544"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577" name="Line 254"/>
                <p:cNvSpPr>
                  <a:spLocks noChangeShapeType="1"/>
                </p:cNvSpPr>
                <p:nvPr/>
              </p:nvSpPr>
              <p:spPr bwMode="auto">
                <a:xfrm>
                  <a:off x="1600"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578" name="Line 255"/>
                <p:cNvSpPr>
                  <a:spLocks noChangeShapeType="1"/>
                </p:cNvSpPr>
                <p:nvPr/>
              </p:nvSpPr>
              <p:spPr bwMode="auto">
                <a:xfrm>
                  <a:off x="1656"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579" name="Line 256"/>
                <p:cNvSpPr>
                  <a:spLocks noChangeShapeType="1"/>
                </p:cNvSpPr>
                <p:nvPr/>
              </p:nvSpPr>
              <p:spPr bwMode="auto">
                <a:xfrm>
                  <a:off x="1712"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580" name="Line 257"/>
                <p:cNvSpPr>
                  <a:spLocks noChangeShapeType="1"/>
                </p:cNvSpPr>
                <p:nvPr/>
              </p:nvSpPr>
              <p:spPr bwMode="auto">
                <a:xfrm>
                  <a:off x="1768"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606" name="Group 258"/>
            <p:cNvGrpSpPr>
              <a:grpSpLocks/>
            </p:cNvGrpSpPr>
            <p:nvPr/>
          </p:nvGrpSpPr>
          <p:grpSpPr bwMode="auto">
            <a:xfrm>
              <a:off x="1952" y="3567"/>
              <a:ext cx="415" cy="56"/>
              <a:chOff x="1952" y="3567"/>
              <a:chExt cx="415" cy="56"/>
            </a:xfrm>
          </p:grpSpPr>
          <p:sp>
            <p:nvSpPr>
              <p:cNvPr id="57565" name="Freeform 259"/>
              <p:cNvSpPr>
                <a:spLocks/>
              </p:cNvSpPr>
              <p:nvPr/>
            </p:nvSpPr>
            <p:spPr bwMode="auto">
              <a:xfrm>
                <a:off x="2255"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rgbClr val="808080"/>
              </a:solidFill>
              <a:ln w="9525">
                <a:solidFill>
                  <a:srgbClr val="808080"/>
                </a:solidFill>
                <a:round/>
                <a:headEnd/>
                <a:tailEnd/>
              </a:ln>
            </p:spPr>
            <p:txBody>
              <a:bodyPr/>
              <a:lstStyle/>
              <a:p>
                <a:endParaRPr lang="en-US"/>
              </a:p>
            </p:txBody>
          </p:sp>
          <p:grpSp>
            <p:nvGrpSpPr>
              <p:cNvPr id="57566" name="Group 260"/>
              <p:cNvGrpSpPr>
                <a:grpSpLocks/>
              </p:cNvGrpSpPr>
              <p:nvPr/>
            </p:nvGrpSpPr>
            <p:grpSpPr bwMode="auto">
              <a:xfrm>
                <a:off x="1952" y="3591"/>
                <a:ext cx="295" cy="1"/>
                <a:chOff x="1952" y="3591"/>
                <a:chExt cx="295" cy="1"/>
              </a:xfrm>
            </p:grpSpPr>
            <p:sp>
              <p:nvSpPr>
                <p:cNvPr id="57567" name="Line 261"/>
                <p:cNvSpPr>
                  <a:spLocks noChangeShapeType="1"/>
                </p:cNvSpPr>
                <p:nvPr/>
              </p:nvSpPr>
              <p:spPr bwMode="auto">
                <a:xfrm>
                  <a:off x="1952"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568" name="Line 262"/>
                <p:cNvSpPr>
                  <a:spLocks noChangeShapeType="1"/>
                </p:cNvSpPr>
                <p:nvPr/>
              </p:nvSpPr>
              <p:spPr bwMode="auto">
                <a:xfrm>
                  <a:off x="2008" y="3591"/>
                  <a:ext cx="23"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569" name="Line 263"/>
                <p:cNvSpPr>
                  <a:spLocks noChangeShapeType="1"/>
                </p:cNvSpPr>
                <p:nvPr/>
              </p:nvSpPr>
              <p:spPr bwMode="auto">
                <a:xfrm>
                  <a:off x="2063"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570" name="Line 264"/>
                <p:cNvSpPr>
                  <a:spLocks noChangeShapeType="1"/>
                </p:cNvSpPr>
                <p:nvPr/>
              </p:nvSpPr>
              <p:spPr bwMode="auto">
                <a:xfrm>
                  <a:off x="2119"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571" name="Line 265"/>
                <p:cNvSpPr>
                  <a:spLocks noChangeShapeType="1"/>
                </p:cNvSpPr>
                <p:nvPr/>
              </p:nvSpPr>
              <p:spPr bwMode="auto">
                <a:xfrm>
                  <a:off x="2175"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572" name="Line 266"/>
                <p:cNvSpPr>
                  <a:spLocks noChangeShapeType="1"/>
                </p:cNvSpPr>
                <p:nvPr/>
              </p:nvSpPr>
              <p:spPr bwMode="auto">
                <a:xfrm>
                  <a:off x="2231" y="3591"/>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607" name="Group 267"/>
            <p:cNvGrpSpPr>
              <a:grpSpLocks/>
            </p:cNvGrpSpPr>
            <p:nvPr/>
          </p:nvGrpSpPr>
          <p:grpSpPr bwMode="auto">
            <a:xfrm>
              <a:off x="2407" y="3567"/>
              <a:ext cx="415" cy="56"/>
              <a:chOff x="2407" y="3567"/>
              <a:chExt cx="415" cy="56"/>
            </a:xfrm>
          </p:grpSpPr>
          <p:sp>
            <p:nvSpPr>
              <p:cNvPr id="57557" name="Freeform 268"/>
              <p:cNvSpPr>
                <a:spLocks/>
              </p:cNvSpPr>
              <p:nvPr/>
            </p:nvSpPr>
            <p:spPr bwMode="auto">
              <a:xfrm>
                <a:off x="2710"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rgbClr val="808080"/>
              </a:solidFill>
              <a:ln w="9525">
                <a:solidFill>
                  <a:srgbClr val="808080"/>
                </a:solidFill>
                <a:round/>
                <a:headEnd/>
                <a:tailEnd/>
              </a:ln>
            </p:spPr>
            <p:txBody>
              <a:bodyPr/>
              <a:lstStyle/>
              <a:p>
                <a:endParaRPr lang="en-US"/>
              </a:p>
            </p:txBody>
          </p:sp>
          <p:grpSp>
            <p:nvGrpSpPr>
              <p:cNvPr id="57558" name="Group 269"/>
              <p:cNvGrpSpPr>
                <a:grpSpLocks/>
              </p:cNvGrpSpPr>
              <p:nvPr/>
            </p:nvGrpSpPr>
            <p:grpSpPr bwMode="auto">
              <a:xfrm>
                <a:off x="2407" y="3591"/>
                <a:ext cx="295" cy="1"/>
                <a:chOff x="2407" y="3591"/>
                <a:chExt cx="295" cy="1"/>
              </a:xfrm>
            </p:grpSpPr>
            <p:sp>
              <p:nvSpPr>
                <p:cNvPr id="57559" name="Line 270"/>
                <p:cNvSpPr>
                  <a:spLocks noChangeShapeType="1"/>
                </p:cNvSpPr>
                <p:nvPr/>
              </p:nvSpPr>
              <p:spPr bwMode="auto">
                <a:xfrm>
                  <a:off x="2407"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560" name="Line 271"/>
                <p:cNvSpPr>
                  <a:spLocks noChangeShapeType="1"/>
                </p:cNvSpPr>
                <p:nvPr/>
              </p:nvSpPr>
              <p:spPr bwMode="auto">
                <a:xfrm>
                  <a:off x="2463"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561" name="Line 272"/>
                <p:cNvSpPr>
                  <a:spLocks noChangeShapeType="1"/>
                </p:cNvSpPr>
                <p:nvPr/>
              </p:nvSpPr>
              <p:spPr bwMode="auto">
                <a:xfrm>
                  <a:off x="2518"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562" name="Line 273"/>
                <p:cNvSpPr>
                  <a:spLocks noChangeShapeType="1"/>
                </p:cNvSpPr>
                <p:nvPr/>
              </p:nvSpPr>
              <p:spPr bwMode="auto">
                <a:xfrm>
                  <a:off x="2574"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563" name="Line 274"/>
                <p:cNvSpPr>
                  <a:spLocks noChangeShapeType="1"/>
                </p:cNvSpPr>
                <p:nvPr/>
              </p:nvSpPr>
              <p:spPr bwMode="auto">
                <a:xfrm>
                  <a:off x="2630"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564" name="Line 275"/>
                <p:cNvSpPr>
                  <a:spLocks noChangeShapeType="1"/>
                </p:cNvSpPr>
                <p:nvPr/>
              </p:nvSpPr>
              <p:spPr bwMode="auto">
                <a:xfrm>
                  <a:off x="2686" y="3591"/>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608" name="Group 276"/>
            <p:cNvGrpSpPr>
              <a:grpSpLocks/>
            </p:cNvGrpSpPr>
            <p:nvPr/>
          </p:nvGrpSpPr>
          <p:grpSpPr bwMode="auto">
            <a:xfrm>
              <a:off x="1944" y="2690"/>
              <a:ext cx="894" cy="596"/>
              <a:chOff x="1944" y="2690"/>
              <a:chExt cx="894" cy="596"/>
            </a:xfrm>
          </p:grpSpPr>
          <p:sp>
            <p:nvSpPr>
              <p:cNvPr id="57555" name="Freeform 277"/>
              <p:cNvSpPr>
                <a:spLocks/>
              </p:cNvSpPr>
              <p:nvPr/>
            </p:nvSpPr>
            <p:spPr bwMode="auto">
              <a:xfrm>
                <a:off x="2702" y="2690"/>
                <a:ext cx="136" cy="104"/>
              </a:xfrm>
              <a:custGeom>
                <a:avLst/>
                <a:gdLst>
                  <a:gd name="T0" fmla="*/ 136 w 136"/>
                  <a:gd name="T1" fmla="*/ 0 h 104"/>
                  <a:gd name="T2" fmla="*/ 40 w 136"/>
                  <a:gd name="T3" fmla="*/ 104 h 104"/>
                  <a:gd name="T4" fmla="*/ 24 w 136"/>
                  <a:gd name="T5" fmla="*/ 72 h 104"/>
                  <a:gd name="T6" fmla="*/ 0 w 136"/>
                  <a:gd name="T7" fmla="*/ 48 h 104"/>
                  <a:gd name="T8" fmla="*/ 136 w 136"/>
                  <a:gd name="T9" fmla="*/ 0 h 10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 h="104">
                    <a:moveTo>
                      <a:pt x="136" y="0"/>
                    </a:moveTo>
                    <a:lnTo>
                      <a:pt x="40" y="104"/>
                    </a:lnTo>
                    <a:lnTo>
                      <a:pt x="24" y="72"/>
                    </a:lnTo>
                    <a:lnTo>
                      <a:pt x="0" y="48"/>
                    </a:lnTo>
                    <a:lnTo>
                      <a:pt x="136" y="0"/>
                    </a:lnTo>
                    <a:close/>
                  </a:path>
                </a:pathLst>
              </a:custGeom>
              <a:solidFill>
                <a:srgbClr val="808080"/>
              </a:solidFill>
              <a:ln w="9525">
                <a:solidFill>
                  <a:srgbClr val="808080"/>
                </a:solidFill>
                <a:round/>
                <a:headEnd/>
                <a:tailEnd/>
              </a:ln>
            </p:spPr>
            <p:txBody>
              <a:bodyPr/>
              <a:lstStyle/>
              <a:p>
                <a:endParaRPr lang="en-US"/>
              </a:p>
            </p:txBody>
          </p:sp>
          <p:sp>
            <p:nvSpPr>
              <p:cNvPr id="57556" name="Line 278"/>
              <p:cNvSpPr>
                <a:spLocks noChangeShapeType="1"/>
              </p:cNvSpPr>
              <p:nvPr/>
            </p:nvSpPr>
            <p:spPr bwMode="auto">
              <a:xfrm flipV="1">
                <a:off x="1944" y="2758"/>
                <a:ext cx="790" cy="528"/>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609" name="Group 279"/>
            <p:cNvGrpSpPr>
              <a:grpSpLocks/>
            </p:cNvGrpSpPr>
            <p:nvPr/>
          </p:nvGrpSpPr>
          <p:grpSpPr bwMode="auto">
            <a:xfrm>
              <a:off x="1952" y="2376"/>
              <a:ext cx="886" cy="290"/>
              <a:chOff x="1952" y="2376"/>
              <a:chExt cx="886" cy="290"/>
            </a:xfrm>
          </p:grpSpPr>
          <p:sp>
            <p:nvSpPr>
              <p:cNvPr id="57553" name="Freeform 280"/>
              <p:cNvSpPr>
                <a:spLocks/>
              </p:cNvSpPr>
              <p:nvPr/>
            </p:nvSpPr>
            <p:spPr bwMode="auto">
              <a:xfrm>
                <a:off x="2702" y="2586"/>
                <a:ext cx="136" cy="80"/>
              </a:xfrm>
              <a:custGeom>
                <a:avLst/>
                <a:gdLst>
                  <a:gd name="T0" fmla="*/ 136 w 136"/>
                  <a:gd name="T1" fmla="*/ 80 h 80"/>
                  <a:gd name="T2" fmla="*/ 0 w 136"/>
                  <a:gd name="T3" fmla="*/ 64 h 80"/>
                  <a:gd name="T4" fmla="*/ 8 w 136"/>
                  <a:gd name="T5" fmla="*/ 32 h 80"/>
                  <a:gd name="T6" fmla="*/ 16 w 136"/>
                  <a:gd name="T7" fmla="*/ 0 h 80"/>
                  <a:gd name="T8" fmla="*/ 136 w 136"/>
                  <a:gd name="T9" fmla="*/ 80 h 8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 h="80">
                    <a:moveTo>
                      <a:pt x="136" y="80"/>
                    </a:moveTo>
                    <a:lnTo>
                      <a:pt x="0" y="64"/>
                    </a:lnTo>
                    <a:lnTo>
                      <a:pt x="8" y="32"/>
                    </a:lnTo>
                    <a:lnTo>
                      <a:pt x="16" y="0"/>
                    </a:lnTo>
                    <a:lnTo>
                      <a:pt x="136" y="80"/>
                    </a:lnTo>
                    <a:close/>
                  </a:path>
                </a:pathLst>
              </a:custGeom>
              <a:solidFill>
                <a:srgbClr val="808080"/>
              </a:solidFill>
              <a:ln w="9525">
                <a:solidFill>
                  <a:srgbClr val="808080"/>
                </a:solidFill>
                <a:round/>
                <a:headEnd/>
                <a:tailEnd/>
              </a:ln>
            </p:spPr>
            <p:txBody>
              <a:bodyPr/>
              <a:lstStyle/>
              <a:p>
                <a:endParaRPr lang="en-US"/>
              </a:p>
            </p:txBody>
          </p:sp>
          <p:sp>
            <p:nvSpPr>
              <p:cNvPr id="57554" name="Line 281"/>
              <p:cNvSpPr>
                <a:spLocks noChangeShapeType="1"/>
              </p:cNvSpPr>
              <p:nvPr/>
            </p:nvSpPr>
            <p:spPr bwMode="auto">
              <a:xfrm>
                <a:off x="1952" y="2376"/>
                <a:ext cx="766" cy="244"/>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610" name="Group 282"/>
            <p:cNvGrpSpPr>
              <a:grpSpLocks/>
            </p:cNvGrpSpPr>
            <p:nvPr/>
          </p:nvGrpSpPr>
          <p:grpSpPr bwMode="auto">
            <a:xfrm>
              <a:off x="1481" y="2084"/>
              <a:ext cx="1373" cy="1507"/>
              <a:chOff x="1481" y="2084"/>
              <a:chExt cx="1373" cy="1507"/>
            </a:xfrm>
          </p:grpSpPr>
          <p:sp>
            <p:nvSpPr>
              <p:cNvPr id="57551" name="Freeform 283"/>
              <p:cNvSpPr>
                <a:spLocks/>
              </p:cNvSpPr>
              <p:nvPr/>
            </p:nvSpPr>
            <p:spPr bwMode="auto">
              <a:xfrm>
                <a:off x="2742" y="2084"/>
                <a:ext cx="112" cy="119"/>
              </a:xfrm>
              <a:custGeom>
                <a:avLst/>
                <a:gdLst>
                  <a:gd name="T0" fmla="*/ 112 w 112"/>
                  <a:gd name="T1" fmla="*/ 0 h 119"/>
                  <a:gd name="T2" fmla="*/ 48 w 112"/>
                  <a:gd name="T3" fmla="*/ 119 h 119"/>
                  <a:gd name="T4" fmla="*/ 24 w 112"/>
                  <a:gd name="T5" fmla="*/ 96 h 119"/>
                  <a:gd name="T6" fmla="*/ 0 w 112"/>
                  <a:gd name="T7" fmla="*/ 72 h 119"/>
                  <a:gd name="T8" fmla="*/ 112 w 112"/>
                  <a:gd name="T9" fmla="*/ 0 h 1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119">
                    <a:moveTo>
                      <a:pt x="112" y="0"/>
                    </a:moveTo>
                    <a:lnTo>
                      <a:pt x="48" y="119"/>
                    </a:lnTo>
                    <a:lnTo>
                      <a:pt x="24" y="96"/>
                    </a:lnTo>
                    <a:lnTo>
                      <a:pt x="0" y="72"/>
                    </a:lnTo>
                    <a:lnTo>
                      <a:pt x="112" y="0"/>
                    </a:lnTo>
                    <a:close/>
                  </a:path>
                </a:pathLst>
              </a:custGeom>
              <a:solidFill>
                <a:srgbClr val="808080"/>
              </a:solidFill>
              <a:ln w="9525">
                <a:solidFill>
                  <a:srgbClr val="808080"/>
                </a:solidFill>
                <a:round/>
                <a:headEnd/>
                <a:tailEnd/>
              </a:ln>
            </p:spPr>
            <p:txBody>
              <a:bodyPr/>
              <a:lstStyle/>
              <a:p>
                <a:endParaRPr lang="en-US"/>
              </a:p>
            </p:txBody>
          </p:sp>
          <p:sp>
            <p:nvSpPr>
              <p:cNvPr id="57552" name="Line 284"/>
              <p:cNvSpPr>
                <a:spLocks noChangeShapeType="1"/>
              </p:cNvSpPr>
              <p:nvPr/>
            </p:nvSpPr>
            <p:spPr bwMode="auto">
              <a:xfrm flipV="1">
                <a:off x="1481" y="2172"/>
                <a:ext cx="1291" cy="1419"/>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611" name="Group 285"/>
            <p:cNvGrpSpPr>
              <a:grpSpLocks/>
            </p:cNvGrpSpPr>
            <p:nvPr/>
          </p:nvGrpSpPr>
          <p:grpSpPr bwMode="auto">
            <a:xfrm>
              <a:off x="1944" y="2076"/>
              <a:ext cx="902" cy="885"/>
              <a:chOff x="1944" y="2076"/>
              <a:chExt cx="902" cy="885"/>
            </a:xfrm>
          </p:grpSpPr>
          <p:sp>
            <p:nvSpPr>
              <p:cNvPr id="57549" name="Freeform 286"/>
              <p:cNvSpPr>
                <a:spLocks/>
              </p:cNvSpPr>
              <p:nvPr/>
            </p:nvSpPr>
            <p:spPr bwMode="auto">
              <a:xfrm>
                <a:off x="2726" y="2850"/>
                <a:ext cx="120" cy="111"/>
              </a:xfrm>
              <a:custGeom>
                <a:avLst/>
                <a:gdLst>
                  <a:gd name="T0" fmla="*/ 120 w 120"/>
                  <a:gd name="T1" fmla="*/ 111 h 111"/>
                  <a:gd name="T2" fmla="*/ 0 w 120"/>
                  <a:gd name="T3" fmla="*/ 47 h 111"/>
                  <a:gd name="T4" fmla="*/ 24 w 120"/>
                  <a:gd name="T5" fmla="*/ 23 h 111"/>
                  <a:gd name="T6" fmla="*/ 48 w 120"/>
                  <a:gd name="T7" fmla="*/ 0 h 111"/>
                  <a:gd name="T8" fmla="*/ 120 w 120"/>
                  <a:gd name="T9" fmla="*/ 111 h 1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 h="111">
                    <a:moveTo>
                      <a:pt x="120" y="111"/>
                    </a:moveTo>
                    <a:lnTo>
                      <a:pt x="0" y="47"/>
                    </a:lnTo>
                    <a:lnTo>
                      <a:pt x="24" y="23"/>
                    </a:lnTo>
                    <a:lnTo>
                      <a:pt x="48" y="0"/>
                    </a:lnTo>
                    <a:lnTo>
                      <a:pt x="120" y="111"/>
                    </a:lnTo>
                    <a:close/>
                  </a:path>
                </a:pathLst>
              </a:custGeom>
              <a:solidFill>
                <a:srgbClr val="808080"/>
              </a:solidFill>
              <a:ln w="9525">
                <a:solidFill>
                  <a:srgbClr val="808080"/>
                </a:solidFill>
                <a:round/>
                <a:headEnd/>
                <a:tailEnd/>
              </a:ln>
            </p:spPr>
            <p:txBody>
              <a:bodyPr/>
              <a:lstStyle/>
              <a:p>
                <a:endParaRPr lang="en-US"/>
              </a:p>
            </p:txBody>
          </p:sp>
          <p:sp>
            <p:nvSpPr>
              <p:cNvPr id="57550" name="Line 287"/>
              <p:cNvSpPr>
                <a:spLocks noChangeShapeType="1"/>
              </p:cNvSpPr>
              <p:nvPr/>
            </p:nvSpPr>
            <p:spPr bwMode="auto">
              <a:xfrm>
                <a:off x="1944" y="2076"/>
                <a:ext cx="814" cy="805"/>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612" name="Group 288"/>
            <p:cNvGrpSpPr>
              <a:grpSpLocks/>
            </p:cNvGrpSpPr>
            <p:nvPr/>
          </p:nvGrpSpPr>
          <p:grpSpPr bwMode="auto">
            <a:xfrm>
              <a:off x="1489" y="2379"/>
              <a:ext cx="902" cy="893"/>
              <a:chOff x="1489" y="2379"/>
              <a:chExt cx="902" cy="893"/>
            </a:xfrm>
          </p:grpSpPr>
          <p:sp>
            <p:nvSpPr>
              <p:cNvPr id="57547" name="Freeform 289"/>
              <p:cNvSpPr>
                <a:spLocks/>
              </p:cNvSpPr>
              <p:nvPr/>
            </p:nvSpPr>
            <p:spPr bwMode="auto">
              <a:xfrm>
                <a:off x="2271" y="3153"/>
                <a:ext cx="120" cy="119"/>
              </a:xfrm>
              <a:custGeom>
                <a:avLst/>
                <a:gdLst>
                  <a:gd name="T0" fmla="*/ 120 w 120"/>
                  <a:gd name="T1" fmla="*/ 119 h 119"/>
                  <a:gd name="T2" fmla="*/ 0 w 120"/>
                  <a:gd name="T3" fmla="*/ 48 h 119"/>
                  <a:gd name="T4" fmla="*/ 24 w 120"/>
                  <a:gd name="T5" fmla="*/ 24 h 119"/>
                  <a:gd name="T6" fmla="*/ 48 w 120"/>
                  <a:gd name="T7" fmla="*/ 0 h 119"/>
                  <a:gd name="T8" fmla="*/ 120 w 120"/>
                  <a:gd name="T9" fmla="*/ 119 h 1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 h="119">
                    <a:moveTo>
                      <a:pt x="120" y="119"/>
                    </a:moveTo>
                    <a:lnTo>
                      <a:pt x="0" y="48"/>
                    </a:lnTo>
                    <a:lnTo>
                      <a:pt x="24" y="24"/>
                    </a:lnTo>
                    <a:lnTo>
                      <a:pt x="48" y="0"/>
                    </a:lnTo>
                    <a:lnTo>
                      <a:pt x="120" y="119"/>
                    </a:lnTo>
                    <a:close/>
                  </a:path>
                </a:pathLst>
              </a:custGeom>
              <a:solidFill>
                <a:srgbClr val="808080"/>
              </a:solidFill>
              <a:ln w="9525">
                <a:solidFill>
                  <a:srgbClr val="808080"/>
                </a:solidFill>
                <a:round/>
                <a:headEnd/>
                <a:tailEnd/>
              </a:ln>
            </p:spPr>
            <p:txBody>
              <a:bodyPr/>
              <a:lstStyle/>
              <a:p>
                <a:endParaRPr lang="en-US"/>
              </a:p>
            </p:txBody>
          </p:sp>
          <p:sp>
            <p:nvSpPr>
              <p:cNvPr id="57548" name="Line 290"/>
              <p:cNvSpPr>
                <a:spLocks noChangeShapeType="1"/>
              </p:cNvSpPr>
              <p:nvPr/>
            </p:nvSpPr>
            <p:spPr bwMode="auto">
              <a:xfrm>
                <a:off x="1489" y="2379"/>
                <a:ext cx="814" cy="805"/>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613" name="Group 291"/>
            <p:cNvGrpSpPr>
              <a:grpSpLocks/>
            </p:cNvGrpSpPr>
            <p:nvPr/>
          </p:nvGrpSpPr>
          <p:grpSpPr bwMode="auto">
            <a:xfrm>
              <a:off x="1483" y="2379"/>
              <a:ext cx="429" cy="598"/>
              <a:chOff x="1483" y="2379"/>
              <a:chExt cx="429" cy="598"/>
            </a:xfrm>
          </p:grpSpPr>
          <p:sp>
            <p:nvSpPr>
              <p:cNvPr id="57545" name="Freeform 292"/>
              <p:cNvSpPr>
                <a:spLocks/>
              </p:cNvSpPr>
              <p:nvPr/>
            </p:nvSpPr>
            <p:spPr bwMode="auto">
              <a:xfrm>
                <a:off x="1808" y="2379"/>
                <a:ext cx="104" cy="136"/>
              </a:xfrm>
              <a:custGeom>
                <a:avLst/>
                <a:gdLst>
                  <a:gd name="T0" fmla="*/ 104 w 104"/>
                  <a:gd name="T1" fmla="*/ 0 h 136"/>
                  <a:gd name="T2" fmla="*/ 56 w 104"/>
                  <a:gd name="T3" fmla="*/ 136 h 136"/>
                  <a:gd name="T4" fmla="*/ 32 w 104"/>
                  <a:gd name="T5" fmla="*/ 112 h 136"/>
                  <a:gd name="T6" fmla="*/ 0 w 104"/>
                  <a:gd name="T7" fmla="*/ 96 h 136"/>
                  <a:gd name="T8" fmla="*/ 104 w 104"/>
                  <a:gd name="T9" fmla="*/ 0 h 1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4" h="136">
                    <a:moveTo>
                      <a:pt x="104" y="0"/>
                    </a:moveTo>
                    <a:lnTo>
                      <a:pt x="56" y="136"/>
                    </a:lnTo>
                    <a:lnTo>
                      <a:pt x="32" y="112"/>
                    </a:lnTo>
                    <a:lnTo>
                      <a:pt x="0" y="96"/>
                    </a:lnTo>
                    <a:lnTo>
                      <a:pt x="104" y="0"/>
                    </a:lnTo>
                    <a:close/>
                  </a:path>
                </a:pathLst>
              </a:custGeom>
              <a:solidFill>
                <a:srgbClr val="808080"/>
              </a:solidFill>
              <a:ln w="9525">
                <a:solidFill>
                  <a:srgbClr val="808080"/>
                </a:solidFill>
                <a:round/>
                <a:headEnd/>
                <a:tailEnd/>
              </a:ln>
            </p:spPr>
            <p:txBody>
              <a:bodyPr/>
              <a:lstStyle/>
              <a:p>
                <a:endParaRPr lang="en-US"/>
              </a:p>
            </p:txBody>
          </p:sp>
          <p:sp>
            <p:nvSpPr>
              <p:cNvPr id="57546" name="Line 293"/>
              <p:cNvSpPr>
                <a:spLocks noChangeShapeType="1"/>
              </p:cNvSpPr>
              <p:nvPr/>
            </p:nvSpPr>
            <p:spPr bwMode="auto">
              <a:xfrm flipV="1">
                <a:off x="1483" y="2483"/>
                <a:ext cx="362" cy="494"/>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614" name="Group 294"/>
            <p:cNvGrpSpPr>
              <a:grpSpLocks/>
            </p:cNvGrpSpPr>
            <p:nvPr/>
          </p:nvGrpSpPr>
          <p:grpSpPr bwMode="auto">
            <a:xfrm>
              <a:off x="1936" y="2379"/>
              <a:ext cx="894" cy="604"/>
              <a:chOff x="1936" y="2379"/>
              <a:chExt cx="894" cy="604"/>
            </a:xfrm>
          </p:grpSpPr>
          <p:sp>
            <p:nvSpPr>
              <p:cNvPr id="57543" name="Freeform 295"/>
              <p:cNvSpPr>
                <a:spLocks/>
              </p:cNvSpPr>
              <p:nvPr/>
            </p:nvSpPr>
            <p:spPr bwMode="auto">
              <a:xfrm>
                <a:off x="2702" y="2379"/>
                <a:ext cx="128" cy="104"/>
              </a:xfrm>
              <a:custGeom>
                <a:avLst/>
                <a:gdLst>
                  <a:gd name="T0" fmla="*/ 128 w 128"/>
                  <a:gd name="T1" fmla="*/ 0 h 104"/>
                  <a:gd name="T2" fmla="*/ 40 w 128"/>
                  <a:gd name="T3" fmla="*/ 104 h 104"/>
                  <a:gd name="T4" fmla="*/ 16 w 128"/>
                  <a:gd name="T5" fmla="*/ 80 h 104"/>
                  <a:gd name="T6" fmla="*/ 0 w 128"/>
                  <a:gd name="T7" fmla="*/ 48 h 104"/>
                  <a:gd name="T8" fmla="*/ 128 w 128"/>
                  <a:gd name="T9" fmla="*/ 0 h 10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8" h="104">
                    <a:moveTo>
                      <a:pt x="128" y="0"/>
                    </a:moveTo>
                    <a:lnTo>
                      <a:pt x="40" y="104"/>
                    </a:lnTo>
                    <a:lnTo>
                      <a:pt x="16" y="80"/>
                    </a:lnTo>
                    <a:lnTo>
                      <a:pt x="0" y="48"/>
                    </a:lnTo>
                    <a:lnTo>
                      <a:pt x="128" y="0"/>
                    </a:lnTo>
                    <a:close/>
                  </a:path>
                </a:pathLst>
              </a:custGeom>
              <a:solidFill>
                <a:srgbClr val="808080"/>
              </a:solidFill>
              <a:ln w="9525">
                <a:solidFill>
                  <a:srgbClr val="808080"/>
                </a:solidFill>
                <a:round/>
                <a:headEnd/>
                <a:tailEnd/>
              </a:ln>
            </p:spPr>
            <p:txBody>
              <a:bodyPr/>
              <a:lstStyle/>
              <a:p>
                <a:endParaRPr lang="en-US"/>
              </a:p>
            </p:txBody>
          </p:sp>
          <p:sp>
            <p:nvSpPr>
              <p:cNvPr id="57544" name="Line 296"/>
              <p:cNvSpPr>
                <a:spLocks noChangeShapeType="1"/>
              </p:cNvSpPr>
              <p:nvPr/>
            </p:nvSpPr>
            <p:spPr bwMode="auto">
              <a:xfrm flipV="1">
                <a:off x="1936" y="2455"/>
                <a:ext cx="790" cy="528"/>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615" name="Group 297"/>
            <p:cNvGrpSpPr>
              <a:grpSpLocks/>
            </p:cNvGrpSpPr>
            <p:nvPr/>
          </p:nvGrpSpPr>
          <p:grpSpPr bwMode="auto">
            <a:xfrm>
              <a:off x="1952" y="2076"/>
              <a:ext cx="886" cy="290"/>
              <a:chOff x="1952" y="2076"/>
              <a:chExt cx="886" cy="290"/>
            </a:xfrm>
          </p:grpSpPr>
          <p:sp>
            <p:nvSpPr>
              <p:cNvPr id="57541" name="Freeform 298"/>
              <p:cNvSpPr>
                <a:spLocks/>
              </p:cNvSpPr>
              <p:nvPr/>
            </p:nvSpPr>
            <p:spPr bwMode="auto">
              <a:xfrm>
                <a:off x="2702" y="2076"/>
                <a:ext cx="136" cy="72"/>
              </a:xfrm>
              <a:custGeom>
                <a:avLst/>
                <a:gdLst>
                  <a:gd name="T0" fmla="*/ 136 w 136"/>
                  <a:gd name="T1" fmla="*/ 0 h 72"/>
                  <a:gd name="T2" fmla="*/ 16 w 136"/>
                  <a:gd name="T3" fmla="*/ 72 h 72"/>
                  <a:gd name="T4" fmla="*/ 8 w 136"/>
                  <a:gd name="T5" fmla="*/ 40 h 72"/>
                  <a:gd name="T6" fmla="*/ 0 w 136"/>
                  <a:gd name="T7" fmla="*/ 8 h 72"/>
                  <a:gd name="T8" fmla="*/ 136 w 136"/>
                  <a:gd name="T9" fmla="*/ 0 h 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 h="72">
                    <a:moveTo>
                      <a:pt x="136" y="0"/>
                    </a:moveTo>
                    <a:lnTo>
                      <a:pt x="16" y="72"/>
                    </a:lnTo>
                    <a:lnTo>
                      <a:pt x="8" y="40"/>
                    </a:lnTo>
                    <a:lnTo>
                      <a:pt x="0" y="8"/>
                    </a:lnTo>
                    <a:lnTo>
                      <a:pt x="136" y="0"/>
                    </a:lnTo>
                    <a:close/>
                  </a:path>
                </a:pathLst>
              </a:custGeom>
              <a:solidFill>
                <a:srgbClr val="808080"/>
              </a:solidFill>
              <a:ln w="9525">
                <a:solidFill>
                  <a:srgbClr val="808080"/>
                </a:solidFill>
                <a:round/>
                <a:headEnd/>
                <a:tailEnd/>
              </a:ln>
            </p:spPr>
            <p:txBody>
              <a:bodyPr/>
              <a:lstStyle/>
              <a:p>
                <a:endParaRPr lang="en-US"/>
              </a:p>
            </p:txBody>
          </p:sp>
          <p:sp>
            <p:nvSpPr>
              <p:cNvPr id="57542" name="Line 299"/>
              <p:cNvSpPr>
                <a:spLocks noChangeShapeType="1"/>
              </p:cNvSpPr>
              <p:nvPr/>
            </p:nvSpPr>
            <p:spPr bwMode="auto">
              <a:xfrm flipV="1">
                <a:off x="1952" y="2114"/>
                <a:ext cx="766" cy="252"/>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616" name="Group 300"/>
            <p:cNvGrpSpPr>
              <a:grpSpLocks/>
            </p:cNvGrpSpPr>
            <p:nvPr/>
          </p:nvGrpSpPr>
          <p:grpSpPr bwMode="auto">
            <a:xfrm>
              <a:off x="1481" y="1769"/>
              <a:ext cx="894" cy="283"/>
              <a:chOff x="1481" y="1769"/>
              <a:chExt cx="894" cy="283"/>
            </a:xfrm>
          </p:grpSpPr>
          <p:sp>
            <p:nvSpPr>
              <p:cNvPr id="57539" name="Freeform 301"/>
              <p:cNvSpPr>
                <a:spLocks/>
              </p:cNvSpPr>
              <p:nvPr/>
            </p:nvSpPr>
            <p:spPr bwMode="auto">
              <a:xfrm>
                <a:off x="2231" y="1980"/>
                <a:ext cx="144" cy="72"/>
              </a:xfrm>
              <a:custGeom>
                <a:avLst/>
                <a:gdLst>
                  <a:gd name="T0" fmla="*/ 144 w 144"/>
                  <a:gd name="T1" fmla="*/ 72 h 72"/>
                  <a:gd name="T2" fmla="*/ 0 w 144"/>
                  <a:gd name="T3" fmla="*/ 64 h 72"/>
                  <a:gd name="T4" fmla="*/ 16 w 144"/>
                  <a:gd name="T5" fmla="*/ 32 h 72"/>
                  <a:gd name="T6" fmla="*/ 24 w 144"/>
                  <a:gd name="T7" fmla="*/ 0 h 72"/>
                  <a:gd name="T8" fmla="*/ 144 w 144"/>
                  <a:gd name="T9" fmla="*/ 72 h 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4" h="72">
                    <a:moveTo>
                      <a:pt x="144" y="72"/>
                    </a:moveTo>
                    <a:lnTo>
                      <a:pt x="0" y="64"/>
                    </a:lnTo>
                    <a:lnTo>
                      <a:pt x="16" y="32"/>
                    </a:lnTo>
                    <a:lnTo>
                      <a:pt x="24" y="0"/>
                    </a:lnTo>
                    <a:lnTo>
                      <a:pt x="144" y="72"/>
                    </a:lnTo>
                    <a:close/>
                  </a:path>
                </a:pathLst>
              </a:custGeom>
              <a:solidFill>
                <a:srgbClr val="808080"/>
              </a:solidFill>
              <a:ln w="9525">
                <a:solidFill>
                  <a:srgbClr val="808080"/>
                </a:solidFill>
                <a:round/>
                <a:headEnd/>
                <a:tailEnd/>
              </a:ln>
            </p:spPr>
            <p:txBody>
              <a:bodyPr/>
              <a:lstStyle/>
              <a:p>
                <a:endParaRPr lang="en-US"/>
              </a:p>
            </p:txBody>
          </p:sp>
          <p:sp>
            <p:nvSpPr>
              <p:cNvPr id="57540" name="Line 302"/>
              <p:cNvSpPr>
                <a:spLocks noChangeShapeType="1"/>
              </p:cNvSpPr>
              <p:nvPr/>
            </p:nvSpPr>
            <p:spPr bwMode="auto">
              <a:xfrm>
                <a:off x="1481" y="1769"/>
                <a:ext cx="774" cy="244"/>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56617" name="Oval 303"/>
            <p:cNvSpPr>
              <a:spLocks noChangeArrowheads="1"/>
            </p:cNvSpPr>
            <p:nvPr/>
          </p:nvSpPr>
          <p:spPr bwMode="auto">
            <a:xfrm>
              <a:off x="1457" y="1741"/>
              <a:ext cx="32" cy="40"/>
            </a:xfrm>
            <a:prstGeom prst="ellipse">
              <a:avLst/>
            </a:prstGeom>
            <a:solidFill>
              <a:srgbClr val="808080"/>
            </a:solidFill>
            <a:ln w="9525">
              <a:solidFill>
                <a:srgbClr val="808080"/>
              </a:solidFill>
              <a:round/>
              <a:headEnd/>
              <a:tailEnd/>
            </a:ln>
          </p:spPr>
          <p:txBody>
            <a:bodyPr/>
            <a:lstStyle/>
            <a:p>
              <a:endParaRPr lang="en-US"/>
            </a:p>
          </p:txBody>
        </p:sp>
        <p:sp>
          <p:nvSpPr>
            <p:cNvPr id="56618" name="Oval 304"/>
            <p:cNvSpPr>
              <a:spLocks noChangeArrowheads="1"/>
            </p:cNvSpPr>
            <p:nvPr/>
          </p:nvSpPr>
          <p:spPr bwMode="auto">
            <a:xfrm>
              <a:off x="1457" y="1741"/>
              <a:ext cx="32" cy="40"/>
            </a:xfrm>
            <a:prstGeom prst="ellipse">
              <a:avLst/>
            </a:prstGeom>
            <a:solidFill>
              <a:srgbClr val="808080"/>
            </a:solidFill>
            <a:ln w="25400">
              <a:solidFill>
                <a:srgbClr val="808080"/>
              </a:solidFill>
              <a:round/>
              <a:headEnd/>
              <a:tailEnd/>
            </a:ln>
          </p:spPr>
          <p:txBody>
            <a:bodyPr/>
            <a:lstStyle/>
            <a:p>
              <a:endParaRPr lang="en-US"/>
            </a:p>
          </p:txBody>
        </p:sp>
        <p:sp>
          <p:nvSpPr>
            <p:cNvPr id="56619" name="Oval 305"/>
            <p:cNvSpPr>
              <a:spLocks noChangeArrowheads="1"/>
            </p:cNvSpPr>
            <p:nvPr/>
          </p:nvSpPr>
          <p:spPr bwMode="auto">
            <a:xfrm>
              <a:off x="1457" y="2044"/>
              <a:ext cx="40" cy="40"/>
            </a:xfrm>
            <a:prstGeom prst="ellipse">
              <a:avLst/>
            </a:prstGeom>
            <a:solidFill>
              <a:srgbClr val="808080"/>
            </a:solidFill>
            <a:ln w="9525">
              <a:solidFill>
                <a:srgbClr val="808080"/>
              </a:solidFill>
              <a:round/>
              <a:headEnd/>
              <a:tailEnd/>
            </a:ln>
          </p:spPr>
          <p:txBody>
            <a:bodyPr/>
            <a:lstStyle/>
            <a:p>
              <a:endParaRPr lang="en-US"/>
            </a:p>
          </p:txBody>
        </p:sp>
        <p:sp>
          <p:nvSpPr>
            <p:cNvPr id="56620" name="Oval 306"/>
            <p:cNvSpPr>
              <a:spLocks noChangeArrowheads="1"/>
            </p:cNvSpPr>
            <p:nvPr/>
          </p:nvSpPr>
          <p:spPr bwMode="auto">
            <a:xfrm>
              <a:off x="1457" y="2044"/>
              <a:ext cx="40" cy="40"/>
            </a:xfrm>
            <a:prstGeom prst="ellipse">
              <a:avLst/>
            </a:prstGeom>
            <a:solidFill>
              <a:srgbClr val="808080"/>
            </a:solidFill>
            <a:ln w="25400">
              <a:solidFill>
                <a:srgbClr val="808080"/>
              </a:solidFill>
              <a:round/>
              <a:headEnd/>
              <a:tailEnd/>
            </a:ln>
          </p:spPr>
          <p:txBody>
            <a:bodyPr/>
            <a:lstStyle/>
            <a:p>
              <a:endParaRPr lang="en-US"/>
            </a:p>
          </p:txBody>
        </p:sp>
        <p:sp>
          <p:nvSpPr>
            <p:cNvPr id="56621" name="Oval 307"/>
            <p:cNvSpPr>
              <a:spLocks noChangeArrowheads="1"/>
            </p:cNvSpPr>
            <p:nvPr/>
          </p:nvSpPr>
          <p:spPr bwMode="auto">
            <a:xfrm>
              <a:off x="1457" y="2355"/>
              <a:ext cx="40" cy="32"/>
            </a:xfrm>
            <a:prstGeom prst="ellipse">
              <a:avLst/>
            </a:prstGeom>
            <a:solidFill>
              <a:srgbClr val="808080"/>
            </a:solidFill>
            <a:ln w="9525">
              <a:solidFill>
                <a:srgbClr val="808080"/>
              </a:solidFill>
              <a:round/>
              <a:headEnd/>
              <a:tailEnd/>
            </a:ln>
          </p:spPr>
          <p:txBody>
            <a:bodyPr/>
            <a:lstStyle/>
            <a:p>
              <a:endParaRPr lang="en-US"/>
            </a:p>
          </p:txBody>
        </p:sp>
        <p:sp>
          <p:nvSpPr>
            <p:cNvPr id="56622" name="Oval 308"/>
            <p:cNvSpPr>
              <a:spLocks noChangeArrowheads="1"/>
            </p:cNvSpPr>
            <p:nvPr/>
          </p:nvSpPr>
          <p:spPr bwMode="auto">
            <a:xfrm>
              <a:off x="1457" y="2355"/>
              <a:ext cx="40" cy="32"/>
            </a:xfrm>
            <a:prstGeom prst="ellipse">
              <a:avLst/>
            </a:prstGeom>
            <a:solidFill>
              <a:srgbClr val="808080"/>
            </a:solidFill>
            <a:ln w="25400">
              <a:solidFill>
                <a:srgbClr val="808080"/>
              </a:solidFill>
              <a:round/>
              <a:headEnd/>
              <a:tailEnd/>
            </a:ln>
          </p:spPr>
          <p:txBody>
            <a:bodyPr/>
            <a:lstStyle/>
            <a:p>
              <a:endParaRPr lang="en-US"/>
            </a:p>
          </p:txBody>
        </p:sp>
        <p:sp>
          <p:nvSpPr>
            <p:cNvPr id="56623" name="Oval 309"/>
            <p:cNvSpPr>
              <a:spLocks noChangeArrowheads="1"/>
            </p:cNvSpPr>
            <p:nvPr/>
          </p:nvSpPr>
          <p:spPr bwMode="auto">
            <a:xfrm>
              <a:off x="1457" y="2658"/>
              <a:ext cx="32" cy="32"/>
            </a:xfrm>
            <a:prstGeom prst="ellipse">
              <a:avLst/>
            </a:prstGeom>
            <a:solidFill>
              <a:srgbClr val="808080"/>
            </a:solidFill>
            <a:ln w="9525">
              <a:solidFill>
                <a:srgbClr val="808080"/>
              </a:solidFill>
              <a:round/>
              <a:headEnd/>
              <a:tailEnd/>
            </a:ln>
          </p:spPr>
          <p:txBody>
            <a:bodyPr/>
            <a:lstStyle/>
            <a:p>
              <a:endParaRPr lang="en-US"/>
            </a:p>
          </p:txBody>
        </p:sp>
        <p:sp>
          <p:nvSpPr>
            <p:cNvPr id="56624" name="Oval 310"/>
            <p:cNvSpPr>
              <a:spLocks noChangeArrowheads="1"/>
            </p:cNvSpPr>
            <p:nvPr/>
          </p:nvSpPr>
          <p:spPr bwMode="auto">
            <a:xfrm>
              <a:off x="1457" y="2658"/>
              <a:ext cx="32" cy="32"/>
            </a:xfrm>
            <a:prstGeom prst="ellipse">
              <a:avLst/>
            </a:prstGeom>
            <a:solidFill>
              <a:srgbClr val="808080"/>
            </a:solidFill>
            <a:ln w="25400">
              <a:solidFill>
                <a:srgbClr val="808080"/>
              </a:solidFill>
              <a:round/>
              <a:headEnd/>
              <a:tailEnd/>
            </a:ln>
          </p:spPr>
          <p:txBody>
            <a:bodyPr/>
            <a:lstStyle/>
            <a:p>
              <a:endParaRPr lang="en-US"/>
            </a:p>
          </p:txBody>
        </p:sp>
        <p:sp>
          <p:nvSpPr>
            <p:cNvPr id="56625" name="Oval 311"/>
            <p:cNvSpPr>
              <a:spLocks noChangeArrowheads="1"/>
            </p:cNvSpPr>
            <p:nvPr/>
          </p:nvSpPr>
          <p:spPr bwMode="auto">
            <a:xfrm>
              <a:off x="1449" y="2969"/>
              <a:ext cx="40" cy="32"/>
            </a:xfrm>
            <a:prstGeom prst="ellipse">
              <a:avLst/>
            </a:prstGeom>
            <a:solidFill>
              <a:srgbClr val="808080"/>
            </a:solidFill>
            <a:ln w="9525">
              <a:solidFill>
                <a:srgbClr val="808080"/>
              </a:solidFill>
              <a:round/>
              <a:headEnd/>
              <a:tailEnd/>
            </a:ln>
          </p:spPr>
          <p:txBody>
            <a:bodyPr/>
            <a:lstStyle/>
            <a:p>
              <a:endParaRPr lang="en-US"/>
            </a:p>
          </p:txBody>
        </p:sp>
        <p:sp>
          <p:nvSpPr>
            <p:cNvPr id="56626" name="Oval 312"/>
            <p:cNvSpPr>
              <a:spLocks noChangeArrowheads="1"/>
            </p:cNvSpPr>
            <p:nvPr/>
          </p:nvSpPr>
          <p:spPr bwMode="auto">
            <a:xfrm>
              <a:off x="1449" y="2969"/>
              <a:ext cx="40" cy="32"/>
            </a:xfrm>
            <a:prstGeom prst="ellipse">
              <a:avLst/>
            </a:prstGeom>
            <a:solidFill>
              <a:srgbClr val="808080"/>
            </a:solidFill>
            <a:ln w="25400">
              <a:solidFill>
                <a:srgbClr val="808080"/>
              </a:solidFill>
              <a:round/>
              <a:headEnd/>
              <a:tailEnd/>
            </a:ln>
          </p:spPr>
          <p:txBody>
            <a:bodyPr/>
            <a:lstStyle/>
            <a:p>
              <a:endParaRPr lang="en-US"/>
            </a:p>
          </p:txBody>
        </p:sp>
        <p:grpSp>
          <p:nvGrpSpPr>
            <p:cNvPr id="56627" name="Group 313"/>
            <p:cNvGrpSpPr>
              <a:grpSpLocks/>
            </p:cNvGrpSpPr>
            <p:nvPr/>
          </p:nvGrpSpPr>
          <p:grpSpPr bwMode="auto">
            <a:xfrm>
              <a:off x="1912" y="1741"/>
              <a:ext cx="40" cy="1260"/>
              <a:chOff x="1912" y="1741"/>
              <a:chExt cx="40" cy="1260"/>
            </a:xfrm>
          </p:grpSpPr>
          <p:sp>
            <p:nvSpPr>
              <p:cNvPr id="57529" name="Oval 314"/>
              <p:cNvSpPr>
                <a:spLocks noChangeArrowheads="1"/>
              </p:cNvSpPr>
              <p:nvPr/>
            </p:nvSpPr>
            <p:spPr bwMode="auto">
              <a:xfrm>
                <a:off x="1920" y="1741"/>
                <a:ext cx="32" cy="32"/>
              </a:xfrm>
              <a:prstGeom prst="ellipse">
                <a:avLst/>
              </a:prstGeom>
              <a:solidFill>
                <a:srgbClr val="808080"/>
              </a:solidFill>
              <a:ln w="9525">
                <a:solidFill>
                  <a:srgbClr val="808080"/>
                </a:solidFill>
                <a:round/>
                <a:headEnd/>
                <a:tailEnd/>
              </a:ln>
            </p:spPr>
            <p:txBody>
              <a:bodyPr/>
              <a:lstStyle/>
              <a:p>
                <a:endParaRPr lang="en-US"/>
              </a:p>
            </p:txBody>
          </p:sp>
          <p:sp>
            <p:nvSpPr>
              <p:cNvPr id="57530" name="Oval 315"/>
              <p:cNvSpPr>
                <a:spLocks noChangeArrowheads="1"/>
              </p:cNvSpPr>
              <p:nvPr/>
            </p:nvSpPr>
            <p:spPr bwMode="auto">
              <a:xfrm>
                <a:off x="1920" y="1741"/>
                <a:ext cx="32" cy="32"/>
              </a:xfrm>
              <a:prstGeom prst="ellipse">
                <a:avLst/>
              </a:prstGeom>
              <a:solidFill>
                <a:srgbClr val="808080"/>
              </a:solidFill>
              <a:ln w="25400">
                <a:solidFill>
                  <a:srgbClr val="808080"/>
                </a:solidFill>
                <a:round/>
                <a:headEnd/>
                <a:tailEnd/>
              </a:ln>
            </p:spPr>
            <p:txBody>
              <a:bodyPr/>
              <a:lstStyle/>
              <a:p>
                <a:endParaRPr lang="en-US"/>
              </a:p>
            </p:txBody>
          </p:sp>
          <p:sp>
            <p:nvSpPr>
              <p:cNvPr id="57531" name="Oval 316"/>
              <p:cNvSpPr>
                <a:spLocks noChangeArrowheads="1"/>
              </p:cNvSpPr>
              <p:nvPr/>
            </p:nvSpPr>
            <p:spPr bwMode="auto">
              <a:xfrm>
                <a:off x="1920" y="2044"/>
                <a:ext cx="32" cy="32"/>
              </a:xfrm>
              <a:prstGeom prst="ellipse">
                <a:avLst/>
              </a:prstGeom>
              <a:solidFill>
                <a:srgbClr val="808080"/>
              </a:solidFill>
              <a:ln w="9525">
                <a:solidFill>
                  <a:srgbClr val="808080"/>
                </a:solidFill>
                <a:round/>
                <a:headEnd/>
                <a:tailEnd/>
              </a:ln>
            </p:spPr>
            <p:txBody>
              <a:bodyPr/>
              <a:lstStyle/>
              <a:p>
                <a:endParaRPr lang="en-US"/>
              </a:p>
            </p:txBody>
          </p:sp>
          <p:sp>
            <p:nvSpPr>
              <p:cNvPr id="57532" name="Oval 317"/>
              <p:cNvSpPr>
                <a:spLocks noChangeArrowheads="1"/>
              </p:cNvSpPr>
              <p:nvPr/>
            </p:nvSpPr>
            <p:spPr bwMode="auto">
              <a:xfrm>
                <a:off x="1920" y="2044"/>
                <a:ext cx="32" cy="32"/>
              </a:xfrm>
              <a:prstGeom prst="ellipse">
                <a:avLst/>
              </a:prstGeom>
              <a:solidFill>
                <a:srgbClr val="808080"/>
              </a:solidFill>
              <a:ln w="25400">
                <a:solidFill>
                  <a:srgbClr val="808080"/>
                </a:solidFill>
                <a:round/>
                <a:headEnd/>
                <a:tailEnd/>
              </a:ln>
            </p:spPr>
            <p:txBody>
              <a:bodyPr/>
              <a:lstStyle/>
              <a:p>
                <a:endParaRPr lang="en-US"/>
              </a:p>
            </p:txBody>
          </p:sp>
          <p:sp>
            <p:nvSpPr>
              <p:cNvPr id="57533" name="Oval 318"/>
              <p:cNvSpPr>
                <a:spLocks noChangeArrowheads="1"/>
              </p:cNvSpPr>
              <p:nvPr/>
            </p:nvSpPr>
            <p:spPr bwMode="auto">
              <a:xfrm>
                <a:off x="1920" y="2347"/>
                <a:ext cx="32" cy="40"/>
              </a:xfrm>
              <a:prstGeom prst="ellipse">
                <a:avLst/>
              </a:prstGeom>
              <a:solidFill>
                <a:srgbClr val="808080"/>
              </a:solidFill>
              <a:ln w="9525">
                <a:solidFill>
                  <a:srgbClr val="808080"/>
                </a:solidFill>
                <a:round/>
                <a:headEnd/>
                <a:tailEnd/>
              </a:ln>
            </p:spPr>
            <p:txBody>
              <a:bodyPr/>
              <a:lstStyle/>
              <a:p>
                <a:endParaRPr lang="en-US"/>
              </a:p>
            </p:txBody>
          </p:sp>
          <p:sp>
            <p:nvSpPr>
              <p:cNvPr id="57534" name="Oval 319"/>
              <p:cNvSpPr>
                <a:spLocks noChangeArrowheads="1"/>
              </p:cNvSpPr>
              <p:nvPr/>
            </p:nvSpPr>
            <p:spPr bwMode="auto">
              <a:xfrm>
                <a:off x="1920" y="2347"/>
                <a:ext cx="32" cy="40"/>
              </a:xfrm>
              <a:prstGeom prst="ellipse">
                <a:avLst/>
              </a:prstGeom>
              <a:solidFill>
                <a:srgbClr val="808080"/>
              </a:solidFill>
              <a:ln w="25400">
                <a:solidFill>
                  <a:srgbClr val="808080"/>
                </a:solidFill>
                <a:round/>
                <a:headEnd/>
                <a:tailEnd/>
              </a:ln>
            </p:spPr>
            <p:txBody>
              <a:bodyPr/>
              <a:lstStyle/>
              <a:p>
                <a:endParaRPr lang="en-US"/>
              </a:p>
            </p:txBody>
          </p:sp>
          <p:sp>
            <p:nvSpPr>
              <p:cNvPr id="57535" name="Oval 320"/>
              <p:cNvSpPr>
                <a:spLocks noChangeArrowheads="1"/>
              </p:cNvSpPr>
              <p:nvPr/>
            </p:nvSpPr>
            <p:spPr bwMode="auto">
              <a:xfrm>
                <a:off x="1920" y="2658"/>
                <a:ext cx="32" cy="32"/>
              </a:xfrm>
              <a:prstGeom prst="ellipse">
                <a:avLst/>
              </a:prstGeom>
              <a:solidFill>
                <a:srgbClr val="808080"/>
              </a:solidFill>
              <a:ln w="9525">
                <a:solidFill>
                  <a:srgbClr val="808080"/>
                </a:solidFill>
                <a:round/>
                <a:headEnd/>
                <a:tailEnd/>
              </a:ln>
            </p:spPr>
            <p:txBody>
              <a:bodyPr/>
              <a:lstStyle/>
              <a:p>
                <a:endParaRPr lang="en-US"/>
              </a:p>
            </p:txBody>
          </p:sp>
          <p:sp>
            <p:nvSpPr>
              <p:cNvPr id="57536" name="Oval 321"/>
              <p:cNvSpPr>
                <a:spLocks noChangeArrowheads="1"/>
              </p:cNvSpPr>
              <p:nvPr/>
            </p:nvSpPr>
            <p:spPr bwMode="auto">
              <a:xfrm>
                <a:off x="1920" y="2658"/>
                <a:ext cx="32" cy="32"/>
              </a:xfrm>
              <a:prstGeom prst="ellipse">
                <a:avLst/>
              </a:prstGeom>
              <a:solidFill>
                <a:srgbClr val="808080"/>
              </a:solidFill>
              <a:ln w="25400">
                <a:solidFill>
                  <a:srgbClr val="808080"/>
                </a:solidFill>
                <a:round/>
                <a:headEnd/>
                <a:tailEnd/>
              </a:ln>
            </p:spPr>
            <p:txBody>
              <a:bodyPr/>
              <a:lstStyle/>
              <a:p>
                <a:endParaRPr lang="en-US"/>
              </a:p>
            </p:txBody>
          </p:sp>
          <p:sp>
            <p:nvSpPr>
              <p:cNvPr id="57537" name="Oval 322"/>
              <p:cNvSpPr>
                <a:spLocks noChangeArrowheads="1"/>
              </p:cNvSpPr>
              <p:nvPr/>
            </p:nvSpPr>
            <p:spPr bwMode="auto">
              <a:xfrm>
                <a:off x="1912" y="2961"/>
                <a:ext cx="32" cy="40"/>
              </a:xfrm>
              <a:prstGeom prst="ellipse">
                <a:avLst/>
              </a:prstGeom>
              <a:solidFill>
                <a:srgbClr val="808080"/>
              </a:solidFill>
              <a:ln w="9525">
                <a:solidFill>
                  <a:srgbClr val="808080"/>
                </a:solidFill>
                <a:round/>
                <a:headEnd/>
                <a:tailEnd/>
              </a:ln>
            </p:spPr>
            <p:txBody>
              <a:bodyPr/>
              <a:lstStyle/>
              <a:p>
                <a:endParaRPr lang="en-US"/>
              </a:p>
            </p:txBody>
          </p:sp>
          <p:sp>
            <p:nvSpPr>
              <p:cNvPr id="57538" name="Oval 323"/>
              <p:cNvSpPr>
                <a:spLocks noChangeArrowheads="1"/>
              </p:cNvSpPr>
              <p:nvPr/>
            </p:nvSpPr>
            <p:spPr bwMode="auto">
              <a:xfrm>
                <a:off x="1912" y="2961"/>
                <a:ext cx="32" cy="40"/>
              </a:xfrm>
              <a:prstGeom prst="ellipse">
                <a:avLst/>
              </a:prstGeom>
              <a:solidFill>
                <a:srgbClr val="808080"/>
              </a:solidFill>
              <a:ln w="25400">
                <a:solidFill>
                  <a:srgbClr val="808080"/>
                </a:solidFill>
                <a:round/>
                <a:headEnd/>
                <a:tailEnd/>
              </a:ln>
            </p:spPr>
            <p:txBody>
              <a:bodyPr/>
              <a:lstStyle/>
              <a:p>
                <a:endParaRPr lang="en-US"/>
              </a:p>
            </p:txBody>
          </p:sp>
        </p:grpSp>
        <p:grpSp>
          <p:nvGrpSpPr>
            <p:cNvPr id="56628" name="Group 324"/>
            <p:cNvGrpSpPr>
              <a:grpSpLocks/>
            </p:cNvGrpSpPr>
            <p:nvPr/>
          </p:nvGrpSpPr>
          <p:grpSpPr bwMode="auto">
            <a:xfrm>
              <a:off x="2375" y="1749"/>
              <a:ext cx="40" cy="1252"/>
              <a:chOff x="2375" y="1749"/>
              <a:chExt cx="40" cy="1252"/>
            </a:xfrm>
          </p:grpSpPr>
          <p:sp>
            <p:nvSpPr>
              <p:cNvPr id="57519" name="Oval 325"/>
              <p:cNvSpPr>
                <a:spLocks noChangeArrowheads="1"/>
              </p:cNvSpPr>
              <p:nvPr/>
            </p:nvSpPr>
            <p:spPr bwMode="auto">
              <a:xfrm>
                <a:off x="2375" y="1749"/>
                <a:ext cx="32" cy="32"/>
              </a:xfrm>
              <a:prstGeom prst="ellipse">
                <a:avLst/>
              </a:prstGeom>
              <a:solidFill>
                <a:srgbClr val="808080"/>
              </a:solidFill>
              <a:ln w="9525">
                <a:solidFill>
                  <a:srgbClr val="808080"/>
                </a:solidFill>
                <a:round/>
                <a:headEnd/>
                <a:tailEnd/>
              </a:ln>
            </p:spPr>
            <p:txBody>
              <a:bodyPr/>
              <a:lstStyle/>
              <a:p>
                <a:endParaRPr lang="en-US"/>
              </a:p>
            </p:txBody>
          </p:sp>
          <p:sp>
            <p:nvSpPr>
              <p:cNvPr id="57520" name="Oval 326"/>
              <p:cNvSpPr>
                <a:spLocks noChangeArrowheads="1"/>
              </p:cNvSpPr>
              <p:nvPr/>
            </p:nvSpPr>
            <p:spPr bwMode="auto">
              <a:xfrm>
                <a:off x="2375" y="1749"/>
                <a:ext cx="32" cy="32"/>
              </a:xfrm>
              <a:prstGeom prst="ellipse">
                <a:avLst/>
              </a:prstGeom>
              <a:solidFill>
                <a:srgbClr val="808080"/>
              </a:solidFill>
              <a:ln w="25400">
                <a:solidFill>
                  <a:srgbClr val="808080"/>
                </a:solidFill>
                <a:round/>
                <a:headEnd/>
                <a:tailEnd/>
              </a:ln>
            </p:spPr>
            <p:txBody>
              <a:bodyPr/>
              <a:lstStyle/>
              <a:p>
                <a:endParaRPr lang="en-US"/>
              </a:p>
            </p:txBody>
          </p:sp>
          <p:sp>
            <p:nvSpPr>
              <p:cNvPr id="57521" name="Oval 327"/>
              <p:cNvSpPr>
                <a:spLocks noChangeArrowheads="1"/>
              </p:cNvSpPr>
              <p:nvPr/>
            </p:nvSpPr>
            <p:spPr bwMode="auto">
              <a:xfrm>
                <a:off x="2383" y="2052"/>
                <a:ext cx="32" cy="32"/>
              </a:xfrm>
              <a:prstGeom prst="ellipse">
                <a:avLst/>
              </a:prstGeom>
              <a:solidFill>
                <a:srgbClr val="808080"/>
              </a:solidFill>
              <a:ln w="9525">
                <a:solidFill>
                  <a:srgbClr val="808080"/>
                </a:solidFill>
                <a:round/>
                <a:headEnd/>
                <a:tailEnd/>
              </a:ln>
            </p:spPr>
            <p:txBody>
              <a:bodyPr/>
              <a:lstStyle/>
              <a:p>
                <a:endParaRPr lang="en-US"/>
              </a:p>
            </p:txBody>
          </p:sp>
          <p:sp>
            <p:nvSpPr>
              <p:cNvPr id="57522" name="Oval 328"/>
              <p:cNvSpPr>
                <a:spLocks noChangeArrowheads="1"/>
              </p:cNvSpPr>
              <p:nvPr/>
            </p:nvSpPr>
            <p:spPr bwMode="auto">
              <a:xfrm>
                <a:off x="2383" y="2052"/>
                <a:ext cx="32" cy="32"/>
              </a:xfrm>
              <a:prstGeom prst="ellipse">
                <a:avLst/>
              </a:prstGeom>
              <a:solidFill>
                <a:srgbClr val="808080"/>
              </a:solidFill>
              <a:ln w="25400">
                <a:solidFill>
                  <a:srgbClr val="808080"/>
                </a:solidFill>
                <a:round/>
                <a:headEnd/>
                <a:tailEnd/>
              </a:ln>
            </p:spPr>
            <p:txBody>
              <a:bodyPr/>
              <a:lstStyle/>
              <a:p>
                <a:endParaRPr lang="en-US"/>
              </a:p>
            </p:txBody>
          </p:sp>
          <p:sp>
            <p:nvSpPr>
              <p:cNvPr id="57523" name="Oval 329"/>
              <p:cNvSpPr>
                <a:spLocks noChangeArrowheads="1"/>
              </p:cNvSpPr>
              <p:nvPr/>
            </p:nvSpPr>
            <p:spPr bwMode="auto">
              <a:xfrm>
                <a:off x="2383" y="2355"/>
                <a:ext cx="32" cy="32"/>
              </a:xfrm>
              <a:prstGeom prst="ellipse">
                <a:avLst/>
              </a:prstGeom>
              <a:solidFill>
                <a:srgbClr val="808080"/>
              </a:solidFill>
              <a:ln w="9525">
                <a:solidFill>
                  <a:srgbClr val="808080"/>
                </a:solidFill>
                <a:round/>
                <a:headEnd/>
                <a:tailEnd/>
              </a:ln>
            </p:spPr>
            <p:txBody>
              <a:bodyPr/>
              <a:lstStyle/>
              <a:p>
                <a:endParaRPr lang="en-US"/>
              </a:p>
            </p:txBody>
          </p:sp>
          <p:sp>
            <p:nvSpPr>
              <p:cNvPr id="57524" name="Oval 330"/>
              <p:cNvSpPr>
                <a:spLocks noChangeArrowheads="1"/>
              </p:cNvSpPr>
              <p:nvPr/>
            </p:nvSpPr>
            <p:spPr bwMode="auto">
              <a:xfrm>
                <a:off x="2383" y="2355"/>
                <a:ext cx="32" cy="32"/>
              </a:xfrm>
              <a:prstGeom prst="ellipse">
                <a:avLst/>
              </a:prstGeom>
              <a:solidFill>
                <a:srgbClr val="808080"/>
              </a:solidFill>
              <a:ln w="25400">
                <a:solidFill>
                  <a:srgbClr val="808080"/>
                </a:solidFill>
                <a:round/>
                <a:headEnd/>
                <a:tailEnd/>
              </a:ln>
            </p:spPr>
            <p:txBody>
              <a:bodyPr/>
              <a:lstStyle/>
              <a:p>
                <a:endParaRPr lang="en-US"/>
              </a:p>
            </p:txBody>
          </p:sp>
          <p:sp>
            <p:nvSpPr>
              <p:cNvPr id="57525" name="Oval 331"/>
              <p:cNvSpPr>
                <a:spLocks noChangeArrowheads="1"/>
              </p:cNvSpPr>
              <p:nvPr/>
            </p:nvSpPr>
            <p:spPr bwMode="auto">
              <a:xfrm>
                <a:off x="2375" y="2658"/>
                <a:ext cx="32" cy="40"/>
              </a:xfrm>
              <a:prstGeom prst="ellipse">
                <a:avLst/>
              </a:prstGeom>
              <a:solidFill>
                <a:srgbClr val="808080"/>
              </a:solidFill>
              <a:ln w="9525">
                <a:solidFill>
                  <a:srgbClr val="808080"/>
                </a:solidFill>
                <a:round/>
                <a:headEnd/>
                <a:tailEnd/>
              </a:ln>
            </p:spPr>
            <p:txBody>
              <a:bodyPr/>
              <a:lstStyle/>
              <a:p>
                <a:endParaRPr lang="en-US"/>
              </a:p>
            </p:txBody>
          </p:sp>
          <p:sp>
            <p:nvSpPr>
              <p:cNvPr id="57526" name="Oval 332"/>
              <p:cNvSpPr>
                <a:spLocks noChangeArrowheads="1"/>
              </p:cNvSpPr>
              <p:nvPr/>
            </p:nvSpPr>
            <p:spPr bwMode="auto">
              <a:xfrm>
                <a:off x="2375" y="2658"/>
                <a:ext cx="32" cy="40"/>
              </a:xfrm>
              <a:prstGeom prst="ellipse">
                <a:avLst/>
              </a:prstGeom>
              <a:solidFill>
                <a:srgbClr val="808080"/>
              </a:solidFill>
              <a:ln w="25400">
                <a:solidFill>
                  <a:srgbClr val="808080"/>
                </a:solidFill>
                <a:round/>
                <a:headEnd/>
                <a:tailEnd/>
              </a:ln>
            </p:spPr>
            <p:txBody>
              <a:bodyPr/>
              <a:lstStyle/>
              <a:p>
                <a:endParaRPr lang="en-US"/>
              </a:p>
            </p:txBody>
          </p:sp>
          <p:sp>
            <p:nvSpPr>
              <p:cNvPr id="57527" name="Oval 333"/>
              <p:cNvSpPr>
                <a:spLocks noChangeArrowheads="1"/>
              </p:cNvSpPr>
              <p:nvPr/>
            </p:nvSpPr>
            <p:spPr bwMode="auto">
              <a:xfrm>
                <a:off x="2375" y="2969"/>
                <a:ext cx="32" cy="32"/>
              </a:xfrm>
              <a:prstGeom prst="ellipse">
                <a:avLst/>
              </a:prstGeom>
              <a:solidFill>
                <a:srgbClr val="808080"/>
              </a:solidFill>
              <a:ln w="9525">
                <a:solidFill>
                  <a:srgbClr val="808080"/>
                </a:solidFill>
                <a:round/>
                <a:headEnd/>
                <a:tailEnd/>
              </a:ln>
            </p:spPr>
            <p:txBody>
              <a:bodyPr/>
              <a:lstStyle/>
              <a:p>
                <a:endParaRPr lang="en-US"/>
              </a:p>
            </p:txBody>
          </p:sp>
          <p:sp>
            <p:nvSpPr>
              <p:cNvPr id="57528" name="Oval 334"/>
              <p:cNvSpPr>
                <a:spLocks noChangeArrowheads="1"/>
              </p:cNvSpPr>
              <p:nvPr/>
            </p:nvSpPr>
            <p:spPr bwMode="auto">
              <a:xfrm>
                <a:off x="2375" y="2969"/>
                <a:ext cx="32" cy="32"/>
              </a:xfrm>
              <a:prstGeom prst="ellipse">
                <a:avLst/>
              </a:prstGeom>
              <a:solidFill>
                <a:srgbClr val="808080"/>
              </a:solidFill>
              <a:ln w="25400">
                <a:solidFill>
                  <a:srgbClr val="808080"/>
                </a:solidFill>
                <a:round/>
                <a:headEnd/>
                <a:tailEnd/>
              </a:ln>
            </p:spPr>
            <p:txBody>
              <a:bodyPr/>
              <a:lstStyle/>
              <a:p>
                <a:endParaRPr lang="en-US"/>
              </a:p>
            </p:txBody>
          </p:sp>
        </p:grpSp>
        <p:grpSp>
          <p:nvGrpSpPr>
            <p:cNvPr id="56629" name="Group 335"/>
            <p:cNvGrpSpPr>
              <a:grpSpLocks/>
            </p:cNvGrpSpPr>
            <p:nvPr/>
          </p:nvGrpSpPr>
          <p:grpSpPr bwMode="auto">
            <a:xfrm>
              <a:off x="1489" y="2076"/>
              <a:ext cx="431" cy="284"/>
              <a:chOff x="1489" y="2076"/>
              <a:chExt cx="431" cy="284"/>
            </a:xfrm>
          </p:grpSpPr>
          <p:sp>
            <p:nvSpPr>
              <p:cNvPr id="57517" name="Freeform 336"/>
              <p:cNvSpPr>
                <a:spLocks/>
              </p:cNvSpPr>
              <p:nvPr/>
            </p:nvSpPr>
            <p:spPr bwMode="auto">
              <a:xfrm>
                <a:off x="1784" y="2076"/>
                <a:ext cx="136" cy="96"/>
              </a:xfrm>
              <a:custGeom>
                <a:avLst/>
                <a:gdLst>
                  <a:gd name="T0" fmla="*/ 136 w 136"/>
                  <a:gd name="T1" fmla="*/ 0 h 96"/>
                  <a:gd name="T2" fmla="*/ 40 w 136"/>
                  <a:gd name="T3" fmla="*/ 96 h 96"/>
                  <a:gd name="T4" fmla="*/ 24 w 136"/>
                  <a:gd name="T5" fmla="*/ 72 h 96"/>
                  <a:gd name="T6" fmla="*/ 0 w 136"/>
                  <a:gd name="T7" fmla="*/ 40 h 96"/>
                  <a:gd name="T8" fmla="*/ 136 w 136"/>
                  <a:gd name="T9" fmla="*/ 0 h 9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 h="96">
                    <a:moveTo>
                      <a:pt x="136" y="0"/>
                    </a:moveTo>
                    <a:lnTo>
                      <a:pt x="40" y="96"/>
                    </a:lnTo>
                    <a:lnTo>
                      <a:pt x="24" y="72"/>
                    </a:lnTo>
                    <a:lnTo>
                      <a:pt x="0" y="40"/>
                    </a:lnTo>
                    <a:lnTo>
                      <a:pt x="136" y="0"/>
                    </a:lnTo>
                    <a:close/>
                  </a:path>
                </a:pathLst>
              </a:custGeom>
              <a:solidFill>
                <a:srgbClr val="808080"/>
              </a:solidFill>
              <a:ln w="9525">
                <a:solidFill>
                  <a:srgbClr val="808080"/>
                </a:solidFill>
                <a:round/>
                <a:headEnd/>
                <a:tailEnd/>
              </a:ln>
            </p:spPr>
            <p:txBody>
              <a:bodyPr/>
              <a:lstStyle/>
              <a:p>
                <a:endParaRPr lang="en-US"/>
              </a:p>
            </p:txBody>
          </p:sp>
          <p:sp>
            <p:nvSpPr>
              <p:cNvPr id="57518" name="Line 337"/>
              <p:cNvSpPr>
                <a:spLocks noChangeShapeType="1"/>
              </p:cNvSpPr>
              <p:nvPr/>
            </p:nvSpPr>
            <p:spPr bwMode="auto">
              <a:xfrm flipV="1">
                <a:off x="1489" y="2143"/>
                <a:ext cx="327" cy="217"/>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630" name="Group 338"/>
            <p:cNvGrpSpPr>
              <a:grpSpLocks/>
            </p:cNvGrpSpPr>
            <p:nvPr/>
          </p:nvGrpSpPr>
          <p:grpSpPr bwMode="auto">
            <a:xfrm>
              <a:off x="1489" y="1733"/>
              <a:ext cx="423" cy="56"/>
              <a:chOff x="1489" y="1733"/>
              <a:chExt cx="423" cy="56"/>
            </a:xfrm>
          </p:grpSpPr>
          <p:sp>
            <p:nvSpPr>
              <p:cNvPr id="57509" name="Freeform 339"/>
              <p:cNvSpPr>
                <a:spLocks/>
              </p:cNvSpPr>
              <p:nvPr/>
            </p:nvSpPr>
            <p:spPr bwMode="auto">
              <a:xfrm>
                <a:off x="1792" y="1733"/>
                <a:ext cx="120" cy="56"/>
              </a:xfrm>
              <a:custGeom>
                <a:avLst/>
                <a:gdLst>
                  <a:gd name="T0" fmla="*/ 120 w 120"/>
                  <a:gd name="T1" fmla="*/ 24 h 56"/>
                  <a:gd name="T2" fmla="*/ 0 w 120"/>
                  <a:gd name="T3" fmla="*/ 56 h 56"/>
                  <a:gd name="T4" fmla="*/ 0 w 120"/>
                  <a:gd name="T5" fmla="*/ 24 h 56"/>
                  <a:gd name="T6" fmla="*/ 0 w 120"/>
                  <a:gd name="T7" fmla="*/ 0 h 56"/>
                  <a:gd name="T8" fmla="*/ 120 w 120"/>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 h="56">
                    <a:moveTo>
                      <a:pt x="120" y="24"/>
                    </a:moveTo>
                    <a:lnTo>
                      <a:pt x="0" y="56"/>
                    </a:lnTo>
                    <a:lnTo>
                      <a:pt x="0" y="24"/>
                    </a:lnTo>
                    <a:lnTo>
                      <a:pt x="0" y="0"/>
                    </a:lnTo>
                    <a:lnTo>
                      <a:pt x="120" y="24"/>
                    </a:lnTo>
                    <a:close/>
                  </a:path>
                </a:pathLst>
              </a:custGeom>
              <a:solidFill>
                <a:srgbClr val="808080"/>
              </a:solidFill>
              <a:ln w="9525">
                <a:solidFill>
                  <a:srgbClr val="808080"/>
                </a:solidFill>
                <a:round/>
                <a:headEnd/>
                <a:tailEnd/>
              </a:ln>
            </p:spPr>
            <p:txBody>
              <a:bodyPr/>
              <a:lstStyle/>
              <a:p>
                <a:endParaRPr lang="en-US"/>
              </a:p>
            </p:txBody>
          </p:sp>
          <p:grpSp>
            <p:nvGrpSpPr>
              <p:cNvPr id="57510" name="Group 340"/>
              <p:cNvGrpSpPr>
                <a:grpSpLocks/>
              </p:cNvGrpSpPr>
              <p:nvPr/>
            </p:nvGrpSpPr>
            <p:grpSpPr bwMode="auto">
              <a:xfrm>
                <a:off x="1489" y="1757"/>
                <a:ext cx="295" cy="1"/>
                <a:chOff x="1489" y="1757"/>
                <a:chExt cx="295" cy="1"/>
              </a:xfrm>
            </p:grpSpPr>
            <p:sp>
              <p:nvSpPr>
                <p:cNvPr id="57511" name="Line 341"/>
                <p:cNvSpPr>
                  <a:spLocks noChangeShapeType="1"/>
                </p:cNvSpPr>
                <p:nvPr/>
              </p:nvSpPr>
              <p:spPr bwMode="auto">
                <a:xfrm>
                  <a:off x="1489"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512" name="Line 342"/>
                <p:cNvSpPr>
                  <a:spLocks noChangeShapeType="1"/>
                </p:cNvSpPr>
                <p:nvPr/>
              </p:nvSpPr>
              <p:spPr bwMode="auto">
                <a:xfrm>
                  <a:off x="1544"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513" name="Line 343"/>
                <p:cNvSpPr>
                  <a:spLocks noChangeShapeType="1"/>
                </p:cNvSpPr>
                <p:nvPr/>
              </p:nvSpPr>
              <p:spPr bwMode="auto">
                <a:xfrm>
                  <a:off x="1600"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514" name="Line 344"/>
                <p:cNvSpPr>
                  <a:spLocks noChangeShapeType="1"/>
                </p:cNvSpPr>
                <p:nvPr/>
              </p:nvSpPr>
              <p:spPr bwMode="auto">
                <a:xfrm>
                  <a:off x="1656"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515" name="Line 345"/>
                <p:cNvSpPr>
                  <a:spLocks noChangeShapeType="1"/>
                </p:cNvSpPr>
                <p:nvPr/>
              </p:nvSpPr>
              <p:spPr bwMode="auto">
                <a:xfrm>
                  <a:off x="1712"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516" name="Line 346"/>
                <p:cNvSpPr>
                  <a:spLocks noChangeShapeType="1"/>
                </p:cNvSpPr>
                <p:nvPr/>
              </p:nvSpPr>
              <p:spPr bwMode="auto">
                <a:xfrm>
                  <a:off x="1768" y="1757"/>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631" name="Group 347"/>
            <p:cNvGrpSpPr>
              <a:grpSpLocks/>
            </p:cNvGrpSpPr>
            <p:nvPr/>
          </p:nvGrpSpPr>
          <p:grpSpPr bwMode="auto">
            <a:xfrm>
              <a:off x="1952" y="1725"/>
              <a:ext cx="415" cy="56"/>
              <a:chOff x="1952" y="1725"/>
              <a:chExt cx="415" cy="56"/>
            </a:xfrm>
          </p:grpSpPr>
          <p:sp>
            <p:nvSpPr>
              <p:cNvPr id="57501" name="Freeform 348"/>
              <p:cNvSpPr>
                <a:spLocks/>
              </p:cNvSpPr>
              <p:nvPr/>
            </p:nvSpPr>
            <p:spPr bwMode="auto">
              <a:xfrm>
                <a:off x="2255" y="1725"/>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rgbClr val="808080"/>
              </a:solidFill>
              <a:ln w="9525">
                <a:solidFill>
                  <a:srgbClr val="808080"/>
                </a:solidFill>
                <a:round/>
                <a:headEnd/>
                <a:tailEnd/>
              </a:ln>
            </p:spPr>
            <p:txBody>
              <a:bodyPr/>
              <a:lstStyle/>
              <a:p>
                <a:endParaRPr lang="en-US"/>
              </a:p>
            </p:txBody>
          </p:sp>
          <p:grpSp>
            <p:nvGrpSpPr>
              <p:cNvPr id="57502" name="Group 349"/>
              <p:cNvGrpSpPr>
                <a:grpSpLocks/>
              </p:cNvGrpSpPr>
              <p:nvPr/>
            </p:nvGrpSpPr>
            <p:grpSpPr bwMode="auto">
              <a:xfrm>
                <a:off x="1952" y="1757"/>
                <a:ext cx="295" cy="1"/>
                <a:chOff x="1952" y="1757"/>
                <a:chExt cx="295" cy="1"/>
              </a:xfrm>
            </p:grpSpPr>
            <p:sp>
              <p:nvSpPr>
                <p:cNvPr id="57503" name="Line 350"/>
                <p:cNvSpPr>
                  <a:spLocks noChangeShapeType="1"/>
                </p:cNvSpPr>
                <p:nvPr/>
              </p:nvSpPr>
              <p:spPr bwMode="auto">
                <a:xfrm>
                  <a:off x="1952"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504" name="Line 351"/>
                <p:cNvSpPr>
                  <a:spLocks noChangeShapeType="1"/>
                </p:cNvSpPr>
                <p:nvPr/>
              </p:nvSpPr>
              <p:spPr bwMode="auto">
                <a:xfrm>
                  <a:off x="2008" y="1757"/>
                  <a:ext cx="23"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505" name="Line 352"/>
                <p:cNvSpPr>
                  <a:spLocks noChangeShapeType="1"/>
                </p:cNvSpPr>
                <p:nvPr/>
              </p:nvSpPr>
              <p:spPr bwMode="auto">
                <a:xfrm>
                  <a:off x="2063"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506" name="Line 353"/>
                <p:cNvSpPr>
                  <a:spLocks noChangeShapeType="1"/>
                </p:cNvSpPr>
                <p:nvPr/>
              </p:nvSpPr>
              <p:spPr bwMode="auto">
                <a:xfrm>
                  <a:off x="2119"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507" name="Line 354"/>
                <p:cNvSpPr>
                  <a:spLocks noChangeShapeType="1"/>
                </p:cNvSpPr>
                <p:nvPr/>
              </p:nvSpPr>
              <p:spPr bwMode="auto">
                <a:xfrm>
                  <a:off x="2175"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508" name="Line 355"/>
                <p:cNvSpPr>
                  <a:spLocks noChangeShapeType="1"/>
                </p:cNvSpPr>
                <p:nvPr/>
              </p:nvSpPr>
              <p:spPr bwMode="auto">
                <a:xfrm>
                  <a:off x="2231" y="1757"/>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632" name="Group 356"/>
            <p:cNvGrpSpPr>
              <a:grpSpLocks/>
            </p:cNvGrpSpPr>
            <p:nvPr/>
          </p:nvGrpSpPr>
          <p:grpSpPr bwMode="auto">
            <a:xfrm>
              <a:off x="1497" y="2036"/>
              <a:ext cx="415" cy="56"/>
              <a:chOff x="1497" y="2036"/>
              <a:chExt cx="415" cy="56"/>
            </a:xfrm>
          </p:grpSpPr>
          <p:sp>
            <p:nvSpPr>
              <p:cNvPr id="57493" name="Freeform 357"/>
              <p:cNvSpPr>
                <a:spLocks/>
              </p:cNvSpPr>
              <p:nvPr/>
            </p:nvSpPr>
            <p:spPr bwMode="auto">
              <a:xfrm>
                <a:off x="1800"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rgbClr val="808080"/>
              </a:solidFill>
              <a:ln w="9525">
                <a:solidFill>
                  <a:srgbClr val="808080"/>
                </a:solidFill>
                <a:round/>
                <a:headEnd/>
                <a:tailEnd/>
              </a:ln>
            </p:spPr>
            <p:txBody>
              <a:bodyPr/>
              <a:lstStyle/>
              <a:p>
                <a:endParaRPr lang="en-US"/>
              </a:p>
            </p:txBody>
          </p:sp>
          <p:grpSp>
            <p:nvGrpSpPr>
              <p:cNvPr id="57494" name="Group 358"/>
              <p:cNvGrpSpPr>
                <a:grpSpLocks/>
              </p:cNvGrpSpPr>
              <p:nvPr/>
            </p:nvGrpSpPr>
            <p:grpSpPr bwMode="auto">
              <a:xfrm>
                <a:off x="1497" y="2068"/>
                <a:ext cx="295" cy="1"/>
                <a:chOff x="1497" y="2068"/>
                <a:chExt cx="295" cy="1"/>
              </a:xfrm>
            </p:grpSpPr>
            <p:sp>
              <p:nvSpPr>
                <p:cNvPr id="57495" name="Line 359"/>
                <p:cNvSpPr>
                  <a:spLocks noChangeShapeType="1"/>
                </p:cNvSpPr>
                <p:nvPr/>
              </p:nvSpPr>
              <p:spPr bwMode="auto">
                <a:xfrm>
                  <a:off x="1497" y="2068"/>
                  <a:ext cx="23"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96" name="Line 360"/>
                <p:cNvSpPr>
                  <a:spLocks noChangeShapeType="1"/>
                </p:cNvSpPr>
                <p:nvPr/>
              </p:nvSpPr>
              <p:spPr bwMode="auto">
                <a:xfrm>
                  <a:off x="1552"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97" name="Line 361"/>
                <p:cNvSpPr>
                  <a:spLocks noChangeShapeType="1"/>
                </p:cNvSpPr>
                <p:nvPr/>
              </p:nvSpPr>
              <p:spPr bwMode="auto">
                <a:xfrm>
                  <a:off x="1608"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98" name="Line 362"/>
                <p:cNvSpPr>
                  <a:spLocks noChangeShapeType="1"/>
                </p:cNvSpPr>
                <p:nvPr/>
              </p:nvSpPr>
              <p:spPr bwMode="auto">
                <a:xfrm>
                  <a:off x="1664"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99" name="Line 363"/>
                <p:cNvSpPr>
                  <a:spLocks noChangeShapeType="1"/>
                </p:cNvSpPr>
                <p:nvPr/>
              </p:nvSpPr>
              <p:spPr bwMode="auto">
                <a:xfrm>
                  <a:off x="1720"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500" name="Line 364"/>
                <p:cNvSpPr>
                  <a:spLocks noChangeShapeType="1"/>
                </p:cNvSpPr>
                <p:nvPr/>
              </p:nvSpPr>
              <p:spPr bwMode="auto">
                <a:xfrm>
                  <a:off x="1776" y="2068"/>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633" name="Group 365"/>
            <p:cNvGrpSpPr>
              <a:grpSpLocks/>
            </p:cNvGrpSpPr>
            <p:nvPr/>
          </p:nvGrpSpPr>
          <p:grpSpPr bwMode="auto">
            <a:xfrm>
              <a:off x="1960" y="2036"/>
              <a:ext cx="423" cy="56"/>
              <a:chOff x="1960" y="2036"/>
              <a:chExt cx="423" cy="56"/>
            </a:xfrm>
          </p:grpSpPr>
          <p:sp>
            <p:nvSpPr>
              <p:cNvPr id="57485" name="Freeform 366"/>
              <p:cNvSpPr>
                <a:spLocks/>
              </p:cNvSpPr>
              <p:nvPr/>
            </p:nvSpPr>
            <p:spPr bwMode="auto">
              <a:xfrm>
                <a:off x="2271"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rgbClr val="808080"/>
              </a:solidFill>
              <a:ln w="9525">
                <a:solidFill>
                  <a:srgbClr val="808080"/>
                </a:solidFill>
                <a:round/>
                <a:headEnd/>
                <a:tailEnd/>
              </a:ln>
            </p:spPr>
            <p:txBody>
              <a:bodyPr/>
              <a:lstStyle/>
              <a:p>
                <a:endParaRPr lang="en-US"/>
              </a:p>
            </p:txBody>
          </p:sp>
          <p:grpSp>
            <p:nvGrpSpPr>
              <p:cNvPr id="57486" name="Group 367"/>
              <p:cNvGrpSpPr>
                <a:grpSpLocks/>
              </p:cNvGrpSpPr>
              <p:nvPr/>
            </p:nvGrpSpPr>
            <p:grpSpPr bwMode="auto">
              <a:xfrm>
                <a:off x="1960" y="2068"/>
                <a:ext cx="303" cy="1"/>
                <a:chOff x="1960" y="2068"/>
                <a:chExt cx="303" cy="1"/>
              </a:xfrm>
            </p:grpSpPr>
            <p:sp>
              <p:nvSpPr>
                <p:cNvPr id="57487" name="Line 368"/>
                <p:cNvSpPr>
                  <a:spLocks noChangeShapeType="1"/>
                </p:cNvSpPr>
                <p:nvPr/>
              </p:nvSpPr>
              <p:spPr bwMode="auto">
                <a:xfrm>
                  <a:off x="1960"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88" name="Line 369"/>
                <p:cNvSpPr>
                  <a:spLocks noChangeShapeType="1"/>
                </p:cNvSpPr>
                <p:nvPr/>
              </p:nvSpPr>
              <p:spPr bwMode="auto">
                <a:xfrm>
                  <a:off x="2015"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89" name="Line 370"/>
                <p:cNvSpPr>
                  <a:spLocks noChangeShapeType="1"/>
                </p:cNvSpPr>
                <p:nvPr/>
              </p:nvSpPr>
              <p:spPr bwMode="auto">
                <a:xfrm>
                  <a:off x="2071"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90" name="Line 371"/>
                <p:cNvSpPr>
                  <a:spLocks noChangeShapeType="1"/>
                </p:cNvSpPr>
                <p:nvPr/>
              </p:nvSpPr>
              <p:spPr bwMode="auto">
                <a:xfrm>
                  <a:off x="2127"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91" name="Line 372"/>
                <p:cNvSpPr>
                  <a:spLocks noChangeShapeType="1"/>
                </p:cNvSpPr>
                <p:nvPr/>
              </p:nvSpPr>
              <p:spPr bwMode="auto">
                <a:xfrm>
                  <a:off x="2183"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92" name="Line 373"/>
                <p:cNvSpPr>
                  <a:spLocks noChangeShapeType="1"/>
                </p:cNvSpPr>
                <p:nvPr/>
              </p:nvSpPr>
              <p:spPr bwMode="auto">
                <a:xfrm>
                  <a:off x="2239"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634" name="Group 374"/>
            <p:cNvGrpSpPr>
              <a:grpSpLocks/>
            </p:cNvGrpSpPr>
            <p:nvPr/>
          </p:nvGrpSpPr>
          <p:grpSpPr bwMode="auto">
            <a:xfrm>
              <a:off x="2431" y="2036"/>
              <a:ext cx="415" cy="56"/>
              <a:chOff x="2431" y="2036"/>
              <a:chExt cx="415" cy="56"/>
            </a:xfrm>
          </p:grpSpPr>
          <p:sp>
            <p:nvSpPr>
              <p:cNvPr id="57477" name="Freeform 375"/>
              <p:cNvSpPr>
                <a:spLocks/>
              </p:cNvSpPr>
              <p:nvPr/>
            </p:nvSpPr>
            <p:spPr bwMode="auto">
              <a:xfrm>
                <a:off x="2734"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rgbClr val="808080"/>
              </a:solidFill>
              <a:ln w="9525">
                <a:solidFill>
                  <a:srgbClr val="808080"/>
                </a:solidFill>
                <a:round/>
                <a:headEnd/>
                <a:tailEnd/>
              </a:ln>
            </p:spPr>
            <p:txBody>
              <a:bodyPr/>
              <a:lstStyle/>
              <a:p>
                <a:endParaRPr lang="en-US"/>
              </a:p>
            </p:txBody>
          </p:sp>
          <p:grpSp>
            <p:nvGrpSpPr>
              <p:cNvPr id="57478" name="Group 376"/>
              <p:cNvGrpSpPr>
                <a:grpSpLocks/>
              </p:cNvGrpSpPr>
              <p:nvPr/>
            </p:nvGrpSpPr>
            <p:grpSpPr bwMode="auto">
              <a:xfrm>
                <a:off x="2431" y="2068"/>
                <a:ext cx="295" cy="1"/>
                <a:chOff x="2431" y="2068"/>
                <a:chExt cx="295" cy="1"/>
              </a:xfrm>
            </p:grpSpPr>
            <p:sp>
              <p:nvSpPr>
                <p:cNvPr id="57479" name="Line 377"/>
                <p:cNvSpPr>
                  <a:spLocks noChangeShapeType="1"/>
                </p:cNvSpPr>
                <p:nvPr/>
              </p:nvSpPr>
              <p:spPr bwMode="auto">
                <a:xfrm>
                  <a:off x="2431"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80" name="Line 378"/>
                <p:cNvSpPr>
                  <a:spLocks noChangeShapeType="1"/>
                </p:cNvSpPr>
                <p:nvPr/>
              </p:nvSpPr>
              <p:spPr bwMode="auto">
                <a:xfrm>
                  <a:off x="2487"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81" name="Line 379"/>
                <p:cNvSpPr>
                  <a:spLocks noChangeShapeType="1"/>
                </p:cNvSpPr>
                <p:nvPr/>
              </p:nvSpPr>
              <p:spPr bwMode="auto">
                <a:xfrm>
                  <a:off x="2542"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82" name="Line 380"/>
                <p:cNvSpPr>
                  <a:spLocks noChangeShapeType="1"/>
                </p:cNvSpPr>
                <p:nvPr/>
              </p:nvSpPr>
              <p:spPr bwMode="auto">
                <a:xfrm>
                  <a:off x="2598"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83" name="Line 381"/>
                <p:cNvSpPr>
                  <a:spLocks noChangeShapeType="1"/>
                </p:cNvSpPr>
                <p:nvPr/>
              </p:nvSpPr>
              <p:spPr bwMode="auto">
                <a:xfrm>
                  <a:off x="2654"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84" name="Line 382"/>
                <p:cNvSpPr>
                  <a:spLocks noChangeShapeType="1"/>
                </p:cNvSpPr>
                <p:nvPr/>
              </p:nvSpPr>
              <p:spPr bwMode="auto">
                <a:xfrm>
                  <a:off x="2710" y="2068"/>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635" name="Group 383"/>
            <p:cNvGrpSpPr>
              <a:grpSpLocks/>
            </p:cNvGrpSpPr>
            <p:nvPr/>
          </p:nvGrpSpPr>
          <p:grpSpPr bwMode="auto">
            <a:xfrm>
              <a:off x="2423" y="2347"/>
              <a:ext cx="415" cy="56"/>
              <a:chOff x="2423" y="2347"/>
              <a:chExt cx="415" cy="56"/>
            </a:xfrm>
          </p:grpSpPr>
          <p:sp>
            <p:nvSpPr>
              <p:cNvPr id="57469" name="Freeform 384"/>
              <p:cNvSpPr>
                <a:spLocks/>
              </p:cNvSpPr>
              <p:nvPr/>
            </p:nvSpPr>
            <p:spPr bwMode="auto">
              <a:xfrm>
                <a:off x="2726" y="234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rgbClr val="808080"/>
              </a:solidFill>
              <a:ln w="9525">
                <a:solidFill>
                  <a:srgbClr val="808080"/>
                </a:solidFill>
                <a:round/>
                <a:headEnd/>
                <a:tailEnd/>
              </a:ln>
            </p:spPr>
            <p:txBody>
              <a:bodyPr/>
              <a:lstStyle/>
              <a:p>
                <a:endParaRPr lang="en-US"/>
              </a:p>
            </p:txBody>
          </p:sp>
          <p:grpSp>
            <p:nvGrpSpPr>
              <p:cNvPr id="57470" name="Group 385"/>
              <p:cNvGrpSpPr>
                <a:grpSpLocks/>
              </p:cNvGrpSpPr>
              <p:nvPr/>
            </p:nvGrpSpPr>
            <p:grpSpPr bwMode="auto">
              <a:xfrm>
                <a:off x="2423" y="2371"/>
                <a:ext cx="295" cy="1"/>
                <a:chOff x="2423" y="2371"/>
                <a:chExt cx="295" cy="1"/>
              </a:xfrm>
            </p:grpSpPr>
            <p:sp>
              <p:nvSpPr>
                <p:cNvPr id="57471" name="Line 386"/>
                <p:cNvSpPr>
                  <a:spLocks noChangeShapeType="1"/>
                </p:cNvSpPr>
                <p:nvPr/>
              </p:nvSpPr>
              <p:spPr bwMode="auto">
                <a:xfrm>
                  <a:off x="2423"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72" name="Line 387"/>
                <p:cNvSpPr>
                  <a:spLocks noChangeShapeType="1"/>
                </p:cNvSpPr>
                <p:nvPr/>
              </p:nvSpPr>
              <p:spPr bwMode="auto">
                <a:xfrm>
                  <a:off x="2479"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73" name="Line 388"/>
                <p:cNvSpPr>
                  <a:spLocks noChangeShapeType="1"/>
                </p:cNvSpPr>
                <p:nvPr/>
              </p:nvSpPr>
              <p:spPr bwMode="auto">
                <a:xfrm>
                  <a:off x="2534"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74" name="Line 389"/>
                <p:cNvSpPr>
                  <a:spLocks noChangeShapeType="1"/>
                </p:cNvSpPr>
                <p:nvPr/>
              </p:nvSpPr>
              <p:spPr bwMode="auto">
                <a:xfrm>
                  <a:off x="2590"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75" name="Line 390"/>
                <p:cNvSpPr>
                  <a:spLocks noChangeShapeType="1"/>
                </p:cNvSpPr>
                <p:nvPr/>
              </p:nvSpPr>
              <p:spPr bwMode="auto">
                <a:xfrm>
                  <a:off x="2646"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76" name="Line 391"/>
                <p:cNvSpPr>
                  <a:spLocks noChangeShapeType="1"/>
                </p:cNvSpPr>
                <p:nvPr/>
              </p:nvSpPr>
              <p:spPr bwMode="auto">
                <a:xfrm>
                  <a:off x="2702" y="2371"/>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636" name="Group 392"/>
            <p:cNvGrpSpPr>
              <a:grpSpLocks/>
            </p:cNvGrpSpPr>
            <p:nvPr/>
          </p:nvGrpSpPr>
          <p:grpSpPr bwMode="auto">
            <a:xfrm>
              <a:off x="1960" y="2347"/>
              <a:ext cx="415" cy="56"/>
              <a:chOff x="1960" y="2347"/>
              <a:chExt cx="415" cy="56"/>
            </a:xfrm>
          </p:grpSpPr>
          <p:sp>
            <p:nvSpPr>
              <p:cNvPr id="57461" name="Freeform 393"/>
              <p:cNvSpPr>
                <a:spLocks/>
              </p:cNvSpPr>
              <p:nvPr/>
            </p:nvSpPr>
            <p:spPr bwMode="auto">
              <a:xfrm>
                <a:off x="2263" y="234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rgbClr val="808080"/>
              </a:solidFill>
              <a:ln w="9525">
                <a:solidFill>
                  <a:srgbClr val="808080"/>
                </a:solidFill>
                <a:round/>
                <a:headEnd/>
                <a:tailEnd/>
              </a:ln>
            </p:spPr>
            <p:txBody>
              <a:bodyPr/>
              <a:lstStyle/>
              <a:p>
                <a:endParaRPr lang="en-US"/>
              </a:p>
            </p:txBody>
          </p:sp>
          <p:grpSp>
            <p:nvGrpSpPr>
              <p:cNvPr id="57462" name="Group 394"/>
              <p:cNvGrpSpPr>
                <a:grpSpLocks/>
              </p:cNvGrpSpPr>
              <p:nvPr/>
            </p:nvGrpSpPr>
            <p:grpSpPr bwMode="auto">
              <a:xfrm>
                <a:off x="1960" y="2371"/>
                <a:ext cx="295" cy="1"/>
                <a:chOff x="1960" y="2371"/>
                <a:chExt cx="295" cy="1"/>
              </a:xfrm>
            </p:grpSpPr>
            <p:sp>
              <p:nvSpPr>
                <p:cNvPr id="57463" name="Line 395"/>
                <p:cNvSpPr>
                  <a:spLocks noChangeShapeType="1"/>
                </p:cNvSpPr>
                <p:nvPr/>
              </p:nvSpPr>
              <p:spPr bwMode="auto">
                <a:xfrm>
                  <a:off x="1960"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64" name="Line 396"/>
                <p:cNvSpPr>
                  <a:spLocks noChangeShapeType="1"/>
                </p:cNvSpPr>
                <p:nvPr/>
              </p:nvSpPr>
              <p:spPr bwMode="auto">
                <a:xfrm>
                  <a:off x="2015"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65" name="Line 397"/>
                <p:cNvSpPr>
                  <a:spLocks noChangeShapeType="1"/>
                </p:cNvSpPr>
                <p:nvPr/>
              </p:nvSpPr>
              <p:spPr bwMode="auto">
                <a:xfrm>
                  <a:off x="2071"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66" name="Line 398"/>
                <p:cNvSpPr>
                  <a:spLocks noChangeShapeType="1"/>
                </p:cNvSpPr>
                <p:nvPr/>
              </p:nvSpPr>
              <p:spPr bwMode="auto">
                <a:xfrm>
                  <a:off x="2127"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67" name="Line 399"/>
                <p:cNvSpPr>
                  <a:spLocks noChangeShapeType="1"/>
                </p:cNvSpPr>
                <p:nvPr/>
              </p:nvSpPr>
              <p:spPr bwMode="auto">
                <a:xfrm>
                  <a:off x="2183"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68" name="Line 400"/>
                <p:cNvSpPr>
                  <a:spLocks noChangeShapeType="1"/>
                </p:cNvSpPr>
                <p:nvPr/>
              </p:nvSpPr>
              <p:spPr bwMode="auto">
                <a:xfrm>
                  <a:off x="2239" y="2371"/>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637" name="Group 401"/>
            <p:cNvGrpSpPr>
              <a:grpSpLocks/>
            </p:cNvGrpSpPr>
            <p:nvPr/>
          </p:nvGrpSpPr>
          <p:grpSpPr bwMode="auto">
            <a:xfrm>
              <a:off x="1497" y="2339"/>
              <a:ext cx="415" cy="56"/>
              <a:chOff x="1497" y="2339"/>
              <a:chExt cx="415" cy="56"/>
            </a:xfrm>
          </p:grpSpPr>
          <p:sp>
            <p:nvSpPr>
              <p:cNvPr id="57453" name="Freeform 402"/>
              <p:cNvSpPr>
                <a:spLocks/>
              </p:cNvSpPr>
              <p:nvPr/>
            </p:nvSpPr>
            <p:spPr bwMode="auto">
              <a:xfrm>
                <a:off x="1800" y="2339"/>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rgbClr val="808080"/>
              </a:solidFill>
              <a:ln w="9525">
                <a:solidFill>
                  <a:srgbClr val="808080"/>
                </a:solidFill>
                <a:round/>
                <a:headEnd/>
                <a:tailEnd/>
              </a:ln>
            </p:spPr>
            <p:txBody>
              <a:bodyPr/>
              <a:lstStyle/>
              <a:p>
                <a:endParaRPr lang="en-US"/>
              </a:p>
            </p:txBody>
          </p:sp>
          <p:grpSp>
            <p:nvGrpSpPr>
              <p:cNvPr id="57454" name="Group 403"/>
              <p:cNvGrpSpPr>
                <a:grpSpLocks/>
              </p:cNvGrpSpPr>
              <p:nvPr/>
            </p:nvGrpSpPr>
            <p:grpSpPr bwMode="auto">
              <a:xfrm>
                <a:off x="1497" y="2371"/>
                <a:ext cx="295" cy="1"/>
                <a:chOff x="1497" y="2371"/>
                <a:chExt cx="295" cy="1"/>
              </a:xfrm>
            </p:grpSpPr>
            <p:sp>
              <p:nvSpPr>
                <p:cNvPr id="57455" name="Line 404"/>
                <p:cNvSpPr>
                  <a:spLocks noChangeShapeType="1"/>
                </p:cNvSpPr>
                <p:nvPr/>
              </p:nvSpPr>
              <p:spPr bwMode="auto">
                <a:xfrm>
                  <a:off x="1497" y="2371"/>
                  <a:ext cx="23"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56" name="Line 405"/>
                <p:cNvSpPr>
                  <a:spLocks noChangeShapeType="1"/>
                </p:cNvSpPr>
                <p:nvPr/>
              </p:nvSpPr>
              <p:spPr bwMode="auto">
                <a:xfrm>
                  <a:off x="1552"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57" name="Line 406"/>
                <p:cNvSpPr>
                  <a:spLocks noChangeShapeType="1"/>
                </p:cNvSpPr>
                <p:nvPr/>
              </p:nvSpPr>
              <p:spPr bwMode="auto">
                <a:xfrm>
                  <a:off x="1608"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58" name="Line 407"/>
                <p:cNvSpPr>
                  <a:spLocks noChangeShapeType="1"/>
                </p:cNvSpPr>
                <p:nvPr/>
              </p:nvSpPr>
              <p:spPr bwMode="auto">
                <a:xfrm>
                  <a:off x="1664"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59" name="Line 408"/>
                <p:cNvSpPr>
                  <a:spLocks noChangeShapeType="1"/>
                </p:cNvSpPr>
                <p:nvPr/>
              </p:nvSpPr>
              <p:spPr bwMode="auto">
                <a:xfrm>
                  <a:off x="1720"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60" name="Line 409"/>
                <p:cNvSpPr>
                  <a:spLocks noChangeShapeType="1"/>
                </p:cNvSpPr>
                <p:nvPr/>
              </p:nvSpPr>
              <p:spPr bwMode="auto">
                <a:xfrm>
                  <a:off x="1776" y="2371"/>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638" name="Group 410"/>
            <p:cNvGrpSpPr>
              <a:grpSpLocks/>
            </p:cNvGrpSpPr>
            <p:nvPr/>
          </p:nvGrpSpPr>
          <p:grpSpPr bwMode="auto">
            <a:xfrm>
              <a:off x="1489" y="2650"/>
              <a:ext cx="423" cy="56"/>
              <a:chOff x="1489" y="2650"/>
              <a:chExt cx="423" cy="56"/>
            </a:xfrm>
          </p:grpSpPr>
          <p:sp>
            <p:nvSpPr>
              <p:cNvPr id="57445" name="Freeform 411"/>
              <p:cNvSpPr>
                <a:spLocks/>
              </p:cNvSpPr>
              <p:nvPr/>
            </p:nvSpPr>
            <p:spPr bwMode="auto">
              <a:xfrm>
                <a:off x="1792" y="2650"/>
                <a:ext cx="120" cy="56"/>
              </a:xfrm>
              <a:custGeom>
                <a:avLst/>
                <a:gdLst>
                  <a:gd name="T0" fmla="*/ 120 w 120"/>
                  <a:gd name="T1" fmla="*/ 24 h 56"/>
                  <a:gd name="T2" fmla="*/ 0 w 120"/>
                  <a:gd name="T3" fmla="*/ 56 h 56"/>
                  <a:gd name="T4" fmla="*/ 0 w 120"/>
                  <a:gd name="T5" fmla="*/ 24 h 56"/>
                  <a:gd name="T6" fmla="*/ 0 w 120"/>
                  <a:gd name="T7" fmla="*/ 0 h 56"/>
                  <a:gd name="T8" fmla="*/ 120 w 120"/>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 h="56">
                    <a:moveTo>
                      <a:pt x="120" y="24"/>
                    </a:moveTo>
                    <a:lnTo>
                      <a:pt x="0" y="56"/>
                    </a:lnTo>
                    <a:lnTo>
                      <a:pt x="0" y="24"/>
                    </a:lnTo>
                    <a:lnTo>
                      <a:pt x="0" y="0"/>
                    </a:lnTo>
                    <a:lnTo>
                      <a:pt x="120" y="24"/>
                    </a:lnTo>
                    <a:close/>
                  </a:path>
                </a:pathLst>
              </a:custGeom>
              <a:solidFill>
                <a:srgbClr val="808080"/>
              </a:solidFill>
              <a:ln w="9525">
                <a:solidFill>
                  <a:srgbClr val="808080"/>
                </a:solidFill>
                <a:round/>
                <a:headEnd/>
                <a:tailEnd/>
              </a:ln>
            </p:spPr>
            <p:txBody>
              <a:bodyPr/>
              <a:lstStyle/>
              <a:p>
                <a:endParaRPr lang="en-US"/>
              </a:p>
            </p:txBody>
          </p:sp>
          <p:grpSp>
            <p:nvGrpSpPr>
              <p:cNvPr id="57446" name="Group 412"/>
              <p:cNvGrpSpPr>
                <a:grpSpLocks/>
              </p:cNvGrpSpPr>
              <p:nvPr/>
            </p:nvGrpSpPr>
            <p:grpSpPr bwMode="auto">
              <a:xfrm>
                <a:off x="1489" y="2674"/>
                <a:ext cx="295" cy="1"/>
                <a:chOff x="1489" y="2674"/>
                <a:chExt cx="295" cy="1"/>
              </a:xfrm>
            </p:grpSpPr>
            <p:sp>
              <p:nvSpPr>
                <p:cNvPr id="57447" name="Line 413"/>
                <p:cNvSpPr>
                  <a:spLocks noChangeShapeType="1"/>
                </p:cNvSpPr>
                <p:nvPr/>
              </p:nvSpPr>
              <p:spPr bwMode="auto">
                <a:xfrm>
                  <a:off x="1489"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48" name="Line 414"/>
                <p:cNvSpPr>
                  <a:spLocks noChangeShapeType="1"/>
                </p:cNvSpPr>
                <p:nvPr/>
              </p:nvSpPr>
              <p:spPr bwMode="auto">
                <a:xfrm>
                  <a:off x="1544"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49" name="Line 415"/>
                <p:cNvSpPr>
                  <a:spLocks noChangeShapeType="1"/>
                </p:cNvSpPr>
                <p:nvPr/>
              </p:nvSpPr>
              <p:spPr bwMode="auto">
                <a:xfrm>
                  <a:off x="1600"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50" name="Line 416"/>
                <p:cNvSpPr>
                  <a:spLocks noChangeShapeType="1"/>
                </p:cNvSpPr>
                <p:nvPr/>
              </p:nvSpPr>
              <p:spPr bwMode="auto">
                <a:xfrm>
                  <a:off x="1656"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51" name="Line 417"/>
                <p:cNvSpPr>
                  <a:spLocks noChangeShapeType="1"/>
                </p:cNvSpPr>
                <p:nvPr/>
              </p:nvSpPr>
              <p:spPr bwMode="auto">
                <a:xfrm>
                  <a:off x="1712"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52" name="Line 418"/>
                <p:cNvSpPr>
                  <a:spLocks noChangeShapeType="1"/>
                </p:cNvSpPr>
                <p:nvPr/>
              </p:nvSpPr>
              <p:spPr bwMode="auto">
                <a:xfrm>
                  <a:off x="1768" y="2674"/>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639" name="Group 419"/>
            <p:cNvGrpSpPr>
              <a:grpSpLocks/>
            </p:cNvGrpSpPr>
            <p:nvPr/>
          </p:nvGrpSpPr>
          <p:grpSpPr bwMode="auto">
            <a:xfrm>
              <a:off x="1968" y="2650"/>
              <a:ext cx="415" cy="56"/>
              <a:chOff x="1968" y="2650"/>
              <a:chExt cx="415" cy="56"/>
            </a:xfrm>
          </p:grpSpPr>
          <p:sp>
            <p:nvSpPr>
              <p:cNvPr id="57437" name="Freeform 420"/>
              <p:cNvSpPr>
                <a:spLocks/>
              </p:cNvSpPr>
              <p:nvPr/>
            </p:nvSpPr>
            <p:spPr bwMode="auto">
              <a:xfrm>
                <a:off x="2271" y="2650"/>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rgbClr val="808080"/>
              </a:solidFill>
              <a:ln w="9525">
                <a:solidFill>
                  <a:srgbClr val="808080"/>
                </a:solidFill>
                <a:round/>
                <a:headEnd/>
                <a:tailEnd/>
              </a:ln>
            </p:spPr>
            <p:txBody>
              <a:bodyPr/>
              <a:lstStyle/>
              <a:p>
                <a:endParaRPr lang="en-US"/>
              </a:p>
            </p:txBody>
          </p:sp>
          <p:grpSp>
            <p:nvGrpSpPr>
              <p:cNvPr id="57438" name="Group 421"/>
              <p:cNvGrpSpPr>
                <a:grpSpLocks/>
              </p:cNvGrpSpPr>
              <p:nvPr/>
            </p:nvGrpSpPr>
            <p:grpSpPr bwMode="auto">
              <a:xfrm>
                <a:off x="1968" y="2674"/>
                <a:ext cx="295" cy="1"/>
                <a:chOff x="1968" y="2674"/>
                <a:chExt cx="295" cy="1"/>
              </a:xfrm>
            </p:grpSpPr>
            <p:sp>
              <p:nvSpPr>
                <p:cNvPr id="57439" name="Line 422"/>
                <p:cNvSpPr>
                  <a:spLocks noChangeShapeType="1"/>
                </p:cNvSpPr>
                <p:nvPr/>
              </p:nvSpPr>
              <p:spPr bwMode="auto">
                <a:xfrm>
                  <a:off x="1968"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40" name="Line 423"/>
                <p:cNvSpPr>
                  <a:spLocks noChangeShapeType="1"/>
                </p:cNvSpPr>
                <p:nvPr/>
              </p:nvSpPr>
              <p:spPr bwMode="auto">
                <a:xfrm>
                  <a:off x="2023"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41" name="Line 424"/>
                <p:cNvSpPr>
                  <a:spLocks noChangeShapeType="1"/>
                </p:cNvSpPr>
                <p:nvPr/>
              </p:nvSpPr>
              <p:spPr bwMode="auto">
                <a:xfrm>
                  <a:off x="2079"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42" name="Line 425"/>
                <p:cNvSpPr>
                  <a:spLocks noChangeShapeType="1"/>
                </p:cNvSpPr>
                <p:nvPr/>
              </p:nvSpPr>
              <p:spPr bwMode="auto">
                <a:xfrm>
                  <a:off x="2135"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43" name="Line 426"/>
                <p:cNvSpPr>
                  <a:spLocks noChangeShapeType="1"/>
                </p:cNvSpPr>
                <p:nvPr/>
              </p:nvSpPr>
              <p:spPr bwMode="auto">
                <a:xfrm>
                  <a:off x="2191"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44" name="Line 427"/>
                <p:cNvSpPr>
                  <a:spLocks noChangeShapeType="1"/>
                </p:cNvSpPr>
                <p:nvPr/>
              </p:nvSpPr>
              <p:spPr bwMode="auto">
                <a:xfrm>
                  <a:off x="2247" y="2674"/>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640" name="Group 428"/>
            <p:cNvGrpSpPr>
              <a:grpSpLocks/>
            </p:cNvGrpSpPr>
            <p:nvPr/>
          </p:nvGrpSpPr>
          <p:grpSpPr bwMode="auto">
            <a:xfrm>
              <a:off x="1489" y="2953"/>
              <a:ext cx="423" cy="56"/>
              <a:chOff x="1489" y="2953"/>
              <a:chExt cx="423" cy="56"/>
            </a:xfrm>
          </p:grpSpPr>
          <p:sp>
            <p:nvSpPr>
              <p:cNvPr id="57429" name="Freeform 429"/>
              <p:cNvSpPr>
                <a:spLocks/>
              </p:cNvSpPr>
              <p:nvPr/>
            </p:nvSpPr>
            <p:spPr bwMode="auto">
              <a:xfrm>
                <a:off x="1792" y="2953"/>
                <a:ext cx="120" cy="56"/>
              </a:xfrm>
              <a:custGeom>
                <a:avLst/>
                <a:gdLst>
                  <a:gd name="T0" fmla="*/ 120 w 120"/>
                  <a:gd name="T1" fmla="*/ 32 h 56"/>
                  <a:gd name="T2" fmla="*/ 0 w 120"/>
                  <a:gd name="T3" fmla="*/ 56 h 56"/>
                  <a:gd name="T4" fmla="*/ 0 w 120"/>
                  <a:gd name="T5" fmla="*/ 32 h 56"/>
                  <a:gd name="T6" fmla="*/ 0 w 120"/>
                  <a:gd name="T7" fmla="*/ 0 h 56"/>
                  <a:gd name="T8" fmla="*/ 120 w 120"/>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 h="56">
                    <a:moveTo>
                      <a:pt x="120" y="32"/>
                    </a:moveTo>
                    <a:lnTo>
                      <a:pt x="0" y="56"/>
                    </a:lnTo>
                    <a:lnTo>
                      <a:pt x="0" y="32"/>
                    </a:lnTo>
                    <a:lnTo>
                      <a:pt x="0" y="0"/>
                    </a:lnTo>
                    <a:lnTo>
                      <a:pt x="120" y="32"/>
                    </a:lnTo>
                    <a:close/>
                  </a:path>
                </a:pathLst>
              </a:custGeom>
              <a:solidFill>
                <a:srgbClr val="808080"/>
              </a:solidFill>
              <a:ln w="9525">
                <a:solidFill>
                  <a:srgbClr val="808080"/>
                </a:solidFill>
                <a:round/>
                <a:headEnd/>
                <a:tailEnd/>
              </a:ln>
            </p:spPr>
            <p:txBody>
              <a:bodyPr/>
              <a:lstStyle/>
              <a:p>
                <a:endParaRPr lang="en-US"/>
              </a:p>
            </p:txBody>
          </p:sp>
          <p:grpSp>
            <p:nvGrpSpPr>
              <p:cNvPr id="57430" name="Group 430"/>
              <p:cNvGrpSpPr>
                <a:grpSpLocks/>
              </p:cNvGrpSpPr>
              <p:nvPr/>
            </p:nvGrpSpPr>
            <p:grpSpPr bwMode="auto">
              <a:xfrm>
                <a:off x="1489" y="2985"/>
                <a:ext cx="295" cy="1"/>
                <a:chOff x="1489" y="2985"/>
                <a:chExt cx="295" cy="1"/>
              </a:xfrm>
            </p:grpSpPr>
            <p:sp>
              <p:nvSpPr>
                <p:cNvPr id="57431" name="Line 431"/>
                <p:cNvSpPr>
                  <a:spLocks noChangeShapeType="1"/>
                </p:cNvSpPr>
                <p:nvPr/>
              </p:nvSpPr>
              <p:spPr bwMode="auto">
                <a:xfrm>
                  <a:off x="1489"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32" name="Line 432"/>
                <p:cNvSpPr>
                  <a:spLocks noChangeShapeType="1"/>
                </p:cNvSpPr>
                <p:nvPr/>
              </p:nvSpPr>
              <p:spPr bwMode="auto">
                <a:xfrm>
                  <a:off x="1544"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33" name="Line 433"/>
                <p:cNvSpPr>
                  <a:spLocks noChangeShapeType="1"/>
                </p:cNvSpPr>
                <p:nvPr/>
              </p:nvSpPr>
              <p:spPr bwMode="auto">
                <a:xfrm>
                  <a:off x="1600"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34" name="Line 434"/>
                <p:cNvSpPr>
                  <a:spLocks noChangeShapeType="1"/>
                </p:cNvSpPr>
                <p:nvPr/>
              </p:nvSpPr>
              <p:spPr bwMode="auto">
                <a:xfrm>
                  <a:off x="1656"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35" name="Line 435"/>
                <p:cNvSpPr>
                  <a:spLocks noChangeShapeType="1"/>
                </p:cNvSpPr>
                <p:nvPr/>
              </p:nvSpPr>
              <p:spPr bwMode="auto">
                <a:xfrm>
                  <a:off x="1712"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36" name="Line 436"/>
                <p:cNvSpPr>
                  <a:spLocks noChangeShapeType="1"/>
                </p:cNvSpPr>
                <p:nvPr/>
              </p:nvSpPr>
              <p:spPr bwMode="auto">
                <a:xfrm>
                  <a:off x="1768" y="2985"/>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641" name="Group 437"/>
            <p:cNvGrpSpPr>
              <a:grpSpLocks/>
            </p:cNvGrpSpPr>
            <p:nvPr/>
          </p:nvGrpSpPr>
          <p:grpSpPr bwMode="auto">
            <a:xfrm>
              <a:off x="1952" y="2953"/>
              <a:ext cx="415" cy="56"/>
              <a:chOff x="1952" y="2953"/>
              <a:chExt cx="415" cy="56"/>
            </a:xfrm>
          </p:grpSpPr>
          <p:sp>
            <p:nvSpPr>
              <p:cNvPr id="57421" name="Freeform 438"/>
              <p:cNvSpPr>
                <a:spLocks/>
              </p:cNvSpPr>
              <p:nvPr/>
            </p:nvSpPr>
            <p:spPr bwMode="auto">
              <a:xfrm>
                <a:off x="2255"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rgbClr val="808080"/>
              </a:solidFill>
              <a:ln w="9525">
                <a:solidFill>
                  <a:srgbClr val="808080"/>
                </a:solidFill>
                <a:round/>
                <a:headEnd/>
                <a:tailEnd/>
              </a:ln>
            </p:spPr>
            <p:txBody>
              <a:bodyPr/>
              <a:lstStyle/>
              <a:p>
                <a:endParaRPr lang="en-US"/>
              </a:p>
            </p:txBody>
          </p:sp>
          <p:grpSp>
            <p:nvGrpSpPr>
              <p:cNvPr id="57422" name="Group 439"/>
              <p:cNvGrpSpPr>
                <a:grpSpLocks/>
              </p:cNvGrpSpPr>
              <p:nvPr/>
            </p:nvGrpSpPr>
            <p:grpSpPr bwMode="auto">
              <a:xfrm>
                <a:off x="1952" y="2985"/>
                <a:ext cx="295" cy="1"/>
                <a:chOff x="1952" y="2985"/>
                <a:chExt cx="295" cy="1"/>
              </a:xfrm>
            </p:grpSpPr>
            <p:sp>
              <p:nvSpPr>
                <p:cNvPr id="57423" name="Line 440"/>
                <p:cNvSpPr>
                  <a:spLocks noChangeShapeType="1"/>
                </p:cNvSpPr>
                <p:nvPr/>
              </p:nvSpPr>
              <p:spPr bwMode="auto">
                <a:xfrm>
                  <a:off x="1952"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24" name="Line 441"/>
                <p:cNvSpPr>
                  <a:spLocks noChangeShapeType="1"/>
                </p:cNvSpPr>
                <p:nvPr/>
              </p:nvSpPr>
              <p:spPr bwMode="auto">
                <a:xfrm>
                  <a:off x="2008" y="2985"/>
                  <a:ext cx="23"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25" name="Line 442"/>
                <p:cNvSpPr>
                  <a:spLocks noChangeShapeType="1"/>
                </p:cNvSpPr>
                <p:nvPr/>
              </p:nvSpPr>
              <p:spPr bwMode="auto">
                <a:xfrm>
                  <a:off x="2063"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26" name="Line 443"/>
                <p:cNvSpPr>
                  <a:spLocks noChangeShapeType="1"/>
                </p:cNvSpPr>
                <p:nvPr/>
              </p:nvSpPr>
              <p:spPr bwMode="auto">
                <a:xfrm>
                  <a:off x="2119"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27" name="Line 444"/>
                <p:cNvSpPr>
                  <a:spLocks noChangeShapeType="1"/>
                </p:cNvSpPr>
                <p:nvPr/>
              </p:nvSpPr>
              <p:spPr bwMode="auto">
                <a:xfrm>
                  <a:off x="2175"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28" name="Line 445"/>
                <p:cNvSpPr>
                  <a:spLocks noChangeShapeType="1"/>
                </p:cNvSpPr>
                <p:nvPr/>
              </p:nvSpPr>
              <p:spPr bwMode="auto">
                <a:xfrm>
                  <a:off x="2231" y="2985"/>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642" name="Group 446"/>
            <p:cNvGrpSpPr>
              <a:grpSpLocks/>
            </p:cNvGrpSpPr>
            <p:nvPr/>
          </p:nvGrpSpPr>
          <p:grpSpPr bwMode="auto">
            <a:xfrm>
              <a:off x="2415" y="2953"/>
              <a:ext cx="415" cy="56"/>
              <a:chOff x="2415" y="2953"/>
              <a:chExt cx="415" cy="56"/>
            </a:xfrm>
          </p:grpSpPr>
          <p:sp>
            <p:nvSpPr>
              <p:cNvPr id="57413" name="Freeform 447"/>
              <p:cNvSpPr>
                <a:spLocks/>
              </p:cNvSpPr>
              <p:nvPr/>
            </p:nvSpPr>
            <p:spPr bwMode="auto">
              <a:xfrm>
                <a:off x="2718"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rgbClr val="808080"/>
              </a:solidFill>
              <a:ln w="9525">
                <a:solidFill>
                  <a:srgbClr val="808080"/>
                </a:solidFill>
                <a:round/>
                <a:headEnd/>
                <a:tailEnd/>
              </a:ln>
            </p:spPr>
            <p:txBody>
              <a:bodyPr/>
              <a:lstStyle/>
              <a:p>
                <a:endParaRPr lang="en-US"/>
              </a:p>
            </p:txBody>
          </p:sp>
          <p:grpSp>
            <p:nvGrpSpPr>
              <p:cNvPr id="57414" name="Group 448"/>
              <p:cNvGrpSpPr>
                <a:grpSpLocks/>
              </p:cNvGrpSpPr>
              <p:nvPr/>
            </p:nvGrpSpPr>
            <p:grpSpPr bwMode="auto">
              <a:xfrm>
                <a:off x="2415" y="2985"/>
                <a:ext cx="295" cy="1"/>
                <a:chOff x="2415" y="2985"/>
                <a:chExt cx="295" cy="1"/>
              </a:xfrm>
            </p:grpSpPr>
            <p:sp>
              <p:nvSpPr>
                <p:cNvPr id="57415" name="Line 449"/>
                <p:cNvSpPr>
                  <a:spLocks noChangeShapeType="1"/>
                </p:cNvSpPr>
                <p:nvPr/>
              </p:nvSpPr>
              <p:spPr bwMode="auto">
                <a:xfrm>
                  <a:off x="2415"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16" name="Line 450"/>
                <p:cNvSpPr>
                  <a:spLocks noChangeShapeType="1"/>
                </p:cNvSpPr>
                <p:nvPr/>
              </p:nvSpPr>
              <p:spPr bwMode="auto">
                <a:xfrm>
                  <a:off x="2471"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17" name="Line 451"/>
                <p:cNvSpPr>
                  <a:spLocks noChangeShapeType="1"/>
                </p:cNvSpPr>
                <p:nvPr/>
              </p:nvSpPr>
              <p:spPr bwMode="auto">
                <a:xfrm>
                  <a:off x="2526"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18" name="Line 452"/>
                <p:cNvSpPr>
                  <a:spLocks noChangeShapeType="1"/>
                </p:cNvSpPr>
                <p:nvPr/>
              </p:nvSpPr>
              <p:spPr bwMode="auto">
                <a:xfrm>
                  <a:off x="2582"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19" name="Line 453"/>
                <p:cNvSpPr>
                  <a:spLocks noChangeShapeType="1"/>
                </p:cNvSpPr>
                <p:nvPr/>
              </p:nvSpPr>
              <p:spPr bwMode="auto">
                <a:xfrm>
                  <a:off x="2638"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20" name="Line 454"/>
                <p:cNvSpPr>
                  <a:spLocks noChangeShapeType="1"/>
                </p:cNvSpPr>
                <p:nvPr/>
              </p:nvSpPr>
              <p:spPr bwMode="auto">
                <a:xfrm>
                  <a:off x="2694" y="2985"/>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643" name="Group 455"/>
            <p:cNvGrpSpPr>
              <a:grpSpLocks/>
            </p:cNvGrpSpPr>
            <p:nvPr/>
          </p:nvGrpSpPr>
          <p:grpSpPr bwMode="auto">
            <a:xfrm>
              <a:off x="2838" y="1741"/>
              <a:ext cx="40" cy="1260"/>
              <a:chOff x="2838" y="1741"/>
              <a:chExt cx="40" cy="1260"/>
            </a:xfrm>
          </p:grpSpPr>
          <p:sp>
            <p:nvSpPr>
              <p:cNvPr id="57403" name="Oval 456"/>
              <p:cNvSpPr>
                <a:spLocks noChangeArrowheads="1"/>
              </p:cNvSpPr>
              <p:nvPr/>
            </p:nvSpPr>
            <p:spPr bwMode="auto">
              <a:xfrm>
                <a:off x="2838" y="1741"/>
                <a:ext cx="40" cy="40"/>
              </a:xfrm>
              <a:prstGeom prst="ellipse">
                <a:avLst/>
              </a:prstGeom>
              <a:solidFill>
                <a:srgbClr val="808080"/>
              </a:solidFill>
              <a:ln w="9525">
                <a:solidFill>
                  <a:srgbClr val="808080"/>
                </a:solidFill>
                <a:round/>
                <a:headEnd/>
                <a:tailEnd/>
              </a:ln>
            </p:spPr>
            <p:txBody>
              <a:bodyPr/>
              <a:lstStyle/>
              <a:p>
                <a:endParaRPr lang="en-US"/>
              </a:p>
            </p:txBody>
          </p:sp>
          <p:sp>
            <p:nvSpPr>
              <p:cNvPr id="57404" name="Oval 457"/>
              <p:cNvSpPr>
                <a:spLocks noChangeArrowheads="1"/>
              </p:cNvSpPr>
              <p:nvPr/>
            </p:nvSpPr>
            <p:spPr bwMode="auto">
              <a:xfrm>
                <a:off x="2838" y="1741"/>
                <a:ext cx="40" cy="40"/>
              </a:xfrm>
              <a:prstGeom prst="ellipse">
                <a:avLst/>
              </a:prstGeom>
              <a:solidFill>
                <a:srgbClr val="808080"/>
              </a:solidFill>
              <a:ln w="25400">
                <a:solidFill>
                  <a:srgbClr val="808080"/>
                </a:solidFill>
                <a:round/>
                <a:headEnd/>
                <a:tailEnd/>
              </a:ln>
            </p:spPr>
            <p:txBody>
              <a:bodyPr/>
              <a:lstStyle/>
              <a:p>
                <a:endParaRPr lang="en-US"/>
              </a:p>
            </p:txBody>
          </p:sp>
          <p:sp>
            <p:nvSpPr>
              <p:cNvPr id="57405" name="Oval 458"/>
              <p:cNvSpPr>
                <a:spLocks noChangeArrowheads="1"/>
              </p:cNvSpPr>
              <p:nvPr/>
            </p:nvSpPr>
            <p:spPr bwMode="auto">
              <a:xfrm>
                <a:off x="2846" y="2044"/>
                <a:ext cx="32" cy="32"/>
              </a:xfrm>
              <a:prstGeom prst="ellipse">
                <a:avLst/>
              </a:prstGeom>
              <a:solidFill>
                <a:srgbClr val="808080"/>
              </a:solidFill>
              <a:ln w="9525">
                <a:solidFill>
                  <a:srgbClr val="808080"/>
                </a:solidFill>
                <a:round/>
                <a:headEnd/>
                <a:tailEnd/>
              </a:ln>
            </p:spPr>
            <p:txBody>
              <a:bodyPr/>
              <a:lstStyle/>
              <a:p>
                <a:endParaRPr lang="en-US"/>
              </a:p>
            </p:txBody>
          </p:sp>
          <p:sp>
            <p:nvSpPr>
              <p:cNvPr id="57406" name="Oval 459"/>
              <p:cNvSpPr>
                <a:spLocks noChangeArrowheads="1"/>
              </p:cNvSpPr>
              <p:nvPr/>
            </p:nvSpPr>
            <p:spPr bwMode="auto">
              <a:xfrm>
                <a:off x="2846" y="2044"/>
                <a:ext cx="32" cy="32"/>
              </a:xfrm>
              <a:prstGeom prst="ellipse">
                <a:avLst/>
              </a:prstGeom>
              <a:solidFill>
                <a:srgbClr val="808080"/>
              </a:solidFill>
              <a:ln w="25400">
                <a:solidFill>
                  <a:srgbClr val="808080"/>
                </a:solidFill>
                <a:round/>
                <a:headEnd/>
                <a:tailEnd/>
              </a:ln>
            </p:spPr>
            <p:txBody>
              <a:bodyPr/>
              <a:lstStyle/>
              <a:p>
                <a:endParaRPr lang="en-US"/>
              </a:p>
            </p:txBody>
          </p:sp>
          <p:sp>
            <p:nvSpPr>
              <p:cNvPr id="57407" name="Oval 460"/>
              <p:cNvSpPr>
                <a:spLocks noChangeArrowheads="1"/>
              </p:cNvSpPr>
              <p:nvPr/>
            </p:nvSpPr>
            <p:spPr bwMode="auto">
              <a:xfrm>
                <a:off x="2846" y="2355"/>
                <a:ext cx="32" cy="32"/>
              </a:xfrm>
              <a:prstGeom prst="ellipse">
                <a:avLst/>
              </a:prstGeom>
              <a:solidFill>
                <a:srgbClr val="808080"/>
              </a:solidFill>
              <a:ln w="9525">
                <a:solidFill>
                  <a:srgbClr val="808080"/>
                </a:solidFill>
                <a:round/>
                <a:headEnd/>
                <a:tailEnd/>
              </a:ln>
            </p:spPr>
            <p:txBody>
              <a:bodyPr/>
              <a:lstStyle/>
              <a:p>
                <a:endParaRPr lang="en-US"/>
              </a:p>
            </p:txBody>
          </p:sp>
          <p:sp>
            <p:nvSpPr>
              <p:cNvPr id="57408" name="Oval 461"/>
              <p:cNvSpPr>
                <a:spLocks noChangeArrowheads="1"/>
              </p:cNvSpPr>
              <p:nvPr/>
            </p:nvSpPr>
            <p:spPr bwMode="auto">
              <a:xfrm>
                <a:off x="2846" y="2355"/>
                <a:ext cx="32" cy="32"/>
              </a:xfrm>
              <a:prstGeom prst="ellipse">
                <a:avLst/>
              </a:prstGeom>
              <a:solidFill>
                <a:srgbClr val="808080"/>
              </a:solidFill>
              <a:ln w="25400">
                <a:solidFill>
                  <a:srgbClr val="808080"/>
                </a:solidFill>
                <a:round/>
                <a:headEnd/>
                <a:tailEnd/>
              </a:ln>
            </p:spPr>
            <p:txBody>
              <a:bodyPr/>
              <a:lstStyle/>
              <a:p>
                <a:endParaRPr lang="en-US"/>
              </a:p>
            </p:txBody>
          </p:sp>
          <p:sp>
            <p:nvSpPr>
              <p:cNvPr id="57409" name="Oval 462"/>
              <p:cNvSpPr>
                <a:spLocks noChangeArrowheads="1"/>
              </p:cNvSpPr>
              <p:nvPr/>
            </p:nvSpPr>
            <p:spPr bwMode="auto">
              <a:xfrm>
                <a:off x="2838" y="2658"/>
                <a:ext cx="40" cy="32"/>
              </a:xfrm>
              <a:prstGeom prst="ellipse">
                <a:avLst/>
              </a:prstGeom>
              <a:solidFill>
                <a:srgbClr val="808080"/>
              </a:solidFill>
              <a:ln w="9525">
                <a:solidFill>
                  <a:srgbClr val="808080"/>
                </a:solidFill>
                <a:round/>
                <a:headEnd/>
                <a:tailEnd/>
              </a:ln>
            </p:spPr>
            <p:txBody>
              <a:bodyPr/>
              <a:lstStyle/>
              <a:p>
                <a:endParaRPr lang="en-US"/>
              </a:p>
            </p:txBody>
          </p:sp>
          <p:sp>
            <p:nvSpPr>
              <p:cNvPr id="57410" name="Oval 463"/>
              <p:cNvSpPr>
                <a:spLocks noChangeArrowheads="1"/>
              </p:cNvSpPr>
              <p:nvPr/>
            </p:nvSpPr>
            <p:spPr bwMode="auto">
              <a:xfrm>
                <a:off x="2838" y="2658"/>
                <a:ext cx="40" cy="32"/>
              </a:xfrm>
              <a:prstGeom prst="ellipse">
                <a:avLst/>
              </a:prstGeom>
              <a:solidFill>
                <a:srgbClr val="808080"/>
              </a:solidFill>
              <a:ln w="25400">
                <a:solidFill>
                  <a:srgbClr val="808080"/>
                </a:solidFill>
                <a:round/>
                <a:headEnd/>
                <a:tailEnd/>
              </a:ln>
            </p:spPr>
            <p:txBody>
              <a:bodyPr/>
              <a:lstStyle/>
              <a:p>
                <a:endParaRPr lang="en-US"/>
              </a:p>
            </p:txBody>
          </p:sp>
          <p:sp>
            <p:nvSpPr>
              <p:cNvPr id="57411" name="Oval 464"/>
              <p:cNvSpPr>
                <a:spLocks noChangeArrowheads="1"/>
              </p:cNvSpPr>
              <p:nvPr/>
            </p:nvSpPr>
            <p:spPr bwMode="auto">
              <a:xfrm>
                <a:off x="2838" y="2969"/>
                <a:ext cx="32" cy="32"/>
              </a:xfrm>
              <a:prstGeom prst="ellipse">
                <a:avLst/>
              </a:prstGeom>
              <a:solidFill>
                <a:srgbClr val="808080"/>
              </a:solidFill>
              <a:ln w="9525">
                <a:solidFill>
                  <a:srgbClr val="808080"/>
                </a:solidFill>
                <a:round/>
                <a:headEnd/>
                <a:tailEnd/>
              </a:ln>
            </p:spPr>
            <p:txBody>
              <a:bodyPr/>
              <a:lstStyle/>
              <a:p>
                <a:endParaRPr lang="en-US"/>
              </a:p>
            </p:txBody>
          </p:sp>
          <p:sp>
            <p:nvSpPr>
              <p:cNvPr id="57412" name="Oval 465"/>
              <p:cNvSpPr>
                <a:spLocks noChangeArrowheads="1"/>
              </p:cNvSpPr>
              <p:nvPr/>
            </p:nvSpPr>
            <p:spPr bwMode="auto">
              <a:xfrm>
                <a:off x="2838" y="2969"/>
                <a:ext cx="32" cy="32"/>
              </a:xfrm>
              <a:prstGeom prst="ellipse">
                <a:avLst/>
              </a:prstGeom>
              <a:solidFill>
                <a:srgbClr val="808080"/>
              </a:solidFill>
              <a:ln w="25400">
                <a:solidFill>
                  <a:srgbClr val="808080"/>
                </a:solidFill>
                <a:round/>
                <a:headEnd/>
                <a:tailEnd/>
              </a:ln>
            </p:spPr>
            <p:txBody>
              <a:bodyPr/>
              <a:lstStyle/>
              <a:p>
                <a:endParaRPr lang="en-US"/>
              </a:p>
            </p:txBody>
          </p:sp>
        </p:grpSp>
        <p:grpSp>
          <p:nvGrpSpPr>
            <p:cNvPr id="56644" name="Group 466"/>
            <p:cNvGrpSpPr>
              <a:grpSpLocks/>
            </p:cNvGrpSpPr>
            <p:nvPr/>
          </p:nvGrpSpPr>
          <p:grpSpPr bwMode="auto">
            <a:xfrm>
              <a:off x="1912" y="3272"/>
              <a:ext cx="32" cy="335"/>
              <a:chOff x="1912" y="3272"/>
              <a:chExt cx="32" cy="335"/>
            </a:xfrm>
          </p:grpSpPr>
          <p:sp>
            <p:nvSpPr>
              <p:cNvPr id="57399" name="Oval 467"/>
              <p:cNvSpPr>
                <a:spLocks noChangeArrowheads="1"/>
              </p:cNvSpPr>
              <p:nvPr/>
            </p:nvSpPr>
            <p:spPr bwMode="auto">
              <a:xfrm>
                <a:off x="1912" y="3272"/>
                <a:ext cx="32" cy="32"/>
              </a:xfrm>
              <a:prstGeom prst="ellipse">
                <a:avLst/>
              </a:prstGeom>
              <a:solidFill>
                <a:srgbClr val="808080"/>
              </a:solidFill>
              <a:ln w="9525">
                <a:solidFill>
                  <a:srgbClr val="808080"/>
                </a:solidFill>
                <a:round/>
                <a:headEnd/>
                <a:tailEnd/>
              </a:ln>
            </p:spPr>
            <p:txBody>
              <a:bodyPr/>
              <a:lstStyle/>
              <a:p>
                <a:endParaRPr lang="en-US"/>
              </a:p>
            </p:txBody>
          </p:sp>
          <p:sp>
            <p:nvSpPr>
              <p:cNvPr id="57400" name="Oval 468"/>
              <p:cNvSpPr>
                <a:spLocks noChangeArrowheads="1"/>
              </p:cNvSpPr>
              <p:nvPr/>
            </p:nvSpPr>
            <p:spPr bwMode="auto">
              <a:xfrm>
                <a:off x="1912" y="3272"/>
                <a:ext cx="32" cy="32"/>
              </a:xfrm>
              <a:prstGeom prst="ellipse">
                <a:avLst/>
              </a:prstGeom>
              <a:solidFill>
                <a:srgbClr val="808080"/>
              </a:solidFill>
              <a:ln w="25400">
                <a:solidFill>
                  <a:srgbClr val="808080"/>
                </a:solidFill>
                <a:round/>
                <a:headEnd/>
                <a:tailEnd/>
              </a:ln>
            </p:spPr>
            <p:txBody>
              <a:bodyPr/>
              <a:lstStyle/>
              <a:p>
                <a:endParaRPr lang="en-US"/>
              </a:p>
            </p:txBody>
          </p:sp>
          <p:sp>
            <p:nvSpPr>
              <p:cNvPr id="57401" name="Oval 469"/>
              <p:cNvSpPr>
                <a:spLocks noChangeArrowheads="1"/>
              </p:cNvSpPr>
              <p:nvPr/>
            </p:nvSpPr>
            <p:spPr bwMode="auto">
              <a:xfrm>
                <a:off x="1912" y="3575"/>
                <a:ext cx="32" cy="32"/>
              </a:xfrm>
              <a:prstGeom prst="ellipse">
                <a:avLst/>
              </a:prstGeom>
              <a:solidFill>
                <a:srgbClr val="808080"/>
              </a:solidFill>
              <a:ln w="9525">
                <a:solidFill>
                  <a:srgbClr val="808080"/>
                </a:solidFill>
                <a:round/>
                <a:headEnd/>
                <a:tailEnd/>
              </a:ln>
            </p:spPr>
            <p:txBody>
              <a:bodyPr/>
              <a:lstStyle/>
              <a:p>
                <a:endParaRPr lang="en-US"/>
              </a:p>
            </p:txBody>
          </p:sp>
          <p:sp>
            <p:nvSpPr>
              <p:cNvPr id="57402" name="Oval 470"/>
              <p:cNvSpPr>
                <a:spLocks noChangeArrowheads="1"/>
              </p:cNvSpPr>
              <p:nvPr/>
            </p:nvSpPr>
            <p:spPr bwMode="auto">
              <a:xfrm>
                <a:off x="1912" y="3575"/>
                <a:ext cx="32" cy="32"/>
              </a:xfrm>
              <a:prstGeom prst="ellipse">
                <a:avLst/>
              </a:prstGeom>
              <a:solidFill>
                <a:srgbClr val="808080"/>
              </a:solidFill>
              <a:ln w="25400">
                <a:solidFill>
                  <a:srgbClr val="808080"/>
                </a:solidFill>
                <a:round/>
                <a:headEnd/>
                <a:tailEnd/>
              </a:ln>
            </p:spPr>
            <p:txBody>
              <a:bodyPr/>
              <a:lstStyle/>
              <a:p>
                <a:endParaRPr lang="en-US"/>
              </a:p>
            </p:txBody>
          </p:sp>
        </p:grpSp>
        <p:grpSp>
          <p:nvGrpSpPr>
            <p:cNvPr id="56645" name="Group 471"/>
            <p:cNvGrpSpPr>
              <a:grpSpLocks/>
            </p:cNvGrpSpPr>
            <p:nvPr/>
          </p:nvGrpSpPr>
          <p:grpSpPr bwMode="auto">
            <a:xfrm>
              <a:off x="1449" y="3272"/>
              <a:ext cx="40" cy="335"/>
              <a:chOff x="1449" y="3272"/>
              <a:chExt cx="40" cy="335"/>
            </a:xfrm>
          </p:grpSpPr>
          <p:sp>
            <p:nvSpPr>
              <p:cNvPr id="57395" name="Oval 472"/>
              <p:cNvSpPr>
                <a:spLocks noChangeArrowheads="1"/>
              </p:cNvSpPr>
              <p:nvPr/>
            </p:nvSpPr>
            <p:spPr bwMode="auto">
              <a:xfrm>
                <a:off x="1449" y="3272"/>
                <a:ext cx="40" cy="32"/>
              </a:xfrm>
              <a:prstGeom prst="ellipse">
                <a:avLst/>
              </a:prstGeom>
              <a:solidFill>
                <a:srgbClr val="808080"/>
              </a:solidFill>
              <a:ln w="9525">
                <a:solidFill>
                  <a:srgbClr val="808080"/>
                </a:solidFill>
                <a:round/>
                <a:headEnd/>
                <a:tailEnd/>
              </a:ln>
            </p:spPr>
            <p:txBody>
              <a:bodyPr/>
              <a:lstStyle/>
              <a:p>
                <a:endParaRPr lang="en-US"/>
              </a:p>
            </p:txBody>
          </p:sp>
          <p:sp>
            <p:nvSpPr>
              <p:cNvPr id="57396" name="Oval 473"/>
              <p:cNvSpPr>
                <a:spLocks noChangeArrowheads="1"/>
              </p:cNvSpPr>
              <p:nvPr/>
            </p:nvSpPr>
            <p:spPr bwMode="auto">
              <a:xfrm>
                <a:off x="1449" y="3272"/>
                <a:ext cx="40" cy="32"/>
              </a:xfrm>
              <a:prstGeom prst="ellipse">
                <a:avLst/>
              </a:prstGeom>
              <a:solidFill>
                <a:srgbClr val="808080"/>
              </a:solidFill>
              <a:ln w="25400">
                <a:solidFill>
                  <a:srgbClr val="808080"/>
                </a:solidFill>
                <a:round/>
                <a:headEnd/>
                <a:tailEnd/>
              </a:ln>
            </p:spPr>
            <p:txBody>
              <a:bodyPr/>
              <a:lstStyle/>
              <a:p>
                <a:endParaRPr lang="en-US"/>
              </a:p>
            </p:txBody>
          </p:sp>
          <p:sp>
            <p:nvSpPr>
              <p:cNvPr id="57397" name="Oval 474"/>
              <p:cNvSpPr>
                <a:spLocks noChangeArrowheads="1"/>
              </p:cNvSpPr>
              <p:nvPr/>
            </p:nvSpPr>
            <p:spPr bwMode="auto">
              <a:xfrm>
                <a:off x="1449" y="3575"/>
                <a:ext cx="40" cy="32"/>
              </a:xfrm>
              <a:prstGeom prst="ellipse">
                <a:avLst/>
              </a:prstGeom>
              <a:solidFill>
                <a:srgbClr val="808080"/>
              </a:solidFill>
              <a:ln w="9525">
                <a:solidFill>
                  <a:srgbClr val="808080"/>
                </a:solidFill>
                <a:round/>
                <a:headEnd/>
                <a:tailEnd/>
              </a:ln>
            </p:spPr>
            <p:txBody>
              <a:bodyPr/>
              <a:lstStyle/>
              <a:p>
                <a:endParaRPr lang="en-US"/>
              </a:p>
            </p:txBody>
          </p:sp>
          <p:sp>
            <p:nvSpPr>
              <p:cNvPr id="57398" name="Oval 475"/>
              <p:cNvSpPr>
                <a:spLocks noChangeArrowheads="1"/>
              </p:cNvSpPr>
              <p:nvPr/>
            </p:nvSpPr>
            <p:spPr bwMode="auto">
              <a:xfrm>
                <a:off x="1449" y="3575"/>
                <a:ext cx="40" cy="32"/>
              </a:xfrm>
              <a:prstGeom prst="ellipse">
                <a:avLst/>
              </a:prstGeom>
              <a:solidFill>
                <a:srgbClr val="808080"/>
              </a:solidFill>
              <a:ln w="25400">
                <a:solidFill>
                  <a:srgbClr val="808080"/>
                </a:solidFill>
                <a:round/>
                <a:headEnd/>
                <a:tailEnd/>
              </a:ln>
            </p:spPr>
            <p:txBody>
              <a:bodyPr/>
              <a:lstStyle/>
              <a:p>
                <a:endParaRPr lang="en-US"/>
              </a:p>
            </p:txBody>
          </p:sp>
        </p:grpSp>
        <p:grpSp>
          <p:nvGrpSpPr>
            <p:cNvPr id="56646" name="Group 476"/>
            <p:cNvGrpSpPr>
              <a:grpSpLocks/>
            </p:cNvGrpSpPr>
            <p:nvPr/>
          </p:nvGrpSpPr>
          <p:grpSpPr bwMode="auto">
            <a:xfrm>
              <a:off x="2367" y="3272"/>
              <a:ext cx="32" cy="335"/>
              <a:chOff x="2367" y="3272"/>
              <a:chExt cx="32" cy="335"/>
            </a:xfrm>
          </p:grpSpPr>
          <p:sp>
            <p:nvSpPr>
              <p:cNvPr id="57391" name="Oval 477"/>
              <p:cNvSpPr>
                <a:spLocks noChangeArrowheads="1"/>
              </p:cNvSpPr>
              <p:nvPr/>
            </p:nvSpPr>
            <p:spPr bwMode="auto">
              <a:xfrm>
                <a:off x="2367" y="3272"/>
                <a:ext cx="32" cy="32"/>
              </a:xfrm>
              <a:prstGeom prst="ellipse">
                <a:avLst/>
              </a:prstGeom>
              <a:solidFill>
                <a:srgbClr val="808080"/>
              </a:solidFill>
              <a:ln w="9525">
                <a:solidFill>
                  <a:srgbClr val="808080"/>
                </a:solidFill>
                <a:round/>
                <a:headEnd/>
                <a:tailEnd/>
              </a:ln>
            </p:spPr>
            <p:txBody>
              <a:bodyPr/>
              <a:lstStyle/>
              <a:p>
                <a:endParaRPr lang="en-US"/>
              </a:p>
            </p:txBody>
          </p:sp>
          <p:sp>
            <p:nvSpPr>
              <p:cNvPr id="57392" name="Oval 478"/>
              <p:cNvSpPr>
                <a:spLocks noChangeArrowheads="1"/>
              </p:cNvSpPr>
              <p:nvPr/>
            </p:nvSpPr>
            <p:spPr bwMode="auto">
              <a:xfrm>
                <a:off x="2367" y="3272"/>
                <a:ext cx="32" cy="32"/>
              </a:xfrm>
              <a:prstGeom prst="ellipse">
                <a:avLst/>
              </a:prstGeom>
              <a:solidFill>
                <a:srgbClr val="808080"/>
              </a:solidFill>
              <a:ln w="25400">
                <a:solidFill>
                  <a:srgbClr val="808080"/>
                </a:solidFill>
                <a:round/>
                <a:headEnd/>
                <a:tailEnd/>
              </a:ln>
            </p:spPr>
            <p:txBody>
              <a:bodyPr/>
              <a:lstStyle/>
              <a:p>
                <a:endParaRPr lang="en-US"/>
              </a:p>
            </p:txBody>
          </p:sp>
          <p:sp>
            <p:nvSpPr>
              <p:cNvPr id="57393" name="Oval 479"/>
              <p:cNvSpPr>
                <a:spLocks noChangeArrowheads="1"/>
              </p:cNvSpPr>
              <p:nvPr/>
            </p:nvSpPr>
            <p:spPr bwMode="auto">
              <a:xfrm>
                <a:off x="2367" y="3575"/>
                <a:ext cx="32" cy="32"/>
              </a:xfrm>
              <a:prstGeom prst="ellipse">
                <a:avLst/>
              </a:prstGeom>
              <a:solidFill>
                <a:srgbClr val="808080"/>
              </a:solidFill>
              <a:ln w="9525">
                <a:solidFill>
                  <a:srgbClr val="808080"/>
                </a:solidFill>
                <a:round/>
                <a:headEnd/>
                <a:tailEnd/>
              </a:ln>
            </p:spPr>
            <p:txBody>
              <a:bodyPr/>
              <a:lstStyle/>
              <a:p>
                <a:endParaRPr lang="en-US"/>
              </a:p>
            </p:txBody>
          </p:sp>
          <p:sp>
            <p:nvSpPr>
              <p:cNvPr id="57394" name="Oval 480"/>
              <p:cNvSpPr>
                <a:spLocks noChangeArrowheads="1"/>
              </p:cNvSpPr>
              <p:nvPr/>
            </p:nvSpPr>
            <p:spPr bwMode="auto">
              <a:xfrm>
                <a:off x="2367" y="3575"/>
                <a:ext cx="32" cy="32"/>
              </a:xfrm>
              <a:prstGeom prst="ellipse">
                <a:avLst/>
              </a:prstGeom>
              <a:solidFill>
                <a:srgbClr val="808080"/>
              </a:solidFill>
              <a:ln w="25400">
                <a:solidFill>
                  <a:srgbClr val="808080"/>
                </a:solidFill>
                <a:round/>
                <a:headEnd/>
                <a:tailEnd/>
              </a:ln>
            </p:spPr>
            <p:txBody>
              <a:bodyPr/>
              <a:lstStyle/>
              <a:p>
                <a:endParaRPr lang="en-US"/>
              </a:p>
            </p:txBody>
          </p:sp>
        </p:grpSp>
        <p:grpSp>
          <p:nvGrpSpPr>
            <p:cNvPr id="56647" name="Group 481"/>
            <p:cNvGrpSpPr>
              <a:grpSpLocks/>
            </p:cNvGrpSpPr>
            <p:nvPr/>
          </p:nvGrpSpPr>
          <p:grpSpPr bwMode="auto">
            <a:xfrm>
              <a:off x="2822" y="3272"/>
              <a:ext cx="40" cy="335"/>
              <a:chOff x="2822" y="3272"/>
              <a:chExt cx="40" cy="335"/>
            </a:xfrm>
          </p:grpSpPr>
          <p:sp>
            <p:nvSpPr>
              <p:cNvPr id="57387" name="Oval 482"/>
              <p:cNvSpPr>
                <a:spLocks noChangeArrowheads="1"/>
              </p:cNvSpPr>
              <p:nvPr/>
            </p:nvSpPr>
            <p:spPr bwMode="auto">
              <a:xfrm>
                <a:off x="2822" y="3272"/>
                <a:ext cx="40" cy="32"/>
              </a:xfrm>
              <a:prstGeom prst="ellipse">
                <a:avLst/>
              </a:prstGeom>
              <a:solidFill>
                <a:srgbClr val="808080"/>
              </a:solidFill>
              <a:ln w="9525">
                <a:solidFill>
                  <a:srgbClr val="808080"/>
                </a:solidFill>
                <a:round/>
                <a:headEnd/>
                <a:tailEnd/>
              </a:ln>
            </p:spPr>
            <p:txBody>
              <a:bodyPr/>
              <a:lstStyle/>
              <a:p>
                <a:endParaRPr lang="en-US"/>
              </a:p>
            </p:txBody>
          </p:sp>
          <p:sp>
            <p:nvSpPr>
              <p:cNvPr id="57388" name="Oval 483"/>
              <p:cNvSpPr>
                <a:spLocks noChangeArrowheads="1"/>
              </p:cNvSpPr>
              <p:nvPr/>
            </p:nvSpPr>
            <p:spPr bwMode="auto">
              <a:xfrm>
                <a:off x="2822" y="3272"/>
                <a:ext cx="40" cy="32"/>
              </a:xfrm>
              <a:prstGeom prst="ellipse">
                <a:avLst/>
              </a:prstGeom>
              <a:solidFill>
                <a:srgbClr val="808080"/>
              </a:solidFill>
              <a:ln w="25400">
                <a:solidFill>
                  <a:srgbClr val="808080"/>
                </a:solidFill>
                <a:round/>
                <a:headEnd/>
                <a:tailEnd/>
              </a:ln>
            </p:spPr>
            <p:txBody>
              <a:bodyPr/>
              <a:lstStyle/>
              <a:p>
                <a:endParaRPr lang="en-US"/>
              </a:p>
            </p:txBody>
          </p:sp>
          <p:sp>
            <p:nvSpPr>
              <p:cNvPr id="57389" name="Oval 484"/>
              <p:cNvSpPr>
                <a:spLocks noChangeArrowheads="1"/>
              </p:cNvSpPr>
              <p:nvPr/>
            </p:nvSpPr>
            <p:spPr bwMode="auto">
              <a:xfrm>
                <a:off x="2822" y="3575"/>
                <a:ext cx="40" cy="32"/>
              </a:xfrm>
              <a:prstGeom prst="ellipse">
                <a:avLst/>
              </a:prstGeom>
              <a:solidFill>
                <a:srgbClr val="808080"/>
              </a:solidFill>
              <a:ln w="9525">
                <a:solidFill>
                  <a:srgbClr val="808080"/>
                </a:solidFill>
                <a:round/>
                <a:headEnd/>
                <a:tailEnd/>
              </a:ln>
            </p:spPr>
            <p:txBody>
              <a:bodyPr/>
              <a:lstStyle/>
              <a:p>
                <a:endParaRPr lang="en-US"/>
              </a:p>
            </p:txBody>
          </p:sp>
          <p:sp>
            <p:nvSpPr>
              <p:cNvPr id="57390" name="Oval 485"/>
              <p:cNvSpPr>
                <a:spLocks noChangeArrowheads="1"/>
              </p:cNvSpPr>
              <p:nvPr/>
            </p:nvSpPr>
            <p:spPr bwMode="auto">
              <a:xfrm>
                <a:off x="2822" y="3575"/>
                <a:ext cx="40" cy="32"/>
              </a:xfrm>
              <a:prstGeom prst="ellipse">
                <a:avLst/>
              </a:prstGeom>
              <a:solidFill>
                <a:srgbClr val="808080"/>
              </a:solidFill>
              <a:ln w="25400">
                <a:solidFill>
                  <a:srgbClr val="808080"/>
                </a:solidFill>
                <a:round/>
                <a:headEnd/>
                <a:tailEnd/>
              </a:ln>
            </p:spPr>
            <p:txBody>
              <a:bodyPr/>
              <a:lstStyle/>
              <a:p>
                <a:endParaRPr lang="en-US"/>
              </a:p>
            </p:txBody>
          </p:sp>
        </p:grpSp>
        <p:grpSp>
          <p:nvGrpSpPr>
            <p:cNvPr id="56648" name="Group 486"/>
            <p:cNvGrpSpPr>
              <a:grpSpLocks/>
            </p:cNvGrpSpPr>
            <p:nvPr/>
          </p:nvGrpSpPr>
          <p:grpSpPr bwMode="auto">
            <a:xfrm>
              <a:off x="2415" y="2650"/>
              <a:ext cx="415" cy="56"/>
              <a:chOff x="2415" y="2650"/>
              <a:chExt cx="415" cy="56"/>
            </a:xfrm>
          </p:grpSpPr>
          <p:sp>
            <p:nvSpPr>
              <p:cNvPr id="57379" name="Freeform 487"/>
              <p:cNvSpPr>
                <a:spLocks/>
              </p:cNvSpPr>
              <p:nvPr/>
            </p:nvSpPr>
            <p:spPr bwMode="auto">
              <a:xfrm>
                <a:off x="2718" y="2650"/>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rgbClr val="808080"/>
              </a:solidFill>
              <a:ln w="9525">
                <a:solidFill>
                  <a:srgbClr val="808080"/>
                </a:solidFill>
                <a:round/>
                <a:headEnd/>
                <a:tailEnd/>
              </a:ln>
            </p:spPr>
            <p:txBody>
              <a:bodyPr/>
              <a:lstStyle/>
              <a:p>
                <a:endParaRPr lang="en-US"/>
              </a:p>
            </p:txBody>
          </p:sp>
          <p:grpSp>
            <p:nvGrpSpPr>
              <p:cNvPr id="57380" name="Group 488"/>
              <p:cNvGrpSpPr>
                <a:grpSpLocks/>
              </p:cNvGrpSpPr>
              <p:nvPr/>
            </p:nvGrpSpPr>
            <p:grpSpPr bwMode="auto">
              <a:xfrm>
                <a:off x="2415" y="2674"/>
                <a:ext cx="295" cy="1"/>
                <a:chOff x="2415" y="2674"/>
                <a:chExt cx="295" cy="1"/>
              </a:xfrm>
            </p:grpSpPr>
            <p:sp>
              <p:nvSpPr>
                <p:cNvPr id="57381" name="Line 489"/>
                <p:cNvSpPr>
                  <a:spLocks noChangeShapeType="1"/>
                </p:cNvSpPr>
                <p:nvPr/>
              </p:nvSpPr>
              <p:spPr bwMode="auto">
                <a:xfrm>
                  <a:off x="2415"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382" name="Line 490"/>
                <p:cNvSpPr>
                  <a:spLocks noChangeShapeType="1"/>
                </p:cNvSpPr>
                <p:nvPr/>
              </p:nvSpPr>
              <p:spPr bwMode="auto">
                <a:xfrm>
                  <a:off x="2471"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383" name="Line 491"/>
                <p:cNvSpPr>
                  <a:spLocks noChangeShapeType="1"/>
                </p:cNvSpPr>
                <p:nvPr/>
              </p:nvSpPr>
              <p:spPr bwMode="auto">
                <a:xfrm>
                  <a:off x="2526"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384" name="Line 492"/>
                <p:cNvSpPr>
                  <a:spLocks noChangeShapeType="1"/>
                </p:cNvSpPr>
                <p:nvPr/>
              </p:nvSpPr>
              <p:spPr bwMode="auto">
                <a:xfrm>
                  <a:off x="2582"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385" name="Line 493"/>
                <p:cNvSpPr>
                  <a:spLocks noChangeShapeType="1"/>
                </p:cNvSpPr>
                <p:nvPr/>
              </p:nvSpPr>
              <p:spPr bwMode="auto">
                <a:xfrm>
                  <a:off x="2638"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386" name="Line 494"/>
                <p:cNvSpPr>
                  <a:spLocks noChangeShapeType="1"/>
                </p:cNvSpPr>
                <p:nvPr/>
              </p:nvSpPr>
              <p:spPr bwMode="auto">
                <a:xfrm>
                  <a:off x="2694" y="2674"/>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649" name="Group 495"/>
            <p:cNvGrpSpPr>
              <a:grpSpLocks/>
            </p:cNvGrpSpPr>
            <p:nvPr/>
          </p:nvGrpSpPr>
          <p:grpSpPr bwMode="auto">
            <a:xfrm>
              <a:off x="2415" y="1733"/>
              <a:ext cx="415" cy="56"/>
              <a:chOff x="2415" y="1733"/>
              <a:chExt cx="415" cy="56"/>
            </a:xfrm>
          </p:grpSpPr>
          <p:sp>
            <p:nvSpPr>
              <p:cNvPr id="57371" name="Freeform 496"/>
              <p:cNvSpPr>
                <a:spLocks/>
              </p:cNvSpPr>
              <p:nvPr/>
            </p:nvSpPr>
            <p:spPr bwMode="auto">
              <a:xfrm>
                <a:off x="2718" y="1733"/>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rgbClr val="808080"/>
              </a:solidFill>
              <a:ln w="9525">
                <a:solidFill>
                  <a:srgbClr val="808080"/>
                </a:solidFill>
                <a:round/>
                <a:headEnd/>
                <a:tailEnd/>
              </a:ln>
            </p:spPr>
            <p:txBody>
              <a:bodyPr/>
              <a:lstStyle/>
              <a:p>
                <a:endParaRPr lang="en-US"/>
              </a:p>
            </p:txBody>
          </p:sp>
          <p:grpSp>
            <p:nvGrpSpPr>
              <p:cNvPr id="57372" name="Group 497"/>
              <p:cNvGrpSpPr>
                <a:grpSpLocks/>
              </p:cNvGrpSpPr>
              <p:nvPr/>
            </p:nvGrpSpPr>
            <p:grpSpPr bwMode="auto">
              <a:xfrm>
                <a:off x="2415" y="1757"/>
                <a:ext cx="295" cy="1"/>
                <a:chOff x="2415" y="1757"/>
                <a:chExt cx="295" cy="1"/>
              </a:xfrm>
            </p:grpSpPr>
            <p:sp>
              <p:nvSpPr>
                <p:cNvPr id="57373" name="Line 498"/>
                <p:cNvSpPr>
                  <a:spLocks noChangeShapeType="1"/>
                </p:cNvSpPr>
                <p:nvPr/>
              </p:nvSpPr>
              <p:spPr bwMode="auto">
                <a:xfrm>
                  <a:off x="2415"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374" name="Line 499"/>
                <p:cNvSpPr>
                  <a:spLocks noChangeShapeType="1"/>
                </p:cNvSpPr>
                <p:nvPr/>
              </p:nvSpPr>
              <p:spPr bwMode="auto">
                <a:xfrm>
                  <a:off x="2471"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375" name="Line 500"/>
                <p:cNvSpPr>
                  <a:spLocks noChangeShapeType="1"/>
                </p:cNvSpPr>
                <p:nvPr/>
              </p:nvSpPr>
              <p:spPr bwMode="auto">
                <a:xfrm>
                  <a:off x="2526"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376" name="Line 501"/>
                <p:cNvSpPr>
                  <a:spLocks noChangeShapeType="1"/>
                </p:cNvSpPr>
                <p:nvPr/>
              </p:nvSpPr>
              <p:spPr bwMode="auto">
                <a:xfrm>
                  <a:off x="2582"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377" name="Line 502"/>
                <p:cNvSpPr>
                  <a:spLocks noChangeShapeType="1"/>
                </p:cNvSpPr>
                <p:nvPr/>
              </p:nvSpPr>
              <p:spPr bwMode="auto">
                <a:xfrm>
                  <a:off x="2638"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378" name="Line 503"/>
                <p:cNvSpPr>
                  <a:spLocks noChangeShapeType="1"/>
                </p:cNvSpPr>
                <p:nvPr/>
              </p:nvSpPr>
              <p:spPr bwMode="auto">
                <a:xfrm>
                  <a:off x="2694" y="1757"/>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650" name="Group 504"/>
            <p:cNvGrpSpPr>
              <a:grpSpLocks/>
            </p:cNvGrpSpPr>
            <p:nvPr/>
          </p:nvGrpSpPr>
          <p:grpSpPr bwMode="auto">
            <a:xfrm>
              <a:off x="1489" y="3264"/>
              <a:ext cx="423" cy="56"/>
              <a:chOff x="1489" y="3264"/>
              <a:chExt cx="423" cy="56"/>
            </a:xfrm>
          </p:grpSpPr>
          <p:sp>
            <p:nvSpPr>
              <p:cNvPr id="57363" name="Freeform 505"/>
              <p:cNvSpPr>
                <a:spLocks/>
              </p:cNvSpPr>
              <p:nvPr/>
            </p:nvSpPr>
            <p:spPr bwMode="auto">
              <a:xfrm>
                <a:off x="1792" y="3264"/>
                <a:ext cx="120" cy="56"/>
              </a:xfrm>
              <a:custGeom>
                <a:avLst/>
                <a:gdLst>
                  <a:gd name="T0" fmla="*/ 120 w 120"/>
                  <a:gd name="T1" fmla="*/ 24 h 56"/>
                  <a:gd name="T2" fmla="*/ 0 w 120"/>
                  <a:gd name="T3" fmla="*/ 56 h 56"/>
                  <a:gd name="T4" fmla="*/ 0 w 120"/>
                  <a:gd name="T5" fmla="*/ 24 h 56"/>
                  <a:gd name="T6" fmla="*/ 0 w 120"/>
                  <a:gd name="T7" fmla="*/ 0 h 56"/>
                  <a:gd name="T8" fmla="*/ 120 w 120"/>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 h="56">
                    <a:moveTo>
                      <a:pt x="120" y="24"/>
                    </a:moveTo>
                    <a:lnTo>
                      <a:pt x="0" y="56"/>
                    </a:lnTo>
                    <a:lnTo>
                      <a:pt x="0" y="24"/>
                    </a:lnTo>
                    <a:lnTo>
                      <a:pt x="0" y="0"/>
                    </a:lnTo>
                    <a:lnTo>
                      <a:pt x="120" y="24"/>
                    </a:lnTo>
                    <a:close/>
                  </a:path>
                </a:pathLst>
              </a:custGeom>
              <a:solidFill>
                <a:srgbClr val="808080"/>
              </a:solidFill>
              <a:ln w="9525">
                <a:solidFill>
                  <a:srgbClr val="808080"/>
                </a:solidFill>
                <a:round/>
                <a:headEnd/>
                <a:tailEnd/>
              </a:ln>
            </p:spPr>
            <p:txBody>
              <a:bodyPr/>
              <a:lstStyle/>
              <a:p>
                <a:endParaRPr lang="en-US"/>
              </a:p>
            </p:txBody>
          </p:sp>
          <p:grpSp>
            <p:nvGrpSpPr>
              <p:cNvPr id="57364" name="Group 506"/>
              <p:cNvGrpSpPr>
                <a:grpSpLocks/>
              </p:cNvGrpSpPr>
              <p:nvPr/>
            </p:nvGrpSpPr>
            <p:grpSpPr bwMode="auto">
              <a:xfrm>
                <a:off x="1489" y="3288"/>
                <a:ext cx="295" cy="1"/>
                <a:chOff x="1489" y="3288"/>
                <a:chExt cx="295" cy="1"/>
              </a:xfrm>
            </p:grpSpPr>
            <p:sp>
              <p:nvSpPr>
                <p:cNvPr id="57365" name="Line 507"/>
                <p:cNvSpPr>
                  <a:spLocks noChangeShapeType="1"/>
                </p:cNvSpPr>
                <p:nvPr/>
              </p:nvSpPr>
              <p:spPr bwMode="auto">
                <a:xfrm>
                  <a:off x="1489"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366" name="Line 508"/>
                <p:cNvSpPr>
                  <a:spLocks noChangeShapeType="1"/>
                </p:cNvSpPr>
                <p:nvPr/>
              </p:nvSpPr>
              <p:spPr bwMode="auto">
                <a:xfrm>
                  <a:off x="1544"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367" name="Line 509"/>
                <p:cNvSpPr>
                  <a:spLocks noChangeShapeType="1"/>
                </p:cNvSpPr>
                <p:nvPr/>
              </p:nvSpPr>
              <p:spPr bwMode="auto">
                <a:xfrm>
                  <a:off x="1600"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368" name="Line 510"/>
                <p:cNvSpPr>
                  <a:spLocks noChangeShapeType="1"/>
                </p:cNvSpPr>
                <p:nvPr/>
              </p:nvSpPr>
              <p:spPr bwMode="auto">
                <a:xfrm>
                  <a:off x="1656"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369" name="Line 511"/>
                <p:cNvSpPr>
                  <a:spLocks noChangeShapeType="1"/>
                </p:cNvSpPr>
                <p:nvPr/>
              </p:nvSpPr>
              <p:spPr bwMode="auto">
                <a:xfrm>
                  <a:off x="1712"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370" name="Line 512"/>
                <p:cNvSpPr>
                  <a:spLocks noChangeShapeType="1"/>
                </p:cNvSpPr>
                <p:nvPr/>
              </p:nvSpPr>
              <p:spPr bwMode="auto">
                <a:xfrm>
                  <a:off x="1768" y="3288"/>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651" name="Group 513"/>
            <p:cNvGrpSpPr>
              <a:grpSpLocks/>
            </p:cNvGrpSpPr>
            <p:nvPr/>
          </p:nvGrpSpPr>
          <p:grpSpPr bwMode="auto">
            <a:xfrm>
              <a:off x="1944" y="3256"/>
              <a:ext cx="423" cy="56"/>
              <a:chOff x="1944" y="3256"/>
              <a:chExt cx="423" cy="56"/>
            </a:xfrm>
          </p:grpSpPr>
          <p:sp>
            <p:nvSpPr>
              <p:cNvPr id="57355" name="Freeform 514"/>
              <p:cNvSpPr>
                <a:spLocks/>
              </p:cNvSpPr>
              <p:nvPr/>
            </p:nvSpPr>
            <p:spPr bwMode="auto">
              <a:xfrm>
                <a:off x="2255" y="325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rgbClr val="808080"/>
              </a:solidFill>
              <a:ln w="9525">
                <a:solidFill>
                  <a:srgbClr val="808080"/>
                </a:solidFill>
                <a:round/>
                <a:headEnd/>
                <a:tailEnd/>
              </a:ln>
            </p:spPr>
            <p:txBody>
              <a:bodyPr/>
              <a:lstStyle/>
              <a:p>
                <a:endParaRPr lang="en-US"/>
              </a:p>
            </p:txBody>
          </p:sp>
          <p:grpSp>
            <p:nvGrpSpPr>
              <p:cNvPr id="57356" name="Group 515"/>
              <p:cNvGrpSpPr>
                <a:grpSpLocks/>
              </p:cNvGrpSpPr>
              <p:nvPr/>
            </p:nvGrpSpPr>
            <p:grpSpPr bwMode="auto">
              <a:xfrm>
                <a:off x="1944" y="3288"/>
                <a:ext cx="303" cy="1"/>
                <a:chOff x="1944" y="3288"/>
                <a:chExt cx="303" cy="1"/>
              </a:xfrm>
            </p:grpSpPr>
            <p:sp>
              <p:nvSpPr>
                <p:cNvPr id="57357" name="Line 516"/>
                <p:cNvSpPr>
                  <a:spLocks noChangeShapeType="1"/>
                </p:cNvSpPr>
                <p:nvPr/>
              </p:nvSpPr>
              <p:spPr bwMode="auto">
                <a:xfrm>
                  <a:off x="1944"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358" name="Line 517"/>
                <p:cNvSpPr>
                  <a:spLocks noChangeShapeType="1"/>
                </p:cNvSpPr>
                <p:nvPr/>
              </p:nvSpPr>
              <p:spPr bwMode="auto">
                <a:xfrm>
                  <a:off x="2000" y="3288"/>
                  <a:ext cx="23"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359" name="Line 518"/>
                <p:cNvSpPr>
                  <a:spLocks noChangeShapeType="1"/>
                </p:cNvSpPr>
                <p:nvPr/>
              </p:nvSpPr>
              <p:spPr bwMode="auto">
                <a:xfrm>
                  <a:off x="2055"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360" name="Line 519"/>
                <p:cNvSpPr>
                  <a:spLocks noChangeShapeType="1"/>
                </p:cNvSpPr>
                <p:nvPr/>
              </p:nvSpPr>
              <p:spPr bwMode="auto">
                <a:xfrm>
                  <a:off x="2111"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361" name="Line 520"/>
                <p:cNvSpPr>
                  <a:spLocks noChangeShapeType="1"/>
                </p:cNvSpPr>
                <p:nvPr/>
              </p:nvSpPr>
              <p:spPr bwMode="auto">
                <a:xfrm>
                  <a:off x="2167"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362" name="Line 521"/>
                <p:cNvSpPr>
                  <a:spLocks noChangeShapeType="1"/>
                </p:cNvSpPr>
                <p:nvPr/>
              </p:nvSpPr>
              <p:spPr bwMode="auto">
                <a:xfrm>
                  <a:off x="2223"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652" name="Group 522"/>
            <p:cNvGrpSpPr>
              <a:grpSpLocks/>
            </p:cNvGrpSpPr>
            <p:nvPr/>
          </p:nvGrpSpPr>
          <p:grpSpPr bwMode="auto">
            <a:xfrm>
              <a:off x="2415" y="3256"/>
              <a:ext cx="415" cy="56"/>
              <a:chOff x="2415" y="3256"/>
              <a:chExt cx="415" cy="56"/>
            </a:xfrm>
          </p:grpSpPr>
          <p:sp>
            <p:nvSpPr>
              <p:cNvPr id="57347" name="Freeform 523"/>
              <p:cNvSpPr>
                <a:spLocks/>
              </p:cNvSpPr>
              <p:nvPr/>
            </p:nvSpPr>
            <p:spPr bwMode="auto">
              <a:xfrm>
                <a:off x="2718" y="325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rgbClr val="808080"/>
              </a:solidFill>
              <a:ln w="9525">
                <a:solidFill>
                  <a:srgbClr val="808080"/>
                </a:solidFill>
                <a:round/>
                <a:headEnd/>
                <a:tailEnd/>
              </a:ln>
            </p:spPr>
            <p:txBody>
              <a:bodyPr/>
              <a:lstStyle/>
              <a:p>
                <a:endParaRPr lang="en-US"/>
              </a:p>
            </p:txBody>
          </p:sp>
          <p:grpSp>
            <p:nvGrpSpPr>
              <p:cNvPr id="57348" name="Group 524"/>
              <p:cNvGrpSpPr>
                <a:grpSpLocks/>
              </p:cNvGrpSpPr>
              <p:nvPr/>
            </p:nvGrpSpPr>
            <p:grpSpPr bwMode="auto">
              <a:xfrm>
                <a:off x="2415" y="3288"/>
                <a:ext cx="295" cy="1"/>
                <a:chOff x="2415" y="3288"/>
                <a:chExt cx="295" cy="1"/>
              </a:xfrm>
            </p:grpSpPr>
            <p:sp>
              <p:nvSpPr>
                <p:cNvPr id="57349" name="Line 525"/>
                <p:cNvSpPr>
                  <a:spLocks noChangeShapeType="1"/>
                </p:cNvSpPr>
                <p:nvPr/>
              </p:nvSpPr>
              <p:spPr bwMode="auto">
                <a:xfrm>
                  <a:off x="2415"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350" name="Line 526"/>
                <p:cNvSpPr>
                  <a:spLocks noChangeShapeType="1"/>
                </p:cNvSpPr>
                <p:nvPr/>
              </p:nvSpPr>
              <p:spPr bwMode="auto">
                <a:xfrm>
                  <a:off x="2471"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351" name="Line 527"/>
                <p:cNvSpPr>
                  <a:spLocks noChangeShapeType="1"/>
                </p:cNvSpPr>
                <p:nvPr/>
              </p:nvSpPr>
              <p:spPr bwMode="auto">
                <a:xfrm>
                  <a:off x="2526"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352" name="Line 528"/>
                <p:cNvSpPr>
                  <a:spLocks noChangeShapeType="1"/>
                </p:cNvSpPr>
                <p:nvPr/>
              </p:nvSpPr>
              <p:spPr bwMode="auto">
                <a:xfrm>
                  <a:off x="2582"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353" name="Line 529"/>
                <p:cNvSpPr>
                  <a:spLocks noChangeShapeType="1"/>
                </p:cNvSpPr>
                <p:nvPr/>
              </p:nvSpPr>
              <p:spPr bwMode="auto">
                <a:xfrm>
                  <a:off x="2638"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354" name="Line 530"/>
                <p:cNvSpPr>
                  <a:spLocks noChangeShapeType="1"/>
                </p:cNvSpPr>
                <p:nvPr/>
              </p:nvSpPr>
              <p:spPr bwMode="auto">
                <a:xfrm>
                  <a:off x="2694" y="3288"/>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653" name="Group 531"/>
            <p:cNvGrpSpPr>
              <a:grpSpLocks/>
            </p:cNvGrpSpPr>
            <p:nvPr/>
          </p:nvGrpSpPr>
          <p:grpSpPr bwMode="auto">
            <a:xfrm>
              <a:off x="1489" y="3567"/>
              <a:ext cx="423" cy="56"/>
              <a:chOff x="1489" y="3567"/>
              <a:chExt cx="423" cy="56"/>
            </a:xfrm>
          </p:grpSpPr>
          <p:sp>
            <p:nvSpPr>
              <p:cNvPr id="57339" name="Freeform 532"/>
              <p:cNvSpPr>
                <a:spLocks/>
              </p:cNvSpPr>
              <p:nvPr/>
            </p:nvSpPr>
            <p:spPr bwMode="auto">
              <a:xfrm>
                <a:off x="1800"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rgbClr val="808080"/>
              </a:solidFill>
              <a:ln w="9525">
                <a:solidFill>
                  <a:srgbClr val="808080"/>
                </a:solidFill>
                <a:round/>
                <a:headEnd/>
                <a:tailEnd/>
              </a:ln>
            </p:spPr>
            <p:txBody>
              <a:bodyPr/>
              <a:lstStyle/>
              <a:p>
                <a:endParaRPr lang="en-US"/>
              </a:p>
            </p:txBody>
          </p:sp>
          <p:grpSp>
            <p:nvGrpSpPr>
              <p:cNvPr id="57340" name="Group 533"/>
              <p:cNvGrpSpPr>
                <a:grpSpLocks/>
              </p:cNvGrpSpPr>
              <p:nvPr/>
            </p:nvGrpSpPr>
            <p:grpSpPr bwMode="auto">
              <a:xfrm>
                <a:off x="1489" y="3591"/>
                <a:ext cx="303" cy="1"/>
                <a:chOff x="1489" y="3591"/>
                <a:chExt cx="303" cy="1"/>
              </a:xfrm>
            </p:grpSpPr>
            <p:sp>
              <p:nvSpPr>
                <p:cNvPr id="57341" name="Line 534"/>
                <p:cNvSpPr>
                  <a:spLocks noChangeShapeType="1"/>
                </p:cNvSpPr>
                <p:nvPr/>
              </p:nvSpPr>
              <p:spPr bwMode="auto">
                <a:xfrm>
                  <a:off x="1489"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342" name="Line 535"/>
                <p:cNvSpPr>
                  <a:spLocks noChangeShapeType="1"/>
                </p:cNvSpPr>
                <p:nvPr/>
              </p:nvSpPr>
              <p:spPr bwMode="auto">
                <a:xfrm>
                  <a:off x="1544"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343" name="Line 536"/>
                <p:cNvSpPr>
                  <a:spLocks noChangeShapeType="1"/>
                </p:cNvSpPr>
                <p:nvPr/>
              </p:nvSpPr>
              <p:spPr bwMode="auto">
                <a:xfrm>
                  <a:off x="1600"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344" name="Line 537"/>
                <p:cNvSpPr>
                  <a:spLocks noChangeShapeType="1"/>
                </p:cNvSpPr>
                <p:nvPr/>
              </p:nvSpPr>
              <p:spPr bwMode="auto">
                <a:xfrm>
                  <a:off x="1656"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345" name="Line 538"/>
                <p:cNvSpPr>
                  <a:spLocks noChangeShapeType="1"/>
                </p:cNvSpPr>
                <p:nvPr/>
              </p:nvSpPr>
              <p:spPr bwMode="auto">
                <a:xfrm>
                  <a:off x="1712"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346" name="Line 539"/>
                <p:cNvSpPr>
                  <a:spLocks noChangeShapeType="1"/>
                </p:cNvSpPr>
                <p:nvPr/>
              </p:nvSpPr>
              <p:spPr bwMode="auto">
                <a:xfrm>
                  <a:off x="1768"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654" name="Group 540"/>
            <p:cNvGrpSpPr>
              <a:grpSpLocks/>
            </p:cNvGrpSpPr>
            <p:nvPr/>
          </p:nvGrpSpPr>
          <p:grpSpPr bwMode="auto">
            <a:xfrm>
              <a:off x="1952" y="3567"/>
              <a:ext cx="415" cy="56"/>
              <a:chOff x="1952" y="3567"/>
              <a:chExt cx="415" cy="56"/>
            </a:xfrm>
          </p:grpSpPr>
          <p:sp>
            <p:nvSpPr>
              <p:cNvPr id="57331" name="Freeform 541"/>
              <p:cNvSpPr>
                <a:spLocks/>
              </p:cNvSpPr>
              <p:nvPr/>
            </p:nvSpPr>
            <p:spPr bwMode="auto">
              <a:xfrm>
                <a:off x="2255"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rgbClr val="808080"/>
              </a:solidFill>
              <a:ln w="9525">
                <a:solidFill>
                  <a:srgbClr val="808080"/>
                </a:solidFill>
                <a:round/>
                <a:headEnd/>
                <a:tailEnd/>
              </a:ln>
            </p:spPr>
            <p:txBody>
              <a:bodyPr/>
              <a:lstStyle/>
              <a:p>
                <a:endParaRPr lang="en-US"/>
              </a:p>
            </p:txBody>
          </p:sp>
          <p:grpSp>
            <p:nvGrpSpPr>
              <p:cNvPr id="57332" name="Group 542"/>
              <p:cNvGrpSpPr>
                <a:grpSpLocks/>
              </p:cNvGrpSpPr>
              <p:nvPr/>
            </p:nvGrpSpPr>
            <p:grpSpPr bwMode="auto">
              <a:xfrm>
                <a:off x="1952" y="3591"/>
                <a:ext cx="295" cy="1"/>
                <a:chOff x="1952" y="3591"/>
                <a:chExt cx="295" cy="1"/>
              </a:xfrm>
            </p:grpSpPr>
            <p:sp>
              <p:nvSpPr>
                <p:cNvPr id="57333" name="Line 543"/>
                <p:cNvSpPr>
                  <a:spLocks noChangeShapeType="1"/>
                </p:cNvSpPr>
                <p:nvPr/>
              </p:nvSpPr>
              <p:spPr bwMode="auto">
                <a:xfrm>
                  <a:off x="1952"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334" name="Line 544"/>
                <p:cNvSpPr>
                  <a:spLocks noChangeShapeType="1"/>
                </p:cNvSpPr>
                <p:nvPr/>
              </p:nvSpPr>
              <p:spPr bwMode="auto">
                <a:xfrm>
                  <a:off x="2008" y="3591"/>
                  <a:ext cx="23"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335" name="Line 545"/>
                <p:cNvSpPr>
                  <a:spLocks noChangeShapeType="1"/>
                </p:cNvSpPr>
                <p:nvPr/>
              </p:nvSpPr>
              <p:spPr bwMode="auto">
                <a:xfrm>
                  <a:off x="2063"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336" name="Line 546"/>
                <p:cNvSpPr>
                  <a:spLocks noChangeShapeType="1"/>
                </p:cNvSpPr>
                <p:nvPr/>
              </p:nvSpPr>
              <p:spPr bwMode="auto">
                <a:xfrm>
                  <a:off x="2119"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337" name="Line 547"/>
                <p:cNvSpPr>
                  <a:spLocks noChangeShapeType="1"/>
                </p:cNvSpPr>
                <p:nvPr/>
              </p:nvSpPr>
              <p:spPr bwMode="auto">
                <a:xfrm>
                  <a:off x="2175"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338" name="Line 548"/>
                <p:cNvSpPr>
                  <a:spLocks noChangeShapeType="1"/>
                </p:cNvSpPr>
                <p:nvPr/>
              </p:nvSpPr>
              <p:spPr bwMode="auto">
                <a:xfrm>
                  <a:off x="2231" y="3591"/>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655" name="Group 549"/>
            <p:cNvGrpSpPr>
              <a:grpSpLocks/>
            </p:cNvGrpSpPr>
            <p:nvPr/>
          </p:nvGrpSpPr>
          <p:grpSpPr bwMode="auto">
            <a:xfrm>
              <a:off x="2407" y="3567"/>
              <a:ext cx="415" cy="56"/>
              <a:chOff x="2407" y="3567"/>
              <a:chExt cx="415" cy="56"/>
            </a:xfrm>
          </p:grpSpPr>
          <p:sp>
            <p:nvSpPr>
              <p:cNvPr id="57323" name="Freeform 550"/>
              <p:cNvSpPr>
                <a:spLocks/>
              </p:cNvSpPr>
              <p:nvPr/>
            </p:nvSpPr>
            <p:spPr bwMode="auto">
              <a:xfrm>
                <a:off x="2710"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rgbClr val="808080"/>
              </a:solidFill>
              <a:ln w="9525">
                <a:solidFill>
                  <a:srgbClr val="808080"/>
                </a:solidFill>
                <a:round/>
                <a:headEnd/>
                <a:tailEnd/>
              </a:ln>
            </p:spPr>
            <p:txBody>
              <a:bodyPr/>
              <a:lstStyle/>
              <a:p>
                <a:endParaRPr lang="en-US"/>
              </a:p>
            </p:txBody>
          </p:sp>
          <p:grpSp>
            <p:nvGrpSpPr>
              <p:cNvPr id="57324" name="Group 551"/>
              <p:cNvGrpSpPr>
                <a:grpSpLocks/>
              </p:cNvGrpSpPr>
              <p:nvPr/>
            </p:nvGrpSpPr>
            <p:grpSpPr bwMode="auto">
              <a:xfrm>
                <a:off x="2407" y="3591"/>
                <a:ext cx="295" cy="1"/>
                <a:chOff x="2407" y="3591"/>
                <a:chExt cx="295" cy="1"/>
              </a:xfrm>
            </p:grpSpPr>
            <p:sp>
              <p:nvSpPr>
                <p:cNvPr id="57325" name="Line 552"/>
                <p:cNvSpPr>
                  <a:spLocks noChangeShapeType="1"/>
                </p:cNvSpPr>
                <p:nvPr/>
              </p:nvSpPr>
              <p:spPr bwMode="auto">
                <a:xfrm>
                  <a:off x="2407"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326" name="Line 553"/>
                <p:cNvSpPr>
                  <a:spLocks noChangeShapeType="1"/>
                </p:cNvSpPr>
                <p:nvPr/>
              </p:nvSpPr>
              <p:spPr bwMode="auto">
                <a:xfrm>
                  <a:off x="2463"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327" name="Line 554"/>
                <p:cNvSpPr>
                  <a:spLocks noChangeShapeType="1"/>
                </p:cNvSpPr>
                <p:nvPr/>
              </p:nvSpPr>
              <p:spPr bwMode="auto">
                <a:xfrm>
                  <a:off x="2518"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328" name="Line 555"/>
                <p:cNvSpPr>
                  <a:spLocks noChangeShapeType="1"/>
                </p:cNvSpPr>
                <p:nvPr/>
              </p:nvSpPr>
              <p:spPr bwMode="auto">
                <a:xfrm>
                  <a:off x="2574"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329" name="Line 556"/>
                <p:cNvSpPr>
                  <a:spLocks noChangeShapeType="1"/>
                </p:cNvSpPr>
                <p:nvPr/>
              </p:nvSpPr>
              <p:spPr bwMode="auto">
                <a:xfrm>
                  <a:off x="2630"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330" name="Line 557"/>
                <p:cNvSpPr>
                  <a:spLocks noChangeShapeType="1"/>
                </p:cNvSpPr>
                <p:nvPr/>
              </p:nvSpPr>
              <p:spPr bwMode="auto">
                <a:xfrm>
                  <a:off x="2686" y="3591"/>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656" name="Group 558"/>
            <p:cNvGrpSpPr>
              <a:grpSpLocks/>
            </p:cNvGrpSpPr>
            <p:nvPr/>
          </p:nvGrpSpPr>
          <p:grpSpPr bwMode="auto">
            <a:xfrm>
              <a:off x="1952" y="2376"/>
              <a:ext cx="886" cy="290"/>
              <a:chOff x="1952" y="2376"/>
              <a:chExt cx="886" cy="290"/>
            </a:xfrm>
          </p:grpSpPr>
          <p:sp>
            <p:nvSpPr>
              <p:cNvPr id="57321" name="Freeform 559"/>
              <p:cNvSpPr>
                <a:spLocks/>
              </p:cNvSpPr>
              <p:nvPr/>
            </p:nvSpPr>
            <p:spPr bwMode="auto">
              <a:xfrm>
                <a:off x="2702" y="2586"/>
                <a:ext cx="136" cy="80"/>
              </a:xfrm>
              <a:custGeom>
                <a:avLst/>
                <a:gdLst>
                  <a:gd name="T0" fmla="*/ 136 w 136"/>
                  <a:gd name="T1" fmla="*/ 80 h 80"/>
                  <a:gd name="T2" fmla="*/ 0 w 136"/>
                  <a:gd name="T3" fmla="*/ 64 h 80"/>
                  <a:gd name="T4" fmla="*/ 8 w 136"/>
                  <a:gd name="T5" fmla="*/ 32 h 80"/>
                  <a:gd name="T6" fmla="*/ 16 w 136"/>
                  <a:gd name="T7" fmla="*/ 0 h 80"/>
                  <a:gd name="T8" fmla="*/ 136 w 136"/>
                  <a:gd name="T9" fmla="*/ 80 h 8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 h="80">
                    <a:moveTo>
                      <a:pt x="136" y="80"/>
                    </a:moveTo>
                    <a:lnTo>
                      <a:pt x="0" y="64"/>
                    </a:lnTo>
                    <a:lnTo>
                      <a:pt x="8" y="32"/>
                    </a:lnTo>
                    <a:lnTo>
                      <a:pt x="16" y="0"/>
                    </a:lnTo>
                    <a:lnTo>
                      <a:pt x="136" y="80"/>
                    </a:lnTo>
                    <a:close/>
                  </a:path>
                </a:pathLst>
              </a:custGeom>
              <a:solidFill>
                <a:srgbClr val="808080"/>
              </a:solidFill>
              <a:ln w="9525">
                <a:solidFill>
                  <a:srgbClr val="808080"/>
                </a:solidFill>
                <a:round/>
                <a:headEnd/>
                <a:tailEnd/>
              </a:ln>
            </p:spPr>
            <p:txBody>
              <a:bodyPr/>
              <a:lstStyle/>
              <a:p>
                <a:endParaRPr lang="en-US"/>
              </a:p>
            </p:txBody>
          </p:sp>
          <p:sp>
            <p:nvSpPr>
              <p:cNvPr id="57322" name="Line 560"/>
              <p:cNvSpPr>
                <a:spLocks noChangeShapeType="1"/>
              </p:cNvSpPr>
              <p:nvPr/>
            </p:nvSpPr>
            <p:spPr bwMode="auto">
              <a:xfrm>
                <a:off x="1952" y="2376"/>
                <a:ext cx="766" cy="244"/>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657" name="Group 561"/>
            <p:cNvGrpSpPr>
              <a:grpSpLocks/>
            </p:cNvGrpSpPr>
            <p:nvPr/>
          </p:nvGrpSpPr>
          <p:grpSpPr bwMode="auto">
            <a:xfrm>
              <a:off x="1481" y="2084"/>
              <a:ext cx="1373" cy="1507"/>
              <a:chOff x="1481" y="2084"/>
              <a:chExt cx="1373" cy="1507"/>
            </a:xfrm>
          </p:grpSpPr>
          <p:sp>
            <p:nvSpPr>
              <p:cNvPr id="57319" name="Freeform 562"/>
              <p:cNvSpPr>
                <a:spLocks/>
              </p:cNvSpPr>
              <p:nvPr/>
            </p:nvSpPr>
            <p:spPr bwMode="auto">
              <a:xfrm>
                <a:off x="2742" y="2084"/>
                <a:ext cx="112" cy="119"/>
              </a:xfrm>
              <a:custGeom>
                <a:avLst/>
                <a:gdLst>
                  <a:gd name="T0" fmla="*/ 112 w 112"/>
                  <a:gd name="T1" fmla="*/ 0 h 119"/>
                  <a:gd name="T2" fmla="*/ 48 w 112"/>
                  <a:gd name="T3" fmla="*/ 119 h 119"/>
                  <a:gd name="T4" fmla="*/ 24 w 112"/>
                  <a:gd name="T5" fmla="*/ 96 h 119"/>
                  <a:gd name="T6" fmla="*/ 0 w 112"/>
                  <a:gd name="T7" fmla="*/ 72 h 119"/>
                  <a:gd name="T8" fmla="*/ 112 w 112"/>
                  <a:gd name="T9" fmla="*/ 0 h 1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119">
                    <a:moveTo>
                      <a:pt x="112" y="0"/>
                    </a:moveTo>
                    <a:lnTo>
                      <a:pt x="48" y="119"/>
                    </a:lnTo>
                    <a:lnTo>
                      <a:pt x="24" y="96"/>
                    </a:lnTo>
                    <a:lnTo>
                      <a:pt x="0" y="72"/>
                    </a:lnTo>
                    <a:lnTo>
                      <a:pt x="112" y="0"/>
                    </a:lnTo>
                    <a:close/>
                  </a:path>
                </a:pathLst>
              </a:custGeom>
              <a:solidFill>
                <a:srgbClr val="808080"/>
              </a:solidFill>
              <a:ln w="9525">
                <a:solidFill>
                  <a:srgbClr val="808080"/>
                </a:solidFill>
                <a:round/>
                <a:headEnd/>
                <a:tailEnd/>
              </a:ln>
            </p:spPr>
            <p:txBody>
              <a:bodyPr/>
              <a:lstStyle/>
              <a:p>
                <a:endParaRPr lang="en-US"/>
              </a:p>
            </p:txBody>
          </p:sp>
          <p:sp>
            <p:nvSpPr>
              <p:cNvPr id="57320" name="Line 563"/>
              <p:cNvSpPr>
                <a:spLocks noChangeShapeType="1"/>
              </p:cNvSpPr>
              <p:nvPr/>
            </p:nvSpPr>
            <p:spPr bwMode="auto">
              <a:xfrm flipV="1">
                <a:off x="1481" y="2172"/>
                <a:ext cx="1291" cy="1419"/>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658" name="Group 564"/>
            <p:cNvGrpSpPr>
              <a:grpSpLocks/>
            </p:cNvGrpSpPr>
            <p:nvPr/>
          </p:nvGrpSpPr>
          <p:grpSpPr bwMode="auto">
            <a:xfrm>
              <a:off x="1944" y="2076"/>
              <a:ext cx="902" cy="885"/>
              <a:chOff x="1944" y="2076"/>
              <a:chExt cx="902" cy="885"/>
            </a:xfrm>
          </p:grpSpPr>
          <p:sp>
            <p:nvSpPr>
              <p:cNvPr id="57317" name="Freeform 565"/>
              <p:cNvSpPr>
                <a:spLocks/>
              </p:cNvSpPr>
              <p:nvPr/>
            </p:nvSpPr>
            <p:spPr bwMode="auto">
              <a:xfrm>
                <a:off x="2726" y="2850"/>
                <a:ext cx="120" cy="111"/>
              </a:xfrm>
              <a:custGeom>
                <a:avLst/>
                <a:gdLst>
                  <a:gd name="T0" fmla="*/ 120 w 120"/>
                  <a:gd name="T1" fmla="*/ 111 h 111"/>
                  <a:gd name="T2" fmla="*/ 0 w 120"/>
                  <a:gd name="T3" fmla="*/ 47 h 111"/>
                  <a:gd name="T4" fmla="*/ 24 w 120"/>
                  <a:gd name="T5" fmla="*/ 23 h 111"/>
                  <a:gd name="T6" fmla="*/ 48 w 120"/>
                  <a:gd name="T7" fmla="*/ 0 h 111"/>
                  <a:gd name="T8" fmla="*/ 120 w 120"/>
                  <a:gd name="T9" fmla="*/ 111 h 1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 h="111">
                    <a:moveTo>
                      <a:pt x="120" y="111"/>
                    </a:moveTo>
                    <a:lnTo>
                      <a:pt x="0" y="47"/>
                    </a:lnTo>
                    <a:lnTo>
                      <a:pt x="24" y="23"/>
                    </a:lnTo>
                    <a:lnTo>
                      <a:pt x="48" y="0"/>
                    </a:lnTo>
                    <a:lnTo>
                      <a:pt x="120" y="111"/>
                    </a:lnTo>
                    <a:close/>
                  </a:path>
                </a:pathLst>
              </a:custGeom>
              <a:solidFill>
                <a:srgbClr val="808080"/>
              </a:solidFill>
              <a:ln w="9525">
                <a:solidFill>
                  <a:srgbClr val="808080"/>
                </a:solidFill>
                <a:round/>
                <a:headEnd/>
                <a:tailEnd/>
              </a:ln>
            </p:spPr>
            <p:txBody>
              <a:bodyPr/>
              <a:lstStyle/>
              <a:p>
                <a:endParaRPr lang="en-US"/>
              </a:p>
            </p:txBody>
          </p:sp>
          <p:sp>
            <p:nvSpPr>
              <p:cNvPr id="57318" name="Line 566"/>
              <p:cNvSpPr>
                <a:spLocks noChangeShapeType="1"/>
              </p:cNvSpPr>
              <p:nvPr/>
            </p:nvSpPr>
            <p:spPr bwMode="auto">
              <a:xfrm>
                <a:off x="1944" y="2076"/>
                <a:ext cx="814" cy="805"/>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659" name="Group 567"/>
            <p:cNvGrpSpPr>
              <a:grpSpLocks/>
            </p:cNvGrpSpPr>
            <p:nvPr/>
          </p:nvGrpSpPr>
          <p:grpSpPr bwMode="auto">
            <a:xfrm>
              <a:off x="1489" y="2379"/>
              <a:ext cx="902" cy="893"/>
              <a:chOff x="1489" y="2379"/>
              <a:chExt cx="902" cy="893"/>
            </a:xfrm>
          </p:grpSpPr>
          <p:sp>
            <p:nvSpPr>
              <p:cNvPr id="57315" name="Freeform 568"/>
              <p:cNvSpPr>
                <a:spLocks/>
              </p:cNvSpPr>
              <p:nvPr/>
            </p:nvSpPr>
            <p:spPr bwMode="auto">
              <a:xfrm>
                <a:off x="2271" y="3153"/>
                <a:ext cx="120" cy="119"/>
              </a:xfrm>
              <a:custGeom>
                <a:avLst/>
                <a:gdLst>
                  <a:gd name="T0" fmla="*/ 120 w 120"/>
                  <a:gd name="T1" fmla="*/ 119 h 119"/>
                  <a:gd name="T2" fmla="*/ 0 w 120"/>
                  <a:gd name="T3" fmla="*/ 48 h 119"/>
                  <a:gd name="T4" fmla="*/ 24 w 120"/>
                  <a:gd name="T5" fmla="*/ 24 h 119"/>
                  <a:gd name="T6" fmla="*/ 48 w 120"/>
                  <a:gd name="T7" fmla="*/ 0 h 119"/>
                  <a:gd name="T8" fmla="*/ 120 w 120"/>
                  <a:gd name="T9" fmla="*/ 119 h 1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 h="119">
                    <a:moveTo>
                      <a:pt x="120" y="119"/>
                    </a:moveTo>
                    <a:lnTo>
                      <a:pt x="0" y="48"/>
                    </a:lnTo>
                    <a:lnTo>
                      <a:pt x="24" y="24"/>
                    </a:lnTo>
                    <a:lnTo>
                      <a:pt x="48" y="0"/>
                    </a:lnTo>
                    <a:lnTo>
                      <a:pt x="120" y="119"/>
                    </a:lnTo>
                    <a:close/>
                  </a:path>
                </a:pathLst>
              </a:custGeom>
              <a:solidFill>
                <a:srgbClr val="808080"/>
              </a:solidFill>
              <a:ln w="9525">
                <a:solidFill>
                  <a:srgbClr val="808080"/>
                </a:solidFill>
                <a:round/>
                <a:headEnd/>
                <a:tailEnd/>
              </a:ln>
            </p:spPr>
            <p:txBody>
              <a:bodyPr/>
              <a:lstStyle/>
              <a:p>
                <a:endParaRPr lang="en-US"/>
              </a:p>
            </p:txBody>
          </p:sp>
          <p:sp>
            <p:nvSpPr>
              <p:cNvPr id="57316" name="Line 569"/>
              <p:cNvSpPr>
                <a:spLocks noChangeShapeType="1"/>
              </p:cNvSpPr>
              <p:nvPr/>
            </p:nvSpPr>
            <p:spPr bwMode="auto">
              <a:xfrm>
                <a:off x="1489" y="2379"/>
                <a:ext cx="814" cy="805"/>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660" name="Group 570"/>
            <p:cNvGrpSpPr>
              <a:grpSpLocks/>
            </p:cNvGrpSpPr>
            <p:nvPr/>
          </p:nvGrpSpPr>
          <p:grpSpPr bwMode="auto">
            <a:xfrm>
              <a:off x="3311" y="2387"/>
              <a:ext cx="437" cy="590"/>
              <a:chOff x="3311" y="2387"/>
              <a:chExt cx="437" cy="590"/>
            </a:xfrm>
          </p:grpSpPr>
          <p:sp>
            <p:nvSpPr>
              <p:cNvPr id="57313" name="Freeform 571"/>
              <p:cNvSpPr>
                <a:spLocks/>
              </p:cNvSpPr>
              <p:nvPr/>
            </p:nvSpPr>
            <p:spPr bwMode="auto">
              <a:xfrm>
                <a:off x="3644" y="2387"/>
                <a:ext cx="104" cy="128"/>
              </a:xfrm>
              <a:custGeom>
                <a:avLst/>
                <a:gdLst>
                  <a:gd name="T0" fmla="*/ 104 w 104"/>
                  <a:gd name="T1" fmla="*/ 0 h 128"/>
                  <a:gd name="T2" fmla="*/ 56 w 104"/>
                  <a:gd name="T3" fmla="*/ 128 h 128"/>
                  <a:gd name="T4" fmla="*/ 24 w 104"/>
                  <a:gd name="T5" fmla="*/ 104 h 128"/>
                  <a:gd name="T6" fmla="*/ 0 w 104"/>
                  <a:gd name="T7" fmla="*/ 88 h 128"/>
                  <a:gd name="T8" fmla="*/ 104 w 104"/>
                  <a:gd name="T9" fmla="*/ 0 h 1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4" h="128">
                    <a:moveTo>
                      <a:pt x="104" y="0"/>
                    </a:moveTo>
                    <a:lnTo>
                      <a:pt x="56" y="128"/>
                    </a:lnTo>
                    <a:lnTo>
                      <a:pt x="24" y="104"/>
                    </a:lnTo>
                    <a:lnTo>
                      <a:pt x="0" y="88"/>
                    </a:lnTo>
                    <a:lnTo>
                      <a:pt x="104" y="0"/>
                    </a:lnTo>
                    <a:close/>
                  </a:path>
                </a:pathLst>
              </a:custGeom>
              <a:solidFill>
                <a:srgbClr val="808080"/>
              </a:solidFill>
              <a:ln w="9525">
                <a:solidFill>
                  <a:srgbClr val="808080"/>
                </a:solidFill>
                <a:round/>
                <a:headEnd/>
                <a:tailEnd/>
              </a:ln>
            </p:spPr>
            <p:txBody>
              <a:bodyPr/>
              <a:lstStyle/>
              <a:p>
                <a:endParaRPr lang="en-US"/>
              </a:p>
            </p:txBody>
          </p:sp>
          <p:sp>
            <p:nvSpPr>
              <p:cNvPr id="57314" name="Line 572"/>
              <p:cNvSpPr>
                <a:spLocks noChangeShapeType="1"/>
              </p:cNvSpPr>
              <p:nvPr/>
            </p:nvSpPr>
            <p:spPr bwMode="auto">
              <a:xfrm flipV="1">
                <a:off x="3311" y="2483"/>
                <a:ext cx="362" cy="494"/>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661" name="Group 573"/>
            <p:cNvGrpSpPr>
              <a:grpSpLocks/>
            </p:cNvGrpSpPr>
            <p:nvPr/>
          </p:nvGrpSpPr>
          <p:grpSpPr bwMode="auto">
            <a:xfrm>
              <a:off x="3772" y="2387"/>
              <a:ext cx="894" cy="596"/>
              <a:chOff x="3772" y="2387"/>
              <a:chExt cx="894" cy="596"/>
            </a:xfrm>
          </p:grpSpPr>
          <p:sp>
            <p:nvSpPr>
              <p:cNvPr id="57311" name="Freeform 574"/>
              <p:cNvSpPr>
                <a:spLocks/>
              </p:cNvSpPr>
              <p:nvPr/>
            </p:nvSpPr>
            <p:spPr bwMode="auto">
              <a:xfrm>
                <a:off x="4538" y="2387"/>
                <a:ext cx="128" cy="96"/>
              </a:xfrm>
              <a:custGeom>
                <a:avLst/>
                <a:gdLst>
                  <a:gd name="T0" fmla="*/ 128 w 128"/>
                  <a:gd name="T1" fmla="*/ 0 h 96"/>
                  <a:gd name="T2" fmla="*/ 32 w 128"/>
                  <a:gd name="T3" fmla="*/ 96 h 96"/>
                  <a:gd name="T4" fmla="*/ 16 w 128"/>
                  <a:gd name="T5" fmla="*/ 72 h 96"/>
                  <a:gd name="T6" fmla="*/ 0 w 128"/>
                  <a:gd name="T7" fmla="*/ 40 h 96"/>
                  <a:gd name="T8" fmla="*/ 128 w 128"/>
                  <a:gd name="T9" fmla="*/ 0 h 9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8" h="96">
                    <a:moveTo>
                      <a:pt x="128" y="0"/>
                    </a:moveTo>
                    <a:lnTo>
                      <a:pt x="32" y="96"/>
                    </a:lnTo>
                    <a:lnTo>
                      <a:pt x="16" y="72"/>
                    </a:lnTo>
                    <a:lnTo>
                      <a:pt x="0" y="40"/>
                    </a:lnTo>
                    <a:lnTo>
                      <a:pt x="128" y="0"/>
                    </a:lnTo>
                    <a:close/>
                  </a:path>
                </a:pathLst>
              </a:custGeom>
              <a:solidFill>
                <a:srgbClr val="808080"/>
              </a:solidFill>
              <a:ln w="9525">
                <a:solidFill>
                  <a:srgbClr val="808080"/>
                </a:solidFill>
                <a:round/>
                <a:headEnd/>
                <a:tailEnd/>
              </a:ln>
            </p:spPr>
            <p:txBody>
              <a:bodyPr/>
              <a:lstStyle/>
              <a:p>
                <a:endParaRPr lang="en-US"/>
              </a:p>
            </p:txBody>
          </p:sp>
          <p:sp>
            <p:nvSpPr>
              <p:cNvPr id="57312" name="Line 575"/>
              <p:cNvSpPr>
                <a:spLocks noChangeShapeType="1"/>
              </p:cNvSpPr>
              <p:nvPr/>
            </p:nvSpPr>
            <p:spPr bwMode="auto">
              <a:xfrm flipV="1">
                <a:off x="3772" y="2454"/>
                <a:ext cx="790" cy="529"/>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662" name="Group 576"/>
            <p:cNvGrpSpPr>
              <a:grpSpLocks/>
            </p:cNvGrpSpPr>
            <p:nvPr/>
          </p:nvGrpSpPr>
          <p:grpSpPr bwMode="auto">
            <a:xfrm>
              <a:off x="3788" y="2076"/>
              <a:ext cx="886" cy="290"/>
              <a:chOff x="3788" y="2076"/>
              <a:chExt cx="886" cy="290"/>
            </a:xfrm>
          </p:grpSpPr>
          <p:sp>
            <p:nvSpPr>
              <p:cNvPr id="57309" name="Freeform 577"/>
              <p:cNvSpPr>
                <a:spLocks/>
              </p:cNvSpPr>
              <p:nvPr/>
            </p:nvSpPr>
            <p:spPr bwMode="auto">
              <a:xfrm>
                <a:off x="4530" y="2076"/>
                <a:ext cx="144" cy="80"/>
              </a:xfrm>
              <a:custGeom>
                <a:avLst/>
                <a:gdLst>
                  <a:gd name="T0" fmla="*/ 144 w 144"/>
                  <a:gd name="T1" fmla="*/ 0 h 80"/>
                  <a:gd name="T2" fmla="*/ 24 w 144"/>
                  <a:gd name="T3" fmla="*/ 80 h 80"/>
                  <a:gd name="T4" fmla="*/ 16 w 144"/>
                  <a:gd name="T5" fmla="*/ 48 h 80"/>
                  <a:gd name="T6" fmla="*/ 0 w 144"/>
                  <a:gd name="T7" fmla="*/ 16 h 80"/>
                  <a:gd name="T8" fmla="*/ 144 w 144"/>
                  <a:gd name="T9" fmla="*/ 0 h 8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4" h="80">
                    <a:moveTo>
                      <a:pt x="144" y="0"/>
                    </a:moveTo>
                    <a:lnTo>
                      <a:pt x="24" y="80"/>
                    </a:lnTo>
                    <a:lnTo>
                      <a:pt x="16" y="48"/>
                    </a:lnTo>
                    <a:lnTo>
                      <a:pt x="0" y="16"/>
                    </a:lnTo>
                    <a:lnTo>
                      <a:pt x="144" y="0"/>
                    </a:lnTo>
                    <a:close/>
                  </a:path>
                </a:pathLst>
              </a:custGeom>
              <a:solidFill>
                <a:srgbClr val="808080"/>
              </a:solidFill>
              <a:ln w="9525">
                <a:solidFill>
                  <a:srgbClr val="808080"/>
                </a:solidFill>
                <a:round/>
                <a:headEnd/>
                <a:tailEnd/>
              </a:ln>
            </p:spPr>
            <p:txBody>
              <a:bodyPr/>
              <a:lstStyle/>
              <a:p>
                <a:endParaRPr lang="en-US"/>
              </a:p>
            </p:txBody>
          </p:sp>
          <p:sp>
            <p:nvSpPr>
              <p:cNvPr id="57310" name="Line 578"/>
              <p:cNvSpPr>
                <a:spLocks noChangeShapeType="1"/>
              </p:cNvSpPr>
              <p:nvPr/>
            </p:nvSpPr>
            <p:spPr bwMode="auto">
              <a:xfrm flipV="1">
                <a:off x="3788" y="2122"/>
                <a:ext cx="766" cy="244"/>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663" name="Group 579"/>
            <p:cNvGrpSpPr>
              <a:grpSpLocks/>
            </p:cNvGrpSpPr>
            <p:nvPr/>
          </p:nvGrpSpPr>
          <p:grpSpPr bwMode="auto">
            <a:xfrm>
              <a:off x="3317" y="1769"/>
              <a:ext cx="886" cy="283"/>
              <a:chOff x="3317" y="1769"/>
              <a:chExt cx="886" cy="283"/>
            </a:xfrm>
          </p:grpSpPr>
          <p:sp>
            <p:nvSpPr>
              <p:cNvPr id="57307" name="Freeform 580"/>
              <p:cNvSpPr>
                <a:spLocks/>
              </p:cNvSpPr>
              <p:nvPr/>
            </p:nvSpPr>
            <p:spPr bwMode="auto">
              <a:xfrm>
                <a:off x="4067" y="1980"/>
                <a:ext cx="136" cy="72"/>
              </a:xfrm>
              <a:custGeom>
                <a:avLst/>
                <a:gdLst>
                  <a:gd name="T0" fmla="*/ 136 w 136"/>
                  <a:gd name="T1" fmla="*/ 72 h 72"/>
                  <a:gd name="T2" fmla="*/ 0 w 136"/>
                  <a:gd name="T3" fmla="*/ 64 h 72"/>
                  <a:gd name="T4" fmla="*/ 8 w 136"/>
                  <a:gd name="T5" fmla="*/ 32 h 72"/>
                  <a:gd name="T6" fmla="*/ 24 w 136"/>
                  <a:gd name="T7" fmla="*/ 0 h 72"/>
                  <a:gd name="T8" fmla="*/ 136 w 136"/>
                  <a:gd name="T9" fmla="*/ 72 h 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 h="72">
                    <a:moveTo>
                      <a:pt x="136" y="72"/>
                    </a:moveTo>
                    <a:lnTo>
                      <a:pt x="0" y="64"/>
                    </a:lnTo>
                    <a:lnTo>
                      <a:pt x="8" y="32"/>
                    </a:lnTo>
                    <a:lnTo>
                      <a:pt x="24" y="0"/>
                    </a:lnTo>
                    <a:lnTo>
                      <a:pt x="136" y="72"/>
                    </a:lnTo>
                    <a:close/>
                  </a:path>
                </a:pathLst>
              </a:custGeom>
              <a:solidFill>
                <a:srgbClr val="808080"/>
              </a:solidFill>
              <a:ln w="9525">
                <a:solidFill>
                  <a:srgbClr val="808080"/>
                </a:solidFill>
                <a:round/>
                <a:headEnd/>
                <a:tailEnd/>
              </a:ln>
            </p:spPr>
            <p:txBody>
              <a:bodyPr/>
              <a:lstStyle/>
              <a:p>
                <a:endParaRPr lang="en-US"/>
              </a:p>
            </p:txBody>
          </p:sp>
          <p:sp>
            <p:nvSpPr>
              <p:cNvPr id="57308" name="Line 581"/>
              <p:cNvSpPr>
                <a:spLocks noChangeShapeType="1"/>
              </p:cNvSpPr>
              <p:nvPr/>
            </p:nvSpPr>
            <p:spPr bwMode="auto">
              <a:xfrm>
                <a:off x="3317" y="1769"/>
                <a:ext cx="766" cy="244"/>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56664" name="Oval 582"/>
            <p:cNvSpPr>
              <a:spLocks noChangeArrowheads="1"/>
            </p:cNvSpPr>
            <p:nvPr/>
          </p:nvSpPr>
          <p:spPr bwMode="auto">
            <a:xfrm>
              <a:off x="3293" y="1741"/>
              <a:ext cx="32" cy="40"/>
            </a:xfrm>
            <a:prstGeom prst="ellipse">
              <a:avLst/>
            </a:prstGeom>
            <a:solidFill>
              <a:srgbClr val="808080"/>
            </a:solidFill>
            <a:ln w="9525">
              <a:solidFill>
                <a:srgbClr val="808080"/>
              </a:solidFill>
              <a:round/>
              <a:headEnd/>
              <a:tailEnd/>
            </a:ln>
          </p:spPr>
          <p:txBody>
            <a:bodyPr/>
            <a:lstStyle/>
            <a:p>
              <a:endParaRPr lang="en-US"/>
            </a:p>
          </p:txBody>
        </p:sp>
        <p:sp>
          <p:nvSpPr>
            <p:cNvPr id="56665" name="Oval 583"/>
            <p:cNvSpPr>
              <a:spLocks noChangeArrowheads="1"/>
            </p:cNvSpPr>
            <p:nvPr/>
          </p:nvSpPr>
          <p:spPr bwMode="auto">
            <a:xfrm>
              <a:off x="3293" y="1741"/>
              <a:ext cx="32" cy="40"/>
            </a:xfrm>
            <a:prstGeom prst="ellipse">
              <a:avLst/>
            </a:prstGeom>
            <a:solidFill>
              <a:srgbClr val="808080"/>
            </a:solidFill>
            <a:ln w="25400">
              <a:solidFill>
                <a:srgbClr val="808080"/>
              </a:solidFill>
              <a:round/>
              <a:headEnd/>
              <a:tailEnd/>
            </a:ln>
          </p:spPr>
          <p:txBody>
            <a:bodyPr/>
            <a:lstStyle/>
            <a:p>
              <a:endParaRPr lang="en-US"/>
            </a:p>
          </p:txBody>
        </p:sp>
        <p:sp>
          <p:nvSpPr>
            <p:cNvPr id="56666" name="Oval 584"/>
            <p:cNvSpPr>
              <a:spLocks noChangeArrowheads="1"/>
            </p:cNvSpPr>
            <p:nvPr/>
          </p:nvSpPr>
          <p:spPr bwMode="auto">
            <a:xfrm>
              <a:off x="3293" y="2044"/>
              <a:ext cx="32" cy="40"/>
            </a:xfrm>
            <a:prstGeom prst="ellipse">
              <a:avLst/>
            </a:prstGeom>
            <a:solidFill>
              <a:srgbClr val="808080"/>
            </a:solidFill>
            <a:ln w="9525">
              <a:solidFill>
                <a:srgbClr val="808080"/>
              </a:solidFill>
              <a:round/>
              <a:headEnd/>
              <a:tailEnd/>
            </a:ln>
          </p:spPr>
          <p:txBody>
            <a:bodyPr/>
            <a:lstStyle/>
            <a:p>
              <a:endParaRPr lang="en-US"/>
            </a:p>
          </p:txBody>
        </p:sp>
        <p:sp>
          <p:nvSpPr>
            <p:cNvPr id="56667" name="Oval 585"/>
            <p:cNvSpPr>
              <a:spLocks noChangeArrowheads="1"/>
            </p:cNvSpPr>
            <p:nvPr/>
          </p:nvSpPr>
          <p:spPr bwMode="auto">
            <a:xfrm>
              <a:off x="3293" y="2044"/>
              <a:ext cx="32" cy="40"/>
            </a:xfrm>
            <a:prstGeom prst="ellipse">
              <a:avLst/>
            </a:prstGeom>
            <a:solidFill>
              <a:srgbClr val="808080"/>
            </a:solidFill>
            <a:ln w="25400">
              <a:solidFill>
                <a:srgbClr val="808080"/>
              </a:solidFill>
              <a:round/>
              <a:headEnd/>
              <a:tailEnd/>
            </a:ln>
          </p:spPr>
          <p:txBody>
            <a:bodyPr/>
            <a:lstStyle/>
            <a:p>
              <a:endParaRPr lang="en-US"/>
            </a:p>
          </p:txBody>
        </p:sp>
        <p:sp>
          <p:nvSpPr>
            <p:cNvPr id="56668" name="Oval 586"/>
            <p:cNvSpPr>
              <a:spLocks noChangeArrowheads="1"/>
            </p:cNvSpPr>
            <p:nvPr/>
          </p:nvSpPr>
          <p:spPr bwMode="auto">
            <a:xfrm>
              <a:off x="3293" y="2355"/>
              <a:ext cx="32" cy="32"/>
            </a:xfrm>
            <a:prstGeom prst="ellipse">
              <a:avLst/>
            </a:prstGeom>
            <a:solidFill>
              <a:srgbClr val="808080"/>
            </a:solidFill>
            <a:ln w="9525">
              <a:solidFill>
                <a:srgbClr val="808080"/>
              </a:solidFill>
              <a:round/>
              <a:headEnd/>
              <a:tailEnd/>
            </a:ln>
          </p:spPr>
          <p:txBody>
            <a:bodyPr/>
            <a:lstStyle/>
            <a:p>
              <a:endParaRPr lang="en-US"/>
            </a:p>
          </p:txBody>
        </p:sp>
        <p:sp>
          <p:nvSpPr>
            <p:cNvPr id="56669" name="Oval 587"/>
            <p:cNvSpPr>
              <a:spLocks noChangeArrowheads="1"/>
            </p:cNvSpPr>
            <p:nvPr/>
          </p:nvSpPr>
          <p:spPr bwMode="auto">
            <a:xfrm>
              <a:off x="3293" y="2355"/>
              <a:ext cx="32" cy="32"/>
            </a:xfrm>
            <a:prstGeom prst="ellipse">
              <a:avLst/>
            </a:prstGeom>
            <a:solidFill>
              <a:srgbClr val="808080"/>
            </a:solidFill>
            <a:ln w="25400">
              <a:solidFill>
                <a:srgbClr val="808080"/>
              </a:solidFill>
              <a:round/>
              <a:headEnd/>
              <a:tailEnd/>
            </a:ln>
          </p:spPr>
          <p:txBody>
            <a:bodyPr/>
            <a:lstStyle/>
            <a:p>
              <a:endParaRPr lang="en-US"/>
            </a:p>
          </p:txBody>
        </p:sp>
        <p:sp>
          <p:nvSpPr>
            <p:cNvPr id="56670" name="Oval 588"/>
            <p:cNvSpPr>
              <a:spLocks noChangeArrowheads="1"/>
            </p:cNvSpPr>
            <p:nvPr/>
          </p:nvSpPr>
          <p:spPr bwMode="auto">
            <a:xfrm>
              <a:off x="3293" y="2658"/>
              <a:ext cx="32" cy="40"/>
            </a:xfrm>
            <a:prstGeom prst="ellipse">
              <a:avLst/>
            </a:prstGeom>
            <a:solidFill>
              <a:srgbClr val="808080"/>
            </a:solidFill>
            <a:ln w="9525">
              <a:solidFill>
                <a:srgbClr val="808080"/>
              </a:solidFill>
              <a:round/>
              <a:headEnd/>
              <a:tailEnd/>
            </a:ln>
          </p:spPr>
          <p:txBody>
            <a:bodyPr/>
            <a:lstStyle/>
            <a:p>
              <a:endParaRPr lang="en-US"/>
            </a:p>
          </p:txBody>
        </p:sp>
        <p:sp>
          <p:nvSpPr>
            <p:cNvPr id="56671" name="Oval 589"/>
            <p:cNvSpPr>
              <a:spLocks noChangeArrowheads="1"/>
            </p:cNvSpPr>
            <p:nvPr/>
          </p:nvSpPr>
          <p:spPr bwMode="auto">
            <a:xfrm>
              <a:off x="3293" y="2658"/>
              <a:ext cx="32" cy="40"/>
            </a:xfrm>
            <a:prstGeom prst="ellipse">
              <a:avLst/>
            </a:prstGeom>
            <a:solidFill>
              <a:srgbClr val="808080"/>
            </a:solidFill>
            <a:ln w="25400">
              <a:solidFill>
                <a:srgbClr val="808080"/>
              </a:solidFill>
              <a:round/>
              <a:headEnd/>
              <a:tailEnd/>
            </a:ln>
          </p:spPr>
          <p:txBody>
            <a:bodyPr/>
            <a:lstStyle/>
            <a:p>
              <a:endParaRPr lang="en-US"/>
            </a:p>
          </p:txBody>
        </p:sp>
        <p:sp>
          <p:nvSpPr>
            <p:cNvPr id="56672" name="Oval 590"/>
            <p:cNvSpPr>
              <a:spLocks noChangeArrowheads="1"/>
            </p:cNvSpPr>
            <p:nvPr/>
          </p:nvSpPr>
          <p:spPr bwMode="auto">
            <a:xfrm>
              <a:off x="3285" y="2969"/>
              <a:ext cx="32" cy="32"/>
            </a:xfrm>
            <a:prstGeom prst="ellipse">
              <a:avLst/>
            </a:prstGeom>
            <a:solidFill>
              <a:srgbClr val="808080"/>
            </a:solidFill>
            <a:ln w="9525">
              <a:solidFill>
                <a:srgbClr val="808080"/>
              </a:solidFill>
              <a:round/>
              <a:headEnd/>
              <a:tailEnd/>
            </a:ln>
          </p:spPr>
          <p:txBody>
            <a:bodyPr/>
            <a:lstStyle/>
            <a:p>
              <a:endParaRPr lang="en-US"/>
            </a:p>
          </p:txBody>
        </p:sp>
        <p:sp>
          <p:nvSpPr>
            <p:cNvPr id="56673" name="Oval 591"/>
            <p:cNvSpPr>
              <a:spLocks noChangeArrowheads="1"/>
            </p:cNvSpPr>
            <p:nvPr/>
          </p:nvSpPr>
          <p:spPr bwMode="auto">
            <a:xfrm>
              <a:off x="3285" y="2969"/>
              <a:ext cx="32" cy="32"/>
            </a:xfrm>
            <a:prstGeom prst="ellipse">
              <a:avLst/>
            </a:prstGeom>
            <a:solidFill>
              <a:srgbClr val="808080"/>
            </a:solidFill>
            <a:ln w="25400">
              <a:solidFill>
                <a:srgbClr val="808080"/>
              </a:solidFill>
              <a:round/>
              <a:headEnd/>
              <a:tailEnd/>
            </a:ln>
          </p:spPr>
          <p:txBody>
            <a:bodyPr/>
            <a:lstStyle/>
            <a:p>
              <a:endParaRPr lang="en-US"/>
            </a:p>
          </p:txBody>
        </p:sp>
        <p:grpSp>
          <p:nvGrpSpPr>
            <p:cNvPr id="56674" name="Group 592"/>
            <p:cNvGrpSpPr>
              <a:grpSpLocks/>
            </p:cNvGrpSpPr>
            <p:nvPr/>
          </p:nvGrpSpPr>
          <p:grpSpPr bwMode="auto">
            <a:xfrm>
              <a:off x="3748" y="1741"/>
              <a:ext cx="40" cy="1260"/>
              <a:chOff x="3748" y="1741"/>
              <a:chExt cx="40" cy="1260"/>
            </a:xfrm>
          </p:grpSpPr>
          <p:sp>
            <p:nvSpPr>
              <p:cNvPr id="57297" name="Oval 593"/>
              <p:cNvSpPr>
                <a:spLocks noChangeArrowheads="1"/>
              </p:cNvSpPr>
              <p:nvPr/>
            </p:nvSpPr>
            <p:spPr bwMode="auto">
              <a:xfrm>
                <a:off x="3748" y="1741"/>
                <a:ext cx="40" cy="32"/>
              </a:xfrm>
              <a:prstGeom prst="ellipse">
                <a:avLst/>
              </a:prstGeom>
              <a:solidFill>
                <a:srgbClr val="808080"/>
              </a:solidFill>
              <a:ln w="9525">
                <a:solidFill>
                  <a:srgbClr val="808080"/>
                </a:solidFill>
                <a:round/>
                <a:headEnd/>
                <a:tailEnd/>
              </a:ln>
            </p:spPr>
            <p:txBody>
              <a:bodyPr/>
              <a:lstStyle/>
              <a:p>
                <a:endParaRPr lang="en-US"/>
              </a:p>
            </p:txBody>
          </p:sp>
          <p:sp>
            <p:nvSpPr>
              <p:cNvPr id="57298" name="Oval 594"/>
              <p:cNvSpPr>
                <a:spLocks noChangeArrowheads="1"/>
              </p:cNvSpPr>
              <p:nvPr/>
            </p:nvSpPr>
            <p:spPr bwMode="auto">
              <a:xfrm>
                <a:off x="3748" y="1741"/>
                <a:ext cx="40" cy="32"/>
              </a:xfrm>
              <a:prstGeom prst="ellipse">
                <a:avLst/>
              </a:prstGeom>
              <a:solidFill>
                <a:srgbClr val="808080"/>
              </a:solidFill>
              <a:ln w="25400">
                <a:solidFill>
                  <a:srgbClr val="808080"/>
                </a:solidFill>
                <a:round/>
                <a:headEnd/>
                <a:tailEnd/>
              </a:ln>
            </p:spPr>
            <p:txBody>
              <a:bodyPr/>
              <a:lstStyle/>
              <a:p>
                <a:endParaRPr lang="en-US"/>
              </a:p>
            </p:txBody>
          </p:sp>
          <p:sp>
            <p:nvSpPr>
              <p:cNvPr id="57299" name="Oval 595"/>
              <p:cNvSpPr>
                <a:spLocks noChangeArrowheads="1"/>
              </p:cNvSpPr>
              <p:nvPr/>
            </p:nvSpPr>
            <p:spPr bwMode="auto">
              <a:xfrm>
                <a:off x="3756" y="2044"/>
                <a:ext cx="32" cy="32"/>
              </a:xfrm>
              <a:prstGeom prst="ellipse">
                <a:avLst/>
              </a:prstGeom>
              <a:solidFill>
                <a:srgbClr val="808080"/>
              </a:solidFill>
              <a:ln w="9525">
                <a:solidFill>
                  <a:srgbClr val="808080"/>
                </a:solidFill>
                <a:round/>
                <a:headEnd/>
                <a:tailEnd/>
              </a:ln>
            </p:spPr>
            <p:txBody>
              <a:bodyPr/>
              <a:lstStyle/>
              <a:p>
                <a:endParaRPr lang="en-US"/>
              </a:p>
            </p:txBody>
          </p:sp>
          <p:sp>
            <p:nvSpPr>
              <p:cNvPr id="57300" name="Oval 596"/>
              <p:cNvSpPr>
                <a:spLocks noChangeArrowheads="1"/>
              </p:cNvSpPr>
              <p:nvPr/>
            </p:nvSpPr>
            <p:spPr bwMode="auto">
              <a:xfrm>
                <a:off x="3756" y="2044"/>
                <a:ext cx="32" cy="32"/>
              </a:xfrm>
              <a:prstGeom prst="ellipse">
                <a:avLst/>
              </a:prstGeom>
              <a:solidFill>
                <a:srgbClr val="808080"/>
              </a:solidFill>
              <a:ln w="25400">
                <a:solidFill>
                  <a:srgbClr val="808080"/>
                </a:solidFill>
                <a:round/>
                <a:headEnd/>
                <a:tailEnd/>
              </a:ln>
            </p:spPr>
            <p:txBody>
              <a:bodyPr/>
              <a:lstStyle/>
              <a:p>
                <a:endParaRPr lang="en-US"/>
              </a:p>
            </p:txBody>
          </p:sp>
          <p:sp>
            <p:nvSpPr>
              <p:cNvPr id="57301" name="Oval 597"/>
              <p:cNvSpPr>
                <a:spLocks noChangeArrowheads="1"/>
              </p:cNvSpPr>
              <p:nvPr/>
            </p:nvSpPr>
            <p:spPr bwMode="auto">
              <a:xfrm>
                <a:off x="3756" y="2355"/>
                <a:ext cx="32" cy="32"/>
              </a:xfrm>
              <a:prstGeom prst="ellipse">
                <a:avLst/>
              </a:prstGeom>
              <a:solidFill>
                <a:srgbClr val="808080"/>
              </a:solidFill>
              <a:ln w="9525">
                <a:solidFill>
                  <a:srgbClr val="808080"/>
                </a:solidFill>
                <a:round/>
                <a:headEnd/>
                <a:tailEnd/>
              </a:ln>
            </p:spPr>
            <p:txBody>
              <a:bodyPr/>
              <a:lstStyle/>
              <a:p>
                <a:endParaRPr lang="en-US"/>
              </a:p>
            </p:txBody>
          </p:sp>
          <p:sp>
            <p:nvSpPr>
              <p:cNvPr id="57302" name="Oval 598"/>
              <p:cNvSpPr>
                <a:spLocks noChangeArrowheads="1"/>
              </p:cNvSpPr>
              <p:nvPr/>
            </p:nvSpPr>
            <p:spPr bwMode="auto">
              <a:xfrm>
                <a:off x="3756" y="2355"/>
                <a:ext cx="32" cy="32"/>
              </a:xfrm>
              <a:prstGeom prst="ellipse">
                <a:avLst/>
              </a:prstGeom>
              <a:solidFill>
                <a:srgbClr val="808080"/>
              </a:solidFill>
              <a:ln w="25400">
                <a:solidFill>
                  <a:srgbClr val="808080"/>
                </a:solidFill>
                <a:round/>
                <a:headEnd/>
                <a:tailEnd/>
              </a:ln>
            </p:spPr>
            <p:txBody>
              <a:bodyPr/>
              <a:lstStyle/>
              <a:p>
                <a:endParaRPr lang="en-US"/>
              </a:p>
            </p:txBody>
          </p:sp>
          <p:sp>
            <p:nvSpPr>
              <p:cNvPr id="57303" name="Oval 599"/>
              <p:cNvSpPr>
                <a:spLocks noChangeArrowheads="1"/>
              </p:cNvSpPr>
              <p:nvPr/>
            </p:nvSpPr>
            <p:spPr bwMode="auto">
              <a:xfrm>
                <a:off x="3748" y="2658"/>
                <a:ext cx="40" cy="32"/>
              </a:xfrm>
              <a:prstGeom prst="ellipse">
                <a:avLst/>
              </a:prstGeom>
              <a:solidFill>
                <a:srgbClr val="808080"/>
              </a:solidFill>
              <a:ln w="9525">
                <a:solidFill>
                  <a:srgbClr val="808080"/>
                </a:solidFill>
                <a:round/>
                <a:headEnd/>
                <a:tailEnd/>
              </a:ln>
            </p:spPr>
            <p:txBody>
              <a:bodyPr/>
              <a:lstStyle/>
              <a:p>
                <a:endParaRPr lang="en-US"/>
              </a:p>
            </p:txBody>
          </p:sp>
          <p:sp>
            <p:nvSpPr>
              <p:cNvPr id="57304" name="Oval 600"/>
              <p:cNvSpPr>
                <a:spLocks noChangeArrowheads="1"/>
              </p:cNvSpPr>
              <p:nvPr/>
            </p:nvSpPr>
            <p:spPr bwMode="auto">
              <a:xfrm>
                <a:off x="3748" y="2658"/>
                <a:ext cx="40" cy="32"/>
              </a:xfrm>
              <a:prstGeom prst="ellipse">
                <a:avLst/>
              </a:prstGeom>
              <a:solidFill>
                <a:srgbClr val="808080"/>
              </a:solidFill>
              <a:ln w="25400">
                <a:solidFill>
                  <a:srgbClr val="808080"/>
                </a:solidFill>
                <a:round/>
                <a:headEnd/>
                <a:tailEnd/>
              </a:ln>
            </p:spPr>
            <p:txBody>
              <a:bodyPr/>
              <a:lstStyle/>
              <a:p>
                <a:endParaRPr lang="en-US"/>
              </a:p>
            </p:txBody>
          </p:sp>
          <p:sp>
            <p:nvSpPr>
              <p:cNvPr id="57305" name="Oval 601"/>
              <p:cNvSpPr>
                <a:spLocks noChangeArrowheads="1"/>
              </p:cNvSpPr>
              <p:nvPr/>
            </p:nvSpPr>
            <p:spPr bwMode="auto">
              <a:xfrm>
                <a:off x="3748" y="2969"/>
                <a:ext cx="32" cy="32"/>
              </a:xfrm>
              <a:prstGeom prst="ellipse">
                <a:avLst/>
              </a:prstGeom>
              <a:solidFill>
                <a:srgbClr val="808080"/>
              </a:solidFill>
              <a:ln w="9525">
                <a:solidFill>
                  <a:srgbClr val="808080"/>
                </a:solidFill>
                <a:round/>
                <a:headEnd/>
                <a:tailEnd/>
              </a:ln>
            </p:spPr>
            <p:txBody>
              <a:bodyPr/>
              <a:lstStyle/>
              <a:p>
                <a:endParaRPr lang="en-US"/>
              </a:p>
            </p:txBody>
          </p:sp>
          <p:sp>
            <p:nvSpPr>
              <p:cNvPr id="57306" name="Oval 602"/>
              <p:cNvSpPr>
                <a:spLocks noChangeArrowheads="1"/>
              </p:cNvSpPr>
              <p:nvPr/>
            </p:nvSpPr>
            <p:spPr bwMode="auto">
              <a:xfrm>
                <a:off x="3748" y="2969"/>
                <a:ext cx="32" cy="32"/>
              </a:xfrm>
              <a:prstGeom prst="ellipse">
                <a:avLst/>
              </a:prstGeom>
              <a:solidFill>
                <a:srgbClr val="808080"/>
              </a:solidFill>
              <a:ln w="25400">
                <a:solidFill>
                  <a:srgbClr val="808080"/>
                </a:solidFill>
                <a:round/>
                <a:headEnd/>
                <a:tailEnd/>
              </a:ln>
            </p:spPr>
            <p:txBody>
              <a:bodyPr/>
              <a:lstStyle/>
              <a:p>
                <a:endParaRPr lang="en-US"/>
              </a:p>
            </p:txBody>
          </p:sp>
        </p:grpSp>
        <p:grpSp>
          <p:nvGrpSpPr>
            <p:cNvPr id="56675" name="Group 603"/>
            <p:cNvGrpSpPr>
              <a:grpSpLocks/>
            </p:cNvGrpSpPr>
            <p:nvPr/>
          </p:nvGrpSpPr>
          <p:grpSpPr bwMode="auto">
            <a:xfrm>
              <a:off x="4203" y="1749"/>
              <a:ext cx="48" cy="1252"/>
              <a:chOff x="4203" y="1749"/>
              <a:chExt cx="48" cy="1252"/>
            </a:xfrm>
          </p:grpSpPr>
          <p:sp>
            <p:nvSpPr>
              <p:cNvPr id="57287" name="Oval 604"/>
              <p:cNvSpPr>
                <a:spLocks noChangeArrowheads="1"/>
              </p:cNvSpPr>
              <p:nvPr/>
            </p:nvSpPr>
            <p:spPr bwMode="auto">
              <a:xfrm>
                <a:off x="4211" y="1749"/>
                <a:ext cx="32" cy="32"/>
              </a:xfrm>
              <a:prstGeom prst="ellipse">
                <a:avLst/>
              </a:prstGeom>
              <a:solidFill>
                <a:srgbClr val="808080"/>
              </a:solidFill>
              <a:ln w="9525">
                <a:solidFill>
                  <a:srgbClr val="808080"/>
                </a:solidFill>
                <a:round/>
                <a:headEnd/>
                <a:tailEnd/>
              </a:ln>
            </p:spPr>
            <p:txBody>
              <a:bodyPr/>
              <a:lstStyle/>
              <a:p>
                <a:endParaRPr lang="en-US"/>
              </a:p>
            </p:txBody>
          </p:sp>
          <p:sp>
            <p:nvSpPr>
              <p:cNvPr id="57288" name="Oval 605"/>
              <p:cNvSpPr>
                <a:spLocks noChangeArrowheads="1"/>
              </p:cNvSpPr>
              <p:nvPr/>
            </p:nvSpPr>
            <p:spPr bwMode="auto">
              <a:xfrm>
                <a:off x="4211" y="1749"/>
                <a:ext cx="32" cy="32"/>
              </a:xfrm>
              <a:prstGeom prst="ellipse">
                <a:avLst/>
              </a:prstGeom>
              <a:solidFill>
                <a:srgbClr val="808080"/>
              </a:solidFill>
              <a:ln w="25400">
                <a:solidFill>
                  <a:srgbClr val="808080"/>
                </a:solidFill>
                <a:round/>
                <a:headEnd/>
                <a:tailEnd/>
              </a:ln>
            </p:spPr>
            <p:txBody>
              <a:bodyPr/>
              <a:lstStyle/>
              <a:p>
                <a:endParaRPr lang="en-US"/>
              </a:p>
            </p:txBody>
          </p:sp>
          <p:sp>
            <p:nvSpPr>
              <p:cNvPr id="57289" name="Oval 606"/>
              <p:cNvSpPr>
                <a:spLocks noChangeArrowheads="1"/>
              </p:cNvSpPr>
              <p:nvPr/>
            </p:nvSpPr>
            <p:spPr bwMode="auto">
              <a:xfrm>
                <a:off x="4219" y="2052"/>
                <a:ext cx="32" cy="32"/>
              </a:xfrm>
              <a:prstGeom prst="ellipse">
                <a:avLst/>
              </a:prstGeom>
              <a:solidFill>
                <a:srgbClr val="808080"/>
              </a:solidFill>
              <a:ln w="9525">
                <a:solidFill>
                  <a:srgbClr val="808080"/>
                </a:solidFill>
                <a:round/>
                <a:headEnd/>
                <a:tailEnd/>
              </a:ln>
            </p:spPr>
            <p:txBody>
              <a:bodyPr/>
              <a:lstStyle/>
              <a:p>
                <a:endParaRPr lang="en-US"/>
              </a:p>
            </p:txBody>
          </p:sp>
          <p:sp>
            <p:nvSpPr>
              <p:cNvPr id="57290" name="Oval 607"/>
              <p:cNvSpPr>
                <a:spLocks noChangeArrowheads="1"/>
              </p:cNvSpPr>
              <p:nvPr/>
            </p:nvSpPr>
            <p:spPr bwMode="auto">
              <a:xfrm>
                <a:off x="4219" y="2052"/>
                <a:ext cx="32" cy="32"/>
              </a:xfrm>
              <a:prstGeom prst="ellipse">
                <a:avLst/>
              </a:prstGeom>
              <a:solidFill>
                <a:srgbClr val="808080"/>
              </a:solidFill>
              <a:ln w="25400">
                <a:solidFill>
                  <a:srgbClr val="808080"/>
                </a:solidFill>
                <a:round/>
                <a:headEnd/>
                <a:tailEnd/>
              </a:ln>
            </p:spPr>
            <p:txBody>
              <a:bodyPr/>
              <a:lstStyle/>
              <a:p>
                <a:endParaRPr lang="en-US"/>
              </a:p>
            </p:txBody>
          </p:sp>
          <p:sp>
            <p:nvSpPr>
              <p:cNvPr id="57291" name="Oval 608"/>
              <p:cNvSpPr>
                <a:spLocks noChangeArrowheads="1"/>
              </p:cNvSpPr>
              <p:nvPr/>
            </p:nvSpPr>
            <p:spPr bwMode="auto">
              <a:xfrm>
                <a:off x="4219" y="2355"/>
                <a:ext cx="32" cy="32"/>
              </a:xfrm>
              <a:prstGeom prst="ellipse">
                <a:avLst/>
              </a:prstGeom>
              <a:solidFill>
                <a:srgbClr val="808080"/>
              </a:solidFill>
              <a:ln w="9525">
                <a:solidFill>
                  <a:srgbClr val="808080"/>
                </a:solidFill>
                <a:round/>
                <a:headEnd/>
                <a:tailEnd/>
              </a:ln>
            </p:spPr>
            <p:txBody>
              <a:bodyPr/>
              <a:lstStyle/>
              <a:p>
                <a:endParaRPr lang="en-US"/>
              </a:p>
            </p:txBody>
          </p:sp>
          <p:sp>
            <p:nvSpPr>
              <p:cNvPr id="57292" name="Oval 609"/>
              <p:cNvSpPr>
                <a:spLocks noChangeArrowheads="1"/>
              </p:cNvSpPr>
              <p:nvPr/>
            </p:nvSpPr>
            <p:spPr bwMode="auto">
              <a:xfrm>
                <a:off x="4219" y="2355"/>
                <a:ext cx="32" cy="32"/>
              </a:xfrm>
              <a:prstGeom prst="ellipse">
                <a:avLst/>
              </a:prstGeom>
              <a:solidFill>
                <a:srgbClr val="808080"/>
              </a:solidFill>
              <a:ln w="25400">
                <a:solidFill>
                  <a:srgbClr val="808080"/>
                </a:solidFill>
                <a:round/>
                <a:headEnd/>
                <a:tailEnd/>
              </a:ln>
            </p:spPr>
            <p:txBody>
              <a:bodyPr/>
              <a:lstStyle/>
              <a:p>
                <a:endParaRPr lang="en-US"/>
              </a:p>
            </p:txBody>
          </p:sp>
          <p:sp>
            <p:nvSpPr>
              <p:cNvPr id="57293" name="Oval 610"/>
              <p:cNvSpPr>
                <a:spLocks noChangeArrowheads="1"/>
              </p:cNvSpPr>
              <p:nvPr/>
            </p:nvSpPr>
            <p:spPr bwMode="auto">
              <a:xfrm>
                <a:off x="4211" y="2666"/>
                <a:ext cx="32" cy="32"/>
              </a:xfrm>
              <a:prstGeom prst="ellipse">
                <a:avLst/>
              </a:prstGeom>
              <a:solidFill>
                <a:srgbClr val="808080"/>
              </a:solidFill>
              <a:ln w="9525">
                <a:solidFill>
                  <a:srgbClr val="808080"/>
                </a:solidFill>
                <a:round/>
                <a:headEnd/>
                <a:tailEnd/>
              </a:ln>
            </p:spPr>
            <p:txBody>
              <a:bodyPr/>
              <a:lstStyle/>
              <a:p>
                <a:endParaRPr lang="en-US"/>
              </a:p>
            </p:txBody>
          </p:sp>
          <p:sp>
            <p:nvSpPr>
              <p:cNvPr id="57294" name="Oval 611"/>
              <p:cNvSpPr>
                <a:spLocks noChangeArrowheads="1"/>
              </p:cNvSpPr>
              <p:nvPr/>
            </p:nvSpPr>
            <p:spPr bwMode="auto">
              <a:xfrm>
                <a:off x="4211" y="2666"/>
                <a:ext cx="32" cy="32"/>
              </a:xfrm>
              <a:prstGeom prst="ellipse">
                <a:avLst/>
              </a:prstGeom>
              <a:solidFill>
                <a:srgbClr val="808080"/>
              </a:solidFill>
              <a:ln w="25400">
                <a:solidFill>
                  <a:srgbClr val="808080"/>
                </a:solidFill>
                <a:round/>
                <a:headEnd/>
                <a:tailEnd/>
              </a:ln>
            </p:spPr>
            <p:txBody>
              <a:bodyPr/>
              <a:lstStyle/>
              <a:p>
                <a:endParaRPr lang="en-US"/>
              </a:p>
            </p:txBody>
          </p:sp>
          <p:sp>
            <p:nvSpPr>
              <p:cNvPr id="57295" name="Oval 612"/>
              <p:cNvSpPr>
                <a:spLocks noChangeArrowheads="1"/>
              </p:cNvSpPr>
              <p:nvPr/>
            </p:nvSpPr>
            <p:spPr bwMode="auto">
              <a:xfrm>
                <a:off x="4203" y="2969"/>
                <a:ext cx="40" cy="32"/>
              </a:xfrm>
              <a:prstGeom prst="ellipse">
                <a:avLst/>
              </a:prstGeom>
              <a:solidFill>
                <a:srgbClr val="808080"/>
              </a:solidFill>
              <a:ln w="9525">
                <a:solidFill>
                  <a:srgbClr val="808080"/>
                </a:solidFill>
                <a:round/>
                <a:headEnd/>
                <a:tailEnd/>
              </a:ln>
            </p:spPr>
            <p:txBody>
              <a:bodyPr/>
              <a:lstStyle/>
              <a:p>
                <a:endParaRPr lang="en-US"/>
              </a:p>
            </p:txBody>
          </p:sp>
          <p:sp>
            <p:nvSpPr>
              <p:cNvPr id="57296" name="Oval 613"/>
              <p:cNvSpPr>
                <a:spLocks noChangeArrowheads="1"/>
              </p:cNvSpPr>
              <p:nvPr/>
            </p:nvSpPr>
            <p:spPr bwMode="auto">
              <a:xfrm>
                <a:off x="4203" y="2969"/>
                <a:ext cx="40" cy="32"/>
              </a:xfrm>
              <a:prstGeom prst="ellipse">
                <a:avLst/>
              </a:prstGeom>
              <a:solidFill>
                <a:srgbClr val="808080"/>
              </a:solidFill>
              <a:ln w="25400">
                <a:solidFill>
                  <a:srgbClr val="808080"/>
                </a:solidFill>
                <a:round/>
                <a:headEnd/>
                <a:tailEnd/>
              </a:ln>
            </p:spPr>
            <p:txBody>
              <a:bodyPr/>
              <a:lstStyle/>
              <a:p>
                <a:endParaRPr lang="en-US"/>
              </a:p>
            </p:txBody>
          </p:sp>
        </p:grpSp>
        <p:grpSp>
          <p:nvGrpSpPr>
            <p:cNvPr id="56676" name="Group 614"/>
            <p:cNvGrpSpPr>
              <a:grpSpLocks/>
            </p:cNvGrpSpPr>
            <p:nvPr/>
          </p:nvGrpSpPr>
          <p:grpSpPr bwMode="auto">
            <a:xfrm>
              <a:off x="3317" y="2076"/>
              <a:ext cx="431" cy="284"/>
              <a:chOff x="3317" y="2076"/>
              <a:chExt cx="431" cy="284"/>
            </a:xfrm>
          </p:grpSpPr>
          <p:sp>
            <p:nvSpPr>
              <p:cNvPr id="57285" name="Freeform 615"/>
              <p:cNvSpPr>
                <a:spLocks/>
              </p:cNvSpPr>
              <p:nvPr/>
            </p:nvSpPr>
            <p:spPr bwMode="auto">
              <a:xfrm>
                <a:off x="3620" y="2076"/>
                <a:ext cx="128" cy="104"/>
              </a:xfrm>
              <a:custGeom>
                <a:avLst/>
                <a:gdLst>
                  <a:gd name="T0" fmla="*/ 128 w 128"/>
                  <a:gd name="T1" fmla="*/ 0 h 104"/>
                  <a:gd name="T2" fmla="*/ 40 w 128"/>
                  <a:gd name="T3" fmla="*/ 104 h 104"/>
                  <a:gd name="T4" fmla="*/ 16 w 128"/>
                  <a:gd name="T5" fmla="*/ 72 h 104"/>
                  <a:gd name="T6" fmla="*/ 0 w 128"/>
                  <a:gd name="T7" fmla="*/ 48 h 104"/>
                  <a:gd name="T8" fmla="*/ 128 w 128"/>
                  <a:gd name="T9" fmla="*/ 0 h 10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8" h="104">
                    <a:moveTo>
                      <a:pt x="128" y="0"/>
                    </a:moveTo>
                    <a:lnTo>
                      <a:pt x="40" y="104"/>
                    </a:lnTo>
                    <a:lnTo>
                      <a:pt x="16" y="72"/>
                    </a:lnTo>
                    <a:lnTo>
                      <a:pt x="0" y="48"/>
                    </a:lnTo>
                    <a:lnTo>
                      <a:pt x="128" y="0"/>
                    </a:lnTo>
                    <a:close/>
                  </a:path>
                </a:pathLst>
              </a:custGeom>
              <a:solidFill>
                <a:srgbClr val="808080"/>
              </a:solidFill>
              <a:ln w="9525">
                <a:solidFill>
                  <a:srgbClr val="808080"/>
                </a:solidFill>
                <a:round/>
                <a:headEnd/>
                <a:tailEnd/>
              </a:ln>
            </p:spPr>
            <p:txBody>
              <a:bodyPr/>
              <a:lstStyle/>
              <a:p>
                <a:endParaRPr lang="en-US"/>
              </a:p>
            </p:txBody>
          </p:sp>
          <p:sp>
            <p:nvSpPr>
              <p:cNvPr id="57286" name="Line 616"/>
              <p:cNvSpPr>
                <a:spLocks noChangeShapeType="1"/>
              </p:cNvSpPr>
              <p:nvPr/>
            </p:nvSpPr>
            <p:spPr bwMode="auto">
              <a:xfrm flipV="1">
                <a:off x="3317" y="2143"/>
                <a:ext cx="327" cy="217"/>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677" name="Group 617"/>
            <p:cNvGrpSpPr>
              <a:grpSpLocks/>
            </p:cNvGrpSpPr>
            <p:nvPr/>
          </p:nvGrpSpPr>
          <p:grpSpPr bwMode="auto">
            <a:xfrm>
              <a:off x="3325" y="1733"/>
              <a:ext cx="415" cy="56"/>
              <a:chOff x="3325" y="1733"/>
              <a:chExt cx="415" cy="56"/>
            </a:xfrm>
          </p:grpSpPr>
          <p:sp>
            <p:nvSpPr>
              <p:cNvPr id="57277" name="Freeform 618"/>
              <p:cNvSpPr>
                <a:spLocks/>
              </p:cNvSpPr>
              <p:nvPr/>
            </p:nvSpPr>
            <p:spPr bwMode="auto">
              <a:xfrm>
                <a:off x="3628" y="1733"/>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rgbClr val="808080"/>
              </a:solidFill>
              <a:ln w="9525">
                <a:solidFill>
                  <a:srgbClr val="808080"/>
                </a:solidFill>
                <a:round/>
                <a:headEnd/>
                <a:tailEnd/>
              </a:ln>
            </p:spPr>
            <p:txBody>
              <a:bodyPr/>
              <a:lstStyle/>
              <a:p>
                <a:endParaRPr lang="en-US"/>
              </a:p>
            </p:txBody>
          </p:sp>
          <p:grpSp>
            <p:nvGrpSpPr>
              <p:cNvPr id="57278" name="Group 619"/>
              <p:cNvGrpSpPr>
                <a:grpSpLocks/>
              </p:cNvGrpSpPr>
              <p:nvPr/>
            </p:nvGrpSpPr>
            <p:grpSpPr bwMode="auto">
              <a:xfrm>
                <a:off x="3325" y="1757"/>
                <a:ext cx="295" cy="1"/>
                <a:chOff x="3325" y="1757"/>
                <a:chExt cx="295" cy="1"/>
              </a:xfrm>
            </p:grpSpPr>
            <p:sp>
              <p:nvSpPr>
                <p:cNvPr id="57279" name="Line 620"/>
                <p:cNvSpPr>
                  <a:spLocks noChangeShapeType="1"/>
                </p:cNvSpPr>
                <p:nvPr/>
              </p:nvSpPr>
              <p:spPr bwMode="auto">
                <a:xfrm>
                  <a:off x="3325"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280" name="Line 621"/>
                <p:cNvSpPr>
                  <a:spLocks noChangeShapeType="1"/>
                </p:cNvSpPr>
                <p:nvPr/>
              </p:nvSpPr>
              <p:spPr bwMode="auto">
                <a:xfrm>
                  <a:off x="3381"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281" name="Line 622"/>
                <p:cNvSpPr>
                  <a:spLocks noChangeShapeType="1"/>
                </p:cNvSpPr>
                <p:nvPr/>
              </p:nvSpPr>
              <p:spPr bwMode="auto">
                <a:xfrm>
                  <a:off x="3437"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282" name="Line 623"/>
                <p:cNvSpPr>
                  <a:spLocks noChangeShapeType="1"/>
                </p:cNvSpPr>
                <p:nvPr/>
              </p:nvSpPr>
              <p:spPr bwMode="auto">
                <a:xfrm>
                  <a:off x="3493" y="1757"/>
                  <a:ext cx="23"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283" name="Line 624"/>
                <p:cNvSpPr>
                  <a:spLocks noChangeShapeType="1"/>
                </p:cNvSpPr>
                <p:nvPr/>
              </p:nvSpPr>
              <p:spPr bwMode="auto">
                <a:xfrm>
                  <a:off x="3548"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284" name="Line 625"/>
                <p:cNvSpPr>
                  <a:spLocks noChangeShapeType="1"/>
                </p:cNvSpPr>
                <p:nvPr/>
              </p:nvSpPr>
              <p:spPr bwMode="auto">
                <a:xfrm>
                  <a:off x="3604" y="1757"/>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678" name="Group 626"/>
            <p:cNvGrpSpPr>
              <a:grpSpLocks/>
            </p:cNvGrpSpPr>
            <p:nvPr/>
          </p:nvGrpSpPr>
          <p:grpSpPr bwMode="auto">
            <a:xfrm>
              <a:off x="3788" y="1733"/>
              <a:ext cx="415" cy="56"/>
              <a:chOff x="3788" y="1733"/>
              <a:chExt cx="415" cy="56"/>
            </a:xfrm>
          </p:grpSpPr>
          <p:sp>
            <p:nvSpPr>
              <p:cNvPr id="57269" name="Freeform 627"/>
              <p:cNvSpPr>
                <a:spLocks/>
              </p:cNvSpPr>
              <p:nvPr/>
            </p:nvSpPr>
            <p:spPr bwMode="auto">
              <a:xfrm>
                <a:off x="4091" y="1733"/>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rgbClr val="808080"/>
              </a:solidFill>
              <a:ln w="9525">
                <a:solidFill>
                  <a:srgbClr val="808080"/>
                </a:solidFill>
                <a:round/>
                <a:headEnd/>
                <a:tailEnd/>
              </a:ln>
            </p:spPr>
            <p:txBody>
              <a:bodyPr/>
              <a:lstStyle/>
              <a:p>
                <a:endParaRPr lang="en-US"/>
              </a:p>
            </p:txBody>
          </p:sp>
          <p:grpSp>
            <p:nvGrpSpPr>
              <p:cNvPr id="57270" name="Group 628"/>
              <p:cNvGrpSpPr>
                <a:grpSpLocks/>
              </p:cNvGrpSpPr>
              <p:nvPr/>
            </p:nvGrpSpPr>
            <p:grpSpPr bwMode="auto">
              <a:xfrm>
                <a:off x="3788" y="1757"/>
                <a:ext cx="295" cy="1"/>
                <a:chOff x="3788" y="1757"/>
                <a:chExt cx="295" cy="1"/>
              </a:xfrm>
            </p:grpSpPr>
            <p:sp>
              <p:nvSpPr>
                <p:cNvPr id="57271" name="Line 629"/>
                <p:cNvSpPr>
                  <a:spLocks noChangeShapeType="1"/>
                </p:cNvSpPr>
                <p:nvPr/>
              </p:nvSpPr>
              <p:spPr bwMode="auto">
                <a:xfrm>
                  <a:off x="3788"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272" name="Line 630"/>
                <p:cNvSpPr>
                  <a:spLocks noChangeShapeType="1"/>
                </p:cNvSpPr>
                <p:nvPr/>
              </p:nvSpPr>
              <p:spPr bwMode="auto">
                <a:xfrm>
                  <a:off x="3844"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273" name="Line 631"/>
                <p:cNvSpPr>
                  <a:spLocks noChangeShapeType="1"/>
                </p:cNvSpPr>
                <p:nvPr/>
              </p:nvSpPr>
              <p:spPr bwMode="auto">
                <a:xfrm>
                  <a:off x="3900"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274" name="Line 632"/>
                <p:cNvSpPr>
                  <a:spLocks noChangeShapeType="1"/>
                </p:cNvSpPr>
                <p:nvPr/>
              </p:nvSpPr>
              <p:spPr bwMode="auto">
                <a:xfrm>
                  <a:off x="3956"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275" name="Line 633"/>
                <p:cNvSpPr>
                  <a:spLocks noChangeShapeType="1"/>
                </p:cNvSpPr>
                <p:nvPr/>
              </p:nvSpPr>
              <p:spPr bwMode="auto">
                <a:xfrm>
                  <a:off x="4011"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276" name="Line 634"/>
                <p:cNvSpPr>
                  <a:spLocks noChangeShapeType="1"/>
                </p:cNvSpPr>
                <p:nvPr/>
              </p:nvSpPr>
              <p:spPr bwMode="auto">
                <a:xfrm>
                  <a:off x="4067" y="1757"/>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679" name="Group 635"/>
            <p:cNvGrpSpPr>
              <a:grpSpLocks/>
            </p:cNvGrpSpPr>
            <p:nvPr/>
          </p:nvGrpSpPr>
          <p:grpSpPr bwMode="auto">
            <a:xfrm>
              <a:off x="3325" y="2044"/>
              <a:ext cx="423" cy="56"/>
              <a:chOff x="3325" y="2044"/>
              <a:chExt cx="423" cy="56"/>
            </a:xfrm>
          </p:grpSpPr>
          <p:sp>
            <p:nvSpPr>
              <p:cNvPr id="57261" name="Freeform 636"/>
              <p:cNvSpPr>
                <a:spLocks/>
              </p:cNvSpPr>
              <p:nvPr/>
            </p:nvSpPr>
            <p:spPr bwMode="auto">
              <a:xfrm>
                <a:off x="3628" y="2044"/>
                <a:ext cx="120" cy="56"/>
              </a:xfrm>
              <a:custGeom>
                <a:avLst/>
                <a:gdLst>
                  <a:gd name="T0" fmla="*/ 120 w 120"/>
                  <a:gd name="T1" fmla="*/ 24 h 56"/>
                  <a:gd name="T2" fmla="*/ 0 w 120"/>
                  <a:gd name="T3" fmla="*/ 56 h 56"/>
                  <a:gd name="T4" fmla="*/ 0 w 120"/>
                  <a:gd name="T5" fmla="*/ 24 h 56"/>
                  <a:gd name="T6" fmla="*/ 0 w 120"/>
                  <a:gd name="T7" fmla="*/ 0 h 56"/>
                  <a:gd name="T8" fmla="*/ 120 w 120"/>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 h="56">
                    <a:moveTo>
                      <a:pt x="120" y="24"/>
                    </a:moveTo>
                    <a:lnTo>
                      <a:pt x="0" y="56"/>
                    </a:lnTo>
                    <a:lnTo>
                      <a:pt x="0" y="24"/>
                    </a:lnTo>
                    <a:lnTo>
                      <a:pt x="0" y="0"/>
                    </a:lnTo>
                    <a:lnTo>
                      <a:pt x="120" y="24"/>
                    </a:lnTo>
                    <a:close/>
                  </a:path>
                </a:pathLst>
              </a:custGeom>
              <a:solidFill>
                <a:srgbClr val="808080"/>
              </a:solidFill>
              <a:ln w="9525">
                <a:solidFill>
                  <a:srgbClr val="808080"/>
                </a:solidFill>
                <a:round/>
                <a:headEnd/>
                <a:tailEnd/>
              </a:ln>
            </p:spPr>
            <p:txBody>
              <a:bodyPr/>
              <a:lstStyle/>
              <a:p>
                <a:endParaRPr lang="en-US"/>
              </a:p>
            </p:txBody>
          </p:sp>
          <p:grpSp>
            <p:nvGrpSpPr>
              <p:cNvPr id="57262" name="Group 637"/>
              <p:cNvGrpSpPr>
                <a:grpSpLocks/>
              </p:cNvGrpSpPr>
              <p:nvPr/>
            </p:nvGrpSpPr>
            <p:grpSpPr bwMode="auto">
              <a:xfrm>
                <a:off x="3325" y="2068"/>
                <a:ext cx="295" cy="1"/>
                <a:chOff x="3325" y="2068"/>
                <a:chExt cx="295" cy="1"/>
              </a:xfrm>
            </p:grpSpPr>
            <p:sp>
              <p:nvSpPr>
                <p:cNvPr id="57263" name="Line 638"/>
                <p:cNvSpPr>
                  <a:spLocks noChangeShapeType="1"/>
                </p:cNvSpPr>
                <p:nvPr/>
              </p:nvSpPr>
              <p:spPr bwMode="auto">
                <a:xfrm>
                  <a:off x="3325"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264" name="Line 639"/>
                <p:cNvSpPr>
                  <a:spLocks noChangeShapeType="1"/>
                </p:cNvSpPr>
                <p:nvPr/>
              </p:nvSpPr>
              <p:spPr bwMode="auto">
                <a:xfrm>
                  <a:off x="3381"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265" name="Line 640"/>
                <p:cNvSpPr>
                  <a:spLocks noChangeShapeType="1"/>
                </p:cNvSpPr>
                <p:nvPr/>
              </p:nvSpPr>
              <p:spPr bwMode="auto">
                <a:xfrm>
                  <a:off x="3437"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266" name="Line 641"/>
                <p:cNvSpPr>
                  <a:spLocks noChangeShapeType="1"/>
                </p:cNvSpPr>
                <p:nvPr/>
              </p:nvSpPr>
              <p:spPr bwMode="auto">
                <a:xfrm>
                  <a:off x="3493" y="2068"/>
                  <a:ext cx="23"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267" name="Line 642"/>
                <p:cNvSpPr>
                  <a:spLocks noChangeShapeType="1"/>
                </p:cNvSpPr>
                <p:nvPr/>
              </p:nvSpPr>
              <p:spPr bwMode="auto">
                <a:xfrm>
                  <a:off x="3548"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268" name="Line 643"/>
                <p:cNvSpPr>
                  <a:spLocks noChangeShapeType="1"/>
                </p:cNvSpPr>
                <p:nvPr/>
              </p:nvSpPr>
              <p:spPr bwMode="auto">
                <a:xfrm>
                  <a:off x="3604" y="2068"/>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680" name="Group 644"/>
            <p:cNvGrpSpPr>
              <a:grpSpLocks/>
            </p:cNvGrpSpPr>
            <p:nvPr/>
          </p:nvGrpSpPr>
          <p:grpSpPr bwMode="auto">
            <a:xfrm>
              <a:off x="3796" y="2036"/>
              <a:ext cx="415" cy="56"/>
              <a:chOff x="3796" y="2036"/>
              <a:chExt cx="415" cy="56"/>
            </a:xfrm>
          </p:grpSpPr>
          <p:sp>
            <p:nvSpPr>
              <p:cNvPr id="57253" name="Freeform 645"/>
              <p:cNvSpPr>
                <a:spLocks/>
              </p:cNvSpPr>
              <p:nvPr/>
            </p:nvSpPr>
            <p:spPr bwMode="auto">
              <a:xfrm>
                <a:off x="4099"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rgbClr val="808080"/>
              </a:solidFill>
              <a:ln w="9525">
                <a:solidFill>
                  <a:srgbClr val="808080"/>
                </a:solidFill>
                <a:round/>
                <a:headEnd/>
                <a:tailEnd/>
              </a:ln>
            </p:spPr>
            <p:txBody>
              <a:bodyPr/>
              <a:lstStyle/>
              <a:p>
                <a:endParaRPr lang="en-US"/>
              </a:p>
            </p:txBody>
          </p:sp>
          <p:grpSp>
            <p:nvGrpSpPr>
              <p:cNvPr id="57254" name="Group 646"/>
              <p:cNvGrpSpPr>
                <a:grpSpLocks/>
              </p:cNvGrpSpPr>
              <p:nvPr/>
            </p:nvGrpSpPr>
            <p:grpSpPr bwMode="auto">
              <a:xfrm>
                <a:off x="3796" y="2068"/>
                <a:ext cx="295" cy="1"/>
                <a:chOff x="3796" y="2068"/>
                <a:chExt cx="295" cy="1"/>
              </a:xfrm>
            </p:grpSpPr>
            <p:sp>
              <p:nvSpPr>
                <p:cNvPr id="57255" name="Line 647"/>
                <p:cNvSpPr>
                  <a:spLocks noChangeShapeType="1"/>
                </p:cNvSpPr>
                <p:nvPr/>
              </p:nvSpPr>
              <p:spPr bwMode="auto">
                <a:xfrm>
                  <a:off x="3796"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256" name="Line 648"/>
                <p:cNvSpPr>
                  <a:spLocks noChangeShapeType="1"/>
                </p:cNvSpPr>
                <p:nvPr/>
              </p:nvSpPr>
              <p:spPr bwMode="auto">
                <a:xfrm>
                  <a:off x="3852"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257" name="Line 649"/>
                <p:cNvSpPr>
                  <a:spLocks noChangeShapeType="1"/>
                </p:cNvSpPr>
                <p:nvPr/>
              </p:nvSpPr>
              <p:spPr bwMode="auto">
                <a:xfrm>
                  <a:off x="3908"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258" name="Line 650"/>
                <p:cNvSpPr>
                  <a:spLocks noChangeShapeType="1"/>
                </p:cNvSpPr>
                <p:nvPr/>
              </p:nvSpPr>
              <p:spPr bwMode="auto">
                <a:xfrm>
                  <a:off x="3964"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259" name="Line 651"/>
                <p:cNvSpPr>
                  <a:spLocks noChangeShapeType="1"/>
                </p:cNvSpPr>
                <p:nvPr/>
              </p:nvSpPr>
              <p:spPr bwMode="auto">
                <a:xfrm>
                  <a:off x="4019"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260" name="Line 652"/>
                <p:cNvSpPr>
                  <a:spLocks noChangeShapeType="1"/>
                </p:cNvSpPr>
                <p:nvPr/>
              </p:nvSpPr>
              <p:spPr bwMode="auto">
                <a:xfrm>
                  <a:off x="4075" y="2068"/>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681" name="Group 653"/>
            <p:cNvGrpSpPr>
              <a:grpSpLocks/>
            </p:cNvGrpSpPr>
            <p:nvPr/>
          </p:nvGrpSpPr>
          <p:grpSpPr bwMode="auto">
            <a:xfrm>
              <a:off x="4267" y="2036"/>
              <a:ext cx="415" cy="56"/>
              <a:chOff x="4267" y="2036"/>
              <a:chExt cx="415" cy="56"/>
            </a:xfrm>
          </p:grpSpPr>
          <p:sp>
            <p:nvSpPr>
              <p:cNvPr id="57245" name="Freeform 654"/>
              <p:cNvSpPr>
                <a:spLocks/>
              </p:cNvSpPr>
              <p:nvPr/>
            </p:nvSpPr>
            <p:spPr bwMode="auto">
              <a:xfrm>
                <a:off x="4570"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rgbClr val="808080"/>
              </a:solidFill>
              <a:ln w="9525">
                <a:solidFill>
                  <a:srgbClr val="808080"/>
                </a:solidFill>
                <a:round/>
                <a:headEnd/>
                <a:tailEnd/>
              </a:ln>
            </p:spPr>
            <p:txBody>
              <a:bodyPr/>
              <a:lstStyle/>
              <a:p>
                <a:endParaRPr lang="en-US"/>
              </a:p>
            </p:txBody>
          </p:sp>
          <p:grpSp>
            <p:nvGrpSpPr>
              <p:cNvPr id="57246" name="Group 655"/>
              <p:cNvGrpSpPr>
                <a:grpSpLocks/>
              </p:cNvGrpSpPr>
              <p:nvPr/>
            </p:nvGrpSpPr>
            <p:grpSpPr bwMode="auto">
              <a:xfrm>
                <a:off x="4267" y="2068"/>
                <a:ext cx="295" cy="1"/>
                <a:chOff x="4267" y="2068"/>
                <a:chExt cx="295" cy="1"/>
              </a:xfrm>
            </p:grpSpPr>
            <p:sp>
              <p:nvSpPr>
                <p:cNvPr id="57247" name="Line 656"/>
                <p:cNvSpPr>
                  <a:spLocks noChangeShapeType="1"/>
                </p:cNvSpPr>
                <p:nvPr/>
              </p:nvSpPr>
              <p:spPr bwMode="auto">
                <a:xfrm>
                  <a:off x="4267"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248" name="Line 657"/>
                <p:cNvSpPr>
                  <a:spLocks noChangeShapeType="1"/>
                </p:cNvSpPr>
                <p:nvPr/>
              </p:nvSpPr>
              <p:spPr bwMode="auto">
                <a:xfrm>
                  <a:off x="4323"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249" name="Line 658"/>
                <p:cNvSpPr>
                  <a:spLocks noChangeShapeType="1"/>
                </p:cNvSpPr>
                <p:nvPr/>
              </p:nvSpPr>
              <p:spPr bwMode="auto">
                <a:xfrm>
                  <a:off x="4379"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250" name="Line 659"/>
                <p:cNvSpPr>
                  <a:spLocks noChangeShapeType="1"/>
                </p:cNvSpPr>
                <p:nvPr/>
              </p:nvSpPr>
              <p:spPr bwMode="auto">
                <a:xfrm>
                  <a:off x="4435" y="206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251" name="Line 660"/>
                <p:cNvSpPr>
                  <a:spLocks noChangeShapeType="1"/>
                </p:cNvSpPr>
                <p:nvPr/>
              </p:nvSpPr>
              <p:spPr bwMode="auto">
                <a:xfrm>
                  <a:off x="4491" y="2068"/>
                  <a:ext cx="23"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252" name="Line 661"/>
                <p:cNvSpPr>
                  <a:spLocks noChangeShapeType="1"/>
                </p:cNvSpPr>
                <p:nvPr/>
              </p:nvSpPr>
              <p:spPr bwMode="auto">
                <a:xfrm>
                  <a:off x="4546" y="2068"/>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682" name="Group 662"/>
            <p:cNvGrpSpPr>
              <a:grpSpLocks/>
            </p:cNvGrpSpPr>
            <p:nvPr/>
          </p:nvGrpSpPr>
          <p:grpSpPr bwMode="auto">
            <a:xfrm>
              <a:off x="4259" y="2347"/>
              <a:ext cx="415" cy="56"/>
              <a:chOff x="4259" y="2347"/>
              <a:chExt cx="415" cy="56"/>
            </a:xfrm>
          </p:grpSpPr>
          <p:sp>
            <p:nvSpPr>
              <p:cNvPr id="57237" name="Freeform 663"/>
              <p:cNvSpPr>
                <a:spLocks/>
              </p:cNvSpPr>
              <p:nvPr/>
            </p:nvSpPr>
            <p:spPr bwMode="auto">
              <a:xfrm>
                <a:off x="4562" y="234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rgbClr val="808080"/>
              </a:solidFill>
              <a:ln w="9525">
                <a:solidFill>
                  <a:srgbClr val="808080"/>
                </a:solidFill>
                <a:round/>
                <a:headEnd/>
                <a:tailEnd/>
              </a:ln>
            </p:spPr>
            <p:txBody>
              <a:bodyPr/>
              <a:lstStyle/>
              <a:p>
                <a:endParaRPr lang="en-US"/>
              </a:p>
            </p:txBody>
          </p:sp>
          <p:grpSp>
            <p:nvGrpSpPr>
              <p:cNvPr id="57238" name="Group 664"/>
              <p:cNvGrpSpPr>
                <a:grpSpLocks/>
              </p:cNvGrpSpPr>
              <p:nvPr/>
            </p:nvGrpSpPr>
            <p:grpSpPr bwMode="auto">
              <a:xfrm>
                <a:off x="4259" y="2371"/>
                <a:ext cx="295" cy="1"/>
                <a:chOff x="4259" y="2371"/>
                <a:chExt cx="295" cy="1"/>
              </a:xfrm>
            </p:grpSpPr>
            <p:sp>
              <p:nvSpPr>
                <p:cNvPr id="57239" name="Line 665"/>
                <p:cNvSpPr>
                  <a:spLocks noChangeShapeType="1"/>
                </p:cNvSpPr>
                <p:nvPr/>
              </p:nvSpPr>
              <p:spPr bwMode="auto">
                <a:xfrm>
                  <a:off x="4259"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240" name="Line 666"/>
                <p:cNvSpPr>
                  <a:spLocks noChangeShapeType="1"/>
                </p:cNvSpPr>
                <p:nvPr/>
              </p:nvSpPr>
              <p:spPr bwMode="auto">
                <a:xfrm>
                  <a:off x="4315"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241" name="Line 667"/>
                <p:cNvSpPr>
                  <a:spLocks noChangeShapeType="1"/>
                </p:cNvSpPr>
                <p:nvPr/>
              </p:nvSpPr>
              <p:spPr bwMode="auto">
                <a:xfrm>
                  <a:off x="4371"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242" name="Line 668"/>
                <p:cNvSpPr>
                  <a:spLocks noChangeShapeType="1"/>
                </p:cNvSpPr>
                <p:nvPr/>
              </p:nvSpPr>
              <p:spPr bwMode="auto">
                <a:xfrm>
                  <a:off x="4427"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243" name="Line 669"/>
                <p:cNvSpPr>
                  <a:spLocks noChangeShapeType="1"/>
                </p:cNvSpPr>
                <p:nvPr/>
              </p:nvSpPr>
              <p:spPr bwMode="auto">
                <a:xfrm>
                  <a:off x="4483" y="2371"/>
                  <a:ext cx="23"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244" name="Line 670"/>
                <p:cNvSpPr>
                  <a:spLocks noChangeShapeType="1"/>
                </p:cNvSpPr>
                <p:nvPr/>
              </p:nvSpPr>
              <p:spPr bwMode="auto">
                <a:xfrm>
                  <a:off x="4538" y="2371"/>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683" name="Group 671"/>
            <p:cNvGrpSpPr>
              <a:grpSpLocks/>
            </p:cNvGrpSpPr>
            <p:nvPr/>
          </p:nvGrpSpPr>
          <p:grpSpPr bwMode="auto">
            <a:xfrm>
              <a:off x="3796" y="2347"/>
              <a:ext cx="415" cy="56"/>
              <a:chOff x="3796" y="2347"/>
              <a:chExt cx="415" cy="56"/>
            </a:xfrm>
          </p:grpSpPr>
          <p:sp>
            <p:nvSpPr>
              <p:cNvPr id="57229" name="Freeform 672"/>
              <p:cNvSpPr>
                <a:spLocks/>
              </p:cNvSpPr>
              <p:nvPr/>
            </p:nvSpPr>
            <p:spPr bwMode="auto">
              <a:xfrm>
                <a:off x="4099" y="234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rgbClr val="808080"/>
              </a:solidFill>
              <a:ln w="9525">
                <a:solidFill>
                  <a:srgbClr val="808080"/>
                </a:solidFill>
                <a:round/>
                <a:headEnd/>
                <a:tailEnd/>
              </a:ln>
            </p:spPr>
            <p:txBody>
              <a:bodyPr/>
              <a:lstStyle/>
              <a:p>
                <a:endParaRPr lang="en-US"/>
              </a:p>
            </p:txBody>
          </p:sp>
          <p:grpSp>
            <p:nvGrpSpPr>
              <p:cNvPr id="57230" name="Group 673"/>
              <p:cNvGrpSpPr>
                <a:grpSpLocks/>
              </p:cNvGrpSpPr>
              <p:nvPr/>
            </p:nvGrpSpPr>
            <p:grpSpPr bwMode="auto">
              <a:xfrm>
                <a:off x="3796" y="2371"/>
                <a:ext cx="295" cy="1"/>
                <a:chOff x="3796" y="2371"/>
                <a:chExt cx="295" cy="1"/>
              </a:xfrm>
            </p:grpSpPr>
            <p:sp>
              <p:nvSpPr>
                <p:cNvPr id="57231" name="Line 674"/>
                <p:cNvSpPr>
                  <a:spLocks noChangeShapeType="1"/>
                </p:cNvSpPr>
                <p:nvPr/>
              </p:nvSpPr>
              <p:spPr bwMode="auto">
                <a:xfrm>
                  <a:off x="3796"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232" name="Line 675"/>
                <p:cNvSpPr>
                  <a:spLocks noChangeShapeType="1"/>
                </p:cNvSpPr>
                <p:nvPr/>
              </p:nvSpPr>
              <p:spPr bwMode="auto">
                <a:xfrm>
                  <a:off x="3852"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233" name="Line 676"/>
                <p:cNvSpPr>
                  <a:spLocks noChangeShapeType="1"/>
                </p:cNvSpPr>
                <p:nvPr/>
              </p:nvSpPr>
              <p:spPr bwMode="auto">
                <a:xfrm>
                  <a:off x="3908"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234" name="Line 677"/>
                <p:cNvSpPr>
                  <a:spLocks noChangeShapeType="1"/>
                </p:cNvSpPr>
                <p:nvPr/>
              </p:nvSpPr>
              <p:spPr bwMode="auto">
                <a:xfrm>
                  <a:off x="3964"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235" name="Line 678"/>
                <p:cNvSpPr>
                  <a:spLocks noChangeShapeType="1"/>
                </p:cNvSpPr>
                <p:nvPr/>
              </p:nvSpPr>
              <p:spPr bwMode="auto">
                <a:xfrm>
                  <a:off x="4019"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236" name="Line 679"/>
                <p:cNvSpPr>
                  <a:spLocks noChangeShapeType="1"/>
                </p:cNvSpPr>
                <p:nvPr/>
              </p:nvSpPr>
              <p:spPr bwMode="auto">
                <a:xfrm>
                  <a:off x="4075" y="2371"/>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684" name="Group 680"/>
            <p:cNvGrpSpPr>
              <a:grpSpLocks/>
            </p:cNvGrpSpPr>
            <p:nvPr/>
          </p:nvGrpSpPr>
          <p:grpSpPr bwMode="auto">
            <a:xfrm>
              <a:off x="3333" y="2339"/>
              <a:ext cx="415" cy="64"/>
              <a:chOff x="3333" y="2339"/>
              <a:chExt cx="415" cy="64"/>
            </a:xfrm>
          </p:grpSpPr>
          <p:sp>
            <p:nvSpPr>
              <p:cNvPr id="57221" name="Freeform 681"/>
              <p:cNvSpPr>
                <a:spLocks/>
              </p:cNvSpPr>
              <p:nvPr/>
            </p:nvSpPr>
            <p:spPr bwMode="auto">
              <a:xfrm>
                <a:off x="3636" y="2339"/>
                <a:ext cx="112" cy="64"/>
              </a:xfrm>
              <a:custGeom>
                <a:avLst/>
                <a:gdLst>
                  <a:gd name="T0" fmla="*/ 112 w 112"/>
                  <a:gd name="T1" fmla="*/ 32 h 64"/>
                  <a:gd name="T2" fmla="*/ 0 w 112"/>
                  <a:gd name="T3" fmla="*/ 64 h 64"/>
                  <a:gd name="T4" fmla="*/ 0 w 112"/>
                  <a:gd name="T5" fmla="*/ 32 h 64"/>
                  <a:gd name="T6" fmla="*/ 0 w 112"/>
                  <a:gd name="T7" fmla="*/ 0 h 64"/>
                  <a:gd name="T8" fmla="*/ 112 w 112"/>
                  <a:gd name="T9" fmla="*/ 32 h 6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64">
                    <a:moveTo>
                      <a:pt x="112" y="32"/>
                    </a:moveTo>
                    <a:lnTo>
                      <a:pt x="0" y="64"/>
                    </a:lnTo>
                    <a:lnTo>
                      <a:pt x="0" y="32"/>
                    </a:lnTo>
                    <a:lnTo>
                      <a:pt x="0" y="0"/>
                    </a:lnTo>
                    <a:lnTo>
                      <a:pt x="112" y="32"/>
                    </a:lnTo>
                    <a:close/>
                  </a:path>
                </a:pathLst>
              </a:custGeom>
              <a:solidFill>
                <a:srgbClr val="808080"/>
              </a:solidFill>
              <a:ln w="9525">
                <a:solidFill>
                  <a:srgbClr val="808080"/>
                </a:solidFill>
                <a:round/>
                <a:headEnd/>
                <a:tailEnd/>
              </a:ln>
            </p:spPr>
            <p:txBody>
              <a:bodyPr/>
              <a:lstStyle/>
              <a:p>
                <a:endParaRPr lang="en-US"/>
              </a:p>
            </p:txBody>
          </p:sp>
          <p:grpSp>
            <p:nvGrpSpPr>
              <p:cNvPr id="57222" name="Group 682"/>
              <p:cNvGrpSpPr>
                <a:grpSpLocks/>
              </p:cNvGrpSpPr>
              <p:nvPr/>
            </p:nvGrpSpPr>
            <p:grpSpPr bwMode="auto">
              <a:xfrm>
                <a:off x="3333" y="2371"/>
                <a:ext cx="295" cy="1"/>
                <a:chOff x="3333" y="2371"/>
                <a:chExt cx="295" cy="1"/>
              </a:xfrm>
            </p:grpSpPr>
            <p:sp>
              <p:nvSpPr>
                <p:cNvPr id="57223" name="Line 683"/>
                <p:cNvSpPr>
                  <a:spLocks noChangeShapeType="1"/>
                </p:cNvSpPr>
                <p:nvPr/>
              </p:nvSpPr>
              <p:spPr bwMode="auto">
                <a:xfrm>
                  <a:off x="3333"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224" name="Line 684"/>
                <p:cNvSpPr>
                  <a:spLocks noChangeShapeType="1"/>
                </p:cNvSpPr>
                <p:nvPr/>
              </p:nvSpPr>
              <p:spPr bwMode="auto">
                <a:xfrm>
                  <a:off x="3389"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225" name="Line 685"/>
                <p:cNvSpPr>
                  <a:spLocks noChangeShapeType="1"/>
                </p:cNvSpPr>
                <p:nvPr/>
              </p:nvSpPr>
              <p:spPr bwMode="auto">
                <a:xfrm>
                  <a:off x="3445"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226" name="Line 686"/>
                <p:cNvSpPr>
                  <a:spLocks noChangeShapeType="1"/>
                </p:cNvSpPr>
                <p:nvPr/>
              </p:nvSpPr>
              <p:spPr bwMode="auto">
                <a:xfrm>
                  <a:off x="3501" y="2371"/>
                  <a:ext cx="23"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227" name="Line 687"/>
                <p:cNvSpPr>
                  <a:spLocks noChangeShapeType="1"/>
                </p:cNvSpPr>
                <p:nvPr/>
              </p:nvSpPr>
              <p:spPr bwMode="auto">
                <a:xfrm>
                  <a:off x="3556"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228" name="Line 688"/>
                <p:cNvSpPr>
                  <a:spLocks noChangeShapeType="1"/>
                </p:cNvSpPr>
                <p:nvPr/>
              </p:nvSpPr>
              <p:spPr bwMode="auto">
                <a:xfrm>
                  <a:off x="3612" y="2371"/>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685" name="Group 689"/>
            <p:cNvGrpSpPr>
              <a:grpSpLocks/>
            </p:cNvGrpSpPr>
            <p:nvPr/>
          </p:nvGrpSpPr>
          <p:grpSpPr bwMode="auto">
            <a:xfrm>
              <a:off x="3325" y="2650"/>
              <a:ext cx="415" cy="56"/>
              <a:chOff x="3325" y="2650"/>
              <a:chExt cx="415" cy="56"/>
            </a:xfrm>
          </p:grpSpPr>
          <p:sp>
            <p:nvSpPr>
              <p:cNvPr id="57213" name="Freeform 690"/>
              <p:cNvSpPr>
                <a:spLocks/>
              </p:cNvSpPr>
              <p:nvPr/>
            </p:nvSpPr>
            <p:spPr bwMode="auto">
              <a:xfrm>
                <a:off x="3628" y="2650"/>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rgbClr val="808080"/>
              </a:solidFill>
              <a:ln w="9525">
                <a:solidFill>
                  <a:srgbClr val="808080"/>
                </a:solidFill>
                <a:round/>
                <a:headEnd/>
                <a:tailEnd/>
              </a:ln>
            </p:spPr>
            <p:txBody>
              <a:bodyPr/>
              <a:lstStyle/>
              <a:p>
                <a:endParaRPr lang="en-US"/>
              </a:p>
            </p:txBody>
          </p:sp>
          <p:grpSp>
            <p:nvGrpSpPr>
              <p:cNvPr id="57214" name="Group 691"/>
              <p:cNvGrpSpPr>
                <a:grpSpLocks/>
              </p:cNvGrpSpPr>
              <p:nvPr/>
            </p:nvGrpSpPr>
            <p:grpSpPr bwMode="auto">
              <a:xfrm>
                <a:off x="3325" y="2674"/>
                <a:ext cx="295" cy="1"/>
                <a:chOff x="3325" y="2674"/>
                <a:chExt cx="295" cy="1"/>
              </a:xfrm>
            </p:grpSpPr>
            <p:sp>
              <p:nvSpPr>
                <p:cNvPr id="57215" name="Line 692"/>
                <p:cNvSpPr>
                  <a:spLocks noChangeShapeType="1"/>
                </p:cNvSpPr>
                <p:nvPr/>
              </p:nvSpPr>
              <p:spPr bwMode="auto">
                <a:xfrm>
                  <a:off x="3325"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216" name="Line 693"/>
                <p:cNvSpPr>
                  <a:spLocks noChangeShapeType="1"/>
                </p:cNvSpPr>
                <p:nvPr/>
              </p:nvSpPr>
              <p:spPr bwMode="auto">
                <a:xfrm>
                  <a:off x="3381"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217" name="Line 694"/>
                <p:cNvSpPr>
                  <a:spLocks noChangeShapeType="1"/>
                </p:cNvSpPr>
                <p:nvPr/>
              </p:nvSpPr>
              <p:spPr bwMode="auto">
                <a:xfrm>
                  <a:off x="3437"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218" name="Line 695"/>
                <p:cNvSpPr>
                  <a:spLocks noChangeShapeType="1"/>
                </p:cNvSpPr>
                <p:nvPr/>
              </p:nvSpPr>
              <p:spPr bwMode="auto">
                <a:xfrm>
                  <a:off x="3493" y="2674"/>
                  <a:ext cx="23"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219" name="Line 696"/>
                <p:cNvSpPr>
                  <a:spLocks noChangeShapeType="1"/>
                </p:cNvSpPr>
                <p:nvPr/>
              </p:nvSpPr>
              <p:spPr bwMode="auto">
                <a:xfrm>
                  <a:off x="3548"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220" name="Line 697"/>
                <p:cNvSpPr>
                  <a:spLocks noChangeShapeType="1"/>
                </p:cNvSpPr>
                <p:nvPr/>
              </p:nvSpPr>
              <p:spPr bwMode="auto">
                <a:xfrm>
                  <a:off x="3604" y="2674"/>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686" name="Group 698"/>
            <p:cNvGrpSpPr>
              <a:grpSpLocks/>
            </p:cNvGrpSpPr>
            <p:nvPr/>
          </p:nvGrpSpPr>
          <p:grpSpPr bwMode="auto">
            <a:xfrm>
              <a:off x="3788" y="2650"/>
              <a:ext cx="415" cy="56"/>
              <a:chOff x="3788" y="2650"/>
              <a:chExt cx="415" cy="56"/>
            </a:xfrm>
          </p:grpSpPr>
          <p:sp>
            <p:nvSpPr>
              <p:cNvPr id="57205" name="Freeform 699"/>
              <p:cNvSpPr>
                <a:spLocks/>
              </p:cNvSpPr>
              <p:nvPr/>
            </p:nvSpPr>
            <p:spPr bwMode="auto">
              <a:xfrm>
                <a:off x="4091" y="2650"/>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rgbClr val="808080"/>
              </a:solidFill>
              <a:ln w="9525">
                <a:solidFill>
                  <a:srgbClr val="808080"/>
                </a:solidFill>
                <a:round/>
                <a:headEnd/>
                <a:tailEnd/>
              </a:ln>
            </p:spPr>
            <p:txBody>
              <a:bodyPr/>
              <a:lstStyle/>
              <a:p>
                <a:endParaRPr lang="en-US"/>
              </a:p>
            </p:txBody>
          </p:sp>
          <p:grpSp>
            <p:nvGrpSpPr>
              <p:cNvPr id="57206" name="Group 700"/>
              <p:cNvGrpSpPr>
                <a:grpSpLocks/>
              </p:cNvGrpSpPr>
              <p:nvPr/>
            </p:nvGrpSpPr>
            <p:grpSpPr bwMode="auto">
              <a:xfrm>
                <a:off x="3788" y="2674"/>
                <a:ext cx="295" cy="1"/>
                <a:chOff x="3788" y="2674"/>
                <a:chExt cx="295" cy="1"/>
              </a:xfrm>
            </p:grpSpPr>
            <p:sp>
              <p:nvSpPr>
                <p:cNvPr id="57207" name="Line 701"/>
                <p:cNvSpPr>
                  <a:spLocks noChangeShapeType="1"/>
                </p:cNvSpPr>
                <p:nvPr/>
              </p:nvSpPr>
              <p:spPr bwMode="auto">
                <a:xfrm>
                  <a:off x="3788"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208" name="Line 702"/>
                <p:cNvSpPr>
                  <a:spLocks noChangeShapeType="1"/>
                </p:cNvSpPr>
                <p:nvPr/>
              </p:nvSpPr>
              <p:spPr bwMode="auto">
                <a:xfrm>
                  <a:off x="3844"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209" name="Line 703"/>
                <p:cNvSpPr>
                  <a:spLocks noChangeShapeType="1"/>
                </p:cNvSpPr>
                <p:nvPr/>
              </p:nvSpPr>
              <p:spPr bwMode="auto">
                <a:xfrm>
                  <a:off x="3900"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210" name="Line 704"/>
                <p:cNvSpPr>
                  <a:spLocks noChangeShapeType="1"/>
                </p:cNvSpPr>
                <p:nvPr/>
              </p:nvSpPr>
              <p:spPr bwMode="auto">
                <a:xfrm>
                  <a:off x="3956"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211" name="Line 705"/>
                <p:cNvSpPr>
                  <a:spLocks noChangeShapeType="1"/>
                </p:cNvSpPr>
                <p:nvPr/>
              </p:nvSpPr>
              <p:spPr bwMode="auto">
                <a:xfrm>
                  <a:off x="4011"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212" name="Line 706"/>
                <p:cNvSpPr>
                  <a:spLocks noChangeShapeType="1"/>
                </p:cNvSpPr>
                <p:nvPr/>
              </p:nvSpPr>
              <p:spPr bwMode="auto">
                <a:xfrm>
                  <a:off x="4067" y="2674"/>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687" name="Group 707"/>
            <p:cNvGrpSpPr>
              <a:grpSpLocks/>
            </p:cNvGrpSpPr>
            <p:nvPr/>
          </p:nvGrpSpPr>
          <p:grpSpPr bwMode="auto">
            <a:xfrm>
              <a:off x="3325" y="2953"/>
              <a:ext cx="415" cy="56"/>
              <a:chOff x="3325" y="2953"/>
              <a:chExt cx="415" cy="56"/>
            </a:xfrm>
          </p:grpSpPr>
          <p:sp>
            <p:nvSpPr>
              <p:cNvPr id="57197" name="Freeform 708"/>
              <p:cNvSpPr>
                <a:spLocks/>
              </p:cNvSpPr>
              <p:nvPr/>
            </p:nvSpPr>
            <p:spPr bwMode="auto">
              <a:xfrm>
                <a:off x="3628"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rgbClr val="808080"/>
              </a:solidFill>
              <a:ln w="9525">
                <a:solidFill>
                  <a:srgbClr val="808080"/>
                </a:solidFill>
                <a:round/>
                <a:headEnd/>
                <a:tailEnd/>
              </a:ln>
            </p:spPr>
            <p:txBody>
              <a:bodyPr/>
              <a:lstStyle/>
              <a:p>
                <a:endParaRPr lang="en-US"/>
              </a:p>
            </p:txBody>
          </p:sp>
          <p:grpSp>
            <p:nvGrpSpPr>
              <p:cNvPr id="57198" name="Group 709"/>
              <p:cNvGrpSpPr>
                <a:grpSpLocks/>
              </p:cNvGrpSpPr>
              <p:nvPr/>
            </p:nvGrpSpPr>
            <p:grpSpPr bwMode="auto">
              <a:xfrm>
                <a:off x="3325" y="2985"/>
                <a:ext cx="295" cy="1"/>
                <a:chOff x="3325" y="2985"/>
                <a:chExt cx="295" cy="1"/>
              </a:xfrm>
            </p:grpSpPr>
            <p:sp>
              <p:nvSpPr>
                <p:cNvPr id="57199" name="Line 710"/>
                <p:cNvSpPr>
                  <a:spLocks noChangeShapeType="1"/>
                </p:cNvSpPr>
                <p:nvPr/>
              </p:nvSpPr>
              <p:spPr bwMode="auto">
                <a:xfrm>
                  <a:off x="3325"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200" name="Line 711"/>
                <p:cNvSpPr>
                  <a:spLocks noChangeShapeType="1"/>
                </p:cNvSpPr>
                <p:nvPr/>
              </p:nvSpPr>
              <p:spPr bwMode="auto">
                <a:xfrm>
                  <a:off x="3381"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201" name="Line 712"/>
                <p:cNvSpPr>
                  <a:spLocks noChangeShapeType="1"/>
                </p:cNvSpPr>
                <p:nvPr/>
              </p:nvSpPr>
              <p:spPr bwMode="auto">
                <a:xfrm>
                  <a:off x="3437"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202" name="Line 713"/>
                <p:cNvSpPr>
                  <a:spLocks noChangeShapeType="1"/>
                </p:cNvSpPr>
                <p:nvPr/>
              </p:nvSpPr>
              <p:spPr bwMode="auto">
                <a:xfrm>
                  <a:off x="3493" y="2985"/>
                  <a:ext cx="23"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203" name="Line 714"/>
                <p:cNvSpPr>
                  <a:spLocks noChangeShapeType="1"/>
                </p:cNvSpPr>
                <p:nvPr/>
              </p:nvSpPr>
              <p:spPr bwMode="auto">
                <a:xfrm>
                  <a:off x="3548"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204" name="Line 715"/>
                <p:cNvSpPr>
                  <a:spLocks noChangeShapeType="1"/>
                </p:cNvSpPr>
                <p:nvPr/>
              </p:nvSpPr>
              <p:spPr bwMode="auto">
                <a:xfrm>
                  <a:off x="3604" y="2985"/>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688" name="Group 716"/>
            <p:cNvGrpSpPr>
              <a:grpSpLocks/>
            </p:cNvGrpSpPr>
            <p:nvPr/>
          </p:nvGrpSpPr>
          <p:grpSpPr bwMode="auto">
            <a:xfrm>
              <a:off x="3788" y="2953"/>
              <a:ext cx="415" cy="56"/>
              <a:chOff x="3788" y="2953"/>
              <a:chExt cx="415" cy="56"/>
            </a:xfrm>
          </p:grpSpPr>
          <p:sp>
            <p:nvSpPr>
              <p:cNvPr id="57189" name="Freeform 717"/>
              <p:cNvSpPr>
                <a:spLocks/>
              </p:cNvSpPr>
              <p:nvPr/>
            </p:nvSpPr>
            <p:spPr bwMode="auto">
              <a:xfrm>
                <a:off x="4091"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rgbClr val="808080"/>
              </a:solidFill>
              <a:ln w="9525">
                <a:solidFill>
                  <a:srgbClr val="808080"/>
                </a:solidFill>
                <a:round/>
                <a:headEnd/>
                <a:tailEnd/>
              </a:ln>
            </p:spPr>
            <p:txBody>
              <a:bodyPr/>
              <a:lstStyle/>
              <a:p>
                <a:endParaRPr lang="en-US"/>
              </a:p>
            </p:txBody>
          </p:sp>
          <p:grpSp>
            <p:nvGrpSpPr>
              <p:cNvPr id="57190" name="Group 718"/>
              <p:cNvGrpSpPr>
                <a:grpSpLocks/>
              </p:cNvGrpSpPr>
              <p:nvPr/>
            </p:nvGrpSpPr>
            <p:grpSpPr bwMode="auto">
              <a:xfrm>
                <a:off x="3788" y="2985"/>
                <a:ext cx="295" cy="1"/>
                <a:chOff x="3788" y="2985"/>
                <a:chExt cx="295" cy="1"/>
              </a:xfrm>
            </p:grpSpPr>
            <p:sp>
              <p:nvSpPr>
                <p:cNvPr id="57191" name="Line 719"/>
                <p:cNvSpPr>
                  <a:spLocks noChangeShapeType="1"/>
                </p:cNvSpPr>
                <p:nvPr/>
              </p:nvSpPr>
              <p:spPr bwMode="auto">
                <a:xfrm>
                  <a:off x="3788"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192" name="Line 720"/>
                <p:cNvSpPr>
                  <a:spLocks noChangeShapeType="1"/>
                </p:cNvSpPr>
                <p:nvPr/>
              </p:nvSpPr>
              <p:spPr bwMode="auto">
                <a:xfrm>
                  <a:off x="3844"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193" name="Line 721"/>
                <p:cNvSpPr>
                  <a:spLocks noChangeShapeType="1"/>
                </p:cNvSpPr>
                <p:nvPr/>
              </p:nvSpPr>
              <p:spPr bwMode="auto">
                <a:xfrm>
                  <a:off x="3900"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194" name="Line 722"/>
                <p:cNvSpPr>
                  <a:spLocks noChangeShapeType="1"/>
                </p:cNvSpPr>
                <p:nvPr/>
              </p:nvSpPr>
              <p:spPr bwMode="auto">
                <a:xfrm>
                  <a:off x="3956"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195" name="Line 723"/>
                <p:cNvSpPr>
                  <a:spLocks noChangeShapeType="1"/>
                </p:cNvSpPr>
                <p:nvPr/>
              </p:nvSpPr>
              <p:spPr bwMode="auto">
                <a:xfrm>
                  <a:off x="4011"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196" name="Line 724"/>
                <p:cNvSpPr>
                  <a:spLocks noChangeShapeType="1"/>
                </p:cNvSpPr>
                <p:nvPr/>
              </p:nvSpPr>
              <p:spPr bwMode="auto">
                <a:xfrm>
                  <a:off x="4067" y="2985"/>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689" name="Group 725"/>
            <p:cNvGrpSpPr>
              <a:grpSpLocks/>
            </p:cNvGrpSpPr>
            <p:nvPr/>
          </p:nvGrpSpPr>
          <p:grpSpPr bwMode="auto">
            <a:xfrm>
              <a:off x="4251" y="2953"/>
              <a:ext cx="415" cy="56"/>
              <a:chOff x="4251" y="2953"/>
              <a:chExt cx="415" cy="56"/>
            </a:xfrm>
          </p:grpSpPr>
          <p:sp>
            <p:nvSpPr>
              <p:cNvPr id="57181" name="Freeform 726"/>
              <p:cNvSpPr>
                <a:spLocks/>
              </p:cNvSpPr>
              <p:nvPr/>
            </p:nvSpPr>
            <p:spPr bwMode="auto">
              <a:xfrm>
                <a:off x="4554"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rgbClr val="808080"/>
              </a:solidFill>
              <a:ln w="9525">
                <a:solidFill>
                  <a:srgbClr val="808080"/>
                </a:solidFill>
                <a:round/>
                <a:headEnd/>
                <a:tailEnd/>
              </a:ln>
            </p:spPr>
            <p:txBody>
              <a:bodyPr/>
              <a:lstStyle/>
              <a:p>
                <a:endParaRPr lang="en-US"/>
              </a:p>
            </p:txBody>
          </p:sp>
          <p:grpSp>
            <p:nvGrpSpPr>
              <p:cNvPr id="57182" name="Group 727"/>
              <p:cNvGrpSpPr>
                <a:grpSpLocks/>
              </p:cNvGrpSpPr>
              <p:nvPr/>
            </p:nvGrpSpPr>
            <p:grpSpPr bwMode="auto">
              <a:xfrm>
                <a:off x="4251" y="2985"/>
                <a:ext cx="295" cy="1"/>
                <a:chOff x="4251" y="2985"/>
                <a:chExt cx="295" cy="1"/>
              </a:xfrm>
            </p:grpSpPr>
            <p:sp>
              <p:nvSpPr>
                <p:cNvPr id="57183" name="Line 728"/>
                <p:cNvSpPr>
                  <a:spLocks noChangeShapeType="1"/>
                </p:cNvSpPr>
                <p:nvPr/>
              </p:nvSpPr>
              <p:spPr bwMode="auto">
                <a:xfrm>
                  <a:off x="4251"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184" name="Line 729"/>
                <p:cNvSpPr>
                  <a:spLocks noChangeShapeType="1"/>
                </p:cNvSpPr>
                <p:nvPr/>
              </p:nvSpPr>
              <p:spPr bwMode="auto">
                <a:xfrm>
                  <a:off x="4307"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185" name="Line 730"/>
                <p:cNvSpPr>
                  <a:spLocks noChangeShapeType="1"/>
                </p:cNvSpPr>
                <p:nvPr/>
              </p:nvSpPr>
              <p:spPr bwMode="auto">
                <a:xfrm>
                  <a:off x="4363"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186" name="Line 731"/>
                <p:cNvSpPr>
                  <a:spLocks noChangeShapeType="1"/>
                </p:cNvSpPr>
                <p:nvPr/>
              </p:nvSpPr>
              <p:spPr bwMode="auto">
                <a:xfrm>
                  <a:off x="4419"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187" name="Line 732"/>
                <p:cNvSpPr>
                  <a:spLocks noChangeShapeType="1"/>
                </p:cNvSpPr>
                <p:nvPr/>
              </p:nvSpPr>
              <p:spPr bwMode="auto">
                <a:xfrm>
                  <a:off x="4475"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188" name="Line 733"/>
                <p:cNvSpPr>
                  <a:spLocks noChangeShapeType="1"/>
                </p:cNvSpPr>
                <p:nvPr/>
              </p:nvSpPr>
              <p:spPr bwMode="auto">
                <a:xfrm>
                  <a:off x="4530" y="2985"/>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690" name="Group 734"/>
            <p:cNvGrpSpPr>
              <a:grpSpLocks/>
            </p:cNvGrpSpPr>
            <p:nvPr/>
          </p:nvGrpSpPr>
          <p:grpSpPr bwMode="auto">
            <a:xfrm>
              <a:off x="4674" y="1741"/>
              <a:ext cx="40" cy="1260"/>
              <a:chOff x="4674" y="1741"/>
              <a:chExt cx="40" cy="1260"/>
            </a:xfrm>
          </p:grpSpPr>
          <p:sp>
            <p:nvSpPr>
              <p:cNvPr id="57171" name="Oval 735"/>
              <p:cNvSpPr>
                <a:spLocks noChangeArrowheads="1"/>
              </p:cNvSpPr>
              <p:nvPr/>
            </p:nvSpPr>
            <p:spPr bwMode="auto">
              <a:xfrm>
                <a:off x="4674" y="1741"/>
                <a:ext cx="32" cy="40"/>
              </a:xfrm>
              <a:prstGeom prst="ellipse">
                <a:avLst/>
              </a:prstGeom>
              <a:solidFill>
                <a:srgbClr val="808080"/>
              </a:solidFill>
              <a:ln w="9525">
                <a:solidFill>
                  <a:srgbClr val="808080"/>
                </a:solidFill>
                <a:round/>
                <a:headEnd/>
                <a:tailEnd/>
              </a:ln>
            </p:spPr>
            <p:txBody>
              <a:bodyPr/>
              <a:lstStyle/>
              <a:p>
                <a:endParaRPr lang="en-US"/>
              </a:p>
            </p:txBody>
          </p:sp>
          <p:sp>
            <p:nvSpPr>
              <p:cNvPr id="57172" name="Oval 736"/>
              <p:cNvSpPr>
                <a:spLocks noChangeArrowheads="1"/>
              </p:cNvSpPr>
              <p:nvPr/>
            </p:nvSpPr>
            <p:spPr bwMode="auto">
              <a:xfrm>
                <a:off x="4674" y="1741"/>
                <a:ext cx="32" cy="40"/>
              </a:xfrm>
              <a:prstGeom prst="ellipse">
                <a:avLst/>
              </a:prstGeom>
              <a:solidFill>
                <a:srgbClr val="808080"/>
              </a:solidFill>
              <a:ln w="25400">
                <a:solidFill>
                  <a:srgbClr val="808080"/>
                </a:solidFill>
                <a:round/>
                <a:headEnd/>
                <a:tailEnd/>
              </a:ln>
            </p:spPr>
            <p:txBody>
              <a:bodyPr/>
              <a:lstStyle/>
              <a:p>
                <a:endParaRPr lang="en-US"/>
              </a:p>
            </p:txBody>
          </p:sp>
          <p:sp>
            <p:nvSpPr>
              <p:cNvPr id="57173" name="Oval 737"/>
              <p:cNvSpPr>
                <a:spLocks noChangeArrowheads="1"/>
              </p:cNvSpPr>
              <p:nvPr/>
            </p:nvSpPr>
            <p:spPr bwMode="auto">
              <a:xfrm>
                <a:off x="4682" y="2044"/>
                <a:ext cx="32" cy="40"/>
              </a:xfrm>
              <a:prstGeom prst="ellipse">
                <a:avLst/>
              </a:prstGeom>
              <a:solidFill>
                <a:srgbClr val="808080"/>
              </a:solidFill>
              <a:ln w="9525">
                <a:solidFill>
                  <a:srgbClr val="808080"/>
                </a:solidFill>
                <a:round/>
                <a:headEnd/>
                <a:tailEnd/>
              </a:ln>
            </p:spPr>
            <p:txBody>
              <a:bodyPr/>
              <a:lstStyle/>
              <a:p>
                <a:endParaRPr lang="en-US"/>
              </a:p>
            </p:txBody>
          </p:sp>
          <p:sp>
            <p:nvSpPr>
              <p:cNvPr id="57174" name="Oval 738"/>
              <p:cNvSpPr>
                <a:spLocks noChangeArrowheads="1"/>
              </p:cNvSpPr>
              <p:nvPr/>
            </p:nvSpPr>
            <p:spPr bwMode="auto">
              <a:xfrm>
                <a:off x="4682" y="2044"/>
                <a:ext cx="32" cy="40"/>
              </a:xfrm>
              <a:prstGeom prst="ellipse">
                <a:avLst/>
              </a:prstGeom>
              <a:solidFill>
                <a:srgbClr val="808080"/>
              </a:solidFill>
              <a:ln w="25400">
                <a:solidFill>
                  <a:srgbClr val="808080"/>
                </a:solidFill>
                <a:round/>
                <a:headEnd/>
                <a:tailEnd/>
              </a:ln>
            </p:spPr>
            <p:txBody>
              <a:bodyPr/>
              <a:lstStyle/>
              <a:p>
                <a:endParaRPr lang="en-US"/>
              </a:p>
            </p:txBody>
          </p:sp>
          <p:sp>
            <p:nvSpPr>
              <p:cNvPr id="57175" name="Oval 739"/>
              <p:cNvSpPr>
                <a:spLocks noChangeArrowheads="1"/>
              </p:cNvSpPr>
              <p:nvPr/>
            </p:nvSpPr>
            <p:spPr bwMode="auto">
              <a:xfrm>
                <a:off x="4682" y="2355"/>
                <a:ext cx="32" cy="32"/>
              </a:xfrm>
              <a:prstGeom prst="ellipse">
                <a:avLst/>
              </a:prstGeom>
              <a:solidFill>
                <a:srgbClr val="808080"/>
              </a:solidFill>
              <a:ln w="9525">
                <a:solidFill>
                  <a:srgbClr val="808080"/>
                </a:solidFill>
                <a:round/>
                <a:headEnd/>
                <a:tailEnd/>
              </a:ln>
            </p:spPr>
            <p:txBody>
              <a:bodyPr/>
              <a:lstStyle/>
              <a:p>
                <a:endParaRPr lang="en-US"/>
              </a:p>
            </p:txBody>
          </p:sp>
          <p:sp>
            <p:nvSpPr>
              <p:cNvPr id="57176" name="Oval 740"/>
              <p:cNvSpPr>
                <a:spLocks noChangeArrowheads="1"/>
              </p:cNvSpPr>
              <p:nvPr/>
            </p:nvSpPr>
            <p:spPr bwMode="auto">
              <a:xfrm>
                <a:off x="4682" y="2355"/>
                <a:ext cx="32" cy="32"/>
              </a:xfrm>
              <a:prstGeom prst="ellipse">
                <a:avLst/>
              </a:prstGeom>
              <a:solidFill>
                <a:srgbClr val="808080"/>
              </a:solidFill>
              <a:ln w="25400">
                <a:solidFill>
                  <a:srgbClr val="808080"/>
                </a:solidFill>
                <a:round/>
                <a:headEnd/>
                <a:tailEnd/>
              </a:ln>
            </p:spPr>
            <p:txBody>
              <a:bodyPr/>
              <a:lstStyle/>
              <a:p>
                <a:endParaRPr lang="en-US"/>
              </a:p>
            </p:txBody>
          </p:sp>
          <p:sp>
            <p:nvSpPr>
              <p:cNvPr id="57177" name="Oval 741"/>
              <p:cNvSpPr>
                <a:spLocks noChangeArrowheads="1"/>
              </p:cNvSpPr>
              <p:nvPr/>
            </p:nvSpPr>
            <p:spPr bwMode="auto">
              <a:xfrm>
                <a:off x="4674" y="2658"/>
                <a:ext cx="32" cy="40"/>
              </a:xfrm>
              <a:prstGeom prst="ellipse">
                <a:avLst/>
              </a:prstGeom>
              <a:solidFill>
                <a:srgbClr val="808080"/>
              </a:solidFill>
              <a:ln w="9525">
                <a:solidFill>
                  <a:srgbClr val="808080"/>
                </a:solidFill>
                <a:round/>
                <a:headEnd/>
                <a:tailEnd/>
              </a:ln>
            </p:spPr>
            <p:txBody>
              <a:bodyPr/>
              <a:lstStyle/>
              <a:p>
                <a:endParaRPr lang="en-US"/>
              </a:p>
            </p:txBody>
          </p:sp>
          <p:sp>
            <p:nvSpPr>
              <p:cNvPr id="57178" name="Oval 742"/>
              <p:cNvSpPr>
                <a:spLocks noChangeArrowheads="1"/>
              </p:cNvSpPr>
              <p:nvPr/>
            </p:nvSpPr>
            <p:spPr bwMode="auto">
              <a:xfrm>
                <a:off x="4674" y="2658"/>
                <a:ext cx="32" cy="40"/>
              </a:xfrm>
              <a:prstGeom prst="ellipse">
                <a:avLst/>
              </a:prstGeom>
              <a:solidFill>
                <a:srgbClr val="808080"/>
              </a:solidFill>
              <a:ln w="25400">
                <a:solidFill>
                  <a:srgbClr val="808080"/>
                </a:solidFill>
                <a:round/>
                <a:headEnd/>
                <a:tailEnd/>
              </a:ln>
            </p:spPr>
            <p:txBody>
              <a:bodyPr/>
              <a:lstStyle/>
              <a:p>
                <a:endParaRPr lang="en-US"/>
              </a:p>
            </p:txBody>
          </p:sp>
          <p:sp>
            <p:nvSpPr>
              <p:cNvPr id="57179" name="Oval 743"/>
              <p:cNvSpPr>
                <a:spLocks noChangeArrowheads="1"/>
              </p:cNvSpPr>
              <p:nvPr/>
            </p:nvSpPr>
            <p:spPr bwMode="auto">
              <a:xfrm>
                <a:off x="4674" y="2969"/>
                <a:ext cx="32" cy="32"/>
              </a:xfrm>
              <a:prstGeom prst="ellipse">
                <a:avLst/>
              </a:prstGeom>
              <a:solidFill>
                <a:srgbClr val="808080"/>
              </a:solidFill>
              <a:ln w="9525">
                <a:solidFill>
                  <a:srgbClr val="808080"/>
                </a:solidFill>
                <a:round/>
                <a:headEnd/>
                <a:tailEnd/>
              </a:ln>
            </p:spPr>
            <p:txBody>
              <a:bodyPr/>
              <a:lstStyle/>
              <a:p>
                <a:endParaRPr lang="en-US"/>
              </a:p>
            </p:txBody>
          </p:sp>
          <p:sp>
            <p:nvSpPr>
              <p:cNvPr id="57180" name="Oval 744"/>
              <p:cNvSpPr>
                <a:spLocks noChangeArrowheads="1"/>
              </p:cNvSpPr>
              <p:nvPr/>
            </p:nvSpPr>
            <p:spPr bwMode="auto">
              <a:xfrm>
                <a:off x="4674" y="2969"/>
                <a:ext cx="32" cy="32"/>
              </a:xfrm>
              <a:prstGeom prst="ellipse">
                <a:avLst/>
              </a:prstGeom>
              <a:solidFill>
                <a:srgbClr val="808080"/>
              </a:solidFill>
              <a:ln w="25400">
                <a:solidFill>
                  <a:srgbClr val="808080"/>
                </a:solidFill>
                <a:round/>
                <a:headEnd/>
                <a:tailEnd/>
              </a:ln>
            </p:spPr>
            <p:txBody>
              <a:bodyPr/>
              <a:lstStyle/>
              <a:p>
                <a:endParaRPr lang="en-US"/>
              </a:p>
            </p:txBody>
          </p:sp>
        </p:grpSp>
        <p:grpSp>
          <p:nvGrpSpPr>
            <p:cNvPr id="56691" name="Group 745"/>
            <p:cNvGrpSpPr>
              <a:grpSpLocks/>
            </p:cNvGrpSpPr>
            <p:nvPr/>
          </p:nvGrpSpPr>
          <p:grpSpPr bwMode="auto">
            <a:xfrm>
              <a:off x="3740" y="3272"/>
              <a:ext cx="40" cy="343"/>
              <a:chOff x="3740" y="3272"/>
              <a:chExt cx="40" cy="343"/>
            </a:xfrm>
          </p:grpSpPr>
          <p:sp>
            <p:nvSpPr>
              <p:cNvPr id="57167" name="Oval 746"/>
              <p:cNvSpPr>
                <a:spLocks noChangeArrowheads="1"/>
              </p:cNvSpPr>
              <p:nvPr/>
            </p:nvSpPr>
            <p:spPr bwMode="auto">
              <a:xfrm>
                <a:off x="3740" y="3272"/>
                <a:ext cx="40" cy="32"/>
              </a:xfrm>
              <a:prstGeom prst="ellipse">
                <a:avLst/>
              </a:prstGeom>
              <a:solidFill>
                <a:srgbClr val="808080"/>
              </a:solidFill>
              <a:ln w="9525">
                <a:solidFill>
                  <a:srgbClr val="808080"/>
                </a:solidFill>
                <a:round/>
                <a:headEnd/>
                <a:tailEnd/>
              </a:ln>
            </p:spPr>
            <p:txBody>
              <a:bodyPr/>
              <a:lstStyle/>
              <a:p>
                <a:endParaRPr lang="en-US"/>
              </a:p>
            </p:txBody>
          </p:sp>
          <p:sp>
            <p:nvSpPr>
              <p:cNvPr id="57168" name="Oval 747"/>
              <p:cNvSpPr>
                <a:spLocks noChangeArrowheads="1"/>
              </p:cNvSpPr>
              <p:nvPr/>
            </p:nvSpPr>
            <p:spPr bwMode="auto">
              <a:xfrm>
                <a:off x="3740" y="3272"/>
                <a:ext cx="40" cy="32"/>
              </a:xfrm>
              <a:prstGeom prst="ellipse">
                <a:avLst/>
              </a:prstGeom>
              <a:solidFill>
                <a:srgbClr val="808080"/>
              </a:solidFill>
              <a:ln w="25400">
                <a:solidFill>
                  <a:srgbClr val="808080"/>
                </a:solidFill>
                <a:round/>
                <a:headEnd/>
                <a:tailEnd/>
              </a:ln>
            </p:spPr>
            <p:txBody>
              <a:bodyPr/>
              <a:lstStyle/>
              <a:p>
                <a:endParaRPr lang="en-US"/>
              </a:p>
            </p:txBody>
          </p:sp>
          <p:sp>
            <p:nvSpPr>
              <p:cNvPr id="57169" name="Oval 748"/>
              <p:cNvSpPr>
                <a:spLocks noChangeArrowheads="1"/>
              </p:cNvSpPr>
              <p:nvPr/>
            </p:nvSpPr>
            <p:spPr bwMode="auto">
              <a:xfrm>
                <a:off x="3740" y="3575"/>
                <a:ext cx="40" cy="40"/>
              </a:xfrm>
              <a:prstGeom prst="ellipse">
                <a:avLst/>
              </a:prstGeom>
              <a:solidFill>
                <a:srgbClr val="808080"/>
              </a:solidFill>
              <a:ln w="9525">
                <a:solidFill>
                  <a:srgbClr val="808080"/>
                </a:solidFill>
                <a:round/>
                <a:headEnd/>
                <a:tailEnd/>
              </a:ln>
            </p:spPr>
            <p:txBody>
              <a:bodyPr/>
              <a:lstStyle/>
              <a:p>
                <a:endParaRPr lang="en-US"/>
              </a:p>
            </p:txBody>
          </p:sp>
          <p:sp>
            <p:nvSpPr>
              <p:cNvPr id="57170" name="Oval 749"/>
              <p:cNvSpPr>
                <a:spLocks noChangeArrowheads="1"/>
              </p:cNvSpPr>
              <p:nvPr/>
            </p:nvSpPr>
            <p:spPr bwMode="auto">
              <a:xfrm>
                <a:off x="3740" y="3575"/>
                <a:ext cx="40" cy="40"/>
              </a:xfrm>
              <a:prstGeom prst="ellipse">
                <a:avLst/>
              </a:prstGeom>
              <a:solidFill>
                <a:srgbClr val="808080"/>
              </a:solidFill>
              <a:ln w="25400">
                <a:solidFill>
                  <a:srgbClr val="808080"/>
                </a:solidFill>
                <a:round/>
                <a:headEnd/>
                <a:tailEnd/>
              </a:ln>
            </p:spPr>
            <p:txBody>
              <a:bodyPr/>
              <a:lstStyle/>
              <a:p>
                <a:endParaRPr lang="en-US"/>
              </a:p>
            </p:txBody>
          </p:sp>
        </p:grpSp>
        <p:grpSp>
          <p:nvGrpSpPr>
            <p:cNvPr id="56692" name="Group 750"/>
            <p:cNvGrpSpPr>
              <a:grpSpLocks/>
            </p:cNvGrpSpPr>
            <p:nvPr/>
          </p:nvGrpSpPr>
          <p:grpSpPr bwMode="auto">
            <a:xfrm>
              <a:off x="3285" y="3272"/>
              <a:ext cx="32" cy="343"/>
              <a:chOff x="3285" y="3272"/>
              <a:chExt cx="32" cy="343"/>
            </a:xfrm>
          </p:grpSpPr>
          <p:sp>
            <p:nvSpPr>
              <p:cNvPr id="57163" name="Oval 751"/>
              <p:cNvSpPr>
                <a:spLocks noChangeArrowheads="1"/>
              </p:cNvSpPr>
              <p:nvPr/>
            </p:nvSpPr>
            <p:spPr bwMode="auto">
              <a:xfrm>
                <a:off x="3285" y="3272"/>
                <a:ext cx="32" cy="32"/>
              </a:xfrm>
              <a:prstGeom prst="ellipse">
                <a:avLst/>
              </a:prstGeom>
              <a:solidFill>
                <a:srgbClr val="808080"/>
              </a:solidFill>
              <a:ln w="9525">
                <a:solidFill>
                  <a:srgbClr val="808080"/>
                </a:solidFill>
                <a:round/>
                <a:headEnd/>
                <a:tailEnd/>
              </a:ln>
            </p:spPr>
            <p:txBody>
              <a:bodyPr/>
              <a:lstStyle/>
              <a:p>
                <a:endParaRPr lang="en-US"/>
              </a:p>
            </p:txBody>
          </p:sp>
          <p:sp>
            <p:nvSpPr>
              <p:cNvPr id="57164" name="Oval 752"/>
              <p:cNvSpPr>
                <a:spLocks noChangeArrowheads="1"/>
              </p:cNvSpPr>
              <p:nvPr/>
            </p:nvSpPr>
            <p:spPr bwMode="auto">
              <a:xfrm>
                <a:off x="3285" y="3272"/>
                <a:ext cx="32" cy="32"/>
              </a:xfrm>
              <a:prstGeom prst="ellipse">
                <a:avLst/>
              </a:prstGeom>
              <a:solidFill>
                <a:srgbClr val="808080"/>
              </a:solidFill>
              <a:ln w="25400">
                <a:solidFill>
                  <a:srgbClr val="808080"/>
                </a:solidFill>
                <a:round/>
                <a:headEnd/>
                <a:tailEnd/>
              </a:ln>
            </p:spPr>
            <p:txBody>
              <a:bodyPr/>
              <a:lstStyle/>
              <a:p>
                <a:endParaRPr lang="en-US"/>
              </a:p>
            </p:txBody>
          </p:sp>
          <p:sp>
            <p:nvSpPr>
              <p:cNvPr id="57165" name="Oval 753"/>
              <p:cNvSpPr>
                <a:spLocks noChangeArrowheads="1"/>
              </p:cNvSpPr>
              <p:nvPr/>
            </p:nvSpPr>
            <p:spPr bwMode="auto">
              <a:xfrm>
                <a:off x="3285" y="3575"/>
                <a:ext cx="32" cy="40"/>
              </a:xfrm>
              <a:prstGeom prst="ellipse">
                <a:avLst/>
              </a:prstGeom>
              <a:solidFill>
                <a:srgbClr val="808080"/>
              </a:solidFill>
              <a:ln w="9525">
                <a:solidFill>
                  <a:srgbClr val="808080"/>
                </a:solidFill>
                <a:round/>
                <a:headEnd/>
                <a:tailEnd/>
              </a:ln>
            </p:spPr>
            <p:txBody>
              <a:bodyPr/>
              <a:lstStyle/>
              <a:p>
                <a:endParaRPr lang="en-US"/>
              </a:p>
            </p:txBody>
          </p:sp>
          <p:sp>
            <p:nvSpPr>
              <p:cNvPr id="57166" name="Oval 754"/>
              <p:cNvSpPr>
                <a:spLocks noChangeArrowheads="1"/>
              </p:cNvSpPr>
              <p:nvPr/>
            </p:nvSpPr>
            <p:spPr bwMode="auto">
              <a:xfrm>
                <a:off x="3285" y="3575"/>
                <a:ext cx="32" cy="40"/>
              </a:xfrm>
              <a:prstGeom prst="ellipse">
                <a:avLst/>
              </a:prstGeom>
              <a:solidFill>
                <a:srgbClr val="808080"/>
              </a:solidFill>
              <a:ln w="25400">
                <a:solidFill>
                  <a:srgbClr val="808080"/>
                </a:solidFill>
                <a:round/>
                <a:headEnd/>
                <a:tailEnd/>
              </a:ln>
            </p:spPr>
            <p:txBody>
              <a:bodyPr/>
              <a:lstStyle/>
              <a:p>
                <a:endParaRPr lang="en-US"/>
              </a:p>
            </p:txBody>
          </p:sp>
        </p:grpSp>
        <p:grpSp>
          <p:nvGrpSpPr>
            <p:cNvPr id="56693" name="Group 755"/>
            <p:cNvGrpSpPr>
              <a:grpSpLocks/>
            </p:cNvGrpSpPr>
            <p:nvPr/>
          </p:nvGrpSpPr>
          <p:grpSpPr bwMode="auto">
            <a:xfrm>
              <a:off x="4203" y="3272"/>
              <a:ext cx="32" cy="343"/>
              <a:chOff x="4203" y="3272"/>
              <a:chExt cx="32" cy="343"/>
            </a:xfrm>
          </p:grpSpPr>
          <p:sp>
            <p:nvSpPr>
              <p:cNvPr id="57159" name="Oval 756"/>
              <p:cNvSpPr>
                <a:spLocks noChangeArrowheads="1"/>
              </p:cNvSpPr>
              <p:nvPr/>
            </p:nvSpPr>
            <p:spPr bwMode="auto">
              <a:xfrm>
                <a:off x="4203" y="3272"/>
                <a:ext cx="32" cy="32"/>
              </a:xfrm>
              <a:prstGeom prst="ellipse">
                <a:avLst/>
              </a:prstGeom>
              <a:solidFill>
                <a:srgbClr val="808080"/>
              </a:solidFill>
              <a:ln w="9525">
                <a:solidFill>
                  <a:srgbClr val="808080"/>
                </a:solidFill>
                <a:round/>
                <a:headEnd/>
                <a:tailEnd/>
              </a:ln>
            </p:spPr>
            <p:txBody>
              <a:bodyPr/>
              <a:lstStyle/>
              <a:p>
                <a:endParaRPr lang="en-US"/>
              </a:p>
            </p:txBody>
          </p:sp>
          <p:sp>
            <p:nvSpPr>
              <p:cNvPr id="57160" name="Oval 757"/>
              <p:cNvSpPr>
                <a:spLocks noChangeArrowheads="1"/>
              </p:cNvSpPr>
              <p:nvPr/>
            </p:nvSpPr>
            <p:spPr bwMode="auto">
              <a:xfrm>
                <a:off x="4203" y="3272"/>
                <a:ext cx="32" cy="32"/>
              </a:xfrm>
              <a:prstGeom prst="ellipse">
                <a:avLst/>
              </a:prstGeom>
              <a:solidFill>
                <a:srgbClr val="808080"/>
              </a:solidFill>
              <a:ln w="25400">
                <a:solidFill>
                  <a:srgbClr val="808080"/>
                </a:solidFill>
                <a:round/>
                <a:headEnd/>
                <a:tailEnd/>
              </a:ln>
            </p:spPr>
            <p:txBody>
              <a:bodyPr/>
              <a:lstStyle/>
              <a:p>
                <a:endParaRPr lang="en-US"/>
              </a:p>
            </p:txBody>
          </p:sp>
          <p:sp>
            <p:nvSpPr>
              <p:cNvPr id="57161" name="Oval 758"/>
              <p:cNvSpPr>
                <a:spLocks noChangeArrowheads="1"/>
              </p:cNvSpPr>
              <p:nvPr/>
            </p:nvSpPr>
            <p:spPr bwMode="auto">
              <a:xfrm>
                <a:off x="4203" y="3575"/>
                <a:ext cx="32" cy="40"/>
              </a:xfrm>
              <a:prstGeom prst="ellipse">
                <a:avLst/>
              </a:prstGeom>
              <a:solidFill>
                <a:srgbClr val="808080"/>
              </a:solidFill>
              <a:ln w="9525">
                <a:solidFill>
                  <a:srgbClr val="808080"/>
                </a:solidFill>
                <a:round/>
                <a:headEnd/>
                <a:tailEnd/>
              </a:ln>
            </p:spPr>
            <p:txBody>
              <a:bodyPr/>
              <a:lstStyle/>
              <a:p>
                <a:endParaRPr lang="en-US"/>
              </a:p>
            </p:txBody>
          </p:sp>
          <p:sp>
            <p:nvSpPr>
              <p:cNvPr id="57162" name="Oval 759"/>
              <p:cNvSpPr>
                <a:spLocks noChangeArrowheads="1"/>
              </p:cNvSpPr>
              <p:nvPr/>
            </p:nvSpPr>
            <p:spPr bwMode="auto">
              <a:xfrm>
                <a:off x="4203" y="3575"/>
                <a:ext cx="32" cy="40"/>
              </a:xfrm>
              <a:prstGeom prst="ellipse">
                <a:avLst/>
              </a:prstGeom>
              <a:solidFill>
                <a:srgbClr val="808080"/>
              </a:solidFill>
              <a:ln w="25400">
                <a:solidFill>
                  <a:srgbClr val="808080"/>
                </a:solidFill>
                <a:round/>
                <a:headEnd/>
                <a:tailEnd/>
              </a:ln>
            </p:spPr>
            <p:txBody>
              <a:bodyPr/>
              <a:lstStyle/>
              <a:p>
                <a:endParaRPr lang="en-US"/>
              </a:p>
            </p:txBody>
          </p:sp>
        </p:grpSp>
        <p:grpSp>
          <p:nvGrpSpPr>
            <p:cNvPr id="56694" name="Group 760"/>
            <p:cNvGrpSpPr>
              <a:grpSpLocks/>
            </p:cNvGrpSpPr>
            <p:nvPr/>
          </p:nvGrpSpPr>
          <p:grpSpPr bwMode="auto">
            <a:xfrm>
              <a:off x="4658" y="3272"/>
              <a:ext cx="32" cy="343"/>
              <a:chOff x="4658" y="3272"/>
              <a:chExt cx="32" cy="343"/>
            </a:xfrm>
          </p:grpSpPr>
          <p:sp>
            <p:nvSpPr>
              <p:cNvPr id="57155" name="Oval 761"/>
              <p:cNvSpPr>
                <a:spLocks noChangeArrowheads="1"/>
              </p:cNvSpPr>
              <p:nvPr/>
            </p:nvSpPr>
            <p:spPr bwMode="auto">
              <a:xfrm>
                <a:off x="4658" y="3272"/>
                <a:ext cx="32" cy="32"/>
              </a:xfrm>
              <a:prstGeom prst="ellipse">
                <a:avLst/>
              </a:prstGeom>
              <a:solidFill>
                <a:srgbClr val="808080"/>
              </a:solidFill>
              <a:ln w="9525">
                <a:solidFill>
                  <a:srgbClr val="808080"/>
                </a:solidFill>
                <a:round/>
                <a:headEnd/>
                <a:tailEnd/>
              </a:ln>
            </p:spPr>
            <p:txBody>
              <a:bodyPr/>
              <a:lstStyle/>
              <a:p>
                <a:endParaRPr lang="en-US"/>
              </a:p>
            </p:txBody>
          </p:sp>
          <p:sp>
            <p:nvSpPr>
              <p:cNvPr id="57156" name="Oval 762"/>
              <p:cNvSpPr>
                <a:spLocks noChangeArrowheads="1"/>
              </p:cNvSpPr>
              <p:nvPr/>
            </p:nvSpPr>
            <p:spPr bwMode="auto">
              <a:xfrm>
                <a:off x="4658" y="3272"/>
                <a:ext cx="32" cy="32"/>
              </a:xfrm>
              <a:prstGeom prst="ellipse">
                <a:avLst/>
              </a:prstGeom>
              <a:solidFill>
                <a:srgbClr val="808080"/>
              </a:solidFill>
              <a:ln w="25400">
                <a:solidFill>
                  <a:srgbClr val="808080"/>
                </a:solidFill>
                <a:round/>
                <a:headEnd/>
                <a:tailEnd/>
              </a:ln>
            </p:spPr>
            <p:txBody>
              <a:bodyPr/>
              <a:lstStyle/>
              <a:p>
                <a:endParaRPr lang="en-US"/>
              </a:p>
            </p:txBody>
          </p:sp>
          <p:sp>
            <p:nvSpPr>
              <p:cNvPr id="57157" name="Oval 763"/>
              <p:cNvSpPr>
                <a:spLocks noChangeArrowheads="1"/>
              </p:cNvSpPr>
              <p:nvPr/>
            </p:nvSpPr>
            <p:spPr bwMode="auto">
              <a:xfrm>
                <a:off x="4658" y="3575"/>
                <a:ext cx="32" cy="40"/>
              </a:xfrm>
              <a:prstGeom prst="ellipse">
                <a:avLst/>
              </a:prstGeom>
              <a:solidFill>
                <a:srgbClr val="808080"/>
              </a:solidFill>
              <a:ln w="9525">
                <a:solidFill>
                  <a:srgbClr val="808080"/>
                </a:solidFill>
                <a:round/>
                <a:headEnd/>
                <a:tailEnd/>
              </a:ln>
            </p:spPr>
            <p:txBody>
              <a:bodyPr/>
              <a:lstStyle/>
              <a:p>
                <a:endParaRPr lang="en-US"/>
              </a:p>
            </p:txBody>
          </p:sp>
          <p:sp>
            <p:nvSpPr>
              <p:cNvPr id="57158" name="Oval 764"/>
              <p:cNvSpPr>
                <a:spLocks noChangeArrowheads="1"/>
              </p:cNvSpPr>
              <p:nvPr/>
            </p:nvSpPr>
            <p:spPr bwMode="auto">
              <a:xfrm>
                <a:off x="4658" y="3575"/>
                <a:ext cx="32" cy="40"/>
              </a:xfrm>
              <a:prstGeom prst="ellipse">
                <a:avLst/>
              </a:prstGeom>
              <a:solidFill>
                <a:srgbClr val="808080"/>
              </a:solidFill>
              <a:ln w="25400">
                <a:solidFill>
                  <a:srgbClr val="808080"/>
                </a:solidFill>
                <a:round/>
                <a:headEnd/>
                <a:tailEnd/>
              </a:ln>
            </p:spPr>
            <p:txBody>
              <a:bodyPr/>
              <a:lstStyle/>
              <a:p>
                <a:endParaRPr lang="en-US"/>
              </a:p>
            </p:txBody>
          </p:sp>
        </p:grpSp>
        <p:grpSp>
          <p:nvGrpSpPr>
            <p:cNvPr id="56695" name="Group 765"/>
            <p:cNvGrpSpPr>
              <a:grpSpLocks/>
            </p:cNvGrpSpPr>
            <p:nvPr/>
          </p:nvGrpSpPr>
          <p:grpSpPr bwMode="auto">
            <a:xfrm>
              <a:off x="4251" y="2650"/>
              <a:ext cx="415" cy="56"/>
              <a:chOff x="4251" y="2650"/>
              <a:chExt cx="415" cy="56"/>
            </a:xfrm>
          </p:grpSpPr>
          <p:sp>
            <p:nvSpPr>
              <p:cNvPr id="57147" name="Freeform 766"/>
              <p:cNvSpPr>
                <a:spLocks/>
              </p:cNvSpPr>
              <p:nvPr/>
            </p:nvSpPr>
            <p:spPr bwMode="auto">
              <a:xfrm>
                <a:off x="4554" y="2650"/>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rgbClr val="808080"/>
              </a:solidFill>
              <a:ln w="9525">
                <a:solidFill>
                  <a:srgbClr val="808080"/>
                </a:solidFill>
                <a:round/>
                <a:headEnd/>
                <a:tailEnd/>
              </a:ln>
            </p:spPr>
            <p:txBody>
              <a:bodyPr/>
              <a:lstStyle/>
              <a:p>
                <a:endParaRPr lang="en-US"/>
              </a:p>
            </p:txBody>
          </p:sp>
          <p:grpSp>
            <p:nvGrpSpPr>
              <p:cNvPr id="57148" name="Group 767"/>
              <p:cNvGrpSpPr>
                <a:grpSpLocks/>
              </p:cNvGrpSpPr>
              <p:nvPr/>
            </p:nvGrpSpPr>
            <p:grpSpPr bwMode="auto">
              <a:xfrm>
                <a:off x="4251" y="2674"/>
                <a:ext cx="295" cy="1"/>
                <a:chOff x="4251" y="2674"/>
                <a:chExt cx="295" cy="1"/>
              </a:xfrm>
            </p:grpSpPr>
            <p:sp>
              <p:nvSpPr>
                <p:cNvPr id="57149" name="Line 768"/>
                <p:cNvSpPr>
                  <a:spLocks noChangeShapeType="1"/>
                </p:cNvSpPr>
                <p:nvPr/>
              </p:nvSpPr>
              <p:spPr bwMode="auto">
                <a:xfrm>
                  <a:off x="4251"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150" name="Line 769"/>
                <p:cNvSpPr>
                  <a:spLocks noChangeShapeType="1"/>
                </p:cNvSpPr>
                <p:nvPr/>
              </p:nvSpPr>
              <p:spPr bwMode="auto">
                <a:xfrm>
                  <a:off x="4307"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151" name="Line 770"/>
                <p:cNvSpPr>
                  <a:spLocks noChangeShapeType="1"/>
                </p:cNvSpPr>
                <p:nvPr/>
              </p:nvSpPr>
              <p:spPr bwMode="auto">
                <a:xfrm>
                  <a:off x="4363"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152" name="Line 771"/>
                <p:cNvSpPr>
                  <a:spLocks noChangeShapeType="1"/>
                </p:cNvSpPr>
                <p:nvPr/>
              </p:nvSpPr>
              <p:spPr bwMode="auto">
                <a:xfrm>
                  <a:off x="4419"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153" name="Line 772"/>
                <p:cNvSpPr>
                  <a:spLocks noChangeShapeType="1"/>
                </p:cNvSpPr>
                <p:nvPr/>
              </p:nvSpPr>
              <p:spPr bwMode="auto">
                <a:xfrm>
                  <a:off x="4475"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154" name="Line 773"/>
                <p:cNvSpPr>
                  <a:spLocks noChangeShapeType="1"/>
                </p:cNvSpPr>
                <p:nvPr/>
              </p:nvSpPr>
              <p:spPr bwMode="auto">
                <a:xfrm>
                  <a:off x="4530" y="2674"/>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696" name="Group 774"/>
            <p:cNvGrpSpPr>
              <a:grpSpLocks/>
            </p:cNvGrpSpPr>
            <p:nvPr/>
          </p:nvGrpSpPr>
          <p:grpSpPr bwMode="auto">
            <a:xfrm>
              <a:off x="4251" y="1733"/>
              <a:ext cx="415" cy="56"/>
              <a:chOff x="4251" y="1733"/>
              <a:chExt cx="415" cy="56"/>
            </a:xfrm>
          </p:grpSpPr>
          <p:sp>
            <p:nvSpPr>
              <p:cNvPr id="57139" name="Freeform 775"/>
              <p:cNvSpPr>
                <a:spLocks/>
              </p:cNvSpPr>
              <p:nvPr/>
            </p:nvSpPr>
            <p:spPr bwMode="auto">
              <a:xfrm>
                <a:off x="4554" y="1733"/>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rgbClr val="808080"/>
              </a:solidFill>
              <a:ln w="9525">
                <a:solidFill>
                  <a:srgbClr val="808080"/>
                </a:solidFill>
                <a:round/>
                <a:headEnd/>
                <a:tailEnd/>
              </a:ln>
            </p:spPr>
            <p:txBody>
              <a:bodyPr/>
              <a:lstStyle/>
              <a:p>
                <a:endParaRPr lang="en-US"/>
              </a:p>
            </p:txBody>
          </p:sp>
          <p:grpSp>
            <p:nvGrpSpPr>
              <p:cNvPr id="57140" name="Group 776"/>
              <p:cNvGrpSpPr>
                <a:grpSpLocks/>
              </p:cNvGrpSpPr>
              <p:nvPr/>
            </p:nvGrpSpPr>
            <p:grpSpPr bwMode="auto">
              <a:xfrm>
                <a:off x="4251" y="1757"/>
                <a:ext cx="295" cy="1"/>
                <a:chOff x="4251" y="1757"/>
                <a:chExt cx="295" cy="1"/>
              </a:xfrm>
            </p:grpSpPr>
            <p:sp>
              <p:nvSpPr>
                <p:cNvPr id="57141" name="Line 777"/>
                <p:cNvSpPr>
                  <a:spLocks noChangeShapeType="1"/>
                </p:cNvSpPr>
                <p:nvPr/>
              </p:nvSpPr>
              <p:spPr bwMode="auto">
                <a:xfrm>
                  <a:off x="4251"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142" name="Line 778"/>
                <p:cNvSpPr>
                  <a:spLocks noChangeShapeType="1"/>
                </p:cNvSpPr>
                <p:nvPr/>
              </p:nvSpPr>
              <p:spPr bwMode="auto">
                <a:xfrm>
                  <a:off x="4307"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143" name="Line 779"/>
                <p:cNvSpPr>
                  <a:spLocks noChangeShapeType="1"/>
                </p:cNvSpPr>
                <p:nvPr/>
              </p:nvSpPr>
              <p:spPr bwMode="auto">
                <a:xfrm>
                  <a:off x="4363"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144" name="Line 780"/>
                <p:cNvSpPr>
                  <a:spLocks noChangeShapeType="1"/>
                </p:cNvSpPr>
                <p:nvPr/>
              </p:nvSpPr>
              <p:spPr bwMode="auto">
                <a:xfrm>
                  <a:off x="4419"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145" name="Line 781"/>
                <p:cNvSpPr>
                  <a:spLocks noChangeShapeType="1"/>
                </p:cNvSpPr>
                <p:nvPr/>
              </p:nvSpPr>
              <p:spPr bwMode="auto">
                <a:xfrm>
                  <a:off x="4475"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146" name="Line 782"/>
                <p:cNvSpPr>
                  <a:spLocks noChangeShapeType="1"/>
                </p:cNvSpPr>
                <p:nvPr/>
              </p:nvSpPr>
              <p:spPr bwMode="auto">
                <a:xfrm>
                  <a:off x="4530" y="1757"/>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697" name="Group 783"/>
            <p:cNvGrpSpPr>
              <a:grpSpLocks/>
            </p:cNvGrpSpPr>
            <p:nvPr/>
          </p:nvGrpSpPr>
          <p:grpSpPr bwMode="auto">
            <a:xfrm>
              <a:off x="3325" y="3264"/>
              <a:ext cx="415" cy="56"/>
              <a:chOff x="3325" y="3264"/>
              <a:chExt cx="415" cy="56"/>
            </a:xfrm>
          </p:grpSpPr>
          <p:sp>
            <p:nvSpPr>
              <p:cNvPr id="57131" name="Freeform 784"/>
              <p:cNvSpPr>
                <a:spLocks/>
              </p:cNvSpPr>
              <p:nvPr/>
            </p:nvSpPr>
            <p:spPr bwMode="auto">
              <a:xfrm>
                <a:off x="3628" y="3264"/>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rgbClr val="808080"/>
              </a:solidFill>
              <a:ln w="9525">
                <a:solidFill>
                  <a:srgbClr val="808080"/>
                </a:solidFill>
                <a:round/>
                <a:headEnd/>
                <a:tailEnd/>
              </a:ln>
            </p:spPr>
            <p:txBody>
              <a:bodyPr/>
              <a:lstStyle/>
              <a:p>
                <a:endParaRPr lang="en-US"/>
              </a:p>
            </p:txBody>
          </p:sp>
          <p:grpSp>
            <p:nvGrpSpPr>
              <p:cNvPr id="57132" name="Group 785"/>
              <p:cNvGrpSpPr>
                <a:grpSpLocks/>
              </p:cNvGrpSpPr>
              <p:nvPr/>
            </p:nvGrpSpPr>
            <p:grpSpPr bwMode="auto">
              <a:xfrm>
                <a:off x="3325" y="3288"/>
                <a:ext cx="295" cy="1"/>
                <a:chOff x="3325" y="3288"/>
                <a:chExt cx="295" cy="1"/>
              </a:xfrm>
            </p:grpSpPr>
            <p:sp>
              <p:nvSpPr>
                <p:cNvPr id="57133" name="Line 786"/>
                <p:cNvSpPr>
                  <a:spLocks noChangeShapeType="1"/>
                </p:cNvSpPr>
                <p:nvPr/>
              </p:nvSpPr>
              <p:spPr bwMode="auto">
                <a:xfrm>
                  <a:off x="3325"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134" name="Line 787"/>
                <p:cNvSpPr>
                  <a:spLocks noChangeShapeType="1"/>
                </p:cNvSpPr>
                <p:nvPr/>
              </p:nvSpPr>
              <p:spPr bwMode="auto">
                <a:xfrm>
                  <a:off x="3381"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135" name="Line 788"/>
                <p:cNvSpPr>
                  <a:spLocks noChangeShapeType="1"/>
                </p:cNvSpPr>
                <p:nvPr/>
              </p:nvSpPr>
              <p:spPr bwMode="auto">
                <a:xfrm>
                  <a:off x="3437"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136" name="Line 789"/>
                <p:cNvSpPr>
                  <a:spLocks noChangeShapeType="1"/>
                </p:cNvSpPr>
                <p:nvPr/>
              </p:nvSpPr>
              <p:spPr bwMode="auto">
                <a:xfrm>
                  <a:off x="3493" y="3288"/>
                  <a:ext cx="23"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137" name="Line 790"/>
                <p:cNvSpPr>
                  <a:spLocks noChangeShapeType="1"/>
                </p:cNvSpPr>
                <p:nvPr/>
              </p:nvSpPr>
              <p:spPr bwMode="auto">
                <a:xfrm>
                  <a:off x="3548"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138" name="Line 791"/>
                <p:cNvSpPr>
                  <a:spLocks noChangeShapeType="1"/>
                </p:cNvSpPr>
                <p:nvPr/>
              </p:nvSpPr>
              <p:spPr bwMode="auto">
                <a:xfrm>
                  <a:off x="3604" y="3288"/>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698" name="Group 792"/>
            <p:cNvGrpSpPr>
              <a:grpSpLocks/>
            </p:cNvGrpSpPr>
            <p:nvPr/>
          </p:nvGrpSpPr>
          <p:grpSpPr bwMode="auto">
            <a:xfrm>
              <a:off x="3780" y="3256"/>
              <a:ext cx="415" cy="56"/>
              <a:chOff x="3780" y="3256"/>
              <a:chExt cx="415" cy="56"/>
            </a:xfrm>
          </p:grpSpPr>
          <p:sp>
            <p:nvSpPr>
              <p:cNvPr id="57123" name="Freeform 793"/>
              <p:cNvSpPr>
                <a:spLocks/>
              </p:cNvSpPr>
              <p:nvPr/>
            </p:nvSpPr>
            <p:spPr bwMode="auto">
              <a:xfrm>
                <a:off x="4083" y="325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rgbClr val="808080"/>
              </a:solidFill>
              <a:ln w="9525">
                <a:solidFill>
                  <a:srgbClr val="808080"/>
                </a:solidFill>
                <a:round/>
                <a:headEnd/>
                <a:tailEnd/>
              </a:ln>
            </p:spPr>
            <p:txBody>
              <a:bodyPr/>
              <a:lstStyle/>
              <a:p>
                <a:endParaRPr lang="en-US"/>
              </a:p>
            </p:txBody>
          </p:sp>
          <p:grpSp>
            <p:nvGrpSpPr>
              <p:cNvPr id="57124" name="Group 794"/>
              <p:cNvGrpSpPr>
                <a:grpSpLocks/>
              </p:cNvGrpSpPr>
              <p:nvPr/>
            </p:nvGrpSpPr>
            <p:grpSpPr bwMode="auto">
              <a:xfrm>
                <a:off x="3780" y="3288"/>
                <a:ext cx="295" cy="1"/>
                <a:chOff x="3780" y="3288"/>
                <a:chExt cx="295" cy="1"/>
              </a:xfrm>
            </p:grpSpPr>
            <p:sp>
              <p:nvSpPr>
                <p:cNvPr id="57125" name="Line 795"/>
                <p:cNvSpPr>
                  <a:spLocks noChangeShapeType="1"/>
                </p:cNvSpPr>
                <p:nvPr/>
              </p:nvSpPr>
              <p:spPr bwMode="auto">
                <a:xfrm>
                  <a:off x="3780"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126" name="Line 796"/>
                <p:cNvSpPr>
                  <a:spLocks noChangeShapeType="1"/>
                </p:cNvSpPr>
                <p:nvPr/>
              </p:nvSpPr>
              <p:spPr bwMode="auto">
                <a:xfrm>
                  <a:off x="3836"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127" name="Line 797"/>
                <p:cNvSpPr>
                  <a:spLocks noChangeShapeType="1"/>
                </p:cNvSpPr>
                <p:nvPr/>
              </p:nvSpPr>
              <p:spPr bwMode="auto">
                <a:xfrm>
                  <a:off x="3892"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128" name="Line 798"/>
                <p:cNvSpPr>
                  <a:spLocks noChangeShapeType="1"/>
                </p:cNvSpPr>
                <p:nvPr/>
              </p:nvSpPr>
              <p:spPr bwMode="auto">
                <a:xfrm>
                  <a:off x="3948"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129" name="Line 799"/>
                <p:cNvSpPr>
                  <a:spLocks noChangeShapeType="1"/>
                </p:cNvSpPr>
                <p:nvPr/>
              </p:nvSpPr>
              <p:spPr bwMode="auto">
                <a:xfrm>
                  <a:off x="4004" y="3288"/>
                  <a:ext cx="23"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130" name="Line 800"/>
                <p:cNvSpPr>
                  <a:spLocks noChangeShapeType="1"/>
                </p:cNvSpPr>
                <p:nvPr/>
              </p:nvSpPr>
              <p:spPr bwMode="auto">
                <a:xfrm>
                  <a:off x="4059" y="3288"/>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699" name="Group 801"/>
            <p:cNvGrpSpPr>
              <a:grpSpLocks/>
            </p:cNvGrpSpPr>
            <p:nvPr/>
          </p:nvGrpSpPr>
          <p:grpSpPr bwMode="auto">
            <a:xfrm>
              <a:off x="4251" y="3256"/>
              <a:ext cx="415" cy="56"/>
              <a:chOff x="4251" y="3256"/>
              <a:chExt cx="415" cy="56"/>
            </a:xfrm>
          </p:grpSpPr>
          <p:sp>
            <p:nvSpPr>
              <p:cNvPr id="57115" name="Freeform 802"/>
              <p:cNvSpPr>
                <a:spLocks/>
              </p:cNvSpPr>
              <p:nvPr/>
            </p:nvSpPr>
            <p:spPr bwMode="auto">
              <a:xfrm>
                <a:off x="4554" y="325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rgbClr val="808080"/>
              </a:solidFill>
              <a:ln w="9525">
                <a:solidFill>
                  <a:srgbClr val="808080"/>
                </a:solidFill>
                <a:round/>
                <a:headEnd/>
                <a:tailEnd/>
              </a:ln>
            </p:spPr>
            <p:txBody>
              <a:bodyPr/>
              <a:lstStyle/>
              <a:p>
                <a:endParaRPr lang="en-US"/>
              </a:p>
            </p:txBody>
          </p:sp>
          <p:grpSp>
            <p:nvGrpSpPr>
              <p:cNvPr id="57116" name="Group 803"/>
              <p:cNvGrpSpPr>
                <a:grpSpLocks/>
              </p:cNvGrpSpPr>
              <p:nvPr/>
            </p:nvGrpSpPr>
            <p:grpSpPr bwMode="auto">
              <a:xfrm>
                <a:off x="4251" y="3288"/>
                <a:ext cx="295" cy="1"/>
                <a:chOff x="4251" y="3288"/>
                <a:chExt cx="295" cy="1"/>
              </a:xfrm>
            </p:grpSpPr>
            <p:sp>
              <p:nvSpPr>
                <p:cNvPr id="57117" name="Line 804"/>
                <p:cNvSpPr>
                  <a:spLocks noChangeShapeType="1"/>
                </p:cNvSpPr>
                <p:nvPr/>
              </p:nvSpPr>
              <p:spPr bwMode="auto">
                <a:xfrm>
                  <a:off x="4251"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118" name="Line 805"/>
                <p:cNvSpPr>
                  <a:spLocks noChangeShapeType="1"/>
                </p:cNvSpPr>
                <p:nvPr/>
              </p:nvSpPr>
              <p:spPr bwMode="auto">
                <a:xfrm>
                  <a:off x="4307"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119" name="Line 806"/>
                <p:cNvSpPr>
                  <a:spLocks noChangeShapeType="1"/>
                </p:cNvSpPr>
                <p:nvPr/>
              </p:nvSpPr>
              <p:spPr bwMode="auto">
                <a:xfrm>
                  <a:off x="4363"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120" name="Line 807"/>
                <p:cNvSpPr>
                  <a:spLocks noChangeShapeType="1"/>
                </p:cNvSpPr>
                <p:nvPr/>
              </p:nvSpPr>
              <p:spPr bwMode="auto">
                <a:xfrm>
                  <a:off x="4419"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121" name="Line 808"/>
                <p:cNvSpPr>
                  <a:spLocks noChangeShapeType="1"/>
                </p:cNvSpPr>
                <p:nvPr/>
              </p:nvSpPr>
              <p:spPr bwMode="auto">
                <a:xfrm>
                  <a:off x="4475" y="3288"/>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122" name="Line 809"/>
                <p:cNvSpPr>
                  <a:spLocks noChangeShapeType="1"/>
                </p:cNvSpPr>
                <p:nvPr/>
              </p:nvSpPr>
              <p:spPr bwMode="auto">
                <a:xfrm>
                  <a:off x="4530" y="3288"/>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700" name="Group 810"/>
            <p:cNvGrpSpPr>
              <a:grpSpLocks/>
            </p:cNvGrpSpPr>
            <p:nvPr/>
          </p:nvGrpSpPr>
          <p:grpSpPr bwMode="auto">
            <a:xfrm>
              <a:off x="3325" y="3567"/>
              <a:ext cx="415" cy="56"/>
              <a:chOff x="3325" y="3567"/>
              <a:chExt cx="415" cy="56"/>
            </a:xfrm>
          </p:grpSpPr>
          <p:sp>
            <p:nvSpPr>
              <p:cNvPr id="57107" name="Freeform 811"/>
              <p:cNvSpPr>
                <a:spLocks/>
              </p:cNvSpPr>
              <p:nvPr/>
            </p:nvSpPr>
            <p:spPr bwMode="auto">
              <a:xfrm>
                <a:off x="3628" y="3567"/>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rgbClr val="808080"/>
              </a:solidFill>
              <a:ln w="9525">
                <a:solidFill>
                  <a:srgbClr val="808080"/>
                </a:solidFill>
                <a:round/>
                <a:headEnd/>
                <a:tailEnd/>
              </a:ln>
            </p:spPr>
            <p:txBody>
              <a:bodyPr/>
              <a:lstStyle/>
              <a:p>
                <a:endParaRPr lang="en-US"/>
              </a:p>
            </p:txBody>
          </p:sp>
          <p:grpSp>
            <p:nvGrpSpPr>
              <p:cNvPr id="57108" name="Group 812"/>
              <p:cNvGrpSpPr>
                <a:grpSpLocks/>
              </p:cNvGrpSpPr>
              <p:nvPr/>
            </p:nvGrpSpPr>
            <p:grpSpPr bwMode="auto">
              <a:xfrm>
                <a:off x="3325" y="3599"/>
                <a:ext cx="295" cy="1"/>
                <a:chOff x="3325" y="3599"/>
                <a:chExt cx="295" cy="1"/>
              </a:xfrm>
            </p:grpSpPr>
            <p:sp>
              <p:nvSpPr>
                <p:cNvPr id="57109" name="Line 813"/>
                <p:cNvSpPr>
                  <a:spLocks noChangeShapeType="1"/>
                </p:cNvSpPr>
                <p:nvPr/>
              </p:nvSpPr>
              <p:spPr bwMode="auto">
                <a:xfrm>
                  <a:off x="3325" y="3599"/>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110" name="Line 814"/>
                <p:cNvSpPr>
                  <a:spLocks noChangeShapeType="1"/>
                </p:cNvSpPr>
                <p:nvPr/>
              </p:nvSpPr>
              <p:spPr bwMode="auto">
                <a:xfrm>
                  <a:off x="3381" y="3599"/>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111" name="Line 815"/>
                <p:cNvSpPr>
                  <a:spLocks noChangeShapeType="1"/>
                </p:cNvSpPr>
                <p:nvPr/>
              </p:nvSpPr>
              <p:spPr bwMode="auto">
                <a:xfrm>
                  <a:off x="3437" y="3599"/>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112" name="Line 816"/>
                <p:cNvSpPr>
                  <a:spLocks noChangeShapeType="1"/>
                </p:cNvSpPr>
                <p:nvPr/>
              </p:nvSpPr>
              <p:spPr bwMode="auto">
                <a:xfrm>
                  <a:off x="3493" y="3599"/>
                  <a:ext cx="23"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113" name="Line 817"/>
                <p:cNvSpPr>
                  <a:spLocks noChangeShapeType="1"/>
                </p:cNvSpPr>
                <p:nvPr/>
              </p:nvSpPr>
              <p:spPr bwMode="auto">
                <a:xfrm>
                  <a:off x="3548" y="3599"/>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114" name="Line 818"/>
                <p:cNvSpPr>
                  <a:spLocks noChangeShapeType="1"/>
                </p:cNvSpPr>
                <p:nvPr/>
              </p:nvSpPr>
              <p:spPr bwMode="auto">
                <a:xfrm>
                  <a:off x="3604" y="3599"/>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701" name="Group 819"/>
            <p:cNvGrpSpPr>
              <a:grpSpLocks/>
            </p:cNvGrpSpPr>
            <p:nvPr/>
          </p:nvGrpSpPr>
          <p:grpSpPr bwMode="auto">
            <a:xfrm>
              <a:off x="3788" y="3567"/>
              <a:ext cx="415" cy="56"/>
              <a:chOff x="3788" y="3567"/>
              <a:chExt cx="415" cy="56"/>
            </a:xfrm>
          </p:grpSpPr>
          <p:sp>
            <p:nvSpPr>
              <p:cNvPr id="57099" name="Freeform 820"/>
              <p:cNvSpPr>
                <a:spLocks/>
              </p:cNvSpPr>
              <p:nvPr/>
            </p:nvSpPr>
            <p:spPr bwMode="auto">
              <a:xfrm>
                <a:off x="4091"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rgbClr val="808080"/>
              </a:solidFill>
              <a:ln w="9525">
                <a:solidFill>
                  <a:srgbClr val="808080"/>
                </a:solidFill>
                <a:round/>
                <a:headEnd/>
                <a:tailEnd/>
              </a:ln>
            </p:spPr>
            <p:txBody>
              <a:bodyPr/>
              <a:lstStyle/>
              <a:p>
                <a:endParaRPr lang="en-US"/>
              </a:p>
            </p:txBody>
          </p:sp>
          <p:grpSp>
            <p:nvGrpSpPr>
              <p:cNvPr id="57100" name="Group 821"/>
              <p:cNvGrpSpPr>
                <a:grpSpLocks/>
              </p:cNvGrpSpPr>
              <p:nvPr/>
            </p:nvGrpSpPr>
            <p:grpSpPr bwMode="auto">
              <a:xfrm>
                <a:off x="3788" y="3591"/>
                <a:ext cx="295" cy="1"/>
                <a:chOff x="3788" y="3591"/>
                <a:chExt cx="295" cy="1"/>
              </a:xfrm>
            </p:grpSpPr>
            <p:sp>
              <p:nvSpPr>
                <p:cNvPr id="57101" name="Line 822"/>
                <p:cNvSpPr>
                  <a:spLocks noChangeShapeType="1"/>
                </p:cNvSpPr>
                <p:nvPr/>
              </p:nvSpPr>
              <p:spPr bwMode="auto">
                <a:xfrm>
                  <a:off x="3788"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102" name="Line 823"/>
                <p:cNvSpPr>
                  <a:spLocks noChangeShapeType="1"/>
                </p:cNvSpPr>
                <p:nvPr/>
              </p:nvSpPr>
              <p:spPr bwMode="auto">
                <a:xfrm>
                  <a:off x="3844"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103" name="Line 824"/>
                <p:cNvSpPr>
                  <a:spLocks noChangeShapeType="1"/>
                </p:cNvSpPr>
                <p:nvPr/>
              </p:nvSpPr>
              <p:spPr bwMode="auto">
                <a:xfrm>
                  <a:off x="3900"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104" name="Line 825"/>
                <p:cNvSpPr>
                  <a:spLocks noChangeShapeType="1"/>
                </p:cNvSpPr>
                <p:nvPr/>
              </p:nvSpPr>
              <p:spPr bwMode="auto">
                <a:xfrm>
                  <a:off x="3956"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105" name="Line 826"/>
                <p:cNvSpPr>
                  <a:spLocks noChangeShapeType="1"/>
                </p:cNvSpPr>
                <p:nvPr/>
              </p:nvSpPr>
              <p:spPr bwMode="auto">
                <a:xfrm>
                  <a:off x="4011"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106" name="Line 827"/>
                <p:cNvSpPr>
                  <a:spLocks noChangeShapeType="1"/>
                </p:cNvSpPr>
                <p:nvPr/>
              </p:nvSpPr>
              <p:spPr bwMode="auto">
                <a:xfrm>
                  <a:off x="4067" y="3591"/>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702" name="Group 828"/>
            <p:cNvGrpSpPr>
              <a:grpSpLocks/>
            </p:cNvGrpSpPr>
            <p:nvPr/>
          </p:nvGrpSpPr>
          <p:grpSpPr bwMode="auto">
            <a:xfrm>
              <a:off x="4243" y="3567"/>
              <a:ext cx="415" cy="56"/>
              <a:chOff x="4243" y="3567"/>
              <a:chExt cx="415" cy="56"/>
            </a:xfrm>
          </p:grpSpPr>
          <p:sp>
            <p:nvSpPr>
              <p:cNvPr id="57091" name="Freeform 829"/>
              <p:cNvSpPr>
                <a:spLocks/>
              </p:cNvSpPr>
              <p:nvPr/>
            </p:nvSpPr>
            <p:spPr bwMode="auto">
              <a:xfrm>
                <a:off x="4546" y="3567"/>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rgbClr val="808080"/>
              </a:solidFill>
              <a:ln w="9525">
                <a:solidFill>
                  <a:srgbClr val="808080"/>
                </a:solidFill>
                <a:round/>
                <a:headEnd/>
                <a:tailEnd/>
              </a:ln>
            </p:spPr>
            <p:txBody>
              <a:bodyPr/>
              <a:lstStyle/>
              <a:p>
                <a:endParaRPr lang="en-US"/>
              </a:p>
            </p:txBody>
          </p:sp>
          <p:grpSp>
            <p:nvGrpSpPr>
              <p:cNvPr id="57092" name="Group 830"/>
              <p:cNvGrpSpPr>
                <a:grpSpLocks/>
              </p:cNvGrpSpPr>
              <p:nvPr/>
            </p:nvGrpSpPr>
            <p:grpSpPr bwMode="auto">
              <a:xfrm>
                <a:off x="4243" y="3599"/>
                <a:ext cx="295" cy="1"/>
                <a:chOff x="4243" y="3599"/>
                <a:chExt cx="295" cy="1"/>
              </a:xfrm>
            </p:grpSpPr>
            <p:sp>
              <p:nvSpPr>
                <p:cNvPr id="57093" name="Line 831"/>
                <p:cNvSpPr>
                  <a:spLocks noChangeShapeType="1"/>
                </p:cNvSpPr>
                <p:nvPr/>
              </p:nvSpPr>
              <p:spPr bwMode="auto">
                <a:xfrm>
                  <a:off x="4243" y="3599"/>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094" name="Line 832"/>
                <p:cNvSpPr>
                  <a:spLocks noChangeShapeType="1"/>
                </p:cNvSpPr>
                <p:nvPr/>
              </p:nvSpPr>
              <p:spPr bwMode="auto">
                <a:xfrm>
                  <a:off x="4299" y="3599"/>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095" name="Line 833"/>
                <p:cNvSpPr>
                  <a:spLocks noChangeShapeType="1"/>
                </p:cNvSpPr>
                <p:nvPr/>
              </p:nvSpPr>
              <p:spPr bwMode="auto">
                <a:xfrm>
                  <a:off x="4355" y="3599"/>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096" name="Line 834"/>
                <p:cNvSpPr>
                  <a:spLocks noChangeShapeType="1"/>
                </p:cNvSpPr>
                <p:nvPr/>
              </p:nvSpPr>
              <p:spPr bwMode="auto">
                <a:xfrm>
                  <a:off x="4411" y="3599"/>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097" name="Line 835"/>
                <p:cNvSpPr>
                  <a:spLocks noChangeShapeType="1"/>
                </p:cNvSpPr>
                <p:nvPr/>
              </p:nvSpPr>
              <p:spPr bwMode="auto">
                <a:xfrm>
                  <a:off x="4467" y="3599"/>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098" name="Line 836"/>
                <p:cNvSpPr>
                  <a:spLocks noChangeShapeType="1"/>
                </p:cNvSpPr>
                <p:nvPr/>
              </p:nvSpPr>
              <p:spPr bwMode="auto">
                <a:xfrm>
                  <a:off x="4522" y="3599"/>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703" name="Group 837"/>
            <p:cNvGrpSpPr>
              <a:grpSpLocks/>
            </p:cNvGrpSpPr>
            <p:nvPr/>
          </p:nvGrpSpPr>
          <p:grpSpPr bwMode="auto">
            <a:xfrm>
              <a:off x="3788" y="2376"/>
              <a:ext cx="886" cy="290"/>
              <a:chOff x="3788" y="2376"/>
              <a:chExt cx="886" cy="290"/>
            </a:xfrm>
          </p:grpSpPr>
          <p:sp>
            <p:nvSpPr>
              <p:cNvPr id="57089" name="Freeform 838"/>
              <p:cNvSpPr>
                <a:spLocks/>
              </p:cNvSpPr>
              <p:nvPr/>
            </p:nvSpPr>
            <p:spPr bwMode="auto">
              <a:xfrm>
                <a:off x="4530" y="2594"/>
                <a:ext cx="144" cy="72"/>
              </a:xfrm>
              <a:custGeom>
                <a:avLst/>
                <a:gdLst>
                  <a:gd name="T0" fmla="*/ 144 w 144"/>
                  <a:gd name="T1" fmla="*/ 72 h 72"/>
                  <a:gd name="T2" fmla="*/ 0 w 144"/>
                  <a:gd name="T3" fmla="*/ 64 h 72"/>
                  <a:gd name="T4" fmla="*/ 16 w 144"/>
                  <a:gd name="T5" fmla="*/ 32 h 72"/>
                  <a:gd name="T6" fmla="*/ 24 w 144"/>
                  <a:gd name="T7" fmla="*/ 0 h 72"/>
                  <a:gd name="T8" fmla="*/ 144 w 144"/>
                  <a:gd name="T9" fmla="*/ 72 h 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4" h="72">
                    <a:moveTo>
                      <a:pt x="144" y="72"/>
                    </a:moveTo>
                    <a:lnTo>
                      <a:pt x="0" y="64"/>
                    </a:lnTo>
                    <a:lnTo>
                      <a:pt x="16" y="32"/>
                    </a:lnTo>
                    <a:lnTo>
                      <a:pt x="24" y="0"/>
                    </a:lnTo>
                    <a:lnTo>
                      <a:pt x="144" y="72"/>
                    </a:lnTo>
                    <a:close/>
                  </a:path>
                </a:pathLst>
              </a:custGeom>
              <a:solidFill>
                <a:srgbClr val="808080"/>
              </a:solidFill>
              <a:ln w="9525">
                <a:solidFill>
                  <a:srgbClr val="808080"/>
                </a:solidFill>
                <a:round/>
                <a:headEnd/>
                <a:tailEnd/>
              </a:ln>
            </p:spPr>
            <p:txBody>
              <a:bodyPr/>
              <a:lstStyle/>
              <a:p>
                <a:endParaRPr lang="en-US"/>
              </a:p>
            </p:txBody>
          </p:sp>
          <p:sp>
            <p:nvSpPr>
              <p:cNvPr id="57090" name="Line 839"/>
              <p:cNvSpPr>
                <a:spLocks noChangeShapeType="1"/>
              </p:cNvSpPr>
              <p:nvPr/>
            </p:nvSpPr>
            <p:spPr bwMode="auto">
              <a:xfrm>
                <a:off x="3788" y="2376"/>
                <a:ext cx="766" cy="252"/>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04" name="Group 840"/>
            <p:cNvGrpSpPr>
              <a:grpSpLocks/>
            </p:cNvGrpSpPr>
            <p:nvPr/>
          </p:nvGrpSpPr>
          <p:grpSpPr bwMode="auto">
            <a:xfrm>
              <a:off x="3309" y="2084"/>
              <a:ext cx="1381" cy="1507"/>
              <a:chOff x="3309" y="2084"/>
              <a:chExt cx="1381" cy="1507"/>
            </a:xfrm>
          </p:grpSpPr>
          <p:sp>
            <p:nvSpPr>
              <p:cNvPr id="57087" name="Freeform 841"/>
              <p:cNvSpPr>
                <a:spLocks/>
              </p:cNvSpPr>
              <p:nvPr/>
            </p:nvSpPr>
            <p:spPr bwMode="auto">
              <a:xfrm>
                <a:off x="4570" y="2084"/>
                <a:ext cx="120" cy="119"/>
              </a:xfrm>
              <a:custGeom>
                <a:avLst/>
                <a:gdLst>
                  <a:gd name="T0" fmla="*/ 120 w 120"/>
                  <a:gd name="T1" fmla="*/ 0 h 119"/>
                  <a:gd name="T2" fmla="*/ 56 w 120"/>
                  <a:gd name="T3" fmla="*/ 119 h 119"/>
                  <a:gd name="T4" fmla="*/ 24 w 120"/>
                  <a:gd name="T5" fmla="*/ 96 h 119"/>
                  <a:gd name="T6" fmla="*/ 0 w 120"/>
                  <a:gd name="T7" fmla="*/ 72 h 119"/>
                  <a:gd name="T8" fmla="*/ 120 w 120"/>
                  <a:gd name="T9" fmla="*/ 0 h 1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 h="119">
                    <a:moveTo>
                      <a:pt x="120" y="0"/>
                    </a:moveTo>
                    <a:lnTo>
                      <a:pt x="56" y="119"/>
                    </a:lnTo>
                    <a:lnTo>
                      <a:pt x="24" y="96"/>
                    </a:lnTo>
                    <a:lnTo>
                      <a:pt x="0" y="72"/>
                    </a:lnTo>
                    <a:lnTo>
                      <a:pt x="120" y="0"/>
                    </a:lnTo>
                    <a:close/>
                  </a:path>
                </a:pathLst>
              </a:custGeom>
              <a:solidFill>
                <a:srgbClr val="808080"/>
              </a:solidFill>
              <a:ln w="9525">
                <a:solidFill>
                  <a:srgbClr val="808080"/>
                </a:solidFill>
                <a:round/>
                <a:headEnd/>
                <a:tailEnd/>
              </a:ln>
            </p:spPr>
            <p:txBody>
              <a:bodyPr/>
              <a:lstStyle/>
              <a:p>
                <a:endParaRPr lang="en-US"/>
              </a:p>
            </p:txBody>
          </p:sp>
          <p:sp>
            <p:nvSpPr>
              <p:cNvPr id="57088" name="Line 842"/>
              <p:cNvSpPr>
                <a:spLocks noChangeShapeType="1"/>
              </p:cNvSpPr>
              <p:nvPr/>
            </p:nvSpPr>
            <p:spPr bwMode="auto">
              <a:xfrm flipV="1">
                <a:off x="3309" y="2172"/>
                <a:ext cx="1291" cy="1419"/>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05" name="Group 843"/>
            <p:cNvGrpSpPr>
              <a:grpSpLocks/>
            </p:cNvGrpSpPr>
            <p:nvPr/>
          </p:nvGrpSpPr>
          <p:grpSpPr bwMode="auto">
            <a:xfrm>
              <a:off x="3773" y="2076"/>
              <a:ext cx="909" cy="893"/>
              <a:chOff x="3773" y="2076"/>
              <a:chExt cx="909" cy="893"/>
            </a:xfrm>
          </p:grpSpPr>
          <p:sp>
            <p:nvSpPr>
              <p:cNvPr id="57085" name="Freeform 844"/>
              <p:cNvSpPr>
                <a:spLocks/>
              </p:cNvSpPr>
              <p:nvPr/>
            </p:nvSpPr>
            <p:spPr bwMode="auto">
              <a:xfrm>
                <a:off x="4562" y="2850"/>
                <a:ext cx="120" cy="119"/>
              </a:xfrm>
              <a:custGeom>
                <a:avLst/>
                <a:gdLst>
                  <a:gd name="T0" fmla="*/ 120 w 120"/>
                  <a:gd name="T1" fmla="*/ 119 h 119"/>
                  <a:gd name="T2" fmla="*/ 0 w 120"/>
                  <a:gd name="T3" fmla="*/ 47 h 119"/>
                  <a:gd name="T4" fmla="*/ 24 w 120"/>
                  <a:gd name="T5" fmla="*/ 23 h 119"/>
                  <a:gd name="T6" fmla="*/ 48 w 120"/>
                  <a:gd name="T7" fmla="*/ 0 h 119"/>
                  <a:gd name="T8" fmla="*/ 120 w 120"/>
                  <a:gd name="T9" fmla="*/ 119 h 1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 h="119">
                    <a:moveTo>
                      <a:pt x="120" y="119"/>
                    </a:moveTo>
                    <a:lnTo>
                      <a:pt x="0" y="47"/>
                    </a:lnTo>
                    <a:lnTo>
                      <a:pt x="24" y="23"/>
                    </a:lnTo>
                    <a:lnTo>
                      <a:pt x="48" y="0"/>
                    </a:lnTo>
                    <a:lnTo>
                      <a:pt x="120" y="119"/>
                    </a:lnTo>
                    <a:close/>
                  </a:path>
                </a:pathLst>
              </a:custGeom>
              <a:solidFill>
                <a:srgbClr val="808080"/>
              </a:solidFill>
              <a:ln w="9525">
                <a:solidFill>
                  <a:srgbClr val="808080"/>
                </a:solidFill>
                <a:round/>
                <a:headEnd/>
                <a:tailEnd/>
              </a:ln>
            </p:spPr>
            <p:txBody>
              <a:bodyPr/>
              <a:lstStyle/>
              <a:p>
                <a:endParaRPr lang="en-US"/>
              </a:p>
            </p:txBody>
          </p:sp>
          <p:sp>
            <p:nvSpPr>
              <p:cNvPr id="57086" name="Line 845"/>
              <p:cNvSpPr>
                <a:spLocks noChangeShapeType="1"/>
              </p:cNvSpPr>
              <p:nvPr/>
            </p:nvSpPr>
            <p:spPr bwMode="auto">
              <a:xfrm>
                <a:off x="3773" y="2076"/>
                <a:ext cx="821" cy="804"/>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06" name="Group 846"/>
            <p:cNvGrpSpPr>
              <a:grpSpLocks/>
            </p:cNvGrpSpPr>
            <p:nvPr/>
          </p:nvGrpSpPr>
          <p:grpSpPr bwMode="auto">
            <a:xfrm>
              <a:off x="3317" y="2379"/>
              <a:ext cx="910" cy="893"/>
              <a:chOff x="3317" y="2379"/>
              <a:chExt cx="910" cy="893"/>
            </a:xfrm>
          </p:grpSpPr>
          <p:sp>
            <p:nvSpPr>
              <p:cNvPr id="57083" name="Freeform 847"/>
              <p:cNvSpPr>
                <a:spLocks/>
              </p:cNvSpPr>
              <p:nvPr/>
            </p:nvSpPr>
            <p:spPr bwMode="auto">
              <a:xfrm>
                <a:off x="4107" y="3153"/>
                <a:ext cx="120" cy="119"/>
              </a:xfrm>
              <a:custGeom>
                <a:avLst/>
                <a:gdLst>
                  <a:gd name="T0" fmla="*/ 120 w 120"/>
                  <a:gd name="T1" fmla="*/ 119 h 119"/>
                  <a:gd name="T2" fmla="*/ 0 w 120"/>
                  <a:gd name="T3" fmla="*/ 48 h 119"/>
                  <a:gd name="T4" fmla="*/ 24 w 120"/>
                  <a:gd name="T5" fmla="*/ 24 h 119"/>
                  <a:gd name="T6" fmla="*/ 48 w 120"/>
                  <a:gd name="T7" fmla="*/ 0 h 119"/>
                  <a:gd name="T8" fmla="*/ 120 w 120"/>
                  <a:gd name="T9" fmla="*/ 119 h 1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 h="119">
                    <a:moveTo>
                      <a:pt x="120" y="119"/>
                    </a:moveTo>
                    <a:lnTo>
                      <a:pt x="0" y="48"/>
                    </a:lnTo>
                    <a:lnTo>
                      <a:pt x="24" y="24"/>
                    </a:lnTo>
                    <a:lnTo>
                      <a:pt x="48" y="0"/>
                    </a:lnTo>
                    <a:lnTo>
                      <a:pt x="120" y="119"/>
                    </a:lnTo>
                    <a:close/>
                  </a:path>
                </a:pathLst>
              </a:custGeom>
              <a:solidFill>
                <a:srgbClr val="808080"/>
              </a:solidFill>
              <a:ln w="9525">
                <a:solidFill>
                  <a:srgbClr val="808080"/>
                </a:solidFill>
                <a:round/>
                <a:headEnd/>
                <a:tailEnd/>
              </a:ln>
            </p:spPr>
            <p:txBody>
              <a:bodyPr/>
              <a:lstStyle/>
              <a:p>
                <a:endParaRPr lang="en-US"/>
              </a:p>
            </p:txBody>
          </p:sp>
          <p:sp>
            <p:nvSpPr>
              <p:cNvPr id="57084" name="Line 848"/>
              <p:cNvSpPr>
                <a:spLocks noChangeShapeType="1"/>
              </p:cNvSpPr>
              <p:nvPr/>
            </p:nvSpPr>
            <p:spPr bwMode="auto">
              <a:xfrm>
                <a:off x="3317" y="2379"/>
                <a:ext cx="822" cy="804"/>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07" name="Group 849"/>
            <p:cNvGrpSpPr>
              <a:grpSpLocks/>
            </p:cNvGrpSpPr>
            <p:nvPr/>
          </p:nvGrpSpPr>
          <p:grpSpPr bwMode="auto">
            <a:xfrm>
              <a:off x="2878" y="1725"/>
              <a:ext cx="415" cy="56"/>
              <a:chOff x="2878" y="1725"/>
              <a:chExt cx="415" cy="56"/>
            </a:xfrm>
          </p:grpSpPr>
          <p:sp>
            <p:nvSpPr>
              <p:cNvPr id="57075" name="Freeform 850"/>
              <p:cNvSpPr>
                <a:spLocks/>
              </p:cNvSpPr>
              <p:nvPr/>
            </p:nvSpPr>
            <p:spPr bwMode="auto">
              <a:xfrm>
                <a:off x="3181" y="1725"/>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rgbClr val="808080"/>
              </a:solidFill>
              <a:ln w="9525">
                <a:solidFill>
                  <a:srgbClr val="808080"/>
                </a:solidFill>
                <a:round/>
                <a:headEnd/>
                <a:tailEnd/>
              </a:ln>
            </p:spPr>
            <p:txBody>
              <a:bodyPr/>
              <a:lstStyle/>
              <a:p>
                <a:endParaRPr lang="en-US"/>
              </a:p>
            </p:txBody>
          </p:sp>
          <p:grpSp>
            <p:nvGrpSpPr>
              <p:cNvPr id="57076" name="Group 851"/>
              <p:cNvGrpSpPr>
                <a:grpSpLocks/>
              </p:cNvGrpSpPr>
              <p:nvPr/>
            </p:nvGrpSpPr>
            <p:grpSpPr bwMode="auto">
              <a:xfrm>
                <a:off x="2878" y="1757"/>
                <a:ext cx="295" cy="1"/>
                <a:chOff x="2878" y="1757"/>
                <a:chExt cx="295" cy="1"/>
              </a:xfrm>
            </p:grpSpPr>
            <p:sp>
              <p:nvSpPr>
                <p:cNvPr id="57077" name="Line 852"/>
                <p:cNvSpPr>
                  <a:spLocks noChangeShapeType="1"/>
                </p:cNvSpPr>
                <p:nvPr/>
              </p:nvSpPr>
              <p:spPr bwMode="auto">
                <a:xfrm>
                  <a:off x="2878"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078" name="Line 853"/>
                <p:cNvSpPr>
                  <a:spLocks noChangeShapeType="1"/>
                </p:cNvSpPr>
                <p:nvPr/>
              </p:nvSpPr>
              <p:spPr bwMode="auto">
                <a:xfrm>
                  <a:off x="2934"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079" name="Line 854"/>
                <p:cNvSpPr>
                  <a:spLocks noChangeShapeType="1"/>
                </p:cNvSpPr>
                <p:nvPr/>
              </p:nvSpPr>
              <p:spPr bwMode="auto">
                <a:xfrm>
                  <a:off x="2990" y="1757"/>
                  <a:ext cx="23"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080" name="Line 855"/>
                <p:cNvSpPr>
                  <a:spLocks noChangeShapeType="1"/>
                </p:cNvSpPr>
                <p:nvPr/>
              </p:nvSpPr>
              <p:spPr bwMode="auto">
                <a:xfrm>
                  <a:off x="3045"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081" name="Line 856"/>
                <p:cNvSpPr>
                  <a:spLocks noChangeShapeType="1"/>
                </p:cNvSpPr>
                <p:nvPr/>
              </p:nvSpPr>
              <p:spPr bwMode="auto">
                <a:xfrm>
                  <a:off x="3101" y="1757"/>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082" name="Line 857"/>
                <p:cNvSpPr>
                  <a:spLocks noChangeShapeType="1"/>
                </p:cNvSpPr>
                <p:nvPr/>
              </p:nvSpPr>
              <p:spPr bwMode="auto">
                <a:xfrm>
                  <a:off x="3157" y="1757"/>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708" name="Group 858"/>
            <p:cNvGrpSpPr>
              <a:grpSpLocks/>
            </p:cNvGrpSpPr>
            <p:nvPr/>
          </p:nvGrpSpPr>
          <p:grpSpPr bwMode="auto">
            <a:xfrm>
              <a:off x="2878" y="2036"/>
              <a:ext cx="415" cy="56"/>
              <a:chOff x="2878" y="2036"/>
              <a:chExt cx="415" cy="56"/>
            </a:xfrm>
          </p:grpSpPr>
          <p:sp>
            <p:nvSpPr>
              <p:cNvPr id="57067" name="Freeform 859"/>
              <p:cNvSpPr>
                <a:spLocks/>
              </p:cNvSpPr>
              <p:nvPr/>
            </p:nvSpPr>
            <p:spPr bwMode="auto">
              <a:xfrm>
                <a:off x="3181" y="2036"/>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rgbClr val="808080"/>
              </a:solidFill>
              <a:ln w="9525">
                <a:solidFill>
                  <a:srgbClr val="808080"/>
                </a:solidFill>
                <a:round/>
                <a:headEnd/>
                <a:tailEnd/>
              </a:ln>
            </p:spPr>
            <p:txBody>
              <a:bodyPr/>
              <a:lstStyle/>
              <a:p>
                <a:endParaRPr lang="en-US"/>
              </a:p>
            </p:txBody>
          </p:sp>
          <p:grpSp>
            <p:nvGrpSpPr>
              <p:cNvPr id="57068" name="Group 860"/>
              <p:cNvGrpSpPr>
                <a:grpSpLocks/>
              </p:cNvGrpSpPr>
              <p:nvPr/>
            </p:nvGrpSpPr>
            <p:grpSpPr bwMode="auto">
              <a:xfrm>
                <a:off x="2878" y="2060"/>
                <a:ext cx="295" cy="1"/>
                <a:chOff x="2878" y="2060"/>
                <a:chExt cx="295" cy="1"/>
              </a:xfrm>
            </p:grpSpPr>
            <p:sp>
              <p:nvSpPr>
                <p:cNvPr id="57069" name="Line 861"/>
                <p:cNvSpPr>
                  <a:spLocks noChangeShapeType="1"/>
                </p:cNvSpPr>
                <p:nvPr/>
              </p:nvSpPr>
              <p:spPr bwMode="auto">
                <a:xfrm>
                  <a:off x="2878" y="2060"/>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070" name="Line 862"/>
                <p:cNvSpPr>
                  <a:spLocks noChangeShapeType="1"/>
                </p:cNvSpPr>
                <p:nvPr/>
              </p:nvSpPr>
              <p:spPr bwMode="auto">
                <a:xfrm>
                  <a:off x="2934" y="2060"/>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071" name="Line 863"/>
                <p:cNvSpPr>
                  <a:spLocks noChangeShapeType="1"/>
                </p:cNvSpPr>
                <p:nvPr/>
              </p:nvSpPr>
              <p:spPr bwMode="auto">
                <a:xfrm>
                  <a:off x="2990" y="2060"/>
                  <a:ext cx="23"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072" name="Line 864"/>
                <p:cNvSpPr>
                  <a:spLocks noChangeShapeType="1"/>
                </p:cNvSpPr>
                <p:nvPr/>
              </p:nvSpPr>
              <p:spPr bwMode="auto">
                <a:xfrm>
                  <a:off x="3045" y="2060"/>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073" name="Line 865"/>
                <p:cNvSpPr>
                  <a:spLocks noChangeShapeType="1"/>
                </p:cNvSpPr>
                <p:nvPr/>
              </p:nvSpPr>
              <p:spPr bwMode="auto">
                <a:xfrm>
                  <a:off x="3101" y="2060"/>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074" name="Line 866"/>
                <p:cNvSpPr>
                  <a:spLocks noChangeShapeType="1"/>
                </p:cNvSpPr>
                <p:nvPr/>
              </p:nvSpPr>
              <p:spPr bwMode="auto">
                <a:xfrm>
                  <a:off x="3157" y="2060"/>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709" name="Group 867"/>
            <p:cNvGrpSpPr>
              <a:grpSpLocks/>
            </p:cNvGrpSpPr>
            <p:nvPr/>
          </p:nvGrpSpPr>
          <p:grpSpPr bwMode="auto">
            <a:xfrm>
              <a:off x="2886" y="2339"/>
              <a:ext cx="415" cy="56"/>
              <a:chOff x="2886" y="2339"/>
              <a:chExt cx="415" cy="56"/>
            </a:xfrm>
          </p:grpSpPr>
          <p:sp>
            <p:nvSpPr>
              <p:cNvPr id="57059" name="Freeform 868"/>
              <p:cNvSpPr>
                <a:spLocks/>
              </p:cNvSpPr>
              <p:nvPr/>
            </p:nvSpPr>
            <p:spPr bwMode="auto">
              <a:xfrm>
                <a:off x="3189" y="2339"/>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rgbClr val="808080"/>
              </a:solidFill>
              <a:ln w="9525">
                <a:solidFill>
                  <a:srgbClr val="808080"/>
                </a:solidFill>
                <a:round/>
                <a:headEnd/>
                <a:tailEnd/>
              </a:ln>
            </p:spPr>
            <p:txBody>
              <a:bodyPr/>
              <a:lstStyle/>
              <a:p>
                <a:endParaRPr lang="en-US"/>
              </a:p>
            </p:txBody>
          </p:sp>
          <p:grpSp>
            <p:nvGrpSpPr>
              <p:cNvPr id="57060" name="Group 869"/>
              <p:cNvGrpSpPr>
                <a:grpSpLocks/>
              </p:cNvGrpSpPr>
              <p:nvPr/>
            </p:nvGrpSpPr>
            <p:grpSpPr bwMode="auto">
              <a:xfrm>
                <a:off x="2886" y="2371"/>
                <a:ext cx="295" cy="1"/>
                <a:chOff x="2886" y="2371"/>
                <a:chExt cx="295" cy="1"/>
              </a:xfrm>
            </p:grpSpPr>
            <p:sp>
              <p:nvSpPr>
                <p:cNvPr id="57061" name="Line 870"/>
                <p:cNvSpPr>
                  <a:spLocks noChangeShapeType="1"/>
                </p:cNvSpPr>
                <p:nvPr/>
              </p:nvSpPr>
              <p:spPr bwMode="auto">
                <a:xfrm>
                  <a:off x="2886"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062" name="Line 871"/>
                <p:cNvSpPr>
                  <a:spLocks noChangeShapeType="1"/>
                </p:cNvSpPr>
                <p:nvPr/>
              </p:nvSpPr>
              <p:spPr bwMode="auto">
                <a:xfrm>
                  <a:off x="2942"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063" name="Line 872"/>
                <p:cNvSpPr>
                  <a:spLocks noChangeShapeType="1"/>
                </p:cNvSpPr>
                <p:nvPr/>
              </p:nvSpPr>
              <p:spPr bwMode="auto">
                <a:xfrm>
                  <a:off x="2998" y="2371"/>
                  <a:ext cx="23"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064" name="Line 873"/>
                <p:cNvSpPr>
                  <a:spLocks noChangeShapeType="1"/>
                </p:cNvSpPr>
                <p:nvPr/>
              </p:nvSpPr>
              <p:spPr bwMode="auto">
                <a:xfrm>
                  <a:off x="3053"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065" name="Line 874"/>
                <p:cNvSpPr>
                  <a:spLocks noChangeShapeType="1"/>
                </p:cNvSpPr>
                <p:nvPr/>
              </p:nvSpPr>
              <p:spPr bwMode="auto">
                <a:xfrm>
                  <a:off x="3109" y="237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066" name="Line 875"/>
                <p:cNvSpPr>
                  <a:spLocks noChangeShapeType="1"/>
                </p:cNvSpPr>
                <p:nvPr/>
              </p:nvSpPr>
              <p:spPr bwMode="auto">
                <a:xfrm>
                  <a:off x="3165" y="2371"/>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710" name="Group 876"/>
            <p:cNvGrpSpPr>
              <a:grpSpLocks/>
            </p:cNvGrpSpPr>
            <p:nvPr/>
          </p:nvGrpSpPr>
          <p:grpSpPr bwMode="auto">
            <a:xfrm>
              <a:off x="2878" y="2642"/>
              <a:ext cx="415" cy="56"/>
              <a:chOff x="2878" y="2642"/>
              <a:chExt cx="415" cy="56"/>
            </a:xfrm>
          </p:grpSpPr>
          <p:sp>
            <p:nvSpPr>
              <p:cNvPr id="57051" name="Freeform 877"/>
              <p:cNvSpPr>
                <a:spLocks/>
              </p:cNvSpPr>
              <p:nvPr/>
            </p:nvSpPr>
            <p:spPr bwMode="auto">
              <a:xfrm>
                <a:off x="3181" y="2642"/>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rgbClr val="808080"/>
              </a:solidFill>
              <a:ln w="9525">
                <a:solidFill>
                  <a:srgbClr val="808080"/>
                </a:solidFill>
                <a:round/>
                <a:headEnd/>
                <a:tailEnd/>
              </a:ln>
            </p:spPr>
            <p:txBody>
              <a:bodyPr/>
              <a:lstStyle/>
              <a:p>
                <a:endParaRPr lang="en-US"/>
              </a:p>
            </p:txBody>
          </p:sp>
          <p:grpSp>
            <p:nvGrpSpPr>
              <p:cNvPr id="57052" name="Group 878"/>
              <p:cNvGrpSpPr>
                <a:grpSpLocks/>
              </p:cNvGrpSpPr>
              <p:nvPr/>
            </p:nvGrpSpPr>
            <p:grpSpPr bwMode="auto">
              <a:xfrm>
                <a:off x="2878" y="2674"/>
                <a:ext cx="295" cy="1"/>
                <a:chOff x="2878" y="2674"/>
                <a:chExt cx="295" cy="1"/>
              </a:xfrm>
            </p:grpSpPr>
            <p:sp>
              <p:nvSpPr>
                <p:cNvPr id="57053" name="Line 879"/>
                <p:cNvSpPr>
                  <a:spLocks noChangeShapeType="1"/>
                </p:cNvSpPr>
                <p:nvPr/>
              </p:nvSpPr>
              <p:spPr bwMode="auto">
                <a:xfrm>
                  <a:off x="2878"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054" name="Line 880"/>
                <p:cNvSpPr>
                  <a:spLocks noChangeShapeType="1"/>
                </p:cNvSpPr>
                <p:nvPr/>
              </p:nvSpPr>
              <p:spPr bwMode="auto">
                <a:xfrm>
                  <a:off x="2934"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055" name="Line 881"/>
                <p:cNvSpPr>
                  <a:spLocks noChangeShapeType="1"/>
                </p:cNvSpPr>
                <p:nvPr/>
              </p:nvSpPr>
              <p:spPr bwMode="auto">
                <a:xfrm>
                  <a:off x="2990" y="2674"/>
                  <a:ext cx="23"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056" name="Line 882"/>
                <p:cNvSpPr>
                  <a:spLocks noChangeShapeType="1"/>
                </p:cNvSpPr>
                <p:nvPr/>
              </p:nvSpPr>
              <p:spPr bwMode="auto">
                <a:xfrm>
                  <a:off x="3045"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057" name="Line 883"/>
                <p:cNvSpPr>
                  <a:spLocks noChangeShapeType="1"/>
                </p:cNvSpPr>
                <p:nvPr/>
              </p:nvSpPr>
              <p:spPr bwMode="auto">
                <a:xfrm>
                  <a:off x="3101" y="2674"/>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058" name="Line 884"/>
                <p:cNvSpPr>
                  <a:spLocks noChangeShapeType="1"/>
                </p:cNvSpPr>
                <p:nvPr/>
              </p:nvSpPr>
              <p:spPr bwMode="auto">
                <a:xfrm>
                  <a:off x="3157" y="2674"/>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711" name="Group 885"/>
            <p:cNvGrpSpPr>
              <a:grpSpLocks/>
            </p:cNvGrpSpPr>
            <p:nvPr/>
          </p:nvGrpSpPr>
          <p:grpSpPr bwMode="auto">
            <a:xfrm>
              <a:off x="2878" y="2953"/>
              <a:ext cx="415" cy="56"/>
              <a:chOff x="2878" y="2953"/>
              <a:chExt cx="415" cy="56"/>
            </a:xfrm>
          </p:grpSpPr>
          <p:sp>
            <p:nvSpPr>
              <p:cNvPr id="57043" name="Freeform 886"/>
              <p:cNvSpPr>
                <a:spLocks/>
              </p:cNvSpPr>
              <p:nvPr/>
            </p:nvSpPr>
            <p:spPr bwMode="auto">
              <a:xfrm>
                <a:off x="3181"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rgbClr val="808080"/>
              </a:solidFill>
              <a:ln w="9525">
                <a:solidFill>
                  <a:srgbClr val="808080"/>
                </a:solidFill>
                <a:round/>
                <a:headEnd/>
                <a:tailEnd/>
              </a:ln>
            </p:spPr>
            <p:txBody>
              <a:bodyPr/>
              <a:lstStyle/>
              <a:p>
                <a:endParaRPr lang="en-US"/>
              </a:p>
            </p:txBody>
          </p:sp>
          <p:grpSp>
            <p:nvGrpSpPr>
              <p:cNvPr id="57044" name="Group 887"/>
              <p:cNvGrpSpPr>
                <a:grpSpLocks/>
              </p:cNvGrpSpPr>
              <p:nvPr/>
            </p:nvGrpSpPr>
            <p:grpSpPr bwMode="auto">
              <a:xfrm>
                <a:off x="2878" y="2985"/>
                <a:ext cx="295" cy="1"/>
                <a:chOff x="2878" y="2985"/>
                <a:chExt cx="295" cy="1"/>
              </a:xfrm>
            </p:grpSpPr>
            <p:sp>
              <p:nvSpPr>
                <p:cNvPr id="57045" name="Line 888"/>
                <p:cNvSpPr>
                  <a:spLocks noChangeShapeType="1"/>
                </p:cNvSpPr>
                <p:nvPr/>
              </p:nvSpPr>
              <p:spPr bwMode="auto">
                <a:xfrm>
                  <a:off x="2878"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046" name="Line 889"/>
                <p:cNvSpPr>
                  <a:spLocks noChangeShapeType="1"/>
                </p:cNvSpPr>
                <p:nvPr/>
              </p:nvSpPr>
              <p:spPr bwMode="auto">
                <a:xfrm>
                  <a:off x="2934"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047" name="Line 890"/>
                <p:cNvSpPr>
                  <a:spLocks noChangeShapeType="1"/>
                </p:cNvSpPr>
                <p:nvPr/>
              </p:nvSpPr>
              <p:spPr bwMode="auto">
                <a:xfrm>
                  <a:off x="2990" y="2985"/>
                  <a:ext cx="23"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048" name="Line 891"/>
                <p:cNvSpPr>
                  <a:spLocks noChangeShapeType="1"/>
                </p:cNvSpPr>
                <p:nvPr/>
              </p:nvSpPr>
              <p:spPr bwMode="auto">
                <a:xfrm>
                  <a:off x="3045"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049" name="Line 892"/>
                <p:cNvSpPr>
                  <a:spLocks noChangeShapeType="1"/>
                </p:cNvSpPr>
                <p:nvPr/>
              </p:nvSpPr>
              <p:spPr bwMode="auto">
                <a:xfrm>
                  <a:off x="3101" y="2985"/>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050" name="Line 893"/>
                <p:cNvSpPr>
                  <a:spLocks noChangeShapeType="1"/>
                </p:cNvSpPr>
                <p:nvPr/>
              </p:nvSpPr>
              <p:spPr bwMode="auto">
                <a:xfrm>
                  <a:off x="3157" y="2985"/>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712" name="Group 894"/>
            <p:cNvGrpSpPr>
              <a:grpSpLocks/>
            </p:cNvGrpSpPr>
            <p:nvPr/>
          </p:nvGrpSpPr>
          <p:grpSpPr bwMode="auto">
            <a:xfrm>
              <a:off x="2870" y="3256"/>
              <a:ext cx="415" cy="56"/>
              <a:chOff x="2870" y="3256"/>
              <a:chExt cx="415" cy="56"/>
            </a:xfrm>
          </p:grpSpPr>
          <p:sp>
            <p:nvSpPr>
              <p:cNvPr id="57035" name="Freeform 895"/>
              <p:cNvSpPr>
                <a:spLocks/>
              </p:cNvSpPr>
              <p:nvPr/>
            </p:nvSpPr>
            <p:spPr bwMode="auto">
              <a:xfrm>
                <a:off x="3173" y="3256"/>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rgbClr val="808080"/>
              </a:solidFill>
              <a:ln w="9525">
                <a:solidFill>
                  <a:srgbClr val="808080"/>
                </a:solidFill>
                <a:round/>
                <a:headEnd/>
                <a:tailEnd/>
              </a:ln>
            </p:spPr>
            <p:txBody>
              <a:bodyPr/>
              <a:lstStyle/>
              <a:p>
                <a:endParaRPr lang="en-US"/>
              </a:p>
            </p:txBody>
          </p:sp>
          <p:grpSp>
            <p:nvGrpSpPr>
              <p:cNvPr id="57036" name="Group 896"/>
              <p:cNvGrpSpPr>
                <a:grpSpLocks/>
              </p:cNvGrpSpPr>
              <p:nvPr/>
            </p:nvGrpSpPr>
            <p:grpSpPr bwMode="auto">
              <a:xfrm>
                <a:off x="2870" y="3280"/>
                <a:ext cx="295" cy="1"/>
                <a:chOff x="2870" y="3280"/>
                <a:chExt cx="295" cy="1"/>
              </a:xfrm>
            </p:grpSpPr>
            <p:sp>
              <p:nvSpPr>
                <p:cNvPr id="57037" name="Line 897"/>
                <p:cNvSpPr>
                  <a:spLocks noChangeShapeType="1"/>
                </p:cNvSpPr>
                <p:nvPr/>
              </p:nvSpPr>
              <p:spPr bwMode="auto">
                <a:xfrm>
                  <a:off x="2870" y="3280"/>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038" name="Line 898"/>
                <p:cNvSpPr>
                  <a:spLocks noChangeShapeType="1"/>
                </p:cNvSpPr>
                <p:nvPr/>
              </p:nvSpPr>
              <p:spPr bwMode="auto">
                <a:xfrm>
                  <a:off x="2926" y="3280"/>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039" name="Line 899"/>
                <p:cNvSpPr>
                  <a:spLocks noChangeShapeType="1"/>
                </p:cNvSpPr>
                <p:nvPr/>
              </p:nvSpPr>
              <p:spPr bwMode="auto">
                <a:xfrm>
                  <a:off x="2982" y="3280"/>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040" name="Line 900"/>
                <p:cNvSpPr>
                  <a:spLocks noChangeShapeType="1"/>
                </p:cNvSpPr>
                <p:nvPr/>
              </p:nvSpPr>
              <p:spPr bwMode="auto">
                <a:xfrm>
                  <a:off x="3037" y="3280"/>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041" name="Line 901"/>
                <p:cNvSpPr>
                  <a:spLocks noChangeShapeType="1"/>
                </p:cNvSpPr>
                <p:nvPr/>
              </p:nvSpPr>
              <p:spPr bwMode="auto">
                <a:xfrm>
                  <a:off x="3093" y="3280"/>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042" name="Line 902"/>
                <p:cNvSpPr>
                  <a:spLocks noChangeShapeType="1"/>
                </p:cNvSpPr>
                <p:nvPr/>
              </p:nvSpPr>
              <p:spPr bwMode="auto">
                <a:xfrm>
                  <a:off x="3149" y="3280"/>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713" name="Group 903"/>
            <p:cNvGrpSpPr>
              <a:grpSpLocks/>
            </p:cNvGrpSpPr>
            <p:nvPr/>
          </p:nvGrpSpPr>
          <p:grpSpPr bwMode="auto">
            <a:xfrm>
              <a:off x="2870" y="3567"/>
              <a:ext cx="415" cy="56"/>
              <a:chOff x="2870" y="3567"/>
              <a:chExt cx="415" cy="56"/>
            </a:xfrm>
          </p:grpSpPr>
          <p:sp>
            <p:nvSpPr>
              <p:cNvPr id="57027" name="Freeform 904"/>
              <p:cNvSpPr>
                <a:spLocks/>
              </p:cNvSpPr>
              <p:nvPr/>
            </p:nvSpPr>
            <p:spPr bwMode="auto">
              <a:xfrm>
                <a:off x="3173"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rgbClr val="808080"/>
              </a:solidFill>
              <a:ln w="9525">
                <a:solidFill>
                  <a:srgbClr val="808080"/>
                </a:solidFill>
                <a:round/>
                <a:headEnd/>
                <a:tailEnd/>
              </a:ln>
            </p:spPr>
            <p:txBody>
              <a:bodyPr/>
              <a:lstStyle/>
              <a:p>
                <a:endParaRPr lang="en-US"/>
              </a:p>
            </p:txBody>
          </p:sp>
          <p:grpSp>
            <p:nvGrpSpPr>
              <p:cNvPr id="57028" name="Group 905"/>
              <p:cNvGrpSpPr>
                <a:grpSpLocks/>
              </p:cNvGrpSpPr>
              <p:nvPr/>
            </p:nvGrpSpPr>
            <p:grpSpPr bwMode="auto">
              <a:xfrm>
                <a:off x="2870" y="3591"/>
                <a:ext cx="295" cy="1"/>
                <a:chOff x="2870" y="3591"/>
                <a:chExt cx="295" cy="1"/>
              </a:xfrm>
            </p:grpSpPr>
            <p:sp>
              <p:nvSpPr>
                <p:cNvPr id="57029" name="Line 906"/>
                <p:cNvSpPr>
                  <a:spLocks noChangeShapeType="1"/>
                </p:cNvSpPr>
                <p:nvPr/>
              </p:nvSpPr>
              <p:spPr bwMode="auto">
                <a:xfrm>
                  <a:off x="2870"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030" name="Line 907"/>
                <p:cNvSpPr>
                  <a:spLocks noChangeShapeType="1"/>
                </p:cNvSpPr>
                <p:nvPr/>
              </p:nvSpPr>
              <p:spPr bwMode="auto">
                <a:xfrm>
                  <a:off x="2926"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031" name="Line 908"/>
                <p:cNvSpPr>
                  <a:spLocks noChangeShapeType="1"/>
                </p:cNvSpPr>
                <p:nvPr/>
              </p:nvSpPr>
              <p:spPr bwMode="auto">
                <a:xfrm>
                  <a:off x="2982"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032" name="Line 909"/>
                <p:cNvSpPr>
                  <a:spLocks noChangeShapeType="1"/>
                </p:cNvSpPr>
                <p:nvPr/>
              </p:nvSpPr>
              <p:spPr bwMode="auto">
                <a:xfrm>
                  <a:off x="3037"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033" name="Line 910"/>
                <p:cNvSpPr>
                  <a:spLocks noChangeShapeType="1"/>
                </p:cNvSpPr>
                <p:nvPr/>
              </p:nvSpPr>
              <p:spPr bwMode="auto">
                <a:xfrm>
                  <a:off x="3093" y="3591"/>
                  <a:ext cx="24"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034" name="Line 911"/>
                <p:cNvSpPr>
                  <a:spLocks noChangeShapeType="1"/>
                </p:cNvSpPr>
                <p:nvPr/>
              </p:nvSpPr>
              <p:spPr bwMode="auto">
                <a:xfrm>
                  <a:off x="3149" y="3591"/>
                  <a:ext cx="16" cy="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6714" name="Group 912"/>
            <p:cNvGrpSpPr>
              <a:grpSpLocks/>
            </p:cNvGrpSpPr>
            <p:nvPr/>
          </p:nvGrpSpPr>
          <p:grpSpPr bwMode="auto">
            <a:xfrm>
              <a:off x="2399" y="1765"/>
              <a:ext cx="1357" cy="1196"/>
              <a:chOff x="2399" y="1765"/>
              <a:chExt cx="1357" cy="1196"/>
            </a:xfrm>
          </p:grpSpPr>
          <p:sp>
            <p:nvSpPr>
              <p:cNvPr id="57025" name="Freeform 913"/>
              <p:cNvSpPr>
                <a:spLocks/>
              </p:cNvSpPr>
              <p:nvPr/>
            </p:nvSpPr>
            <p:spPr bwMode="auto">
              <a:xfrm>
                <a:off x="3636" y="2850"/>
                <a:ext cx="120" cy="111"/>
              </a:xfrm>
              <a:custGeom>
                <a:avLst/>
                <a:gdLst>
                  <a:gd name="T0" fmla="*/ 120 w 120"/>
                  <a:gd name="T1" fmla="*/ 111 h 111"/>
                  <a:gd name="T2" fmla="*/ 0 w 120"/>
                  <a:gd name="T3" fmla="*/ 47 h 111"/>
                  <a:gd name="T4" fmla="*/ 16 w 120"/>
                  <a:gd name="T5" fmla="*/ 23 h 111"/>
                  <a:gd name="T6" fmla="*/ 40 w 120"/>
                  <a:gd name="T7" fmla="*/ 0 h 111"/>
                  <a:gd name="T8" fmla="*/ 120 w 120"/>
                  <a:gd name="T9" fmla="*/ 111 h 1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 h="111">
                    <a:moveTo>
                      <a:pt x="120" y="111"/>
                    </a:moveTo>
                    <a:lnTo>
                      <a:pt x="0" y="47"/>
                    </a:lnTo>
                    <a:lnTo>
                      <a:pt x="16" y="23"/>
                    </a:lnTo>
                    <a:lnTo>
                      <a:pt x="40" y="0"/>
                    </a:lnTo>
                    <a:lnTo>
                      <a:pt x="120" y="111"/>
                    </a:lnTo>
                    <a:close/>
                  </a:path>
                </a:pathLst>
              </a:custGeom>
              <a:solidFill>
                <a:srgbClr val="808080"/>
              </a:solidFill>
              <a:ln w="9525">
                <a:solidFill>
                  <a:srgbClr val="808080"/>
                </a:solidFill>
                <a:round/>
                <a:headEnd/>
                <a:tailEnd/>
              </a:ln>
            </p:spPr>
            <p:txBody>
              <a:bodyPr/>
              <a:lstStyle/>
              <a:p>
                <a:endParaRPr lang="en-US"/>
              </a:p>
            </p:txBody>
          </p:sp>
          <p:sp>
            <p:nvSpPr>
              <p:cNvPr id="57026" name="Line 914"/>
              <p:cNvSpPr>
                <a:spLocks noChangeShapeType="1"/>
              </p:cNvSpPr>
              <p:nvPr/>
            </p:nvSpPr>
            <p:spPr bwMode="auto">
              <a:xfrm>
                <a:off x="2399" y="1765"/>
                <a:ext cx="1261" cy="1114"/>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15" name="Group 915"/>
            <p:cNvGrpSpPr>
              <a:grpSpLocks/>
            </p:cNvGrpSpPr>
            <p:nvPr/>
          </p:nvGrpSpPr>
          <p:grpSpPr bwMode="auto">
            <a:xfrm>
              <a:off x="2862" y="1765"/>
              <a:ext cx="1349" cy="1204"/>
              <a:chOff x="2862" y="1765"/>
              <a:chExt cx="1349" cy="1204"/>
            </a:xfrm>
          </p:grpSpPr>
          <p:sp>
            <p:nvSpPr>
              <p:cNvPr id="57023" name="Freeform 916"/>
              <p:cNvSpPr>
                <a:spLocks/>
              </p:cNvSpPr>
              <p:nvPr/>
            </p:nvSpPr>
            <p:spPr bwMode="auto">
              <a:xfrm>
                <a:off x="4091" y="2850"/>
                <a:ext cx="120" cy="119"/>
              </a:xfrm>
              <a:custGeom>
                <a:avLst/>
                <a:gdLst>
                  <a:gd name="T0" fmla="*/ 120 w 120"/>
                  <a:gd name="T1" fmla="*/ 119 h 119"/>
                  <a:gd name="T2" fmla="*/ 0 w 120"/>
                  <a:gd name="T3" fmla="*/ 55 h 119"/>
                  <a:gd name="T4" fmla="*/ 24 w 120"/>
                  <a:gd name="T5" fmla="*/ 23 h 119"/>
                  <a:gd name="T6" fmla="*/ 48 w 120"/>
                  <a:gd name="T7" fmla="*/ 0 h 119"/>
                  <a:gd name="T8" fmla="*/ 120 w 120"/>
                  <a:gd name="T9" fmla="*/ 119 h 1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 h="119">
                    <a:moveTo>
                      <a:pt x="120" y="119"/>
                    </a:moveTo>
                    <a:lnTo>
                      <a:pt x="0" y="55"/>
                    </a:lnTo>
                    <a:lnTo>
                      <a:pt x="24" y="23"/>
                    </a:lnTo>
                    <a:lnTo>
                      <a:pt x="48" y="0"/>
                    </a:lnTo>
                    <a:lnTo>
                      <a:pt x="120" y="119"/>
                    </a:lnTo>
                    <a:close/>
                  </a:path>
                </a:pathLst>
              </a:custGeom>
              <a:solidFill>
                <a:srgbClr val="808080"/>
              </a:solidFill>
              <a:ln w="9525">
                <a:solidFill>
                  <a:srgbClr val="808080"/>
                </a:solidFill>
                <a:round/>
                <a:headEnd/>
                <a:tailEnd/>
              </a:ln>
            </p:spPr>
            <p:txBody>
              <a:bodyPr/>
              <a:lstStyle/>
              <a:p>
                <a:endParaRPr lang="en-US"/>
              </a:p>
            </p:txBody>
          </p:sp>
          <p:sp>
            <p:nvSpPr>
              <p:cNvPr id="57024" name="Line 917"/>
              <p:cNvSpPr>
                <a:spLocks noChangeShapeType="1"/>
              </p:cNvSpPr>
              <p:nvPr/>
            </p:nvSpPr>
            <p:spPr bwMode="auto">
              <a:xfrm>
                <a:off x="2862" y="1765"/>
                <a:ext cx="1261" cy="1114"/>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16" name="Group 918"/>
            <p:cNvGrpSpPr>
              <a:grpSpLocks/>
            </p:cNvGrpSpPr>
            <p:nvPr/>
          </p:nvGrpSpPr>
          <p:grpSpPr bwMode="auto">
            <a:xfrm>
              <a:off x="2870" y="2990"/>
              <a:ext cx="886" cy="290"/>
              <a:chOff x="2870" y="2990"/>
              <a:chExt cx="886" cy="290"/>
            </a:xfrm>
          </p:grpSpPr>
          <p:sp>
            <p:nvSpPr>
              <p:cNvPr id="57021" name="Freeform 919"/>
              <p:cNvSpPr>
                <a:spLocks/>
              </p:cNvSpPr>
              <p:nvPr/>
            </p:nvSpPr>
            <p:spPr bwMode="auto">
              <a:xfrm>
                <a:off x="3612" y="3208"/>
                <a:ext cx="144" cy="72"/>
              </a:xfrm>
              <a:custGeom>
                <a:avLst/>
                <a:gdLst>
                  <a:gd name="T0" fmla="*/ 144 w 144"/>
                  <a:gd name="T1" fmla="*/ 72 h 72"/>
                  <a:gd name="T2" fmla="*/ 0 w 144"/>
                  <a:gd name="T3" fmla="*/ 64 h 72"/>
                  <a:gd name="T4" fmla="*/ 16 w 144"/>
                  <a:gd name="T5" fmla="*/ 32 h 72"/>
                  <a:gd name="T6" fmla="*/ 24 w 144"/>
                  <a:gd name="T7" fmla="*/ 0 h 72"/>
                  <a:gd name="T8" fmla="*/ 144 w 144"/>
                  <a:gd name="T9" fmla="*/ 72 h 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4" h="72">
                    <a:moveTo>
                      <a:pt x="144" y="72"/>
                    </a:moveTo>
                    <a:lnTo>
                      <a:pt x="0" y="64"/>
                    </a:lnTo>
                    <a:lnTo>
                      <a:pt x="16" y="32"/>
                    </a:lnTo>
                    <a:lnTo>
                      <a:pt x="24" y="0"/>
                    </a:lnTo>
                    <a:lnTo>
                      <a:pt x="144" y="72"/>
                    </a:lnTo>
                    <a:close/>
                  </a:path>
                </a:pathLst>
              </a:custGeom>
              <a:solidFill>
                <a:srgbClr val="808080"/>
              </a:solidFill>
              <a:ln w="9525">
                <a:solidFill>
                  <a:srgbClr val="808080"/>
                </a:solidFill>
                <a:round/>
                <a:headEnd/>
                <a:tailEnd/>
              </a:ln>
            </p:spPr>
            <p:txBody>
              <a:bodyPr/>
              <a:lstStyle/>
              <a:p>
                <a:endParaRPr lang="en-US"/>
              </a:p>
            </p:txBody>
          </p:sp>
          <p:sp>
            <p:nvSpPr>
              <p:cNvPr id="57022" name="Line 920"/>
              <p:cNvSpPr>
                <a:spLocks noChangeShapeType="1"/>
              </p:cNvSpPr>
              <p:nvPr/>
            </p:nvSpPr>
            <p:spPr bwMode="auto">
              <a:xfrm>
                <a:off x="2870" y="2990"/>
                <a:ext cx="766" cy="252"/>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17" name="Group 921"/>
            <p:cNvGrpSpPr>
              <a:grpSpLocks/>
            </p:cNvGrpSpPr>
            <p:nvPr/>
          </p:nvGrpSpPr>
          <p:grpSpPr bwMode="auto">
            <a:xfrm>
              <a:off x="2393" y="2993"/>
              <a:ext cx="437" cy="598"/>
              <a:chOff x="2393" y="2993"/>
              <a:chExt cx="437" cy="598"/>
            </a:xfrm>
          </p:grpSpPr>
          <p:sp>
            <p:nvSpPr>
              <p:cNvPr id="57019" name="Freeform 922"/>
              <p:cNvSpPr>
                <a:spLocks/>
              </p:cNvSpPr>
              <p:nvPr/>
            </p:nvSpPr>
            <p:spPr bwMode="auto">
              <a:xfrm>
                <a:off x="2726" y="2993"/>
                <a:ext cx="104" cy="128"/>
              </a:xfrm>
              <a:custGeom>
                <a:avLst/>
                <a:gdLst>
                  <a:gd name="T0" fmla="*/ 104 w 104"/>
                  <a:gd name="T1" fmla="*/ 0 h 128"/>
                  <a:gd name="T2" fmla="*/ 56 w 104"/>
                  <a:gd name="T3" fmla="*/ 128 h 128"/>
                  <a:gd name="T4" fmla="*/ 24 w 104"/>
                  <a:gd name="T5" fmla="*/ 112 h 128"/>
                  <a:gd name="T6" fmla="*/ 0 w 104"/>
                  <a:gd name="T7" fmla="*/ 88 h 128"/>
                  <a:gd name="T8" fmla="*/ 104 w 104"/>
                  <a:gd name="T9" fmla="*/ 0 h 1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4" h="128">
                    <a:moveTo>
                      <a:pt x="104" y="0"/>
                    </a:moveTo>
                    <a:lnTo>
                      <a:pt x="56" y="128"/>
                    </a:lnTo>
                    <a:lnTo>
                      <a:pt x="24" y="112"/>
                    </a:lnTo>
                    <a:lnTo>
                      <a:pt x="0" y="88"/>
                    </a:lnTo>
                    <a:lnTo>
                      <a:pt x="104" y="0"/>
                    </a:lnTo>
                    <a:close/>
                  </a:path>
                </a:pathLst>
              </a:custGeom>
              <a:solidFill>
                <a:srgbClr val="808080"/>
              </a:solidFill>
              <a:ln w="9525">
                <a:solidFill>
                  <a:srgbClr val="808080"/>
                </a:solidFill>
                <a:round/>
                <a:headEnd/>
                <a:tailEnd/>
              </a:ln>
            </p:spPr>
            <p:txBody>
              <a:bodyPr/>
              <a:lstStyle/>
              <a:p>
                <a:endParaRPr lang="en-US"/>
              </a:p>
            </p:txBody>
          </p:sp>
          <p:sp>
            <p:nvSpPr>
              <p:cNvPr id="57020" name="Line 923"/>
              <p:cNvSpPr>
                <a:spLocks noChangeShapeType="1"/>
              </p:cNvSpPr>
              <p:nvPr/>
            </p:nvSpPr>
            <p:spPr bwMode="auto">
              <a:xfrm flipV="1">
                <a:off x="2393" y="3097"/>
                <a:ext cx="362" cy="494"/>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18" name="Group 924"/>
            <p:cNvGrpSpPr>
              <a:grpSpLocks/>
            </p:cNvGrpSpPr>
            <p:nvPr/>
          </p:nvGrpSpPr>
          <p:grpSpPr bwMode="auto">
            <a:xfrm>
              <a:off x="2854" y="2690"/>
              <a:ext cx="902" cy="596"/>
              <a:chOff x="2854" y="2690"/>
              <a:chExt cx="902" cy="596"/>
            </a:xfrm>
          </p:grpSpPr>
          <p:sp>
            <p:nvSpPr>
              <p:cNvPr id="57017" name="Freeform 925"/>
              <p:cNvSpPr>
                <a:spLocks/>
              </p:cNvSpPr>
              <p:nvPr/>
            </p:nvSpPr>
            <p:spPr bwMode="auto">
              <a:xfrm>
                <a:off x="3620" y="2690"/>
                <a:ext cx="136" cy="104"/>
              </a:xfrm>
              <a:custGeom>
                <a:avLst/>
                <a:gdLst>
                  <a:gd name="T0" fmla="*/ 136 w 136"/>
                  <a:gd name="T1" fmla="*/ 0 h 104"/>
                  <a:gd name="T2" fmla="*/ 40 w 136"/>
                  <a:gd name="T3" fmla="*/ 104 h 104"/>
                  <a:gd name="T4" fmla="*/ 24 w 136"/>
                  <a:gd name="T5" fmla="*/ 80 h 104"/>
                  <a:gd name="T6" fmla="*/ 0 w 136"/>
                  <a:gd name="T7" fmla="*/ 48 h 104"/>
                  <a:gd name="T8" fmla="*/ 136 w 136"/>
                  <a:gd name="T9" fmla="*/ 0 h 10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 h="104">
                    <a:moveTo>
                      <a:pt x="136" y="0"/>
                    </a:moveTo>
                    <a:lnTo>
                      <a:pt x="40" y="104"/>
                    </a:lnTo>
                    <a:lnTo>
                      <a:pt x="24" y="80"/>
                    </a:lnTo>
                    <a:lnTo>
                      <a:pt x="0" y="48"/>
                    </a:lnTo>
                    <a:lnTo>
                      <a:pt x="136" y="0"/>
                    </a:lnTo>
                    <a:close/>
                  </a:path>
                </a:pathLst>
              </a:custGeom>
              <a:solidFill>
                <a:srgbClr val="808080"/>
              </a:solidFill>
              <a:ln w="9525">
                <a:solidFill>
                  <a:srgbClr val="808080"/>
                </a:solidFill>
                <a:round/>
                <a:headEnd/>
                <a:tailEnd/>
              </a:ln>
            </p:spPr>
            <p:txBody>
              <a:bodyPr/>
              <a:lstStyle/>
              <a:p>
                <a:endParaRPr lang="en-US"/>
              </a:p>
            </p:txBody>
          </p:sp>
          <p:sp>
            <p:nvSpPr>
              <p:cNvPr id="57018" name="Line 926"/>
              <p:cNvSpPr>
                <a:spLocks noChangeShapeType="1"/>
              </p:cNvSpPr>
              <p:nvPr/>
            </p:nvSpPr>
            <p:spPr bwMode="auto">
              <a:xfrm flipV="1">
                <a:off x="2854" y="2766"/>
                <a:ext cx="798" cy="520"/>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19" name="Group 927"/>
            <p:cNvGrpSpPr>
              <a:grpSpLocks/>
            </p:cNvGrpSpPr>
            <p:nvPr/>
          </p:nvGrpSpPr>
          <p:grpSpPr bwMode="auto">
            <a:xfrm>
              <a:off x="2862" y="1781"/>
              <a:ext cx="1349" cy="1188"/>
              <a:chOff x="2862" y="1781"/>
              <a:chExt cx="1349" cy="1188"/>
            </a:xfrm>
          </p:grpSpPr>
          <p:sp>
            <p:nvSpPr>
              <p:cNvPr id="57015" name="Freeform 928"/>
              <p:cNvSpPr>
                <a:spLocks/>
              </p:cNvSpPr>
              <p:nvPr/>
            </p:nvSpPr>
            <p:spPr bwMode="auto">
              <a:xfrm>
                <a:off x="4091" y="1781"/>
                <a:ext cx="120" cy="111"/>
              </a:xfrm>
              <a:custGeom>
                <a:avLst/>
                <a:gdLst>
                  <a:gd name="T0" fmla="*/ 120 w 120"/>
                  <a:gd name="T1" fmla="*/ 0 h 111"/>
                  <a:gd name="T2" fmla="*/ 40 w 120"/>
                  <a:gd name="T3" fmla="*/ 111 h 111"/>
                  <a:gd name="T4" fmla="*/ 16 w 120"/>
                  <a:gd name="T5" fmla="*/ 87 h 111"/>
                  <a:gd name="T6" fmla="*/ 0 w 120"/>
                  <a:gd name="T7" fmla="*/ 64 h 111"/>
                  <a:gd name="T8" fmla="*/ 120 w 120"/>
                  <a:gd name="T9" fmla="*/ 0 h 1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 h="111">
                    <a:moveTo>
                      <a:pt x="120" y="0"/>
                    </a:moveTo>
                    <a:lnTo>
                      <a:pt x="40" y="111"/>
                    </a:lnTo>
                    <a:lnTo>
                      <a:pt x="16" y="87"/>
                    </a:lnTo>
                    <a:lnTo>
                      <a:pt x="0" y="64"/>
                    </a:lnTo>
                    <a:lnTo>
                      <a:pt x="120" y="0"/>
                    </a:lnTo>
                    <a:close/>
                  </a:path>
                </a:pathLst>
              </a:custGeom>
              <a:solidFill>
                <a:srgbClr val="808080"/>
              </a:solidFill>
              <a:ln w="9525">
                <a:solidFill>
                  <a:srgbClr val="808080"/>
                </a:solidFill>
                <a:round/>
                <a:headEnd/>
                <a:tailEnd/>
              </a:ln>
            </p:spPr>
            <p:txBody>
              <a:bodyPr/>
              <a:lstStyle/>
              <a:p>
                <a:endParaRPr lang="en-US"/>
              </a:p>
            </p:txBody>
          </p:sp>
          <p:sp>
            <p:nvSpPr>
              <p:cNvPr id="57016" name="Line 929"/>
              <p:cNvSpPr>
                <a:spLocks noChangeShapeType="1"/>
              </p:cNvSpPr>
              <p:nvPr/>
            </p:nvSpPr>
            <p:spPr bwMode="auto">
              <a:xfrm flipV="1">
                <a:off x="2862" y="1863"/>
                <a:ext cx="1253" cy="1106"/>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20" name="Group 930"/>
            <p:cNvGrpSpPr>
              <a:grpSpLocks/>
            </p:cNvGrpSpPr>
            <p:nvPr/>
          </p:nvGrpSpPr>
          <p:grpSpPr bwMode="auto">
            <a:xfrm>
              <a:off x="1944" y="2687"/>
              <a:ext cx="886" cy="282"/>
              <a:chOff x="1944" y="2687"/>
              <a:chExt cx="886" cy="282"/>
            </a:xfrm>
          </p:grpSpPr>
          <p:sp>
            <p:nvSpPr>
              <p:cNvPr id="57013" name="Freeform 931"/>
              <p:cNvSpPr>
                <a:spLocks/>
              </p:cNvSpPr>
              <p:nvPr/>
            </p:nvSpPr>
            <p:spPr bwMode="auto">
              <a:xfrm>
                <a:off x="2694" y="2897"/>
                <a:ext cx="136" cy="72"/>
              </a:xfrm>
              <a:custGeom>
                <a:avLst/>
                <a:gdLst>
                  <a:gd name="T0" fmla="*/ 136 w 136"/>
                  <a:gd name="T1" fmla="*/ 72 h 72"/>
                  <a:gd name="T2" fmla="*/ 0 w 136"/>
                  <a:gd name="T3" fmla="*/ 64 h 72"/>
                  <a:gd name="T4" fmla="*/ 8 w 136"/>
                  <a:gd name="T5" fmla="*/ 32 h 72"/>
                  <a:gd name="T6" fmla="*/ 24 w 136"/>
                  <a:gd name="T7" fmla="*/ 0 h 72"/>
                  <a:gd name="T8" fmla="*/ 136 w 136"/>
                  <a:gd name="T9" fmla="*/ 72 h 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 h="72">
                    <a:moveTo>
                      <a:pt x="136" y="72"/>
                    </a:moveTo>
                    <a:lnTo>
                      <a:pt x="0" y="64"/>
                    </a:lnTo>
                    <a:lnTo>
                      <a:pt x="8" y="32"/>
                    </a:lnTo>
                    <a:lnTo>
                      <a:pt x="24" y="0"/>
                    </a:lnTo>
                    <a:lnTo>
                      <a:pt x="136" y="72"/>
                    </a:lnTo>
                    <a:close/>
                  </a:path>
                </a:pathLst>
              </a:custGeom>
              <a:solidFill>
                <a:srgbClr val="808080"/>
              </a:solidFill>
              <a:ln w="9525">
                <a:solidFill>
                  <a:srgbClr val="808080"/>
                </a:solidFill>
                <a:round/>
                <a:headEnd/>
                <a:tailEnd/>
              </a:ln>
            </p:spPr>
            <p:txBody>
              <a:bodyPr/>
              <a:lstStyle/>
              <a:p>
                <a:endParaRPr lang="en-US"/>
              </a:p>
            </p:txBody>
          </p:sp>
          <p:sp>
            <p:nvSpPr>
              <p:cNvPr id="57014" name="Line 932"/>
              <p:cNvSpPr>
                <a:spLocks noChangeShapeType="1"/>
              </p:cNvSpPr>
              <p:nvPr/>
            </p:nvSpPr>
            <p:spPr bwMode="auto">
              <a:xfrm>
                <a:off x="1944" y="2687"/>
                <a:ext cx="766" cy="244"/>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21" name="Group 933"/>
            <p:cNvGrpSpPr>
              <a:grpSpLocks/>
            </p:cNvGrpSpPr>
            <p:nvPr/>
          </p:nvGrpSpPr>
          <p:grpSpPr bwMode="auto">
            <a:xfrm>
              <a:off x="1944" y="2395"/>
              <a:ext cx="1357" cy="1196"/>
              <a:chOff x="1944" y="2395"/>
              <a:chExt cx="1357" cy="1196"/>
            </a:xfrm>
          </p:grpSpPr>
          <p:sp>
            <p:nvSpPr>
              <p:cNvPr id="57011" name="Freeform 934"/>
              <p:cNvSpPr>
                <a:spLocks/>
              </p:cNvSpPr>
              <p:nvPr/>
            </p:nvSpPr>
            <p:spPr bwMode="auto">
              <a:xfrm>
                <a:off x="3173" y="2395"/>
                <a:ext cx="128" cy="112"/>
              </a:xfrm>
              <a:custGeom>
                <a:avLst/>
                <a:gdLst>
                  <a:gd name="T0" fmla="*/ 128 w 128"/>
                  <a:gd name="T1" fmla="*/ 0 h 112"/>
                  <a:gd name="T2" fmla="*/ 48 w 128"/>
                  <a:gd name="T3" fmla="*/ 112 h 112"/>
                  <a:gd name="T4" fmla="*/ 24 w 128"/>
                  <a:gd name="T5" fmla="*/ 88 h 112"/>
                  <a:gd name="T6" fmla="*/ 0 w 128"/>
                  <a:gd name="T7" fmla="*/ 64 h 112"/>
                  <a:gd name="T8" fmla="*/ 128 w 128"/>
                  <a:gd name="T9" fmla="*/ 0 h 1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8" h="112">
                    <a:moveTo>
                      <a:pt x="128" y="0"/>
                    </a:moveTo>
                    <a:lnTo>
                      <a:pt x="48" y="112"/>
                    </a:lnTo>
                    <a:lnTo>
                      <a:pt x="24" y="88"/>
                    </a:lnTo>
                    <a:lnTo>
                      <a:pt x="0" y="64"/>
                    </a:lnTo>
                    <a:lnTo>
                      <a:pt x="128" y="0"/>
                    </a:lnTo>
                    <a:close/>
                  </a:path>
                </a:pathLst>
              </a:custGeom>
              <a:solidFill>
                <a:srgbClr val="808080"/>
              </a:solidFill>
              <a:ln w="9525">
                <a:solidFill>
                  <a:srgbClr val="808080"/>
                </a:solidFill>
                <a:round/>
                <a:headEnd/>
                <a:tailEnd/>
              </a:ln>
            </p:spPr>
            <p:txBody>
              <a:bodyPr/>
              <a:lstStyle/>
              <a:p>
                <a:endParaRPr lang="en-US"/>
              </a:p>
            </p:txBody>
          </p:sp>
          <p:sp>
            <p:nvSpPr>
              <p:cNvPr id="57012" name="Line 935"/>
              <p:cNvSpPr>
                <a:spLocks noChangeShapeType="1"/>
              </p:cNvSpPr>
              <p:nvPr/>
            </p:nvSpPr>
            <p:spPr bwMode="auto">
              <a:xfrm flipV="1">
                <a:off x="1944" y="2477"/>
                <a:ext cx="1261" cy="1114"/>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22" name="Group 936"/>
            <p:cNvGrpSpPr>
              <a:grpSpLocks/>
            </p:cNvGrpSpPr>
            <p:nvPr/>
          </p:nvGrpSpPr>
          <p:grpSpPr bwMode="auto">
            <a:xfrm>
              <a:off x="3317" y="3293"/>
              <a:ext cx="886" cy="282"/>
              <a:chOff x="3317" y="3293"/>
              <a:chExt cx="886" cy="282"/>
            </a:xfrm>
          </p:grpSpPr>
          <p:sp>
            <p:nvSpPr>
              <p:cNvPr id="57009" name="Freeform 937"/>
              <p:cNvSpPr>
                <a:spLocks/>
              </p:cNvSpPr>
              <p:nvPr/>
            </p:nvSpPr>
            <p:spPr bwMode="auto">
              <a:xfrm>
                <a:off x="4067" y="3504"/>
                <a:ext cx="136" cy="71"/>
              </a:xfrm>
              <a:custGeom>
                <a:avLst/>
                <a:gdLst>
                  <a:gd name="T0" fmla="*/ 136 w 136"/>
                  <a:gd name="T1" fmla="*/ 71 h 71"/>
                  <a:gd name="T2" fmla="*/ 0 w 136"/>
                  <a:gd name="T3" fmla="*/ 63 h 71"/>
                  <a:gd name="T4" fmla="*/ 8 w 136"/>
                  <a:gd name="T5" fmla="*/ 32 h 71"/>
                  <a:gd name="T6" fmla="*/ 16 w 136"/>
                  <a:gd name="T7" fmla="*/ 0 h 71"/>
                  <a:gd name="T8" fmla="*/ 136 w 136"/>
                  <a:gd name="T9" fmla="*/ 71 h 7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 h="71">
                    <a:moveTo>
                      <a:pt x="136" y="71"/>
                    </a:moveTo>
                    <a:lnTo>
                      <a:pt x="0" y="63"/>
                    </a:lnTo>
                    <a:lnTo>
                      <a:pt x="8" y="32"/>
                    </a:lnTo>
                    <a:lnTo>
                      <a:pt x="16" y="0"/>
                    </a:lnTo>
                    <a:lnTo>
                      <a:pt x="136" y="71"/>
                    </a:lnTo>
                    <a:close/>
                  </a:path>
                </a:pathLst>
              </a:custGeom>
              <a:solidFill>
                <a:srgbClr val="808080"/>
              </a:solidFill>
              <a:ln w="9525">
                <a:solidFill>
                  <a:srgbClr val="808080"/>
                </a:solidFill>
                <a:round/>
                <a:headEnd/>
                <a:tailEnd/>
              </a:ln>
            </p:spPr>
            <p:txBody>
              <a:bodyPr/>
              <a:lstStyle/>
              <a:p>
                <a:endParaRPr lang="en-US"/>
              </a:p>
            </p:txBody>
          </p:sp>
          <p:sp>
            <p:nvSpPr>
              <p:cNvPr id="57010" name="Line 938"/>
              <p:cNvSpPr>
                <a:spLocks noChangeShapeType="1"/>
              </p:cNvSpPr>
              <p:nvPr/>
            </p:nvSpPr>
            <p:spPr bwMode="auto">
              <a:xfrm>
                <a:off x="3317" y="3293"/>
                <a:ext cx="766" cy="244"/>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23" name="Group 939"/>
            <p:cNvGrpSpPr>
              <a:grpSpLocks/>
            </p:cNvGrpSpPr>
            <p:nvPr/>
          </p:nvGrpSpPr>
          <p:grpSpPr bwMode="auto">
            <a:xfrm>
              <a:off x="3317" y="2682"/>
              <a:ext cx="1349" cy="619"/>
              <a:chOff x="3317" y="2682"/>
              <a:chExt cx="1349" cy="619"/>
            </a:xfrm>
          </p:grpSpPr>
          <p:sp>
            <p:nvSpPr>
              <p:cNvPr id="57007" name="Freeform 940"/>
              <p:cNvSpPr>
                <a:spLocks/>
              </p:cNvSpPr>
              <p:nvPr/>
            </p:nvSpPr>
            <p:spPr bwMode="auto">
              <a:xfrm>
                <a:off x="4530" y="2682"/>
                <a:ext cx="136" cy="88"/>
              </a:xfrm>
              <a:custGeom>
                <a:avLst/>
                <a:gdLst>
                  <a:gd name="T0" fmla="*/ 136 w 136"/>
                  <a:gd name="T1" fmla="*/ 0 h 88"/>
                  <a:gd name="T2" fmla="*/ 32 w 136"/>
                  <a:gd name="T3" fmla="*/ 88 h 88"/>
                  <a:gd name="T4" fmla="*/ 16 w 136"/>
                  <a:gd name="T5" fmla="*/ 56 h 88"/>
                  <a:gd name="T6" fmla="*/ 0 w 136"/>
                  <a:gd name="T7" fmla="*/ 32 h 88"/>
                  <a:gd name="T8" fmla="*/ 136 w 136"/>
                  <a:gd name="T9" fmla="*/ 0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 h="88">
                    <a:moveTo>
                      <a:pt x="136" y="0"/>
                    </a:moveTo>
                    <a:lnTo>
                      <a:pt x="32" y="88"/>
                    </a:lnTo>
                    <a:lnTo>
                      <a:pt x="16" y="56"/>
                    </a:lnTo>
                    <a:lnTo>
                      <a:pt x="0" y="32"/>
                    </a:lnTo>
                    <a:lnTo>
                      <a:pt x="136" y="0"/>
                    </a:lnTo>
                    <a:close/>
                  </a:path>
                </a:pathLst>
              </a:custGeom>
              <a:solidFill>
                <a:srgbClr val="808080"/>
              </a:solidFill>
              <a:ln w="9525">
                <a:solidFill>
                  <a:srgbClr val="808080"/>
                </a:solidFill>
                <a:round/>
                <a:headEnd/>
                <a:tailEnd/>
              </a:ln>
            </p:spPr>
            <p:txBody>
              <a:bodyPr/>
              <a:lstStyle/>
              <a:p>
                <a:endParaRPr lang="en-US"/>
              </a:p>
            </p:txBody>
          </p:sp>
          <p:sp>
            <p:nvSpPr>
              <p:cNvPr id="57008" name="Line 941"/>
              <p:cNvSpPr>
                <a:spLocks noChangeShapeType="1"/>
              </p:cNvSpPr>
              <p:nvPr/>
            </p:nvSpPr>
            <p:spPr bwMode="auto">
              <a:xfrm flipV="1">
                <a:off x="3317" y="2736"/>
                <a:ext cx="1237" cy="565"/>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24" name="Group 942"/>
            <p:cNvGrpSpPr>
              <a:grpSpLocks/>
            </p:cNvGrpSpPr>
            <p:nvPr/>
          </p:nvGrpSpPr>
          <p:grpSpPr bwMode="auto">
            <a:xfrm>
              <a:off x="3317" y="2387"/>
              <a:ext cx="886" cy="282"/>
              <a:chOff x="3317" y="2387"/>
              <a:chExt cx="886" cy="282"/>
            </a:xfrm>
          </p:grpSpPr>
          <p:sp>
            <p:nvSpPr>
              <p:cNvPr id="57005" name="Freeform 943"/>
              <p:cNvSpPr>
                <a:spLocks/>
              </p:cNvSpPr>
              <p:nvPr/>
            </p:nvSpPr>
            <p:spPr bwMode="auto">
              <a:xfrm>
                <a:off x="4067" y="2387"/>
                <a:ext cx="136" cy="72"/>
              </a:xfrm>
              <a:custGeom>
                <a:avLst/>
                <a:gdLst>
                  <a:gd name="T0" fmla="*/ 136 w 136"/>
                  <a:gd name="T1" fmla="*/ 0 h 72"/>
                  <a:gd name="T2" fmla="*/ 16 w 136"/>
                  <a:gd name="T3" fmla="*/ 72 h 72"/>
                  <a:gd name="T4" fmla="*/ 8 w 136"/>
                  <a:gd name="T5" fmla="*/ 40 h 72"/>
                  <a:gd name="T6" fmla="*/ 0 w 136"/>
                  <a:gd name="T7" fmla="*/ 8 h 72"/>
                  <a:gd name="T8" fmla="*/ 136 w 136"/>
                  <a:gd name="T9" fmla="*/ 0 h 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 h="72">
                    <a:moveTo>
                      <a:pt x="136" y="0"/>
                    </a:moveTo>
                    <a:lnTo>
                      <a:pt x="16" y="72"/>
                    </a:lnTo>
                    <a:lnTo>
                      <a:pt x="8" y="40"/>
                    </a:lnTo>
                    <a:lnTo>
                      <a:pt x="0" y="8"/>
                    </a:lnTo>
                    <a:lnTo>
                      <a:pt x="136" y="0"/>
                    </a:lnTo>
                    <a:close/>
                  </a:path>
                </a:pathLst>
              </a:custGeom>
              <a:solidFill>
                <a:srgbClr val="808080"/>
              </a:solidFill>
              <a:ln w="9525">
                <a:solidFill>
                  <a:srgbClr val="808080"/>
                </a:solidFill>
                <a:round/>
                <a:headEnd/>
                <a:tailEnd/>
              </a:ln>
            </p:spPr>
            <p:txBody>
              <a:bodyPr/>
              <a:lstStyle/>
              <a:p>
                <a:endParaRPr lang="en-US"/>
              </a:p>
            </p:txBody>
          </p:sp>
          <p:sp>
            <p:nvSpPr>
              <p:cNvPr id="57006" name="Line 944"/>
              <p:cNvSpPr>
                <a:spLocks noChangeShapeType="1"/>
              </p:cNvSpPr>
              <p:nvPr/>
            </p:nvSpPr>
            <p:spPr bwMode="auto">
              <a:xfrm flipV="1">
                <a:off x="3317" y="2426"/>
                <a:ext cx="766" cy="243"/>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25" name="Group 945"/>
            <p:cNvGrpSpPr>
              <a:grpSpLocks/>
            </p:cNvGrpSpPr>
            <p:nvPr/>
          </p:nvGrpSpPr>
          <p:grpSpPr bwMode="auto">
            <a:xfrm>
              <a:off x="3780" y="2387"/>
              <a:ext cx="886" cy="282"/>
              <a:chOff x="3780" y="2387"/>
              <a:chExt cx="886" cy="282"/>
            </a:xfrm>
          </p:grpSpPr>
          <p:sp>
            <p:nvSpPr>
              <p:cNvPr id="57003" name="Freeform 946"/>
              <p:cNvSpPr>
                <a:spLocks/>
              </p:cNvSpPr>
              <p:nvPr/>
            </p:nvSpPr>
            <p:spPr bwMode="auto">
              <a:xfrm>
                <a:off x="4522" y="2387"/>
                <a:ext cx="144" cy="72"/>
              </a:xfrm>
              <a:custGeom>
                <a:avLst/>
                <a:gdLst>
                  <a:gd name="T0" fmla="*/ 144 w 144"/>
                  <a:gd name="T1" fmla="*/ 0 h 72"/>
                  <a:gd name="T2" fmla="*/ 24 w 144"/>
                  <a:gd name="T3" fmla="*/ 72 h 72"/>
                  <a:gd name="T4" fmla="*/ 16 w 144"/>
                  <a:gd name="T5" fmla="*/ 40 h 72"/>
                  <a:gd name="T6" fmla="*/ 0 w 144"/>
                  <a:gd name="T7" fmla="*/ 8 h 72"/>
                  <a:gd name="T8" fmla="*/ 144 w 144"/>
                  <a:gd name="T9" fmla="*/ 0 h 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4" h="72">
                    <a:moveTo>
                      <a:pt x="144" y="0"/>
                    </a:moveTo>
                    <a:lnTo>
                      <a:pt x="24" y="72"/>
                    </a:lnTo>
                    <a:lnTo>
                      <a:pt x="16" y="40"/>
                    </a:lnTo>
                    <a:lnTo>
                      <a:pt x="0" y="8"/>
                    </a:lnTo>
                    <a:lnTo>
                      <a:pt x="144" y="0"/>
                    </a:lnTo>
                    <a:close/>
                  </a:path>
                </a:pathLst>
              </a:custGeom>
              <a:solidFill>
                <a:srgbClr val="808080"/>
              </a:solidFill>
              <a:ln w="9525">
                <a:solidFill>
                  <a:srgbClr val="808080"/>
                </a:solidFill>
                <a:round/>
                <a:headEnd/>
                <a:tailEnd/>
              </a:ln>
            </p:spPr>
            <p:txBody>
              <a:bodyPr/>
              <a:lstStyle/>
              <a:p>
                <a:endParaRPr lang="en-US"/>
              </a:p>
            </p:txBody>
          </p:sp>
          <p:sp>
            <p:nvSpPr>
              <p:cNvPr id="57004" name="Line 947"/>
              <p:cNvSpPr>
                <a:spLocks noChangeShapeType="1"/>
              </p:cNvSpPr>
              <p:nvPr/>
            </p:nvSpPr>
            <p:spPr bwMode="auto">
              <a:xfrm flipV="1">
                <a:off x="3780" y="2426"/>
                <a:ext cx="766" cy="243"/>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26" name="Group 948"/>
            <p:cNvGrpSpPr>
              <a:grpSpLocks/>
            </p:cNvGrpSpPr>
            <p:nvPr/>
          </p:nvGrpSpPr>
          <p:grpSpPr bwMode="auto">
            <a:xfrm>
              <a:off x="1473" y="2993"/>
              <a:ext cx="886" cy="291"/>
              <a:chOff x="1473" y="2993"/>
              <a:chExt cx="886" cy="291"/>
            </a:xfrm>
          </p:grpSpPr>
          <p:sp>
            <p:nvSpPr>
              <p:cNvPr id="57001" name="Freeform 949"/>
              <p:cNvSpPr>
                <a:spLocks/>
              </p:cNvSpPr>
              <p:nvPr/>
            </p:nvSpPr>
            <p:spPr bwMode="auto">
              <a:xfrm>
                <a:off x="2223" y="2993"/>
                <a:ext cx="136" cy="72"/>
              </a:xfrm>
              <a:custGeom>
                <a:avLst/>
                <a:gdLst>
                  <a:gd name="T0" fmla="*/ 136 w 136"/>
                  <a:gd name="T1" fmla="*/ 0 h 72"/>
                  <a:gd name="T2" fmla="*/ 24 w 136"/>
                  <a:gd name="T3" fmla="*/ 72 h 72"/>
                  <a:gd name="T4" fmla="*/ 8 w 136"/>
                  <a:gd name="T5" fmla="*/ 40 h 72"/>
                  <a:gd name="T6" fmla="*/ 0 w 136"/>
                  <a:gd name="T7" fmla="*/ 8 h 72"/>
                  <a:gd name="T8" fmla="*/ 136 w 136"/>
                  <a:gd name="T9" fmla="*/ 0 h 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 h="72">
                    <a:moveTo>
                      <a:pt x="136" y="0"/>
                    </a:moveTo>
                    <a:lnTo>
                      <a:pt x="24" y="72"/>
                    </a:lnTo>
                    <a:lnTo>
                      <a:pt x="8" y="40"/>
                    </a:lnTo>
                    <a:lnTo>
                      <a:pt x="0" y="8"/>
                    </a:lnTo>
                    <a:lnTo>
                      <a:pt x="136" y="0"/>
                    </a:lnTo>
                    <a:close/>
                  </a:path>
                </a:pathLst>
              </a:custGeom>
              <a:solidFill>
                <a:srgbClr val="808080"/>
              </a:solidFill>
              <a:ln w="9525">
                <a:solidFill>
                  <a:srgbClr val="808080"/>
                </a:solidFill>
                <a:round/>
                <a:headEnd/>
                <a:tailEnd/>
              </a:ln>
            </p:spPr>
            <p:txBody>
              <a:bodyPr/>
              <a:lstStyle/>
              <a:p>
                <a:endParaRPr lang="en-US"/>
              </a:p>
            </p:txBody>
          </p:sp>
          <p:sp>
            <p:nvSpPr>
              <p:cNvPr id="57002" name="Line 950"/>
              <p:cNvSpPr>
                <a:spLocks noChangeShapeType="1"/>
              </p:cNvSpPr>
              <p:nvPr/>
            </p:nvSpPr>
            <p:spPr bwMode="auto">
              <a:xfrm flipV="1">
                <a:off x="1473" y="3032"/>
                <a:ext cx="766" cy="252"/>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27" name="Group 951"/>
            <p:cNvGrpSpPr>
              <a:grpSpLocks/>
            </p:cNvGrpSpPr>
            <p:nvPr/>
          </p:nvGrpSpPr>
          <p:grpSpPr bwMode="auto">
            <a:xfrm>
              <a:off x="1497" y="1765"/>
              <a:ext cx="878" cy="290"/>
              <a:chOff x="1497" y="1765"/>
              <a:chExt cx="878" cy="290"/>
            </a:xfrm>
          </p:grpSpPr>
          <p:sp>
            <p:nvSpPr>
              <p:cNvPr id="56999" name="Freeform 952"/>
              <p:cNvSpPr>
                <a:spLocks/>
              </p:cNvSpPr>
              <p:nvPr/>
            </p:nvSpPr>
            <p:spPr bwMode="auto">
              <a:xfrm>
                <a:off x="2239" y="1765"/>
                <a:ext cx="136" cy="72"/>
              </a:xfrm>
              <a:custGeom>
                <a:avLst/>
                <a:gdLst>
                  <a:gd name="T0" fmla="*/ 136 w 136"/>
                  <a:gd name="T1" fmla="*/ 0 h 72"/>
                  <a:gd name="T2" fmla="*/ 24 w 136"/>
                  <a:gd name="T3" fmla="*/ 72 h 72"/>
                  <a:gd name="T4" fmla="*/ 8 w 136"/>
                  <a:gd name="T5" fmla="*/ 40 h 72"/>
                  <a:gd name="T6" fmla="*/ 0 w 136"/>
                  <a:gd name="T7" fmla="*/ 8 h 72"/>
                  <a:gd name="T8" fmla="*/ 136 w 136"/>
                  <a:gd name="T9" fmla="*/ 0 h 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 h="72">
                    <a:moveTo>
                      <a:pt x="136" y="0"/>
                    </a:moveTo>
                    <a:lnTo>
                      <a:pt x="24" y="72"/>
                    </a:lnTo>
                    <a:lnTo>
                      <a:pt x="8" y="40"/>
                    </a:lnTo>
                    <a:lnTo>
                      <a:pt x="0" y="8"/>
                    </a:lnTo>
                    <a:lnTo>
                      <a:pt x="136" y="0"/>
                    </a:lnTo>
                    <a:close/>
                  </a:path>
                </a:pathLst>
              </a:custGeom>
              <a:solidFill>
                <a:srgbClr val="808080"/>
              </a:solidFill>
              <a:ln w="9525">
                <a:solidFill>
                  <a:srgbClr val="808080"/>
                </a:solidFill>
                <a:round/>
                <a:headEnd/>
                <a:tailEnd/>
              </a:ln>
            </p:spPr>
            <p:txBody>
              <a:bodyPr/>
              <a:lstStyle/>
              <a:p>
                <a:endParaRPr lang="en-US"/>
              </a:p>
            </p:txBody>
          </p:sp>
          <p:sp>
            <p:nvSpPr>
              <p:cNvPr id="57000" name="Line 953"/>
              <p:cNvSpPr>
                <a:spLocks noChangeShapeType="1"/>
              </p:cNvSpPr>
              <p:nvPr/>
            </p:nvSpPr>
            <p:spPr bwMode="auto">
              <a:xfrm flipV="1">
                <a:off x="1497" y="1803"/>
                <a:ext cx="758" cy="252"/>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28" name="Group 954"/>
            <p:cNvGrpSpPr>
              <a:grpSpLocks/>
            </p:cNvGrpSpPr>
            <p:nvPr/>
          </p:nvGrpSpPr>
          <p:grpSpPr bwMode="auto">
            <a:xfrm>
              <a:off x="1938" y="1765"/>
              <a:ext cx="892" cy="1507"/>
              <a:chOff x="1938" y="1765"/>
              <a:chExt cx="892" cy="1507"/>
            </a:xfrm>
          </p:grpSpPr>
          <p:sp>
            <p:nvSpPr>
              <p:cNvPr id="56997" name="Freeform 955"/>
              <p:cNvSpPr>
                <a:spLocks/>
              </p:cNvSpPr>
              <p:nvPr/>
            </p:nvSpPr>
            <p:spPr bwMode="auto">
              <a:xfrm>
                <a:off x="2726" y="3145"/>
                <a:ext cx="104" cy="127"/>
              </a:xfrm>
              <a:custGeom>
                <a:avLst/>
                <a:gdLst>
                  <a:gd name="T0" fmla="*/ 104 w 104"/>
                  <a:gd name="T1" fmla="*/ 127 h 127"/>
                  <a:gd name="T2" fmla="*/ 0 w 104"/>
                  <a:gd name="T3" fmla="*/ 32 h 127"/>
                  <a:gd name="T4" fmla="*/ 32 w 104"/>
                  <a:gd name="T5" fmla="*/ 16 h 127"/>
                  <a:gd name="T6" fmla="*/ 64 w 104"/>
                  <a:gd name="T7" fmla="*/ 0 h 127"/>
                  <a:gd name="T8" fmla="*/ 104 w 104"/>
                  <a:gd name="T9" fmla="*/ 127 h 12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4" h="127">
                    <a:moveTo>
                      <a:pt x="104" y="127"/>
                    </a:moveTo>
                    <a:lnTo>
                      <a:pt x="0" y="32"/>
                    </a:lnTo>
                    <a:lnTo>
                      <a:pt x="32" y="16"/>
                    </a:lnTo>
                    <a:lnTo>
                      <a:pt x="64" y="0"/>
                    </a:lnTo>
                    <a:lnTo>
                      <a:pt x="104" y="127"/>
                    </a:lnTo>
                    <a:close/>
                  </a:path>
                </a:pathLst>
              </a:custGeom>
              <a:solidFill>
                <a:srgbClr val="808080"/>
              </a:solidFill>
              <a:ln w="9525">
                <a:solidFill>
                  <a:srgbClr val="808080"/>
                </a:solidFill>
                <a:round/>
                <a:headEnd/>
                <a:tailEnd/>
              </a:ln>
            </p:spPr>
            <p:txBody>
              <a:bodyPr/>
              <a:lstStyle/>
              <a:p>
                <a:endParaRPr lang="en-US"/>
              </a:p>
            </p:txBody>
          </p:sp>
          <p:sp>
            <p:nvSpPr>
              <p:cNvPr id="56998" name="Line 956"/>
              <p:cNvSpPr>
                <a:spLocks noChangeShapeType="1"/>
              </p:cNvSpPr>
              <p:nvPr/>
            </p:nvSpPr>
            <p:spPr bwMode="auto">
              <a:xfrm>
                <a:off x="1938" y="1765"/>
                <a:ext cx="823" cy="1404"/>
              </a:xfrm>
              <a:prstGeom prst="line">
                <a:avLst/>
              </a:prstGeom>
              <a:noFill/>
              <a:ln w="254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29" name="Group 957"/>
            <p:cNvGrpSpPr>
              <a:grpSpLocks/>
            </p:cNvGrpSpPr>
            <p:nvPr/>
          </p:nvGrpSpPr>
          <p:grpSpPr bwMode="auto">
            <a:xfrm>
              <a:off x="1482" y="1781"/>
              <a:ext cx="438" cy="263"/>
              <a:chOff x="1482" y="1781"/>
              <a:chExt cx="438" cy="263"/>
            </a:xfrm>
          </p:grpSpPr>
          <p:sp>
            <p:nvSpPr>
              <p:cNvPr id="56992" name="Freeform 958"/>
              <p:cNvSpPr>
                <a:spLocks/>
              </p:cNvSpPr>
              <p:nvPr/>
            </p:nvSpPr>
            <p:spPr bwMode="auto">
              <a:xfrm>
                <a:off x="1808" y="1964"/>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0">
                    <a:moveTo>
                      <a:pt x="112" y="80"/>
                    </a:moveTo>
                    <a:lnTo>
                      <a:pt x="0" y="48"/>
                    </a:lnTo>
                    <a:lnTo>
                      <a:pt x="16" y="24"/>
                    </a:lnTo>
                    <a:lnTo>
                      <a:pt x="32" y="0"/>
                    </a:lnTo>
                    <a:lnTo>
                      <a:pt x="112" y="80"/>
                    </a:lnTo>
                    <a:close/>
                  </a:path>
                </a:pathLst>
              </a:custGeom>
              <a:solidFill>
                <a:srgbClr val="808080"/>
              </a:solidFill>
              <a:ln w="9525">
                <a:solidFill>
                  <a:srgbClr val="808080"/>
                </a:solidFill>
                <a:round/>
                <a:headEnd/>
                <a:tailEnd/>
              </a:ln>
            </p:spPr>
            <p:txBody>
              <a:bodyPr/>
              <a:lstStyle/>
              <a:p>
                <a:endParaRPr lang="en-US"/>
              </a:p>
            </p:txBody>
          </p:sp>
          <p:sp>
            <p:nvSpPr>
              <p:cNvPr id="56993" name="Line 959"/>
              <p:cNvSpPr>
                <a:spLocks noChangeShapeType="1"/>
              </p:cNvSpPr>
              <p:nvPr/>
            </p:nvSpPr>
            <p:spPr bwMode="auto">
              <a:xfrm>
                <a:off x="1482" y="1781"/>
                <a:ext cx="70" cy="46"/>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94" name="Line 960"/>
              <p:cNvSpPr>
                <a:spLocks noChangeShapeType="1"/>
              </p:cNvSpPr>
              <p:nvPr/>
            </p:nvSpPr>
            <p:spPr bwMode="auto">
              <a:xfrm>
                <a:off x="1577" y="1837"/>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95" name="Line 961"/>
              <p:cNvSpPr>
                <a:spLocks noChangeShapeType="1"/>
              </p:cNvSpPr>
              <p:nvPr/>
            </p:nvSpPr>
            <p:spPr bwMode="auto">
              <a:xfrm>
                <a:off x="1672" y="1892"/>
                <a:ext cx="72"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96" name="Line 962"/>
              <p:cNvSpPr>
                <a:spLocks noChangeShapeType="1"/>
              </p:cNvSpPr>
              <p:nvPr/>
            </p:nvSpPr>
            <p:spPr bwMode="auto">
              <a:xfrm>
                <a:off x="1768" y="1956"/>
                <a:ext cx="56" cy="32"/>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30" name="Group 963"/>
            <p:cNvGrpSpPr>
              <a:grpSpLocks/>
            </p:cNvGrpSpPr>
            <p:nvPr/>
          </p:nvGrpSpPr>
          <p:grpSpPr bwMode="auto">
            <a:xfrm>
              <a:off x="1481" y="1789"/>
              <a:ext cx="455" cy="550"/>
              <a:chOff x="1481" y="1789"/>
              <a:chExt cx="455" cy="550"/>
            </a:xfrm>
          </p:grpSpPr>
          <p:sp>
            <p:nvSpPr>
              <p:cNvPr id="56985" name="Freeform 964"/>
              <p:cNvSpPr>
                <a:spLocks/>
              </p:cNvSpPr>
              <p:nvPr/>
            </p:nvSpPr>
            <p:spPr bwMode="auto">
              <a:xfrm>
                <a:off x="1840" y="2235"/>
                <a:ext cx="96" cy="104"/>
              </a:xfrm>
              <a:custGeom>
                <a:avLst/>
                <a:gdLst>
                  <a:gd name="T0" fmla="*/ 96 w 96"/>
                  <a:gd name="T1" fmla="*/ 104 h 104"/>
                  <a:gd name="T2" fmla="*/ 0 w 96"/>
                  <a:gd name="T3" fmla="*/ 32 h 104"/>
                  <a:gd name="T4" fmla="*/ 24 w 96"/>
                  <a:gd name="T5" fmla="*/ 16 h 104"/>
                  <a:gd name="T6" fmla="*/ 48 w 96"/>
                  <a:gd name="T7" fmla="*/ 0 h 104"/>
                  <a:gd name="T8" fmla="*/ 96 w 96"/>
                  <a:gd name="T9" fmla="*/ 104 h 10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6" h="104">
                    <a:moveTo>
                      <a:pt x="96" y="104"/>
                    </a:moveTo>
                    <a:lnTo>
                      <a:pt x="0" y="32"/>
                    </a:lnTo>
                    <a:lnTo>
                      <a:pt x="24" y="16"/>
                    </a:lnTo>
                    <a:lnTo>
                      <a:pt x="48" y="0"/>
                    </a:lnTo>
                    <a:lnTo>
                      <a:pt x="96" y="104"/>
                    </a:lnTo>
                    <a:close/>
                  </a:path>
                </a:pathLst>
              </a:custGeom>
              <a:solidFill>
                <a:srgbClr val="808080"/>
              </a:solidFill>
              <a:ln w="9525">
                <a:solidFill>
                  <a:srgbClr val="808080"/>
                </a:solidFill>
                <a:round/>
                <a:headEnd/>
                <a:tailEnd/>
              </a:ln>
            </p:spPr>
            <p:txBody>
              <a:bodyPr/>
              <a:lstStyle/>
              <a:p>
                <a:endParaRPr lang="en-US"/>
              </a:p>
            </p:txBody>
          </p:sp>
          <p:sp>
            <p:nvSpPr>
              <p:cNvPr id="56986" name="Line 965"/>
              <p:cNvSpPr>
                <a:spLocks noChangeShapeType="1"/>
              </p:cNvSpPr>
              <p:nvPr/>
            </p:nvSpPr>
            <p:spPr bwMode="auto">
              <a:xfrm>
                <a:off x="1481" y="1789"/>
                <a:ext cx="55" cy="62"/>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87" name="Line 966"/>
              <p:cNvSpPr>
                <a:spLocks noChangeShapeType="1"/>
              </p:cNvSpPr>
              <p:nvPr/>
            </p:nvSpPr>
            <p:spPr bwMode="auto">
              <a:xfrm>
                <a:off x="1552" y="1876"/>
                <a:ext cx="56" cy="64"/>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88" name="Line 967"/>
              <p:cNvSpPr>
                <a:spLocks noChangeShapeType="1"/>
              </p:cNvSpPr>
              <p:nvPr/>
            </p:nvSpPr>
            <p:spPr bwMode="auto">
              <a:xfrm>
                <a:off x="1624" y="1964"/>
                <a:ext cx="56" cy="64"/>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89" name="Line 968"/>
              <p:cNvSpPr>
                <a:spLocks noChangeShapeType="1"/>
              </p:cNvSpPr>
              <p:nvPr/>
            </p:nvSpPr>
            <p:spPr bwMode="auto">
              <a:xfrm>
                <a:off x="1696" y="2044"/>
                <a:ext cx="56" cy="72"/>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90" name="Line 969"/>
              <p:cNvSpPr>
                <a:spLocks noChangeShapeType="1"/>
              </p:cNvSpPr>
              <p:nvPr/>
            </p:nvSpPr>
            <p:spPr bwMode="auto">
              <a:xfrm>
                <a:off x="1768" y="2132"/>
                <a:ext cx="56" cy="7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91" name="Line 970"/>
              <p:cNvSpPr>
                <a:spLocks noChangeShapeType="1"/>
              </p:cNvSpPr>
              <p:nvPr/>
            </p:nvSpPr>
            <p:spPr bwMode="auto">
              <a:xfrm>
                <a:off x="1840" y="2219"/>
                <a:ext cx="24" cy="3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31" name="Group 971"/>
            <p:cNvGrpSpPr>
              <a:grpSpLocks/>
            </p:cNvGrpSpPr>
            <p:nvPr/>
          </p:nvGrpSpPr>
          <p:grpSpPr bwMode="auto">
            <a:xfrm>
              <a:off x="1489" y="2084"/>
              <a:ext cx="439" cy="574"/>
              <a:chOff x="1489" y="2084"/>
              <a:chExt cx="439" cy="574"/>
            </a:xfrm>
          </p:grpSpPr>
          <p:sp>
            <p:nvSpPr>
              <p:cNvPr id="56978" name="Freeform 972"/>
              <p:cNvSpPr>
                <a:spLocks/>
              </p:cNvSpPr>
              <p:nvPr/>
            </p:nvSpPr>
            <p:spPr bwMode="auto">
              <a:xfrm>
                <a:off x="1840" y="2554"/>
                <a:ext cx="88" cy="104"/>
              </a:xfrm>
              <a:custGeom>
                <a:avLst/>
                <a:gdLst>
                  <a:gd name="T0" fmla="*/ 88 w 88"/>
                  <a:gd name="T1" fmla="*/ 104 h 104"/>
                  <a:gd name="T2" fmla="*/ 0 w 88"/>
                  <a:gd name="T3" fmla="*/ 32 h 104"/>
                  <a:gd name="T4" fmla="*/ 16 w 88"/>
                  <a:gd name="T5" fmla="*/ 16 h 104"/>
                  <a:gd name="T6" fmla="*/ 40 w 88"/>
                  <a:gd name="T7" fmla="*/ 0 h 104"/>
                  <a:gd name="T8" fmla="*/ 88 w 88"/>
                  <a:gd name="T9" fmla="*/ 104 h 10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8" h="104">
                    <a:moveTo>
                      <a:pt x="88" y="104"/>
                    </a:moveTo>
                    <a:lnTo>
                      <a:pt x="0" y="32"/>
                    </a:lnTo>
                    <a:lnTo>
                      <a:pt x="16" y="16"/>
                    </a:lnTo>
                    <a:lnTo>
                      <a:pt x="40" y="0"/>
                    </a:lnTo>
                    <a:lnTo>
                      <a:pt x="88" y="104"/>
                    </a:lnTo>
                    <a:close/>
                  </a:path>
                </a:pathLst>
              </a:custGeom>
              <a:solidFill>
                <a:srgbClr val="808080"/>
              </a:solidFill>
              <a:ln w="9525">
                <a:solidFill>
                  <a:srgbClr val="808080"/>
                </a:solidFill>
                <a:round/>
                <a:headEnd/>
                <a:tailEnd/>
              </a:ln>
            </p:spPr>
            <p:txBody>
              <a:bodyPr/>
              <a:lstStyle/>
              <a:p>
                <a:endParaRPr lang="en-US"/>
              </a:p>
            </p:txBody>
          </p:sp>
          <p:sp>
            <p:nvSpPr>
              <p:cNvPr id="56979" name="Line 973"/>
              <p:cNvSpPr>
                <a:spLocks noChangeShapeType="1"/>
              </p:cNvSpPr>
              <p:nvPr/>
            </p:nvSpPr>
            <p:spPr bwMode="auto">
              <a:xfrm>
                <a:off x="1489" y="2084"/>
                <a:ext cx="55" cy="70"/>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80" name="Line 974"/>
              <p:cNvSpPr>
                <a:spLocks noChangeShapeType="1"/>
              </p:cNvSpPr>
              <p:nvPr/>
            </p:nvSpPr>
            <p:spPr bwMode="auto">
              <a:xfrm>
                <a:off x="1553" y="2172"/>
                <a:ext cx="55" cy="70"/>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81" name="Line 975"/>
              <p:cNvSpPr>
                <a:spLocks noChangeShapeType="1"/>
              </p:cNvSpPr>
              <p:nvPr/>
            </p:nvSpPr>
            <p:spPr bwMode="auto">
              <a:xfrm>
                <a:off x="1624" y="2259"/>
                <a:ext cx="56" cy="7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82" name="Line 976"/>
              <p:cNvSpPr>
                <a:spLocks noChangeShapeType="1"/>
              </p:cNvSpPr>
              <p:nvPr/>
            </p:nvSpPr>
            <p:spPr bwMode="auto">
              <a:xfrm>
                <a:off x="1688" y="2347"/>
                <a:ext cx="56" cy="72"/>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83" name="Line 977"/>
              <p:cNvSpPr>
                <a:spLocks noChangeShapeType="1"/>
              </p:cNvSpPr>
              <p:nvPr/>
            </p:nvSpPr>
            <p:spPr bwMode="auto">
              <a:xfrm>
                <a:off x="1760" y="2443"/>
                <a:ext cx="56" cy="63"/>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84" name="Line 978"/>
              <p:cNvSpPr>
                <a:spLocks noChangeShapeType="1"/>
              </p:cNvSpPr>
              <p:nvPr/>
            </p:nvSpPr>
            <p:spPr bwMode="auto">
              <a:xfrm>
                <a:off x="1824" y="2531"/>
                <a:ext cx="32" cy="39"/>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32" name="Group 979"/>
            <p:cNvGrpSpPr>
              <a:grpSpLocks/>
            </p:cNvGrpSpPr>
            <p:nvPr/>
          </p:nvGrpSpPr>
          <p:grpSpPr bwMode="auto">
            <a:xfrm>
              <a:off x="1481" y="2084"/>
              <a:ext cx="447" cy="574"/>
              <a:chOff x="1481" y="2084"/>
              <a:chExt cx="447" cy="574"/>
            </a:xfrm>
          </p:grpSpPr>
          <p:sp>
            <p:nvSpPr>
              <p:cNvPr id="56971" name="Freeform 980"/>
              <p:cNvSpPr>
                <a:spLocks/>
              </p:cNvSpPr>
              <p:nvPr/>
            </p:nvSpPr>
            <p:spPr bwMode="auto">
              <a:xfrm>
                <a:off x="1840" y="2084"/>
                <a:ext cx="88" cy="104"/>
              </a:xfrm>
              <a:custGeom>
                <a:avLst/>
                <a:gdLst>
                  <a:gd name="T0" fmla="*/ 88 w 88"/>
                  <a:gd name="T1" fmla="*/ 0 h 104"/>
                  <a:gd name="T2" fmla="*/ 40 w 88"/>
                  <a:gd name="T3" fmla="*/ 104 h 104"/>
                  <a:gd name="T4" fmla="*/ 16 w 88"/>
                  <a:gd name="T5" fmla="*/ 88 h 104"/>
                  <a:gd name="T6" fmla="*/ 0 w 88"/>
                  <a:gd name="T7" fmla="*/ 72 h 104"/>
                  <a:gd name="T8" fmla="*/ 88 w 88"/>
                  <a:gd name="T9" fmla="*/ 0 h 10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8" h="104">
                    <a:moveTo>
                      <a:pt x="88" y="0"/>
                    </a:moveTo>
                    <a:lnTo>
                      <a:pt x="40" y="104"/>
                    </a:lnTo>
                    <a:lnTo>
                      <a:pt x="16" y="88"/>
                    </a:lnTo>
                    <a:lnTo>
                      <a:pt x="0" y="72"/>
                    </a:lnTo>
                    <a:lnTo>
                      <a:pt x="88" y="0"/>
                    </a:lnTo>
                    <a:close/>
                  </a:path>
                </a:pathLst>
              </a:custGeom>
              <a:solidFill>
                <a:srgbClr val="808080"/>
              </a:solidFill>
              <a:ln w="9525">
                <a:solidFill>
                  <a:srgbClr val="808080"/>
                </a:solidFill>
                <a:round/>
                <a:headEnd/>
                <a:tailEnd/>
              </a:ln>
            </p:spPr>
            <p:txBody>
              <a:bodyPr/>
              <a:lstStyle/>
              <a:p>
                <a:endParaRPr lang="en-US"/>
              </a:p>
            </p:txBody>
          </p:sp>
          <p:sp>
            <p:nvSpPr>
              <p:cNvPr id="56972" name="Line 981"/>
              <p:cNvSpPr>
                <a:spLocks noChangeShapeType="1"/>
              </p:cNvSpPr>
              <p:nvPr/>
            </p:nvSpPr>
            <p:spPr bwMode="auto">
              <a:xfrm flipV="1">
                <a:off x="1481" y="2588"/>
                <a:ext cx="55" cy="70"/>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73" name="Line 982"/>
              <p:cNvSpPr>
                <a:spLocks noChangeShapeType="1"/>
              </p:cNvSpPr>
              <p:nvPr/>
            </p:nvSpPr>
            <p:spPr bwMode="auto">
              <a:xfrm flipV="1">
                <a:off x="1553" y="2500"/>
                <a:ext cx="47" cy="70"/>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74" name="Line 983"/>
              <p:cNvSpPr>
                <a:spLocks noChangeShapeType="1"/>
              </p:cNvSpPr>
              <p:nvPr/>
            </p:nvSpPr>
            <p:spPr bwMode="auto">
              <a:xfrm flipV="1">
                <a:off x="1616" y="2412"/>
                <a:ext cx="56" cy="7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75" name="Line 984"/>
              <p:cNvSpPr>
                <a:spLocks noChangeShapeType="1"/>
              </p:cNvSpPr>
              <p:nvPr/>
            </p:nvSpPr>
            <p:spPr bwMode="auto">
              <a:xfrm flipV="1">
                <a:off x="1688" y="2323"/>
                <a:ext cx="56" cy="72"/>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76" name="Line 985"/>
              <p:cNvSpPr>
                <a:spLocks noChangeShapeType="1"/>
              </p:cNvSpPr>
              <p:nvPr/>
            </p:nvSpPr>
            <p:spPr bwMode="auto">
              <a:xfrm flipV="1">
                <a:off x="1752" y="2236"/>
                <a:ext cx="56" cy="7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77" name="Line 986"/>
              <p:cNvSpPr>
                <a:spLocks noChangeShapeType="1"/>
              </p:cNvSpPr>
              <p:nvPr/>
            </p:nvSpPr>
            <p:spPr bwMode="auto">
              <a:xfrm flipV="1">
                <a:off x="1824" y="2172"/>
                <a:ext cx="32"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33" name="Group 987"/>
            <p:cNvGrpSpPr>
              <a:grpSpLocks/>
            </p:cNvGrpSpPr>
            <p:nvPr/>
          </p:nvGrpSpPr>
          <p:grpSpPr bwMode="auto">
            <a:xfrm>
              <a:off x="1944" y="2076"/>
              <a:ext cx="447" cy="263"/>
              <a:chOff x="1944" y="2076"/>
              <a:chExt cx="447" cy="263"/>
            </a:xfrm>
          </p:grpSpPr>
          <p:sp>
            <p:nvSpPr>
              <p:cNvPr id="56966" name="Freeform 988"/>
              <p:cNvSpPr>
                <a:spLocks/>
              </p:cNvSpPr>
              <p:nvPr/>
            </p:nvSpPr>
            <p:spPr bwMode="auto">
              <a:xfrm>
                <a:off x="2279" y="2076"/>
                <a:ext cx="112" cy="80"/>
              </a:xfrm>
              <a:custGeom>
                <a:avLst/>
                <a:gdLst>
                  <a:gd name="T0" fmla="*/ 112 w 112"/>
                  <a:gd name="T1" fmla="*/ 0 h 80"/>
                  <a:gd name="T2" fmla="*/ 32 w 112"/>
                  <a:gd name="T3" fmla="*/ 80 h 80"/>
                  <a:gd name="T4" fmla="*/ 16 w 112"/>
                  <a:gd name="T5" fmla="*/ 56 h 80"/>
                  <a:gd name="T6" fmla="*/ 0 w 112"/>
                  <a:gd name="T7" fmla="*/ 32 h 80"/>
                  <a:gd name="T8" fmla="*/ 112 w 112"/>
                  <a:gd name="T9" fmla="*/ 0 h 8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0">
                    <a:moveTo>
                      <a:pt x="112" y="0"/>
                    </a:moveTo>
                    <a:lnTo>
                      <a:pt x="32" y="80"/>
                    </a:lnTo>
                    <a:lnTo>
                      <a:pt x="16" y="56"/>
                    </a:lnTo>
                    <a:lnTo>
                      <a:pt x="0" y="32"/>
                    </a:lnTo>
                    <a:lnTo>
                      <a:pt x="112" y="0"/>
                    </a:lnTo>
                    <a:close/>
                  </a:path>
                </a:pathLst>
              </a:custGeom>
              <a:solidFill>
                <a:srgbClr val="808080"/>
              </a:solidFill>
              <a:ln w="9525">
                <a:solidFill>
                  <a:srgbClr val="808080"/>
                </a:solidFill>
                <a:round/>
                <a:headEnd/>
                <a:tailEnd/>
              </a:ln>
            </p:spPr>
            <p:txBody>
              <a:bodyPr/>
              <a:lstStyle/>
              <a:p>
                <a:endParaRPr lang="en-US"/>
              </a:p>
            </p:txBody>
          </p:sp>
          <p:sp>
            <p:nvSpPr>
              <p:cNvPr id="56967" name="Line 989"/>
              <p:cNvSpPr>
                <a:spLocks noChangeShapeType="1"/>
              </p:cNvSpPr>
              <p:nvPr/>
            </p:nvSpPr>
            <p:spPr bwMode="auto">
              <a:xfrm flipV="1">
                <a:off x="1944" y="2292"/>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68" name="Line 990"/>
              <p:cNvSpPr>
                <a:spLocks noChangeShapeType="1"/>
              </p:cNvSpPr>
              <p:nvPr/>
            </p:nvSpPr>
            <p:spPr bwMode="auto">
              <a:xfrm flipV="1">
                <a:off x="2040" y="2236"/>
                <a:ext cx="79"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69" name="Line 991"/>
              <p:cNvSpPr>
                <a:spLocks noChangeShapeType="1"/>
              </p:cNvSpPr>
              <p:nvPr/>
            </p:nvSpPr>
            <p:spPr bwMode="auto">
              <a:xfrm flipV="1">
                <a:off x="2136" y="2180"/>
                <a:ext cx="79"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70" name="Line 992"/>
              <p:cNvSpPr>
                <a:spLocks noChangeShapeType="1"/>
              </p:cNvSpPr>
              <p:nvPr/>
            </p:nvSpPr>
            <p:spPr bwMode="auto">
              <a:xfrm flipV="1">
                <a:off x="2231" y="2133"/>
                <a:ext cx="64" cy="39"/>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34" name="Group 993"/>
            <p:cNvGrpSpPr>
              <a:grpSpLocks/>
            </p:cNvGrpSpPr>
            <p:nvPr/>
          </p:nvGrpSpPr>
          <p:grpSpPr bwMode="auto">
            <a:xfrm>
              <a:off x="1944" y="1781"/>
              <a:ext cx="431" cy="263"/>
              <a:chOff x="1944" y="1781"/>
              <a:chExt cx="431" cy="263"/>
            </a:xfrm>
          </p:grpSpPr>
          <p:sp>
            <p:nvSpPr>
              <p:cNvPr id="56961" name="Freeform 994"/>
              <p:cNvSpPr>
                <a:spLocks/>
              </p:cNvSpPr>
              <p:nvPr/>
            </p:nvSpPr>
            <p:spPr bwMode="auto">
              <a:xfrm>
                <a:off x="2263" y="1781"/>
                <a:ext cx="112" cy="80"/>
              </a:xfrm>
              <a:custGeom>
                <a:avLst/>
                <a:gdLst>
                  <a:gd name="T0" fmla="*/ 112 w 112"/>
                  <a:gd name="T1" fmla="*/ 0 h 80"/>
                  <a:gd name="T2" fmla="*/ 32 w 112"/>
                  <a:gd name="T3" fmla="*/ 80 h 80"/>
                  <a:gd name="T4" fmla="*/ 16 w 112"/>
                  <a:gd name="T5" fmla="*/ 56 h 80"/>
                  <a:gd name="T6" fmla="*/ 0 w 112"/>
                  <a:gd name="T7" fmla="*/ 32 h 80"/>
                  <a:gd name="T8" fmla="*/ 112 w 112"/>
                  <a:gd name="T9" fmla="*/ 0 h 8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0">
                    <a:moveTo>
                      <a:pt x="112" y="0"/>
                    </a:moveTo>
                    <a:lnTo>
                      <a:pt x="32" y="80"/>
                    </a:lnTo>
                    <a:lnTo>
                      <a:pt x="16" y="56"/>
                    </a:lnTo>
                    <a:lnTo>
                      <a:pt x="0" y="32"/>
                    </a:lnTo>
                    <a:lnTo>
                      <a:pt x="112" y="0"/>
                    </a:lnTo>
                    <a:close/>
                  </a:path>
                </a:pathLst>
              </a:custGeom>
              <a:solidFill>
                <a:srgbClr val="808080"/>
              </a:solidFill>
              <a:ln w="9525">
                <a:solidFill>
                  <a:srgbClr val="808080"/>
                </a:solidFill>
                <a:round/>
                <a:headEnd/>
                <a:tailEnd/>
              </a:ln>
            </p:spPr>
            <p:txBody>
              <a:bodyPr/>
              <a:lstStyle/>
              <a:p>
                <a:endParaRPr lang="en-US"/>
              </a:p>
            </p:txBody>
          </p:sp>
          <p:sp>
            <p:nvSpPr>
              <p:cNvPr id="56962" name="Line 995"/>
              <p:cNvSpPr>
                <a:spLocks noChangeShapeType="1"/>
              </p:cNvSpPr>
              <p:nvPr/>
            </p:nvSpPr>
            <p:spPr bwMode="auto">
              <a:xfrm flipV="1">
                <a:off x="1944" y="1997"/>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63" name="Line 996"/>
              <p:cNvSpPr>
                <a:spLocks noChangeShapeType="1"/>
              </p:cNvSpPr>
              <p:nvPr/>
            </p:nvSpPr>
            <p:spPr bwMode="auto">
              <a:xfrm flipV="1">
                <a:off x="2040" y="1941"/>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64" name="Line 997"/>
              <p:cNvSpPr>
                <a:spLocks noChangeShapeType="1"/>
              </p:cNvSpPr>
              <p:nvPr/>
            </p:nvSpPr>
            <p:spPr bwMode="auto">
              <a:xfrm flipV="1">
                <a:off x="2136" y="1885"/>
                <a:ext cx="71" cy="39"/>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65" name="Line 998"/>
              <p:cNvSpPr>
                <a:spLocks noChangeShapeType="1"/>
              </p:cNvSpPr>
              <p:nvPr/>
            </p:nvSpPr>
            <p:spPr bwMode="auto">
              <a:xfrm flipV="1">
                <a:off x="2232" y="1837"/>
                <a:ext cx="47" cy="3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35" name="Group 999"/>
            <p:cNvGrpSpPr>
              <a:grpSpLocks/>
            </p:cNvGrpSpPr>
            <p:nvPr/>
          </p:nvGrpSpPr>
          <p:grpSpPr bwMode="auto">
            <a:xfrm>
              <a:off x="2415" y="1781"/>
              <a:ext cx="423" cy="271"/>
              <a:chOff x="2415" y="1781"/>
              <a:chExt cx="423" cy="271"/>
            </a:xfrm>
          </p:grpSpPr>
          <p:sp>
            <p:nvSpPr>
              <p:cNvPr id="56956" name="Freeform 1000"/>
              <p:cNvSpPr>
                <a:spLocks/>
              </p:cNvSpPr>
              <p:nvPr/>
            </p:nvSpPr>
            <p:spPr bwMode="auto">
              <a:xfrm>
                <a:off x="2726" y="1781"/>
                <a:ext cx="112" cy="87"/>
              </a:xfrm>
              <a:custGeom>
                <a:avLst/>
                <a:gdLst>
                  <a:gd name="T0" fmla="*/ 112 w 112"/>
                  <a:gd name="T1" fmla="*/ 0 h 87"/>
                  <a:gd name="T2" fmla="*/ 32 w 112"/>
                  <a:gd name="T3" fmla="*/ 87 h 87"/>
                  <a:gd name="T4" fmla="*/ 16 w 112"/>
                  <a:gd name="T5" fmla="*/ 64 h 87"/>
                  <a:gd name="T6" fmla="*/ 0 w 112"/>
                  <a:gd name="T7" fmla="*/ 40 h 87"/>
                  <a:gd name="T8" fmla="*/ 112 w 112"/>
                  <a:gd name="T9" fmla="*/ 0 h 8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7">
                    <a:moveTo>
                      <a:pt x="112" y="0"/>
                    </a:moveTo>
                    <a:lnTo>
                      <a:pt x="32" y="87"/>
                    </a:lnTo>
                    <a:lnTo>
                      <a:pt x="16" y="64"/>
                    </a:lnTo>
                    <a:lnTo>
                      <a:pt x="0" y="40"/>
                    </a:lnTo>
                    <a:lnTo>
                      <a:pt x="112" y="0"/>
                    </a:lnTo>
                    <a:close/>
                  </a:path>
                </a:pathLst>
              </a:custGeom>
              <a:solidFill>
                <a:srgbClr val="808080"/>
              </a:solidFill>
              <a:ln w="9525">
                <a:solidFill>
                  <a:srgbClr val="808080"/>
                </a:solidFill>
                <a:round/>
                <a:headEnd/>
                <a:tailEnd/>
              </a:ln>
            </p:spPr>
            <p:txBody>
              <a:bodyPr/>
              <a:lstStyle/>
              <a:p>
                <a:endParaRPr lang="en-US"/>
              </a:p>
            </p:txBody>
          </p:sp>
          <p:sp>
            <p:nvSpPr>
              <p:cNvPr id="56957" name="Line 1001"/>
              <p:cNvSpPr>
                <a:spLocks noChangeShapeType="1"/>
              </p:cNvSpPr>
              <p:nvPr/>
            </p:nvSpPr>
            <p:spPr bwMode="auto">
              <a:xfrm flipV="1">
                <a:off x="2415" y="2004"/>
                <a:ext cx="72" cy="48"/>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58" name="Line 1002"/>
              <p:cNvSpPr>
                <a:spLocks noChangeShapeType="1"/>
              </p:cNvSpPr>
              <p:nvPr/>
            </p:nvSpPr>
            <p:spPr bwMode="auto">
              <a:xfrm flipV="1">
                <a:off x="2511" y="1949"/>
                <a:ext cx="71" cy="39"/>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59" name="Line 1003"/>
              <p:cNvSpPr>
                <a:spLocks noChangeShapeType="1"/>
              </p:cNvSpPr>
              <p:nvPr/>
            </p:nvSpPr>
            <p:spPr bwMode="auto">
              <a:xfrm flipV="1">
                <a:off x="2607" y="1885"/>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60" name="Line 1004"/>
              <p:cNvSpPr>
                <a:spLocks noChangeShapeType="1"/>
              </p:cNvSpPr>
              <p:nvPr/>
            </p:nvSpPr>
            <p:spPr bwMode="auto">
              <a:xfrm flipV="1">
                <a:off x="2696" y="1846"/>
                <a:ext cx="46" cy="22"/>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36" name="Group 1005"/>
            <p:cNvGrpSpPr>
              <a:grpSpLocks/>
            </p:cNvGrpSpPr>
            <p:nvPr/>
          </p:nvGrpSpPr>
          <p:grpSpPr bwMode="auto">
            <a:xfrm>
              <a:off x="2886" y="1773"/>
              <a:ext cx="415" cy="271"/>
              <a:chOff x="2886" y="1773"/>
              <a:chExt cx="415" cy="271"/>
            </a:xfrm>
          </p:grpSpPr>
          <p:sp>
            <p:nvSpPr>
              <p:cNvPr id="56951" name="Freeform 1006"/>
              <p:cNvSpPr>
                <a:spLocks/>
              </p:cNvSpPr>
              <p:nvPr/>
            </p:nvSpPr>
            <p:spPr bwMode="auto">
              <a:xfrm>
                <a:off x="3189" y="1773"/>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0"/>
                    </a:moveTo>
                    <a:lnTo>
                      <a:pt x="32" y="88"/>
                    </a:lnTo>
                    <a:lnTo>
                      <a:pt x="16" y="64"/>
                    </a:lnTo>
                    <a:lnTo>
                      <a:pt x="0" y="40"/>
                    </a:lnTo>
                    <a:lnTo>
                      <a:pt x="112" y="0"/>
                    </a:lnTo>
                    <a:close/>
                  </a:path>
                </a:pathLst>
              </a:custGeom>
              <a:solidFill>
                <a:srgbClr val="808080"/>
              </a:solidFill>
              <a:ln w="9525">
                <a:solidFill>
                  <a:srgbClr val="808080"/>
                </a:solidFill>
                <a:round/>
                <a:headEnd/>
                <a:tailEnd/>
              </a:ln>
            </p:spPr>
            <p:txBody>
              <a:bodyPr/>
              <a:lstStyle/>
              <a:p>
                <a:endParaRPr lang="en-US"/>
              </a:p>
            </p:txBody>
          </p:sp>
          <p:sp>
            <p:nvSpPr>
              <p:cNvPr id="56952" name="Line 1007"/>
              <p:cNvSpPr>
                <a:spLocks noChangeShapeType="1"/>
              </p:cNvSpPr>
              <p:nvPr/>
            </p:nvSpPr>
            <p:spPr bwMode="auto">
              <a:xfrm flipV="1">
                <a:off x="2886" y="1996"/>
                <a:ext cx="72" cy="48"/>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53" name="Line 1008"/>
              <p:cNvSpPr>
                <a:spLocks noChangeShapeType="1"/>
              </p:cNvSpPr>
              <p:nvPr/>
            </p:nvSpPr>
            <p:spPr bwMode="auto">
              <a:xfrm flipV="1">
                <a:off x="2982" y="1933"/>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54" name="Line 1009"/>
              <p:cNvSpPr>
                <a:spLocks noChangeShapeType="1"/>
              </p:cNvSpPr>
              <p:nvPr/>
            </p:nvSpPr>
            <p:spPr bwMode="auto">
              <a:xfrm flipV="1">
                <a:off x="3070" y="1877"/>
                <a:ext cx="79"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55" name="Line 1010"/>
              <p:cNvSpPr>
                <a:spLocks noChangeShapeType="1"/>
              </p:cNvSpPr>
              <p:nvPr/>
            </p:nvSpPr>
            <p:spPr bwMode="auto">
              <a:xfrm flipV="1">
                <a:off x="3165" y="1838"/>
                <a:ext cx="40" cy="23"/>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37" name="Group 1011"/>
            <p:cNvGrpSpPr>
              <a:grpSpLocks/>
            </p:cNvGrpSpPr>
            <p:nvPr/>
          </p:nvGrpSpPr>
          <p:grpSpPr bwMode="auto">
            <a:xfrm>
              <a:off x="3325" y="1773"/>
              <a:ext cx="423" cy="271"/>
              <a:chOff x="3325" y="1773"/>
              <a:chExt cx="423" cy="271"/>
            </a:xfrm>
          </p:grpSpPr>
          <p:sp>
            <p:nvSpPr>
              <p:cNvPr id="56946" name="Freeform 1012"/>
              <p:cNvSpPr>
                <a:spLocks/>
              </p:cNvSpPr>
              <p:nvPr/>
            </p:nvSpPr>
            <p:spPr bwMode="auto">
              <a:xfrm>
                <a:off x="3636" y="1773"/>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0"/>
                    </a:moveTo>
                    <a:lnTo>
                      <a:pt x="32" y="88"/>
                    </a:lnTo>
                    <a:lnTo>
                      <a:pt x="16" y="64"/>
                    </a:lnTo>
                    <a:lnTo>
                      <a:pt x="0" y="40"/>
                    </a:lnTo>
                    <a:lnTo>
                      <a:pt x="112" y="0"/>
                    </a:lnTo>
                    <a:close/>
                  </a:path>
                </a:pathLst>
              </a:custGeom>
              <a:solidFill>
                <a:srgbClr val="808080"/>
              </a:solidFill>
              <a:ln w="9525">
                <a:solidFill>
                  <a:srgbClr val="808080"/>
                </a:solidFill>
                <a:round/>
                <a:headEnd/>
                <a:tailEnd/>
              </a:ln>
            </p:spPr>
            <p:txBody>
              <a:bodyPr/>
              <a:lstStyle/>
              <a:p>
                <a:endParaRPr lang="en-US"/>
              </a:p>
            </p:txBody>
          </p:sp>
          <p:sp>
            <p:nvSpPr>
              <p:cNvPr id="56947" name="Line 1013"/>
              <p:cNvSpPr>
                <a:spLocks noChangeShapeType="1"/>
              </p:cNvSpPr>
              <p:nvPr/>
            </p:nvSpPr>
            <p:spPr bwMode="auto">
              <a:xfrm flipV="1">
                <a:off x="3325" y="1996"/>
                <a:ext cx="72" cy="48"/>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48" name="Line 1014"/>
              <p:cNvSpPr>
                <a:spLocks noChangeShapeType="1"/>
              </p:cNvSpPr>
              <p:nvPr/>
            </p:nvSpPr>
            <p:spPr bwMode="auto">
              <a:xfrm flipV="1">
                <a:off x="3421" y="1940"/>
                <a:ext cx="72" cy="40"/>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49" name="Line 1015"/>
              <p:cNvSpPr>
                <a:spLocks noChangeShapeType="1"/>
              </p:cNvSpPr>
              <p:nvPr/>
            </p:nvSpPr>
            <p:spPr bwMode="auto">
              <a:xfrm flipV="1">
                <a:off x="3517" y="1877"/>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50" name="Line 1016"/>
              <p:cNvSpPr>
                <a:spLocks noChangeShapeType="1"/>
              </p:cNvSpPr>
              <p:nvPr/>
            </p:nvSpPr>
            <p:spPr bwMode="auto">
              <a:xfrm flipV="1">
                <a:off x="3604" y="1838"/>
                <a:ext cx="48" cy="23"/>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38" name="Group 1017"/>
            <p:cNvGrpSpPr>
              <a:grpSpLocks/>
            </p:cNvGrpSpPr>
            <p:nvPr/>
          </p:nvGrpSpPr>
          <p:grpSpPr bwMode="auto">
            <a:xfrm>
              <a:off x="2878" y="2379"/>
              <a:ext cx="407" cy="287"/>
              <a:chOff x="2878" y="2379"/>
              <a:chExt cx="407" cy="287"/>
            </a:xfrm>
          </p:grpSpPr>
          <p:sp>
            <p:nvSpPr>
              <p:cNvPr id="56941" name="Freeform 1018"/>
              <p:cNvSpPr>
                <a:spLocks/>
              </p:cNvSpPr>
              <p:nvPr/>
            </p:nvSpPr>
            <p:spPr bwMode="auto">
              <a:xfrm>
                <a:off x="3173" y="2379"/>
                <a:ext cx="112" cy="88"/>
              </a:xfrm>
              <a:custGeom>
                <a:avLst/>
                <a:gdLst>
                  <a:gd name="T0" fmla="*/ 112 w 112"/>
                  <a:gd name="T1" fmla="*/ 0 h 88"/>
                  <a:gd name="T2" fmla="*/ 40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0"/>
                    </a:moveTo>
                    <a:lnTo>
                      <a:pt x="40" y="88"/>
                    </a:lnTo>
                    <a:lnTo>
                      <a:pt x="16" y="64"/>
                    </a:lnTo>
                    <a:lnTo>
                      <a:pt x="0" y="40"/>
                    </a:lnTo>
                    <a:lnTo>
                      <a:pt x="112" y="0"/>
                    </a:lnTo>
                    <a:close/>
                  </a:path>
                </a:pathLst>
              </a:custGeom>
              <a:solidFill>
                <a:srgbClr val="808080"/>
              </a:solidFill>
              <a:ln w="9525">
                <a:solidFill>
                  <a:srgbClr val="808080"/>
                </a:solidFill>
                <a:round/>
                <a:headEnd/>
                <a:tailEnd/>
              </a:ln>
            </p:spPr>
            <p:txBody>
              <a:bodyPr/>
              <a:lstStyle/>
              <a:p>
                <a:endParaRPr lang="en-US"/>
              </a:p>
            </p:txBody>
          </p:sp>
          <p:sp>
            <p:nvSpPr>
              <p:cNvPr id="56942" name="Line 1019"/>
              <p:cNvSpPr>
                <a:spLocks noChangeShapeType="1"/>
              </p:cNvSpPr>
              <p:nvPr/>
            </p:nvSpPr>
            <p:spPr bwMode="auto">
              <a:xfrm flipV="1">
                <a:off x="2878" y="2618"/>
                <a:ext cx="72" cy="48"/>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43" name="Line 1020"/>
              <p:cNvSpPr>
                <a:spLocks noChangeShapeType="1"/>
              </p:cNvSpPr>
              <p:nvPr/>
            </p:nvSpPr>
            <p:spPr bwMode="auto">
              <a:xfrm flipV="1">
                <a:off x="2967" y="2556"/>
                <a:ext cx="70" cy="46"/>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44" name="Line 1021"/>
              <p:cNvSpPr>
                <a:spLocks noChangeShapeType="1"/>
              </p:cNvSpPr>
              <p:nvPr/>
            </p:nvSpPr>
            <p:spPr bwMode="auto">
              <a:xfrm flipV="1">
                <a:off x="3062" y="2491"/>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45" name="Line 1022"/>
              <p:cNvSpPr>
                <a:spLocks noChangeShapeType="1"/>
              </p:cNvSpPr>
              <p:nvPr/>
            </p:nvSpPr>
            <p:spPr bwMode="auto">
              <a:xfrm flipV="1">
                <a:off x="3149" y="2443"/>
                <a:ext cx="40" cy="32"/>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39" name="Group 1023"/>
            <p:cNvGrpSpPr>
              <a:grpSpLocks/>
            </p:cNvGrpSpPr>
            <p:nvPr/>
          </p:nvGrpSpPr>
          <p:grpSpPr bwMode="auto">
            <a:xfrm>
              <a:off x="2878" y="2076"/>
              <a:ext cx="415" cy="279"/>
              <a:chOff x="2878" y="2076"/>
              <a:chExt cx="415" cy="279"/>
            </a:xfrm>
          </p:grpSpPr>
          <p:sp>
            <p:nvSpPr>
              <p:cNvPr id="56936" name="Freeform 1024"/>
              <p:cNvSpPr>
                <a:spLocks/>
              </p:cNvSpPr>
              <p:nvPr/>
            </p:nvSpPr>
            <p:spPr bwMode="auto">
              <a:xfrm>
                <a:off x="3181" y="2076"/>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0"/>
                    </a:moveTo>
                    <a:lnTo>
                      <a:pt x="32" y="88"/>
                    </a:lnTo>
                    <a:lnTo>
                      <a:pt x="16" y="64"/>
                    </a:lnTo>
                    <a:lnTo>
                      <a:pt x="0" y="40"/>
                    </a:lnTo>
                    <a:lnTo>
                      <a:pt x="112" y="0"/>
                    </a:lnTo>
                    <a:close/>
                  </a:path>
                </a:pathLst>
              </a:custGeom>
              <a:solidFill>
                <a:srgbClr val="808080"/>
              </a:solidFill>
              <a:ln w="9525">
                <a:solidFill>
                  <a:srgbClr val="808080"/>
                </a:solidFill>
                <a:round/>
                <a:headEnd/>
                <a:tailEnd/>
              </a:ln>
            </p:spPr>
            <p:txBody>
              <a:bodyPr/>
              <a:lstStyle/>
              <a:p>
                <a:endParaRPr lang="en-US"/>
              </a:p>
            </p:txBody>
          </p:sp>
          <p:sp>
            <p:nvSpPr>
              <p:cNvPr id="56937" name="Line 1025"/>
              <p:cNvSpPr>
                <a:spLocks noChangeShapeType="1"/>
              </p:cNvSpPr>
              <p:nvPr/>
            </p:nvSpPr>
            <p:spPr bwMode="auto">
              <a:xfrm flipV="1">
                <a:off x="2878" y="2307"/>
                <a:ext cx="72" cy="48"/>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38" name="Line 1026"/>
              <p:cNvSpPr>
                <a:spLocks noChangeShapeType="1"/>
              </p:cNvSpPr>
              <p:nvPr/>
            </p:nvSpPr>
            <p:spPr bwMode="auto">
              <a:xfrm flipV="1">
                <a:off x="2975" y="2245"/>
                <a:ext cx="70" cy="46"/>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39" name="Line 1027"/>
              <p:cNvSpPr>
                <a:spLocks noChangeShapeType="1"/>
              </p:cNvSpPr>
              <p:nvPr/>
            </p:nvSpPr>
            <p:spPr bwMode="auto">
              <a:xfrm flipV="1">
                <a:off x="3062" y="2180"/>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40" name="Line 1028"/>
              <p:cNvSpPr>
                <a:spLocks noChangeShapeType="1"/>
              </p:cNvSpPr>
              <p:nvPr/>
            </p:nvSpPr>
            <p:spPr bwMode="auto">
              <a:xfrm flipV="1">
                <a:off x="3157" y="2141"/>
                <a:ext cx="40" cy="3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40" name="Group 1029"/>
            <p:cNvGrpSpPr>
              <a:grpSpLocks/>
            </p:cNvGrpSpPr>
            <p:nvPr/>
          </p:nvGrpSpPr>
          <p:grpSpPr bwMode="auto">
            <a:xfrm>
              <a:off x="2415" y="2068"/>
              <a:ext cx="431" cy="279"/>
              <a:chOff x="2415" y="2068"/>
              <a:chExt cx="431" cy="279"/>
            </a:xfrm>
          </p:grpSpPr>
          <p:sp>
            <p:nvSpPr>
              <p:cNvPr id="56931" name="Freeform 1030"/>
              <p:cNvSpPr>
                <a:spLocks/>
              </p:cNvSpPr>
              <p:nvPr/>
            </p:nvSpPr>
            <p:spPr bwMode="auto">
              <a:xfrm>
                <a:off x="2734" y="2068"/>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0"/>
                    </a:moveTo>
                    <a:lnTo>
                      <a:pt x="32" y="88"/>
                    </a:lnTo>
                    <a:lnTo>
                      <a:pt x="16" y="64"/>
                    </a:lnTo>
                    <a:lnTo>
                      <a:pt x="0" y="40"/>
                    </a:lnTo>
                    <a:lnTo>
                      <a:pt x="112" y="0"/>
                    </a:lnTo>
                    <a:close/>
                  </a:path>
                </a:pathLst>
              </a:custGeom>
              <a:solidFill>
                <a:srgbClr val="808080"/>
              </a:solidFill>
              <a:ln w="9525">
                <a:solidFill>
                  <a:srgbClr val="808080"/>
                </a:solidFill>
                <a:round/>
                <a:headEnd/>
                <a:tailEnd/>
              </a:ln>
            </p:spPr>
            <p:txBody>
              <a:bodyPr/>
              <a:lstStyle/>
              <a:p>
                <a:endParaRPr lang="en-US"/>
              </a:p>
            </p:txBody>
          </p:sp>
          <p:sp>
            <p:nvSpPr>
              <p:cNvPr id="56932" name="Line 1031"/>
              <p:cNvSpPr>
                <a:spLocks noChangeShapeType="1"/>
              </p:cNvSpPr>
              <p:nvPr/>
            </p:nvSpPr>
            <p:spPr bwMode="auto">
              <a:xfrm flipV="1">
                <a:off x="2415" y="2299"/>
                <a:ext cx="72" cy="48"/>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33" name="Line 1032"/>
              <p:cNvSpPr>
                <a:spLocks noChangeShapeType="1"/>
              </p:cNvSpPr>
              <p:nvPr/>
            </p:nvSpPr>
            <p:spPr bwMode="auto">
              <a:xfrm flipV="1">
                <a:off x="2512" y="2237"/>
                <a:ext cx="70" cy="46"/>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34" name="Line 1033"/>
              <p:cNvSpPr>
                <a:spLocks noChangeShapeType="1"/>
              </p:cNvSpPr>
              <p:nvPr/>
            </p:nvSpPr>
            <p:spPr bwMode="auto">
              <a:xfrm flipV="1">
                <a:off x="2599" y="2180"/>
                <a:ext cx="79"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35" name="Line 1034"/>
              <p:cNvSpPr>
                <a:spLocks noChangeShapeType="1"/>
              </p:cNvSpPr>
              <p:nvPr/>
            </p:nvSpPr>
            <p:spPr bwMode="auto">
              <a:xfrm flipV="1">
                <a:off x="2694" y="2132"/>
                <a:ext cx="56" cy="32"/>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41" name="Group 1035"/>
            <p:cNvGrpSpPr>
              <a:grpSpLocks/>
            </p:cNvGrpSpPr>
            <p:nvPr/>
          </p:nvGrpSpPr>
          <p:grpSpPr bwMode="auto">
            <a:xfrm>
              <a:off x="2399" y="2387"/>
              <a:ext cx="439" cy="582"/>
              <a:chOff x="2399" y="2387"/>
              <a:chExt cx="439" cy="582"/>
            </a:xfrm>
          </p:grpSpPr>
          <p:sp>
            <p:nvSpPr>
              <p:cNvPr id="56924" name="Freeform 1036"/>
              <p:cNvSpPr>
                <a:spLocks/>
              </p:cNvSpPr>
              <p:nvPr/>
            </p:nvSpPr>
            <p:spPr bwMode="auto">
              <a:xfrm>
                <a:off x="2750" y="2387"/>
                <a:ext cx="88" cy="104"/>
              </a:xfrm>
              <a:custGeom>
                <a:avLst/>
                <a:gdLst>
                  <a:gd name="T0" fmla="*/ 88 w 88"/>
                  <a:gd name="T1" fmla="*/ 0 h 104"/>
                  <a:gd name="T2" fmla="*/ 40 w 88"/>
                  <a:gd name="T3" fmla="*/ 104 h 104"/>
                  <a:gd name="T4" fmla="*/ 24 w 88"/>
                  <a:gd name="T5" fmla="*/ 88 h 104"/>
                  <a:gd name="T6" fmla="*/ 0 w 88"/>
                  <a:gd name="T7" fmla="*/ 72 h 104"/>
                  <a:gd name="T8" fmla="*/ 88 w 88"/>
                  <a:gd name="T9" fmla="*/ 0 h 10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8" h="104">
                    <a:moveTo>
                      <a:pt x="88" y="0"/>
                    </a:moveTo>
                    <a:lnTo>
                      <a:pt x="40" y="104"/>
                    </a:lnTo>
                    <a:lnTo>
                      <a:pt x="24" y="88"/>
                    </a:lnTo>
                    <a:lnTo>
                      <a:pt x="0" y="72"/>
                    </a:lnTo>
                    <a:lnTo>
                      <a:pt x="88" y="0"/>
                    </a:lnTo>
                    <a:close/>
                  </a:path>
                </a:pathLst>
              </a:custGeom>
              <a:solidFill>
                <a:srgbClr val="808080"/>
              </a:solidFill>
              <a:ln w="9525">
                <a:solidFill>
                  <a:srgbClr val="808080"/>
                </a:solidFill>
                <a:round/>
                <a:headEnd/>
                <a:tailEnd/>
              </a:ln>
            </p:spPr>
            <p:txBody>
              <a:bodyPr/>
              <a:lstStyle/>
              <a:p>
                <a:endParaRPr lang="en-US"/>
              </a:p>
            </p:txBody>
          </p:sp>
          <p:sp>
            <p:nvSpPr>
              <p:cNvPr id="56925" name="Line 1037"/>
              <p:cNvSpPr>
                <a:spLocks noChangeShapeType="1"/>
              </p:cNvSpPr>
              <p:nvPr/>
            </p:nvSpPr>
            <p:spPr bwMode="auto">
              <a:xfrm flipV="1">
                <a:off x="2399" y="2898"/>
                <a:ext cx="56" cy="7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26" name="Line 1038"/>
              <p:cNvSpPr>
                <a:spLocks noChangeShapeType="1"/>
              </p:cNvSpPr>
              <p:nvPr/>
            </p:nvSpPr>
            <p:spPr bwMode="auto">
              <a:xfrm flipV="1">
                <a:off x="2463" y="2811"/>
                <a:ext cx="55" cy="70"/>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27" name="Line 1039"/>
              <p:cNvSpPr>
                <a:spLocks noChangeShapeType="1"/>
              </p:cNvSpPr>
              <p:nvPr/>
            </p:nvSpPr>
            <p:spPr bwMode="auto">
              <a:xfrm flipV="1">
                <a:off x="2535" y="2724"/>
                <a:ext cx="47" cy="70"/>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28" name="Line 1040"/>
              <p:cNvSpPr>
                <a:spLocks noChangeShapeType="1"/>
              </p:cNvSpPr>
              <p:nvPr/>
            </p:nvSpPr>
            <p:spPr bwMode="auto">
              <a:xfrm flipV="1">
                <a:off x="2598" y="2634"/>
                <a:ext cx="56" cy="64"/>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29" name="Line 1041"/>
              <p:cNvSpPr>
                <a:spLocks noChangeShapeType="1"/>
              </p:cNvSpPr>
              <p:nvPr/>
            </p:nvSpPr>
            <p:spPr bwMode="auto">
              <a:xfrm flipV="1">
                <a:off x="2670" y="2539"/>
                <a:ext cx="48" cy="7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30" name="Line 1042"/>
              <p:cNvSpPr>
                <a:spLocks noChangeShapeType="1"/>
              </p:cNvSpPr>
              <p:nvPr/>
            </p:nvSpPr>
            <p:spPr bwMode="auto">
              <a:xfrm flipV="1">
                <a:off x="2734" y="2476"/>
                <a:ext cx="40"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42" name="Group 1043"/>
            <p:cNvGrpSpPr>
              <a:grpSpLocks/>
            </p:cNvGrpSpPr>
            <p:nvPr/>
          </p:nvGrpSpPr>
          <p:grpSpPr bwMode="auto">
            <a:xfrm>
              <a:off x="1498" y="3296"/>
              <a:ext cx="406" cy="287"/>
              <a:chOff x="1498" y="3296"/>
              <a:chExt cx="406" cy="287"/>
            </a:xfrm>
          </p:grpSpPr>
          <p:sp>
            <p:nvSpPr>
              <p:cNvPr id="56919" name="Freeform 1044"/>
              <p:cNvSpPr>
                <a:spLocks/>
              </p:cNvSpPr>
              <p:nvPr/>
            </p:nvSpPr>
            <p:spPr bwMode="auto">
              <a:xfrm>
                <a:off x="1792" y="3296"/>
                <a:ext cx="112" cy="88"/>
              </a:xfrm>
              <a:custGeom>
                <a:avLst/>
                <a:gdLst>
                  <a:gd name="T0" fmla="*/ 112 w 112"/>
                  <a:gd name="T1" fmla="*/ 0 h 88"/>
                  <a:gd name="T2" fmla="*/ 40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0"/>
                    </a:moveTo>
                    <a:lnTo>
                      <a:pt x="40" y="88"/>
                    </a:lnTo>
                    <a:lnTo>
                      <a:pt x="16" y="64"/>
                    </a:lnTo>
                    <a:lnTo>
                      <a:pt x="0" y="40"/>
                    </a:lnTo>
                    <a:lnTo>
                      <a:pt x="112" y="0"/>
                    </a:lnTo>
                    <a:close/>
                  </a:path>
                </a:pathLst>
              </a:custGeom>
              <a:solidFill>
                <a:srgbClr val="808080"/>
              </a:solidFill>
              <a:ln w="9525">
                <a:solidFill>
                  <a:srgbClr val="808080"/>
                </a:solidFill>
                <a:round/>
                <a:headEnd/>
                <a:tailEnd/>
              </a:ln>
            </p:spPr>
            <p:txBody>
              <a:bodyPr/>
              <a:lstStyle/>
              <a:p>
                <a:endParaRPr lang="en-US"/>
              </a:p>
            </p:txBody>
          </p:sp>
          <p:sp>
            <p:nvSpPr>
              <p:cNvPr id="56920" name="Line 1045"/>
              <p:cNvSpPr>
                <a:spLocks noChangeShapeType="1"/>
              </p:cNvSpPr>
              <p:nvPr/>
            </p:nvSpPr>
            <p:spPr bwMode="auto">
              <a:xfrm flipV="1">
                <a:off x="1498" y="3537"/>
                <a:ext cx="70" cy="46"/>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21" name="Line 1046"/>
              <p:cNvSpPr>
                <a:spLocks noChangeShapeType="1"/>
              </p:cNvSpPr>
              <p:nvPr/>
            </p:nvSpPr>
            <p:spPr bwMode="auto">
              <a:xfrm flipV="1">
                <a:off x="1584" y="3473"/>
                <a:ext cx="72"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22" name="Line 1047"/>
              <p:cNvSpPr>
                <a:spLocks noChangeShapeType="1"/>
              </p:cNvSpPr>
              <p:nvPr/>
            </p:nvSpPr>
            <p:spPr bwMode="auto">
              <a:xfrm flipV="1">
                <a:off x="1680" y="3408"/>
                <a:ext cx="72" cy="48"/>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23" name="Line 1048"/>
              <p:cNvSpPr>
                <a:spLocks noChangeShapeType="1"/>
              </p:cNvSpPr>
              <p:nvPr/>
            </p:nvSpPr>
            <p:spPr bwMode="auto">
              <a:xfrm flipV="1">
                <a:off x="1768" y="3360"/>
                <a:ext cx="40" cy="32"/>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43" name="Group 1049"/>
            <p:cNvGrpSpPr>
              <a:grpSpLocks/>
            </p:cNvGrpSpPr>
            <p:nvPr/>
          </p:nvGrpSpPr>
          <p:grpSpPr bwMode="auto">
            <a:xfrm>
              <a:off x="1489" y="2690"/>
              <a:ext cx="423" cy="279"/>
              <a:chOff x="1489" y="2690"/>
              <a:chExt cx="423" cy="279"/>
            </a:xfrm>
          </p:grpSpPr>
          <p:sp>
            <p:nvSpPr>
              <p:cNvPr id="56914" name="Freeform 1050"/>
              <p:cNvSpPr>
                <a:spLocks/>
              </p:cNvSpPr>
              <p:nvPr/>
            </p:nvSpPr>
            <p:spPr bwMode="auto">
              <a:xfrm>
                <a:off x="1800" y="2690"/>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0"/>
                    </a:moveTo>
                    <a:lnTo>
                      <a:pt x="32" y="88"/>
                    </a:lnTo>
                    <a:lnTo>
                      <a:pt x="16" y="64"/>
                    </a:lnTo>
                    <a:lnTo>
                      <a:pt x="0" y="40"/>
                    </a:lnTo>
                    <a:lnTo>
                      <a:pt x="112" y="0"/>
                    </a:lnTo>
                    <a:close/>
                  </a:path>
                </a:pathLst>
              </a:custGeom>
              <a:solidFill>
                <a:srgbClr val="808080"/>
              </a:solidFill>
              <a:ln w="9525">
                <a:solidFill>
                  <a:srgbClr val="808080"/>
                </a:solidFill>
                <a:round/>
                <a:headEnd/>
                <a:tailEnd/>
              </a:ln>
            </p:spPr>
            <p:txBody>
              <a:bodyPr/>
              <a:lstStyle/>
              <a:p>
                <a:endParaRPr lang="en-US"/>
              </a:p>
            </p:txBody>
          </p:sp>
          <p:sp>
            <p:nvSpPr>
              <p:cNvPr id="56915" name="Line 1051"/>
              <p:cNvSpPr>
                <a:spLocks noChangeShapeType="1"/>
              </p:cNvSpPr>
              <p:nvPr/>
            </p:nvSpPr>
            <p:spPr bwMode="auto">
              <a:xfrm flipV="1">
                <a:off x="1489" y="2922"/>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16" name="Line 1052"/>
              <p:cNvSpPr>
                <a:spLocks noChangeShapeType="1"/>
              </p:cNvSpPr>
              <p:nvPr/>
            </p:nvSpPr>
            <p:spPr bwMode="auto">
              <a:xfrm flipV="1">
                <a:off x="1585" y="2858"/>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17" name="Line 1053"/>
              <p:cNvSpPr>
                <a:spLocks noChangeShapeType="1"/>
              </p:cNvSpPr>
              <p:nvPr/>
            </p:nvSpPr>
            <p:spPr bwMode="auto">
              <a:xfrm flipV="1">
                <a:off x="1672" y="2803"/>
                <a:ext cx="80"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18" name="Line 1054"/>
              <p:cNvSpPr>
                <a:spLocks noChangeShapeType="1"/>
              </p:cNvSpPr>
              <p:nvPr/>
            </p:nvSpPr>
            <p:spPr bwMode="auto">
              <a:xfrm flipV="1">
                <a:off x="1768" y="2754"/>
                <a:ext cx="48" cy="32"/>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44" name="Group 1055"/>
            <p:cNvGrpSpPr>
              <a:grpSpLocks/>
            </p:cNvGrpSpPr>
            <p:nvPr/>
          </p:nvGrpSpPr>
          <p:grpSpPr bwMode="auto">
            <a:xfrm>
              <a:off x="1490" y="2993"/>
              <a:ext cx="414" cy="271"/>
              <a:chOff x="1490" y="2993"/>
              <a:chExt cx="414" cy="271"/>
            </a:xfrm>
          </p:grpSpPr>
          <p:sp>
            <p:nvSpPr>
              <p:cNvPr id="56909" name="Freeform 1056"/>
              <p:cNvSpPr>
                <a:spLocks/>
              </p:cNvSpPr>
              <p:nvPr/>
            </p:nvSpPr>
            <p:spPr bwMode="auto">
              <a:xfrm>
                <a:off x="1792" y="2993"/>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0"/>
                    </a:moveTo>
                    <a:lnTo>
                      <a:pt x="32" y="88"/>
                    </a:lnTo>
                    <a:lnTo>
                      <a:pt x="16" y="64"/>
                    </a:lnTo>
                    <a:lnTo>
                      <a:pt x="0" y="40"/>
                    </a:lnTo>
                    <a:lnTo>
                      <a:pt x="112" y="0"/>
                    </a:lnTo>
                    <a:close/>
                  </a:path>
                </a:pathLst>
              </a:custGeom>
              <a:solidFill>
                <a:srgbClr val="808080"/>
              </a:solidFill>
              <a:ln w="9525">
                <a:solidFill>
                  <a:srgbClr val="808080"/>
                </a:solidFill>
                <a:round/>
                <a:headEnd/>
                <a:tailEnd/>
              </a:ln>
            </p:spPr>
            <p:txBody>
              <a:bodyPr/>
              <a:lstStyle/>
              <a:p>
                <a:endParaRPr lang="en-US"/>
              </a:p>
            </p:txBody>
          </p:sp>
          <p:sp>
            <p:nvSpPr>
              <p:cNvPr id="56910" name="Line 1057"/>
              <p:cNvSpPr>
                <a:spLocks noChangeShapeType="1"/>
              </p:cNvSpPr>
              <p:nvPr/>
            </p:nvSpPr>
            <p:spPr bwMode="auto">
              <a:xfrm flipV="1">
                <a:off x="1490" y="3218"/>
                <a:ext cx="70" cy="46"/>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11" name="Line 1058"/>
              <p:cNvSpPr>
                <a:spLocks noChangeShapeType="1"/>
              </p:cNvSpPr>
              <p:nvPr/>
            </p:nvSpPr>
            <p:spPr bwMode="auto">
              <a:xfrm flipV="1">
                <a:off x="1584" y="3154"/>
                <a:ext cx="72"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12" name="Line 1059"/>
              <p:cNvSpPr>
                <a:spLocks noChangeShapeType="1"/>
              </p:cNvSpPr>
              <p:nvPr/>
            </p:nvSpPr>
            <p:spPr bwMode="auto">
              <a:xfrm flipV="1">
                <a:off x="1672" y="3097"/>
                <a:ext cx="80" cy="48"/>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13" name="Line 1060"/>
              <p:cNvSpPr>
                <a:spLocks noChangeShapeType="1"/>
              </p:cNvSpPr>
              <p:nvPr/>
            </p:nvSpPr>
            <p:spPr bwMode="auto">
              <a:xfrm flipV="1">
                <a:off x="1768" y="3057"/>
                <a:ext cx="40" cy="24"/>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45" name="Group 1061"/>
            <p:cNvGrpSpPr>
              <a:grpSpLocks/>
            </p:cNvGrpSpPr>
            <p:nvPr/>
          </p:nvGrpSpPr>
          <p:grpSpPr bwMode="auto">
            <a:xfrm>
              <a:off x="1936" y="2993"/>
              <a:ext cx="439" cy="582"/>
              <a:chOff x="1936" y="2993"/>
              <a:chExt cx="439" cy="582"/>
            </a:xfrm>
          </p:grpSpPr>
          <p:sp>
            <p:nvSpPr>
              <p:cNvPr id="56902" name="Freeform 1062"/>
              <p:cNvSpPr>
                <a:spLocks/>
              </p:cNvSpPr>
              <p:nvPr/>
            </p:nvSpPr>
            <p:spPr bwMode="auto">
              <a:xfrm>
                <a:off x="2287" y="3472"/>
                <a:ext cx="88" cy="103"/>
              </a:xfrm>
              <a:custGeom>
                <a:avLst/>
                <a:gdLst>
                  <a:gd name="T0" fmla="*/ 88 w 88"/>
                  <a:gd name="T1" fmla="*/ 103 h 103"/>
                  <a:gd name="T2" fmla="*/ 0 w 88"/>
                  <a:gd name="T3" fmla="*/ 32 h 103"/>
                  <a:gd name="T4" fmla="*/ 24 w 88"/>
                  <a:gd name="T5" fmla="*/ 16 h 103"/>
                  <a:gd name="T6" fmla="*/ 40 w 88"/>
                  <a:gd name="T7" fmla="*/ 0 h 103"/>
                  <a:gd name="T8" fmla="*/ 88 w 88"/>
                  <a:gd name="T9" fmla="*/ 103 h 10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8" h="103">
                    <a:moveTo>
                      <a:pt x="88" y="103"/>
                    </a:moveTo>
                    <a:lnTo>
                      <a:pt x="0" y="32"/>
                    </a:lnTo>
                    <a:lnTo>
                      <a:pt x="24" y="16"/>
                    </a:lnTo>
                    <a:lnTo>
                      <a:pt x="40" y="0"/>
                    </a:lnTo>
                    <a:lnTo>
                      <a:pt x="88" y="103"/>
                    </a:lnTo>
                    <a:close/>
                  </a:path>
                </a:pathLst>
              </a:custGeom>
              <a:solidFill>
                <a:srgbClr val="808080"/>
              </a:solidFill>
              <a:ln w="9525">
                <a:solidFill>
                  <a:srgbClr val="808080"/>
                </a:solidFill>
                <a:round/>
                <a:headEnd/>
                <a:tailEnd/>
              </a:ln>
            </p:spPr>
            <p:txBody>
              <a:bodyPr/>
              <a:lstStyle/>
              <a:p>
                <a:endParaRPr lang="en-US"/>
              </a:p>
            </p:txBody>
          </p:sp>
          <p:sp>
            <p:nvSpPr>
              <p:cNvPr id="56903" name="Line 1063"/>
              <p:cNvSpPr>
                <a:spLocks noChangeShapeType="1"/>
              </p:cNvSpPr>
              <p:nvPr/>
            </p:nvSpPr>
            <p:spPr bwMode="auto">
              <a:xfrm>
                <a:off x="1936" y="2993"/>
                <a:ext cx="56" cy="72"/>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04" name="Line 1064"/>
              <p:cNvSpPr>
                <a:spLocks noChangeShapeType="1"/>
              </p:cNvSpPr>
              <p:nvPr/>
            </p:nvSpPr>
            <p:spPr bwMode="auto">
              <a:xfrm>
                <a:off x="2000" y="3081"/>
                <a:ext cx="55" cy="70"/>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05" name="Line 1065"/>
              <p:cNvSpPr>
                <a:spLocks noChangeShapeType="1"/>
              </p:cNvSpPr>
              <p:nvPr/>
            </p:nvSpPr>
            <p:spPr bwMode="auto">
              <a:xfrm>
                <a:off x="2071" y="3169"/>
                <a:ext cx="48" cy="7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06" name="Line 1066"/>
              <p:cNvSpPr>
                <a:spLocks noChangeShapeType="1"/>
              </p:cNvSpPr>
              <p:nvPr/>
            </p:nvSpPr>
            <p:spPr bwMode="auto">
              <a:xfrm>
                <a:off x="2135" y="3264"/>
                <a:ext cx="56" cy="63"/>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07" name="Line 1067"/>
              <p:cNvSpPr>
                <a:spLocks noChangeShapeType="1"/>
              </p:cNvSpPr>
              <p:nvPr/>
            </p:nvSpPr>
            <p:spPr bwMode="auto">
              <a:xfrm>
                <a:off x="2207" y="3352"/>
                <a:ext cx="48" cy="72"/>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08" name="Line 1068"/>
              <p:cNvSpPr>
                <a:spLocks noChangeShapeType="1"/>
              </p:cNvSpPr>
              <p:nvPr/>
            </p:nvSpPr>
            <p:spPr bwMode="auto">
              <a:xfrm>
                <a:off x="2271" y="3440"/>
                <a:ext cx="40" cy="48"/>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46" name="Group 1069"/>
            <p:cNvGrpSpPr>
              <a:grpSpLocks/>
            </p:cNvGrpSpPr>
            <p:nvPr/>
          </p:nvGrpSpPr>
          <p:grpSpPr bwMode="auto">
            <a:xfrm>
              <a:off x="1944" y="2690"/>
              <a:ext cx="447" cy="279"/>
              <a:chOff x="1944" y="2690"/>
              <a:chExt cx="447" cy="279"/>
            </a:xfrm>
          </p:grpSpPr>
          <p:sp>
            <p:nvSpPr>
              <p:cNvPr id="56897" name="Freeform 1070"/>
              <p:cNvSpPr>
                <a:spLocks/>
              </p:cNvSpPr>
              <p:nvPr/>
            </p:nvSpPr>
            <p:spPr bwMode="auto">
              <a:xfrm>
                <a:off x="2279" y="2889"/>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0">
                    <a:moveTo>
                      <a:pt x="112" y="80"/>
                    </a:moveTo>
                    <a:lnTo>
                      <a:pt x="0" y="48"/>
                    </a:lnTo>
                    <a:lnTo>
                      <a:pt x="16" y="24"/>
                    </a:lnTo>
                    <a:lnTo>
                      <a:pt x="32" y="0"/>
                    </a:lnTo>
                    <a:lnTo>
                      <a:pt x="112" y="80"/>
                    </a:lnTo>
                    <a:close/>
                  </a:path>
                </a:pathLst>
              </a:custGeom>
              <a:solidFill>
                <a:srgbClr val="808080"/>
              </a:solidFill>
              <a:ln w="9525">
                <a:solidFill>
                  <a:srgbClr val="808080"/>
                </a:solidFill>
                <a:round/>
                <a:headEnd/>
                <a:tailEnd/>
              </a:ln>
            </p:spPr>
            <p:txBody>
              <a:bodyPr/>
              <a:lstStyle/>
              <a:p>
                <a:endParaRPr lang="en-US"/>
              </a:p>
            </p:txBody>
          </p:sp>
          <p:sp>
            <p:nvSpPr>
              <p:cNvPr id="56898" name="Line 1071"/>
              <p:cNvSpPr>
                <a:spLocks noChangeShapeType="1"/>
              </p:cNvSpPr>
              <p:nvPr/>
            </p:nvSpPr>
            <p:spPr bwMode="auto">
              <a:xfrm>
                <a:off x="1944" y="2690"/>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99" name="Line 1072"/>
              <p:cNvSpPr>
                <a:spLocks noChangeShapeType="1"/>
              </p:cNvSpPr>
              <p:nvPr/>
            </p:nvSpPr>
            <p:spPr bwMode="auto">
              <a:xfrm>
                <a:off x="2040" y="2746"/>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00" name="Line 1073"/>
              <p:cNvSpPr>
                <a:spLocks noChangeShapeType="1"/>
              </p:cNvSpPr>
              <p:nvPr/>
            </p:nvSpPr>
            <p:spPr bwMode="auto">
              <a:xfrm>
                <a:off x="2136" y="2810"/>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901" name="Line 1074"/>
              <p:cNvSpPr>
                <a:spLocks noChangeShapeType="1"/>
              </p:cNvSpPr>
              <p:nvPr/>
            </p:nvSpPr>
            <p:spPr bwMode="auto">
              <a:xfrm>
                <a:off x="2232" y="2866"/>
                <a:ext cx="63" cy="46"/>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47" name="Group 1075"/>
            <p:cNvGrpSpPr>
              <a:grpSpLocks/>
            </p:cNvGrpSpPr>
            <p:nvPr/>
          </p:nvGrpSpPr>
          <p:grpSpPr bwMode="auto">
            <a:xfrm>
              <a:off x="2407" y="3001"/>
              <a:ext cx="423" cy="271"/>
              <a:chOff x="2407" y="3001"/>
              <a:chExt cx="423" cy="271"/>
            </a:xfrm>
          </p:grpSpPr>
          <p:sp>
            <p:nvSpPr>
              <p:cNvPr id="56892" name="Freeform 1076"/>
              <p:cNvSpPr>
                <a:spLocks/>
              </p:cNvSpPr>
              <p:nvPr/>
            </p:nvSpPr>
            <p:spPr bwMode="auto">
              <a:xfrm>
                <a:off x="2718" y="3185"/>
                <a:ext cx="112" cy="87"/>
              </a:xfrm>
              <a:custGeom>
                <a:avLst/>
                <a:gdLst>
                  <a:gd name="T0" fmla="*/ 112 w 112"/>
                  <a:gd name="T1" fmla="*/ 87 h 87"/>
                  <a:gd name="T2" fmla="*/ 0 w 112"/>
                  <a:gd name="T3" fmla="*/ 47 h 87"/>
                  <a:gd name="T4" fmla="*/ 16 w 112"/>
                  <a:gd name="T5" fmla="*/ 23 h 87"/>
                  <a:gd name="T6" fmla="*/ 32 w 112"/>
                  <a:gd name="T7" fmla="*/ 0 h 87"/>
                  <a:gd name="T8" fmla="*/ 112 w 112"/>
                  <a:gd name="T9" fmla="*/ 87 h 8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7">
                    <a:moveTo>
                      <a:pt x="112" y="87"/>
                    </a:moveTo>
                    <a:lnTo>
                      <a:pt x="0" y="47"/>
                    </a:lnTo>
                    <a:lnTo>
                      <a:pt x="16" y="23"/>
                    </a:lnTo>
                    <a:lnTo>
                      <a:pt x="32" y="0"/>
                    </a:lnTo>
                    <a:lnTo>
                      <a:pt x="112" y="87"/>
                    </a:lnTo>
                    <a:close/>
                  </a:path>
                </a:pathLst>
              </a:custGeom>
              <a:solidFill>
                <a:srgbClr val="808080"/>
              </a:solidFill>
              <a:ln w="9525">
                <a:solidFill>
                  <a:srgbClr val="808080"/>
                </a:solidFill>
                <a:round/>
                <a:headEnd/>
                <a:tailEnd/>
              </a:ln>
            </p:spPr>
            <p:txBody>
              <a:bodyPr/>
              <a:lstStyle/>
              <a:p>
                <a:endParaRPr lang="en-US"/>
              </a:p>
            </p:txBody>
          </p:sp>
          <p:sp>
            <p:nvSpPr>
              <p:cNvPr id="56893" name="Line 1077"/>
              <p:cNvSpPr>
                <a:spLocks noChangeShapeType="1"/>
              </p:cNvSpPr>
              <p:nvPr/>
            </p:nvSpPr>
            <p:spPr bwMode="auto">
              <a:xfrm>
                <a:off x="2407" y="3001"/>
                <a:ext cx="72" cy="48"/>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94" name="Line 1078"/>
              <p:cNvSpPr>
                <a:spLocks noChangeShapeType="1"/>
              </p:cNvSpPr>
              <p:nvPr/>
            </p:nvSpPr>
            <p:spPr bwMode="auto">
              <a:xfrm>
                <a:off x="2503" y="3065"/>
                <a:ext cx="71" cy="39"/>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95" name="Line 1079"/>
              <p:cNvSpPr>
                <a:spLocks noChangeShapeType="1"/>
              </p:cNvSpPr>
              <p:nvPr/>
            </p:nvSpPr>
            <p:spPr bwMode="auto">
              <a:xfrm>
                <a:off x="2599" y="3121"/>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96" name="Line 1080"/>
              <p:cNvSpPr>
                <a:spLocks noChangeShapeType="1"/>
              </p:cNvSpPr>
              <p:nvPr/>
            </p:nvSpPr>
            <p:spPr bwMode="auto">
              <a:xfrm>
                <a:off x="2688" y="3185"/>
                <a:ext cx="46" cy="22"/>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48" name="Group 1081"/>
            <p:cNvGrpSpPr>
              <a:grpSpLocks/>
            </p:cNvGrpSpPr>
            <p:nvPr/>
          </p:nvGrpSpPr>
          <p:grpSpPr bwMode="auto">
            <a:xfrm>
              <a:off x="2854" y="3296"/>
              <a:ext cx="439" cy="279"/>
              <a:chOff x="2854" y="3296"/>
              <a:chExt cx="439" cy="279"/>
            </a:xfrm>
          </p:grpSpPr>
          <p:sp>
            <p:nvSpPr>
              <p:cNvPr id="56887" name="Freeform 1082"/>
              <p:cNvSpPr>
                <a:spLocks/>
              </p:cNvSpPr>
              <p:nvPr/>
            </p:nvSpPr>
            <p:spPr bwMode="auto">
              <a:xfrm>
                <a:off x="3181" y="3488"/>
                <a:ext cx="112" cy="87"/>
              </a:xfrm>
              <a:custGeom>
                <a:avLst/>
                <a:gdLst>
                  <a:gd name="T0" fmla="*/ 112 w 112"/>
                  <a:gd name="T1" fmla="*/ 87 h 87"/>
                  <a:gd name="T2" fmla="*/ 0 w 112"/>
                  <a:gd name="T3" fmla="*/ 48 h 87"/>
                  <a:gd name="T4" fmla="*/ 16 w 112"/>
                  <a:gd name="T5" fmla="*/ 24 h 87"/>
                  <a:gd name="T6" fmla="*/ 32 w 112"/>
                  <a:gd name="T7" fmla="*/ 0 h 87"/>
                  <a:gd name="T8" fmla="*/ 112 w 112"/>
                  <a:gd name="T9" fmla="*/ 87 h 8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7">
                    <a:moveTo>
                      <a:pt x="112" y="87"/>
                    </a:moveTo>
                    <a:lnTo>
                      <a:pt x="0" y="48"/>
                    </a:lnTo>
                    <a:lnTo>
                      <a:pt x="16" y="24"/>
                    </a:lnTo>
                    <a:lnTo>
                      <a:pt x="32" y="0"/>
                    </a:lnTo>
                    <a:lnTo>
                      <a:pt x="112" y="87"/>
                    </a:lnTo>
                    <a:close/>
                  </a:path>
                </a:pathLst>
              </a:custGeom>
              <a:solidFill>
                <a:srgbClr val="808080"/>
              </a:solidFill>
              <a:ln w="9525">
                <a:solidFill>
                  <a:srgbClr val="808080"/>
                </a:solidFill>
                <a:round/>
                <a:headEnd/>
                <a:tailEnd/>
              </a:ln>
            </p:spPr>
            <p:txBody>
              <a:bodyPr/>
              <a:lstStyle/>
              <a:p>
                <a:endParaRPr lang="en-US"/>
              </a:p>
            </p:txBody>
          </p:sp>
          <p:sp>
            <p:nvSpPr>
              <p:cNvPr id="56888" name="Line 1083"/>
              <p:cNvSpPr>
                <a:spLocks noChangeShapeType="1"/>
              </p:cNvSpPr>
              <p:nvPr/>
            </p:nvSpPr>
            <p:spPr bwMode="auto">
              <a:xfrm>
                <a:off x="2854" y="3296"/>
                <a:ext cx="72" cy="48"/>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89" name="Line 1084"/>
              <p:cNvSpPr>
                <a:spLocks noChangeShapeType="1"/>
              </p:cNvSpPr>
              <p:nvPr/>
            </p:nvSpPr>
            <p:spPr bwMode="auto">
              <a:xfrm>
                <a:off x="2950" y="3360"/>
                <a:ext cx="71" cy="39"/>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90" name="Line 1085"/>
              <p:cNvSpPr>
                <a:spLocks noChangeShapeType="1"/>
              </p:cNvSpPr>
              <p:nvPr/>
            </p:nvSpPr>
            <p:spPr bwMode="auto">
              <a:xfrm>
                <a:off x="3046" y="3416"/>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91" name="Line 1086"/>
              <p:cNvSpPr>
                <a:spLocks noChangeShapeType="1"/>
              </p:cNvSpPr>
              <p:nvPr/>
            </p:nvSpPr>
            <p:spPr bwMode="auto">
              <a:xfrm>
                <a:off x="3135" y="3480"/>
                <a:ext cx="62" cy="30"/>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49" name="Group 1087"/>
            <p:cNvGrpSpPr>
              <a:grpSpLocks/>
            </p:cNvGrpSpPr>
            <p:nvPr/>
          </p:nvGrpSpPr>
          <p:grpSpPr bwMode="auto">
            <a:xfrm>
              <a:off x="2863" y="3304"/>
              <a:ext cx="422" cy="279"/>
              <a:chOff x="2863" y="3304"/>
              <a:chExt cx="422" cy="279"/>
            </a:xfrm>
          </p:grpSpPr>
          <p:sp>
            <p:nvSpPr>
              <p:cNvPr id="56882" name="Freeform 1088"/>
              <p:cNvSpPr>
                <a:spLocks/>
              </p:cNvSpPr>
              <p:nvPr/>
            </p:nvSpPr>
            <p:spPr bwMode="auto">
              <a:xfrm>
                <a:off x="3173" y="3304"/>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0"/>
                    </a:moveTo>
                    <a:lnTo>
                      <a:pt x="32" y="88"/>
                    </a:lnTo>
                    <a:lnTo>
                      <a:pt x="16" y="64"/>
                    </a:lnTo>
                    <a:lnTo>
                      <a:pt x="0" y="40"/>
                    </a:lnTo>
                    <a:lnTo>
                      <a:pt x="112" y="0"/>
                    </a:lnTo>
                    <a:close/>
                  </a:path>
                </a:pathLst>
              </a:custGeom>
              <a:solidFill>
                <a:srgbClr val="808080"/>
              </a:solidFill>
              <a:ln w="9525">
                <a:solidFill>
                  <a:srgbClr val="808080"/>
                </a:solidFill>
                <a:round/>
                <a:headEnd/>
                <a:tailEnd/>
              </a:ln>
            </p:spPr>
            <p:txBody>
              <a:bodyPr/>
              <a:lstStyle/>
              <a:p>
                <a:endParaRPr lang="en-US"/>
              </a:p>
            </p:txBody>
          </p:sp>
          <p:sp>
            <p:nvSpPr>
              <p:cNvPr id="56883" name="Line 1089"/>
              <p:cNvSpPr>
                <a:spLocks noChangeShapeType="1"/>
              </p:cNvSpPr>
              <p:nvPr/>
            </p:nvSpPr>
            <p:spPr bwMode="auto">
              <a:xfrm flipV="1">
                <a:off x="2863" y="3536"/>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84" name="Line 1090"/>
              <p:cNvSpPr>
                <a:spLocks noChangeShapeType="1"/>
              </p:cNvSpPr>
              <p:nvPr/>
            </p:nvSpPr>
            <p:spPr bwMode="auto">
              <a:xfrm flipV="1">
                <a:off x="2958" y="3473"/>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85" name="Line 1091"/>
              <p:cNvSpPr>
                <a:spLocks noChangeShapeType="1"/>
              </p:cNvSpPr>
              <p:nvPr/>
            </p:nvSpPr>
            <p:spPr bwMode="auto">
              <a:xfrm flipV="1">
                <a:off x="3046" y="3417"/>
                <a:ext cx="79"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86" name="Line 1092"/>
              <p:cNvSpPr>
                <a:spLocks noChangeShapeType="1"/>
              </p:cNvSpPr>
              <p:nvPr/>
            </p:nvSpPr>
            <p:spPr bwMode="auto">
              <a:xfrm flipV="1">
                <a:off x="3141" y="3368"/>
                <a:ext cx="48" cy="32"/>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50" name="Group 1093"/>
            <p:cNvGrpSpPr>
              <a:grpSpLocks/>
            </p:cNvGrpSpPr>
            <p:nvPr/>
          </p:nvGrpSpPr>
          <p:grpSpPr bwMode="auto">
            <a:xfrm>
              <a:off x="2870" y="2690"/>
              <a:ext cx="415" cy="287"/>
              <a:chOff x="2870" y="2690"/>
              <a:chExt cx="415" cy="287"/>
            </a:xfrm>
          </p:grpSpPr>
          <p:sp>
            <p:nvSpPr>
              <p:cNvPr id="56877" name="Freeform 1094"/>
              <p:cNvSpPr>
                <a:spLocks/>
              </p:cNvSpPr>
              <p:nvPr/>
            </p:nvSpPr>
            <p:spPr bwMode="auto">
              <a:xfrm>
                <a:off x="3173" y="2690"/>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0"/>
                    </a:moveTo>
                    <a:lnTo>
                      <a:pt x="32" y="88"/>
                    </a:lnTo>
                    <a:lnTo>
                      <a:pt x="16" y="64"/>
                    </a:lnTo>
                    <a:lnTo>
                      <a:pt x="0" y="40"/>
                    </a:lnTo>
                    <a:lnTo>
                      <a:pt x="112" y="0"/>
                    </a:lnTo>
                    <a:close/>
                  </a:path>
                </a:pathLst>
              </a:custGeom>
              <a:solidFill>
                <a:srgbClr val="808080"/>
              </a:solidFill>
              <a:ln w="9525">
                <a:solidFill>
                  <a:srgbClr val="808080"/>
                </a:solidFill>
                <a:round/>
                <a:headEnd/>
                <a:tailEnd/>
              </a:ln>
            </p:spPr>
            <p:txBody>
              <a:bodyPr/>
              <a:lstStyle/>
              <a:p>
                <a:endParaRPr lang="en-US"/>
              </a:p>
            </p:txBody>
          </p:sp>
          <p:sp>
            <p:nvSpPr>
              <p:cNvPr id="56878" name="Line 1095"/>
              <p:cNvSpPr>
                <a:spLocks noChangeShapeType="1"/>
              </p:cNvSpPr>
              <p:nvPr/>
            </p:nvSpPr>
            <p:spPr bwMode="auto">
              <a:xfrm flipV="1">
                <a:off x="2870" y="2929"/>
                <a:ext cx="72" cy="48"/>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79" name="Line 1096"/>
              <p:cNvSpPr>
                <a:spLocks noChangeShapeType="1"/>
              </p:cNvSpPr>
              <p:nvPr/>
            </p:nvSpPr>
            <p:spPr bwMode="auto">
              <a:xfrm flipV="1">
                <a:off x="2967" y="2867"/>
                <a:ext cx="70" cy="46"/>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80" name="Line 1097"/>
              <p:cNvSpPr>
                <a:spLocks noChangeShapeType="1"/>
              </p:cNvSpPr>
              <p:nvPr/>
            </p:nvSpPr>
            <p:spPr bwMode="auto">
              <a:xfrm flipV="1">
                <a:off x="3053" y="2803"/>
                <a:ext cx="72"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81" name="Line 1098"/>
              <p:cNvSpPr>
                <a:spLocks noChangeShapeType="1"/>
              </p:cNvSpPr>
              <p:nvPr/>
            </p:nvSpPr>
            <p:spPr bwMode="auto">
              <a:xfrm flipV="1">
                <a:off x="3149" y="2754"/>
                <a:ext cx="40" cy="32"/>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51" name="Group 1099"/>
            <p:cNvGrpSpPr>
              <a:grpSpLocks/>
            </p:cNvGrpSpPr>
            <p:nvPr/>
          </p:nvGrpSpPr>
          <p:grpSpPr bwMode="auto">
            <a:xfrm>
              <a:off x="2878" y="2068"/>
              <a:ext cx="431" cy="287"/>
              <a:chOff x="2878" y="2068"/>
              <a:chExt cx="431" cy="287"/>
            </a:xfrm>
          </p:grpSpPr>
          <p:sp>
            <p:nvSpPr>
              <p:cNvPr id="56872" name="Freeform 1100"/>
              <p:cNvSpPr>
                <a:spLocks/>
              </p:cNvSpPr>
              <p:nvPr/>
            </p:nvSpPr>
            <p:spPr bwMode="auto">
              <a:xfrm>
                <a:off x="3197" y="2267"/>
                <a:ext cx="112" cy="88"/>
              </a:xfrm>
              <a:custGeom>
                <a:avLst/>
                <a:gdLst>
                  <a:gd name="T0" fmla="*/ 112 w 112"/>
                  <a:gd name="T1" fmla="*/ 88 h 88"/>
                  <a:gd name="T2" fmla="*/ 0 w 112"/>
                  <a:gd name="T3" fmla="*/ 48 h 88"/>
                  <a:gd name="T4" fmla="*/ 16 w 112"/>
                  <a:gd name="T5" fmla="*/ 24 h 88"/>
                  <a:gd name="T6" fmla="*/ 32 w 112"/>
                  <a:gd name="T7" fmla="*/ 0 h 88"/>
                  <a:gd name="T8" fmla="*/ 112 w 112"/>
                  <a:gd name="T9" fmla="*/ 88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88"/>
                    </a:moveTo>
                    <a:lnTo>
                      <a:pt x="0" y="48"/>
                    </a:lnTo>
                    <a:lnTo>
                      <a:pt x="16" y="24"/>
                    </a:lnTo>
                    <a:lnTo>
                      <a:pt x="32" y="0"/>
                    </a:lnTo>
                    <a:lnTo>
                      <a:pt x="112" y="88"/>
                    </a:lnTo>
                    <a:close/>
                  </a:path>
                </a:pathLst>
              </a:custGeom>
              <a:solidFill>
                <a:srgbClr val="808080"/>
              </a:solidFill>
              <a:ln w="9525">
                <a:solidFill>
                  <a:srgbClr val="808080"/>
                </a:solidFill>
                <a:round/>
                <a:headEnd/>
                <a:tailEnd/>
              </a:ln>
            </p:spPr>
            <p:txBody>
              <a:bodyPr/>
              <a:lstStyle/>
              <a:p>
                <a:endParaRPr lang="en-US"/>
              </a:p>
            </p:txBody>
          </p:sp>
          <p:sp>
            <p:nvSpPr>
              <p:cNvPr id="56873" name="Line 1101"/>
              <p:cNvSpPr>
                <a:spLocks noChangeShapeType="1"/>
              </p:cNvSpPr>
              <p:nvPr/>
            </p:nvSpPr>
            <p:spPr bwMode="auto">
              <a:xfrm>
                <a:off x="2878" y="2068"/>
                <a:ext cx="72" cy="48"/>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74" name="Line 1102"/>
              <p:cNvSpPr>
                <a:spLocks noChangeShapeType="1"/>
              </p:cNvSpPr>
              <p:nvPr/>
            </p:nvSpPr>
            <p:spPr bwMode="auto">
              <a:xfrm>
                <a:off x="2975" y="2132"/>
                <a:ext cx="70" cy="46"/>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75" name="Line 1103"/>
              <p:cNvSpPr>
                <a:spLocks noChangeShapeType="1"/>
              </p:cNvSpPr>
              <p:nvPr/>
            </p:nvSpPr>
            <p:spPr bwMode="auto">
              <a:xfrm>
                <a:off x="3062" y="2196"/>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76" name="Line 1104"/>
              <p:cNvSpPr>
                <a:spLocks noChangeShapeType="1"/>
              </p:cNvSpPr>
              <p:nvPr/>
            </p:nvSpPr>
            <p:spPr bwMode="auto">
              <a:xfrm>
                <a:off x="3157" y="2251"/>
                <a:ext cx="56" cy="40"/>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52" name="Group 1105"/>
            <p:cNvGrpSpPr>
              <a:grpSpLocks/>
            </p:cNvGrpSpPr>
            <p:nvPr/>
          </p:nvGrpSpPr>
          <p:grpSpPr bwMode="auto">
            <a:xfrm>
              <a:off x="2415" y="2387"/>
              <a:ext cx="439" cy="271"/>
              <a:chOff x="2415" y="2387"/>
              <a:chExt cx="439" cy="271"/>
            </a:xfrm>
          </p:grpSpPr>
          <p:sp>
            <p:nvSpPr>
              <p:cNvPr id="56867" name="Freeform 1106"/>
              <p:cNvSpPr>
                <a:spLocks/>
              </p:cNvSpPr>
              <p:nvPr/>
            </p:nvSpPr>
            <p:spPr bwMode="auto">
              <a:xfrm>
                <a:off x="2742" y="2578"/>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0">
                    <a:moveTo>
                      <a:pt x="112" y="80"/>
                    </a:moveTo>
                    <a:lnTo>
                      <a:pt x="0" y="48"/>
                    </a:lnTo>
                    <a:lnTo>
                      <a:pt x="16" y="24"/>
                    </a:lnTo>
                    <a:lnTo>
                      <a:pt x="32" y="0"/>
                    </a:lnTo>
                    <a:lnTo>
                      <a:pt x="112" y="80"/>
                    </a:lnTo>
                    <a:close/>
                  </a:path>
                </a:pathLst>
              </a:custGeom>
              <a:solidFill>
                <a:srgbClr val="808080"/>
              </a:solidFill>
              <a:ln w="9525">
                <a:solidFill>
                  <a:srgbClr val="808080"/>
                </a:solidFill>
                <a:round/>
                <a:headEnd/>
                <a:tailEnd/>
              </a:ln>
            </p:spPr>
            <p:txBody>
              <a:bodyPr/>
              <a:lstStyle/>
              <a:p>
                <a:endParaRPr lang="en-US"/>
              </a:p>
            </p:txBody>
          </p:sp>
          <p:sp>
            <p:nvSpPr>
              <p:cNvPr id="56868" name="Line 1107"/>
              <p:cNvSpPr>
                <a:spLocks noChangeShapeType="1"/>
              </p:cNvSpPr>
              <p:nvPr/>
            </p:nvSpPr>
            <p:spPr bwMode="auto">
              <a:xfrm>
                <a:off x="2415" y="2387"/>
                <a:ext cx="72" cy="48"/>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69" name="Line 1108"/>
              <p:cNvSpPr>
                <a:spLocks noChangeShapeType="1"/>
              </p:cNvSpPr>
              <p:nvPr/>
            </p:nvSpPr>
            <p:spPr bwMode="auto">
              <a:xfrm>
                <a:off x="2512" y="2443"/>
                <a:ext cx="70" cy="46"/>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70" name="Line 1109"/>
              <p:cNvSpPr>
                <a:spLocks noChangeShapeType="1"/>
              </p:cNvSpPr>
              <p:nvPr/>
            </p:nvSpPr>
            <p:spPr bwMode="auto">
              <a:xfrm>
                <a:off x="2607" y="2507"/>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71" name="Line 1110"/>
              <p:cNvSpPr>
                <a:spLocks noChangeShapeType="1"/>
              </p:cNvSpPr>
              <p:nvPr/>
            </p:nvSpPr>
            <p:spPr bwMode="auto">
              <a:xfrm>
                <a:off x="2702" y="2562"/>
                <a:ext cx="56" cy="39"/>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53" name="Group 1111"/>
            <p:cNvGrpSpPr>
              <a:grpSpLocks/>
            </p:cNvGrpSpPr>
            <p:nvPr/>
          </p:nvGrpSpPr>
          <p:grpSpPr bwMode="auto">
            <a:xfrm>
              <a:off x="1944" y="2387"/>
              <a:ext cx="439" cy="271"/>
              <a:chOff x="1944" y="2387"/>
              <a:chExt cx="439" cy="271"/>
            </a:xfrm>
          </p:grpSpPr>
          <p:sp>
            <p:nvSpPr>
              <p:cNvPr id="56862" name="Freeform 1112"/>
              <p:cNvSpPr>
                <a:spLocks/>
              </p:cNvSpPr>
              <p:nvPr/>
            </p:nvSpPr>
            <p:spPr bwMode="auto">
              <a:xfrm>
                <a:off x="2271" y="2578"/>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0">
                    <a:moveTo>
                      <a:pt x="112" y="80"/>
                    </a:moveTo>
                    <a:lnTo>
                      <a:pt x="0" y="48"/>
                    </a:lnTo>
                    <a:lnTo>
                      <a:pt x="16" y="24"/>
                    </a:lnTo>
                    <a:lnTo>
                      <a:pt x="32" y="0"/>
                    </a:lnTo>
                    <a:lnTo>
                      <a:pt x="112" y="80"/>
                    </a:lnTo>
                    <a:close/>
                  </a:path>
                </a:pathLst>
              </a:custGeom>
              <a:solidFill>
                <a:srgbClr val="808080"/>
              </a:solidFill>
              <a:ln w="9525">
                <a:solidFill>
                  <a:srgbClr val="808080"/>
                </a:solidFill>
                <a:round/>
                <a:headEnd/>
                <a:tailEnd/>
              </a:ln>
            </p:spPr>
            <p:txBody>
              <a:bodyPr/>
              <a:lstStyle/>
              <a:p>
                <a:endParaRPr lang="en-US"/>
              </a:p>
            </p:txBody>
          </p:sp>
          <p:sp>
            <p:nvSpPr>
              <p:cNvPr id="56863" name="Line 1113"/>
              <p:cNvSpPr>
                <a:spLocks noChangeShapeType="1"/>
              </p:cNvSpPr>
              <p:nvPr/>
            </p:nvSpPr>
            <p:spPr bwMode="auto">
              <a:xfrm>
                <a:off x="1944" y="2387"/>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64" name="Line 1114"/>
              <p:cNvSpPr>
                <a:spLocks noChangeShapeType="1"/>
              </p:cNvSpPr>
              <p:nvPr/>
            </p:nvSpPr>
            <p:spPr bwMode="auto">
              <a:xfrm>
                <a:off x="2040" y="2443"/>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65" name="Line 1115"/>
              <p:cNvSpPr>
                <a:spLocks noChangeShapeType="1"/>
              </p:cNvSpPr>
              <p:nvPr/>
            </p:nvSpPr>
            <p:spPr bwMode="auto">
              <a:xfrm>
                <a:off x="2136" y="2507"/>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66" name="Line 1116"/>
              <p:cNvSpPr>
                <a:spLocks noChangeShapeType="1"/>
              </p:cNvSpPr>
              <p:nvPr/>
            </p:nvSpPr>
            <p:spPr bwMode="auto">
              <a:xfrm>
                <a:off x="2231" y="2562"/>
                <a:ext cx="56" cy="39"/>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54" name="Group 1117"/>
            <p:cNvGrpSpPr>
              <a:grpSpLocks/>
            </p:cNvGrpSpPr>
            <p:nvPr/>
          </p:nvGrpSpPr>
          <p:grpSpPr bwMode="auto">
            <a:xfrm>
              <a:off x="2399" y="3304"/>
              <a:ext cx="447" cy="279"/>
              <a:chOff x="2399" y="3304"/>
              <a:chExt cx="447" cy="279"/>
            </a:xfrm>
          </p:grpSpPr>
          <p:sp>
            <p:nvSpPr>
              <p:cNvPr id="56857" name="Freeform 1118"/>
              <p:cNvSpPr>
                <a:spLocks/>
              </p:cNvSpPr>
              <p:nvPr/>
            </p:nvSpPr>
            <p:spPr bwMode="auto">
              <a:xfrm>
                <a:off x="2734" y="3504"/>
                <a:ext cx="112" cy="79"/>
              </a:xfrm>
              <a:custGeom>
                <a:avLst/>
                <a:gdLst>
                  <a:gd name="T0" fmla="*/ 112 w 112"/>
                  <a:gd name="T1" fmla="*/ 79 h 79"/>
                  <a:gd name="T2" fmla="*/ 0 w 112"/>
                  <a:gd name="T3" fmla="*/ 47 h 79"/>
                  <a:gd name="T4" fmla="*/ 16 w 112"/>
                  <a:gd name="T5" fmla="*/ 24 h 79"/>
                  <a:gd name="T6" fmla="*/ 32 w 112"/>
                  <a:gd name="T7" fmla="*/ 0 h 79"/>
                  <a:gd name="T8" fmla="*/ 112 w 112"/>
                  <a:gd name="T9" fmla="*/ 79 h 7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79">
                    <a:moveTo>
                      <a:pt x="112" y="79"/>
                    </a:moveTo>
                    <a:lnTo>
                      <a:pt x="0" y="47"/>
                    </a:lnTo>
                    <a:lnTo>
                      <a:pt x="16" y="24"/>
                    </a:lnTo>
                    <a:lnTo>
                      <a:pt x="32" y="0"/>
                    </a:lnTo>
                    <a:lnTo>
                      <a:pt x="112" y="79"/>
                    </a:lnTo>
                    <a:close/>
                  </a:path>
                </a:pathLst>
              </a:custGeom>
              <a:solidFill>
                <a:srgbClr val="808080"/>
              </a:solidFill>
              <a:ln w="9525">
                <a:solidFill>
                  <a:srgbClr val="808080"/>
                </a:solidFill>
                <a:round/>
                <a:headEnd/>
                <a:tailEnd/>
              </a:ln>
            </p:spPr>
            <p:txBody>
              <a:bodyPr/>
              <a:lstStyle/>
              <a:p>
                <a:endParaRPr lang="en-US"/>
              </a:p>
            </p:txBody>
          </p:sp>
          <p:sp>
            <p:nvSpPr>
              <p:cNvPr id="56858" name="Line 1119"/>
              <p:cNvSpPr>
                <a:spLocks noChangeShapeType="1"/>
              </p:cNvSpPr>
              <p:nvPr/>
            </p:nvSpPr>
            <p:spPr bwMode="auto">
              <a:xfrm>
                <a:off x="2399" y="3304"/>
                <a:ext cx="72" cy="48"/>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59" name="Line 1120"/>
              <p:cNvSpPr>
                <a:spLocks noChangeShapeType="1"/>
              </p:cNvSpPr>
              <p:nvPr/>
            </p:nvSpPr>
            <p:spPr bwMode="auto">
              <a:xfrm>
                <a:off x="2495" y="3360"/>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60" name="Line 1121"/>
              <p:cNvSpPr>
                <a:spLocks noChangeShapeType="1"/>
              </p:cNvSpPr>
              <p:nvPr/>
            </p:nvSpPr>
            <p:spPr bwMode="auto">
              <a:xfrm>
                <a:off x="2590" y="3424"/>
                <a:ext cx="72" cy="48"/>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61" name="Line 1122"/>
              <p:cNvSpPr>
                <a:spLocks noChangeShapeType="1"/>
              </p:cNvSpPr>
              <p:nvPr/>
            </p:nvSpPr>
            <p:spPr bwMode="auto">
              <a:xfrm>
                <a:off x="2687" y="3480"/>
                <a:ext cx="63" cy="46"/>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55" name="Group 1123"/>
            <p:cNvGrpSpPr>
              <a:grpSpLocks/>
            </p:cNvGrpSpPr>
            <p:nvPr/>
          </p:nvGrpSpPr>
          <p:grpSpPr bwMode="auto">
            <a:xfrm>
              <a:off x="1936" y="3304"/>
              <a:ext cx="431" cy="271"/>
              <a:chOff x="1936" y="3304"/>
              <a:chExt cx="431" cy="271"/>
            </a:xfrm>
          </p:grpSpPr>
          <p:sp>
            <p:nvSpPr>
              <p:cNvPr id="56852" name="Freeform 1124"/>
              <p:cNvSpPr>
                <a:spLocks/>
              </p:cNvSpPr>
              <p:nvPr/>
            </p:nvSpPr>
            <p:spPr bwMode="auto">
              <a:xfrm>
                <a:off x="2255" y="3496"/>
                <a:ext cx="112" cy="79"/>
              </a:xfrm>
              <a:custGeom>
                <a:avLst/>
                <a:gdLst>
                  <a:gd name="T0" fmla="*/ 112 w 112"/>
                  <a:gd name="T1" fmla="*/ 79 h 79"/>
                  <a:gd name="T2" fmla="*/ 0 w 112"/>
                  <a:gd name="T3" fmla="*/ 40 h 79"/>
                  <a:gd name="T4" fmla="*/ 16 w 112"/>
                  <a:gd name="T5" fmla="*/ 16 h 79"/>
                  <a:gd name="T6" fmla="*/ 32 w 112"/>
                  <a:gd name="T7" fmla="*/ 0 h 79"/>
                  <a:gd name="T8" fmla="*/ 112 w 112"/>
                  <a:gd name="T9" fmla="*/ 79 h 7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79">
                    <a:moveTo>
                      <a:pt x="112" y="79"/>
                    </a:moveTo>
                    <a:lnTo>
                      <a:pt x="0" y="40"/>
                    </a:lnTo>
                    <a:lnTo>
                      <a:pt x="16" y="16"/>
                    </a:lnTo>
                    <a:lnTo>
                      <a:pt x="32" y="0"/>
                    </a:lnTo>
                    <a:lnTo>
                      <a:pt x="112" y="79"/>
                    </a:lnTo>
                    <a:close/>
                  </a:path>
                </a:pathLst>
              </a:custGeom>
              <a:solidFill>
                <a:srgbClr val="808080"/>
              </a:solidFill>
              <a:ln w="9525">
                <a:solidFill>
                  <a:srgbClr val="808080"/>
                </a:solidFill>
                <a:round/>
                <a:headEnd/>
                <a:tailEnd/>
              </a:ln>
            </p:spPr>
            <p:txBody>
              <a:bodyPr/>
              <a:lstStyle/>
              <a:p>
                <a:endParaRPr lang="en-US"/>
              </a:p>
            </p:txBody>
          </p:sp>
          <p:sp>
            <p:nvSpPr>
              <p:cNvPr id="56853" name="Line 1125"/>
              <p:cNvSpPr>
                <a:spLocks noChangeShapeType="1"/>
              </p:cNvSpPr>
              <p:nvPr/>
            </p:nvSpPr>
            <p:spPr bwMode="auto">
              <a:xfrm>
                <a:off x="1936" y="3304"/>
                <a:ext cx="72" cy="48"/>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54" name="Line 1126"/>
              <p:cNvSpPr>
                <a:spLocks noChangeShapeType="1"/>
              </p:cNvSpPr>
              <p:nvPr/>
            </p:nvSpPr>
            <p:spPr bwMode="auto">
              <a:xfrm>
                <a:off x="2032" y="3360"/>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55" name="Line 1127"/>
              <p:cNvSpPr>
                <a:spLocks noChangeShapeType="1"/>
              </p:cNvSpPr>
              <p:nvPr/>
            </p:nvSpPr>
            <p:spPr bwMode="auto">
              <a:xfrm>
                <a:off x="2127" y="3424"/>
                <a:ext cx="72" cy="48"/>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56" name="Line 1128"/>
              <p:cNvSpPr>
                <a:spLocks noChangeShapeType="1"/>
              </p:cNvSpPr>
              <p:nvPr/>
            </p:nvSpPr>
            <p:spPr bwMode="auto">
              <a:xfrm>
                <a:off x="2224" y="3480"/>
                <a:ext cx="47" cy="3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56" name="Group 1129"/>
            <p:cNvGrpSpPr>
              <a:grpSpLocks/>
            </p:cNvGrpSpPr>
            <p:nvPr/>
          </p:nvGrpSpPr>
          <p:grpSpPr bwMode="auto">
            <a:xfrm>
              <a:off x="2400" y="3304"/>
              <a:ext cx="414" cy="279"/>
              <a:chOff x="2400" y="3304"/>
              <a:chExt cx="414" cy="279"/>
            </a:xfrm>
          </p:grpSpPr>
          <p:sp>
            <p:nvSpPr>
              <p:cNvPr id="56847" name="Freeform 1130"/>
              <p:cNvSpPr>
                <a:spLocks/>
              </p:cNvSpPr>
              <p:nvPr/>
            </p:nvSpPr>
            <p:spPr bwMode="auto">
              <a:xfrm>
                <a:off x="2702" y="3304"/>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0"/>
                    </a:moveTo>
                    <a:lnTo>
                      <a:pt x="32" y="88"/>
                    </a:lnTo>
                    <a:lnTo>
                      <a:pt x="16" y="64"/>
                    </a:lnTo>
                    <a:lnTo>
                      <a:pt x="0" y="40"/>
                    </a:lnTo>
                    <a:lnTo>
                      <a:pt x="112" y="0"/>
                    </a:lnTo>
                    <a:close/>
                  </a:path>
                </a:pathLst>
              </a:custGeom>
              <a:solidFill>
                <a:srgbClr val="808080"/>
              </a:solidFill>
              <a:ln w="9525">
                <a:solidFill>
                  <a:srgbClr val="808080"/>
                </a:solidFill>
                <a:round/>
                <a:headEnd/>
                <a:tailEnd/>
              </a:ln>
            </p:spPr>
            <p:txBody>
              <a:bodyPr/>
              <a:lstStyle/>
              <a:p>
                <a:endParaRPr lang="en-US"/>
              </a:p>
            </p:txBody>
          </p:sp>
          <p:sp>
            <p:nvSpPr>
              <p:cNvPr id="56848" name="Line 1131"/>
              <p:cNvSpPr>
                <a:spLocks noChangeShapeType="1"/>
              </p:cNvSpPr>
              <p:nvPr/>
            </p:nvSpPr>
            <p:spPr bwMode="auto">
              <a:xfrm flipV="1">
                <a:off x="2400" y="3536"/>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49" name="Line 1132"/>
              <p:cNvSpPr>
                <a:spLocks noChangeShapeType="1"/>
              </p:cNvSpPr>
              <p:nvPr/>
            </p:nvSpPr>
            <p:spPr bwMode="auto">
              <a:xfrm flipV="1">
                <a:off x="2495" y="3473"/>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50" name="Line 1133"/>
              <p:cNvSpPr>
                <a:spLocks noChangeShapeType="1"/>
              </p:cNvSpPr>
              <p:nvPr/>
            </p:nvSpPr>
            <p:spPr bwMode="auto">
              <a:xfrm flipV="1">
                <a:off x="2583" y="3409"/>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51" name="Line 1134"/>
              <p:cNvSpPr>
                <a:spLocks noChangeShapeType="1"/>
              </p:cNvSpPr>
              <p:nvPr/>
            </p:nvSpPr>
            <p:spPr bwMode="auto">
              <a:xfrm flipV="1">
                <a:off x="2678" y="3368"/>
                <a:ext cx="40" cy="32"/>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57" name="Group 1135"/>
            <p:cNvGrpSpPr>
              <a:grpSpLocks/>
            </p:cNvGrpSpPr>
            <p:nvPr/>
          </p:nvGrpSpPr>
          <p:grpSpPr bwMode="auto">
            <a:xfrm>
              <a:off x="2400" y="3001"/>
              <a:ext cx="422" cy="271"/>
              <a:chOff x="2400" y="3001"/>
              <a:chExt cx="422" cy="271"/>
            </a:xfrm>
          </p:grpSpPr>
          <p:sp>
            <p:nvSpPr>
              <p:cNvPr id="56842" name="Freeform 1136"/>
              <p:cNvSpPr>
                <a:spLocks/>
              </p:cNvSpPr>
              <p:nvPr/>
            </p:nvSpPr>
            <p:spPr bwMode="auto">
              <a:xfrm>
                <a:off x="2710" y="3001"/>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0"/>
                    </a:moveTo>
                    <a:lnTo>
                      <a:pt x="32" y="88"/>
                    </a:lnTo>
                    <a:lnTo>
                      <a:pt x="16" y="64"/>
                    </a:lnTo>
                    <a:lnTo>
                      <a:pt x="0" y="40"/>
                    </a:lnTo>
                    <a:lnTo>
                      <a:pt x="112" y="0"/>
                    </a:lnTo>
                    <a:close/>
                  </a:path>
                </a:pathLst>
              </a:custGeom>
              <a:solidFill>
                <a:srgbClr val="808080"/>
              </a:solidFill>
              <a:ln w="9525">
                <a:solidFill>
                  <a:srgbClr val="808080"/>
                </a:solidFill>
                <a:round/>
                <a:headEnd/>
                <a:tailEnd/>
              </a:ln>
            </p:spPr>
            <p:txBody>
              <a:bodyPr/>
              <a:lstStyle/>
              <a:p>
                <a:endParaRPr lang="en-US"/>
              </a:p>
            </p:txBody>
          </p:sp>
          <p:sp>
            <p:nvSpPr>
              <p:cNvPr id="56843" name="Line 1137"/>
              <p:cNvSpPr>
                <a:spLocks noChangeShapeType="1"/>
              </p:cNvSpPr>
              <p:nvPr/>
            </p:nvSpPr>
            <p:spPr bwMode="auto">
              <a:xfrm flipV="1">
                <a:off x="2400" y="3225"/>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44" name="Line 1138"/>
              <p:cNvSpPr>
                <a:spLocks noChangeShapeType="1"/>
              </p:cNvSpPr>
              <p:nvPr/>
            </p:nvSpPr>
            <p:spPr bwMode="auto">
              <a:xfrm flipV="1">
                <a:off x="2496" y="3170"/>
                <a:ext cx="70" cy="38"/>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45" name="Line 1139"/>
              <p:cNvSpPr>
                <a:spLocks noChangeShapeType="1"/>
              </p:cNvSpPr>
              <p:nvPr/>
            </p:nvSpPr>
            <p:spPr bwMode="auto">
              <a:xfrm flipV="1">
                <a:off x="2590" y="3105"/>
                <a:ext cx="72" cy="48"/>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46" name="Line 1140"/>
              <p:cNvSpPr>
                <a:spLocks noChangeShapeType="1"/>
              </p:cNvSpPr>
              <p:nvPr/>
            </p:nvSpPr>
            <p:spPr bwMode="auto">
              <a:xfrm flipV="1">
                <a:off x="2678" y="3065"/>
                <a:ext cx="48" cy="24"/>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58" name="Group 1141"/>
            <p:cNvGrpSpPr>
              <a:grpSpLocks/>
            </p:cNvGrpSpPr>
            <p:nvPr/>
          </p:nvGrpSpPr>
          <p:grpSpPr bwMode="auto">
            <a:xfrm>
              <a:off x="3318" y="3001"/>
              <a:ext cx="422" cy="271"/>
              <a:chOff x="3318" y="3001"/>
              <a:chExt cx="422" cy="271"/>
            </a:xfrm>
          </p:grpSpPr>
          <p:sp>
            <p:nvSpPr>
              <p:cNvPr id="56837" name="Freeform 1142"/>
              <p:cNvSpPr>
                <a:spLocks/>
              </p:cNvSpPr>
              <p:nvPr/>
            </p:nvSpPr>
            <p:spPr bwMode="auto">
              <a:xfrm>
                <a:off x="3628" y="3001"/>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0"/>
                    </a:moveTo>
                    <a:lnTo>
                      <a:pt x="32" y="88"/>
                    </a:lnTo>
                    <a:lnTo>
                      <a:pt x="16" y="64"/>
                    </a:lnTo>
                    <a:lnTo>
                      <a:pt x="0" y="40"/>
                    </a:lnTo>
                    <a:lnTo>
                      <a:pt x="112" y="0"/>
                    </a:lnTo>
                    <a:close/>
                  </a:path>
                </a:pathLst>
              </a:custGeom>
              <a:solidFill>
                <a:srgbClr val="808080"/>
              </a:solidFill>
              <a:ln w="9525">
                <a:solidFill>
                  <a:srgbClr val="808080"/>
                </a:solidFill>
                <a:round/>
                <a:headEnd/>
                <a:tailEnd/>
              </a:ln>
            </p:spPr>
            <p:txBody>
              <a:bodyPr/>
              <a:lstStyle/>
              <a:p>
                <a:endParaRPr lang="en-US"/>
              </a:p>
            </p:txBody>
          </p:sp>
          <p:sp>
            <p:nvSpPr>
              <p:cNvPr id="56838" name="Line 1143"/>
              <p:cNvSpPr>
                <a:spLocks noChangeShapeType="1"/>
              </p:cNvSpPr>
              <p:nvPr/>
            </p:nvSpPr>
            <p:spPr bwMode="auto">
              <a:xfrm flipV="1">
                <a:off x="3318" y="3225"/>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39" name="Line 1144"/>
              <p:cNvSpPr>
                <a:spLocks noChangeShapeType="1"/>
              </p:cNvSpPr>
              <p:nvPr/>
            </p:nvSpPr>
            <p:spPr bwMode="auto">
              <a:xfrm flipV="1">
                <a:off x="3414" y="3169"/>
                <a:ext cx="71" cy="39"/>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40" name="Line 1145"/>
              <p:cNvSpPr>
                <a:spLocks noChangeShapeType="1"/>
              </p:cNvSpPr>
              <p:nvPr/>
            </p:nvSpPr>
            <p:spPr bwMode="auto">
              <a:xfrm flipV="1">
                <a:off x="3509" y="3106"/>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41" name="Line 1146"/>
              <p:cNvSpPr>
                <a:spLocks noChangeShapeType="1"/>
              </p:cNvSpPr>
              <p:nvPr/>
            </p:nvSpPr>
            <p:spPr bwMode="auto">
              <a:xfrm flipV="1">
                <a:off x="3596" y="3065"/>
                <a:ext cx="48" cy="24"/>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59" name="Group 1147"/>
            <p:cNvGrpSpPr>
              <a:grpSpLocks/>
            </p:cNvGrpSpPr>
            <p:nvPr/>
          </p:nvGrpSpPr>
          <p:grpSpPr bwMode="auto">
            <a:xfrm>
              <a:off x="3325" y="2076"/>
              <a:ext cx="439" cy="271"/>
              <a:chOff x="3325" y="2076"/>
              <a:chExt cx="439" cy="271"/>
            </a:xfrm>
          </p:grpSpPr>
          <p:sp>
            <p:nvSpPr>
              <p:cNvPr id="56832" name="Freeform 1148"/>
              <p:cNvSpPr>
                <a:spLocks/>
              </p:cNvSpPr>
              <p:nvPr/>
            </p:nvSpPr>
            <p:spPr bwMode="auto">
              <a:xfrm>
                <a:off x="3652" y="2267"/>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0">
                    <a:moveTo>
                      <a:pt x="112" y="80"/>
                    </a:moveTo>
                    <a:lnTo>
                      <a:pt x="0" y="48"/>
                    </a:lnTo>
                    <a:lnTo>
                      <a:pt x="16" y="24"/>
                    </a:lnTo>
                    <a:lnTo>
                      <a:pt x="32" y="0"/>
                    </a:lnTo>
                    <a:lnTo>
                      <a:pt x="112" y="80"/>
                    </a:lnTo>
                    <a:close/>
                  </a:path>
                </a:pathLst>
              </a:custGeom>
              <a:solidFill>
                <a:srgbClr val="808080"/>
              </a:solidFill>
              <a:ln w="9525">
                <a:solidFill>
                  <a:srgbClr val="808080"/>
                </a:solidFill>
                <a:round/>
                <a:headEnd/>
                <a:tailEnd/>
              </a:ln>
            </p:spPr>
            <p:txBody>
              <a:bodyPr/>
              <a:lstStyle/>
              <a:p>
                <a:endParaRPr lang="en-US"/>
              </a:p>
            </p:txBody>
          </p:sp>
          <p:sp>
            <p:nvSpPr>
              <p:cNvPr id="56833" name="Line 1149"/>
              <p:cNvSpPr>
                <a:spLocks noChangeShapeType="1"/>
              </p:cNvSpPr>
              <p:nvPr/>
            </p:nvSpPr>
            <p:spPr bwMode="auto">
              <a:xfrm>
                <a:off x="3325" y="2076"/>
                <a:ext cx="72" cy="48"/>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34" name="Line 1150"/>
              <p:cNvSpPr>
                <a:spLocks noChangeShapeType="1"/>
              </p:cNvSpPr>
              <p:nvPr/>
            </p:nvSpPr>
            <p:spPr bwMode="auto">
              <a:xfrm>
                <a:off x="3422" y="2132"/>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35" name="Line 1151"/>
              <p:cNvSpPr>
                <a:spLocks noChangeShapeType="1"/>
              </p:cNvSpPr>
              <p:nvPr/>
            </p:nvSpPr>
            <p:spPr bwMode="auto">
              <a:xfrm>
                <a:off x="3517" y="2196"/>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36" name="Line 1152"/>
              <p:cNvSpPr>
                <a:spLocks noChangeShapeType="1"/>
              </p:cNvSpPr>
              <p:nvPr/>
            </p:nvSpPr>
            <p:spPr bwMode="auto">
              <a:xfrm>
                <a:off x="3612" y="2251"/>
                <a:ext cx="56" cy="40"/>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60" name="Group 1153"/>
            <p:cNvGrpSpPr>
              <a:grpSpLocks/>
            </p:cNvGrpSpPr>
            <p:nvPr/>
          </p:nvGrpSpPr>
          <p:grpSpPr bwMode="auto">
            <a:xfrm>
              <a:off x="3788" y="2068"/>
              <a:ext cx="431" cy="287"/>
              <a:chOff x="3788" y="2068"/>
              <a:chExt cx="431" cy="287"/>
            </a:xfrm>
          </p:grpSpPr>
          <p:sp>
            <p:nvSpPr>
              <p:cNvPr id="56827" name="Freeform 1154"/>
              <p:cNvSpPr>
                <a:spLocks/>
              </p:cNvSpPr>
              <p:nvPr/>
            </p:nvSpPr>
            <p:spPr bwMode="auto">
              <a:xfrm>
                <a:off x="4107" y="2267"/>
                <a:ext cx="112" cy="88"/>
              </a:xfrm>
              <a:custGeom>
                <a:avLst/>
                <a:gdLst>
                  <a:gd name="T0" fmla="*/ 112 w 112"/>
                  <a:gd name="T1" fmla="*/ 88 h 88"/>
                  <a:gd name="T2" fmla="*/ 0 w 112"/>
                  <a:gd name="T3" fmla="*/ 48 h 88"/>
                  <a:gd name="T4" fmla="*/ 16 w 112"/>
                  <a:gd name="T5" fmla="*/ 24 h 88"/>
                  <a:gd name="T6" fmla="*/ 32 w 112"/>
                  <a:gd name="T7" fmla="*/ 0 h 88"/>
                  <a:gd name="T8" fmla="*/ 112 w 112"/>
                  <a:gd name="T9" fmla="*/ 88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88"/>
                    </a:moveTo>
                    <a:lnTo>
                      <a:pt x="0" y="48"/>
                    </a:lnTo>
                    <a:lnTo>
                      <a:pt x="16" y="24"/>
                    </a:lnTo>
                    <a:lnTo>
                      <a:pt x="32" y="0"/>
                    </a:lnTo>
                    <a:lnTo>
                      <a:pt x="112" y="88"/>
                    </a:lnTo>
                    <a:close/>
                  </a:path>
                </a:pathLst>
              </a:custGeom>
              <a:solidFill>
                <a:srgbClr val="808080"/>
              </a:solidFill>
              <a:ln w="9525">
                <a:solidFill>
                  <a:srgbClr val="808080"/>
                </a:solidFill>
                <a:round/>
                <a:headEnd/>
                <a:tailEnd/>
              </a:ln>
            </p:spPr>
            <p:txBody>
              <a:bodyPr/>
              <a:lstStyle/>
              <a:p>
                <a:endParaRPr lang="en-US"/>
              </a:p>
            </p:txBody>
          </p:sp>
          <p:sp>
            <p:nvSpPr>
              <p:cNvPr id="56828" name="Line 1155"/>
              <p:cNvSpPr>
                <a:spLocks noChangeShapeType="1"/>
              </p:cNvSpPr>
              <p:nvPr/>
            </p:nvSpPr>
            <p:spPr bwMode="auto">
              <a:xfrm>
                <a:off x="3788" y="2068"/>
                <a:ext cx="72" cy="48"/>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29" name="Line 1156"/>
              <p:cNvSpPr>
                <a:spLocks noChangeShapeType="1"/>
              </p:cNvSpPr>
              <p:nvPr/>
            </p:nvSpPr>
            <p:spPr bwMode="auto">
              <a:xfrm>
                <a:off x="3885" y="2132"/>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30" name="Line 1157"/>
              <p:cNvSpPr>
                <a:spLocks noChangeShapeType="1"/>
              </p:cNvSpPr>
              <p:nvPr/>
            </p:nvSpPr>
            <p:spPr bwMode="auto">
              <a:xfrm>
                <a:off x="3973" y="2196"/>
                <a:ext cx="70" cy="46"/>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31" name="Line 1158"/>
              <p:cNvSpPr>
                <a:spLocks noChangeShapeType="1"/>
              </p:cNvSpPr>
              <p:nvPr/>
            </p:nvSpPr>
            <p:spPr bwMode="auto">
              <a:xfrm>
                <a:off x="4067" y="2251"/>
                <a:ext cx="56" cy="40"/>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61" name="Group 1159"/>
            <p:cNvGrpSpPr>
              <a:grpSpLocks/>
            </p:cNvGrpSpPr>
            <p:nvPr/>
          </p:nvGrpSpPr>
          <p:grpSpPr bwMode="auto">
            <a:xfrm>
              <a:off x="4251" y="2084"/>
              <a:ext cx="431" cy="263"/>
              <a:chOff x="4251" y="2084"/>
              <a:chExt cx="431" cy="263"/>
            </a:xfrm>
          </p:grpSpPr>
          <p:sp>
            <p:nvSpPr>
              <p:cNvPr id="56822" name="Freeform 1160"/>
              <p:cNvSpPr>
                <a:spLocks/>
              </p:cNvSpPr>
              <p:nvPr/>
            </p:nvSpPr>
            <p:spPr bwMode="auto">
              <a:xfrm>
                <a:off x="4570" y="2267"/>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0">
                    <a:moveTo>
                      <a:pt x="112" y="80"/>
                    </a:moveTo>
                    <a:lnTo>
                      <a:pt x="0" y="48"/>
                    </a:lnTo>
                    <a:lnTo>
                      <a:pt x="16" y="24"/>
                    </a:lnTo>
                    <a:lnTo>
                      <a:pt x="32" y="0"/>
                    </a:lnTo>
                    <a:lnTo>
                      <a:pt x="112" y="80"/>
                    </a:lnTo>
                    <a:close/>
                  </a:path>
                </a:pathLst>
              </a:custGeom>
              <a:solidFill>
                <a:srgbClr val="808080"/>
              </a:solidFill>
              <a:ln w="9525">
                <a:solidFill>
                  <a:srgbClr val="808080"/>
                </a:solidFill>
                <a:round/>
                <a:headEnd/>
                <a:tailEnd/>
              </a:ln>
            </p:spPr>
            <p:txBody>
              <a:bodyPr/>
              <a:lstStyle/>
              <a:p>
                <a:endParaRPr lang="en-US"/>
              </a:p>
            </p:txBody>
          </p:sp>
          <p:sp>
            <p:nvSpPr>
              <p:cNvPr id="56823" name="Line 1161"/>
              <p:cNvSpPr>
                <a:spLocks noChangeShapeType="1"/>
              </p:cNvSpPr>
              <p:nvPr/>
            </p:nvSpPr>
            <p:spPr bwMode="auto">
              <a:xfrm>
                <a:off x="4251" y="2084"/>
                <a:ext cx="72" cy="48"/>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24" name="Line 1162"/>
              <p:cNvSpPr>
                <a:spLocks noChangeShapeType="1"/>
              </p:cNvSpPr>
              <p:nvPr/>
            </p:nvSpPr>
            <p:spPr bwMode="auto">
              <a:xfrm>
                <a:off x="4348" y="2140"/>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25" name="Line 1163"/>
              <p:cNvSpPr>
                <a:spLocks noChangeShapeType="1"/>
              </p:cNvSpPr>
              <p:nvPr/>
            </p:nvSpPr>
            <p:spPr bwMode="auto">
              <a:xfrm>
                <a:off x="4443" y="2203"/>
                <a:ext cx="71" cy="39"/>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26" name="Line 1164"/>
              <p:cNvSpPr>
                <a:spLocks noChangeShapeType="1"/>
              </p:cNvSpPr>
              <p:nvPr/>
            </p:nvSpPr>
            <p:spPr bwMode="auto">
              <a:xfrm>
                <a:off x="4539" y="2259"/>
                <a:ext cx="47" cy="3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62" name="Group 1165"/>
            <p:cNvGrpSpPr>
              <a:grpSpLocks/>
            </p:cNvGrpSpPr>
            <p:nvPr/>
          </p:nvGrpSpPr>
          <p:grpSpPr bwMode="auto">
            <a:xfrm>
              <a:off x="4236" y="3001"/>
              <a:ext cx="430" cy="279"/>
              <a:chOff x="4236" y="3001"/>
              <a:chExt cx="430" cy="279"/>
            </a:xfrm>
          </p:grpSpPr>
          <p:sp>
            <p:nvSpPr>
              <p:cNvPr id="56817" name="Freeform 1166"/>
              <p:cNvSpPr>
                <a:spLocks/>
              </p:cNvSpPr>
              <p:nvPr/>
            </p:nvSpPr>
            <p:spPr bwMode="auto">
              <a:xfrm>
                <a:off x="4554" y="3001"/>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0"/>
                    </a:moveTo>
                    <a:lnTo>
                      <a:pt x="32" y="88"/>
                    </a:lnTo>
                    <a:lnTo>
                      <a:pt x="16" y="64"/>
                    </a:lnTo>
                    <a:lnTo>
                      <a:pt x="0" y="40"/>
                    </a:lnTo>
                    <a:lnTo>
                      <a:pt x="112" y="0"/>
                    </a:lnTo>
                    <a:close/>
                  </a:path>
                </a:pathLst>
              </a:custGeom>
              <a:solidFill>
                <a:srgbClr val="808080"/>
              </a:solidFill>
              <a:ln w="9525">
                <a:solidFill>
                  <a:srgbClr val="808080"/>
                </a:solidFill>
                <a:round/>
                <a:headEnd/>
                <a:tailEnd/>
              </a:ln>
            </p:spPr>
            <p:txBody>
              <a:bodyPr/>
              <a:lstStyle/>
              <a:p>
                <a:endParaRPr lang="en-US"/>
              </a:p>
            </p:txBody>
          </p:sp>
          <p:sp>
            <p:nvSpPr>
              <p:cNvPr id="56818" name="Line 1167"/>
              <p:cNvSpPr>
                <a:spLocks noChangeShapeType="1"/>
              </p:cNvSpPr>
              <p:nvPr/>
            </p:nvSpPr>
            <p:spPr bwMode="auto">
              <a:xfrm flipV="1">
                <a:off x="4236" y="3233"/>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19" name="Line 1168"/>
              <p:cNvSpPr>
                <a:spLocks noChangeShapeType="1"/>
              </p:cNvSpPr>
              <p:nvPr/>
            </p:nvSpPr>
            <p:spPr bwMode="auto">
              <a:xfrm flipV="1">
                <a:off x="4332" y="3169"/>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20" name="Line 1169"/>
              <p:cNvSpPr>
                <a:spLocks noChangeShapeType="1"/>
              </p:cNvSpPr>
              <p:nvPr/>
            </p:nvSpPr>
            <p:spPr bwMode="auto">
              <a:xfrm flipV="1">
                <a:off x="4419" y="3114"/>
                <a:ext cx="80"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21" name="Line 1170"/>
              <p:cNvSpPr>
                <a:spLocks noChangeShapeType="1"/>
              </p:cNvSpPr>
              <p:nvPr/>
            </p:nvSpPr>
            <p:spPr bwMode="auto">
              <a:xfrm flipV="1">
                <a:off x="4515" y="3066"/>
                <a:ext cx="55" cy="3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63" name="Group 1171"/>
            <p:cNvGrpSpPr>
              <a:grpSpLocks/>
            </p:cNvGrpSpPr>
            <p:nvPr/>
          </p:nvGrpSpPr>
          <p:grpSpPr bwMode="auto">
            <a:xfrm>
              <a:off x="3772" y="2682"/>
              <a:ext cx="423" cy="287"/>
              <a:chOff x="3772" y="2682"/>
              <a:chExt cx="423" cy="287"/>
            </a:xfrm>
          </p:grpSpPr>
          <p:sp>
            <p:nvSpPr>
              <p:cNvPr id="56812" name="Freeform 1172"/>
              <p:cNvSpPr>
                <a:spLocks/>
              </p:cNvSpPr>
              <p:nvPr/>
            </p:nvSpPr>
            <p:spPr bwMode="auto">
              <a:xfrm>
                <a:off x="4083" y="2881"/>
                <a:ext cx="112" cy="88"/>
              </a:xfrm>
              <a:custGeom>
                <a:avLst/>
                <a:gdLst>
                  <a:gd name="T0" fmla="*/ 112 w 112"/>
                  <a:gd name="T1" fmla="*/ 88 h 88"/>
                  <a:gd name="T2" fmla="*/ 0 w 112"/>
                  <a:gd name="T3" fmla="*/ 48 h 88"/>
                  <a:gd name="T4" fmla="*/ 16 w 112"/>
                  <a:gd name="T5" fmla="*/ 24 h 88"/>
                  <a:gd name="T6" fmla="*/ 32 w 112"/>
                  <a:gd name="T7" fmla="*/ 0 h 88"/>
                  <a:gd name="T8" fmla="*/ 112 w 112"/>
                  <a:gd name="T9" fmla="*/ 88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88"/>
                    </a:moveTo>
                    <a:lnTo>
                      <a:pt x="0" y="48"/>
                    </a:lnTo>
                    <a:lnTo>
                      <a:pt x="16" y="24"/>
                    </a:lnTo>
                    <a:lnTo>
                      <a:pt x="32" y="0"/>
                    </a:lnTo>
                    <a:lnTo>
                      <a:pt x="112" y="88"/>
                    </a:lnTo>
                    <a:close/>
                  </a:path>
                </a:pathLst>
              </a:custGeom>
              <a:solidFill>
                <a:srgbClr val="808080"/>
              </a:solidFill>
              <a:ln w="9525">
                <a:solidFill>
                  <a:srgbClr val="808080"/>
                </a:solidFill>
                <a:round/>
                <a:headEnd/>
                <a:tailEnd/>
              </a:ln>
            </p:spPr>
            <p:txBody>
              <a:bodyPr/>
              <a:lstStyle/>
              <a:p>
                <a:endParaRPr lang="en-US"/>
              </a:p>
            </p:txBody>
          </p:sp>
          <p:sp>
            <p:nvSpPr>
              <p:cNvPr id="56813" name="Line 1173"/>
              <p:cNvSpPr>
                <a:spLocks noChangeShapeType="1"/>
              </p:cNvSpPr>
              <p:nvPr/>
            </p:nvSpPr>
            <p:spPr bwMode="auto">
              <a:xfrm>
                <a:off x="3772" y="2682"/>
                <a:ext cx="72" cy="48"/>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14" name="Line 1174"/>
              <p:cNvSpPr>
                <a:spLocks noChangeShapeType="1"/>
              </p:cNvSpPr>
              <p:nvPr/>
            </p:nvSpPr>
            <p:spPr bwMode="auto">
              <a:xfrm>
                <a:off x="3868" y="2746"/>
                <a:ext cx="72" cy="48"/>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15" name="Line 1175"/>
              <p:cNvSpPr>
                <a:spLocks noChangeShapeType="1"/>
              </p:cNvSpPr>
              <p:nvPr/>
            </p:nvSpPr>
            <p:spPr bwMode="auto">
              <a:xfrm>
                <a:off x="3957" y="2810"/>
                <a:ext cx="70" cy="46"/>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16" name="Line 1176"/>
              <p:cNvSpPr>
                <a:spLocks noChangeShapeType="1"/>
              </p:cNvSpPr>
              <p:nvPr/>
            </p:nvSpPr>
            <p:spPr bwMode="auto">
              <a:xfrm>
                <a:off x="4051" y="2873"/>
                <a:ext cx="48" cy="3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64" name="Group 1177"/>
            <p:cNvGrpSpPr>
              <a:grpSpLocks/>
            </p:cNvGrpSpPr>
            <p:nvPr/>
          </p:nvGrpSpPr>
          <p:grpSpPr bwMode="auto">
            <a:xfrm>
              <a:off x="3780" y="2387"/>
              <a:ext cx="431" cy="279"/>
              <a:chOff x="3780" y="2387"/>
              <a:chExt cx="431" cy="279"/>
            </a:xfrm>
          </p:grpSpPr>
          <p:sp>
            <p:nvSpPr>
              <p:cNvPr id="56807" name="Freeform 1178"/>
              <p:cNvSpPr>
                <a:spLocks/>
              </p:cNvSpPr>
              <p:nvPr/>
            </p:nvSpPr>
            <p:spPr bwMode="auto">
              <a:xfrm>
                <a:off x="4099" y="2578"/>
                <a:ext cx="112" cy="88"/>
              </a:xfrm>
              <a:custGeom>
                <a:avLst/>
                <a:gdLst>
                  <a:gd name="T0" fmla="*/ 112 w 112"/>
                  <a:gd name="T1" fmla="*/ 88 h 88"/>
                  <a:gd name="T2" fmla="*/ 0 w 112"/>
                  <a:gd name="T3" fmla="*/ 48 h 88"/>
                  <a:gd name="T4" fmla="*/ 16 w 112"/>
                  <a:gd name="T5" fmla="*/ 24 h 88"/>
                  <a:gd name="T6" fmla="*/ 32 w 112"/>
                  <a:gd name="T7" fmla="*/ 0 h 88"/>
                  <a:gd name="T8" fmla="*/ 112 w 112"/>
                  <a:gd name="T9" fmla="*/ 88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88"/>
                    </a:moveTo>
                    <a:lnTo>
                      <a:pt x="0" y="48"/>
                    </a:lnTo>
                    <a:lnTo>
                      <a:pt x="16" y="24"/>
                    </a:lnTo>
                    <a:lnTo>
                      <a:pt x="32" y="0"/>
                    </a:lnTo>
                    <a:lnTo>
                      <a:pt x="112" y="88"/>
                    </a:lnTo>
                    <a:close/>
                  </a:path>
                </a:pathLst>
              </a:custGeom>
              <a:solidFill>
                <a:srgbClr val="808080"/>
              </a:solidFill>
              <a:ln w="9525">
                <a:solidFill>
                  <a:srgbClr val="808080"/>
                </a:solidFill>
                <a:round/>
                <a:headEnd/>
                <a:tailEnd/>
              </a:ln>
            </p:spPr>
            <p:txBody>
              <a:bodyPr/>
              <a:lstStyle/>
              <a:p>
                <a:endParaRPr lang="en-US"/>
              </a:p>
            </p:txBody>
          </p:sp>
          <p:sp>
            <p:nvSpPr>
              <p:cNvPr id="56808" name="Line 1179"/>
              <p:cNvSpPr>
                <a:spLocks noChangeShapeType="1"/>
              </p:cNvSpPr>
              <p:nvPr/>
            </p:nvSpPr>
            <p:spPr bwMode="auto">
              <a:xfrm>
                <a:off x="3780" y="2387"/>
                <a:ext cx="72" cy="48"/>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09" name="Line 1180"/>
              <p:cNvSpPr>
                <a:spLocks noChangeShapeType="1"/>
              </p:cNvSpPr>
              <p:nvPr/>
            </p:nvSpPr>
            <p:spPr bwMode="auto">
              <a:xfrm>
                <a:off x="3877" y="2451"/>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10" name="Line 1181"/>
              <p:cNvSpPr>
                <a:spLocks noChangeShapeType="1"/>
              </p:cNvSpPr>
              <p:nvPr/>
            </p:nvSpPr>
            <p:spPr bwMode="auto">
              <a:xfrm>
                <a:off x="3965" y="2507"/>
                <a:ext cx="78" cy="46"/>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11" name="Line 1182"/>
              <p:cNvSpPr>
                <a:spLocks noChangeShapeType="1"/>
              </p:cNvSpPr>
              <p:nvPr/>
            </p:nvSpPr>
            <p:spPr bwMode="auto">
              <a:xfrm>
                <a:off x="4060" y="2570"/>
                <a:ext cx="55" cy="3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65" name="Group 1183"/>
            <p:cNvGrpSpPr>
              <a:grpSpLocks/>
            </p:cNvGrpSpPr>
            <p:nvPr/>
          </p:nvGrpSpPr>
          <p:grpSpPr bwMode="auto">
            <a:xfrm>
              <a:off x="3780" y="1781"/>
              <a:ext cx="415" cy="263"/>
              <a:chOff x="3780" y="1781"/>
              <a:chExt cx="415" cy="263"/>
            </a:xfrm>
          </p:grpSpPr>
          <p:sp>
            <p:nvSpPr>
              <p:cNvPr id="56802" name="Freeform 1184"/>
              <p:cNvSpPr>
                <a:spLocks/>
              </p:cNvSpPr>
              <p:nvPr/>
            </p:nvSpPr>
            <p:spPr bwMode="auto">
              <a:xfrm>
                <a:off x="4083" y="1781"/>
                <a:ext cx="112" cy="87"/>
              </a:xfrm>
              <a:custGeom>
                <a:avLst/>
                <a:gdLst>
                  <a:gd name="T0" fmla="*/ 112 w 112"/>
                  <a:gd name="T1" fmla="*/ 0 h 87"/>
                  <a:gd name="T2" fmla="*/ 32 w 112"/>
                  <a:gd name="T3" fmla="*/ 87 h 87"/>
                  <a:gd name="T4" fmla="*/ 16 w 112"/>
                  <a:gd name="T5" fmla="*/ 64 h 87"/>
                  <a:gd name="T6" fmla="*/ 0 w 112"/>
                  <a:gd name="T7" fmla="*/ 40 h 87"/>
                  <a:gd name="T8" fmla="*/ 112 w 112"/>
                  <a:gd name="T9" fmla="*/ 0 h 8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7">
                    <a:moveTo>
                      <a:pt x="112" y="0"/>
                    </a:moveTo>
                    <a:lnTo>
                      <a:pt x="32" y="87"/>
                    </a:lnTo>
                    <a:lnTo>
                      <a:pt x="16" y="64"/>
                    </a:lnTo>
                    <a:lnTo>
                      <a:pt x="0" y="40"/>
                    </a:lnTo>
                    <a:lnTo>
                      <a:pt x="112" y="0"/>
                    </a:lnTo>
                    <a:close/>
                  </a:path>
                </a:pathLst>
              </a:custGeom>
              <a:solidFill>
                <a:srgbClr val="808080"/>
              </a:solidFill>
              <a:ln w="9525">
                <a:solidFill>
                  <a:srgbClr val="808080"/>
                </a:solidFill>
                <a:round/>
                <a:headEnd/>
                <a:tailEnd/>
              </a:ln>
            </p:spPr>
            <p:txBody>
              <a:bodyPr/>
              <a:lstStyle/>
              <a:p>
                <a:endParaRPr lang="en-US"/>
              </a:p>
            </p:txBody>
          </p:sp>
          <p:sp>
            <p:nvSpPr>
              <p:cNvPr id="56803" name="Line 1185"/>
              <p:cNvSpPr>
                <a:spLocks noChangeShapeType="1"/>
              </p:cNvSpPr>
              <p:nvPr/>
            </p:nvSpPr>
            <p:spPr bwMode="auto">
              <a:xfrm flipV="1">
                <a:off x="3780" y="1996"/>
                <a:ext cx="72" cy="48"/>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04" name="Line 1186"/>
              <p:cNvSpPr>
                <a:spLocks noChangeShapeType="1"/>
              </p:cNvSpPr>
              <p:nvPr/>
            </p:nvSpPr>
            <p:spPr bwMode="auto">
              <a:xfrm flipV="1">
                <a:off x="3876" y="1940"/>
                <a:ext cx="72" cy="40"/>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05" name="Line 1187"/>
              <p:cNvSpPr>
                <a:spLocks noChangeShapeType="1"/>
              </p:cNvSpPr>
              <p:nvPr/>
            </p:nvSpPr>
            <p:spPr bwMode="auto">
              <a:xfrm flipV="1">
                <a:off x="3973" y="1878"/>
                <a:ext cx="70" cy="46"/>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06" name="Line 1188"/>
              <p:cNvSpPr>
                <a:spLocks noChangeShapeType="1"/>
              </p:cNvSpPr>
              <p:nvPr/>
            </p:nvSpPr>
            <p:spPr bwMode="auto">
              <a:xfrm flipV="1">
                <a:off x="4059" y="1846"/>
                <a:ext cx="40" cy="15"/>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66" name="Group 1189"/>
            <p:cNvGrpSpPr>
              <a:grpSpLocks/>
            </p:cNvGrpSpPr>
            <p:nvPr/>
          </p:nvGrpSpPr>
          <p:grpSpPr bwMode="auto">
            <a:xfrm>
              <a:off x="3780" y="1765"/>
              <a:ext cx="447" cy="279"/>
              <a:chOff x="3780" y="1765"/>
              <a:chExt cx="447" cy="279"/>
            </a:xfrm>
          </p:grpSpPr>
          <p:sp>
            <p:nvSpPr>
              <p:cNvPr id="56797" name="Freeform 1190"/>
              <p:cNvSpPr>
                <a:spLocks/>
              </p:cNvSpPr>
              <p:nvPr/>
            </p:nvSpPr>
            <p:spPr bwMode="auto">
              <a:xfrm>
                <a:off x="4115" y="1964"/>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0">
                    <a:moveTo>
                      <a:pt x="112" y="80"/>
                    </a:moveTo>
                    <a:lnTo>
                      <a:pt x="0" y="48"/>
                    </a:lnTo>
                    <a:lnTo>
                      <a:pt x="16" y="24"/>
                    </a:lnTo>
                    <a:lnTo>
                      <a:pt x="32" y="0"/>
                    </a:lnTo>
                    <a:lnTo>
                      <a:pt x="112" y="80"/>
                    </a:lnTo>
                    <a:close/>
                  </a:path>
                </a:pathLst>
              </a:custGeom>
              <a:solidFill>
                <a:srgbClr val="808080"/>
              </a:solidFill>
              <a:ln w="9525">
                <a:solidFill>
                  <a:srgbClr val="808080"/>
                </a:solidFill>
                <a:round/>
                <a:headEnd/>
                <a:tailEnd/>
              </a:ln>
            </p:spPr>
            <p:txBody>
              <a:bodyPr/>
              <a:lstStyle/>
              <a:p>
                <a:endParaRPr lang="en-US"/>
              </a:p>
            </p:txBody>
          </p:sp>
          <p:sp>
            <p:nvSpPr>
              <p:cNvPr id="56798" name="Line 1191"/>
              <p:cNvSpPr>
                <a:spLocks noChangeShapeType="1"/>
              </p:cNvSpPr>
              <p:nvPr/>
            </p:nvSpPr>
            <p:spPr bwMode="auto">
              <a:xfrm>
                <a:off x="3780" y="1765"/>
                <a:ext cx="72" cy="48"/>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799" name="Line 1192"/>
              <p:cNvSpPr>
                <a:spLocks noChangeShapeType="1"/>
              </p:cNvSpPr>
              <p:nvPr/>
            </p:nvSpPr>
            <p:spPr bwMode="auto">
              <a:xfrm>
                <a:off x="3877" y="1821"/>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00" name="Line 1193"/>
              <p:cNvSpPr>
                <a:spLocks noChangeShapeType="1"/>
              </p:cNvSpPr>
              <p:nvPr/>
            </p:nvSpPr>
            <p:spPr bwMode="auto">
              <a:xfrm>
                <a:off x="3972" y="1884"/>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801" name="Line 1194"/>
              <p:cNvSpPr>
                <a:spLocks noChangeShapeType="1"/>
              </p:cNvSpPr>
              <p:nvPr/>
            </p:nvSpPr>
            <p:spPr bwMode="auto">
              <a:xfrm>
                <a:off x="4068" y="1940"/>
                <a:ext cx="63"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67" name="Group 1195"/>
            <p:cNvGrpSpPr>
              <a:grpSpLocks/>
            </p:cNvGrpSpPr>
            <p:nvPr/>
          </p:nvGrpSpPr>
          <p:grpSpPr bwMode="auto">
            <a:xfrm>
              <a:off x="3326" y="1781"/>
              <a:ext cx="430" cy="255"/>
              <a:chOff x="3326" y="1781"/>
              <a:chExt cx="430" cy="255"/>
            </a:xfrm>
          </p:grpSpPr>
          <p:sp>
            <p:nvSpPr>
              <p:cNvPr id="56792" name="Freeform 1196"/>
              <p:cNvSpPr>
                <a:spLocks/>
              </p:cNvSpPr>
              <p:nvPr/>
            </p:nvSpPr>
            <p:spPr bwMode="auto">
              <a:xfrm>
                <a:off x="3644" y="1956"/>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0">
                    <a:moveTo>
                      <a:pt x="112" y="80"/>
                    </a:moveTo>
                    <a:lnTo>
                      <a:pt x="0" y="48"/>
                    </a:lnTo>
                    <a:lnTo>
                      <a:pt x="16" y="24"/>
                    </a:lnTo>
                    <a:lnTo>
                      <a:pt x="32" y="0"/>
                    </a:lnTo>
                    <a:lnTo>
                      <a:pt x="112" y="80"/>
                    </a:lnTo>
                    <a:close/>
                  </a:path>
                </a:pathLst>
              </a:custGeom>
              <a:solidFill>
                <a:srgbClr val="808080"/>
              </a:solidFill>
              <a:ln w="9525">
                <a:solidFill>
                  <a:srgbClr val="808080"/>
                </a:solidFill>
                <a:round/>
                <a:headEnd/>
                <a:tailEnd/>
              </a:ln>
            </p:spPr>
            <p:txBody>
              <a:bodyPr/>
              <a:lstStyle/>
              <a:p>
                <a:endParaRPr lang="en-US"/>
              </a:p>
            </p:txBody>
          </p:sp>
          <p:sp>
            <p:nvSpPr>
              <p:cNvPr id="56793" name="Line 1197"/>
              <p:cNvSpPr>
                <a:spLocks noChangeShapeType="1"/>
              </p:cNvSpPr>
              <p:nvPr/>
            </p:nvSpPr>
            <p:spPr bwMode="auto">
              <a:xfrm>
                <a:off x="3326" y="1781"/>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794" name="Line 1198"/>
              <p:cNvSpPr>
                <a:spLocks noChangeShapeType="1"/>
              </p:cNvSpPr>
              <p:nvPr/>
            </p:nvSpPr>
            <p:spPr bwMode="auto">
              <a:xfrm>
                <a:off x="3422" y="1837"/>
                <a:ext cx="79"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795" name="Line 1199"/>
              <p:cNvSpPr>
                <a:spLocks noChangeShapeType="1"/>
              </p:cNvSpPr>
              <p:nvPr/>
            </p:nvSpPr>
            <p:spPr bwMode="auto">
              <a:xfrm>
                <a:off x="3516" y="1892"/>
                <a:ext cx="80"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796" name="Line 1200"/>
              <p:cNvSpPr>
                <a:spLocks noChangeShapeType="1"/>
              </p:cNvSpPr>
              <p:nvPr/>
            </p:nvSpPr>
            <p:spPr bwMode="auto">
              <a:xfrm>
                <a:off x="3612" y="1948"/>
                <a:ext cx="48" cy="32"/>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68" name="Group 1201"/>
            <p:cNvGrpSpPr>
              <a:grpSpLocks/>
            </p:cNvGrpSpPr>
            <p:nvPr/>
          </p:nvGrpSpPr>
          <p:grpSpPr bwMode="auto">
            <a:xfrm>
              <a:off x="3325" y="2698"/>
              <a:ext cx="415" cy="279"/>
              <a:chOff x="3325" y="2698"/>
              <a:chExt cx="415" cy="279"/>
            </a:xfrm>
          </p:grpSpPr>
          <p:sp>
            <p:nvSpPr>
              <p:cNvPr id="56787" name="Freeform 1202"/>
              <p:cNvSpPr>
                <a:spLocks/>
              </p:cNvSpPr>
              <p:nvPr/>
            </p:nvSpPr>
            <p:spPr bwMode="auto">
              <a:xfrm>
                <a:off x="3628" y="2889"/>
                <a:ext cx="112" cy="88"/>
              </a:xfrm>
              <a:custGeom>
                <a:avLst/>
                <a:gdLst>
                  <a:gd name="T0" fmla="*/ 112 w 112"/>
                  <a:gd name="T1" fmla="*/ 88 h 88"/>
                  <a:gd name="T2" fmla="*/ 0 w 112"/>
                  <a:gd name="T3" fmla="*/ 48 h 88"/>
                  <a:gd name="T4" fmla="*/ 16 w 112"/>
                  <a:gd name="T5" fmla="*/ 24 h 88"/>
                  <a:gd name="T6" fmla="*/ 32 w 112"/>
                  <a:gd name="T7" fmla="*/ 0 h 88"/>
                  <a:gd name="T8" fmla="*/ 112 w 112"/>
                  <a:gd name="T9" fmla="*/ 88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88"/>
                    </a:moveTo>
                    <a:lnTo>
                      <a:pt x="0" y="48"/>
                    </a:lnTo>
                    <a:lnTo>
                      <a:pt x="16" y="24"/>
                    </a:lnTo>
                    <a:lnTo>
                      <a:pt x="32" y="0"/>
                    </a:lnTo>
                    <a:lnTo>
                      <a:pt x="112" y="88"/>
                    </a:lnTo>
                    <a:close/>
                  </a:path>
                </a:pathLst>
              </a:custGeom>
              <a:solidFill>
                <a:srgbClr val="808080"/>
              </a:solidFill>
              <a:ln w="9525">
                <a:solidFill>
                  <a:srgbClr val="808080"/>
                </a:solidFill>
                <a:round/>
                <a:headEnd/>
                <a:tailEnd/>
              </a:ln>
            </p:spPr>
            <p:txBody>
              <a:bodyPr/>
              <a:lstStyle/>
              <a:p>
                <a:endParaRPr lang="en-US"/>
              </a:p>
            </p:txBody>
          </p:sp>
          <p:sp>
            <p:nvSpPr>
              <p:cNvPr id="56788" name="Line 1203"/>
              <p:cNvSpPr>
                <a:spLocks noChangeShapeType="1"/>
              </p:cNvSpPr>
              <p:nvPr/>
            </p:nvSpPr>
            <p:spPr bwMode="auto">
              <a:xfrm>
                <a:off x="3325" y="2698"/>
                <a:ext cx="72" cy="48"/>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789" name="Line 1204"/>
              <p:cNvSpPr>
                <a:spLocks noChangeShapeType="1"/>
              </p:cNvSpPr>
              <p:nvPr/>
            </p:nvSpPr>
            <p:spPr bwMode="auto">
              <a:xfrm>
                <a:off x="3421" y="2762"/>
                <a:ext cx="72" cy="48"/>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790" name="Line 1205"/>
              <p:cNvSpPr>
                <a:spLocks noChangeShapeType="1"/>
              </p:cNvSpPr>
              <p:nvPr/>
            </p:nvSpPr>
            <p:spPr bwMode="auto">
              <a:xfrm>
                <a:off x="3510" y="2826"/>
                <a:ext cx="70" cy="46"/>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791" name="Line 1206"/>
              <p:cNvSpPr>
                <a:spLocks noChangeShapeType="1"/>
              </p:cNvSpPr>
              <p:nvPr/>
            </p:nvSpPr>
            <p:spPr bwMode="auto">
              <a:xfrm>
                <a:off x="3604" y="2881"/>
                <a:ext cx="40" cy="31"/>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69" name="Group 1207"/>
            <p:cNvGrpSpPr>
              <a:grpSpLocks/>
            </p:cNvGrpSpPr>
            <p:nvPr/>
          </p:nvGrpSpPr>
          <p:grpSpPr bwMode="auto">
            <a:xfrm>
              <a:off x="2878" y="2395"/>
              <a:ext cx="423" cy="271"/>
              <a:chOff x="2878" y="2395"/>
              <a:chExt cx="423" cy="271"/>
            </a:xfrm>
          </p:grpSpPr>
          <p:sp>
            <p:nvSpPr>
              <p:cNvPr id="56782" name="Freeform 1208"/>
              <p:cNvSpPr>
                <a:spLocks/>
              </p:cNvSpPr>
              <p:nvPr/>
            </p:nvSpPr>
            <p:spPr bwMode="auto">
              <a:xfrm>
                <a:off x="3189" y="2578"/>
                <a:ext cx="112" cy="88"/>
              </a:xfrm>
              <a:custGeom>
                <a:avLst/>
                <a:gdLst>
                  <a:gd name="T0" fmla="*/ 112 w 112"/>
                  <a:gd name="T1" fmla="*/ 88 h 88"/>
                  <a:gd name="T2" fmla="*/ 0 w 112"/>
                  <a:gd name="T3" fmla="*/ 48 h 88"/>
                  <a:gd name="T4" fmla="*/ 16 w 112"/>
                  <a:gd name="T5" fmla="*/ 24 h 88"/>
                  <a:gd name="T6" fmla="*/ 32 w 112"/>
                  <a:gd name="T7" fmla="*/ 0 h 88"/>
                  <a:gd name="T8" fmla="*/ 112 w 112"/>
                  <a:gd name="T9" fmla="*/ 88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88"/>
                    </a:moveTo>
                    <a:lnTo>
                      <a:pt x="0" y="48"/>
                    </a:lnTo>
                    <a:lnTo>
                      <a:pt x="16" y="24"/>
                    </a:lnTo>
                    <a:lnTo>
                      <a:pt x="32" y="0"/>
                    </a:lnTo>
                    <a:lnTo>
                      <a:pt x="112" y="88"/>
                    </a:lnTo>
                    <a:close/>
                  </a:path>
                </a:pathLst>
              </a:custGeom>
              <a:solidFill>
                <a:srgbClr val="808080"/>
              </a:solidFill>
              <a:ln w="9525">
                <a:solidFill>
                  <a:srgbClr val="808080"/>
                </a:solidFill>
                <a:round/>
                <a:headEnd/>
                <a:tailEnd/>
              </a:ln>
            </p:spPr>
            <p:txBody>
              <a:bodyPr/>
              <a:lstStyle/>
              <a:p>
                <a:endParaRPr lang="en-US"/>
              </a:p>
            </p:txBody>
          </p:sp>
          <p:sp>
            <p:nvSpPr>
              <p:cNvPr id="56783" name="Line 1209"/>
              <p:cNvSpPr>
                <a:spLocks noChangeShapeType="1"/>
              </p:cNvSpPr>
              <p:nvPr/>
            </p:nvSpPr>
            <p:spPr bwMode="auto">
              <a:xfrm>
                <a:off x="2878" y="2395"/>
                <a:ext cx="72" cy="48"/>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784" name="Line 1210"/>
              <p:cNvSpPr>
                <a:spLocks noChangeShapeType="1"/>
              </p:cNvSpPr>
              <p:nvPr/>
            </p:nvSpPr>
            <p:spPr bwMode="auto">
              <a:xfrm>
                <a:off x="2975" y="2459"/>
                <a:ext cx="70" cy="38"/>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785" name="Line 1211"/>
              <p:cNvSpPr>
                <a:spLocks noChangeShapeType="1"/>
              </p:cNvSpPr>
              <p:nvPr/>
            </p:nvSpPr>
            <p:spPr bwMode="auto">
              <a:xfrm>
                <a:off x="3070" y="2515"/>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786" name="Line 1212"/>
              <p:cNvSpPr>
                <a:spLocks noChangeShapeType="1"/>
              </p:cNvSpPr>
              <p:nvPr/>
            </p:nvSpPr>
            <p:spPr bwMode="auto">
              <a:xfrm>
                <a:off x="3157" y="2578"/>
                <a:ext cx="48" cy="24"/>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70" name="Group 1213"/>
            <p:cNvGrpSpPr>
              <a:grpSpLocks/>
            </p:cNvGrpSpPr>
            <p:nvPr/>
          </p:nvGrpSpPr>
          <p:grpSpPr bwMode="auto">
            <a:xfrm>
              <a:off x="2862" y="3001"/>
              <a:ext cx="423" cy="263"/>
              <a:chOff x="2862" y="3001"/>
              <a:chExt cx="423" cy="263"/>
            </a:xfrm>
          </p:grpSpPr>
          <p:sp>
            <p:nvSpPr>
              <p:cNvPr id="56777" name="Freeform 1214"/>
              <p:cNvSpPr>
                <a:spLocks/>
              </p:cNvSpPr>
              <p:nvPr/>
            </p:nvSpPr>
            <p:spPr bwMode="auto">
              <a:xfrm>
                <a:off x="3173" y="3185"/>
                <a:ext cx="112" cy="79"/>
              </a:xfrm>
              <a:custGeom>
                <a:avLst/>
                <a:gdLst>
                  <a:gd name="T0" fmla="*/ 112 w 112"/>
                  <a:gd name="T1" fmla="*/ 79 h 79"/>
                  <a:gd name="T2" fmla="*/ 0 w 112"/>
                  <a:gd name="T3" fmla="*/ 47 h 79"/>
                  <a:gd name="T4" fmla="*/ 16 w 112"/>
                  <a:gd name="T5" fmla="*/ 23 h 79"/>
                  <a:gd name="T6" fmla="*/ 32 w 112"/>
                  <a:gd name="T7" fmla="*/ 0 h 79"/>
                  <a:gd name="T8" fmla="*/ 112 w 112"/>
                  <a:gd name="T9" fmla="*/ 79 h 7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79">
                    <a:moveTo>
                      <a:pt x="112" y="79"/>
                    </a:moveTo>
                    <a:lnTo>
                      <a:pt x="0" y="47"/>
                    </a:lnTo>
                    <a:lnTo>
                      <a:pt x="16" y="23"/>
                    </a:lnTo>
                    <a:lnTo>
                      <a:pt x="32" y="0"/>
                    </a:lnTo>
                    <a:lnTo>
                      <a:pt x="112" y="79"/>
                    </a:lnTo>
                    <a:close/>
                  </a:path>
                </a:pathLst>
              </a:custGeom>
              <a:solidFill>
                <a:srgbClr val="808080"/>
              </a:solidFill>
              <a:ln w="9525">
                <a:solidFill>
                  <a:srgbClr val="808080"/>
                </a:solidFill>
                <a:round/>
                <a:headEnd/>
                <a:tailEnd/>
              </a:ln>
            </p:spPr>
            <p:txBody>
              <a:bodyPr/>
              <a:lstStyle/>
              <a:p>
                <a:endParaRPr lang="en-US"/>
              </a:p>
            </p:txBody>
          </p:sp>
          <p:sp>
            <p:nvSpPr>
              <p:cNvPr id="56778" name="Line 1215"/>
              <p:cNvSpPr>
                <a:spLocks noChangeShapeType="1"/>
              </p:cNvSpPr>
              <p:nvPr/>
            </p:nvSpPr>
            <p:spPr bwMode="auto">
              <a:xfrm>
                <a:off x="2862" y="3001"/>
                <a:ext cx="72" cy="48"/>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779" name="Line 1216"/>
              <p:cNvSpPr>
                <a:spLocks noChangeShapeType="1"/>
              </p:cNvSpPr>
              <p:nvPr/>
            </p:nvSpPr>
            <p:spPr bwMode="auto">
              <a:xfrm>
                <a:off x="2958" y="3057"/>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780" name="Line 1217"/>
              <p:cNvSpPr>
                <a:spLocks noChangeShapeType="1"/>
              </p:cNvSpPr>
              <p:nvPr/>
            </p:nvSpPr>
            <p:spPr bwMode="auto">
              <a:xfrm>
                <a:off x="3054" y="3121"/>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781" name="Line 1218"/>
              <p:cNvSpPr>
                <a:spLocks noChangeShapeType="1"/>
              </p:cNvSpPr>
              <p:nvPr/>
            </p:nvSpPr>
            <p:spPr bwMode="auto">
              <a:xfrm>
                <a:off x="3150" y="3177"/>
                <a:ext cx="39" cy="30"/>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6771" name="Group 1219"/>
            <p:cNvGrpSpPr>
              <a:grpSpLocks/>
            </p:cNvGrpSpPr>
            <p:nvPr/>
          </p:nvGrpSpPr>
          <p:grpSpPr bwMode="auto">
            <a:xfrm>
              <a:off x="3318" y="3304"/>
              <a:ext cx="422" cy="287"/>
              <a:chOff x="3318" y="3304"/>
              <a:chExt cx="422" cy="287"/>
            </a:xfrm>
          </p:grpSpPr>
          <p:sp>
            <p:nvSpPr>
              <p:cNvPr id="56772" name="Freeform 1220"/>
              <p:cNvSpPr>
                <a:spLocks/>
              </p:cNvSpPr>
              <p:nvPr/>
            </p:nvSpPr>
            <p:spPr bwMode="auto">
              <a:xfrm>
                <a:off x="3628" y="3304"/>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0"/>
                    </a:moveTo>
                    <a:lnTo>
                      <a:pt x="32" y="88"/>
                    </a:lnTo>
                    <a:lnTo>
                      <a:pt x="16" y="64"/>
                    </a:lnTo>
                    <a:lnTo>
                      <a:pt x="0" y="40"/>
                    </a:lnTo>
                    <a:lnTo>
                      <a:pt x="112" y="0"/>
                    </a:lnTo>
                    <a:close/>
                  </a:path>
                </a:pathLst>
              </a:custGeom>
              <a:solidFill>
                <a:srgbClr val="808080"/>
              </a:solidFill>
              <a:ln w="9525">
                <a:solidFill>
                  <a:srgbClr val="808080"/>
                </a:solidFill>
                <a:round/>
                <a:headEnd/>
                <a:tailEnd/>
              </a:ln>
            </p:spPr>
            <p:txBody>
              <a:bodyPr/>
              <a:lstStyle/>
              <a:p>
                <a:endParaRPr lang="en-US"/>
              </a:p>
            </p:txBody>
          </p:sp>
          <p:sp>
            <p:nvSpPr>
              <p:cNvPr id="56773" name="Line 1221"/>
              <p:cNvSpPr>
                <a:spLocks noChangeShapeType="1"/>
              </p:cNvSpPr>
              <p:nvPr/>
            </p:nvSpPr>
            <p:spPr bwMode="auto">
              <a:xfrm flipV="1">
                <a:off x="3318" y="3544"/>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774" name="Line 1222"/>
              <p:cNvSpPr>
                <a:spLocks noChangeShapeType="1"/>
              </p:cNvSpPr>
              <p:nvPr/>
            </p:nvSpPr>
            <p:spPr bwMode="auto">
              <a:xfrm flipV="1">
                <a:off x="3413" y="3481"/>
                <a:ext cx="72"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775" name="Line 1223"/>
              <p:cNvSpPr>
                <a:spLocks noChangeShapeType="1"/>
              </p:cNvSpPr>
              <p:nvPr/>
            </p:nvSpPr>
            <p:spPr bwMode="auto">
              <a:xfrm flipV="1">
                <a:off x="3501" y="3417"/>
                <a:ext cx="71" cy="47"/>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776" name="Line 1224"/>
              <p:cNvSpPr>
                <a:spLocks noChangeShapeType="1"/>
              </p:cNvSpPr>
              <p:nvPr/>
            </p:nvSpPr>
            <p:spPr bwMode="auto">
              <a:xfrm flipV="1">
                <a:off x="3596" y="3368"/>
                <a:ext cx="48" cy="32"/>
              </a:xfrm>
              <a:prstGeom prst="line">
                <a:avLst/>
              </a:prstGeom>
              <a:noFill/>
              <a:ln w="12700">
                <a:solidFill>
                  <a:srgbClr val="808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55299" name="Rectangle 1225"/>
          <p:cNvSpPr>
            <a:spLocks noGrp="1" noChangeArrowheads="1"/>
          </p:cNvSpPr>
          <p:nvPr>
            <p:ph type="title"/>
          </p:nvPr>
        </p:nvSpPr>
        <p:spPr/>
        <p:txBody>
          <a:bodyPr/>
          <a:lstStyle/>
          <a:p>
            <a:pPr eaLnBrk="1" hangingPunct="1"/>
            <a:r>
              <a:rPr lang="en-US" dirty="0"/>
              <a:t>Locomotive planning at Norfolk Southern</a:t>
            </a:r>
          </a:p>
        </p:txBody>
      </p:sp>
      <p:sp>
        <p:nvSpPr>
          <p:cNvPr id="55300" name="Oval 1226"/>
          <p:cNvSpPr>
            <a:spLocks noChangeArrowheads="1"/>
          </p:cNvSpPr>
          <p:nvPr/>
        </p:nvSpPr>
        <p:spPr bwMode="auto">
          <a:xfrm>
            <a:off x="9537700" y="3860800"/>
            <a:ext cx="177800" cy="177800"/>
          </a:xfrm>
          <a:prstGeom prst="ellipse">
            <a:avLst/>
          </a:prstGeom>
          <a:solidFill>
            <a:srgbClr val="808080"/>
          </a:solidFill>
          <a:ln w="38100">
            <a:solidFill>
              <a:srgbClr val="808080"/>
            </a:solidFill>
            <a:round/>
            <a:headEnd type="none" w="lg" len="lg"/>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5301" name="Line 1227"/>
          <p:cNvSpPr>
            <a:spLocks noChangeShapeType="1"/>
          </p:cNvSpPr>
          <p:nvPr/>
        </p:nvSpPr>
        <p:spPr bwMode="auto">
          <a:xfrm flipH="1" flipV="1">
            <a:off x="8772525" y="3133725"/>
            <a:ext cx="774700" cy="800100"/>
          </a:xfrm>
          <a:prstGeom prst="line">
            <a:avLst/>
          </a:prstGeom>
          <a:noFill/>
          <a:ln w="28575">
            <a:solidFill>
              <a:srgbClr val="808080"/>
            </a:solidFill>
            <a:round/>
            <a:headEnd type="triangle" w="med" len="me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5302" name="Line 1228"/>
          <p:cNvSpPr>
            <a:spLocks noChangeShapeType="1"/>
          </p:cNvSpPr>
          <p:nvPr/>
        </p:nvSpPr>
        <p:spPr bwMode="auto">
          <a:xfrm flipH="1" flipV="1">
            <a:off x="8778875" y="3565525"/>
            <a:ext cx="768350" cy="387350"/>
          </a:xfrm>
          <a:prstGeom prst="line">
            <a:avLst/>
          </a:prstGeom>
          <a:noFill/>
          <a:ln w="28575">
            <a:solidFill>
              <a:srgbClr val="808080"/>
            </a:solidFill>
            <a:round/>
            <a:headEnd type="triangle" w="med" len="me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5303" name="Line 1229"/>
          <p:cNvSpPr>
            <a:spLocks noChangeShapeType="1"/>
          </p:cNvSpPr>
          <p:nvPr/>
        </p:nvSpPr>
        <p:spPr bwMode="auto">
          <a:xfrm flipH="1">
            <a:off x="8785225" y="3959225"/>
            <a:ext cx="762000" cy="50800"/>
          </a:xfrm>
          <a:prstGeom prst="line">
            <a:avLst/>
          </a:prstGeom>
          <a:noFill/>
          <a:ln w="28575">
            <a:solidFill>
              <a:srgbClr val="808080"/>
            </a:solidFill>
            <a:round/>
            <a:headEnd type="triangle" w="med" len="me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5304" name="Line 1230"/>
          <p:cNvSpPr>
            <a:spLocks noChangeShapeType="1"/>
          </p:cNvSpPr>
          <p:nvPr/>
        </p:nvSpPr>
        <p:spPr bwMode="auto">
          <a:xfrm flipH="1">
            <a:off x="8759825" y="3971925"/>
            <a:ext cx="762000" cy="482600"/>
          </a:xfrm>
          <a:prstGeom prst="line">
            <a:avLst/>
          </a:prstGeom>
          <a:noFill/>
          <a:ln w="28575">
            <a:solidFill>
              <a:srgbClr val="808080"/>
            </a:solidFill>
            <a:round/>
            <a:headEnd type="triangle" w="med" len="me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5305" name="Line 1231"/>
          <p:cNvSpPr>
            <a:spLocks noChangeShapeType="1"/>
          </p:cNvSpPr>
          <p:nvPr/>
        </p:nvSpPr>
        <p:spPr bwMode="auto">
          <a:xfrm flipH="1">
            <a:off x="8731251" y="3959226"/>
            <a:ext cx="803275" cy="936625"/>
          </a:xfrm>
          <a:prstGeom prst="line">
            <a:avLst/>
          </a:prstGeom>
          <a:noFill/>
          <a:ln w="28575">
            <a:solidFill>
              <a:srgbClr val="808080"/>
            </a:solidFill>
            <a:round/>
            <a:headEnd type="triangle" w="med" len="me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5306" name="Line 1232"/>
          <p:cNvSpPr>
            <a:spLocks noChangeShapeType="1"/>
          </p:cNvSpPr>
          <p:nvPr/>
        </p:nvSpPr>
        <p:spPr bwMode="auto">
          <a:xfrm flipH="1" flipV="1">
            <a:off x="8778875" y="2701925"/>
            <a:ext cx="755650" cy="1244600"/>
          </a:xfrm>
          <a:prstGeom prst="line">
            <a:avLst/>
          </a:prstGeom>
          <a:noFill/>
          <a:ln w="28575">
            <a:solidFill>
              <a:srgbClr val="808080"/>
            </a:solidFill>
            <a:round/>
            <a:headEnd type="triangle" w="med" len="me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5307" name="Line 1233"/>
          <p:cNvSpPr>
            <a:spLocks noChangeShapeType="1"/>
          </p:cNvSpPr>
          <p:nvPr/>
        </p:nvSpPr>
        <p:spPr bwMode="auto">
          <a:xfrm flipH="1">
            <a:off x="8721726" y="3978275"/>
            <a:ext cx="822325" cy="1365250"/>
          </a:xfrm>
          <a:prstGeom prst="line">
            <a:avLst/>
          </a:prstGeom>
          <a:noFill/>
          <a:ln w="28575">
            <a:solidFill>
              <a:srgbClr val="808080"/>
            </a:solidFill>
            <a:round/>
            <a:headEnd type="triangle" w="med" len="me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5308" name="Text Box 1234"/>
          <p:cNvSpPr txBox="1">
            <a:spLocks noChangeArrowheads="1"/>
          </p:cNvSpPr>
          <p:nvPr/>
        </p:nvSpPr>
        <p:spPr bwMode="auto">
          <a:xfrm>
            <a:off x="2724150" y="1754189"/>
            <a:ext cx="1404938"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1"/>
                </a:solidFill>
                <a:miter lim="800000"/>
                <a:headEnd type="none" w="lg" len="lg"/>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i="1">
                <a:solidFill>
                  <a:schemeClr val="tx1"/>
                </a:solidFill>
                <a:latin typeface="Arial" charset="0"/>
                <a:cs typeface="Arial" charset="0"/>
              </a:defRPr>
            </a:lvl1pPr>
            <a:lvl2pPr marL="742950" indent="-285750" eaLnBrk="0" hangingPunct="0">
              <a:defRPr i="1">
                <a:solidFill>
                  <a:schemeClr val="tx1"/>
                </a:solidFill>
                <a:latin typeface="Arial" charset="0"/>
                <a:cs typeface="Arial" charset="0"/>
              </a:defRPr>
            </a:lvl2pPr>
            <a:lvl3pPr marL="1143000" indent="-228600" eaLnBrk="0" hangingPunct="0">
              <a:defRPr i="1">
                <a:solidFill>
                  <a:schemeClr val="tx1"/>
                </a:solidFill>
                <a:latin typeface="Arial" charset="0"/>
                <a:cs typeface="Arial" charset="0"/>
              </a:defRPr>
            </a:lvl3pPr>
            <a:lvl4pPr marL="1600200" indent="-228600" eaLnBrk="0" hangingPunct="0">
              <a:defRPr i="1">
                <a:solidFill>
                  <a:schemeClr val="tx1"/>
                </a:solidFill>
                <a:latin typeface="Arial" charset="0"/>
                <a:cs typeface="Arial" charset="0"/>
              </a:defRPr>
            </a:lvl4pPr>
            <a:lvl5pPr marL="2057400" indent="-228600" eaLnBrk="0" hangingPunct="0">
              <a:defRPr i="1">
                <a:solidFill>
                  <a:schemeClr val="tx1"/>
                </a:solidFill>
                <a:latin typeface="Arial" charset="0"/>
                <a:cs typeface="Arial" charset="0"/>
              </a:defRPr>
            </a:lvl5pPr>
            <a:lvl6pPr marL="2514600" indent="-228600" eaLnBrk="0" fontAlgn="base" hangingPunct="0">
              <a:spcBef>
                <a:spcPct val="0"/>
              </a:spcBef>
              <a:spcAft>
                <a:spcPct val="0"/>
              </a:spcAft>
              <a:defRPr i="1">
                <a:solidFill>
                  <a:schemeClr val="tx1"/>
                </a:solidFill>
                <a:latin typeface="Arial" charset="0"/>
                <a:cs typeface="Arial" charset="0"/>
              </a:defRPr>
            </a:lvl6pPr>
            <a:lvl7pPr marL="2971800" indent="-228600" eaLnBrk="0" fontAlgn="base" hangingPunct="0">
              <a:spcBef>
                <a:spcPct val="0"/>
              </a:spcBef>
              <a:spcAft>
                <a:spcPct val="0"/>
              </a:spcAft>
              <a:defRPr i="1">
                <a:solidFill>
                  <a:schemeClr val="tx1"/>
                </a:solidFill>
                <a:latin typeface="Arial" charset="0"/>
                <a:cs typeface="Arial" charset="0"/>
              </a:defRPr>
            </a:lvl7pPr>
            <a:lvl8pPr marL="3429000" indent="-228600" eaLnBrk="0" fontAlgn="base" hangingPunct="0">
              <a:spcBef>
                <a:spcPct val="0"/>
              </a:spcBef>
              <a:spcAft>
                <a:spcPct val="0"/>
              </a:spcAft>
              <a:defRPr i="1">
                <a:solidFill>
                  <a:schemeClr val="tx1"/>
                </a:solidFill>
                <a:latin typeface="Arial" charset="0"/>
                <a:cs typeface="Arial" charset="0"/>
              </a:defRPr>
            </a:lvl8pPr>
            <a:lvl9pPr marL="3886200" indent="-228600" eaLnBrk="0" fontAlgn="base" hangingPunct="0">
              <a:spcBef>
                <a:spcPct val="0"/>
              </a:spcBef>
              <a:spcAft>
                <a:spcPct val="0"/>
              </a:spcAft>
              <a:defRPr i="1">
                <a:solidFill>
                  <a:schemeClr val="tx1"/>
                </a:solidFill>
                <a:latin typeface="Arial" charset="0"/>
                <a:cs typeface="Arial" charset="0"/>
              </a:defRPr>
            </a:lvl9pPr>
          </a:lstStyle>
          <a:p>
            <a:pPr algn="ctr"/>
            <a:r>
              <a:rPr lang="en-US" sz="2000" i="0">
                <a:latin typeface="Times New Roman" pitchFamily="18" charset="0"/>
              </a:rPr>
              <a:t>Initial inventories</a:t>
            </a:r>
          </a:p>
        </p:txBody>
      </p:sp>
      <p:grpSp>
        <p:nvGrpSpPr>
          <p:cNvPr id="1149139" name="Group 1235"/>
          <p:cNvGrpSpPr>
            <a:grpSpLocks/>
          </p:cNvGrpSpPr>
          <p:nvPr/>
        </p:nvGrpSpPr>
        <p:grpSpPr bwMode="auto">
          <a:xfrm>
            <a:off x="3098800" y="2590800"/>
            <a:ext cx="647700" cy="2857500"/>
            <a:chOff x="992" y="1632"/>
            <a:chExt cx="408" cy="1800"/>
          </a:xfrm>
        </p:grpSpPr>
        <p:grpSp>
          <p:nvGrpSpPr>
            <p:cNvPr id="56535" name="Group 1236"/>
            <p:cNvGrpSpPr>
              <a:grpSpLocks/>
            </p:cNvGrpSpPr>
            <p:nvPr/>
          </p:nvGrpSpPr>
          <p:grpSpPr bwMode="auto">
            <a:xfrm>
              <a:off x="1008" y="1632"/>
              <a:ext cx="392" cy="128"/>
              <a:chOff x="1008" y="1632"/>
              <a:chExt cx="392" cy="128"/>
            </a:xfrm>
          </p:grpSpPr>
          <p:sp>
            <p:nvSpPr>
              <p:cNvPr id="56560" name="Line 1237"/>
              <p:cNvSpPr>
                <a:spLocks noChangeShapeType="1"/>
              </p:cNvSpPr>
              <p:nvPr/>
            </p:nvSpPr>
            <p:spPr bwMode="auto">
              <a:xfrm>
                <a:off x="1008" y="1632"/>
                <a:ext cx="392" cy="0"/>
              </a:xfrm>
              <a:prstGeom prst="line">
                <a:avLst/>
              </a:prstGeom>
              <a:noFill/>
              <a:ln w="38100">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6561" name="Line 1238"/>
              <p:cNvSpPr>
                <a:spLocks noChangeShapeType="1"/>
              </p:cNvSpPr>
              <p:nvPr/>
            </p:nvSpPr>
            <p:spPr bwMode="auto">
              <a:xfrm>
                <a:off x="1008" y="1696"/>
                <a:ext cx="392" cy="0"/>
              </a:xfrm>
              <a:prstGeom prst="line">
                <a:avLst/>
              </a:prstGeom>
              <a:noFill/>
              <a:ln w="38100">
                <a:solidFill>
                  <a:schemeClr val="tx1"/>
                </a:solidFill>
                <a:prstDash val="sysDot"/>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6562" name="Line 1239"/>
              <p:cNvSpPr>
                <a:spLocks noChangeShapeType="1"/>
              </p:cNvSpPr>
              <p:nvPr/>
            </p:nvSpPr>
            <p:spPr bwMode="auto">
              <a:xfrm>
                <a:off x="1008" y="1760"/>
                <a:ext cx="392" cy="0"/>
              </a:xfrm>
              <a:prstGeom prst="line">
                <a:avLst/>
              </a:prstGeom>
              <a:noFill/>
              <a:ln w="38100">
                <a:solidFill>
                  <a:schemeClr val="tx1"/>
                </a:solidFill>
                <a:prstDash val="dash"/>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56536" name="Group 1240"/>
            <p:cNvGrpSpPr>
              <a:grpSpLocks/>
            </p:cNvGrpSpPr>
            <p:nvPr/>
          </p:nvGrpSpPr>
          <p:grpSpPr bwMode="auto">
            <a:xfrm>
              <a:off x="1000" y="1912"/>
              <a:ext cx="392" cy="128"/>
              <a:chOff x="1008" y="1632"/>
              <a:chExt cx="392" cy="128"/>
            </a:xfrm>
          </p:grpSpPr>
          <p:sp>
            <p:nvSpPr>
              <p:cNvPr id="56557" name="Line 1241"/>
              <p:cNvSpPr>
                <a:spLocks noChangeShapeType="1"/>
              </p:cNvSpPr>
              <p:nvPr/>
            </p:nvSpPr>
            <p:spPr bwMode="auto">
              <a:xfrm>
                <a:off x="1008" y="1632"/>
                <a:ext cx="392" cy="0"/>
              </a:xfrm>
              <a:prstGeom prst="line">
                <a:avLst/>
              </a:prstGeom>
              <a:noFill/>
              <a:ln w="38100">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6558" name="Line 1242"/>
              <p:cNvSpPr>
                <a:spLocks noChangeShapeType="1"/>
              </p:cNvSpPr>
              <p:nvPr/>
            </p:nvSpPr>
            <p:spPr bwMode="auto">
              <a:xfrm>
                <a:off x="1008" y="1696"/>
                <a:ext cx="392" cy="0"/>
              </a:xfrm>
              <a:prstGeom prst="line">
                <a:avLst/>
              </a:prstGeom>
              <a:noFill/>
              <a:ln w="38100">
                <a:solidFill>
                  <a:schemeClr val="tx1"/>
                </a:solidFill>
                <a:prstDash val="sysDot"/>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6559" name="Line 1243"/>
              <p:cNvSpPr>
                <a:spLocks noChangeShapeType="1"/>
              </p:cNvSpPr>
              <p:nvPr/>
            </p:nvSpPr>
            <p:spPr bwMode="auto">
              <a:xfrm>
                <a:off x="1008" y="1760"/>
                <a:ext cx="392" cy="0"/>
              </a:xfrm>
              <a:prstGeom prst="line">
                <a:avLst/>
              </a:prstGeom>
              <a:noFill/>
              <a:ln w="38100">
                <a:solidFill>
                  <a:schemeClr val="tx1"/>
                </a:solidFill>
                <a:prstDash val="dash"/>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56537" name="Group 1244"/>
            <p:cNvGrpSpPr>
              <a:grpSpLocks/>
            </p:cNvGrpSpPr>
            <p:nvPr/>
          </p:nvGrpSpPr>
          <p:grpSpPr bwMode="auto">
            <a:xfrm>
              <a:off x="992" y="2200"/>
              <a:ext cx="392" cy="128"/>
              <a:chOff x="1008" y="1632"/>
              <a:chExt cx="392" cy="128"/>
            </a:xfrm>
          </p:grpSpPr>
          <p:sp>
            <p:nvSpPr>
              <p:cNvPr id="56554" name="Line 1245"/>
              <p:cNvSpPr>
                <a:spLocks noChangeShapeType="1"/>
              </p:cNvSpPr>
              <p:nvPr/>
            </p:nvSpPr>
            <p:spPr bwMode="auto">
              <a:xfrm>
                <a:off x="1008" y="1632"/>
                <a:ext cx="392" cy="0"/>
              </a:xfrm>
              <a:prstGeom prst="line">
                <a:avLst/>
              </a:prstGeom>
              <a:noFill/>
              <a:ln w="38100">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6555" name="Line 1246"/>
              <p:cNvSpPr>
                <a:spLocks noChangeShapeType="1"/>
              </p:cNvSpPr>
              <p:nvPr/>
            </p:nvSpPr>
            <p:spPr bwMode="auto">
              <a:xfrm>
                <a:off x="1008" y="1696"/>
                <a:ext cx="392" cy="0"/>
              </a:xfrm>
              <a:prstGeom prst="line">
                <a:avLst/>
              </a:prstGeom>
              <a:noFill/>
              <a:ln w="38100">
                <a:solidFill>
                  <a:schemeClr val="tx1"/>
                </a:solidFill>
                <a:prstDash val="sysDot"/>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6556" name="Line 1247"/>
              <p:cNvSpPr>
                <a:spLocks noChangeShapeType="1"/>
              </p:cNvSpPr>
              <p:nvPr/>
            </p:nvSpPr>
            <p:spPr bwMode="auto">
              <a:xfrm>
                <a:off x="1008" y="1760"/>
                <a:ext cx="392" cy="0"/>
              </a:xfrm>
              <a:prstGeom prst="line">
                <a:avLst/>
              </a:prstGeom>
              <a:noFill/>
              <a:ln w="38100">
                <a:solidFill>
                  <a:schemeClr val="tx1"/>
                </a:solidFill>
                <a:prstDash val="dash"/>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56538" name="Group 1248"/>
            <p:cNvGrpSpPr>
              <a:grpSpLocks/>
            </p:cNvGrpSpPr>
            <p:nvPr/>
          </p:nvGrpSpPr>
          <p:grpSpPr bwMode="auto">
            <a:xfrm>
              <a:off x="1000" y="2480"/>
              <a:ext cx="392" cy="128"/>
              <a:chOff x="1008" y="1632"/>
              <a:chExt cx="392" cy="128"/>
            </a:xfrm>
          </p:grpSpPr>
          <p:sp>
            <p:nvSpPr>
              <p:cNvPr id="56551" name="Line 1249"/>
              <p:cNvSpPr>
                <a:spLocks noChangeShapeType="1"/>
              </p:cNvSpPr>
              <p:nvPr/>
            </p:nvSpPr>
            <p:spPr bwMode="auto">
              <a:xfrm>
                <a:off x="1008" y="1632"/>
                <a:ext cx="392" cy="0"/>
              </a:xfrm>
              <a:prstGeom prst="line">
                <a:avLst/>
              </a:prstGeom>
              <a:noFill/>
              <a:ln w="38100">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6552" name="Line 1250"/>
              <p:cNvSpPr>
                <a:spLocks noChangeShapeType="1"/>
              </p:cNvSpPr>
              <p:nvPr/>
            </p:nvSpPr>
            <p:spPr bwMode="auto">
              <a:xfrm>
                <a:off x="1008" y="1696"/>
                <a:ext cx="392" cy="0"/>
              </a:xfrm>
              <a:prstGeom prst="line">
                <a:avLst/>
              </a:prstGeom>
              <a:noFill/>
              <a:ln w="38100">
                <a:solidFill>
                  <a:schemeClr val="tx1"/>
                </a:solidFill>
                <a:prstDash val="sysDot"/>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6553" name="Line 1251"/>
              <p:cNvSpPr>
                <a:spLocks noChangeShapeType="1"/>
              </p:cNvSpPr>
              <p:nvPr/>
            </p:nvSpPr>
            <p:spPr bwMode="auto">
              <a:xfrm>
                <a:off x="1008" y="1760"/>
                <a:ext cx="392" cy="0"/>
              </a:xfrm>
              <a:prstGeom prst="line">
                <a:avLst/>
              </a:prstGeom>
              <a:noFill/>
              <a:ln w="38100">
                <a:solidFill>
                  <a:schemeClr val="tx1"/>
                </a:solidFill>
                <a:prstDash val="dash"/>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56539" name="Group 1252"/>
            <p:cNvGrpSpPr>
              <a:grpSpLocks/>
            </p:cNvGrpSpPr>
            <p:nvPr/>
          </p:nvGrpSpPr>
          <p:grpSpPr bwMode="auto">
            <a:xfrm>
              <a:off x="1000" y="2752"/>
              <a:ext cx="392" cy="128"/>
              <a:chOff x="1008" y="1632"/>
              <a:chExt cx="392" cy="128"/>
            </a:xfrm>
          </p:grpSpPr>
          <p:sp>
            <p:nvSpPr>
              <p:cNvPr id="56548" name="Line 1253"/>
              <p:cNvSpPr>
                <a:spLocks noChangeShapeType="1"/>
              </p:cNvSpPr>
              <p:nvPr/>
            </p:nvSpPr>
            <p:spPr bwMode="auto">
              <a:xfrm>
                <a:off x="1008" y="1632"/>
                <a:ext cx="392" cy="0"/>
              </a:xfrm>
              <a:prstGeom prst="line">
                <a:avLst/>
              </a:prstGeom>
              <a:noFill/>
              <a:ln w="38100">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6549" name="Line 1254"/>
              <p:cNvSpPr>
                <a:spLocks noChangeShapeType="1"/>
              </p:cNvSpPr>
              <p:nvPr/>
            </p:nvSpPr>
            <p:spPr bwMode="auto">
              <a:xfrm>
                <a:off x="1008" y="1696"/>
                <a:ext cx="392" cy="0"/>
              </a:xfrm>
              <a:prstGeom prst="line">
                <a:avLst/>
              </a:prstGeom>
              <a:noFill/>
              <a:ln w="38100">
                <a:solidFill>
                  <a:schemeClr val="tx1"/>
                </a:solidFill>
                <a:prstDash val="sysDot"/>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6550" name="Line 1255"/>
              <p:cNvSpPr>
                <a:spLocks noChangeShapeType="1"/>
              </p:cNvSpPr>
              <p:nvPr/>
            </p:nvSpPr>
            <p:spPr bwMode="auto">
              <a:xfrm>
                <a:off x="1008" y="1760"/>
                <a:ext cx="392" cy="0"/>
              </a:xfrm>
              <a:prstGeom prst="line">
                <a:avLst/>
              </a:prstGeom>
              <a:noFill/>
              <a:ln w="38100">
                <a:solidFill>
                  <a:schemeClr val="tx1"/>
                </a:solidFill>
                <a:prstDash val="dash"/>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56540" name="Group 1256"/>
            <p:cNvGrpSpPr>
              <a:grpSpLocks/>
            </p:cNvGrpSpPr>
            <p:nvPr/>
          </p:nvGrpSpPr>
          <p:grpSpPr bwMode="auto">
            <a:xfrm>
              <a:off x="1000" y="3032"/>
              <a:ext cx="392" cy="128"/>
              <a:chOff x="1008" y="1632"/>
              <a:chExt cx="392" cy="128"/>
            </a:xfrm>
          </p:grpSpPr>
          <p:sp>
            <p:nvSpPr>
              <p:cNvPr id="56545" name="Line 1257"/>
              <p:cNvSpPr>
                <a:spLocks noChangeShapeType="1"/>
              </p:cNvSpPr>
              <p:nvPr/>
            </p:nvSpPr>
            <p:spPr bwMode="auto">
              <a:xfrm>
                <a:off x="1008" y="1632"/>
                <a:ext cx="392" cy="0"/>
              </a:xfrm>
              <a:prstGeom prst="line">
                <a:avLst/>
              </a:prstGeom>
              <a:noFill/>
              <a:ln w="38100">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6546" name="Line 1258"/>
              <p:cNvSpPr>
                <a:spLocks noChangeShapeType="1"/>
              </p:cNvSpPr>
              <p:nvPr/>
            </p:nvSpPr>
            <p:spPr bwMode="auto">
              <a:xfrm>
                <a:off x="1008" y="1696"/>
                <a:ext cx="392" cy="0"/>
              </a:xfrm>
              <a:prstGeom prst="line">
                <a:avLst/>
              </a:prstGeom>
              <a:noFill/>
              <a:ln w="38100">
                <a:solidFill>
                  <a:schemeClr val="tx1"/>
                </a:solidFill>
                <a:prstDash val="sysDot"/>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6547" name="Line 1259"/>
              <p:cNvSpPr>
                <a:spLocks noChangeShapeType="1"/>
              </p:cNvSpPr>
              <p:nvPr/>
            </p:nvSpPr>
            <p:spPr bwMode="auto">
              <a:xfrm>
                <a:off x="1008" y="1760"/>
                <a:ext cx="392" cy="0"/>
              </a:xfrm>
              <a:prstGeom prst="line">
                <a:avLst/>
              </a:prstGeom>
              <a:noFill/>
              <a:ln w="38100">
                <a:solidFill>
                  <a:schemeClr val="tx1"/>
                </a:solidFill>
                <a:prstDash val="dash"/>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56541" name="Group 1260"/>
            <p:cNvGrpSpPr>
              <a:grpSpLocks/>
            </p:cNvGrpSpPr>
            <p:nvPr/>
          </p:nvGrpSpPr>
          <p:grpSpPr bwMode="auto">
            <a:xfrm>
              <a:off x="1000" y="3304"/>
              <a:ext cx="392" cy="128"/>
              <a:chOff x="1008" y="1632"/>
              <a:chExt cx="392" cy="128"/>
            </a:xfrm>
          </p:grpSpPr>
          <p:sp>
            <p:nvSpPr>
              <p:cNvPr id="56542" name="Line 1261"/>
              <p:cNvSpPr>
                <a:spLocks noChangeShapeType="1"/>
              </p:cNvSpPr>
              <p:nvPr/>
            </p:nvSpPr>
            <p:spPr bwMode="auto">
              <a:xfrm>
                <a:off x="1008" y="1632"/>
                <a:ext cx="392" cy="0"/>
              </a:xfrm>
              <a:prstGeom prst="line">
                <a:avLst/>
              </a:prstGeom>
              <a:noFill/>
              <a:ln w="38100">
                <a:solidFill>
                  <a:schemeClr val="tx1"/>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6543" name="Line 1262"/>
              <p:cNvSpPr>
                <a:spLocks noChangeShapeType="1"/>
              </p:cNvSpPr>
              <p:nvPr/>
            </p:nvSpPr>
            <p:spPr bwMode="auto">
              <a:xfrm>
                <a:off x="1008" y="1696"/>
                <a:ext cx="392" cy="0"/>
              </a:xfrm>
              <a:prstGeom prst="line">
                <a:avLst/>
              </a:prstGeom>
              <a:noFill/>
              <a:ln w="38100">
                <a:solidFill>
                  <a:schemeClr val="tx1"/>
                </a:solidFill>
                <a:prstDash val="sysDot"/>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6544" name="Line 1263"/>
              <p:cNvSpPr>
                <a:spLocks noChangeShapeType="1"/>
              </p:cNvSpPr>
              <p:nvPr/>
            </p:nvSpPr>
            <p:spPr bwMode="auto">
              <a:xfrm>
                <a:off x="1008" y="1760"/>
                <a:ext cx="392" cy="0"/>
              </a:xfrm>
              <a:prstGeom prst="line">
                <a:avLst/>
              </a:prstGeom>
              <a:noFill/>
              <a:ln w="38100">
                <a:solidFill>
                  <a:schemeClr val="tx1"/>
                </a:solidFill>
                <a:prstDash val="dash"/>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sp>
        <p:nvSpPr>
          <p:cNvPr id="55310" name="Rectangle 1264"/>
          <p:cNvSpPr>
            <a:spLocks noGrp="1" noChangeArrowheads="1"/>
          </p:cNvSpPr>
          <p:nvPr>
            <p:ph type="body" idx="1"/>
          </p:nvPr>
        </p:nvSpPr>
        <p:spPr>
          <a:xfrm>
            <a:off x="441556" y="1118139"/>
            <a:ext cx="10363200" cy="4401600"/>
          </a:xfrm>
        </p:spPr>
        <p:txBody>
          <a:bodyPr/>
          <a:lstStyle/>
          <a:p>
            <a:pPr marL="86360" indent="0" eaLnBrk="1" hangingPunct="1">
              <a:buNone/>
            </a:pPr>
            <a:r>
              <a:rPr lang="en-US" dirty="0"/>
              <a:t>Operational forecasting system</a:t>
            </a:r>
          </a:p>
        </p:txBody>
      </p:sp>
      <p:grpSp>
        <p:nvGrpSpPr>
          <p:cNvPr id="55311" name="Group 1265"/>
          <p:cNvGrpSpPr>
            <a:grpSpLocks/>
          </p:cNvGrpSpPr>
          <p:nvPr/>
        </p:nvGrpSpPr>
        <p:grpSpPr bwMode="auto">
          <a:xfrm>
            <a:off x="3798888" y="2663826"/>
            <a:ext cx="4989512" cy="2733675"/>
            <a:chOff x="1449" y="1725"/>
            <a:chExt cx="3265" cy="1898"/>
          </a:xfrm>
        </p:grpSpPr>
        <p:grpSp>
          <p:nvGrpSpPr>
            <p:cNvPr id="55313" name="Group 1266"/>
            <p:cNvGrpSpPr>
              <a:grpSpLocks/>
            </p:cNvGrpSpPr>
            <p:nvPr/>
          </p:nvGrpSpPr>
          <p:grpSpPr bwMode="auto">
            <a:xfrm>
              <a:off x="3772" y="2690"/>
              <a:ext cx="894" cy="596"/>
              <a:chOff x="3772" y="2690"/>
              <a:chExt cx="894" cy="596"/>
            </a:xfrm>
          </p:grpSpPr>
          <p:sp>
            <p:nvSpPr>
              <p:cNvPr id="56533" name="Freeform 1267"/>
              <p:cNvSpPr>
                <a:spLocks/>
              </p:cNvSpPr>
              <p:nvPr/>
            </p:nvSpPr>
            <p:spPr bwMode="auto">
              <a:xfrm>
                <a:off x="4538" y="2690"/>
                <a:ext cx="128" cy="104"/>
              </a:xfrm>
              <a:custGeom>
                <a:avLst/>
                <a:gdLst>
                  <a:gd name="T0" fmla="*/ 128 w 128"/>
                  <a:gd name="T1" fmla="*/ 0 h 104"/>
                  <a:gd name="T2" fmla="*/ 40 w 128"/>
                  <a:gd name="T3" fmla="*/ 104 h 104"/>
                  <a:gd name="T4" fmla="*/ 16 w 128"/>
                  <a:gd name="T5" fmla="*/ 72 h 104"/>
                  <a:gd name="T6" fmla="*/ 0 w 128"/>
                  <a:gd name="T7" fmla="*/ 48 h 104"/>
                  <a:gd name="T8" fmla="*/ 128 w 128"/>
                  <a:gd name="T9" fmla="*/ 0 h 10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8" h="104">
                    <a:moveTo>
                      <a:pt x="128" y="0"/>
                    </a:moveTo>
                    <a:lnTo>
                      <a:pt x="40" y="104"/>
                    </a:lnTo>
                    <a:lnTo>
                      <a:pt x="16" y="72"/>
                    </a:lnTo>
                    <a:lnTo>
                      <a:pt x="0" y="48"/>
                    </a:lnTo>
                    <a:lnTo>
                      <a:pt x="128" y="0"/>
                    </a:lnTo>
                    <a:close/>
                  </a:path>
                </a:pathLst>
              </a:custGeom>
              <a:solidFill>
                <a:schemeClr val="tx1"/>
              </a:solidFill>
              <a:ln w="9525">
                <a:solidFill>
                  <a:schemeClr val="tx1"/>
                </a:solidFill>
                <a:round/>
                <a:headEnd/>
                <a:tailEnd/>
              </a:ln>
            </p:spPr>
            <p:txBody>
              <a:bodyPr/>
              <a:lstStyle/>
              <a:p>
                <a:endParaRPr lang="en-US"/>
              </a:p>
            </p:txBody>
          </p:sp>
          <p:sp>
            <p:nvSpPr>
              <p:cNvPr id="56534" name="Line 1268"/>
              <p:cNvSpPr>
                <a:spLocks noChangeShapeType="1"/>
              </p:cNvSpPr>
              <p:nvPr/>
            </p:nvSpPr>
            <p:spPr bwMode="auto">
              <a:xfrm flipV="1">
                <a:off x="3772" y="2757"/>
                <a:ext cx="790" cy="529"/>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314" name="Group 1269"/>
            <p:cNvGrpSpPr>
              <a:grpSpLocks/>
            </p:cNvGrpSpPr>
            <p:nvPr/>
          </p:nvGrpSpPr>
          <p:grpSpPr bwMode="auto">
            <a:xfrm>
              <a:off x="1944" y="2690"/>
              <a:ext cx="894" cy="596"/>
              <a:chOff x="1944" y="2690"/>
              <a:chExt cx="894" cy="596"/>
            </a:xfrm>
          </p:grpSpPr>
          <p:sp>
            <p:nvSpPr>
              <p:cNvPr id="56531" name="Freeform 1270"/>
              <p:cNvSpPr>
                <a:spLocks/>
              </p:cNvSpPr>
              <p:nvPr/>
            </p:nvSpPr>
            <p:spPr bwMode="auto">
              <a:xfrm>
                <a:off x="2702" y="2690"/>
                <a:ext cx="136" cy="104"/>
              </a:xfrm>
              <a:custGeom>
                <a:avLst/>
                <a:gdLst>
                  <a:gd name="T0" fmla="*/ 136 w 136"/>
                  <a:gd name="T1" fmla="*/ 0 h 104"/>
                  <a:gd name="T2" fmla="*/ 40 w 136"/>
                  <a:gd name="T3" fmla="*/ 104 h 104"/>
                  <a:gd name="T4" fmla="*/ 24 w 136"/>
                  <a:gd name="T5" fmla="*/ 72 h 104"/>
                  <a:gd name="T6" fmla="*/ 0 w 136"/>
                  <a:gd name="T7" fmla="*/ 48 h 104"/>
                  <a:gd name="T8" fmla="*/ 136 w 136"/>
                  <a:gd name="T9" fmla="*/ 0 h 10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 h="104">
                    <a:moveTo>
                      <a:pt x="136" y="0"/>
                    </a:moveTo>
                    <a:lnTo>
                      <a:pt x="40" y="104"/>
                    </a:lnTo>
                    <a:lnTo>
                      <a:pt x="24" y="72"/>
                    </a:lnTo>
                    <a:lnTo>
                      <a:pt x="0" y="48"/>
                    </a:lnTo>
                    <a:lnTo>
                      <a:pt x="136" y="0"/>
                    </a:lnTo>
                    <a:close/>
                  </a:path>
                </a:pathLst>
              </a:custGeom>
              <a:solidFill>
                <a:schemeClr val="tx1"/>
              </a:solidFill>
              <a:ln w="9525">
                <a:solidFill>
                  <a:schemeClr val="tx1"/>
                </a:solidFill>
                <a:round/>
                <a:headEnd/>
                <a:tailEnd/>
              </a:ln>
            </p:spPr>
            <p:txBody>
              <a:bodyPr/>
              <a:lstStyle/>
              <a:p>
                <a:endParaRPr lang="en-US"/>
              </a:p>
            </p:txBody>
          </p:sp>
          <p:sp>
            <p:nvSpPr>
              <p:cNvPr id="56532" name="Line 1271"/>
              <p:cNvSpPr>
                <a:spLocks noChangeShapeType="1"/>
              </p:cNvSpPr>
              <p:nvPr/>
            </p:nvSpPr>
            <p:spPr bwMode="auto">
              <a:xfrm flipV="1">
                <a:off x="1944" y="2758"/>
                <a:ext cx="790" cy="528"/>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315" name="Group 1272"/>
            <p:cNvGrpSpPr>
              <a:grpSpLocks/>
            </p:cNvGrpSpPr>
            <p:nvPr/>
          </p:nvGrpSpPr>
          <p:grpSpPr bwMode="auto">
            <a:xfrm>
              <a:off x="1483" y="2379"/>
              <a:ext cx="429" cy="598"/>
              <a:chOff x="1483" y="2379"/>
              <a:chExt cx="429" cy="598"/>
            </a:xfrm>
          </p:grpSpPr>
          <p:sp>
            <p:nvSpPr>
              <p:cNvPr id="56529" name="Freeform 1273"/>
              <p:cNvSpPr>
                <a:spLocks/>
              </p:cNvSpPr>
              <p:nvPr/>
            </p:nvSpPr>
            <p:spPr bwMode="auto">
              <a:xfrm>
                <a:off x="1808" y="2379"/>
                <a:ext cx="104" cy="136"/>
              </a:xfrm>
              <a:custGeom>
                <a:avLst/>
                <a:gdLst>
                  <a:gd name="T0" fmla="*/ 104 w 104"/>
                  <a:gd name="T1" fmla="*/ 0 h 136"/>
                  <a:gd name="T2" fmla="*/ 56 w 104"/>
                  <a:gd name="T3" fmla="*/ 136 h 136"/>
                  <a:gd name="T4" fmla="*/ 32 w 104"/>
                  <a:gd name="T5" fmla="*/ 112 h 136"/>
                  <a:gd name="T6" fmla="*/ 0 w 104"/>
                  <a:gd name="T7" fmla="*/ 96 h 136"/>
                  <a:gd name="T8" fmla="*/ 104 w 104"/>
                  <a:gd name="T9" fmla="*/ 0 h 1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4" h="136">
                    <a:moveTo>
                      <a:pt x="104" y="0"/>
                    </a:moveTo>
                    <a:lnTo>
                      <a:pt x="56" y="136"/>
                    </a:lnTo>
                    <a:lnTo>
                      <a:pt x="32" y="112"/>
                    </a:lnTo>
                    <a:lnTo>
                      <a:pt x="0" y="96"/>
                    </a:lnTo>
                    <a:lnTo>
                      <a:pt x="104" y="0"/>
                    </a:lnTo>
                    <a:close/>
                  </a:path>
                </a:pathLst>
              </a:custGeom>
              <a:solidFill>
                <a:schemeClr val="tx1"/>
              </a:solidFill>
              <a:ln w="9525">
                <a:solidFill>
                  <a:schemeClr val="tx1"/>
                </a:solidFill>
                <a:round/>
                <a:headEnd/>
                <a:tailEnd/>
              </a:ln>
            </p:spPr>
            <p:txBody>
              <a:bodyPr/>
              <a:lstStyle/>
              <a:p>
                <a:endParaRPr lang="en-US"/>
              </a:p>
            </p:txBody>
          </p:sp>
          <p:sp>
            <p:nvSpPr>
              <p:cNvPr id="56530" name="Line 1274"/>
              <p:cNvSpPr>
                <a:spLocks noChangeShapeType="1"/>
              </p:cNvSpPr>
              <p:nvPr/>
            </p:nvSpPr>
            <p:spPr bwMode="auto">
              <a:xfrm flipV="1">
                <a:off x="1483" y="2483"/>
                <a:ext cx="362" cy="494"/>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316" name="Group 1275"/>
            <p:cNvGrpSpPr>
              <a:grpSpLocks/>
            </p:cNvGrpSpPr>
            <p:nvPr/>
          </p:nvGrpSpPr>
          <p:grpSpPr bwMode="auto">
            <a:xfrm>
              <a:off x="1936" y="2379"/>
              <a:ext cx="894" cy="604"/>
              <a:chOff x="1936" y="2379"/>
              <a:chExt cx="894" cy="604"/>
            </a:xfrm>
          </p:grpSpPr>
          <p:sp>
            <p:nvSpPr>
              <p:cNvPr id="56527" name="Freeform 1276"/>
              <p:cNvSpPr>
                <a:spLocks/>
              </p:cNvSpPr>
              <p:nvPr/>
            </p:nvSpPr>
            <p:spPr bwMode="auto">
              <a:xfrm>
                <a:off x="2702" y="2379"/>
                <a:ext cx="128" cy="104"/>
              </a:xfrm>
              <a:custGeom>
                <a:avLst/>
                <a:gdLst>
                  <a:gd name="T0" fmla="*/ 128 w 128"/>
                  <a:gd name="T1" fmla="*/ 0 h 104"/>
                  <a:gd name="T2" fmla="*/ 40 w 128"/>
                  <a:gd name="T3" fmla="*/ 104 h 104"/>
                  <a:gd name="T4" fmla="*/ 16 w 128"/>
                  <a:gd name="T5" fmla="*/ 80 h 104"/>
                  <a:gd name="T6" fmla="*/ 0 w 128"/>
                  <a:gd name="T7" fmla="*/ 48 h 104"/>
                  <a:gd name="T8" fmla="*/ 128 w 128"/>
                  <a:gd name="T9" fmla="*/ 0 h 10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8" h="104">
                    <a:moveTo>
                      <a:pt x="128" y="0"/>
                    </a:moveTo>
                    <a:lnTo>
                      <a:pt x="40" y="104"/>
                    </a:lnTo>
                    <a:lnTo>
                      <a:pt x="16" y="80"/>
                    </a:lnTo>
                    <a:lnTo>
                      <a:pt x="0" y="48"/>
                    </a:lnTo>
                    <a:lnTo>
                      <a:pt x="128" y="0"/>
                    </a:lnTo>
                    <a:close/>
                  </a:path>
                </a:pathLst>
              </a:custGeom>
              <a:solidFill>
                <a:schemeClr val="tx1"/>
              </a:solidFill>
              <a:ln w="9525">
                <a:solidFill>
                  <a:schemeClr val="tx1"/>
                </a:solidFill>
                <a:round/>
                <a:headEnd/>
                <a:tailEnd/>
              </a:ln>
            </p:spPr>
            <p:txBody>
              <a:bodyPr/>
              <a:lstStyle/>
              <a:p>
                <a:endParaRPr lang="en-US"/>
              </a:p>
            </p:txBody>
          </p:sp>
          <p:sp>
            <p:nvSpPr>
              <p:cNvPr id="56528" name="Line 1277"/>
              <p:cNvSpPr>
                <a:spLocks noChangeShapeType="1"/>
              </p:cNvSpPr>
              <p:nvPr/>
            </p:nvSpPr>
            <p:spPr bwMode="auto">
              <a:xfrm flipV="1">
                <a:off x="1936" y="2455"/>
                <a:ext cx="790" cy="528"/>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317" name="Group 1278"/>
            <p:cNvGrpSpPr>
              <a:grpSpLocks/>
            </p:cNvGrpSpPr>
            <p:nvPr/>
          </p:nvGrpSpPr>
          <p:grpSpPr bwMode="auto">
            <a:xfrm>
              <a:off x="1952" y="2076"/>
              <a:ext cx="886" cy="290"/>
              <a:chOff x="1952" y="2076"/>
              <a:chExt cx="886" cy="290"/>
            </a:xfrm>
          </p:grpSpPr>
          <p:sp>
            <p:nvSpPr>
              <p:cNvPr id="56525" name="Freeform 1279"/>
              <p:cNvSpPr>
                <a:spLocks/>
              </p:cNvSpPr>
              <p:nvPr/>
            </p:nvSpPr>
            <p:spPr bwMode="auto">
              <a:xfrm>
                <a:off x="2702" y="2076"/>
                <a:ext cx="136" cy="72"/>
              </a:xfrm>
              <a:custGeom>
                <a:avLst/>
                <a:gdLst>
                  <a:gd name="T0" fmla="*/ 136 w 136"/>
                  <a:gd name="T1" fmla="*/ 0 h 72"/>
                  <a:gd name="T2" fmla="*/ 16 w 136"/>
                  <a:gd name="T3" fmla="*/ 72 h 72"/>
                  <a:gd name="T4" fmla="*/ 8 w 136"/>
                  <a:gd name="T5" fmla="*/ 40 h 72"/>
                  <a:gd name="T6" fmla="*/ 0 w 136"/>
                  <a:gd name="T7" fmla="*/ 8 h 72"/>
                  <a:gd name="T8" fmla="*/ 136 w 136"/>
                  <a:gd name="T9" fmla="*/ 0 h 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 h="72">
                    <a:moveTo>
                      <a:pt x="136" y="0"/>
                    </a:moveTo>
                    <a:lnTo>
                      <a:pt x="16" y="72"/>
                    </a:lnTo>
                    <a:lnTo>
                      <a:pt x="8" y="40"/>
                    </a:lnTo>
                    <a:lnTo>
                      <a:pt x="0" y="8"/>
                    </a:lnTo>
                    <a:lnTo>
                      <a:pt x="136" y="0"/>
                    </a:lnTo>
                    <a:close/>
                  </a:path>
                </a:pathLst>
              </a:custGeom>
              <a:solidFill>
                <a:schemeClr val="tx1"/>
              </a:solidFill>
              <a:ln w="9525">
                <a:solidFill>
                  <a:schemeClr val="tx1"/>
                </a:solidFill>
                <a:round/>
                <a:headEnd/>
                <a:tailEnd/>
              </a:ln>
            </p:spPr>
            <p:txBody>
              <a:bodyPr/>
              <a:lstStyle/>
              <a:p>
                <a:endParaRPr lang="en-US"/>
              </a:p>
            </p:txBody>
          </p:sp>
          <p:sp>
            <p:nvSpPr>
              <p:cNvPr id="56526" name="Line 1280"/>
              <p:cNvSpPr>
                <a:spLocks noChangeShapeType="1"/>
              </p:cNvSpPr>
              <p:nvPr/>
            </p:nvSpPr>
            <p:spPr bwMode="auto">
              <a:xfrm flipV="1">
                <a:off x="1952" y="2114"/>
                <a:ext cx="766" cy="252"/>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318" name="Group 1281"/>
            <p:cNvGrpSpPr>
              <a:grpSpLocks/>
            </p:cNvGrpSpPr>
            <p:nvPr/>
          </p:nvGrpSpPr>
          <p:grpSpPr bwMode="auto">
            <a:xfrm>
              <a:off x="1481" y="1769"/>
              <a:ext cx="894" cy="283"/>
              <a:chOff x="1481" y="1769"/>
              <a:chExt cx="894" cy="283"/>
            </a:xfrm>
          </p:grpSpPr>
          <p:sp>
            <p:nvSpPr>
              <p:cNvPr id="56523" name="Freeform 1282"/>
              <p:cNvSpPr>
                <a:spLocks/>
              </p:cNvSpPr>
              <p:nvPr/>
            </p:nvSpPr>
            <p:spPr bwMode="auto">
              <a:xfrm>
                <a:off x="2231" y="1980"/>
                <a:ext cx="144" cy="72"/>
              </a:xfrm>
              <a:custGeom>
                <a:avLst/>
                <a:gdLst>
                  <a:gd name="T0" fmla="*/ 144 w 144"/>
                  <a:gd name="T1" fmla="*/ 72 h 72"/>
                  <a:gd name="T2" fmla="*/ 0 w 144"/>
                  <a:gd name="T3" fmla="*/ 64 h 72"/>
                  <a:gd name="T4" fmla="*/ 16 w 144"/>
                  <a:gd name="T5" fmla="*/ 32 h 72"/>
                  <a:gd name="T6" fmla="*/ 24 w 144"/>
                  <a:gd name="T7" fmla="*/ 0 h 72"/>
                  <a:gd name="T8" fmla="*/ 144 w 144"/>
                  <a:gd name="T9" fmla="*/ 72 h 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4" h="72">
                    <a:moveTo>
                      <a:pt x="144" y="72"/>
                    </a:moveTo>
                    <a:lnTo>
                      <a:pt x="0" y="64"/>
                    </a:lnTo>
                    <a:lnTo>
                      <a:pt x="16" y="32"/>
                    </a:lnTo>
                    <a:lnTo>
                      <a:pt x="24" y="0"/>
                    </a:lnTo>
                    <a:lnTo>
                      <a:pt x="144" y="72"/>
                    </a:lnTo>
                    <a:close/>
                  </a:path>
                </a:pathLst>
              </a:custGeom>
              <a:solidFill>
                <a:schemeClr val="tx1"/>
              </a:solidFill>
              <a:ln w="9525">
                <a:solidFill>
                  <a:schemeClr val="tx1"/>
                </a:solidFill>
                <a:round/>
                <a:headEnd/>
                <a:tailEnd/>
              </a:ln>
            </p:spPr>
            <p:txBody>
              <a:bodyPr/>
              <a:lstStyle/>
              <a:p>
                <a:endParaRPr lang="en-US"/>
              </a:p>
            </p:txBody>
          </p:sp>
          <p:sp>
            <p:nvSpPr>
              <p:cNvPr id="56524" name="Line 1283"/>
              <p:cNvSpPr>
                <a:spLocks noChangeShapeType="1"/>
              </p:cNvSpPr>
              <p:nvPr/>
            </p:nvSpPr>
            <p:spPr bwMode="auto">
              <a:xfrm>
                <a:off x="1481" y="1769"/>
                <a:ext cx="774" cy="244"/>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55319" name="Oval 1284"/>
            <p:cNvSpPr>
              <a:spLocks noChangeArrowheads="1"/>
            </p:cNvSpPr>
            <p:nvPr/>
          </p:nvSpPr>
          <p:spPr bwMode="auto">
            <a:xfrm>
              <a:off x="1457" y="1741"/>
              <a:ext cx="32" cy="40"/>
            </a:xfrm>
            <a:prstGeom prst="ellipse">
              <a:avLst/>
            </a:prstGeom>
            <a:solidFill>
              <a:schemeClr val="tx1"/>
            </a:solidFill>
            <a:ln w="9525">
              <a:solidFill>
                <a:schemeClr val="tx1"/>
              </a:solidFill>
              <a:round/>
              <a:headEnd/>
              <a:tailEnd/>
            </a:ln>
          </p:spPr>
          <p:txBody>
            <a:bodyPr/>
            <a:lstStyle/>
            <a:p>
              <a:endParaRPr lang="en-US"/>
            </a:p>
          </p:txBody>
        </p:sp>
        <p:sp>
          <p:nvSpPr>
            <p:cNvPr id="55320" name="Oval 1285"/>
            <p:cNvSpPr>
              <a:spLocks noChangeArrowheads="1"/>
            </p:cNvSpPr>
            <p:nvPr/>
          </p:nvSpPr>
          <p:spPr bwMode="auto">
            <a:xfrm>
              <a:off x="1457" y="1741"/>
              <a:ext cx="32" cy="40"/>
            </a:xfrm>
            <a:prstGeom prst="ellipse">
              <a:avLst/>
            </a:prstGeom>
            <a:solidFill>
              <a:schemeClr val="tx1"/>
            </a:solidFill>
            <a:ln w="25400">
              <a:solidFill>
                <a:schemeClr val="tx1"/>
              </a:solidFill>
              <a:round/>
              <a:headEnd/>
              <a:tailEnd/>
            </a:ln>
          </p:spPr>
          <p:txBody>
            <a:bodyPr/>
            <a:lstStyle/>
            <a:p>
              <a:endParaRPr lang="en-US"/>
            </a:p>
          </p:txBody>
        </p:sp>
        <p:sp>
          <p:nvSpPr>
            <p:cNvPr id="55321" name="Oval 1286"/>
            <p:cNvSpPr>
              <a:spLocks noChangeArrowheads="1"/>
            </p:cNvSpPr>
            <p:nvPr/>
          </p:nvSpPr>
          <p:spPr bwMode="auto">
            <a:xfrm>
              <a:off x="1457" y="2044"/>
              <a:ext cx="40" cy="40"/>
            </a:xfrm>
            <a:prstGeom prst="ellipse">
              <a:avLst/>
            </a:prstGeom>
            <a:solidFill>
              <a:schemeClr val="tx1"/>
            </a:solidFill>
            <a:ln w="9525">
              <a:solidFill>
                <a:schemeClr val="tx1"/>
              </a:solidFill>
              <a:round/>
              <a:headEnd/>
              <a:tailEnd/>
            </a:ln>
          </p:spPr>
          <p:txBody>
            <a:bodyPr/>
            <a:lstStyle/>
            <a:p>
              <a:endParaRPr lang="en-US"/>
            </a:p>
          </p:txBody>
        </p:sp>
        <p:sp>
          <p:nvSpPr>
            <p:cNvPr id="55322" name="Oval 1287"/>
            <p:cNvSpPr>
              <a:spLocks noChangeArrowheads="1"/>
            </p:cNvSpPr>
            <p:nvPr/>
          </p:nvSpPr>
          <p:spPr bwMode="auto">
            <a:xfrm>
              <a:off x="1457" y="2044"/>
              <a:ext cx="40" cy="40"/>
            </a:xfrm>
            <a:prstGeom prst="ellipse">
              <a:avLst/>
            </a:prstGeom>
            <a:solidFill>
              <a:schemeClr val="tx1"/>
            </a:solidFill>
            <a:ln w="25400">
              <a:solidFill>
                <a:schemeClr val="tx1"/>
              </a:solidFill>
              <a:round/>
              <a:headEnd/>
              <a:tailEnd/>
            </a:ln>
          </p:spPr>
          <p:txBody>
            <a:bodyPr/>
            <a:lstStyle/>
            <a:p>
              <a:endParaRPr lang="en-US"/>
            </a:p>
          </p:txBody>
        </p:sp>
        <p:sp>
          <p:nvSpPr>
            <p:cNvPr id="55323" name="Oval 1288"/>
            <p:cNvSpPr>
              <a:spLocks noChangeArrowheads="1"/>
            </p:cNvSpPr>
            <p:nvPr/>
          </p:nvSpPr>
          <p:spPr bwMode="auto">
            <a:xfrm>
              <a:off x="1457" y="2355"/>
              <a:ext cx="40" cy="32"/>
            </a:xfrm>
            <a:prstGeom prst="ellipse">
              <a:avLst/>
            </a:prstGeom>
            <a:solidFill>
              <a:schemeClr val="tx1"/>
            </a:solidFill>
            <a:ln w="9525">
              <a:solidFill>
                <a:schemeClr val="tx1"/>
              </a:solidFill>
              <a:round/>
              <a:headEnd/>
              <a:tailEnd/>
            </a:ln>
          </p:spPr>
          <p:txBody>
            <a:bodyPr/>
            <a:lstStyle/>
            <a:p>
              <a:endParaRPr lang="en-US"/>
            </a:p>
          </p:txBody>
        </p:sp>
        <p:sp>
          <p:nvSpPr>
            <p:cNvPr id="55324" name="Oval 1289"/>
            <p:cNvSpPr>
              <a:spLocks noChangeArrowheads="1"/>
            </p:cNvSpPr>
            <p:nvPr/>
          </p:nvSpPr>
          <p:spPr bwMode="auto">
            <a:xfrm>
              <a:off x="1457" y="2355"/>
              <a:ext cx="40" cy="32"/>
            </a:xfrm>
            <a:prstGeom prst="ellipse">
              <a:avLst/>
            </a:prstGeom>
            <a:solidFill>
              <a:schemeClr val="tx1"/>
            </a:solidFill>
            <a:ln w="25400">
              <a:solidFill>
                <a:schemeClr val="tx1"/>
              </a:solidFill>
              <a:round/>
              <a:headEnd/>
              <a:tailEnd/>
            </a:ln>
          </p:spPr>
          <p:txBody>
            <a:bodyPr/>
            <a:lstStyle/>
            <a:p>
              <a:endParaRPr lang="en-US"/>
            </a:p>
          </p:txBody>
        </p:sp>
        <p:sp>
          <p:nvSpPr>
            <p:cNvPr id="55325" name="Oval 1290"/>
            <p:cNvSpPr>
              <a:spLocks noChangeArrowheads="1"/>
            </p:cNvSpPr>
            <p:nvPr/>
          </p:nvSpPr>
          <p:spPr bwMode="auto">
            <a:xfrm>
              <a:off x="1457" y="2658"/>
              <a:ext cx="32" cy="32"/>
            </a:xfrm>
            <a:prstGeom prst="ellipse">
              <a:avLst/>
            </a:prstGeom>
            <a:solidFill>
              <a:schemeClr val="tx1"/>
            </a:solidFill>
            <a:ln w="9525">
              <a:solidFill>
                <a:schemeClr val="tx1"/>
              </a:solidFill>
              <a:round/>
              <a:headEnd/>
              <a:tailEnd/>
            </a:ln>
          </p:spPr>
          <p:txBody>
            <a:bodyPr/>
            <a:lstStyle/>
            <a:p>
              <a:endParaRPr lang="en-US"/>
            </a:p>
          </p:txBody>
        </p:sp>
        <p:sp>
          <p:nvSpPr>
            <p:cNvPr id="55326" name="Oval 1291"/>
            <p:cNvSpPr>
              <a:spLocks noChangeArrowheads="1"/>
            </p:cNvSpPr>
            <p:nvPr/>
          </p:nvSpPr>
          <p:spPr bwMode="auto">
            <a:xfrm>
              <a:off x="1457" y="2658"/>
              <a:ext cx="32" cy="32"/>
            </a:xfrm>
            <a:prstGeom prst="ellipse">
              <a:avLst/>
            </a:prstGeom>
            <a:solidFill>
              <a:schemeClr val="tx1"/>
            </a:solidFill>
            <a:ln w="25400">
              <a:solidFill>
                <a:schemeClr val="tx1"/>
              </a:solidFill>
              <a:round/>
              <a:headEnd/>
              <a:tailEnd/>
            </a:ln>
          </p:spPr>
          <p:txBody>
            <a:bodyPr/>
            <a:lstStyle/>
            <a:p>
              <a:endParaRPr lang="en-US"/>
            </a:p>
          </p:txBody>
        </p:sp>
        <p:sp>
          <p:nvSpPr>
            <p:cNvPr id="55327" name="Oval 1292"/>
            <p:cNvSpPr>
              <a:spLocks noChangeArrowheads="1"/>
            </p:cNvSpPr>
            <p:nvPr/>
          </p:nvSpPr>
          <p:spPr bwMode="auto">
            <a:xfrm>
              <a:off x="1449" y="2969"/>
              <a:ext cx="40" cy="32"/>
            </a:xfrm>
            <a:prstGeom prst="ellipse">
              <a:avLst/>
            </a:prstGeom>
            <a:solidFill>
              <a:schemeClr val="tx1"/>
            </a:solidFill>
            <a:ln w="9525">
              <a:solidFill>
                <a:schemeClr val="tx1"/>
              </a:solidFill>
              <a:round/>
              <a:headEnd/>
              <a:tailEnd/>
            </a:ln>
          </p:spPr>
          <p:txBody>
            <a:bodyPr/>
            <a:lstStyle/>
            <a:p>
              <a:endParaRPr lang="en-US"/>
            </a:p>
          </p:txBody>
        </p:sp>
        <p:sp>
          <p:nvSpPr>
            <p:cNvPr id="55328" name="Oval 1293"/>
            <p:cNvSpPr>
              <a:spLocks noChangeArrowheads="1"/>
            </p:cNvSpPr>
            <p:nvPr/>
          </p:nvSpPr>
          <p:spPr bwMode="auto">
            <a:xfrm>
              <a:off x="1449" y="2969"/>
              <a:ext cx="40" cy="32"/>
            </a:xfrm>
            <a:prstGeom prst="ellipse">
              <a:avLst/>
            </a:prstGeom>
            <a:solidFill>
              <a:schemeClr val="tx1"/>
            </a:solidFill>
            <a:ln w="25400">
              <a:solidFill>
                <a:schemeClr val="tx1"/>
              </a:solidFill>
              <a:round/>
              <a:headEnd/>
              <a:tailEnd/>
            </a:ln>
          </p:spPr>
          <p:txBody>
            <a:bodyPr/>
            <a:lstStyle/>
            <a:p>
              <a:endParaRPr lang="en-US"/>
            </a:p>
          </p:txBody>
        </p:sp>
        <p:grpSp>
          <p:nvGrpSpPr>
            <p:cNvPr id="55329" name="Group 1294"/>
            <p:cNvGrpSpPr>
              <a:grpSpLocks/>
            </p:cNvGrpSpPr>
            <p:nvPr/>
          </p:nvGrpSpPr>
          <p:grpSpPr bwMode="auto">
            <a:xfrm>
              <a:off x="1912" y="1741"/>
              <a:ext cx="40" cy="1260"/>
              <a:chOff x="1912" y="1741"/>
              <a:chExt cx="40" cy="1260"/>
            </a:xfrm>
          </p:grpSpPr>
          <p:sp>
            <p:nvSpPr>
              <p:cNvPr id="56513" name="Oval 1295"/>
              <p:cNvSpPr>
                <a:spLocks noChangeArrowheads="1"/>
              </p:cNvSpPr>
              <p:nvPr/>
            </p:nvSpPr>
            <p:spPr bwMode="auto">
              <a:xfrm>
                <a:off x="1920" y="1741"/>
                <a:ext cx="32" cy="32"/>
              </a:xfrm>
              <a:prstGeom prst="ellipse">
                <a:avLst/>
              </a:prstGeom>
              <a:solidFill>
                <a:schemeClr val="tx1"/>
              </a:solidFill>
              <a:ln w="9525">
                <a:solidFill>
                  <a:schemeClr val="tx1"/>
                </a:solidFill>
                <a:round/>
                <a:headEnd/>
                <a:tailEnd/>
              </a:ln>
            </p:spPr>
            <p:txBody>
              <a:bodyPr/>
              <a:lstStyle/>
              <a:p>
                <a:endParaRPr lang="en-US"/>
              </a:p>
            </p:txBody>
          </p:sp>
          <p:sp>
            <p:nvSpPr>
              <p:cNvPr id="56514" name="Oval 1296"/>
              <p:cNvSpPr>
                <a:spLocks noChangeArrowheads="1"/>
              </p:cNvSpPr>
              <p:nvPr/>
            </p:nvSpPr>
            <p:spPr bwMode="auto">
              <a:xfrm>
                <a:off x="1920" y="1741"/>
                <a:ext cx="32" cy="32"/>
              </a:xfrm>
              <a:prstGeom prst="ellipse">
                <a:avLst/>
              </a:prstGeom>
              <a:solidFill>
                <a:schemeClr val="tx1"/>
              </a:solidFill>
              <a:ln w="25400">
                <a:solidFill>
                  <a:schemeClr val="tx1"/>
                </a:solidFill>
                <a:round/>
                <a:headEnd/>
                <a:tailEnd/>
              </a:ln>
            </p:spPr>
            <p:txBody>
              <a:bodyPr/>
              <a:lstStyle/>
              <a:p>
                <a:endParaRPr lang="en-US"/>
              </a:p>
            </p:txBody>
          </p:sp>
          <p:sp>
            <p:nvSpPr>
              <p:cNvPr id="56515" name="Oval 1297"/>
              <p:cNvSpPr>
                <a:spLocks noChangeArrowheads="1"/>
              </p:cNvSpPr>
              <p:nvPr/>
            </p:nvSpPr>
            <p:spPr bwMode="auto">
              <a:xfrm>
                <a:off x="1920" y="2044"/>
                <a:ext cx="32" cy="32"/>
              </a:xfrm>
              <a:prstGeom prst="ellipse">
                <a:avLst/>
              </a:prstGeom>
              <a:solidFill>
                <a:schemeClr val="tx1"/>
              </a:solidFill>
              <a:ln w="9525">
                <a:solidFill>
                  <a:schemeClr val="tx1"/>
                </a:solidFill>
                <a:round/>
                <a:headEnd/>
                <a:tailEnd/>
              </a:ln>
            </p:spPr>
            <p:txBody>
              <a:bodyPr/>
              <a:lstStyle/>
              <a:p>
                <a:endParaRPr lang="en-US"/>
              </a:p>
            </p:txBody>
          </p:sp>
          <p:sp>
            <p:nvSpPr>
              <p:cNvPr id="56516" name="Oval 1298"/>
              <p:cNvSpPr>
                <a:spLocks noChangeArrowheads="1"/>
              </p:cNvSpPr>
              <p:nvPr/>
            </p:nvSpPr>
            <p:spPr bwMode="auto">
              <a:xfrm>
                <a:off x="1920" y="2044"/>
                <a:ext cx="32" cy="32"/>
              </a:xfrm>
              <a:prstGeom prst="ellipse">
                <a:avLst/>
              </a:prstGeom>
              <a:solidFill>
                <a:schemeClr val="tx1"/>
              </a:solidFill>
              <a:ln w="25400">
                <a:solidFill>
                  <a:schemeClr val="tx1"/>
                </a:solidFill>
                <a:round/>
                <a:headEnd/>
                <a:tailEnd/>
              </a:ln>
            </p:spPr>
            <p:txBody>
              <a:bodyPr/>
              <a:lstStyle/>
              <a:p>
                <a:endParaRPr lang="en-US"/>
              </a:p>
            </p:txBody>
          </p:sp>
          <p:sp>
            <p:nvSpPr>
              <p:cNvPr id="56517" name="Oval 1299"/>
              <p:cNvSpPr>
                <a:spLocks noChangeArrowheads="1"/>
              </p:cNvSpPr>
              <p:nvPr/>
            </p:nvSpPr>
            <p:spPr bwMode="auto">
              <a:xfrm>
                <a:off x="1920" y="2347"/>
                <a:ext cx="32" cy="40"/>
              </a:xfrm>
              <a:prstGeom prst="ellipse">
                <a:avLst/>
              </a:prstGeom>
              <a:solidFill>
                <a:schemeClr val="tx1"/>
              </a:solidFill>
              <a:ln w="9525">
                <a:solidFill>
                  <a:schemeClr val="tx1"/>
                </a:solidFill>
                <a:round/>
                <a:headEnd/>
                <a:tailEnd/>
              </a:ln>
            </p:spPr>
            <p:txBody>
              <a:bodyPr/>
              <a:lstStyle/>
              <a:p>
                <a:endParaRPr lang="en-US"/>
              </a:p>
            </p:txBody>
          </p:sp>
          <p:sp>
            <p:nvSpPr>
              <p:cNvPr id="56518" name="Oval 1300"/>
              <p:cNvSpPr>
                <a:spLocks noChangeArrowheads="1"/>
              </p:cNvSpPr>
              <p:nvPr/>
            </p:nvSpPr>
            <p:spPr bwMode="auto">
              <a:xfrm>
                <a:off x="1920" y="2347"/>
                <a:ext cx="32" cy="40"/>
              </a:xfrm>
              <a:prstGeom prst="ellipse">
                <a:avLst/>
              </a:prstGeom>
              <a:solidFill>
                <a:schemeClr val="tx1"/>
              </a:solidFill>
              <a:ln w="25400">
                <a:solidFill>
                  <a:schemeClr val="tx1"/>
                </a:solidFill>
                <a:round/>
                <a:headEnd/>
                <a:tailEnd/>
              </a:ln>
            </p:spPr>
            <p:txBody>
              <a:bodyPr/>
              <a:lstStyle/>
              <a:p>
                <a:endParaRPr lang="en-US"/>
              </a:p>
            </p:txBody>
          </p:sp>
          <p:sp>
            <p:nvSpPr>
              <p:cNvPr id="56519" name="Oval 1301"/>
              <p:cNvSpPr>
                <a:spLocks noChangeArrowheads="1"/>
              </p:cNvSpPr>
              <p:nvPr/>
            </p:nvSpPr>
            <p:spPr bwMode="auto">
              <a:xfrm>
                <a:off x="1920" y="2658"/>
                <a:ext cx="32" cy="32"/>
              </a:xfrm>
              <a:prstGeom prst="ellipse">
                <a:avLst/>
              </a:prstGeom>
              <a:solidFill>
                <a:schemeClr val="tx1"/>
              </a:solidFill>
              <a:ln w="9525">
                <a:solidFill>
                  <a:schemeClr val="tx1"/>
                </a:solidFill>
                <a:round/>
                <a:headEnd/>
                <a:tailEnd/>
              </a:ln>
            </p:spPr>
            <p:txBody>
              <a:bodyPr/>
              <a:lstStyle/>
              <a:p>
                <a:endParaRPr lang="en-US"/>
              </a:p>
            </p:txBody>
          </p:sp>
          <p:sp>
            <p:nvSpPr>
              <p:cNvPr id="56520" name="Oval 1302"/>
              <p:cNvSpPr>
                <a:spLocks noChangeArrowheads="1"/>
              </p:cNvSpPr>
              <p:nvPr/>
            </p:nvSpPr>
            <p:spPr bwMode="auto">
              <a:xfrm>
                <a:off x="1920" y="2658"/>
                <a:ext cx="32" cy="32"/>
              </a:xfrm>
              <a:prstGeom prst="ellipse">
                <a:avLst/>
              </a:prstGeom>
              <a:solidFill>
                <a:schemeClr val="tx1"/>
              </a:solidFill>
              <a:ln w="25400">
                <a:solidFill>
                  <a:schemeClr val="tx1"/>
                </a:solidFill>
                <a:round/>
                <a:headEnd/>
                <a:tailEnd/>
              </a:ln>
            </p:spPr>
            <p:txBody>
              <a:bodyPr/>
              <a:lstStyle/>
              <a:p>
                <a:endParaRPr lang="en-US"/>
              </a:p>
            </p:txBody>
          </p:sp>
          <p:sp>
            <p:nvSpPr>
              <p:cNvPr id="56521" name="Oval 1303"/>
              <p:cNvSpPr>
                <a:spLocks noChangeArrowheads="1"/>
              </p:cNvSpPr>
              <p:nvPr/>
            </p:nvSpPr>
            <p:spPr bwMode="auto">
              <a:xfrm>
                <a:off x="1912" y="2961"/>
                <a:ext cx="32" cy="40"/>
              </a:xfrm>
              <a:prstGeom prst="ellipse">
                <a:avLst/>
              </a:prstGeom>
              <a:solidFill>
                <a:schemeClr val="tx1"/>
              </a:solidFill>
              <a:ln w="9525">
                <a:solidFill>
                  <a:schemeClr val="tx1"/>
                </a:solidFill>
                <a:round/>
                <a:headEnd/>
                <a:tailEnd/>
              </a:ln>
            </p:spPr>
            <p:txBody>
              <a:bodyPr/>
              <a:lstStyle/>
              <a:p>
                <a:endParaRPr lang="en-US"/>
              </a:p>
            </p:txBody>
          </p:sp>
          <p:sp>
            <p:nvSpPr>
              <p:cNvPr id="56522" name="Oval 1304"/>
              <p:cNvSpPr>
                <a:spLocks noChangeArrowheads="1"/>
              </p:cNvSpPr>
              <p:nvPr/>
            </p:nvSpPr>
            <p:spPr bwMode="auto">
              <a:xfrm>
                <a:off x="1912" y="2961"/>
                <a:ext cx="32" cy="40"/>
              </a:xfrm>
              <a:prstGeom prst="ellipse">
                <a:avLst/>
              </a:prstGeom>
              <a:solidFill>
                <a:schemeClr val="tx1"/>
              </a:solidFill>
              <a:ln w="25400">
                <a:solidFill>
                  <a:schemeClr val="tx1"/>
                </a:solidFill>
                <a:round/>
                <a:headEnd/>
                <a:tailEnd/>
              </a:ln>
            </p:spPr>
            <p:txBody>
              <a:bodyPr/>
              <a:lstStyle/>
              <a:p>
                <a:endParaRPr lang="en-US"/>
              </a:p>
            </p:txBody>
          </p:sp>
        </p:grpSp>
        <p:grpSp>
          <p:nvGrpSpPr>
            <p:cNvPr id="55330" name="Group 1305"/>
            <p:cNvGrpSpPr>
              <a:grpSpLocks/>
            </p:cNvGrpSpPr>
            <p:nvPr/>
          </p:nvGrpSpPr>
          <p:grpSpPr bwMode="auto">
            <a:xfrm>
              <a:off x="2375" y="1749"/>
              <a:ext cx="40" cy="1252"/>
              <a:chOff x="2375" y="1749"/>
              <a:chExt cx="40" cy="1252"/>
            </a:xfrm>
          </p:grpSpPr>
          <p:sp>
            <p:nvSpPr>
              <p:cNvPr id="56503" name="Oval 1306"/>
              <p:cNvSpPr>
                <a:spLocks noChangeArrowheads="1"/>
              </p:cNvSpPr>
              <p:nvPr/>
            </p:nvSpPr>
            <p:spPr bwMode="auto">
              <a:xfrm>
                <a:off x="2375" y="1749"/>
                <a:ext cx="32" cy="32"/>
              </a:xfrm>
              <a:prstGeom prst="ellipse">
                <a:avLst/>
              </a:prstGeom>
              <a:solidFill>
                <a:schemeClr val="tx1"/>
              </a:solidFill>
              <a:ln w="9525">
                <a:solidFill>
                  <a:schemeClr val="tx1"/>
                </a:solidFill>
                <a:round/>
                <a:headEnd/>
                <a:tailEnd/>
              </a:ln>
            </p:spPr>
            <p:txBody>
              <a:bodyPr/>
              <a:lstStyle/>
              <a:p>
                <a:endParaRPr lang="en-US"/>
              </a:p>
            </p:txBody>
          </p:sp>
          <p:sp>
            <p:nvSpPr>
              <p:cNvPr id="56504" name="Oval 1307"/>
              <p:cNvSpPr>
                <a:spLocks noChangeArrowheads="1"/>
              </p:cNvSpPr>
              <p:nvPr/>
            </p:nvSpPr>
            <p:spPr bwMode="auto">
              <a:xfrm>
                <a:off x="2375" y="1749"/>
                <a:ext cx="32" cy="32"/>
              </a:xfrm>
              <a:prstGeom prst="ellipse">
                <a:avLst/>
              </a:prstGeom>
              <a:solidFill>
                <a:schemeClr val="tx1"/>
              </a:solidFill>
              <a:ln w="25400">
                <a:solidFill>
                  <a:schemeClr val="tx1"/>
                </a:solidFill>
                <a:round/>
                <a:headEnd/>
                <a:tailEnd/>
              </a:ln>
            </p:spPr>
            <p:txBody>
              <a:bodyPr/>
              <a:lstStyle/>
              <a:p>
                <a:endParaRPr lang="en-US"/>
              </a:p>
            </p:txBody>
          </p:sp>
          <p:sp>
            <p:nvSpPr>
              <p:cNvPr id="56505" name="Oval 1308"/>
              <p:cNvSpPr>
                <a:spLocks noChangeArrowheads="1"/>
              </p:cNvSpPr>
              <p:nvPr/>
            </p:nvSpPr>
            <p:spPr bwMode="auto">
              <a:xfrm>
                <a:off x="2383" y="2052"/>
                <a:ext cx="32" cy="32"/>
              </a:xfrm>
              <a:prstGeom prst="ellipse">
                <a:avLst/>
              </a:prstGeom>
              <a:solidFill>
                <a:schemeClr val="tx1"/>
              </a:solidFill>
              <a:ln w="9525">
                <a:solidFill>
                  <a:schemeClr val="tx1"/>
                </a:solidFill>
                <a:round/>
                <a:headEnd/>
                <a:tailEnd/>
              </a:ln>
            </p:spPr>
            <p:txBody>
              <a:bodyPr/>
              <a:lstStyle/>
              <a:p>
                <a:endParaRPr lang="en-US"/>
              </a:p>
            </p:txBody>
          </p:sp>
          <p:sp>
            <p:nvSpPr>
              <p:cNvPr id="56506" name="Oval 1309"/>
              <p:cNvSpPr>
                <a:spLocks noChangeArrowheads="1"/>
              </p:cNvSpPr>
              <p:nvPr/>
            </p:nvSpPr>
            <p:spPr bwMode="auto">
              <a:xfrm>
                <a:off x="2383" y="2052"/>
                <a:ext cx="32" cy="32"/>
              </a:xfrm>
              <a:prstGeom prst="ellipse">
                <a:avLst/>
              </a:prstGeom>
              <a:solidFill>
                <a:schemeClr val="tx1"/>
              </a:solidFill>
              <a:ln w="25400">
                <a:solidFill>
                  <a:schemeClr val="tx1"/>
                </a:solidFill>
                <a:round/>
                <a:headEnd/>
                <a:tailEnd/>
              </a:ln>
            </p:spPr>
            <p:txBody>
              <a:bodyPr/>
              <a:lstStyle/>
              <a:p>
                <a:endParaRPr lang="en-US"/>
              </a:p>
            </p:txBody>
          </p:sp>
          <p:sp>
            <p:nvSpPr>
              <p:cNvPr id="56507" name="Oval 1310"/>
              <p:cNvSpPr>
                <a:spLocks noChangeArrowheads="1"/>
              </p:cNvSpPr>
              <p:nvPr/>
            </p:nvSpPr>
            <p:spPr bwMode="auto">
              <a:xfrm>
                <a:off x="2383" y="2355"/>
                <a:ext cx="32" cy="32"/>
              </a:xfrm>
              <a:prstGeom prst="ellipse">
                <a:avLst/>
              </a:prstGeom>
              <a:solidFill>
                <a:schemeClr val="tx1"/>
              </a:solidFill>
              <a:ln w="9525">
                <a:solidFill>
                  <a:schemeClr val="tx1"/>
                </a:solidFill>
                <a:round/>
                <a:headEnd/>
                <a:tailEnd/>
              </a:ln>
            </p:spPr>
            <p:txBody>
              <a:bodyPr/>
              <a:lstStyle/>
              <a:p>
                <a:endParaRPr lang="en-US"/>
              </a:p>
            </p:txBody>
          </p:sp>
          <p:sp>
            <p:nvSpPr>
              <p:cNvPr id="56508" name="Oval 1311"/>
              <p:cNvSpPr>
                <a:spLocks noChangeArrowheads="1"/>
              </p:cNvSpPr>
              <p:nvPr/>
            </p:nvSpPr>
            <p:spPr bwMode="auto">
              <a:xfrm>
                <a:off x="2383" y="2355"/>
                <a:ext cx="32" cy="32"/>
              </a:xfrm>
              <a:prstGeom prst="ellipse">
                <a:avLst/>
              </a:prstGeom>
              <a:solidFill>
                <a:schemeClr val="tx1"/>
              </a:solidFill>
              <a:ln w="25400">
                <a:solidFill>
                  <a:schemeClr val="tx1"/>
                </a:solidFill>
                <a:round/>
                <a:headEnd/>
                <a:tailEnd/>
              </a:ln>
            </p:spPr>
            <p:txBody>
              <a:bodyPr/>
              <a:lstStyle/>
              <a:p>
                <a:endParaRPr lang="en-US"/>
              </a:p>
            </p:txBody>
          </p:sp>
          <p:sp>
            <p:nvSpPr>
              <p:cNvPr id="56509" name="Oval 1312"/>
              <p:cNvSpPr>
                <a:spLocks noChangeArrowheads="1"/>
              </p:cNvSpPr>
              <p:nvPr/>
            </p:nvSpPr>
            <p:spPr bwMode="auto">
              <a:xfrm>
                <a:off x="2375" y="2658"/>
                <a:ext cx="32" cy="40"/>
              </a:xfrm>
              <a:prstGeom prst="ellipse">
                <a:avLst/>
              </a:prstGeom>
              <a:solidFill>
                <a:schemeClr val="tx1"/>
              </a:solidFill>
              <a:ln w="9525">
                <a:solidFill>
                  <a:schemeClr val="tx1"/>
                </a:solidFill>
                <a:round/>
                <a:headEnd/>
                <a:tailEnd/>
              </a:ln>
            </p:spPr>
            <p:txBody>
              <a:bodyPr/>
              <a:lstStyle/>
              <a:p>
                <a:endParaRPr lang="en-US"/>
              </a:p>
            </p:txBody>
          </p:sp>
          <p:sp>
            <p:nvSpPr>
              <p:cNvPr id="56510" name="Oval 1313"/>
              <p:cNvSpPr>
                <a:spLocks noChangeArrowheads="1"/>
              </p:cNvSpPr>
              <p:nvPr/>
            </p:nvSpPr>
            <p:spPr bwMode="auto">
              <a:xfrm>
                <a:off x="2375" y="2658"/>
                <a:ext cx="32" cy="40"/>
              </a:xfrm>
              <a:prstGeom prst="ellipse">
                <a:avLst/>
              </a:prstGeom>
              <a:solidFill>
                <a:schemeClr val="tx1"/>
              </a:solidFill>
              <a:ln w="25400">
                <a:solidFill>
                  <a:schemeClr val="tx1"/>
                </a:solidFill>
                <a:round/>
                <a:headEnd/>
                <a:tailEnd/>
              </a:ln>
            </p:spPr>
            <p:txBody>
              <a:bodyPr/>
              <a:lstStyle/>
              <a:p>
                <a:endParaRPr lang="en-US"/>
              </a:p>
            </p:txBody>
          </p:sp>
          <p:sp>
            <p:nvSpPr>
              <p:cNvPr id="56511" name="Oval 1314"/>
              <p:cNvSpPr>
                <a:spLocks noChangeArrowheads="1"/>
              </p:cNvSpPr>
              <p:nvPr/>
            </p:nvSpPr>
            <p:spPr bwMode="auto">
              <a:xfrm>
                <a:off x="2375" y="2969"/>
                <a:ext cx="32" cy="32"/>
              </a:xfrm>
              <a:prstGeom prst="ellipse">
                <a:avLst/>
              </a:prstGeom>
              <a:solidFill>
                <a:schemeClr val="tx1"/>
              </a:solidFill>
              <a:ln w="9525">
                <a:solidFill>
                  <a:schemeClr val="tx1"/>
                </a:solidFill>
                <a:round/>
                <a:headEnd/>
                <a:tailEnd/>
              </a:ln>
            </p:spPr>
            <p:txBody>
              <a:bodyPr/>
              <a:lstStyle/>
              <a:p>
                <a:endParaRPr lang="en-US"/>
              </a:p>
            </p:txBody>
          </p:sp>
          <p:sp>
            <p:nvSpPr>
              <p:cNvPr id="56512" name="Oval 1315"/>
              <p:cNvSpPr>
                <a:spLocks noChangeArrowheads="1"/>
              </p:cNvSpPr>
              <p:nvPr/>
            </p:nvSpPr>
            <p:spPr bwMode="auto">
              <a:xfrm>
                <a:off x="2375" y="2969"/>
                <a:ext cx="32" cy="32"/>
              </a:xfrm>
              <a:prstGeom prst="ellipse">
                <a:avLst/>
              </a:prstGeom>
              <a:solidFill>
                <a:schemeClr val="tx1"/>
              </a:solidFill>
              <a:ln w="25400">
                <a:solidFill>
                  <a:schemeClr val="tx1"/>
                </a:solidFill>
                <a:round/>
                <a:headEnd/>
                <a:tailEnd/>
              </a:ln>
            </p:spPr>
            <p:txBody>
              <a:bodyPr/>
              <a:lstStyle/>
              <a:p>
                <a:endParaRPr lang="en-US"/>
              </a:p>
            </p:txBody>
          </p:sp>
        </p:grpSp>
        <p:grpSp>
          <p:nvGrpSpPr>
            <p:cNvPr id="55331" name="Group 1316"/>
            <p:cNvGrpSpPr>
              <a:grpSpLocks/>
            </p:cNvGrpSpPr>
            <p:nvPr/>
          </p:nvGrpSpPr>
          <p:grpSpPr bwMode="auto">
            <a:xfrm>
              <a:off x="1489" y="2076"/>
              <a:ext cx="431" cy="284"/>
              <a:chOff x="1489" y="2076"/>
              <a:chExt cx="431" cy="284"/>
            </a:xfrm>
          </p:grpSpPr>
          <p:sp>
            <p:nvSpPr>
              <p:cNvPr id="56501" name="Freeform 1317"/>
              <p:cNvSpPr>
                <a:spLocks/>
              </p:cNvSpPr>
              <p:nvPr/>
            </p:nvSpPr>
            <p:spPr bwMode="auto">
              <a:xfrm>
                <a:off x="1784" y="2076"/>
                <a:ext cx="136" cy="96"/>
              </a:xfrm>
              <a:custGeom>
                <a:avLst/>
                <a:gdLst>
                  <a:gd name="T0" fmla="*/ 136 w 136"/>
                  <a:gd name="T1" fmla="*/ 0 h 96"/>
                  <a:gd name="T2" fmla="*/ 40 w 136"/>
                  <a:gd name="T3" fmla="*/ 96 h 96"/>
                  <a:gd name="T4" fmla="*/ 24 w 136"/>
                  <a:gd name="T5" fmla="*/ 72 h 96"/>
                  <a:gd name="T6" fmla="*/ 0 w 136"/>
                  <a:gd name="T7" fmla="*/ 40 h 96"/>
                  <a:gd name="T8" fmla="*/ 136 w 136"/>
                  <a:gd name="T9" fmla="*/ 0 h 9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 h="96">
                    <a:moveTo>
                      <a:pt x="136" y="0"/>
                    </a:moveTo>
                    <a:lnTo>
                      <a:pt x="40" y="96"/>
                    </a:lnTo>
                    <a:lnTo>
                      <a:pt x="24" y="72"/>
                    </a:lnTo>
                    <a:lnTo>
                      <a:pt x="0" y="40"/>
                    </a:lnTo>
                    <a:lnTo>
                      <a:pt x="136" y="0"/>
                    </a:lnTo>
                    <a:close/>
                  </a:path>
                </a:pathLst>
              </a:custGeom>
              <a:solidFill>
                <a:schemeClr val="tx1"/>
              </a:solidFill>
              <a:ln w="9525">
                <a:solidFill>
                  <a:schemeClr val="tx1"/>
                </a:solidFill>
                <a:round/>
                <a:headEnd/>
                <a:tailEnd/>
              </a:ln>
            </p:spPr>
            <p:txBody>
              <a:bodyPr/>
              <a:lstStyle/>
              <a:p>
                <a:endParaRPr lang="en-US"/>
              </a:p>
            </p:txBody>
          </p:sp>
          <p:sp>
            <p:nvSpPr>
              <p:cNvPr id="56502" name="Line 1318"/>
              <p:cNvSpPr>
                <a:spLocks noChangeShapeType="1"/>
              </p:cNvSpPr>
              <p:nvPr/>
            </p:nvSpPr>
            <p:spPr bwMode="auto">
              <a:xfrm flipV="1">
                <a:off x="1489" y="2143"/>
                <a:ext cx="327" cy="217"/>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332" name="Group 1319"/>
            <p:cNvGrpSpPr>
              <a:grpSpLocks/>
            </p:cNvGrpSpPr>
            <p:nvPr/>
          </p:nvGrpSpPr>
          <p:grpSpPr bwMode="auto">
            <a:xfrm>
              <a:off x="1489" y="1733"/>
              <a:ext cx="423" cy="56"/>
              <a:chOff x="1489" y="1733"/>
              <a:chExt cx="423" cy="56"/>
            </a:xfrm>
          </p:grpSpPr>
          <p:sp>
            <p:nvSpPr>
              <p:cNvPr id="56493" name="Freeform 1320"/>
              <p:cNvSpPr>
                <a:spLocks/>
              </p:cNvSpPr>
              <p:nvPr/>
            </p:nvSpPr>
            <p:spPr bwMode="auto">
              <a:xfrm>
                <a:off x="1792" y="1733"/>
                <a:ext cx="120" cy="56"/>
              </a:xfrm>
              <a:custGeom>
                <a:avLst/>
                <a:gdLst>
                  <a:gd name="T0" fmla="*/ 120 w 120"/>
                  <a:gd name="T1" fmla="*/ 24 h 56"/>
                  <a:gd name="T2" fmla="*/ 0 w 120"/>
                  <a:gd name="T3" fmla="*/ 56 h 56"/>
                  <a:gd name="T4" fmla="*/ 0 w 120"/>
                  <a:gd name="T5" fmla="*/ 24 h 56"/>
                  <a:gd name="T6" fmla="*/ 0 w 120"/>
                  <a:gd name="T7" fmla="*/ 0 h 56"/>
                  <a:gd name="T8" fmla="*/ 120 w 120"/>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 h="56">
                    <a:moveTo>
                      <a:pt x="120" y="24"/>
                    </a:moveTo>
                    <a:lnTo>
                      <a:pt x="0" y="56"/>
                    </a:lnTo>
                    <a:lnTo>
                      <a:pt x="0" y="24"/>
                    </a:lnTo>
                    <a:lnTo>
                      <a:pt x="0" y="0"/>
                    </a:lnTo>
                    <a:lnTo>
                      <a:pt x="120" y="24"/>
                    </a:lnTo>
                    <a:close/>
                  </a:path>
                </a:pathLst>
              </a:custGeom>
              <a:solidFill>
                <a:schemeClr val="tx1"/>
              </a:solidFill>
              <a:ln w="9525">
                <a:solidFill>
                  <a:schemeClr val="tx1"/>
                </a:solidFill>
                <a:round/>
                <a:headEnd/>
                <a:tailEnd/>
              </a:ln>
            </p:spPr>
            <p:txBody>
              <a:bodyPr/>
              <a:lstStyle/>
              <a:p>
                <a:endParaRPr lang="en-US"/>
              </a:p>
            </p:txBody>
          </p:sp>
          <p:grpSp>
            <p:nvGrpSpPr>
              <p:cNvPr id="56494" name="Group 1321"/>
              <p:cNvGrpSpPr>
                <a:grpSpLocks/>
              </p:cNvGrpSpPr>
              <p:nvPr/>
            </p:nvGrpSpPr>
            <p:grpSpPr bwMode="auto">
              <a:xfrm>
                <a:off x="1489" y="1757"/>
                <a:ext cx="295" cy="1"/>
                <a:chOff x="1489" y="1757"/>
                <a:chExt cx="295" cy="1"/>
              </a:xfrm>
            </p:grpSpPr>
            <p:sp>
              <p:nvSpPr>
                <p:cNvPr id="56495" name="Line 1322"/>
                <p:cNvSpPr>
                  <a:spLocks noChangeShapeType="1"/>
                </p:cNvSpPr>
                <p:nvPr/>
              </p:nvSpPr>
              <p:spPr bwMode="auto">
                <a:xfrm>
                  <a:off x="1489"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96" name="Line 1323"/>
                <p:cNvSpPr>
                  <a:spLocks noChangeShapeType="1"/>
                </p:cNvSpPr>
                <p:nvPr/>
              </p:nvSpPr>
              <p:spPr bwMode="auto">
                <a:xfrm>
                  <a:off x="1544"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97" name="Line 1324"/>
                <p:cNvSpPr>
                  <a:spLocks noChangeShapeType="1"/>
                </p:cNvSpPr>
                <p:nvPr/>
              </p:nvSpPr>
              <p:spPr bwMode="auto">
                <a:xfrm>
                  <a:off x="1600"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98" name="Line 1325"/>
                <p:cNvSpPr>
                  <a:spLocks noChangeShapeType="1"/>
                </p:cNvSpPr>
                <p:nvPr/>
              </p:nvSpPr>
              <p:spPr bwMode="auto">
                <a:xfrm>
                  <a:off x="1656"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99" name="Line 1326"/>
                <p:cNvSpPr>
                  <a:spLocks noChangeShapeType="1"/>
                </p:cNvSpPr>
                <p:nvPr/>
              </p:nvSpPr>
              <p:spPr bwMode="auto">
                <a:xfrm>
                  <a:off x="1712"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500" name="Line 1327"/>
                <p:cNvSpPr>
                  <a:spLocks noChangeShapeType="1"/>
                </p:cNvSpPr>
                <p:nvPr/>
              </p:nvSpPr>
              <p:spPr bwMode="auto">
                <a:xfrm>
                  <a:off x="1768" y="1757"/>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333" name="Group 1328"/>
            <p:cNvGrpSpPr>
              <a:grpSpLocks/>
            </p:cNvGrpSpPr>
            <p:nvPr/>
          </p:nvGrpSpPr>
          <p:grpSpPr bwMode="auto">
            <a:xfrm>
              <a:off x="1952" y="1725"/>
              <a:ext cx="415" cy="56"/>
              <a:chOff x="1952" y="1725"/>
              <a:chExt cx="415" cy="56"/>
            </a:xfrm>
          </p:grpSpPr>
          <p:sp>
            <p:nvSpPr>
              <p:cNvPr id="56485" name="Freeform 1329"/>
              <p:cNvSpPr>
                <a:spLocks/>
              </p:cNvSpPr>
              <p:nvPr/>
            </p:nvSpPr>
            <p:spPr bwMode="auto">
              <a:xfrm>
                <a:off x="2255" y="1725"/>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chemeClr val="tx1"/>
              </a:solidFill>
              <a:ln w="9525">
                <a:solidFill>
                  <a:schemeClr val="tx1"/>
                </a:solidFill>
                <a:round/>
                <a:headEnd/>
                <a:tailEnd/>
              </a:ln>
            </p:spPr>
            <p:txBody>
              <a:bodyPr/>
              <a:lstStyle/>
              <a:p>
                <a:endParaRPr lang="en-US"/>
              </a:p>
            </p:txBody>
          </p:sp>
          <p:grpSp>
            <p:nvGrpSpPr>
              <p:cNvPr id="56486" name="Group 1330"/>
              <p:cNvGrpSpPr>
                <a:grpSpLocks/>
              </p:cNvGrpSpPr>
              <p:nvPr/>
            </p:nvGrpSpPr>
            <p:grpSpPr bwMode="auto">
              <a:xfrm>
                <a:off x="1952" y="1757"/>
                <a:ext cx="295" cy="1"/>
                <a:chOff x="1952" y="1757"/>
                <a:chExt cx="295" cy="1"/>
              </a:xfrm>
            </p:grpSpPr>
            <p:sp>
              <p:nvSpPr>
                <p:cNvPr id="56487" name="Line 1331"/>
                <p:cNvSpPr>
                  <a:spLocks noChangeShapeType="1"/>
                </p:cNvSpPr>
                <p:nvPr/>
              </p:nvSpPr>
              <p:spPr bwMode="auto">
                <a:xfrm>
                  <a:off x="1952"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88" name="Line 1332"/>
                <p:cNvSpPr>
                  <a:spLocks noChangeShapeType="1"/>
                </p:cNvSpPr>
                <p:nvPr/>
              </p:nvSpPr>
              <p:spPr bwMode="auto">
                <a:xfrm>
                  <a:off x="2008" y="1757"/>
                  <a:ext cx="23"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89" name="Line 1333"/>
                <p:cNvSpPr>
                  <a:spLocks noChangeShapeType="1"/>
                </p:cNvSpPr>
                <p:nvPr/>
              </p:nvSpPr>
              <p:spPr bwMode="auto">
                <a:xfrm>
                  <a:off x="2063"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90" name="Line 1334"/>
                <p:cNvSpPr>
                  <a:spLocks noChangeShapeType="1"/>
                </p:cNvSpPr>
                <p:nvPr/>
              </p:nvSpPr>
              <p:spPr bwMode="auto">
                <a:xfrm>
                  <a:off x="2119"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91" name="Line 1335"/>
                <p:cNvSpPr>
                  <a:spLocks noChangeShapeType="1"/>
                </p:cNvSpPr>
                <p:nvPr/>
              </p:nvSpPr>
              <p:spPr bwMode="auto">
                <a:xfrm>
                  <a:off x="2175"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92" name="Line 1336"/>
                <p:cNvSpPr>
                  <a:spLocks noChangeShapeType="1"/>
                </p:cNvSpPr>
                <p:nvPr/>
              </p:nvSpPr>
              <p:spPr bwMode="auto">
                <a:xfrm>
                  <a:off x="2231" y="1757"/>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334" name="Group 1337"/>
            <p:cNvGrpSpPr>
              <a:grpSpLocks/>
            </p:cNvGrpSpPr>
            <p:nvPr/>
          </p:nvGrpSpPr>
          <p:grpSpPr bwMode="auto">
            <a:xfrm>
              <a:off x="1497" y="2036"/>
              <a:ext cx="415" cy="56"/>
              <a:chOff x="1497" y="2036"/>
              <a:chExt cx="415" cy="56"/>
            </a:xfrm>
          </p:grpSpPr>
          <p:sp>
            <p:nvSpPr>
              <p:cNvPr id="56477" name="Freeform 1338"/>
              <p:cNvSpPr>
                <a:spLocks/>
              </p:cNvSpPr>
              <p:nvPr/>
            </p:nvSpPr>
            <p:spPr bwMode="auto">
              <a:xfrm>
                <a:off x="1800"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chemeClr val="tx1"/>
              </a:solidFill>
              <a:ln w="9525">
                <a:solidFill>
                  <a:schemeClr val="tx1"/>
                </a:solidFill>
                <a:round/>
                <a:headEnd/>
                <a:tailEnd/>
              </a:ln>
            </p:spPr>
            <p:txBody>
              <a:bodyPr/>
              <a:lstStyle/>
              <a:p>
                <a:endParaRPr lang="en-US"/>
              </a:p>
            </p:txBody>
          </p:sp>
          <p:grpSp>
            <p:nvGrpSpPr>
              <p:cNvPr id="56478" name="Group 1339"/>
              <p:cNvGrpSpPr>
                <a:grpSpLocks/>
              </p:cNvGrpSpPr>
              <p:nvPr/>
            </p:nvGrpSpPr>
            <p:grpSpPr bwMode="auto">
              <a:xfrm>
                <a:off x="1497" y="2068"/>
                <a:ext cx="295" cy="1"/>
                <a:chOff x="1497" y="2068"/>
                <a:chExt cx="295" cy="1"/>
              </a:xfrm>
            </p:grpSpPr>
            <p:sp>
              <p:nvSpPr>
                <p:cNvPr id="56479" name="Line 1340"/>
                <p:cNvSpPr>
                  <a:spLocks noChangeShapeType="1"/>
                </p:cNvSpPr>
                <p:nvPr/>
              </p:nvSpPr>
              <p:spPr bwMode="auto">
                <a:xfrm>
                  <a:off x="1497" y="2068"/>
                  <a:ext cx="23"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80" name="Line 1341"/>
                <p:cNvSpPr>
                  <a:spLocks noChangeShapeType="1"/>
                </p:cNvSpPr>
                <p:nvPr/>
              </p:nvSpPr>
              <p:spPr bwMode="auto">
                <a:xfrm>
                  <a:off x="1552"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81" name="Line 1342"/>
                <p:cNvSpPr>
                  <a:spLocks noChangeShapeType="1"/>
                </p:cNvSpPr>
                <p:nvPr/>
              </p:nvSpPr>
              <p:spPr bwMode="auto">
                <a:xfrm>
                  <a:off x="1608"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82" name="Line 1343"/>
                <p:cNvSpPr>
                  <a:spLocks noChangeShapeType="1"/>
                </p:cNvSpPr>
                <p:nvPr/>
              </p:nvSpPr>
              <p:spPr bwMode="auto">
                <a:xfrm>
                  <a:off x="1664"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83" name="Line 1344"/>
                <p:cNvSpPr>
                  <a:spLocks noChangeShapeType="1"/>
                </p:cNvSpPr>
                <p:nvPr/>
              </p:nvSpPr>
              <p:spPr bwMode="auto">
                <a:xfrm>
                  <a:off x="1720"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84" name="Line 1345"/>
                <p:cNvSpPr>
                  <a:spLocks noChangeShapeType="1"/>
                </p:cNvSpPr>
                <p:nvPr/>
              </p:nvSpPr>
              <p:spPr bwMode="auto">
                <a:xfrm>
                  <a:off x="1776" y="2068"/>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335" name="Group 1346"/>
            <p:cNvGrpSpPr>
              <a:grpSpLocks/>
            </p:cNvGrpSpPr>
            <p:nvPr/>
          </p:nvGrpSpPr>
          <p:grpSpPr bwMode="auto">
            <a:xfrm>
              <a:off x="1960" y="2036"/>
              <a:ext cx="423" cy="56"/>
              <a:chOff x="1960" y="2036"/>
              <a:chExt cx="423" cy="56"/>
            </a:xfrm>
          </p:grpSpPr>
          <p:sp>
            <p:nvSpPr>
              <p:cNvPr id="56469" name="Freeform 1347"/>
              <p:cNvSpPr>
                <a:spLocks/>
              </p:cNvSpPr>
              <p:nvPr/>
            </p:nvSpPr>
            <p:spPr bwMode="auto">
              <a:xfrm>
                <a:off x="2271"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chemeClr val="tx1"/>
              </a:solidFill>
              <a:ln w="9525">
                <a:solidFill>
                  <a:schemeClr val="tx1"/>
                </a:solidFill>
                <a:round/>
                <a:headEnd/>
                <a:tailEnd/>
              </a:ln>
            </p:spPr>
            <p:txBody>
              <a:bodyPr/>
              <a:lstStyle/>
              <a:p>
                <a:endParaRPr lang="en-US"/>
              </a:p>
            </p:txBody>
          </p:sp>
          <p:grpSp>
            <p:nvGrpSpPr>
              <p:cNvPr id="56470" name="Group 1348"/>
              <p:cNvGrpSpPr>
                <a:grpSpLocks/>
              </p:cNvGrpSpPr>
              <p:nvPr/>
            </p:nvGrpSpPr>
            <p:grpSpPr bwMode="auto">
              <a:xfrm>
                <a:off x="1960" y="2068"/>
                <a:ext cx="303" cy="1"/>
                <a:chOff x="1960" y="2068"/>
                <a:chExt cx="303" cy="1"/>
              </a:xfrm>
            </p:grpSpPr>
            <p:sp>
              <p:nvSpPr>
                <p:cNvPr id="56471" name="Line 1349"/>
                <p:cNvSpPr>
                  <a:spLocks noChangeShapeType="1"/>
                </p:cNvSpPr>
                <p:nvPr/>
              </p:nvSpPr>
              <p:spPr bwMode="auto">
                <a:xfrm>
                  <a:off x="1960"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72" name="Line 1350"/>
                <p:cNvSpPr>
                  <a:spLocks noChangeShapeType="1"/>
                </p:cNvSpPr>
                <p:nvPr/>
              </p:nvSpPr>
              <p:spPr bwMode="auto">
                <a:xfrm>
                  <a:off x="2015"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73" name="Line 1351"/>
                <p:cNvSpPr>
                  <a:spLocks noChangeShapeType="1"/>
                </p:cNvSpPr>
                <p:nvPr/>
              </p:nvSpPr>
              <p:spPr bwMode="auto">
                <a:xfrm>
                  <a:off x="2071"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74" name="Line 1352"/>
                <p:cNvSpPr>
                  <a:spLocks noChangeShapeType="1"/>
                </p:cNvSpPr>
                <p:nvPr/>
              </p:nvSpPr>
              <p:spPr bwMode="auto">
                <a:xfrm>
                  <a:off x="2127"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75" name="Line 1353"/>
                <p:cNvSpPr>
                  <a:spLocks noChangeShapeType="1"/>
                </p:cNvSpPr>
                <p:nvPr/>
              </p:nvSpPr>
              <p:spPr bwMode="auto">
                <a:xfrm>
                  <a:off x="2183"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76" name="Line 1354"/>
                <p:cNvSpPr>
                  <a:spLocks noChangeShapeType="1"/>
                </p:cNvSpPr>
                <p:nvPr/>
              </p:nvSpPr>
              <p:spPr bwMode="auto">
                <a:xfrm>
                  <a:off x="2239"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336" name="Group 1355"/>
            <p:cNvGrpSpPr>
              <a:grpSpLocks/>
            </p:cNvGrpSpPr>
            <p:nvPr/>
          </p:nvGrpSpPr>
          <p:grpSpPr bwMode="auto">
            <a:xfrm>
              <a:off x="2431" y="2036"/>
              <a:ext cx="415" cy="56"/>
              <a:chOff x="2431" y="2036"/>
              <a:chExt cx="415" cy="56"/>
            </a:xfrm>
          </p:grpSpPr>
          <p:sp>
            <p:nvSpPr>
              <p:cNvPr id="56461" name="Freeform 1356"/>
              <p:cNvSpPr>
                <a:spLocks/>
              </p:cNvSpPr>
              <p:nvPr/>
            </p:nvSpPr>
            <p:spPr bwMode="auto">
              <a:xfrm>
                <a:off x="2734"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chemeClr val="tx1"/>
              </a:solidFill>
              <a:ln w="9525">
                <a:solidFill>
                  <a:schemeClr val="tx1"/>
                </a:solidFill>
                <a:round/>
                <a:headEnd/>
                <a:tailEnd/>
              </a:ln>
            </p:spPr>
            <p:txBody>
              <a:bodyPr/>
              <a:lstStyle/>
              <a:p>
                <a:endParaRPr lang="en-US"/>
              </a:p>
            </p:txBody>
          </p:sp>
          <p:grpSp>
            <p:nvGrpSpPr>
              <p:cNvPr id="56462" name="Group 1357"/>
              <p:cNvGrpSpPr>
                <a:grpSpLocks/>
              </p:cNvGrpSpPr>
              <p:nvPr/>
            </p:nvGrpSpPr>
            <p:grpSpPr bwMode="auto">
              <a:xfrm>
                <a:off x="2431" y="2068"/>
                <a:ext cx="295" cy="1"/>
                <a:chOff x="2431" y="2068"/>
                <a:chExt cx="295" cy="1"/>
              </a:xfrm>
            </p:grpSpPr>
            <p:sp>
              <p:nvSpPr>
                <p:cNvPr id="56463" name="Line 1358"/>
                <p:cNvSpPr>
                  <a:spLocks noChangeShapeType="1"/>
                </p:cNvSpPr>
                <p:nvPr/>
              </p:nvSpPr>
              <p:spPr bwMode="auto">
                <a:xfrm>
                  <a:off x="2431"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64" name="Line 1359"/>
                <p:cNvSpPr>
                  <a:spLocks noChangeShapeType="1"/>
                </p:cNvSpPr>
                <p:nvPr/>
              </p:nvSpPr>
              <p:spPr bwMode="auto">
                <a:xfrm>
                  <a:off x="2487"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65" name="Line 1360"/>
                <p:cNvSpPr>
                  <a:spLocks noChangeShapeType="1"/>
                </p:cNvSpPr>
                <p:nvPr/>
              </p:nvSpPr>
              <p:spPr bwMode="auto">
                <a:xfrm>
                  <a:off x="2542"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66" name="Line 1361"/>
                <p:cNvSpPr>
                  <a:spLocks noChangeShapeType="1"/>
                </p:cNvSpPr>
                <p:nvPr/>
              </p:nvSpPr>
              <p:spPr bwMode="auto">
                <a:xfrm>
                  <a:off x="2598"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67" name="Line 1362"/>
                <p:cNvSpPr>
                  <a:spLocks noChangeShapeType="1"/>
                </p:cNvSpPr>
                <p:nvPr/>
              </p:nvSpPr>
              <p:spPr bwMode="auto">
                <a:xfrm>
                  <a:off x="2654"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68" name="Line 1363"/>
                <p:cNvSpPr>
                  <a:spLocks noChangeShapeType="1"/>
                </p:cNvSpPr>
                <p:nvPr/>
              </p:nvSpPr>
              <p:spPr bwMode="auto">
                <a:xfrm>
                  <a:off x="2710" y="2068"/>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337" name="Group 1364"/>
            <p:cNvGrpSpPr>
              <a:grpSpLocks/>
            </p:cNvGrpSpPr>
            <p:nvPr/>
          </p:nvGrpSpPr>
          <p:grpSpPr bwMode="auto">
            <a:xfrm>
              <a:off x="2423" y="2347"/>
              <a:ext cx="415" cy="56"/>
              <a:chOff x="2423" y="2347"/>
              <a:chExt cx="415" cy="56"/>
            </a:xfrm>
          </p:grpSpPr>
          <p:sp>
            <p:nvSpPr>
              <p:cNvPr id="56453" name="Freeform 1365"/>
              <p:cNvSpPr>
                <a:spLocks/>
              </p:cNvSpPr>
              <p:nvPr/>
            </p:nvSpPr>
            <p:spPr bwMode="auto">
              <a:xfrm>
                <a:off x="2726" y="234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chemeClr val="tx1"/>
              </a:solidFill>
              <a:ln w="9525">
                <a:solidFill>
                  <a:schemeClr val="tx1"/>
                </a:solidFill>
                <a:round/>
                <a:headEnd/>
                <a:tailEnd/>
              </a:ln>
            </p:spPr>
            <p:txBody>
              <a:bodyPr/>
              <a:lstStyle/>
              <a:p>
                <a:endParaRPr lang="en-US"/>
              </a:p>
            </p:txBody>
          </p:sp>
          <p:grpSp>
            <p:nvGrpSpPr>
              <p:cNvPr id="56454" name="Group 1366"/>
              <p:cNvGrpSpPr>
                <a:grpSpLocks/>
              </p:cNvGrpSpPr>
              <p:nvPr/>
            </p:nvGrpSpPr>
            <p:grpSpPr bwMode="auto">
              <a:xfrm>
                <a:off x="2423" y="2371"/>
                <a:ext cx="295" cy="1"/>
                <a:chOff x="2423" y="2371"/>
                <a:chExt cx="295" cy="1"/>
              </a:xfrm>
            </p:grpSpPr>
            <p:sp>
              <p:nvSpPr>
                <p:cNvPr id="56455" name="Line 1367"/>
                <p:cNvSpPr>
                  <a:spLocks noChangeShapeType="1"/>
                </p:cNvSpPr>
                <p:nvPr/>
              </p:nvSpPr>
              <p:spPr bwMode="auto">
                <a:xfrm>
                  <a:off x="2423"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56" name="Line 1368"/>
                <p:cNvSpPr>
                  <a:spLocks noChangeShapeType="1"/>
                </p:cNvSpPr>
                <p:nvPr/>
              </p:nvSpPr>
              <p:spPr bwMode="auto">
                <a:xfrm>
                  <a:off x="2479"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57" name="Line 1369"/>
                <p:cNvSpPr>
                  <a:spLocks noChangeShapeType="1"/>
                </p:cNvSpPr>
                <p:nvPr/>
              </p:nvSpPr>
              <p:spPr bwMode="auto">
                <a:xfrm>
                  <a:off x="2534"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58" name="Line 1370"/>
                <p:cNvSpPr>
                  <a:spLocks noChangeShapeType="1"/>
                </p:cNvSpPr>
                <p:nvPr/>
              </p:nvSpPr>
              <p:spPr bwMode="auto">
                <a:xfrm>
                  <a:off x="2590"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59" name="Line 1371"/>
                <p:cNvSpPr>
                  <a:spLocks noChangeShapeType="1"/>
                </p:cNvSpPr>
                <p:nvPr/>
              </p:nvSpPr>
              <p:spPr bwMode="auto">
                <a:xfrm>
                  <a:off x="2646"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60" name="Line 1372"/>
                <p:cNvSpPr>
                  <a:spLocks noChangeShapeType="1"/>
                </p:cNvSpPr>
                <p:nvPr/>
              </p:nvSpPr>
              <p:spPr bwMode="auto">
                <a:xfrm>
                  <a:off x="2702" y="2371"/>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338" name="Group 1373"/>
            <p:cNvGrpSpPr>
              <a:grpSpLocks/>
            </p:cNvGrpSpPr>
            <p:nvPr/>
          </p:nvGrpSpPr>
          <p:grpSpPr bwMode="auto">
            <a:xfrm>
              <a:off x="1960" y="2347"/>
              <a:ext cx="415" cy="56"/>
              <a:chOff x="1960" y="2347"/>
              <a:chExt cx="415" cy="56"/>
            </a:xfrm>
          </p:grpSpPr>
          <p:sp>
            <p:nvSpPr>
              <p:cNvPr id="56445" name="Freeform 1374"/>
              <p:cNvSpPr>
                <a:spLocks/>
              </p:cNvSpPr>
              <p:nvPr/>
            </p:nvSpPr>
            <p:spPr bwMode="auto">
              <a:xfrm>
                <a:off x="2263" y="234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chemeClr val="tx1"/>
              </a:solidFill>
              <a:ln w="9525">
                <a:solidFill>
                  <a:schemeClr val="tx1"/>
                </a:solidFill>
                <a:round/>
                <a:headEnd/>
                <a:tailEnd/>
              </a:ln>
            </p:spPr>
            <p:txBody>
              <a:bodyPr/>
              <a:lstStyle/>
              <a:p>
                <a:endParaRPr lang="en-US"/>
              </a:p>
            </p:txBody>
          </p:sp>
          <p:grpSp>
            <p:nvGrpSpPr>
              <p:cNvPr id="56446" name="Group 1375"/>
              <p:cNvGrpSpPr>
                <a:grpSpLocks/>
              </p:cNvGrpSpPr>
              <p:nvPr/>
            </p:nvGrpSpPr>
            <p:grpSpPr bwMode="auto">
              <a:xfrm>
                <a:off x="1960" y="2371"/>
                <a:ext cx="295" cy="1"/>
                <a:chOff x="1960" y="2371"/>
                <a:chExt cx="295" cy="1"/>
              </a:xfrm>
            </p:grpSpPr>
            <p:sp>
              <p:nvSpPr>
                <p:cNvPr id="56447" name="Line 1376"/>
                <p:cNvSpPr>
                  <a:spLocks noChangeShapeType="1"/>
                </p:cNvSpPr>
                <p:nvPr/>
              </p:nvSpPr>
              <p:spPr bwMode="auto">
                <a:xfrm>
                  <a:off x="1960"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48" name="Line 1377"/>
                <p:cNvSpPr>
                  <a:spLocks noChangeShapeType="1"/>
                </p:cNvSpPr>
                <p:nvPr/>
              </p:nvSpPr>
              <p:spPr bwMode="auto">
                <a:xfrm>
                  <a:off x="2015"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49" name="Line 1378"/>
                <p:cNvSpPr>
                  <a:spLocks noChangeShapeType="1"/>
                </p:cNvSpPr>
                <p:nvPr/>
              </p:nvSpPr>
              <p:spPr bwMode="auto">
                <a:xfrm>
                  <a:off x="2071"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50" name="Line 1379"/>
                <p:cNvSpPr>
                  <a:spLocks noChangeShapeType="1"/>
                </p:cNvSpPr>
                <p:nvPr/>
              </p:nvSpPr>
              <p:spPr bwMode="auto">
                <a:xfrm>
                  <a:off x="2127"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51" name="Line 1380"/>
                <p:cNvSpPr>
                  <a:spLocks noChangeShapeType="1"/>
                </p:cNvSpPr>
                <p:nvPr/>
              </p:nvSpPr>
              <p:spPr bwMode="auto">
                <a:xfrm>
                  <a:off x="2183"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52" name="Line 1381"/>
                <p:cNvSpPr>
                  <a:spLocks noChangeShapeType="1"/>
                </p:cNvSpPr>
                <p:nvPr/>
              </p:nvSpPr>
              <p:spPr bwMode="auto">
                <a:xfrm>
                  <a:off x="2239" y="2371"/>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339" name="Group 1382"/>
            <p:cNvGrpSpPr>
              <a:grpSpLocks/>
            </p:cNvGrpSpPr>
            <p:nvPr/>
          </p:nvGrpSpPr>
          <p:grpSpPr bwMode="auto">
            <a:xfrm>
              <a:off x="1497" y="2339"/>
              <a:ext cx="415" cy="56"/>
              <a:chOff x="1497" y="2339"/>
              <a:chExt cx="415" cy="56"/>
            </a:xfrm>
          </p:grpSpPr>
          <p:sp>
            <p:nvSpPr>
              <p:cNvPr id="56437" name="Freeform 1383"/>
              <p:cNvSpPr>
                <a:spLocks/>
              </p:cNvSpPr>
              <p:nvPr/>
            </p:nvSpPr>
            <p:spPr bwMode="auto">
              <a:xfrm>
                <a:off x="1800" y="2339"/>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chemeClr val="tx1"/>
              </a:solidFill>
              <a:ln w="9525">
                <a:solidFill>
                  <a:schemeClr val="tx1"/>
                </a:solidFill>
                <a:round/>
                <a:headEnd/>
                <a:tailEnd/>
              </a:ln>
            </p:spPr>
            <p:txBody>
              <a:bodyPr/>
              <a:lstStyle/>
              <a:p>
                <a:endParaRPr lang="en-US"/>
              </a:p>
            </p:txBody>
          </p:sp>
          <p:grpSp>
            <p:nvGrpSpPr>
              <p:cNvPr id="56438" name="Group 1384"/>
              <p:cNvGrpSpPr>
                <a:grpSpLocks/>
              </p:cNvGrpSpPr>
              <p:nvPr/>
            </p:nvGrpSpPr>
            <p:grpSpPr bwMode="auto">
              <a:xfrm>
                <a:off x="1497" y="2371"/>
                <a:ext cx="295" cy="1"/>
                <a:chOff x="1497" y="2371"/>
                <a:chExt cx="295" cy="1"/>
              </a:xfrm>
            </p:grpSpPr>
            <p:sp>
              <p:nvSpPr>
                <p:cNvPr id="56439" name="Line 1385"/>
                <p:cNvSpPr>
                  <a:spLocks noChangeShapeType="1"/>
                </p:cNvSpPr>
                <p:nvPr/>
              </p:nvSpPr>
              <p:spPr bwMode="auto">
                <a:xfrm>
                  <a:off x="1497" y="2371"/>
                  <a:ext cx="23"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40" name="Line 1386"/>
                <p:cNvSpPr>
                  <a:spLocks noChangeShapeType="1"/>
                </p:cNvSpPr>
                <p:nvPr/>
              </p:nvSpPr>
              <p:spPr bwMode="auto">
                <a:xfrm>
                  <a:off x="1552"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41" name="Line 1387"/>
                <p:cNvSpPr>
                  <a:spLocks noChangeShapeType="1"/>
                </p:cNvSpPr>
                <p:nvPr/>
              </p:nvSpPr>
              <p:spPr bwMode="auto">
                <a:xfrm>
                  <a:off x="1608"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42" name="Line 1388"/>
                <p:cNvSpPr>
                  <a:spLocks noChangeShapeType="1"/>
                </p:cNvSpPr>
                <p:nvPr/>
              </p:nvSpPr>
              <p:spPr bwMode="auto">
                <a:xfrm>
                  <a:off x="1664"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43" name="Line 1389"/>
                <p:cNvSpPr>
                  <a:spLocks noChangeShapeType="1"/>
                </p:cNvSpPr>
                <p:nvPr/>
              </p:nvSpPr>
              <p:spPr bwMode="auto">
                <a:xfrm>
                  <a:off x="1720"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44" name="Line 1390"/>
                <p:cNvSpPr>
                  <a:spLocks noChangeShapeType="1"/>
                </p:cNvSpPr>
                <p:nvPr/>
              </p:nvSpPr>
              <p:spPr bwMode="auto">
                <a:xfrm>
                  <a:off x="1776" y="2371"/>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340" name="Group 1391"/>
            <p:cNvGrpSpPr>
              <a:grpSpLocks/>
            </p:cNvGrpSpPr>
            <p:nvPr/>
          </p:nvGrpSpPr>
          <p:grpSpPr bwMode="auto">
            <a:xfrm>
              <a:off x="1489" y="2650"/>
              <a:ext cx="423" cy="56"/>
              <a:chOff x="1489" y="2650"/>
              <a:chExt cx="423" cy="56"/>
            </a:xfrm>
          </p:grpSpPr>
          <p:sp>
            <p:nvSpPr>
              <p:cNvPr id="56429" name="Freeform 1392"/>
              <p:cNvSpPr>
                <a:spLocks/>
              </p:cNvSpPr>
              <p:nvPr/>
            </p:nvSpPr>
            <p:spPr bwMode="auto">
              <a:xfrm>
                <a:off x="1792" y="2650"/>
                <a:ext cx="120" cy="56"/>
              </a:xfrm>
              <a:custGeom>
                <a:avLst/>
                <a:gdLst>
                  <a:gd name="T0" fmla="*/ 120 w 120"/>
                  <a:gd name="T1" fmla="*/ 24 h 56"/>
                  <a:gd name="T2" fmla="*/ 0 w 120"/>
                  <a:gd name="T3" fmla="*/ 56 h 56"/>
                  <a:gd name="T4" fmla="*/ 0 w 120"/>
                  <a:gd name="T5" fmla="*/ 24 h 56"/>
                  <a:gd name="T6" fmla="*/ 0 w 120"/>
                  <a:gd name="T7" fmla="*/ 0 h 56"/>
                  <a:gd name="T8" fmla="*/ 120 w 120"/>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 h="56">
                    <a:moveTo>
                      <a:pt x="120" y="24"/>
                    </a:moveTo>
                    <a:lnTo>
                      <a:pt x="0" y="56"/>
                    </a:lnTo>
                    <a:lnTo>
                      <a:pt x="0" y="24"/>
                    </a:lnTo>
                    <a:lnTo>
                      <a:pt x="0" y="0"/>
                    </a:lnTo>
                    <a:lnTo>
                      <a:pt x="120" y="24"/>
                    </a:lnTo>
                    <a:close/>
                  </a:path>
                </a:pathLst>
              </a:custGeom>
              <a:solidFill>
                <a:schemeClr val="tx1"/>
              </a:solidFill>
              <a:ln w="9525">
                <a:solidFill>
                  <a:schemeClr val="tx1"/>
                </a:solidFill>
                <a:round/>
                <a:headEnd/>
                <a:tailEnd/>
              </a:ln>
            </p:spPr>
            <p:txBody>
              <a:bodyPr/>
              <a:lstStyle/>
              <a:p>
                <a:endParaRPr lang="en-US"/>
              </a:p>
            </p:txBody>
          </p:sp>
          <p:grpSp>
            <p:nvGrpSpPr>
              <p:cNvPr id="56430" name="Group 1393"/>
              <p:cNvGrpSpPr>
                <a:grpSpLocks/>
              </p:cNvGrpSpPr>
              <p:nvPr/>
            </p:nvGrpSpPr>
            <p:grpSpPr bwMode="auto">
              <a:xfrm>
                <a:off x="1489" y="2674"/>
                <a:ext cx="295" cy="1"/>
                <a:chOff x="1489" y="2674"/>
                <a:chExt cx="295" cy="1"/>
              </a:xfrm>
            </p:grpSpPr>
            <p:sp>
              <p:nvSpPr>
                <p:cNvPr id="56431" name="Line 1394"/>
                <p:cNvSpPr>
                  <a:spLocks noChangeShapeType="1"/>
                </p:cNvSpPr>
                <p:nvPr/>
              </p:nvSpPr>
              <p:spPr bwMode="auto">
                <a:xfrm>
                  <a:off x="1489"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32" name="Line 1395"/>
                <p:cNvSpPr>
                  <a:spLocks noChangeShapeType="1"/>
                </p:cNvSpPr>
                <p:nvPr/>
              </p:nvSpPr>
              <p:spPr bwMode="auto">
                <a:xfrm>
                  <a:off x="1544"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33" name="Line 1396"/>
                <p:cNvSpPr>
                  <a:spLocks noChangeShapeType="1"/>
                </p:cNvSpPr>
                <p:nvPr/>
              </p:nvSpPr>
              <p:spPr bwMode="auto">
                <a:xfrm>
                  <a:off x="1600"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34" name="Line 1397"/>
                <p:cNvSpPr>
                  <a:spLocks noChangeShapeType="1"/>
                </p:cNvSpPr>
                <p:nvPr/>
              </p:nvSpPr>
              <p:spPr bwMode="auto">
                <a:xfrm>
                  <a:off x="1656"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35" name="Line 1398"/>
                <p:cNvSpPr>
                  <a:spLocks noChangeShapeType="1"/>
                </p:cNvSpPr>
                <p:nvPr/>
              </p:nvSpPr>
              <p:spPr bwMode="auto">
                <a:xfrm>
                  <a:off x="1712"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36" name="Line 1399"/>
                <p:cNvSpPr>
                  <a:spLocks noChangeShapeType="1"/>
                </p:cNvSpPr>
                <p:nvPr/>
              </p:nvSpPr>
              <p:spPr bwMode="auto">
                <a:xfrm>
                  <a:off x="1768" y="2674"/>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341" name="Group 1400"/>
            <p:cNvGrpSpPr>
              <a:grpSpLocks/>
            </p:cNvGrpSpPr>
            <p:nvPr/>
          </p:nvGrpSpPr>
          <p:grpSpPr bwMode="auto">
            <a:xfrm>
              <a:off x="1968" y="2650"/>
              <a:ext cx="415" cy="56"/>
              <a:chOff x="1968" y="2650"/>
              <a:chExt cx="415" cy="56"/>
            </a:xfrm>
          </p:grpSpPr>
          <p:sp>
            <p:nvSpPr>
              <p:cNvPr id="56421" name="Freeform 1401"/>
              <p:cNvSpPr>
                <a:spLocks/>
              </p:cNvSpPr>
              <p:nvPr/>
            </p:nvSpPr>
            <p:spPr bwMode="auto">
              <a:xfrm>
                <a:off x="2271" y="2650"/>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chemeClr val="tx1"/>
              </a:solidFill>
              <a:ln w="9525">
                <a:solidFill>
                  <a:schemeClr val="tx1"/>
                </a:solidFill>
                <a:round/>
                <a:headEnd/>
                <a:tailEnd/>
              </a:ln>
            </p:spPr>
            <p:txBody>
              <a:bodyPr/>
              <a:lstStyle/>
              <a:p>
                <a:endParaRPr lang="en-US"/>
              </a:p>
            </p:txBody>
          </p:sp>
          <p:grpSp>
            <p:nvGrpSpPr>
              <p:cNvPr id="56422" name="Group 1402"/>
              <p:cNvGrpSpPr>
                <a:grpSpLocks/>
              </p:cNvGrpSpPr>
              <p:nvPr/>
            </p:nvGrpSpPr>
            <p:grpSpPr bwMode="auto">
              <a:xfrm>
                <a:off x="1968" y="2674"/>
                <a:ext cx="295" cy="1"/>
                <a:chOff x="1968" y="2674"/>
                <a:chExt cx="295" cy="1"/>
              </a:xfrm>
            </p:grpSpPr>
            <p:sp>
              <p:nvSpPr>
                <p:cNvPr id="56423" name="Line 1403"/>
                <p:cNvSpPr>
                  <a:spLocks noChangeShapeType="1"/>
                </p:cNvSpPr>
                <p:nvPr/>
              </p:nvSpPr>
              <p:spPr bwMode="auto">
                <a:xfrm>
                  <a:off x="1968"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24" name="Line 1404"/>
                <p:cNvSpPr>
                  <a:spLocks noChangeShapeType="1"/>
                </p:cNvSpPr>
                <p:nvPr/>
              </p:nvSpPr>
              <p:spPr bwMode="auto">
                <a:xfrm>
                  <a:off x="2023"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25" name="Line 1405"/>
                <p:cNvSpPr>
                  <a:spLocks noChangeShapeType="1"/>
                </p:cNvSpPr>
                <p:nvPr/>
              </p:nvSpPr>
              <p:spPr bwMode="auto">
                <a:xfrm>
                  <a:off x="2079"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26" name="Line 1406"/>
                <p:cNvSpPr>
                  <a:spLocks noChangeShapeType="1"/>
                </p:cNvSpPr>
                <p:nvPr/>
              </p:nvSpPr>
              <p:spPr bwMode="auto">
                <a:xfrm>
                  <a:off x="2135"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27" name="Line 1407"/>
                <p:cNvSpPr>
                  <a:spLocks noChangeShapeType="1"/>
                </p:cNvSpPr>
                <p:nvPr/>
              </p:nvSpPr>
              <p:spPr bwMode="auto">
                <a:xfrm>
                  <a:off x="2191"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28" name="Line 1408"/>
                <p:cNvSpPr>
                  <a:spLocks noChangeShapeType="1"/>
                </p:cNvSpPr>
                <p:nvPr/>
              </p:nvSpPr>
              <p:spPr bwMode="auto">
                <a:xfrm>
                  <a:off x="2247" y="2674"/>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342" name="Group 1409"/>
            <p:cNvGrpSpPr>
              <a:grpSpLocks/>
            </p:cNvGrpSpPr>
            <p:nvPr/>
          </p:nvGrpSpPr>
          <p:grpSpPr bwMode="auto">
            <a:xfrm>
              <a:off x="1489" y="2953"/>
              <a:ext cx="423" cy="56"/>
              <a:chOff x="1489" y="2953"/>
              <a:chExt cx="423" cy="56"/>
            </a:xfrm>
          </p:grpSpPr>
          <p:sp>
            <p:nvSpPr>
              <p:cNvPr id="56413" name="Freeform 1410"/>
              <p:cNvSpPr>
                <a:spLocks/>
              </p:cNvSpPr>
              <p:nvPr/>
            </p:nvSpPr>
            <p:spPr bwMode="auto">
              <a:xfrm>
                <a:off x="1792" y="2953"/>
                <a:ext cx="120" cy="56"/>
              </a:xfrm>
              <a:custGeom>
                <a:avLst/>
                <a:gdLst>
                  <a:gd name="T0" fmla="*/ 120 w 120"/>
                  <a:gd name="T1" fmla="*/ 32 h 56"/>
                  <a:gd name="T2" fmla="*/ 0 w 120"/>
                  <a:gd name="T3" fmla="*/ 56 h 56"/>
                  <a:gd name="T4" fmla="*/ 0 w 120"/>
                  <a:gd name="T5" fmla="*/ 32 h 56"/>
                  <a:gd name="T6" fmla="*/ 0 w 120"/>
                  <a:gd name="T7" fmla="*/ 0 h 56"/>
                  <a:gd name="T8" fmla="*/ 120 w 120"/>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 h="56">
                    <a:moveTo>
                      <a:pt x="120" y="32"/>
                    </a:moveTo>
                    <a:lnTo>
                      <a:pt x="0" y="56"/>
                    </a:lnTo>
                    <a:lnTo>
                      <a:pt x="0" y="32"/>
                    </a:lnTo>
                    <a:lnTo>
                      <a:pt x="0" y="0"/>
                    </a:lnTo>
                    <a:lnTo>
                      <a:pt x="120" y="32"/>
                    </a:lnTo>
                    <a:close/>
                  </a:path>
                </a:pathLst>
              </a:custGeom>
              <a:solidFill>
                <a:schemeClr val="tx1"/>
              </a:solidFill>
              <a:ln w="9525">
                <a:solidFill>
                  <a:schemeClr val="tx1"/>
                </a:solidFill>
                <a:round/>
                <a:headEnd/>
                <a:tailEnd/>
              </a:ln>
            </p:spPr>
            <p:txBody>
              <a:bodyPr/>
              <a:lstStyle/>
              <a:p>
                <a:endParaRPr lang="en-US"/>
              </a:p>
            </p:txBody>
          </p:sp>
          <p:grpSp>
            <p:nvGrpSpPr>
              <p:cNvPr id="56414" name="Group 1411"/>
              <p:cNvGrpSpPr>
                <a:grpSpLocks/>
              </p:cNvGrpSpPr>
              <p:nvPr/>
            </p:nvGrpSpPr>
            <p:grpSpPr bwMode="auto">
              <a:xfrm>
                <a:off x="1489" y="2985"/>
                <a:ext cx="295" cy="1"/>
                <a:chOff x="1489" y="2985"/>
                <a:chExt cx="295" cy="1"/>
              </a:xfrm>
            </p:grpSpPr>
            <p:sp>
              <p:nvSpPr>
                <p:cNvPr id="56415" name="Line 1412"/>
                <p:cNvSpPr>
                  <a:spLocks noChangeShapeType="1"/>
                </p:cNvSpPr>
                <p:nvPr/>
              </p:nvSpPr>
              <p:spPr bwMode="auto">
                <a:xfrm>
                  <a:off x="1489"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16" name="Line 1413"/>
                <p:cNvSpPr>
                  <a:spLocks noChangeShapeType="1"/>
                </p:cNvSpPr>
                <p:nvPr/>
              </p:nvSpPr>
              <p:spPr bwMode="auto">
                <a:xfrm>
                  <a:off x="1544"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17" name="Line 1414"/>
                <p:cNvSpPr>
                  <a:spLocks noChangeShapeType="1"/>
                </p:cNvSpPr>
                <p:nvPr/>
              </p:nvSpPr>
              <p:spPr bwMode="auto">
                <a:xfrm>
                  <a:off x="1600"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18" name="Line 1415"/>
                <p:cNvSpPr>
                  <a:spLocks noChangeShapeType="1"/>
                </p:cNvSpPr>
                <p:nvPr/>
              </p:nvSpPr>
              <p:spPr bwMode="auto">
                <a:xfrm>
                  <a:off x="1656"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19" name="Line 1416"/>
                <p:cNvSpPr>
                  <a:spLocks noChangeShapeType="1"/>
                </p:cNvSpPr>
                <p:nvPr/>
              </p:nvSpPr>
              <p:spPr bwMode="auto">
                <a:xfrm>
                  <a:off x="1712"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20" name="Line 1417"/>
                <p:cNvSpPr>
                  <a:spLocks noChangeShapeType="1"/>
                </p:cNvSpPr>
                <p:nvPr/>
              </p:nvSpPr>
              <p:spPr bwMode="auto">
                <a:xfrm>
                  <a:off x="1768" y="2985"/>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343" name="Group 1418"/>
            <p:cNvGrpSpPr>
              <a:grpSpLocks/>
            </p:cNvGrpSpPr>
            <p:nvPr/>
          </p:nvGrpSpPr>
          <p:grpSpPr bwMode="auto">
            <a:xfrm>
              <a:off x="1952" y="2953"/>
              <a:ext cx="415" cy="56"/>
              <a:chOff x="1952" y="2953"/>
              <a:chExt cx="415" cy="56"/>
            </a:xfrm>
          </p:grpSpPr>
          <p:sp>
            <p:nvSpPr>
              <p:cNvPr id="56405" name="Freeform 1419"/>
              <p:cNvSpPr>
                <a:spLocks/>
              </p:cNvSpPr>
              <p:nvPr/>
            </p:nvSpPr>
            <p:spPr bwMode="auto">
              <a:xfrm>
                <a:off x="2255"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chemeClr val="tx1"/>
              </a:solidFill>
              <a:ln w="9525">
                <a:solidFill>
                  <a:schemeClr val="tx1"/>
                </a:solidFill>
                <a:round/>
                <a:headEnd/>
                <a:tailEnd/>
              </a:ln>
            </p:spPr>
            <p:txBody>
              <a:bodyPr/>
              <a:lstStyle/>
              <a:p>
                <a:endParaRPr lang="en-US"/>
              </a:p>
            </p:txBody>
          </p:sp>
          <p:grpSp>
            <p:nvGrpSpPr>
              <p:cNvPr id="56406" name="Group 1420"/>
              <p:cNvGrpSpPr>
                <a:grpSpLocks/>
              </p:cNvGrpSpPr>
              <p:nvPr/>
            </p:nvGrpSpPr>
            <p:grpSpPr bwMode="auto">
              <a:xfrm>
                <a:off x="1952" y="2985"/>
                <a:ext cx="295" cy="1"/>
                <a:chOff x="1952" y="2985"/>
                <a:chExt cx="295" cy="1"/>
              </a:xfrm>
            </p:grpSpPr>
            <p:sp>
              <p:nvSpPr>
                <p:cNvPr id="56407" name="Line 1421"/>
                <p:cNvSpPr>
                  <a:spLocks noChangeShapeType="1"/>
                </p:cNvSpPr>
                <p:nvPr/>
              </p:nvSpPr>
              <p:spPr bwMode="auto">
                <a:xfrm>
                  <a:off x="1952"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08" name="Line 1422"/>
                <p:cNvSpPr>
                  <a:spLocks noChangeShapeType="1"/>
                </p:cNvSpPr>
                <p:nvPr/>
              </p:nvSpPr>
              <p:spPr bwMode="auto">
                <a:xfrm>
                  <a:off x="2008" y="2985"/>
                  <a:ext cx="23"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09" name="Line 1423"/>
                <p:cNvSpPr>
                  <a:spLocks noChangeShapeType="1"/>
                </p:cNvSpPr>
                <p:nvPr/>
              </p:nvSpPr>
              <p:spPr bwMode="auto">
                <a:xfrm>
                  <a:off x="2063"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10" name="Line 1424"/>
                <p:cNvSpPr>
                  <a:spLocks noChangeShapeType="1"/>
                </p:cNvSpPr>
                <p:nvPr/>
              </p:nvSpPr>
              <p:spPr bwMode="auto">
                <a:xfrm>
                  <a:off x="2119"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11" name="Line 1425"/>
                <p:cNvSpPr>
                  <a:spLocks noChangeShapeType="1"/>
                </p:cNvSpPr>
                <p:nvPr/>
              </p:nvSpPr>
              <p:spPr bwMode="auto">
                <a:xfrm>
                  <a:off x="2175"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12" name="Line 1426"/>
                <p:cNvSpPr>
                  <a:spLocks noChangeShapeType="1"/>
                </p:cNvSpPr>
                <p:nvPr/>
              </p:nvSpPr>
              <p:spPr bwMode="auto">
                <a:xfrm>
                  <a:off x="2231" y="2985"/>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344" name="Group 1427"/>
            <p:cNvGrpSpPr>
              <a:grpSpLocks/>
            </p:cNvGrpSpPr>
            <p:nvPr/>
          </p:nvGrpSpPr>
          <p:grpSpPr bwMode="auto">
            <a:xfrm>
              <a:off x="2415" y="2953"/>
              <a:ext cx="415" cy="56"/>
              <a:chOff x="2415" y="2953"/>
              <a:chExt cx="415" cy="56"/>
            </a:xfrm>
          </p:grpSpPr>
          <p:sp>
            <p:nvSpPr>
              <p:cNvPr id="56397" name="Freeform 1428"/>
              <p:cNvSpPr>
                <a:spLocks/>
              </p:cNvSpPr>
              <p:nvPr/>
            </p:nvSpPr>
            <p:spPr bwMode="auto">
              <a:xfrm>
                <a:off x="2718"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chemeClr val="tx1"/>
              </a:solidFill>
              <a:ln w="9525">
                <a:solidFill>
                  <a:schemeClr val="tx1"/>
                </a:solidFill>
                <a:round/>
                <a:headEnd/>
                <a:tailEnd/>
              </a:ln>
            </p:spPr>
            <p:txBody>
              <a:bodyPr/>
              <a:lstStyle/>
              <a:p>
                <a:endParaRPr lang="en-US"/>
              </a:p>
            </p:txBody>
          </p:sp>
          <p:grpSp>
            <p:nvGrpSpPr>
              <p:cNvPr id="56398" name="Group 1429"/>
              <p:cNvGrpSpPr>
                <a:grpSpLocks/>
              </p:cNvGrpSpPr>
              <p:nvPr/>
            </p:nvGrpSpPr>
            <p:grpSpPr bwMode="auto">
              <a:xfrm>
                <a:off x="2415" y="2985"/>
                <a:ext cx="295" cy="1"/>
                <a:chOff x="2415" y="2985"/>
                <a:chExt cx="295" cy="1"/>
              </a:xfrm>
            </p:grpSpPr>
            <p:sp>
              <p:nvSpPr>
                <p:cNvPr id="56399" name="Line 1430"/>
                <p:cNvSpPr>
                  <a:spLocks noChangeShapeType="1"/>
                </p:cNvSpPr>
                <p:nvPr/>
              </p:nvSpPr>
              <p:spPr bwMode="auto">
                <a:xfrm>
                  <a:off x="2415"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00" name="Line 1431"/>
                <p:cNvSpPr>
                  <a:spLocks noChangeShapeType="1"/>
                </p:cNvSpPr>
                <p:nvPr/>
              </p:nvSpPr>
              <p:spPr bwMode="auto">
                <a:xfrm>
                  <a:off x="2471"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01" name="Line 1432"/>
                <p:cNvSpPr>
                  <a:spLocks noChangeShapeType="1"/>
                </p:cNvSpPr>
                <p:nvPr/>
              </p:nvSpPr>
              <p:spPr bwMode="auto">
                <a:xfrm>
                  <a:off x="2526"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02" name="Line 1433"/>
                <p:cNvSpPr>
                  <a:spLocks noChangeShapeType="1"/>
                </p:cNvSpPr>
                <p:nvPr/>
              </p:nvSpPr>
              <p:spPr bwMode="auto">
                <a:xfrm>
                  <a:off x="2582"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03" name="Line 1434"/>
                <p:cNvSpPr>
                  <a:spLocks noChangeShapeType="1"/>
                </p:cNvSpPr>
                <p:nvPr/>
              </p:nvSpPr>
              <p:spPr bwMode="auto">
                <a:xfrm>
                  <a:off x="2638"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404" name="Line 1435"/>
                <p:cNvSpPr>
                  <a:spLocks noChangeShapeType="1"/>
                </p:cNvSpPr>
                <p:nvPr/>
              </p:nvSpPr>
              <p:spPr bwMode="auto">
                <a:xfrm>
                  <a:off x="2694" y="2985"/>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345" name="Group 1436"/>
            <p:cNvGrpSpPr>
              <a:grpSpLocks/>
            </p:cNvGrpSpPr>
            <p:nvPr/>
          </p:nvGrpSpPr>
          <p:grpSpPr bwMode="auto">
            <a:xfrm>
              <a:off x="2838" y="1741"/>
              <a:ext cx="40" cy="1260"/>
              <a:chOff x="2838" y="1741"/>
              <a:chExt cx="40" cy="1260"/>
            </a:xfrm>
          </p:grpSpPr>
          <p:sp>
            <p:nvSpPr>
              <p:cNvPr id="56387" name="Oval 1437"/>
              <p:cNvSpPr>
                <a:spLocks noChangeArrowheads="1"/>
              </p:cNvSpPr>
              <p:nvPr/>
            </p:nvSpPr>
            <p:spPr bwMode="auto">
              <a:xfrm>
                <a:off x="2838" y="1741"/>
                <a:ext cx="40" cy="40"/>
              </a:xfrm>
              <a:prstGeom prst="ellipse">
                <a:avLst/>
              </a:prstGeom>
              <a:solidFill>
                <a:schemeClr val="tx1"/>
              </a:solidFill>
              <a:ln w="9525">
                <a:solidFill>
                  <a:schemeClr val="tx1"/>
                </a:solidFill>
                <a:round/>
                <a:headEnd/>
                <a:tailEnd/>
              </a:ln>
            </p:spPr>
            <p:txBody>
              <a:bodyPr/>
              <a:lstStyle/>
              <a:p>
                <a:endParaRPr lang="en-US"/>
              </a:p>
            </p:txBody>
          </p:sp>
          <p:sp>
            <p:nvSpPr>
              <p:cNvPr id="56388" name="Oval 1438"/>
              <p:cNvSpPr>
                <a:spLocks noChangeArrowheads="1"/>
              </p:cNvSpPr>
              <p:nvPr/>
            </p:nvSpPr>
            <p:spPr bwMode="auto">
              <a:xfrm>
                <a:off x="2838" y="1741"/>
                <a:ext cx="40" cy="40"/>
              </a:xfrm>
              <a:prstGeom prst="ellipse">
                <a:avLst/>
              </a:prstGeom>
              <a:solidFill>
                <a:schemeClr val="tx1"/>
              </a:solidFill>
              <a:ln w="25400">
                <a:solidFill>
                  <a:schemeClr val="tx1"/>
                </a:solidFill>
                <a:round/>
                <a:headEnd/>
                <a:tailEnd/>
              </a:ln>
            </p:spPr>
            <p:txBody>
              <a:bodyPr/>
              <a:lstStyle/>
              <a:p>
                <a:endParaRPr lang="en-US"/>
              </a:p>
            </p:txBody>
          </p:sp>
          <p:sp>
            <p:nvSpPr>
              <p:cNvPr id="56389" name="Oval 1439"/>
              <p:cNvSpPr>
                <a:spLocks noChangeArrowheads="1"/>
              </p:cNvSpPr>
              <p:nvPr/>
            </p:nvSpPr>
            <p:spPr bwMode="auto">
              <a:xfrm>
                <a:off x="2846" y="2044"/>
                <a:ext cx="32" cy="32"/>
              </a:xfrm>
              <a:prstGeom prst="ellipse">
                <a:avLst/>
              </a:prstGeom>
              <a:solidFill>
                <a:schemeClr val="tx1"/>
              </a:solidFill>
              <a:ln w="9525">
                <a:solidFill>
                  <a:schemeClr val="tx1"/>
                </a:solidFill>
                <a:round/>
                <a:headEnd/>
                <a:tailEnd/>
              </a:ln>
            </p:spPr>
            <p:txBody>
              <a:bodyPr/>
              <a:lstStyle/>
              <a:p>
                <a:endParaRPr lang="en-US"/>
              </a:p>
            </p:txBody>
          </p:sp>
          <p:sp>
            <p:nvSpPr>
              <p:cNvPr id="56390" name="Oval 1440"/>
              <p:cNvSpPr>
                <a:spLocks noChangeArrowheads="1"/>
              </p:cNvSpPr>
              <p:nvPr/>
            </p:nvSpPr>
            <p:spPr bwMode="auto">
              <a:xfrm>
                <a:off x="2846" y="2044"/>
                <a:ext cx="32" cy="32"/>
              </a:xfrm>
              <a:prstGeom prst="ellipse">
                <a:avLst/>
              </a:prstGeom>
              <a:solidFill>
                <a:schemeClr val="tx1"/>
              </a:solidFill>
              <a:ln w="25400">
                <a:solidFill>
                  <a:schemeClr val="tx1"/>
                </a:solidFill>
                <a:round/>
                <a:headEnd/>
                <a:tailEnd/>
              </a:ln>
            </p:spPr>
            <p:txBody>
              <a:bodyPr/>
              <a:lstStyle/>
              <a:p>
                <a:endParaRPr lang="en-US"/>
              </a:p>
            </p:txBody>
          </p:sp>
          <p:sp>
            <p:nvSpPr>
              <p:cNvPr id="56391" name="Oval 1441"/>
              <p:cNvSpPr>
                <a:spLocks noChangeArrowheads="1"/>
              </p:cNvSpPr>
              <p:nvPr/>
            </p:nvSpPr>
            <p:spPr bwMode="auto">
              <a:xfrm>
                <a:off x="2846" y="2355"/>
                <a:ext cx="32" cy="32"/>
              </a:xfrm>
              <a:prstGeom prst="ellipse">
                <a:avLst/>
              </a:prstGeom>
              <a:solidFill>
                <a:schemeClr val="tx1"/>
              </a:solidFill>
              <a:ln w="9525">
                <a:solidFill>
                  <a:schemeClr val="tx1"/>
                </a:solidFill>
                <a:round/>
                <a:headEnd/>
                <a:tailEnd/>
              </a:ln>
            </p:spPr>
            <p:txBody>
              <a:bodyPr/>
              <a:lstStyle/>
              <a:p>
                <a:endParaRPr lang="en-US"/>
              </a:p>
            </p:txBody>
          </p:sp>
          <p:sp>
            <p:nvSpPr>
              <p:cNvPr id="56392" name="Oval 1442"/>
              <p:cNvSpPr>
                <a:spLocks noChangeArrowheads="1"/>
              </p:cNvSpPr>
              <p:nvPr/>
            </p:nvSpPr>
            <p:spPr bwMode="auto">
              <a:xfrm>
                <a:off x="2846" y="2355"/>
                <a:ext cx="32" cy="32"/>
              </a:xfrm>
              <a:prstGeom prst="ellipse">
                <a:avLst/>
              </a:prstGeom>
              <a:solidFill>
                <a:schemeClr val="tx1"/>
              </a:solidFill>
              <a:ln w="25400">
                <a:solidFill>
                  <a:schemeClr val="tx1"/>
                </a:solidFill>
                <a:round/>
                <a:headEnd/>
                <a:tailEnd/>
              </a:ln>
            </p:spPr>
            <p:txBody>
              <a:bodyPr/>
              <a:lstStyle/>
              <a:p>
                <a:endParaRPr lang="en-US"/>
              </a:p>
            </p:txBody>
          </p:sp>
          <p:sp>
            <p:nvSpPr>
              <p:cNvPr id="56393" name="Oval 1443"/>
              <p:cNvSpPr>
                <a:spLocks noChangeArrowheads="1"/>
              </p:cNvSpPr>
              <p:nvPr/>
            </p:nvSpPr>
            <p:spPr bwMode="auto">
              <a:xfrm>
                <a:off x="2838" y="2658"/>
                <a:ext cx="40" cy="32"/>
              </a:xfrm>
              <a:prstGeom prst="ellipse">
                <a:avLst/>
              </a:prstGeom>
              <a:solidFill>
                <a:schemeClr val="tx1"/>
              </a:solidFill>
              <a:ln w="9525">
                <a:solidFill>
                  <a:schemeClr val="tx1"/>
                </a:solidFill>
                <a:round/>
                <a:headEnd/>
                <a:tailEnd/>
              </a:ln>
            </p:spPr>
            <p:txBody>
              <a:bodyPr/>
              <a:lstStyle/>
              <a:p>
                <a:endParaRPr lang="en-US"/>
              </a:p>
            </p:txBody>
          </p:sp>
          <p:sp>
            <p:nvSpPr>
              <p:cNvPr id="56394" name="Oval 1444"/>
              <p:cNvSpPr>
                <a:spLocks noChangeArrowheads="1"/>
              </p:cNvSpPr>
              <p:nvPr/>
            </p:nvSpPr>
            <p:spPr bwMode="auto">
              <a:xfrm>
                <a:off x="2838" y="2658"/>
                <a:ext cx="40" cy="32"/>
              </a:xfrm>
              <a:prstGeom prst="ellipse">
                <a:avLst/>
              </a:prstGeom>
              <a:solidFill>
                <a:schemeClr val="tx1"/>
              </a:solidFill>
              <a:ln w="25400">
                <a:solidFill>
                  <a:schemeClr val="tx1"/>
                </a:solidFill>
                <a:round/>
                <a:headEnd/>
                <a:tailEnd/>
              </a:ln>
            </p:spPr>
            <p:txBody>
              <a:bodyPr/>
              <a:lstStyle/>
              <a:p>
                <a:endParaRPr lang="en-US"/>
              </a:p>
            </p:txBody>
          </p:sp>
          <p:sp>
            <p:nvSpPr>
              <p:cNvPr id="56395" name="Oval 1445"/>
              <p:cNvSpPr>
                <a:spLocks noChangeArrowheads="1"/>
              </p:cNvSpPr>
              <p:nvPr/>
            </p:nvSpPr>
            <p:spPr bwMode="auto">
              <a:xfrm>
                <a:off x="2838" y="2969"/>
                <a:ext cx="32" cy="32"/>
              </a:xfrm>
              <a:prstGeom prst="ellipse">
                <a:avLst/>
              </a:prstGeom>
              <a:solidFill>
                <a:schemeClr val="tx1"/>
              </a:solidFill>
              <a:ln w="9525">
                <a:solidFill>
                  <a:schemeClr val="tx1"/>
                </a:solidFill>
                <a:round/>
                <a:headEnd/>
                <a:tailEnd/>
              </a:ln>
            </p:spPr>
            <p:txBody>
              <a:bodyPr/>
              <a:lstStyle/>
              <a:p>
                <a:endParaRPr lang="en-US"/>
              </a:p>
            </p:txBody>
          </p:sp>
          <p:sp>
            <p:nvSpPr>
              <p:cNvPr id="56396" name="Oval 1446"/>
              <p:cNvSpPr>
                <a:spLocks noChangeArrowheads="1"/>
              </p:cNvSpPr>
              <p:nvPr/>
            </p:nvSpPr>
            <p:spPr bwMode="auto">
              <a:xfrm>
                <a:off x="2838" y="2969"/>
                <a:ext cx="32" cy="32"/>
              </a:xfrm>
              <a:prstGeom prst="ellipse">
                <a:avLst/>
              </a:prstGeom>
              <a:solidFill>
                <a:schemeClr val="tx1"/>
              </a:solidFill>
              <a:ln w="25400">
                <a:solidFill>
                  <a:schemeClr val="tx1"/>
                </a:solidFill>
                <a:round/>
                <a:headEnd/>
                <a:tailEnd/>
              </a:ln>
            </p:spPr>
            <p:txBody>
              <a:bodyPr/>
              <a:lstStyle/>
              <a:p>
                <a:endParaRPr lang="en-US"/>
              </a:p>
            </p:txBody>
          </p:sp>
        </p:grpSp>
        <p:grpSp>
          <p:nvGrpSpPr>
            <p:cNvPr id="55346" name="Group 1447"/>
            <p:cNvGrpSpPr>
              <a:grpSpLocks/>
            </p:cNvGrpSpPr>
            <p:nvPr/>
          </p:nvGrpSpPr>
          <p:grpSpPr bwMode="auto">
            <a:xfrm>
              <a:off x="1912" y="3272"/>
              <a:ext cx="32" cy="335"/>
              <a:chOff x="1912" y="3272"/>
              <a:chExt cx="32" cy="335"/>
            </a:xfrm>
          </p:grpSpPr>
          <p:sp>
            <p:nvSpPr>
              <p:cNvPr id="56383" name="Oval 1448"/>
              <p:cNvSpPr>
                <a:spLocks noChangeArrowheads="1"/>
              </p:cNvSpPr>
              <p:nvPr/>
            </p:nvSpPr>
            <p:spPr bwMode="auto">
              <a:xfrm>
                <a:off x="1912" y="3272"/>
                <a:ext cx="32" cy="32"/>
              </a:xfrm>
              <a:prstGeom prst="ellipse">
                <a:avLst/>
              </a:prstGeom>
              <a:solidFill>
                <a:schemeClr val="tx1"/>
              </a:solidFill>
              <a:ln w="9525">
                <a:solidFill>
                  <a:schemeClr val="tx1"/>
                </a:solidFill>
                <a:round/>
                <a:headEnd/>
                <a:tailEnd/>
              </a:ln>
            </p:spPr>
            <p:txBody>
              <a:bodyPr/>
              <a:lstStyle/>
              <a:p>
                <a:endParaRPr lang="en-US"/>
              </a:p>
            </p:txBody>
          </p:sp>
          <p:sp>
            <p:nvSpPr>
              <p:cNvPr id="56384" name="Oval 1449"/>
              <p:cNvSpPr>
                <a:spLocks noChangeArrowheads="1"/>
              </p:cNvSpPr>
              <p:nvPr/>
            </p:nvSpPr>
            <p:spPr bwMode="auto">
              <a:xfrm>
                <a:off x="1912" y="3272"/>
                <a:ext cx="32" cy="32"/>
              </a:xfrm>
              <a:prstGeom prst="ellipse">
                <a:avLst/>
              </a:prstGeom>
              <a:solidFill>
                <a:schemeClr val="tx1"/>
              </a:solidFill>
              <a:ln w="25400">
                <a:solidFill>
                  <a:schemeClr val="tx1"/>
                </a:solidFill>
                <a:round/>
                <a:headEnd/>
                <a:tailEnd/>
              </a:ln>
            </p:spPr>
            <p:txBody>
              <a:bodyPr/>
              <a:lstStyle/>
              <a:p>
                <a:endParaRPr lang="en-US"/>
              </a:p>
            </p:txBody>
          </p:sp>
          <p:sp>
            <p:nvSpPr>
              <p:cNvPr id="56385" name="Oval 1450"/>
              <p:cNvSpPr>
                <a:spLocks noChangeArrowheads="1"/>
              </p:cNvSpPr>
              <p:nvPr/>
            </p:nvSpPr>
            <p:spPr bwMode="auto">
              <a:xfrm>
                <a:off x="1912" y="3575"/>
                <a:ext cx="32" cy="32"/>
              </a:xfrm>
              <a:prstGeom prst="ellipse">
                <a:avLst/>
              </a:prstGeom>
              <a:solidFill>
                <a:schemeClr val="tx1"/>
              </a:solidFill>
              <a:ln w="9525">
                <a:solidFill>
                  <a:schemeClr val="tx1"/>
                </a:solidFill>
                <a:round/>
                <a:headEnd/>
                <a:tailEnd/>
              </a:ln>
            </p:spPr>
            <p:txBody>
              <a:bodyPr/>
              <a:lstStyle/>
              <a:p>
                <a:endParaRPr lang="en-US"/>
              </a:p>
            </p:txBody>
          </p:sp>
          <p:sp>
            <p:nvSpPr>
              <p:cNvPr id="56386" name="Oval 1451"/>
              <p:cNvSpPr>
                <a:spLocks noChangeArrowheads="1"/>
              </p:cNvSpPr>
              <p:nvPr/>
            </p:nvSpPr>
            <p:spPr bwMode="auto">
              <a:xfrm>
                <a:off x="1912" y="3575"/>
                <a:ext cx="32" cy="32"/>
              </a:xfrm>
              <a:prstGeom prst="ellipse">
                <a:avLst/>
              </a:prstGeom>
              <a:solidFill>
                <a:schemeClr val="tx1"/>
              </a:solidFill>
              <a:ln w="25400">
                <a:solidFill>
                  <a:schemeClr val="tx1"/>
                </a:solidFill>
                <a:round/>
                <a:headEnd/>
                <a:tailEnd/>
              </a:ln>
            </p:spPr>
            <p:txBody>
              <a:bodyPr/>
              <a:lstStyle/>
              <a:p>
                <a:endParaRPr lang="en-US"/>
              </a:p>
            </p:txBody>
          </p:sp>
        </p:grpSp>
        <p:grpSp>
          <p:nvGrpSpPr>
            <p:cNvPr id="55347" name="Group 1452"/>
            <p:cNvGrpSpPr>
              <a:grpSpLocks/>
            </p:cNvGrpSpPr>
            <p:nvPr/>
          </p:nvGrpSpPr>
          <p:grpSpPr bwMode="auto">
            <a:xfrm>
              <a:off x="1449" y="3272"/>
              <a:ext cx="40" cy="335"/>
              <a:chOff x="1449" y="3272"/>
              <a:chExt cx="40" cy="335"/>
            </a:xfrm>
          </p:grpSpPr>
          <p:sp>
            <p:nvSpPr>
              <p:cNvPr id="56379" name="Oval 1453"/>
              <p:cNvSpPr>
                <a:spLocks noChangeArrowheads="1"/>
              </p:cNvSpPr>
              <p:nvPr/>
            </p:nvSpPr>
            <p:spPr bwMode="auto">
              <a:xfrm>
                <a:off x="1449" y="3272"/>
                <a:ext cx="40" cy="32"/>
              </a:xfrm>
              <a:prstGeom prst="ellipse">
                <a:avLst/>
              </a:prstGeom>
              <a:solidFill>
                <a:schemeClr val="tx1"/>
              </a:solidFill>
              <a:ln w="9525">
                <a:solidFill>
                  <a:schemeClr val="tx1"/>
                </a:solidFill>
                <a:round/>
                <a:headEnd/>
                <a:tailEnd/>
              </a:ln>
            </p:spPr>
            <p:txBody>
              <a:bodyPr/>
              <a:lstStyle/>
              <a:p>
                <a:endParaRPr lang="en-US"/>
              </a:p>
            </p:txBody>
          </p:sp>
          <p:sp>
            <p:nvSpPr>
              <p:cNvPr id="56380" name="Oval 1454"/>
              <p:cNvSpPr>
                <a:spLocks noChangeArrowheads="1"/>
              </p:cNvSpPr>
              <p:nvPr/>
            </p:nvSpPr>
            <p:spPr bwMode="auto">
              <a:xfrm>
                <a:off x="1449" y="3272"/>
                <a:ext cx="40" cy="32"/>
              </a:xfrm>
              <a:prstGeom prst="ellipse">
                <a:avLst/>
              </a:prstGeom>
              <a:solidFill>
                <a:schemeClr val="tx1"/>
              </a:solidFill>
              <a:ln w="25400">
                <a:solidFill>
                  <a:schemeClr val="tx1"/>
                </a:solidFill>
                <a:round/>
                <a:headEnd/>
                <a:tailEnd/>
              </a:ln>
            </p:spPr>
            <p:txBody>
              <a:bodyPr/>
              <a:lstStyle/>
              <a:p>
                <a:endParaRPr lang="en-US"/>
              </a:p>
            </p:txBody>
          </p:sp>
          <p:sp>
            <p:nvSpPr>
              <p:cNvPr id="56381" name="Oval 1455"/>
              <p:cNvSpPr>
                <a:spLocks noChangeArrowheads="1"/>
              </p:cNvSpPr>
              <p:nvPr/>
            </p:nvSpPr>
            <p:spPr bwMode="auto">
              <a:xfrm>
                <a:off x="1449" y="3575"/>
                <a:ext cx="40" cy="32"/>
              </a:xfrm>
              <a:prstGeom prst="ellipse">
                <a:avLst/>
              </a:prstGeom>
              <a:solidFill>
                <a:schemeClr val="tx1"/>
              </a:solidFill>
              <a:ln w="9525">
                <a:solidFill>
                  <a:schemeClr val="tx1"/>
                </a:solidFill>
                <a:round/>
                <a:headEnd/>
                <a:tailEnd/>
              </a:ln>
            </p:spPr>
            <p:txBody>
              <a:bodyPr/>
              <a:lstStyle/>
              <a:p>
                <a:endParaRPr lang="en-US"/>
              </a:p>
            </p:txBody>
          </p:sp>
          <p:sp>
            <p:nvSpPr>
              <p:cNvPr id="56382" name="Oval 1456"/>
              <p:cNvSpPr>
                <a:spLocks noChangeArrowheads="1"/>
              </p:cNvSpPr>
              <p:nvPr/>
            </p:nvSpPr>
            <p:spPr bwMode="auto">
              <a:xfrm>
                <a:off x="1449" y="3575"/>
                <a:ext cx="40" cy="32"/>
              </a:xfrm>
              <a:prstGeom prst="ellipse">
                <a:avLst/>
              </a:prstGeom>
              <a:solidFill>
                <a:schemeClr val="tx1"/>
              </a:solidFill>
              <a:ln w="25400">
                <a:solidFill>
                  <a:schemeClr val="tx1"/>
                </a:solidFill>
                <a:round/>
                <a:headEnd/>
                <a:tailEnd/>
              </a:ln>
            </p:spPr>
            <p:txBody>
              <a:bodyPr/>
              <a:lstStyle/>
              <a:p>
                <a:endParaRPr lang="en-US"/>
              </a:p>
            </p:txBody>
          </p:sp>
        </p:grpSp>
        <p:grpSp>
          <p:nvGrpSpPr>
            <p:cNvPr id="55348" name="Group 1457"/>
            <p:cNvGrpSpPr>
              <a:grpSpLocks/>
            </p:cNvGrpSpPr>
            <p:nvPr/>
          </p:nvGrpSpPr>
          <p:grpSpPr bwMode="auto">
            <a:xfrm>
              <a:off x="2367" y="3272"/>
              <a:ext cx="32" cy="335"/>
              <a:chOff x="2367" y="3272"/>
              <a:chExt cx="32" cy="335"/>
            </a:xfrm>
          </p:grpSpPr>
          <p:sp>
            <p:nvSpPr>
              <p:cNvPr id="56375" name="Oval 1458"/>
              <p:cNvSpPr>
                <a:spLocks noChangeArrowheads="1"/>
              </p:cNvSpPr>
              <p:nvPr/>
            </p:nvSpPr>
            <p:spPr bwMode="auto">
              <a:xfrm>
                <a:off x="2367" y="3272"/>
                <a:ext cx="32" cy="32"/>
              </a:xfrm>
              <a:prstGeom prst="ellipse">
                <a:avLst/>
              </a:prstGeom>
              <a:solidFill>
                <a:schemeClr val="tx1"/>
              </a:solidFill>
              <a:ln w="9525">
                <a:solidFill>
                  <a:schemeClr val="tx1"/>
                </a:solidFill>
                <a:round/>
                <a:headEnd/>
                <a:tailEnd/>
              </a:ln>
            </p:spPr>
            <p:txBody>
              <a:bodyPr/>
              <a:lstStyle/>
              <a:p>
                <a:endParaRPr lang="en-US"/>
              </a:p>
            </p:txBody>
          </p:sp>
          <p:sp>
            <p:nvSpPr>
              <p:cNvPr id="56376" name="Oval 1459"/>
              <p:cNvSpPr>
                <a:spLocks noChangeArrowheads="1"/>
              </p:cNvSpPr>
              <p:nvPr/>
            </p:nvSpPr>
            <p:spPr bwMode="auto">
              <a:xfrm>
                <a:off x="2367" y="3272"/>
                <a:ext cx="32" cy="32"/>
              </a:xfrm>
              <a:prstGeom prst="ellipse">
                <a:avLst/>
              </a:prstGeom>
              <a:solidFill>
                <a:schemeClr val="tx1"/>
              </a:solidFill>
              <a:ln w="25400">
                <a:solidFill>
                  <a:schemeClr val="tx1"/>
                </a:solidFill>
                <a:round/>
                <a:headEnd/>
                <a:tailEnd/>
              </a:ln>
            </p:spPr>
            <p:txBody>
              <a:bodyPr/>
              <a:lstStyle/>
              <a:p>
                <a:endParaRPr lang="en-US"/>
              </a:p>
            </p:txBody>
          </p:sp>
          <p:sp>
            <p:nvSpPr>
              <p:cNvPr id="56377" name="Oval 1460"/>
              <p:cNvSpPr>
                <a:spLocks noChangeArrowheads="1"/>
              </p:cNvSpPr>
              <p:nvPr/>
            </p:nvSpPr>
            <p:spPr bwMode="auto">
              <a:xfrm>
                <a:off x="2367" y="3575"/>
                <a:ext cx="32" cy="32"/>
              </a:xfrm>
              <a:prstGeom prst="ellipse">
                <a:avLst/>
              </a:prstGeom>
              <a:solidFill>
                <a:schemeClr val="tx1"/>
              </a:solidFill>
              <a:ln w="9525">
                <a:solidFill>
                  <a:schemeClr val="tx1"/>
                </a:solidFill>
                <a:round/>
                <a:headEnd/>
                <a:tailEnd/>
              </a:ln>
            </p:spPr>
            <p:txBody>
              <a:bodyPr/>
              <a:lstStyle/>
              <a:p>
                <a:endParaRPr lang="en-US"/>
              </a:p>
            </p:txBody>
          </p:sp>
          <p:sp>
            <p:nvSpPr>
              <p:cNvPr id="56378" name="Oval 1461"/>
              <p:cNvSpPr>
                <a:spLocks noChangeArrowheads="1"/>
              </p:cNvSpPr>
              <p:nvPr/>
            </p:nvSpPr>
            <p:spPr bwMode="auto">
              <a:xfrm>
                <a:off x="2367" y="3575"/>
                <a:ext cx="32" cy="32"/>
              </a:xfrm>
              <a:prstGeom prst="ellipse">
                <a:avLst/>
              </a:prstGeom>
              <a:solidFill>
                <a:schemeClr val="tx1"/>
              </a:solidFill>
              <a:ln w="25400">
                <a:solidFill>
                  <a:schemeClr val="tx1"/>
                </a:solidFill>
                <a:round/>
                <a:headEnd/>
                <a:tailEnd/>
              </a:ln>
            </p:spPr>
            <p:txBody>
              <a:bodyPr/>
              <a:lstStyle/>
              <a:p>
                <a:endParaRPr lang="en-US"/>
              </a:p>
            </p:txBody>
          </p:sp>
        </p:grpSp>
        <p:grpSp>
          <p:nvGrpSpPr>
            <p:cNvPr id="55349" name="Group 1462"/>
            <p:cNvGrpSpPr>
              <a:grpSpLocks/>
            </p:cNvGrpSpPr>
            <p:nvPr/>
          </p:nvGrpSpPr>
          <p:grpSpPr bwMode="auto">
            <a:xfrm>
              <a:off x="2822" y="3272"/>
              <a:ext cx="40" cy="335"/>
              <a:chOff x="2822" y="3272"/>
              <a:chExt cx="40" cy="335"/>
            </a:xfrm>
          </p:grpSpPr>
          <p:sp>
            <p:nvSpPr>
              <p:cNvPr id="56371" name="Oval 1463"/>
              <p:cNvSpPr>
                <a:spLocks noChangeArrowheads="1"/>
              </p:cNvSpPr>
              <p:nvPr/>
            </p:nvSpPr>
            <p:spPr bwMode="auto">
              <a:xfrm>
                <a:off x="2822" y="3272"/>
                <a:ext cx="40" cy="32"/>
              </a:xfrm>
              <a:prstGeom prst="ellipse">
                <a:avLst/>
              </a:prstGeom>
              <a:solidFill>
                <a:schemeClr val="tx1"/>
              </a:solidFill>
              <a:ln w="9525">
                <a:solidFill>
                  <a:schemeClr val="tx1"/>
                </a:solidFill>
                <a:round/>
                <a:headEnd/>
                <a:tailEnd/>
              </a:ln>
            </p:spPr>
            <p:txBody>
              <a:bodyPr/>
              <a:lstStyle/>
              <a:p>
                <a:endParaRPr lang="en-US"/>
              </a:p>
            </p:txBody>
          </p:sp>
          <p:sp>
            <p:nvSpPr>
              <p:cNvPr id="56372" name="Oval 1464"/>
              <p:cNvSpPr>
                <a:spLocks noChangeArrowheads="1"/>
              </p:cNvSpPr>
              <p:nvPr/>
            </p:nvSpPr>
            <p:spPr bwMode="auto">
              <a:xfrm>
                <a:off x="2822" y="3272"/>
                <a:ext cx="40" cy="32"/>
              </a:xfrm>
              <a:prstGeom prst="ellipse">
                <a:avLst/>
              </a:prstGeom>
              <a:solidFill>
                <a:schemeClr val="tx1"/>
              </a:solidFill>
              <a:ln w="25400">
                <a:solidFill>
                  <a:schemeClr val="tx1"/>
                </a:solidFill>
                <a:round/>
                <a:headEnd/>
                <a:tailEnd/>
              </a:ln>
            </p:spPr>
            <p:txBody>
              <a:bodyPr/>
              <a:lstStyle/>
              <a:p>
                <a:endParaRPr lang="en-US"/>
              </a:p>
            </p:txBody>
          </p:sp>
          <p:sp>
            <p:nvSpPr>
              <p:cNvPr id="56373" name="Oval 1465"/>
              <p:cNvSpPr>
                <a:spLocks noChangeArrowheads="1"/>
              </p:cNvSpPr>
              <p:nvPr/>
            </p:nvSpPr>
            <p:spPr bwMode="auto">
              <a:xfrm>
                <a:off x="2822" y="3575"/>
                <a:ext cx="40" cy="32"/>
              </a:xfrm>
              <a:prstGeom prst="ellipse">
                <a:avLst/>
              </a:prstGeom>
              <a:solidFill>
                <a:schemeClr val="tx1"/>
              </a:solidFill>
              <a:ln w="9525">
                <a:solidFill>
                  <a:schemeClr val="tx1"/>
                </a:solidFill>
                <a:round/>
                <a:headEnd/>
                <a:tailEnd/>
              </a:ln>
            </p:spPr>
            <p:txBody>
              <a:bodyPr/>
              <a:lstStyle/>
              <a:p>
                <a:endParaRPr lang="en-US"/>
              </a:p>
            </p:txBody>
          </p:sp>
          <p:sp>
            <p:nvSpPr>
              <p:cNvPr id="56374" name="Oval 1466"/>
              <p:cNvSpPr>
                <a:spLocks noChangeArrowheads="1"/>
              </p:cNvSpPr>
              <p:nvPr/>
            </p:nvSpPr>
            <p:spPr bwMode="auto">
              <a:xfrm>
                <a:off x="2822" y="3575"/>
                <a:ext cx="40" cy="32"/>
              </a:xfrm>
              <a:prstGeom prst="ellipse">
                <a:avLst/>
              </a:prstGeom>
              <a:solidFill>
                <a:schemeClr val="tx1"/>
              </a:solidFill>
              <a:ln w="25400">
                <a:solidFill>
                  <a:schemeClr val="tx1"/>
                </a:solidFill>
                <a:round/>
                <a:headEnd/>
                <a:tailEnd/>
              </a:ln>
            </p:spPr>
            <p:txBody>
              <a:bodyPr/>
              <a:lstStyle/>
              <a:p>
                <a:endParaRPr lang="en-US"/>
              </a:p>
            </p:txBody>
          </p:sp>
        </p:grpSp>
        <p:grpSp>
          <p:nvGrpSpPr>
            <p:cNvPr id="55350" name="Group 1467"/>
            <p:cNvGrpSpPr>
              <a:grpSpLocks/>
            </p:cNvGrpSpPr>
            <p:nvPr/>
          </p:nvGrpSpPr>
          <p:grpSpPr bwMode="auto">
            <a:xfrm>
              <a:off x="2415" y="2650"/>
              <a:ext cx="415" cy="56"/>
              <a:chOff x="2415" y="2650"/>
              <a:chExt cx="415" cy="56"/>
            </a:xfrm>
          </p:grpSpPr>
          <p:sp>
            <p:nvSpPr>
              <p:cNvPr id="56363" name="Freeform 1468"/>
              <p:cNvSpPr>
                <a:spLocks/>
              </p:cNvSpPr>
              <p:nvPr/>
            </p:nvSpPr>
            <p:spPr bwMode="auto">
              <a:xfrm>
                <a:off x="2718" y="2650"/>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chemeClr val="tx1"/>
              </a:solidFill>
              <a:ln w="9525">
                <a:solidFill>
                  <a:schemeClr val="tx1"/>
                </a:solidFill>
                <a:round/>
                <a:headEnd/>
                <a:tailEnd/>
              </a:ln>
            </p:spPr>
            <p:txBody>
              <a:bodyPr/>
              <a:lstStyle/>
              <a:p>
                <a:endParaRPr lang="en-US"/>
              </a:p>
            </p:txBody>
          </p:sp>
          <p:grpSp>
            <p:nvGrpSpPr>
              <p:cNvPr id="56364" name="Group 1469"/>
              <p:cNvGrpSpPr>
                <a:grpSpLocks/>
              </p:cNvGrpSpPr>
              <p:nvPr/>
            </p:nvGrpSpPr>
            <p:grpSpPr bwMode="auto">
              <a:xfrm>
                <a:off x="2415" y="2674"/>
                <a:ext cx="295" cy="1"/>
                <a:chOff x="2415" y="2674"/>
                <a:chExt cx="295" cy="1"/>
              </a:xfrm>
            </p:grpSpPr>
            <p:sp>
              <p:nvSpPr>
                <p:cNvPr id="56365" name="Line 1470"/>
                <p:cNvSpPr>
                  <a:spLocks noChangeShapeType="1"/>
                </p:cNvSpPr>
                <p:nvPr/>
              </p:nvSpPr>
              <p:spPr bwMode="auto">
                <a:xfrm>
                  <a:off x="2415"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366" name="Line 1471"/>
                <p:cNvSpPr>
                  <a:spLocks noChangeShapeType="1"/>
                </p:cNvSpPr>
                <p:nvPr/>
              </p:nvSpPr>
              <p:spPr bwMode="auto">
                <a:xfrm>
                  <a:off x="2471"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367" name="Line 1472"/>
                <p:cNvSpPr>
                  <a:spLocks noChangeShapeType="1"/>
                </p:cNvSpPr>
                <p:nvPr/>
              </p:nvSpPr>
              <p:spPr bwMode="auto">
                <a:xfrm>
                  <a:off x="2526"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368" name="Line 1473"/>
                <p:cNvSpPr>
                  <a:spLocks noChangeShapeType="1"/>
                </p:cNvSpPr>
                <p:nvPr/>
              </p:nvSpPr>
              <p:spPr bwMode="auto">
                <a:xfrm>
                  <a:off x="2582"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369" name="Line 1474"/>
                <p:cNvSpPr>
                  <a:spLocks noChangeShapeType="1"/>
                </p:cNvSpPr>
                <p:nvPr/>
              </p:nvSpPr>
              <p:spPr bwMode="auto">
                <a:xfrm>
                  <a:off x="2638"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370" name="Line 1475"/>
                <p:cNvSpPr>
                  <a:spLocks noChangeShapeType="1"/>
                </p:cNvSpPr>
                <p:nvPr/>
              </p:nvSpPr>
              <p:spPr bwMode="auto">
                <a:xfrm>
                  <a:off x="2694" y="2674"/>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351" name="Group 1476"/>
            <p:cNvGrpSpPr>
              <a:grpSpLocks/>
            </p:cNvGrpSpPr>
            <p:nvPr/>
          </p:nvGrpSpPr>
          <p:grpSpPr bwMode="auto">
            <a:xfrm>
              <a:off x="2415" y="1733"/>
              <a:ext cx="415" cy="56"/>
              <a:chOff x="2415" y="1733"/>
              <a:chExt cx="415" cy="56"/>
            </a:xfrm>
          </p:grpSpPr>
          <p:sp>
            <p:nvSpPr>
              <p:cNvPr id="56355" name="Freeform 1477"/>
              <p:cNvSpPr>
                <a:spLocks/>
              </p:cNvSpPr>
              <p:nvPr/>
            </p:nvSpPr>
            <p:spPr bwMode="auto">
              <a:xfrm>
                <a:off x="2718" y="1733"/>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chemeClr val="tx1"/>
              </a:solidFill>
              <a:ln w="9525">
                <a:solidFill>
                  <a:schemeClr val="tx1"/>
                </a:solidFill>
                <a:round/>
                <a:headEnd/>
                <a:tailEnd/>
              </a:ln>
            </p:spPr>
            <p:txBody>
              <a:bodyPr/>
              <a:lstStyle/>
              <a:p>
                <a:endParaRPr lang="en-US"/>
              </a:p>
            </p:txBody>
          </p:sp>
          <p:grpSp>
            <p:nvGrpSpPr>
              <p:cNvPr id="56356" name="Group 1478"/>
              <p:cNvGrpSpPr>
                <a:grpSpLocks/>
              </p:cNvGrpSpPr>
              <p:nvPr/>
            </p:nvGrpSpPr>
            <p:grpSpPr bwMode="auto">
              <a:xfrm>
                <a:off x="2415" y="1757"/>
                <a:ext cx="295" cy="1"/>
                <a:chOff x="2415" y="1757"/>
                <a:chExt cx="295" cy="1"/>
              </a:xfrm>
            </p:grpSpPr>
            <p:sp>
              <p:nvSpPr>
                <p:cNvPr id="56357" name="Line 1479"/>
                <p:cNvSpPr>
                  <a:spLocks noChangeShapeType="1"/>
                </p:cNvSpPr>
                <p:nvPr/>
              </p:nvSpPr>
              <p:spPr bwMode="auto">
                <a:xfrm>
                  <a:off x="2415"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358" name="Line 1480"/>
                <p:cNvSpPr>
                  <a:spLocks noChangeShapeType="1"/>
                </p:cNvSpPr>
                <p:nvPr/>
              </p:nvSpPr>
              <p:spPr bwMode="auto">
                <a:xfrm>
                  <a:off x="2471"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359" name="Line 1481"/>
                <p:cNvSpPr>
                  <a:spLocks noChangeShapeType="1"/>
                </p:cNvSpPr>
                <p:nvPr/>
              </p:nvSpPr>
              <p:spPr bwMode="auto">
                <a:xfrm>
                  <a:off x="2526"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360" name="Line 1482"/>
                <p:cNvSpPr>
                  <a:spLocks noChangeShapeType="1"/>
                </p:cNvSpPr>
                <p:nvPr/>
              </p:nvSpPr>
              <p:spPr bwMode="auto">
                <a:xfrm>
                  <a:off x="2582"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361" name="Line 1483"/>
                <p:cNvSpPr>
                  <a:spLocks noChangeShapeType="1"/>
                </p:cNvSpPr>
                <p:nvPr/>
              </p:nvSpPr>
              <p:spPr bwMode="auto">
                <a:xfrm>
                  <a:off x="2638"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362" name="Line 1484"/>
                <p:cNvSpPr>
                  <a:spLocks noChangeShapeType="1"/>
                </p:cNvSpPr>
                <p:nvPr/>
              </p:nvSpPr>
              <p:spPr bwMode="auto">
                <a:xfrm>
                  <a:off x="2694" y="1757"/>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352" name="Group 1485"/>
            <p:cNvGrpSpPr>
              <a:grpSpLocks/>
            </p:cNvGrpSpPr>
            <p:nvPr/>
          </p:nvGrpSpPr>
          <p:grpSpPr bwMode="auto">
            <a:xfrm>
              <a:off x="1489" y="3264"/>
              <a:ext cx="423" cy="56"/>
              <a:chOff x="1489" y="3264"/>
              <a:chExt cx="423" cy="56"/>
            </a:xfrm>
          </p:grpSpPr>
          <p:sp>
            <p:nvSpPr>
              <p:cNvPr id="56347" name="Freeform 1486"/>
              <p:cNvSpPr>
                <a:spLocks/>
              </p:cNvSpPr>
              <p:nvPr/>
            </p:nvSpPr>
            <p:spPr bwMode="auto">
              <a:xfrm>
                <a:off x="1792" y="3264"/>
                <a:ext cx="120" cy="56"/>
              </a:xfrm>
              <a:custGeom>
                <a:avLst/>
                <a:gdLst>
                  <a:gd name="T0" fmla="*/ 120 w 120"/>
                  <a:gd name="T1" fmla="*/ 24 h 56"/>
                  <a:gd name="T2" fmla="*/ 0 w 120"/>
                  <a:gd name="T3" fmla="*/ 56 h 56"/>
                  <a:gd name="T4" fmla="*/ 0 w 120"/>
                  <a:gd name="T5" fmla="*/ 24 h 56"/>
                  <a:gd name="T6" fmla="*/ 0 w 120"/>
                  <a:gd name="T7" fmla="*/ 0 h 56"/>
                  <a:gd name="T8" fmla="*/ 120 w 120"/>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 h="56">
                    <a:moveTo>
                      <a:pt x="120" y="24"/>
                    </a:moveTo>
                    <a:lnTo>
                      <a:pt x="0" y="56"/>
                    </a:lnTo>
                    <a:lnTo>
                      <a:pt x="0" y="24"/>
                    </a:lnTo>
                    <a:lnTo>
                      <a:pt x="0" y="0"/>
                    </a:lnTo>
                    <a:lnTo>
                      <a:pt x="120" y="24"/>
                    </a:lnTo>
                    <a:close/>
                  </a:path>
                </a:pathLst>
              </a:custGeom>
              <a:solidFill>
                <a:schemeClr val="tx1"/>
              </a:solidFill>
              <a:ln w="9525">
                <a:solidFill>
                  <a:schemeClr val="tx1"/>
                </a:solidFill>
                <a:round/>
                <a:headEnd/>
                <a:tailEnd/>
              </a:ln>
            </p:spPr>
            <p:txBody>
              <a:bodyPr/>
              <a:lstStyle/>
              <a:p>
                <a:endParaRPr lang="en-US"/>
              </a:p>
            </p:txBody>
          </p:sp>
          <p:grpSp>
            <p:nvGrpSpPr>
              <p:cNvPr id="56348" name="Group 1487"/>
              <p:cNvGrpSpPr>
                <a:grpSpLocks/>
              </p:cNvGrpSpPr>
              <p:nvPr/>
            </p:nvGrpSpPr>
            <p:grpSpPr bwMode="auto">
              <a:xfrm>
                <a:off x="1489" y="3288"/>
                <a:ext cx="295" cy="1"/>
                <a:chOff x="1489" y="3288"/>
                <a:chExt cx="295" cy="1"/>
              </a:xfrm>
            </p:grpSpPr>
            <p:sp>
              <p:nvSpPr>
                <p:cNvPr id="56349" name="Line 1488"/>
                <p:cNvSpPr>
                  <a:spLocks noChangeShapeType="1"/>
                </p:cNvSpPr>
                <p:nvPr/>
              </p:nvSpPr>
              <p:spPr bwMode="auto">
                <a:xfrm>
                  <a:off x="1489"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350" name="Line 1489"/>
                <p:cNvSpPr>
                  <a:spLocks noChangeShapeType="1"/>
                </p:cNvSpPr>
                <p:nvPr/>
              </p:nvSpPr>
              <p:spPr bwMode="auto">
                <a:xfrm>
                  <a:off x="1544"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351" name="Line 1490"/>
                <p:cNvSpPr>
                  <a:spLocks noChangeShapeType="1"/>
                </p:cNvSpPr>
                <p:nvPr/>
              </p:nvSpPr>
              <p:spPr bwMode="auto">
                <a:xfrm>
                  <a:off x="1600"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352" name="Line 1491"/>
                <p:cNvSpPr>
                  <a:spLocks noChangeShapeType="1"/>
                </p:cNvSpPr>
                <p:nvPr/>
              </p:nvSpPr>
              <p:spPr bwMode="auto">
                <a:xfrm>
                  <a:off x="1656"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353" name="Line 1492"/>
                <p:cNvSpPr>
                  <a:spLocks noChangeShapeType="1"/>
                </p:cNvSpPr>
                <p:nvPr/>
              </p:nvSpPr>
              <p:spPr bwMode="auto">
                <a:xfrm>
                  <a:off x="1712"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354" name="Line 1493"/>
                <p:cNvSpPr>
                  <a:spLocks noChangeShapeType="1"/>
                </p:cNvSpPr>
                <p:nvPr/>
              </p:nvSpPr>
              <p:spPr bwMode="auto">
                <a:xfrm>
                  <a:off x="1768" y="3288"/>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353" name="Group 1494"/>
            <p:cNvGrpSpPr>
              <a:grpSpLocks/>
            </p:cNvGrpSpPr>
            <p:nvPr/>
          </p:nvGrpSpPr>
          <p:grpSpPr bwMode="auto">
            <a:xfrm>
              <a:off x="1944" y="3256"/>
              <a:ext cx="423" cy="56"/>
              <a:chOff x="1944" y="3256"/>
              <a:chExt cx="423" cy="56"/>
            </a:xfrm>
          </p:grpSpPr>
          <p:sp>
            <p:nvSpPr>
              <p:cNvPr id="56339" name="Freeform 1495"/>
              <p:cNvSpPr>
                <a:spLocks/>
              </p:cNvSpPr>
              <p:nvPr/>
            </p:nvSpPr>
            <p:spPr bwMode="auto">
              <a:xfrm>
                <a:off x="2255" y="325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chemeClr val="tx1"/>
              </a:solidFill>
              <a:ln w="9525">
                <a:solidFill>
                  <a:schemeClr val="tx1"/>
                </a:solidFill>
                <a:round/>
                <a:headEnd/>
                <a:tailEnd/>
              </a:ln>
            </p:spPr>
            <p:txBody>
              <a:bodyPr/>
              <a:lstStyle/>
              <a:p>
                <a:endParaRPr lang="en-US"/>
              </a:p>
            </p:txBody>
          </p:sp>
          <p:grpSp>
            <p:nvGrpSpPr>
              <p:cNvPr id="56340" name="Group 1496"/>
              <p:cNvGrpSpPr>
                <a:grpSpLocks/>
              </p:cNvGrpSpPr>
              <p:nvPr/>
            </p:nvGrpSpPr>
            <p:grpSpPr bwMode="auto">
              <a:xfrm>
                <a:off x="1944" y="3288"/>
                <a:ext cx="303" cy="1"/>
                <a:chOff x="1944" y="3288"/>
                <a:chExt cx="303" cy="1"/>
              </a:xfrm>
            </p:grpSpPr>
            <p:sp>
              <p:nvSpPr>
                <p:cNvPr id="56341" name="Line 1497"/>
                <p:cNvSpPr>
                  <a:spLocks noChangeShapeType="1"/>
                </p:cNvSpPr>
                <p:nvPr/>
              </p:nvSpPr>
              <p:spPr bwMode="auto">
                <a:xfrm>
                  <a:off x="1944"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342" name="Line 1498"/>
                <p:cNvSpPr>
                  <a:spLocks noChangeShapeType="1"/>
                </p:cNvSpPr>
                <p:nvPr/>
              </p:nvSpPr>
              <p:spPr bwMode="auto">
                <a:xfrm>
                  <a:off x="2000" y="3288"/>
                  <a:ext cx="23"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343" name="Line 1499"/>
                <p:cNvSpPr>
                  <a:spLocks noChangeShapeType="1"/>
                </p:cNvSpPr>
                <p:nvPr/>
              </p:nvSpPr>
              <p:spPr bwMode="auto">
                <a:xfrm>
                  <a:off x="2055"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344" name="Line 1500"/>
                <p:cNvSpPr>
                  <a:spLocks noChangeShapeType="1"/>
                </p:cNvSpPr>
                <p:nvPr/>
              </p:nvSpPr>
              <p:spPr bwMode="auto">
                <a:xfrm>
                  <a:off x="2111"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345" name="Line 1501"/>
                <p:cNvSpPr>
                  <a:spLocks noChangeShapeType="1"/>
                </p:cNvSpPr>
                <p:nvPr/>
              </p:nvSpPr>
              <p:spPr bwMode="auto">
                <a:xfrm>
                  <a:off x="2167"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346" name="Line 1502"/>
                <p:cNvSpPr>
                  <a:spLocks noChangeShapeType="1"/>
                </p:cNvSpPr>
                <p:nvPr/>
              </p:nvSpPr>
              <p:spPr bwMode="auto">
                <a:xfrm>
                  <a:off x="2223"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354" name="Group 1503"/>
            <p:cNvGrpSpPr>
              <a:grpSpLocks/>
            </p:cNvGrpSpPr>
            <p:nvPr/>
          </p:nvGrpSpPr>
          <p:grpSpPr bwMode="auto">
            <a:xfrm>
              <a:off x="2415" y="3256"/>
              <a:ext cx="415" cy="56"/>
              <a:chOff x="2415" y="3256"/>
              <a:chExt cx="415" cy="56"/>
            </a:xfrm>
          </p:grpSpPr>
          <p:sp>
            <p:nvSpPr>
              <p:cNvPr id="56331" name="Freeform 1504"/>
              <p:cNvSpPr>
                <a:spLocks/>
              </p:cNvSpPr>
              <p:nvPr/>
            </p:nvSpPr>
            <p:spPr bwMode="auto">
              <a:xfrm>
                <a:off x="2718" y="325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chemeClr val="tx1"/>
              </a:solidFill>
              <a:ln w="9525">
                <a:solidFill>
                  <a:schemeClr val="tx1"/>
                </a:solidFill>
                <a:round/>
                <a:headEnd/>
                <a:tailEnd/>
              </a:ln>
            </p:spPr>
            <p:txBody>
              <a:bodyPr/>
              <a:lstStyle/>
              <a:p>
                <a:endParaRPr lang="en-US"/>
              </a:p>
            </p:txBody>
          </p:sp>
          <p:grpSp>
            <p:nvGrpSpPr>
              <p:cNvPr id="56332" name="Group 1505"/>
              <p:cNvGrpSpPr>
                <a:grpSpLocks/>
              </p:cNvGrpSpPr>
              <p:nvPr/>
            </p:nvGrpSpPr>
            <p:grpSpPr bwMode="auto">
              <a:xfrm>
                <a:off x="2415" y="3288"/>
                <a:ext cx="295" cy="1"/>
                <a:chOff x="2415" y="3288"/>
                <a:chExt cx="295" cy="1"/>
              </a:xfrm>
            </p:grpSpPr>
            <p:sp>
              <p:nvSpPr>
                <p:cNvPr id="56333" name="Line 1506"/>
                <p:cNvSpPr>
                  <a:spLocks noChangeShapeType="1"/>
                </p:cNvSpPr>
                <p:nvPr/>
              </p:nvSpPr>
              <p:spPr bwMode="auto">
                <a:xfrm>
                  <a:off x="2415"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334" name="Line 1507"/>
                <p:cNvSpPr>
                  <a:spLocks noChangeShapeType="1"/>
                </p:cNvSpPr>
                <p:nvPr/>
              </p:nvSpPr>
              <p:spPr bwMode="auto">
                <a:xfrm>
                  <a:off x="2471"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335" name="Line 1508"/>
                <p:cNvSpPr>
                  <a:spLocks noChangeShapeType="1"/>
                </p:cNvSpPr>
                <p:nvPr/>
              </p:nvSpPr>
              <p:spPr bwMode="auto">
                <a:xfrm>
                  <a:off x="2526"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336" name="Line 1509"/>
                <p:cNvSpPr>
                  <a:spLocks noChangeShapeType="1"/>
                </p:cNvSpPr>
                <p:nvPr/>
              </p:nvSpPr>
              <p:spPr bwMode="auto">
                <a:xfrm>
                  <a:off x="2582"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337" name="Line 1510"/>
                <p:cNvSpPr>
                  <a:spLocks noChangeShapeType="1"/>
                </p:cNvSpPr>
                <p:nvPr/>
              </p:nvSpPr>
              <p:spPr bwMode="auto">
                <a:xfrm>
                  <a:off x="2638"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338" name="Line 1511"/>
                <p:cNvSpPr>
                  <a:spLocks noChangeShapeType="1"/>
                </p:cNvSpPr>
                <p:nvPr/>
              </p:nvSpPr>
              <p:spPr bwMode="auto">
                <a:xfrm>
                  <a:off x="2694" y="3288"/>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355" name="Group 1512"/>
            <p:cNvGrpSpPr>
              <a:grpSpLocks/>
            </p:cNvGrpSpPr>
            <p:nvPr/>
          </p:nvGrpSpPr>
          <p:grpSpPr bwMode="auto">
            <a:xfrm>
              <a:off x="1489" y="3567"/>
              <a:ext cx="423" cy="56"/>
              <a:chOff x="1489" y="3567"/>
              <a:chExt cx="423" cy="56"/>
            </a:xfrm>
          </p:grpSpPr>
          <p:sp>
            <p:nvSpPr>
              <p:cNvPr id="56323" name="Freeform 1513"/>
              <p:cNvSpPr>
                <a:spLocks/>
              </p:cNvSpPr>
              <p:nvPr/>
            </p:nvSpPr>
            <p:spPr bwMode="auto">
              <a:xfrm>
                <a:off x="1800"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chemeClr val="tx1"/>
              </a:solidFill>
              <a:ln w="9525">
                <a:solidFill>
                  <a:schemeClr val="tx1"/>
                </a:solidFill>
                <a:round/>
                <a:headEnd/>
                <a:tailEnd/>
              </a:ln>
            </p:spPr>
            <p:txBody>
              <a:bodyPr/>
              <a:lstStyle/>
              <a:p>
                <a:endParaRPr lang="en-US"/>
              </a:p>
            </p:txBody>
          </p:sp>
          <p:grpSp>
            <p:nvGrpSpPr>
              <p:cNvPr id="56324" name="Group 1514"/>
              <p:cNvGrpSpPr>
                <a:grpSpLocks/>
              </p:cNvGrpSpPr>
              <p:nvPr/>
            </p:nvGrpSpPr>
            <p:grpSpPr bwMode="auto">
              <a:xfrm>
                <a:off x="1489" y="3591"/>
                <a:ext cx="303" cy="1"/>
                <a:chOff x="1489" y="3591"/>
                <a:chExt cx="303" cy="1"/>
              </a:xfrm>
            </p:grpSpPr>
            <p:sp>
              <p:nvSpPr>
                <p:cNvPr id="56325" name="Line 1515"/>
                <p:cNvSpPr>
                  <a:spLocks noChangeShapeType="1"/>
                </p:cNvSpPr>
                <p:nvPr/>
              </p:nvSpPr>
              <p:spPr bwMode="auto">
                <a:xfrm>
                  <a:off x="1489"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326" name="Line 1516"/>
                <p:cNvSpPr>
                  <a:spLocks noChangeShapeType="1"/>
                </p:cNvSpPr>
                <p:nvPr/>
              </p:nvSpPr>
              <p:spPr bwMode="auto">
                <a:xfrm>
                  <a:off x="1544"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327" name="Line 1517"/>
                <p:cNvSpPr>
                  <a:spLocks noChangeShapeType="1"/>
                </p:cNvSpPr>
                <p:nvPr/>
              </p:nvSpPr>
              <p:spPr bwMode="auto">
                <a:xfrm>
                  <a:off x="1600"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328" name="Line 1518"/>
                <p:cNvSpPr>
                  <a:spLocks noChangeShapeType="1"/>
                </p:cNvSpPr>
                <p:nvPr/>
              </p:nvSpPr>
              <p:spPr bwMode="auto">
                <a:xfrm>
                  <a:off x="1656"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329" name="Line 1519"/>
                <p:cNvSpPr>
                  <a:spLocks noChangeShapeType="1"/>
                </p:cNvSpPr>
                <p:nvPr/>
              </p:nvSpPr>
              <p:spPr bwMode="auto">
                <a:xfrm>
                  <a:off x="1712"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330" name="Line 1520"/>
                <p:cNvSpPr>
                  <a:spLocks noChangeShapeType="1"/>
                </p:cNvSpPr>
                <p:nvPr/>
              </p:nvSpPr>
              <p:spPr bwMode="auto">
                <a:xfrm>
                  <a:off x="1768"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356" name="Group 1521"/>
            <p:cNvGrpSpPr>
              <a:grpSpLocks/>
            </p:cNvGrpSpPr>
            <p:nvPr/>
          </p:nvGrpSpPr>
          <p:grpSpPr bwMode="auto">
            <a:xfrm>
              <a:off x="1952" y="3567"/>
              <a:ext cx="415" cy="56"/>
              <a:chOff x="1952" y="3567"/>
              <a:chExt cx="415" cy="56"/>
            </a:xfrm>
          </p:grpSpPr>
          <p:sp>
            <p:nvSpPr>
              <p:cNvPr id="56315" name="Freeform 1522"/>
              <p:cNvSpPr>
                <a:spLocks/>
              </p:cNvSpPr>
              <p:nvPr/>
            </p:nvSpPr>
            <p:spPr bwMode="auto">
              <a:xfrm>
                <a:off x="2255"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chemeClr val="tx1"/>
              </a:solidFill>
              <a:ln w="9525">
                <a:solidFill>
                  <a:schemeClr val="tx1"/>
                </a:solidFill>
                <a:round/>
                <a:headEnd/>
                <a:tailEnd/>
              </a:ln>
            </p:spPr>
            <p:txBody>
              <a:bodyPr/>
              <a:lstStyle/>
              <a:p>
                <a:endParaRPr lang="en-US"/>
              </a:p>
            </p:txBody>
          </p:sp>
          <p:grpSp>
            <p:nvGrpSpPr>
              <p:cNvPr id="56316" name="Group 1523"/>
              <p:cNvGrpSpPr>
                <a:grpSpLocks/>
              </p:cNvGrpSpPr>
              <p:nvPr/>
            </p:nvGrpSpPr>
            <p:grpSpPr bwMode="auto">
              <a:xfrm>
                <a:off x="1952" y="3591"/>
                <a:ext cx="295" cy="1"/>
                <a:chOff x="1952" y="3591"/>
                <a:chExt cx="295" cy="1"/>
              </a:xfrm>
            </p:grpSpPr>
            <p:sp>
              <p:nvSpPr>
                <p:cNvPr id="56317" name="Line 1524"/>
                <p:cNvSpPr>
                  <a:spLocks noChangeShapeType="1"/>
                </p:cNvSpPr>
                <p:nvPr/>
              </p:nvSpPr>
              <p:spPr bwMode="auto">
                <a:xfrm>
                  <a:off x="1952"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318" name="Line 1525"/>
                <p:cNvSpPr>
                  <a:spLocks noChangeShapeType="1"/>
                </p:cNvSpPr>
                <p:nvPr/>
              </p:nvSpPr>
              <p:spPr bwMode="auto">
                <a:xfrm>
                  <a:off x="2008" y="3591"/>
                  <a:ext cx="23"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319" name="Line 1526"/>
                <p:cNvSpPr>
                  <a:spLocks noChangeShapeType="1"/>
                </p:cNvSpPr>
                <p:nvPr/>
              </p:nvSpPr>
              <p:spPr bwMode="auto">
                <a:xfrm>
                  <a:off x="2063"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320" name="Line 1527"/>
                <p:cNvSpPr>
                  <a:spLocks noChangeShapeType="1"/>
                </p:cNvSpPr>
                <p:nvPr/>
              </p:nvSpPr>
              <p:spPr bwMode="auto">
                <a:xfrm>
                  <a:off x="2119"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321" name="Line 1528"/>
                <p:cNvSpPr>
                  <a:spLocks noChangeShapeType="1"/>
                </p:cNvSpPr>
                <p:nvPr/>
              </p:nvSpPr>
              <p:spPr bwMode="auto">
                <a:xfrm>
                  <a:off x="2175"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322" name="Line 1529"/>
                <p:cNvSpPr>
                  <a:spLocks noChangeShapeType="1"/>
                </p:cNvSpPr>
                <p:nvPr/>
              </p:nvSpPr>
              <p:spPr bwMode="auto">
                <a:xfrm>
                  <a:off x="2231" y="3591"/>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357" name="Group 1530"/>
            <p:cNvGrpSpPr>
              <a:grpSpLocks/>
            </p:cNvGrpSpPr>
            <p:nvPr/>
          </p:nvGrpSpPr>
          <p:grpSpPr bwMode="auto">
            <a:xfrm>
              <a:off x="2407" y="3567"/>
              <a:ext cx="415" cy="56"/>
              <a:chOff x="2407" y="3567"/>
              <a:chExt cx="415" cy="56"/>
            </a:xfrm>
          </p:grpSpPr>
          <p:sp>
            <p:nvSpPr>
              <p:cNvPr id="56307" name="Freeform 1531"/>
              <p:cNvSpPr>
                <a:spLocks/>
              </p:cNvSpPr>
              <p:nvPr/>
            </p:nvSpPr>
            <p:spPr bwMode="auto">
              <a:xfrm>
                <a:off x="2710"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chemeClr val="tx1"/>
              </a:solidFill>
              <a:ln w="9525">
                <a:solidFill>
                  <a:schemeClr val="tx1"/>
                </a:solidFill>
                <a:round/>
                <a:headEnd/>
                <a:tailEnd/>
              </a:ln>
            </p:spPr>
            <p:txBody>
              <a:bodyPr/>
              <a:lstStyle/>
              <a:p>
                <a:endParaRPr lang="en-US"/>
              </a:p>
            </p:txBody>
          </p:sp>
          <p:grpSp>
            <p:nvGrpSpPr>
              <p:cNvPr id="56308" name="Group 1532"/>
              <p:cNvGrpSpPr>
                <a:grpSpLocks/>
              </p:cNvGrpSpPr>
              <p:nvPr/>
            </p:nvGrpSpPr>
            <p:grpSpPr bwMode="auto">
              <a:xfrm>
                <a:off x="2407" y="3591"/>
                <a:ext cx="295" cy="1"/>
                <a:chOff x="2407" y="3591"/>
                <a:chExt cx="295" cy="1"/>
              </a:xfrm>
            </p:grpSpPr>
            <p:sp>
              <p:nvSpPr>
                <p:cNvPr id="56309" name="Line 1533"/>
                <p:cNvSpPr>
                  <a:spLocks noChangeShapeType="1"/>
                </p:cNvSpPr>
                <p:nvPr/>
              </p:nvSpPr>
              <p:spPr bwMode="auto">
                <a:xfrm>
                  <a:off x="2407"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310" name="Line 1534"/>
                <p:cNvSpPr>
                  <a:spLocks noChangeShapeType="1"/>
                </p:cNvSpPr>
                <p:nvPr/>
              </p:nvSpPr>
              <p:spPr bwMode="auto">
                <a:xfrm>
                  <a:off x="2463"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311" name="Line 1535"/>
                <p:cNvSpPr>
                  <a:spLocks noChangeShapeType="1"/>
                </p:cNvSpPr>
                <p:nvPr/>
              </p:nvSpPr>
              <p:spPr bwMode="auto">
                <a:xfrm>
                  <a:off x="2518"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312" name="Line 1536"/>
                <p:cNvSpPr>
                  <a:spLocks noChangeShapeType="1"/>
                </p:cNvSpPr>
                <p:nvPr/>
              </p:nvSpPr>
              <p:spPr bwMode="auto">
                <a:xfrm>
                  <a:off x="2574"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313" name="Line 1537"/>
                <p:cNvSpPr>
                  <a:spLocks noChangeShapeType="1"/>
                </p:cNvSpPr>
                <p:nvPr/>
              </p:nvSpPr>
              <p:spPr bwMode="auto">
                <a:xfrm>
                  <a:off x="2630"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314" name="Line 1538"/>
                <p:cNvSpPr>
                  <a:spLocks noChangeShapeType="1"/>
                </p:cNvSpPr>
                <p:nvPr/>
              </p:nvSpPr>
              <p:spPr bwMode="auto">
                <a:xfrm>
                  <a:off x="2686" y="3591"/>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358" name="Group 1539"/>
            <p:cNvGrpSpPr>
              <a:grpSpLocks/>
            </p:cNvGrpSpPr>
            <p:nvPr/>
          </p:nvGrpSpPr>
          <p:grpSpPr bwMode="auto">
            <a:xfrm>
              <a:off x="1944" y="2690"/>
              <a:ext cx="894" cy="596"/>
              <a:chOff x="1944" y="2690"/>
              <a:chExt cx="894" cy="596"/>
            </a:xfrm>
          </p:grpSpPr>
          <p:sp>
            <p:nvSpPr>
              <p:cNvPr id="56305" name="Freeform 1540"/>
              <p:cNvSpPr>
                <a:spLocks/>
              </p:cNvSpPr>
              <p:nvPr/>
            </p:nvSpPr>
            <p:spPr bwMode="auto">
              <a:xfrm>
                <a:off x="2702" y="2690"/>
                <a:ext cx="136" cy="104"/>
              </a:xfrm>
              <a:custGeom>
                <a:avLst/>
                <a:gdLst>
                  <a:gd name="T0" fmla="*/ 136 w 136"/>
                  <a:gd name="T1" fmla="*/ 0 h 104"/>
                  <a:gd name="T2" fmla="*/ 40 w 136"/>
                  <a:gd name="T3" fmla="*/ 104 h 104"/>
                  <a:gd name="T4" fmla="*/ 24 w 136"/>
                  <a:gd name="T5" fmla="*/ 72 h 104"/>
                  <a:gd name="T6" fmla="*/ 0 w 136"/>
                  <a:gd name="T7" fmla="*/ 48 h 104"/>
                  <a:gd name="T8" fmla="*/ 136 w 136"/>
                  <a:gd name="T9" fmla="*/ 0 h 10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 h="104">
                    <a:moveTo>
                      <a:pt x="136" y="0"/>
                    </a:moveTo>
                    <a:lnTo>
                      <a:pt x="40" y="104"/>
                    </a:lnTo>
                    <a:lnTo>
                      <a:pt x="24" y="72"/>
                    </a:lnTo>
                    <a:lnTo>
                      <a:pt x="0" y="48"/>
                    </a:lnTo>
                    <a:lnTo>
                      <a:pt x="136" y="0"/>
                    </a:lnTo>
                    <a:close/>
                  </a:path>
                </a:pathLst>
              </a:custGeom>
              <a:solidFill>
                <a:schemeClr val="tx1"/>
              </a:solidFill>
              <a:ln w="9525">
                <a:solidFill>
                  <a:schemeClr val="tx1"/>
                </a:solidFill>
                <a:round/>
                <a:headEnd/>
                <a:tailEnd/>
              </a:ln>
            </p:spPr>
            <p:txBody>
              <a:bodyPr/>
              <a:lstStyle/>
              <a:p>
                <a:endParaRPr lang="en-US"/>
              </a:p>
            </p:txBody>
          </p:sp>
          <p:sp>
            <p:nvSpPr>
              <p:cNvPr id="56306" name="Line 1541"/>
              <p:cNvSpPr>
                <a:spLocks noChangeShapeType="1"/>
              </p:cNvSpPr>
              <p:nvPr/>
            </p:nvSpPr>
            <p:spPr bwMode="auto">
              <a:xfrm flipV="1">
                <a:off x="1944" y="2758"/>
                <a:ext cx="790" cy="528"/>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359" name="Group 1542"/>
            <p:cNvGrpSpPr>
              <a:grpSpLocks/>
            </p:cNvGrpSpPr>
            <p:nvPr/>
          </p:nvGrpSpPr>
          <p:grpSpPr bwMode="auto">
            <a:xfrm>
              <a:off x="1952" y="2376"/>
              <a:ext cx="886" cy="290"/>
              <a:chOff x="1952" y="2376"/>
              <a:chExt cx="886" cy="290"/>
            </a:xfrm>
          </p:grpSpPr>
          <p:sp>
            <p:nvSpPr>
              <p:cNvPr id="56303" name="Freeform 1543"/>
              <p:cNvSpPr>
                <a:spLocks/>
              </p:cNvSpPr>
              <p:nvPr/>
            </p:nvSpPr>
            <p:spPr bwMode="auto">
              <a:xfrm>
                <a:off x="2702" y="2586"/>
                <a:ext cx="136" cy="80"/>
              </a:xfrm>
              <a:custGeom>
                <a:avLst/>
                <a:gdLst>
                  <a:gd name="T0" fmla="*/ 136 w 136"/>
                  <a:gd name="T1" fmla="*/ 80 h 80"/>
                  <a:gd name="T2" fmla="*/ 0 w 136"/>
                  <a:gd name="T3" fmla="*/ 64 h 80"/>
                  <a:gd name="T4" fmla="*/ 8 w 136"/>
                  <a:gd name="T5" fmla="*/ 32 h 80"/>
                  <a:gd name="T6" fmla="*/ 16 w 136"/>
                  <a:gd name="T7" fmla="*/ 0 h 80"/>
                  <a:gd name="T8" fmla="*/ 136 w 136"/>
                  <a:gd name="T9" fmla="*/ 80 h 8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 h="80">
                    <a:moveTo>
                      <a:pt x="136" y="80"/>
                    </a:moveTo>
                    <a:lnTo>
                      <a:pt x="0" y="64"/>
                    </a:lnTo>
                    <a:lnTo>
                      <a:pt x="8" y="32"/>
                    </a:lnTo>
                    <a:lnTo>
                      <a:pt x="16" y="0"/>
                    </a:lnTo>
                    <a:lnTo>
                      <a:pt x="136" y="80"/>
                    </a:lnTo>
                    <a:close/>
                  </a:path>
                </a:pathLst>
              </a:custGeom>
              <a:solidFill>
                <a:schemeClr val="tx1"/>
              </a:solidFill>
              <a:ln w="9525">
                <a:solidFill>
                  <a:schemeClr val="tx1"/>
                </a:solidFill>
                <a:round/>
                <a:headEnd/>
                <a:tailEnd/>
              </a:ln>
            </p:spPr>
            <p:txBody>
              <a:bodyPr/>
              <a:lstStyle/>
              <a:p>
                <a:endParaRPr lang="en-US"/>
              </a:p>
            </p:txBody>
          </p:sp>
          <p:sp>
            <p:nvSpPr>
              <p:cNvPr id="56304" name="Line 1544"/>
              <p:cNvSpPr>
                <a:spLocks noChangeShapeType="1"/>
              </p:cNvSpPr>
              <p:nvPr/>
            </p:nvSpPr>
            <p:spPr bwMode="auto">
              <a:xfrm>
                <a:off x="1952" y="2376"/>
                <a:ext cx="766" cy="244"/>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360" name="Group 1545"/>
            <p:cNvGrpSpPr>
              <a:grpSpLocks/>
            </p:cNvGrpSpPr>
            <p:nvPr/>
          </p:nvGrpSpPr>
          <p:grpSpPr bwMode="auto">
            <a:xfrm>
              <a:off x="1481" y="2084"/>
              <a:ext cx="1373" cy="1507"/>
              <a:chOff x="1481" y="2084"/>
              <a:chExt cx="1373" cy="1507"/>
            </a:xfrm>
          </p:grpSpPr>
          <p:sp>
            <p:nvSpPr>
              <p:cNvPr id="56301" name="Freeform 1546"/>
              <p:cNvSpPr>
                <a:spLocks/>
              </p:cNvSpPr>
              <p:nvPr/>
            </p:nvSpPr>
            <p:spPr bwMode="auto">
              <a:xfrm>
                <a:off x="2742" y="2084"/>
                <a:ext cx="112" cy="119"/>
              </a:xfrm>
              <a:custGeom>
                <a:avLst/>
                <a:gdLst>
                  <a:gd name="T0" fmla="*/ 112 w 112"/>
                  <a:gd name="T1" fmla="*/ 0 h 119"/>
                  <a:gd name="T2" fmla="*/ 48 w 112"/>
                  <a:gd name="T3" fmla="*/ 119 h 119"/>
                  <a:gd name="T4" fmla="*/ 24 w 112"/>
                  <a:gd name="T5" fmla="*/ 96 h 119"/>
                  <a:gd name="T6" fmla="*/ 0 w 112"/>
                  <a:gd name="T7" fmla="*/ 72 h 119"/>
                  <a:gd name="T8" fmla="*/ 112 w 112"/>
                  <a:gd name="T9" fmla="*/ 0 h 1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119">
                    <a:moveTo>
                      <a:pt x="112" y="0"/>
                    </a:moveTo>
                    <a:lnTo>
                      <a:pt x="48" y="119"/>
                    </a:lnTo>
                    <a:lnTo>
                      <a:pt x="24" y="96"/>
                    </a:lnTo>
                    <a:lnTo>
                      <a:pt x="0" y="72"/>
                    </a:lnTo>
                    <a:lnTo>
                      <a:pt x="112" y="0"/>
                    </a:lnTo>
                    <a:close/>
                  </a:path>
                </a:pathLst>
              </a:custGeom>
              <a:solidFill>
                <a:schemeClr val="tx1"/>
              </a:solidFill>
              <a:ln w="9525">
                <a:solidFill>
                  <a:schemeClr val="tx1"/>
                </a:solidFill>
                <a:round/>
                <a:headEnd/>
                <a:tailEnd/>
              </a:ln>
            </p:spPr>
            <p:txBody>
              <a:bodyPr/>
              <a:lstStyle/>
              <a:p>
                <a:endParaRPr lang="en-US"/>
              </a:p>
            </p:txBody>
          </p:sp>
          <p:sp>
            <p:nvSpPr>
              <p:cNvPr id="56302" name="Line 1547"/>
              <p:cNvSpPr>
                <a:spLocks noChangeShapeType="1"/>
              </p:cNvSpPr>
              <p:nvPr/>
            </p:nvSpPr>
            <p:spPr bwMode="auto">
              <a:xfrm flipV="1">
                <a:off x="1481" y="2172"/>
                <a:ext cx="1291" cy="1419"/>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361" name="Group 1548"/>
            <p:cNvGrpSpPr>
              <a:grpSpLocks/>
            </p:cNvGrpSpPr>
            <p:nvPr/>
          </p:nvGrpSpPr>
          <p:grpSpPr bwMode="auto">
            <a:xfrm>
              <a:off x="1944" y="2076"/>
              <a:ext cx="902" cy="885"/>
              <a:chOff x="1944" y="2076"/>
              <a:chExt cx="902" cy="885"/>
            </a:xfrm>
          </p:grpSpPr>
          <p:sp>
            <p:nvSpPr>
              <p:cNvPr id="56299" name="Freeform 1549"/>
              <p:cNvSpPr>
                <a:spLocks/>
              </p:cNvSpPr>
              <p:nvPr/>
            </p:nvSpPr>
            <p:spPr bwMode="auto">
              <a:xfrm>
                <a:off x="2726" y="2850"/>
                <a:ext cx="120" cy="111"/>
              </a:xfrm>
              <a:custGeom>
                <a:avLst/>
                <a:gdLst>
                  <a:gd name="T0" fmla="*/ 120 w 120"/>
                  <a:gd name="T1" fmla="*/ 111 h 111"/>
                  <a:gd name="T2" fmla="*/ 0 w 120"/>
                  <a:gd name="T3" fmla="*/ 47 h 111"/>
                  <a:gd name="T4" fmla="*/ 24 w 120"/>
                  <a:gd name="T5" fmla="*/ 23 h 111"/>
                  <a:gd name="T6" fmla="*/ 48 w 120"/>
                  <a:gd name="T7" fmla="*/ 0 h 111"/>
                  <a:gd name="T8" fmla="*/ 120 w 120"/>
                  <a:gd name="T9" fmla="*/ 111 h 1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 h="111">
                    <a:moveTo>
                      <a:pt x="120" y="111"/>
                    </a:moveTo>
                    <a:lnTo>
                      <a:pt x="0" y="47"/>
                    </a:lnTo>
                    <a:lnTo>
                      <a:pt x="24" y="23"/>
                    </a:lnTo>
                    <a:lnTo>
                      <a:pt x="48" y="0"/>
                    </a:lnTo>
                    <a:lnTo>
                      <a:pt x="120" y="111"/>
                    </a:lnTo>
                    <a:close/>
                  </a:path>
                </a:pathLst>
              </a:custGeom>
              <a:solidFill>
                <a:schemeClr val="tx1"/>
              </a:solidFill>
              <a:ln w="9525">
                <a:solidFill>
                  <a:schemeClr val="tx1"/>
                </a:solidFill>
                <a:round/>
                <a:headEnd/>
                <a:tailEnd/>
              </a:ln>
            </p:spPr>
            <p:txBody>
              <a:bodyPr/>
              <a:lstStyle/>
              <a:p>
                <a:endParaRPr lang="en-US"/>
              </a:p>
            </p:txBody>
          </p:sp>
          <p:sp>
            <p:nvSpPr>
              <p:cNvPr id="56300" name="Line 1550"/>
              <p:cNvSpPr>
                <a:spLocks noChangeShapeType="1"/>
              </p:cNvSpPr>
              <p:nvPr/>
            </p:nvSpPr>
            <p:spPr bwMode="auto">
              <a:xfrm>
                <a:off x="1944" y="2076"/>
                <a:ext cx="814" cy="805"/>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362" name="Group 1551"/>
            <p:cNvGrpSpPr>
              <a:grpSpLocks/>
            </p:cNvGrpSpPr>
            <p:nvPr/>
          </p:nvGrpSpPr>
          <p:grpSpPr bwMode="auto">
            <a:xfrm>
              <a:off x="1489" y="2379"/>
              <a:ext cx="902" cy="893"/>
              <a:chOff x="1489" y="2379"/>
              <a:chExt cx="902" cy="893"/>
            </a:xfrm>
          </p:grpSpPr>
          <p:sp>
            <p:nvSpPr>
              <p:cNvPr id="56297" name="Freeform 1552"/>
              <p:cNvSpPr>
                <a:spLocks/>
              </p:cNvSpPr>
              <p:nvPr/>
            </p:nvSpPr>
            <p:spPr bwMode="auto">
              <a:xfrm>
                <a:off x="2271" y="3153"/>
                <a:ext cx="120" cy="119"/>
              </a:xfrm>
              <a:custGeom>
                <a:avLst/>
                <a:gdLst>
                  <a:gd name="T0" fmla="*/ 120 w 120"/>
                  <a:gd name="T1" fmla="*/ 119 h 119"/>
                  <a:gd name="T2" fmla="*/ 0 w 120"/>
                  <a:gd name="T3" fmla="*/ 48 h 119"/>
                  <a:gd name="T4" fmla="*/ 24 w 120"/>
                  <a:gd name="T5" fmla="*/ 24 h 119"/>
                  <a:gd name="T6" fmla="*/ 48 w 120"/>
                  <a:gd name="T7" fmla="*/ 0 h 119"/>
                  <a:gd name="T8" fmla="*/ 120 w 120"/>
                  <a:gd name="T9" fmla="*/ 119 h 1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 h="119">
                    <a:moveTo>
                      <a:pt x="120" y="119"/>
                    </a:moveTo>
                    <a:lnTo>
                      <a:pt x="0" y="48"/>
                    </a:lnTo>
                    <a:lnTo>
                      <a:pt x="24" y="24"/>
                    </a:lnTo>
                    <a:lnTo>
                      <a:pt x="48" y="0"/>
                    </a:lnTo>
                    <a:lnTo>
                      <a:pt x="120" y="119"/>
                    </a:lnTo>
                    <a:close/>
                  </a:path>
                </a:pathLst>
              </a:custGeom>
              <a:solidFill>
                <a:schemeClr val="tx1"/>
              </a:solidFill>
              <a:ln w="9525">
                <a:solidFill>
                  <a:schemeClr val="tx1"/>
                </a:solidFill>
                <a:round/>
                <a:headEnd/>
                <a:tailEnd/>
              </a:ln>
            </p:spPr>
            <p:txBody>
              <a:bodyPr/>
              <a:lstStyle/>
              <a:p>
                <a:endParaRPr lang="en-US"/>
              </a:p>
            </p:txBody>
          </p:sp>
          <p:sp>
            <p:nvSpPr>
              <p:cNvPr id="56298" name="Line 1553"/>
              <p:cNvSpPr>
                <a:spLocks noChangeShapeType="1"/>
              </p:cNvSpPr>
              <p:nvPr/>
            </p:nvSpPr>
            <p:spPr bwMode="auto">
              <a:xfrm>
                <a:off x="1489" y="2379"/>
                <a:ext cx="814" cy="805"/>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363" name="Group 1554"/>
            <p:cNvGrpSpPr>
              <a:grpSpLocks/>
            </p:cNvGrpSpPr>
            <p:nvPr/>
          </p:nvGrpSpPr>
          <p:grpSpPr bwMode="auto">
            <a:xfrm>
              <a:off x="1483" y="2379"/>
              <a:ext cx="429" cy="598"/>
              <a:chOff x="1483" y="2379"/>
              <a:chExt cx="429" cy="598"/>
            </a:xfrm>
          </p:grpSpPr>
          <p:sp>
            <p:nvSpPr>
              <p:cNvPr id="56295" name="Freeform 1555"/>
              <p:cNvSpPr>
                <a:spLocks/>
              </p:cNvSpPr>
              <p:nvPr/>
            </p:nvSpPr>
            <p:spPr bwMode="auto">
              <a:xfrm>
                <a:off x="1808" y="2379"/>
                <a:ext cx="104" cy="136"/>
              </a:xfrm>
              <a:custGeom>
                <a:avLst/>
                <a:gdLst>
                  <a:gd name="T0" fmla="*/ 104 w 104"/>
                  <a:gd name="T1" fmla="*/ 0 h 136"/>
                  <a:gd name="T2" fmla="*/ 56 w 104"/>
                  <a:gd name="T3" fmla="*/ 136 h 136"/>
                  <a:gd name="T4" fmla="*/ 32 w 104"/>
                  <a:gd name="T5" fmla="*/ 112 h 136"/>
                  <a:gd name="T6" fmla="*/ 0 w 104"/>
                  <a:gd name="T7" fmla="*/ 96 h 136"/>
                  <a:gd name="T8" fmla="*/ 104 w 104"/>
                  <a:gd name="T9" fmla="*/ 0 h 1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4" h="136">
                    <a:moveTo>
                      <a:pt x="104" y="0"/>
                    </a:moveTo>
                    <a:lnTo>
                      <a:pt x="56" y="136"/>
                    </a:lnTo>
                    <a:lnTo>
                      <a:pt x="32" y="112"/>
                    </a:lnTo>
                    <a:lnTo>
                      <a:pt x="0" y="96"/>
                    </a:lnTo>
                    <a:lnTo>
                      <a:pt x="104" y="0"/>
                    </a:lnTo>
                    <a:close/>
                  </a:path>
                </a:pathLst>
              </a:custGeom>
              <a:solidFill>
                <a:schemeClr val="tx1"/>
              </a:solidFill>
              <a:ln w="9525">
                <a:solidFill>
                  <a:schemeClr val="tx1"/>
                </a:solidFill>
                <a:round/>
                <a:headEnd/>
                <a:tailEnd/>
              </a:ln>
            </p:spPr>
            <p:txBody>
              <a:bodyPr/>
              <a:lstStyle/>
              <a:p>
                <a:endParaRPr lang="en-US"/>
              </a:p>
            </p:txBody>
          </p:sp>
          <p:sp>
            <p:nvSpPr>
              <p:cNvPr id="56296" name="Line 1556"/>
              <p:cNvSpPr>
                <a:spLocks noChangeShapeType="1"/>
              </p:cNvSpPr>
              <p:nvPr/>
            </p:nvSpPr>
            <p:spPr bwMode="auto">
              <a:xfrm flipV="1">
                <a:off x="1483" y="2483"/>
                <a:ext cx="362" cy="494"/>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364" name="Group 1557"/>
            <p:cNvGrpSpPr>
              <a:grpSpLocks/>
            </p:cNvGrpSpPr>
            <p:nvPr/>
          </p:nvGrpSpPr>
          <p:grpSpPr bwMode="auto">
            <a:xfrm>
              <a:off x="1936" y="2379"/>
              <a:ext cx="894" cy="604"/>
              <a:chOff x="1936" y="2379"/>
              <a:chExt cx="894" cy="604"/>
            </a:xfrm>
          </p:grpSpPr>
          <p:sp>
            <p:nvSpPr>
              <p:cNvPr id="56293" name="Freeform 1558"/>
              <p:cNvSpPr>
                <a:spLocks/>
              </p:cNvSpPr>
              <p:nvPr/>
            </p:nvSpPr>
            <p:spPr bwMode="auto">
              <a:xfrm>
                <a:off x="2702" y="2379"/>
                <a:ext cx="128" cy="104"/>
              </a:xfrm>
              <a:custGeom>
                <a:avLst/>
                <a:gdLst>
                  <a:gd name="T0" fmla="*/ 128 w 128"/>
                  <a:gd name="T1" fmla="*/ 0 h 104"/>
                  <a:gd name="T2" fmla="*/ 40 w 128"/>
                  <a:gd name="T3" fmla="*/ 104 h 104"/>
                  <a:gd name="T4" fmla="*/ 16 w 128"/>
                  <a:gd name="T5" fmla="*/ 80 h 104"/>
                  <a:gd name="T6" fmla="*/ 0 w 128"/>
                  <a:gd name="T7" fmla="*/ 48 h 104"/>
                  <a:gd name="T8" fmla="*/ 128 w 128"/>
                  <a:gd name="T9" fmla="*/ 0 h 10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8" h="104">
                    <a:moveTo>
                      <a:pt x="128" y="0"/>
                    </a:moveTo>
                    <a:lnTo>
                      <a:pt x="40" y="104"/>
                    </a:lnTo>
                    <a:lnTo>
                      <a:pt x="16" y="80"/>
                    </a:lnTo>
                    <a:lnTo>
                      <a:pt x="0" y="48"/>
                    </a:lnTo>
                    <a:lnTo>
                      <a:pt x="128" y="0"/>
                    </a:lnTo>
                    <a:close/>
                  </a:path>
                </a:pathLst>
              </a:custGeom>
              <a:solidFill>
                <a:schemeClr val="tx1"/>
              </a:solidFill>
              <a:ln w="9525">
                <a:solidFill>
                  <a:schemeClr val="tx1"/>
                </a:solidFill>
                <a:round/>
                <a:headEnd/>
                <a:tailEnd/>
              </a:ln>
            </p:spPr>
            <p:txBody>
              <a:bodyPr/>
              <a:lstStyle/>
              <a:p>
                <a:endParaRPr lang="en-US"/>
              </a:p>
            </p:txBody>
          </p:sp>
          <p:sp>
            <p:nvSpPr>
              <p:cNvPr id="56294" name="Line 1559"/>
              <p:cNvSpPr>
                <a:spLocks noChangeShapeType="1"/>
              </p:cNvSpPr>
              <p:nvPr/>
            </p:nvSpPr>
            <p:spPr bwMode="auto">
              <a:xfrm flipV="1">
                <a:off x="1936" y="2455"/>
                <a:ext cx="790" cy="528"/>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365" name="Group 1560"/>
            <p:cNvGrpSpPr>
              <a:grpSpLocks/>
            </p:cNvGrpSpPr>
            <p:nvPr/>
          </p:nvGrpSpPr>
          <p:grpSpPr bwMode="auto">
            <a:xfrm>
              <a:off x="1952" y="2076"/>
              <a:ext cx="886" cy="290"/>
              <a:chOff x="1952" y="2076"/>
              <a:chExt cx="886" cy="290"/>
            </a:xfrm>
          </p:grpSpPr>
          <p:sp>
            <p:nvSpPr>
              <p:cNvPr id="56291" name="Freeform 1561"/>
              <p:cNvSpPr>
                <a:spLocks/>
              </p:cNvSpPr>
              <p:nvPr/>
            </p:nvSpPr>
            <p:spPr bwMode="auto">
              <a:xfrm>
                <a:off x="2702" y="2076"/>
                <a:ext cx="136" cy="72"/>
              </a:xfrm>
              <a:custGeom>
                <a:avLst/>
                <a:gdLst>
                  <a:gd name="T0" fmla="*/ 136 w 136"/>
                  <a:gd name="T1" fmla="*/ 0 h 72"/>
                  <a:gd name="T2" fmla="*/ 16 w 136"/>
                  <a:gd name="T3" fmla="*/ 72 h 72"/>
                  <a:gd name="T4" fmla="*/ 8 w 136"/>
                  <a:gd name="T5" fmla="*/ 40 h 72"/>
                  <a:gd name="T6" fmla="*/ 0 w 136"/>
                  <a:gd name="T7" fmla="*/ 8 h 72"/>
                  <a:gd name="T8" fmla="*/ 136 w 136"/>
                  <a:gd name="T9" fmla="*/ 0 h 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 h="72">
                    <a:moveTo>
                      <a:pt x="136" y="0"/>
                    </a:moveTo>
                    <a:lnTo>
                      <a:pt x="16" y="72"/>
                    </a:lnTo>
                    <a:lnTo>
                      <a:pt x="8" y="40"/>
                    </a:lnTo>
                    <a:lnTo>
                      <a:pt x="0" y="8"/>
                    </a:lnTo>
                    <a:lnTo>
                      <a:pt x="136" y="0"/>
                    </a:lnTo>
                    <a:close/>
                  </a:path>
                </a:pathLst>
              </a:custGeom>
              <a:solidFill>
                <a:schemeClr val="tx1"/>
              </a:solidFill>
              <a:ln w="9525">
                <a:solidFill>
                  <a:schemeClr val="tx1"/>
                </a:solidFill>
                <a:round/>
                <a:headEnd/>
                <a:tailEnd/>
              </a:ln>
            </p:spPr>
            <p:txBody>
              <a:bodyPr/>
              <a:lstStyle/>
              <a:p>
                <a:endParaRPr lang="en-US"/>
              </a:p>
            </p:txBody>
          </p:sp>
          <p:sp>
            <p:nvSpPr>
              <p:cNvPr id="56292" name="Line 1562"/>
              <p:cNvSpPr>
                <a:spLocks noChangeShapeType="1"/>
              </p:cNvSpPr>
              <p:nvPr/>
            </p:nvSpPr>
            <p:spPr bwMode="auto">
              <a:xfrm flipV="1">
                <a:off x="1952" y="2114"/>
                <a:ext cx="766" cy="252"/>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366" name="Group 1563"/>
            <p:cNvGrpSpPr>
              <a:grpSpLocks/>
            </p:cNvGrpSpPr>
            <p:nvPr/>
          </p:nvGrpSpPr>
          <p:grpSpPr bwMode="auto">
            <a:xfrm>
              <a:off x="1481" y="1769"/>
              <a:ext cx="894" cy="283"/>
              <a:chOff x="1481" y="1769"/>
              <a:chExt cx="894" cy="283"/>
            </a:xfrm>
          </p:grpSpPr>
          <p:sp>
            <p:nvSpPr>
              <p:cNvPr id="56289" name="Freeform 1564"/>
              <p:cNvSpPr>
                <a:spLocks/>
              </p:cNvSpPr>
              <p:nvPr/>
            </p:nvSpPr>
            <p:spPr bwMode="auto">
              <a:xfrm>
                <a:off x="2231" y="1980"/>
                <a:ext cx="144" cy="72"/>
              </a:xfrm>
              <a:custGeom>
                <a:avLst/>
                <a:gdLst>
                  <a:gd name="T0" fmla="*/ 144 w 144"/>
                  <a:gd name="T1" fmla="*/ 72 h 72"/>
                  <a:gd name="T2" fmla="*/ 0 w 144"/>
                  <a:gd name="T3" fmla="*/ 64 h 72"/>
                  <a:gd name="T4" fmla="*/ 16 w 144"/>
                  <a:gd name="T5" fmla="*/ 32 h 72"/>
                  <a:gd name="T6" fmla="*/ 24 w 144"/>
                  <a:gd name="T7" fmla="*/ 0 h 72"/>
                  <a:gd name="T8" fmla="*/ 144 w 144"/>
                  <a:gd name="T9" fmla="*/ 72 h 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4" h="72">
                    <a:moveTo>
                      <a:pt x="144" y="72"/>
                    </a:moveTo>
                    <a:lnTo>
                      <a:pt x="0" y="64"/>
                    </a:lnTo>
                    <a:lnTo>
                      <a:pt x="16" y="32"/>
                    </a:lnTo>
                    <a:lnTo>
                      <a:pt x="24" y="0"/>
                    </a:lnTo>
                    <a:lnTo>
                      <a:pt x="144" y="72"/>
                    </a:lnTo>
                    <a:close/>
                  </a:path>
                </a:pathLst>
              </a:custGeom>
              <a:solidFill>
                <a:schemeClr val="tx1"/>
              </a:solidFill>
              <a:ln w="9525">
                <a:solidFill>
                  <a:schemeClr val="tx1"/>
                </a:solidFill>
                <a:round/>
                <a:headEnd/>
                <a:tailEnd/>
              </a:ln>
            </p:spPr>
            <p:txBody>
              <a:bodyPr/>
              <a:lstStyle/>
              <a:p>
                <a:endParaRPr lang="en-US"/>
              </a:p>
            </p:txBody>
          </p:sp>
          <p:sp>
            <p:nvSpPr>
              <p:cNvPr id="56290" name="Line 1565"/>
              <p:cNvSpPr>
                <a:spLocks noChangeShapeType="1"/>
              </p:cNvSpPr>
              <p:nvPr/>
            </p:nvSpPr>
            <p:spPr bwMode="auto">
              <a:xfrm>
                <a:off x="1481" y="1769"/>
                <a:ext cx="774" cy="244"/>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55367" name="Oval 1566"/>
            <p:cNvSpPr>
              <a:spLocks noChangeArrowheads="1"/>
            </p:cNvSpPr>
            <p:nvPr/>
          </p:nvSpPr>
          <p:spPr bwMode="auto">
            <a:xfrm>
              <a:off x="1457" y="1741"/>
              <a:ext cx="32" cy="40"/>
            </a:xfrm>
            <a:prstGeom prst="ellipse">
              <a:avLst/>
            </a:prstGeom>
            <a:solidFill>
              <a:schemeClr val="tx1"/>
            </a:solidFill>
            <a:ln w="9525">
              <a:solidFill>
                <a:schemeClr val="tx1"/>
              </a:solidFill>
              <a:round/>
              <a:headEnd/>
              <a:tailEnd/>
            </a:ln>
          </p:spPr>
          <p:txBody>
            <a:bodyPr/>
            <a:lstStyle/>
            <a:p>
              <a:endParaRPr lang="en-US"/>
            </a:p>
          </p:txBody>
        </p:sp>
        <p:sp>
          <p:nvSpPr>
            <p:cNvPr id="55368" name="Oval 1567"/>
            <p:cNvSpPr>
              <a:spLocks noChangeArrowheads="1"/>
            </p:cNvSpPr>
            <p:nvPr/>
          </p:nvSpPr>
          <p:spPr bwMode="auto">
            <a:xfrm>
              <a:off x="1457" y="1741"/>
              <a:ext cx="32" cy="40"/>
            </a:xfrm>
            <a:prstGeom prst="ellipse">
              <a:avLst/>
            </a:prstGeom>
            <a:solidFill>
              <a:schemeClr val="tx1"/>
            </a:solidFill>
            <a:ln w="25400">
              <a:solidFill>
                <a:schemeClr val="tx1"/>
              </a:solidFill>
              <a:round/>
              <a:headEnd/>
              <a:tailEnd/>
            </a:ln>
          </p:spPr>
          <p:txBody>
            <a:bodyPr/>
            <a:lstStyle/>
            <a:p>
              <a:endParaRPr lang="en-US"/>
            </a:p>
          </p:txBody>
        </p:sp>
        <p:sp>
          <p:nvSpPr>
            <p:cNvPr id="55369" name="Oval 1568"/>
            <p:cNvSpPr>
              <a:spLocks noChangeArrowheads="1"/>
            </p:cNvSpPr>
            <p:nvPr/>
          </p:nvSpPr>
          <p:spPr bwMode="auto">
            <a:xfrm>
              <a:off x="1457" y="2044"/>
              <a:ext cx="40" cy="40"/>
            </a:xfrm>
            <a:prstGeom prst="ellipse">
              <a:avLst/>
            </a:prstGeom>
            <a:solidFill>
              <a:schemeClr val="tx1"/>
            </a:solidFill>
            <a:ln w="9525">
              <a:solidFill>
                <a:schemeClr val="tx1"/>
              </a:solidFill>
              <a:round/>
              <a:headEnd/>
              <a:tailEnd/>
            </a:ln>
          </p:spPr>
          <p:txBody>
            <a:bodyPr/>
            <a:lstStyle/>
            <a:p>
              <a:endParaRPr lang="en-US"/>
            </a:p>
          </p:txBody>
        </p:sp>
        <p:sp>
          <p:nvSpPr>
            <p:cNvPr id="55370" name="Oval 1569"/>
            <p:cNvSpPr>
              <a:spLocks noChangeArrowheads="1"/>
            </p:cNvSpPr>
            <p:nvPr/>
          </p:nvSpPr>
          <p:spPr bwMode="auto">
            <a:xfrm>
              <a:off x="1457" y="2044"/>
              <a:ext cx="40" cy="40"/>
            </a:xfrm>
            <a:prstGeom prst="ellipse">
              <a:avLst/>
            </a:prstGeom>
            <a:solidFill>
              <a:schemeClr val="tx1"/>
            </a:solidFill>
            <a:ln w="25400">
              <a:solidFill>
                <a:schemeClr val="tx1"/>
              </a:solidFill>
              <a:round/>
              <a:headEnd/>
              <a:tailEnd/>
            </a:ln>
          </p:spPr>
          <p:txBody>
            <a:bodyPr/>
            <a:lstStyle/>
            <a:p>
              <a:endParaRPr lang="en-US"/>
            </a:p>
          </p:txBody>
        </p:sp>
        <p:sp>
          <p:nvSpPr>
            <p:cNvPr id="55371" name="Oval 1570"/>
            <p:cNvSpPr>
              <a:spLocks noChangeArrowheads="1"/>
            </p:cNvSpPr>
            <p:nvPr/>
          </p:nvSpPr>
          <p:spPr bwMode="auto">
            <a:xfrm>
              <a:off x="1457" y="2355"/>
              <a:ext cx="40" cy="32"/>
            </a:xfrm>
            <a:prstGeom prst="ellipse">
              <a:avLst/>
            </a:prstGeom>
            <a:solidFill>
              <a:schemeClr val="tx1"/>
            </a:solidFill>
            <a:ln w="9525">
              <a:solidFill>
                <a:schemeClr val="tx1"/>
              </a:solidFill>
              <a:round/>
              <a:headEnd/>
              <a:tailEnd/>
            </a:ln>
          </p:spPr>
          <p:txBody>
            <a:bodyPr/>
            <a:lstStyle/>
            <a:p>
              <a:endParaRPr lang="en-US"/>
            </a:p>
          </p:txBody>
        </p:sp>
        <p:sp>
          <p:nvSpPr>
            <p:cNvPr id="55372" name="Oval 1571"/>
            <p:cNvSpPr>
              <a:spLocks noChangeArrowheads="1"/>
            </p:cNvSpPr>
            <p:nvPr/>
          </p:nvSpPr>
          <p:spPr bwMode="auto">
            <a:xfrm>
              <a:off x="1457" y="2355"/>
              <a:ext cx="40" cy="32"/>
            </a:xfrm>
            <a:prstGeom prst="ellipse">
              <a:avLst/>
            </a:prstGeom>
            <a:solidFill>
              <a:schemeClr val="tx1"/>
            </a:solidFill>
            <a:ln w="25400">
              <a:solidFill>
                <a:schemeClr val="tx1"/>
              </a:solidFill>
              <a:round/>
              <a:headEnd/>
              <a:tailEnd/>
            </a:ln>
          </p:spPr>
          <p:txBody>
            <a:bodyPr/>
            <a:lstStyle/>
            <a:p>
              <a:endParaRPr lang="en-US"/>
            </a:p>
          </p:txBody>
        </p:sp>
        <p:sp>
          <p:nvSpPr>
            <p:cNvPr id="55373" name="Oval 1572"/>
            <p:cNvSpPr>
              <a:spLocks noChangeArrowheads="1"/>
            </p:cNvSpPr>
            <p:nvPr/>
          </p:nvSpPr>
          <p:spPr bwMode="auto">
            <a:xfrm>
              <a:off x="1457" y="2658"/>
              <a:ext cx="32" cy="32"/>
            </a:xfrm>
            <a:prstGeom prst="ellipse">
              <a:avLst/>
            </a:prstGeom>
            <a:solidFill>
              <a:schemeClr val="tx1"/>
            </a:solidFill>
            <a:ln w="9525">
              <a:solidFill>
                <a:schemeClr val="tx1"/>
              </a:solidFill>
              <a:round/>
              <a:headEnd/>
              <a:tailEnd/>
            </a:ln>
          </p:spPr>
          <p:txBody>
            <a:bodyPr/>
            <a:lstStyle/>
            <a:p>
              <a:endParaRPr lang="en-US"/>
            </a:p>
          </p:txBody>
        </p:sp>
        <p:sp>
          <p:nvSpPr>
            <p:cNvPr id="55374" name="Oval 1573"/>
            <p:cNvSpPr>
              <a:spLocks noChangeArrowheads="1"/>
            </p:cNvSpPr>
            <p:nvPr/>
          </p:nvSpPr>
          <p:spPr bwMode="auto">
            <a:xfrm>
              <a:off x="1457" y="2658"/>
              <a:ext cx="32" cy="32"/>
            </a:xfrm>
            <a:prstGeom prst="ellipse">
              <a:avLst/>
            </a:prstGeom>
            <a:solidFill>
              <a:schemeClr val="tx1"/>
            </a:solidFill>
            <a:ln w="25400">
              <a:solidFill>
                <a:schemeClr val="tx1"/>
              </a:solidFill>
              <a:round/>
              <a:headEnd/>
              <a:tailEnd/>
            </a:ln>
          </p:spPr>
          <p:txBody>
            <a:bodyPr/>
            <a:lstStyle/>
            <a:p>
              <a:endParaRPr lang="en-US"/>
            </a:p>
          </p:txBody>
        </p:sp>
        <p:sp>
          <p:nvSpPr>
            <p:cNvPr id="55375" name="Oval 1574"/>
            <p:cNvSpPr>
              <a:spLocks noChangeArrowheads="1"/>
            </p:cNvSpPr>
            <p:nvPr/>
          </p:nvSpPr>
          <p:spPr bwMode="auto">
            <a:xfrm>
              <a:off x="1449" y="2969"/>
              <a:ext cx="40" cy="32"/>
            </a:xfrm>
            <a:prstGeom prst="ellipse">
              <a:avLst/>
            </a:prstGeom>
            <a:solidFill>
              <a:schemeClr val="tx1"/>
            </a:solidFill>
            <a:ln w="9525">
              <a:solidFill>
                <a:schemeClr val="tx1"/>
              </a:solidFill>
              <a:round/>
              <a:headEnd/>
              <a:tailEnd/>
            </a:ln>
          </p:spPr>
          <p:txBody>
            <a:bodyPr/>
            <a:lstStyle/>
            <a:p>
              <a:endParaRPr lang="en-US"/>
            </a:p>
          </p:txBody>
        </p:sp>
        <p:sp>
          <p:nvSpPr>
            <p:cNvPr id="55376" name="Oval 1575"/>
            <p:cNvSpPr>
              <a:spLocks noChangeArrowheads="1"/>
            </p:cNvSpPr>
            <p:nvPr/>
          </p:nvSpPr>
          <p:spPr bwMode="auto">
            <a:xfrm>
              <a:off x="1449" y="2969"/>
              <a:ext cx="40" cy="32"/>
            </a:xfrm>
            <a:prstGeom prst="ellipse">
              <a:avLst/>
            </a:prstGeom>
            <a:solidFill>
              <a:schemeClr val="tx1"/>
            </a:solidFill>
            <a:ln w="25400">
              <a:solidFill>
                <a:schemeClr val="tx1"/>
              </a:solidFill>
              <a:round/>
              <a:headEnd/>
              <a:tailEnd/>
            </a:ln>
          </p:spPr>
          <p:txBody>
            <a:bodyPr/>
            <a:lstStyle/>
            <a:p>
              <a:endParaRPr lang="en-US"/>
            </a:p>
          </p:txBody>
        </p:sp>
        <p:grpSp>
          <p:nvGrpSpPr>
            <p:cNvPr id="55377" name="Group 1576"/>
            <p:cNvGrpSpPr>
              <a:grpSpLocks/>
            </p:cNvGrpSpPr>
            <p:nvPr/>
          </p:nvGrpSpPr>
          <p:grpSpPr bwMode="auto">
            <a:xfrm>
              <a:off x="1912" y="1741"/>
              <a:ext cx="40" cy="1260"/>
              <a:chOff x="1912" y="1741"/>
              <a:chExt cx="40" cy="1260"/>
            </a:xfrm>
          </p:grpSpPr>
          <p:sp>
            <p:nvSpPr>
              <p:cNvPr id="56279" name="Oval 1577"/>
              <p:cNvSpPr>
                <a:spLocks noChangeArrowheads="1"/>
              </p:cNvSpPr>
              <p:nvPr/>
            </p:nvSpPr>
            <p:spPr bwMode="auto">
              <a:xfrm>
                <a:off x="1920" y="1741"/>
                <a:ext cx="32" cy="32"/>
              </a:xfrm>
              <a:prstGeom prst="ellipse">
                <a:avLst/>
              </a:prstGeom>
              <a:solidFill>
                <a:schemeClr val="tx1"/>
              </a:solidFill>
              <a:ln w="9525">
                <a:solidFill>
                  <a:schemeClr val="tx1"/>
                </a:solidFill>
                <a:round/>
                <a:headEnd/>
                <a:tailEnd/>
              </a:ln>
            </p:spPr>
            <p:txBody>
              <a:bodyPr/>
              <a:lstStyle/>
              <a:p>
                <a:endParaRPr lang="en-US"/>
              </a:p>
            </p:txBody>
          </p:sp>
          <p:sp>
            <p:nvSpPr>
              <p:cNvPr id="56280" name="Oval 1578"/>
              <p:cNvSpPr>
                <a:spLocks noChangeArrowheads="1"/>
              </p:cNvSpPr>
              <p:nvPr/>
            </p:nvSpPr>
            <p:spPr bwMode="auto">
              <a:xfrm>
                <a:off x="1920" y="1741"/>
                <a:ext cx="32" cy="32"/>
              </a:xfrm>
              <a:prstGeom prst="ellipse">
                <a:avLst/>
              </a:prstGeom>
              <a:solidFill>
                <a:schemeClr val="tx1"/>
              </a:solidFill>
              <a:ln w="25400">
                <a:solidFill>
                  <a:schemeClr val="tx1"/>
                </a:solidFill>
                <a:round/>
                <a:headEnd/>
                <a:tailEnd/>
              </a:ln>
            </p:spPr>
            <p:txBody>
              <a:bodyPr/>
              <a:lstStyle/>
              <a:p>
                <a:endParaRPr lang="en-US"/>
              </a:p>
            </p:txBody>
          </p:sp>
          <p:sp>
            <p:nvSpPr>
              <p:cNvPr id="56281" name="Oval 1579"/>
              <p:cNvSpPr>
                <a:spLocks noChangeArrowheads="1"/>
              </p:cNvSpPr>
              <p:nvPr/>
            </p:nvSpPr>
            <p:spPr bwMode="auto">
              <a:xfrm>
                <a:off x="1920" y="2044"/>
                <a:ext cx="32" cy="32"/>
              </a:xfrm>
              <a:prstGeom prst="ellipse">
                <a:avLst/>
              </a:prstGeom>
              <a:solidFill>
                <a:schemeClr val="tx1"/>
              </a:solidFill>
              <a:ln w="9525">
                <a:solidFill>
                  <a:schemeClr val="tx1"/>
                </a:solidFill>
                <a:round/>
                <a:headEnd/>
                <a:tailEnd/>
              </a:ln>
            </p:spPr>
            <p:txBody>
              <a:bodyPr/>
              <a:lstStyle/>
              <a:p>
                <a:endParaRPr lang="en-US"/>
              </a:p>
            </p:txBody>
          </p:sp>
          <p:sp>
            <p:nvSpPr>
              <p:cNvPr id="56282" name="Oval 1580"/>
              <p:cNvSpPr>
                <a:spLocks noChangeArrowheads="1"/>
              </p:cNvSpPr>
              <p:nvPr/>
            </p:nvSpPr>
            <p:spPr bwMode="auto">
              <a:xfrm>
                <a:off x="1920" y="2044"/>
                <a:ext cx="32" cy="32"/>
              </a:xfrm>
              <a:prstGeom prst="ellipse">
                <a:avLst/>
              </a:prstGeom>
              <a:solidFill>
                <a:schemeClr val="tx1"/>
              </a:solidFill>
              <a:ln w="25400">
                <a:solidFill>
                  <a:schemeClr val="tx1"/>
                </a:solidFill>
                <a:round/>
                <a:headEnd/>
                <a:tailEnd/>
              </a:ln>
            </p:spPr>
            <p:txBody>
              <a:bodyPr/>
              <a:lstStyle/>
              <a:p>
                <a:endParaRPr lang="en-US"/>
              </a:p>
            </p:txBody>
          </p:sp>
          <p:sp>
            <p:nvSpPr>
              <p:cNvPr id="56283" name="Oval 1581"/>
              <p:cNvSpPr>
                <a:spLocks noChangeArrowheads="1"/>
              </p:cNvSpPr>
              <p:nvPr/>
            </p:nvSpPr>
            <p:spPr bwMode="auto">
              <a:xfrm>
                <a:off x="1920" y="2347"/>
                <a:ext cx="32" cy="40"/>
              </a:xfrm>
              <a:prstGeom prst="ellipse">
                <a:avLst/>
              </a:prstGeom>
              <a:solidFill>
                <a:schemeClr val="tx1"/>
              </a:solidFill>
              <a:ln w="9525">
                <a:solidFill>
                  <a:schemeClr val="tx1"/>
                </a:solidFill>
                <a:round/>
                <a:headEnd/>
                <a:tailEnd/>
              </a:ln>
            </p:spPr>
            <p:txBody>
              <a:bodyPr/>
              <a:lstStyle/>
              <a:p>
                <a:endParaRPr lang="en-US"/>
              </a:p>
            </p:txBody>
          </p:sp>
          <p:sp>
            <p:nvSpPr>
              <p:cNvPr id="56284" name="Oval 1582"/>
              <p:cNvSpPr>
                <a:spLocks noChangeArrowheads="1"/>
              </p:cNvSpPr>
              <p:nvPr/>
            </p:nvSpPr>
            <p:spPr bwMode="auto">
              <a:xfrm>
                <a:off x="1920" y="2347"/>
                <a:ext cx="32" cy="40"/>
              </a:xfrm>
              <a:prstGeom prst="ellipse">
                <a:avLst/>
              </a:prstGeom>
              <a:solidFill>
                <a:schemeClr val="tx1"/>
              </a:solidFill>
              <a:ln w="25400">
                <a:solidFill>
                  <a:schemeClr val="tx1"/>
                </a:solidFill>
                <a:round/>
                <a:headEnd/>
                <a:tailEnd/>
              </a:ln>
            </p:spPr>
            <p:txBody>
              <a:bodyPr/>
              <a:lstStyle/>
              <a:p>
                <a:endParaRPr lang="en-US"/>
              </a:p>
            </p:txBody>
          </p:sp>
          <p:sp>
            <p:nvSpPr>
              <p:cNvPr id="56285" name="Oval 1583"/>
              <p:cNvSpPr>
                <a:spLocks noChangeArrowheads="1"/>
              </p:cNvSpPr>
              <p:nvPr/>
            </p:nvSpPr>
            <p:spPr bwMode="auto">
              <a:xfrm>
                <a:off x="1920" y="2658"/>
                <a:ext cx="32" cy="32"/>
              </a:xfrm>
              <a:prstGeom prst="ellipse">
                <a:avLst/>
              </a:prstGeom>
              <a:solidFill>
                <a:schemeClr val="tx1"/>
              </a:solidFill>
              <a:ln w="9525">
                <a:solidFill>
                  <a:schemeClr val="tx1"/>
                </a:solidFill>
                <a:round/>
                <a:headEnd/>
                <a:tailEnd/>
              </a:ln>
            </p:spPr>
            <p:txBody>
              <a:bodyPr/>
              <a:lstStyle/>
              <a:p>
                <a:endParaRPr lang="en-US"/>
              </a:p>
            </p:txBody>
          </p:sp>
          <p:sp>
            <p:nvSpPr>
              <p:cNvPr id="56286" name="Oval 1584"/>
              <p:cNvSpPr>
                <a:spLocks noChangeArrowheads="1"/>
              </p:cNvSpPr>
              <p:nvPr/>
            </p:nvSpPr>
            <p:spPr bwMode="auto">
              <a:xfrm>
                <a:off x="1920" y="2658"/>
                <a:ext cx="32" cy="32"/>
              </a:xfrm>
              <a:prstGeom prst="ellipse">
                <a:avLst/>
              </a:prstGeom>
              <a:solidFill>
                <a:schemeClr val="tx1"/>
              </a:solidFill>
              <a:ln w="25400">
                <a:solidFill>
                  <a:schemeClr val="tx1"/>
                </a:solidFill>
                <a:round/>
                <a:headEnd/>
                <a:tailEnd/>
              </a:ln>
            </p:spPr>
            <p:txBody>
              <a:bodyPr/>
              <a:lstStyle/>
              <a:p>
                <a:endParaRPr lang="en-US"/>
              </a:p>
            </p:txBody>
          </p:sp>
          <p:sp>
            <p:nvSpPr>
              <p:cNvPr id="56287" name="Oval 1585"/>
              <p:cNvSpPr>
                <a:spLocks noChangeArrowheads="1"/>
              </p:cNvSpPr>
              <p:nvPr/>
            </p:nvSpPr>
            <p:spPr bwMode="auto">
              <a:xfrm>
                <a:off x="1912" y="2961"/>
                <a:ext cx="32" cy="40"/>
              </a:xfrm>
              <a:prstGeom prst="ellipse">
                <a:avLst/>
              </a:prstGeom>
              <a:solidFill>
                <a:schemeClr val="tx1"/>
              </a:solidFill>
              <a:ln w="9525">
                <a:solidFill>
                  <a:schemeClr val="tx1"/>
                </a:solidFill>
                <a:round/>
                <a:headEnd/>
                <a:tailEnd/>
              </a:ln>
            </p:spPr>
            <p:txBody>
              <a:bodyPr/>
              <a:lstStyle/>
              <a:p>
                <a:endParaRPr lang="en-US"/>
              </a:p>
            </p:txBody>
          </p:sp>
          <p:sp>
            <p:nvSpPr>
              <p:cNvPr id="56288" name="Oval 1586"/>
              <p:cNvSpPr>
                <a:spLocks noChangeArrowheads="1"/>
              </p:cNvSpPr>
              <p:nvPr/>
            </p:nvSpPr>
            <p:spPr bwMode="auto">
              <a:xfrm>
                <a:off x="1912" y="2961"/>
                <a:ext cx="32" cy="40"/>
              </a:xfrm>
              <a:prstGeom prst="ellipse">
                <a:avLst/>
              </a:prstGeom>
              <a:solidFill>
                <a:schemeClr val="tx1"/>
              </a:solidFill>
              <a:ln w="25400">
                <a:solidFill>
                  <a:schemeClr val="tx1"/>
                </a:solidFill>
                <a:round/>
                <a:headEnd/>
                <a:tailEnd/>
              </a:ln>
            </p:spPr>
            <p:txBody>
              <a:bodyPr/>
              <a:lstStyle/>
              <a:p>
                <a:endParaRPr lang="en-US"/>
              </a:p>
            </p:txBody>
          </p:sp>
        </p:grpSp>
        <p:grpSp>
          <p:nvGrpSpPr>
            <p:cNvPr id="55378" name="Group 1587"/>
            <p:cNvGrpSpPr>
              <a:grpSpLocks/>
            </p:cNvGrpSpPr>
            <p:nvPr/>
          </p:nvGrpSpPr>
          <p:grpSpPr bwMode="auto">
            <a:xfrm>
              <a:off x="2375" y="1749"/>
              <a:ext cx="40" cy="1252"/>
              <a:chOff x="2375" y="1749"/>
              <a:chExt cx="40" cy="1252"/>
            </a:xfrm>
          </p:grpSpPr>
          <p:sp>
            <p:nvSpPr>
              <p:cNvPr id="56269" name="Oval 1588"/>
              <p:cNvSpPr>
                <a:spLocks noChangeArrowheads="1"/>
              </p:cNvSpPr>
              <p:nvPr/>
            </p:nvSpPr>
            <p:spPr bwMode="auto">
              <a:xfrm>
                <a:off x="2375" y="1749"/>
                <a:ext cx="32" cy="32"/>
              </a:xfrm>
              <a:prstGeom prst="ellipse">
                <a:avLst/>
              </a:prstGeom>
              <a:solidFill>
                <a:schemeClr val="tx1"/>
              </a:solidFill>
              <a:ln w="9525">
                <a:solidFill>
                  <a:schemeClr val="tx1"/>
                </a:solidFill>
                <a:round/>
                <a:headEnd/>
                <a:tailEnd/>
              </a:ln>
            </p:spPr>
            <p:txBody>
              <a:bodyPr/>
              <a:lstStyle/>
              <a:p>
                <a:endParaRPr lang="en-US"/>
              </a:p>
            </p:txBody>
          </p:sp>
          <p:sp>
            <p:nvSpPr>
              <p:cNvPr id="56270" name="Oval 1589"/>
              <p:cNvSpPr>
                <a:spLocks noChangeArrowheads="1"/>
              </p:cNvSpPr>
              <p:nvPr/>
            </p:nvSpPr>
            <p:spPr bwMode="auto">
              <a:xfrm>
                <a:off x="2375" y="1749"/>
                <a:ext cx="32" cy="32"/>
              </a:xfrm>
              <a:prstGeom prst="ellipse">
                <a:avLst/>
              </a:prstGeom>
              <a:solidFill>
                <a:schemeClr val="tx1"/>
              </a:solidFill>
              <a:ln w="25400">
                <a:solidFill>
                  <a:schemeClr val="tx1"/>
                </a:solidFill>
                <a:round/>
                <a:headEnd/>
                <a:tailEnd/>
              </a:ln>
            </p:spPr>
            <p:txBody>
              <a:bodyPr/>
              <a:lstStyle/>
              <a:p>
                <a:endParaRPr lang="en-US"/>
              </a:p>
            </p:txBody>
          </p:sp>
          <p:sp>
            <p:nvSpPr>
              <p:cNvPr id="56271" name="Oval 1590"/>
              <p:cNvSpPr>
                <a:spLocks noChangeArrowheads="1"/>
              </p:cNvSpPr>
              <p:nvPr/>
            </p:nvSpPr>
            <p:spPr bwMode="auto">
              <a:xfrm>
                <a:off x="2383" y="2052"/>
                <a:ext cx="32" cy="32"/>
              </a:xfrm>
              <a:prstGeom prst="ellipse">
                <a:avLst/>
              </a:prstGeom>
              <a:solidFill>
                <a:schemeClr val="tx1"/>
              </a:solidFill>
              <a:ln w="9525">
                <a:solidFill>
                  <a:schemeClr val="tx1"/>
                </a:solidFill>
                <a:round/>
                <a:headEnd/>
                <a:tailEnd/>
              </a:ln>
            </p:spPr>
            <p:txBody>
              <a:bodyPr/>
              <a:lstStyle/>
              <a:p>
                <a:endParaRPr lang="en-US"/>
              </a:p>
            </p:txBody>
          </p:sp>
          <p:sp>
            <p:nvSpPr>
              <p:cNvPr id="56272" name="Oval 1591"/>
              <p:cNvSpPr>
                <a:spLocks noChangeArrowheads="1"/>
              </p:cNvSpPr>
              <p:nvPr/>
            </p:nvSpPr>
            <p:spPr bwMode="auto">
              <a:xfrm>
                <a:off x="2383" y="2052"/>
                <a:ext cx="32" cy="32"/>
              </a:xfrm>
              <a:prstGeom prst="ellipse">
                <a:avLst/>
              </a:prstGeom>
              <a:solidFill>
                <a:schemeClr val="tx1"/>
              </a:solidFill>
              <a:ln w="25400">
                <a:solidFill>
                  <a:schemeClr val="tx1"/>
                </a:solidFill>
                <a:round/>
                <a:headEnd/>
                <a:tailEnd/>
              </a:ln>
            </p:spPr>
            <p:txBody>
              <a:bodyPr/>
              <a:lstStyle/>
              <a:p>
                <a:endParaRPr lang="en-US"/>
              </a:p>
            </p:txBody>
          </p:sp>
          <p:sp>
            <p:nvSpPr>
              <p:cNvPr id="56273" name="Oval 1592"/>
              <p:cNvSpPr>
                <a:spLocks noChangeArrowheads="1"/>
              </p:cNvSpPr>
              <p:nvPr/>
            </p:nvSpPr>
            <p:spPr bwMode="auto">
              <a:xfrm>
                <a:off x="2383" y="2355"/>
                <a:ext cx="32" cy="32"/>
              </a:xfrm>
              <a:prstGeom prst="ellipse">
                <a:avLst/>
              </a:prstGeom>
              <a:solidFill>
                <a:schemeClr val="tx1"/>
              </a:solidFill>
              <a:ln w="9525">
                <a:solidFill>
                  <a:schemeClr val="tx1"/>
                </a:solidFill>
                <a:round/>
                <a:headEnd/>
                <a:tailEnd/>
              </a:ln>
            </p:spPr>
            <p:txBody>
              <a:bodyPr/>
              <a:lstStyle/>
              <a:p>
                <a:endParaRPr lang="en-US"/>
              </a:p>
            </p:txBody>
          </p:sp>
          <p:sp>
            <p:nvSpPr>
              <p:cNvPr id="56274" name="Oval 1593"/>
              <p:cNvSpPr>
                <a:spLocks noChangeArrowheads="1"/>
              </p:cNvSpPr>
              <p:nvPr/>
            </p:nvSpPr>
            <p:spPr bwMode="auto">
              <a:xfrm>
                <a:off x="2383" y="2355"/>
                <a:ext cx="32" cy="32"/>
              </a:xfrm>
              <a:prstGeom prst="ellipse">
                <a:avLst/>
              </a:prstGeom>
              <a:solidFill>
                <a:schemeClr val="tx1"/>
              </a:solidFill>
              <a:ln w="25400">
                <a:solidFill>
                  <a:schemeClr val="tx1"/>
                </a:solidFill>
                <a:round/>
                <a:headEnd/>
                <a:tailEnd/>
              </a:ln>
            </p:spPr>
            <p:txBody>
              <a:bodyPr/>
              <a:lstStyle/>
              <a:p>
                <a:endParaRPr lang="en-US"/>
              </a:p>
            </p:txBody>
          </p:sp>
          <p:sp>
            <p:nvSpPr>
              <p:cNvPr id="56275" name="Oval 1594"/>
              <p:cNvSpPr>
                <a:spLocks noChangeArrowheads="1"/>
              </p:cNvSpPr>
              <p:nvPr/>
            </p:nvSpPr>
            <p:spPr bwMode="auto">
              <a:xfrm>
                <a:off x="2375" y="2658"/>
                <a:ext cx="32" cy="40"/>
              </a:xfrm>
              <a:prstGeom prst="ellipse">
                <a:avLst/>
              </a:prstGeom>
              <a:solidFill>
                <a:schemeClr val="tx1"/>
              </a:solidFill>
              <a:ln w="9525">
                <a:solidFill>
                  <a:schemeClr val="tx1"/>
                </a:solidFill>
                <a:round/>
                <a:headEnd/>
                <a:tailEnd/>
              </a:ln>
            </p:spPr>
            <p:txBody>
              <a:bodyPr/>
              <a:lstStyle/>
              <a:p>
                <a:endParaRPr lang="en-US"/>
              </a:p>
            </p:txBody>
          </p:sp>
          <p:sp>
            <p:nvSpPr>
              <p:cNvPr id="56276" name="Oval 1595"/>
              <p:cNvSpPr>
                <a:spLocks noChangeArrowheads="1"/>
              </p:cNvSpPr>
              <p:nvPr/>
            </p:nvSpPr>
            <p:spPr bwMode="auto">
              <a:xfrm>
                <a:off x="2375" y="2658"/>
                <a:ext cx="32" cy="40"/>
              </a:xfrm>
              <a:prstGeom prst="ellipse">
                <a:avLst/>
              </a:prstGeom>
              <a:solidFill>
                <a:schemeClr val="tx1"/>
              </a:solidFill>
              <a:ln w="25400">
                <a:solidFill>
                  <a:schemeClr val="tx1"/>
                </a:solidFill>
                <a:round/>
                <a:headEnd/>
                <a:tailEnd/>
              </a:ln>
            </p:spPr>
            <p:txBody>
              <a:bodyPr/>
              <a:lstStyle/>
              <a:p>
                <a:endParaRPr lang="en-US"/>
              </a:p>
            </p:txBody>
          </p:sp>
          <p:sp>
            <p:nvSpPr>
              <p:cNvPr id="56277" name="Oval 1596"/>
              <p:cNvSpPr>
                <a:spLocks noChangeArrowheads="1"/>
              </p:cNvSpPr>
              <p:nvPr/>
            </p:nvSpPr>
            <p:spPr bwMode="auto">
              <a:xfrm>
                <a:off x="2375" y="2969"/>
                <a:ext cx="32" cy="32"/>
              </a:xfrm>
              <a:prstGeom prst="ellipse">
                <a:avLst/>
              </a:prstGeom>
              <a:solidFill>
                <a:schemeClr val="tx1"/>
              </a:solidFill>
              <a:ln w="9525">
                <a:solidFill>
                  <a:schemeClr val="tx1"/>
                </a:solidFill>
                <a:round/>
                <a:headEnd/>
                <a:tailEnd/>
              </a:ln>
            </p:spPr>
            <p:txBody>
              <a:bodyPr/>
              <a:lstStyle/>
              <a:p>
                <a:endParaRPr lang="en-US"/>
              </a:p>
            </p:txBody>
          </p:sp>
          <p:sp>
            <p:nvSpPr>
              <p:cNvPr id="56278" name="Oval 1597"/>
              <p:cNvSpPr>
                <a:spLocks noChangeArrowheads="1"/>
              </p:cNvSpPr>
              <p:nvPr/>
            </p:nvSpPr>
            <p:spPr bwMode="auto">
              <a:xfrm>
                <a:off x="2375" y="2969"/>
                <a:ext cx="32" cy="32"/>
              </a:xfrm>
              <a:prstGeom prst="ellipse">
                <a:avLst/>
              </a:prstGeom>
              <a:solidFill>
                <a:schemeClr val="tx1"/>
              </a:solidFill>
              <a:ln w="25400">
                <a:solidFill>
                  <a:schemeClr val="tx1"/>
                </a:solidFill>
                <a:round/>
                <a:headEnd/>
                <a:tailEnd/>
              </a:ln>
            </p:spPr>
            <p:txBody>
              <a:bodyPr/>
              <a:lstStyle/>
              <a:p>
                <a:endParaRPr lang="en-US"/>
              </a:p>
            </p:txBody>
          </p:sp>
        </p:grpSp>
        <p:grpSp>
          <p:nvGrpSpPr>
            <p:cNvPr id="55379" name="Group 1598"/>
            <p:cNvGrpSpPr>
              <a:grpSpLocks/>
            </p:cNvGrpSpPr>
            <p:nvPr/>
          </p:nvGrpSpPr>
          <p:grpSpPr bwMode="auto">
            <a:xfrm>
              <a:off x="1489" y="2076"/>
              <a:ext cx="431" cy="284"/>
              <a:chOff x="1489" y="2076"/>
              <a:chExt cx="431" cy="284"/>
            </a:xfrm>
          </p:grpSpPr>
          <p:sp>
            <p:nvSpPr>
              <p:cNvPr id="56267" name="Freeform 1599"/>
              <p:cNvSpPr>
                <a:spLocks/>
              </p:cNvSpPr>
              <p:nvPr/>
            </p:nvSpPr>
            <p:spPr bwMode="auto">
              <a:xfrm>
                <a:off x="1784" y="2076"/>
                <a:ext cx="136" cy="96"/>
              </a:xfrm>
              <a:custGeom>
                <a:avLst/>
                <a:gdLst>
                  <a:gd name="T0" fmla="*/ 136 w 136"/>
                  <a:gd name="T1" fmla="*/ 0 h 96"/>
                  <a:gd name="T2" fmla="*/ 40 w 136"/>
                  <a:gd name="T3" fmla="*/ 96 h 96"/>
                  <a:gd name="T4" fmla="*/ 24 w 136"/>
                  <a:gd name="T5" fmla="*/ 72 h 96"/>
                  <a:gd name="T6" fmla="*/ 0 w 136"/>
                  <a:gd name="T7" fmla="*/ 40 h 96"/>
                  <a:gd name="T8" fmla="*/ 136 w 136"/>
                  <a:gd name="T9" fmla="*/ 0 h 9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 h="96">
                    <a:moveTo>
                      <a:pt x="136" y="0"/>
                    </a:moveTo>
                    <a:lnTo>
                      <a:pt x="40" y="96"/>
                    </a:lnTo>
                    <a:lnTo>
                      <a:pt x="24" y="72"/>
                    </a:lnTo>
                    <a:lnTo>
                      <a:pt x="0" y="40"/>
                    </a:lnTo>
                    <a:lnTo>
                      <a:pt x="136" y="0"/>
                    </a:lnTo>
                    <a:close/>
                  </a:path>
                </a:pathLst>
              </a:custGeom>
              <a:solidFill>
                <a:schemeClr val="tx1"/>
              </a:solidFill>
              <a:ln w="9525">
                <a:solidFill>
                  <a:schemeClr val="tx1"/>
                </a:solidFill>
                <a:round/>
                <a:headEnd/>
                <a:tailEnd/>
              </a:ln>
            </p:spPr>
            <p:txBody>
              <a:bodyPr/>
              <a:lstStyle/>
              <a:p>
                <a:endParaRPr lang="en-US"/>
              </a:p>
            </p:txBody>
          </p:sp>
          <p:sp>
            <p:nvSpPr>
              <p:cNvPr id="56268" name="Line 1600"/>
              <p:cNvSpPr>
                <a:spLocks noChangeShapeType="1"/>
              </p:cNvSpPr>
              <p:nvPr/>
            </p:nvSpPr>
            <p:spPr bwMode="auto">
              <a:xfrm flipV="1">
                <a:off x="1489" y="2143"/>
                <a:ext cx="327" cy="217"/>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380" name="Group 1601"/>
            <p:cNvGrpSpPr>
              <a:grpSpLocks/>
            </p:cNvGrpSpPr>
            <p:nvPr/>
          </p:nvGrpSpPr>
          <p:grpSpPr bwMode="auto">
            <a:xfrm>
              <a:off x="1489" y="1733"/>
              <a:ext cx="423" cy="56"/>
              <a:chOff x="1489" y="1733"/>
              <a:chExt cx="423" cy="56"/>
            </a:xfrm>
          </p:grpSpPr>
          <p:sp>
            <p:nvSpPr>
              <p:cNvPr id="56259" name="Freeform 1602"/>
              <p:cNvSpPr>
                <a:spLocks/>
              </p:cNvSpPr>
              <p:nvPr/>
            </p:nvSpPr>
            <p:spPr bwMode="auto">
              <a:xfrm>
                <a:off x="1792" y="1733"/>
                <a:ext cx="120" cy="56"/>
              </a:xfrm>
              <a:custGeom>
                <a:avLst/>
                <a:gdLst>
                  <a:gd name="T0" fmla="*/ 120 w 120"/>
                  <a:gd name="T1" fmla="*/ 24 h 56"/>
                  <a:gd name="T2" fmla="*/ 0 w 120"/>
                  <a:gd name="T3" fmla="*/ 56 h 56"/>
                  <a:gd name="T4" fmla="*/ 0 w 120"/>
                  <a:gd name="T5" fmla="*/ 24 h 56"/>
                  <a:gd name="T6" fmla="*/ 0 w 120"/>
                  <a:gd name="T7" fmla="*/ 0 h 56"/>
                  <a:gd name="T8" fmla="*/ 120 w 120"/>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 h="56">
                    <a:moveTo>
                      <a:pt x="120" y="24"/>
                    </a:moveTo>
                    <a:lnTo>
                      <a:pt x="0" y="56"/>
                    </a:lnTo>
                    <a:lnTo>
                      <a:pt x="0" y="24"/>
                    </a:lnTo>
                    <a:lnTo>
                      <a:pt x="0" y="0"/>
                    </a:lnTo>
                    <a:lnTo>
                      <a:pt x="120" y="24"/>
                    </a:lnTo>
                    <a:close/>
                  </a:path>
                </a:pathLst>
              </a:custGeom>
              <a:solidFill>
                <a:schemeClr val="tx1"/>
              </a:solidFill>
              <a:ln w="9525">
                <a:solidFill>
                  <a:schemeClr val="tx1"/>
                </a:solidFill>
                <a:round/>
                <a:headEnd/>
                <a:tailEnd/>
              </a:ln>
            </p:spPr>
            <p:txBody>
              <a:bodyPr/>
              <a:lstStyle/>
              <a:p>
                <a:endParaRPr lang="en-US"/>
              </a:p>
            </p:txBody>
          </p:sp>
          <p:grpSp>
            <p:nvGrpSpPr>
              <p:cNvPr id="56260" name="Group 1603"/>
              <p:cNvGrpSpPr>
                <a:grpSpLocks/>
              </p:cNvGrpSpPr>
              <p:nvPr/>
            </p:nvGrpSpPr>
            <p:grpSpPr bwMode="auto">
              <a:xfrm>
                <a:off x="1489" y="1757"/>
                <a:ext cx="295" cy="1"/>
                <a:chOff x="1489" y="1757"/>
                <a:chExt cx="295" cy="1"/>
              </a:xfrm>
            </p:grpSpPr>
            <p:sp>
              <p:nvSpPr>
                <p:cNvPr id="56261" name="Line 1604"/>
                <p:cNvSpPr>
                  <a:spLocks noChangeShapeType="1"/>
                </p:cNvSpPr>
                <p:nvPr/>
              </p:nvSpPr>
              <p:spPr bwMode="auto">
                <a:xfrm>
                  <a:off x="1489"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262" name="Line 1605"/>
                <p:cNvSpPr>
                  <a:spLocks noChangeShapeType="1"/>
                </p:cNvSpPr>
                <p:nvPr/>
              </p:nvSpPr>
              <p:spPr bwMode="auto">
                <a:xfrm>
                  <a:off x="1544"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263" name="Line 1606"/>
                <p:cNvSpPr>
                  <a:spLocks noChangeShapeType="1"/>
                </p:cNvSpPr>
                <p:nvPr/>
              </p:nvSpPr>
              <p:spPr bwMode="auto">
                <a:xfrm>
                  <a:off x="1600"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264" name="Line 1607"/>
                <p:cNvSpPr>
                  <a:spLocks noChangeShapeType="1"/>
                </p:cNvSpPr>
                <p:nvPr/>
              </p:nvSpPr>
              <p:spPr bwMode="auto">
                <a:xfrm>
                  <a:off x="1656"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265" name="Line 1608"/>
                <p:cNvSpPr>
                  <a:spLocks noChangeShapeType="1"/>
                </p:cNvSpPr>
                <p:nvPr/>
              </p:nvSpPr>
              <p:spPr bwMode="auto">
                <a:xfrm>
                  <a:off x="1712"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266" name="Line 1609"/>
                <p:cNvSpPr>
                  <a:spLocks noChangeShapeType="1"/>
                </p:cNvSpPr>
                <p:nvPr/>
              </p:nvSpPr>
              <p:spPr bwMode="auto">
                <a:xfrm>
                  <a:off x="1768" y="1757"/>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381" name="Group 1610"/>
            <p:cNvGrpSpPr>
              <a:grpSpLocks/>
            </p:cNvGrpSpPr>
            <p:nvPr/>
          </p:nvGrpSpPr>
          <p:grpSpPr bwMode="auto">
            <a:xfrm>
              <a:off x="1952" y="1725"/>
              <a:ext cx="415" cy="56"/>
              <a:chOff x="1952" y="1725"/>
              <a:chExt cx="415" cy="56"/>
            </a:xfrm>
          </p:grpSpPr>
          <p:sp>
            <p:nvSpPr>
              <p:cNvPr id="56251" name="Freeform 1611"/>
              <p:cNvSpPr>
                <a:spLocks/>
              </p:cNvSpPr>
              <p:nvPr/>
            </p:nvSpPr>
            <p:spPr bwMode="auto">
              <a:xfrm>
                <a:off x="2255" y="1725"/>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chemeClr val="tx1"/>
              </a:solidFill>
              <a:ln w="9525">
                <a:solidFill>
                  <a:schemeClr val="tx1"/>
                </a:solidFill>
                <a:round/>
                <a:headEnd/>
                <a:tailEnd/>
              </a:ln>
            </p:spPr>
            <p:txBody>
              <a:bodyPr/>
              <a:lstStyle/>
              <a:p>
                <a:endParaRPr lang="en-US"/>
              </a:p>
            </p:txBody>
          </p:sp>
          <p:grpSp>
            <p:nvGrpSpPr>
              <p:cNvPr id="56252" name="Group 1612"/>
              <p:cNvGrpSpPr>
                <a:grpSpLocks/>
              </p:cNvGrpSpPr>
              <p:nvPr/>
            </p:nvGrpSpPr>
            <p:grpSpPr bwMode="auto">
              <a:xfrm>
                <a:off x="1952" y="1757"/>
                <a:ext cx="295" cy="1"/>
                <a:chOff x="1952" y="1757"/>
                <a:chExt cx="295" cy="1"/>
              </a:xfrm>
            </p:grpSpPr>
            <p:sp>
              <p:nvSpPr>
                <p:cNvPr id="56253" name="Line 1613"/>
                <p:cNvSpPr>
                  <a:spLocks noChangeShapeType="1"/>
                </p:cNvSpPr>
                <p:nvPr/>
              </p:nvSpPr>
              <p:spPr bwMode="auto">
                <a:xfrm>
                  <a:off x="1952"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254" name="Line 1614"/>
                <p:cNvSpPr>
                  <a:spLocks noChangeShapeType="1"/>
                </p:cNvSpPr>
                <p:nvPr/>
              </p:nvSpPr>
              <p:spPr bwMode="auto">
                <a:xfrm>
                  <a:off x="2008" y="1757"/>
                  <a:ext cx="23"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255" name="Line 1615"/>
                <p:cNvSpPr>
                  <a:spLocks noChangeShapeType="1"/>
                </p:cNvSpPr>
                <p:nvPr/>
              </p:nvSpPr>
              <p:spPr bwMode="auto">
                <a:xfrm>
                  <a:off x="2063"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256" name="Line 1616"/>
                <p:cNvSpPr>
                  <a:spLocks noChangeShapeType="1"/>
                </p:cNvSpPr>
                <p:nvPr/>
              </p:nvSpPr>
              <p:spPr bwMode="auto">
                <a:xfrm>
                  <a:off x="2119"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257" name="Line 1617"/>
                <p:cNvSpPr>
                  <a:spLocks noChangeShapeType="1"/>
                </p:cNvSpPr>
                <p:nvPr/>
              </p:nvSpPr>
              <p:spPr bwMode="auto">
                <a:xfrm>
                  <a:off x="2175"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258" name="Line 1618"/>
                <p:cNvSpPr>
                  <a:spLocks noChangeShapeType="1"/>
                </p:cNvSpPr>
                <p:nvPr/>
              </p:nvSpPr>
              <p:spPr bwMode="auto">
                <a:xfrm>
                  <a:off x="2231" y="1757"/>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382" name="Group 1619"/>
            <p:cNvGrpSpPr>
              <a:grpSpLocks/>
            </p:cNvGrpSpPr>
            <p:nvPr/>
          </p:nvGrpSpPr>
          <p:grpSpPr bwMode="auto">
            <a:xfrm>
              <a:off x="1497" y="2036"/>
              <a:ext cx="415" cy="56"/>
              <a:chOff x="1497" y="2036"/>
              <a:chExt cx="415" cy="56"/>
            </a:xfrm>
          </p:grpSpPr>
          <p:sp>
            <p:nvSpPr>
              <p:cNvPr id="56243" name="Freeform 1620"/>
              <p:cNvSpPr>
                <a:spLocks/>
              </p:cNvSpPr>
              <p:nvPr/>
            </p:nvSpPr>
            <p:spPr bwMode="auto">
              <a:xfrm>
                <a:off x="1800"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chemeClr val="tx1"/>
              </a:solidFill>
              <a:ln w="9525">
                <a:solidFill>
                  <a:schemeClr val="tx1"/>
                </a:solidFill>
                <a:round/>
                <a:headEnd/>
                <a:tailEnd/>
              </a:ln>
            </p:spPr>
            <p:txBody>
              <a:bodyPr/>
              <a:lstStyle/>
              <a:p>
                <a:endParaRPr lang="en-US"/>
              </a:p>
            </p:txBody>
          </p:sp>
          <p:grpSp>
            <p:nvGrpSpPr>
              <p:cNvPr id="56244" name="Group 1621"/>
              <p:cNvGrpSpPr>
                <a:grpSpLocks/>
              </p:cNvGrpSpPr>
              <p:nvPr/>
            </p:nvGrpSpPr>
            <p:grpSpPr bwMode="auto">
              <a:xfrm>
                <a:off x="1497" y="2068"/>
                <a:ext cx="295" cy="1"/>
                <a:chOff x="1497" y="2068"/>
                <a:chExt cx="295" cy="1"/>
              </a:xfrm>
            </p:grpSpPr>
            <p:sp>
              <p:nvSpPr>
                <p:cNvPr id="56245" name="Line 1622"/>
                <p:cNvSpPr>
                  <a:spLocks noChangeShapeType="1"/>
                </p:cNvSpPr>
                <p:nvPr/>
              </p:nvSpPr>
              <p:spPr bwMode="auto">
                <a:xfrm>
                  <a:off x="1497" y="2068"/>
                  <a:ext cx="23"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246" name="Line 1623"/>
                <p:cNvSpPr>
                  <a:spLocks noChangeShapeType="1"/>
                </p:cNvSpPr>
                <p:nvPr/>
              </p:nvSpPr>
              <p:spPr bwMode="auto">
                <a:xfrm>
                  <a:off x="1552"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247" name="Line 1624"/>
                <p:cNvSpPr>
                  <a:spLocks noChangeShapeType="1"/>
                </p:cNvSpPr>
                <p:nvPr/>
              </p:nvSpPr>
              <p:spPr bwMode="auto">
                <a:xfrm>
                  <a:off x="1608"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248" name="Line 1625"/>
                <p:cNvSpPr>
                  <a:spLocks noChangeShapeType="1"/>
                </p:cNvSpPr>
                <p:nvPr/>
              </p:nvSpPr>
              <p:spPr bwMode="auto">
                <a:xfrm>
                  <a:off x="1664"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249" name="Line 1626"/>
                <p:cNvSpPr>
                  <a:spLocks noChangeShapeType="1"/>
                </p:cNvSpPr>
                <p:nvPr/>
              </p:nvSpPr>
              <p:spPr bwMode="auto">
                <a:xfrm>
                  <a:off x="1720"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250" name="Line 1627"/>
                <p:cNvSpPr>
                  <a:spLocks noChangeShapeType="1"/>
                </p:cNvSpPr>
                <p:nvPr/>
              </p:nvSpPr>
              <p:spPr bwMode="auto">
                <a:xfrm>
                  <a:off x="1776" y="2068"/>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383" name="Group 1628"/>
            <p:cNvGrpSpPr>
              <a:grpSpLocks/>
            </p:cNvGrpSpPr>
            <p:nvPr/>
          </p:nvGrpSpPr>
          <p:grpSpPr bwMode="auto">
            <a:xfrm>
              <a:off x="1960" y="2036"/>
              <a:ext cx="423" cy="56"/>
              <a:chOff x="1960" y="2036"/>
              <a:chExt cx="423" cy="56"/>
            </a:xfrm>
          </p:grpSpPr>
          <p:sp>
            <p:nvSpPr>
              <p:cNvPr id="56235" name="Freeform 1629"/>
              <p:cNvSpPr>
                <a:spLocks/>
              </p:cNvSpPr>
              <p:nvPr/>
            </p:nvSpPr>
            <p:spPr bwMode="auto">
              <a:xfrm>
                <a:off x="2271"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chemeClr val="tx1"/>
              </a:solidFill>
              <a:ln w="9525">
                <a:solidFill>
                  <a:schemeClr val="tx1"/>
                </a:solidFill>
                <a:round/>
                <a:headEnd/>
                <a:tailEnd/>
              </a:ln>
            </p:spPr>
            <p:txBody>
              <a:bodyPr/>
              <a:lstStyle/>
              <a:p>
                <a:endParaRPr lang="en-US"/>
              </a:p>
            </p:txBody>
          </p:sp>
          <p:grpSp>
            <p:nvGrpSpPr>
              <p:cNvPr id="56236" name="Group 1630"/>
              <p:cNvGrpSpPr>
                <a:grpSpLocks/>
              </p:cNvGrpSpPr>
              <p:nvPr/>
            </p:nvGrpSpPr>
            <p:grpSpPr bwMode="auto">
              <a:xfrm>
                <a:off x="1960" y="2068"/>
                <a:ext cx="303" cy="1"/>
                <a:chOff x="1960" y="2068"/>
                <a:chExt cx="303" cy="1"/>
              </a:xfrm>
            </p:grpSpPr>
            <p:sp>
              <p:nvSpPr>
                <p:cNvPr id="56237" name="Line 1631"/>
                <p:cNvSpPr>
                  <a:spLocks noChangeShapeType="1"/>
                </p:cNvSpPr>
                <p:nvPr/>
              </p:nvSpPr>
              <p:spPr bwMode="auto">
                <a:xfrm>
                  <a:off x="1960"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238" name="Line 1632"/>
                <p:cNvSpPr>
                  <a:spLocks noChangeShapeType="1"/>
                </p:cNvSpPr>
                <p:nvPr/>
              </p:nvSpPr>
              <p:spPr bwMode="auto">
                <a:xfrm>
                  <a:off x="2015"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239" name="Line 1633"/>
                <p:cNvSpPr>
                  <a:spLocks noChangeShapeType="1"/>
                </p:cNvSpPr>
                <p:nvPr/>
              </p:nvSpPr>
              <p:spPr bwMode="auto">
                <a:xfrm>
                  <a:off x="2071"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240" name="Line 1634"/>
                <p:cNvSpPr>
                  <a:spLocks noChangeShapeType="1"/>
                </p:cNvSpPr>
                <p:nvPr/>
              </p:nvSpPr>
              <p:spPr bwMode="auto">
                <a:xfrm>
                  <a:off x="2127"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241" name="Line 1635"/>
                <p:cNvSpPr>
                  <a:spLocks noChangeShapeType="1"/>
                </p:cNvSpPr>
                <p:nvPr/>
              </p:nvSpPr>
              <p:spPr bwMode="auto">
                <a:xfrm>
                  <a:off x="2183"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242" name="Line 1636"/>
                <p:cNvSpPr>
                  <a:spLocks noChangeShapeType="1"/>
                </p:cNvSpPr>
                <p:nvPr/>
              </p:nvSpPr>
              <p:spPr bwMode="auto">
                <a:xfrm>
                  <a:off x="2239"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384" name="Group 1637"/>
            <p:cNvGrpSpPr>
              <a:grpSpLocks/>
            </p:cNvGrpSpPr>
            <p:nvPr/>
          </p:nvGrpSpPr>
          <p:grpSpPr bwMode="auto">
            <a:xfrm>
              <a:off x="2431" y="2036"/>
              <a:ext cx="415" cy="56"/>
              <a:chOff x="2431" y="2036"/>
              <a:chExt cx="415" cy="56"/>
            </a:xfrm>
          </p:grpSpPr>
          <p:sp>
            <p:nvSpPr>
              <p:cNvPr id="56227" name="Freeform 1638"/>
              <p:cNvSpPr>
                <a:spLocks/>
              </p:cNvSpPr>
              <p:nvPr/>
            </p:nvSpPr>
            <p:spPr bwMode="auto">
              <a:xfrm>
                <a:off x="2734"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chemeClr val="tx1"/>
              </a:solidFill>
              <a:ln w="9525">
                <a:solidFill>
                  <a:schemeClr val="tx1"/>
                </a:solidFill>
                <a:round/>
                <a:headEnd/>
                <a:tailEnd/>
              </a:ln>
            </p:spPr>
            <p:txBody>
              <a:bodyPr/>
              <a:lstStyle/>
              <a:p>
                <a:endParaRPr lang="en-US"/>
              </a:p>
            </p:txBody>
          </p:sp>
          <p:grpSp>
            <p:nvGrpSpPr>
              <p:cNvPr id="56228" name="Group 1639"/>
              <p:cNvGrpSpPr>
                <a:grpSpLocks/>
              </p:cNvGrpSpPr>
              <p:nvPr/>
            </p:nvGrpSpPr>
            <p:grpSpPr bwMode="auto">
              <a:xfrm>
                <a:off x="2431" y="2068"/>
                <a:ext cx="295" cy="1"/>
                <a:chOff x="2431" y="2068"/>
                <a:chExt cx="295" cy="1"/>
              </a:xfrm>
            </p:grpSpPr>
            <p:sp>
              <p:nvSpPr>
                <p:cNvPr id="56229" name="Line 1640"/>
                <p:cNvSpPr>
                  <a:spLocks noChangeShapeType="1"/>
                </p:cNvSpPr>
                <p:nvPr/>
              </p:nvSpPr>
              <p:spPr bwMode="auto">
                <a:xfrm>
                  <a:off x="2431"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230" name="Line 1641"/>
                <p:cNvSpPr>
                  <a:spLocks noChangeShapeType="1"/>
                </p:cNvSpPr>
                <p:nvPr/>
              </p:nvSpPr>
              <p:spPr bwMode="auto">
                <a:xfrm>
                  <a:off x="2487"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231" name="Line 1642"/>
                <p:cNvSpPr>
                  <a:spLocks noChangeShapeType="1"/>
                </p:cNvSpPr>
                <p:nvPr/>
              </p:nvSpPr>
              <p:spPr bwMode="auto">
                <a:xfrm>
                  <a:off x="2542"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232" name="Line 1643"/>
                <p:cNvSpPr>
                  <a:spLocks noChangeShapeType="1"/>
                </p:cNvSpPr>
                <p:nvPr/>
              </p:nvSpPr>
              <p:spPr bwMode="auto">
                <a:xfrm>
                  <a:off x="2598"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233" name="Line 1644"/>
                <p:cNvSpPr>
                  <a:spLocks noChangeShapeType="1"/>
                </p:cNvSpPr>
                <p:nvPr/>
              </p:nvSpPr>
              <p:spPr bwMode="auto">
                <a:xfrm>
                  <a:off x="2654"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234" name="Line 1645"/>
                <p:cNvSpPr>
                  <a:spLocks noChangeShapeType="1"/>
                </p:cNvSpPr>
                <p:nvPr/>
              </p:nvSpPr>
              <p:spPr bwMode="auto">
                <a:xfrm>
                  <a:off x="2710" y="2068"/>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385" name="Group 1646"/>
            <p:cNvGrpSpPr>
              <a:grpSpLocks/>
            </p:cNvGrpSpPr>
            <p:nvPr/>
          </p:nvGrpSpPr>
          <p:grpSpPr bwMode="auto">
            <a:xfrm>
              <a:off x="2423" y="2347"/>
              <a:ext cx="415" cy="56"/>
              <a:chOff x="2423" y="2347"/>
              <a:chExt cx="415" cy="56"/>
            </a:xfrm>
          </p:grpSpPr>
          <p:sp>
            <p:nvSpPr>
              <p:cNvPr id="56219" name="Freeform 1647"/>
              <p:cNvSpPr>
                <a:spLocks/>
              </p:cNvSpPr>
              <p:nvPr/>
            </p:nvSpPr>
            <p:spPr bwMode="auto">
              <a:xfrm>
                <a:off x="2726" y="234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chemeClr val="tx1"/>
              </a:solidFill>
              <a:ln w="9525">
                <a:solidFill>
                  <a:schemeClr val="tx1"/>
                </a:solidFill>
                <a:round/>
                <a:headEnd/>
                <a:tailEnd/>
              </a:ln>
            </p:spPr>
            <p:txBody>
              <a:bodyPr/>
              <a:lstStyle/>
              <a:p>
                <a:endParaRPr lang="en-US"/>
              </a:p>
            </p:txBody>
          </p:sp>
          <p:grpSp>
            <p:nvGrpSpPr>
              <p:cNvPr id="56220" name="Group 1648"/>
              <p:cNvGrpSpPr>
                <a:grpSpLocks/>
              </p:cNvGrpSpPr>
              <p:nvPr/>
            </p:nvGrpSpPr>
            <p:grpSpPr bwMode="auto">
              <a:xfrm>
                <a:off x="2423" y="2371"/>
                <a:ext cx="295" cy="1"/>
                <a:chOff x="2423" y="2371"/>
                <a:chExt cx="295" cy="1"/>
              </a:xfrm>
            </p:grpSpPr>
            <p:sp>
              <p:nvSpPr>
                <p:cNvPr id="56221" name="Line 1649"/>
                <p:cNvSpPr>
                  <a:spLocks noChangeShapeType="1"/>
                </p:cNvSpPr>
                <p:nvPr/>
              </p:nvSpPr>
              <p:spPr bwMode="auto">
                <a:xfrm>
                  <a:off x="2423"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222" name="Line 1650"/>
                <p:cNvSpPr>
                  <a:spLocks noChangeShapeType="1"/>
                </p:cNvSpPr>
                <p:nvPr/>
              </p:nvSpPr>
              <p:spPr bwMode="auto">
                <a:xfrm>
                  <a:off x="2479"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223" name="Line 1651"/>
                <p:cNvSpPr>
                  <a:spLocks noChangeShapeType="1"/>
                </p:cNvSpPr>
                <p:nvPr/>
              </p:nvSpPr>
              <p:spPr bwMode="auto">
                <a:xfrm>
                  <a:off x="2534"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224" name="Line 1652"/>
                <p:cNvSpPr>
                  <a:spLocks noChangeShapeType="1"/>
                </p:cNvSpPr>
                <p:nvPr/>
              </p:nvSpPr>
              <p:spPr bwMode="auto">
                <a:xfrm>
                  <a:off x="2590"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225" name="Line 1653"/>
                <p:cNvSpPr>
                  <a:spLocks noChangeShapeType="1"/>
                </p:cNvSpPr>
                <p:nvPr/>
              </p:nvSpPr>
              <p:spPr bwMode="auto">
                <a:xfrm>
                  <a:off x="2646"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226" name="Line 1654"/>
                <p:cNvSpPr>
                  <a:spLocks noChangeShapeType="1"/>
                </p:cNvSpPr>
                <p:nvPr/>
              </p:nvSpPr>
              <p:spPr bwMode="auto">
                <a:xfrm>
                  <a:off x="2702" y="2371"/>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386" name="Group 1655"/>
            <p:cNvGrpSpPr>
              <a:grpSpLocks/>
            </p:cNvGrpSpPr>
            <p:nvPr/>
          </p:nvGrpSpPr>
          <p:grpSpPr bwMode="auto">
            <a:xfrm>
              <a:off x="1960" y="2347"/>
              <a:ext cx="415" cy="56"/>
              <a:chOff x="1960" y="2347"/>
              <a:chExt cx="415" cy="56"/>
            </a:xfrm>
          </p:grpSpPr>
          <p:sp>
            <p:nvSpPr>
              <p:cNvPr id="56211" name="Freeform 1656"/>
              <p:cNvSpPr>
                <a:spLocks/>
              </p:cNvSpPr>
              <p:nvPr/>
            </p:nvSpPr>
            <p:spPr bwMode="auto">
              <a:xfrm>
                <a:off x="2263" y="234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chemeClr val="tx1"/>
              </a:solidFill>
              <a:ln w="9525">
                <a:solidFill>
                  <a:schemeClr val="tx1"/>
                </a:solidFill>
                <a:round/>
                <a:headEnd/>
                <a:tailEnd/>
              </a:ln>
            </p:spPr>
            <p:txBody>
              <a:bodyPr/>
              <a:lstStyle/>
              <a:p>
                <a:endParaRPr lang="en-US"/>
              </a:p>
            </p:txBody>
          </p:sp>
          <p:grpSp>
            <p:nvGrpSpPr>
              <p:cNvPr id="56212" name="Group 1657"/>
              <p:cNvGrpSpPr>
                <a:grpSpLocks/>
              </p:cNvGrpSpPr>
              <p:nvPr/>
            </p:nvGrpSpPr>
            <p:grpSpPr bwMode="auto">
              <a:xfrm>
                <a:off x="1960" y="2371"/>
                <a:ext cx="295" cy="1"/>
                <a:chOff x="1960" y="2371"/>
                <a:chExt cx="295" cy="1"/>
              </a:xfrm>
            </p:grpSpPr>
            <p:sp>
              <p:nvSpPr>
                <p:cNvPr id="56213" name="Line 1658"/>
                <p:cNvSpPr>
                  <a:spLocks noChangeShapeType="1"/>
                </p:cNvSpPr>
                <p:nvPr/>
              </p:nvSpPr>
              <p:spPr bwMode="auto">
                <a:xfrm>
                  <a:off x="1960"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214" name="Line 1659"/>
                <p:cNvSpPr>
                  <a:spLocks noChangeShapeType="1"/>
                </p:cNvSpPr>
                <p:nvPr/>
              </p:nvSpPr>
              <p:spPr bwMode="auto">
                <a:xfrm>
                  <a:off x="2015"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215" name="Line 1660"/>
                <p:cNvSpPr>
                  <a:spLocks noChangeShapeType="1"/>
                </p:cNvSpPr>
                <p:nvPr/>
              </p:nvSpPr>
              <p:spPr bwMode="auto">
                <a:xfrm>
                  <a:off x="2071"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216" name="Line 1661"/>
                <p:cNvSpPr>
                  <a:spLocks noChangeShapeType="1"/>
                </p:cNvSpPr>
                <p:nvPr/>
              </p:nvSpPr>
              <p:spPr bwMode="auto">
                <a:xfrm>
                  <a:off x="2127"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217" name="Line 1662"/>
                <p:cNvSpPr>
                  <a:spLocks noChangeShapeType="1"/>
                </p:cNvSpPr>
                <p:nvPr/>
              </p:nvSpPr>
              <p:spPr bwMode="auto">
                <a:xfrm>
                  <a:off x="2183"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218" name="Line 1663"/>
                <p:cNvSpPr>
                  <a:spLocks noChangeShapeType="1"/>
                </p:cNvSpPr>
                <p:nvPr/>
              </p:nvSpPr>
              <p:spPr bwMode="auto">
                <a:xfrm>
                  <a:off x="2239" y="2371"/>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387" name="Group 1664"/>
            <p:cNvGrpSpPr>
              <a:grpSpLocks/>
            </p:cNvGrpSpPr>
            <p:nvPr/>
          </p:nvGrpSpPr>
          <p:grpSpPr bwMode="auto">
            <a:xfrm>
              <a:off x="1497" y="2339"/>
              <a:ext cx="415" cy="56"/>
              <a:chOff x="1497" y="2339"/>
              <a:chExt cx="415" cy="56"/>
            </a:xfrm>
          </p:grpSpPr>
          <p:sp>
            <p:nvSpPr>
              <p:cNvPr id="56203" name="Freeform 1665"/>
              <p:cNvSpPr>
                <a:spLocks/>
              </p:cNvSpPr>
              <p:nvPr/>
            </p:nvSpPr>
            <p:spPr bwMode="auto">
              <a:xfrm>
                <a:off x="1800" y="2339"/>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chemeClr val="tx1"/>
              </a:solidFill>
              <a:ln w="9525">
                <a:solidFill>
                  <a:schemeClr val="tx1"/>
                </a:solidFill>
                <a:round/>
                <a:headEnd/>
                <a:tailEnd/>
              </a:ln>
            </p:spPr>
            <p:txBody>
              <a:bodyPr/>
              <a:lstStyle/>
              <a:p>
                <a:endParaRPr lang="en-US"/>
              </a:p>
            </p:txBody>
          </p:sp>
          <p:grpSp>
            <p:nvGrpSpPr>
              <p:cNvPr id="56204" name="Group 1666"/>
              <p:cNvGrpSpPr>
                <a:grpSpLocks/>
              </p:cNvGrpSpPr>
              <p:nvPr/>
            </p:nvGrpSpPr>
            <p:grpSpPr bwMode="auto">
              <a:xfrm>
                <a:off x="1497" y="2371"/>
                <a:ext cx="295" cy="1"/>
                <a:chOff x="1497" y="2371"/>
                <a:chExt cx="295" cy="1"/>
              </a:xfrm>
            </p:grpSpPr>
            <p:sp>
              <p:nvSpPr>
                <p:cNvPr id="56205" name="Line 1667"/>
                <p:cNvSpPr>
                  <a:spLocks noChangeShapeType="1"/>
                </p:cNvSpPr>
                <p:nvPr/>
              </p:nvSpPr>
              <p:spPr bwMode="auto">
                <a:xfrm>
                  <a:off x="1497" y="2371"/>
                  <a:ext cx="23"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206" name="Line 1668"/>
                <p:cNvSpPr>
                  <a:spLocks noChangeShapeType="1"/>
                </p:cNvSpPr>
                <p:nvPr/>
              </p:nvSpPr>
              <p:spPr bwMode="auto">
                <a:xfrm>
                  <a:off x="1552"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207" name="Line 1669"/>
                <p:cNvSpPr>
                  <a:spLocks noChangeShapeType="1"/>
                </p:cNvSpPr>
                <p:nvPr/>
              </p:nvSpPr>
              <p:spPr bwMode="auto">
                <a:xfrm>
                  <a:off x="1608"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208" name="Line 1670"/>
                <p:cNvSpPr>
                  <a:spLocks noChangeShapeType="1"/>
                </p:cNvSpPr>
                <p:nvPr/>
              </p:nvSpPr>
              <p:spPr bwMode="auto">
                <a:xfrm>
                  <a:off x="1664"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209" name="Line 1671"/>
                <p:cNvSpPr>
                  <a:spLocks noChangeShapeType="1"/>
                </p:cNvSpPr>
                <p:nvPr/>
              </p:nvSpPr>
              <p:spPr bwMode="auto">
                <a:xfrm>
                  <a:off x="1720"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210" name="Line 1672"/>
                <p:cNvSpPr>
                  <a:spLocks noChangeShapeType="1"/>
                </p:cNvSpPr>
                <p:nvPr/>
              </p:nvSpPr>
              <p:spPr bwMode="auto">
                <a:xfrm>
                  <a:off x="1776" y="2371"/>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388" name="Group 1673"/>
            <p:cNvGrpSpPr>
              <a:grpSpLocks/>
            </p:cNvGrpSpPr>
            <p:nvPr/>
          </p:nvGrpSpPr>
          <p:grpSpPr bwMode="auto">
            <a:xfrm>
              <a:off x="1489" y="2650"/>
              <a:ext cx="423" cy="56"/>
              <a:chOff x="1489" y="2650"/>
              <a:chExt cx="423" cy="56"/>
            </a:xfrm>
          </p:grpSpPr>
          <p:sp>
            <p:nvSpPr>
              <p:cNvPr id="56195" name="Freeform 1674"/>
              <p:cNvSpPr>
                <a:spLocks/>
              </p:cNvSpPr>
              <p:nvPr/>
            </p:nvSpPr>
            <p:spPr bwMode="auto">
              <a:xfrm>
                <a:off x="1792" y="2650"/>
                <a:ext cx="120" cy="56"/>
              </a:xfrm>
              <a:custGeom>
                <a:avLst/>
                <a:gdLst>
                  <a:gd name="T0" fmla="*/ 120 w 120"/>
                  <a:gd name="T1" fmla="*/ 24 h 56"/>
                  <a:gd name="T2" fmla="*/ 0 w 120"/>
                  <a:gd name="T3" fmla="*/ 56 h 56"/>
                  <a:gd name="T4" fmla="*/ 0 w 120"/>
                  <a:gd name="T5" fmla="*/ 24 h 56"/>
                  <a:gd name="T6" fmla="*/ 0 w 120"/>
                  <a:gd name="T7" fmla="*/ 0 h 56"/>
                  <a:gd name="T8" fmla="*/ 120 w 120"/>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 h="56">
                    <a:moveTo>
                      <a:pt x="120" y="24"/>
                    </a:moveTo>
                    <a:lnTo>
                      <a:pt x="0" y="56"/>
                    </a:lnTo>
                    <a:lnTo>
                      <a:pt x="0" y="24"/>
                    </a:lnTo>
                    <a:lnTo>
                      <a:pt x="0" y="0"/>
                    </a:lnTo>
                    <a:lnTo>
                      <a:pt x="120" y="24"/>
                    </a:lnTo>
                    <a:close/>
                  </a:path>
                </a:pathLst>
              </a:custGeom>
              <a:solidFill>
                <a:schemeClr val="tx1"/>
              </a:solidFill>
              <a:ln w="9525">
                <a:solidFill>
                  <a:schemeClr val="tx1"/>
                </a:solidFill>
                <a:round/>
                <a:headEnd/>
                <a:tailEnd/>
              </a:ln>
            </p:spPr>
            <p:txBody>
              <a:bodyPr/>
              <a:lstStyle/>
              <a:p>
                <a:endParaRPr lang="en-US"/>
              </a:p>
            </p:txBody>
          </p:sp>
          <p:grpSp>
            <p:nvGrpSpPr>
              <p:cNvPr id="56196" name="Group 1675"/>
              <p:cNvGrpSpPr>
                <a:grpSpLocks/>
              </p:cNvGrpSpPr>
              <p:nvPr/>
            </p:nvGrpSpPr>
            <p:grpSpPr bwMode="auto">
              <a:xfrm>
                <a:off x="1489" y="2674"/>
                <a:ext cx="295" cy="1"/>
                <a:chOff x="1489" y="2674"/>
                <a:chExt cx="295" cy="1"/>
              </a:xfrm>
            </p:grpSpPr>
            <p:sp>
              <p:nvSpPr>
                <p:cNvPr id="56197" name="Line 1676"/>
                <p:cNvSpPr>
                  <a:spLocks noChangeShapeType="1"/>
                </p:cNvSpPr>
                <p:nvPr/>
              </p:nvSpPr>
              <p:spPr bwMode="auto">
                <a:xfrm>
                  <a:off x="1489"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198" name="Line 1677"/>
                <p:cNvSpPr>
                  <a:spLocks noChangeShapeType="1"/>
                </p:cNvSpPr>
                <p:nvPr/>
              </p:nvSpPr>
              <p:spPr bwMode="auto">
                <a:xfrm>
                  <a:off x="1544"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199" name="Line 1678"/>
                <p:cNvSpPr>
                  <a:spLocks noChangeShapeType="1"/>
                </p:cNvSpPr>
                <p:nvPr/>
              </p:nvSpPr>
              <p:spPr bwMode="auto">
                <a:xfrm>
                  <a:off x="1600"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200" name="Line 1679"/>
                <p:cNvSpPr>
                  <a:spLocks noChangeShapeType="1"/>
                </p:cNvSpPr>
                <p:nvPr/>
              </p:nvSpPr>
              <p:spPr bwMode="auto">
                <a:xfrm>
                  <a:off x="1656"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201" name="Line 1680"/>
                <p:cNvSpPr>
                  <a:spLocks noChangeShapeType="1"/>
                </p:cNvSpPr>
                <p:nvPr/>
              </p:nvSpPr>
              <p:spPr bwMode="auto">
                <a:xfrm>
                  <a:off x="1712"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202" name="Line 1681"/>
                <p:cNvSpPr>
                  <a:spLocks noChangeShapeType="1"/>
                </p:cNvSpPr>
                <p:nvPr/>
              </p:nvSpPr>
              <p:spPr bwMode="auto">
                <a:xfrm>
                  <a:off x="1768" y="2674"/>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389" name="Group 1682"/>
            <p:cNvGrpSpPr>
              <a:grpSpLocks/>
            </p:cNvGrpSpPr>
            <p:nvPr/>
          </p:nvGrpSpPr>
          <p:grpSpPr bwMode="auto">
            <a:xfrm>
              <a:off x="1968" y="2650"/>
              <a:ext cx="415" cy="56"/>
              <a:chOff x="1968" y="2650"/>
              <a:chExt cx="415" cy="56"/>
            </a:xfrm>
          </p:grpSpPr>
          <p:sp>
            <p:nvSpPr>
              <p:cNvPr id="56187" name="Freeform 1683"/>
              <p:cNvSpPr>
                <a:spLocks/>
              </p:cNvSpPr>
              <p:nvPr/>
            </p:nvSpPr>
            <p:spPr bwMode="auto">
              <a:xfrm>
                <a:off x="2271" y="2650"/>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chemeClr val="tx1"/>
              </a:solidFill>
              <a:ln w="9525">
                <a:solidFill>
                  <a:schemeClr val="tx1"/>
                </a:solidFill>
                <a:round/>
                <a:headEnd/>
                <a:tailEnd/>
              </a:ln>
            </p:spPr>
            <p:txBody>
              <a:bodyPr/>
              <a:lstStyle/>
              <a:p>
                <a:endParaRPr lang="en-US"/>
              </a:p>
            </p:txBody>
          </p:sp>
          <p:grpSp>
            <p:nvGrpSpPr>
              <p:cNvPr id="56188" name="Group 1684"/>
              <p:cNvGrpSpPr>
                <a:grpSpLocks/>
              </p:cNvGrpSpPr>
              <p:nvPr/>
            </p:nvGrpSpPr>
            <p:grpSpPr bwMode="auto">
              <a:xfrm>
                <a:off x="1968" y="2674"/>
                <a:ext cx="295" cy="1"/>
                <a:chOff x="1968" y="2674"/>
                <a:chExt cx="295" cy="1"/>
              </a:xfrm>
            </p:grpSpPr>
            <p:sp>
              <p:nvSpPr>
                <p:cNvPr id="56189" name="Line 1685"/>
                <p:cNvSpPr>
                  <a:spLocks noChangeShapeType="1"/>
                </p:cNvSpPr>
                <p:nvPr/>
              </p:nvSpPr>
              <p:spPr bwMode="auto">
                <a:xfrm>
                  <a:off x="1968"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190" name="Line 1686"/>
                <p:cNvSpPr>
                  <a:spLocks noChangeShapeType="1"/>
                </p:cNvSpPr>
                <p:nvPr/>
              </p:nvSpPr>
              <p:spPr bwMode="auto">
                <a:xfrm>
                  <a:off x="2023"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191" name="Line 1687"/>
                <p:cNvSpPr>
                  <a:spLocks noChangeShapeType="1"/>
                </p:cNvSpPr>
                <p:nvPr/>
              </p:nvSpPr>
              <p:spPr bwMode="auto">
                <a:xfrm>
                  <a:off x="2079"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192" name="Line 1688"/>
                <p:cNvSpPr>
                  <a:spLocks noChangeShapeType="1"/>
                </p:cNvSpPr>
                <p:nvPr/>
              </p:nvSpPr>
              <p:spPr bwMode="auto">
                <a:xfrm>
                  <a:off x="2135"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193" name="Line 1689"/>
                <p:cNvSpPr>
                  <a:spLocks noChangeShapeType="1"/>
                </p:cNvSpPr>
                <p:nvPr/>
              </p:nvSpPr>
              <p:spPr bwMode="auto">
                <a:xfrm>
                  <a:off x="2191"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194" name="Line 1690"/>
                <p:cNvSpPr>
                  <a:spLocks noChangeShapeType="1"/>
                </p:cNvSpPr>
                <p:nvPr/>
              </p:nvSpPr>
              <p:spPr bwMode="auto">
                <a:xfrm>
                  <a:off x="2247" y="2674"/>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390" name="Group 1691"/>
            <p:cNvGrpSpPr>
              <a:grpSpLocks/>
            </p:cNvGrpSpPr>
            <p:nvPr/>
          </p:nvGrpSpPr>
          <p:grpSpPr bwMode="auto">
            <a:xfrm>
              <a:off x="1489" y="2953"/>
              <a:ext cx="423" cy="56"/>
              <a:chOff x="1489" y="2953"/>
              <a:chExt cx="423" cy="56"/>
            </a:xfrm>
          </p:grpSpPr>
          <p:sp>
            <p:nvSpPr>
              <p:cNvPr id="56179" name="Freeform 1692"/>
              <p:cNvSpPr>
                <a:spLocks/>
              </p:cNvSpPr>
              <p:nvPr/>
            </p:nvSpPr>
            <p:spPr bwMode="auto">
              <a:xfrm>
                <a:off x="1792" y="2953"/>
                <a:ext cx="120" cy="56"/>
              </a:xfrm>
              <a:custGeom>
                <a:avLst/>
                <a:gdLst>
                  <a:gd name="T0" fmla="*/ 120 w 120"/>
                  <a:gd name="T1" fmla="*/ 32 h 56"/>
                  <a:gd name="T2" fmla="*/ 0 w 120"/>
                  <a:gd name="T3" fmla="*/ 56 h 56"/>
                  <a:gd name="T4" fmla="*/ 0 w 120"/>
                  <a:gd name="T5" fmla="*/ 32 h 56"/>
                  <a:gd name="T6" fmla="*/ 0 w 120"/>
                  <a:gd name="T7" fmla="*/ 0 h 56"/>
                  <a:gd name="T8" fmla="*/ 120 w 120"/>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 h="56">
                    <a:moveTo>
                      <a:pt x="120" y="32"/>
                    </a:moveTo>
                    <a:lnTo>
                      <a:pt x="0" y="56"/>
                    </a:lnTo>
                    <a:lnTo>
                      <a:pt x="0" y="32"/>
                    </a:lnTo>
                    <a:lnTo>
                      <a:pt x="0" y="0"/>
                    </a:lnTo>
                    <a:lnTo>
                      <a:pt x="120" y="32"/>
                    </a:lnTo>
                    <a:close/>
                  </a:path>
                </a:pathLst>
              </a:custGeom>
              <a:solidFill>
                <a:schemeClr val="tx1"/>
              </a:solidFill>
              <a:ln w="9525">
                <a:solidFill>
                  <a:schemeClr val="tx1"/>
                </a:solidFill>
                <a:round/>
                <a:headEnd/>
                <a:tailEnd/>
              </a:ln>
            </p:spPr>
            <p:txBody>
              <a:bodyPr/>
              <a:lstStyle/>
              <a:p>
                <a:endParaRPr lang="en-US"/>
              </a:p>
            </p:txBody>
          </p:sp>
          <p:grpSp>
            <p:nvGrpSpPr>
              <p:cNvPr id="56180" name="Group 1693"/>
              <p:cNvGrpSpPr>
                <a:grpSpLocks/>
              </p:cNvGrpSpPr>
              <p:nvPr/>
            </p:nvGrpSpPr>
            <p:grpSpPr bwMode="auto">
              <a:xfrm>
                <a:off x="1489" y="2985"/>
                <a:ext cx="295" cy="1"/>
                <a:chOff x="1489" y="2985"/>
                <a:chExt cx="295" cy="1"/>
              </a:xfrm>
            </p:grpSpPr>
            <p:sp>
              <p:nvSpPr>
                <p:cNvPr id="56181" name="Line 1694"/>
                <p:cNvSpPr>
                  <a:spLocks noChangeShapeType="1"/>
                </p:cNvSpPr>
                <p:nvPr/>
              </p:nvSpPr>
              <p:spPr bwMode="auto">
                <a:xfrm>
                  <a:off x="1489"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182" name="Line 1695"/>
                <p:cNvSpPr>
                  <a:spLocks noChangeShapeType="1"/>
                </p:cNvSpPr>
                <p:nvPr/>
              </p:nvSpPr>
              <p:spPr bwMode="auto">
                <a:xfrm>
                  <a:off x="1544"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183" name="Line 1696"/>
                <p:cNvSpPr>
                  <a:spLocks noChangeShapeType="1"/>
                </p:cNvSpPr>
                <p:nvPr/>
              </p:nvSpPr>
              <p:spPr bwMode="auto">
                <a:xfrm>
                  <a:off x="1600"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184" name="Line 1697"/>
                <p:cNvSpPr>
                  <a:spLocks noChangeShapeType="1"/>
                </p:cNvSpPr>
                <p:nvPr/>
              </p:nvSpPr>
              <p:spPr bwMode="auto">
                <a:xfrm>
                  <a:off x="1656"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185" name="Line 1698"/>
                <p:cNvSpPr>
                  <a:spLocks noChangeShapeType="1"/>
                </p:cNvSpPr>
                <p:nvPr/>
              </p:nvSpPr>
              <p:spPr bwMode="auto">
                <a:xfrm>
                  <a:off x="1712"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186" name="Line 1699"/>
                <p:cNvSpPr>
                  <a:spLocks noChangeShapeType="1"/>
                </p:cNvSpPr>
                <p:nvPr/>
              </p:nvSpPr>
              <p:spPr bwMode="auto">
                <a:xfrm>
                  <a:off x="1768" y="2985"/>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391" name="Group 1700"/>
            <p:cNvGrpSpPr>
              <a:grpSpLocks/>
            </p:cNvGrpSpPr>
            <p:nvPr/>
          </p:nvGrpSpPr>
          <p:grpSpPr bwMode="auto">
            <a:xfrm>
              <a:off x="1952" y="2953"/>
              <a:ext cx="415" cy="56"/>
              <a:chOff x="1952" y="2953"/>
              <a:chExt cx="415" cy="56"/>
            </a:xfrm>
          </p:grpSpPr>
          <p:sp>
            <p:nvSpPr>
              <p:cNvPr id="56171" name="Freeform 1701"/>
              <p:cNvSpPr>
                <a:spLocks/>
              </p:cNvSpPr>
              <p:nvPr/>
            </p:nvSpPr>
            <p:spPr bwMode="auto">
              <a:xfrm>
                <a:off x="2255"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chemeClr val="tx1"/>
              </a:solidFill>
              <a:ln w="9525">
                <a:solidFill>
                  <a:schemeClr val="tx1"/>
                </a:solidFill>
                <a:round/>
                <a:headEnd/>
                <a:tailEnd/>
              </a:ln>
            </p:spPr>
            <p:txBody>
              <a:bodyPr/>
              <a:lstStyle/>
              <a:p>
                <a:endParaRPr lang="en-US"/>
              </a:p>
            </p:txBody>
          </p:sp>
          <p:grpSp>
            <p:nvGrpSpPr>
              <p:cNvPr id="56172" name="Group 1702"/>
              <p:cNvGrpSpPr>
                <a:grpSpLocks/>
              </p:cNvGrpSpPr>
              <p:nvPr/>
            </p:nvGrpSpPr>
            <p:grpSpPr bwMode="auto">
              <a:xfrm>
                <a:off x="1952" y="2985"/>
                <a:ext cx="295" cy="1"/>
                <a:chOff x="1952" y="2985"/>
                <a:chExt cx="295" cy="1"/>
              </a:xfrm>
            </p:grpSpPr>
            <p:sp>
              <p:nvSpPr>
                <p:cNvPr id="56173" name="Line 1703"/>
                <p:cNvSpPr>
                  <a:spLocks noChangeShapeType="1"/>
                </p:cNvSpPr>
                <p:nvPr/>
              </p:nvSpPr>
              <p:spPr bwMode="auto">
                <a:xfrm>
                  <a:off x="1952"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174" name="Line 1704"/>
                <p:cNvSpPr>
                  <a:spLocks noChangeShapeType="1"/>
                </p:cNvSpPr>
                <p:nvPr/>
              </p:nvSpPr>
              <p:spPr bwMode="auto">
                <a:xfrm>
                  <a:off x="2008" y="2985"/>
                  <a:ext cx="23"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175" name="Line 1705"/>
                <p:cNvSpPr>
                  <a:spLocks noChangeShapeType="1"/>
                </p:cNvSpPr>
                <p:nvPr/>
              </p:nvSpPr>
              <p:spPr bwMode="auto">
                <a:xfrm>
                  <a:off x="2063"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176" name="Line 1706"/>
                <p:cNvSpPr>
                  <a:spLocks noChangeShapeType="1"/>
                </p:cNvSpPr>
                <p:nvPr/>
              </p:nvSpPr>
              <p:spPr bwMode="auto">
                <a:xfrm>
                  <a:off x="2119"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177" name="Line 1707"/>
                <p:cNvSpPr>
                  <a:spLocks noChangeShapeType="1"/>
                </p:cNvSpPr>
                <p:nvPr/>
              </p:nvSpPr>
              <p:spPr bwMode="auto">
                <a:xfrm>
                  <a:off x="2175"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178" name="Line 1708"/>
                <p:cNvSpPr>
                  <a:spLocks noChangeShapeType="1"/>
                </p:cNvSpPr>
                <p:nvPr/>
              </p:nvSpPr>
              <p:spPr bwMode="auto">
                <a:xfrm>
                  <a:off x="2231" y="2985"/>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392" name="Group 1709"/>
            <p:cNvGrpSpPr>
              <a:grpSpLocks/>
            </p:cNvGrpSpPr>
            <p:nvPr/>
          </p:nvGrpSpPr>
          <p:grpSpPr bwMode="auto">
            <a:xfrm>
              <a:off x="2415" y="2953"/>
              <a:ext cx="415" cy="56"/>
              <a:chOff x="2415" y="2953"/>
              <a:chExt cx="415" cy="56"/>
            </a:xfrm>
          </p:grpSpPr>
          <p:sp>
            <p:nvSpPr>
              <p:cNvPr id="56163" name="Freeform 1710"/>
              <p:cNvSpPr>
                <a:spLocks/>
              </p:cNvSpPr>
              <p:nvPr/>
            </p:nvSpPr>
            <p:spPr bwMode="auto">
              <a:xfrm>
                <a:off x="2718"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chemeClr val="tx1"/>
              </a:solidFill>
              <a:ln w="9525">
                <a:solidFill>
                  <a:schemeClr val="tx1"/>
                </a:solidFill>
                <a:round/>
                <a:headEnd/>
                <a:tailEnd/>
              </a:ln>
            </p:spPr>
            <p:txBody>
              <a:bodyPr/>
              <a:lstStyle/>
              <a:p>
                <a:endParaRPr lang="en-US"/>
              </a:p>
            </p:txBody>
          </p:sp>
          <p:grpSp>
            <p:nvGrpSpPr>
              <p:cNvPr id="56164" name="Group 1711"/>
              <p:cNvGrpSpPr>
                <a:grpSpLocks/>
              </p:cNvGrpSpPr>
              <p:nvPr/>
            </p:nvGrpSpPr>
            <p:grpSpPr bwMode="auto">
              <a:xfrm>
                <a:off x="2415" y="2985"/>
                <a:ext cx="295" cy="1"/>
                <a:chOff x="2415" y="2985"/>
                <a:chExt cx="295" cy="1"/>
              </a:xfrm>
            </p:grpSpPr>
            <p:sp>
              <p:nvSpPr>
                <p:cNvPr id="56165" name="Line 1712"/>
                <p:cNvSpPr>
                  <a:spLocks noChangeShapeType="1"/>
                </p:cNvSpPr>
                <p:nvPr/>
              </p:nvSpPr>
              <p:spPr bwMode="auto">
                <a:xfrm>
                  <a:off x="2415"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166" name="Line 1713"/>
                <p:cNvSpPr>
                  <a:spLocks noChangeShapeType="1"/>
                </p:cNvSpPr>
                <p:nvPr/>
              </p:nvSpPr>
              <p:spPr bwMode="auto">
                <a:xfrm>
                  <a:off x="2471"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167" name="Line 1714"/>
                <p:cNvSpPr>
                  <a:spLocks noChangeShapeType="1"/>
                </p:cNvSpPr>
                <p:nvPr/>
              </p:nvSpPr>
              <p:spPr bwMode="auto">
                <a:xfrm>
                  <a:off x="2526"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168" name="Line 1715"/>
                <p:cNvSpPr>
                  <a:spLocks noChangeShapeType="1"/>
                </p:cNvSpPr>
                <p:nvPr/>
              </p:nvSpPr>
              <p:spPr bwMode="auto">
                <a:xfrm>
                  <a:off x="2582"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169" name="Line 1716"/>
                <p:cNvSpPr>
                  <a:spLocks noChangeShapeType="1"/>
                </p:cNvSpPr>
                <p:nvPr/>
              </p:nvSpPr>
              <p:spPr bwMode="auto">
                <a:xfrm>
                  <a:off x="2638"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170" name="Line 1717"/>
                <p:cNvSpPr>
                  <a:spLocks noChangeShapeType="1"/>
                </p:cNvSpPr>
                <p:nvPr/>
              </p:nvSpPr>
              <p:spPr bwMode="auto">
                <a:xfrm>
                  <a:off x="2694" y="2985"/>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393" name="Group 1718"/>
            <p:cNvGrpSpPr>
              <a:grpSpLocks/>
            </p:cNvGrpSpPr>
            <p:nvPr/>
          </p:nvGrpSpPr>
          <p:grpSpPr bwMode="auto">
            <a:xfrm>
              <a:off x="2838" y="1741"/>
              <a:ext cx="40" cy="1260"/>
              <a:chOff x="2838" y="1741"/>
              <a:chExt cx="40" cy="1260"/>
            </a:xfrm>
          </p:grpSpPr>
          <p:sp>
            <p:nvSpPr>
              <p:cNvPr id="56153" name="Oval 1719"/>
              <p:cNvSpPr>
                <a:spLocks noChangeArrowheads="1"/>
              </p:cNvSpPr>
              <p:nvPr/>
            </p:nvSpPr>
            <p:spPr bwMode="auto">
              <a:xfrm>
                <a:off x="2838" y="1741"/>
                <a:ext cx="40" cy="40"/>
              </a:xfrm>
              <a:prstGeom prst="ellipse">
                <a:avLst/>
              </a:prstGeom>
              <a:solidFill>
                <a:schemeClr val="tx1"/>
              </a:solidFill>
              <a:ln w="9525">
                <a:solidFill>
                  <a:schemeClr val="tx1"/>
                </a:solidFill>
                <a:round/>
                <a:headEnd/>
                <a:tailEnd/>
              </a:ln>
            </p:spPr>
            <p:txBody>
              <a:bodyPr/>
              <a:lstStyle/>
              <a:p>
                <a:endParaRPr lang="en-US"/>
              </a:p>
            </p:txBody>
          </p:sp>
          <p:sp>
            <p:nvSpPr>
              <p:cNvPr id="56154" name="Oval 1720"/>
              <p:cNvSpPr>
                <a:spLocks noChangeArrowheads="1"/>
              </p:cNvSpPr>
              <p:nvPr/>
            </p:nvSpPr>
            <p:spPr bwMode="auto">
              <a:xfrm>
                <a:off x="2838" y="1741"/>
                <a:ext cx="40" cy="40"/>
              </a:xfrm>
              <a:prstGeom prst="ellipse">
                <a:avLst/>
              </a:prstGeom>
              <a:solidFill>
                <a:schemeClr val="tx1"/>
              </a:solidFill>
              <a:ln w="25400">
                <a:solidFill>
                  <a:schemeClr val="tx1"/>
                </a:solidFill>
                <a:round/>
                <a:headEnd/>
                <a:tailEnd/>
              </a:ln>
            </p:spPr>
            <p:txBody>
              <a:bodyPr/>
              <a:lstStyle/>
              <a:p>
                <a:endParaRPr lang="en-US"/>
              </a:p>
            </p:txBody>
          </p:sp>
          <p:sp>
            <p:nvSpPr>
              <p:cNvPr id="56155" name="Oval 1721"/>
              <p:cNvSpPr>
                <a:spLocks noChangeArrowheads="1"/>
              </p:cNvSpPr>
              <p:nvPr/>
            </p:nvSpPr>
            <p:spPr bwMode="auto">
              <a:xfrm>
                <a:off x="2846" y="2044"/>
                <a:ext cx="32" cy="32"/>
              </a:xfrm>
              <a:prstGeom prst="ellipse">
                <a:avLst/>
              </a:prstGeom>
              <a:solidFill>
                <a:schemeClr val="tx1"/>
              </a:solidFill>
              <a:ln w="9525">
                <a:solidFill>
                  <a:schemeClr val="tx1"/>
                </a:solidFill>
                <a:round/>
                <a:headEnd/>
                <a:tailEnd/>
              </a:ln>
            </p:spPr>
            <p:txBody>
              <a:bodyPr/>
              <a:lstStyle/>
              <a:p>
                <a:endParaRPr lang="en-US"/>
              </a:p>
            </p:txBody>
          </p:sp>
          <p:sp>
            <p:nvSpPr>
              <p:cNvPr id="56156" name="Oval 1722"/>
              <p:cNvSpPr>
                <a:spLocks noChangeArrowheads="1"/>
              </p:cNvSpPr>
              <p:nvPr/>
            </p:nvSpPr>
            <p:spPr bwMode="auto">
              <a:xfrm>
                <a:off x="2846" y="2044"/>
                <a:ext cx="32" cy="32"/>
              </a:xfrm>
              <a:prstGeom prst="ellipse">
                <a:avLst/>
              </a:prstGeom>
              <a:solidFill>
                <a:schemeClr val="tx1"/>
              </a:solidFill>
              <a:ln w="25400">
                <a:solidFill>
                  <a:schemeClr val="tx1"/>
                </a:solidFill>
                <a:round/>
                <a:headEnd/>
                <a:tailEnd/>
              </a:ln>
            </p:spPr>
            <p:txBody>
              <a:bodyPr/>
              <a:lstStyle/>
              <a:p>
                <a:endParaRPr lang="en-US"/>
              </a:p>
            </p:txBody>
          </p:sp>
          <p:sp>
            <p:nvSpPr>
              <p:cNvPr id="56157" name="Oval 1723"/>
              <p:cNvSpPr>
                <a:spLocks noChangeArrowheads="1"/>
              </p:cNvSpPr>
              <p:nvPr/>
            </p:nvSpPr>
            <p:spPr bwMode="auto">
              <a:xfrm>
                <a:off x="2846" y="2355"/>
                <a:ext cx="32" cy="32"/>
              </a:xfrm>
              <a:prstGeom prst="ellipse">
                <a:avLst/>
              </a:prstGeom>
              <a:solidFill>
                <a:schemeClr val="tx1"/>
              </a:solidFill>
              <a:ln w="9525">
                <a:solidFill>
                  <a:schemeClr val="tx1"/>
                </a:solidFill>
                <a:round/>
                <a:headEnd/>
                <a:tailEnd/>
              </a:ln>
            </p:spPr>
            <p:txBody>
              <a:bodyPr/>
              <a:lstStyle/>
              <a:p>
                <a:endParaRPr lang="en-US"/>
              </a:p>
            </p:txBody>
          </p:sp>
          <p:sp>
            <p:nvSpPr>
              <p:cNvPr id="56158" name="Oval 1724"/>
              <p:cNvSpPr>
                <a:spLocks noChangeArrowheads="1"/>
              </p:cNvSpPr>
              <p:nvPr/>
            </p:nvSpPr>
            <p:spPr bwMode="auto">
              <a:xfrm>
                <a:off x="2846" y="2355"/>
                <a:ext cx="32" cy="32"/>
              </a:xfrm>
              <a:prstGeom prst="ellipse">
                <a:avLst/>
              </a:prstGeom>
              <a:solidFill>
                <a:schemeClr val="tx1"/>
              </a:solidFill>
              <a:ln w="25400">
                <a:solidFill>
                  <a:schemeClr val="tx1"/>
                </a:solidFill>
                <a:round/>
                <a:headEnd/>
                <a:tailEnd/>
              </a:ln>
            </p:spPr>
            <p:txBody>
              <a:bodyPr/>
              <a:lstStyle/>
              <a:p>
                <a:endParaRPr lang="en-US"/>
              </a:p>
            </p:txBody>
          </p:sp>
          <p:sp>
            <p:nvSpPr>
              <p:cNvPr id="56159" name="Oval 1725"/>
              <p:cNvSpPr>
                <a:spLocks noChangeArrowheads="1"/>
              </p:cNvSpPr>
              <p:nvPr/>
            </p:nvSpPr>
            <p:spPr bwMode="auto">
              <a:xfrm>
                <a:off x="2838" y="2658"/>
                <a:ext cx="40" cy="32"/>
              </a:xfrm>
              <a:prstGeom prst="ellipse">
                <a:avLst/>
              </a:prstGeom>
              <a:solidFill>
                <a:schemeClr val="tx1"/>
              </a:solidFill>
              <a:ln w="9525">
                <a:solidFill>
                  <a:schemeClr val="tx1"/>
                </a:solidFill>
                <a:round/>
                <a:headEnd/>
                <a:tailEnd/>
              </a:ln>
            </p:spPr>
            <p:txBody>
              <a:bodyPr/>
              <a:lstStyle/>
              <a:p>
                <a:endParaRPr lang="en-US"/>
              </a:p>
            </p:txBody>
          </p:sp>
          <p:sp>
            <p:nvSpPr>
              <p:cNvPr id="56160" name="Oval 1726"/>
              <p:cNvSpPr>
                <a:spLocks noChangeArrowheads="1"/>
              </p:cNvSpPr>
              <p:nvPr/>
            </p:nvSpPr>
            <p:spPr bwMode="auto">
              <a:xfrm>
                <a:off x="2838" y="2658"/>
                <a:ext cx="40" cy="32"/>
              </a:xfrm>
              <a:prstGeom prst="ellipse">
                <a:avLst/>
              </a:prstGeom>
              <a:solidFill>
                <a:schemeClr val="tx1"/>
              </a:solidFill>
              <a:ln w="25400">
                <a:solidFill>
                  <a:schemeClr val="tx1"/>
                </a:solidFill>
                <a:round/>
                <a:headEnd/>
                <a:tailEnd/>
              </a:ln>
            </p:spPr>
            <p:txBody>
              <a:bodyPr/>
              <a:lstStyle/>
              <a:p>
                <a:endParaRPr lang="en-US"/>
              </a:p>
            </p:txBody>
          </p:sp>
          <p:sp>
            <p:nvSpPr>
              <p:cNvPr id="56161" name="Oval 1727"/>
              <p:cNvSpPr>
                <a:spLocks noChangeArrowheads="1"/>
              </p:cNvSpPr>
              <p:nvPr/>
            </p:nvSpPr>
            <p:spPr bwMode="auto">
              <a:xfrm>
                <a:off x="2838" y="2969"/>
                <a:ext cx="32" cy="32"/>
              </a:xfrm>
              <a:prstGeom prst="ellipse">
                <a:avLst/>
              </a:prstGeom>
              <a:solidFill>
                <a:schemeClr val="tx1"/>
              </a:solidFill>
              <a:ln w="9525">
                <a:solidFill>
                  <a:schemeClr val="tx1"/>
                </a:solidFill>
                <a:round/>
                <a:headEnd/>
                <a:tailEnd/>
              </a:ln>
            </p:spPr>
            <p:txBody>
              <a:bodyPr/>
              <a:lstStyle/>
              <a:p>
                <a:endParaRPr lang="en-US"/>
              </a:p>
            </p:txBody>
          </p:sp>
          <p:sp>
            <p:nvSpPr>
              <p:cNvPr id="56162" name="Oval 1728"/>
              <p:cNvSpPr>
                <a:spLocks noChangeArrowheads="1"/>
              </p:cNvSpPr>
              <p:nvPr/>
            </p:nvSpPr>
            <p:spPr bwMode="auto">
              <a:xfrm>
                <a:off x="2838" y="2969"/>
                <a:ext cx="32" cy="32"/>
              </a:xfrm>
              <a:prstGeom prst="ellipse">
                <a:avLst/>
              </a:prstGeom>
              <a:solidFill>
                <a:schemeClr val="tx1"/>
              </a:solidFill>
              <a:ln w="25400">
                <a:solidFill>
                  <a:schemeClr val="tx1"/>
                </a:solidFill>
                <a:round/>
                <a:headEnd/>
                <a:tailEnd/>
              </a:ln>
            </p:spPr>
            <p:txBody>
              <a:bodyPr/>
              <a:lstStyle/>
              <a:p>
                <a:endParaRPr lang="en-US"/>
              </a:p>
            </p:txBody>
          </p:sp>
        </p:grpSp>
        <p:grpSp>
          <p:nvGrpSpPr>
            <p:cNvPr id="55394" name="Group 1729"/>
            <p:cNvGrpSpPr>
              <a:grpSpLocks/>
            </p:cNvGrpSpPr>
            <p:nvPr/>
          </p:nvGrpSpPr>
          <p:grpSpPr bwMode="auto">
            <a:xfrm>
              <a:off x="1912" y="3272"/>
              <a:ext cx="32" cy="335"/>
              <a:chOff x="1912" y="3272"/>
              <a:chExt cx="32" cy="335"/>
            </a:xfrm>
          </p:grpSpPr>
          <p:sp>
            <p:nvSpPr>
              <p:cNvPr id="56149" name="Oval 1730"/>
              <p:cNvSpPr>
                <a:spLocks noChangeArrowheads="1"/>
              </p:cNvSpPr>
              <p:nvPr/>
            </p:nvSpPr>
            <p:spPr bwMode="auto">
              <a:xfrm>
                <a:off x="1912" y="3272"/>
                <a:ext cx="32" cy="32"/>
              </a:xfrm>
              <a:prstGeom prst="ellipse">
                <a:avLst/>
              </a:prstGeom>
              <a:solidFill>
                <a:schemeClr val="tx1"/>
              </a:solidFill>
              <a:ln w="9525">
                <a:solidFill>
                  <a:schemeClr val="tx1"/>
                </a:solidFill>
                <a:round/>
                <a:headEnd/>
                <a:tailEnd/>
              </a:ln>
            </p:spPr>
            <p:txBody>
              <a:bodyPr/>
              <a:lstStyle/>
              <a:p>
                <a:endParaRPr lang="en-US"/>
              </a:p>
            </p:txBody>
          </p:sp>
          <p:sp>
            <p:nvSpPr>
              <p:cNvPr id="56150" name="Oval 1731"/>
              <p:cNvSpPr>
                <a:spLocks noChangeArrowheads="1"/>
              </p:cNvSpPr>
              <p:nvPr/>
            </p:nvSpPr>
            <p:spPr bwMode="auto">
              <a:xfrm>
                <a:off x="1912" y="3272"/>
                <a:ext cx="32" cy="32"/>
              </a:xfrm>
              <a:prstGeom prst="ellipse">
                <a:avLst/>
              </a:prstGeom>
              <a:solidFill>
                <a:schemeClr val="tx1"/>
              </a:solidFill>
              <a:ln w="25400">
                <a:solidFill>
                  <a:schemeClr val="tx1"/>
                </a:solidFill>
                <a:round/>
                <a:headEnd/>
                <a:tailEnd/>
              </a:ln>
            </p:spPr>
            <p:txBody>
              <a:bodyPr/>
              <a:lstStyle/>
              <a:p>
                <a:endParaRPr lang="en-US"/>
              </a:p>
            </p:txBody>
          </p:sp>
          <p:sp>
            <p:nvSpPr>
              <p:cNvPr id="56151" name="Oval 1732"/>
              <p:cNvSpPr>
                <a:spLocks noChangeArrowheads="1"/>
              </p:cNvSpPr>
              <p:nvPr/>
            </p:nvSpPr>
            <p:spPr bwMode="auto">
              <a:xfrm>
                <a:off x="1912" y="3575"/>
                <a:ext cx="32" cy="32"/>
              </a:xfrm>
              <a:prstGeom prst="ellipse">
                <a:avLst/>
              </a:prstGeom>
              <a:solidFill>
                <a:schemeClr val="tx1"/>
              </a:solidFill>
              <a:ln w="9525">
                <a:solidFill>
                  <a:schemeClr val="tx1"/>
                </a:solidFill>
                <a:round/>
                <a:headEnd/>
                <a:tailEnd/>
              </a:ln>
            </p:spPr>
            <p:txBody>
              <a:bodyPr/>
              <a:lstStyle/>
              <a:p>
                <a:endParaRPr lang="en-US"/>
              </a:p>
            </p:txBody>
          </p:sp>
          <p:sp>
            <p:nvSpPr>
              <p:cNvPr id="56152" name="Oval 1733"/>
              <p:cNvSpPr>
                <a:spLocks noChangeArrowheads="1"/>
              </p:cNvSpPr>
              <p:nvPr/>
            </p:nvSpPr>
            <p:spPr bwMode="auto">
              <a:xfrm>
                <a:off x="1912" y="3575"/>
                <a:ext cx="32" cy="32"/>
              </a:xfrm>
              <a:prstGeom prst="ellipse">
                <a:avLst/>
              </a:prstGeom>
              <a:solidFill>
                <a:schemeClr val="tx1"/>
              </a:solidFill>
              <a:ln w="25400">
                <a:solidFill>
                  <a:schemeClr val="tx1"/>
                </a:solidFill>
                <a:round/>
                <a:headEnd/>
                <a:tailEnd/>
              </a:ln>
            </p:spPr>
            <p:txBody>
              <a:bodyPr/>
              <a:lstStyle/>
              <a:p>
                <a:endParaRPr lang="en-US"/>
              </a:p>
            </p:txBody>
          </p:sp>
        </p:grpSp>
        <p:grpSp>
          <p:nvGrpSpPr>
            <p:cNvPr id="55395" name="Group 1734"/>
            <p:cNvGrpSpPr>
              <a:grpSpLocks/>
            </p:cNvGrpSpPr>
            <p:nvPr/>
          </p:nvGrpSpPr>
          <p:grpSpPr bwMode="auto">
            <a:xfrm>
              <a:off x="1449" y="3272"/>
              <a:ext cx="40" cy="335"/>
              <a:chOff x="1449" y="3272"/>
              <a:chExt cx="40" cy="335"/>
            </a:xfrm>
          </p:grpSpPr>
          <p:sp>
            <p:nvSpPr>
              <p:cNvPr id="56145" name="Oval 1735"/>
              <p:cNvSpPr>
                <a:spLocks noChangeArrowheads="1"/>
              </p:cNvSpPr>
              <p:nvPr/>
            </p:nvSpPr>
            <p:spPr bwMode="auto">
              <a:xfrm>
                <a:off x="1449" y="3272"/>
                <a:ext cx="40" cy="32"/>
              </a:xfrm>
              <a:prstGeom prst="ellipse">
                <a:avLst/>
              </a:prstGeom>
              <a:solidFill>
                <a:schemeClr val="tx1"/>
              </a:solidFill>
              <a:ln w="9525">
                <a:solidFill>
                  <a:schemeClr val="tx1"/>
                </a:solidFill>
                <a:round/>
                <a:headEnd/>
                <a:tailEnd/>
              </a:ln>
            </p:spPr>
            <p:txBody>
              <a:bodyPr/>
              <a:lstStyle/>
              <a:p>
                <a:endParaRPr lang="en-US"/>
              </a:p>
            </p:txBody>
          </p:sp>
          <p:sp>
            <p:nvSpPr>
              <p:cNvPr id="56146" name="Oval 1736"/>
              <p:cNvSpPr>
                <a:spLocks noChangeArrowheads="1"/>
              </p:cNvSpPr>
              <p:nvPr/>
            </p:nvSpPr>
            <p:spPr bwMode="auto">
              <a:xfrm>
                <a:off x="1449" y="3272"/>
                <a:ext cx="40" cy="32"/>
              </a:xfrm>
              <a:prstGeom prst="ellipse">
                <a:avLst/>
              </a:prstGeom>
              <a:solidFill>
                <a:schemeClr val="tx1"/>
              </a:solidFill>
              <a:ln w="25400">
                <a:solidFill>
                  <a:schemeClr val="tx1"/>
                </a:solidFill>
                <a:round/>
                <a:headEnd/>
                <a:tailEnd/>
              </a:ln>
            </p:spPr>
            <p:txBody>
              <a:bodyPr/>
              <a:lstStyle/>
              <a:p>
                <a:endParaRPr lang="en-US"/>
              </a:p>
            </p:txBody>
          </p:sp>
          <p:sp>
            <p:nvSpPr>
              <p:cNvPr id="56147" name="Oval 1737"/>
              <p:cNvSpPr>
                <a:spLocks noChangeArrowheads="1"/>
              </p:cNvSpPr>
              <p:nvPr/>
            </p:nvSpPr>
            <p:spPr bwMode="auto">
              <a:xfrm>
                <a:off x="1449" y="3575"/>
                <a:ext cx="40" cy="32"/>
              </a:xfrm>
              <a:prstGeom prst="ellipse">
                <a:avLst/>
              </a:prstGeom>
              <a:solidFill>
                <a:schemeClr val="tx1"/>
              </a:solidFill>
              <a:ln w="9525">
                <a:solidFill>
                  <a:schemeClr val="tx1"/>
                </a:solidFill>
                <a:round/>
                <a:headEnd/>
                <a:tailEnd/>
              </a:ln>
            </p:spPr>
            <p:txBody>
              <a:bodyPr/>
              <a:lstStyle/>
              <a:p>
                <a:endParaRPr lang="en-US"/>
              </a:p>
            </p:txBody>
          </p:sp>
          <p:sp>
            <p:nvSpPr>
              <p:cNvPr id="56148" name="Oval 1738"/>
              <p:cNvSpPr>
                <a:spLocks noChangeArrowheads="1"/>
              </p:cNvSpPr>
              <p:nvPr/>
            </p:nvSpPr>
            <p:spPr bwMode="auto">
              <a:xfrm>
                <a:off x="1449" y="3575"/>
                <a:ext cx="40" cy="32"/>
              </a:xfrm>
              <a:prstGeom prst="ellipse">
                <a:avLst/>
              </a:prstGeom>
              <a:solidFill>
                <a:schemeClr val="tx1"/>
              </a:solidFill>
              <a:ln w="25400">
                <a:solidFill>
                  <a:schemeClr val="tx1"/>
                </a:solidFill>
                <a:round/>
                <a:headEnd/>
                <a:tailEnd/>
              </a:ln>
            </p:spPr>
            <p:txBody>
              <a:bodyPr/>
              <a:lstStyle/>
              <a:p>
                <a:endParaRPr lang="en-US"/>
              </a:p>
            </p:txBody>
          </p:sp>
        </p:grpSp>
        <p:grpSp>
          <p:nvGrpSpPr>
            <p:cNvPr id="55396" name="Group 1739"/>
            <p:cNvGrpSpPr>
              <a:grpSpLocks/>
            </p:cNvGrpSpPr>
            <p:nvPr/>
          </p:nvGrpSpPr>
          <p:grpSpPr bwMode="auto">
            <a:xfrm>
              <a:off x="2367" y="3272"/>
              <a:ext cx="32" cy="335"/>
              <a:chOff x="2367" y="3272"/>
              <a:chExt cx="32" cy="335"/>
            </a:xfrm>
          </p:grpSpPr>
          <p:sp>
            <p:nvSpPr>
              <p:cNvPr id="56141" name="Oval 1740"/>
              <p:cNvSpPr>
                <a:spLocks noChangeArrowheads="1"/>
              </p:cNvSpPr>
              <p:nvPr/>
            </p:nvSpPr>
            <p:spPr bwMode="auto">
              <a:xfrm>
                <a:off x="2367" y="3272"/>
                <a:ext cx="32" cy="32"/>
              </a:xfrm>
              <a:prstGeom prst="ellipse">
                <a:avLst/>
              </a:prstGeom>
              <a:solidFill>
                <a:schemeClr val="tx1"/>
              </a:solidFill>
              <a:ln w="9525">
                <a:solidFill>
                  <a:schemeClr val="tx1"/>
                </a:solidFill>
                <a:round/>
                <a:headEnd/>
                <a:tailEnd/>
              </a:ln>
            </p:spPr>
            <p:txBody>
              <a:bodyPr/>
              <a:lstStyle/>
              <a:p>
                <a:endParaRPr lang="en-US"/>
              </a:p>
            </p:txBody>
          </p:sp>
          <p:sp>
            <p:nvSpPr>
              <p:cNvPr id="56142" name="Oval 1741"/>
              <p:cNvSpPr>
                <a:spLocks noChangeArrowheads="1"/>
              </p:cNvSpPr>
              <p:nvPr/>
            </p:nvSpPr>
            <p:spPr bwMode="auto">
              <a:xfrm>
                <a:off x="2367" y="3272"/>
                <a:ext cx="32" cy="32"/>
              </a:xfrm>
              <a:prstGeom prst="ellipse">
                <a:avLst/>
              </a:prstGeom>
              <a:solidFill>
                <a:schemeClr val="tx1"/>
              </a:solidFill>
              <a:ln w="25400">
                <a:solidFill>
                  <a:schemeClr val="tx1"/>
                </a:solidFill>
                <a:round/>
                <a:headEnd/>
                <a:tailEnd/>
              </a:ln>
            </p:spPr>
            <p:txBody>
              <a:bodyPr/>
              <a:lstStyle/>
              <a:p>
                <a:endParaRPr lang="en-US"/>
              </a:p>
            </p:txBody>
          </p:sp>
          <p:sp>
            <p:nvSpPr>
              <p:cNvPr id="56143" name="Oval 1742"/>
              <p:cNvSpPr>
                <a:spLocks noChangeArrowheads="1"/>
              </p:cNvSpPr>
              <p:nvPr/>
            </p:nvSpPr>
            <p:spPr bwMode="auto">
              <a:xfrm>
                <a:off x="2367" y="3575"/>
                <a:ext cx="32" cy="32"/>
              </a:xfrm>
              <a:prstGeom prst="ellipse">
                <a:avLst/>
              </a:prstGeom>
              <a:solidFill>
                <a:schemeClr val="tx1"/>
              </a:solidFill>
              <a:ln w="9525">
                <a:solidFill>
                  <a:schemeClr val="tx1"/>
                </a:solidFill>
                <a:round/>
                <a:headEnd/>
                <a:tailEnd/>
              </a:ln>
            </p:spPr>
            <p:txBody>
              <a:bodyPr/>
              <a:lstStyle/>
              <a:p>
                <a:endParaRPr lang="en-US"/>
              </a:p>
            </p:txBody>
          </p:sp>
          <p:sp>
            <p:nvSpPr>
              <p:cNvPr id="56144" name="Oval 1743"/>
              <p:cNvSpPr>
                <a:spLocks noChangeArrowheads="1"/>
              </p:cNvSpPr>
              <p:nvPr/>
            </p:nvSpPr>
            <p:spPr bwMode="auto">
              <a:xfrm>
                <a:off x="2367" y="3575"/>
                <a:ext cx="32" cy="32"/>
              </a:xfrm>
              <a:prstGeom prst="ellipse">
                <a:avLst/>
              </a:prstGeom>
              <a:solidFill>
                <a:schemeClr val="tx1"/>
              </a:solidFill>
              <a:ln w="25400">
                <a:solidFill>
                  <a:schemeClr val="tx1"/>
                </a:solidFill>
                <a:round/>
                <a:headEnd/>
                <a:tailEnd/>
              </a:ln>
            </p:spPr>
            <p:txBody>
              <a:bodyPr/>
              <a:lstStyle/>
              <a:p>
                <a:endParaRPr lang="en-US"/>
              </a:p>
            </p:txBody>
          </p:sp>
        </p:grpSp>
        <p:grpSp>
          <p:nvGrpSpPr>
            <p:cNvPr id="55397" name="Group 1744"/>
            <p:cNvGrpSpPr>
              <a:grpSpLocks/>
            </p:cNvGrpSpPr>
            <p:nvPr/>
          </p:nvGrpSpPr>
          <p:grpSpPr bwMode="auto">
            <a:xfrm>
              <a:off x="2822" y="3272"/>
              <a:ext cx="40" cy="335"/>
              <a:chOff x="2822" y="3272"/>
              <a:chExt cx="40" cy="335"/>
            </a:xfrm>
          </p:grpSpPr>
          <p:sp>
            <p:nvSpPr>
              <p:cNvPr id="56137" name="Oval 1745"/>
              <p:cNvSpPr>
                <a:spLocks noChangeArrowheads="1"/>
              </p:cNvSpPr>
              <p:nvPr/>
            </p:nvSpPr>
            <p:spPr bwMode="auto">
              <a:xfrm>
                <a:off x="2822" y="3272"/>
                <a:ext cx="40" cy="32"/>
              </a:xfrm>
              <a:prstGeom prst="ellipse">
                <a:avLst/>
              </a:prstGeom>
              <a:solidFill>
                <a:schemeClr val="tx1"/>
              </a:solidFill>
              <a:ln w="9525">
                <a:solidFill>
                  <a:schemeClr val="tx1"/>
                </a:solidFill>
                <a:round/>
                <a:headEnd/>
                <a:tailEnd/>
              </a:ln>
            </p:spPr>
            <p:txBody>
              <a:bodyPr/>
              <a:lstStyle/>
              <a:p>
                <a:endParaRPr lang="en-US"/>
              </a:p>
            </p:txBody>
          </p:sp>
          <p:sp>
            <p:nvSpPr>
              <p:cNvPr id="56138" name="Oval 1746"/>
              <p:cNvSpPr>
                <a:spLocks noChangeArrowheads="1"/>
              </p:cNvSpPr>
              <p:nvPr/>
            </p:nvSpPr>
            <p:spPr bwMode="auto">
              <a:xfrm>
                <a:off x="2822" y="3272"/>
                <a:ext cx="40" cy="32"/>
              </a:xfrm>
              <a:prstGeom prst="ellipse">
                <a:avLst/>
              </a:prstGeom>
              <a:solidFill>
                <a:schemeClr val="tx1"/>
              </a:solidFill>
              <a:ln w="25400">
                <a:solidFill>
                  <a:schemeClr val="tx1"/>
                </a:solidFill>
                <a:round/>
                <a:headEnd/>
                <a:tailEnd/>
              </a:ln>
            </p:spPr>
            <p:txBody>
              <a:bodyPr/>
              <a:lstStyle/>
              <a:p>
                <a:endParaRPr lang="en-US"/>
              </a:p>
            </p:txBody>
          </p:sp>
          <p:sp>
            <p:nvSpPr>
              <p:cNvPr id="56139" name="Oval 1747"/>
              <p:cNvSpPr>
                <a:spLocks noChangeArrowheads="1"/>
              </p:cNvSpPr>
              <p:nvPr/>
            </p:nvSpPr>
            <p:spPr bwMode="auto">
              <a:xfrm>
                <a:off x="2822" y="3575"/>
                <a:ext cx="40" cy="32"/>
              </a:xfrm>
              <a:prstGeom prst="ellipse">
                <a:avLst/>
              </a:prstGeom>
              <a:solidFill>
                <a:schemeClr val="tx1"/>
              </a:solidFill>
              <a:ln w="9525">
                <a:solidFill>
                  <a:schemeClr val="tx1"/>
                </a:solidFill>
                <a:round/>
                <a:headEnd/>
                <a:tailEnd/>
              </a:ln>
            </p:spPr>
            <p:txBody>
              <a:bodyPr/>
              <a:lstStyle/>
              <a:p>
                <a:endParaRPr lang="en-US"/>
              </a:p>
            </p:txBody>
          </p:sp>
          <p:sp>
            <p:nvSpPr>
              <p:cNvPr id="56140" name="Oval 1748"/>
              <p:cNvSpPr>
                <a:spLocks noChangeArrowheads="1"/>
              </p:cNvSpPr>
              <p:nvPr/>
            </p:nvSpPr>
            <p:spPr bwMode="auto">
              <a:xfrm>
                <a:off x="2822" y="3575"/>
                <a:ext cx="40" cy="32"/>
              </a:xfrm>
              <a:prstGeom prst="ellipse">
                <a:avLst/>
              </a:prstGeom>
              <a:solidFill>
                <a:schemeClr val="tx1"/>
              </a:solidFill>
              <a:ln w="25400">
                <a:solidFill>
                  <a:schemeClr val="tx1"/>
                </a:solidFill>
                <a:round/>
                <a:headEnd/>
                <a:tailEnd/>
              </a:ln>
            </p:spPr>
            <p:txBody>
              <a:bodyPr/>
              <a:lstStyle/>
              <a:p>
                <a:endParaRPr lang="en-US"/>
              </a:p>
            </p:txBody>
          </p:sp>
        </p:grpSp>
        <p:grpSp>
          <p:nvGrpSpPr>
            <p:cNvPr id="55398" name="Group 1749"/>
            <p:cNvGrpSpPr>
              <a:grpSpLocks/>
            </p:cNvGrpSpPr>
            <p:nvPr/>
          </p:nvGrpSpPr>
          <p:grpSpPr bwMode="auto">
            <a:xfrm>
              <a:off x="2415" y="2650"/>
              <a:ext cx="415" cy="56"/>
              <a:chOff x="2415" y="2650"/>
              <a:chExt cx="415" cy="56"/>
            </a:xfrm>
          </p:grpSpPr>
          <p:sp>
            <p:nvSpPr>
              <p:cNvPr id="56129" name="Freeform 1750"/>
              <p:cNvSpPr>
                <a:spLocks/>
              </p:cNvSpPr>
              <p:nvPr/>
            </p:nvSpPr>
            <p:spPr bwMode="auto">
              <a:xfrm>
                <a:off x="2718" y="2650"/>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chemeClr val="tx1"/>
              </a:solidFill>
              <a:ln w="9525">
                <a:solidFill>
                  <a:schemeClr val="tx1"/>
                </a:solidFill>
                <a:round/>
                <a:headEnd/>
                <a:tailEnd/>
              </a:ln>
            </p:spPr>
            <p:txBody>
              <a:bodyPr/>
              <a:lstStyle/>
              <a:p>
                <a:endParaRPr lang="en-US"/>
              </a:p>
            </p:txBody>
          </p:sp>
          <p:grpSp>
            <p:nvGrpSpPr>
              <p:cNvPr id="56130" name="Group 1751"/>
              <p:cNvGrpSpPr>
                <a:grpSpLocks/>
              </p:cNvGrpSpPr>
              <p:nvPr/>
            </p:nvGrpSpPr>
            <p:grpSpPr bwMode="auto">
              <a:xfrm>
                <a:off x="2415" y="2674"/>
                <a:ext cx="295" cy="1"/>
                <a:chOff x="2415" y="2674"/>
                <a:chExt cx="295" cy="1"/>
              </a:xfrm>
            </p:grpSpPr>
            <p:sp>
              <p:nvSpPr>
                <p:cNvPr id="56131" name="Line 1752"/>
                <p:cNvSpPr>
                  <a:spLocks noChangeShapeType="1"/>
                </p:cNvSpPr>
                <p:nvPr/>
              </p:nvSpPr>
              <p:spPr bwMode="auto">
                <a:xfrm>
                  <a:off x="2415"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132" name="Line 1753"/>
                <p:cNvSpPr>
                  <a:spLocks noChangeShapeType="1"/>
                </p:cNvSpPr>
                <p:nvPr/>
              </p:nvSpPr>
              <p:spPr bwMode="auto">
                <a:xfrm>
                  <a:off x="2471"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133" name="Line 1754"/>
                <p:cNvSpPr>
                  <a:spLocks noChangeShapeType="1"/>
                </p:cNvSpPr>
                <p:nvPr/>
              </p:nvSpPr>
              <p:spPr bwMode="auto">
                <a:xfrm>
                  <a:off x="2526"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134" name="Line 1755"/>
                <p:cNvSpPr>
                  <a:spLocks noChangeShapeType="1"/>
                </p:cNvSpPr>
                <p:nvPr/>
              </p:nvSpPr>
              <p:spPr bwMode="auto">
                <a:xfrm>
                  <a:off x="2582"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135" name="Line 1756"/>
                <p:cNvSpPr>
                  <a:spLocks noChangeShapeType="1"/>
                </p:cNvSpPr>
                <p:nvPr/>
              </p:nvSpPr>
              <p:spPr bwMode="auto">
                <a:xfrm>
                  <a:off x="2638"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136" name="Line 1757"/>
                <p:cNvSpPr>
                  <a:spLocks noChangeShapeType="1"/>
                </p:cNvSpPr>
                <p:nvPr/>
              </p:nvSpPr>
              <p:spPr bwMode="auto">
                <a:xfrm>
                  <a:off x="2694" y="2674"/>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399" name="Group 1758"/>
            <p:cNvGrpSpPr>
              <a:grpSpLocks/>
            </p:cNvGrpSpPr>
            <p:nvPr/>
          </p:nvGrpSpPr>
          <p:grpSpPr bwMode="auto">
            <a:xfrm>
              <a:off x="2415" y="1733"/>
              <a:ext cx="415" cy="56"/>
              <a:chOff x="2415" y="1733"/>
              <a:chExt cx="415" cy="56"/>
            </a:xfrm>
          </p:grpSpPr>
          <p:sp>
            <p:nvSpPr>
              <p:cNvPr id="56121" name="Freeform 1759"/>
              <p:cNvSpPr>
                <a:spLocks/>
              </p:cNvSpPr>
              <p:nvPr/>
            </p:nvSpPr>
            <p:spPr bwMode="auto">
              <a:xfrm>
                <a:off x="2718" y="1733"/>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chemeClr val="tx1"/>
              </a:solidFill>
              <a:ln w="9525">
                <a:solidFill>
                  <a:schemeClr val="tx1"/>
                </a:solidFill>
                <a:round/>
                <a:headEnd/>
                <a:tailEnd/>
              </a:ln>
            </p:spPr>
            <p:txBody>
              <a:bodyPr/>
              <a:lstStyle/>
              <a:p>
                <a:endParaRPr lang="en-US"/>
              </a:p>
            </p:txBody>
          </p:sp>
          <p:grpSp>
            <p:nvGrpSpPr>
              <p:cNvPr id="56122" name="Group 1760"/>
              <p:cNvGrpSpPr>
                <a:grpSpLocks/>
              </p:cNvGrpSpPr>
              <p:nvPr/>
            </p:nvGrpSpPr>
            <p:grpSpPr bwMode="auto">
              <a:xfrm>
                <a:off x="2415" y="1757"/>
                <a:ext cx="295" cy="1"/>
                <a:chOff x="2415" y="1757"/>
                <a:chExt cx="295" cy="1"/>
              </a:xfrm>
            </p:grpSpPr>
            <p:sp>
              <p:nvSpPr>
                <p:cNvPr id="56123" name="Line 1761"/>
                <p:cNvSpPr>
                  <a:spLocks noChangeShapeType="1"/>
                </p:cNvSpPr>
                <p:nvPr/>
              </p:nvSpPr>
              <p:spPr bwMode="auto">
                <a:xfrm>
                  <a:off x="2415"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124" name="Line 1762"/>
                <p:cNvSpPr>
                  <a:spLocks noChangeShapeType="1"/>
                </p:cNvSpPr>
                <p:nvPr/>
              </p:nvSpPr>
              <p:spPr bwMode="auto">
                <a:xfrm>
                  <a:off x="2471"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125" name="Line 1763"/>
                <p:cNvSpPr>
                  <a:spLocks noChangeShapeType="1"/>
                </p:cNvSpPr>
                <p:nvPr/>
              </p:nvSpPr>
              <p:spPr bwMode="auto">
                <a:xfrm>
                  <a:off x="2526"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126" name="Line 1764"/>
                <p:cNvSpPr>
                  <a:spLocks noChangeShapeType="1"/>
                </p:cNvSpPr>
                <p:nvPr/>
              </p:nvSpPr>
              <p:spPr bwMode="auto">
                <a:xfrm>
                  <a:off x="2582"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127" name="Line 1765"/>
                <p:cNvSpPr>
                  <a:spLocks noChangeShapeType="1"/>
                </p:cNvSpPr>
                <p:nvPr/>
              </p:nvSpPr>
              <p:spPr bwMode="auto">
                <a:xfrm>
                  <a:off x="2638"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128" name="Line 1766"/>
                <p:cNvSpPr>
                  <a:spLocks noChangeShapeType="1"/>
                </p:cNvSpPr>
                <p:nvPr/>
              </p:nvSpPr>
              <p:spPr bwMode="auto">
                <a:xfrm>
                  <a:off x="2694" y="1757"/>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400" name="Group 1767"/>
            <p:cNvGrpSpPr>
              <a:grpSpLocks/>
            </p:cNvGrpSpPr>
            <p:nvPr/>
          </p:nvGrpSpPr>
          <p:grpSpPr bwMode="auto">
            <a:xfrm>
              <a:off x="1489" y="3264"/>
              <a:ext cx="423" cy="56"/>
              <a:chOff x="1489" y="3264"/>
              <a:chExt cx="423" cy="56"/>
            </a:xfrm>
          </p:grpSpPr>
          <p:sp>
            <p:nvSpPr>
              <p:cNvPr id="56113" name="Freeform 1768"/>
              <p:cNvSpPr>
                <a:spLocks/>
              </p:cNvSpPr>
              <p:nvPr/>
            </p:nvSpPr>
            <p:spPr bwMode="auto">
              <a:xfrm>
                <a:off x="1792" y="3264"/>
                <a:ext cx="120" cy="56"/>
              </a:xfrm>
              <a:custGeom>
                <a:avLst/>
                <a:gdLst>
                  <a:gd name="T0" fmla="*/ 120 w 120"/>
                  <a:gd name="T1" fmla="*/ 24 h 56"/>
                  <a:gd name="T2" fmla="*/ 0 w 120"/>
                  <a:gd name="T3" fmla="*/ 56 h 56"/>
                  <a:gd name="T4" fmla="*/ 0 w 120"/>
                  <a:gd name="T5" fmla="*/ 24 h 56"/>
                  <a:gd name="T6" fmla="*/ 0 w 120"/>
                  <a:gd name="T7" fmla="*/ 0 h 56"/>
                  <a:gd name="T8" fmla="*/ 120 w 120"/>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 h="56">
                    <a:moveTo>
                      <a:pt x="120" y="24"/>
                    </a:moveTo>
                    <a:lnTo>
                      <a:pt x="0" y="56"/>
                    </a:lnTo>
                    <a:lnTo>
                      <a:pt x="0" y="24"/>
                    </a:lnTo>
                    <a:lnTo>
                      <a:pt x="0" y="0"/>
                    </a:lnTo>
                    <a:lnTo>
                      <a:pt x="120" y="24"/>
                    </a:lnTo>
                    <a:close/>
                  </a:path>
                </a:pathLst>
              </a:custGeom>
              <a:solidFill>
                <a:schemeClr val="tx1"/>
              </a:solidFill>
              <a:ln w="9525">
                <a:solidFill>
                  <a:schemeClr val="tx1"/>
                </a:solidFill>
                <a:round/>
                <a:headEnd/>
                <a:tailEnd/>
              </a:ln>
            </p:spPr>
            <p:txBody>
              <a:bodyPr/>
              <a:lstStyle/>
              <a:p>
                <a:endParaRPr lang="en-US"/>
              </a:p>
            </p:txBody>
          </p:sp>
          <p:grpSp>
            <p:nvGrpSpPr>
              <p:cNvPr id="56114" name="Group 1769"/>
              <p:cNvGrpSpPr>
                <a:grpSpLocks/>
              </p:cNvGrpSpPr>
              <p:nvPr/>
            </p:nvGrpSpPr>
            <p:grpSpPr bwMode="auto">
              <a:xfrm>
                <a:off x="1489" y="3288"/>
                <a:ext cx="295" cy="1"/>
                <a:chOff x="1489" y="3288"/>
                <a:chExt cx="295" cy="1"/>
              </a:xfrm>
            </p:grpSpPr>
            <p:sp>
              <p:nvSpPr>
                <p:cNvPr id="56115" name="Line 1770"/>
                <p:cNvSpPr>
                  <a:spLocks noChangeShapeType="1"/>
                </p:cNvSpPr>
                <p:nvPr/>
              </p:nvSpPr>
              <p:spPr bwMode="auto">
                <a:xfrm>
                  <a:off x="1489"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116" name="Line 1771"/>
                <p:cNvSpPr>
                  <a:spLocks noChangeShapeType="1"/>
                </p:cNvSpPr>
                <p:nvPr/>
              </p:nvSpPr>
              <p:spPr bwMode="auto">
                <a:xfrm>
                  <a:off x="1544"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117" name="Line 1772"/>
                <p:cNvSpPr>
                  <a:spLocks noChangeShapeType="1"/>
                </p:cNvSpPr>
                <p:nvPr/>
              </p:nvSpPr>
              <p:spPr bwMode="auto">
                <a:xfrm>
                  <a:off x="1600"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118" name="Line 1773"/>
                <p:cNvSpPr>
                  <a:spLocks noChangeShapeType="1"/>
                </p:cNvSpPr>
                <p:nvPr/>
              </p:nvSpPr>
              <p:spPr bwMode="auto">
                <a:xfrm>
                  <a:off x="1656"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119" name="Line 1774"/>
                <p:cNvSpPr>
                  <a:spLocks noChangeShapeType="1"/>
                </p:cNvSpPr>
                <p:nvPr/>
              </p:nvSpPr>
              <p:spPr bwMode="auto">
                <a:xfrm>
                  <a:off x="1712"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120" name="Line 1775"/>
                <p:cNvSpPr>
                  <a:spLocks noChangeShapeType="1"/>
                </p:cNvSpPr>
                <p:nvPr/>
              </p:nvSpPr>
              <p:spPr bwMode="auto">
                <a:xfrm>
                  <a:off x="1768" y="3288"/>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401" name="Group 1776"/>
            <p:cNvGrpSpPr>
              <a:grpSpLocks/>
            </p:cNvGrpSpPr>
            <p:nvPr/>
          </p:nvGrpSpPr>
          <p:grpSpPr bwMode="auto">
            <a:xfrm>
              <a:off x="1944" y="3256"/>
              <a:ext cx="423" cy="56"/>
              <a:chOff x="1944" y="3256"/>
              <a:chExt cx="423" cy="56"/>
            </a:xfrm>
          </p:grpSpPr>
          <p:sp>
            <p:nvSpPr>
              <p:cNvPr id="56105" name="Freeform 1777"/>
              <p:cNvSpPr>
                <a:spLocks/>
              </p:cNvSpPr>
              <p:nvPr/>
            </p:nvSpPr>
            <p:spPr bwMode="auto">
              <a:xfrm>
                <a:off x="2255" y="325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chemeClr val="tx1"/>
              </a:solidFill>
              <a:ln w="9525">
                <a:solidFill>
                  <a:schemeClr val="tx1"/>
                </a:solidFill>
                <a:round/>
                <a:headEnd/>
                <a:tailEnd/>
              </a:ln>
            </p:spPr>
            <p:txBody>
              <a:bodyPr/>
              <a:lstStyle/>
              <a:p>
                <a:endParaRPr lang="en-US"/>
              </a:p>
            </p:txBody>
          </p:sp>
          <p:grpSp>
            <p:nvGrpSpPr>
              <p:cNvPr id="56106" name="Group 1778"/>
              <p:cNvGrpSpPr>
                <a:grpSpLocks/>
              </p:cNvGrpSpPr>
              <p:nvPr/>
            </p:nvGrpSpPr>
            <p:grpSpPr bwMode="auto">
              <a:xfrm>
                <a:off x="1944" y="3288"/>
                <a:ext cx="303" cy="1"/>
                <a:chOff x="1944" y="3288"/>
                <a:chExt cx="303" cy="1"/>
              </a:xfrm>
            </p:grpSpPr>
            <p:sp>
              <p:nvSpPr>
                <p:cNvPr id="56107" name="Line 1779"/>
                <p:cNvSpPr>
                  <a:spLocks noChangeShapeType="1"/>
                </p:cNvSpPr>
                <p:nvPr/>
              </p:nvSpPr>
              <p:spPr bwMode="auto">
                <a:xfrm>
                  <a:off x="1944"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108" name="Line 1780"/>
                <p:cNvSpPr>
                  <a:spLocks noChangeShapeType="1"/>
                </p:cNvSpPr>
                <p:nvPr/>
              </p:nvSpPr>
              <p:spPr bwMode="auto">
                <a:xfrm>
                  <a:off x="2000" y="3288"/>
                  <a:ext cx="23"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109" name="Line 1781"/>
                <p:cNvSpPr>
                  <a:spLocks noChangeShapeType="1"/>
                </p:cNvSpPr>
                <p:nvPr/>
              </p:nvSpPr>
              <p:spPr bwMode="auto">
                <a:xfrm>
                  <a:off x="2055"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110" name="Line 1782"/>
                <p:cNvSpPr>
                  <a:spLocks noChangeShapeType="1"/>
                </p:cNvSpPr>
                <p:nvPr/>
              </p:nvSpPr>
              <p:spPr bwMode="auto">
                <a:xfrm>
                  <a:off x="2111"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111" name="Line 1783"/>
                <p:cNvSpPr>
                  <a:spLocks noChangeShapeType="1"/>
                </p:cNvSpPr>
                <p:nvPr/>
              </p:nvSpPr>
              <p:spPr bwMode="auto">
                <a:xfrm>
                  <a:off x="2167"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112" name="Line 1784"/>
                <p:cNvSpPr>
                  <a:spLocks noChangeShapeType="1"/>
                </p:cNvSpPr>
                <p:nvPr/>
              </p:nvSpPr>
              <p:spPr bwMode="auto">
                <a:xfrm>
                  <a:off x="2223"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402" name="Group 1785"/>
            <p:cNvGrpSpPr>
              <a:grpSpLocks/>
            </p:cNvGrpSpPr>
            <p:nvPr/>
          </p:nvGrpSpPr>
          <p:grpSpPr bwMode="auto">
            <a:xfrm>
              <a:off x="2415" y="3256"/>
              <a:ext cx="415" cy="56"/>
              <a:chOff x="2415" y="3256"/>
              <a:chExt cx="415" cy="56"/>
            </a:xfrm>
          </p:grpSpPr>
          <p:sp>
            <p:nvSpPr>
              <p:cNvPr id="56097" name="Freeform 1786"/>
              <p:cNvSpPr>
                <a:spLocks/>
              </p:cNvSpPr>
              <p:nvPr/>
            </p:nvSpPr>
            <p:spPr bwMode="auto">
              <a:xfrm>
                <a:off x="2718" y="325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chemeClr val="tx1"/>
              </a:solidFill>
              <a:ln w="9525">
                <a:solidFill>
                  <a:schemeClr val="tx1"/>
                </a:solidFill>
                <a:round/>
                <a:headEnd/>
                <a:tailEnd/>
              </a:ln>
            </p:spPr>
            <p:txBody>
              <a:bodyPr/>
              <a:lstStyle/>
              <a:p>
                <a:endParaRPr lang="en-US"/>
              </a:p>
            </p:txBody>
          </p:sp>
          <p:grpSp>
            <p:nvGrpSpPr>
              <p:cNvPr id="56098" name="Group 1787"/>
              <p:cNvGrpSpPr>
                <a:grpSpLocks/>
              </p:cNvGrpSpPr>
              <p:nvPr/>
            </p:nvGrpSpPr>
            <p:grpSpPr bwMode="auto">
              <a:xfrm>
                <a:off x="2415" y="3288"/>
                <a:ext cx="295" cy="1"/>
                <a:chOff x="2415" y="3288"/>
                <a:chExt cx="295" cy="1"/>
              </a:xfrm>
            </p:grpSpPr>
            <p:sp>
              <p:nvSpPr>
                <p:cNvPr id="56099" name="Line 1788"/>
                <p:cNvSpPr>
                  <a:spLocks noChangeShapeType="1"/>
                </p:cNvSpPr>
                <p:nvPr/>
              </p:nvSpPr>
              <p:spPr bwMode="auto">
                <a:xfrm>
                  <a:off x="2415"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100" name="Line 1789"/>
                <p:cNvSpPr>
                  <a:spLocks noChangeShapeType="1"/>
                </p:cNvSpPr>
                <p:nvPr/>
              </p:nvSpPr>
              <p:spPr bwMode="auto">
                <a:xfrm>
                  <a:off x="2471"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101" name="Line 1790"/>
                <p:cNvSpPr>
                  <a:spLocks noChangeShapeType="1"/>
                </p:cNvSpPr>
                <p:nvPr/>
              </p:nvSpPr>
              <p:spPr bwMode="auto">
                <a:xfrm>
                  <a:off x="2526"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102" name="Line 1791"/>
                <p:cNvSpPr>
                  <a:spLocks noChangeShapeType="1"/>
                </p:cNvSpPr>
                <p:nvPr/>
              </p:nvSpPr>
              <p:spPr bwMode="auto">
                <a:xfrm>
                  <a:off x="2582"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103" name="Line 1792"/>
                <p:cNvSpPr>
                  <a:spLocks noChangeShapeType="1"/>
                </p:cNvSpPr>
                <p:nvPr/>
              </p:nvSpPr>
              <p:spPr bwMode="auto">
                <a:xfrm>
                  <a:off x="2638"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104" name="Line 1793"/>
                <p:cNvSpPr>
                  <a:spLocks noChangeShapeType="1"/>
                </p:cNvSpPr>
                <p:nvPr/>
              </p:nvSpPr>
              <p:spPr bwMode="auto">
                <a:xfrm>
                  <a:off x="2694" y="3288"/>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403" name="Group 1794"/>
            <p:cNvGrpSpPr>
              <a:grpSpLocks/>
            </p:cNvGrpSpPr>
            <p:nvPr/>
          </p:nvGrpSpPr>
          <p:grpSpPr bwMode="auto">
            <a:xfrm>
              <a:off x="1489" y="3567"/>
              <a:ext cx="423" cy="56"/>
              <a:chOff x="1489" y="3567"/>
              <a:chExt cx="423" cy="56"/>
            </a:xfrm>
          </p:grpSpPr>
          <p:sp>
            <p:nvSpPr>
              <p:cNvPr id="56089" name="Freeform 1795"/>
              <p:cNvSpPr>
                <a:spLocks/>
              </p:cNvSpPr>
              <p:nvPr/>
            </p:nvSpPr>
            <p:spPr bwMode="auto">
              <a:xfrm>
                <a:off x="1800"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chemeClr val="tx1"/>
              </a:solidFill>
              <a:ln w="9525">
                <a:solidFill>
                  <a:schemeClr val="tx1"/>
                </a:solidFill>
                <a:round/>
                <a:headEnd/>
                <a:tailEnd/>
              </a:ln>
            </p:spPr>
            <p:txBody>
              <a:bodyPr/>
              <a:lstStyle/>
              <a:p>
                <a:endParaRPr lang="en-US"/>
              </a:p>
            </p:txBody>
          </p:sp>
          <p:grpSp>
            <p:nvGrpSpPr>
              <p:cNvPr id="56090" name="Group 1796"/>
              <p:cNvGrpSpPr>
                <a:grpSpLocks/>
              </p:cNvGrpSpPr>
              <p:nvPr/>
            </p:nvGrpSpPr>
            <p:grpSpPr bwMode="auto">
              <a:xfrm>
                <a:off x="1489" y="3591"/>
                <a:ext cx="303" cy="1"/>
                <a:chOff x="1489" y="3591"/>
                <a:chExt cx="303" cy="1"/>
              </a:xfrm>
            </p:grpSpPr>
            <p:sp>
              <p:nvSpPr>
                <p:cNvPr id="56091" name="Line 1797"/>
                <p:cNvSpPr>
                  <a:spLocks noChangeShapeType="1"/>
                </p:cNvSpPr>
                <p:nvPr/>
              </p:nvSpPr>
              <p:spPr bwMode="auto">
                <a:xfrm>
                  <a:off x="1489"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092" name="Line 1798"/>
                <p:cNvSpPr>
                  <a:spLocks noChangeShapeType="1"/>
                </p:cNvSpPr>
                <p:nvPr/>
              </p:nvSpPr>
              <p:spPr bwMode="auto">
                <a:xfrm>
                  <a:off x="1544"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093" name="Line 1799"/>
                <p:cNvSpPr>
                  <a:spLocks noChangeShapeType="1"/>
                </p:cNvSpPr>
                <p:nvPr/>
              </p:nvSpPr>
              <p:spPr bwMode="auto">
                <a:xfrm>
                  <a:off x="1600"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094" name="Line 1800"/>
                <p:cNvSpPr>
                  <a:spLocks noChangeShapeType="1"/>
                </p:cNvSpPr>
                <p:nvPr/>
              </p:nvSpPr>
              <p:spPr bwMode="auto">
                <a:xfrm>
                  <a:off x="1656"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095" name="Line 1801"/>
                <p:cNvSpPr>
                  <a:spLocks noChangeShapeType="1"/>
                </p:cNvSpPr>
                <p:nvPr/>
              </p:nvSpPr>
              <p:spPr bwMode="auto">
                <a:xfrm>
                  <a:off x="1712"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096" name="Line 1802"/>
                <p:cNvSpPr>
                  <a:spLocks noChangeShapeType="1"/>
                </p:cNvSpPr>
                <p:nvPr/>
              </p:nvSpPr>
              <p:spPr bwMode="auto">
                <a:xfrm>
                  <a:off x="1768"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404" name="Group 1803"/>
            <p:cNvGrpSpPr>
              <a:grpSpLocks/>
            </p:cNvGrpSpPr>
            <p:nvPr/>
          </p:nvGrpSpPr>
          <p:grpSpPr bwMode="auto">
            <a:xfrm>
              <a:off x="1952" y="3567"/>
              <a:ext cx="415" cy="56"/>
              <a:chOff x="1952" y="3567"/>
              <a:chExt cx="415" cy="56"/>
            </a:xfrm>
          </p:grpSpPr>
          <p:sp>
            <p:nvSpPr>
              <p:cNvPr id="56081" name="Freeform 1804"/>
              <p:cNvSpPr>
                <a:spLocks/>
              </p:cNvSpPr>
              <p:nvPr/>
            </p:nvSpPr>
            <p:spPr bwMode="auto">
              <a:xfrm>
                <a:off x="2255"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chemeClr val="tx1"/>
              </a:solidFill>
              <a:ln w="9525">
                <a:solidFill>
                  <a:schemeClr val="tx1"/>
                </a:solidFill>
                <a:round/>
                <a:headEnd/>
                <a:tailEnd/>
              </a:ln>
            </p:spPr>
            <p:txBody>
              <a:bodyPr/>
              <a:lstStyle/>
              <a:p>
                <a:endParaRPr lang="en-US"/>
              </a:p>
            </p:txBody>
          </p:sp>
          <p:grpSp>
            <p:nvGrpSpPr>
              <p:cNvPr id="56082" name="Group 1805"/>
              <p:cNvGrpSpPr>
                <a:grpSpLocks/>
              </p:cNvGrpSpPr>
              <p:nvPr/>
            </p:nvGrpSpPr>
            <p:grpSpPr bwMode="auto">
              <a:xfrm>
                <a:off x="1952" y="3591"/>
                <a:ext cx="295" cy="1"/>
                <a:chOff x="1952" y="3591"/>
                <a:chExt cx="295" cy="1"/>
              </a:xfrm>
            </p:grpSpPr>
            <p:sp>
              <p:nvSpPr>
                <p:cNvPr id="56083" name="Line 1806"/>
                <p:cNvSpPr>
                  <a:spLocks noChangeShapeType="1"/>
                </p:cNvSpPr>
                <p:nvPr/>
              </p:nvSpPr>
              <p:spPr bwMode="auto">
                <a:xfrm>
                  <a:off x="1952"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084" name="Line 1807"/>
                <p:cNvSpPr>
                  <a:spLocks noChangeShapeType="1"/>
                </p:cNvSpPr>
                <p:nvPr/>
              </p:nvSpPr>
              <p:spPr bwMode="auto">
                <a:xfrm>
                  <a:off x="2008" y="3591"/>
                  <a:ext cx="23"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085" name="Line 1808"/>
                <p:cNvSpPr>
                  <a:spLocks noChangeShapeType="1"/>
                </p:cNvSpPr>
                <p:nvPr/>
              </p:nvSpPr>
              <p:spPr bwMode="auto">
                <a:xfrm>
                  <a:off x="2063"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086" name="Line 1809"/>
                <p:cNvSpPr>
                  <a:spLocks noChangeShapeType="1"/>
                </p:cNvSpPr>
                <p:nvPr/>
              </p:nvSpPr>
              <p:spPr bwMode="auto">
                <a:xfrm>
                  <a:off x="2119"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087" name="Line 1810"/>
                <p:cNvSpPr>
                  <a:spLocks noChangeShapeType="1"/>
                </p:cNvSpPr>
                <p:nvPr/>
              </p:nvSpPr>
              <p:spPr bwMode="auto">
                <a:xfrm>
                  <a:off x="2175"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088" name="Line 1811"/>
                <p:cNvSpPr>
                  <a:spLocks noChangeShapeType="1"/>
                </p:cNvSpPr>
                <p:nvPr/>
              </p:nvSpPr>
              <p:spPr bwMode="auto">
                <a:xfrm>
                  <a:off x="2231" y="3591"/>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405" name="Group 1812"/>
            <p:cNvGrpSpPr>
              <a:grpSpLocks/>
            </p:cNvGrpSpPr>
            <p:nvPr/>
          </p:nvGrpSpPr>
          <p:grpSpPr bwMode="auto">
            <a:xfrm>
              <a:off x="2407" y="3567"/>
              <a:ext cx="415" cy="56"/>
              <a:chOff x="2407" y="3567"/>
              <a:chExt cx="415" cy="56"/>
            </a:xfrm>
          </p:grpSpPr>
          <p:sp>
            <p:nvSpPr>
              <p:cNvPr id="56073" name="Freeform 1813"/>
              <p:cNvSpPr>
                <a:spLocks/>
              </p:cNvSpPr>
              <p:nvPr/>
            </p:nvSpPr>
            <p:spPr bwMode="auto">
              <a:xfrm>
                <a:off x="2710"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chemeClr val="tx1"/>
              </a:solidFill>
              <a:ln w="9525">
                <a:solidFill>
                  <a:schemeClr val="tx1"/>
                </a:solidFill>
                <a:round/>
                <a:headEnd/>
                <a:tailEnd/>
              </a:ln>
            </p:spPr>
            <p:txBody>
              <a:bodyPr/>
              <a:lstStyle/>
              <a:p>
                <a:endParaRPr lang="en-US"/>
              </a:p>
            </p:txBody>
          </p:sp>
          <p:grpSp>
            <p:nvGrpSpPr>
              <p:cNvPr id="56074" name="Group 1814"/>
              <p:cNvGrpSpPr>
                <a:grpSpLocks/>
              </p:cNvGrpSpPr>
              <p:nvPr/>
            </p:nvGrpSpPr>
            <p:grpSpPr bwMode="auto">
              <a:xfrm>
                <a:off x="2407" y="3591"/>
                <a:ext cx="295" cy="1"/>
                <a:chOff x="2407" y="3591"/>
                <a:chExt cx="295" cy="1"/>
              </a:xfrm>
            </p:grpSpPr>
            <p:sp>
              <p:nvSpPr>
                <p:cNvPr id="56075" name="Line 1815"/>
                <p:cNvSpPr>
                  <a:spLocks noChangeShapeType="1"/>
                </p:cNvSpPr>
                <p:nvPr/>
              </p:nvSpPr>
              <p:spPr bwMode="auto">
                <a:xfrm>
                  <a:off x="2407"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076" name="Line 1816"/>
                <p:cNvSpPr>
                  <a:spLocks noChangeShapeType="1"/>
                </p:cNvSpPr>
                <p:nvPr/>
              </p:nvSpPr>
              <p:spPr bwMode="auto">
                <a:xfrm>
                  <a:off x="2463"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077" name="Line 1817"/>
                <p:cNvSpPr>
                  <a:spLocks noChangeShapeType="1"/>
                </p:cNvSpPr>
                <p:nvPr/>
              </p:nvSpPr>
              <p:spPr bwMode="auto">
                <a:xfrm>
                  <a:off x="2518"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078" name="Line 1818"/>
                <p:cNvSpPr>
                  <a:spLocks noChangeShapeType="1"/>
                </p:cNvSpPr>
                <p:nvPr/>
              </p:nvSpPr>
              <p:spPr bwMode="auto">
                <a:xfrm>
                  <a:off x="2574"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079" name="Line 1819"/>
                <p:cNvSpPr>
                  <a:spLocks noChangeShapeType="1"/>
                </p:cNvSpPr>
                <p:nvPr/>
              </p:nvSpPr>
              <p:spPr bwMode="auto">
                <a:xfrm>
                  <a:off x="2630"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080" name="Line 1820"/>
                <p:cNvSpPr>
                  <a:spLocks noChangeShapeType="1"/>
                </p:cNvSpPr>
                <p:nvPr/>
              </p:nvSpPr>
              <p:spPr bwMode="auto">
                <a:xfrm>
                  <a:off x="2686" y="3591"/>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406" name="Group 1821"/>
            <p:cNvGrpSpPr>
              <a:grpSpLocks/>
            </p:cNvGrpSpPr>
            <p:nvPr/>
          </p:nvGrpSpPr>
          <p:grpSpPr bwMode="auto">
            <a:xfrm>
              <a:off x="1952" y="2376"/>
              <a:ext cx="886" cy="290"/>
              <a:chOff x="1952" y="2376"/>
              <a:chExt cx="886" cy="290"/>
            </a:xfrm>
          </p:grpSpPr>
          <p:sp>
            <p:nvSpPr>
              <p:cNvPr id="56071" name="Freeform 1822"/>
              <p:cNvSpPr>
                <a:spLocks/>
              </p:cNvSpPr>
              <p:nvPr/>
            </p:nvSpPr>
            <p:spPr bwMode="auto">
              <a:xfrm>
                <a:off x="2702" y="2586"/>
                <a:ext cx="136" cy="80"/>
              </a:xfrm>
              <a:custGeom>
                <a:avLst/>
                <a:gdLst>
                  <a:gd name="T0" fmla="*/ 136 w 136"/>
                  <a:gd name="T1" fmla="*/ 80 h 80"/>
                  <a:gd name="T2" fmla="*/ 0 w 136"/>
                  <a:gd name="T3" fmla="*/ 64 h 80"/>
                  <a:gd name="T4" fmla="*/ 8 w 136"/>
                  <a:gd name="T5" fmla="*/ 32 h 80"/>
                  <a:gd name="T6" fmla="*/ 16 w 136"/>
                  <a:gd name="T7" fmla="*/ 0 h 80"/>
                  <a:gd name="T8" fmla="*/ 136 w 136"/>
                  <a:gd name="T9" fmla="*/ 80 h 8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 h="80">
                    <a:moveTo>
                      <a:pt x="136" y="80"/>
                    </a:moveTo>
                    <a:lnTo>
                      <a:pt x="0" y="64"/>
                    </a:lnTo>
                    <a:lnTo>
                      <a:pt x="8" y="32"/>
                    </a:lnTo>
                    <a:lnTo>
                      <a:pt x="16" y="0"/>
                    </a:lnTo>
                    <a:lnTo>
                      <a:pt x="136" y="80"/>
                    </a:lnTo>
                    <a:close/>
                  </a:path>
                </a:pathLst>
              </a:custGeom>
              <a:solidFill>
                <a:schemeClr val="tx1"/>
              </a:solidFill>
              <a:ln w="9525">
                <a:solidFill>
                  <a:schemeClr val="tx1"/>
                </a:solidFill>
                <a:round/>
                <a:headEnd/>
                <a:tailEnd/>
              </a:ln>
            </p:spPr>
            <p:txBody>
              <a:bodyPr/>
              <a:lstStyle/>
              <a:p>
                <a:endParaRPr lang="en-US"/>
              </a:p>
            </p:txBody>
          </p:sp>
          <p:sp>
            <p:nvSpPr>
              <p:cNvPr id="56072" name="Line 1823"/>
              <p:cNvSpPr>
                <a:spLocks noChangeShapeType="1"/>
              </p:cNvSpPr>
              <p:nvPr/>
            </p:nvSpPr>
            <p:spPr bwMode="auto">
              <a:xfrm>
                <a:off x="1952" y="2376"/>
                <a:ext cx="766" cy="244"/>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407" name="Group 1824"/>
            <p:cNvGrpSpPr>
              <a:grpSpLocks/>
            </p:cNvGrpSpPr>
            <p:nvPr/>
          </p:nvGrpSpPr>
          <p:grpSpPr bwMode="auto">
            <a:xfrm>
              <a:off x="1481" y="2084"/>
              <a:ext cx="1373" cy="1507"/>
              <a:chOff x="1481" y="2084"/>
              <a:chExt cx="1373" cy="1507"/>
            </a:xfrm>
          </p:grpSpPr>
          <p:sp>
            <p:nvSpPr>
              <p:cNvPr id="56069" name="Freeform 1825"/>
              <p:cNvSpPr>
                <a:spLocks/>
              </p:cNvSpPr>
              <p:nvPr/>
            </p:nvSpPr>
            <p:spPr bwMode="auto">
              <a:xfrm>
                <a:off x="2742" y="2084"/>
                <a:ext cx="112" cy="119"/>
              </a:xfrm>
              <a:custGeom>
                <a:avLst/>
                <a:gdLst>
                  <a:gd name="T0" fmla="*/ 112 w 112"/>
                  <a:gd name="T1" fmla="*/ 0 h 119"/>
                  <a:gd name="T2" fmla="*/ 48 w 112"/>
                  <a:gd name="T3" fmla="*/ 119 h 119"/>
                  <a:gd name="T4" fmla="*/ 24 w 112"/>
                  <a:gd name="T5" fmla="*/ 96 h 119"/>
                  <a:gd name="T6" fmla="*/ 0 w 112"/>
                  <a:gd name="T7" fmla="*/ 72 h 119"/>
                  <a:gd name="T8" fmla="*/ 112 w 112"/>
                  <a:gd name="T9" fmla="*/ 0 h 1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119">
                    <a:moveTo>
                      <a:pt x="112" y="0"/>
                    </a:moveTo>
                    <a:lnTo>
                      <a:pt x="48" y="119"/>
                    </a:lnTo>
                    <a:lnTo>
                      <a:pt x="24" y="96"/>
                    </a:lnTo>
                    <a:lnTo>
                      <a:pt x="0" y="72"/>
                    </a:lnTo>
                    <a:lnTo>
                      <a:pt x="112" y="0"/>
                    </a:lnTo>
                    <a:close/>
                  </a:path>
                </a:pathLst>
              </a:custGeom>
              <a:solidFill>
                <a:schemeClr val="tx1"/>
              </a:solidFill>
              <a:ln w="9525">
                <a:solidFill>
                  <a:schemeClr val="tx1"/>
                </a:solidFill>
                <a:round/>
                <a:headEnd/>
                <a:tailEnd/>
              </a:ln>
            </p:spPr>
            <p:txBody>
              <a:bodyPr/>
              <a:lstStyle/>
              <a:p>
                <a:endParaRPr lang="en-US"/>
              </a:p>
            </p:txBody>
          </p:sp>
          <p:sp>
            <p:nvSpPr>
              <p:cNvPr id="56070" name="Line 1826"/>
              <p:cNvSpPr>
                <a:spLocks noChangeShapeType="1"/>
              </p:cNvSpPr>
              <p:nvPr/>
            </p:nvSpPr>
            <p:spPr bwMode="auto">
              <a:xfrm flipV="1">
                <a:off x="1481" y="2172"/>
                <a:ext cx="1291" cy="1419"/>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408" name="Group 1827"/>
            <p:cNvGrpSpPr>
              <a:grpSpLocks/>
            </p:cNvGrpSpPr>
            <p:nvPr/>
          </p:nvGrpSpPr>
          <p:grpSpPr bwMode="auto">
            <a:xfrm>
              <a:off x="1944" y="2076"/>
              <a:ext cx="902" cy="885"/>
              <a:chOff x="1944" y="2076"/>
              <a:chExt cx="902" cy="885"/>
            </a:xfrm>
          </p:grpSpPr>
          <p:sp>
            <p:nvSpPr>
              <p:cNvPr id="56067" name="Freeform 1828"/>
              <p:cNvSpPr>
                <a:spLocks/>
              </p:cNvSpPr>
              <p:nvPr/>
            </p:nvSpPr>
            <p:spPr bwMode="auto">
              <a:xfrm>
                <a:off x="2726" y="2850"/>
                <a:ext cx="120" cy="111"/>
              </a:xfrm>
              <a:custGeom>
                <a:avLst/>
                <a:gdLst>
                  <a:gd name="T0" fmla="*/ 120 w 120"/>
                  <a:gd name="T1" fmla="*/ 111 h 111"/>
                  <a:gd name="T2" fmla="*/ 0 w 120"/>
                  <a:gd name="T3" fmla="*/ 47 h 111"/>
                  <a:gd name="T4" fmla="*/ 24 w 120"/>
                  <a:gd name="T5" fmla="*/ 23 h 111"/>
                  <a:gd name="T6" fmla="*/ 48 w 120"/>
                  <a:gd name="T7" fmla="*/ 0 h 111"/>
                  <a:gd name="T8" fmla="*/ 120 w 120"/>
                  <a:gd name="T9" fmla="*/ 111 h 1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 h="111">
                    <a:moveTo>
                      <a:pt x="120" y="111"/>
                    </a:moveTo>
                    <a:lnTo>
                      <a:pt x="0" y="47"/>
                    </a:lnTo>
                    <a:lnTo>
                      <a:pt x="24" y="23"/>
                    </a:lnTo>
                    <a:lnTo>
                      <a:pt x="48" y="0"/>
                    </a:lnTo>
                    <a:lnTo>
                      <a:pt x="120" y="111"/>
                    </a:lnTo>
                    <a:close/>
                  </a:path>
                </a:pathLst>
              </a:custGeom>
              <a:solidFill>
                <a:schemeClr val="tx1"/>
              </a:solidFill>
              <a:ln w="9525">
                <a:solidFill>
                  <a:schemeClr val="tx1"/>
                </a:solidFill>
                <a:round/>
                <a:headEnd/>
                <a:tailEnd/>
              </a:ln>
            </p:spPr>
            <p:txBody>
              <a:bodyPr/>
              <a:lstStyle/>
              <a:p>
                <a:endParaRPr lang="en-US"/>
              </a:p>
            </p:txBody>
          </p:sp>
          <p:sp>
            <p:nvSpPr>
              <p:cNvPr id="56068" name="Line 1829"/>
              <p:cNvSpPr>
                <a:spLocks noChangeShapeType="1"/>
              </p:cNvSpPr>
              <p:nvPr/>
            </p:nvSpPr>
            <p:spPr bwMode="auto">
              <a:xfrm>
                <a:off x="1944" y="2076"/>
                <a:ext cx="814" cy="805"/>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409" name="Group 1830"/>
            <p:cNvGrpSpPr>
              <a:grpSpLocks/>
            </p:cNvGrpSpPr>
            <p:nvPr/>
          </p:nvGrpSpPr>
          <p:grpSpPr bwMode="auto">
            <a:xfrm>
              <a:off x="1489" y="2379"/>
              <a:ext cx="902" cy="893"/>
              <a:chOff x="1489" y="2379"/>
              <a:chExt cx="902" cy="893"/>
            </a:xfrm>
          </p:grpSpPr>
          <p:sp>
            <p:nvSpPr>
              <p:cNvPr id="56065" name="Freeform 1831"/>
              <p:cNvSpPr>
                <a:spLocks/>
              </p:cNvSpPr>
              <p:nvPr/>
            </p:nvSpPr>
            <p:spPr bwMode="auto">
              <a:xfrm>
                <a:off x="2271" y="3153"/>
                <a:ext cx="120" cy="119"/>
              </a:xfrm>
              <a:custGeom>
                <a:avLst/>
                <a:gdLst>
                  <a:gd name="T0" fmla="*/ 120 w 120"/>
                  <a:gd name="T1" fmla="*/ 119 h 119"/>
                  <a:gd name="T2" fmla="*/ 0 w 120"/>
                  <a:gd name="T3" fmla="*/ 48 h 119"/>
                  <a:gd name="T4" fmla="*/ 24 w 120"/>
                  <a:gd name="T5" fmla="*/ 24 h 119"/>
                  <a:gd name="T6" fmla="*/ 48 w 120"/>
                  <a:gd name="T7" fmla="*/ 0 h 119"/>
                  <a:gd name="T8" fmla="*/ 120 w 120"/>
                  <a:gd name="T9" fmla="*/ 119 h 1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 h="119">
                    <a:moveTo>
                      <a:pt x="120" y="119"/>
                    </a:moveTo>
                    <a:lnTo>
                      <a:pt x="0" y="48"/>
                    </a:lnTo>
                    <a:lnTo>
                      <a:pt x="24" y="24"/>
                    </a:lnTo>
                    <a:lnTo>
                      <a:pt x="48" y="0"/>
                    </a:lnTo>
                    <a:lnTo>
                      <a:pt x="120" y="119"/>
                    </a:lnTo>
                    <a:close/>
                  </a:path>
                </a:pathLst>
              </a:custGeom>
              <a:solidFill>
                <a:schemeClr val="tx1"/>
              </a:solidFill>
              <a:ln w="9525">
                <a:solidFill>
                  <a:schemeClr val="tx1"/>
                </a:solidFill>
                <a:round/>
                <a:headEnd/>
                <a:tailEnd/>
              </a:ln>
            </p:spPr>
            <p:txBody>
              <a:bodyPr/>
              <a:lstStyle/>
              <a:p>
                <a:endParaRPr lang="en-US"/>
              </a:p>
            </p:txBody>
          </p:sp>
          <p:sp>
            <p:nvSpPr>
              <p:cNvPr id="56066" name="Line 1832"/>
              <p:cNvSpPr>
                <a:spLocks noChangeShapeType="1"/>
              </p:cNvSpPr>
              <p:nvPr/>
            </p:nvSpPr>
            <p:spPr bwMode="auto">
              <a:xfrm>
                <a:off x="1489" y="2379"/>
                <a:ext cx="814" cy="805"/>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410" name="Group 1833"/>
            <p:cNvGrpSpPr>
              <a:grpSpLocks/>
            </p:cNvGrpSpPr>
            <p:nvPr/>
          </p:nvGrpSpPr>
          <p:grpSpPr bwMode="auto">
            <a:xfrm>
              <a:off x="3311" y="2387"/>
              <a:ext cx="437" cy="590"/>
              <a:chOff x="3311" y="2387"/>
              <a:chExt cx="437" cy="590"/>
            </a:xfrm>
          </p:grpSpPr>
          <p:sp>
            <p:nvSpPr>
              <p:cNvPr id="56063" name="Freeform 1834"/>
              <p:cNvSpPr>
                <a:spLocks/>
              </p:cNvSpPr>
              <p:nvPr/>
            </p:nvSpPr>
            <p:spPr bwMode="auto">
              <a:xfrm>
                <a:off x="3644" y="2387"/>
                <a:ext cx="104" cy="128"/>
              </a:xfrm>
              <a:custGeom>
                <a:avLst/>
                <a:gdLst>
                  <a:gd name="T0" fmla="*/ 104 w 104"/>
                  <a:gd name="T1" fmla="*/ 0 h 128"/>
                  <a:gd name="T2" fmla="*/ 56 w 104"/>
                  <a:gd name="T3" fmla="*/ 128 h 128"/>
                  <a:gd name="T4" fmla="*/ 24 w 104"/>
                  <a:gd name="T5" fmla="*/ 104 h 128"/>
                  <a:gd name="T6" fmla="*/ 0 w 104"/>
                  <a:gd name="T7" fmla="*/ 88 h 128"/>
                  <a:gd name="T8" fmla="*/ 104 w 104"/>
                  <a:gd name="T9" fmla="*/ 0 h 1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4" h="128">
                    <a:moveTo>
                      <a:pt x="104" y="0"/>
                    </a:moveTo>
                    <a:lnTo>
                      <a:pt x="56" y="128"/>
                    </a:lnTo>
                    <a:lnTo>
                      <a:pt x="24" y="104"/>
                    </a:lnTo>
                    <a:lnTo>
                      <a:pt x="0" y="88"/>
                    </a:lnTo>
                    <a:lnTo>
                      <a:pt x="104" y="0"/>
                    </a:lnTo>
                    <a:close/>
                  </a:path>
                </a:pathLst>
              </a:custGeom>
              <a:solidFill>
                <a:schemeClr val="tx1"/>
              </a:solidFill>
              <a:ln w="9525">
                <a:solidFill>
                  <a:schemeClr val="tx1"/>
                </a:solidFill>
                <a:round/>
                <a:headEnd/>
                <a:tailEnd/>
              </a:ln>
            </p:spPr>
            <p:txBody>
              <a:bodyPr/>
              <a:lstStyle/>
              <a:p>
                <a:endParaRPr lang="en-US"/>
              </a:p>
            </p:txBody>
          </p:sp>
          <p:sp>
            <p:nvSpPr>
              <p:cNvPr id="56064" name="Line 1835"/>
              <p:cNvSpPr>
                <a:spLocks noChangeShapeType="1"/>
              </p:cNvSpPr>
              <p:nvPr/>
            </p:nvSpPr>
            <p:spPr bwMode="auto">
              <a:xfrm flipV="1">
                <a:off x="3311" y="2483"/>
                <a:ext cx="362" cy="494"/>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411" name="Group 1836"/>
            <p:cNvGrpSpPr>
              <a:grpSpLocks/>
            </p:cNvGrpSpPr>
            <p:nvPr/>
          </p:nvGrpSpPr>
          <p:grpSpPr bwMode="auto">
            <a:xfrm>
              <a:off x="3772" y="2387"/>
              <a:ext cx="894" cy="596"/>
              <a:chOff x="3772" y="2387"/>
              <a:chExt cx="894" cy="596"/>
            </a:xfrm>
          </p:grpSpPr>
          <p:sp>
            <p:nvSpPr>
              <p:cNvPr id="56061" name="Freeform 1837"/>
              <p:cNvSpPr>
                <a:spLocks/>
              </p:cNvSpPr>
              <p:nvPr/>
            </p:nvSpPr>
            <p:spPr bwMode="auto">
              <a:xfrm>
                <a:off x="4538" y="2387"/>
                <a:ext cx="128" cy="96"/>
              </a:xfrm>
              <a:custGeom>
                <a:avLst/>
                <a:gdLst>
                  <a:gd name="T0" fmla="*/ 128 w 128"/>
                  <a:gd name="T1" fmla="*/ 0 h 96"/>
                  <a:gd name="T2" fmla="*/ 32 w 128"/>
                  <a:gd name="T3" fmla="*/ 96 h 96"/>
                  <a:gd name="T4" fmla="*/ 16 w 128"/>
                  <a:gd name="T5" fmla="*/ 72 h 96"/>
                  <a:gd name="T6" fmla="*/ 0 w 128"/>
                  <a:gd name="T7" fmla="*/ 40 h 96"/>
                  <a:gd name="T8" fmla="*/ 128 w 128"/>
                  <a:gd name="T9" fmla="*/ 0 h 9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8" h="96">
                    <a:moveTo>
                      <a:pt x="128" y="0"/>
                    </a:moveTo>
                    <a:lnTo>
                      <a:pt x="32" y="96"/>
                    </a:lnTo>
                    <a:lnTo>
                      <a:pt x="16" y="72"/>
                    </a:lnTo>
                    <a:lnTo>
                      <a:pt x="0" y="40"/>
                    </a:lnTo>
                    <a:lnTo>
                      <a:pt x="128" y="0"/>
                    </a:lnTo>
                    <a:close/>
                  </a:path>
                </a:pathLst>
              </a:custGeom>
              <a:solidFill>
                <a:schemeClr val="tx1"/>
              </a:solidFill>
              <a:ln w="9525">
                <a:solidFill>
                  <a:schemeClr val="tx1"/>
                </a:solidFill>
                <a:round/>
                <a:headEnd/>
                <a:tailEnd/>
              </a:ln>
            </p:spPr>
            <p:txBody>
              <a:bodyPr/>
              <a:lstStyle/>
              <a:p>
                <a:endParaRPr lang="en-US"/>
              </a:p>
            </p:txBody>
          </p:sp>
          <p:sp>
            <p:nvSpPr>
              <p:cNvPr id="56062" name="Line 1838"/>
              <p:cNvSpPr>
                <a:spLocks noChangeShapeType="1"/>
              </p:cNvSpPr>
              <p:nvPr/>
            </p:nvSpPr>
            <p:spPr bwMode="auto">
              <a:xfrm flipV="1">
                <a:off x="3772" y="2454"/>
                <a:ext cx="790" cy="529"/>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412" name="Group 1839"/>
            <p:cNvGrpSpPr>
              <a:grpSpLocks/>
            </p:cNvGrpSpPr>
            <p:nvPr/>
          </p:nvGrpSpPr>
          <p:grpSpPr bwMode="auto">
            <a:xfrm>
              <a:off x="3788" y="2076"/>
              <a:ext cx="886" cy="290"/>
              <a:chOff x="3788" y="2076"/>
              <a:chExt cx="886" cy="290"/>
            </a:xfrm>
          </p:grpSpPr>
          <p:sp>
            <p:nvSpPr>
              <p:cNvPr id="56059" name="Freeform 1840"/>
              <p:cNvSpPr>
                <a:spLocks/>
              </p:cNvSpPr>
              <p:nvPr/>
            </p:nvSpPr>
            <p:spPr bwMode="auto">
              <a:xfrm>
                <a:off x="4530" y="2076"/>
                <a:ext cx="144" cy="80"/>
              </a:xfrm>
              <a:custGeom>
                <a:avLst/>
                <a:gdLst>
                  <a:gd name="T0" fmla="*/ 144 w 144"/>
                  <a:gd name="T1" fmla="*/ 0 h 80"/>
                  <a:gd name="T2" fmla="*/ 24 w 144"/>
                  <a:gd name="T3" fmla="*/ 80 h 80"/>
                  <a:gd name="T4" fmla="*/ 16 w 144"/>
                  <a:gd name="T5" fmla="*/ 48 h 80"/>
                  <a:gd name="T6" fmla="*/ 0 w 144"/>
                  <a:gd name="T7" fmla="*/ 16 h 80"/>
                  <a:gd name="T8" fmla="*/ 144 w 144"/>
                  <a:gd name="T9" fmla="*/ 0 h 8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4" h="80">
                    <a:moveTo>
                      <a:pt x="144" y="0"/>
                    </a:moveTo>
                    <a:lnTo>
                      <a:pt x="24" y="80"/>
                    </a:lnTo>
                    <a:lnTo>
                      <a:pt x="16" y="48"/>
                    </a:lnTo>
                    <a:lnTo>
                      <a:pt x="0" y="16"/>
                    </a:lnTo>
                    <a:lnTo>
                      <a:pt x="144" y="0"/>
                    </a:lnTo>
                    <a:close/>
                  </a:path>
                </a:pathLst>
              </a:custGeom>
              <a:solidFill>
                <a:schemeClr val="tx1"/>
              </a:solidFill>
              <a:ln w="9525">
                <a:solidFill>
                  <a:schemeClr val="tx1"/>
                </a:solidFill>
                <a:round/>
                <a:headEnd/>
                <a:tailEnd/>
              </a:ln>
            </p:spPr>
            <p:txBody>
              <a:bodyPr/>
              <a:lstStyle/>
              <a:p>
                <a:endParaRPr lang="en-US"/>
              </a:p>
            </p:txBody>
          </p:sp>
          <p:sp>
            <p:nvSpPr>
              <p:cNvPr id="56060" name="Line 1841"/>
              <p:cNvSpPr>
                <a:spLocks noChangeShapeType="1"/>
              </p:cNvSpPr>
              <p:nvPr/>
            </p:nvSpPr>
            <p:spPr bwMode="auto">
              <a:xfrm flipV="1">
                <a:off x="3788" y="2122"/>
                <a:ext cx="766" cy="244"/>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413" name="Group 1842"/>
            <p:cNvGrpSpPr>
              <a:grpSpLocks/>
            </p:cNvGrpSpPr>
            <p:nvPr/>
          </p:nvGrpSpPr>
          <p:grpSpPr bwMode="auto">
            <a:xfrm>
              <a:off x="3317" y="1769"/>
              <a:ext cx="886" cy="283"/>
              <a:chOff x="3317" y="1769"/>
              <a:chExt cx="886" cy="283"/>
            </a:xfrm>
          </p:grpSpPr>
          <p:sp>
            <p:nvSpPr>
              <p:cNvPr id="56057" name="Freeform 1843"/>
              <p:cNvSpPr>
                <a:spLocks/>
              </p:cNvSpPr>
              <p:nvPr/>
            </p:nvSpPr>
            <p:spPr bwMode="auto">
              <a:xfrm>
                <a:off x="4067" y="1980"/>
                <a:ext cx="136" cy="72"/>
              </a:xfrm>
              <a:custGeom>
                <a:avLst/>
                <a:gdLst>
                  <a:gd name="T0" fmla="*/ 136 w 136"/>
                  <a:gd name="T1" fmla="*/ 72 h 72"/>
                  <a:gd name="T2" fmla="*/ 0 w 136"/>
                  <a:gd name="T3" fmla="*/ 64 h 72"/>
                  <a:gd name="T4" fmla="*/ 8 w 136"/>
                  <a:gd name="T5" fmla="*/ 32 h 72"/>
                  <a:gd name="T6" fmla="*/ 24 w 136"/>
                  <a:gd name="T7" fmla="*/ 0 h 72"/>
                  <a:gd name="T8" fmla="*/ 136 w 136"/>
                  <a:gd name="T9" fmla="*/ 72 h 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 h="72">
                    <a:moveTo>
                      <a:pt x="136" y="72"/>
                    </a:moveTo>
                    <a:lnTo>
                      <a:pt x="0" y="64"/>
                    </a:lnTo>
                    <a:lnTo>
                      <a:pt x="8" y="32"/>
                    </a:lnTo>
                    <a:lnTo>
                      <a:pt x="24" y="0"/>
                    </a:lnTo>
                    <a:lnTo>
                      <a:pt x="136" y="72"/>
                    </a:lnTo>
                    <a:close/>
                  </a:path>
                </a:pathLst>
              </a:custGeom>
              <a:solidFill>
                <a:schemeClr val="tx1"/>
              </a:solidFill>
              <a:ln w="9525">
                <a:solidFill>
                  <a:schemeClr val="tx1"/>
                </a:solidFill>
                <a:round/>
                <a:headEnd/>
                <a:tailEnd/>
              </a:ln>
            </p:spPr>
            <p:txBody>
              <a:bodyPr/>
              <a:lstStyle/>
              <a:p>
                <a:endParaRPr lang="en-US"/>
              </a:p>
            </p:txBody>
          </p:sp>
          <p:sp>
            <p:nvSpPr>
              <p:cNvPr id="56058" name="Line 1844"/>
              <p:cNvSpPr>
                <a:spLocks noChangeShapeType="1"/>
              </p:cNvSpPr>
              <p:nvPr/>
            </p:nvSpPr>
            <p:spPr bwMode="auto">
              <a:xfrm>
                <a:off x="3317" y="1769"/>
                <a:ext cx="766" cy="244"/>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55414" name="Oval 1845"/>
            <p:cNvSpPr>
              <a:spLocks noChangeArrowheads="1"/>
            </p:cNvSpPr>
            <p:nvPr/>
          </p:nvSpPr>
          <p:spPr bwMode="auto">
            <a:xfrm>
              <a:off x="3293" y="1741"/>
              <a:ext cx="32" cy="40"/>
            </a:xfrm>
            <a:prstGeom prst="ellipse">
              <a:avLst/>
            </a:prstGeom>
            <a:solidFill>
              <a:schemeClr val="tx1"/>
            </a:solidFill>
            <a:ln w="9525">
              <a:solidFill>
                <a:schemeClr val="tx1"/>
              </a:solidFill>
              <a:round/>
              <a:headEnd/>
              <a:tailEnd/>
            </a:ln>
          </p:spPr>
          <p:txBody>
            <a:bodyPr/>
            <a:lstStyle/>
            <a:p>
              <a:endParaRPr lang="en-US"/>
            </a:p>
          </p:txBody>
        </p:sp>
        <p:sp>
          <p:nvSpPr>
            <p:cNvPr id="55415" name="Oval 1846"/>
            <p:cNvSpPr>
              <a:spLocks noChangeArrowheads="1"/>
            </p:cNvSpPr>
            <p:nvPr/>
          </p:nvSpPr>
          <p:spPr bwMode="auto">
            <a:xfrm>
              <a:off x="3293" y="1741"/>
              <a:ext cx="32" cy="40"/>
            </a:xfrm>
            <a:prstGeom prst="ellipse">
              <a:avLst/>
            </a:prstGeom>
            <a:solidFill>
              <a:schemeClr val="tx1"/>
            </a:solidFill>
            <a:ln w="25400">
              <a:solidFill>
                <a:schemeClr val="tx1"/>
              </a:solidFill>
              <a:round/>
              <a:headEnd/>
              <a:tailEnd/>
            </a:ln>
          </p:spPr>
          <p:txBody>
            <a:bodyPr/>
            <a:lstStyle/>
            <a:p>
              <a:endParaRPr lang="en-US"/>
            </a:p>
          </p:txBody>
        </p:sp>
        <p:sp>
          <p:nvSpPr>
            <p:cNvPr id="55416" name="Oval 1847"/>
            <p:cNvSpPr>
              <a:spLocks noChangeArrowheads="1"/>
            </p:cNvSpPr>
            <p:nvPr/>
          </p:nvSpPr>
          <p:spPr bwMode="auto">
            <a:xfrm>
              <a:off x="3293" y="2044"/>
              <a:ext cx="32" cy="40"/>
            </a:xfrm>
            <a:prstGeom prst="ellipse">
              <a:avLst/>
            </a:prstGeom>
            <a:solidFill>
              <a:schemeClr val="tx1"/>
            </a:solidFill>
            <a:ln w="9525">
              <a:solidFill>
                <a:schemeClr val="tx1"/>
              </a:solidFill>
              <a:round/>
              <a:headEnd/>
              <a:tailEnd/>
            </a:ln>
          </p:spPr>
          <p:txBody>
            <a:bodyPr/>
            <a:lstStyle/>
            <a:p>
              <a:endParaRPr lang="en-US"/>
            </a:p>
          </p:txBody>
        </p:sp>
        <p:sp>
          <p:nvSpPr>
            <p:cNvPr id="55417" name="Oval 1848"/>
            <p:cNvSpPr>
              <a:spLocks noChangeArrowheads="1"/>
            </p:cNvSpPr>
            <p:nvPr/>
          </p:nvSpPr>
          <p:spPr bwMode="auto">
            <a:xfrm>
              <a:off x="3293" y="2044"/>
              <a:ext cx="32" cy="40"/>
            </a:xfrm>
            <a:prstGeom prst="ellipse">
              <a:avLst/>
            </a:prstGeom>
            <a:solidFill>
              <a:schemeClr val="tx1"/>
            </a:solidFill>
            <a:ln w="25400">
              <a:solidFill>
                <a:schemeClr val="tx1"/>
              </a:solidFill>
              <a:round/>
              <a:headEnd/>
              <a:tailEnd/>
            </a:ln>
          </p:spPr>
          <p:txBody>
            <a:bodyPr/>
            <a:lstStyle/>
            <a:p>
              <a:endParaRPr lang="en-US"/>
            </a:p>
          </p:txBody>
        </p:sp>
        <p:sp>
          <p:nvSpPr>
            <p:cNvPr id="55418" name="Oval 1849"/>
            <p:cNvSpPr>
              <a:spLocks noChangeArrowheads="1"/>
            </p:cNvSpPr>
            <p:nvPr/>
          </p:nvSpPr>
          <p:spPr bwMode="auto">
            <a:xfrm>
              <a:off x="3293" y="2355"/>
              <a:ext cx="32" cy="32"/>
            </a:xfrm>
            <a:prstGeom prst="ellipse">
              <a:avLst/>
            </a:prstGeom>
            <a:solidFill>
              <a:schemeClr val="tx1"/>
            </a:solidFill>
            <a:ln w="9525">
              <a:solidFill>
                <a:schemeClr val="tx1"/>
              </a:solidFill>
              <a:round/>
              <a:headEnd/>
              <a:tailEnd/>
            </a:ln>
          </p:spPr>
          <p:txBody>
            <a:bodyPr/>
            <a:lstStyle/>
            <a:p>
              <a:endParaRPr lang="en-US"/>
            </a:p>
          </p:txBody>
        </p:sp>
        <p:sp>
          <p:nvSpPr>
            <p:cNvPr id="55419" name="Oval 1850"/>
            <p:cNvSpPr>
              <a:spLocks noChangeArrowheads="1"/>
            </p:cNvSpPr>
            <p:nvPr/>
          </p:nvSpPr>
          <p:spPr bwMode="auto">
            <a:xfrm>
              <a:off x="3293" y="2355"/>
              <a:ext cx="32" cy="32"/>
            </a:xfrm>
            <a:prstGeom prst="ellipse">
              <a:avLst/>
            </a:prstGeom>
            <a:solidFill>
              <a:schemeClr val="tx1"/>
            </a:solidFill>
            <a:ln w="25400">
              <a:solidFill>
                <a:schemeClr val="tx1"/>
              </a:solidFill>
              <a:round/>
              <a:headEnd/>
              <a:tailEnd/>
            </a:ln>
          </p:spPr>
          <p:txBody>
            <a:bodyPr/>
            <a:lstStyle/>
            <a:p>
              <a:endParaRPr lang="en-US"/>
            </a:p>
          </p:txBody>
        </p:sp>
        <p:sp>
          <p:nvSpPr>
            <p:cNvPr id="55420" name="Oval 1851"/>
            <p:cNvSpPr>
              <a:spLocks noChangeArrowheads="1"/>
            </p:cNvSpPr>
            <p:nvPr/>
          </p:nvSpPr>
          <p:spPr bwMode="auto">
            <a:xfrm>
              <a:off x="3293" y="2658"/>
              <a:ext cx="32" cy="40"/>
            </a:xfrm>
            <a:prstGeom prst="ellipse">
              <a:avLst/>
            </a:prstGeom>
            <a:solidFill>
              <a:schemeClr val="tx1"/>
            </a:solidFill>
            <a:ln w="9525">
              <a:solidFill>
                <a:schemeClr val="tx1"/>
              </a:solidFill>
              <a:round/>
              <a:headEnd/>
              <a:tailEnd/>
            </a:ln>
          </p:spPr>
          <p:txBody>
            <a:bodyPr/>
            <a:lstStyle/>
            <a:p>
              <a:endParaRPr lang="en-US"/>
            </a:p>
          </p:txBody>
        </p:sp>
        <p:sp>
          <p:nvSpPr>
            <p:cNvPr id="55421" name="Oval 1852"/>
            <p:cNvSpPr>
              <a:spLocks noChangeArrowheads="1"/>
            </p:cNvSpPr>
            <p:nvPr/>
          </p:nvSpPr>
          <p:spPr bwMode="auto">
            <a:xfrm>
              <a:off x="3293" y="2658"/>
              <a:ext cx="32" cy="40"/>
            </a:xfrm>
            <a:prstGeom prst="ellipse">
              <a:avLst/>
            </a:prstGeom>
            <a:solidFill>
              <a:schemeClr val="tx1"/>
            </a:solidFill>
            <a:ln w="25400">
              <a:solidFill>
                <a:schemeClr val="tx1"/>
              </a:solidFill>
              <a:round/>
              <a:headEnd/>
              <a:tailEnd/>
            </a:ln>
          </p:spPr>
          <p:txBody>
            <a:bodyPr/>
            <a:lstStyle/>
            <a:p>
              <a:endParaRPr lang="en-US"/>
            </a:p>
          </p:txBody>
        </p:sp>
        <p:sp>
          <p:nvSpPr>
            <p:cNvPr id="55422" name="Oval 1853"/>
            <p:cNvSpPr>
              <a:spLocks noChangeArrowheads="1"/>
            </p:cNvSpPr>
            <p:nvPr/>
          </p:nvSpPr>
          <p:spPr bwMode="auto">
            <a:xfrm>
              <a:off x="3285" y="2969"/>
              <a:ext cx="32" cy="32"/>
            </a:xfrm>
            <a:prstGeom prst="ellipse">
              <a:avLst/>
            </a:prstGeom>
            <a:solidFill>
              <a:schemeClr val="tx1"/>
            </a:solidFill>
            <a:ln w="9525">
              <a:solidFill>
                <a:schemeClr val="tx1"/>
              </a:solidFill>
              <a:round/>
              <a:headEnd/>
              <a:tailEnd/>
            </a:ln>
          </p:spPr>
          <p:txBody>
            <a:bodyPr/>
            <a:lstStyle/>
            <a:p>
              <a:endParaRPr lang="en-US"/>
            </a:p>
          </p:txBody>
        </p:sp>
        <p:sp>
          <p:nvSpPr>
            <p:cNvPr id="55423" name="Oval 1854"/>
            <p:cNvSpPr>
              <a:spLocks noChangeArrowheads="1"/>
            </p:cNvSpPr>
            <p:nvPr/>
          </p:nvSpPr>
          <p:spPr bwMode="auto">
            <a:xfrm>
              <a:off x="3285" y="2969"/>
              <a:ext cx="32" cy="32"/>
            </a:xfrm>
            <a:prstGeom prst="ellipse">
              <a:avLst/>
            </a:prstGeom>
            <a:solidFill>
              <a:schemeClr val="tx1"/>
            </a:solidFill>
            <a:ln w="25400">
              <a:solidFill>
                <a:schemeClr val="tx1"/>
              </a:solidFill>
              <a:round/>
              <a:headEnd/>
              <a:tailEnd/>
            </a:ln>
          </p:spPr>
          <p:txBody>
            <a:bodyPr/>
            <a:lstStyle/>
            <a:p>
              <a:endParaRPr lang="en-US"/>
            </a:p>
          </p:txBody>
        </p:sp>
        <p:grpSp>
          <p:nvGrpSpPr>
            <p:cNvPr id="55424" name="Group 1855"/>
            <p:cNvGrpSpPr>
              <a:grpSpLocks/>
            </p:cNvGrpSpPr>
            <p:nvPr/>
          </p:nvGrpSpPr>
          <p:grpSpPr bwMode="auto">
            <a:xfrm>
              <a:off x="3748" y="1741"/>
              <a:ext cx="40" cy="1260"/>
              <a:chOff x="3748" y="1741"/>
              <a:chExt cx="40" cy="1260"/>
            </a:xfrm>
          </p:grpSpPr>
          <p:sp>
            <p:nvSpPr>
              <p:cNvPr id="56047" name="Oval 1856"/>
              <p:cNvSpPr>
                <a:spLocks noChangeArrowheads="1"/>
              </p:cNvSpPr>
              <p:nvPr/>
            </p:nvSpPr>
            <p:spPr bwMode="auto">
              <a:xfrm>
                <a:off x="3748" y="1741"/>
                <a:ext cx="40" cy="32"/>
              </a:xfrm>
              <a:prstGeom prst="ellipse">
                <a:avLst/>
              </a:prstGeom>
              <a:solidFill>
                <a:schemeClr val="tx1"/>
              </a:solidFill>
              <a:ln w="9525">
                <a:solidFill>
                  <a:schemeClr val="tx1"/>
                </a:solidFill>
                <a:round/>
                <a:headEnd/>
                <a:tailEnd/>
              </a:ln>
            </p:spPr>
            <p:txBody>
              <a:bodyPr/>
              <a:lstStyle/>
              <a:p>
                <a:endParaRPr lang="en-US"/>
              </a:p>
            </p:txBody>
          </p:sp>
          <p:sp>
            <p:nvSpPr>
              <p:cNvPr id="56048" name="Oval 1857"/>
              <p:cNvSpPr>
                <a:spLocks noChangeArrowheads="1"/>
              </p:cNvSpPr>
              <p:nvPr/>
            </p:nvSpPr>
            <p:spPr bwMode="auto">
              <a:xfrm>
                <a:off x="3748" y="1741"/>
                <a:ext cx="40" cy="32"/>
              </a:xfrm>
              <a:prstGeom prst="ellipse">
                <a:avLst/>
              </a:prstGeom>
              <a:solidFill>
                <a:schemeClr val="tx1"/>
              </a:solidFill>
              <a:ln w="25400">
                <a:solidFill>
                  <a:schemeClr val="tx1"/>
                </a:solidFill>
                <a:round/>
                <a:headEnd/>
                <a:tailEnd/>
              </a:ln>
            </p:spPr>
            <p:txBody>
              <a:bodyPr/>
              <a:lstStyle/>
              <a:p>
                <a:endParaRPr lang="en-US"/>
              </a:p>
            </p:txBody>
          </p:sp>
          <p:sp>
            <p:nvSpPr>
              <p:cNvPr id="56049" name="Oval 1858"/>
              <p:cNvSpPr>
                <a:spLocks noChangeArrowheads="1"/>
              </p:cNvSpPr>
              <p:nvPr/>
            </p:nvSpPr>
            <p:spPr bwMode="auto">
              <a:xfrm>
                <a:off x="3756" y="2044"/>
                <a:ext cx="32" cy="32"/>
              </a:xfrm>
              <a:prstGeom prst="ellipse">
                <a:avLst/>
              </a:prstGeom>
              <a:solidFill>
                <a:schemeClr val="tx1"/>
              </a:solidFill>
              <a:ln w="9525">
                <a:solidFill>
                  <a:schemeClr val="tx1"/>
                </a:solidFill>
                <a:round/>
                <a:headEnd/>
                <a:tailEnd/>
              </a:ln>
            </p:spPr>
            <p:txBody>
              <a:bodyPr/>
              <a:lstStyle/>
              <a:p>
                <a:endParaRPr lang="en-US"/>
              </a:p>
            </p:txBody>
          </p:sp>
          <p:sp>
            <p:nvSpPr>
              <p:cNvPr id="56050" name="Oval 1859"/>
              <p:cNvSpPr>
                <a:spLocks noChangeArrowheads="1"/>
              </p:cNvSpPr>
              <p:nvPr/>
            </p:nvSpPr>
            <p:spPr bwMode="auto">
              <a:xfrm>
                <a:off x="3756" y="2044"/>
                <a:ext cx="32" cy="32"/>
              </a:xfrm>
              <a:prstGeom prst="ellipse">
                <a:avLst/>
              </a:prstGeom>
              <a:solidFill>
                <a:schemeClr val="tx1"/>
              </a:solidFill>
              <a:ln w="25400">
                <a:solidFill>
                  <a:schemeClr val="tx1"/>
                </a:solidFill>
                <a:round/>
                <a:headEnd/>
                <a:tailEnd/>
              </a:ln>
            </p:spPr>
            <p:txBody>
              <a:bodyPr/>
              <a:lstStyle/>
              <a:p>
                <a:endParaRPr lang="en-US"/>
              </a:p>
            </p:txBody>
          </p:sp>
          <p:sp>
            <p:nvSpPr>
              <p:cNvPr id="56051" name="Oval 1860"/>
              <p:cNvSpPr>
                <a:spLocks noChangeArrowheads="1"/>
              </p:cNvSpPr>
              <p:nvPr/>
            </p:nvSpPr>
            <p:spPr bwMode="auto">
              <a:xfrm>
                <a:off x="3756" y="2355"/>
                <a:ext cx="32" cy="32"/>
              </a:xfrm>
              <a:prstGeom prst="ellipse">
                <a:avLst/>
              </a:prstGeom>
              <a:solidFill>
                <a:schemeClr val="tx1"/>
              </a:solidFill>
              <a:ln w="9525">
                <a:solidFill>
                  <a:schemeClr val="tx1"/>
                </a:solidFill>
                <a:round/>
                <a:headEnd/>
                <a:tailEnd/>
              </a:ln>
            </p:spPr>
            <p:txBody>
              <a:bodyPr/>
              <a:lstStyle/>
              <a:p>
                <a:endParaRPr lang="en-US"/>
              </a:p>
            </p:txBody>
          </p:sp>
          <p:sp>
            <p:nvSpPr>
              <p:cNvPr id="56052" name="Oval 1861"/>
              <p:cNvSpPr>
                <a:spLocks noChangeArrowheads="1"/>
              </p:cNvSpPr>
              <p:nvPr/>
            </p:nvSpPr>
            <p:spPr bwMode="auto">
              <a:xfrm>
                <a:off x="3756" y="2355"/>
                <a:ext cx="32" cy="32"/>
              </a:xfrm>
              <a:prstGeom prst="ellipse">
                <a:avLst/>
              </a:prstGeom>
              <a:solidFill>
                <a:schemeClr val="tx1"/>
              </a:solidFill>
              <a:ln w="25400">
                <a:solidFill>
                  <a:schemeClr val="tx1"/>
                </a:solidFill>
                <a:round/>
                <a:headEnd/>
                <a:tailEnd/>
              </a:ln>
            </p:spPr>
            <p:txBody>
              <a:bodyPr/>
              <a:lstStyle/>
              <a:p>
                <a:endParaRPr lang="en-US"/>
              </a:p>
            </p:txBody>
          </p:sp>
          <p:sp>
            <p:nvSpPr>
              <p:cNvPr id="56053" name="Oval 1862"/>
              <p:cNvSpPr>
                <a:spLocks noChangeArrowheads="1"/>
              </p:cNvSpPr>
              <p:nvPr/>
            </p:nvSpPr>
            <p:spPr bwMode="auto">
              <a:xfrm>
                <a:off x="3748" y="2658"/>
                <a:ext cx="40" cy="32"/>
              </a:xfrm>
              <a:prstGeom prst="ellipse">
                <a:avLst/>
              </a:prstGeom>
              <a:solidFill>
                <a:schemeClr val="tx1"/>
              </a:solidFill>
              <a:ln w="9525">
                <a:solidFill>
                  <a:schemeClr val="tx1"/>
                </a:solidFill>
                <a:round/>
                <a:headEnd/>
                <a:tailEnd/>
              </a:ln>
            </p:spPr>
            <p:txBody>
              <a:bodyPr/>
              <a:lstStyle/>
              <a:p>
                <a:endParaRPr lang="en-US"/>
              </a:p>
            </p:txBody>
          </p:sp>
          <p:sp>
            <p:nvSpPr>
              <p:cNvPr id="56054" name="Oval 1863"/>
              <p:cNvSpPr>
                <a:spLocks noChangeArrowheads="1"/>
              </p:cNvSpPr>
              <p:nvPr/>
            </p:nvSpPr>
            <p:spPr bwMode="auto">
              <a:xfrm>
                <a:off x="3748" y="2658"/>
                <a:ext cx="40" cy="32"/>
              </a:xfrm>
              <a:prstGeom prst="ellipse">
                <a:avLst/>
              </a:prstGeom>
              <a:solidFill>
                <a:schemeClr val="tx1"/>
              </a:solidFill>
              <a:ln w="25400">
                <a:solidFill>
                  <a:schemeClr val="tx1"/>
                </a:solidFill>
                <a:round/>
                <a:headEnd/>
                <a:tailEnd/>
              </a:ln>
            </p:spPr>
            <p:txBody>
              <a:bodyPr/>
              <a:lstStyle/>
              <a:p>
                <a:endParaRPr lang="en-US"/>
              </a:p>
            </p:txBody>
          </p:sp>
          <p:sp>
            <p:nvSpPr>
              <p:cNvPr id="56055" name="Oval 1864"/>
              <p:cNvSpPr>
                <a:spLocks noChangeArrowheads="1"/>
              </p:cNvSpPr>
              <p:nvPr/>
            </p:nvSpPr>
            <p:spPr bwMode="auto">
              <a:xfrm>
                <a:off x="3748" y="2969"/>
                <a:ext cx="32" cy="32"/>
              </a:xfrm>
              <a:prstGeom prst="ellipse">
                <a:avLst/>
              </a:prstGeom>
              <a:solidFill>
                <a:schemeClr val="tx1"/>
              </a:solidFill>
              <a:ln w="9525">
                <a:solidFill>
                  <a:schemeClr val="tx1"/>
                </a:solidFill>
                <a:round/>
                <a:headEnd/>
                <a:tailEnd/>
              </a:ln>
            </p:spPr>
            <p:txBody>
              <a:bodyPr/>
              <a:lstStyle/>
              <a:p>
                <a:endParaRPr lang="en-US"/>
              </a:p>
            </p:txBody>
          </p:sp>
          <p:sp>
            <p:nvSpPr>
              <p:cNvPr id="56056" name="Oval 1865"/>
              <p:cNvSpPr>
                <a:spLocks noChangeArrowheads="1"/>
              </p:cNvSpPr>
              <p:nvPr/>
            </p:nvSpPr>
            <p:spPr bwMode="auto">
              <a:xfrm>
                <a:off x="3748" y="2969"/>
                <a:ext cx="32" cy="32"/>
              </a:xfrm>
              <a:prstGeom prst="ellipse">
                <a:avLst/>
              </a:prstGeom>
              <a:solidFill>
                <a:schemeClr val="tx1"/>
              </a:solidFill>
              <a:ln w="25400">
                <a:solidFill>
                  <a:schemeClr val="tx1"/>
                </a:solidFill>
                <a:round/>
                <a:headEnd/>
                <a:tailEnd/>
              </a:ln>
            </p:spPr>
            <p:txBody>
              <a:bodyPr/>
              <a:lstStyle/>
              <a:p>
                <a:endParaRPr lang="en-US"/>
              </a:p>
            </p:txBody>
          </p:sp>
        </p:grpSp>
        <p:grpSp>
          <p:nvGrpSpPr>
            <p:cNvPr id="55425" name="Group 1866"/>
            <p:cNvGrpSpPr>
              <a:grpSpLocks/>
            </p:cNvGrpSpPr>
            <p:nvPr/>
          </p:nvGrpSpPr>
          <p:grpSpPr bwMode="auto">
            <a:xfrm>
              <a:off x="4203" y="1749"/>
              <a:ext cx="48" cy="1252"/>
              <a:chOff x="4203" y="1749"/>
              <a:chExt cx="48" cy="1252"/>
            </a:xfrm>
          </p:grpSpPr>
          <p:sp>
            <p:nvSpPr>
              <p:cNvPr id="56037" name="Oval 1867"/>
              <p:cNvSpPr>
                <a:spLocks noChangeArrowheads="1"/>
              </p:cNvSpPr>
              <p:nvPr/>
            </p:nvSpPr>
            <p:spPr bwMode="auto">
              <a:xfrm>
                <a:off x="4211" y="1749"/>
                <a:ext cx="32" cy="32"/>
              </a:xfrm>
              <a:prstGeom prst="ellipse">
                <a:avLst/>
              </a:prstGeom>
              <a:solidFill>
                <a:schemeClr val="tx1"/>
              </a:solidFill>
              <a:ln w="9525">
                <a:solidFill>
                  <a:schemeClr val="tx1"/>
                </a:solidFill>
                <a:round/>
                <a:headEnd/>
                <a:tailEnd/>
              </a:ln>
            </p:spPr>
            <p:txBody>
              <a:bodyPr/>
              <a:lstStyle/>
              <a:p>
                <a:endParaRPr lang="en-US"/>
              </a:p>
            </p:txBody>
          </p:sp>
          <p:sp>
            <p:nvSpPr>
              <p:cNvPr id="56038" name="Oval 1868"/>
              <p:cNvSpPr>
                <a:spLocks noChangeArrowheads="1"/>
              </p:cNvSpPr>
              <p:nvPr/>
            </p:nvSpPr>
            <p:spPr bwMode="auto">
              <a:xfrm>
                <a:off x="4211" y="1749"/>
                <a:ext cx="32" cy="32"/>
              </a:xfrm>
              <a:prstGeom prst="ellipse">
                <a:avLst/>
              </a:prstGeom>
              <a:solidFill>
                <a:schemeClr val="tx1"/>
              </a:solidFill>
              <a:ln w="25400">
                <a:solidFill>
                  <a:schemeClr val="tx1"/>
                </a:solidFill>
                <a:round/>
                <a:headEnd/>
                <a:tailEnd/>
              </a:ln>
            </p:spPr>
            <p:txBody>
              <a:bodyPr/>
              <a:lstStyle/>
              <a:p>
                <a:endParaRPr lang="en-US"/>
              </a:p>
            </p:txBody>
          </p:sp>
          <p:sp>
            <p:nvSpPr>
              <p:cNvPr id="56039" name="Oval 1869"/>
              <p:cNvSpPr>
                <a:spLocks noChangeArrowheads="1"/>
              </p:cNvSpPr>
              <p:nvPr/>
            </p:nvSpPr>
            <p:spPr bwMode="auto">
              <a:xfrm>
                <a:off x="4219" y="2052"/>
                <a:ext cx="32" cy="32"/>
              </a:xfrm>
              <a:prstGeom prst="ellipse">
                <a:avLst/>
              </a:prstGeom>
              <a:solidFill>
                <a:schemeClr val="tx1"/>
              </a:solidFill>
              <a:ln w="9525">
                <a:solidFill>
                  <a:schemeClr val="tx1"/>
                </a:solidFill>
                <a:round/>
                <a:headEnd/>
                <a:tailEnd/>
              </a:ln>
            </p:spPr>
            <p:txBody>
              <a:bodyPr/>
              <a:lstStyle/>
              <a:p>
                <a:endParaRPr lang="en-US"/>
              </a:p>
            </p:txBody>
          </p:sp>
          <p:sp>
            <p:nvSpPr>
              <p:cNvPr id="56040" name="Oval 1870"/>
              <p:cNvSpPr>
                <a:spLocks noChangeArrowheads="1"/>
              </p:cNvSpPr>
              <p:nvPr/>
            </p:nvSpPr>
            <p:spPr bwMode="auto">
              <a:xfrm>
                <a:off x="4219" y="2052"/>
                <a:ext cx="32" cy="32"/>
              </a:xfrm>
              <a:prstGeom prst="ellipse">
                <a:avLst/>
              </a:prstGeom>
              <a:solidFill>
                <a:schemeClr val="tx1"/>
              </a:solidFill>
              <a:ln w="25400">
                <a:solidFill>
                  <a:schemeClr val="tx1"/>
                </a:solidFill>
                <a:round/>
                <a:headEnd/>
                <a:tailEnd/>
              </a:ln>
            </p:spPr>
            <p:txBody>
              <a:bodyPr/>
              <a:lstStyle/>
              <a:p>
                <a:endParaRPr lang="en-US"/>
              </a:p>
            </p:txBody>
          </p:sp>
          <p:sp>
            <p:nvSpPr>
              <p:cNvPr id="56041" name="Oval 1871"/>
              <p:cNvSpPr>
                <a:spLocks noChangeArrowheads="1"/>
              </p:cNvSpPr>
              <p:nvPr/>
            </p:nvSpPr>
            <p:spPr bwMode="auto">
              <a:xfrm>
                <a:off x="4219" y="2355"/>
                <a:ext cx="32" cy="32"/>
              </a:xfrm>
              <a:prstGeom prst="ellipse">
                <a:avLst/>
              </a:prstGeom>
              <a:solidFill>
                <a:schemeClr val="tx1"/>
              </a:solidFill>
              <a:ln w="9525">
                <a:solidFill>
                  <a:schemeClr val="tx1"/>
                </a:solidFill>
                <a:round/>
                <a:headEnd/>
                <a:tailEnd/>
              </a:ln>
            </p:spPr>
            <p:txBody>
              <a:bodyPr/>
              <a:lstStyle/>
              <a:p>
                <a:endParaRPr lang="en-US"/>
              </a:p>
            </p:txBody>
          </p:sp>
          <p:sp>
            <p:nvSpPr>
              <p:cNvPr id="56042" name="Oval 1872"/>
              <p:cNvSpPr>
                <a:spLocks noChangeArrowheads="1"/>
              </p:cNvSpPr>
              <p:nvPr/>
            </p:nvSpPr>
            <p:spPr bwMode="auto">
              <a:xfrm>
                <a:off x="4219" y="2355"/>
                <a:ext cx="32" cy="32"/>
              </a:xfrm>
              <a:prstGeom prst="ellipse">
                <a:avLst/>
              </a:prstGeom>
              <a:solidFill>
                <a:schemeClr val="tx1"/>
              </a:solidFill>
              <a:ln w="25400">
                <a:solidFill>
                  <a:schemeClr val="tx1"/>
                </a:solidFill>
                <a:round/>
                <a:headEnd/>
                <a:tailEnd/>
              </a:ln>
            </p:spPr>
            <p:txBody>
              <a:bodyPr/>
              <a:lstStyle/>
              <a:p>
                <a:endParaRPr lang="en-US"/>
              </a:p>
            </p:txBody>
          </p:sp>
          <p:sp>
            <p:nvSpPr>
              <p:cNvPr id="56043" name="Oval 1873"/>
              <p:cNvSpPr>
                <a:spLocks noChangeArrowheads="1"/>
              </p:cNvSpPr>
              <p:nvPr/>
            </p:nvSpPr>
            <p:spPr bwMode="auto">
              <a:xfrm>
                <a:off x="4211" y="2666"/>
                <a:ext cx="32" cy="32"/>
              </a:xfrm>
              <a:prstGeom prst="ellipse">
                <a:avLst/>
              </a:prstGeom>
              <a:solidFill>
                <a:schemeClr val="tx1"/>
              </a:solidFill>
              <a:ln w="9525">
                <a:solidFill>
                  <a:schemeClr val="tx1"/>
                </a:solidFill>
                <a:round/>
                <a:headEnd/>
                <a:tailEnd/>
              </a:ln>
            </p:spPr>
            <p:txBody>
              <a:bodyPr/>
              <a:lstStyle/>
              <a:p>
                <a:endParaRPr lang="en-US"/>
              </a:p>
            </p:txBody>
          </p:sp>
          <p:sp>
            <p:nvSpPr>
              <p:cNvPr id="56044" name="Oval 1874"/>
              <p:cNvSpPr>
                <a:spLocks noChangeArrowheads="1"/>
              </p:cNvSpPr>
              <p:nvPr/>
            </p:nvSpPr>
            <p:spPr bwMode="auto">
              <a:xfrm>
                <a:off x="4211" y="2666"/>
                <a:ext cx="32" cy="32"/>
              </a:xfrm>
              <a:prstGeom prst="ellipse">
                <a:avLst/>
              </a:prstGeom>
              <a:solidFill>
                <a:schemeClr val="tx1"/>
              </a:solidFill>
              <a:ln w="25400">
                <a:solidFill>
                  <a:schemeClr val="tx1"/>
                </a:solidFill>
                <a:round/>
                <a:headEnd/>
                <a:tailEnd/>
              </a:ln>
            </p:spPr>
            <p:txBody>
              <a:bodyPr/>
              <a:lstStyle/>
              <a:p>
                <a:endParaRPr lang="en-US"/>
              </a:p>
            </p:txBody>
          </p:sp>
          <p:sp>
            <p:nvSpPr>
              <p:cNvPr id="56045" name="Oval 1875"/>
              <p:cNvSpPr>
                <a:spLocks noChangeArrowheads="1"/>
              </p:cNvSpPr>
              <p:nvPr/>
            </p:nvSpPr>
            <p:spPr bwMode="auto">
              <a:xfrm>
                <a:off x="4203" y="2969"/>
                <a:ext cx="40" cy="32"/>
              </a:xfrm>
              <a:prstGeom prst="ellipse">
                <a:avLst/>
              </a:prstGeom>
              <a:solidFill>
                <a:schemeClr val="tx1"/>
              </a:solidFill>
              <a:ln w="9525">
                <a:solidFill>
                  <a:schemeClr val="tx1"/>
                </a:solidFill>
                <a:round/>
                <a:headEnd/>
                <a:tailEnd/>
              </a:ln>
            </p:spPr>
            <p:txBody>
              <a:bodyPr/>
              <a:lstStyle/>
              <a:p>
                <a:endParaRPr lang="en-US"/>
              </a:p>
            </p:txBody>
          </p:sp>
          <p:sp>
            <p:nvSpPr>
              <p:cNvPr id="56046" name="Oval 1876"/>
              <p:cNvSpPr>
                <a:spLocks noChangeArrowheads="1"/>
              </p:cNvSpPr>
              <p:nvPr/>
            </p:nvSpPr>
            <p:spPr bwMode="auto">
              <a:xfrm>
                <a:off x="4203" y="2969"/>
                <a:ext cx="40" cy="32"/>
              </a:xfrm>
              <a:prstGeom prst="ellipse">
                <a:avLst/>
              </a:prstGeom>
              <a:solidFill>
                <a:schemeClr val="tx1"/>
              </a:solidFill>
              <a:ln w="25400">
                <a:solidFill>
                  <a:schemeClr val="tx1"/>
                </a:solidFill>
                <a:round/>
                <a:headEnd/>
                <a:tailEnd/>
              </a:ln>
            </p:spPr>
            <p:txBody>
              <a:bodyPr/>
              <a:lstStyle/>
              <a:p>
                <a:endParaRPr lang="en-US"/>
              </a:p>
            </p:txBody>
          </p:sp>
        </p:grpSp>
        <p:grpSp>
          <p:nvGrpSpPr>
            <p:cNvPr id="55426" name="Group 1877"/>
            <p:cNvGrpSpPr>
              <a:grpSpLocks/>
            </p:cNvGrpSpPr>
            <p:nvPr/>
          </p:nvGrpSpPr>
          <p:grpSpPr bwMode="auto">
            <a:xfrm>
              <a:off x="3317" y="2076"/>
              <a:ext cx="431" cy="284"/>
              <a:chOff x="3317" y="2076"/>
              <a:chExt cx="431" cy="284"/>
            </a:xfrm>
          </p:grpSpPr>
          <p:sp>
            <p:nvSpPr>
              <p:cNvPr id="56035" name="Freeform 1878"/>
              <p:cNvSpPr>
                <a:spLocks/>
              </p:cNvSpPr>
              <p:nvPr/>
            </p:nvSpPr>
            <p:spPr bwMode="auto">
              <a:xfrm>
                <a:off x="3620" y="2076"/>
                <a:ext cx="128" cy="104"/>
              </a:xfrm>
              <a:custGeom>
                <a:avLst/>
                <a:gdLst>
                  <a:gd name="T0" fmla="*/ 128 w 128"/>
                  <a:gd name="T1" fmla="*/ 0 h 104"/>
                  <a:gd name="T2" fmla="*/ 40 w 128"/>
                  <a:gd name="T3" fmla="*/ 104 h 104"/>
                  <a:gd name="T4" fmla="*/ 16 w 128"/>
                  <a:gd name="T5" fmla="*/ 72 h 104"/>
                  <a:gd name="T6" fmla="*/ 0 w 128"/>
                  <a:gd name="T7" fmla="*/ 48 h 104"/>
                  <a:gd name="T8" fmla="*/ 128 w 128"/>
                  <a:gd name="T9" fmla="*/ 0 h 10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8" h="104">
                    <a:moveTo>
                      <a:pt x="128" y="0"/>
                    </a:moveTo>
                    <a:lnTo>
                      <a:pt x="40" y="104"/>
                    </a:lnTo>
                    <a:lnTo>
                      <a:pt x="16" y="72"/>
                    </a:lnTo>
                    <a:lnTo>
                      <a:pt x="0" y="48"/>
                    </a:lnTo>
                    <a:lnTo>
                      <a:pt x="128" y="0"/>
                    </a:lnTo>
                    <a:close/>
                  </a:path>
                </a:pathLst>
              </a:custGeom>
              <a:solidFill>
                <a:schemeClr val="tx1"/>
              </a:solidFill>
              <a:ln w="9525">
                <a:solidFill>
                  <a:schemeClr val="tx1"/>
                </a:solidFill>
                <a:round/>
                <a:headEnd/>
                <a:tailEnd/>
              </a:ln>
            </p:spPr>
            <p:txBody>
              <a:bodyPr/>
              <a:lstStyle/>
              <a:p>
                <a:endParaRPr lang="en-US"/>
              </a:p>
            </p:txBody>
          </p:sp>
          <p:sp>
            <p:nvSpPr>
              <p:cNvPr id="56036" name="Line 1879"/>
              <p:cNvSpPr>
                <a:spLocks noChangeShapeType="1"/>
              </p:cNvSpPr>
              <p:nvPr/>
            </p:nvSpPr>
            <p:spPr bwMode="auto">
              <a:xfrm flipV="1">
                <a:off x="3317" y="2143"/>
                <a:ext cx="327" cy="217"/>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427" name="Group 1880"/>
            <p:cNvGrpSpPr>
              <a:grpSpLocks/>
            </p:cNvGrpSpPr>
            <p:nvPr/>
          </p:nvGrpSpPr>
          <p:grpSpPr bwMode="auto">
            <a:xfrm>
              <a:off x="3325" y="1733"/>
              <a:ext cx="415" cy="56"/>
              <a:chOff x="3325" y="1733"/>
              <a:chExt cx="415" cy="56"/>
            </a:xfrm>
          </p:grpSpPr>
          <p:sp>
            <p:nvSpPr>
              <p:cNvPr id="56027" name="Freeform 1881"/>
              <p:cNvSpPr>
                <a:spLocks/>
              </p:cNvSpPr>
              <p:nvPr/>
            </p:nvSpPr>
            <p:spPr bwMode="auto">
              <a:xfrm>
                <a:off x="3628" y="1733"/>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chemeClr val="tx1"/>
              </a:solidFill>
              <a:ln w="9525">
                <a:solidFill>
                  <a:schemeClr val="tx1"/>
                </a:solidFill>
                <a:round/>
                <a:headEnd/>
                <a:tailEnd/>
              </a:ln>
            </p:spPr>
            <p:txBody>
              <a:bodyPr/>
              <a:lstStyle/>
              <a:p>
                <a:endParaRPr lang="en-US"/>
              </a:p>
            </p:txBody>
          </p:sp>
          <p:grpSp>
            <p:nvGrpSpPr>
              <p:cNvPr id="56028" name="Group 1882"/>
              <p:cNvGrpSpPr>
                <a:grpSpLocks/>
              </p:cNvGrpSpPr>
              <p:nvPr/>
            </p:nvGrpSpPr>
            <p:grpSpPr bwMode="auto">
              <a:xfrm>
                <a:off x="3325" y="1757"/>
                <a:ext cx="295" cy="1"/>
                <a:chOff x="3325" y="1757"/>
                <a:chExt cx="295" cy="1"/>
              </a:xfrm>
            </p:grpSpPr>
            <p:sp>
              <p:nvSpPr>
                <p:cNvPr id="56029" name="Line 1883"/>
                <p:cNvSpPr>
                  <a:spLocks noChangeShapeType="1"/>
                </p:cNvSpPr>
                <p:nvPr/>
              </p:nvSpPr>
              <p:spPr bwMode="auto">
                <a:xfrm>
                  <a:off x="3325"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030" name="Line 1884"/>
                <p:cNvSpPr>
                  <a:spLocks noChangeShapeType="1"/>
                </p:cNvSpPr>
                <p:nvPr/>
              </p:nvSpPr>
              <p:spPr bwMode="auto">
                <a:xfrm>
                  <a:off x="3381"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031" name="Line 1885"/>
                <p:cNvSpPr>
                  <a:spLocks noChangeShapeType="1"/>
                </p:cNvSpPr>
                <p:nvPr/>
              </p:nvSpPr>
              <p:spPr bwMode="auto">
                <a:xfrm>
                  <a:off x="3437"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032" name="Line 1886"/>
                <p:cNvSpPr>
                  <a:spLocks noChangeShapeType="1"/>
                </p:cNvSpPr>
                <p:nvPr/>
              </p:nvSpPr>
              <p:spPr bwMode="auto">
                <a:xfrm>
                  <a:off x="3493" y="1757"/>
                  <a:ext cx="23"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033" name="Line 1887"/>
                <p:cNvSpPr>
                  <a:spLocks noChangeShapeType="1"/>
                </p:cNvSpPr>
                <p:nvPr/>
              </p:nvSpPr>
              <p:spPr bwMode="auto">
                <a:xfrm>
                  <a:off x="3548"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034" name="Line 1888"/>
                <p:cNvSpPr>
                  <a:spLocks noChangeShapeType="1"/>
                </p:cNvSpPr>
                <p:nvPr/>
              </p:nvSpPr>
              <p:spPr bwMode="auto">
                <a:xfrm>
                  <a:off x="3604" y="1757"/>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428" name="Group 1889"/>
            <p:cNvGrpSpPr>
              <a:grpSpLocks/>
            </p:cNvGrpSpPr>
            <p:nvPr/>
          </p:nvGrpSpPr>
          <p:grpSpPr bwMode="auto">
            <a:xfrm>
              <a:off x="3788" y="1733"/>
              <a:ext cx="415" cy="56"/>
              <a:chOff x="3788" y="1733"/>
              <a:chExt cx="415" cy="56"/>
            </a:xfrm>
          </p:grpSpPr>
          <p:sp>
            <p:nvSpPr>
              <p:cNvPr id="56019" name="Freeform 1890"/>
              <p:cNvSpPr>
                <a:spLocks/>
              </p:cNvSpPr>
              <p:nvPr/>
            </p:nvSpPr>
            <p:spPr bwMode="auto">
              <a:xfrm>
                <a:off x="4091" y="1733"/>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chemeClr val="tx1"/>
              </a:solidFill>
              <a:ln w="9525">
                <a:solidFill>
                  <a:schemeClr val="tx1"/>
                </a:solidFill>
                <a:round/>
                <a:headEnd/>
                <a:tailEnd/>
              </a:ln>
            </p:spPr>
            <p:txBody>
              <a:bodyPr/>
              <a:lstStyle/>
              <a:p>
                <a:endParaRPr lang="en-US"/>
              </a:p>
            </p:txBody>
          </p:sp>
          <p:grpSp>
            <p:nvGrpSpPr>
              <p:cNvPr id="56020" name="Group 1891"/>
              <p:cNvGrpSpPr>
                <a:grpSpLocks/>
              </p:cNvGrpSpPr>
              <p:nvPr/>
            </p:nvGrpSpPr>
            <p:grpSpPr bwMode="auto">
              <a:xfrm>
                <a:off x="3788" y="1757"/>
                <a:ext cx="295" cy="1"/>
                <a:chOff x="3788" y="1757"/>
                <a:chExt cx="295" cy="1"/>
              </a:xfrm>
            </p:grpSpPr>
            <p:sp>
              <p:nvSpPr>
                <p:cNvPr id="56021" name="Line 1892"/>
                <p:cNvSpPr>
                  <a:spLocks noChangeShapeType="1"/>
                </p:cNvSpPr>
                <p:nvPr/>
              </p:nvSpPr>
              <p:spPr bwMode="auto">
                <a:xfrm>
                  <a:off x="3788"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022" name="Line 1893"/>
                <p:cNvSpPr>
                  <a:spLocks noChangeShapeType="1"/>
                </p:cNvSpPr>
                <p:nvPr/>
              </p:nvSpPr>
              <p:spPr bwMode="auto">
                <a:xfrm>
                  <a:off x="3844"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023" name="Line 1894"/>
                <p:cNvSpPr>
                  <a:spLocks noChangeShapeType="1"/>
                </p:cNvSpPr>
                <p:nvPr/>
              </p:nvSpPr>
              <p:spPr bwMode="auto">
                <a:xfrm>
                  <a:off x="3900"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024" name="Line 1895"/>
                <p:cNvSpPr>
                  <a:spLocks noChangeShapeType="1"/>
                </p:cNvSpPr>
                <p:nvPr/>
              </p:nvSpPr>
              <p:spPr bwMode="auto">
                <a:xfrm>
                  <a:off x="3956"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025" name="Line 1896"/>
                <p:cNvSpPr>
                  <a:spLocks noChangeShapeType="1"/>
                </p:cNvSpPr>
                <p:nvPr/>
              </p:nvSpPr>
              <p:spPr bwMode="auto">
                <a:xfrm>
                  <a:off x="4011"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026" name="Line 1897"/>
                <p:cNvSpPr>
                  <a:spLocks noChangeShapeType="1"/>
                </p:cNvSpPr>
                <p:nvPr/>
              </p:nvSpPr>
              <p:spPr bwMode="auto">
                <a:xfrm>
                  <a:off x="4067" y="1757"/>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429" name="Group 1898"/>
            <p:cNvGrpSpPr>
              <a:grpSpLocks/>
            </p:cNvGrpSpPr>
            <p:nvPr/>
          </p:nvGrpSpPr>
          <p:grpSpPr bwMode="auto">
            <a:xfrm>
              <a:off x="3325" y="2044"/>
              <a:ext cx="423" cy="56"/>
              <a:chOff x="3325" y="2044"/>
              <a:chExt cx="423" cy="56"/>
            </a:xfrm>
          </p:grpSpPr>
          <p:sp>
            <p:nvSpPr>
              <p:cNvPr id="56011" name="Freeform 1899"/>
              <p:cNvSpPr>
                <a:spLocks/>
              </p:cNvSpPr>
              <p:nvPr/>
            </p:nvSpPr>
            <p:spPr bwMode="auto">
              <a:xfrm>
                <a:off x="3628" y="2044"/>
                <a:ext cx="120" cy="56"/>
              </a:xfrm>
              <a:custGeom>
                <a:avLst/>
                <a:gdLst>
                  <a:gd name="T0" fmla="*/ 120 w 120"/>
                  <a:gd name="T1" fmla="*/ 24 h 56"/>
                  <a:gd name="T2" fmla="*/ 0 w 120"/>
                  <a:gd name="T3" fmla="*/ 56 h 56"/>
                  <a:gd name="T4" fmla="*/ 0 w 120"/>
                  <a:gd name="T5" fmla="*/ 24 h 56"/>
                  <a:gd name="T6" fmla="*/ 0 w 120"/>
                  <a:gd name="T7" fmla="*/ 0 h 56"/>
                  <a:gd name="T8" fmla="*/ 120 w 120"/>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 h="56">
                    <a:moveTo>
                      <a:pt x="120" y="24"/>
                    </a:moveTo>
                    <a:lnTo>
                      <a:pt x="0" y="56"/>
                    </a:lnTo>
                    <a:lnTo>
                      <a:pt x="0" y="24"/>
                    </a:lnTo>
                    <a:lnTo>
                      <a:pt x="0" y="0"/>
                    </a:lnTo>
                    <a:lnTo>
                      <a:pt x="120" y="24"/>
                    </a:lnTo>
                    <a:close/>
                  </a:path>
                </a:pathLst>
              </a:custGeom>
              <a:solidFill>
                <a:schemeClr val="tx1"/>
              </a:solidFill>
              <a:ln w="9525">
                <a:solidFill>
                  <a:schemeClr val="tx1"/>
                </a:solidFill>
                <a:round/>
                <a:headEnd/>
                <a:tailEnd/>
              </a:ln>
            </p:spPr>
            <p:txBody>
              <a:bodyPr/>
              <a:lstStyle/>
              <a:p>
                <a:endParaRPr lang="en-US"/>
              </a:p>
            </p:txBody>
          </p:sp>
          <p:grpSp>
            <p:nvGrpSpPr>
              <p:cNvPr id="56012" name="Group 1900"/>
              <p:cNvGrpSpPr>
                <a:grpSpLocks/>
              </p:cNvGrpSpPr>
              <p:nvPr/>
            </p:nvGrpSpPr>
            <p:grpSpPr bwMode="auto">
              <a:xfrm>
                <a:off x="3325" y="2068"/>
                <a:ext cx="295" cy="1"/>
                <a:chOff x="3325" y="2068"/>
                <a:chExt cx="295" cy="1"/>
              </a:xfrm>
            </p:grpSpPr>
            <p:sp>
              <p:nvSpPr>
                <p:cNvPr id="56013" name="Line 1901"/>
                <p:cNvSpPr>
                  <a:spLocks noChangeShapeType="1"/>
                </p:cNvSpPr>
                <p:nvPr/>
              </p:nvSpPr>
              <p:spPr bwMode="auto">
                <a:xfrm>
                  <a:off x="3325"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014" name="Line 1902"/>
                <p:cNvSpPr>
                  <a:spLocks noChangeShapeType="1"/>
                </p:cNvSpPr>
                <p:nvPr/>
              </p:nvSpPr>
              <p:spPr bwMode="auto">
                <a:xfrm>
                  <a:off x="3381"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015" name="Line 1903"/>
                <p:cNvSpPr>
                  <a:spLocks noChangeShapeType="1"/>
                </p:cNvSpPr>
                <p:nvPr/>
              </p:nvSpPr>
              <p:spPr bwMode="auto">
                <a:xfrm>
                  <a:off x="3437"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016" name="Line 1904"/>
                <p:cNvSpPr>
                  <a:spLocks noChangeShapeType="1"/>
                </p:cNvSpPr>
                <p:nvPr/>
              </p:nvSpPr>
              <p:spPr bwMode="auto">
                <a:xfrm>
                  <a:off x="3493" y="2068"/>
                  <a:ext cx="23"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017" name="Line 1905"/>
                <p:cNvSpPr>
                  <a:spLocks noChangeShapeType="1"/>
                </p:cNvSpPr>
                <p:nvPr/>
              </p:nvSpPr>
              <p:spPr bwMode="auto">
                <a:xfrm>
                  <a:off x="3548"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018" name="Line 1906"/>
                <p:cNvSpPr>
                  <a:spLocks noChangeShapeType="1"/>
                </p:cNvSpPr>
                <p:nvPr/>
              </p:nvSpPr>
              <p:spPr bwMode="auto">
                <a:xfrm>
                  <a:off x="3604" y="2068"/>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430" name="Group 1907"/>
            <p:cNvGrpSpPr>
              <a:grpSpLocks/>
            </p:cNvGrpSpPr>
            <p:nvPr/>
          </p:nvGrpSpPr>
          <p:grpSpPr bwMode="auto">
            <a:xfrm>
              <a:off x="3796" y="2036"/>
              <a:ext cx="415" cy="56"/>
              <a:chOff x="3796" y="2036"/>
              <a:chExt cx="415" cy="56"/>
            </a:xfrm>
          </p:grpSpPr>
          <p:sp>
            <p:nvSpPr>
              <p:cNvPr id="56003" name="Freeform 1908"/>
              <p:cNvSpPr>
                <a:spLocks/>
              </p:cNvSpPr>
              <p:nvPr/>
            </p:nvSpPr>
            <p:spPr bwMode="auto">
              <a:xfrm>
                <a:off x="4099"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chemeClr val="tx1"/>
              </a:solidFill>
              <a:ln w="9525">
                <a:solidFill>
                  <a:schemeClr val="tx1"/>
                </a:solidFill>
                <a:round/>
                <a:headEnd/>
                <a:tailEnd/>
              </a:ln>
            </p:spPr>
            <p:txBody>
              <a:bodyPr/>
              <a:lstStyle/>
              <a:p>
                <a:endParaRPr lang="en-US"/>
              </a:p>
            </p:txBody>
          </p:sp>
          <p:grpSp>
            <p:nvGrpSpPr>
              <p:cNvPr id="56004" name="Group 1909"/>
              <p:cNvGrpSpPr>
                <a:grpSpLocks/>
              </p:cNvGrpSpPr>
              <p:nvPr/>
            </p:nvGrpSpPr>
            <p:grpSpPr bwMode="auto">
              <a:xfrm>
                <a:off x="3796" y="2068"/>
                <a:ext cx="295" cy="1"/>
                <a:chOff x="3796" y="2068"/>
                <a:chExt cx="295" cy="1"/>
              </a:xfrm>
            </p:grpSpPr>
            <p:sp>
              <p:nvSpPr>
                <p:cNvPr id="56005" name="Line 1910"/>
                <p:cNvSpPr>
                  <a:spLocks noChangeShapeType="1"/>
                </p:cNvSpPr>
                <p:nvPr/>
              </p:nvSpPr>
              <p:spPr bwMode="auto">
                <a:xfrm>
                  <a:off x="3796"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006" name="Line 1911"/>
                <p:cNvSpPr>
                  <a:spLocks noChangeShapeType="1"/>
                </p:cNvSpPr>
                <p:nvPr/>
              </p:nvSpPr>
              <p:spPr bwMode="auto">
                <a:xfrm>
                  <a:off x="3852"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007" name="Line 1912"/>
                <p:cNvSpPr>
                  <a:spLocks noChangeShapeType="1"/>
                </p:cNvSpPr>
                <p:nvPr/>
              </p:nvSpPr>
              <p:spPr bwMode="auto">
                <a:xfrm>
                  <a:off x="3908"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008" name="Line 1913"/>
                <p:cNvSpPr>
                  <a:spLocks noChangeShapeType="1"/>
                </p:cNvSpPr>
                <p:nvPr/>
              </p:nvSpPr>
              <p:spPr bwMode="auto">
                <a:xfrm>
                  <a:off x="3964"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009" name="Line 1914"/>
                <p:cNvSpPr>
                  <a:spLocks noChangeShapeType="1"/>
                </p:cNvSpPr>
                <p:nvPr/>
              </p:nvSpPr>
              <p:spPr bwMode="auto">
                <a:xfrm>
                  <a:off x="4019"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010" name="Line 1915"/>
                <p:cNvSpPr>
                  <a:spLocks noChangeShapeType="1"/>
                </p:cNvSpPr>
                <p:nvPr/>
              </p:nvSpPr>
              <p:spPr bwMode="auto">
                <a:xfrm>
                  <a:off x="4075" y="2068"/>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431" name="Group 1916"/>
            <p:cNvGrpSpPr>
              <a:grpSpLocks/>
            </p:cNvGrpSpPr>
            <p:nvPr/>
          </p:nvGrpSpPr>
          <p:grpSpPr bwMode="auto">
            <a:xfrm>
              <a:off x="4267" y="2036"/>
              <a:ext cx="415" cy="56"/>
              <a:chOff x="4267" y="2036"/>
              <a:chExt cx="415" cy="56"/>
            </a:xfrm>
          </p:grpSpPr>
          <p:sp>
            <p:nvSpPr>
              <p:cNvPr id="55995" name="Freeform 1917"/>
              <p:cNvSpPr>
                <a:spLocks/>
              </p:cNvSpPr>
              <p:nvPr/>
            </p:nvSpPr>
            <p:spPr bwMode="auto">
              <a:xfrm>
                <a:off x="4570" y="203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chemeClr val="tx1"/>
              </a:solidFill>
              <a:ln w="9525">
                <a:solidFill>
                  <a:schemeClr val="tx1"/>
                </a:solidFill>
                <a:round/>
                <a:headEnd/>
                <a:tailEnd/>
              </a:ln>
            </p:spPr>
            <p:txBody>
              <a:bodyPr/>
              <a:lstStyle/>
              <a:p>
                <a:endParaRPr lang="en-US"/>
              </a:p>
            </p:txBody>
          </p:sp>
          <p:grpSp>
            <p:nvGrpSpPr>
              <p:cNvPr id="55996" name="Group 1918"/>
              <p:cNvGrpSpPr>
                <a:grpSpLocks/>
              </p:cNvGrpSpPr>
              <p:nvPr/>
            </p:nvGrpSpPr>
            <p:grpSpPr bwMode="auto">
              <a:xfrm>
                <a:off x="4267" y="2068"/>
                <a:ext cx="295" cy="1"/>
                <a:chOff x="4267" y="2068"/>
                <a:chExt cx="295" cy="1"/>
              </a:xfrm>
            </p:grpSpPr>
            <p:sp>
              <p:nvSpPr>
                <p:cNvPr id="55997" name="Line 1919"/>
                <p:cNvSpPr>
                  <a:spLocks noChangeShapeType="1"/>
                </p:cNvSpPr>
                <p:nvPr/>
              </p:nvSpPr>
              <p:spPr bwMode="auto">
                <a:xfrm>
                  <a:off x="4267"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998" name="Line 1920"/>
                <p:cNvSpPr>
                  <a:spLocks noChangeShapeType="1"/>
                </p:cNvSpPr>
                <p:nvPr/>
              </p:nvSpPr>
              <p:spPr bwMode="auto">
                <a:xfrm>
                  <a:off x="4323"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999" name="Line 1921"/>
                <p:cNvSpPr>
                  <a:spLocks noChangeShapeType="1"/>
                </p:cNvSpPr>
                <p:nvPr/>
              </p:nvSpPr>
              <p:spPr bwMode="auto">
                <a:xfrm>
                  <a:off x="4379"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000" name="Line 1922"/>
                <p:cNvSpPr>
                  <a:spLocks noChangeShapeType="1"/>
                </p:cNvSpPr>
                <p:nvPr/>
              </p:nvSpPr>
              <p:spPr bwMode="auto">
                <a:xfrm>
                  <a:off x="4435" y="206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001" name="Line 1923"/>
                <p:cNvSpPr>
                  <a:spLocks noChangeShapeType="1"/>
                </p:cNvSpPr>
                <p:nvPr/>
              </p:nvSpPr>
              <p:spPr bwMode="auto">
                <a:xfrm>
                  <a:off x="4491" y="2068"/>
                  <a:ext cx="23"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002" name="Line 1924"/>
                <p:cNvSpPr>
                  <a:spLocks noChangeShapeType="1"/>
                </p:cNvSpPr>
                <p:nvPr/>
              </p:nvSpPr>
              <p:spPr bwMode="auto">
                <a:xfrm>
                  <a:off x="4546" y="2068"/>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432" name="Group 1925"/>
            <p:cNvGrpSpPr>
              <a:grpSpLocks/>
            </p:cNvGrpSpPr>
            <p:nvPr/>
          </p:nvGrpSpPr>
          <p:grpSpPr bwMode="auto">
            <a:xfrm>
              <a:off x="4259" y="2347"/>
              <a:ext cx="415" cy="56"/>
              <a:chOff x="4259" y="2347"/>
              <a:chExt cx="415" cy="56"/>
            </a:xfrm>
          </p:grpSpPr>
          <p:sp>
            <p:nvSpPr>
              <p:cNvPr id="55987" name="Freeform 1926"/>
              <p:cNvSpPr>
                <a:spLocks/>
              </p:cNvSpPr>
              <p:nvPr/>
            </p:nvSpPr>
            <p:spPr bwMode="auto">
              <a:xfrm>
                <a:off x="4562" y="234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chemeClr val="tx1"/>
              </a:solidFill>
              <a:ln w="9525">
                <a:solidFill>
                  <a:schemeClr val="tx1"/>
                </a:solidFill>
                <a:round/>
                <a:headEnd/>
                <a:tailEnd/>
              </a:ln>
            </p:spPr>
            <p:txBody>
              <a:bodyPr/>
              <a:lstStyle/>
              <a:p>
                <a:endParaRPr lang="en-US"/>
              </a:p>
            </p:txBody>
          </p:sp>
          <p:grpSp>
            <p:nvGrpSpPr>
              <p:cNvPr id="55988" name="Group 1927"/>
              <p:cNvGrpSpPr>
                <a:grpSpLocks/>
              </p:cNvGrpSpPr>
              <p:nvPr/>
            </p:nvGrpSpPr>
            <p:grpSpPr bwMode="auto">
              <a:xfrm>
                <a:off x="4259" y="2371"/>
                <a:ext cx="295" cy="1"/>
                <a:chOff x="4259" y="2371"/>
                <a:chExt cx="295" cy="1"/>
              </a:xfrm>
            </p:grpSpPr>
            <p:sp>
              <p:nvSpPr>
                <p:cNvPr id="55989" name="Line 1928"/>
                <p:cNvSpPr>
                  <a:spLocks noChangeShapeType="1"/>
                </p:cNvSpPr>
                <p:nvPr/>
              </p:nvSpPr>
              <p:spPr bwMode="auto">
                <a:xfrm>
                  <a:off x="4259"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990" name="Line 1929"/>
                <p:cNvSpPr>
                  <a:spLocks noChangeShapeType="1"/>
                </p:cNvSpPr>
                <p:nvPr/>
              </p:nvSpPr>
              <p:spPr bwMode="auto">
                <a:xfrm>
                  <a:off x="4315"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991" name="Line 1930"/>
                <p:cNvSpPr>
                  <a:spLocks noChangeShapeType="1"/>
                </p:cNvSpPr>
                <p:nvPr/>
              </p:nvSpPr>
              <p:spPr bwMode="auto">
                <a:xfrm>
                  <a:off x="4371"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992" name="Line 1931"/>
                <p:cNvSpPr>
                  <a:spLocks noChangeShapeType="1"/>
                </p:cNvSpPr>
                <p:nvPr/>
              </p:nvSpPr>
              <p:spPr bwMode="auto">
                <a:xfrm>
                  <a:off x="4427"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993" name="Line 1932"/>
                <p:cNvSpPr>
                  <a:spLocks noChangeShapeType="1"/>
                </p:cNvSpPr>
                <p:nvPr/>
              </p:nvSpPr>
              <p:spPr bwMode="auto">
                <a:xfrm>
                  <a:off x="4483" y="2371"/>
                  <a:ext cx="23"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994" name="Line 1933"/>
                <p:cNvSpPr>
                  <a:spLocks noChangeShapeType="1"/>
                </p:cNvSpPr>
                <p:nvPr/>
              </p:nvSpPr>
              <p:spPr bwMode="auto">
                <a:xfrm>
                  <a:off x="4538" y="2371"/>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433" name="Group 1934"/>
            <p:cNvGrpSpPr>
              <a:grpSpLocks/>
            </p:cNvGrpSpPr>
            <p:nvPr/>
          </p:nvGrpSpPr>
          <p:grpSpPr bwMode="auto">
            <a:xfrm>
              <a:off x="3796" y="2347"/>
              <a:ext cx="415" cy="56"/>
              <a:chOff x="3796" y="2347"/>
              <a:chExt cx="415" cy="56"/>
            </a:xfrm>
          </p:grpSpPr>
          <p:sp>
            <p:nvSpPr>
              <p:cNvPr id="55979" name="Freeform 1935"/>
              <p:cNvSpPr>
                <a:spLocks/>
              </p:cNvSpPr>
              <p:nvPr/>
            </p:nvSpPr>
            <p:spPr bwMode="auto">
              <a:xfrm>
                <a:off x="4099" y="234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chemeClr val="tx1"/>
              </a:solidFill>
              <a:ln w="9525">
                <a:solidFill>
                  <a:schemeClr val="tx1"/>
                </a:solidFill>
                <a:round/>
                <a:headEnd/>
                <a:tailEnd/>
              </a:ln>
            </p:spPr>
            <p:txBody>
              <a:bodyPr/>
              <a:lstStyle/>
              <a:p>
                <a:endParaRPr lang="en-US"/>
              </a:p>
            </p:txBody>
          </p:sp>
          <p:grpSp>
            <p:nvGrpSpPr>
              <p:cNvPr id="55980" name="Group 1936"/>
              <p:cNvGrpSpPr>
                <a:grpSpLocks/>
              </p:cNvGrpSpPr>
              <p:nvPr/>
            </p:nvGrpSpPr>
            <p:grpSpPr bwMode="auto">
              <a:xfrm>
                <a:off x="3796" y="2371"/>
                <a:ext cx="295" cy="1"/>
                <a:chOff x="3796" y="2371"/>
                <a:chExt cx="295" cy="1"/>
              </a:xfrm>
            </p:grpSpPr>
            <p:sp>
              <p:nvSpPr>
                <p:cNvPr id="55981" name="Line 1937"/>
                <p:cNvSpPr>
                  <a:spLocks noChangeShapeType="1"/>
                </p:cNvSpPr>
                <p:nvPr/>
              </p:nvSpPr>
              <p:spPr bwMode="auto">
                <a:xfrm>
                  <a:off x="3796"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982" name="Line 1938"/>
                <p:cNvSpPr>
                  <a:spLocks noChangeShapeType="1"/>
                </p:cNvSpPr>
                <p:nvPr/>
              </p:nvSpPr>
              <p:spPr bwMode="auto">
                <a:xfrm>
                  <a:off x="3852"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983" name="Line 1939"/>
                <p:cNvSpPr>
                  <a:spLocks noChangeShapeType="1"/>
                </p:cNvSpPr>
                <p:nvPr/>
              </p:nvSpPr>
              <p:spPr bwMode="auto">
                <a:xfrm>
                  <a:off x="3908"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984" name="Line 1940"/>
                <p:cNvSpPr>
                  <a:spLocks noChangeShapeType="1"/>
                </p:cNvSpPr>
                <p:nvPr/>
              </p:nvSpPr>
              <p:spPr bwMode="auto">
                <a:xfrm>
                  <a:off x="3964"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985" name="Line 1941"/>
                <p:cNvSpPr>
                  <a:spLocks noChangeShapeType="1"/>
                </p:cNvSpPr>
                <p:nvPr/>
              </p:nvSpPr>
              <p:spPr bwMode="auto">
                <a:xfrm>
                  <a:off x="4019"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986" name="Line 1942"/>
                <p:cNvSpPr>
                  <a:spLocks noChangeShapeType="1"/>
                </p:cNvSpPr>
                <p:nvPr/>
              </p:nvSpPr>
              <p:spPr bwMode="auto">
                <a:xfrm>
                  <a:off x="4075" y="2371"/>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434" name="Group 1943"/>
            <p:cNvGrpSpPr>
              <a:grpSpLocks/>
            </p:cNvGrpSpPr>
            <p:nvPr/>
          </p:nvGrpSpPr>
          <p:grpSpPr bwMode="auto">
            <a:xfrm>
              <a:off x="3333" y="2339"/>
              <a:ext cx="415" cy="64"/>
              <a:chOff x="3333" y="2339"/>
              <a:chExt cx="415" cy="64"/>
            </a:xfrm>
          </p:grpSpPr>
          <p:sp>
            <p:nvSpPr>
              <p:cNvPr id="55971" name="Freeform 1944"/>
              <p:cNvSpPr>
                <a:spLocks/>
              </p:cNvSpPr>
              <p:nvPr/>
            </p:nvSpPr>
            <p:spPr bwMode="auto">
              <a:xfrm>
                <a:off x="3636" y="2339"/>
                <a:ext cx="112" cy="64"/>
              </a:xfrm>
              <a:custGeom>
                <a:avLst/>
                <a:gdLst>
                  <a:gd name="T0" fmla="*/ 112 w 112"/>
                  <a:gd name="T1" fmla="*/ 32 h 64"/>
                  <a:gd name="T2" fmla="*/ 0 w 112"/>
                  <a:gd name="T3" fmla="*/ 64 h 64"/>
                  <a:gd name="T4" fmla="*/ 0 w 112"/>
                  <a:gd name="T5" fmla="*/ 32 h 64"/>
                  <a:gd name="T6" fmla="*/ 0 w 112"/>
                  <a:gd name="T7" fmla="*/ 0 h 64"/>
                  <a:gd name="T8" fmla="*/ 112 w 112"/>
                  <a:gd name="T9" fmla="*/ 32 h 6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64">
                    <a:moveTo>
                      <a:pt x="112" y="32"/>
                    </a:moveTo>
                    <a:lnTo>
                      <a:pt x="0" y="64"/>
                    </a:lnTo>
                    <a:lnTo>
                      <a:pt x="0" y="32"/>
                    </a:lnTo>
                    <a:lnTo>
                      <a:pt x="0" y="0"/>
                    </a:lnTo>
                    <a:lnTo>
                      <a:pt x="112" y="32"/>
                    </a:lnTo>
                    <a:close/>
                  </a:path>
                </a:pathLst>
              </a:custGeom>
              <a:solidFill>
                <a:schemeClr val="tx1"/>
              </a:solidFill>
              <a:ln w="9525">
                <a:solidFill>
                  <a:schemeClr val="tx1"/>
                </a:solidFill>
                <a:round/>
                <a:headEnd/>
                <a:tailEnd/>
              </a:ln>
            </p:spPr>
            <p:txBody>
              <a:bodyPr/>
              <a:lstStyle/>
              <a:p>
                <a:endParaRPr lang="en-US"/>
              </a:p>
            </p:txBody>
          </p:sp>
          <p:grpSp>
            <p:nvGrpSpPr>
              <p:cNvPr id="55972" name="Group 1945"/>
              <p:cNvGrpSpPr>
                <a:grpSpLocks/>
              </p:cNvGrpSpPr>
              <p:nvPr/>
            </p:nvGrpSpPr>
            <p:grpSpPr bwMode="auto">
              <a:xfrm>
                <a:off x="3333" y="2371"/>
                <a:ext cx="295" cy="1"/>
                <a:chOff x="3333" y="2371"/>
                <a:chExt cx="295" cy="1"/>
              </a:xfrm>
            </p:grpSpPr>
            <p:sp>
              <p:nvSpPr>
                <p:cNvPr id="55973" name="Line 1946"/>
                <p:cNvSpPr>
                  <a:spLocks noChangeShapeType="1"/>
                </p:cNvSpPr>
                <p:nvPr/>
              </p:nvSpPr>
              <p:spPr bwMode="auto">
                <a:xfrm>
                  <a:off x="3333"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974" name="Line 1947"/>
                <p:cNvSpPr>
                  <a:spLocks noChangeShapeType="1"/>
                </p:cNvSpPr>
                <p:nvPr/>
              </p:nvSpPr>
              <p:spPr bwMode="auto">
                <a:xfrm>
                  <a:off x="3389"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975" name="Line 1948"/>
                <p:cNvSpPr>
                  <a:spLocks noChangeShapeType="1"/>
                </p:cNvSpPr>
                <p:nvPr/>
              </p:nvSpPr>
              <p:spPr bwMode="auto">
                <a:xfrm>
                  <a:off x="3445"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976" name="Line 1949"/>
                <p:cNvSpPr>
                  <a:spLocks noChangeShapeType="1"/>
                </p:cNvSpPr>
                <p:nvPr/>
              </p:nvSpPr>
              <p:spPr bwMode="auto">
                <a:xfrm>
                  <a:off x="3501" y="2371"/>
                  <a:ext cx="23"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977" name="Line 1950"/>
                <p:cNvSpPr>
                  <a:spLocks noChangeShapeType="1"/>
                </p:cNvSpPr>
                <p:nvPr/>
              </p:nvSpPr>
              <p:spPr bwMode="auto">
                <a:xfrm>
                  <a:off x="3556"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978" name="Line 1951"/>
                <p:cNvSpPr>
                  <a:spLocks noChangeShapeType="1"/>
                </p:cNvSpPr>
                <p:nvPr/>
              </p:nvSpPr>
              <p:spPr bwMode="auto">
                <a:xfrm>
                  <a:off x="3612" y="2371"/>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435" name="Group 1952"/>
            <p:cNvGrpSpPr>
              <a:grpSpLocks/>
            </p:cNvGrpSpPr>
            <p:nvPr/>
          </p:nvGrpSpPr>
          <p:grpSpPr bwMode="auto">
            <a:xfrm>
              <a:off x="3325" y="2650"/>
              <a:ext cx="415" cy="56"/>
              <a:chOff x="3325" y="2650"/>
              <a:chExt cx="415" cy="56"/>
            </a:xfrm>
          </p:grpSpPr>
          <p:sp>
            <p:nvSpPr>
              <p:cNvPr id="55963" name="Freeform 1953"/>
              <p:cNvSpPr>
                <a:spLocks/>
              </p:cNvSpPr>
              <p:nvPr/>
            </p:nvSpPr>
            <p:spPr bwMode="auto">
              <a:xfrm>
                <a:off x="3628" y="2650"/>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chemeClr val="tx1"/>
              </a:solidFill>
              <a:ln w="9525">
                <a:solidFill>
                  <a:schemeClr val="tx1"/>
                </a:solidFill>
                <a:round/>
                <a:headEnd/>
                <a:tailEnd/>
              </a:ln>
            </p:spPr>
            <p:txBody>
              <a:bodyPr/>
              <a:lstStyle/>
              <a:p>
                <a:endParaRPr lang="en-US"/>
              </a:p>
            </p:txBody>
          </p:sp>
          <p:grpSp>
            <p:nvGrpSpPr>
              <p:cNvPr id="55964" name="Group 1954"/>
              <p:cNvGrpSpPr>
                <a:grpSpLocks/>
              </p:cNvGrpSpPr>
              <p:nvPr/>
            </p:nvGrpSpPr>
            <p:grpSpPr bwMode="auto">
              <a:xfrm>
                <a:off x="3325" y="2674"/>
                <a:ext cx="295" cy="1"/>
                <a:chOff x="3325" y="2674"/>
                <a:chExt cx="295" cy="1"/>
              </a:xfrm>
            </p:grpSpPr>
            <p:sp>
              <p:nvSpPr>
                <p:cNvPr id="55965" name="Line 1955"/>
                <p:cNvSpPr>
                  <a:spLocks noChangeShapeType="1"/>
                </p:cNvSpPr>
                <p:nvPr/>
              </p:nvSpPr>
              <p:spPr bwMode="auto">
                <a:xfrm>
                  <a:off x="3325"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966" name="Line 1956"/>
                <p:cNvSpPr>
                  <a:spLocks noChangeShapeType="1"/>
                </p:cNvSpPr>
                <p:nvPr/>
              </p:nvSpPr>
              <p:spPr bwMode="auto">
                <a:xfrm>
                  <a:off x="3381"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967" name="Line 1957"/>
                <p:cNvSpPr>
                  <a:spLocks noChangeShapeType="1"/>
                </p:cNvSpPr>
                <p:nvPr/>
              </p:nvSpPr>
              <p:spPr bwMode="auto">
                <a:xfrm>
                  <a:off x="3437"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968" name="Line 1958"/>
                <p:cNvSpPr>
                  <a:spLocks noChangeShapeType="1"/>
                </p:cNvSpPr>
                <p:nvPr/>
              </p:nvSpPr>
              <p:spPr bwMode="auto">
                <a:xfrm>
                  <a:off x="3493" y="2674"/>
                  <a:ext cx="23"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969" name="Line 1959"/>
                <p:cNvSpPr>
                  <a:spLocks noChangeShapeType="1"/>
                </p:cNvSpPr>
                <p:nvPr/>
              </p:nvSpPr>
              <p:spPr bwMode="auto">
                <a:xfrm>
                  <a:off x="3548"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970" name="Line 1960"/>
                <p:cNvSpPr>
                  <a:spLocks noChangeShapeType="1"/>
                </p:cNvSpPr>
                <p:nvPr/>
              </p:nvSpPr>
              <p:spPr bwMode="auto">
                <a:xfrm>
                  <a:off x="3604" y="2674"/>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436" name="Group 1961"/>
            <p:cNvGrpSpPr>
              <a:grpSpLocks/>
            </p:cNvGrpSpPr>
            <p:nvPr/>
          </p:nvGrpSpPr>
          <p:grpSpPr bwMode="auto">
            <a:xfrm>
              <a:off x="3788" y="2650"/>
              <a:ext cx="415" cy="56"/>
              <a:chOff x="3788" y="2650"/>
              <a:chExt cx="415" cy="56"/>
            </a:xfrm>
          </p:grpSpPr>
          <p:sp>
            <p:nvSpPr>
              <p:cNvPr id="55955" name="Freeform 1962"/>
              <p:cNvSpPr>
                <a:spLocks/>
              </p:cNvSpPr>
              <p:nvPr/>
            </p:nvSpPr>
            <p:spPr bwMode="auto">
              <a:xfrm>
                <a:off x="4091" y="2650"/>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chemeClr val="tx1"/>
              </a:solidFill>
              <a:ln w="9525">
                <a:solidFill>
                  <a:schemeClr val="tx1"/>
                </a:solidFill>
                <a:round/>
                <a:headEnd/>
                <a:tailEnd/>
              </a:ln>
            </p:spPr>
            <p:txBody>
              <a:bodyPr/>
              <a:lstStyle/>
              <a:p>
                <a:endParaRPr lang="en-US"/>
              </a:p>
            </p:txBody>
          </p:sp>
          <p:grpSp>
            <p:nvGrpSpPr>
              <p:cNvPr id="55956" name="Group 1963"/>
              <p:cNvGrpSpPr>
                <a:grpSpLocks/>
              </p:cNvGrpSpPr>
              <p:nvPr/>
            </p:nvGrpSpPr>
            <p:grpSpPr bwMode="auto">
              <a:xfrm>
                <a:off x="3788" y="2674"/>
                <a:ext cx="295" cy="1"/>
                <a:chOff x="3788" y="2674"/>
                <a:chExt cx="295" cy="1"/>
              </a:xfrm>
            </p:grpSpPr>
            <p:sp>
              <p:nvSpPr>
                <p:cNvPr id="55957" name="Line 1964"/>
                <p:cNvSpPr>
                  <a:spLocks noChangeShapeType="1"/>
                </p:cNvSpPr>
                <p:nvPr/>
              </p:nvSpPr>
              <p:spPr bwMode="auto">
                <a:xfrm>
                  <a:off x="3788"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958" name="Line 1965"/>
                <p:cNvSpPr>
                  <a:spLocks noChangeShapeType="1"/>
                </p:cNvSpPr>
                <p:nvPr/>
              </p:nvSpPr>
              <p:spPr bwMode="auto">
                <a:xfrm>
                  <a:off x="3844"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959" name="Line 1966"/>
                <p:cNvSpPr>
                  <a:spLocks noChangeShapeType="1"/>
                </p:cNvSpPr>
                <p:nvPr/>
              </p:nvSpPr>
              <p:spPr bwMode="auto">
                <a:xfrm>
                  <a:off x="3900"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960" name="Line 1967"/>
                <p:cNvSpPr>
                  <a:spLocks noChangeShapeType="1"/>
                </p:cNvSpPr>
                <p:nvPr/>
              </p:nvSpPr>
              <p:spPr bwMode="auto">
                <a:xfrm>
                  <a:off x="3956"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961" name="Line 1968"/>
                <p:cNvSpPr>
                  <a:spLocks noChangeShapeType="1"/>
                </p:cNvSpPr>
                <p:nvPr/>
              </p:nvSpPr>
              <p:spPr bwMode="auto">
                <a:xfrm>
                  <a:off x="4011"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962" name="Line 1969"/>
                <p:cNvSpPr>
                  <a:spLocks noChangeShapeType="1"/>
                </p:cNvSpPr>
                <p:nvPr/>
              </p:nvSpPr>
              <p:spPr bwMode="auto">
                <a:xfrm>
                  <a:off x="4067" y="2674"/>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437" name="Group 1970"/>
            <p:cNvGrpSpPr>
              <a:grpSpLocks/>
            </p:cNvGrpSpPr>
            <p:nvPr/>
          </p:nvGrpSpPr>
          <p:grpSpPr bwMode="auto">
            <a:xfrm>
              <a:off x="3325" y="2953"/>
              <a:ext cx="415" cy="56"/>
              <a:chOff x="3325" y="2953"/>
              <a:chExt cx="415" cy="56"/>
            </a:xfrm>
          </p:grpSpPr>
          <p:sp>
            <p:nvSpPr>
              <p:cNvPr id="55947" name="Freeform 1971"/>
              <p:cNvSpPr>
                <a:spLocks/>
              </p:cNvSpPr>
              <p:nvPr/>
            </p:nvSpPr>
            <p:spPr bwMode="auto">
              <a:xfrm>
                <a:off x="3628"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chemeClr val="tx1"/>
              </a:solidFill>
              <a:ln w="9525">
                <a:solidFill>
                  <a:schemeClr val="tx1"/>
                </a:solidFill>
                <a:round/>
                <a:headEnd/>
                <a:tailEnd/>
              </a:ln>
            </p:spPr>
            <p:txBody>
              <a:bodyPr/>
              <a:lstStyle/>
              <a:p>
                <a:endParaRPr lang="en-US"/>
              </a:p>
            </p:txBody>
          </p:sp>
          <p:grpSp>
            <p:nvGrpSpPr>
              <p:cNvPr id="55948" name="Group 1972"/>
              <p:cNvGrpSpPr>
                <a:grpSpLocks/>
              </p:cNvGrpSpPr>
              <p:nvPr/>
            </p:nvGrpSpPr>
            <p:grpSpPr bwMode="auto">
              <a:xfrm>
                <a:off x="3325" y="2985"/>
                <a:ext cx="295" cy="1"/>
                <a:chOff x="3325" y="2985"/>
                <a:chExt cx="295" cy="1"/>
              </a:xfrm>
            </p:grpSpPr>
            <p:sp>
              <p:nvSpPr>
                <p:cNvPr id="55949" name="Line 1973"/>
                <p:cNvSpPr>
                  <a:spLocks noChangeShapeType="1"/>
                </p:cNvSpPr>
                <p:nvPr/>
              </p:nvSpPr>
              <p:spPr bwMode="auto">
                <a:xfrm>
                  <a:off x="3325"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950" name="Line 1974"/>
                <p:cNvSpPr>
                  <a:spLocks noChangeShapeType="1"/>
                </p:cNvSpPr>
                <p:nvPr/>
              </p:nvSpPr>
              <p:spPr bwMode="auto">
                <a:xfrm>
                  <a:off x="3381"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951" name="Line 1975"/>
                <p:cNvSpPr>
                  <a:spLocks noChangeShapeType="1"/>
                </p:cNvSpPr>
                <p:nvPr/>
              </p:nvSpPr>
              <p:spPr bwMode="auto">
                <a:xfrm>
                  <a:off x="3437"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952" name="Line 1976"/>
                <p:cNvSpPr>
                  <a:spLocks noChangeShapeType="1"/>
                </p:cNvSpPr>
                <p:nvPr/>
              </p:nvSpPr>
              <p:spPr bwMode="auto">
                <a:xfrm>
                  <a:off x="3493" y="2985"/>
                  <a:ext cx="23"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953" name="Line 1977"/>
                <p:cNvSpPr>
                  <a:spLocks noChangeShapeType="1"/>
                </p:cNvSpPr>
                <p:nvPr/>
              </p:nvSpPr>
              <p:spPr bwMode="auto">
                <a:xfrm>
                  <a:off x="3548"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954" name="Line 1978"/>
                <p:cNvSpPr>
                  <a:spLocks noChangeShapeType="1"/>
                </p:cNvSpPr>
                <p:nvPr/>
              </p:nvSpPr>
              <p:spPr bwMode="auto">
                <a:xfrm>
                  <a:off x="3604" y="2985"/>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438" name="Group 1979"/>
            <p:cNvGrpSpPr>
              <a:grpSpLocks/>
            </p:cNvGrpSpPr>
            <p:nvPr/>
          </p:nvGrpSpPr>
          <p:grpSpPr bwMode="auto">
            <a:xfrm>
              <a:off x="3788" y="2953"/>
              <a:ext cx="415" cy="56"/>
              <a:chOff x="3788" y="2953"/>
              <a:chExt cx="415" cy="56"/>
            </a:xfrm>
          </p:grpSpPr>
          <p:sp>
            <p:nvSpPr>
              <p:cNvPr id="55939" name="Freeform 1980"/>
              <p:cNvSpPr>
                <a:spLocks/>
              </p:cNvSpPr>
              <p:nvPr/>
            </p:nvSpPr>
            <p:spPr bwMode="auto">
              <a:xfrm>
                <a:off x="4091"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chemeClr val="tx1"/>
              </a:solidFill>
              <a:ln w="9525">
                <a:solidFill>
                  <a:schemeClr val="tx1"/>
                </a:solidFill>
                <a:round/>
                <a:headEnd/>
                <a:tailEnd/>
              </a:ln>
            </p:spPr>
            <p:txBody>
              <a:bodyPr/>
              <a:lstStyle/>
              <a:p>
                <a:endParaRPr lang="en-US"/>
              </a:p>
            </p:txBody>
          </p:sp>
          <p:grpSp>
            <p:nvGrpSpPr>
              <p:cNvPr id="55940" name="Group 1981"/>
              <p:cNvGrpSpPr>
                <a:grpSpLocks/>
              </p:cNvGrpSpPr>
              <p:nvPr/>
            </p:nvGrpSpPr>
            <p:grpSpPr bwMode="auto">
              <a:xfrm>
                <a:off x="3788" y="2985"/>
                <a:ext cx="295" cy="1"/>
                <a:chOff x="3788" y="2985"/>
                <a:chExt cx="295" cy="1"/>
              </a:xfrm>
            </p:grpSpPr>
            <p:sp>
              <p:nvSpPr>
                <p:cNvPr id="55941" name="Line 1982"/>
                <p:cNvSpPr>
                  <a:spLocks noChangeShapeType="1"/>
                </p:cNvSpPr>
                <p:nvPr/>
              </p:nvSpPr>
              <p:spPr bwMode="auto">
                <a:xfrm>
                  <a:off x="3788"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942" name="Line 1983"/>
                <p:cNvSpPr>
                  <a:spLocks noChangeShapeType="1"/>
                </p:cNvSpPr>
                <p:nvPr/>
              </p:nvSpPr>
              <p:spPr bwMode="auto">
                <a:xfrm>
                  <a:off x="3844"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943" name="Line 1984"/>
                <p:cNvSpPr>
                  <a:spLocks noChangeShapeType="1"/>
                </p:cNvSpPr>
                <p:nvPr/>
              </p:nvSpPr>
              <p:spPr bwMode="auto">
                <a:xfrm>
                  <a:off x="3900"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944" name="Line 1985"/>
                <p:cNvSpPr>
                  <a:spLocks noChangeShapeType="1"/>
                </p:cNvSpPr>
                <p:nvPr/>
              </p:nvSpPr>
              <p:spPr bwMode="auto">
                <a:xfrm>
                  <a:off x="3956"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945" name="Line 1986"/>
                <p:cNvSpPr>
                  <a:spLocks noChangeShapeType="1"/>
                </p:cNvSpPr>
                <p:nvPr/>
              </p:nvSpPr>
              <p:spPr bwMode="auto">
                <a:xfrm>
                  <a:off x="4011"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946" name="Line 1987"/>
                <p:cNvSpPr>
                  <a:spLocks noChangeShapeType="1"/>
                </p:cNvSpPr>
                <p:nvPr/>
              </p:nvSpPr>
              <p:spPr bwMode="auto">
                <a:xfrm>
                  <a:off x="4067" y="2985"/>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439" name="Group 1988"/>
            <p:cNvGrpSpPr>
              <a:grpSpLocks/>
            </p:cNvGrpSpPr>
            <p:nvPr/>
          </p:nvGrpSpPr>
          <p:grpSpPr bwMode="auto">
            <a:xfrm>
              <a:off x="4251" y="2953"/>
              <a:ext cx="415" cy="56"/>
              <a:chOff x="4251" y="2953"/>
              <a:chExt cx="415" cy="56"/>
            </a:xfrm>
          </p:grpSpPr>
          <p:sp>
            <p:nvSpPr>
              <p:cNvPr id="55931" name="Freeform 1989"/>
              <p:cNvSpPr>
                <a:spLocks/>
              </p:cNvSpPr>
              <p:nvPr/>
            </p:nvSpPr>
            <p:spPr bwMode="auto">
              <a:xfrm>
                <a:off x="4554"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chemeClr val="tx1"/>
              </a:solidFill>
              <a:ln w="9525">
                <a:solidFill>
                  <a:schemeClr val="tx1"/>
                </a:solidFill>
                <a:round/>
                <a:headEnd/>
                <a:tailEnd/>
              </a:ln>
            </p:spPr>
            <p:txBody>
              <a:bodyPr/>
              <a:lstStyle/>
              <a:p>
                <a:endParaRPr lang="en-US"/>
              </a:p>
            </p:txBody>
          </p:sp>
          <p:grpSp>
            <p:nvGrpSpPr>
              <p:cNvPr id="55932" name="Group 1990"/>
              <p:cNvGrpSpPr>
                <a:grpSpLocks/>
              </p:cNvGrpSpPr>
              <p:nvPr/>
            </p:nvGrpSpPr>
            <p:grpSpPr bwMode="auto">
              <a:xfrm>
                <a:off x="4251" y="2985"/>
                <a:ext cx="295" cy="1"/>
                <a:chOff x="4251" y="2985"/>
                <a:chExt cx="295" cy="1"/>
              </a:xfrm>
            </p:grpSpPr>
            <p:sp>
              <p:nvSpPr>
                <p:cNvPr id="55933" name="Line 1991"/>
                <p:cNvSpPr>
                  <a:spLocks noChangeShapeType="1"/>
                </p:cNvSpPr>
                <p:nvPr/>
              </p:nvSpPr>
              <p:spPr bwMode="auto">
                <a:xfrm>
                  <a:off x="4251"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934" name="Line 1992"/>
                <p:cNvSpPr>
                  <a:spLocks noChangeShapeType="1"/>
                </p:cNvSpPr>
                <p:nvPr/>
              </p:nvSpPr>
              <p:spPr bwMode="auto">
                <a:xfrm>
                  <a:off x="4307"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935" name="Line 1993"/>
                <p:cNvSpPr>
                  <a:spLocks noChangeShapeType="1"/>
                </p:cNvSpPr>
                <p:nvPr/>
              </p:nvSpPr>
              <p:spPr bwMode="auto">
                <a:xfrm>
                  <a:off x="4363"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936" name="Line 1994"/>
                <p:cNvSpPr>
                  <a:spLocks noChangeShapeType="1"/>
                </p:cNvSpPr>
                <p:nvPr/>
              </p:nvSpPr>
              <p:spPr bwMode="auto">
                <a:xfrm>
                  <a:off x="4419"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937" name="Line 1995"/>
                <p:cNvSpPr>
                  <a:spLocks noChangeShapeType="1"/>
                </p:cNvSpPr>
                <p:nvPr/>
              </p:nvSpPr>
              <p:spPr bwMode="auto">
                <a:xfrm>
                  <a:off x="4475"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938" name="Line 1996"/>
                <p:cNvSpPr>
                  <a:spLocks noChangeShapeType="1"/>
                </p:cNvSpPr>
                <p:nvPr/>
              </p:nvSpPr>
              <p:spPr bwMode="auto">
                <a:xfrm>
                  <a:off x="4530" y="2985"/>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440" name="Group 1997"/>
            <p:cNvGrpSpPr>
              <a:grpSpLocks/>
            </p:cNvGrpSpPr>
            <p:nvPr/>
          </p:nvGrpSpPr>
          <p:grpSpPr bwMode="auto">
            <a:xfrm>
              <a:off x="4674" y="1741"/>
              <a:ext cx="40" cy="1260"/>
              <a:chOff x="4674" y="1741"/>
              <a:chExt cx="40" cy="1260"/>
            </a:xfrm>
          </p:grpSpPr>
          <p:sp>
            <p:nvSpPr>
              <p:cNvPr id="55921" name="Oval 1998"/>
              <p:cNvSpPr>
                <a:spLocks noChangeArrowheads="1"/>
              </p:cNvSpPr>
              <p:nvPr/>
            </p:nvSpPr>
            <p:spPr bwMode="auto">
              <a:xfrm>
                <a:off x="4674" y="1741"/>
                <a:ext cx="32" cy="40"/>
              </a:xfrm>
              <a:prstGeom prst="ellipse">
                <a:avLst/>
              </a:prstGeom>
              <a:solidFill>
                <a:schemeClr val="tx1"/>
              </a:solidFill>
              <a:ln w="9525">
                <a:solidFill>
                  <a:schemeClr val="tx1"/>
                </a:solidFill>
                <a:round/>
                <a:headEnd/>
                <a:tailEnd/>
              </a:ln>
            </p:spPr>
            <p:txBody>
              <a:bodyPr/>
              <a:lstStyle/>
              <a:p>
                <a:endParaRPr lang="en-US"/>
              </a:p>
            </p:txBody>
          </p:sp>
          <p:sp>
            <p:nvSpPr>
              <p:cNvPr id="55922" name="Oval 1999"/>
              <p:cNvSpPr>
                <a:spLocks noChangeArrowheads="1"/>
              </p:cNvSpPr>
              <p:nvPr/>
            </p:nvSpPr>
            <p:spPr bwMode="auto">
              <a:xfrm>
                <a:off x="4674" y="1741"/>
                <a:ext cx="32" cy="40"/>
              </a:xfrm>
              <a:prstGeom prst="ellipse">
                <a:avLst/>
              </a:prstGeom>
              <a:solidFill>
                <a:schemeClr val="tx1"/>
              </a:solidFill>
              <a:ln w="25400">
                <a:solidFill>
                  <a:schemeClr val="tx1"/>
                </a:solidFill>
                <a:round/>
                <a:headEnd/>
                <a:tailEnd/>
              </a:ln>
            </p:spPr>
            <p:txBody>
              <a:bodyPr/>
              <a:lstStyle/>
              <a:p>
                <a:endParaRPr lang="en-US"/>
              </a:p>
            </p:txBody>
          </p:sp>
          <p:sp>
            <p:nvSpPr>
              <p:cNvPr id="55923" name="Oval 2000"/>
              <p:cNvSpPr>
                <a:spLocks noChangeArrowheads="1"/>
              </p:cNvSpPr>
              <p:nvPr/>
            </p:nvSpPr>
            <p:spPr bwMode="auto">
              <a:xfrm>
                <a:off x="4682" y="2044"/>
                <a:ext cx="32" cy="40"/>
              </a:xfrm>
              <a:prstGeom prst="ellipse">
                <a:avLst/>
              </a:prstGeom>
              <a:solidFill>
                <a:schemeClr val="tx1"/>
              </a:solidFill>
              <a:ln w="9525">
                <a:solidFill>
                  <a:schemeClr val="tx1"/>
                </a:solidFill>
                <a:round/>
                <a:headEnd/>
                <a:tailEnd/>
              </a:ln>
            </p:spPr>
            <p:txBody>
              <a:bodyPr/>
              <a:lstStyle/>
              <a:p>
                <a:endParaRPr lang="en-US"/>
              </a:p>
            </p:txBody>
          </p:sp>
          <p:sp>
            <p:nvSpPr>
              <p:cNvPr id="55924" name="Oval 2001"/>
              <p:cNvSpPr>
                <a:spLocks noChangeArrowheads="1"/>
              </p:cNvSpPr>
              <p:nvPr/>
            </p:nvSpPr>
            <p:spPr bwMode="auto">
              <a:xfrm>
                <a:off x="4682" y="2044"/>
                <a:ext cx="32" cy="40"/>
              </a:xfrm>
              <a:prstGeom prst="ellipse">
                <a:avLst/>
              </a:prstGeom>
              <a:solidFill>
                <a:schemeClr val="tx1"/>
              </a:solidFill>
              <a:ln w="25400">
                <a:solidFill>
                  <a:schemeClr val="tx1"/>
                </a:solidFill>
                <a:round/>
                <a:headEnd/>
                <a:tailEnd/>
              </a:ln>
            </p:spPr>
            <p:txBody>
              <a:bodyPr/>
              <a:lstStyle/>
              <a:p>
                <a:endParaRPr lang="en-US"/>
              </a:p>
            </p:txBody>
          </p:sp>
          <p:sp>
            <p:nvSpPr>
              <p:cNvPr id="55925" name="Oval 2002"/>
              <p:cNvSpPr>
                <a:spLocks noChangeArrowheads="1"/>
              </p:cNvSpPr>
              <p:nvPr/>
            </p:nvSpPr>
            <p:spPr bwMode="auto">
              <a:xfrm>
                <a:off x="4682" y="2355"/>
                <a:ext cx="32" cy="32"/>
              </a:xfrm>
              <a:prstGeom prst="ellipse">
                <a:avLst/>
              </a:prstGeom>
              <a:solidFill>
                <a:schemeClr val="tx1"/>
              </a:solidFill>
              <a:ln w="9525">
                <a:solidFill>
                  <a:schemeClr val="tx1"/>
                </a:solidFill>
                <a:round/>
                <a:headEnd/>
                <a:tailEnd/>
              </a:ln>
            </p:spPr>
            <p:txBody>
              <a:bodyPr/>
              <a:lstStyle/>
              <a:p>
                <a:endParaRPr lang="en-US"/>
              </a:p>
            </p:txBody>
          </p:sp>
          <p:sp>
            <p:nvSpPr>
              <p:cNvPr id="55926" name="Oval 2003"/>
              <p:cNvSpPr>
                <a:spLocks noChangeArrowheads="1"/>
              </p:cNvSpPr>
              <p:nvPr/>
            </p:nvSpPr>
            <p:spPr bwMode="auto">
              <a:xfrm>
                <a:off x="4682" y="2355"/>
                <a:ext cx="32" cy="32"/>
              </a:xfrm>
              <a:prstGeom prst="ellipse">
                <a:avLst/>
              </a:prstGeom>
              <a:solidFill>
                <a:schemeClr val="tx1"/>
              </a:solidFill>
              <a:ln w="25400">
                <a:solidFill>
                  <a:schemeClr val="tx1"/>
                </a:solidFill>
                <a:round/>
                <a:headEnd/>
                <a:tailEnd/>
              </a:ln>
            </p:spPr>
            <p:txBody>
              <a:bodyPr/>
              <a:lstStyle/>
              <a:p>
                <a:endParaRPr lang="en-US"/>
              </a:p>
            </p:txBody>
          </p:sp>
          <p:sp>
            <p:nvSpPr>
              <p:cNvPr id="55927" name="Oval 2004"/>
              <p:cNvSpPr>
                <a:spLocks noChangeArrowheads="1"/>
              </p:cNvSpPr>
              <p:nvPr/>
            </p:nvSpPr>
            <p:spPr bwMode="auto">
              <a:xfrm>
                <a:off x="4674" y="2658"/>
                <a:ext cx="32" cy="40"/>
              </a:xfrm>
              <a:prstGeom prst="ellipse">
                <a:avLst/>
              </a:prstGeom>
              <a:solidFill>
                <a:schemeClr val="tx1"/>
              </a:solidFill>
              <a:ln w="9525">
                <a:solidFill>
                  <a:schemeClr val="tx1"/>
                </a:solidFill>
                <a:round/>
                <a:headEnd/>
                <a:tailEnd/>
              </a:ln>
            </p:spPr>
            <p:txBody>
              <a:bodyPr/>
              <a:lstStyle/>
              <a:p>
                <a:endParaRPr lang="en-US"/>
              </a:p>
            </p:txBody>
          </p:sp>
          <p:sp>
            <p:nvSpPr>
              <p:cNvPr id="55928" name="Oval 2005"/>
              <p:cNvSpPr>
                <a:spLocks noChangeArrowheads="1"/>
              </p:cNvSpPr>
              <p:nvPr/>
            </p:nvSpPr>
            <p:spPr bwMode="auto">
              <a:xfrm>
                <a:off x="4674" y="2658"/>
                <a:ext cx="32" cy="40"/>
              </a:xfrm>
              <a:prstGeom prst="ellipse">
                <a:avLst/>
              </a:prstGeom>
              <a:solidFill>
                <a:schemeClr val="tx1"/>
              </a:solidFill>
              <a:ln w="25400">
                <a:solidFill>
                  <a:schemeClr val="tx1"/>
                </a:solidFill>
                <a:round/>
                <a:headEnd/>
                <a:tailEnd/>
              </a:ln>
            </p:spPr>
            <p:txBody>
              <a:bodyPr/>
              <a:lstStyle/>
              <a:p>
                <a:endParaRPr lang="en-US"/>
              </a:p>
            </p:txBody>
          </p:sp>
          <p:sp>
            <p:nvSpPr>
              <p:cNvPr id="55929" name="Oval 2006"/>
              <p:cNvSpPr>
                <a:spLocks noChangeArrowheads="1"/>
              </p:cNvSpPr>
              <p:nvPr/>
            </p:nvSpPr>
            <p:spPr bwMode="auto">
              <a:xfrm>
                <a:off x="4674" y="2969"/>
                <a:ext cx="32" cy="32"/>
              </a:xfrm>
              <a:prstGeom prst="ellipse">
                <a:avLst/>
              </a:prstGeom>
              <a:solidFill>
                <a:schemeClr val="tx1"/>
              </a:solidFill>
              <a:ln w="9525">
                <a:solidFill>
                  <a:schemeClr val="tx1"/>
                </a:solidFill>
                <a:round/>
                <a:headEnd/>
                <a:tailEnd/>
              </a:ln>
            </p:spPr>
            <p:txBody>
              <a:bodyPr/>
              <a:lstStyle/>
              <a:p>
                <a:endParaRPr lang="en-US"/>
              </a:p>
            </p:txBody>
          </p:sp>
          <p:sp>
            <p:nvSpPr>
              <p:cNvPr id="55930" name="Oval 2007"/>
              <p:cNvSpPr>
                <a:spLocks noChangeArrowheads="1"/>
              </p:cNvSpPr>
              <p:nvPr/>
            </p:nvSpPr>
            <p:spPr bwMode="auto">
              <a:xfrm>
                <a:off x="4674" y="2969"/>
                <a:ext cx="32" cy="32"/>
              </a:xfrm>
              <a:prstGeom prst="ellipse">
                <a:avLst/>
              </a:prstGeom>
              <a:solidFill>
                <a:schemeClr val="tx1"/>
              </a:solidFill>
              <a:ln w="25400">
                <a:solidFill>
                  <a:schemeClr val="tx1"/>
                </a:solidFill>
                <a:round/>
                <a:headEnd/>
                <a:tailEnd/>
              </a:ln>
            </p:spPr>
            <p:txBody>
              <a:bodyPr/>
              <a:lstStyle/>
              <a:p>
                <a:endParaRPr lang="en-US"/>
              </a:p>
            </p:txBody>
          </p:sp>
        </p:grpSp>
        <p:grpSp>
          <p:nvGrpSpPr>
            <p:cNvPr id="55441" name="Group 2008"/>
            <p:cNvGrpSpPr>
              <a:grpSpLocks/>
            </p:cNvGrpSpPr>
            <p:nvPr/>
          </p:nvGrpSpPr>
          <p:grpSpPr bwMode="auto">
            <a:xfrm>
              <a:off x="3740" y="3272"/>
              <a:ext cx="40" cy="343"/>
              <a:chOff x="3740" y="3272"/>
              <a:chExt cx="40" cy="343"/>
            </a:xfrm>
          </p:grpSpPr>
          <p:sp>
            <p:nvSpPr>
              <p:cNvPr id="55917" name="Oval 2009"/>
              <p:cNvSpPr>
                <a:spLocks noChangeArrowheads="1"/>
              </p:cNvSpPr>
              <p:nvPr/>
            </p:nvSpPr>
            <p:spPr bwMode="auto">
              <a:xfrm>
                <a:off x="3740" y="3272"/>
                <a:ext cx="40" cy="32"/>
              </a:xfrm>
              <a:prstGeom prst="ellipse">
                <a:avLst/>
              </a:prstGeom>
              <a:solidFill>
                <a:schemeClr val="tx1"/>
              </a:solidFill>
              <a:ln w="9525">
                <a:solidFill>
                  <a:schemeClr val="tx1"/>
                </a:solidFill>
                <a:round/>
                <a:headEnd/>
                <a:tailEnd/>
              </a:ln>
            </p:spPr>
            <p:txBody>
              <a:bodyPr/>
              <a:lstStyle/>
              <a:p>
                <a:endParaRPr lang="en-US"/>
              </a:p>
            </p:txBody>
          </p:sp>
          <p:sp>
            <p:nvSpPr>
              <p:cNvPr id="55918" name="Oval 2010"/>
              <p:cNvSpPr>
                <a:spLocks noChangeArrowheads="1"/>
              </p:cNvSpPr>
              <p:nvPr/>
            </p:nvSpPr>
            <p:spPr bwMode="auto">
              <a:xfrm>
                <a:off x="3740" y="3272"/>
                <a:ext cx="40" cy="32"/>
              </a:xfrm>
              <a:prstGeom prst="ellipse">
                <a:avLst/>
              </a:prstGeom>
              <a:solidFill>
                <a:schemeClr val="tx1"/>
              </a:solidFill>
              <a:ln w="25400">
                <a:solidFill>
                  <a:schemeClr val="tx1"/>
                </a:solidFill>
                <a:round/>
                <a:headEnd/>
                <a:tailEnd/>
              </a:ln>
            </p:spPr>
            <p:txBody>
              <a:bodyPr/>
              <a:lstStyle/>
              <a:p>
                <a:endParaRPr lang="en-US"/>
              </a:p>
            </p:txBody>
          </p:sp>
          <p:sp>
            <p:nvSpPr>
              <p:cNvPr id="55919" name="Oval 2011"/>
              <p:cNvSpPr>
                <a:spLocks noChangeArrowheads="1"/>
              </p:cNvSpPr>
              <p:nvPr/>
            </p:nvSpPr>
            <p:spPr bwMode="auto">
              <a:xfrm>
                <a:off x="3740" y="3575"/>
                <a:ext cx="40" cy="40"/>
              </a:xfrm>
              <a:prstGeom prst="ellipse">
                <a:avLst/>
              </a:prstGeom>
              <a:solidFill>
                <a:schemeClr val="tx1"/>
              </a:solidFill>
              <a:ln w="9525">
                <a:solidFill>
                  <a:schemeClr val="tx1"/>
                </a:solidFill>
                <a:round/>
                <a:headEnd/>
                <a:tailEnd/>
              </a:ln>
            </p:spPr>
            <p:txBody>
              <a:bodyPr/>
              <a:lstStyle/>
              <a:p>
                <a:endParaRPr lang="en-US"/>
              </a:p>
            </p:txBody>
          </p:sp>
          <p:sp>
            <p:nvSpPr>
              <p:cNvPr id="55920" name="Oval 2012"/>
              <p:cNvSpPr>
                <a:spLocks noChangeArrowheads="1"/>
              </p:cNvSpPr>
              <p:nvPr/>
            </p:nvSpPr>
            <p:spPr bwMode="auto">
              <a:xfrm>
                <a:off x="3740" y="3575"/>
                <a:ext cx="40" cy="40"/>
              </a:xfrm>
              <a:prstGeom prst="ellipse">
                <a:avLst/>
              </a:prstGeom>
              <a:solidFill>
                <a:schemeClr val="tx1"/>
              </a:solidFill>
              <a:ln w="25400">
                <a:solidFill>
                  <a:schemeClr val="tx1"/>
                </a:solidFill>
                <a:round/>
                <a:headEnd/>
                <a:tailEnd/>
              </a:ln>
            </p:spPr>
            <p:txBody>
              <a:bodyPr/>
              <a:lstStyle/>
              <a:p>
                <a:endParaRPr lang="en-US"/>
              </a:p>
            </p:txBody>
          </p:sp>
        </p:grpSp>
        <p:grpSp>
          <p:nvGrpSpPr>
            <p:cNvPr id="55442" name="Group 2013"/>
            <p:cNvGrpSpPr>
              <a:grpSpLocks/>
            </p:cNvGrpSpPr>
            <p:nvPr/>
          </p:nvGrpSpPr>
          <p:grpSpPr bwMode="auto">
            <a:xfrm>
              <a:off x="3285" y="3272"/>
              <a:ext cx="32" cy="343"/>
              <a:chOff x="3285" y="3272"/>
              <a:chExt cx="32" cy="343"/>
            </a:xfrm>
          </p:grpSpPr>
          <p:sp>
            <p:nvSpPr>
              <p:cNvPr id="55913" name="Oval 2014"/>
              <p:cNvSpPr>
                <a:spLocks noChangeArrowheads="1"/>
              </p:cNvSpPr>
              <p:nvPr/>
            </p:nvSpPr>
            <p:spPr bwMode="auto">
              <a:xfrm>
                <a:off x="3285" y="3272"/>
                <a:ext cx="32" cy="32"/>
              </a:xfrm>
              <a:prstGeom prst="ellipse">
                <a:avLst/>
              </a:prstGeom>
              <a:solidFill>
                <a:schemeClr val="tx1"/>
              </a:solidFill>
              <a:ln w="9525">
                <a:solidFill>
                  <a:schemeClr val="tx1"/>
                </a:solidFill>
                <a:round/>
                <a:headEnd/>
                <a:tailEnd/>
              </a:ln>
            </p:spPr>
            <p:txBody>
              <a:bodyPr/>
              <a:lstStyle/>
              <a:p>
                <a:endParaRPr lang="en-US"/>
              </a:p>
            </p:txBody>
          </p:sp>
          <p:sp>
            <p:nvSpPr>
              <p:cNvPr id="55914" name="Oval 2015"/>
              <p:cNvSpPr>
                <a:spLocks noChangeArrowheads="1"/>
              </p:cNvSpPr>
              <p:nvPr/>
            </p:nvSpPr>
            <p:spPr bwMode="auto">
              <a:xfrm>
                <a:off x="3285" y="3272"/>
                <a:ext cx="32" cy="32"/>
              </a:xfrm>
              <a:prstGeom prst="ellipse">
                <a:avLst/>
              </a:prstGeom>
              <a:solidFill>
                <a:schemeClr val="tx1"/>
              </a:solidFill>
              <a:ln w="25400">
                <a:solidFill>
                  <a:schemeClr val="tx1"/>
                </a:solidFill>
                <a:round/>
                <a:headEnd/>
                <a:tailEnd/>
              </a:ln>
            </p:spPr>
            <p:txBody>
              <a:bodyPr/>
              <a:lstStyle/>
              <a:p>
                <a:endParaRPr lang="en-US"/>
              </a:p>
            </p:txBody>
          </p:sp>
          <p:sp>
            <p:nvSpPr>
              <p:cNvPr id="55915" name="Oval 2016"/>
              <p:cNvSpPr>
                <a:spLocks noChangeArrowheads="1"/>
              </p:cNvSpPr>
              <p:nvPr/>
            </p:nvSpPr>
            <p:spPr bwMode="auto">
              <a:xfrm>
                <a:off x="3285" y="3575"/>
                <a:ext cx="32" cy="40"/>
              </a:xfrm>
              <a:prstGeom prst="ellipse">
                <a:avLst/>
              </a:prstGeom>
              <a:solidFill>
                <a:schemeClr val="tx1"/>
              </a:solidFill>
              <a:ln w="9525">
                <a:solidFill>
                  <a:schemeClr val="tx1"/>
                </a:solidFill>
                <a:round/>
                <a:headEnd/>
                <a:tailEnd/>
              </a:ln>
            </p:spPr>
            <p:txBody>
              <a:bodyPr/>
              <a:lstStyle/>
              <a:p>
                <a:endParaRPr lang="en-US"/>
              </a:p>
            </p:txBody>
          </p:sp>
          <p:sp>
            <p:nvSpPr>
              <p:cNvPr id="55916" name="Oval 2017"/>
              <p:cNvSpPr>
                <a:spLocks noChangeArrowheads="1"/>
              </p:cNvSpPr>
              <p:nvPr/>
            </p:nvSpPr>
            <p:spPr bwMode="auto">
              <a:xfrm>
                <a:off x="3285" y="3575"/>
                <a:ext cx="32" cy="40"/>
              </a:xfrm>
              <a:prstGeom prst="ellipse">
                <a:avLst/>
              </a:prstGeom>
              <a:solidFill>
                <a:schemeClr val="tx1"/>
              </a:solidFill>
              <a:ln w="25400">
                <a:solidFill>
                  <a:schemeClr val="tx1"/>
                </a:solidFill>
                <a:round/>
                <a:headEnd/>
                <a:tailEnd/>
              </a:ln>
            </p:spPr>
            <p:txBody>
              <a:bodyPr/>
              <a:lstStyle/>
              <a:p>
                <a:endParaRPr lang="en-US"/>
              </a:p>
            </p:txBody>
          </p:sp>
        </p:grpSp>
        <p:grpSp>
          <p:nvGrpSpPr>
            <p:cNvPr id="55443" name="Group 2018"/>
            <p:cNvGrpSpPr>
              <a:grpSpLocks/>
            </p:cNvGrpSpPr>
            <p:nvPr/>
          </p:nvGrpSpPr>
          <p:grpSpPr bwMode="auto">
            <a:xfrm>
              <a:off x="4203" y="3272"/>
              <a:ext cx="32" cy="343"/>
              <a:chOff x="4203" y="3272"/>
              <a:chExt cx="32" cy="343"/>
            </a:xfrm>
          </p:grpSpPr>
          <p:sp>
            <p:nvSpPr>
              <p:cNvPr id="55909" name="Oval 2019"/>
              <p:cNvSpPr>
                <a:spLocks noChangeArrowheads="1"/>
              </p:cNvSpPr>
              <p:nvPr/>
            </p:nvSpPr>
            <p:spPr bwMode="auto">
              <a:xfrm>
                <a:off x="4203" y="3272"/>
                <a:ext cx="32" cy="32"/>
              </a:xfrm>
              <a:prstGeom prst="ellipse">
                <a:avLst/>
              </a:prstGeom>
              <a:solidFill>
                <a:schemeClr val="tx1"/>
              </a:solidFill>
              <a:ln w="9525">
                <a:solidFill>
                  <a:schemeClr val="tx1"/>
                </a:solidFill>
                <a:round/>
                <a:headEnd/>
                <a:tailEnd/>
              </a:ln>
            </p:spPr>
            <p:txBody>
              <a:bodyPr/>
              <a:lstStyle/>
              <a:p>
                <a:endParaRPr lang="en-US"/>
              </a:p>
            </p:txBody>
          </p:sp>
          <p:sp>
            <p:nvSpPr>
              <p:cNvPr id="55910" name="Oval 2020"/>
              <p:cNvSpPr>
                <a:spLocks noChangeArrowheads="1"/>
              </p:cNvSpPr>
              <p:nvPr/>
            </p:nvSpPr>
            <p:spPr bwMode="auto">
              <a:xfrm>
                <a:off x="4203" y="3272"/>
                <a:ext cx="32" cy="32"/>
              </a:xfrm>
              <a:prstGeom prst="ellipse">
                <a:avLst/>
              </a:prstGeom>
              <a:solidFill>
                <a:schemeClr val="tx1"/>
              </a:solidFill>
              <a:ln w="25400">
                <a:solidFill>
                  <a:schemeClr val="tx1"/>
                </a:solidFill>
                <a:round/>
                <a:headEnd/>
                <a:tailEnd/>
              </a:ln>
            </p:spPr>
            <p:txBody>
              <a:bodyPr/>
              <a:lstStyle/>
              <a:p>
                <a:endParaRPr lang="en-US"/>
              </a:p>
            </p:txBody>
          </p:sp>
          <p:sp>
            <p:nvSpPr>
              <p:cNvPr id="55911" name="Oval 2021"/>
              <p:cNvSpPr>
                <a:spLocks noChangeArrowheads="1"/>
              </p:cNvSpPr>
              <p:nvPr/>
            </p:nvSpPr>
            <p:spPr bwMode="auto">
              <a:xfrm>
                <a:off x="4203" y="3575"/>
                <a:ext cx="32" cy="40"/>
              </a:xfrm>
              <a:prstGeom prst="ellipse">
                <a:avLst/>
              </a:prstGeom>
              <a:solidFill>
                <a:schemeClr val="tx1"/>
              </a:solidFill>
              <a:ln w="9525">
                <a:solidFill>
                  <a:schemeClr val="tx1"/>
                </a:solidFill>
                <a:round/>
                <a:headEnd/>
                <a:tailEnd/>
              </a:ln>
            </p:spPr>
            <p:txBody>
              <a:bodyPr/>
              <a:lstStyle/>
              <a:p>
                <a:endParaRPr lang="en-US"/>
              </a:p>
            </p:txBody>
          </p:sp>
          <p:sp>
            <p:nvSpPr>
              <p:cNvPr id="55912" name="Oval 2022"/>
              <p:cNvSpPr>
                <a:spLocks noChangeArrowheads="1"/>
              </p:cNvSpPr>
              <p:nvPr/>
            </p:nvSpPr>
            <p:spPr bwMode="auto">
              <a:xfrm>
                <a:off x="4203" y="3575"/>
                <a:ext cx="32" cy="40"/>
              </a:xfrm>
              <a:prstGeom prst="ellipse">
                <a:avLst/>
              </a:prstGeom>
              <a:solidFill>
                <a:schemeClr val="tx1"/>
              </a:solidFill>
              <a:ln w="25400">
                <a:solidFill>
                  <a:schemeClr val="tx1"/>
                </a:solidFill>
                <a:round/>
                <a:headEnd/>
                <a:tailEnd/>
              </a:ln>
            </p:spPr>
            <p:txBody>
              <a:bodyPr/>
              <a:lstStyle/>
              <a:p>
                <a:endParaRPr lang="en-US"/>
              </a:p>
            </p:txBody>
          </p:sp>
        </p:grpSp>
        <p:grpSp>
          <p:nvGrpSpPr>
            <p:cNvPr id="55444" name="Group 2023"/>
            <p:cNvGrpSpPr>
              <a:grpSpLocks/>
            </p:cNvGrpSpPr>
            <p:nvPr/>
          </p:nvGrpSpPr>
          <p:grpSpPr bwMode="auto">
            <a:xfrm>
              <a:off x="4658" y="3272"/>
              <a:ext cx="32" cy="343"/>
              <a:chOff x="4658" y="3272"/>
              <a:chExt cx="32" cy="343"/>
            </a:xfrm>
          </p:grpSpPr>
          <p:sp>
            <p:nvSpPr>
              <p:cNvPr id="55905" name="Oval 2024"/>
              <p:cNvSpPr>
                <a:spLocks noChangeArrowheads="1"/>
              </p:cNvSpPr>
              <p:nvPr/>
            </p:nvSpPr>
            <p:spPr bwMode="auto">
              <a:xfrm>
                <a:off x="4658" y="3272"/>
                <a:ext cx="32" cy="32"/>
              </a:xfrm>
              <a:prstGeom prst="ellipse">
                <a:avLst/>
              </a:prstGeom>
              <a:solidFill>
                <a:schemeClr val="tx1"/>
              </a:solidFill>
              <a:ln w="9525">
                <a:solidFill>
                  <a:schemeClr val="tx1"/>
                </a:solidFill>
                <a:round/>
                <a:headEnd/>
                <a:tailEnd/>
              </a:ln>
            </p:spPr>
            <p:txBody>
              <a:bodyPr/>
              <a:lstStyle/>
              <a:p>
                <a:endParaRPr lang="en-US"/>
              </a:p>
            </p:txBody>
          </p:sp>
          <p:sp>
            <p:nvSpPr>
              <p:cNvPr id="55906" name="Oval 2025"/>
              <p:cNvSpPr>
                <a:spLocks noChangeArrowheads="1"/>
              </p:cNvSpPr>
              <p:nvPr/>
            </p:nvSpPr>
            <p:spPr bwMode="auto">
              <a:xfrm>
                <a:off x="4658" y="3272"/>
                <a:ext cx="32" cy="32"/>
              </a:xfrm>
              <a:prstGeom prst="ellipse">
                <a:avLst/>
              </a:prstGeom>
              <a:solidFill>
                <a:schemeClr val="tx1"/>
              </a:solidFill>
              <a:ln w="25400">
                <a:solidFill>
                  <a:schemeClr val="tx1"/>
                </a:solidFill>
                <a:round/>
                <a:headEnd/>
                <a:tailEnd/>
              </a:ln>
            </p:spPr>
            <p:txBody>
              <a:bodyPr/>
              <a:lstStyle/>
              <a:p>
                <a:endParaRPr lang="en-US"/>
              </a:p>
            </p:txBody>
          </p:sp>
          <p:sp>
            <p:nvSpPr>
              <p:cNvPr id="55907" name="Oval 2026"/>
              <p:cNvSpPr>
                <a:spLocks noChangeArrowheads="1"/>
              </p:cNvSpPr>
              <p:nvPr/>
            </p:nvSpPr>
            <p:spPr bwMode="auto">
              <a:xfrm>
                <a:off x="4658" y="3575"/>
                <a:ext cx="32" cy="40"/>
              </a:xfrm>
              <a:prstGeom prst="ellipse">
                <a:avLst/>
              </a:prstGeom>
              <a:solidFill>
                <a:schemeClr val="tx1"/>
              </a:solidFill>
              <a:ln w="9525">
                <a:solidFill>
                  <a:schemeClr val="tx1"/>
                </a:solidFill>
                <a:round/>
                <a:headEnd/>
                <a:tailEnd/>
              </a:ln>
            </p:spPr>
            <p:txBody>
              <a:bodyPr/>
              <a:lstStyle/>
              <a:p>
                <a:endParaRPr lang="en-US"/>
              </a:p>
            </p:txBody>
          </p:sp>
          <p:sp>
            <p:nvSpPr>
              <p:cNvPr id="55908" name="Oval 2027"/>
              <p:cNvSpPr>
                <a:spLocks noChangeArrowheads="1"/>
              </p:cNvSpPr>
              <p:nvPr/>
            </p:nvSpPr>
            <p:spPr bwMode="auto">
              <a:xfrm>
                <a:off x="4658" y="3575"/>
                <a:ext cx="32" cy="40"/>
              </a:xfrm>
              <a:prstGeom prst="ellipse">
                <a:avLst/>
              </a:prstGeom>
              <a:solidFill>
                <a:schemeClr val="tx1"/>
              </a:solidFill>
              <a:ln w="25400">
                <a:solidFill>
                  <a:schemeClr val="tx1"/>
                </a:solidFill>
                <a:round/>
                <a:headEnd/>
                <a:tailEnd/>
              </a:ln>
            </p:spPr>
            <p:txBody>
              <a:bodyPr/>
              <a:lstStyle/>
              <a:p>
                <a:endParaRPr lang="en-US"/>
              </a:p>
            </p:txBody>
          </p:sp>
        </p:grpSp>
        <p:grpSp>
          <p:nvGrpSpPr>
            <p:cNvPr id="55445" name="Group 2028"/>
            <p:cNvGrpSpPr>
              <a:grpSpLocks/>
            </p:cNvGrpSpPr>
            <p:nvPr/>
          </p:nvGrpSpPr>
          <p:grpSpPr bwMode="auto">
            <a:xfrm>
              <a:off x="4251" y="2650"/>
              <a:ext cx="415" cy="56"/>
              <a:chOff x="4251" y="2650"/>
              <a:chExt cx="415" cy="56"/>
            </a:xfrm>
          </p:grpSpPr>
          <p:sp>
            <p:nvSpPr>
              <p:cNvPr id="55897" name="Freeform 2029"/>
              <p:cNvSpPr>
                <a:spLocks/>
              </p:cNvSpPr>
              <p:nvPr/>
            </p:nvSpPr>
            <p:spPr bwMode="auto">
              <a:xfrm>
                <a:off x="4554" y="2650"/>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chemeClr val="tx1"/>
              </a:solidFill>
              <a:ln w="9525">
                <a:solidFill>
                  <a:schemeClr val="tx1"/>
                </a:solidFill>
                <a:round/>
                <a:headEnd/>
                <a:tailEnd/>
              </a:ln>
            </p:spPr>
            <p:txBody>
              <a:bodyPr/>
              <a:lstStyle/>
              <a:p>
                <a:endParaRPr lang="en-US"/>
              </a:p>
            </p:txBody>
          </p:sp>
          <p:grpSp>
            <p:nvGrpSpPr>
              <p:cNvPr id="55898" name="Group 2030"/>
              <p:cNvGrpSpPr>
                <a:grpSpLocks/>
              </p:cNvGrpSpPr>
              <p:nvPr/>
            </p:nvGrpSpPr>
            <p:grpSpPr bwMode="auto">
              <a:xfrm>
                <a:off x="4251" y="2674"/>
                <a:ext cx="295" cy="1"/>
                <a:chOff x="4251" y="2674"/>
                <a:chExt cx="295" cy="1"/>
              </a:xfrm>
            </p:grpSpPr>
            <p:sp>
              <p:nvSpPr>
                <p:cNvPr id="55899" name="Line 2031"/>
                <p:cNvSpPr>
                  <a:spLocks noChangeShapeType="1"/>
                </p:cNvSpPr>
                <p:nvPr/>
              </p:nvSpPr>
              <p:spPr bwMode="auto">
                <a:xfrm>
                  <a:off x="4251"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900" name="Line 2032"/>
                <p:cNvSpPr>
                  <a:spLocks noChangeShapeType="1"/>
                </p:cNvSpPr>
                <p:nvPr/>
              </p:nvSpPr>
              <p:spPr bwMode="auto">
                <a:xfrm>
                  <a:off x="4307"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901" name="Line 2033"/>
                <p:cNvSpPr>
                  <a:spLocks noChangeShapeType="1"/>
                </p:cNvSpPr>
                <p:nvPr/>
              </p:nvSpPr>
              <p:spPr bwMode="auto">
                <a:xfrm>
                  <a:off x="4363"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902" name="Line 2034"/>
                <p:cNvSpPr>
                  <a:spLocks noChangeShapeType="1"/>
                </p:cNvSpPr>
                <p:nvPr/>
              </p:nvSpPr>
              <p:spPr bwMode="auto">
                <a:xfrm>
                  <a:off x="4419"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903" name="Line 2035"/>
                <p:cNvSpPr>
                  <a:spLocks noChangeShapeType="1"/>
                </p:cNvSpPr>
                <p:nvPr/>
              </p:nvSpPr>
              <p:spPr bwMode="auto">
                <a:xfrm>
                  <a:off x="4475"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904" name="Line 2036"/>
                <p:cNvSpPr>
                  <a:spLocks noChangeShapeType="1"/>
                </p:cNvSpPr>
                <p:nvPr/>
              </p:nvSpPr>
              <p:spPr bwMode="auto">
                <a:xfrm>
                  <a:off x="4530" y="2674"/>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446" name="Group 2037"/>
            <p:cNvGrpSpPr>
              <a:grpSpLocks/>
            </p:cNvGrpSpPr>
            <p:nvPr/>
          </p:nvGrpSpPr>
          <p:grpSpPr bwMode="auto">
            <a:xfrm>
              <a:off x="4251" y="1733"/>
              <a:ext cx="415" cy="56"/>
              <a:chOff x="4251" y="1733"/>
              <a:chExt cx="415" cy="56"/>
            </a:xfrm>
          </p:grpSpPr>
          <p:sp>
            <p:nvSpPr>
              <p:cNvPr id="55889" name="Freeform 2038"/>
              <p:cNvSpPr>
                <a:spLocks/>
              </p:cNvSpPr>
              <p:nvPr/>
            </p:nvSpPr>
            <p:spPr bwMode="auto">
              <a:xfrm>
                <a:off x="4554" y="1733"/>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chemeClr val="tx1"/>
              </a:solidFill>
              <a:ln w="9525">
                <a:solidFill>
                  <a:schemeClr val="tx1"/>
                </a:solidFill>
                <a:round/>
                <a:headEnd/>
                <a:tailEnd/>
              </a:ln>
            </p:spPr>
            <p:txBody>
              <a:bodyPr/>
              <a:lstStyle/>
              <a:p>
                <a:endParaRPr lang="en-US"/>
              </a:p>
            </p:txBody>
          </p:sp>
          <p:grpSp>
            <p:nvGrpSpPr>
              <p:cNvPr id="55890" name="Group 2039"/>
              <p:cNvGrpSpPr>
                <a:grpSpLocks/>
              </p:cNvGrpSpPr>
              <p:nvPr/>
            </p:nvGrpSpPr>
            <p:grpSpPr bwMode="auto">
              <a:xfrm>
                <a:off x="4251" y="1757"/>
                <a:ext cx="295" cy="1"/>
                <a:chOff x="4251" y="1757"/>
                <a:chExt cx="295" cy="1"/>
              </a:xfrm>
            </p:grpSpPr>
            <p:sp>
              <p:nvSpPr>
                <p:cNvPr id="55891" name="Line 2040"/>
                <p:cNvSpPr>
                  <a:spLocks noChangeShapeType="1"/>
                </p:cNvSpPr>
                <p:nvPr/>
              </p:nvSpPr>
              <p:spPr bwMode="auto">
                <a:xfrm>
                  <a:off x="4251"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892" name="Line 2041"/>
                <p:cNvSpPr>
                  <a:spLocks noChangeShapeType="1"/>
                </p:cNvSpPr>
                <p:nvPr/>
              </p:nvSpPr>
              <p:spPr bwMode="auto">
                <a:xfrm>
                  <a:off x="4307"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893" name="Line 2042"/>
                <p:cNvSpPr>
                  <a:spLocks noChangeShapeType="1"/>
                </p:cNvSpPr>
                <p:nvPr/>
              </p:nvSpPr>
              <p:spPr bwMode="auto">
                <a:xfrm>
                  <a:off x="4363"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894" name="Line 2043"/>
                <p:cNvSpPr>
                  <a:spLocks noChangeShapeType="1"/>
                </p:cNvSpPr>
                <p:nvPr/>
              </p:nvSpPr>
              <p:spPr bwMode="auto">
                <a:xfrm>
                  <a:off x="4419"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895" name="Line 2044"/>
                <p:cNvSpPr>
                  <a:spLocks noChangeShapeType="1"/>
                </p:cNvSpPr>
                <p:nvPr/>
              </p:nvSpPr>
              <p:spPr bwMode="auto">
                <a:xfrm>
                  <a:off x="4475"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896" name="Line 2045"/>
                <p:cNvSpPr>
                  <a:spLocks noChangeShapeType="1"/>
                </p:cNvSpPr>
                <p:nvPr/>
              </p:nvSpPr>
              <p:spPr bwMode="auto">
                <a:xfrm>
                  <a:off x="4530" y="1757"/>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447" name="Group 2046"/>
            <p:cNvGrpSpPr>
              <a:grpSpLocks/>
            </p:cNvGrpSpPr>
            <p:nvPr/>
          </p:nvGrpSpPr>
          <p:grpSpPr bwMode="auto">
            <a:xfrm>
              <a:off x="3325" y="3264"/>
              <a:ext cx="415" cy="56"/>
              <a:chOff x="3325" y="3264"/>
              <a:chExt cx="415" cy="56"/>
            </a:xfrm>
          </p:grpSpPr>
          <p:sp>
            <p:nvSpPr>
              <p:cNvPr id="55881" name="Freeform 2047"/>
              <p:cNvSpPr>
                <a:spLocks/>
              </p:cNvSpPr>
              <p:nvPr/>
            </p:nvSpPr>
            <p:spPr bwMode="auto">
              <a:xfrm>
                <a:off x="3628" y="3264"/>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chemeClr val="tx1"/>
              </a:solidFill>
              <a:ln w="9525">
                <a:solidFill>
                  <a:schemeClr val="tx1"/>
                </a:solidFill>
                <a:round/>
                <a:headEnd/>
                <a:tailEnd/>
              </a:ln>
            </p:spPr>
            <p:txBody>
              <a:bodyPr/>
              <a:lstStyle/>
              <a:p>
                <a:endParaRPr lang="en-US"/>
              </a:p>
            </p:txBody>
          </p:sp>
          <p:grpSp>
            <p:nvGrpSpPr>
              <p:cNvPr id="55882" name="Group 2048"/>
              <p:cNvGrpSpPr>
                <a:grpSpLocks/>
              </p:cNvGrpSpPr>
              <p:nvPr/>
            </p:nvGrpSpPr>
            <p:grpSpPr bwMode="auto">
              <a:xfrm>
                <a:off x="3325" y="3288"/>
                <a:ext cx="295" cy="1"/>
                <a:chOff x="3325" y="3288"/>
                <a:chExt cx="295" cy="1"/>
              </a:xfrm>
            </p:grpSpPr>
            <p:sp>
              <p:nvSpPr>
                <p:cNvPr id="55883" name="Line 2049"/>
                <p:cNvSpPr>
                  <a:spLocks noChangeShapeType="1"/>
                </p:cNvSpPr>
                <p:nvPr/>
              </p:nvSpPr>
              <p:spPr bwMode="auto">
                <a:xfrm>
                  <a:off x="3325"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884" name="Line 2050"/>
                <p:cNvSpPr>
                  <a:spLocks noChangeShapeType="1"/>
                </p:cNvSpPr>
                <p:nvPr/>
              </p:nvSpPr>
              <p:spPr bwMode="auto">
                <a:xfrm>
                  <a:off x="3381"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885" name="Line 2051"/>
                <p:cNvSpPr>
                  <a:spLocks noChangeShapeType="1"/>
                </p:cNvSpPr>
                <p:nvPr/>
              </p:nvSpPr>
              <p:spPr bwMode="auto">
                <a:xfrm>
                  <a:off x="3437"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886" name="Line 2052"/>
                <p:cNvSpPr>
                  <a:spLocks noChangeShapeType="1"/>
                </p:cNvSpPr>
                <p:nvPr/>
              </p:nvSpPr>
              <p:spPr bwMode="auto">
                <a:xfrm>
                  <a:off x="3493" y="3288"/>
                  <a:ext cx="23"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887" name="Line 2053"/>
                <p:cNvSpPr>
                  <a:spLocks noChangeShapeType="1"/>
                </p:cNvSpPr>
                <p:nvPr/>
              </p:nvSpPr>
              <p:spPr bwMode="auto">
                <a:xfrm>
                  <a:off x="3548"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888" name="Line 2054"/>
                <p:cNvSpPr>
                  <a:spLocks noChangeShapeType="1"/>
                </p:cNvSpPr>
                <p:nvPr/>
              </p:nvSpPr>
              <p:spPr bwMode="auto">
                <a:xfrm>
                  <a:off x="3604" y="3288"/>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448" name="Group 2055"/>
            <p:cNvGrpSpPr>
              <a:grpSpLocks/>
            </p:cNvGrpSpPr>
            <p:nvPr/>
          </p:nvGrpSpPr>
          <p:grpSpPr bwMode="auto">
            <a:xfrm>
              <a:off x="3780" y="3256"/>
              <a:ext cx="415" cy="56"/>
              <a:chOff x="3780" y="3256"/>
              <a:chExt cx="415" cy="56"/>
            </a:xfrm>
          </p:grpSpPr>
          <p:sp>
            <p:nvSpPr>
              <p:cNvPr id="55873" name="Freeform 2056"/>
              <p:cNvSpPr>
                <a:spLocks/>
              </p:cNvSpPr>
              <p:nvPr/>
            </p:nvSpPr>
            <p:spPr bwMode="auto">
              <a:xfrm>
                <a:off x="4083" y="325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chemeClr val="tx1"/>
              </a:solidFill>
              <a:ln w="9525">
                <a:solidFill>
                  <a:schemeClr val="tx1"/>
                </a:solidFill>
                <a:round/>
                <a:headEnd/>
                <a:tailEnd/>
              </a:ln>
            </p:spPr>
            <p:txBody>
              <a:bodyPr/>
              <a:lstStyle/>
              <a:p>
                <a:endParaRPr lang="en-US"/>
              </a:p>
            </p:txBody>
          </p:sp>
          <p:grpSp>
            <p:nvGrpSpPr>
              <p:cNvPr id="55874" name="Group 2057"/>
              <p:cNvGrpSpPr>
                <a:grpSpLocks/>
              </p:cNvGrpSpPr>
              <p:nvPr/>
            </p:nvGrpSpPr>
            <p:grpSpPr bwMode="auto">
              <a:xfrm>
                <a:off x="3780" y="3288"/>
                <a:ext cx="295" cy="1"/>
                <a:chOff x="3780" y="3288"/>
                <a:chExt cx="295" cy="1"/>
              </a:xfrm>
            </p:grpSpPr>
            <p:sp>
              <p:nvSpPr>
                <p:cNvPr id="55875" name="Line 2058"/>
                <p:cNvSpPr>
                  <a:spLocks noChangeShapeType="1"/>
                </p:cNvSpPr>
                <p:nvPr/>
              </p:nvSpPr>
              <p:spPr bwMode="auto">
                <a:xfrm>
                  <a:off x="3780"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876" name="Line 2059"/>
                <p:cNvSpPr>
                  <a:spLocks noChangeShapeType="1"/>
                </p:cNvSpPr>
                <p:nvPr/>
              </p:nvSpPr>
              <p:spPr bwMode="auto">
                <a:xfrm>
                  <a:off x="3836"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877" name="Line 2060"/>
                <p:cNvSpPr>
                  <a:spLocks noChangeShapeType="1"/>
                </p:cNvSpPr>
                <p:nvPr/>
              </p:nvSpPr>
              <p:spPr bwMode="auto">
                <a:xfrm>
                  <a:off x="3892"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878" name="Line 2061"/>
                <p:cNvSpPr>
                  <a:spLocks noChangeShapeType="1"/>
                </p:cNvSpPr>
                <p:nvPr/>
              </p:nvSpPr>
              <p:spPr bwMode="auto">
                <a:xfrm>
                  <a:off x="3948"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879" name="Line 2062"/>
                <p:cNvSpPr>
                  <a:spLocks noChangeShapeType="1"/>
                </p:cNvSpPr>
                <p:nvPr/>
              </p:nvSpPr>
              <p:spPr bwMode="auto">
                <a:xfrm>
                  <a:off x="4004" y="3288"/>
                  <a:ext cx="23"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880" name="Line 2063"/>
                <p:cNvSpPr>
                  <a:spLocks noChangeShapeType="1"/>
                </p:cNvSpPr>
                <p:nvPr/>
              </p:nvSpPr>
              <p:spPr bwMode="auto">
                <a:xfrm>
                  <a:off x="4059" y="3288"/>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449" name="Group 2064"/>
            <p:cNvGrpSpPr>
              <a:grpSpLocks/>
            </p:cNvGrpSpPr>
            <p:nvPr/>
          </p:nvGrpSpPr>
          <p:grpSpPr bwMode="auto">
            <a:xfrm>
              <a:off x="4251" y="3256"/>
              <a:ext cx="415" cy="56"/>
              <a:chOff x="4251" y="3256"/>
              <a:chExt cx="415" cy="56"/>
            </a:xfrm>
          </p:grpSpPr>
          <p:sp>
            <p:nvSpPr>
              <p:cNvPr id="55865" name="Freeform 2065"/>
              <p:cNvSpPr>
                <a:spLocks/>
              </p:cNvSpPr>
              <p:nvPr/>
            </p:nvSpPr>
            <p:spPr bwMode="auto">
              <a:xfrm>
                <a:off x="4554" y="3256"/>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chemeClr val="tx1"/>
              </a:solidFill>
              <a:ln w="9525">
                <a:solidFill>
                  <a:schemeClr val="tx1"/>
                </a:solidFill>
                <a:round/>
                <a:headEnd/>
                <a:tailEnd/>
              </a:ln>
            </p:spPr>
            <p:txBody>
              <a:bodyPr/>
              <a:lstStyle/>
              <a:p>
                <a:endParaRPr lang="en-US"/>
              </a:p>
            </p:txBody>
          </p:sp>
          <p:grpSp>
            <p:nvGrpSpPr>
              <p:cNvPr id="55866" name="Group 2066"/>
              <p:cNvGrpSpPr>
                <a:grpSpLocks/>
              </p:cNvGrpSpPr>
              <p:nvPr/>
            </p:nvGrpSpPr>
            <p:grpSpPr bwMode="auto">
              <a:xfrm>
                <a:off x="4251" y="3288"/>
                <a:ext cx="295" cy="1"/>
                <a:chOff x="4251" y="3288"/>
                <a:chExt cx="295" cy="1"/>
              </a:xfrm>
            </p:grpSpPr>
            <p:sp>
              <p:nvSpPr>
                <p:cNvPr id="55867" name="Line 2067"/>
                <p:cNvSpPr>
                  <a:spLocks noChangeShapeType="1"/>
                </p:cNvSpPr>
                <p:nvPr/>
              </p:nvSpPr>
              <p:spPr bwMode="auto">
                <a:xfrm>
                  <a:off x="4251"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868" name="Line 2068"/>
                <p:cNvSpPr>
                  <a:spLocks noChangeShapeType="1"/>
                </p:cNvSpPr>
                <p:nvPr/>
              </p:nvSpPr>
              <p:spPr bwMode="auto">
                <a:xfrm>
                  <a:off x="4307"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869" name="Line 2069"/>
                <p:cNvSpPr>
                  <a:spLocks noChangeShapeType="1"/>
                </p:cNvSpPr>
                <p:nvPr/>
              </p:nvSpPr>
              <p:spPr bwMode="auto">
                <a:xfrm>
                  <a:off x="4363"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870" name="Line 2070"/>
                <p:cNvSpPr>
                  <a:spLocks noChangeShapeType="1"/>
                </p:cNvSpPr>
                <p:nvPr/>
              </p:nvSpPr>
              <p:spPr bwMode="auto">
                <a:xfrm>
                  <a:off x="4419"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871" name="Line 2071"/>
                <p:cNvSpPr>
                  <a:spLocks noChangeShapeType="1"/>
                </p:cNvSpPr>
                <p:nvPr/>
              </p:nvSpPr>
              <p:spPr bwMode="auto">
                <a:xfrm>
                  <a:off x="4475" y="3288"/>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872" name="Line 2072"/>
                <p:cNvSpPr>
                  <a:spLocks noChangeShapeType="1"/>
                </p:cNvSpPr>
                <p:nvPr/>
              </p:nvSpPr>
              <p:spPr bwMode="auto">
                <a:xfrm>
                  <a:off x="4530" y="3288"/>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450" name="Group 2073"/>
            <p:cNvGrpSpPr>
              <a:grpSpLocks/>
            </p:cNvGrpSpPr>
            <p:nvPr/>
          </p:nvGrpSpPr>
          <p:grpSpPr bwMode="auto">
            <a:xfrm>
              <a:off x="3325" y="3567"/>
              <a:ext cx="415" cy="56"/>
              <a:chOff x="3325" y="3567"/>
              <a:chExt cx="415" cy="56"/>
            </a:xfrm>
          </p:grpSpPr>
          <p:sp>
            <p:nvSpPr>
              <p:cNvPr id="55857" name="Freeform 2074"/>
              <p:cNvSpPr>
                <a:spLocks/>
              </p:cNvSpPr>
              <p:nvPr/>
            </p:nvSpPr>
            <p:spPr bwMode="auto">
              <a:xfrm>
                <a:off x="3628" y="3567"/>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chemeClr val="tx1"/>
              </a:solidFill>
              <a:ln w="9525">
                <a:solidFill>
                  <a:schemeClr val="tx1"/>
                </a:solidFill>
                <a:round/>
                <a:headEnd/>
                <a:tailEnd/>
              </a:ln>
            </p:spPr>
            <p:txBody>
              <a:bodyPr/>
              <a:lstStyle/>
              <a:p>
                <a:endParaRPr lang="en-US"/>
              </a:p>
            </p:txBody>
          </p:sp>
          <p:grpSp>
            <p:nvGrpSpPr>
              <p:cNvPr id="55858" name="Group 2075"/>
              <p:cNvGrpSpPr>
                <a:grpSpLocks/>
              </p:cNvGrpSpPr>
              <p:nvPr/>
            </p:nvGrpSpPr>
            <p:grpSpPr bwMode="auto">
              <a:xfrm>
                <a:off x="3325" y="3599"/>
                <a:ext cx="295" cy="1"/>
                <a:chOff x="3325" y="3599"/>
                <a:chExt cx="295" cy="1"/>
              </a:xfrm>
            </p:grpSpPr>
            <p:sp>
              <p:nvSpPr>
                <p:cNvPr id="55859" name="Line 2076"/>
                <p:cNvSpPr>
                  <a:spLocks noChangeShapeType="1"/>
                </p:cNvSpPr>
                <p:nvPr/>
              </p:nvSpPr>
              <p:spPr bwMode="auto">
                <a:xfrm>
                  <a:off x="3325" y="3599"/>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860" name="Line 2077"/>
                <p:cNvSpPr>
                  <a:spLocks noChangeShapeType="1"/>
                </p:cNvSpPr>
                <p:nvPr/>
              </p:nvSpPr>
              <p:spPr bwMode="auto">
                <a:xfrm>
                  <a:off x="3381" y="3599"/>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861" name="Line 2078"/>
                <p:cNvSpPr>
                  <a:spLocks noChangeShapeType="1"/>
                </p:cNvSpPr>
                <p:nvPr/>
              </p:nvSpPr>
              <p:spPr bwMode="auto">
                <a:xfrm>
                  <a:off x="3437" y="3599"/>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862" name="Line 2079"/>
                <p:cNvSpPr>
                  <a:spLocks noChangeShapeType="1"/>
                </p:cNvSpPr>
                <p:nvPr/>
              </p:nvSpPr>
              <p:spPr bwMode="auto">
                <a:xfrm>
                  <a:off x="3493" y="3599"/>
                  <a:ext cx="23"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863" name="Line 2080"/>
                <p:cNvSpPr>
                  <a:spLocks noChangeShapeType="1"/>
                </p:cNvSpPr>
                <p:nvPr/>
              </p:nvSpPr>
              <p:spPr bwMode="auto">
                <a:xfrm>
                  <a:off x="3548" y="3599"/>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864" name="Line 2081"/>
                <p:cNvSpPr>
                  <a:spLocks noChangeShapeType="1"/>
                </p:cNvSpPr>
                <p:nvPr/>
              </p:nvSpPr>
              <p:spPr bwMode="auto">
                <a:xfrm>
                  <a:off x="3604" y="3599"/>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451" name="Group 2082"/>
            <p:cNvGrpSpPr>
              <a:grpSpLocks/>
            </p:cNvGrpSpPr>
            <p:nvPr/>
          </p:nvGrpSpPr>
          <p:grpSpPr bwMode="auto">
            <a:xfrm>
              <a:off x="3788" y="3567"/>
              <a:ext cx="415" cy="56"/>
              <a:chOff x="3788" y="3567"/>
              <a:chExt cx="415" cy="56"/>
            </a:xfrm>
          </p:grpSpPr>
          <p:sp>
            <p:nvSpPr>
              <p:cNvPr id="55849" name="Freeform 2083"/>
              <p:cNvSpPr>
                <a:spLocks/>
              </p:cNvSpPr>
              <p:nvPr/>
            </p:nvSpPr>
            <p:spPr bwMode="auto">
              <a:xfrm>
                <a:off x="4091"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chemeClr val="tx1"/>
              </a:solidFill>
              <a:ln w="9525">
                <a:solidFill>
                  <a:schemeClr val="tx1"/>
                </a:solidFill>
                <a:round/>
                <a:headEnd/>
                <a:tailEnd/>
              </a:ln>
            </p:spPr>
            <p:txBody>
              <a:bodyPr/>
              <a:lstStyle/>
              <a:p>
                <a:endParaRPr lang="en-US"/>
              </a:p>
            </p:txBody>
          </p:sp>
          <p:grpSp>
            <p:nvGrpSpPr>
              <p:cNvPr id="55850" name="Group 2084"/>
              <p:cNvGrpSpPr>
                <a:grpSpLocks/>
              </p:cNvGrpSpPr>
              <p:nvPr/>
            </p:nvGrpSpPr>
            <p:grpSpPr bwMode="auto">
              <a:xfrm>
                <a:off x="3788" y="3591"/>
                <a:ext cx="295" cy="1"/>
                <a:chOff x="3788" y="3591"/>
                <a:chExt cx="295" cy="1"/>
              </a:xfrm>
            </p:grpSpPr>
            <p:sp>
              <p:nvSpPr>
                <p:cNvPr id="55851" name="Line 2085"/>
                <p:cNvSpPr>
                  <a:spLocks noChangeShapeType="1"/>
                </p:cNvSpPr>
                <p:nvPr/>
              </p:nvSpPr>
              <p:spPr bwMode="auto">
                <a:xfrm>
                  <a:off x="3788"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852" name="Line 2086"/>
                <p:cNvSpPr>
                  <a:spLocks noChangeShapeType="1"/>
                </p:cNvSpPr>
                <p:nvPr/>
              </p:nvSpPr>
              <p:spPr bwMode="auto">
                <a:xfrm>
                  <a:off x="3844"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853" name="Line 2087"/>
                <p:cNvSpPr>
                  <a:spLocks noChangeShapeType="1"/>
                </p:cNvSpPr>
                <p:nvPr/>
              </p:nvSpPr>
              <p:spPr bwMode="auto">
                <a:xfrm>
                  <a:off x="3900"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854" name="Line 2088"/>
                <p:cNvSpPr>
                  <a:spLocks noChangeShapeType="1"/>
                </p:cNvSpPr>
                <p:nvPr/>
              </p:nvSpPr>
              <p:spPr bwMode="auto">
                <a:xfrm>
                  <a:off x="3956"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855" name="Line 2089"/>
                <p:cNvSpPr>
                  <a:spLocks noChangeShapeType="1"/>
                </p:cNvSpPr>
                <p:nvPr/>
              </p:nvSpPr>
              <p:spPr bwMode="auto">
                <a:xfrm>
                  <a:off x="4011"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856" name="Line 2090"/>
                <p:cNvSpPr>
                  <a:spLocks noChangeShapeType="1"/>
                </p:cNvSpPr>
                <p:nvPr/>
              </p:nvSpPr>
              <p:spPr bwMode="auto">
                <a:xfrm>
                  <a:off x="4067" y="3591"/>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452" name="Group 2091"/>
            <p:cNvGrpSpPr>
              <a:grpSpLocks/>
            </p:cNvGrpSpPr>
            <p:nvPr/>
          </p:nvGrpSpPr>
          <p:grpSpPr bwMode="auto">
            <a:xfrm>
              <a:off x="4243" y="3567"/>
              <a:ext cx="415" cy="56"/>
              <a:chOff x="4243" y="3567"/>
              <a:chExt cx="415" cy="56"/>
            </a:xfrm>
          </p:grpSpPr>
          <p:sp>
            <p:nvSpPr>
              <p:cNvPr id="55841" name="Freeform 2092"/>
              <p:cNvSpPr>
                <a:spLocks/>
              </p:cNvSpPr>
              <p:nvPr/>
            </p:nvSpPr>
            <p:spPr bwMode="auto">
              <a:xfrm>
                <a:off x="4546" y="3567"/>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chemeClr val="tx1"/>
              </a:solidFill>
              <a:ln w="9525">
                <a:solidFill>
                  <a:schemeClr val="tx1"/>
                </a:solidFill>
                <a:round/>
                <a:headEnd/>
                <a:tailEnd/>
              </a:ln>
            </p:spPr>
            <p:txBody>
              <a:bodyPr/>
              <a:lstStyle/>
              <a:p>
                <a:endParaRPr lang="en-US"/>
              </a:p>
            </p:txBody>
          </p:sp>
          <p:grpSp>
            <p:nvGrpSpPr>
              <p:cNvPr id="55842" name="Group 2093"/>
              <p:cNvGrpSpPr>
                <a:grpSpLocks/>
              </p:cNvGrpSpPr>
              <p:nvPr/>
            </p:nvGrpSpPr>
            <p:grpSpPr bwMode="auto">
              <a:xfrm>
                <a:off x="4243" y="3599"/>
                <a:ext cx="295" cy="1"/>
                <a:chOff x="4243" y="3599"/>
                <a:chExt cx="295" cy="1"/>
              </a:xfrm>
            </p:grpSpPr>
            <p:sp>
              <p:nvSpPr>
                <p:cNvPr id="55843" name="Line 2094"/>
                <p:cNvSpPr>
                  <a:spLocks noChangeShapeType="1"/>
                </p:cNvSpPr>
                <p:nvPr/>
              </p:nvSpPr>
              <p:spPr bwMode="auto">
                <a:xfrm>
                  <a:off x="4243" y="3599"/>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844" name="Line 2095"/>
                <p:cNvSpPr>
                  <a:spLocks noChangeShapeType="1"/>
                </p:cNvSpPr>
                <p:nvPr/>
              </p:nvSpPr>
              <p:spPr bwMode="auto">
                <a:xfrm>
                  <a:off x="4299" y="3599"/>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845" name="Line 2096"/>
                <p:cNvSpPr>
                  <a:spLocks noChangeShapeType="1"/>
                </p:cNvSpPr>
                <p:nvPr/>
              </p:nvSpPr>
              <p:spPr bwMode="auto">
                <a:xfrm>
                  <a:off x="4355" y="3599"/>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846" name="Line 2097"/>
                <p:cNvSpPr>
                  <a:spLocks noChangeShapeType="1"/>
                </p:cNvSpPr>
                <p:nvPr/>
              </p:nvSpPr>
              <p:spPr bwMode="auto">
                <a:xfrm>
                  <a:off x="4411" y="3599"/>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847" name="Line 2098"/>
                <p:cNvSpPr>
                  <a:spLocks noChangeShapeType="1"/>
                </p:cNvSpPr>
                <p:nvPr/>
              </p:nvSpPr>
              <p:spPr bwMode="auto">
                <a:xfrm>
                  <a:off x="4467" y="3599"/>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848" name="Line 2099"/>
                <p:cNvSpPr>
                  <a:spLocks noChangeShapeType="1"/>
                </p:cNvSpPr>
                <p:nvPr/>
              </p:nvSpPr>
              <p:spPr bwMode="auto">
                <a:xfrm>
                  <a:off x="4522" y="3599"/>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453" name="Group 2100"/>
            <p:cNvGrpSpPr>
              <a:grpSpLocks/>
            </p:cNvGrpSpPr>
            <p:nvPr/>
          </p:nvGrpSpPr>
          <p:grpSpPr bwMode="auto">
            <a:xfrm>
              <a:off x="3788" y="2376"/>
              <a:ext cx="886" cy="290"/>
              <a:chOff x="3788" y="2376"/>
              <a:chExt cx="886" cy="290"/>
            </a:xfrm>
          </p:grpSpPr>
          <p:sp>
            <p:nvSpPr>
              <p:cNvPr id="55839" name="Freeform 2101"/>
              <p:cNvSpPr>
                <a:spLocks/>
              </p:cNvSpPr>
              <p:nvPr/>
            </p:nvSpPr>
            <p:spPr bwMode="auto">
              <a:xfrm>
                <a:off x="4530" y="2594"/>
                <a:ext cx="144" cy="72"/>
              </a:xfrm>
              <a:custGeom>
                <a:avLst/>
                <a:gdLst>
                  <a:gd name="T0" fmla="*/ 144 w 144"/>
                  <a:gd name="T1" fmla="*/ 72 h 72"/>
                  <a:gd name="T2" fmla="*/ 0 w 144"/>
                  <a:gd name="T3" fmla="*/ 64 h 72"/>
                  <a:gd name="T4" fmla="*/ 16 w 144"/>
                  <a:gd name="T5" fmla="*/ 32 h 72"/>
                  <a:gd name="T6" fmla="*/ 24 w 144"/>
                  <a:gd name="T7" fmla="*/ 0 h 72"/>
                  <a:gd name="T8" fmla="*/ 144 w 144"/>
                  <a:gd name="T9" fmla="*/ 72 h 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4" h="72">
                    <a:moveTo>
                      <a:pt x="144" y="72"/>
                    </a:moveTo>
                    <a:lnTo>
                      <a:pt x="0" y="64"/>
                    </a:lnTo>
                    <a:lnTo>
                      <a:pt x="16" y="32"/>
                    </a:lnTo>
                    <a:lnTo>
                      <a:pt x="24" y="0"/>
                    </a:lnTo>
                    <a:lnTo>
                      <a:pt x="144" y="72"/>
                    </a:lnTo>
                    <a:close/>
                  </a:path>
                </a:pathLst>
              </a:custGeom>
              <a:solidFill>
                <a:schemeClr val="tx1"/>
              </a:solidFill>
              <a:ln w="9525">
                <a:solidFill>
                  <a:schemeClr val="tx1"/>
                </a:solidFill>
                <a:round/>
                <a:headEnd/>
                <a:tailEnd/>
              </a:ln>
            </p:spPr>
            <p:txBody>
              <a:bodyPr/>
              <a:lstStyle/>
              <a:p>
                <a:endParaRPr lang="en-US"/>
              </a:p>
            </p:txBody>
          </p:sp>
          <p:sp>
            <p:nvSpPr>
              <p:cNvPr id="55840" name="Line 2102"/>
              <p:cNvSpPr>
                <a:spLocks noChangeShapeType="1"/>
              </p:cNvSpPr>
              <p:nvPr/>
            </p:nvSpPr>
            <p:spPr bwMode="auto">
              <a:xfrm>
                <a:off x="3788" y="2376"/>
                <a:ext cx="766" cy="252"/>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454" name="Group 2103"/>
            <p:cNvGrpSpPr>
              <a:grpSpLocks/>
            </p:cNvGrpSpPr>
            <p:nvPr/>
          </p:nvGrpSpPr>
          <p:grpSpPr bwMode="auto">
            <a:xfrm>
              <a:off x="3309" y="2084"/>
              <a:ext cx="1381" cy="1507"/>
              <a:chOff x="3309" y="2084"/>
              <a:chExt cx="1381" cy="1507"/>
            </a:xfrm>
          </p:grpSpPr>
          <p:sp>
            <p:nvSpPr>
              <p:cNvPr id="55837" name="Freeform 2104"/>
              <p:cNvSpPr>
                <a:spLocks/>
              </p:cNvSpPr>
              <p:nvPr/>
            </p:nvSpPr>
            <p:spPr bwMode="auto">
              <a:xfrm>
                <a:off x="4570" y="2084"/>
                <a:ext cx="120" cy="119"/>
              </a:xfrm>
              <a:custGeom>
                <a:avLst/>
                <a:gdLst>
                  <a:gd name="T0" fmla="*/ 120 w 120"/>
                  <a:gd name="T1" fmla="*/ 0 h 119"/>
                  <a:gd name="T2" fmla="*/ 56 w 120"/>
                  <a:gd name="T3" fmla="*/ 119 h 119"/>
                  <a:gd name="T4" fmla="*/ 24 w 120"/>
                  <a:gd name="T5" fmla="*/ 96 h 119"/>
                  <a:gd name="T6" fmla="*/ 0 w 120"/>
                  <a:gd name="T7" fmla="*/ 72 h 119"/>
                  <a:gd name="T8" fmla="*/ 120 w 120"/>
                  <a:gd name="T9" fmla="*/ 0 h 1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 h="119">
                    <a:moveTo>
                      <a:pt x="120" y="0"/>
                    </a:moveTo>
                    <a:lnTo>
                      <a:pt x="56" y="119"/>
                    </a:lnTo>
                    <a:lnTo>
                      <a:pt x="24" y="96"/>
                    </a:lnTo>
                    <a:lnTo>
                      <a:pt x="0" y="72"/>
                    </a:lnTo>
                    <a:lnTo>
                      <a:pt x="120" y="0"/>
                    </a:lnTo>
                    <a:close/>
                  </a:path>
                </a:pathLst>
              </a:custGeom>
              <a:solidFill>
                <a:schemeClr val="tx1"/>
              </a:solidFill>
              <a:ln w="9525">
                <a:solidFill>
                  <a:schemeClr val="tx1"/>
                </a:solidFill>
                <a:round/>
                <a:headEnd/>
                <a:tailEnd/>
              </a:ln>
            </p:spPr>
            <p:txBody>
              <a:bodyPr/>
              <a:lstStyle/>
              <a:p>
                <a:endParaRPr lang="en-US"/>
              </a:p>
            </p:txBody>
          </p:sp>
          <p:sp>
            <p:nvSpPr>
              <p:cNvPr id="55838" name="Line 2105"/>
              <p:cNvSpPr>
                <a:spLocks noChangeShapeType="1"/>
              </p:cNvSpPr>
              <p:nvPr/>
            </p:nvSpPr>
            <p:spPr bwMode="auto">
              <a:xfrm flipV="1">
                <a:off x="3309" y="2172"/>
                <a:ext cx="1291" cy="1419"/>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455" name="Group 2106"/>
            <p:cNvGrpSpPr>
              <a:grpSpLocks/>
            </p:cNvGrpSpPr>
            <p:nvPr/>
          </p:nvGrpSpPr>
          <p:grpSpPr bwMode="auto">
            <a:xfrm>
              <a:off x="3773" y="2076"/>
              <a:ext cx="909" cy="893"/>
              <a:chOff x="3773" y="2076"/>
              <a:chExt cx="909" cy="893"/>
            </a:xfrm>
          </p:grpSpPr>
          <p:sp>
            <p:nvSpPr>
              <p:cNvPr id="55835" name="Freeform 2107"/>
              <p:cNvSpPr>
                <a:spLocks/>
              </p:cNvSpPr>
              <p:nvPr/>
            </p:nvSpPr>
            <p:spPr bwMode="auto">
              <a:xfrm>
                <a:off x="4562" y="2850"/>
                <a:ext cx="120" cy="119"/>
              </a:xfrm>
              <a:custGeom>
                <a:avLst/>
                <a:gdLst>
                  <a:gd name="T0" fmla="*/ 120 w 120"/>
                  <a:gd name="T1" fmla="*/ 119 h 119"/>
                  <a:gd name="T2" fmla="*/ 0 w 120"/>
                  <a:gd name="T3" fmla="*/ 47 h 119"/>
                  <a:gd name="T4" fmla="*/ 24 w 120"/>
                  <a:gd name="T5" fmla="*/ 23 h 119"/>
                  <a:gd name="T6" fmla="*/ 48 w 120"/>
                  <a:gd name="T7" fmla="*/ 0 h 119"/>
                  <a:gd name="T8" fmla="*/ 120 w 120"/>
                  <a:gd name="T9" fmla="*/ 119 h 1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 h="119">
                    <a:moveTo>
                      <a:pt x="120" y="119"/>
                    </a:moveTo>
                    <a:lnTo>
                      <a:pt x="0" y="47"/>
                    </a:lnTo>
                    <a:lnTo>
                      <a:pt x="24" y="23"/>
                    </a:lnTo>
                    <a:lnTo>
                      <a:pt x="48" y="0"/>
                    </a:lnTo>
                    <a:lnTo>
                      <a:pt x="120" y="119"/>
                    </a:lnTo>
                    <a:close/>
                  </a:path>
                </a:pathLst>
              </a:custGeom>
              <a:solidFill>
                <a:schemeClr val="tx1"/>
              </a:solidFill>
              <a:ln w="9525">
                <a:solidFill>
                  <a:schemeClr val="tx1"/>
                </a:solidFill>
                <a:round/>
                <a:headEnd/>
                <a:tailEnd/>
              </a:ln>
            </p:spPr>
            <p:txBody>
              <a:bodyPr/>
              <a:lstStyle/>
              <a:p>
                <a:endParaRPr lang="en-US"/>
              </a:p>
            </p:txBody>
          </p:sp>
          <p:sp>
            <p:nvSpPr>
              <p:cNvPr id="55836" name="Line 2108"/>
              <p:cNvSpPr>
                <a:spLocks noChangeShapeType="1"/>
              </p:cNvSpPr>
              <p:nvPr/>
            </p:nvSpPr>
            <p:spPr bwMode="auto">
              <a:xfrm>
                <a:off x="3773" y="2076"/>
                <a:ext cx="821" cy="804"/>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456" name="Group 2109"/>
            <p:cNvGrpSpPr>
              <a:grpSpLocks/>
            </p:cNvGrpSpPr>
            <p:nvPr/>
          </p:nvGrpSpPr>
          <p:grpSpPr bwMode="auto">
            <a:xfrm>
              <a:off x="3317" y="2379"/>
              <a:ext cx="910" cy="893"/>
              <a:chOff x="3317" y="2379"/>
              <a:chExt cx="910" cy="893"/>
            </a:xfrm>
          </p:grpSpPr>
          <p:sp>
            <p:nvSpPr>
              <p:cNvPr id="55833" name="Freeform 2110"/>
              <p:cNvSpPr>
                <a:spLocks/>
              </p:cNvSpPr>
              <p:nvPr/>
            </p:nvSpPr>
            <p:spPr bwMode="auto">
              <a:xfrm>
                <a:off x="4107" y="3153"/>
                <a:ext cx="120" cy="119"/>
              </a:xfrm>
              <a:custGeom>
                <a:avLst/>
                <a:gdLst>
                  <a:gd name="T0" fmla="*/ 120 w 120"/>
                  <a:gd name="T1" fmla="*/ 119 h 119"/>
                  <a:gd name="T2" fmla="*/ 0 w 120"/>
                  <a:gd name="T3" fmla="*/ 48 h 119"/>
                  <a:gd name="T4" fmla="*/ 24 w 120"/>
                  <a:gd name="T5" fmla="*/ 24 h 119"/>
                  <a:gd name="T6" fmla="*/ 48 w 120"/>
                  <a:gd name="T7" fmla="*/ 0 h 119"/>
                  <a:gd name="T8" fmla="*/ 120 w 120"/>
                  <a:gd name="T9" fmla="*/ 119 h 1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 h="119">
                    <a:moveTo>
                      <a:pt x="120" y="119"/>
                    </a:moveTo>
                    <a:lnTo>
                      <a:pt x="0" y="48"/>
                    </a:lnTo>
                    <a:lnTo>
                      <a:pt x="24" y="24"/>
                    </a:lnTo>
                    <a:lnTo>
                      <a:pt x="48" y="0"/>
                    </a:lnTo>
                    <a:lnTo>
                      <a:pt x="120" y="119"/>
                    </a:lnTo>
                    <a:close/>
                  </a:path>
                </a:pathLst>
              </a:custGeom>
              <a:solidFill>
                <a:schemeClr val="tx1"/>
              </a:solidFill>
              <a:ln w="9525">
                <a:solidFill>
                  <a:schemeClr val="tx1"/>
                </a:solidFill>
                <a:round/>
                <a:headEnd/>
                <a:tailEnd/>
              </a:ln>
            </p:spPr>
            <p:txBody>
              <a:bodyPr/>
              <a:lstStyle/>
              <a:p>
                <a:endParaRPr lang="en-US"/>
              </a:p>
            </p:txBody>
          </p:sp>
          <p:sp>
            <p:nvSpPr>
              <p:cNvPr id="55834" name="Line 2111"/>
              <p:cNvSpPr>
                <a:spLocks noChangeShapeType="1"/>
              </p:cNvSpPr>
              <p:nvPr/>
            </p:nvSpPr>
            <p:spPr bwMode="auto">
              <a:xfrm>
                <a:off x="3317" y="2379"/>
                <a:ext cx="822" cy="804"/>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457" name="Group 2112"/>
            <p:cNvGrpSpPr>
              <a:grpSpLocks/>
            </p:cNvGrpSpPr>
            <p:nvPr/>
          </p:nvGrpSpPr>
          <p:grpSpPr bwMode="auto">
            <a:xfrm>
              <a:off x="2878" y="1725"/>
              <a:ext cx="415" cy="56"/>
              <a:chOff x="2878" y="1725"/>
              <a:chExt cx="415" cy="56"/>
            </a:xfrm>
          </p:grpSpPr>
          <p:sp>
            <p:nvSpPr>
              <p:cNvPr id="55825" name="Freeform 2113"/>
              <p:cNvSpPr>
                <a:spLocks/>
              </p:cNvSpPr>
              <p:nvPr/>
            </p:nvSpPr>
            <p:spPr bwMode="auto">
              <a:xfrm>
                <a:off x="3181" y="1725"/>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chemeClr val="tx1"/>
              </a:solidFill>
              <a:ln w="9525">
                <a:solidFill>
                  <a:schemeClr val="tx1"/>
                </a:solidFill>
                <a:round/>
                <a:headEnd/>
                <a:tailEnd/>
              </a:ln>
            </p:spPr>
            <p:txBody>
              <a:bodyPr/>
              <a:lstStyle/>
              <a:p>
                <a:endParaRPr lang="en-US"/>
              </a:p>
            </p:txBody>
          </p:sp>
          <p:grpSp>
            <p:nvGrpSpPr>
              <p:cNvPr id="55826" name="Group 2114"/>
              <p:cNvGrpSpPr>
                <a:grpSpLocks/>
              </p:cNvGrpSpPr>
              <p:nvPr/>
            </p:nvGrpSpPr>
            <p:grpSpPr bwMode="auto">
              <a:xfrm>
                <a:off x="2878" y="1757"/>
                <a:ext cx="295" cy="1"/>
                <a:chOff x="2878" y="1757"/>
                <a:chExt cx="295" cy="1"/>
              </a:xfrm>
            </p:grpSpPr>
            <p:sp>
              <p:nvSpPr>
                <p:cNvPr id="55827" name="Line 2115"/>
                <p:cNvSpPr>
                  <a:spLocks noChangeShapeType="1"/>
                </p:cNvSpPr>
                <p:nvPr/>
              </p:nvSpPr>
              <p:spPr bwMode="auto">
                <a:xfrm>
                  <a:off x="2878"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828" name="Line 2116"/>
                <p:cNvSpPr>
                  <a:spLocks noChangeShapeType="1"/>
                </p:cNvSpPr>
                <p:nvPr/>
              </p:nvSpPr>
              <p:spPr bwMode="auto">
                <a:xfrm>
                  <a:off x="2934"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829" name="Line 2117"/>
                <p:cNvSpPr>
                  <a:spLocks noChangeShapeType="1"/>
                </p:cNvSpPr>
                <p:nvPr/>
              </p:nvSpPr>
              <p:spPr bwMode="auto">
                <a:xfrm>
                  <a:off x="2990" y="1757"/>
                  <a:ext cx="23"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830" name="Line 2118"/>
                <p:cNvSpPr>
                  <a:spLocks noChangeShapeType="1"/>
                </p:cNvSpPr>
                <p:nvPr/>
              </p:nvSpPr>
              <p:spPr bwMode="auto">
                <a:xfrm>
                  <a:off x="3045"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831" name="Line 2119"/>
                <p:cNvSpPr>
                  <a:spLocks noChangeShapeType="1"/>
                </p:cNvSpPr>
                <p:nvPr/>
              </p:nvSpPr>
              <p:spPr bwMode="auto">
                <a:xfrm>
                  <a:off x="3101" y="1757"/>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832" name="Line 2120"/>
                <p:cNvSpPr>
                  <a:spLocks noChangeShapeType="1"/>
                </p:cNvSpPr>
                <p:nvPr/>
              </p:nvSpPr>
              <p:spPr bwMode="auto">
                <a:xfrm>
                  <a:off x="3157" y="1757"/>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458" name="Group 2121"/>
            <p:cNvGrpSpPr>
              <a:grpSpLocks/>
            </p:cNvGrpSpPr>
            <p:nvPr/>
          </p:nvGrpSpPr>
          <p:grpSpPr bwMode="auto">
            <a:xfrm>
              <a:off x="2878" y="2036"/>
              <a:ext cx="415" cy="56"/>
              <a:chOff x="2878" y="2036"/>
              <a:chExt cx="415" cy="56"/>
            </a:xfrm>
          </p:grpSpPr>
          <p:sp>
            <p:nvSpPr>
              <p:cNvPr id="55817" name="Freeform 2122"/>
              <p:cNvSpPr>
                <a:spLocks/>
              </p:cNvSpPr>
              <p:nvPr/>
            </p:nvSpPr>
            <p:spPr bwMode="auto">
              <a:xfrm>
                <a:off x="3181" y="2036"/>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chemeClr val="tx1"/>
              </a:solidFill>
              <a:ln w="9525">
                <a:solidFill>
                  <a:schemeClr val="tx1"/>
                </a:solidFill>
                <a:round/>
                <a:headEnd/>
                <a:tailEnd/>
              </a:ln>
            </p:spPr>
            <p:txBody>
              <a:bodyPr/>
              <a:lstStyle/>
              <a:p>
                <a:endParaRPr lang="en-US"/>
              </a:p>
            </p:txBody>
          </p:sp>
          <p:grpSp>
            <p:nvGrpSpPr>
              <p:cNvPr id="55818" name="Group 2123"/>
              <p:cNvGrpSpPr>
                <a:grpSpLocks/>
              </p:cNvGrpSpPr>
              <p:nvPr/>
            </p:nvGrpSpPr>
            <p:grpSpPr bwMode="auto">
              <a:xfrm>
                <a:off x="2878" y="2060"/>
                <a:ext cx="295" cy="1"/>
                <a:chOff x="2878" y="2060"/>
                <a:chExt cx="295" cy="1"/>
              </a:xfrm>
            </p:grpSpPr>
            <p:sp>
              <p:nvSpPr>
                <p:cNvPr id="55819" name="Line 2124"/>
                <p:cNvSpPr>
                  <a:spLocks noChangeShapeType="1"/>
                </p:cNvSpPr>
                <p:nvPr/>
              </p:nvSpPr>
              <p:spPr bwMode="auto">
                <a:xfrm>
                  <a:off x="2878" y="2060"/>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820" name="Line 2125"/>
                <p:cNvSpPr>
                  <a:spLocks noChangeShapeType="1"/>
                </p:cNvSpPr>
                <p:nvPr/>
              </p:nvSpPr>
              <p:spPr bwMode="auto">
                <a:xfrm>
                  <a:off x="2934" y="2060"/>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821" name="Line 2126"/>
                <p:cNvSpPr>
                  <a:spLocks noChangeShapeType="1"/>
                </p:cNvSpPr>
                <p:nvPr/>
              </p:nvSpPr>
              <p:spPr bwMode="auto">
                <a:xfrm>
                  <a:off x="2990" y="2060"/>
                  <a:ext cx="23"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822" name="Line 2127"/>
                <p:cNvSpPr>
                  <a:spLocks noChangeShapeType="1"/>
                </p:cNvSpPr>
                <p:nvPr/>
              </p:nvSpPr>
              <p:spPr bwMode="auto">
                <a:xfrm>
                  <a:off x="3045" y="2060"/>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823" name="Line 2128"/>
                <p:cNvSpPr>
                  <a:spLocks noChangeShapeType="1"/>
                </p:cNvSpPr>
                <p:nvPr/>
              </p:nvSpPr>
              <p:spPr bwMode="auto">
                <a:xfrm>
                  <a:off x="3101" y="2060"/>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824" name="Line 2129"/>
                <p:cNvSpPr>
                  <a:spLocks noChangeShapeType="1"/>
                </p:cNvSpPr>
                <p:nvPr/>
              </p:nvSpPr>
              <p:spPr bwMode="auto">
                <a:xfrm>
                  <a:off x="3157" y="2060"/>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459" name="Group 2130"/>
            <p:cNvGrpSpPr>
              <a:grpSpLocks/>
            </p:cNvGrpSpPr>
            <p:nvPr/>
          </p:nvGrpSpPr>
          <p:grpSpPr bwMode="auto">
            <a:xfrm>
              <a:off x="2886" y="2339"/>
              <a:ext cx="415" cy="56"/>
              <a:chOff x="2886" y="2339"/>
              <a:chExt cx="415" cy="56"/>
            </a:xfrm>
          </p:grpSpPr>
          <p:sp>
            <p:nvSpPr>
              <p:cNvPr id="55809" name="Freeform 2131"/>
              <p:cNvSpPr>
                <a:spLocks/>
              </p:cNvSpPr>
              <p:nvPr/>
            </p:nvSpPr>
            <p:spPr bwMode="auto">
              <a:xfrm>
                <a:off x="3189" y="2339"/>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chemeClr val="tx1"/>
              </a:solidFill>
              <a:ln w="9525">
                <a:solidFill>
                  <a:schemeClr val="tx1"/>
                </a:solidFill>
                <a:round/>
                <a:headEnd/>
                <a:tailEnd/>
              </a:ln>
            </p:spPr>
            <p:txBody>
              <a:bodyPr/>
              <a:lstStyle/>
              <a:p>
                <a:endParaRPr lang="en-US"/>
              </a:p>
            </p:txBody>
          </p:sp>
          <p:grpSp>
            <p:nvGrpSpPr>
              <p:cNvPr id="55810" name="Group 2132"/>
              <p:cNvGrpSpPr>
                <a:grpSpLocks/>
              </p:cNvGrpSpPr>
              <p:nvPr/>
            </p:nvGrpSpPr>
            <p:grpSpPr bwMode="auto">
              <a:xfrm>
                <a:off x="2886" y="2371"/>
                <a:ext cx="295" cy="1"/>
                <a:chOff x="2886" y="2371"/>
                <a:chExt cx="295" cy="1"/>
              </a:xfrm>
            </p:grpSpPr>
            <p:sp>
              <p:nvSpPr>
                <p:cNvPr id="55811" name="Line 2133"/>
                <p:cNvSpPr>
                  <a:spLocks noChangeShapeType="1"/>
                </p:cNvSpPr>
                <p:nvPr/>
              </p:nvSpPr>
              <p:spPr bwMode="auto">
                <a:xfrm>
                  <a:off x="2886"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812" name="Line 2134"/>
                <p:cNvSpPr>
                  <a:spLocks noChangeShapeType="1"/>
                </p:cNvSpPr>
                <p:nvPr/>
              </p:nvSpPr>
              <p:spPr bwMode="auto">
                <a:xfrm>
                  <a:off x="2942"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813" name="Line 2135"/>
                <p:cNvSpPr>
                  <a:spLocks noChangeShapeType="1"/>
                </p:cNvSpPr>
                <p:nvPr/>
              </p:nvSpPr>
              <p:spPr bwMode="auto">
                <a:xfrm>
                  <a:off x="2998" y="2371"/>
                  <a:ext cx="23"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814" name="Line 2136"/>
                <p:cNvSpPr>
                  <a:spLocks noChangeShapeType="1"/>
                </p:cNvSpPr>
                <p:nvPr/>
              </p:nvSpPr>
              <p:spPr bwMode="auto">
                <a:xfrm>
                  <a:off x="3053"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815" name="Line 2137"/>
                <p:cNvSpPr>
                  <a:spLocks noChangeShapeType="1"/>
                </p:cNvSpPr>
                <p:nvPr/>
              </p:nvSpPr>
              <p:spPr bwMode="auto">
                <a:xfrm>
                  <a:off x="3109" y="237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816" name="Line 2138"/>
                <p:cNvSpPr>
                  <a:spLocks noChangeShapeType="1"/>
                </p:cNvSpPr>
                <p:nvPr/>
              </p:nvSpPr>
              <p:spPr bwMode="auto">
                <a:xfrm>
                  <a:off x="3165" y="2371"/>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460" name="Group 2139"/>
            <p:cNvGrpSpPr>
              <a:grpSpLocks/>
            </p:cNvGrpSpPr>
            <p:nvPr/>
          </p:nvGrpSpPr>
          <p:grpSpPr bwMode="auto">
            <a:xfrm>
              <a:off x="2878" y="2642"/>
              <a:ext cx="415" cy="56"/>
              <a:chOff x="2878" y="2642"/>
              <a:chExt cx="415" cy="56"/>
            </a:xfrm>
          </p:grpSpPr>
          <p:sp>
            <p:nvSpPr>
              <p:cNvPr id="55801" name="Freeform 2140"/>
              <p:cNvSpPr>
                <a:spLocks/>
              </p:cNvSpPr>
              <p:nvPr/>
            </p:nvSpPr>
            <p:spPr bwMode="auto">
              <a:xfrm>
                <a:off x="3181" y="2642"/>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chemeClr val="tx1"/>
              </a:solidFill>
              <a:ln w="9525">
                <a:solidFill>
                  <a:schemeClr val="tx1"/>
                </a:solidFill>
                <a:round/>
                <a:headEnd/>
                <a:tailEnd/>
              </a:ln>
            </p:spPr>
            <p:txBody>
              <a:bodyPr/>
              <a:lstStyle/>
              <a:p>
                <a:endParaRPr lang="en-US"/>
              </a:p>
            </p:txBody>
          </p:sp>
          <p:grpSp>
            <p:nvGrpSpPr>
              <p:cNvPr id="55802" name="Group 2141"/>
              <p:cNvGrpSpPr>
                <a:grpSpLocks/>
              </p:cNvGrpSpPr>
              <p:nvPr/>
            </p:nvGrpSpPr>
            <p:grpSpPr bwMode="auto">
              <a:xfrm>
                <a:off x="2878" y="2674"/>
                <a:ext cx="295" cy="1"/>
                <a:chOff x="2878" y="2674"/>
                <a:chExt cx="295" cy="1"/>
              </a:xfrm>
            </p:grpSpPr>
            <p:sp>
              <p:nvSpPr>
                <p:cNvPr id="55803" name="Line 2142"/>
                <p:cNvSpPr>
                  <a:spLocks noChangeShapeType="1"/>
                </p:cNvSpPr>
                <p:nvPr/>
              </p:nvSpPr>
              <p:spPr bwMode="auto">
                <a:xfrm>
                  <a:off x="2878"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804" name="Line 2143"/>
                <p:cNvSpPr>
                  <a:spLocks noChangeShapeType="1"/>
                </p:cNvSpPr>
                <p:nvPr/>
              </p:nvSpPr>
              <p:spPr bwMode="auto">
                <a:xfrm>
                  <a:off x="2934"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805" name="Line 2144"/>
                <p:cNvSpPr>
                  <a:spLocks noChangeShapeType="1"/>
                </p:cNvSpPr>
                <p:nvPr/>
              </p:nvSpPr>
              <p:spPr bwMode="auto">
                <a:xfrm>
                  <a:off x="2990" y="2674"/>
                  <a:ext cx="23"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806" name="Line 2145"/>
                <p:cNvSpPr>
                  <a:spLocks noChangeShapeType="1"/>
                </p:cNvSpPr>
                <p:nvPr/>
              </p:nvSpPr>
              <p:spPr bwMode="auto">
                <a:xfrm>
                  <a:off x="3045"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807" name="Line 2146"/>
                <p:cNvSpPr>
                  <a:spLocks noChangeShapeType="1"/>
                </p:cNvSpPr>
                <p:nvPr/>
              </p:nvSpPr>
              <p:spPr bwMode="auto">
                <a:xfrm>
                  <a:off x="3101" y="2674"/>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808" name="Line 2147"/>
                <p:cNvSpPr>
                  <a:spLocks noChangeShapeType="1"/>
                </p:cNvSpPr>
                <p:nvPr/>
              </p:nvSpPr>
              <p:spPr bwMode="auto">
                <a:xfrm>
                  <a:off x="3157" y="2674"/>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461" name="Group 2148"/>
            <p:cNvGrpSpPr>
              <a:grpSpLocks/>
            </p:cNvGrpSpPr>
            <p:nvPr/>
          </p:nvGrpSpPr>
          <p:grpSpPr bwMode="auto">
            <a:xfrm>
              <a:off x="2878" y="2953"/>
              <a:ext cx="415" cy="56"/>
              <a:chOff x="2878" y="2953"/>
              <a:chExt cx="415" cy="56"/>
            </a:xfrm>
          </p:grpSpPr>
          <p:sp>
            <p:nvSpPr>
              <p:cNvPr id="55793" name="Freeform 2149"/>
              <p:cNvSpPr>
                <a:spLocks/>
              </p:cNvSpPr>
              <p:nvPr/>
            </p:nvSpPr>
            <p:spPr bwMode="auto">
              <a:xfrm>
                <a:off x="3181" y="2953"/>
                <a:ext cx="112" cy="56"/>
              </a:xfrm>
              <a:custGeom>
                <a:avLst/>
                <a:gdLst>
                  <a:gd name="T0" fmla="*/ 112 w 112"/>
                  <a:gd name="T1" fmla="*/ 32 h 56"/>
                  <a:gd name="T2" fmla="*/ 0 w 112"/>
                  <a:gd name="T3" fmla="*/ 56 h 56"/>
                  <a:gd name="T4" fmla="*/ 0 w 112"/>
                  <a:gd name="T5" fmla="*/ 32 h 56"/>
                  <a:gd name="T6" fmla="*/ 0 w 112"/>
                  <a:gd name="T7" fmla="*/ 0 h 56"/>
                  <a:gd name="T8" fmla="*/ 112 w 112"/>
                  <a:gd name="T9" fmla="*/ 32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32"/>
                    </a:moveTo>
                    <a:lnTo>
                      <a:pt x="0" y="56"/>
                    </a:lnTo>
                    <a:lnTo>
                      <a:pt x="0" y="32"/>
                    </a:lnTo>
                    <a:lnTo>
                      <a:pt x="0" y="0"/>
                    </a:lnTo>
                    <a:lnTo>
                      <a:pt x="112" y="32"/>
                    </a:lnTo>
                    <a:close/>
                  </a:path>
                </a:pathLst>
              </a:custGeom>
              <a:solidFill>
                <a:schemeClr val="tx1"/>
              </a:solidFill>
              <a:ln w="9525">
                <a:solidFill>
                  <a:schemeClr val="tx1"/>
                </a:solidFill>
                <a:round/>
                <a:headEnd/>
                <a:tailEnd/>
              </a:ln>
            </p:spPr>
            <p:txBody>
              <a:bodyPr/>
              <a:lstStyle/>
              <a:p>
                <a:endParaRPr lang="en-US"/>
              </a:p>
            </p:txBody>
          </p:sp>
          <p:grpSp>
            <p:nvGrpSpPr>
              <p:cNvPr id="55794" name="Group 2150"/>
              <p:cNvGrpSpPr>
                <a:grpSpLocks/>
              </p:cNvGrpSpPr>
              <p:nvPr/>
            </p:nvGrpSpPr>
            <p:grpSpPr bwMode="auto">
              <a:xfrm>
                <a:off x="2878" y="2985"/>
                <a:ext cx="295" cy="1"/>
                <a:chOff x="2878" y="2985"/>
                <a:chExt cx="295" cy="1"/>
              </a:xfrm>
            </p:grpSpPr>
            <p:sp>
              <p:nvSpPr>
                <p:cNvPr id="55795" name="Line 2151"/>
                <p:cNvSpPr>
                  <a:spLocks noChangeShapeType="1"/>
                </p:cNvSpPr>
                <p:nvPr/>
              </p:nvSpPr>
              <p:spPr bwMode="auto">
                <a:xfrm>
                  <a:off x="2878"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796" name="Line 2152"/>
                <p:cNvSpPr>
                  <a:spLocks noChangeShapeType="1"/>
                </p:cNvSpPr>
                <p:nvPr/>
              </p:nvSpPr>
              <p:spPr bwMode="auto">
                <a:xfrm>
                  <a:off x="2934"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797" name="Line 2153"/>
                <p:cNvSpPr>
                  <a:spLocks noChangeShapeType="1"/>
                </p:cNvSpPr>
                <p:nvPr/>
              </p:nvSpPr>
              <p:spPr bwMode="auto">
                <a:xfrm>
                  <a:off x="2990" y="2985"/>
                  <a:ext cx="23"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798" name="Line 2154"/>
                <p:cNvSpPr>
                  <a:spLocks noChangeShapeType="1"/>
                </p:cNvSpPr>
                <p:nvPr/>
              </p:nvSpPr>
              <p:spPr bwMode="auto">
                <a:xfrm>
                  <a:off x="3045"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799" name="Line 2155"/>
                <p:cNvSpPr>
                  <a:spLocks noChangeShapeType="1"/>
                </p:cNvSpPr>
                <p:nvPr/>
              </p:nvSpPr>
              <p:spPr bwMode="auto">
                <a:xfrm>
                  <a:off x="3101" y="2985"/>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800" name="Line 2156"/>
                <p:cNvSpPr>
                  <a:spLocks noChangeShapeType="1"/>
                </p:cNvSpPr>
                <p:nvPr/>
              </p:nvSpPr>
              <p:spPr bwMode="auto">
                <a:xfrm>
                  <a:off x="3157" y="2985"/>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462" name="Group 2157"/>
            <p:cNvGrpSpPr>
              <a:grpSpLocks/>
            </p:cNvGrpSpPr>
            <p:nvPr/>
          </p:nvGrpSpPr>
          <p:grpSpPr bwMode="auto">
            <a:xfrm>
              <a:off x="2870" y="3256"/>
              <a:ext cx="415" cy="56"/>
              <a:chOff x="2870" y="3256"/>
              <a:chExt cx="415" cy="56"/>
            </a:xfrm>
          </p:grpSpPr>
          <p:sp>
            <p:nvSpPr>
              <p:cNvPr id="55785" name="Freeform 2158"/>
              <p:cNvSpPr>
                <a:spLocks/>
              </p:cNvSpPr>
              <p:nvPr/>
            </p:nvSpPr>
            <p:spPr bwMode="auto">
              <a:xfrm>
                <a:off x="3173" y="3256"/>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chemeClr val="tx1"/>
              </a:solidFill>
              <a:ln w="9525">
                <a:solidFill>
                  <a:schemeClr val="tx1"/>
                </a:solidFill>
                <a:round/>
                <a:headEnd/>
                <a:tailEnd/>
              </a:ln>
            </p:spPr>
            <p:txBody>
              <a:bodyPr/>
              <a:lstStyle/>
              <a:p>
                <a:endParaRPr lang="en-US"/>
              </a:p>
            </p:txBody>
          </p:sp>
          <p:grpSp>
            <p:nvGrpSpPr>
              <p:cNvPr id="55786" name="Group 2159"/>
              <p:cNvGrpSpPr>
                <a:grpSpLocks/>
              </p:cNvGrpSpPr>
              <p:nvPr/>
            </p:nvGrpSpPr>
            <p:grpSpPr bwMode="auto">
              <a:xfrm>
                <a:off x="2870" y="3280"/>
                <a:ext cx="295" cy="1"/>
                <a:chOff x="2870" y="3280"/>
                <a:chExt cx="295" cy="1"/>
              </a:xfrm>
            </p:grpSpPr>
            <p:sp>
              <p:nvSpPr>
                <p:cNvPr id="55787" name="Line 2160"/>
                <p:cNvSpPr>
                  <a:spLocks noChangeShapeType="1"/>
                </p:cNvSpPr>
                <p:nvPr/>
              </p:nvSpPr>
              <p:spPr bwMode="auto">
                <a:xfrm>
                  <a:off x="2870" y="3280"/>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788" name="Line 2161"/>
                <p:cNvSpPr>
                  <a:spLocks noChangeShapeType="1"/>
                </p:cNvSpPr>
                <p:nvPr/>
              </p:nvSpPr>
              <p:spPr bwMode="auto">
                <a:xfrm>
                  <a:off x="2926" y="3280"/>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789" name="Line 2162"/>
                <p:cNvSpPr>
                  <a:spLocks noChangeShapeType="1"/>
                </p:cNvSpPr>
                <p:nvPr/>
              </p:nvSpPr>
              <p:spPr bwMode="auto">
                <a:xfrm>
                  <a:off x="2982" y="3280"/>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790" name="Line 2163"/>
                <p:cNvSpPr>
                  <a:spLocks noChangeShapeType="1"/>
                </p:cNvSpPr>
                <p:nvPr/>
              </p:nvSpPr>
              <p:spPr bwMode="auto">
                <a:xfrm>
                  <a:off x="3037" y="3280"/>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791" name="Line 2164"/>
                <p:cNvSpPr>
                  <a:spLocks noChangeShapeType="1"/>
                </p:cNvSpPr>
                <p:nvPr/>
              </p:nvSpPr>
              <p:spPr bwMode="auto">
                <a:xfrm>
                  <a:off x="3093" y="3280"/>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792" name="Line 2165"/>
                <p:cNvSpPr>
                  <a:spLocks noChangeShapeType="1"/>
                </p:cNvSpPr>
                <p:nvPr/>
              </p:nvSpPr>
              <p:spPr bwMode="auto">
                <a:xfrm>
                  <a:off x="3149" y="3280"/>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463" name="Group 2166"/>
            <p:cNvGrpSpPr>
              <a:grpSpLocks/>
            </p:cNvGrpSpPr>
            <p:nvPr/>
          </p:nvGrpSpPr>
          <p:grpSpPr bwMode="auto">
            <a:xfrm>
              <a:off x="2870" y="3567"/>
              <a:ext cx="415" cy="56"/>
              <a:chOff x="2870" y="3567"/>
              <a:chExt cx="415" cy="56"/>
            </a:xfrm>
          </p:grpSpPr>
          <p:sp>
            <p:nvSpPr>
              <p:cNvPr id="55777" name="Freeform 2167"/>
              <p:cNvSpPr>
                <a:spLocks/>
              </p:cNvSpPr>
              <p:nvPr/>
            </p:nvSpPr>
            <p:spPr bwMode="auto">
              <a:xfrm>
                <a:off x="3173" y="3567"/>
                <a:ext cx="112" cy="56"/>
              </a:xfrm>
              <a:custGeom>
                <a:avLst/>
                <a:gdLst>
                  <a:gd name="T0" fmla="*/ 112 w 112"/>
                  <a:gd name="T1" fmla="*/ 24 h 56"/>
                  <a:gd name="T2" fmla="*/ 0 w 112"/>
                  <a:gd name="T3" fmla="*/ 56 h 56"/>
                  <a:gd name="T4" fmla="*/ 0 w 112"/>
                  <a:gd name="T5" fmla="*/ 24 h 56"/>
                  <a:gd name="T6" fmla="*/ 0 w 112"/>
                  <a:gd name="T7" fmla="*/ 0 h 56"/>
                  <a:gd name="T8" fmla="*/ 112 w 112"/>
                  <a:gd name="T9" fmla="*/ 24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56">
                    <a:moveTo>
                      <a:pt x="112" y="24"/>
                    </a:moveTo>
                    <a:lnTo>
                      <a:pt x="0" y="56"/>
                    </a:lnTo>
                    <a:lnTo>
                      <a:pt x="0" y="24"/>
                    </a:lnTo>
                    <a:lnTo>
                      <a:pt x="0" y="0"/>
                    </a:lnTo>
                    <a:lnTo>
                      <a:pt x="112" y="24"/>
                    </a:lnTo>
                    <a:close/>
                  </a:path>
                </a:pathLst>
              </a:custGeom>
              <a:solidFill>
                <a:schemeClr val="tx1"/>
              </a:solidFill>
              <a:ln w="9525">
                <a:solidFill>
                  <a:schemeClr val="tx1"/>
                </a:solidFill>
                <a:round/>
                <a:headEnd/>
                <a:tailEnd/>
              </a:ln>
            </p:spPr>
            <p:txBody>
              <a:bodyPr/>
              <a:lstStyle/>
              <a:p>
                <a:endParaRPr lang="en-US"/>
              </a:p>
            </p:txBody>
          </p:sp>
          <p:grpSp>
            <p:nvGrpSpPr>
              <p:cNvPr id="55778" name="Group 2168"/>
              <p:cNvGrpSpPr>
                <a:grpSpLocks/>
              </p:cNvGrpSpPr>
              <p:nvPr/>
            </p:nvGrpSpPr>
            <p:grpSpPr bwMode="auto">
              <a:xfrm>
                <a:off x="2870" y="3591"/>
                <a:ext cx="295" cy="1"/>
                <a:chOff x="2870" y="3591"/>
                <a:chExt cx="295" cy="1"/>
              </a:xfrm>
            </p:grpSpPr>
            <p:sp>
              <p:nvSpPr>
                <p:cNvPr id="55779" name="Line 2169"/>
                <p:cNvSpPr>
                  <a:spLocks noChangeShapeType="1"/>
                </p:cNvSpPr>
                <p:nvPr/>
              </p:nvSpPr>
              <p:spPr bwMode="auto">
                <a:xfrm>
                  <a:off x="2870"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780" name="Line 2170"/>
                <p:cNvSpPr>
                  <a:spLocks noChangeShapeType="1"/>
                </p:cNvSpPr>
                <p:nvPr/>
              </p:nvSpPr>
              <p:spPr bwMode="auto">
                <a:xfrm>
                  <a:off x="2926"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781" name="Line 2171"/>
                <p:cNvSpPr>
                  <a:spLocks noChangeShapeType="1"/>
                </p:cNvSpPr>
                <p:nvPr/>
              </p:nvSpPr>
              <p:spPr bwMode="auto">
                <a:xfrm>
                  <a:off x="2982"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782" name="Line 2172"/>
                <p:cNvSpPr>
                  <a:spLocks noChangeShapeType="1"/>
                </p:cNvSpPr>
                <p:nvPr/>
              </p:nvSpPr>
              <p:spPr bwMode="auto">
                <a:xfrm>
                  <a:off x="3037"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783" name="Line 2173"/>
                <p:cNvSpPr>
                  <a:spLocks noChangeShapeType="1"/>
                </p:cNvSpPr>
                <p:nvPr/>
              </p:nvSpPr>
              <p:spPr bwMode="auto">
                <a:xfrm>
                  <a:off x="3093" y="3591"/>
                  <a:ext cx="24"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784" name="Line 2174"/>
                <p:cNvSpPr>
                  <a:spLocks noChangeShapeType="1"/>
                </p:cNvSpPr>
                <p:nvPr/>
              </p:nvSpPr>
              <p:spPr bwMode="auto">
                <a:xfrm>
                  <a:off x="3149" y="3591"/>
                  <a:ext cx="16"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5464" name="Group 2175"/>
            <p:cNvGrpSpPr>
              <a:grpSpLocks/>
            </p:cNvGrpSpPr>
            <p:nvPr/>
          </p:nvGrpSpPr>
          <p:grpSpPr bwMode="auto">
            <a:xfrm>
              <a:off x="2399" y="1765"/>
              <a:ext cx="1357" cy="1196"/>
              <a:chOff x="2399" y="1765"/>
              <a:chExt cx="1357" cy="1196"/>
            </a:xfrm>
          </p:grpSpPr>
          <p:sp>
            <p:nvSpPr>
              <p:cNvPr id="55775" name="Freeform 2176"/>
              <p:cNvSpPr>
                <a:spLocks/>
              </p:cNvSpPr>
              <p:nvPr/>
            </p:nvSpPr>
            <p:spPr bwMode="auto">
              <a:xfrm>
                <a:off x="3636" y="2850"/>
                <a:ext cx="120" cy="111"/>
              </a:xfrm>
              <a:custGeom>
                <a:avLst/>
                <a:gdLst>
                  <a:gd name="T0" fmla="*/ 120 w 120"/>
                  <a:gd name="T1" fmla="*/ 111 h 111"/>
                  <a:gd name="T2" fmla="*/ 0 w 120"/>
                  <a:gd name="T3" fmla="*/ 47 h 111"/>
                  <a:gd name="T4" fmla="*/ 16 w 120"/>
                  <a:gd name="T5" fmla="*/ 23 h 111"/>
                  <a:gd name="T6" fmla="*/ 40 w 120"/>
                  <a:gd name="T7" fmla="*/ 0 h 111"/>
                  <a:gd name="T8" fmla="*/ 120 w 120"/>
                  <a:gd name="T9" fmla="*/ 111 h 1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 h="111">
                    <a:moveTo>
                      <a:pt x="120" y="111"/>
                    </a:moveTo>
                    <a:lnTo>
                      <a:pt x="0" y="47"/>
                    </a:lnTo>
                    <a:lnTo>
                      <a:pt x="16" y="23"/>
                    </a:lnTo>
                    <a:lnTo>
                      <a:pt x="40" y="0"/>
                    </a:lnTo>
                    <a:lnTo>
                      <a:pt x="120" y="111"/>
                    </a:lnTo>
                    <a:close/>
                  </a:path>
                </a:pathLst>
              </a:custGeom>
              <a:solidFill>
                <a:schemeClr val="tx1"/>
              </a:solidFill>
              <a:ln w="9525">
                <a:solidFill>
                  <a:schemeClr val="tx1"/>
                </a:solidFill>
                <a:round/>
                <a:headEnd/>
                <a:tailEnd/>
              </a:ln>
            </p:spPr>
            <p:txBody>
              <a:bodyPr/>
              <a:lstStyle/>
              <a:p>
                <a:endParaRPr lang="en-US"/>
              </a:p>
            </p:txBody>
          </p:sp>
          <p:sp>
            <p:nvSpPr>
              <p:cNvPr id="55776" name="Line 2177"/>
              <p:cNvSpPr>
                <a:spLocks noChangeShapeType="1"/>
              </p:cNvSpPr>
              <p:nvPr/>
            </p:nvSpPr>
            <p:spPr bwMode="auto">
              <a:xfrm>
                <a:off x="2399" y="1765"/>
                <a:ext cx="1261" cy="1114"/>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465" name="Group 2178"/>
            <p:cNvGrpSpPr>
              <a:grpSpLocks/>
            </p:cNvGrpSpPr>
            <p:nvPr/>
          </p:nvGrpSpPr>
          <p:grpSpPr bwMode="auto">
            <a:xfrm>
              <a:off x="2862" y="1765"/>
              <a:ext cx="1349" cy="1204"/>
              <a:chOff x="2862" y="1765"/>
              <a:chExt cx="1349" cy="1204"/>
            </a:xfrm>
          </p:grpSpPr>
          <p:sp>
            <p:nvSpPr>
              <p:cNvPr id="55773" name="Freeform 2179"/>
              <p:cNvSpPr>
                <a:spLocks/>
              </p:cNvSpPr>
              <p:nvPr/>
            </p:nvSpPr>
            <p:spPr bwMode="auto">
              <a:xfrm>
                <a:off x="4091" y="2850"/>
                <a:ext cx="120" cy="119"/>
              </a:xfrm>
              <a:custGeom>
                <a:avLst/>
                <a:gdLst>
                  <a:gd name="T0" fmla="*/ 120 w 120"/>
                  <a:gd name="T1" fmla="*/ 119 h 119"/>
                  <a:gd name="T2" fmla="*/ 0 w 120"/>
                  <a:gd name="T3" fmla="*/ 55 h 119"/>
                  <a:gd name="T4" fmla="*/ 24 w 120"/>
                  <a:gd name="T5" fmla="*/ 23 h 119"/>
                  <a:gd name="T6" fmla="*/ 48 w 120"/>
                  <a:gd name="T7" fmla="*/ 0 h 119"/>
                  <a:gd name="T8" fmla="*/ 120 w 120"/>
                  <a:gd name="T9" fmla="*/ 119 h 1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 h="119">
                    <a:moveTo>
                      <a:pt x="120" y="119"/>
                    </a:moveTo>
                    <a:lnTo>
                      <a:pt x="0" y="55"/>
                    </a:lnTo>
                    <a:lnTo>
                      <a:pt x="24" y="23"/>
                    </a:lnTo>
                    <a:lnTo>
                      <a:pt x="48" y="0"/>
                    </a:lnTo>
                    <a:lnTo>
                      <a:pt x="120" y="119"/>
                    </a:lnTo>
                    <a:close/>
                  </a:path>
                </a:pathLst>
              </a:custGeom>
              <a:solidFill>
                <a:schemeClr val="tx1"/>
              </a:solidFill>
              <a:ln w="9525">
                <a:solidFill>
                  <a:schemeClr val="tx1"/>
                </a:solidFill>
                <a:round/>
                <a:headEnd/>
                <a:tailEnd/>
              </a:ln>
            </p:spPr>
            <p:txBody>
              <a:bodyPr/>
              <a:lstStyle/>
              <a:p>
                <a:endParaRPr lang="en-US"/>
              </a:p>
            </p:txBody>
          </p:sp>
          <p:sp>
            <p:nvSpPr>
              <p:cNvPr id="55774" name="Line 2180"/>
              <p:cNvSpPr>
                <a:spLocks noChangeShapeType="1"/>
              </p:cNvSpPr>
              <p:nvPr/>
            </p:nvSpPr>
            <p:spPr bwMode="auto">
              <a:xfrm>
                <a:off x="2862" y="1765"/>
                <a:ext cx="1261" cy="1114"/>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466" name="Group 2181"/>
            <p:cNvGrpSpPr>
              <a:grpSpLocks/>
            </p:cNvGrpSpPr>
            <p:nvPr/>
          </p:nvGrpSpPr>
          <p:grpSpPr bwMode="auto">
            <a:xfrm>
              <a:off x="2870" y="2990"/>
              <a:ext cx="886" cy="290"/>
              <a:chOff x="2870" y="2990"/>
              <a:chExt cx="886" cy="290"/>
            </a:xfrm>
          </p:grpSpPr>
          <p:sp>
            <p:nvSpPr>
              <p:cNvPr id="55771" name="Freeform 2182"/>
              <p:cNvSpPr>
                <a:spLocks/>
              </p:cNvSpPr>
              <p:nvPr/>
            </p:nvSpPr>
            <p:spPr bwMode="auto">
              <a:xfrm>
                <a:off x="3612" y="3208"/>
                <a:ext cx="144" cy="72"/>
              </a:xfrm>
              <a:custGeom>
                <a:avLst/>
                <a:gdLst>
                  <a:gd name="T0" fmla="*/ 144 w 144"/>
                  <a:gd name="T1" fmla="*/ 72 h 72"/>
                  <a:gd name="T2" fmla="*/ 0 w 144"/>
                  <a:gd name="T3" fmla="*/ 64 h 72"/>
                  <a:gd name="T4" fmla="*/ 16 w 144"/>
                  <a:gd name="T5" fmla="*/ 32 h 72"/>
                  <a:gd name="T6" fmla="*/ 24 w 144"/>
                  <a:gd name="T7" fmla="*/ 0 h 72"/>
                  <a:gd name="T8" fmla="*/ 144 w 144"/>
                  <a:gd name="T9" fmla="*/ 72 h 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4" h="72">
                    <a:moveTo>
                      <a:pt x="144" y="72"/>
                    </a:moveTo>
                    <a:lnTo>
                      <a:pt x="0" y="64"/>
                    </a:lnTo>
                    <a:lnTo>
                      <a:pt x="16" y="32"/>
                    </a:lnTo>
                    <a:lnTo>
                      <a:pt x="24" y="0"/>
                    </a:lnTo>
                    <a:lnTo>
                      <a:pt x="144" y="72"/>
                    </a:lnTo>
                    <a:close/>
                  </a:path>
                </a:pathLst>
              </a:custGeom>
              <a:solidFill>
                <a:schemeClr val="tx1"/>
              </a:solidFill>
              <a:ln w="9525">
                <a:solidFill>
                  <a:schemeClr val="tx1"/>
                </a:solidFill>
                <a:round/>
                <a:headEnd/>
                <a:tailEnd/>
              </a:ln>
            </p:spPr>
            <p:txBody>
              <a:bodyPr/>
              <a:lstStyle/>
              <a:p>
                <a:endParaRPr lang="en-US"/>
              </a:p>
            </p:txBody>
          </p:sp>
          <p:sp>
            <p:nvSpPr>
              <p:cNvPr id="55772" name="Line 2183"/>
              <p:cNvSpPr>
                <a:spLocks noChangeShapeType="1"/>
              </p:cNvSpPr>
              <p:nvPr/>
            </p:nvSpPr>
            <p:spPr bwMode="auto">
              <a:xfrm>
                <a:off x="2870" y="2990"/>
                <a:ext cx="766" cy="252"/>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467" name="Group 2184"/>
            <p:cNvGrpSpPr>
              <a:grpSpLocks/>
            </p:cNvGrpSpPr>
            <p:nvPr/>
          </p:nvGrpSpPr>
          <p:grpSpPr bwMode="auto">
            <a:xfrm>
              <a:off x="2393" y="2993"/>
              <a:ext cx="437" cy="598"/>
              <a:chOff x="2393" y="2993"/>
              <a:chExt cx="437" cy="598"/>
            </a:xfrm>
          </p:grpSpPr>
          <p:sp>
            <p:nvSpPr>
              <p:cNvPr id="55769" name="Freeform 2185"/>
              <p:cNvSpPr>
                <a:spLocks/>
              </p:cNvSpPr>
              <p:nvPr/>
            </p:nvSpPr>
            <p:spPr bwMode="auto">
              <a:xfrm>
                <a:off x="2726" y="2993"/>
                <a:ext cx="104" cy="128"/>
              </a:xfrm>
              <a:custGeom>
                <a:avLst/>
                <a:gdLst>
                  <a:gd name="T0" fmla="*/ 104 w 104"/>
                  <a:gd name="T1" fmla="*/ 0 h 128"/>
                  <a:gd name="T2" fmla="*/ 56 w 104"/>
                  <a:gd name="T3" fmla="*/ 128 h 128"/>
                  <a:gd name="T4" fmla="*/ 24 w 104"/>
                  <a:gd name="T5" fmla="*/ 112 h 128"/>
                  <a:gd name="T6" fmla="*/ 0 w 104"/>
                  <a:gd name="T7" fmla="*/ 88 h 128"/>
                  <a:gd name="T8" fmla="*/ 104 w 104"/>
                  <a:gd name="T9" fmla="*/ 0 h 1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4" h="128">
                    <a:moveTo>
                      <a:pt x="104" y="0"/>
                    </a:moveTo>
                    <a:lnTo>
                      <a:pt x="56" y="128"/>
                    </a:lnTo>
                    <a:lnTo>
                      <a:pt x="24" y="112"/>
                    </a:lnTo>
                    <a:lnTo>
                      <a:pt x="0" y="88"/>
                    </a:lnTo>
                    <a:lnTo>
                      <a:pt x="104" y="0"/>
                    </a:lnTo>
                    <a:close/>
                  </a:path>
                </a:pathLst>
              </a:custGeom>
              <a:solidFill>
                <a:schemeClr val="tx1"/>
              </a:solidFill>
              <a:ln w="9525">
                <a:solidFill>
                  <a:schemeClr val="tx1"/>
                </a:solidFill>
                <a:round/>
                <a:headEnd/>
                <a:tailEnd/>
              </a:ln>
            </p:spPr>
            <p:txBody>
              <a:bodyPr/>
              <a:lstStyle/>
              <a:p>
                <a:endParaRPr lang="en-US"/>
              </a:p>
            </p:txBody>
          </p:sp>
          <p:sp>
            <p:nvSpPr>
              <p:cNvPr id="55770" name="Line 2186"/>
              <p:cNvSpPr>
                <a:spLocks noChangeShapeType="1"/>
              </p:cNvSpPr>
              <p:nvPr/>
            </p:nvSpPr>
            <p:spPr bwMode="auto">
              <a:xfrm flipV="1">
                <a:off x="2393" y="3097"/>
                <a:ext cx="362" cy="494"/>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468" name="Group 2187"/>
            <p:cNvGrpSpPr>
              <a:grpSpLocks/>
            </p:cNvGrpSpPr>
            <p:nvPr/>
          </p:nvGrpSpPr>
          <p:grpSpPr bwMode="auto">
            <a:xfrm>
              <a:off x="2854" y="2690"/>
              <a:ext cx="902" cy="596"/>
              <a:chOff x="2854" y="2690"/>
              <a:chExt cx="902" cy="596"/>
            </a:xfrm>
          </p:grpSpPr>
          <p:sp>
            <p:nvSpPr>
              <p:cNvPr id="55767" name="Freeform 2188"/>
              <p:cNvSpPr>
                <a:spLocks/>
              </p:cNvSpPr>
              <p:nvPr/>
            </p:nvSpPr>
            <p:spPr bwMode="auto">
              <a:xfrm>
                <a:off x="3620" y="2690"/>
                <a:ext cx="136" cy="104"/>
              </a:xfrm>
              <a:custGeom>
                <a:avLst/>
                <a:gdLst>
                  <a:gd name="T0" fmla="*/ 136 w 136"/>
                  <a:gd name="T1" fmla="*/ 0 h 104"/>
                  <a:gd name="T2" fmla="*/ 40 w 136"/>
                  <a:gd name="T3" fmla="*/ 104 h 104"/>
                  <a:gd name="T4" fmla="*/ 24 w 136"/>
                  <a:gd name="T5" fmla="*/ 80 h 104"/>
                  <a:gd name="T6" fmla="*/ 0 w 136"/>
                  <a:gd name="T7" fmla="*/ 48 h 104"/>
                  <a:gd name="T8" fmla="*/ 136 w 136"/>
                  <a:gd name="T9" fmla="*/ 0 h 10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 h="104">
                    <a:moveTo>
                      <a:pt x="136" y="0"/>
                    </a:moveTo>
                    <a:lnTo>
                      <a:pt x="40" y="104"/>
                    </a:lnTo>
                    <a:lnTo>
                      <a:pt x="24" y="80"/>
                    </a:lnTo>
                    <a:lnTo>
                      <a:pt x="0" y="48"/>
                    </a:lnTo>
                    <a:lnTo>
                      <a:pt x="136" y="0"/>
                    </a:lnTo>
                    <a:close/>
                  </a:path>
                </a:pathLst>
              </a:custGeom>
              <a:solidFill>
                <a:schemeClr val="tx1"/>
              </a:solidFill>
              <a:ln w="9525">
                <a:solidFill>
                  <a:schemeClr val="tx1"/>
                </a:solidFill>
                <a:round/>
                <a:headEnd/>
                <a:tailEnd/>
              </a:ln>
            </p:spPr>
            <p:txBody>
              <a:bodyPr/>
              <a:lstStyle/>
              <a:p>
                <a:endParaRPr lang="en-US"/>
              </a:p>
            </p:txBody>
          </p:sp>
          <p:sp>
            <p:nvSpPr>
              <p:cNvPr id="55768" name="Line 2189"/>
              <p:cNvSpPr>
                <a:spLocks noChangeShapeType="1"/>
              </p:cNvSpPr>
              <p:nvPr/>
            </p:nvSpPr>
            <p:spPr bwMode="auto">
              <a:xfrm flipV="1">
                <a:off x="2854" y="2766"/>
                <a:ext cx="798" cy="52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469" name="Group 2190"/>
            <p:cNvGrpSpPr>
              <a:grpSpLocks/>
            </p:cNvGrpSpPr>
            <p:nvPr/>
          </p:nvGrpSpPr>
          <p:grpSpPr bwMode="auto">
            <a:xfrm>
              <a:off x="2862" y="1781"/>
              <a:ext cx="1349" cy="1188"/>
              <a:chOff x="2862" y="1781"/>
              <a:chExt cx="1349" cy="1188"/>
            </a:xfrm>
          </p:grpSpPr>
          <p:sp>
            <p:nvSpPr>
              <p:cNvPr id="55765" name="Freeform 2191"/>
              <p:cNvSpPr>
                <a:spLocks/>
              </p:cNvSpPr>
              <p:nvPr/>
            </p:nvSpPr>
            <p:spPr bwMode="auto">
              <a:xfrm>
                <a:off x="4091" y="1781"/>
                <a:ext cx="120" cy="111"/>
              </a:xfrm>
              <a:custGeom>
                <a:avLst/>
                <a:gdLst>
                  <a:gd name="T0" fmla="*/ 120 w 120"/>
                  <a:gd name="T1" fmla="*/ 0 h 111"/>
                  <a:gd name="T2" fmla="*/ 40 w 120"/>
                  <a:gd name="T3" fmla="*/ 111 h 111"/>
                  <a:gd name="T4" fmla="*/ 16 w 120"/>
                  <a:gd name="T5" fmla="*/ 87 h 111"/>
                  <a:gd name="T6" fmla="*/ 0 w 120"/>
                  <a:gd name="T7" fmla="*/ 64 h 111"/>
                  <a:gd name="T8" fmla="*/ 120 w 120"/>
                  <a:gd name="T9" fmla="*/ 0 h 1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 h="111">
                    <a:moveTo>
                      <a:pt x="120" y="0"/>
                    </a:moveTo>
                    <a:lnTo>
                      <a:pt x="40" y="111"/>
                    </a:lnTo>
                    <a:lnTo>
                      <a:pt x="16" y="87"/>
                    </a:lnTo>
                    <a:lnTo>
                      <a:pt x="0" y="64"/>
                    </a:lnTo>
                    <a:lnTo>
                      <a:pt x="120" y="0"/>
                    </a:lnTo>
                    <a:close/>
                  </a:path>
                </a:pathLst>
              </a:custGeom>
              <a:solidFill>
                <a:schemeClr val="tx1"/>
              </a:solidFill>
              <a:ln w="9525">
                <a:solidFill>
                  <a:schemeClr val="tx1"/>
                </a:solidFill>
                <a:round/>
                <a:headEnd/>
                <a:tailEnd/>
              </a:ln>
            </p:spPr>
            <p:txBody>
              <a:bodyPr/>
              <a:lstStyle/>
              <a:p>
                <a:endParaRPr lang="en-US"/>
              </a:p>
            </p:txBody>
          </p:sp>
          <p:sp>
            <p:nvSpPr>
              <p:cNvPr id="55766" name="Line 2192"/>
              <p:cNvSpPr>
                <a:spLocks noChangeShapeType="1"/>
              </p:cNvSpPr>
              <p:nvPr/>
            </p:nvSpPr>
            <p:spPr bwMode="auto">
              <a:xfrm flipV="1">
                <a:off x="2862" y="1863"/>
                <a:ext cx="1253" cy="1106"/>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470" name="Group 2193"/>
            <p:cNvGrpSpPr>
              <a:grpSpLocks/>
            </p:cNvGrpSpPr>
            <p:nvPr/>
          </p:nvGrpSpPr>
          <p:grpSpPr bwMode="auto">
            <a:xfrm>
              <a:off x="1944" y="2687"/>
              <a:ext cx="886" cy="282"/>
              <a:chOff x="1944" y="2687"/>
              <a:chExt cx="886" cy="282"/>
            </a:xfrm>
          </p:grpSpPr>
          <p:sp>
            <p:nvSpPr>
              <p:cNvPr id="55763" name="Freeform 2194"/>
              <p:cNvSpPr>
                <a:spLocks/>
              </p:cNvSpPr>
              <p:nvPr/>
            </p:nvSpPr>
            <p:spPr bwMode="auto">
              <a:xfrm>
                <a:off x="2694" y="2897"/>
                <a:ext cx="136" cy="72"/>
              </a:xfrm>
              <a:custGeom>
                <a:avLst/>
                <a:gdLst>
                  <a:gd name="T0" fmla="*/ 136 w 136"/>
                  <a:gd name="T1" fmla="*/ 72 h 72"/>
                  <a:gd name="T2" fmla="*/ 0 w 136"/>
                  <a:gd name="T3" fmla="*/ 64 h 72"/>
                  <a:gd name="T4" fmla="*/ 8 w 136"/>
                  <a:gd name="T5" fmla="*/ 32 h 72"/>
                  <a:gd name="T6" fmla="*/ 24 w 136"/>
                  <a:gd name="T7" fmla="*/ 0 h 72"/>
                  <a:gd name="T8" fmla="*/ 136 w 136"/>
                  <a:gd name="T9" fmla="*/ 72 h 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 h="72">
                    <a:moveTo>
                      <a:pt x="136" y="72"/>
                    </a:moveTo>
                    <a:lnTo>
                      <a:pt x="0" y="64"/>
                    </a:lnTo>
                    <a:lnTo>
                      <a:pt x="8" y="32"/>
                    </a:lnTo>
                    <a:lnTo>
                      <a:pt x="24" y="0"/>
                    </a:lnTo>
                    <a:lnTo>
                      <a:pt x="136" y="72"/>
                    </a:lnTo>
                    <a:close/>
                  </a:path>
                </a:pathLst>
              </a:custGeom>
              <a:solidFill>
                <a:schemeClr val="tx1"/>
              </a:solidFill>
              <a:ln w="9525">
                <a:solidFill>
                  <a:schemeClr val="tx1"/>
                </a:solidFill>
                <a:round/>
                <a:headEnd/>
                <a:tailEnd/>
              </a:ln>
            </p:spPr>
            <p:txBody>
              <a:bodyPr/>
              <a:lstStyle/>
              <a:p>
                <a:endParaRPr lang="en-US"/>
              </a:p>
            </p:txBody>
          </p:sp>
          <p:sp>
            <p:nvSpPr>
              <p:cNvPr id="55764" name="Line 2195"/>
              <p:cNvSpPr>
                <a:spLocks noChangeShapeType="1"/>
              </p:cNvSpPr>
              <p:nvPr/>
            </p:nvSpPr>
            <p:spPr bwMode="auto">
              <a:xfrm>
                <a:off x="1944" y="2687"/>
                <a:ext cx="766" cy="244"/>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471" name="Group 2196"/>
            <p:cNvGrpSpPr>
              <a:grpSpLocks/>
            </p:cNvGrpSpPr>
            <p:nvPr/>
          </p:nvGrpSpPr>
          <p:grpSpPr bwMode="auto">
            <a:xfrm>
              <a:off x="1944" y="2395"/>
              <a:ext cx="1357" cy="1196"/>
              <a:chOff x="1944" y="2395"/>
              <a:chExt cx="1357" cy="1196"/>
            </a:xfrm>
          </p:grpSpPr>
          <p:sp>
            <p:nvSpPr>
              <p:cNvPr id="55761" name="Freeform 2197"/>
              <p:cNvSpPr>
                <a:spLocks/>
              </p:cNvSpPr>
              <p:nvPr/>
            </p:nvSpPr>
            <p:spPr bwMode="auto">
              <a:xfrm>
                <a:off x="3173" y="2395"/>
                <a:ext cx="128" cy="112"/>
              </a:xfrm>
              <a:custGeom>
                <a:avLst/>
                <a:gdLst>
                  <a:gd name="T0" fmla="*/ 128 w 128"/>
                  <a:gd name="T1" fmla="*/ 0 h 112"/>
                  <a:gd name="T2" fmla="*/ 48 w 128"/>
                  <a:gd name="T3" fmla="*/ 112 h 112"/>
                  <a:gd name="T4" fmla="*/ 24 w 128"/>
                  <a:gd name="T5" fmla="*/ 88 h 112"/>
                  <a:gd name="T6" fmla="*/ 0 w 128"/>
                  <a:gd name="T7" fmla="*/ 64 h 112"/>
                  <a:gd name="T8" fmla="*/ 128 w 128"/>
                  <a:gd name="T9" fmla="*/ 0 h 1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8" h="112">
                    <a:moveTo>
                      <a:pt x="128" y="0"/>
                    </a:moveTo>
                    <a:lnTo>
                      <a:pt x="48" y="112"/>
                    </a:lnTo>
                    <a:lnTo>
                      <a:pt x="24" y="88"/>
                    </a:lnTo>
                    <a:lnTo>
                      <a:pt x="0" y="64"/>
                    </a:lnTo>
                    <a:lnTo>
                      <a:pt x="128" y="0"/>
                    </a:lnTo>
                    <a:close/>
                  </a:path>
                </a:pathLst>
              </a:custGeom>
              <a:solidFill>
                <a:schemeClr val="tx1"/>
              </a:solidFill>
              <a:ln w="9525">
                <a:solidFill>
                  <a:schemeClr val="tx1"/>
                </a:solidFill>
                <a:round/>
                <a:headEnd/>
                <a:tailEnd/>
              </a:ln>
            </p:spPr>
            <p:txBody>
              <a:bodyPr/>
              <a:lstStyle/>
              <a:p>
                <a:endParaRPr lang="en-US"/>
              </a:p>
            </p:txBody>
          </p:sp>
          <p:sp>
            <p:nvSpPr>
              <p:cNvPr id="55762" name="Line 2198"/>
              <p:cNvSpPr>
                <a:spLocks noChangeShapeType="1"/>
              </p:cNvSpPr>
              <p:nvPr/>
            </p:nvSpPr>
            <p:spPr bwMode="auto">
              <a:xfrm flipV="1">
                <a:off x="1944" y="2477"/>
                <a:ext cx="1261" cy="1114"/>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472" name="Group 2199"/>
            <p:cNvGrpSpPr>
              <a:grpSpLocks/>
            </p:cNvGrpSpPr>
            <p:nvPr/>
          </p:nvGrpSpPr>
          <p:grpSpPr bwMode="auto">
            <a:xfrm>
              <a:off x="3317" y="3293"/>
              <a:ext cx="886" cy="282"/>
              <a:chOff x="3317" y="3293"/>
              <a:chExt cx="886" cy="282"/>
            </a:xfrm>
          </p:grpSpPr>
          <p:sp>
            <p:nvSpPr>
              <p:cNvPr id="55759" name="Freeform 2200"/>
              <p:cNvSpPr>
                <a:spLocks/>
              </p:cNvSpPr>
              <p:nvPr/>
            </p:nvSpPr>
            <p:spPr bwMode="auto">
              <a:xfrm>
                <a:off x="4067" y="3504"/>
                <a:ext cx="136" cy="71"/>
              </a:xfrm>
              <a:custGeom>
                <a:avLst/>
                <a:gdLst>
                  <a:gd name="T0" fmla="*/ 136 w 136"/>
                  <a:gd name="T1" fmla="*/ 71 h 71"/>
                  <a:gd name="T2" fmla="*/ 0 w 136"/>
                  <a:gd name="T3" fmla="*/ 63 h 71"/>
                  <a:gd name="T4" fmla="*/ 8 w 136"/>
                  <a:gd name="T5" fmla="*/ 32 h 71"/>
                  <a:gd name="T6" fmla="*/ 16 w 136"/>
                  <a:gd name="T7" fmla="*/ 0 h 71"/>
                  <a:gd name="T8" fmla="*/ 136 w 136"/>
                  <a:gd name="T9" fmla="*/ 71 h 7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 h="71">
                    <a:moveTo>
                      <a:pt x="136" y="71"/>
                    </a:moveTo>
                    <a:lnTo>
                      <a:pt x="0" y="63"/>
                    </a:lnTo>
                    <a:lnTo>
                      <a:pt x="8" y="32"/>
                    </a:lnTo>
                    <a:lnTo>
                      <a:pt x="16" y="0"/>
                    </a:lnTo>
                    <a:lnTo>
                      <a:pt x="136" y="71"/>
                    </a:lnTo>
                    <a:close/>
                  </a:path>
                </a:pathLst>
              </a:custGeom>
              <a:solidFill>
                <a:schemeClr val="tx1"/>
              </a:solidFill>
              <a:ln w="9525">
                <a:solidFill>
                  <a:schemeClr val="tx1"/>
                </a:solidFill>
                <a:round/>
                <a:headEnd/>
                <a:tailEnd/>
              </a:ln>
            </p:spPr>
            <p:txBody>
              <a:bodyPr/>
              <a:lstStyle/>
              <a:p>
                <a:endParaRPr lang="en-US"/>
              </a:p>
            </p:txBody>
          </p:sp>
          <p:sp>
            <p:nvSpPr>
              <p:cNvPr id="55760" name="Line 2201"/>
              <p:cNvSpPr>
                <a:spLocks noChangeShapeType="1"/>
              </p:cNvSpPr>
              <p:nvPr/>
            </p:nvSpPr>
            <p:spPr bwMode="auto">
              <a:xfrm>
                <a:off x="3317" y="3293"/>
                <a:ext cx="766" cy="244"/>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473" name="Group 2202"/>
            <p:cNvGrpSpPr>
              <a:grpSpLocks/>
            </p:cNvGrpSpPr>
            <p:nvPr/>
          </p:nvGrpSpPr>
          <p:grpSpPr bwMode="auto">
            <a:xfrm>
              <a:off x="3317" y="2682"/>
              <a:ext cx="1349" cy="619"/>
              <a:chOff x="3317" y="2682"/>
              <a:chExt cx="1349" cy="619"/>
            </a:xfrm>
          </p:grpSpPr>
          <p:sp>
            <p:nvSpPr>
              <p:cNvPr id="55757" name="Freeform 2203"/>
              <p:cNvSpPr>
                <a:spLocks/>
              </p:cNvSpPr>
              <p:nvPr/>
            </p:nvSpPr>
            <p:spPr bwMode="auto">
              <a:xfrm>
                <a:off x="4530" y="2682"/>
                <a:ext cx="136" cy="88"/>
              </a:xfrm>
              <a:custGeom>
                <a:avLst/>
                <a:gdLst>
                  <a:gd name="T0" fmla="*/ 136 w 136"/>
                  <a:gd name="T1" fmla="*/ 0 h 88"/>
                  <a:gd name="T2" fmla="*/ 32 w 136"/>
                  <a:gd name="T3" fmla="*/ 88 h 88"/>
                  <a:gd name="T4" fmla="*/ 16 w 136"/>
                  <a:gd name="T5" fmla="*/ 56 h 88"/>
                  <a:gd name="T6" fmla="*/ 0 w 136"/>
                  <a:gd name="T7" fmla="*/ 32 h 88"/>
                  <a:gd name="T8" fmla="*/ 136 w 136"/>
                  <a:gd name="T9" fmla="*/ 0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 h="88">
                    <a:moveTo>
                      <a:pt x="136" y="0"/>
                    </a:moveTo>
                    <a:lnTo>
                      <a:pt x="32" y="88"/>
                    </a:lnTo>
                    <a:lnTo>
                      <a:pt x="16" y="56"/>
                    </a:lnTo>
                    <a:lnTo>
                      <a:pt x="0" y="32"/>
                    </a:lnTo>
                    <a:lnTo>
                      <a:pt x="136" y="0"/>
                    </a:lnTo>
                    <a:close/>
                  </a:path>
                </a:pathLst>
              </a:custGeom>
              <a:solidFill>
                <a:schemeClr val="tx1"/>
              </a:solidFill>
              <a:ln w="9525">
                <a:solidFill>
                  <a:schemeClr val="tx1"/>
                </a:solidFill>
                <a:round/>
                <a:headEnd/>
                <a:tailEnd/>
              </a:ln>
            </p:spPr>
            <p:txBody>
              <a:bodyPr/>
              <a:lstStyle/>
              <a:p>
                <a:endParaRPr lang="en-US"/>
              </a:p>
            </p:txBody>
          </p:sp>
          <p:sp>
            <p:nvSpPr>
              <p:cNvPr id="55758" name="Line 2204"/>
              <p:cNvSpPr>
                <a:spLocks noChangeShapeType="1"/>
              </p:cNvSpPr>
              <p:nvPr/>
            </p:nvSpPr>
            <p:spPr bwMode="auto">
              <a:xfrm flipV="1">
                <a:off x="3317" y="2736"/>
                <a:ext cx="1237" cy="565"/>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474" name="Group 2205"/>
            <p:cNvGrpSpPr>
              <a:grpSpLocks/>
            </p:cNvGrpSpPr>
            <p:nvPr/>
          </p:nvGrpSpPr>
          <p:grpSpPr bwMode="auto">
            <a:xfrm>
              <a:off x="3317" y="2387"/>
              <a:ext cx="886" cy="282"/>
              <a:chOff x="3317" y="2387"/>
              <a:chExt cx="886" cy="282"/>
            </a:xfrm>
          </p:grpSpPr>
          <p:sp>
            <p:nvSpPr>
              <p:cNvPr id="55755" name="Freeform 2206"/>
              <p:cNvSpPr>
                <a:spLocks/>
              </p:cNvSpPr>
              <p:nvPr/>
            </p:nvSpPr>
            <p:spPr bwMode="auto">
              <a:xfrm>
                <a:off x="4067" y="2387"/>
                <a:ext cx="136" cy="72"/>
              </a:xfrm>
              <a:custGeom>
                <a:avLst/>
                <a:gdLst>
                  <a:gd name="T0" fmla="*/ 136 w 136"/>
                  <a:gd name="T1" fmla="*/ 0 h 72"/>
                  <a:gd name="T2" fmla="*/ 16 w 136"/>
                  <a:gd name="T3" fmla="*/ 72 h 72"/>
                  <a:gd name="T4" fmla="*/ 8 w 136"/>
                  <a:gd name="T5" fmla="*/ 40 h 72"/>
                  <a:gd name="T6" fmla="*/ 0 w 136"/>
                  <a:gd name="T7" fmla="*/ 8 h 72"/>
                  <a:gd name="T8" fmla="*/ 136 w 136"/>
                  <a:gd name="T9" fmla="*/ 0 h 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 h="72">
                    <a:moveTo>
                      <a:pt x="136" y="0"/>
                    </a:moveTo>
                    <a:lnTo>
                      <a:pt x="16" y="72"/>
                    </a:lnTo>
                    <a:lnTo>
                      <a:pt x="8" y="40"/>
                    </a:lnTo>
                    <a:lnTo>
                      <a:pt x="0" y="8"/>
                    </a:lnTo>
                    <a:lnTo>
                      <a:pt x="136" y="0"/>
                    </a:lnTo>
                    <a:close/>
                  </a:path>
                </a:pathLst>
              </a:custGeom>
              <a:solidFill>
                <a:schemeClr val="tx1"/>
              </a:solidFill>
              <a:ln w="9525">
                <a:solidFill>
                  <a:schemeClr val="tx1"/>
                </a:solidFill>
                <a:round/>
                <a:headEnd/>
                <a:tailEnd/>
              </a:ln>
            </p:spPr>
            <p:txBody>
              <a:bodyPr/>
              <a:lstStyle/>
              <a:p>
                <a:endParaRPr lang="en-US"/>
              </a:p>
            </p:txBody>
          </p:sp>
          <p:sp>
            <p:nvSpPr>
              <p:cNvPr id="55756" name="Line 2207"/>
              <p:cNvSpPr>
                <a:spLocks noChangeShapeType="1"/>
              </p:cNvSpPr>
              <p:nvPr/>
            </p:nvSpPr>
            <p:spPr bwMode="auto">
              <a:xfrm flipV="1">
                <a:off x="3317" y="2426"/>
                <a:ext cx="766" cy="243"/>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475" name="Group 2208"/>
            <p:cNvGrpSpPr>
              <a:grpSpLocks/>
            </p:cNvGrpSpPr>
            <p:nvPr/>
          </p:nvGrpSpPr>
          <p:grpSpPr bwMode="auto">
            <a:xfrm>
              <a:off x="3780" y="2387"/>
              <a:ext cx="886" cy="282"/>
              <a:chOff x="3780" y="2387"/>
              <a:chExt cx="886" cy="282"/>
            </a:xfrm>
          </p:grpSpPr>
          <p:sp>
            <p:nvSpPr>
              <p:cNvPr id="55753" name="Freeform 2209"/>
              <p:cNvSpPr>
                <a:spLocks/>
              </p:cNvSpPr>
              <p:nvPr/>
            </p:nvSpPr>
            <p:spPr bwMode="auto">
              <a:xfrm>
                <a:off x="4522" y="2387"/>
                <a:ext cx="144" cy="72"/>
              </a:xfrm>
              <a:custGeom>
                <a:avLst/>
                <a:gdLst>
                  <a:gd name="T0" fmla="*/ 144 w 144"/>
                  <a:gd name="T1" fmla="*/ 0 h 72"/>
                  <a:gd name="T2" fmla="*/ 24 w 144"/>
                  <a:gd name="T3" fmla="*/ 72 h 72"/>
                  <a:gd name="T4" fmla="*/ 16 w 144"/>
                  <a:gd name="T5" fmla="*/ 40 h 72"/>
                  <a:gd name="T6" fmla="*/ 0 w 144"/>
                  <a:gd name="T7" fmla="*/ 8 h 72"/>
                  <a:gd name="T8" fmla="*/ 144 w 144"/>
                  <a:gd name="T9" fmla="*/ 0 h 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4" h="72">
                    <a:moveTo>
                      <a:pt x="144" y="0"/>
                    </a:moveTo>
                    <a:lnTo>
                      <a:pt x="24" y="72"/>
                    </a:lnTo>
                    <a:lnTo>
                      <a:pt x="16" y="40"/>
                    </a:lnTo>
                    <a:lnTo>
                      <a:pt x="0" y="8"/>
                    </a:lnTo>
                    <a:lnTo>
                      <a:pt x="144" y="0"/>
                    </a:lnTo>
                    <a:close/>
                  </a:path>
                </a:pathLst>
              </a:custGeom>
              <a:solidFill>
                <a:schemeClr val="tx1"/>
              </a:solidFill>
              <a:ln w="9525">
                <a:solidFill>
                  <a:schemeClr val="tx1"/>
                </a:solidFill>
                <a:round/>
                <a:headEnd/>
                <a:tailEnd/>
              </a:ln>
            </p:spPr>
            <p:txBody>
              <a:bodyPr/>
              <a:lstStyle/>
              <a:p>
                <a:endParaRPr lang="en-US"/>
              </a:p>
            </p:txBody>
          </p:sp>
          <p:sp>
            <p:nvSpPr>
              <p:cNvPr id="55754" name="Line 2210"/>
              <p:cNvSpPr>
                <a:spLocks noChangeShapeType="1"/>
              </p:cNvSpPr>
              <p:nvPr/>
            </p:nvSpPr>
            <p:spPr bwMode="auto">
              <a:xfrm flipV="1">
                <a:off x="3780" y="2426"/>
                <a:ext cx="766" cy="243"/>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476" name="Group 2211"/>
            <p:cNvGrpSpPr>
              <a:grpSpLocks/>
            </p:cNvGrpSpPr>
            <p:nvPr/>
          </p:nvGrpSpPr>
          <p:grpSpPr bwMode="auto">
            <a:xfrm>
              <a:off x="1473" y="2993"/>
              <a:ext cx="886" cy="291"/>
              <a:chOff x="1473" y="2993"/>
              <a:chExt cx="886" cy="291"/>
            </a:xfrm>
          </p:grpSpPr>
          <p:sp>
            <p:nvSpPr>
              <p:cNvPr id="55751" name="Freeform 2212"/>
              <p:cNvSpPr>
                <a:spLocks/>
              </p:cNvSpPr>
              <p:nvPr/>
            </p:nvSpPr>
            <p:spPr bwMode="auto">
              <a:xfrm>
                <a:off x="2223" y="2993"/>
                <a:ext cx="136" cy="72"/>
              </a:xfrm>
              <a:custGeom>
                <a:avLst/>
                <a:gdLst>
                  <a:gd name="T0" fmla="*/ 136 w 136"/>
                  <a:gd name="T1" fmla="*/ 0 h 72"/>
                  <a:gd name="T2" fmla="*/ 24 w 136"/>
                  <a:gd name="T3" fmla="*/ 72 h 72"/>
                  <a:gd name="T4" fmla="*/ 8 w 136"/>
                  <a:gd name="T5" fmla="*/ 40 h 72"/>
                  <a:gd name="T6" fmla="*/ 0 w 136"/>
                  <a:gd name="T7" fmla="*/ 8 h 72"/>
                  <a:gd name="T8" fmla="*/ 136 w 136"/>
                  <a:gd name="T9" fmla="*/ 0 h 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 h="72">
                    <a:moveTo>
                      <a:pt x="136" y="0"/>
                    </a:moveTo>
                    <a:lnTo>
                      <a:pt x="24" y="72"/>
                    </a:lnTo>
                    <a:lnTo>
                      <a:pt x="8" y="40"/>
                    </a:lnTo>
                    <a:lnTo>
                      <a:pt x="0" y="8"/>
                    </a:lnTo>
                    <a:lnTo>
                      <a:pt x="136" y="0"/>
                    </a:lnTo>
                    <a:close/>
                  </a:path>
                </a:pathLst>
              </a:custGeom>
              <a:solidFill>
                <a:schemeClr val="tx1"/>
              </a:solidFill>
              <a:ln w="9525">
                <a:solidFill>
                  <a:schemeClr val="tx1"/>
                </a:solidFill>
                <a:round/>
                <a:headEnd/>
                <a:tailEnd/>
              </a:ln>
            </p:spPr>
            <p:txBody>
              <a:bodyPr/>
              <a:lstStyle/>
              <a:p>
                <a:endParaRPr lang="en-US"/>
              </a:p>
            </p:txBody>
          </p:sp>
          <p:sp>
            <p:nvSpPr>
              <p:cNvPr id="55752" name="Line 2213"/>
              <p:cNvSpPr>
                <a:spLocks noChangeShapeType="1"/>
              </p:cNvSpPr>
              <p:nvPr/>
            </p:nvSpPr>
            <p:spPr bwMode="auto">
              <a:xfrm flipV="1">
                <a:off x="1473" y="3032"/>
                <a:ext cx="766" cy="252"/>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477" name="Group 2214"/>
            <p:cNvGrpSpPr>
              <a:grpSpLocks/>
            </p:cNvGrpSpPr>
            <p:nvPr/>
          </p:nvGrpSpPr>
          <p:grpSpPr bwMode="auto">
            <a:xfrm>
              <a:off x="1497" y="1765"/>
              <a:ext cx="878" cy="290"/>
              <a:chOff x="1497" y="1765"/>
              <a:chExt cx="878" cy="290"/>
            </a:xfrm>
          </p:grpSpPr>
          <p:sp>
            <p:nvSpPr>
              <p:cNvPr id="55749" name="Freeform 2215"/>
              <p:cNvSpPr>
                <a:spLocks/>
              </p:cNvSpPr>
              <p:nvPr/>
            </p:nvSpPr>
            <p:spPr bwMode="auto">
              <a:xfrm>
                <a:off x="2239" y="1765"/>
                <a:ext cx="136" cy="72"/>
              </a:xfrm>
              <a:custGeom>
                <a:avLst/>
                <a:gdLst>
                  <a:gd name="T0" fmla="*/ 136 w 136"/>
                  <a:gd name="T1" fmla="*/ 0 h 72"/>
                  <a:gd name="T2" fmla="*/ 24 w 136"/>
                  <a:gd name="T3" fmla="*/ 72 h 72"/>
                  <a:gd name="T4" fmla="*/ 8 w 136"/>
                  <a:gd name="T5" fmla="*/ 40 h 72"/>
                  <a:gd name="T6" fmla="*/ 0 w 136"/>
                  <a:gd name="T7" fmla="*/ 8 h 72"/>
                  <a:gd name="T8" fmla="*/ 136 w 136"/>
                  <a:gd name="T9" fmla="*/ 0 h 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 h="72">
                    <a:moveTo>
                      <a:pt x="136" y="0"/>
                    </a:moveTo>
                    <a:lnTo>
                      <a:pt x="24" y="72"/>
                    </a:lnTo>
                    <a:lnTo>
                      <a:pt x="8" y="40"/>
                    </a:lnTo>
                    <a:lnTo>
                      <a:pt x="0" y="8"/>
                    </a:lnTo>
                    <a:lnTo>
                      <a:pt x="136" y="0"/>
                    </a:lnTo>
                    <a:close/>
                  </a:path>
                </a:pathLst>
              </a:custGeom>
              <a:solidFill>
                <a:schemeClr val="tx1"/>
              </a:solidFill>
              <a:ln w="9525">
                <a:solidFill>
                  <a:schemeClr val="tx1"/>
                </a:solidFill>
                <a:round/>
                <a:headEnd/>
                <a:tailEnd/>
              </a:ln>
            </p:spPr>
            <p:txBody>
              <a:bodyPr/>
              <a:lstStyle/>
              <a:p>
                <a:endParaRPr lang="en-US"/>
              </a:p>
            </p:txBody>
          </p:sp>
          <p:sp>
            <p:nvSpPr>
              <p:cNvPr id="55750" name="Line 2216"/>
              <p:cNvSpPr>
                <a:spLocks noChangeShapeType="1"/>
              </p:cNvSpPr>
              <p:nvPr/>
            </p:nvSpPr>
            <p:spPr bwMode="auto">
              <a:xfrm flipV="1">
                <a:off x="1497" y="1803"/>
                <a:ext cx="758" cy="252"/>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478" name="Group 2217"/>
            <p:cNvGrpSpPr>
              <a:grpSpLocks/>
            </p:cNvGrpSpPr>
            <p:nvPr/>
          </p:nvGrpSpPr>
          <p:grpSpPr bwMode="auto">
            <a:xfrm>
              <a:off x="1938" y="1765"/>
              <a:ext cx="892" cy="1507"/>
              <a:chOff x="1938" y="1765"/>
              <a:chExt cx="892" cy="1507"/>
            </a:xfrm>
          </p:grpSpPr>
          <p:sp>
            <p:nvSpPr>
              <p:cNvPr id="55747" name="Freeform 2218"/>
              <p:cNvSpPr>
                <a:spLocks/>
              </p:cNvSpPr>
              <p:nvPr/>
            </p:nvSpPr>
            <p:spPr bwMode="auto">
              <a:xfrm>
                <a:off x="2726" y="3145"/>
                <a:ext cx="104" cy="127"/>
              </a:xfrm>
              <a:custGeom>
                <a:avLst/>
                <a:gdLst>
                  <a:gd name="T0" fmla="*/ 104 w 104"/>
                  <a:gd name="T1" fmla="*/ 127 h 127"/>
                  <a:gd name="T2" fmla="*/ 0 w 104"/>
                  <a:gd name="T3" fmla="*/ 32 h 127"/>
                  <a:gd name="T4" fmla="*/ 32 w 104"/>
                  <a:gd name="T5" fmla="*/ 16 h 127"/>
                  <a:gd name="T6" fmla="*/ 64 w 104"/>
                  <a:gd name="T7" fmla="*/ 0 h 127"/>
                  <a:gd name="T8" fmla="*/ 104 w 104"/>
                  <a:gd name="T9" fmla="*/ 127 h 12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4" h="127">
                    <a:moveTo>
                      <a:pt x="104" y="127"/>
                    </a:moveTo>
                    <a:lnTo>
                      <a:pt x="0" y="32"/>
                    </a:lnTo>
                    <a:lnTo>
                      <a:pt x="32" y="16"/>
                    </a:lnTo>
                    <a:lnTo>
                      <a:pt x="64" y="0"/>
                    </a:lnTo>
                    <a:lnTo>
                      <a:pt x="104" y="127"/>
                    </a:lnTo>
                    <a:close/>
                  </a:path>
                </a:pathLst>
              </a:custGeom>
              <a:solidFill>
                <a:schemeClr val="tx1"/>
              </a:solidFill>
              <a:ln w="9525">
                <a:solidFill>
                  <a:schemeClr val="tx1"/>
                </a:solidFill>
                <a:round/>
                <a:headEnd/>
                <a:tailEnd/>
              </a:ln>
            </p:spPr>
            <p:txBody>
              <a:bodyPr/>
              <a:lstStyle/>
              <a:p>
                <a:endParaRPr lang="en-US"/>
              </a:p>
            </p:txBody>
          </p:sp>
          <p:sp>
            <p:nvSpPr>
              <p:cNvPr id="55748" name="Line 2219"/>
              <p:cNvSpPr>
                <a:spLocks noChangeShapeType="1"/>
              </p:cNvSpPr>
              <p:nvPr/>
            </p:nvSpPr>
            <p:spPr bwMode="auto">
              <a:xfrm>
                <a:off x="1938" y="1765"/>
                <a:ext cx="823" cy="1404"/>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479" name="Group 2220"/>
            <p:cNvGrpSpPr>
              <a:grpSpLocks/>
            </p:cNvGrpSpPr>
            <p:nvPr/>
          </p:nvGrpSpPr>
          <p:grpSpPr bwMode="auto">
            <a:xfrm>
              <a:off x="1482" y="1781"/>
              <a:ext cx="438" cy="263"/>
              <a:chOff x="1482" y="1781"/>
              <a:chExt cx="438" cy="263"/>
            </a:xfrm>
          </p:grpSpPr>
          <p:sp>
            <p:nvSpPr>
              <p:cNvPr id="55742" name="Freeform 2221"/>
              <p:cNvSpPr>
                <a:spLocks/>
              </p:cNvSpPr>
              <p:nvPr/>
            </p:nvSpPr>
            <p:spPr bwMode="auto">
              <a:xfrm>
                <a:off x="1808" y="1964"/>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0">
                    <a:moveTo>
                      <a:pt x="112" y="80"/>
                    </a:moveTo>
                    <a:lnTo>
                      <a:pt x="0" y="48"/>
                    </a:lnTo>
                    <a:lnTo>
                      <a:pt x="16" y="24"/>
                    </a:lnTo>
                    <a:lnTo>
                      <a:pt x="32" y="0"/>
                    </a:lnTo>
                    <a:lnTo>
                      <a:pt x="112" y="80"/>
                    </a:lnTo>
                    <a:close/>
                  </a:path>
                </a:pathLst>
              </a:custGeom>
              <a:solidFill>
                <a:schemeClr val="tx1"/>
              </a:solidFill>
              <a:ln w="9525">
                <a:solidFill>
                  <a:schemeClr val="tx1"/>
                </a:solidFill>
                <a:round/>
                <a:headEnd/>
                <a:tailEnd/>
              </a:ln>
            </p:spPr>
            <p:txBody>
              <a:bodyPr/>
              <a:lstStyle/>
              <a:p>
                <a:endParaRPr lang="en-US"/>
              </a:p>
            </p:txBody>
          </p:sp>
          <p:sp>
            <p:nvSpPr>
              <p:cNvPr id="55743" name="Line 2222"/>
              <p:cNvSpPr>
                <a:spLocks noChangeShapeType="1"/>
              </p:cNvSpPr>
              <p:nvPr/>
            </p:nvSpPr>
            <p:spPr bwMode="auto">
              <a:xfrm>
                <a:off x="1482" y="1781"/>
                <a:ext cx="70" cy="46"/>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744" name="Line 2223"/>
              <p:cNvSpPr>
                <a:spLocks noChangeShapeType="1"/>
              </p:cNvSpPr>
              <p:nvPr/>
            </p:nvSpPr>
            <p:spPr bwMode="auto">
              <a:xfrm>
                <a:off x="1577" y="1837"/>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745" name="Line 2224"/>
              <p:cNvSpPr>
                <a:spLocks noChangeShapeType="1"/>
              </p:cNvSpPr>
              <p:nvPr/>
            </p:nvSpPr>
            <p:spPr bwMode="auto">
              <a:xfrm>
                <a:off x="1672" y="1892"/>
                <a:ext cx="72"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746" name="Line 2225"/>
              <p:cNvSpPr>
                <a:spLocks noChangeShapeType="1"/>
              </p:cNvSpPr>
              <p:nvPr/>
            </p:nvSpPr>
            <p:spPr bwMode="auto">
              <a:xfrm>
                <a:off x="1768" y="1956"/>
                <a:ext cx="56" cy="3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480" name="Group 2226"/>
            <p:cNvGrpSpPr>
              <a:grpSpLocks/>
            </p:cNvGrpSpPr>
            <p:nvPr/>
          </p:nvGrpSpPr>
          <p:grpSpPr bwMode="auto">
            <a:xfrm>
              <a:off x="1481" y="1789"/>
              <a:ext cx="455" cy="550"/>
              <a:chOff x="1481" y="1789"/>
              <a:chExt cx="455" cy="550"/>
            </a:xfrm>
          </p:grpSpPr>
          <p:sp>
            <p:nvSpPr>
              <p:cNvPr id="55735" name="Freeform 2227"/>
              <p:cNvSpPr>
                <a:spLocks/>
              </p:cNvSpPr>
              <p:nvPr/>
            </p:nvSpPr>
            <p:spPr bwMode="auto">
              <a:xfrm>
                <a:off x="1840" y="2235"/>
                <a:ext cx="96" cy="104"/>
              </a:xfrm>
              <a:custGeom>
                <a:avLst/>
                <a:gdLst>
                  <a:gd name="T0" fmla="*/ 96 w 96"/>
                  <a:gd name="T1" fmla="*/ 104 h 104"/>
                  <a:gd name="T2" fmla="*/ 0 w 96"/>
                  <a:gd name="T3" fmla="*/ 32 h 104"/>
                  <a:gd name="T4" fmla="*/ 24 w 96"/>
                  <a:gd name="T5" fmla="*/ 16 h 104"/>
                  <a:gd name="T6" fmla="*/ 48 w 96"/>
                  <a:gd name="T7" fmla="*/ 0 h 104"/>
                  <a:gd name="T8" fmla="*/ 96 w 96"/>
                  <a:gd name="T9" fmla="*/ 104 h 10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6" h="104">
                    <a:moveTo>
                      <a:pt x="96" y="104"/>
                    </a:moveTo>
                    <a:lnTo>
                      <a:pt x="0" y="32"/>
                    </a:lnTo>
                    <a:lnTo>
                      <a:pt x="24" y="16"/>
                    </a:lnTo>
                    <a:lnTo>
                      <a:pt x="48" y="0"/>
                    </a:lnTo>
                    <a:lnTo>
                      <a:pt x="96" y="104"/>
                    </a:lnTo>
                    <a:close/>
                  </a:path>
                </a:pathLst>
              </a:custGeom>
              <a:solidFill>
                <a:schemeClr val="tx1"/>
              </a:solidFill>
              <a:ln w="9525">
                <a:solidFill>
                  <a:schemeClr val="tx1"/>
                </a:solidFill>
                <a:round/>
                <a:headEnd/>
                <a:tailEnd/>
              </a:ln>
            </p:spPr>
            <p:txBody>
              <a:bodyPr/>
              <a:lstStyle/>
              <a:p>
                <a:endParaRPr lang="en-US"/>
              </a:p>
            </p:txBody>
          </p:sp>
          <p:sp>
            <p:nvSpPr>
              <p:cNvPr id="55736" name="Line 2228"/>
              <p:cNvSpPr>
                <a:spLocks noChangeShapeType="1"/>
              </p:cNvSpPr>
              <p:nvPr/>
            </p:nvSpPr>
            <p:spPr bwMode="auto">
              <a:xfrm>
                <a:off x="1481" y="1789"/>
                <a:ext cx="55" cy="6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737" name="Line 2229"/>
              <p:cNvSpPr>
                <a:spLocks noChangeShapeType="1"/>
              </p:cNvSpPr>
              <p:nvPr/>
            </p:nvSpPr>
            <p:spPr bwMode="auto">
              <a:xfrm>
                <a:off x="1552" y="1876"/>
                <a:ext cx="56" cy="6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738" name="Line 2230"/>
              <p:cNvSpPr>
                <a:spLocks noChangeShapeType="1"/>
              </p:cNvSpPr>
              <p:nvPr/>
            </p:nvSpPr>
            <p:spPr bwMode="auto">
              <a:xfrm>
                <a:off x="1624" y="1964"/>
                <a:ext cx="56" cy="6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739" name="Line 2231"/>
              <p:cNvSpPr>
                <a:spLocks noChangeShapeType="1"/>
              </p:cNvSpPr>
              <p:nvPr/>
            </p:nvSpPr>
            <p:spPr bwMode="auto">
              <a:xfrm>
                <a:off x="1696" y="2044"/>
                <a:ext cx="56" cy="7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740" name="Line 2232"/>
              <p:cNvSpPr>
                <a:spLocks noChangeShapeType="1"/>
              </p:cNvSpPr>
              <p:nvPr/>
            </p:nvSpPr>
            <p:spPr bwMode="auto">
              <a:xfrm>
                <a:off x="1768" y="2132"/>
                <a:ext cx="56" cy="7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741" name="Line 2233"/>
              <p:cNvSpPr>
                <a:spLocks noChangeShapeType="1"/>
              </p:cNvSpPr>
              <p:nvPr/>
            </p:nvSpPr>
            <p:spPr bwMode="auto">
              <a:xfrm>
                <a:off x="1840" y="2219"/>
                <a:ext cx="24" cy="3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481" name="Group 2234"/>
            <p:cNvGrpSpPr>
              <a:grpSpLocks/>
            </p:cNvGrpSpPr>
            <p:nvPr/>
          </p:nvGrpSpPr>
          <p:grpSpPr bwMode="auto">
            <a:xfrm>
              <a:off x="1489" y="2084"/>
              <a:ext cx="439" cy="574"/>
              <a:chOff x="1489" y="2084"/>
              <a:chExt cx="439" cy="574"/>
            </a:xfrm>
          </p:grpSpPr>
          <p:sp>
            <p:nvSpPr>
              <p:cNvPr id="55728" name="Freeform 2235"/>
              <p:cNvSpPr>
                <a:spLocks/>
              </p:cNvSpPr>
              <p:nvPr/>
            </p:nvSpPr>
            <p:spPr bwMode="auto">
              <a:xfrm>
                <a:off x="1840" y="2554"/>
                <a:ext cx="88" cy="104"/>
              </a:xfrm>
              <a:custGeom>
                <a:avLst/>
                <a:gdLst>
                  <a:gd name="T0" fmla="*/ 88 w 88"/>
                  <a:gd name="T1" fmla="*/ 104 h 104"/>
                  <a:gd name="T2" fmla="*/ 0 w 88"/>
                  <a:gd name="T3" fmla="*/ 32 h 104"/>
                  <a:gd name="T4" fmla="*/ 16 w 88"/>
                  <a:gd name="T5" fmla="*/ 16 h 104"/>
                  <a:gd name="T6" fmla="*/ 40 w 88"/>
                  <a:gd name="T7" fmla="*/ 0 h 104"/>
                  <a:gd name="T8" fmla="*/ 88 w 88"/>
                  <a:gd name="T9" fmla="*/ 104 h 10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8" h="104">
                    <a:moveTo>
                      <a:pt x="88" y="104"/>
                    </a:moveTo>
                    <a:lnTo>
                      <a:pt x="0" y="32"/>
                    </a:lnTo>
                    <a:lnTo>
                      <a:pt x="16" y="16"/>
                    </a:lnTo>
                    <a:lnTo>
                      <a:pt x="40" y="0"/>
                    </a:lnTo>
                    <a:lnTo>
                      <a:pt x="88" y="104"/>
                    </a:lnTo>
                    <a:close/>
                  </a:path>
                </a:pathLst>
              </a:custGeom>
              <a:solidFill>
                <a:schemeClr val="tx1"/>
              </a:solidFill>
              <a:ln w="9525">
                <a:solidFill>
                  <a:schemeClr val="tx1"/>
                </a:solidFill>
                <a:round/>
                <a:headEnd/>
                <a:tailEnd/>
              </a:ln>
            </p:spPr>
            <p:txBody>
              <a:bodyPr/>
              <a:lstStyle/>
              <a:p>
                <a:endParaRPr lang="en-US"/>
              </a:p>
            </p:txBody>
          </p:sp>
          <p:sp>
            <p:nvSpPr>
              <p:cNvPr id="55729" name="Line 2236"/>
              <p:cNvSpPr>
                <a:spLocks noChangeShapeType="1"/>
              </p:cNvSpPr>
              <p:nvPr/>
            </p:nvSpPr>
            <p:spPr bwMode="auto">
              <a:xfrm>
                <a:off x="1489" y="2084"/>
                <a:ext cx="55"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730" name="Line 2237"/>
              <p:cNvSpPr>
                <a:spLocks noChangeShapeType="1"/>
              </p:cNvSpPr>
              <p:nvPr/>
            </p:nvSpPr>
            <p:spPr bwMode="auto">
              <a:xfrm>
                <a:off x="1553" y="2172"/>
                <a:ext cx="55"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731" name="Line 2238"/>
              <p:cNvSpPr>
                <a:spLocks noChangeShapeType="1"/>
              </p:cNvSpPr>
              <p:nvPr/>
            </p:nvSpPr>
            <p:spPr bwMode="auto">
              <a:xfrm>
                <a:off x="1624" y="2259"/>
                <a:ext cx="56" cy="7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732" name="Line 2239"/>
              <p:cNvSpPr>
                <a:spLocks noChangeShapeType="1"/>
              </p:cNvSpPr>
              <p:nvPr/>
            </p:nvSpPr>
            <p:spPr bwMode="auto">
              <a:xfrm>
                <a:off x="1688" y="2347"/>
                <a:ext cx="56" cy="7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733" name="Line 2240"/>
              <p:cNvSpPr>
                <a:spLocks noChangeShapeType="1"/>
              </p:cNvSpPr>
              <p:nvPr/>
            </p:nvSpPr>
            <p:spPr bwMode="auto">
              <a:xfrm>
                <a:off x="1760" y="2443"/>
                <a:ext cx="56" cy="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734" name="Line 2241"/>
              <p:cNvSpPr>
                <a:spLocks noChangeShapeType="1"/>
              </p:cNvSpPr>
              <p:nvPr/>
            </p:nvSpPr>
            <p:spPr bwMode="auto">
              <a:xfrm>
                <a:off x="1824" y="2531"/>
                <a:ext cx="32" cy="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482" name="Group 2242"/>
            <p:cNvGrpSpPr>
              <a:grpSpLocks/>
            </p:cNvGrpSpPr>
            <p:nvPr/>
          </p:nvGrpSpPr>
          <p:grpSpPr bwMode="auto">
            <a:xfrm>
              <a:off x="1481" y="2084"/>
              <a:ext cx="447" cy="574"/>
              <a:chOff x="1481" y="2084"/>
              <a:chExt cx="447" cy="574"/>
            </a:xfrm>
          </p:grpSpPr>
          <p:sp>
            <p:nvSpPr>
              <p:cNvPr id="55721" name="Freeform 2243"/>
              <p:cNvSpPr>
                <a:spLocks/>
              </p:cNvSpPr>
              <p:nvPr/>
            </p:nvSpPr>
            <p:spPr bwMode="auto">
              <a:xfrm>
                <a:off x="1840" y="2084"/>
                <a:ext cx="88" cy="104"/>
              </a:xfrm>
              <a:custGeom>
                <a:avLst/>
                <a:gdLst>
                  <a:gd name="T0" fmla="*/ 88 w 88"/>
                  <a:gd name="T1" fmla="*/ 0 h 104"/>
                  <a:gd name="T2" fmla="*/ 40 w 88"/>
                  <a:gd name="T3" fmla="*/ 104 h 104"/>
                  <a:gd name="T4" fmla="*/ 16 w 88"/>
                  <a:gd name="T5" fmla="*/ 88 h 104"/>
                  <a:gd name="T6" fmla="*/ 0 w 88"/>
                  <a:gd name="T7" fmla="*/ 72 h 104"/>
                  <a:gd name="T8" fmla="*/ 88 w 88"/>
                  <a:gd name="T9" fmla="*/ 0 h 10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8" h="104">
                    <a:moveTo>
                      <a:pt x="88" y="0"/>
                    </a:moveTo>
                    <a:lnTo>
                      <a:pt x="40" y="104"/>
                    </a:lnTo>
                    <a:lnTo>
                      <a:pt x="16" y="88"/>
                    </a:lnTo>
                    <a:lnTo>
                      <a:pt x="0" y="72"/>
                    </a:lnTo>
                    <a:lnTo>
                      <a:pt x="88" y="0"/>
                    </a:lnTo>
                    <a:close/>
                  </a:path>
                </a:pathLst>
              </a:custGeom>
              <a:solidFill>
                <a:schemeClr val="tx1"/>
              </a:solidFill>
              <a:ln w="9525">
                <a:solidFill>
                  <a:schemeClr val="tx1"/>
                </a:solidFill>
                <a:round/>
                <a:headEnd/>
                <a:tailEnd/>
              </a:ln>
            </p:spPr>
            <p:txBody>
              <a:bodyPr/>
              <a:lstStyle/>
              <a:p>
                <a:endParaRPr lang="en-US"/>
              </a:p>
            </p:txBody>
          </p:sp>
          <p:sp>
            <p:nvSpPr>
              <p:cNvPr id="55722" name="Line 2244"/>
              <p:cNvSpPr>
                <a:spLocks noChangeShapeType="1"/>
              </p:cNvSpPr>
              <p:nvPr/>
            </p:nvSpPr>
            <p:spPr bwMode="auto">
              <a:xfrm flipV="1">
                <a:off x="1481" y="2588"/>
                <a:ext cx="55"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723" name="Line 2245"/>
              <p:cNvSpPr>
                <a:spLocks noChangeShapeType="1"/>
              </p:cNvSpPr>
              <p:nvPr/>
            </p:nvSpPr>
            <p:spPr bwMode="auto">
              <a:xfrm flipV="1">
                <a:off x="1553" y="2500"/>
                <a:ext cx="47"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724" name="Line 2246"/>
              <p:cNvSpPr>
                <a:spLocks noChangeShapeType="1"/>
              </p:cNvSpPr>
              <p:nvPr/>
            </p:nvSpPr>
            <p:spPr bwMode="auto">
              <a:xfrm flipV="1">
                <a:off x="1616" y="2412"/>
                <a:ext cx="56" cy="7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725" name="Line 2247"/>
              <p:cNvSpPr>
                <a:spLocks noChangeShapeType="1"/>
              </p:cNvSpPr>
              <p:nvPr/>
            </p:nvSpPr>
            <p:spPr bwMode="auto">
              <a:xfrm flipV="1">
                <a:off x="1688" y="2323"/>
                <a:ext cx="56" cy="7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726" name="Line 2248"/>
              <p:cNvSpPr>
                <a:spLocks noChangeShapeType="1"/>
              </p:cNvSpPr>
              <p:nvPr/>
            </p:nvSpPr>
            <p:spPr bwMode="auto">
              <a:xfrm flipV="1">
                <a:off x="1752" y="2236"/>
                <a:ext cx="56" cy="7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727" name="Line 2249"/>
              <p:cNvSpPr>
                <a:spLocks noChangeShapeType="1"/>
              </p:cNvSpPr>
              <p:nvPr/>
            </p:nvSpPr>
            <p:spPr bwMode="auto">
              <a:xfrm flipV="1">
                <a:off x="1824" y="2172"/>
                <a:ext cx="32"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483" name="Group 2250"/>
            <p:cNvGrpSpPr>
              <a:grpSpLocks/>
            </p:cNvGrpSpPr>
            <p:nvPr/>
          </p:nvGrpSpPr>
          <p:grpSpPr bwMode="auto">
            <a:xfrm>
              <a:off x="1944" y="2076"/>
              <a:ext cx="447" cy="263"/>
              <a:chOff x="1944" y="2076"/>
              <a:chExt cx="447" cy="263"/>
            </a:xfrm>
          </p:grpSpPr>
          <p:sp>
            <p:nvSpPr>
              <p:cNvPr id="55716" name="Freeform 2251"/>
              <p:cNvSpPr>
                <a:spLocks/>
              </p:cNvSpPr>
              <p:nvPr/>
            </p:nvSpPr>
            <p:spPr bwMode="auto">
              <a:xfrm>
                <a:off x="2279" y="2076"/>
                <a:ext cx="112" cy="80"/>
              </a:xfrm>
              <a:custGeom>
                <a:avLst/>
                <a:gdLst>
                  <a:gd name="T0" fmla="*/ 112 w 112"/>
                  <a:gd name="T1" fmla="*/ 0 h 80"/>
                  <a:gd name="T2" fmla="*/ 32 w 112"/>
                  <a:gd name="T3" fmla="*/ 80 h 80"/>
                  <a:gd name="T4" fmla="*/ 16 w 112"/>
                  <a:gd name="T5" fmla="*/ 56 h 80"/>
                  <a:gd name="T6" fmla="*/ 0 w 112"/>
                  <a:gd name="T7" fmla="*/ 32 h 80"/>
                  <a:gd name="T8" fmla="*/ 112 w 112"/>
                  <a:gd name="T9" fmla="*/ 0 h 8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0">
                    <a:moveTo>
                      <a:pt x="112" y="0"/>
                    </a:moveTo>
                    <a:lnTo>
                      <a:pt x="32" y="80"/>
                    </a:lnTo>
                    <a:lnTo>
                      <a:pt x="16" y="56"/>
                    </a:lnTo>
                    <a:lnTo>
                      <a:pt x="0" y="32"/>
                    </a:lnTo>
                    <a:lnTo>
                      <a:pt x="112" y="0"/>
                    </a:lnTo>
                    <a:close/>
                  </a:path>
                </a:pathLst>
              </a:custGeom>
              <a:solidFill>
                <a:schemeClr val="tx1"/>
              </a:solidFill>
              <a:ln w="9525">
                <a:solidFill>
                  <a:schemeClr val="tx1"/>
                </a:solidFill>
                <a:round/>
                <a:headEnd/>
                <a:tailEnd/>
              </a:ln>
            </p:spPr>
            <p:txBody>
              <a:bodyPr/>
              <a:lstStyle/>
              <a:p>
                <a:endParaRPr lang="en-US"/>
              </a:p>
            </p:txBody>
          </p:sp>
          <p:sp>
            <p:nvSpPr>
              <p:cNvPr id="55717" name="Line 2252"/>
              <p:cNvSpPr>
                <a:spLocks noChangeShapeType="1"/>
              </p:cNvSpPr>
              <p:nvPr/>
            </p:nvSpPr>
            <p:spPr bwMode="auto">
              <a:xfrm flipV="1">
                <a:off x="1944" y="2292"/>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718" name="Line 2253"/>
              <p:cNvSpPr>
                <a:spLocks noChangeShapeType="1"/>
              </p:cNvSpPr>
              <p:nvPr/>
            </p:nvSpPr>
            <p:spPr bwMode="auto">
              <a:xfrm flipV="1">
                <a:off x="2040" y="2236"/>
                <a:ext cx="79"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719" name="Line 2254"/>
              <p:cNvSpPr>
                <a:spLocks noChangeShapeType="1"/>
              </p:cNvSpPr>
              <p:nvPr/>
            </p:nvSpPr>
            <p:spPr bwMode="auto">
              <a:xfrm flipV="1">
                <a:off x="2136" y="2180"/>
                <a:ext cx="79"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720" name="Line 2255"/>
              <p:cNvSpPr>
                <a:spLocks noChangeShapeType="1"/>
              </p:cNvSpPr>
              <p:nvPr/>
            </p:nvSpPr>
            <p:spPr bwMode="auto">
              <a:xfrm flipV="1">
                <a:off x="2231" y="2133"/>
                <a:ext cx="64" cy="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484" name="Group 2256"/>
            <p:cNvGrpSpPr>
              <a:grpSpLocks/>
            </p:cNvGrpSpPr>
            <p:nvPr/>
          </p:nvGrpSpPr>
          <p:grpSpPr bwMode="auto">
            <a:xfrm>
              <a:off x="1944" y="1781"/>
              <a:ext cx="431" cy="263"/>
              <a:chOff x="1944" y="1781"/>
              <a:chExt cx="431" cy="263"/>
            </a:xfrm>
          </p:grpSpPr>
          <p:sp>
            <p:nvSpPr>
              <p:cNvPr id="55711" name="Freeform 2257"/>
              <p:cNvSpPr>
                <a:spLocks/>
              </p:cNvSpPr>
              <p:nvPr/>
            </p:nvSpPr>
            <p:spPr bwMode="auto">
              <a:xfrm>
                <a:off x="2263" y="1781"/>
                <a:ext cx="112" cy="80"/>
              </a:xfrm>
              <a:custGeom>
                <a:avLst/>
                <a:gdLst>
                  <a:gd name="T0" fmla="*/ 112 w 112"/>
                  <a:gd name="T1" fmla="*/ 0 h 80"/>
                  <a:gd name="T2" fmla="*/ 32 w 112"/>
                  <a:gd name="T3" fmla="*/ 80 h 80"/>
                  <a:gd name="T4" fmla="*/ 16 w 112"/>
                  <a:gd name="T5" fmla="*/ 56 h 80"/>
                  <a:gd name="T6" fmla="*/ 0 w 112"/>
                  <a:gd name="T7" fmla="*/ 32 h 80"/>
                  <a:gd name="T8" fmla="*/ 112 w 112"/>
                  <a:gd name="T9" fmla="*/ 0 h 8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0">
                    <a:moveTo>
                      <a:pt x="112" y="0"/>
                    </a:moveTo>
                    <a:lnTo>
                      <a:pt x="32" y="80"/>
                    </a:lnTo>
                    <a:lnTo>
                      <a:pt x="16" y="56"/>
                    </a:lnTo>
                    <a:lnTo>
                      <a:pt x="0" y="32"/>
                    </a:lnTo>
                    <a:lnTo>
                      <a:pt x="112" y="0"/>
                    </a:lnTo>
                    <a:close/>
                  </a:path>
                </a:pathLst>
              </a:custGeom>
              <a:solidFill>
                <a:schemeClr val="tx1"/>
              </a:solidFill>
              <a:ln w="9525">
                <a:solidFill>
                  <a:schemeClr val="tx1"/>
                </a:solidFill>
                <a:round/>
                <a:headEnd/>
                <a:tailEnd/>
              </a:ln>
            </p:spPr>
            <p:txBody>
              <a:bodyPr/>
              <a:lstStyle/>
              <a:p>
                <a:endParaRPr lang="en-US"/>
              </a:p>
            </p:txBody>
          </p:sp>
          <p:sp>
            <p:nvSpPr>
              <p:cNvPr id="55712" name="Line 2258"/>
              <p:cNvSpPr>
                <a:spLocks noChangeShapeType="1"/>
              </p:cNvSpPr>
              <p:nvPr/>
            </p:nvSpPr>
            <p:spPr bwMode="auto">
              <a:xfrm flipV="1">
                <a:off x="1944" y="1997"/>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713" name="Line 2259"/>
              <p:cNvSpPr>
                <a:spLocks noChangeShapeType="1"/>
              </p:cNvSpPr>
              <p:nvPr/>
            </p:nvSpPr>
            <p:spPr bwMode="auto">
              <a:xfrm flipV="1">
                <a:off x="2040" y="1941"/>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714" name="Line 2260"/>
              <p:cNvSpPr>
                <a:spLocks noChangeShapeType="1"/>
              </p:cNvSpPr>
              <p:nvPr/>
            </p:nvSpPr>
            <p:spPr bwMode="auto">
              <a:xfrm flipV="1">
                <a:off x="2136" y="1885"/>
                <a:ext cx="71" cy="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715" name="Line 2261"/>
              <p:cNvSpPr>
                <a:spLocks noChangeShapeType="1"/>
              </p:cNvSpPr>
              <p:nvPr/>
            </p:nvSpPr>
            <p:spPr bwMode="auto">
              <a:xfrm flipV="1">
                <a:off x="2232" y="1837"/>
                <a:ext cx="47" cy="3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485" name="Group 2262"/>
            <p:cNvGrpSpPr>
              <a:grpSpLocks/>
            </p:cNvGrpSpPr>
            <p:nvPr/>
          </p:nvGrpSpPr>
          <p:grpSpPr bwMode="auto">
            <a:xfrm>
              <a:off x="2415" y="1781"/>
              <a:ext cx="423" cy="271"/>
              <a:chOff x="2415" y="1781"/>
              <a:chExt cx="423" cy="271"/>
            </a:xfrm>
          </p:grpSpPr>
          <p:sp>
            <p:nvSpPr>
              <p:cNvPr id="55706" name="Freeform 2263"/>
              <p:cNvSpPr>
                <a:spLocks/>
              </p:cNvSpPr>
              <p:nvPr/>
            </p:nvSpPr>
            <p:spPr bwMode="auto">
              <a:xfrm>
                <a:off x="2726" y="1781"/>
                <a:ext cx="112" cy="87"/>
              </a:xfrm>
              <a:custGeom>
                <a:avLst/>
                <a:gdLst>
                  <a:gd name="T0" fmla="*/ 112 w 112"/>
                  <a:gd name="T1" fmla="*/ 0 h 87"/>
                  <a:gd name="T2" fmla="*/ 32 w 112"/>
                  <a:gd name="T3" fmla="*/ 87 h 87"/>
                  <a:gd name="T4" fmla="*/ 16 w 112"/>
                  <a:gd name="T5" fmla="*/ 64 h 87"/>
                  <a:gd name="T6" fmla="*/ 0 w 112"/>
                  <a:gd name="T7" fmla="*/ 40 h 87"/>
                  <a:gd name="T8" fmla="*/ 112 w 112"/>
                  <a:gd name="T9" fmla="*/ 0 h 8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7">
                    <a:moveTo>
                      <a:pt x="112" y="0"/>
                    </a:moveTo>
                    <a:lnTo>
                      <a:pt x="32" y="87"/>
                    </a:lnTo>
                    <a:lnTo>
                      <a:pt x="16" y="64"/>
                    </a:lnTo>
                    <a:lnTo>
                      <a:pt x="0" y="40"/>
                    </a:lnTo>
                    <a:lnTo>
                      <a:pt x="112" y="0"/>
                    </a:lnTo>
                    <a:close/>
                  </a:path>
                </a:pathLst>
              </a:custGeom>
              <a:solidFill>
                <a:schemeClr val="tx1"/>
              </a:solidFill>
              <a:ln w="9525">
                <a:solidFill>
                  <a:schemeClr val="tx1"/>
                </a:solidFill>
                <a:round/>
                <a:headEnd/>
                <a:tailEnd/>
              </a:ln>
            </p:spPr>
            <p:txBody>
              <a:bodyPr/>
              <a:lstStyle/>
              <a:p>
                <a:endParaRPr lang="en-US"/>
              </a:p>
            </p:txBody>
          </p:sp>
          <p:sp>
            <p:nvSpPr>
              <p:cNvPr id="55707" name="Line 2264"/>
              <p:cNvSpPr>
                <a:spLocks noChangeShapeType="1"/>
              </p:cNvSpPr>
              <p:nvPr/>
            </p:nvSpPr>
            <p:spPr bwMode="auto">
              <a:xfrm flipV="1">
                <a:off x="2415" y="2004"/>
                <a:ext cx="72" cy="4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708" name="Line 2265"/>
              <p:cNvSpPr>
                <a:spLocks noChangeShapeType="1"/>
              </p:cNvSpPr>
              <p:nvPr/>
            </p:nvSpPr>
            <p:spPr bwMode="auto">
              <a:xfrm flipV="1">
                <a:off x="2511" y="1949"/>
                <a:ext cx="71" cy="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709" name="Line 2266"/>
              <p:cNvSpPr>
                <a:spLocks noChangeShapeType="1"/>
              </p:cNvSpPr>
              <p:nvPr/>
            </p:nvSpPr>
            <p:spPr bwMode="auto">
              <a:xfrm flipV="1">
                <a:off x="2607" y="1885"/>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710" name="Line 2267"/>
              <p:cNvSpPr>
                <a:spLocks noChangeShapeType="1"/>
              </p:cNvSpPr>
              <p:nvPr/>
            </p:nvSpPr>
            <p:spPr bwMode="auto">
              <a:xfrm flipV="1">
                <a:off x="2696" y="1846"/>
                <a:ext cx="46" cy="2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486" name="Group 2268"/>
            <p:cNvGrpSpPr>
              <a:grpSpLocks/>
            </p:cNvGrpSpPr>
            <p:nvPr/>
          </p:nvGrpSpPr>
          <p:grpSpPr bwMode="auto">
            <a:xfrm>
              <a:off x="2886" y="1773"/>
              <a:ext cx="415" cy="271"/>
              <a:chOff x="2886" y="1773"/>
              <a:chExt cx="415" cy="271"/>
            </a:xfrm>
          </p:grpSpPr>
          <p:sp>
            <p:nvSpPr>
              <p:cNvPr id="55701" name="Freeform 2269"/>
              <p:cNvSpPr>
                <a:spLocks/>
              </p:cNvSpPr>
              <p:nvPr/>
            </p:nvSpPr>
            <p:spPr bwMode="auto">
              <a:xfrm>
                <a:off x="3189" y="1773"/>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0"/>
                    </a:moveTo>
                    <a:lnTo>
                      <a:pt x="32" y="88"/>
                    </a:lnTo>
                    <a:lnTo>
                      <a:pt x="16" y="64"/>
                    </a:lnTo>
                    <a:lnTo>
                      <a:pt x="0" y="40"/>
                    </a:lnTo>
                    <a:lnTo>
                      <a:pt x="112" y="0"/>
                    </a:lnTo>
                    <a:close/>
                  </a:path>
                </a:pathLst>
              </a:custGeom>
              <a:solidFill>
                <a:schemeClr val="tx1"/>
              </a:solidFill>
              <a:ln w="9525">
                <a:solidFill>
                  <a:schemeClr val="tx1"/>
                </a:solidFill>
                <a:round/>
                <a:headEnd/>
                <a:tailEnd/>
              </a:ln>
            </p:spPr>
            <p:txBody>
              <a:bodyPr/>
              <a:lstStyle/>
              <a:p>
                <a:endParaRPr lang="en-US"/>
              </a:p>
            </p:txBody>
          </p:sp>
          <p:sp>
            <p:nvSpPr>
              <p:cNvPr id="55702" name="Line 2270"/>
              <p:cNvSpPr>
                <a:spLocks noChangeShapeType="1"/>
              </p:cNvSpPr>
              <p:nvPr/>
            </p:nvSpPr>
            <p:spPr bwMode="auto">
              <a:xfrm flipV="1">
                <a:off x="2886" y="1996"/>
                <a:ext cx="72" cy="4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703" name="Line 2271"/>
              <p:cNvSpPr>
                <a:spLocks noChangeShapeType="1"/>
              </p:cNvSpPr>
              <p:nvPr/>
            </p:nvSpPr>
            <p:spPr bwMode="auto">
              <a:xfrm flipV="1">
                <a:off x="2982" y="1933"/>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704" name="Line 2272"/>
              <p:cNvSpPr>
                <a:spLocks noChangeShapeType="1"/>
              </p:cNvSpPr>
              <p:nvPr/>
            </p:nvSpPr>
            <p:spPr bwMode="auto">
              <a:xfrm flipV="1">
                <a:off x="3070" y="1877"/>
                <a:ext cx="79"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705" name="Line 2273"/>
              <p:cNvSpPr>
                <a:spLocks noChangeShapeType="1"/>
              </p:cNvSpPr>
              <p:nvPr/>
            </p:nvSpPr>
            <p:spPr bwMode="auto">
              <a:xfrm flipV="1">
                <a:off x="3165" y="1838"/>
                <a:ext cx="40" cy="2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487" name="Group 2274"/>
            <p:cNvGrpSpPr>
              <a:grpSpLocks/>
            </p:cNvGrpSpPr>
            <p:nvPr/>
          </p:nvGrpSpPr>
          <p:grpSpPr bwMode="auto">
            <a:xfrm>
              <a:off x="3325" y="1773"/>
              <a:ext cx="423" cy="271"/>
              <a:chOff x="3325" y="1773"/>
              <a:chExt cx="423" cy="271"/>
            </a:xfrm>
          </p:grpSpPr>
          <p:sp>
            <p:nvSpPr>
              <p:cNvPr id="55696" name="Freeform 2275"/>
              <p:cNvSpPr>
                <a:spLocks/>
              </p:cNvSpPr>
              <p:nvPr/>
            </p:nvSpPr>
            <p:spPr bwMode="auto">
              <a:xfrm>
                <a:off x="3636" y="1773"/>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0"/>
                    </a:moveTo>
                    <a:lnTo>
                      <a:pt x="32" y="88"/>
                    </a:lnTo>
                    <a:lnTo>
                      <a:pt x="16" y="64"/>
                    </a:lnTo>
                    <a:lnTo>
                      <a:pt x="0" y="40"/>
                    </a:lnTo>
                    <a:lnTo>
                      <a:pt x="112" y="0"/>
                    </a:lnTo>
                    <a:close/>
                  </a:path>
                </a:pathLst>
              </a:custGeom>
              <a:solidFill>
                <a:schemeClr val="tx1"/>
              </a:solidFill>
              <a:ln w="9525">
                <a:solidFill>
                  <a:schemeClr val="tx1"/>
                </a:solidFill>
                <a:round/>
                <a:headEnd/>
                <a:tailEnd/>
              </a:ln>
            </p:spPr>
            <p:txBody>
              <a:bodyPr/>
              <a:lstStyle/>
              <a:p>
                <a:endParaRPr lang="en-US"/>
              </a:p>
            </p:txBody>
          </p:sp>
          <p:sp>
            <p:nvSpPr>
              <p:cNvPr id="55697" name="Line 2276"/>
              <p:cNvSpPr>
                <a:spLocks noChangeShapeType="1"/>
              </p:cNvSpPr>
              <p:nvPr/>
            </p:nvSpPr>
            <p:spPr bwMode="auto">
              <a:xfrm flipV="1">
                <a:off x="3325" y="1996"/>
                <a:ext cx="72" cy="4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98" name="Line 2277"/>
              <p:cNvSpPr>
                <a:spLocks noChangeShapeType="1"/>
              </p:cNvSpPr>
              <p:nvPr/>
            </p:nvSpPr>
            <p:spPr bwMode="auto">
              <a:xfrm flipV="1">
                <a:off x="3421" y="1940"/>
                <a:ext cx="72" cy="4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99" name="Line 2278"/>
              <p:cNvSpPr>
                <a:spLocks noChangeShapeType="1"/>
              </p:cNvSpPr>
              <p:nvPr/>
            </p:nvSpPr>
            <p:spPr bwMode="auto">
              <a:xfrm flipV="1">
                <a:off x="3517" y="1877"/>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700" name="Line 2279"/>
              <p:cNvSpPr>
                <a:spLocks noChangeShapeType="1"/>
              </p:cNvSpPr>
              <p:nvPr/>
            </p:nvSpPr>
            <p:spPr bwMode="auto">
              <a:xfrm flipV="1">
                <a:off x="3604" y="1838"/>
                <a:ext cx="48" cy="2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488" name="Group 2280"/>
            <p:cNvGrpSpPr>
              <a:grpSpLocks/>
            </p:cNvGrpSpPr>
            <p:nvPr/>
          </p:nvGrpSpPr>
          <p:grpSpPr bwMode="auto">
            <a:xfrm>
              <a:off x="2878" y="2379"/>
              <a:ext cx="407" cy="287"/>
              <a:chOff x="2878" y="2379"/>
              <a:chExt cx="407" cy="287"/>
            </a:xfrm>
          </p:grpSpPr>
          <p:sp>
            <p:nvSpPr>
              <p:cNvPr id="55691" name="Freeform 2281"/>
              <p:cNvSpPr>
                <a:spLocks/>
              </p:cNvSpPr>
              <p:nvPr/>
            </p:nvSpPr>
            <p:spPr bwMode="auto">
              <a:xfrm>
                <a:off x="3173" y="2379"/>
                <a:ext cx="112" cy="88"/>
              </a:xfrm>
              <a:custGeom>
                <a:avLst/>
                <a:gdLst>
                  <a:gd name="T0" fmla="*/ 112 w 112"/>
                  <a:gd name="T1" fmla="*/ 0 h 88"/>
                  <a:gd name="T2" fmla="*/ 40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0"/>
                    </a:moveTo>
                    <a:lnTo>
                      <a:pt x="40" y="88"/>
                    </a:lnTo>
                    <a:lnTo>
                      <a:pt x="16" y="64"/>
                    </a:lnTo>
                    <a:lnTo>
                      <a:pt x="0" y="40"/>
                    </a:lnTo>
                    <a:lnTo>
                      <a:pt x="112" y="0"/>
                    </a:lnTo>
                    <a:close/>
                  </a:path>
                </a:pathLst>
              </a:custGeom>
              <a:solidFill>
                <a:schemeClr val="tx1"/>
              </a:solidFill>
              <a:ln w="9525">
                <a:solidFill>
                  <a:schemeClr val="tx1"/>
                </a:solidFill>
                <a:round/>
                <a:headEnd/>
                <a:tailEnd/>
              </a:ln>
            </p:spPr>
            <p:txBody>
              <a:bodyPr/>
              <a:lstStyle/>
              <a:p>
                <a:endParaRPr lang="en-US"/>
              </a:p>
            </p:txBody>
          </p:sp>
          <p:sp>
            <p:nvSpPr>
              <p:cNvPr id="55692" name="Line 2282"/>
              <p:cNvSpPr>
                <a:spLocks noChangeShapeType="1"/>
              </p:cNvSpPr>
              <p:nvPr/>
            </p:nvSpPr>
            <p:spPr bwMode="auto">
              <a:xfrm flipV="1">
                <a:off x="2878" y="2618"/>
                <a:ext cx="72" cy="4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93" name="Line 2283"/>
              <p:cNvSpPr>
                <a:spLocks noChangeShapeType="1"/>
              </p:cNvSpPr>
              <p:nvPr/>
            </p:nvSpPr>
            <p:spPr bwMode="auto">
              <a:xfrm flipV="1">
                <a:off x="2967" y="2556"/>
                <a:ext cx="70" cy="46"/>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94" name="Line 2284"/>
              <p:cNvSpPr>
                <a:spLocks noChangeShapeType="1"/>
              </p:cNvSpPr>
              <p:nvPr/>
            </p:nvSpPr>
            <p:spPr bwMode="auto">
              <a:xfrm flipV="1">
                <a:off x="3062" y="2491"/>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95" name="Line 2285"/>
              <p:cNvSpPr>
                <a:spLocks noChangeShapeType="1"/>
              </p:cNvSpPr>
              <p:nvPr/>
            </p:nvSpPr>
            <p:spPr bwMode="auto">
              <a:xfrm flipV="1">
                <a:off x="3149" y="2443"/>
                <a:ext cx="40" cy="3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489" name="Group 2286"/>
            <p:cNvGrpSpPr>
              <a:grpSpLocks/>
            </p:cNvGrpSpPr>
            <p:nvPr/>
          </p:nvGrpSpPr>
          <p:grpSpPr bwMode="auto">
            <a:xfrm>
              <a:off x="2878" y="2076"/>
              <a:ext cx="415" cy="279"/>
              <a:chOff x="2878" y="2076"/>
              <a:chExt cx="415" cy="279"/>
            </a:xfrm>
          </p:grpSpPr>
          <p:sp>
            <p:nvSpPr>
              <p:cNvPr id="55686" name="Freeform 2287"/>
              <p:cNvSpPr>
                <a:spLocks/>
              </p:cNvSpPr>
              <p:nvPr/>
            </p:nvSpPr>
            <p:spPr bwMode="auto">
              <a:xfrm>
                <a:off x="3181" y="2076"/>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0"/>
                    </a:moveTo>
                    <a:lnTo>
                      <a:pt x="32" y="88"/>
                    </a:lnTo>
                    <a:lnTo>
                      <a:pt x="16" y="64"/>
                    </a:lnTo>
                    <a:lnTo>
                      <a:pt x="0" y="40"/>
                    </a:lnTo>
                    <a:lnTo>
                      <a:pt x="112" y="0"/>
                    </a:lnTo>
                    <a:close/>
                  </a:path>
                </a:pathLst>
              </a:custGeom>
              <a:solidFill>
                <a:schemeClr val="tx1"/>
              </a:solidFill>
              <a:ln w="9525">
                <a:solidFill>
                  <a:schemeClr val="tx1"/>
                </a:solidFill>
                <a:round/>
                <a:headEnd/>
                <a:tailEnd/>
              </a:ln>
            </p:spPr>
            <p:txBody>
              <a:bodyPr/>
              <a:lstStyle/>
              <a:p>
                <a:endParaRPr lang="en-US"/>
              </a:p>
            </p:txBody>
          </p:sp>
          <p:sp>
            <p:nvSpPr>
              <p:cNvPr id="55687" name="Line 2288"/>
              <p:cNvSpPr>
                <a:spLocks noChangeShapeType="1"/>
              </p:cNvSpPr>
              <p:nvPr/>
            </p:nvSpPr>
            <p:spPr bwMode="auto">
              <a:xfrm flipV="1">
                <a:off x="2878" y="2307"/>
                <a:ext cx="72" cy="4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88" name="Line 2289"/>
              <p:cNvSpPr>
                <a:spLocks noChangeShapeType="1"/>
              </p:cNvSpPr>
              <p:nvPr/>
            </p:nvSpPr>
            <p:spPr bwMode="auto">
              <a:xfrm flipV="1">
                <a:off x="2975" y="2245"/>
                <a:ext cx="70" cy="46"/>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89" name="Line 2290"/>
              <p:cNvSpPr>
                <a:spLocks noChangeShapeType="1"/>
              </p:cNvSpPr>
              <p:nvPr/>
            </p:nvSpPr>
            <p:spPr bwMode="auto">
              <a:xfrm flipV="1">
                <a:off x="3062" y="2180"/>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90" name="Line 2291"/>
              <p:cNvSpPr>
                <a:spLocks noChangeShapeType="1"/>
              </p:cNvSpPr>
              <p:nvPr/>
            </p:nvSpPr>
            <p:spPr bwMode="auto">
              <a:xfrm flipV="1">
                <a:off x="3157" y="2141"/>
                <a:ext cx="40" cy="3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490" name="Group 2292"/>
            <p:cNvGrpSpPr>
              <a:grpSpLocks/>
            </p:cNvGrpSpPr>
            <p:nvPr/>
          </p:nvGrpSpPr>
          <p:grpSpPr bwMode="auto">
            <a:xfrm>
              <a:off x="2415" y="2068"/>
              <a:ext cx="431" cy="279"/>
              <a:chOff x="2415" y="2068"/>
              <a:chExt cx="431" cy="279"/>
            </a:xfrm>
          </p:grpSpPr>
          <p:sp>
            <p:nvSpPr>
              <p:cNvPr id="55681" name="Freeform 2293"/>
              <p:cNvSpPr>
                <a:spLocks/>
              </p:cNvSpPr>
              <p:nvPr/>
            </p:nvSpPr>
            <p:spPr bwMode="auto">
              <a:xfrm>
                <a:off x="2734" y="2068"/>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0"/>
                    </a:moveTo>
                    <a:lnTo>
                      <a:pt x="32" y="88"/>
                    </a:lnTo>
                    <a:lnTo>
                      <a:pt x="16" y="64"/>
                    </a:lnTo>
                    <a:lnTo>
                      <a:pt x="0" y="40"/>
                    </a:lnTo>
                    <a:lnTo>
                      <a:pt x="112" y="0"/>
                    </a:lnTo>
                    <a:close/>
                  </a:path>
                </a:pathLst>
              </a:custGeom>
              <a:solidFill>
                <a:schemeClr val="tx1"/>
              </a:solidFill>
              <a:ln w="9525">
                <a:solidFill>
                  <a:schemeClr val="tx1"/>
                </a:solidFill>
                <a:round/>
                <a:headEnd/>
                <a:tailEnd/>
              </a:ln>
            </p:spPr>
            <p:txBody>
              <a:bodyPr/>
              <a:lstStyle/>
              <a:p>
                <a:endParaRPr lang="en-US"/>
              </a:p>
            </p:txBody>
          </p:sp>
          <p:sp>
            <p:nvSpPr>
              <p:cNvPr id="55682" name="Line 2294"/>
              <p:cNvSpPr>
                <a:spLocks noChangeShapeType="1"/>
              </p:cNvSpPr>
              <p:nvPr/>
            </p:nvSpPr>
            <p:spPr bwMode="auto">
              <a:xfrm flipV="1">
                <a:off x="2415" y="2299"/>
                <a:ext cx="72" cy="4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83" name="Line 2295"/>
              <p:cNvSpPr>
                <a:spLocks noChangeShapeType="1"/>
              </p:cNvSpPr>
              <p:nvPr/>
            </p:nvSpPr>
            <p:spPr bwMode="auto">
              <a:xfrm flipV="1">
                <a:off x="2512" y="2237"/>
                <a:ext cx="70" cy="46"/>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84" name="Line 2296"/>
              <p:cNvSpPr>
                <a:spLocks noChangeShapeType="1"/>
              </p:cNvSpPr>
              <p:nvPr/>
            </p:nvSpPr>
            <p:spPr bwMode="auto">
              <a:xfrm flipV="1">
                <a:off x="2599" y="2180"/>
                <a:ext cx="79"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85" name="Line 2297"/>
              <p:cNvSpPr>
                <a:spLocks noChangeShapeType="1"/>
              </p:cNvSpPr>
              <p:nvPr/>
            </p:nvSpPr>
            <p:spPr bwMode="auto">
              <a:xfrm flipV="1">
                <a:off x="2694" y="2132"/>
                <a:ext cx="56" cy="3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491" name="Group 2298"/>
            <p:cNvGrpSpPr>
              <a:grpSpLocks/>
            </p:cNvGrpSpPr>
            <p:nvPr/>
          </p:nvGrpSpPr>
          <p:grpSpPr bwMode="auto">
            <a:xfrm>
              <a:off x="2399" y="2387"/>
              <a:ext cx="439" cy="582"/>
              <a:chOff x="2399" y="2387"/>
              <a:chExt cx="439" cy="582"/>
            </a:xfrm>
          </p:grpSpPr>
          <p:sp>
            <p:nvSpPr>
              <p:cNvPr id="55674" name="Freeform 2299"/>
              <p:cNvSpPr>
                <a:spLocks/>
              </p:cNvSpPr>
              <p:nvPr/>
            </p:nvSpPr>
            <p:spPr bwMode="auto">
              <a:xfrm>
                <a:off x="2750" y="2387"/>
                <a:ext cx="88" cy="104"/>
              </a:xfrm>
              <a:custGeom>
                <a:avLst/>
                <a:gdLst>
                  <a:gd name="T0" fmla="*/ 88 w 88"/>
                  <a:gd name="T1" fmla="*/ 0 h 104"/>
                  <a:gd name="T2" fmla="*/ 40 w 88"/>
                  <a:gd name="T3" fmla="*/ 104 h 104"/>
                  <a:gd name="T4" fmla="*/ 24 w 88"/>
                  <a:gd name="T5" fmla="*/ 88 h 104"/>
                  <a:gd name="T6" fmla="*/ 0 w 88"/>
                  <a:gd name="T7" fmla="*/ 72 h 104"/>
                  <a:gd name="T8" fmla="*/ 88 w 88"/>
                  <a:gd name="T9" fmla="*/ 0 h 10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8" h="104">
                    <a:moveTo>
                      <a:pt x="88" y="0"/>
                    </a:moveTo>
                    <a:lnTo>
                      <a:pt x="40" y="104"/>
                    </a:lnTo>
                    <a:lnTo>
                      <a:pt x="24" y="88"/>
                    </a:lnTo>
                    <a:lnTo>
                      <a:pt x="0" y="72"/>
                    </a:lnTo>
                    <a:lnTo>
                      <a:pt x="88" y="0"/>
                    </a:lnTo>
                    <a:close/>
                  </a:path>
                </a:pathLst>
              </a:custGeom>
              <a:solidFill>
                <a:schemeClr val="tx1"/>
              </a:solidFill>
              <a:ln w="9525">
                <a:solidFill>
                  <a:schemeClr val="tx1"/>
                </a:solidFill>
                <a:round/>
                <a:headEnd/>
                <a:tailEnd/>
              </a:ln>
            </p:spPr>
            <p:txBody>
              <a:bodyPr/>
              <a:lstStyle/>
              <a:p>
                <a:endParaRPr lang="en-US"/>
              </a:p>
            </p:txBody>
          </p:sp>
          <p:sp>
            <p:nvSpPr>
              <p:cNvPr id="55675" name="Line 2300"/>
              <p:cNvSpPr>
                <a:spLocks noChangeShapeType="1"/>
              </p:cNvSpPr>
              <p:nvPr/>
            </p:nvSpPr>
            <p:spPr bwMode="auto">
              <a:xfrm flipV="1">
                <a:off x="2399" y="2898"/>
                <a:ext cx="56" cy="7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76" name="Line 2301"/>
              <p:cNvSpPr>
                <a:spLocks noChangeShapeType="1"/>
              </p:cNvSpPr>
              <p:nvPr/>
            </p:nvSpPr>
            <p:spPr bwMode="auto">
              <a:xfrm flipV="1">
                <a:off x="2463" y="2811"/>
                <a:ext cx="55"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77" name="Line 2302"/>
              <p:cNvSpPr>
                <a:spLocks noChangeShapeType="1"/>
              </p:cNvSpPr>
              <p:nvPr/>
            </p:nvSpPr>
            <p:spPr bwMode="auto">
              <a:xfrm flipV="1">
                <a:off x="2535" y="2724"/>
                <a:ext cx="47"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78" name="Line 2303"/>
              <p:cNvSpPr>
                <a:spLocks noChangeShapeType="1"/>
              </p:cNvSpPr>
              <p:nvPr/>
            </p:nvSpPr>
            <p:spPr bwMode="auto">
              <a:xfrm flipV="1">
                <a:off x="2598" y="2634"/>
                <a:ext cx="56" cy="6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79" name="Line 2304"/>
              <p:cNvSpPr>
                <a:spLocks noChangeShapeType="1"/>
              </p:cNvSpPr>
              <p:nvPr/>
            </p:nvSpPr>
            <p:spPr bwMode="auto">
              <a:xfrm flipV="1">
                <a:off x="2670" y="2539"/>
                <a:ext cx="48" cy="7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80" name="Line 2305"/>
              <p:cNvSpPr>
                <a:spLocks noChangeShapeType="1"/>
              </p:cNvSpPr>
              <p:nvPr/>
            </p:nvSpPr>
            <p:spPr bwMode="auto">
              <a:xfrm flipV="1">
                <a:off x="2734" y="2476"/>
                <a:ext cx="40"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492" name="Group 2306"/>
            <p:cNvGrpSpPr>
              <a:grpSpLocks/>
            </p:cNvGrpSpPr>
            <p:nvPr/>
          </p:nvGrpSpPr>
          <p:grpSpPr bwMode="auto">
            <a:xfrm>
              <a:off x="1498" y="3296"/>
              <a:ext cx="406" cy="287"/>
              <a:chOff x="1498" y="3296"/>
              <a:chExt cx="406" cy="287"/>
            </a:xfrm>
          </p:grpSpPr>
          <p:sp>
            <p:nvSpPr>
              <p:cNvPr id="55669" name="Freeform 2307"/>
              <p:cNvSpPr>
                <a:spLocks/>
              </p:cNvSpPr>
              <p:nvPr/>
            </p:nvSpPr>
            <p:spPr bwMode="auto">
              <a:xfrm>
                <a:off x="1792" y="3296"/>
                <a:ext cx="112" cy="88"/>
              </a:xfrm>
              <a:custGeom>
                <a:avLst/>
                <a:gdLst>
                  <a:gd name="T0" fmla="*/ 112 w 112"/>
                  <a:gd name="T1" fmla="*/ 0 h 88"/>
                  <a:gd name="T2" fmla="*/ 40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0"/>
                    </a:moveTo>
                    <a:lnTo>
                      <a:pt x="40" y="88"/>
                    </a:lnTo>
                    <a:lnTo>
                      <a:pt x="16" y="64"/>
                    </a:lnTo>
                    <a:lnTo>
                      <a:pt x="0" y="40"/>
                    </a:lnTo>
                    <a:lnTo>
                      <a:pt x="112" y="0"/>
                    </a:lnTo>
                    <a:close/>
                  </a:path>
                </a:pathLst>
              </a:custGeom>
              <a:solidFill>
                <a:schemeClr val="tx1"/>
              </a:solidFill>
              <a:ln w="9525">
                <a:solidFill>
                  <a:schemeClr val="tx1"/>
                </a:solidFill>
                <a:round/>
                <a:headEnd/>
                <a:tailEnd/>
              </a:ln>
            </p:spPr>
            <p:txBody>
              <a:bodyPr/>
              <a:lstStyle/>
              <a:p>
                <a:endParaRPr lang="en-US"/>
              </a:p>
            </p:txBody>
          </p:sp>
          <p:sp>
            <p:nvSpPr>
              <p:cNvPr id="55670" name="Line 2308"/>
              <p:cNvSpPr>
                <a:spLocks noChangeShapeType="1"/>
              </p:cNvSpPr>
              <p:nvPr/>
            </p:nvSpPr>
            <p:spPr bwMode="auto">
              <a:xfrm flipV="1">
                <a:off x="1498" y="3537"/>
                <a:ext cx="70" cy="46"/>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71" name="Line 2309"/>
              <p:cNvSpPr>
                <a:spLocks noChangeShapeType="1"/>
              </p:cNvSpPr>
              <p:nvPr/>
            </p:nvSpPr>
            <p:spPr bwMode="auto">
              <a:xfrm flipV="1">
                <a:off x="1584" y="3473"/>
                <a:ext cx="72"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72" name="Line 2310"/>
              <p:cNvSpPr>
                <a:spLocks noChangeShapeType="1"/>
              </p:cNvSpPr>
              <p:nvPr/>
            </p:nvSpPr>
            <p:spPr bwMode="auto">
              <a:xfrm flipV="1">
                <a:off x="1680" y="3408"/>
                <a:ext cx="72" cy="4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73" name="Line 2311"/>
              <p:cNvSpPr>
                <a:spLocks noChangeShapeType="1"/>
              </p:cNvSpPr>
              <p:nvPr/>
            </p:nvSpPr>
            <p:spPr bwMode="auto">
              <a:xfrm flipV="1">
                <a:off x="1768" y="3360"/>
                <a:ext cx="40" cy="3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493" name="Group 2312"/>
            <p:cNvGrpSpPr>
              <a:grpSpLocks/>
            </p:cNvGrpSpPr>
            <p:nvPr/>
          </p:nvGrpSpPr>
          <p:grpSpPr bwMode="auto">
            <a:xfrm>
              <a:off x="1489" y="2690"/>
              <a:ext cx="423" cy="279"/>
              <a:chOff x="1489" y="2690"/>
              <a:chExt cx="423" cy="279"/>
            </a:xfrm>
          </p:grpSpPr>
          <p:sp>
            <p:nvSpPr>
              <p:cNvPr id="55664" name="Freeform 2313"/>
              <p:cNvSpPr>
                <a:spLocks/>
              </p:cNvSpPr>
              <p:nvPr/>
            </p:nvSpPr>
            <p:spPr bwMode="auto">
              <a:xfrm>
                <a:off x="1800" y="2690"/>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0"/>
                    </a:moveTo>
                    <a:lnTo>
                      <a:pt x="32" y="88"/>
                    </a:lnTo>
                    <a:lnTo>
                      <a:pt x="16" y="64"/>
                    </a:lnTo>
                    <a:lnTo>
                      <a:pt x="0" y="40"/>
                    </a:lnTo>
                    <a:lnTo>
                      <a:pt x="112" y="0"/>
                    </a:lnTo>
                    <a:close/>
                  </a:path>
                </a:pathLst>
              </a:custGeom>
              <a:solidFill>
                <a:schemeClr val="tx1"/>
              </a:solidFill>
              <a:ln w="9525">
                <a:solidFill>
                  <a:schemeClr val="tx1"/>
                </a:solidFill>
                <a:round/>
                <a:headEnd/>
                <a:tailEnd/>
              </a:ln>
            </p:spPr>
            <p:txBody>
              <a:bodyPr/>
              <a:lstStyle/>
              <a:p>
                <a:endParaRPr lang="en-US"/>
              </a:p>
            </p:txBody>
          </p:sp>
          <p:sp>
            <p:nvSpPr>
              <p:cNvPr id="55665" name="Line 2314"/>
              <p:cNvSpPr>
                <a:spLocks noChangeShapeType="1"/>
              </p:cNvSpPr>
              <p:nvPr/>
            </p:nvSpPr>
            <p:spPr bwMode="auto">
              <a:xfrm flipV="1">
                <a:off x="1489" y="2922"/>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66" name="Line 2315"/>
              <p:cNvSpPr>
                <a:spLocks noChangeShapeType="1"/>
              </p:cNvSpPr>
              <p:nvPr/>
            </p:nvSpPr>
            <p:spPr bwMode="auto">
              <a:xfrm flipV="1">
                <a:off x="1585" y="2858"/>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67" name="Line 2316"/>
              <p:cNvSpPr>
                <a:spLocks noChangeShapeType="1"/>
              </p:cNvSpPr>
              <p:nvPr/>
            </p:nvSpPr>
            <p:spPr bwMode="auto">
              <a:xfrm flipV="1">
                <a:off x="1672" y="2803"/>
                <a:ext cx="80"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68" name="Line 2317"/>
              <p:cNvSpPr>
                <a:spLocks noChangeShapeType="1"/>
              </p:cNvSpPr>
              <p:nvPr/>
            </p:nvSpPr>
            <p:spPr bwMode="auto">
              <a:xfrm flipV="1">
                <a:off x="1768" y="2754"/>
                <a:ext cx="48" cy="3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494" name="Group 2318"/>
            <p:cNvGrpSpPr>
              <a:grpSpLocks/>
            </p:cNvGrpSpPr>
            <p:nvPr/>
          </p:nvGrpSpPr>
          <p:grpSpPr bwMode="auto">
            <a:xfrm>
              <a:off x="1490" y="2993"/>
              <a:ext cx="414" cy="271"/>
              <a:chOff x="1490" y="2993"/>
              <a:chExt cx="414" cy="271"/>
            </a:xfrm>
          </p:grpSpPr>
          <p:sp>
            <p:nvSpPr>
              <p:cNvPr id="55659" name="Freeform 2319"/>
              <p:cNvSpPr>
                <a:spLocks/>
              </p:cNvSpPr>
              <p:nvPr/>
            </p:nvSpPr>
            <p:spPr bwMode="auto">
              <a:xfrm>
                <a:off x="1792" y="2993"/>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0"/>
                    </a:moveTo>
                    <a:lnTo>
                      <a:pt x="32" y="88"/>
                    </a:lnTo>
                    <a:lnTo>
                      <a:pt x="16" y="64"/>
                    </a:lnTo>
                    <a:lnTo>
                      <a:pt x="0" y="40"/>
                    </a:lnTo>
                    <a:lnTo>
                      <a:pt x="112" y="0"/>
                    </a:lnTo>
                    <a:close/>
                  </a:path>
                </a:pathLst>
              </a:custGeom>
              <a:solidFill>
                <a:schemeClr val="tx1"/>
              </a:solidFill>
              <a:ln w="9525">
                <a:solidFill>
                  <a:schemeClr val="tx1"/>
                </a:solidFill>
                <a:round/>
                <a:headEnd/>
                <a:tailEnd/>
              </a:ln>
            </p:spPr>
            <p:txBody>
              <a:bodyPr/>
              <a:lstStyle/>
              <a:p>
                <a:endParaRPr lang="en-US"/>
              </a:p>
            </p:txBody>
          </p:sp>
          <p:sp>
            <p:nvSpPr>
              <p:cNvPr id="55660" name="Line 2320"/>
              <p:cNvSpPr>
                <a:spLocks noChangeShapeType="1"/>
              </p:cNvSpPr>
              <p:nvPr/>
            </p:nvSpPr>
            <p:spPr bwMode="auto">
              <a:xfrm flipV="1">
                <a:off x="1490" y="3218"/>
                <a:ext cx="70" cy="46"/>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61" name="Line 2321"/>
              <p:cNvSpPr>
                <a:spLocks noChangeShapeType="1"/>
              </p:cNvSpPr>
              <p:nvPr/>
            </p:nvSpPr>
            <p:spPr bwMode="auto">
              <a:xfrm flipV="1">
                <a:off x="1584" y="3154"/>
                <a:ext cx="72"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62" name="Line 2322"/>
              <p:cNvSpPr>
                <a:spLocks noChangeShapeType="1"/>
              </p:cNvSpPr>
              <p:nvPr/>
            </p:nvSpPr>
            <p:spPr bwMode="auto">
              <a:xfrm flipV="1">
                <a:off x="1672" y="3097"/>
                <a:ext cx="80" cy="4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63" name="Line 2323"/>
              <p:cNvSpPr>
                <a:spLocks noChangeShapeType="1"/>
              </p:cNvSpPr>
              <p:nvPr/>
            </p:nvSpPr>
            <p:spPr bwMode="auto">
              <a:xfrm flipV="1">
                <a:off x="1768" y="3057"/>
                <a:ext cx="40" cy="2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495" name="Group 2324"/>
            <p:cNvGrpSpPr>
              <a:grpSpLocks/>
            </p:cNvGrpSpPr>
            <p:nvPr/>
          </p:nvGrpSpPr>
          <p:grpSpPr bwMode="auto">
            <a:xfrm>
              <a:off x="1936" y="2993"/>
              <a:ext cx="439" cy="582"/>
              <a:chOff x="1936" y="2993"/>
              <a:chExt cx="439" cy="582"/>
            </a:xfrm>
          </p:grpSpPr>
          <p:sp>
            <p:nvSpPr>
              <p:cNvPr id="55652" name="Freeform 2325"/>
              <p:cNvSpPr>
                <a:spLocks/>
              </p:cNvSpPr>
              <p:nvPr/>
            </p:nvSpPr>
            <p:spPr bwMode="auto">
              <a:xfrm>
                <a:off x="2287" y="3472"/>
                <a:ext cx="88" cy="103"/>
              </a:xfrm>
              <a:custGeom>
                <a:avLst/>
                <a:gdLst>
                  <a:gd name="T0" fmla="*/ 88 w 88"/>
                  <a:gd name="T1" fmla="*/ 103 h 103"/>
                  <a:gd name="T2" fmla="*/ 0 w 88"/>
                  <a:gd name="T3" fmla="*/ 32 h 103"/>
                  <a:gd name="T4" fmla="*/ 24 w 88"/>
                  <a:gd name="T5" fmla="*/ 16 h 103"/>
                  <a:gd name="T6" fmla="*/ 40 w 88"/>
                  <a:gd name="T7" fmla="*/ 0 h 103"/>
                  <a:gd name="T8" fmla="*/ 88 w 88"/>
                  <a:gd name="T9" fmla="*/ 103 h 10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8" h="103">
                    <a:moveTo>
                      <a:pt x="88" y="103"/>
                    </a:moveTo>
                    <a:lnTo>
                      <a:pt x="0" y="32"/>
                    </a:lnTo>
                    <a:lnTo>
                      <a:pt x="24" y="16"/>
                    </a:lnTo>
                    <a:lnTo>
                      <a:pt x="40" y="0"/>
                    </a:lnTo>
                    <a:lnTo>
                      <a:pt x="88" y="103"/>
                    </a:lnTo>
                    <a:close/>
                  </a:path>
                </a:pathLst>
              </a:custGeom>
              <a:solidFill>
                <a:schemeClr val="tx1"/>
              </a:solidFill>
              <a:ln w="9525">
                <a:solidFill>
                  <a:schemeClr val="tx1"/>
                </a:solidFill>
                <a:round/>
                <a:headEnd/>
                <a:tailEnd/>
              </a:ln>
            </p:spPr>
            <p:txBody>
              <a:bodyPr/>
              <a:lstStyle/>
              <a:p>
                <a:endParaRPr lang="en-US"/>
              </a:p>
            </p:txBody>
          </p:sp>
          <p:sp>
            <p:nvSpPr>
              <p:cNvPr id="55653" name="Line 2326"/>
              <p:cNvSpPr>
                <a:spLocks noChangeShapeType="1"/>
              </p:cNvSpPr>
              <p:nvPr/>
            </p:nvSpPr>
            <p:spPr bwMode="auto">
              <a:xfrm>
                <a:off x="1936" y="2993"/>
                <a:ext cx="56" cy="7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54" name="Line 2327"/>
              <p:cNvSpPr>
                <a:spLocks noChangeShapeType="1"/>
              </p:cNvSpPr>
              <p:nvPr/>
            </p:nvSpPr>
            <p:spPr bwMode="auto">
              <a:xfrm>
                <a:off x="2000" y="3081"/>
                <a:ext cx="55" cy="7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55" name="Line 2328"/>
              <p:cNvSpPr>
                <a:spLocks noChangeShapeType="1"/>
              </p:cNvSpPr>
              <p:nvPr/>
            </p:nvSpPr>
            <p:spPr bwMode="auto">
              <a:xfrm>
                <a:off x="2071" y="3169"/>
                <a:ext cx="48" cy="7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56" name="Line 2329"/>
              <p:cNvSpPr>
                <a:spLocks noChangeShapeType="1"/>
              </p:cNvSpPr>
              <p:nvPr/>
            </p:nvSpPr>
            <p:spPr bwMode="auto">
              <a:xfrm>
                <a:off x="2135" y="3264"/>
                <a:ext cx="56" cy="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57" name="Line 2330"/>
              <p:cNvSpPr>
                <a:spLocks noChangeShapeType="1"/>
              </p:cNvSpPr>
              <p:nvPr/>
            </p:nvSpPr>
            <p:spPr bwMode="auto">
              <a:xfrm>
                <a:off x="2207" y="3352"/>
                <a:ext cx="48" cy="7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58" name="Line 2331"/>
              <p:cNvSpPr>
                <a:spLocks noChangeShapeType="1"/>
              </p:cNvSpPr>
              <p:nvPr/>
            </p:nvSpPr>
            <p:spPr bwMode="auto">
              <a:xfrm>
                <a:off x="2271" y="3440"/>
                <a:ext cx="40" cy="4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496" name="Group 2332"/>
            <p:cNvGrpSpPr>
              <a:grpSpLocks/>
            </p:cNvGrpSpPr>
            <p:nvPr/>
          </p:nvGrpSpPr>
          <p:grpSpPr bwMode="auto">
            <a:xfrm>
              <a:off x="1944" y="2690"/>
              <a:ext cx="447" cy="279"/>
              <a:chOff x="1944" y="2690"/>
              <a:chExt cx="447" cy="279"/>
            </a:xfrm>
          </p:grpSpPr>
          <p:sp>
            <p:nvSpPr>
              <p:cNvPr id="55647" name="Freeform 2333"/>
              <p:cNvSpPr>
                <a:spLocks/>
              </p:cNvSpPr>
              <p:nvPr/>
            </p:nvSpPr>
            <p:spPr bwMode="auto">
              <a:xfrm>
                <a:off x="2279" y="2889"/>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0">
                    <a:moveTo>
                      <a:pt x="112" y="80"/>
                    </a:moveTo>
                    <a:lnTo>
                      <a:pt x="0" y="48"/>
                    </a:lnTo>
                    <a:lnTo>
                      <a:pt x="16" y="24"/>
                    </a:lnTo>
                    <a:lnTo>
                      <a:pt x="32" y="0"/>
                    </a:lnTo>
                    <a:lnTo>
                      <a:pt x="112" y="80"/>
                    </a:lnTo>
                    <a:close/>
                  </a:path>
                </a:pathLst>
              </a:custGeom>
              <a:solidFill>
                <a:schemeClr val="tx1"/>
              </a:solidFill>
              <a:ln w="9525">
                <a:solidFill>
                  <a:schemeClr val="tx1"/>
                </a:solidFill>
                <a:round/>
                <a:headEnd/>
                <a:tailEnd/>
              </a:ln>
            </p:spPr>
            <p:txBody>
              <a:bodyPr/>
              <a:lstStyle/>
              <a:p>
                <a:endParaRPr lang="en-US"/>
              </a:p>
            </p:txBody>
          </p:sp>
          <p:sp>
            <p:nvSpPr>
              <p:cNvPr id="55648" name="Line 2334"/>
              <p:cNvSpPr>
                <a:spLocks noChangeShapeType="1"/>
              </p:cNvSpPr>
              <p:nvPr/>
            </p:nvSpPr>
            <p:spPr bwMode="auto">
              <a:xfrm>
                <a:off x="1944" y="2690"/>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49" name="Line 2335"/>
              <p:cNvSpPr>
                <a:spLocks noChangeShapeType="1"/>
              </p:cNvSpPr>
              <p:nvPr/>
            </p:nvSpPr>
            <p:spPr bwMode="auto">
              <a:xfrm>
                <a:off x="2040" y="2746"/>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50" name="Line 2336"/>
              <p:cNvSpPr>
                <a:spLocks noChangeShapeType="1"/>
              </p:cNvSpPr>
              <p:nvPr/>
            </p:nvSpPr>
            <p:spPr bwMode="auto">
              <a:xfrm>
                <a:off x="2136" y="2810"/>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51" name="Line 2337"/>
              <p:cNvSpPr>
                <a:spLocks noChangeShapeType="1"/>
              </p:cNvSpPr>
              <p:nvPr/>
            </p:nvSpPr>
            <p:spPr bwMode="auto">
              <a:xfrm>
                <a:off x="2232" y="2866"/>
                <a:ext cx="63" cy="46"/>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497" name="Group 2338"/>
            <p:cNvGrpSpPr>
              <a:grpSpLocks/>
            </p:cNvGrpSpPr>
            <p:nvPr/>
          </p:nvGrpSpPr>
          <p:grpSpPr bwMode="auto">
            <a:xfrm>
              <a:off x="2407" y="3001"/>
              <a:ext cx="423" cy="271"/>
              <a:chOff x="2407" y="3001"/>
              <a:chExt cx="423" cy="271"/>
            </a:xfrm>
          </p:grpSpPr>
          <p:sp>
            <p:nvSpPr>
              <p:cNvPr id="55642" name="Freeform 2339"/>
              <p:cNvSpPr>
                <a:spLocks/>
              </p:cNvSpPr>
              <p:nvPr/>
            </p:nvSpPr>
            <p:spPr bwMode="auto">
              <a:xfrm>
                <a:off x="2718" y="3185"/>
                <a:ext cx="112" cy="87"/>
              </a:xfrm>
              <a:custGeom>
                <a:avLst/>
                <a:gdLst>
                  <a:gd name="T0" fmla="*/ 112 w 112"/>
                  <a:gd name="T1" fmla="*/ 87 h 87"/>
                  <a:gd name="T2" fmla="*/ 0 w 112"/>
                  <a:gd name="T3" fmla="*/ 47 h 87"/>
                  <a:gd name="T4" fmla="*/ 16 w 112"/>
                  <a:gd name="T5" fmla="*/ 23 h 87"/>
                  <a:gd name="T6" fmla="*/ 32 w 112"/>
                  <a:gd name="T7" fmla="*/ 0 h 87"/>
                  <a:gd name="T8" fmla="*/ 112 w 112"/>
                  <a:gd name="T9" fmla="*/ 87 h 8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7">
                    <a:moveTo>
                      <a:pt x="112" y="87"/>
                    </a:moveTo>
                    <a:lnTo>
                      <a:pt x="0" y="47"/>
                    </a:lnTo>
                    <a:lnTo>
                      <a:pt x="16" y="23"/>
                    </a:lnTo>
                    <a:lnTo>
                      <a:pt x="32" y="0"/>
                    </a:lnTo>
                    <a:lnTo>
                      <a:pt x="112" y="87"/>
                    </a:lnTo>
                    <a:close/>
                  </a:path>
                </a:pathLst>
              </a:custGeom>
              <a:solidFill>
                <a:schemeClr val="tx1"/>
              </a:solidFill>
              <a:ln w="9525">
                <a:solidFill>
                  <a:schemeClr val="tx1"/>
                </a:solidFill>
                <a:round/>
                <a:headEnd/>
                <a:tailEnd/>
              </a:ln>
            </p:spPr>
            <p:txBody>
              <a:bodyPr/>
              <a:lstStyle/>
              <a:p>
                <a:endParaRPr lang="en-US"/>
              </a:p>
            </p:txBody>
          </p:sp>
          <p:sp>
            <p:nvSpPr>
              <p:cNvPr id="55643" name="Line 2340"/>
              <p:cNvSpPr>
                <a:spLocks noChangeShapeType="1"/>
              </p:cNvSpPr>
              <p:nvPr/>
            </p:nvSpPr>
            <p:spPr bwMode="auto">
              <a:xfrm>
                <a:off x="2407" y="3001"/>
                <a:ext cx="72" cy="4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44" name="Line 2341"/>
              <p:cNvSpPr>
                <a:spLocks noChangeShapeType="1"/>
              </p:cNvSpPr>
              <p:nvPr/>
            </p:nvSpPr>
            <p:spPr bwMode="auto">
              <a:xfrm>
                <a:off x="2503" y="3065"/>
                <a:ext cx="71" cy="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45" name="Line 2342"/>
              <p:cNvSpPr>
                <a:spLocks noChangeShapeType="1"/>
              </p:cNvSpPr>
              <p:nvPr/>
            </p:nvSpPr>
            <p:spPr bwMode="auto">
              <a:xfrm>
                <a:off x="2599" y="3121"/>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46" name="Line 2343"/>
              <p:cNvSpPr>
                <a:spLocks noChangeShapeType="1"/>
              </p:cNvSpPr>
              <p:nvPr/>
            </p:nvSpPr>
            <p:spPr bwMode="auto">
              <a:xfrm>
                <a:off x="2688" y="3185"/>
                <a:ext cx="46" cy="2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498" name="Group 2344"/>
            <p:cNvGrpSpPr>
              <a:grpSpLocks/>
            </p:cNvGrpSpPr>
            <p:nvPr/>
          </p:nvGrpSpPr>
          <p:grpSpPr bwMode="auto">
            <a:xfrm>
              <a:off x="2854" y="3296"/>
              <a:ext cx="439" cy="279"/>
              <a:chOff x="2854" y="3296"/>
              <a:chExt cx="439" cy="279"/>
            </a:xfrm>
          </p:grpSpPr>
          <p:sp>
            <p:nvSpPr>
              <p:cNvPr id="55637" name="Freeform 2345"/>
              <p:cNvSpPr>
                <a:spLocks/>
              </p:cNvSpPr>
              <p:nvPr/>
            </p:nvSpPr>
            <p:spPr bwMode="auto">
              <a:xfrm>
                <a:off x="3181" y="3488"/>
                <a:ext cx="112" cy="87"/>
              </a:xfrm>
              <a:custGeom>
                <a:avLst/>
                <a:gdLst>
                  <a:gd name="T0" fmla="*/ 112 w 112"/>
                  <a:gd name="T1" fmla="*/ 87 h 87"/>
                  <a:gd name="T2" fmla="*/ 0 w 112"/>
                  <a:gd name="T3" fmla="*/ 48 h 87"/>
                  <a:gd name="T4" fmla="*/ 16 w 112"/>
                  <a:gd name="T5" fmla="*/ 24 h 87"/>
                  <a:gd name="T6" fmla="*/ 32 w 112"/>
                  <a:gd name="T7" fmla="*/ 0 h 87"/>
                  <a:gd name="T8" fmla="*/ 112 w 112"/>
                  <a:gd name="T9" fmla="*/ 87 h 8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7">
                    <a:moveTo>
                      <a:pt x="112" y="87"/>
                    </a:moveTo>
                    <a:lnTo>
                      <a:pt x="0" y="48"/>
                    </a:lnTo>
                    <a:lnTo>
                      <a:pt x="16" y="24"/>
                    </a:lnTo>
                    <a:lnTo>
                      <a:pt x="32" y="0"/>
                    </a:lnTo>
                    <a:lnTo>
                      <a:pt x="112" y="87"/>
                    </a:lnTo>
                    <a:close/>
                  </a:path>
                </a:pathLst>
              </a:custGeom>
              <a:solidFill>
                <a:schemeClr val="tx1"/>
              </a:solidFill>
              <a:ln w="9525">
                <a:solidFill>
                  <a:schemeClr val="tx1"/>
                </a:solidFill>
                <a:round/>
                <a:headEnd/>
                <a:tailEnd/>
              </a:ln>
            </p:spPr>
            <p:txBody>
              <a:bodyPr/>
              <a:lstStyle/>
              <a:p>
                <a:endParaRPr lang="en-US"/>
              </a:p>
            </p:txBody>
          </p:sp>
          <p:sp>
            <p:nvSpPr>
              <p:cNvPr id="55638" name="Line 2346"/>
              <p:cNvSpPr>
                <a:spLocks noChangeShapeType="1"/>
              </p:cNvSpPr>
              <p:nvPr/>
            </p:nvSpPr>
            <p:spPr bwMode="auto">
              <a:xfrm>
                <a:off x="2854" y="3296"/>
                <a:ext cx="72" cy="4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39" name="Line 2347"/>
              <p:cNvSpPr>
                <a:spLocks noChangeShapeType="1"/>
              </p:cNvSpPr>
              <p:nvPr/>
            </p:nvSpPr>
            <p:spPr bwMode="auto">
              <a:xfrm>
                <a:off x="2950" y="3360"/>
                <a:ext cx="71" cy="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40" name="Line 2348"/>
              <p:cNvSpPr>
                <a:spLocks noChangeShapeType="1"/>
              </p:cNvSpPr>
              <p:nvPr/>
            </p:nvSpPr>
            <p:spPr bwMode="auto">
              <a:xfrm>
                <a:off x="3046" y="3416"/>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41" name="Line 2349"/>
              <p:cNvSpPr>
                <a:spLocks noChangeShapeType="1"/>
              </p:cNvSpPr>
              <p:nvPr/>
            </p:nvSpPr>
            <p:spPr bwMode="auto">
              <a:xfrm>
                <a:off x="3135" y="3480"/>
                <a:ext cx="62" cy="3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499" name="Group 2350"/>
            <p:cNvGrpSpPr>
              <a:grpSpLocks/>
            </p:cNvGrpSpPr>
            <p:nvPr/>
          </p:nvGrpSpPr>
          <p:grpSpPr bwMode="auto">
            <a:xfrm>
              <a:off x="2863" y="3304"/>
              <a:ext cx="422" cy="279"/>
              <a:chOff x="2863" y="3304"/>
              <a:chExt cx="422" cy="279"/>
            </a:xfrm>
          </p:grpSpPr>
          <p:sp>
            <p:nvSpPr>
              <p:cNvPr id="55632" name="Freeform 2351"/>
              <p:cNvSpPr>
                <a:spLocks/>
              </p:cNvSpPr>
              <p:nvPr/>
            </p:nvSpPr>
            <p:spPr bwMode="auto">
              <a:xfrm>
                <a:off x="3173" y="3304"/>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0"/>
                    </a:moveTo>
                    <a:lnTo>
                      <a:pt x="32" y="88"/>
                    </a:lnTo>
                    <a:lnTo>
                      <a:pt x="16" y="64"/>
                    </a:lnTo>
                    <a:lnTo>
                      <a:pt x="0" y="40"/>
                    </a:lnTo>
                    <a:lnTo>
                      <a:pt x="112" y="0"/>
                    </a:lnTo>
                    <a:close/>
                  </a:path>
                </a:pathLst>
              </a:custGeom>
              <a:solidFill>
                <a:schemeClr val="tx1"/>
              </a:solidFill>
              <a:ln w="9525">
                <a:solidFill>
                  <a:schemeClr val="tx1"/>
                </a:solidFill>
                <a:round/>
                <a:headEnd/>
                <a:tailEnd/>
              </a:ln>
            </p:spPr>
            <p:txBody>
              <a:bodyPr/>
              <a:lstStyle/>
              <a:p>
                <a:endParaRPr lang="en-US"/>
              </a:p>
            </p:txBody>
          </p:sp>
          <p:sp>
            <p:nvSpPr>
              <p:cNvPr id="55633" name="Line 2352"/>
              <p:cNvSpPr>
                <a:spLocks noChangeShapeType="1"/>
              </p:cNvSpPr>
              <p:nvPr/>
            </p:nvSpPr>
            <p:spPr bwMode="auto">
              <a:xfrm flipV="1">
                <a:off x="2863" y="3536"/>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34" name="Line 2353"/>
              <p:cNvSpPr>
                <a:spLocks noChangeShapeType="1"/>
              </p:cNvSpPr>
              <p:nvPr/>
            </p:nvSpPr>
            <p:spPr bwMode="auto">
              <a:xfrm flipV="1">
                <a:off x="2958" y="3473"/>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35" name="Line 2354"/>
              <p:cNvSpPr>
                <a:spLocks noChangeShapeType="1"/>
              </p:cNvSpPr>
              <p:nvPr/>
            </p:nvSpPr>
            <p:spPr bwMode="auto">
              <a:xfrm flipV="1">
                <a:off x="3046" y="3417"/>
                <a:ext cx="79"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36" name="Line 2355"/>
              <p:cNvSpPr>
                <a:spLocks noChangeShapeType="1"/>
              </p:cNvSpPr>
              <p:nvPr/>
            </p:nvSpPr>
            <p:spPr bwMode="auto">
              <a:xfrm flipV="1">
                <a:off x="3141" y="3368"/>
                <a:ext cx="48" cy="3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500" name="Group 2356"/>
            <p:cNvGrpSpPr>
              <a:grpSpLocks/>
            </p:cNvGrpSpPr>
            <p:nvPr/>
          </p:nvGrpSpPr>
          <p:grpSpPr bwMode="auto">
            <a:xfrm>
              <a:off x="2870" y="2690"/>
              <a:ext cx="415" cy="287"/>
              <a:chOff x="2870" y="2690"/>
              <a:chExt cx="415" cy="287"/>
            </a:xfrm>
          </p:grpSpPr>
          <p:sp>
            <p:nvSpPr>
              <p:cNvPr id="55627" name="Freeform 2357"/>
              <p:cNvSpPr>
                <a:spLocks/>
              </p:cNvSpPr>
              <p:nvPr/>
            </p:nvSpPr>
            <p:spPr bwMode="auto">
              <a:xfrm>
                <a:off x="3173" y="2690"/>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0"/>
                    </a:moveTo>
                    <a:lnTo>
                      <a:pt x="32" y="88"/>
                    </a:lnTo>
                    <a:lnTo>
                      <a:pt x="16" y="64"/>
                    </a:lnTo>
                    <a:lnTo>
                      <a:pt x="0" y="40"/>
                    </a:lnTo>
                    <a:lnTo>
                      <a:pt x="112" y="0"/>
                    </a:lnTo>
                    <a:close/>
                  </a:path>
                </a:pathLst>
              </a:custGeom>
              <a:solidFill>
                <a:schemeClr val="tx1"/>
              </a:solidFill>
              <a:ln w="9525">
                <a:solidFill>
                  <a:schemeClr val="tx1"/>
                </a:solidFill>
                <a:round/>
                <a:headEnd/>
                <a:tailEnd/>
              </a:ln>
            </p:spPr>
            <p:txBody>
              <a:bodyPr/>
              <a:lstStyle/>
              <a:p>
                <a:endParaRPr lang="en-US"/>
              </a:p>
            </p:txBody>
          </p:sp>
          <p:sp>
            <p:nvSpPr>
              <p:cNvPr id="55628" name="Line 2358"/>
              <p:cNvSpPr>
                <a:spLocks noChangeShapeType="1"/>
              </p:cNvSpPr>
              <p:nvPr/>
            </p:nvSpPr>
            <p:spPr bwMode="auto">
              <a:xfrm flipV="1">
                <a:off x="2870" y="2929"/>
                <a:ext cx="72" cy="4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29" name="Line 2359"/>
              <p:cNvSpPr>
                <a:spLocks noChangeShapeType="1"/>
              </p:cNvSpPr>
              <p:nvPr/>
            </p:nvSpPr>
            <p:spPr bwMode="auto">
              <a:xfrm flipV="1">
                <a:off x="2967" y="2867"/>
                <a:ext cx="70" cy="46"/>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30" name="Line 2360"/>
              <p:cNvSpPr>
                <a:spLocks noChangeShapeType="1"/>
              </p:cNvSpPr>
              <p:nvPr/>
            </p:nvSpPr>
            <p:spPr bwMode="auto">
              <a:xfrm flipV="1">
                <a:off x="3053" y="2803"/>
                <a:ext cx="72"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31" name="Line 2361"/>
              <p:cNvSpPr>
                <a:spLocks noChangeShapeType="1"/>
              </p:cNvSpPr>
              <p:nvPr/>
            </p:nvSpPr>
            <p:spPr bwMode="auto">
              <a:xfrm flipV="1">
                <a:off x="3149" y="2754"/>
                <a:ext cx="40" cy="3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501" name="Group 2362"/>
            <p:cNvGrpSpPr>
              <a:grpSpLocks/>
            </p:cNvGrpSpPr>
            <p:nvPr/>
          </p:nvGrpSpPr>
          <p:grpSpPr bwMode="auto">
            <a:xfrm>
              <a:off x="2878" y="2068"/>
              <a:ext cx="431" cy="287"/>
              <a:chOff x="2878" y="2068"/>
              <a:chExt cx="431" cy="287"/>
            </a:xfrm>
          </p:grpSpPr>
          <p:sp>
            <p:nvSpPr>
              <p:cNvPr id="55622" name="Freeform 2363"/>
              <p:cNvSpPr>
                <a:spLocks/>
              </p:cNvSpPr>
              <p:nvPr/>
            </p:nvSpPr>
            <p:spPr bwMode="auto">
              <a:xfrm>
                <a:off x="3197" y="2267"/>
                <a:ext cx="112" cy="88"/>
              </a:xfrm>
              <a:custGeom>
                <a:avLst/>
                <a:gdLst>
                  <a:gd name="T0" fmla="*/ 112 w 112"/>
                  <a:gd name="T1" fmla="*/ 88 h 88"/>
                  <a:gd name="T2" fmla="*/ 0 w 112"/>
                  <a:gd name="T3" fmla="*/ 48 h 88"/>
                  <a:gd name="T4" fmla="*/ 16 w 112"/>
                  <a:gd name="T5" fmla="*/ 24 h 88"/>
                  <a:gd name="T6" fmla="*/ 32 w 112"/>
                  <a:gd name="T7" fmla="*/ 0 h 88"/>
                  <a:gd name="T8" fmla="*/ 112 w 112"/>
                  <a:gd name="T9" fmla="*/ 88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88"/>
                    </a:moveTo>
                    <a:lnTo>
                      <a:pt x="0" y="48"/>
                    </a:lnTo>
                    <a:lnTo>
                      <a:pt x="16" y="24"/>
                    </a:lnTo>
                    <a:lnTo>
                      <a:pt x="32" y="0"/>
                    </a:lnTo>
                    <a:lnTo>
                      <a:pt x="112" y="88"/>
                    </a:lnTo>
                    <a:close/>
                  </a:path>
                </a:pathLst>
              </a:custGeom>
              <a:solidFill>
                <a:schemeClr val="tx1"/>
              </a:solidFill>
              <a:ln w="9525">
                <a:solidFill>
                  <a:schemeClr val="tx1"/>
                </a:solidFill>
                <a:round/>
                <a:headEnd/>
                <a:tailEnd/>
              </a:ln>
            </p:spPr>
            <p:txBody>
              <a:bodyPr/>
              <a:lstStyle/>
              <a:p>
                <a:endParaRPr lang="en-US"/>
              </a:p>
            </p:txBody>
          </p:sp>
          <p:sp>
            <p:nvSpPr>
              <p:cNvPr id="55623" name="Line 2364"/>
              <p:cNvSpPr>
                <a:spLocks noChangeShapeType="1"/>
              </p:cNvSpPr>
              <p:nvPr/>
            </p:nvSpPr>
            <p:spPr bwMode="auto">
              <a:xfrm>
                <a:off x="2878" y="2068"/>
                <a:ext cx="72" cy="4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24" name="Line 2365"/>
              <p:cNvSpPr>
                <a:spLocks noChangeShapeType="1"/>
              </p:cNvSpPr>
              <p:nvPr/>
            </p:nvSpPr>
            <p:spPr bwMode="auto">
              <a:xfrm>
                <a:off x="2975" y="2132"/>
                <a:ext cx="70" cy="46"/>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25" name="Line 2366"/>
              <p:cNvSpPr>
                <a:spLocks noChangeShapeType="1"/>
              </p:cNvSpPr>
              <p:nvPr/>
            </p:nvSpPr>
            <p:spPr bwMode="auto">
              <a:xfrm>
                <a:off x="3062" y="2196"/>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26" name="Line 2367"/>
              <p:cNvSpPr>
                <a:spLocks noChangeShapeType="1"/>
              </p:cNvSpPr>
              <p:nvPr/>
            </p:nvSpPr>
            <p:spPr bwMode="auto">
              <a:xfrm>
                <a:off x="3157" y="2251"/>
                <a:ext cx="56" cy="4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502" name="Group 2368"/>
            <p:cNvGrpSpPr>
              <a:grpSpLocks/>
            </p:cNvGrpSpPr>
            <p:nvPr/>
          </p:nvGrpSpPr>
          <p:grpSpPr bwMode="auto">
            <a:xfrm>
              <a:off x="2415" y="2387"/>
              <a:ext cx="439" cy="271"/>
              <a:chOff x="2415" y="2387"/>
              <a:chExt cx="439" cy="271"/>
            </a:xfrm>
          </p:grpSpPr>
          <p:sp>
            <p:nvSpPr>
              <p:cNvPr id="55617" name="Freeform 2369"/>
              <p:cNvSpPr>
                <a:spLocks/>
              </p:cNvSpPr>
              <p:nvPr/>
            </p:nvSpPr>
            <p:spPr bwMode="auto">
              <a:xfrm>
                <a:off x="2742" y="2578"/>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0">
                    <a:moveTo>
                      <a:pt x="112" y="80"/>
                    </a:moveTo>
                    <a:lnTo>
                      <a:pt x="0" y="48"/>
                    </a:lnTo>
                    <a:lnTo>
                      <a:pt x="16" y="24"/>
                    </a:lnTo>
                    <a:lnTo>
                      <a:pt x="32" y="0"/>
                    </a:lnTo>
                    <a:lnTo>
                      <a:pt x="112" y="80"/>
                    </a:lnTo>
                    <a:close/>
                  </a:path>
                </a:pathLst>
              </a:custGeom>
              <a:solidFill>
                <a:schemeClr val="tx1"/>
              </a:solidFill>
              <a:ln w="9525">
                <a:solidFill>
                  <a:schemeClr val="tx1"/>
                </a:solidFill>
                <a:round/>
                <a:headEnd/>
                <a:tailEnd/>
              </a:ln>
            </p:spPr>
            <p:txBody>
              <a:bodyPr/>
              <a:lstStyle/>
              <a:p>
                <a:endParaRPr lang="en-US"/>
              </a:p>
            </p:txBody>
          </p:sp>
          <p:sp>
            <p:nvSpPr>
              <p:cNvPr id="55618" name="Line 2370"/>
              <p:cNvSpPr>
                <a:spLocks noChangeShapeType="1"/>
              </p:cNvSpPr>
              <p:nvPr/>
            </p:nvSpPr>
            <p:spPr bwMode="auto">
              <a:xfrm>
                <a:off x="2415" y="2387"/>
                <a:ext cx="72" cy="4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19" name="Line 2371"/>
              <p:cNvSpPr>
                <a:spLocks noChangeShapeType="1"/>
              </p:cNvSpPr>
              <p:nvPr/>
            </p:nvSpPr>
            <p:spPr bwMode="auto">
              <a:xfrm>
                <a:off x="2512" y="2443"/>
                <a:ext cx="70" cy="46"/>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20" name="Line 2372"/>
              <p:cNvSpPr>
                <a:spLocks noChangeShapeType="1"/>
              </p:cNvSpPr>
              <p:nvPr/>
            </p:nvSpPr>
            <p:spPr bwMode="auto">
              <a:xfrm>
                <a:off x="2607" y="2507"/>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21" name="Line 2373"/>
              <p:cNvSpPr>
                <a:spLocks noChangeShapeType="1"/>
              </p:cNvSpPr>
              <p:nvPr/>
            </p:nvSpPr>
            <p:spPr bwMode="auto">
              <a:xfrm>
                <a:off x="2702" y="2562"/>
                <a:ext cx="56" cy="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503" name="Group 2374"/>
            <p:cNvGrpSpPr>
              <a:grpSpLocks/>
            </p:cNvGrpSpPr>
            <p:nvPr/>
          </p:nvGrpSpPr>
          <p:grpSpPr bwMode="auto">
            <a:xfrm>
              <a:off x="1944" y="2387"/>
              <a:ext cx="439" cy="271"/>
              <a:chOff x="1944" y="2387"/>
              <a:chExt cx="439" cy="271"/>
            </a:xfrm>
          </p:grpSpPr>
          <p:sp>
            <p:nvSpPr>
              <p:cNvPr id="55612" name="Freeform 2375"/>
              <p:cNvSpPr>
                <a:spLocks/>
              </p:cNvSpPr>
              <p:nvPr/>
            </p:nvSpPr>
            <p:spPr bwMode="auto">
              <a:xfrm>
                <a:off x="2271" y="2578"/>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0">
                    <a:moveTo>
                      <a:pt x="112" y="80"/>
                    </a:moveTo>
                    <a:lnTo>
                      <a:pt x="0" y="48"/>
                    </a:lnTo>
                    <a:lnTo>
                      <a:pt x="16" y="24"/>
                    </a:lnTo>
                    <a:lnTo>
                      <a:pt x="32" y="0"/>
                    </a:lnTo>
                    <a:lnTo>
                      <a:pt x="112" y="80"/>
                    </a:lnTo>
                    <a:close/>
                  </a:path>
                </a:pathLst>
              </a:custGeom>
              <a:solidFill>
                <a:schemeClr val="tx1"/>
              </a:solidFill>
              <a:ln w="9525">
                <a:solidFill>
                  <a:schemeClr val="tx1"/>
                </a:solidFill>
                <a:round/>
                <a:headEnd/>
                <a:tailEnd/>
              </a:ln>
            </p:spPr>
            <p:txBody>
              <a:bodyPr/>
              <a:lstStyle/>
              <a:p>
                <a:endParaRPr lang="en-US"/>
              </a:p>
            </p:txBody>
          </p:sp>
          <p:sp>
            <p:nvSpPr>
              <p:cNvPr id="55613" name="Line 2376"/>
              <p:cNvSpPr>
                <a:spLocks noChangeShapeType="1"/>
              </p:cNvSpPr>
              <p:nvPr/>
            </p:nvSpPr>
            <p:spPr bwMode="auto">
              <a:xfrm>
                <a:off x="1944" y="2387"/>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14" name="Line 2377"/>
              <p:cNvSpPr>
                <a:spLocks noChangeShapeType="1"/>
              </p:cNvSpPr>
              <p:nvPr/>
            </p:nvSpPr>
            <p:spPr bwMode="auto">
              <a:xfrm>
                <a:off x="2040" y="2443"/>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15" name="Line 2378"/>
              <p:cNvSpPr>
                <a:spLocks noChangeShapeType="1"/>
              </p:cNvSpPr>
              <p:nvPr/>
            </p:nvSpPr>
            <p:spPr bwMode="auto">
              <a:xfrm>
                <a:off x="2136" y="2507"/>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16" name="Line 2379"/>
              <p:cNvSpPr>
                <a:spLocks noChangeShapeType="1"/>
              </p:cNvSpPr>
              <p:nvPr/>
            </p:nvSpPr>
            <p:spPr bwMode="auto">
              <a:xfrm>
                <a:off x="2231" y="2562"/>
                <a:ext cx="56" cy="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504" name="Group 2380"/>
            <p:cNvGrpSpPr>
              <a:grpSpLocks/>
            </p:cNvGrpSpPr>
            <p:nvPr/>
          </p:nvGrpSpPr>
          <p:grpSpPr bwMode="auto">
            <a:xfrm>
              <a:off x="2399" y="3304"/>
              <a:ext cx="447" cy="279"/>
              <a:chOff x="2399" y="3304"/>
              <a:chExt cx="447" cy="279"/>
            </a:xfrm>
          </p:grpSpPr>
          <p:sp>
            <p:nvSpPr>
              <p:cNvPr id="55607" name="Freeform 2381"/>
              <p:cNvSpPr>
                <a:spLocks/>
              </p:cNvSpPr>
              <p:nvPr/>
            </p:nvSpPr>
            <p:spPr bwMode="auto">
              <a:xfrm>
                <a:off x="2734" y="3504"/>
                <a:ext cx="112" cy="79"/>
              </a:xfrm>
              <a:custGeom>
                <a:avLst/>
                <a:gdLst>
                  <a:gd name="T0" fmla="*/ 112 w 112"/>
                  <a:gd name="T1" fmla="*/ 79 h 79"/>
                  <a:gd name="T2" fmla="*/ 0 w 112"/>
                  <a:gd name="T3" fmla="*/ 47 h 79"/>
                  <a:gd name="T4" fmla="*/ 16 w 112"/>
                  <a:gd name="T5" fmla="*/ 24 h 79"/>
                  <a:gd name="T6" fmla="*/ 32 w 112"/>
                  <a:gd name="T7" fmla="*/ 0 h 79"/>
                  <a:gd name="T8" fmla="*/ 112 w 112"/>
                  <a:gd name="T9" fmla="*/ 79 h 7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79">
                    <a:moveTo>
                      <a:pt x="112" y="79"/>
                    </a:moveTo>
                    <a:lnTo>
                      <a:pt x="0" y="47"/>
                    </a:lnTo>
                    <a:lnTo>
                      <a:pt x="16" y="24"/>
                    </a:lnTo>
                    <a:lnTo>
                      <a:pt x="32" y="0"/>
                    </a:lnTo>
                    <a:lnTo>
                      <a:pt x="112" y="79"/>
                    </a:lnTo>
                    <a:close/>
                  </a:path>
                </a:pathLst>
              </a:custGeom>
              <a:solidFill>
                <a:schemeClr val="tx1"/>
              </a:solidFill>
              <a:ln w="9525">
                <a:solidFill>
                  <a:schemeClr val="tx1"/>
                </a:solidFill>
                <a:round/>
                <a:headEnd/>
                <a:tailEnd/>
              </a:ln>
            </p:spPr>
            <p:txBody>
              <a:bodyPr/>
              <a:lstStyle/>
              <a:p>
                <a:endParaRPr lang="en-US"/>
              </a:p>
            </p:txBody>
          </p:sp>
          <p:sp>
            <p:nvSpPr>
              <p:cNvPr id="55608" name="Line 2382"/>
              <p:cNvSpPr>
                <a:spLocks noChangeShapeType="1"/>
              </p:cNvSpPr>
              <p:nvPr/>
            </p:nvSpPr>
            <p:spPr bwMode="auto">
              <a:xfrm>
                <a:off x="2399" y="3304"/>
                <a:ext cx="72" cy="4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09" name="Line 2383"/>
              <p:cNvSpPr>
                <a:spLocks noChangeShapeType="1"/>
              </p:cNvSpPr>
              <p:nvPr/>
            </p:nvSpPr>
            <p:spPr bwMode="auto">
              <a:xfrm>
                <a:off x="2495" y="3360"/>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10" name="Line 2384"/>
              <p:cNvSpPr>
                <a:spLocks noChangeShapeType="1"/>
              </p:cNvSpPr>
              <p:nvPr/>
            </p:nvSpPr>
            <p:spPr bwMode="auto">
              <a:xfrm>
                <a:off x="2590" y="3424"/>
                <a:ext cx="72" cy="4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11" name="Line 2385"/>
              <p:cNvSpPr>
                <a:spLocks noChangeShapeType="1"/>
              </p:cNvSpPr>
              <p:nvPr/>
            </p:nvSpPr>
            <p:spPr bwMode="auto">
              <a:xfrm>
                <a:off x="2687" y="3480"/>
                <a:ext cx="63" cy="46"/>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505" name="Group 2386"/>
            <p:cNvGrpSpPr>
              <a:grpSpLocks/>
            </p:cNvGrpSpPr>
            <p:nvPr/>
          </p:nvGrpSpPr>
          <p:grpSpPr bwMode="auto">
            <a:xfrm>
              <a:off x="1936" y="3304"/>
              <a:ext cx="431" cy="271"/>
              <a:chOff x="1936" y="3304"/>
              <a:chExt cx="431" cy="271"/>
            </a:xfrm>
          </p:grpSpPr>
          <p:sp>
            <p:nvSpPr>
              <p:cNvPr id="55602" name="Freeform 2387"/>
              <p:cNvSpPr>
                <a:spLocks/>
              </p:cNvSpPr>
              <p:nvPr/>
            </p:nvSpPr>
            <p:spPr bwMode="auto">
              <a:xfrm>
                <a:off x="2255" y="3496"/>
                <a:ext cx="112" cy="79"/>
              </a:xfrm>
              <a:custGeom>
                <a:avLst/>
                <a:gdLst>
                  <a:gd name="T0" fmla="*/ 112 w 112"/>
                  <a:gd name="T1" fmla="*/ 79 h 79"/>
                  <a:gd name="T2" fmla="*/ 0 w 112"/>
                  <a:gd name="T3" fmla="*/ 40 h 79"/>
                  <a:gd name="T4" fmla="*/ 16 w 112"/>
                  <a:gd name="T5" fmla="*/ 16 h 79"/>
                  <a:gd name="T6" fmla="*/ 32 w 112"/>
                  <a:gd name="T7" fmla="*/ 0 h 79"/>
                  <a:gd name="T8" fmla="*/ 112 w 112"/>
                  <a:gd name="T9" fmla="*/ 79 h 7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79">
                    <a:moveTo>
                      <a:pt x="112" y="79"/>
                    </a:moveTo>
                    <a:lnTo>
                      <a:pt x="0" y="40"/>
                    </a:lnTo>
                    <a:lnTo>
                      <a:pt x="16" y="16"/>
                    </a:lnTo>
                    <a:lnTo>
                      <a:pt x="32" y="0"/>
                    </a:lnTo>
                    <a:lnTo>
                      <a:pt x="112" y="79"/>
                    </a:lnTo>
                    <a:close/>
                  </a:path>
                </a:pathLst>
              </a:custGeom>
              <a:solidFill>
                <a:schemeClr val="tx1"/>
              </a:solidFill>
              <a:ln w="9525">
                <a:solidFill>
                  <a:schemeClr val="tx1"/>
                </a:solidFill>
                <a:round/>
                <a:headEnd/>
                <a:tailEnd/>
              </a:ln>
            </p:spPr>
            <p:txBody>
              <a:bodyPr/>
              <a:lstStyle/>
              <a:p>
                <a:endParaRPr lang="en-US"/>
              </a:p>
            </p:txBody>
          </p:sp>
          <p:sp>
            <p:nvSpPr>
              <p:cNvPr id="55603" name="Line 2388"/>
              <p:cNvSpPr>
                <a:spLocks noChangeShapeType="1"/>
              </p:cNvSpPr>
              <p:nvPr/>
            </p:nvSpPr>
            <p:spPr bwMode="auto">
              <a:xfrm>
                <a:off x="1936" y="3304"/>
                <a:ext cx="72" cy="4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04" name="Line 2389"/>
              <p:cNvSpPr>
                <a:spLocks noChangeShapeType="1"/>
              </p:cNvSpPr>
              <p:nvPr/>
            </p:nvSpPr>
            <p:spPr bwMode="auto">
              <a:xfrm>
                <a:off x="2032" y="3360"/>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05" name="Line 2390"/>
              <p:cNvSpPr>
                <a:spLocks noChangeShapeType="1"/>
              </p:cNvSpPr>
              <p:nvPr/>
            </p:nvSpPr>
            <p:spPr bwMode="auto">
              <a:xfrm>
                <a:off x="2127" y="3424"/>
                <a:ext cx="72" cy="4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06" name="Line 2391"/>
              <p:cNvSpPr>
                <a:spLocks noChangeShapeType="1"/>
              </p:cNvSpPr>
              <p:nvPr/>
            </p:nvSpPr>
            <p:spPr bwMode="auto">
              <a:xfrm>
                <a:off x="2224" y="3480"/>
                <a:ext cx="47" cy="3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506" name="Group 2392"/>
            <p:cNvGrpSpPr>
              <a:grpSpLocks/>
            </p:cNvGrpSpPr>
            <p:nvPr/>
          </p:nvGrpSpPr>
          <p:grpSpPr bwMode="auto">
            <a:xfrm>
              <a:off x="2400" y="3304"/>
              <a:ext cx="414" cy="279"/>
              <a:chOff x="2400" y="3304"/>
              <a:chExt cx="414" cy="279"/>
            </a:xfrm>
          </p:grpSpPr>
          <p:sp>
            <p:nvSpPr>
              <p:cNvPr id="55597" name="Freeform 2393"/>
              <p:cNvSpPr>
                <a:spLocks/>
              </p:cNvSpPr>
              <p:nvPr/>
            </p:nvSpPr>
            <p:spPr bwMode="auto">
              <a:xfrm>
                <a:off x="2702" y="3304"/>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0"/>
                    </a:moveTo>
                    <a:lnTo>
                      <a:pt x="32" y="88"/>
                    </a:lnTo>
                    <a:lnTo>
                      <a:pt x="16" y="64"/>
                    </a:lnTo>
                    <a:lnTo>
                      <a:pt x="0" y="40"/>
                    </a:lnTo>
                    <a:lnTo>
                      <a:pt x="112" y="0"/>
                    </a:lnTo>
                    <a:close/>
                  </a:path>
                </a:pathLst>
              </a:custGeom>
              <a:solidFill>
                <a:schemeClr val="tx1"/>
              </a:solidFill>
              <a:ln w="9525">
                <a:solidFill>
                  <a:schemeClr val="tx1"/>
                </a:solidFill>
                <a:round/>
                <a:headEnd/>
                <a:tailEnd/>
              </a:ln>
            </p:spPr>
            <p:txBody>
              <a:bodyPr/>
              <a:lstStyle/>
              <a:p>
                <a:endParaRPr lang="en-US"/>
              </a:p>
            </p:txBody>
          </p:sp>
          <p:sp>
            <p:nvSpPr>
              <p:cNvPr id="55598" name="Line 2394"/>
              <p:cNvSpPr>
                <a:spLocks noChangeShapeType="1"/>
              </p:cNvSpPr>
              <p:nvPr/>
            </p:nvSpPr>
            <p:spPr bwMode="auto">
              <a:xfrm flipV="1">
                <a:off x="2400" y="3536"/>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599" name="Line 2395"/>
              <p:cNvSpPr>
                <a:spLocks noChangeShapeType="1"/>
              </p:cNvSpPr>
              <p:nvPr/>
            </p:nvSpPr>
            <p:spPr bwMode="auto">
              <a:xfrm flipV="1">
                <a:off x="2495" y="3473"/>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00" name="Line 2396"/>
              <p:cNvSpPr>
                <a:spLocks noChangeShapeType="1"/>
              </p:cNvSpPr>
              <p:nvPr/>
            </p:nvSpPr>
            <p:spPr bwMode="auto">
              <a:xfrm flipV="1">
                <a:off x="2583" y="3409"/>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601" name="Line 2397"/>
              <p:cNvSpPr>
                <a:spLocks noChangeShapeType="1"/>
              </p:cNvSpPr>
              <p:nvPr/>
            </p:nvSpPr>
            <p:spPr bwMode="auto">
              <a:xfrm flipV="1">
                <a:off x="2678" y="3368"/>
                <a:ext cx="40" cy="3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507" name="Group 2398"/>
            <p:cNvGrpSpPr>
              <a:grpSpLocks/>
            </p:cNvGrpSpPr>
            <p:nvPr/>
          </p:nvGrpSpPr>
          <p:grpSpPr bwMode="auto">
            <a:xfrm>
              <a:off x="2400" y="3001"/>
              <a:ext cx="422" cy="271"/>
              <a:chOff x="2400" y="3001"/>
              <a:chExt cx="422" cy="271"/>
            </a:xfrm>
          </p:grpSpPr>
          <p:sp>
            <p:nvSpPr>
              <p:cNvPr id="55592" name="Freeform 2399"/>
              <p:cNvSpPr>
                <a:spLocks/>
              </p:cNvSpPr>
              <p:nvPr/>
            </p:nvSpPr>
            <p:spPr bwMode="auto">
              <a:xfrm>
                <a:off x="2710" y="3001"/>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0"/>
                    </a:moveTo>
                    <a:lnTo>
                      <a:pt x="32" y="88"/>
                    </a:lnTo>
                    <a:lnTo>
                      <a:pt x="16" y="64"/>
                    </a:lnTo>
                    <a:lnTo>
                      <a:pt x="0" y="40"/>
                    </a:lnTo>
                    <a:lnTo>
                      <a:pt x="112" y="0"/>
                    </a:lnTo>
                    <a:close/>
                  </a:path>
                </a:pathLst>
              </a:custGeom>
              <a:solidFill>
                <a:schemeClr val="tx1"/>
              </a:solidFill>
              <a:ln w="9525">
                <a:solidFill>
                  <a:schemeClr val="tx1"/>
                </a:solidFill>
                <a:round/>
                <a:headEnd/>
                <a:tailEnd/>
              </a:ln>
            </p:spPr>
            <p:txBody>
              <a:bodyPr/>
              <a:lstStyle/>
              <a:p>
                <a:endParaRPr lang="en-US"/>
              </a:p>
            </p:txBody>
          </p:sp>
          <p:sp>
            <p:nvSpPr>
              <p:cNvPr id="55593" name="Line 2400"/>
              <p:cNvSpPr>
                <a:spLocks noChangeShapeType="1"/>
              </p:cNvSpPr>
              <p:nvPr/>
            </p:nvSpPr>
            <p:spPr bwMode="auto">
              <a:xfrm flipV="1">
                <a:off x="2400" y="3225"/>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594" name="Line 2401"/>
              <p:cNvSpPr>
                <a:spLocks noChangeShapeType="1"/>
              </p:cNvSpPr>
              <p:nvPr/>
            </p:nvSpPr>
            <p:spPr bwMode="auto">
              <a:xfrm flipV="1">
                <a:off x="2496" y="3170"/>
                <a:ext cx="70" cy="3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595" name="Line 2402"/>
              <p:cNvSpPr>
                <a:spLocks noChangeShapeType="1"/>
              </p:cNvSpPr>
              <p:nvPr/>
            </p:nvSpPr>
            <p:spPr bwMode="auto">
              <a:xfrm flipV="1">
                <a:off x="2590" y="3105"/>
                <a:ext cx="72" cy="4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596" name="Line 2403"/>
              <p:cNvSpPr>
                <a:spLocks noChangeShapeType="1"/>
              </p:cNvSpPr>
              <p:nvPr/>
            </p:nvSpPr>
            <p:spPr bwMode="auto">
              <a:xfrm flipV="1">
                <a:off x="2678" y="3065"/>
                <a:ext cx="48" cy="2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508" name="Group 2404"/>
            <p:cNvGrpSpPr>
              <a:grpSpLocks/>
            </p:cNvGrpSpPr>
            <p:nvPr/>
          </p:nvGrpSpPr>
          <p:grpSpPr bwMode="auto">
            <a:xfrm>
              <a:off x="3318" y="3001"/>
              <a:ext cx="422" cy="271"/>
              <a:chOff x="3318" y="3001"/>
              <a:chExt cx="422" cy="271"/>
            </a:xfrm>
          </p:grpSpPr>
          <p:sp>
            <p:nvSpPr>
              <p:cNvPr id="55587" name="Freeform 2405"/>
              <p:cNvSpPr>
                <a:spLocks/>
              </p:cNvSpPr>
              <p:nvPr/>
            </p:nvSpPr>
            <p:spPr bwMode="auto">
              <a:xfrm>
                <a:off x="3628" y="3001"/>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0"/>
                    </a:moveTo>
                    <a:lnTo>
                      <a:pt x="32" y="88"/>
                    </a:lnTo>
                    <a:lnTo>
                      <a:pt x="16" y="64"/>
                    </a:lnTo>
                    <a:lnTo>
                      <a:pt x="0" y="40"/>
                    </a:lnTo>
                    <a:lnTo>
                      <a:pt x="112" y="0"/>
                    </a:lnTo>
                    <a:close/>
                  </a:path>
                </a:pathLst>
              </a:custGeom>
              <a:solidFill>
                <a:schemeClr val="tx1"/>
              </a:solidFill>
              <a:ln w="9525">
                <a:solidFill>
                  <a:schemeClr val="tx1"/>
                </a:solidFill>
                <a:round/>
                <a:headEnd/>
                <a:tailEnd/>
              </a:ln>
            </p:spPr>
            <p:txBody>
              <a:bodyPr/>
              <a:lstStyle/>
              <a:p>
                <a:endParaRPr lang="en-US"/>
              </a:p>
            </p:txBody>
          </p:sp>
          <p:sp>
            <p:nvSpPr>
              <p:cNvPr id="55588" name="Line 2406"/>
              <p:cNvSpPr>
                <a:spLocks noChangeShapeType="1"/>
              </p:cNvSpPr>
              <p:nvPr/>
            </p:nvSpPr>
            <p:spPr bwMode="auto">
              <a:xfrm flipV="1">
                <a:off x="3318" y="3225"/>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589" name="Line 2407"/>
              <p:cNvSpPr>
                <a:spLocks noChangeShapeType="1"/>
              </p:cNvSpPr>
              <p:nvPr/>
            </p:nvSpPr>
            <p:spPr bwMode="auto">
              <a:xfrm flipV="1">
                <a:off x="3414" y="3169"/>
                <a:ext cx="71" cy="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590" name="Line 2408"/>
              <p:cNvSpPr>
                <a:spLocks noChangeShapeType="1"/>
              </p:cNvSpPr>
              <p:nvPr/>
            </p:nvSpPr>
            <p:spPr bwMode="auto">
              <a:xfrm flipV="1">
                <a:off x="3509" y="3106"/>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591" name="Line 2409"/>
              <p:cNvSpPr>
                <a:spLocks noChangeShapeType="1"/>
              </p:cNvSpPr>
              <p:nvPr/>
            </p:nvSpPr>
            <p:spPr bwMode="auto">
              <a:xfrm flipV="1">
                <a:off x="3596" y="3065"/>
                <a:ext cx="48" cy="2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509" name="Group 2410"/>
            <p:cNvGrpSpPr>
              <a:grpSpLocks/>
            </p:cNvGrpSpPr>
            <p:nvPr/>
          </p:nvGrpSpPr>
          <p:grpSpPr bwMode="auto">
            <a:xfrm>
              <a:off x="3325" y="2076"/>
              <a:ext cx="439" cy="271"/>
              <a:chOff x="3325" y="2076"/>
              <a:chExt cx="439" cy="271"/>
            </a:xfrm>
          </p:grpSpPr>
          <p:sp>
            <p:nvSpPr>
              <p:cNvPr id="55582" name="Freeform 2411"/>
              <p:cNvSpPr>
                <a:spLocks/>
              </p:cNvSpPr>
              <p:nvPr/>
            </p:nvSpPr>
            <p:spPr bwMode="auto">
              <a:xfrm>
                <a:off x="3652" y="2267"/>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0">
                    <a:moveTo>
                      <a:pt x="112" y="80"/>
                    </a:moveTo>
                    <a:lnTo>
                      <a:pt x="0" y="48"/>
                    </a:lnTo>
                    <a:lnTo>
                      <a:pt x="16" y="24"/>
                    </a:lnTo>
                    <a:lnTo>
                      <a:pt x="32" y="0"/>
                    </a:lnTo>
                    <a:lnTo>
                      <a:pt x="112" y="80"/>
                    </a:lnTo>
                    <a:close/>
                  </a:path>
                </a:pathLst>
              </a:custGeom>
              <a:solidFill>
                <a:schemeClr val="tx1"/>
              </a:solidFill>
              <a:ln w="9525">
                <a:solidFill>
                  <a:schemeClr val="tx1"/>
                </a:solidFill>
                <a:round/>
                <a:headEnd/>
                <a:tailEnd/>
              </a:ln>
            </p:spPr>
            <p:txBody>
              <a:bodyPr/>
              <a:lstStyle/>
              <a:p>
                <a:endParaRPr lang="en-US"/>
              </a:p>
            </p:txBody>
          </p:sp>
          <p:sp>
            <p:nvSpPr>
              <p:cNvPr id="55583" name="Line 2412"/>
              <p:cNvSpPr>
                <a:spLocks noChangeShapeType="1"/>
              </p:cNvSpPr>
              <p:nvPr/>
            </p:nvSpPr>
            <p:spPr bwMode="auto">
              <a:xfrm>
                <a:off x="3325" y="2076"/>
                <a:ext cx="72" cy="4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584" name="Line 2413"/>
              <p:cNvSpPr>
                <a:spLocks noChangeShapeType="1"/>
              </p:cNvSpPr>
              <p:nvPr/>
            </p:nvSpPr>
            <p:spPr bwMode="auto">
              <a:xfrm>
                <a:off x="3422" y="2132"/>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585" name="Line 2414"/>
              <p:cNvSpPr>
                <a:spLocks noChangeShapeType="1"/>
              </p:cNvSpPr>
              <p:nvPr/>
            </p:nvSpPr>
            <p:spPr bwMode="auto">
              <a:xfrm>
                <a:off x="3517" y="2196"/>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586" name="Line 2415"/>
              <p:cNvSpPr>
                <a:spLocks noChangeShapeType="1"/>
              </p:cNvSpPr>
              <p:nvPr/>
            </p:nvSpPr>
            <p:spPr bwMode="auto">
              <a:xfrm>
                <a:off x="3612" y="2251"/>
                <a:ext cx="56" cy="4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510" name="Group 2416"/>
            <p:cNvGrpSpPr>
              <a:grpSpLocks/>
            </p:cNvGrpSpPr>
            <p:nvPr/>
          </p:nvGrpSpPr>
          <p:grpSpPr bwMode="auto">
            <a:xfrm>
              <a:off x="3788" y="2068"/>
              <a:ext cx="431" cy="287"/>
              <a:chOff x="3788" y="2068"/>
              <a:chExt cx="431" cy="287"/>
            </a:xfrm>
          </p:grpSpPr>
          <p:sp>
            <p:nvSpPr>
              <p:cNvPr id="55577" name="Freeform 2417"/>
              <p:cNvSpPr>
                <a:spLocks/>
              </p:cNvSpPr>
              <p:nvPr/>
            </p:nvSpPr>
            <p:spPr bwMode="auto">
              <a:xfrm>
                <a:off x="4107" y="2267"/>
                <a:ext cx="112" cy="88"/>
              </a:xfrm>
              <a:custGeom>
                <a:avLst/>
                <a:gdLst>
                  <a:gd name="T0" fmla="*/ 112 w 112"/>
                  <a:gd name="T1" fmla="*/ 88 h 88"/>
                  <a:gd name="T2" fmla="*/ 0 w 112"/>
                  <a:gd name="T3" fmla="*/ 48 h 88"/>
                  <a:gd name="T4" fmla="*/ 16 w 112"/>
                  <a:gd name="T5" fmla="*/ 24 h 88"/>
                  <a:gd name="T6" fmla="*/ 32 w 112"/>
                  <a:gd name="T7" fmla="*/ 0 h 88"/>
                  <a:gd name="T8" fmla="*/ 112 w 112"/>
                  <a:gd name="T9" fmla="*/ 88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88"/>
                    </a:moveTo>
                    <a:lnTo>
                      <a:pt x="0" y="48"/>
                    </a:lnTo>
                    <a:lnTo>
                      <a:pt x="16" y="24"/>
                    </a:lnTo>
                    <a:lnTo>
                      <a:pt x="32" y="0"/>
                    </a:lnTo>
                    <a:lnTo>
                      <a:pt x="112" y="88"/>
                    </a:lnTo>
                    <a:close/>
                  </a:path>
                </a:pathLst>
              </a:custGeom>
              <a:solidFill>
                <a:schemeClr val="tx1"/>
              </a:solidFill>
              <a:ln w="9525">
                <a:solidFill>
                  <a:schemeClr val="tx1"/>
                </a:solidFill>
                <a:round/>
                <a:headEnd/>
                <a:tailEnd/>
              </a:ln>
            </p:spPr>
            <p:txBody>
              <a:bodyPr/>
              <a:lstStyle/>
              <a:p>
                <a:endParaRPr lang="en-US"/>
              </a:p>
            </p:txBody>
          </p:sp>
          <p:sp>
            <p:nvSpPr>
              <p:cNvPr id="55578" name="Line 2418"/>
              <p:cNvSpPr>
                <a:spLocks noChangeShapeType="1"/>
              </p:cNvSpPr>
              <p:nvPr/>
            </p:nvSpPr>
            <p:spPr bwMode="auto">
              <a:xfrm>
                <a:off x="3788" y="2068"/>
                <a:ext cx="72" cy="4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579" name="Line 2419"/>
              <p:cNvSpPr>
                <a:spLocks noChangeShapeType="1"/>
              </p:cNvSpPr>
              <p:nvPr/>
            </p:nvSpPr>
            <p:spPr bwMode="auto">
              <a:xfrm>
                <a:off x="3885" y="2132"/>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580" name="Line 2420"/>
              <p:cNvSpPr>
                <a:spLocks noChangeShapeType="1"/>
              </p:cNvSpPr>
              <p:nvPr/>
            </p:nvSpPr>
            <p:spPr bwMode="auto">
              <a:xfrm>
                <a:off x="3973" y="2196"/>
                <a:ext cx="70" cy="46"/>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581" name="Line 2421"/>
              <p:cNvSpPr>
                <a:spLocks noChangeShapeType="1"/>
              </p:cNvSpPr>
              <p:nvPr/>
            </p:nvSpPr>
            <p:spPr bwMode="auto">
              <a:xfrm>
                <a:off x="4067" y="2251"/>
                <a:ext cx="56" cy="4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511" name="Group 2422"/>
            <p:cNvGrpSpPr>
              <a:grpSpLocks/>
            </p:cNvGrpSpPr>
            <p:nvPr/>
          </p:nvGrpSpPr>
          <p:grpSpPr bwMode="auto">
            <a:xfrm>
              <a:off x="4251" y="2084"/>
              <a:ext cx="431" cy="263"/>
              <a:chOff x="4251" y="2084"/>
              <a:chExt cx="431" cy="263"/>
            </a:xfrm>
          </p:grpSpPr>
          <p:sp>
            <p:nvSpPr>
              <p:cNvPr id="55572" name="Freeform 2423"/>
              <p:cNvSpPr>
                <a:spLocks/>
              </p:cNvSpPr>
              <p:nvPr/>
            </p:nvSpPr>
            <p:spPr bwMode="auto">
              <a:xfrm>
                <a:off x="4570" y="2267"/>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0">
                    <a:moveTo>
                      <a:pt x="112" y="80"/>
                    </a:moveTo>
                    <a:lnTo>
                      <a:pt x="0" y="48"/>
                    </a:lnTo>
                    <a:lnTo>
                      <a:pt x="16" y="24"/>
                    </a:lnTo>
                    <a:lnTo>
                      <a:pt x="32" y="0"/>
                    </a:lnTo>
                    <a:lnTo>
                      <a:pt x="112" y="80"/>
                    </a:lnTo>
                    <a:close/>
                  </a:path>
                </a:pathLst>
              </a:custGeom>
              <a:solidFill>
                <a:schemeClr val="tx1"/>
              </a:solidFill>
              <a:ln w="9525">
                <a:solidFill>
                  <a:schemeClr val="tx1"/>
                </a:solidFill>
                <a:round/>
                <a:headEnd/>
                <a:tailEnd/>
              </a:ln>
            </p:spPr>
            <p:txBody>
              <a:bodyPr/>
              <a:lstStyle/>
              <a:p>
                <a:endParaRPr lang="en-US"/>
              </a:p>
            </p:txBody>
          </p:sp>
          <p:sp>
            <p:nvSpPr>
              <p:cNvPr id="55573" name="Line 2424"/>
              <p:cNvSpPr>
                <a:spLocks noChangeShapeType="1"/>
              </p:cNvSpPr>
              <p:nvPr/>
            </p:nvSpPr>
            <p:spPr bwMode="auto">
              <a:xfrm>
                <a:off x="4251" y="2084"/>
                <a:ext cx="72" cy="4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574" name="Line 2425"/>
              <p:cNvSpPr>
                <a:spLocks noChangeShapeType="1"/>
              </p:cNvSpPr>
              <p:nvPr/>
            </p:nvSpPr>
            <p:spPr bwMode="auto">
              <a:xfrm>
                <a:off x="4348" y="2140"/>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575" name="Line 2426"/>
              <p:cNvSpPr>
                <a:spLocks noChangeShapeType="1"/>
              </p:cNvSpPr>
              <p:nvPr/>
            </p:nvSpPr>
            <p:spPr bwMode="auto">
              <a:xfrm>
                <a:off x="4443" y="2203"/>
                <a:ext cx="71" cy="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576" name="Line 2427"/>
              <p:cNvSpPr>
                <a:spLocks noChangeShapeType="1"/>
              </p:cNvSpPr>
              <p:nvPr/>
            </p:nvSpPr>
            <p:spPr bwMode="auto">
              <a:xfrm>
                <a:off x="4539" y="2259"/>
                <a:ext cx="47" cy="3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512" name="Group 2428"/>
            <p:cNvGrpSpPr>
              <a:grpSpLocks/>
            </p:cNvGrpSpPr>
            <p:nvPr/>
          </p:nvGrpSpPr>
          <p:grpSpPr bwMode="auto">
            <a:xfrm>
              <a:off x="4236" y="3001"/>
              <a:ext cx="430" cy="279"/>
              <a:chOff x="4236" y="3001"/>
              <a:chExt cx="430" cy="279"/>
            </a:xfrm>
          </p:grpSpPr>
          <p:sp>
            <p:nvSpPr>
              <p:cNvPr id="55567" name="Freeform 2429"/>
              <p:cNvSpPr>
                <a:spLocks/>
              </p:cNvSpPr>
              <p:nvPr/>
            </p:nvSpPr>
            <p:spPr bwMode="auto">
              <a:xfrm>
                <a:off x="4554" y="3001"/>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0"/>
                    </a:moveTo>
                    <a:lnTo>
                      <a:pt x="32" y="88"/>
                    </a:lnTo>
                    <a:lnTo>
                      <a:pt x="16" y="64"/>
                    </a:lnTo>
                    <a:lnTo>
                      <a:pt x="0" y="40"/>
                    </a:lnTo>
                    <a:lnTo>
                      <a:pt x="112" y="0"/>
                    </a:lnTo>
                    <a:close/>
                  </a:path>
                </a:pathLst>
              </a:custGeom>
              <a:solidFill>
                <a:schemeClr val="tx1"/>
              </a:solidFill>
              <a:ln w="9525">
                <a:solidFill>
                  <a:schemeClr val="tx1"/>
                </a:solidFill>
                <a:round/>
                <a:headEnd/>
                <a:tailEnd/>
              </a:ln>
            </p:spPr>
            <p:txBody>
              <a:bodyPr/>
              <a:lstStyle/>
              <a:p>
                <a:endParaRPr lang="en-US"/>
              </a:p>
            </p:txBody>
          </p:sp>
          <p:sp>
            <p:nvSpPr>
              <p:cNvPr id="55568" name="Line 2430"/>
              <p:cNvSpPr>
                <a:spLocks noChangeShapeType="1"/>
              </p:cNvSpPr>
              <p:nvPr/>
            </p:nvSpPr>
            <p:spPr bwMode="auto">
              <a:xfrm flipV="1">
                <a:off x="4236" y="3233"/>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569" name="Line 2431"/>
              <p:cNvSpPr>
                <a:spLocks noChangeShapeType="1"/>
              </p:cNvSpPr>
              <p:nvPr/>
            </p:nvSpPr>
            <p:spPr bwMode="auto">
              <a:xfrm flipV="1">
                <a:off x="4332" y="3169"/>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570" name="Line 2432"/>
              <p:cNvSpPr>
                <a:spLocks noChangeShapeType="1"/>
              </p:cNvSpPr>
              <p:nvPr/>
            </p:nvSpPr>
            <p:spPr bwMode="auto">
              <a:xfrm flipV="1">
                <a:off x="4419" y="3114"/>
                <a:ext cx="80"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571" name="Line 2433"/>
              <p:cNvSpPr>
                <a:spLocks noChangeShapeType="1"/>
              </p:cNvSpPr>
              <p:nvPr/>
            </p:nvSpPr>
            <p:spPr bwMode="auto">
              <a:xfrm flipV="1">
                <a:off x="4515" y="3066"/>
                <a:ext cx="55" cy="3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513" name="Group 2434"/>
            <p:cNvGrpSpPr>
              <a:grpSpLocks/>
            </p:cNvGrpSpPr>
            <p:nvPr/>
          </p:nvGrpSpPr>
          <p:grpSpPr bwMode="auto">
            <a:xfrm>
              <a:off x="3772" y="2682"/>
              <a:ext cx="423" cy="287"/>
              <a:chOff x="3772" y="2682"/>
              <a:chExt cx="423" cy="287"/>
            </a:xfrm>
          </p:grpSpPr>
          <p:sp>
            <p:nvSpPr>
              <p:cNvPr id="55562" name="Freeform 2435"/>
              <p:cNvSpPr>
                <a:spLocks/>
              </p:cNvSpPr>
              <p:nvPr/>
            </p:nvSpPr>
            <p:spPr bwMode="auto">
              <a:xfrm>
                <a:off x="4083" y="2881"/>
                <a:ext cx="112" cy="88"/>
              </a:xfrm>
              <a:custGeom>
                <a:avLst/>
                <a:gdLst>
                  <a:gd name="T0" fmla="*/ 112 w 112"/>
                  <a:gd name="T1" fmla="*/ 88 h 88"/>
                  <a:gd name="T2" fmla="*/ 0 w 112"/>
                  <a:gd name="T3" fmla="*/ 48 h 88"/>
                  <a:gd name="T4" fmla="*/ 16 w 112"/>
                  <a:gd name="T5" fmla="*/ 24 h 88"/>
                  <a:gd name="T6" fmla="*/ 32 w 112"/>
                  <a:gd name="T7" fmla="*/ 0 h 88"/>
                  <a:gd name="T8" fmla="*/ 112 w 112"/>
                  <a:gd name="T9" fmla="*/ 88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88"/>
                    </a:moveTo>
                    <a:lnTo>
                      <a:pt x="0" y="48"/>
                    </a:lnTo>
                    <a:lnTo>
                      <a:pt x="16" y="24"/>
                    </a:lnTo>
                    <a:lnTo>
                      <a:pt x="32" y="0"/>
                    </a:lnTo>
                    <a:lnTo>
                      <a:pt x="112" y="88"/>
                    </a:lnTo>
                    <a:close/>
                  </a:path>
                </a:pathLst>
              </a:custGeom>
              <a:solidFill>
                <a:schemeClr val="tx1"/>
              </a:solidFill>
              <a:ln w="9525">
                <a:solidFill>
                  <a:schemeClr val="tx1"/>
                </a:solidFill>
                <a:round/>
                <a:headEnd/>
                <a:tailEnd/>
              </a:ln>
            </p:spPr>
            <p:txBody>
              <a:bodyPr/>
              <a:lstStyle/>
              <a:p>
                <a:endParaRPr lang="en-US"/>
              </a:p>
            </p:txBody>
          </p:sp>
          <p:sp>
            <p:nvSpPr>
              <p:cNvPr id="55563" name="Line 2436"/>
              <p:cNvSpPr>
                <a:spLocks noChangeShapeType="1"/>
              </p:cNvSpPr>
              <p:nvPr/>
            </p:nvSpPr>
            <p:spPr bwMode="auto">
              <a:xfrm>
                <a:off x="3772" y="2682"/>
                <a:ext cx="72" cy="4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564" name="Line 2437"/>
              <p:cNvSpPr>
                <a:spLocks noChangeShapeType="1"/>
              </p:cNvSpPr>
              <p:nvPr/>
            </p:nvSpPr>
            <p:spPr bwMode="auto">
              <a:xfrm>
                <a:off x="3868" y="2746"/>
                <a:ext cx="72" cy="4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565" name="Line 2438"/>
              <p:cNvSpPr>
                <a:spLocks noChangeShapeType="1"/>
              </p:cNvSpPr>
              <p:nvPr/>
            </p:nvSpPr>
            <p:spPr bwMode="auto">
              <a:xfrm>
                <a:off x="3957" y="2810"/>
                <a:ext cx="70" cy="46"/>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566" name="Line 2439"/>
              <p:cNvSpPr>
                <a:spLocks noChangeShapeType="1"/>
              </p:cNvSpPr>
              <p:nvPr/>
            </p:nvSpPr>
            <p:spPr bwMode="auto">
              <a:xfrm>
                <a:off x="4051" y="2873"/>
                <a:ext cx="48" cy="3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514" name="Group 2440"/>
            <p:cNvGrpSpPr>
              <a:grpSpLocks/>
            </p:cNvGrpSpPr>
            <p:nvPr/>
          </p:nvGrpSpPr>
          <p:grpSpPr bwMode="auto">
            <a:xfrm>
              <a:off x="3780" y="2387"/>
              <a:ext cx="431" cy="279"/>
              <a:chOff x="3780" y="2387"/>
              <a:chExt cx="431" cy="279"/>
            </a:xfrm>
          </p:grpSpPr>
          <p:sp>
            <p:nvSpPr>
              <p:cNvPr id="55557" name="Freeform 2441"/>
              <p:cNvSpPr>
                <a:spLocks/>
              </p:cNvSpPr>
              <p:nvPr/>
            </p:nvSpPr>
            <p:spPr bwMode="auto">
              <a:xfrm>
                <a:off x="4099" y="2578"/>
                <a:ext cx="112" cy="88"/>
              </a:xfrm>
              <a:custGeom>
                <a:avLst/>
                <a:gdLst>
                  <a:gd name="T0" fmla="*/ 112 w 112"/>
                  <a:gd name="T1" fmla="*/ 88 h 88"/>
                  <a:gd name="T2" fmla="*/ 0 w 112"/>
                  <a:gd name="T3" fmla="*/ 48 h 88"/>
                  <a:gd name="T4" fmla="*/ 16 w 112"/>
                  <a:gd name="T5" fmla="*/ 24 h 88"/>
                  <a:gd name="T6" fmla="*/ 32 w 112"/>
                  <a:gd name="T7" fmla="*/ 0 h 88"/>
                  <a:gd name="T8" fmla="*/ 112 w 112"/>
                  <a:gd name="T9" fmla="*/ 88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88"/>
                    </a:moveTo>
                    <a:lnTo>
                      <a:pt x="0" y="48"/>
                    </a:lnTo>
                    <a:lnTo>
                      <a:pt x="16" y="24"/>
                    </a:lnTo>
                    <a:lnTo>
                      <a:pt x="32" y="0"/>
                    </a:lnTo>
                    <a:lnTo>
                      <a:pt x="112" y="88"/>
                    </a:lnTo>
                    <a:close/>
                  </a:path>
                </a:pathLst>
              </a:custGeom>
              <a:solidFill>
                <a:schemeClr val="tx1"/>
              </a:solidFill>
              <a:ln w="9525">
                <a:solidFill>
                  <a:schemeClr val="tx1"/>
                </a:solidFill>
                <a:round/>
                <a:headEnd/>
                <a:tailEnd/>
              </a:ln>
            </p:spPr>
            <p:txBody>
              <a:bodyPr/>
              <a:lstStyle/>
              <a:p>
                <a:endParaRPr lang="en-US"/>
              </a:p>
            </p:txBody>
          </p:sp>
          <p:sp>
            <p:nvSpPr>
              <p:cNvPr id="55558" name="Line 2442"/>
              <p:cNvSpPr>
                <a:spLocks noChangeShapeType="1"/>
              </p:cNvSpPr>
              <p:nvPr/>
            </p:nvSpPr>
            <p:spPr bwMode="auto">
              <a:xfrm>
                <a:off x="3780" y="2387"/>
                <a:ext cx="72" cy="4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559" name="Line 2443"/>
              <p:cNvSpPr>
                <a:spLocks noChangeShapeType="1"/>
              </p:cNvSpPr>
              <p:nvPr/>
            </p:nvSpPr>
            <p:spPr bwMode="auto">
              <a:xfrm>
                <a:off x="3877" y="2451"/>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560" name="Line 2444"/>
              <p:cNvSpPr>
                <a:spLocks noChangeShapeType="1"/>
              </p:cNvSpPr>
              <p:nvPr/>
            </p:nvSpPr>
            <p:spPr bwMode="auto">
              <a:xfrm>
                <a:off x="3965" y="2507"/>
                <a:ext cx="78" cy="46"/>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561" name="Line 2445"/>
              <p:cNvSpPr>
                <a:spLocks noChangeShapeType="1"/>
              </p:cNvSpPr>
              <p:nvPr/>
            </p:nvSpPr>
            <p:spPr bwMode="auto">
              <a:xfrm>
                <a:off x="4060" y="2570"/>
                <a:ext cx="55" cy="3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515" name="Group 2446"/>
            <p:cNvGrpSpPr>
              <a:grpSpLocks/>
            </p:cNvGrpSpPr>
            <p:nvPr/>
          </p:nvGrpSpPr>
          <p:grpSpPr bwMode="auto">
            <a:xfrm>
              <a:off x="3780" y="1781"/>
              <a:ext cx="415" cy="263"/>
              <a:chOff x="3780" y="1781"/>
              <a:chExt cx="415" cy="263"/>
            </a:xfrm>
          </p:grpSpPr>
          <p:sp>
            <p:nvSpPr>
              <p:cNvPr id="55552" name="Freeform 2447"/>
              <p:cNvSpPr>
                <a:spLocks/>
              </p:cNvSpPr>
              <p:nvPr/>
            </p:nvSpPr>
            <p:spPr bwMode="auto">
              <a:xfrm>
                <a:off x="4083" y="1781"/>
                <a:ext cx="112" cy="87"/>
              </a:xfrm>
              <a:custGeom>
                <a:avLst/>
                <a:gdLst>
                  <a:gd name="T0" fmla="*/ 112 w 112"/>
                  <a:gd name="T1" fmla="*/ 0 h 87"/>
                  <a:gd name="T2" fmla="*/ 32 w 112"/>
                  <a:gd name="T3" fmla="*/ 87 h 87"/>
                  <a:gd name="T4" fmla="*/ 16 w 112"/>
                  <a:gd name="T5" fmla="*/ 64 h 87"/>
                  <a:gd name="T6" fmla="*/ 0 w 112"/>
                  <a:gd name="T7" fmla="*/ 40 h 87"/>
                  <a:gd name="T8" fmla="*/ 112 w 112"/>
                  <a:gd name="T9" fmla="*/ 0 h 8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7">
                    <a:moveTo>
                      <a:pt x="112" y="0"/>
                    </a:moveTo>
                    <a:lnTo>
                      <a:pt x="32" y="87"/>
                    </a:lnTo>
                    <a:lnTo>
                      <a:pt x="16" y="64"/>
                    </a:lnTo>
                    <a:lnTo>
                      <a:pt x="0" y="40"/>
                    </a:lnTo>
                    <a:lnTo>
                      <a:pt x="112" y="0"/>
                    </a:lnTo>
                    <a:close/>
                  </a:path>
                </a:pathLst>
              </a:custGeom>
              <a:solidFill>
                <a:schemeClr val="tx1"/>
              </a:solidFill>
              <a:ln w="9525">
                <a:solidFill>
                  <a:schemeClr val="tx1"/>
                </a:solidFill>
                <a:round/>
                <a:headEnd/>
                <a:tailEnd/>
              </a:ln>
            </p:spPr>
            <p:txBody>
              <a:bodyPr/>
              <a:lstStyle/>
              <a:p>
                <a:endParaRPr lang="en-US"/>
              </a:p>
            </p:txBody>
          </p:sp>
          <p:sp>
            <p:nvSpPr>
              <p:cNvPr id="55553" name="Line 2448"/>
              <p:cNvSpPr>
                <a:spLocks noChangeShapeType="1"/>
              </p:cNvSpPr>
              <p:nvPr/>
            </p:nvSpPr>
            <p:spPr bwMode="auto">
              <a:xfrm flipV="1">
                <a:off x="3780" y="1996"/>
                <a:ext cx="72" cy="4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554" name="Line 2449"/>
              <p:cNvSpPr>
                <a:spLocks noChangeShapeType="1"/>
              </p:cNvSpPr>
              <p:nvPr/>
            </p:nvSpPr>
            <p:spPr bwMode="auto">
              <a:xfrm flipV="1">
                <a:off x="3876" y="1940"/>
                <a:ext cx="72" cy="4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555" name="Line 2450"/>
              <p:cNvSpPr>
                <a:spLocks noChangeShapeType="1"/>
              </p:cNvSpPr>
              <p:nvPr/>
            </p:nvSpPr>
            <p:spPr bwMode="auto">
              <a:xfrm flipV="1">
                <a:off x="3973" y="1878"/>
                <a:ext cx="70" cy="46"/>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556" name="Line 2451"/>
              <p:cNvSpPr>
                <a:spLocks noChangeShapeType="1"/>
              </p:cNvSpPr>
              <p:nvPr/>
            </p:nvSpPr>
            <p:spPr bwMode="auto">
              <a:xfrm flipV="1">
                <a:off x="4059" y="1846"/>
                <a:ext cx="40" cy="1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516" name="Group 2452"/>
            <p:cNvGrpSpPr>
              <a:grpSpLocks/>
            </p:cNvGrpSpPr>
            <p:nvPr/>
          </p:nvGrpSpPr>
          <p:grpSpPr bwMode="auto">
            <a:xfrm>
              <a:off x="3780" y="1765"/>
              <a:ext cx="447" cy="279"/>
              <a:chOff x="3780" y="1765"/>
              <a:chExt cx="447" cy="279"/>
            </a:xfrm>
          </p:grpSpPr>
          <p:sp>
            <p:nvSpPr>
              <p:cNvPr id="55547" name="Freeform 2453"/>
              <p:cNvSpPr>
                <a:spLocks/>
              </p:cNvSpPr>
              <p:nvPr/>
            </p:nvSpPr>
            <p:spPr bwMode="auto">
              <a:xfrm>
                <a:off x="4115" y="1964"/>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0">
                    <a:moveTo>
                      <a:pt x="112" y="80"/>
                    </a:moveTo>
                    <a:lnTo>
                      <a:pt x="0" y="48"/>
                    </a:lnTo>
                    <a:lnTo>
                      <a:pt x="16" y="24"/>
                    </a:lnTo>
                    <a:lnTo>
                      <a:pt x="32" y="0"/>
                    </a:lnTo>
                    <a:lnTo>
                      <a:pt x="112" y="80"/>
                    </a:lnTo>
                    <a:close/>
                  </a:path>
                </a:pathLst>
              </a:custGeom>
              <a:solidFill>
                <a:schemeClr val="tx1"/>
              </a:solidFill>
              <a:ln w="9525">
                <a:solidFill>
                  <a:schemeClr val="tx1"/>
                </a:solidFill>
                <a:round/>
                <a:headEnd/>
                <a:tailEnd/>
              </a:ln>
            </p:spPr>
            <p:txBody>
              <a:bodyPr/>
              <a:lstStyle/>
              <a:p>
                <a:endParaRPr lang="en-US"/>
              </a:p>
            </p:txBody>
          </p:sp>
          <p:sp>
            <p:nvSpPr>
              <p:cNvPr id="55548" name="Line 2454"/>
              <p:cNvSpPr>
                <a:spLocks noChangeShapeType="1"/>
              </p:cNvSpPr>
              <p:nvPr/>
            </p:nvSpPr>
            <p:spPr bwMode="auto">
              <a:xfrm>
                <a:off x="3780" y="1765"/>
                <a:ext cx="72" cy="4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549" name="Line 2455"/>
              <p:cNvSpPr>
                <a:spLocks noChangeShapeType="1"/>
              </p:cNvSpPr>
              <p:nvPr/>
            </p:nvSpPr>
            <p:spPr bwMode="auto">
              <a:xfrm>
                <a:off x="3877" y="1821"/>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550" name="Line 2456"/>
              <p:cNvSpPr>
                <a:spLocks noChangeShapeType="1"/>
              </p:cNvSpPr>
              <p:nvPr/>
            </p:nvSpPr>
            <p:spPr bwMode="auto">
              <a:xfrm>
                <a:off x="3972" y="1884"/>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551" name="Line 2457"/>
              <p:cNvSpPr>
                <a:spLocks noChangeShapeType="1"/>
              </p:cNvSpPr>
              <p:nvPr/>
            </p:nvSpPr>
            <p:spPr bwMode="auto">
              <a:xfrm>
                <a:off x="4068" y="1940"/>
                <a:ext cx="63"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517" name="Group 2458"/>
            <p:cNvGrpSpPr>
              <a:grpSpLocks/>
            </p:cNvGrpSpPr>
            <p:nvPr/>
          </p:nvGrpSpPr>
          <p:grpSpPr bwMode="auto">
            <a:xfrm>
              <a:off x="3326" y="1781"/>
              <a:ext cx="430" cy="255"/>
              <a:chOff x="3326" y="1781"/>
              <a:chExt cx="430" cy="255"/>
            </a:xfrm>
          </p:grpSpPr>
          <p:sp>
            <p:nvSpPr>
              <p:cNvPr id="55542" name="Freeform 2459"/>
              <p:cNvSpPr>
                <a:spLocks/>
              </p:cNvSpPr>
              <p:nvPr/>
            </p:nvSpPr>
            <p:spPr bwMode="auto">
              <a:xfrm>
                <a:off x="3644" y="1956"/>
                <a:ext cx="112" cy="80"/>
              </a:xfrm>
              <a:custGeom>
                <a:avLst/>
                <a:gdLst>
                  <a:gd name="T0" fmla="*/ 112 w 112"/>
                  <a:gd name="T1" fmla="*/ 80 h 80"/>
                  <a:gd name="T2" fmla="*/ 0 w 112"/>
                  <a:gd name="T3" fmla="*/ 48 h 80"/>
                  <a:gd name="T4" fmla="*/ 16 w 112"/>
                  <a:gd name="T5" fmla="*/ 24 h 80"/>
                  <a:gd name="T6" fmla="*/ 32 w 112"/>
                  <a:gd name="T7" fmla="*/ 0 h 80"/>
                  <a:gd name="T8" fmla="*/ 112 w 112"/>
                  <a:gd name="T9" fmla="*/ 80 h 8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0">
                    <a:moveTo>
                      <a:pt x="112" y="80"/>
                    </a:moveTo>
                    <a:lnTo>
                      <a:pt x="0" y="48"/>
                    </a:lnTo>
                    <a:lnTo>
                      <a:pt x="16" y="24"/>
                    </a:lnTo>
                    <a:lnTo>
                      <a:pt x="32" y="0"/>
                    </a:lnTo>
                    <a:lnTo>
                      <a:pt x="112" y="80"/>
                    </a:lnTo>
                    <a:close/>
                  </a:path>
                </a:pathLst>
              </a:custGeom>
              <a:solidFill>
                <a:schemeClr val="tx1"/>
              </a:solidFill>
              <a:ln w="9525">
                <a:solidFill>
                  <a:schemeClr val="tx1"/>
                </a:solidFill>
                <a:round/>
                <a:headEnd/>
                <a:tailEnd/>
              </a:ln>
            </p:spPr>
            <p:txBody>
              <a:bodyPr/>
              <a:lstStyle/>
              <a:p>
                <a:endParaRPr lang="en-US"/>
              </a:p>
            </p:txBody>
          </p:sp>
          <p:sp>
            <p:nvSpPr>
              <p:cNvPr id="55543" name="Line 2460"/>
              <p:cNvSpPr>
                <a:spLocks noChangeShapeType="1"/>
              </p:cNvSpPr>
              <p:nvPr/>
            </p:nvSpPr>
            <p:spPr bwMode="auto">
              <a:xfrm>
                <a:off x="3326" y="1781"/>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544" name="Line 2461"/>
              <p:cNvSpPr>
                <a:spLocks noChangeShapeType="1"/>
              </p:cNvSpPr>
              <p:nvPr/>
            </p:nvSpPr>
            <p:spPr bwMode="auto">
              <a:xfrm>
                <a:off x="3422" y="1837"/>
                <a:ext cx="79"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545" name="Line 2462"/>
              <p:cNvSpPr>
                <a:spLocks noChangeShapeType="1"/>
              </p:cNvSpPr>
              <p:nvPr/>
            </p:nvSpPr>
            <p:spPr bwMode="auto">
              <a:xfrm>
                <a:off x="3516" y="1892"/>
                <a:ext cx="80"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546" name="Line 2463"/>
              <p:cNvSpPr>
                <a:spLocks noChangeShapeType="1"/>
              </p:cNvSpPr>
              <p:nvPr/>
            </p:nvSpPr>
            <p:spPr bwMode="auto">
              <a:xfrm>
                <a:off x="3612" y="1948"/>
                <a:ext cx="48" cy="3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518" name="Group 2464"/>
            <p:cNvGrpSpPr>
              <a:grpSpLocks/>
            </p:cNvGrpSpPr>
            <p:nvPr/>
          </p:nvGrpSpPr>
          <p:grpSpPr bwMode="auto">
            <a:xfrm>
              <a:off x="3325" y="2698"/>
              <a:ext cx="415" cy="279"/>
              <a:chOff x="3325" y="2698"/>
              <a:chExt cx="415" cy="279"/>
            </a:xfrm>
          </p:grpSpPr>
          <p:sp>
            <p:nvSpPr>
              <p:cNvPr id="55537" name="Freeform 2465"/>
              <p:cNvSpPr>
                <a:spLocks/>
              </p:cNvSpPr>
              <p:nvPr/>
            </p:nvSpPr>
            <p:spPr bwMode="auto">
              <a:xfrm>
                <a:off x="3628" y="2889"/>
                <a:ext cx="112" cy="88"/>
              </a:xfrm>
              <a:custGeom>
                <a:avLst/>
                <a:gdLst>
                  <a:gd name="T0" fmla="*/ 112 w 112"/>
                  <a:gd name="T1" fmla="*/ 88 h 88"/>
                  <a:gd name="T2" fmla="*/ 0 w 112"/>
                  <a:gd name="T3" fmla="*/ 48 h 88"/>
                  <a:gd name="T4" fmla="*/ 16 w 112"/>
                  <a:gd name="T5" fmla="*/ 24 h 88"/>
                  <a:gd name="T6" fmla="*/ 32 w 112"/>
                  <a:gd name="T7" fmla="*/ 0 h 88"/>
                  <a:gd name="T8" fmla="*/ 112 w 112"/>
                  <a:gd name="T9" fmla="*/ 88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88"/>
                    </a:moveTo>
                    <a:lnTo>
                      <a:pt x="0" y="48"/>
                    </a:lnTo>
                    <a:lnTo>
                      <a:pt x="16" y="24"/>
                    </a:lnTo>
                    <a:lnTo>
                      <a:pt x="32" y="0"/>
                    </a:lnTo>
                    <a:lnTo>
                      <a:pt x="112" y="88"/>
                    </a:lnTo>
                    <a:close/>
                  </a:path>
                </a:pathLst>
              </a:custGeom>
              <a:solidFill>
                <a:schemeClr val="tx1"/>
              </a:solidFill>
              <a:ln w="9525">
                <a:solidFill>
                  <a:schemeClr val="tx1"/>
                </a:solidFill>
                <a:round/>
                <a:headEnd/>
                <a:tailEnd/>
              </a:ln>
            </p:spPr>
            <p:txBody>
              <a:bodyPr/>
              <a:lstStyle/>
              <a:p>
                <a:endParaRPr lang="en-US"/>
              </a:p>
            </p:txBody>
          </p:sp>
          <p:sp>
            <p:nvSpPr>
              <p:cNvPr id="55538" name="Line 2466"/>
              <p:cNvSpPr>
                <a:spLocks noChangeShapeType="1"/>
              </p:cNvSpPr>
              <p:nvPr/>
            </p:nvSpPr>
            <p:spPr bwMode="auto">
              <a:xfrm>
                <a:off x="3325" y="2698"/>
                <a:ext cx="72" cy="4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539" name="Line 2467"/>
              <p:cNvSpPr>
                <a:spLocks noChangeShapeType="1"/>
              </p:cNvSpPr>
              <p:nvPr/>
            </p:nvSpPr>
            <p:spPr bwMode="auto">
              <a:xfrm>
                <a:off x="3421" y="2762"/>
                <a:ext cx="72" cy="4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540" name="Line 2468"/>
              <p:cNvSpPr>
                <a:spLocks noChangeShapeType="1"/>
              </p:cNvSpPr>
              <p:nvPr/>
            </p:nvSpPr>
            <p:spPr bwMode="auto">
              <a:xfrm>
                <a:off x="3510" y="2826"/>
                <a:ext cx="70" cy="46"/>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541" name="Line 2469"/>
              <p:cNvSpPr>
                <a:spLocks noChangeShapeType="1"/>
              </p:cNvSpPr>
              <p:nvPr/>
            </p:nvSpPr>
            <p:spPr bwMode="auto">
              <a:xfrm>
                <a:off x="3604" y="2881"/>
                <a:ext cx="40" cy="3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519" name="Group 2470"/>
            <p:cNvGrpSpPr>
              <a:grpSpLocks/>
            </p:cNvGrpSpPr>
            <p:nvPr/>
          </p:nvGrpSpPr>
          <p:grpSpPr bwMode="auto">
            <a:xfrm>
              <a:off x="2878" y="2395"/>
              <a:ext cx="423" cy="271"/>
              <a:chOff x="2878" y="2395"/>
              <a:chExt cx="423" cy="271"/>
            </a:xfrm>
          </p:grpSpPr>
          <p:sp>
            <p:nvSpPr>
              <p:cNvPr id="55532" name="Freeform 2471"/>
              <p:cNvSpPr>
                <a:spLocks/>
              </p:cNvSpPr>
              <p:nvPr/>
            </p:nvSpPr>
            <p:spPr bwMode="auto">
              <a:xfrm>
                <a:off x="3189" y="2578"/>
                <a:ext cx="112" cy="88"/>
              </a:xfrm>
              <a:custGeom>
                <a:avLst/>
                <a:gdLst>
                  <a:gd name="T0" fmla="*/ 112 w 112"/>
                  <a:gd name="T1" fmla="*/ 88 h 88"/>
                  <a:gd name="T2" fmla="*/ 0 w 112"/>
                  <a:gd name="T3" fmla="*/ 48 h 88"/>
                  <a:gd name="T4" fmla="*/ 16 w 112"/>
                  <a:gd name="T5" fmla="*/ 24 h 88"/>
                  <a:gd name="T6" fmla="*/ 32 w 112"/>
                  <a:gd name="T7" fmla="*/ 0 h 88"/>
                  <a:gd name="T8" fmla="*/ 112 w 112"/>
                  <a:gd name="T9" fmla="*/ 88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88"/>
                    </a:moveTo>
                    <a:lnTo>
                      <a:pt x="0" y="48"/>
                    </a:lnTo>
                    <a:lnTo>
                      <a:pt x="16" y="24"/>
                    </a:lnTo>
                    <a:lnTo>
                      <a:pt x="32" y="0"/>
                    </a:lnTo>
                    <a:lnTo>
                      <a:pt x="112" y="88"/>
                    </a:lnTo>
                    <a:close/>
                  </a:path>
                </a:pathLst>
              </a:custGeom>
              <a:solidFill>
                <a:schemeClr val="tx1"/>
              </a:solidFill>
              <a:ln w="9525">
                <a:solidFill>
                  <a:schemeClr val="tx1"/>
                </a:solidFill>
                <a:round/>
                <a:headEnd/>
                <a:tailEnd/>
              </a:ln>
            </p:spPr>
            <p:txBody>
              <a:bodyPr/>
              <a:lstStyle/>
              <a:p>
                <a:endParaRPr lang="en-US"/>
              </a:p>
            </p:txBody>
          </p:sp>
          <p:sp>
            <p:nvSpPr>
              <p:cNvPr id="55533" name="Line 2472"/>
              <p:cNvSpPr>
                <a:spLocks noChangeShapeType="1"/>
              </p:cNvSpPr>
              <p:nvPr/>
            </p:nvSpPr>
            <p:spPr bwMode="auto">
              <a:xfrm>
                <a:off x="2878" y="2395"/>
                <a:ext cx="72" cy="4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534" name="Line 2473"/>
              <p:cNvSpPr>
                <a:spLocks noChangeShapeType="1"/>
              </p:cNvSpPr>
              <p:nvPr/>
            </p:nvSpPr>
            <p:spPr bwMode="auto">
              <a:xfrm>
                <a:off x="2975" y="2459"/>
                <a:ext cx="70" cy="3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535" name="Line 2474"/>
              <p:cNvSpPr>
                <a:spLocks noChangeShapeType="1"/>
              </p:cNvSpPr>
              <p:nvPr/>
            </p:nvSpPr>
            <p:spPr bwMode="auto">
              <a:xfrm>
                <a:off x="3070" y="2515"/>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536" name="Line 2475"/>
              <p:cNvSpPr>
                <a:spLocks noChangeShapeType="1"/>
              </p:cNvSpPr>
              <p:nvPr/>
            </p:nvSpPr>
            <p:spPr bwMode="auto">
              <a:xfrm>
                <a:off x="3157" y="2578"/>
                <a:ext cx="48" cy="2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520" name="Group 2476"/>
            <p:cNvGrpSpPr>
              <a:grpSpLocks/>
            </p:cNvGrpSpPr>
            <p:nvPr/>
          </p:nvGrpSpPr>
          <p:grpSpPr bwMode="auto">
            <a:xfrm>
              <a:off x="2862" y="3001"/>
              <a:ext cx="423" cy="263"/>
              <a:chOff x="2862" y="3001"/>
              <a:chExt cx="423" cy="263"/>
            </a:xfrm>
          </p:grpSpPr>
          <p:sp>
            <p:nvSpPr>
              <p:cNvPr id="55527" name="Freeform 2477"/>
              <p:cNvSpPr>
                <a:spLocks/>
              </p:cNvSpPr>
              <p:nvPr/>
            </p:nvSpPr>
            <p:spPr bwMode="auto">
              <a:xfrm>
                <a:off x="3173" y="3185"/>
                <a:ext cx="112" cy="79"/>
              </a:xfrm>
              <a:custGeom>
                <a:avLst/>
                <a:gdLst>
                  <a:gd name="T0" fmla="*/ 112 w 112"/>
                  <a:gd name="T1" fmla="*/ 79 h 79"/>
                  <a:gd name="T2" fmla="*/ 0 w 112"/>
                  <a:gd name="T3" fmla="*/ 47 h 79"/>
                  <a:gd name="T4" fmla="*/ 16 w 112"/>
                  <a:gd name="T5" fmla="*/ 23 h 79"/>
                  <a:gd name="T6" fmla="*/ 32 w 112"/>
                  <a:gd name="T7" fmla="*/ 0 h 79"/>
                  <a:gd name="T8" fmla="*/ 112 w 112"/>
                  <a:gd name="T9" fmla="*/ 79 h 7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79">
                    <a:moveTo>
                      <a:pt x="112" y="79"/>
                    </a:moveTo>
                    <a:lnTo>
                      <a:pt x="0" y="47"/>
                    </a:lnTo>
                    <a:lnTo>
                      <a:pt x="16" y="23"/>
                    </a:lnTo>
                    <a:lnTo>
                      <a:pt x="32" y="0"/>
                    </a:lnTo>
                    <a:lnTo>
                      <a:pt x="112" y="79"/>
                    </a:lnTo>
                    <a:close/>
                  </a:path>
                </a:pathLst>
              </a:custGeom>
              <a:solidFill>
                <a:schemeClr val="tx1"/>
              </a:solidFill>
              <a:ln w="9525">
                <a:solidFill>
                  <a:schemeClr val="tx1"/>
                </a:solidFill>
                <a:round/>
                <a:headEnd/>
                <a:tailEnd/>
              </a:ln>
            </p:spPr>
            <p:txBody>
              <a:bodyPr/>
              <a:lstStyle/>
              <a:p>
                <a:endParaRPr lang="en-US"/>
              </a:p>
            </p:txBody>
          </p:sp>
          <p:sp>
            <p:nvSpPr>
              <p:cNvPr id="55528" name="Line 2478"/>
              <p:cNvSpPr>
                <a:spLocks noChangeShapeType="1"/>
              </p:cNvSpPr>
              <p:nvPr/>
            </p:nvSpPr>
            <p:spPr bwMode="auto">
              <a:xfrm>
                <a:off x="2862" y="3001"/>
                <a:ext cx="72" cy="4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529" name="Line 2479"/>
              <p:cNvSpPr>
                <a:spLocks noChangeShapeType="1"/>
              </p:cNvSpPr>
              <p:nvPr/>
            </p:nvSpPr>
            <p:spPr bwMode="auto">
              <a:xfrm>
                <a:off x="2958" y="3057"/>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530" name="Line 2480"/>
              <p:cNvSpPr>
                <a:spLocks noChangeShapeType="1"/>
              </p:cNvSpPr>
              <p:nvPr/>
            </p:nvSpPr>
            <p:spPr bwMode="auto">
              <a:xfrm>
                <a:off x="3054" y="3121"/>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531" name="Line 2481"/>
              <p:cNvSpPr>
                <a:spLocks noChangeShapeType="1"/>
              </p:cNvSpPr>
              <p:nvPr/>
            </p:nvSpPr>
            <p:spPr bwMode="auto">
              <a:xfrm>
                <a:off x="3150" y="3177"/>
                <a:ext cx="39" cy="3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521" name="Group 2482"/>
            <p:cNvGrpSpPr>
              <a:grpSpLocks/>
            </p:cNvGrpSpPr>
            <p:nvPr/>
          </p:nvGrpSpPr>
          <p:grpSpPr bwMode="auto">
            <a:xfrm>
              <a:off x="3318" y="3304"/>
              <a:ext cx="422" cy="287"/>
              <a:chOff x="3318" y="3304"/>
              <a:chExt cx="422" cy="287"/>
            </a:xfrm>
          </p:grpSpPr>
          <p:sp>
            <p:nvSpPr>
              <p:cNvPr id="55522" name="Freeform 2483"/>
              <p:cNvSpPr>
                <a:spLocks/>
              </p:cNvSpPr>
              <p:nvPr/>
            </p:nvSpPr>
            <p:spPr bwMode="auto">
              <a:xfrm>
                <a:off x="3628" y="3304"/>
                <a:ext cx="112" cy="88"/>
              </a:xfrm>
              <a:custGeom>
                <a:avLst/>
                <a:gdLst>
                  <a:gd name="T0" fmla="*/ 112 w 112"/>
                  <a:gd name="T1" fmla="*/ 0 h 88"/>
                  <a:gd name="T2" fmla="*/ 32 w 112"/>
                  <a:gd name="T3" fmla="*/ 88 h 88"/>
                  <a:gd name="T4" fmla="*/ 16 w 112"/>
                  <a:gd name="T5" fmla="*/ 64 h 88"/>
                  <a:gd name="T6" fmla="*/ 0 w 112"/>
                  <a:gd name="T7" fmla="*/ 40 h 88"/>
                  <a:gd name="T8" fmla="*/ 112 w 112"/>
                  <a:gd name="T9" fmla="*/ 0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88">
                    <a:moveTo>
                      <a:pt x="112" y="0"/>
                    </a:moveTo>
                    <a:lnTo>
                      <a:pt x="32" y="88"/>
                    </a:lnTo>
                    <a:lnTo>
                      <a:pt x="16" y="64"/>
                    </a:lnTo>
                    <a:lnTo>
                      <a:pt x="0" y="40"/>
                    </a:lnTo>
                    <a:lnTo>
                      <a:pt x="112" y="0"/>
                    </a:lnTo>
                    <a:close/>
                  </a:path>
                </a:pathLst>
              </a:custGeom>
              <a:solidFill>
                <a:schemeClr val="tx1"/>
              </a:solidFill>
              <a:ln w="9525">
                <a:solidFill>
                  <a:schemeClr val="tx1"/>
                </a:solidFill>
                <a:round/>
                <a:headEnd/>
                <a:tailEnd/>
              </a:ln>
            </p:spPr>
            <p:txBody>
              <a:bodyPr/>
              <a:lstStyle/>
              <a:p>
                <a:endParaRPr lang="en-US"/>
              </a:p>
            </p:txBody>
          </p:sp>
          <p:sp>
            <p:nvSpPr>
              <p:cNvPr id="55523" name="Line 2484"/>
              <p:cNvSpPr>
                <a:spLocks noChangeShapeType="1"/>
              </p:cNvSpPr>
              <p:nvPr/>
            </p:nvSpPr>
            <p:spPr bwMode="auto">
              <a:xfrm flipV="1">
                <a:off x="3318" y="3544"/>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524" name="Line 2485"/>
              <p:cNvSpPr>
                <a:spLocks noChangeShapeType="1"/>
              </p:cNvSpPr>
              <p:nvPr/>
            </p:nvSpPr>
            <p:spPr bwMode="auto">
              <a:xfrm flipV="1">
                <a:off x="3413" y="3481"/>
                <a:ext cx="72"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525" name="Line 2486"/>
              <p:cNvSpPr>
                <a:spLocks noChangeShapeType="1"/>
              </p:cNvSpPr>
              <p:nvPr/>
            </p:nvSpPr>
            <p:spPr bwMode="auto">
              <a:xfrm flipV="1">
                <a:off x="3501" y="3417"/>
                <a:ext cx="71" cy="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526" name="Line 2487"/>
              <p:cNvSpPr>
                <a:spLocks noChangeShapeType="1"/>
              </p:cNvSpPr>
              <p:nvPr/>
            </p:nvSpPr>
            <p:spPr bwMode="auto">
              <a:xfrm flipV="1">
                <a:off x="3596" y="3368"/>
                <a:ext cx="48" cy="3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pic>
        <p:nvPicPr>
          <p:cNvPr id="1150392" name="Picture 2488"/>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805239" y="2506664"/>
            <a:ext cx="4960937" cy="3013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57150">
                <a:solidFill>
                  <a:schemeClr val="bg1"/>
                </a:solidFill>
                <a:miter lim="800000"/>
                <a:headEnd/>
                <a:tailEnd type="none" w="med" len="lg"/>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61411424"/>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nodeType="afterEffect">
                                  <p:stCondLst>
                                    <p:cond delay="0"/>
                                  </p:stCondLst>
                                  <p:childTnLst>
                                    <p:set>
                                      <p:cBhvr>
                                        <p:cTn id="6" dur="1" fill="hold">
                                          <p:stCondLst>
                                            <p:cond delay="0"/>
                                          </p:stCondLst>
                                        </p:cTn>
                                        <p:tgtEl>
                                          <p:spTgt spid="1149139"/>
                                        </p:tgtEl>
                                        <p:attrNameLst>
                                          <p:attrName>style.visibility</p:attrName>
                                        </p:attrNameLst>
                                      </p:cBhvr>
                                      <p:to>
                                        <p:strVal val="visible"/>
                                      </p:to>
                                    </p:set>
                                    <p:animEffect transition="in" filter="wipe(left)">
                                      <p:cBhvr>
                                        <p:cTn id="7" dur="500"/>
                                        <p:tgtEl>
                                          <p:spTgt spid="1149139"/>
                                        </p:tgtEl>
                                      </p:cBhvr>
                                    </p:animEffect>
                                  </p:childTnLst>
                                </p:cTn>
                              </p:par>
                            </p:childTnLst>
                          </p:cTn>
                        </p:par>
                        <p:par>
                          <p:cTn id="8" fill="hold" nodeType="afterGroup">
                            <p:stCondLst>
                              <p:cond delay="500"/>
                            </p:stCondLst>
                            <p:childTnLst>
                              <p:par>
                                <p:cTn id="9" presetID="22" presetClass="entr" presetSubtype="8" fill="hold" nodeType="afterEffect">
                                  <p:stCondLst>
                                    <p:cond delay="0"/>
                                  </p:stCondLst>
                                  <p:childTnLst>
                                    <p:set>
                                      <p:cBhvr>
                                        <p:cTn id="10" dur="1" fill="hold">
                                          <p:stCondLst>
                                            <p:cond delay="0"/>
                                          </p:stCondLst>
                                        </p:cTn>
                                        <p:tgtEl>
                                          <p:spTgt spid="1150392"/>
                                        </p:tgtEl>
                                        <p:attrNameLst>
                                          <p:attrName>style.visibility</p:attrName>
                                        </p:attrNameLst>
                                      </p:cBhvr>
                                      <p:to>
                                        <p:strVal val="visible"/>
                                      </p:to>
                                    </p:set>
                                    <p:animEffect transition="in" filter="wipe(left)">
                                      <p:cBhvr>
                                        <p:cTn id="11" dur="500"/>
                                        <p:tgtEl>
                                          <p:spTgt spid="115039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2" name="Rectangle 2"/>
          <p:cNvSpPr>
            <a:spLocks noGrp="1" noChangeArrowheads="1"/>
          </p:cNvSpPr>
          <p:nvPr>
            <p:ph type="title"/>
          </p:nvPr>
        </p:nvSpPr>
        <p:spPr/>
        <p:txBody>
          <a:bodyPr/>
          <a:lstStyle/>
          <a:p>
            <a:pPr eaLnBrk="1" hangingPunct="1"/>
            <a:r>
              <a:rPr lang="en-US" dirty="0"/>
              <a:t>Locomotive planning at Norfolk Southern</a:t>
            </a:r>
          </a:p>
        </p:txBody>
      </p:sp>
      <p:sp>
        <p:nvSpPr>
          <p:cNvPr id="40963" name="Rectangle 3"/>
          <p:cNvSpPr>
            <a:spLocks noGrp="1" noChangeArrowheads="1"/>
          </p:cNvSpPr>
          <p:nvPr>
            <p:ph type="body" idx="1"/>
          </p:nvPr>
        </p:nvSpPr>
        <p:spPr>
          <a:xfrm>
            <a:off x="890588" y="1143296"/>
            <a:ext cx="8382000" cy="5059363"/>
          </a:xfrm>
        </p:spPr>
        <p:txBody>
          <a:bodyPr/>
          <a:lstStyle/>
          <a:p>
            <a:pPr marL="86360" indent="0" eaLnBrk="1" hangingPunct="1">
              <a:buNone/>
            </a:pPr>
            <a:r>
              <a:rPr lang="en-US" sz="2400" dirty="0"/>
              <a:t>ADP as a percent of IP optimal </a:t>
            </a:r>
          </a:p>
          <a:p>
            <a:pPr lvl="1" eaLnBrk="1" hangingPunct="1"/>
            <a:r>
              <a:rPr lang="en-US" sz="2000" dirty="0"/>
              <a:t>3 day horizon</a:t>
            </a:r>
          </a:p>
          <a:p>
            <a:pPr lvl="1" eaLnBrk="1" hangingPunct="1"/>
            <a:r>
              <a:rPr lang="en-US" sz="2000" dirty="0"/>
              <a:t>Five locomotive types</a:t>
            </a:r>
          </a:p>
        </p:txBody>
      </p:sp>
      <p:pic>
        <p:nvPicPr>
          <p:cNvPr id="40964"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971800" y="2392363"/>
            <a:ext cx="6300788" cy="4191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57150">
                <a:solidFill>
                  <a:schemeClr val="bg1"/>
                </a:solidFill>
                <a:miter lim="800000"/>
                <a:headEnd/>
                <a:tailEnd type="none" w="med" len="lg"/>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724137495"/>
      </p:ext>
    </p:extLst>
  </p:cSld>
  <p:clrMapOvr>
    <a:masterClrMapping/>
  </p:clrMapOvr>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Locomotive planning at Norfolk Southern</a:t>
            </a:r>
          </a:p>
        </p:txBody>
      </p:sp>
      <p:sp>
        <p:nvSpPr>
          <p:cNvPr id="3" name="Content Placeholder 2"/>
          <p:cNvSpPr>
            <a:spLocks noGrp="1"/>
          </p:cNvSpPr>
          <p:nvPr>
            <p:ph idx="1"/>
          </p:nvPr>
        </p:nvSpPr>
        <p:spPr>
          <a:xfrm>
            <a:off x="612742" y="1343026"/>
            <a:ext cx="5635422" cy="5059363"/>
          </a:xfrm>
        </p:spPr>
        <p:txBody>
          <a:bodyPr/>
          <a:lstStyle/>
          <a:p>
            <a:pPr marL="86360" indent="0">
              <a:buNone/>
            </a:pPr>
            <a:r>
              <a:rPr lang="en-US" dirty="0"/>
              <a:t>Deterministic training</a:t>
            </a:r>
          </a:p>
          <a:p>
            <a:pPr lvl="1"/>
            <a:r>
              <a:rPr lang="en-US" dirty="0"/>
              <a:t>Run each forward pass on the same sample path</a:t>
            </a:r>
          </a:p>
          <a:p>
            <a:pPr lvl="1"/>
            <a:endParaRPr lang="en-US" dirty="0"/>
          </a:p>
          <a:p>
            <a:pPr lvl="1"/>
            <a:endParaRPr lang="en-US" dirty="0"/>
          </a:p>
          <a:p>
            <a:pPr marL="86360" indent="0">
              <a:buNone/>
            </a:pPr>
            <a:r>
              <a:rPr lang="en-US" dirty="0"/>
              <a:t>Stochastic training</a:t>
            </a:r>
          </a:p>
          <a:p>
            <a:pPr lvl="1"/>
            <a:r>
              <a:rPr lang="en-US" dirty="0"/>
              <a:t>Run each forward pass on a different sample path</a:t>
            </a:r>
          </a:p>
        </p:txBody>
      </p:sp>
      <p:pic>
        <p:nvPicPr>
          <p:cNvPr id="87042" name="Picture 2" descr="STochvsDetVFA"/>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322305" y="1583703"/>
            <a:ext cx="5141881" cy="3952125"/>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023586834"/>
      </p:ext>
    </p:extLst>
  </p:cSld>
  <p:clrMapOvr>
    <a:masterClrMapping/>
  </p:clrMapOvr>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34" name="Rectangle 2"/>
          <p:cNvSpPr>
            <a:spLocks noGrp="1" noChangeArrowheads="1"/>
          </p:cNvSpPr>
          <p:nvPr>
            <p:ph type="title"/>
          </p:nvPr>
        </p:nvSpPr>
        <p:spPr/>
        <p:txBody>
          <a:bodyPr/>
          <a:lstStyle/>
          <a:p>
            <a:pPr eaLnBrk="1" hangingPunct="1"/>
            <a:r>
              <a:rPr lang="en-US" dirty="0"/>
              <a:t>Locomotive planning at Norfolk Southern</a:t>
            </a:r>
          </a:p>
        </p:txBody>
      </p:sp>
      <p:sp>
        <p:nvSpPr>
          <p:cNvPr id="44035" name="Rectangle 3"/>
          <p:cNvSpPr>
            <a:spLocks noGrp="1" noChangeArrowheads="1"/>
          </p:cNvSpPr>
          <p:nvPr>
            <p:ph type="body" idx="1"/>
          </p:nvPr>
        </p:nvSpPr>
        <p:spPr>
          <a:xfrm>
            <a:off x="460410" y="1109806"/>
            <a:ext cx="10363200" cy="4401600"/>
          </a:xfrm>
        </p:spPr>
        <p:txBody>
          <a:bodyPr/>
          <a:lstStyle/>
          <a:p>
            <a:pPr marL="86360" indent="0" eaLnBrk="1" hangingPunct="1">
              <a:buNone/>
            </a:pPr>
            <a:r>
              <a:rPr lang="en-US" sz="2400" dirty="0"/>
              <a:t>Train delay with uncertain transit times and yard delays</a:t>
            </a:r>
          </a:p>
        </p:txBody>
      </p:sp>
      <p:grpSp>
        <p:nvGrpSpPr>
          <p:cNvPr id="44036" name="Group 1"/>
          <p:cNvGrpSpPr>
            <a:grpSpLocks/>
          </p:cNvGrpSpPr>
          <p:nvPr/>
        </p:nvGrpSpPr>
        <p:grpSpPr bwMode="auto">
          <a:xfrm>
            <a:off x="1819310" y="1837132"/>
            <a:ext cx="7645400" cy="4365625"/>
            <a:chOff x="1054100" y="1874838"/>
            <a:chExt cx="7645400" cy="4365625"/>
          </a:xfrm>
        </p:grpSpPr>
        <p:pic>
          <p:nvPicPr>
            <p:cNvPr id="44037" name="Picture 9"/>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54100" y="1874838"/>
              <a:ext cx="7645400" cy="43656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57150">
                  <a:solidFill>
                    <a:schemeClr val="bg1"/>
                  </a:solidFill>
                  <a:miter lim="800000"/>
                  <a:headEnd/>
                  <a:tailEnd type="none" w="med" len="lg"/>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4038" name="Text Box 5"/>
            <p:cNvSpPr txBox="1">
              <a:spLocks noChangeArrowheads="1"/>
            </p:cNvSpPr>
            <p:nvPr/>
          </p:nvSpPr>
          <p:spPr bwMode="auto">
            <a:xfrm>
              <a:off x="1812925" y="2381250"/>
              <a:ext cx="3956532"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57150">
                  <a:solidFill>
                    <a:schemeClr val="bg1"/>
                  </a:solidFill>
                  <a:miter lim="800000"/>
                  <a:headEnd/>
                  <a:tailEnd type="none" w="med"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i="1">
                  <a:solidFill>
                    <a:schemeClr val="tx1"/>
                  </a:solidFill>
                  <a:latin typeface="Arial" charset="0"/>
                  <a:cs typeface="Arial" charset="0"/>
                </a:defRPr>
              </a:lvl1pPr>
              <a:lvl2pPr marL="742950" indent="-285750" eaLnBrk="0" hangingPunct="0">
                <a:defRPr i="1">
                  <a:solidFill>
                    <a:schemeClr val="tx1"/>
                  </a:solidFill>
                  <a:latin typeface="Arial" charset="0"/>
                  <a:cs typeface="Arial" charset="0"/>
                </a:defRPr>
              </a:lvl2pPr>
              <a:lvl3pPr marL="1143000" indent="-228600" eaLnBrk="0" hangingPunct="0">
                <a:defRPr i="1">
                  <a:solidFill>
                    <a:schemeClr val="tx1"/>
                  </a:solidFill>
                  <a:latin typeface="Arial" charset="0"/>
                  <a:cs typeface="Arial" charset="0"/>
                </a:defRPr>
              </a:lvl3pPr>
              <a:lvl4pPr marL="1600200" indent="-228600" eaLnBrk="0" hangingPunct="0">
                <a:defRPr i="1">
                  <a:solidFill>
                    <a:schemeClr val="tx1"/>
                  </a:solidFill>
                  <a:latin typeface="Arial" charset="0"/>
                  <a:cs typeface="Arial" charset="0"/>
                </a:defRPr>
              </a:lvl4pPr>
              <a:lvl5pPr marL="2057400" indent="-228600" eaLnBrk="0" hangingPunct="0">
                <a:defRPr i="1">
                  <a:solidFill>
                    <a:schemeClr val="tx1"/>
                  </a:solidFill>
                  <a:latin typeface="Arial" charset="0"/>
                  <a:cs typeface="Arial" charset="0"/>
                </a:defRPr>
              </a:lvl5pPr>
              <a:lvl6pPr marL="2514600" indent="-228600" eaLnBrk="0" fontAlgn="base" hangingPunct="0">
                <a:spcBef>
                  <a:spcPct val="0"/>
                </a:spcBef>
                <a:spcAft>
                  <a:spcPct val="0"/>
                </a:spcAft>
                <a:defRPr i="1">
                  <a:solidFill>
                    <a:schemeClr val="tx1"/>
                  </a:solidFill>
                  <a:latin typeface="Arial" charset="0"/>
                  <a:cs typeface="Arial" charset="0"/>
                </a:defRPr>
              </a:lvl6pPr>
              <a:lvl7pPr marL="2971800" indent="-228600" eaLnBrk="0" fontAlgn="base" hangingPunct="0">
                <a:spcBef>
                  <a:spcPct val="0"/>
                </a:spcBef>
                <a:spcAft>
                  <a:spcPct val="0"/>
                </a:spcAft>
                <a:defRPr i="1">
                  <a:solidFill>
                    <a:schemeClr val="tx1"/>
                  </a:solidFill>
                  <a:latin typeface="Arial" charset="0"/>
                  <a:cs typeface="Arial" charset="0"/>
                </a:defRPr>
              </a:lvl7pPr>
              <a:lvl8pPr marL="3429000" indent="-228600" eaLnBrk="0" fontAlgn="base" hangingPunct="0">
                <a:spcBef>
                  <a:spcPct val="0"/>
                </a:spcBef>
                <a:spcAft>
                  <a:spcPct val="0"/>
                </a:spcAft>
                <a:defRPr i="1">
                  <a:solidFill>
                    <a:schemeClr val="tx1"/>
                  </a:solidFill>
                  <a:latin typeface="Arial" charset="0"/>
                  <a:cs typeface="Arial" charset="0"/>
                </a:defRPr>
              </a:lvl8pPr>
              <a:lvl9pPr marL="3886200" indent="-228600" eaLnBrk="0" fontAlgn="base" hangingPunct="0">
                <a:spcBef>
                  <a:spcPct val="0"/>
                </a:spcBef>
                <a:spcAft>
                  <a:spcPct val="0"/>
                </a:spcAft>
                <a:defRPr i="1">
                  <a:solidFill>
                    <a:schemeClr val="tx1"/>
                  </a:solidFill>
                  <a:latin typeface="Arial" charset="0"/>
                  <a:cs typeface="Arial" charset="0"/>
                </a:defRPr>
              </a:lvl9pPr>
            </a:lstStyle>
            <a:p>
              <a:pPr eaLnBrk="1" hangingPunct="1"/>
              <a:r>
                <a:rPr lang="en-US">
                  <a:solidFill>
                    <a:srgbClr val="0033CC"/>
                  </a:solidFill>
                </a:rPr>
                <a:t>Train delay using deterministically trained VFAs</a:t>
              </a:r>
            </a:p>
          </p:txBody>
        </p:sp>
        <p:sp>
          <p:nvSpPr>
            <p:cNvPr id="44039" name="Text Box 6"/>
            <p:cNvSpPr txBox="1">
              <a:spLocks noChangeArrowheads="1"/>
            </p:cNvSpPr>
            <p:nvPr/>
          </p:nvSpPr>
          <p:spPr bwMode="auto">
            <a:xfrm>
              <a:off x="3305175" y="4767263"/>
              <a:ext cx="3748142"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57150">
                  <a:solidFill>
                    <a:schemeClr val="bg1"/>
                  </a:solidFill>
                  <a:miter lim="800000"/>
                  <a:headEnd/>
                  <a:tailEnd type="none" w="med"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i="1">
                  <a:solidFill>
                    <a:schemeClr val="tx1"/>
                  </a:solidFill>
                  <a:latin typeface="Arial" charset="0"/>
                  <a:cs typeface="Arial" charset="0"/>
                </a:defRPr>
              </a:lvl1pPr>
              <a:lvl2pPr marL="742950" indent="-285750" eaLnBrk="0" hangingPunct="0">
                <a:defRPr i="1">
                  <a:solidFill>
                    <a:schemeClr val="tx1"/>
                  </a:solidFill>
                  <a:latin typeface="Arial" charset="0"/>
                  <a:cs typeface="Arial" charset="0"/>
                </a:defRPr>
              </a:lvl2pPr>
              <a:lvl3pPr marL="1143000" indent="-228600" eaLnBrk="0" hangingPunct="0">
                <a:defRPr i="1">
                  <a:solidFill>
                    <a:schemeClr val="tx1"/>
                  </a:solidFill>
                  <a:latin typeface="Arial" charset="0"/>
                  <a:cs typeface="Arial" charset="0"/>
                </a:defRPr>
              </a:lvl3pPr>
              <a:lvl4pPr marL="1600200" indent="-228600" eaLnBrk="0" hangingPunct="0">
                <a:defRPr i="1">
                  <a:solidFill>
                    <a:schemeClr val="tx1"/>
                  </a:solidFill>
                  <a:latin typeface="Arial" charset="0"/>
                  <a:cs typeface="Arial" charset="0"/>
                </a:defRPr>
              </a:lvl4pPr>
              <a:lvl5pPr marL="2057400" indent="-228600" eaLnBrk="0" hangingPunct="0">
                <a:defRPr i="1">
                  <a:solidFill>
                    <a:schemeClr val="tx1"/>
                  </a:solidFill>
                  <a:latin typeface="Arial" charset="0"/>
                  <a:cs typeface="Arial" charset="0"/>
                </a:defRPr>
              </a:lvl5pPr>
              <a:lvl6pPr marL="2514600" indent="-228600" eaLnBrk="0" fontAlgn="base" hangingPunct="0">
                <a:spcBef>
                  <a:spcPct val="0"/>
                </a:spcBef>
                <a:spcAft>
                  <a:spcPct val="0"/>
                </a:spcAft>
                <a:defRPr i="1">
                  <a:solidFill>
                    <a:schemeClr val="tx1"/>
                  </a:solidFill>
                  <a:latin typeface="Arial" charset="0"/>
                  <a:cs typeface="Arial" charset="0"/>
                </a:defRPr>
              </a:lvl6pPr>
              <a:lvl7pPr marL="2971800" indent="-228600" eaLnBrk="0" fontAlgn="base" hangingPunct="0">
                <a:spcBef>
                  <a:spcPct val="0"/>
                </a:spcBef>
                <a:spcAft>
                  <a:spcPct val="0"/>
                </a:spcAft>
                <a:defRPr i="1">
                  <a:solidFill>
                    <a:schemeClr val="tx1"/>
                  </a:solidFill>
                  <a:latin typeface="Arial" charset="0"/>
                  <a:cs typeface="Arial" charset="0"/>
                </a:defRPr>
              </a:lvl7pPr>
              <a:lvl8pPr marL="3429000" indent="-228600" eaLnBrk="0" fontAlgn="base" hangingPunct="0">
                <a:spcBef>
                  <a:spcPct val="0"/>
                </a:spcBef>
                <a:spcAft>
                  <a:spcPct val="0"/>
                </a:spcAft>
                <a:defRPr i="1">
                  <a:solidFill>
                    <a:schemeClr val="tx1"/>
                  </a:solidFill>
                  <a:latin typeface="Arial" charset="0"/>
                  <a:cs typeface="Arial" charset="0"/>
                </a:defRPr>
              </a:lvl8pPr>
              <a:lvl9pPr marL="3886200" indent="-228600" eaLnBrk="0" fontAlgn="base" hangingPunct="0">
                <a:spcBef>
                  <a:spcPct val="0"/>
                </a:spcBef>
                <a:spcAft>
                  <a:spcPct val="0"/>
                </a:spcAft>
                <a:defRPr i="1">
                  <a:solidFill>
                    <a:schemeClr val="tx1"/>
                  </a:solidFill>
                  <a:latin typeface="Arial" charset="0"/>
                  <a:cs typeface="Arial" charset="0"/>
                </a:defRPr>
              </a:lvl9pPr>
            </a:lstStyle>
            <a:p>
              <a:pPr eaLnBrk="1" hangingPunct="1"/>
              <a:r>
                <a:rPr lang="en-US">
                  <a:solidFill>
                    <a:srgbClr val="800000"/>
                  </a:solidFill>
                </a:rPr>
                <a:t>Train delay using stochastically trained VFAs</a:t>
              </a:r>
            </a:p>
          </p:txBody>
        </p:sp>
        <p:sp>
          <p:nvSpPr>
            <p:cNvPr id="44040" name="Rectangle 7"/>
            <p:cNvSpPr>
              <a:spLocks noChangeArrowheads="1"/>
            </p:cNvSpPr>
            <p:nvPr/>
          </p:nvSpPr>
          <p:spPr bwMode="auto">
            <a:xfrm>
              <a:off x="3109913" y="5191125"/>
              <a:ext cx="3708400" cy="153988"/>
            </a:xfrm>
            <a:prstGeom prst="rect">
              <a:avLst/>
            </a:prstGeom>
            <a:solidFill>
              <a:schemeClr val="bg1"/>
            </a:solidFill>
            <a:ln w="57150">
              <a:solidFill>
                <a:schemeClr val="bg1"/>
              </a:solidFill>
              <a:miter lim="800000"/>
              <a:headEnd/>
              <a:tailEnd type="none" w="med"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4041" name="Rectangle 10"/>
            <p:cNvSpPr>
              <a:spLocks noChangeArrowheads="1"/>
            </p:cNvSpPr>
            <p:nvPr/>
          </p:nvSpPr>
          <p:spPr bwMode="auto">
            <a:xfrm>
              <a:off x="1127125" y="2214563"/>
              <a:ext cx="742950" cy="3881437"/>
            </a:xfrm>
            <a:prstGeom prst="rect">
              <a:avLst/>
            </a:prstGeom>
            <a:solidFill>
              <a:schemeClr val="bg1"/>
            </a:solidFill>
            <a:ln w="57150">
              <a:solidFill>
                <a:schemeClr val="bg1"/>
              </a:solidFill>
              <a:miter lim="800000"/>
              <a:headEnd/>
              <a:tailEnd type="none" w="med"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4042" name="Text Box 11"/>
            <p:cNvSpPr txBox="1">
              <a:spLocks noChangeArrowheads="1"/>
            </p:cNvSpPr>
            <p:nvPr/>
          </p:nvSpPr>
          <p:spPr bwMode="auto">
            <a:xfrm rot="16200000">
              <a:off x="1072582" y="3999011"/>
              <a:ext cx="106952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57150">
                  <a:solidFill>
                    <a:schemeClr val="bg1"/>
                  </a:solidFill>
                  <a:miter lim="800000"/>
                  <a:headEnd/>
                  <a:tailEnd type="none" w="med"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i="1">
                  <a:solidFill>
                    <a:schemeClr val="tx1"/>
                  </a:solidFill>
                  <a:latin typeface="Arial" charset="0"/>
                  <a:cs typeface="Arial" charset="0"/>
                </a:defRPr>
              </a:lvl1pPr>
              <a:lvl2pPr marL="742950" indent="-285750" eaLnBrk="0" hangingPunct="0">
                <a:defRPr i="1">
                  <a:solidFill>
                    <a:schemeClr val="tx1"/>
                  </a:solidFill>
                  <a:latin typeface="Arial" charset="0"/>
                  <a:cs typeface="Arial" charset="0"/>
                </a:defRPr>
              </a:lvl2pPr>
              <a:lvl3pPr marL="1143000" indent="-228600" eaLnBrk="0" hangingPunct="0">
                <a:defRPr i="1">
                  <a:solidFill>
                    <a:schemeClr val="tx1"/>
                  </a:solidFill>
                  <a:latin typeface="Arial" charset="0"/>
                  <a:cs typeface="Arial" charset="0"/>
                </a:defRPr>
              </a:lvl3pPr>
              <a:lvl4pPr marL="1600200" indent="-228600" eaLnBrk="0" hangingPunct="0">
                <a:defRPr i="1">
                  <a:solidFill>
                    <a:schemeClr val="tx1"/>
                  </a:solidFill>
                  <a:latin typeface="Arial" charset="0"/>
                  <a:cs typeface="Arial" charset="0"/>
                </a:defRPr>
              </a:lvl4pPr>
              <a:lvl5pPr marL="2057400" indent="-228600" eaLnBrk="0" hangingPunct="0">
                <a:defRPr i="1">
                  <a:solidFill>
                    <a:schemeClr val="tx1"/>
                  </a:solidFill>
                  <a:latin typeface="Arial" charset="0"/>
                  <a:cs typeface="Arial" charset="0"/>
                </a:defRPr>
              </a:lvl5pPr>
              <a:lvl6pPr marL="2514600" indent="-228600" eaLnBrk="0" fontAlgn="base" hangingPunct="0">
                <a:spcBef>
                  <a:spcPct val="0"/>
                </a:spcBef>
                <a:spcAft>
                  <a:spcPct val="0"/>
                </a:spcAft>
                <a:defRPr i="1">
                  <a:solidFill>
                    <a:schemeClr val="tx1"/>
                  </a:solidFill>
                  <a:latin typeface="Arial" charset="0"/>
                  <a:cs typeface="Arial" charset="0"/>
                </a:defRPr>
              </a:lvl6pPr>
              <a:lvl7pPr marL="2971800" indent="-228600" eaLnBrk="0" fontAlgn="base" hangingPunct="0">
                <a:spcBef>
                  <a:spcPct val="0"/>
                </a:spcBef>
                <a:spcAft>
                  <a:spcPct val="0"/>
                </a:spcAft>
                <a:defRPr i="1">
                  <a:solidFill>
                    <a:schemeClr val="tx1"/>
                  </a:solidFill>
                  <a:latin typeface="Arial" charset="0"/>
                  <a:cs typeface="Arial" charset="0"/>
                </a:defRPr>
              </a:lvl7pPr>
              <a:lvl8pPr marL="3429000" indent="-228600" eaLnBrk="0" fontAlgn="base" hangingPunct="0">
                <a:spcBef>
                  <a:spcPct val="0"/>
                </a:spcBef>
                <a:spcAft>
                  <a:spcPct val="0"/>
                </a:spcAft>
                <a:defRPr i="1">
                  <a:solidFill>
                    <a:schemeClr val="tx1"/>
                  </a:solidFill>
                  <a:latin typeface="Arial" charset="0"/>
                  <a:cs typeface="Arial" charset="0"/>
                </a:defRPr>
              </a:lvl8pPr>
              <a:lvl9pPr marL="3886200" indent="-228600" eaLnBrk="0" fontAlgn="base" hangingPunct="0">
                <a:spcBef>
                  <a:spcPct val="0"/>
                </a:spcBef>
                <a:spcAft>
                  <a:spcPct val="0"/>
                </a:spcAft>
                <a:defRPr i="1">
                  <a:solidFill>
                    <a:schemeClr val="tx1"/>
                  </a:solidFill>
                  <a:latin typeface="Arial" charset="0"/>
                  <a:cs typeface="Arial" charset="0"/>
                </a:defRPr>
              </a:lvl9pPr>
            </a:lstStyle>
            <a:p>
              <a:pPr eaLnBrk="1" hangingPunct="1"/>
              <a:r>
                <a:rPr lang="en-US"/>
                <a:t>Train delay</a:t>
              </a:r>
            </a:p>
          </p:txBody>
        </p:sp>
      </p:grpSp>
    </p:spTree>
    <p:extLst>
      <p:ext uri="{BB962C8B-B14F-4D97-AF65-F5344CB8AC3E}">
        <p14:creationId xmlns:p14="http://schemas.microsoft.com/office/powerpoint/2010/main" val="1385416161"/>
      </p:ext>
    </p:extLst>
  </p:cSld>
  <p:clrMapOvr>
    <a:masterClrMapping/>
  </p:clrMapOvr>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058" name="Rectangle 3"/>
          <p:cNvSpPr>
            <a:spLocks noGrp="1" noChangeArrowheads="1"/>
          </p:cNvSpPr>
          <p:nvPr>
            <p:ph type="body" idx="1"/>
          </p:nvPr>
        </p:nvSpPr>
        <p:spPr>
          <a:xfrm>
            <a:off x="813847" y="1154111"/>
            <a:ext cx="8382000" cy="5514975"/>
          </a:xfrm>
        </p:spPr>
        <p:txBody>
          <a:bodyPr/>
          <a:lstStyle/>
          <a:p>
            <a:pPr marL="86360" indent="0" eaLnBrk="1" hangingPunct="1">
              <a:lnSpc>
                <a:spcPct val="90000"/>
              </a:lnSpc>
              <a:buNone/>
            </a:pPr>
            <a:r>
              <a:rPr lang="en-US" dirty="0"/>
              <a:t>How do we do it?</a:t>
            </a:r>
          </a:p>
          <a:p>
            <a:pPr eaLnBrk="1" hangingPunct="1">
              <a:lnSpc>
                <a:spcPct val="90000"/>
              </a:lnSpc>
            </a:pPr>
            <a:endParaRPr lang="en-US" dirty="0"/>
          </a:p>
          <a:p>
            <a:pPr lvl="1" eaLnBrk="1" hangingPunct="1">
              <a:lnSpc>
                <a:spcPct val="90000"/>
              </a:lnSpc>
            </a:pPr>
            <a:endParaRPr lang="en-US" dirty="0"/>
          </a:p>
          <a:p>
            <a:pPr eaLnBrk="1" hangingPunct="1">
              <a:lnSpc>
                <a:spcPct val="90000"/>
              </a:lnSpc>
            </a:pPr>
            <a:endParaRPr lang="en-US" dirty="0"/>
          </a:p>
          <a:p>
            <a:pPr eaLnBrk="1" hangingPunct="1">
              <a:lnSpc>
                <a:spcPct val="90000"/>
              </a:lnSpc>
            </a:pPr>
            <a:endParaRPr lang="en-US" dirty="0"/>
          </a:p>
          <a:p>
            <a:pPr eaLnBrk="1" hangingPunct="1">
              <a:lnSpc>
                <a:spcPct val="90000"/>
              </a:lnSpc>
            </a:pPr>
            <a:endParaRPr lang="en-US" dirty="0"/>
          </a:p>
          <a:p>
            <a:pPr eaLnBrk="1" hangingPunct="1">
              <a:lnSpc>
                <a:spcPct val="90000"/>
              </a:lnSpc>
            </a:pPr>
            <a:endParaRPr lang="en-US" dirty="0"/>
          </a:p>
          <a:p>
            <a:pPr eaLnBrk="1" hangingPunct="1">
              <a:lnSpc>
                <a:spcPct val="90000"/>
              </a:lnSpc>
            </a:pPr>
            <a:endParaRPr lang="en-US" dirty="0"/>
          </a:p>
          <a:p>
            <a:pPr eaLnBrk="1" hangingPunct="1">
              <a:lnSpc>
                <a:spcPct val="90000"/>
              </a:lnSpc>
            </a:pPr>
            <a:endParaRPr lang="en-US" sz="4000" dirty="0"/>
          </a:p>
          <a:p>
            <a:pPr eaLnBrk="1" hangingPunct="1">
              <a:lnSpc>
                <a:spcPct val="90000"/>
              </a:lnSpc>
            </a:pPr>
            <a:endParaRPr lang="en-US" dirty="0"/>
          </a:p>
          <a:p>
            <a:pPr lvl="1" eaLnBrk="1" hangingPunct="1">
              <a:lnSpc>
                <a:spcPct val="90000"/>
              </a:lnSpc>
            </a:pPr>
            <a:r>
              <a:rPr lang="en-US" sz="2000" dirty="0"/>
              <a:t>The stochastic model keeps more power in inventory.  The challenge is knowing when and where.</a:t>
            </a:r>
          </a:p>
        </p:txBody>
      </p:sp>
      <p:sp>
        <p:nvSpPr>
          <p:cNvPr id="45059" name="Rectangle 2"/>
          <p:cNvSpPr>
            <a:spLocks noGrp="1" noChangeArrowheads="1"/>
          </p:cNvSpPr>
          <p:nvPr>
            <p:ph type="title"/>
          </p:nvPr>
        </p:nvSpPr>
        <p:spPr/>
        <p:txBody>
          <a:bodyPr/>
          <a:lstStyle/>
          <a:p>
            <a:pPr eaLnBrk="1" hangingPunct="1"/>
            <a:r>
              <a:rPr lang="en-US" dirty="0"/>
              <a:t>Locomotive planning at Norfolk Southern</a:t>
            </a:r>
          </a:p>
        </p:txBody>
      </p:sp>
      <p:grpSp>
        <p:nvGrpSpPr>
          <p:cNvPr id="45060" name="Group 1"/>
          <p:cNvGrpSpPr>
            <a:grpSpLocks/>
          </p:cNvGrpSpPr>
          <p:nvPr/>
        </p:nvGrpSpPr>
        <p:grpSpPr bwMode="auto">
          <a:xfrm>
            <a:off x="2655889" y="1762126"/>
            <a:ext cx="6738937" cy="4024313"/>
            <a:chOff x="1131888" y="1762125"/>
            <a:chExt cx="6738937" cy="4024313"/>
          </a:xfrm>
        </p:grpSpPr>
        <p:pic>
          <p:nvPicPr>
            <p:cNvPr id="45061" name="Picture 8"/>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131888" y="1762125"/>
              <a:ext cx="6738937" cy="40243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57150">
                  <a:solidFill>
                    <a:schemeClr val="bg1"/>
                  </a:solidFill>
                  <a:miter lim="800000"/>
                  <a:headEnd/>
                  <a:tailEnd type="none" w="med" len="lg"/>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5062" name="Text Box 5"/>
            <p:cNvSpPr txBox="1">
              <a:spLocks noChangeArrowheads="1"/>
            </p:cNvSpPr>
            <p:nvPr/>
          </p:nvSpPr>
          <p:spPr bwMode="auto">
            <a:xfrm>
              <a:off x="3136900" y="5367338"/>
              <a:ext cx="280035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57150">
                  <a:solidFill>
                    <a:schemeClr val="bg1"/>
                  </a:solidFill>
                  <a:miter lim="800000"/>
                  <a:headEnd/>
                  <a:tailEnd type="none" w="med"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i="1">
                  <a:solidFill>
                    <a:schemeClr val="tx1"/>
                  </a:solidFill>
                  <a:latin typeface="Arial" charset="0"/>
                  <a:cs typeface="Arial" charset="0"/>
                </a:defRPr>
              </a:lvl1pPr>
              <a:lvl2pPr marL="742950" indent="-285750" eaLnBrk="0" hangingPunct="0">
                <a:defRPr i="1">
                  <a:solidFill>
                    <a:schemeClr val="tx1"/>
                  </a:solidFill>
                  <a:latin typeface="Arial" charset="0"/>
                  <a:cs typeface="Arial" charset="0"/>
                </a:defRPr>
              </a:lvl2pPr>
              <a:lvl3pPr marL="1143000" indent="-228600" eaLnBrk="0" hangingPunct="0">
                <a:defRPr i="1">
                  <a:solidFill>
                    <a:schemeClr val="tx1"/>
                  </a:solidFill>
                  <a:latin typeface="Arial" charset="0"/>
                  <a:cs typeface="Arial" charset="0"/>
                </a:defRPr>
              </a:lvl3pPr>
              <a:lvl4pPr marL="1600200" indent="-228600" eaLnBrk="0" hangingPunct="0">
                <a:defRPr i="1">
                  <a:solidFill>
                    <a:schemeClr val="tx1"/>
                  </a:solidFill>
                  <a:latin typeface="Arial" charset="0"/>
                  <a:cs typeface="Arial" charset="0"/>
                </a:defRPr>
              </a:lvl4pPr>
              <a:lvl5pPr marL="2057400" indent="-228600" eaLnBrk="0" hangingPunct="0">
                <a:defRPr i="1">
                  <a:solidFill>
                    <a:schemeClr val="tx1"/>
                  </a:solidFill>
                  <a:latin typeface="Arial" charset="0"/>
                  <a:cs typeface="Arial" charset="0"/>
                </a:defRPr>
              </a:lvl5pPr>
              <a:lvl6pPr marL="2514600" indent="-228600" eaLnBrk="0" fontAlgn="base" hangingPunct="0">
                <a:spcBef>
                  <a:spcPct val="0"/>
                </a:spcBef>
                <a:spcAft>
                  <a:spcPct val="0"/>
                </a:spcAft>
                <a:defRPr i="1">
                  <a:solidFill>
                    <a:schemeClr val="tx1"/>
                  </a:solidFill>
                  <a:latin typeface="Arial" charset="0"/>
                  <a:cs typeface="Arial" charset="0"/>
                </a:defRPr>
              </a:lvl6pPr>
              <a:lvl7pPr marL="2971800" indent="-228600" eaLnBrk="0" fontAlgn="base" hangingPunct="0">
                <a:spcBef>
                  <a:spcPct val="0"/>
                </a:spcBef>
                <a:spcAft>
                  <a:spcPct val="0"/>
                </a:spcAft>
                <a:defRPr i="1">
                  <a:solidFill>
                    <a:schemeClr val="tx1"/>
                  </a:solidFill>
                  <a:latin typeface="Arial" charset="0"/>
                  <a:cs typeface="Arial" charset="0"/>
                </a:defRPr>
              </a:lvl7pPr>
              <a:lvl8pPr marL="3429000" indent="-228600" eaLnBrk="0" fontAlgn="base" hangingPunct="0">
                <a:spcBef>
                  <a:spcPct val="0"/>
                </a:spcBef>
                <a:spcAft>
                  <a:spcPct val="0"/>
                </a:spcAft>
                <a:defRPr i="1">
                  <a:solidFill>
                    <a:schemeClr val="tx1"/>
                  </a:solidFill>
                  <a:latin typeface="Arial" charset="0"/>
                  <a:cs typeface="Arial" charset="0"/>
                </a:defRPr>
              </a:lvl8pPr>
              <a:lvl9pPr marL="3886200" indent="-228600" eaLnBrk="0" fontAlgn="base" hangingPunct="0">
                <a:spcBef>
                  <a:spcPct val="0"/>
                </a:spcBef>
                <a:spcAft>
                  <a:spcPct val="0"/>
                </a:spcAft>
                <a:defRPr i="1">
                  <a:solidFill>
                    <a:schemeClr val="tx1"/>
                  </a:solidFill>
                  <a:latin typeface="Arial" charset="0"/>
                  <a:cs typeface="Arial" charset="0"/>
                </a:defRPr>
              </a:lvl9pPr>
            </a:lstStyle>
            <a:p>
              <a:pPr eaLnBrk="1" hangingPunct="1"/>
              <a:r>
                <a:rPr lang="en-US" sz="1600" i="0"/>
                <a:t>Time period within simulation</a:t>
              </a:r>
            </a:p>
          </p:txBody>
        </p:sp>
        <p:sp>
          <p:nvSpPr>
            <p:cNvPr id="45063" name="Text Box 6"/>
            <p:cNvSpPr txBox="1">
              <a:spLocks noChangeArrowheads="1"/>
            </p:cNvSpPr>
            <p:nvPr/>
          </p:nvSpPr>
          <p:spPr bwMode="auto">
            <a:xfrm>
              <a:off x="5267325" y="2463800"/>
              <a:ext cx="1648208" cy="307777"/>
            </a:xfrm>
            <a:prstGeom prst="rect">
              <a:avLst/>
            </a:prstGeom>
            <a:solidFill>
              <a:schemeClr val="bg1"/>
            </a:solidFill>
            <a:ln>
              <a:noFill/>
            </a:ln>
            <a:effectLst/>
            <a:extLst>
              <a:ext uri="{91240B29-F687-4F45-9708-019B960494DF}">
                <a14:hiddenLine xmlns:a14="http://schemas.microsoft.com/office/drawing/2010/main" w="57150">
                  <a:solidFill>
                    <a:schemeClr val="bg1"/>
                  </a:solidFill>
                  <a:miter lim="800000"/>
                  <a:headEnd/>
                  <a:tailEnd type="none" w="med"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i="1">
                  <a:solidFill>
                    <a:schemeClr val="tx1"/>
                  </a:solidFill>
                  <a:latin typeface="Arial" charset="0"/>
                  <a:cs typeface="Arial" charset="0"/>
                </a:defRPr>
              </a:lvl1pPr>
              <a:lvl2pPr marL="742950" indent="-285750" eaLnBrk="0" hangingPunct="0">
                <a:defRPr i="1">
                  <a:solidFill>
                    <a:schemeClr val="tx1"/>
                  </a:solidFill>
                  <a:latin typeface="Arial" charset="0"/>
                  <a:cs typeface="Arial" charset="0"/>
                </a:defRPr>
              </a:lvl2pPr>
              <a:lvl3pPr marL="1143000" indent="-228600" eaLnBrk="0" hangingPunct="0">
                <a:defRPr i="1">
                  <a:solidFill>
                    <a:schemeClr val="tx1"/>
                  </a:solidFill>
                  <a:latin typeface="Arial" charset="0"/>
                  <a:cs typeface="Arial" charset="0"/>
                </a:defRPr>
              </a:lvl3pPr>
              <a:lvl4pPr marL="1600200" indent="-228600" eaLnBrk="0" hangingPunct="0">
                <a:defRPr i="1">
                  <a:solidFill>
                    <a:schemeClr val="tx1"/>
                  </a:solidFill>
                  <a:latin typeface="Arial" charset="0"/>
                  <a:cs typeface="Arial" charset="0"/>
                </a:defRPr>
              </a:lvl4pPr>
              <a:lvl5pPr marL="2057400" indent="-228600" eaLnBrk="0" hangingPunct="0">
                <a:defRPr i="1">
                  <a:solidFill>
                    <a:schemeClr val="tx1"/>
                  </a:solidFill>
                  <a:latin typeface="Arial" charset="0"/>
                  <a:cs typeface="Arial" charset="0"/>
                </a:defRPr>
              </a:lvl5pPr>
              <a:lvl6pPr marL="2514600" indent="-228600" eaLnBrk="0" fontAlgn="base" hangingPunct="0">
                <a:spcBef>
                  <a:spcPct val="0"/>
                </a:spcBef>
                <a:spcAft>
                  <a:spcPct val="0"/>
                </a:spcAft>
                <a:defRPr i="1">
                  <a:solidFill>
                    <a:schemeClr val="tx1"/>
                  </a:solidFill>
                  <a:latin typeface="Arial" charset="0"/>
                  <a:cs typeface="Arial" charset="0"/>
                </a:defRPr>
              </a:lvl6pPr>
              <a:lvl7pPr marL="2971800" indent="-228600" eaLnBrk="0" fontAlgn="base" hangingPunct="0">
                <a:spcBef>
                  <a:spcPct val="0"/>
                </a:spcBef>
                <a:spcAft>
                  <a:spcPct val="0"/>
                </a:spcAft>
                <a:defRPr i="1">
                  <a:solidFill>
                    <a:schemeClr val="tx1"/>
                  </a:solidFill>
                  <a:latin typeface="Arial" charset="0"/>
                  <a:cs typeface="Arial" charset="0"/>
                </a:defRPr>
              </a:lvl7pPr>
              <a:lvl8pPr marL="3429000" indent="-228600" eaLnBrk="0" fontAlgn="base" hangingPunct="0">
                <a:spcBef>
                  <a:spcPct val="0"/>
                </a:spcBef>
                <a:spcAft>
                  <a:spcPct val="0"/>
                </a:spcAft>
                <a:defRPr i="1">
                  <a:solidFill>
                    <a:schemeClr val="tx1"/>
                  </a:solidFill>
                  <a:latin typeface="Arial" charset="0"/>
                  <a:cs typeface="Arial" charset="0"/>
                </a:defRPr>
              </a:lvl8pPr>
              <a:lvl9pPr marL="3886200" indent="-228600" eaLnBrk="0" fontAlgn="base" hangingPunct="0">
                <a:spcBef>
                  <a:spcPct val="0"/>
                </a:spcBef>
                <a:spcAft>
                  <a:spcPct val="0"/>
                </a:spcAft>
                <a:defRPr i="1">
                  <a:solidFill>
                    <a:schemeClr val="tx1"/>
                  </a:solidFill>
                  <a:latin typeface="Arial" charset="0"/>
                  <a:cs typeface="Arial" charset="0"/>
                </a:defRPr>
              </a:lvl9pPr>
            </a:lstStyle>
            <a:p>
              <a:pPr eaLnBrk="1" hangingPunct="1"/>
              <a:r>
                <a:rPr lang="en-US">
                  <a:solidFill>
                    <a:srgbClr val="643C00"/>
                  </a:solidFill>
                </a:rPr>
                <a:t>Stochastic training</a:t>
              </a:r>
            </a:p>
          </p:txBody>
        </p:sp>
        <p:sp>
          <p:nvSpPr>
            <p:cNvPr id="45064" name="Text Box 7"/>
            <p:cNvSpPr txBox="1">
              <a:spLocks noChangeArrowheads="1"/>
            </p:cNvSpPr>
            <p:nvPr/>
          </p:nvSpPr>
          <p:spPr bwMode="auto">
            <a:xfrm>
              <a:off x="3324225" y="3998913"/>
              <a:ext cx="1856598" cy="307777"/>
            </a:xfrm>
            <a:prstGeom prst="rect">
              <a:avLst/>
            </a:prstGeom>
            <a:solidFill>
              <a:schemeClr val="bg1"/>
            </a:solidFill>
            <a:ln>
              <a:noFill/>
            </a:ln>
            <a:effectLst/>
            <a:extLst>
              <a:ext uri="{91240B29-F687-4F45-9708-019B960494DF}">
                <a14:hiddenLine xmlns:a14="http://schemas.microsoft.com/office/drawing/2010/main" w="57150">
                  <a:solidFill>
                    <a:schemeClr val="bg1"/>
                  </a:solidFill>
                  <a:miter lim="800000"/>
                  <a:headEnd/>
                  <a:tailEnd type="none" w="med"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i="1">
                  <a:solidFill>
                    <a:schemeClr val="tx1"/>
                  </a:solidFill>
                  <a:latin typeface="Arial" charset="0"/>
                  <a:cs typeface="Arial" charset="0"/>
                </a:defRPr>
              </a:lvl1pPr>
              <a:lvl2pPr marL="742950" indent="-285750" eaLnBrk="0" hangingPunct="0">
                <a:defRPr i="1">
                  <a:solidFill>
                    <a:schemeClr val="tx1"/>
                  </a:solidFill>
                  <a:latin typeface="Arial" charset="0"/>
                  <a:cs typeface="Arial" charset="0"/>
                </a:defRPr>
              </a:lvl2pPr>
              <a:lvl3pPr marL="1143000" indent="-228600" eaLnBrk="0" hangingPunct="0">
                <a:defRPr i="1">
                  <a:solidFill>
                    <a:schemeClr val="tx1"/>
                  </a:solidFill>
                  <a:latin typeface="Arial" charset="0"/>
                  <a:cs typeface="Arial" charset="0"/>
                </a:defRPr>
              </a:lvl3pPr>
              <a:lvl4pPr marL="1600200" indent="-228600" eaLnBrk="0" hangingPunct="0">
                <a:defRPr i="1">
                  <a:solidFill>
                    <a:schemeClr val="tx1"/>
                  </a:solidFill>
                  <a:latin typeface="Arial" charset="0"/>
                  <a:cs typeface="Arial" charset="0"/>
                </a:defRPr>
              </a:lvl4pPr>
              <a:lvl5pPr marL="2057400" indent="-228600" eaLnBrk="0" hangingPunct="0">
                <a:defRPr i="1">
                  <a:solidFill>
                    <a:schemeClr val="tx1"/>
                  </a:solidFill>
                  <a:latin typeface="Arial" charset="0"/>
                  <a:cs typeface="Arial" charset="0"/>
                </a:defRPr>
              </a:lvl5pPr>
              <a:lvl6pPr marL="2514600" indent="-228600" eaLnBrk="0" fontAlgn="base" hangingPunct="0">
                <a:spcBef>
                  <a:spcPct val="0"/>
                </a:spcBef>
                <a:spcAft>
                  <a:spcPct val="0"/>
                </a:spcAft>
                <a:defRPr i="1">
                  <a:solidFill>
                    <a:schemeClr val="tx1"/>
                  </a:solidFill>
                  <a:latin typeface="Arial" charset="0"/>
                  <a:cs typeface="Arial" charset="0"/>
                </a:defRPr>
              </a:lvl6pPr>
              <a:lvl7pPr marL="2971800" indent="-228600" eaLnBrk="0" fontAlgn="base" hangingPunct="0">
                <a:spcBef>
                  <a:spcPct val="0"/>
                </a:spcBef>
                <a:spcAft>
                  <a:spcPct val="0"/>
                </a:spcAft>
                <a:defRPr i="1">
                  <a:solidFill>
                    <a:schemeClr val="tx1"/>
                  </a:solidFill>
                  <a:latin typeface="Arial" charset="0"/>
                  <a:cs typeface="Arial" charset="0"/>
                </a:defRPr>
              </a:lvl7pPr>
              <a:lvl8pPr marL="3429000" indent="-228600" eaLnBrk="0" fontAlgn="base" hangingPunct="0">
                <a:spcBef>
                  <a:spcPct val="0"/>
                </a:spcBef>
                <a:spcAft>
                  <a:spcPct val="0"/>
                </a:spcAft>
                <a:defRPr i="1">
                  <a:solidFill>
                    <a:schemeClr val="tx1"/>
                  </a:solidFill>
                  <a:latin typeface="Arial" charset="0"/>
                  <a:cs typeface="Arial" charset="0"/>
                </a:defRPr>
              </a:lvl8pPr>
              <a:lvl9pPr marL="3886200" indent="-228600" eaLnBrk="0" fontAlgn="base" hangingPunct="0">
                <a:spcBef>
                  <a:spcPct val="0"/>
                </a:spcBef>
                <a:spcAft>
                  <a:spcPct val="0"/>
                </a:spcAft>
                <a:defRPr i="1">
                  <a:solidFill>
                    <a:schemeClr val="tx1"/>
                  </a:solidFill>
                  <a:latin typeface="Arial" charset="0"/>
                  <a:cs typeface="Arial" charset="0"/>
                </a:defRPr>
              </a:lvl9pPr>
            </a:lstStyle>
            <a:p>
              <a:pPr eaLnBrk="1" hangingPunct="1"/>
              <a:r>
                <a:rPr lang="en-US" dirty="0">
                  <a:solidFill>
                    <a:schemeClr val="accent2"/>
                  </a:solidFill>
                </a:rPr>
                <a:t>Deterministic training</a:t>
              </a:r>
            </a:p>
          </p:txBody>
        </p:sp>
        <p:sp>
          <p:nvSpPr>
            <p:cNvPr id="45065" name="Rectangle 9"/>
            <p:cNvSpPr>
              <a:spLocks noChangeArrowheads="1"/>
            </p:cNvSpPr>
            <p:nvPr/>
          </p:nvSpPr>
          <p:spPr bwMode="auto">
            <a:xfrm>
              <a:off x="2509838" y="4524375"/>
              <a:ext cx="3708400" cy="153988"/>
            </a:xfrm>
            <a:prstGeom prst="rect">
              <a:avLst/>
            </a:prstGeom>
            <a:solidFill>
              <a:schemeClr val="bg1"/>
            </a:solidFill>
            <a:ln w="57150">
              <a:solidFill>
                <a:schemeClr val="bg1"/>
              </a:solidFill>
              <a:miter lim="800000"/>
              <a:headEnd/>
              <a:tailEnd type="none" w="med"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Tree>
    <p:extLst>
      <p:ext uri="{BB962C8B-B14F-4D97-AF65-F5344CB8AC3E}">
        <p14:creationId xmlns:p14="http://schemas.microsoft.com/office/powerpoint/2010/main" val="2649268843"/>
      </p:ext>
    </p:extLst>
  </p:cSld>
  <p:clrMapOvr>
    <a:masterClrMapping/>
  </p:clrMapOvr>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E67F16E-D590-5751-B040-1BFB380216AB}"/>
              </a:ext>
            </a:extLst>
          </p:cNvPr>
          <p:cNvSpPr>
            <a:spLocks noGrp="1"/>
          </p:cNvSpPr>
          <p:nvPr>
            <p:ph type="title"/>
          </p:nvPr>
        </p:nvSpPr>
        <p:spPr/>
        <p:txBody>
          <a:bodyPr/>
          <a:lstStyle/>
          <a:p>
            <a:r>
              <a:rPr lang="en-US" dirty="0"/>
              <a:t>Locomotive planning at Norfolk Southern</a:t>
            </a:r>
          </a:p>
        </p:txBody>
      </p:sp>
      <p:sp>
        <p:nvSpPr>
          <p:cNvPr id="3" name="Text Placeholder 2">
            <a:extLst>
              <a:ext uri="{FF2B5EF4-FFF2-40B4-BE49-F238E27FC236}">
                <a16:creationId xmlns:a16="http://schemas.microsoft.com/office/drawing/2014/main" id="{88F51B46-5D2F-10CF-9E98-751EB34343D7}"/>
              </a:ext>
            </a:extLst>
          </p:cNvPr>
          <p:cNvSpPr>
            <a:spLocks noGrp="1"/>
          </p:cNvSpPr>
          <p:nvPr>
            <p:ph type="body" idx="1"/>
          </p:nvPr>
        </p:nvSpPr>
        <p:spPr>
          <a:xfrm>
            <a:off x="630092" y="1279489"/>
            <a:ext cx="5959244" cy="4401600"/>
          </a:xfrm>
        </p:spPr>
        <p:txBody>
          <a:bodyPr/>
          <a:lstStyle/>
          <a:p>
            <a:r>
              <a:rPr lang="en-US" sz="2400" dirty="0"/>
              <a:t>PLASMA has been running at </a:t>
            </a:r>
            <a:r>
              <a:rPr lang="en-US" sz="2400" dirty="0" err="1"/>
              <a:t>Nortfolk</a:t>
            </a:r>
            <a:r>
              <a:rPr lang="en-US" sz="2400" dirty="0"/>
              <a:t> Southern Railway since 2008.</a:t>
            </a:r>
          </a:p>
          <a:p>
            <a:pPr lvl="1"/>
            <a:endParaRPr lang="en-US" sz="2000" dirty="0"/>
          </a:p>
          <a:p>
            <a:r>
              <a:rPr lang="en-US" sz="2400" dirty="0"/>
              <a:t>It is used for both strategic fleet planning…</a:t>
            </a:r>
          </a:p>
          <a:p>
            <a:pPr lvl="1"/>
            <a:endParaRPr lang="en-US" sz="2000" dirty="0"/>
          </a:p>
          <a:p>
            <a:r>
              <a:rPr lang="en-US" sz="2400" dirty="0"/>
              <a:t>… and operational dispatch, primarily to handle the complex problem of getting locomotives to their shop appointments. </a:t>
            </a:r>
          </a:p>
        </p:txBody>
      </p:sp>
      <p:grpSp>
        <p:nvGrpSpPr>
          <p:cNvPr id="3074" name="Group 20">
            <a:extLst>
              <a:ext uri="{FF2B5EF4-FFF2-40B4-BE49-F238E27FC236}">
                <a16:creationId xmlns:a16="http://schemas.microsoft.com/office/drawing/2014/main" id="{68C78749-8F4E-009E-3646-0DA2E771D850}"/>
              </a:ext>
            </a:extLst>
          </p:cNvPr>
          <p:cNvGrpSpPr>
            <a:grpSpLocks/>
          </p:cNvGrpSpPr>
          <p:nvPr/>
        </p:nvGrpSpPr>
        <p:grpSpPr bwMode="auto">
          <a:xfrm>
            <a:off x="6806151" y="1621411"/>
            <a:ext cx="3818301" cy="4465850"/>
            <a:chOff x="1026" y="339"/>
            <a:chExt cx="3123" cy="3567"/>
          </a:xfrm>
        </p:grpSpPr>
        <p:grpSp>
          <p:nvGrpSpPr>
            <p:cNvPr id="3075" name="Group 19">
              <a:extLst>
                <a:ext uri="{FF2B5EF4-FFF2-40B4-BE49-F238E27FC236}">
                  <a16:creationId xmlns:a16="http://schemas.microsoft.com/office/drawing/2014/main" id="{F64DDA87-8803-7EBB-33A3-94E6883AD05E}"/>
                </a:ext>
              </a:extLst>
            </p:cNvPr>
            <p:cNvGrpSpPr>
              <a:grpSpLocks/>
            </p:cNvGrpSpPr>
            <p:nvPr/>
          </p:nvGrpSpPr>
          <p:grpSpPr bwMode="auto">
            <a:xfrm>
              <a:off x="1026" y="339"/>
              <a:ext cx="3123" cy="3567"/>
              <a:chOff x="1026" y="339"/>
              <a:chExt cx="3123" cy="3567"/>
            </a:xfrm>
          </p:grpSpPr>
          <p:pic>
            <p:nvPicPr>
              <p:cNvPr id="3081" name="Picture 9" descr="NS loco in show">
                <a:extLst>
                  <a:ext uri="{FF2B5EF4-FFF2-40B4-BE49-F238E27FC236}">
                    <a16:creationId xmlns:a16="http://schemas.microsoft.com/office/drawing/2014/main" id="{0C99D89F-569D-E3E3-4E9A-BFFB4ED4BFEA}"/>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22009" t="8392" r="27936" b="3478"/>
              <a:stretch>
                <a:fillRect/>
              </a:stretch>
            </p:blipFill>
            <p:spPr bwMode="auto">
              <a:xfrm>
                <a:off x="1255" y="339"/>
                <a:ext cx="2894" cy="3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080" name="Picture 13">
                <a:extLst>
                  <a:ext uri="{FF2B5EF4-FFF2-40B4-BE49-F238E27FC236}">
                    <a16:creationId xmlns:a16="http://schemas.microsoft.com/office/drawing/2014/main" id="{18965E02-5226-2710-3DFC-4D5973383F8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6" y="3453"/>
                <a:ext cx="613" cy="45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28575" algn="ctr">
                    <a:solidFill>
                      <a:schemeClr val="tx1"/>
                    </a:solidFill>
                    <a:miter lim="800000"/>
                    <a:headEnd/>
                    <a:tailEnd type="none" w="med" len="lg"/>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076" name="Group 17">
              <a:extLst>
                <a:ext uri="{FF2B5EF4-FFF2-40B4-BE49-F238E27FC236}">
                  <a16:creationId xmlns:a16="http://schemas.microsoft.com/office/drawing/2014/main" id="{46E6C21C-0B29-E98A-865D-2E842EC2126A}"/>
                </a:ext>
              </a:extLst>
            </p:cNvPr>
            <p:cNvGrpSpPr>
              <a:grpSpLocks/>
            </p:cNvGrpSpPr>
            <p:nvPr/>
          </p:nvGrpSpPr>
          <p:grpSpPr bwMode="auto">
            <a:xfrm>
              <a:off x="1530" y="3402"/>
              <a:ext cx="106" cy="151"/>
              <a:chOff x="1530" y="3402"/>
              <a:chExt cx="106" cy="151"/>
            </a:xfrm>
          </p:grpSpPr>
          <p:pic>
            <p:nvPicPr>
              <p:cNvPr id="3077" name="Picture 15">
                <a:extLst>
                  <a:ext uri="{FF2B5EF4-FFF2-40B4-BE49-F238E27FC236}">
                    <a16:creationId xmlns:a16="http://schemas.microsoft.com/office/drawing/2014/main" id="{E1E4B085-8DB2-4FC6-FB47-95E35EAC60A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rot="-1384819">
                <a:off x="1530" y="3431"/>
                <a:ext cx="104" cy="122"/>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28575" algn="ctr">
                    <a:solidFill>
                      <a:schemeClr val="tx1"/>
                    </a:solidFill>
                    <a:miter lim="800000"/>
                    <a:headEnd/>
                    <a:tailEnd type="none" w="med" len="lg"/>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078" name="Picture 16">
                <a:extLst>
                  <a:ext uri="{FF2B5EF4-FFF2-40B4-BE49-F238E27FC236}">
                    <a16:creationId xmlns:a16="http://schemas.microsoft.com/office/drawing/2014/main" id="{5AD9A2DB-54A2-07E4-6824-B8EE99C9B48B}"/>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1050333">
                <a:off x="1560" y="3402"/>
                <a:ext cx="76" cy="89"/>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28575" algn="ctr">
                    <a:solidFill>
                      <a:schemeClr val="tx1"/>
                    </a:solidFill>
                    <a:miter lim="800000"/>
                    <a:headEnd/>
                    <a:tailEnd type="none" w="med" len="lg"/>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Tree>
    <p:extLst>
      <p:ext uri="{BB962C8B-B14F-4D97-AF65-F5344CB8AC3E}">
        <p14:creationId xmlns:p14="http://schemas.microsoft.com/office/powerpoint/2010/main" val="75928781"/>
      </p:ext>
    </p:extLst>
  </p:cSld>
  <p:clrMapOvr>
    <a:masterClrMapping/>
  </p:clrMapOvr>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A7A005C-6C7E-8D74-C423-14B90B2D3694}"/>
            </a:ext>
          </a:extLst>
        </p:cNvPr>
        <p:cNvGrpSpPr/>
        <p:nvPr/>
      </p:nvGrpSpPr>
      <p:grpSpPr>
        <a:xfrm>
          <a:off x="0" y="0"/>
          <a:ext cx="0" cy="0"/>
          <a:chOff x="0" y="0"/>
          <a:chExt cx="0" cy="0"/>
        </a:xfrm>
      </p:grpSpPr>
      <p:pic>
        <p:nvPicPr>
          <p:cNvPr id="10" name="Picture 9">
            <a:extLst>
              <a:ext uri="{FF2B5EF4-FFF2-40B4-BE49-F238E27FC236}">
                <a16:creationId xmlns:a16="http://schemas.microsoft.com/office/drawing/2014/main" id="{E674D849-A5F5-11B5-A811-A99B5C391B24}"/>
              </a:ext>
            </a:extLst>
          </p:cNvPr>
          <p:cNvPicPr>
            <a:picLocks noChangeAspect="1"/>
          </p:cNvPicPr>
          <p:nvPr/>
        </p:nvPicPr>
        <p:blipFill>
          <a:blip r:embed="rId2"/>
          <a:stretch>
            <a:fillRect/>
          </a:stretch>
        </p:blipFill>
        <p:spPr>
          <a:xfrm>
            <a:off x="-30611" y="0"/>
            <a:ext cx="12251492" cy="6858000"/>
          </a:xfrm>
          <a:prstGeom prst="rect">
            <a:avLst/>
          </a:prstGeom>
        </p:spPr>
      </p:pic>
      <p:sp>
        <p:nvSpPr>
          <p:cNvPr id="2" name="Title 1">
            <a:extLst>
              <a:ext uri="{FF2B5EF4-FFF2-40B4-BE49-F238E27FC236}">
                <a16:creationId xmlns:a16="http://schemas.microsoft.com/office/drawing/2014/main" id="{EABB33A9-CD46-7F38-A6F2-0014DE6AD98E}"/>
              </a:ext>
            </a:extLst>
          </p:cNvPr>
          <p:cNvSpPr>
            <a:spLocks noGrp="1"/>
          </p:cNvSpPr>
          <p:nvPr>
            <p:ph type="title"/>
          </p:nvPr>
        </p:nvSpPr>
        <p:spPr>
          <a:xfrm>
            <a:off x="5017270" y="353850"/>
            <a:ext cx="4838905" cy="550500"/>
          </a:xfrm>
        </p:spPr>
        <p:txBody>
          <a:bodyPr/>
          <a:lstStyle/>
          <a:p>
            <a:r>
              <a:rPr lang="en-US" i="1" dirty="0">
                <a:solidFill>
                  <a:schemeClr val="tx1"/>
                </a:solidFill>
              </a:rPr>
              <a:t>Thank you!</a:t>
            </a:r>
          </a:p>
        </p:txBody>
      </p:sp>
      <p:pic>
        <p:nvPicPr>
          <p:cNvPr id="5" name="Picture 4">
            <a:extLst>
              <a:ext uri="{FF2B5EF4-FFF2-40B4-BE49-F238E27FC236}">
                <a16:creationId xmlns:a16="http://schemas.microsoft.com/office/drawing/2014/main" id="{C6983689-8C13-AC7A-3A3F-DD1AF21C1AC3}"/>
              </a:ext>
            </a:extLst>
          </p:cNvPr>
          <p:cNvPicPr>
            <a:picLocks noChangeAspect="1"/>
          </p:cNvPicPr>
          <p:nvPr/>
        </p:nvPicPr>
        <p:blipFill>
          <a:blip r:embed="rId3"/>
          <a:stretch>
            <a:fillRect/>
          </a:stretch>
        </p:blipFill>
        <p:spPr>
          <a:xfrm>
            <a:off x="2932137" y="797340"/>
            <a:ext cx="2316681" cy="2591025"/>
          </a:xfrm>
          <a:prstGeom prst="rect">
            <a:avLst/>
          </a:prstGeom>
        </p:spPr>
      </p:pic>
      <p:pic>
        <p:nvPicPr>
          <p:cNvPr id="9" name="Picture 8">
            <a:extLst>
              <a:ext uri="{FF2B5EF4-FFF2-40B4-BE49-F238E27FC236}">
                <a16:creationId xmlns:a16="http://schemas.microsoft.com/office/drawing/2014/main" id="{1DE7EDA3-D4AF-B0D5-3DDC-1A1AF68C1B34}"/>
              </a:ext>
            </a:extLst>
          </p:cNvPr>
          <p:cNvPicPr>
            <a:picLocks noChangeAspect="1"/>
          </p:cNvPicPr>
          <p:nvPr/>
        </p:nvPicPr>
        <p:blipFill>
          <a:blip r:embed="rId4"/>
          <a:stretch>
            <a:fillRect/>
          </a:stretch>
        </p:blipFill>
        <p:spPr>
          <a:xfrm>
            <a:off x="9725757" y="770669"/>
            <a:ext cx="2286198" cy="2644369"/>
          </a:xfrm>
          <a:prstGeom prst="rect">
            <a:avLst/>
          </a:prstGeom>
        </p:spPr>
      </p:pic>
      <p:sp>
        <p:nvSpPr>
          <p:cNvPr id="3" name="Text Placeholder 2">
            <a:extLst>
              <a:ext uri="{FF2B5EF4-FFF2-40B4-BE49-F238E27FC236}">
                <a16:creationId xmlns:a16="http://schemas.microsoft.com/office/drawing/2014/main" id="{04B6BB8A-FFC9-BC9B-6A94-ACA9DCA6468E}"/>
              </a:ext>
            </a:extLst>
          </p:cNvPr>
          <p:cNvSpPr>
            <a:spLocks noGrp="1"/>
          </p:cNvSpPr>
          <p:nvPr>
            <p:ph type="body" idx="1"/>
          </p:nvPr>
        </p:nvSpPr>
        <p:spPr>
          <a:xfrm>
            <a:off x="4765426" y="807631"/>
            <a:ext cx="5352185" cy="4401600"/>
          </a:xfrm>
        </p:spPr>
        <p:txBody>
          <a:bodyPr/>
          <a:lstStyle/>
          <a:p>
            <a:pPr marL="0" lvl="2" indent="0" algn="ctr"/>
            <a:endParaRPr lang="en-US" dirty="0">
              <a:solidFill>
                <a:schemeClr val="tx1"/>
              </a:solidFill>
            </a:endParaRPr>
          </a:p>
          <a:p>
            <a:pPr marL="0" lvl="1" indent="0" algn="ctr">
              <a:buNone/>
            </a:pPr>
            <a:r>
              <a:rPr lang="en-US" dirty="0">
                <a:solidFill>
                  <a:schemeClr val="tx1"/>
                </a:solidFill>
              </a:rPr>
              <a:t>For more information see the </a:t>
            </a:r>
            <a:r>
              <a:rPr lang="en-US" i="1" dirty="0">
                <a:solidFill>
                  <a:schemeClr val="tx1"/>
                </a:solidFill>
              </a:rPr>
              <a:t>Sequential Decision Analytics </a:t>
            </a:r>
            <a:r>
              <a:rPr lang="en-US" dirty="0">
                <a:solidFill>
                  <a:schemeClr val="tx1"/>
                </a:solidFill>
              </a:rPr>
              <a:t>website at</a:t>
            </a:r>
          </a:p>
          <a:p>
            <a:pPr marL="0" lvl="2" indent="0" algn="ctr">
              <a:buNone/>
            </a:pPr>
            <a:endParaRPr lang="en-US" dirty="0">
              <a:solidFill>
                <a:schemeClr val="tx1"/>
              </a:solidFill>
            </a:endParaRPr>
          </a:p>
          <a:p>
            <a:pPr marL="0" lvl="2" indent="0" algn="ctr">
              <a:buNone/>
            </a:pPr>
            <a:r>
              <a:rPr lang="en-US" sz="2800" dirty="0">
                <a:solidFill>
                  <a:schemeClr val="accent2">
                    <a:lumMod val="50000"/>
                  </a:schemeClr>
                </a:solidFill>
              </a:rPr>
              <a:t>warrenpowell.org</a:t>
            </a:r>
          </a:p>
          <a:p>
            <a:pPr marL="0" lvl="2" indent="0" algn="ctr">
              <a:buNone/>
            </a:pPr>
            <a:endParaRPr lang="en-US" sz="2800" dirty="0">
              <a:solidFill>
                <a:schemeClr val="tx1"/>
              </a:solidFill>
            </a:endParaRPr>
          </a:p>
          <a:p>
            <a:pPr marL="0" lvl="1" indent="0" algn="ctr"/>
            <a:endParaRPr lang="en-US" sz="1400" dirty="0">
              <a:solidFill>
                <a:schemeClr val="tx1"/>
              </a:solidFill>
            </a:endParaRPr>
          </a:p>
          <a:p>
            <a:pPr marL="0" lvl="1" indent="0" algn="ctr"/>
            <a:endParaRPr lang="en-US" dirty="0">
              <a:solidFill>
                <a:schemeClr val="tx1"/>
              </a:solidFill>
            </a:endParaRPr>
          </a:p>
        </p:txBody>
      </p:sp>
      <p:pic>
        <p:nvPicPr>
          <p:cNvPr id="16" name="Picture 15">
            <a:extLst>
              <a:ext uri="{FF2B5EF4-FFF2-40B4-BE49-F238E27FC236}">
                <a16:creationId xmlns:a16="http://schemas.microsoft.com/office/drawing/2014/main" id="{63B4BA6F-80F8-2821-EE20-048816EDAF84}"/>
              </a:ext>
            </a:extLst>
          </p:cNvPr>
          <p:cNvPicPr>
            <a:picLocks noChangeAspect="1"/>
          </p:cNvPicPr>
          <p:nvPr/>
        </p:nvPicPr>
        <p:blipFill>
          <a:blip r:embed="rId5"/>
          <a:stretch>
            <a:fillRect/>
          </a:stretch>
        </p:blipFill>
        <p:spPr>
          <a:xfrm>
            <a:off x="486600" y="629100"/>
            <a:ext cx="2270957" cy="5616427"/>
          </a:xfrm>
          <a:prstGeom prst="rect">
            <a:avLst/>
          </a:prstGeom>
        </p:spPr>
      </p:pic>
      <p:pic>
        <p:nvPicPr>
          <p:cNvPr id="18" name="Picture 17">
            <a:extLst>
              <a:ext uri="{FF2B5EF4-FFF2-40B4-BE49-F238E27FC236}">
                <a16:creationId xmlns:a16="http://schemas.microsoft.com/office/drawing/2014/main" id="{C9D9C981-ACDD-B7D5-AF79-73748BCD99CC}"/>
              </a:ext>
            </a:extLst>
          </p:cNvPr>
          <p:cNvPicPr>
            <a:picLocks noChangeAspect="1"/>
          </p:cNvPicPr>
          <p:nvPr/>
        </p:nvPicPr>
        <p:blipFill>
          <a:blip r:embed="rId6"/>
          <a:stretch>
            <a:fillRect/>
          </a:stretch>
        </p:blipFill>
        <p:spPr>
          <a:xfrm>
            <a:off x="3854573" y="5523402"/>
            <a:ext cx="7552074" cy="563929"/>
          </a:xfrm>
          <a:prstGeom prst="rect">
            <a:avLst/>
          </a:prstGeom>
        </p:spPr>
      </p:pic>
      <p:sp>
        <p:nvSpPr>
          <p:cNvPr id="7" name="TextBox 6">
            <a:extLst>
              <a:ext uri="{FF2B5EF4-FFF2-40B4-BE49-F238E27FC236}">
                <a16:creationId xmlns:a16="http://schemas.microsoft.com/office/drawing/2014/main" id="{2EC25757-2804-4353-C2C7-211A01600F78}"/>
              </a:ext>
            </a:extLst>
          </p:cNvPr>
          <p:cNvSpPr txBox="1"/>
          <p:nvPr/>
        </p:nvSpPr>
        <p:spPr>
          <a:xfrm>
            <a:off x="3854573" y="3563240"/>
            <a:ext cx="8063166" cy="1200329"/>
          </a:xfrm>
          <a:prstGeom prst="rect">
            <a:avLst/>
          </a:prstGeom>
          <a:noFill/>
        </p:spPr>
        <p:txBody>
          <a:bodyPr wrap="square" rtlCol="0">
            <a:spAutoFit/>
          </a:bodyPr>
          <a:lstStyle/>
          <a:p>
            <a:r>
              <a:rPr lang="en-US" sz="1800" dirty="0">
                <a:solidFill>
                  <a:schemeClr val="tx1"/>
                </a:solidFill>
              </a:rPr>
              <a:t>For more on value function approximations go to:</a:t>
            </a:r>
          </a:p>
          <a:p>
            <a:r>
              <a:rPr lang="en-US" sz="1800" dirty="0">
                <a:solidFill>
                  <a:schemeClr val="tx1"/>
                </a:solidFill>
              </a:rPr>
              <a:t> </a:t>
            </a:r>
          </a:p>
          <a:p>
            <a:r>
              <a:rPr lang="en-US" sz="1800" dirty="0">
                <a:solidFill>
                  <a:schemeClr val="tx1"/>
                </a:solidFill>
              </a:rPr>
              <a:t>warrenpowell.org → Policies → Value function approximations</a:t>
            </a:r>
          </a:p>
          <a:p>
            <a:r>
              <a:rPr lang="en-US" sz="1800" dirty="0">
                <a:solidFill>
                  <a:schemeClr val="tx1"/>
                </a:solidFill>
              </a:rPr>
              <a:t> </a:t>
            </a:r>
          </a:p>
        </p:txBody>
      </p:sp>
    </p:spTree>
    <p:extLst>
      <p:ext uri="{BB962C8B-B14F-4D97-AF65-F5344CB8AC3E}">
        <p14:creationId xmlns:p14="http://schemas.microsoft.com/office/powerpoint/2010/main" val="2451857921"/>
      </p:ext>
    </p:extLst>
  </p:cSld>
  <p:clrMapOvr>
    <a:masterClrMapping/>
  </p:clrMapOvr>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Shape 245">
          <a:extLst>
            <a:ext uri="{FF2B5EF4-FFF2-40B4-BE49-F238E27FC236}">
              <a16:creationId xmlns:a16="http://schemas.microsoft.com/office/drawing/2014/main" id="{0D911D71-A9CB-6A71-9344-20EF9BD7B4D7}"/>
            </a:ext>
          </a:extLst>
        </p:cNvPr>
        <p:cNvGrpSpPr/>
        <p:nvPr/>
      </p:nvGrpSpPr>
      <p:grpSpPr>
        <a:xfrm>
          <a:off x="0" y="0"/>
          <a:ext cx="0" cy="0"/>
          <a:chOff x="0" y="0"/>
          <a:chExt cx="0" cy="0"/>
        </a:xfrm>
      </p:grpSpPr>
      <p:pic>
        <p:nvPicPr>
          <p:cNvPr id="4" name="Picture 3">
            <a:extLst>
              <a:ext uri="{FF2B5EF4-FFF2-40B4-BE49-F238E27FC236}">
                <a16:creationId xmlns:a16="http://schemas.microsoft.com/office/drawing/2014/main" id="{7E9646F0-8552-4C90-FB87-2CA657B7BBB0}"/>
              </a:ext>
            </a:extLst>
          </p:cNvPr>
          <p:cNvPicPr>
            <a:picLocks noChangeAspect="1"/>
          </p:cNvPicPr>
          <p:nvPr/>
        </p:nvPicPr>
        <p:blipFill>
          <a:blip r:embed="rId3"/>
          <a:stretch>
            <a:fillRect/>
          </a:stretch>
        </p:blipFill>
        <p:spPr>
          <a:xfrm>
            <a:off x="-57956" y="-51516"/>
            <a:ext cx="12292833" cy="6909515"/>
          </a:xfrm>
          <a:prstGeom prst="rect">
            <a:avLst/>
          </a:prstGeom>
        </p:spPr>
      </p:pic>
      <p:sp>
        <p:nvSpPr>
          <p:cNvPr id="246" name="Google Shape;246;p26">
            <a:extLst>
              <a:ext uri="{FF2B5EF4-FFF2-40B4-BE49-F238E27FC236}">
                <a16:creationId xmlns:a16="http://schemas.microsoft.com/office/drawing/2014/main" id="{FB404A74-8C84-57A3-CC5E-C3D1BDEA93BF}"/>
              </a:ext>
            </a:extLst>
          </p:cNvPr>
          <p:cNvSpPr txBox="1">
            <a:spLocks noGrp="1"/>
          </p:cNvSpPr>
          <p:nvPr>
            <p:ph type="title"/>
          </p:nvPr>
        </p:nvSpPr>
        <p:spPr>
          <a:xfrm>
            <a:off x="2021700" y="353850"/>
            <a:ext cx="8283900" cy="550500"/>
          </a:xfrm>
          <a:prstGeom prst="rect">
            <a:avLst/>
          </a:prstGeom>
          <a:noFill/>
          <a:ln>
            <a:noFill/>
          </a:ln>
        </p:spPr>
        <p:txBody>
          <a:bodyPr spcFirstLastPara="1" wrap="square" lIns="91425" tIns="45700" rIns="91425" bIns="45700" anchor="ctr" anchorCtr="0">
            <a:noAutofit/>
          </a:bodyPr>
          <a:lstStyle/>
          <a:p>
            <a:pPr marL="0" lvl="0" indent="0" algn="ctr" rtl="0">
              <a:spcBef>
                <a:spcPts val="0"/>
              </a:spcBef>
              <a:spcAft>
                <a:spcPts val="0"/>
              </a:spcAft>
              <a:buNone/>
            </a:pPr>
            <a:r>
              <a:rPr lang="en-US">
                <a:solidFill>
                  <a:schemeClr val="lt1"/>
                </a:solidFill>
              </a:rPr>
              <a:t>OUTLINE</a:t>
            </a:r>
            <a:endParaRPr/>
          </a:p>
        </p:txBody>
      </p:sp>
      <p:sp>
        <p:nvSpPr>
          <p:cNvPr id="247" name="Google Shape;247;p26">
            <a:extLst>
              <a:ext uri="{FF2B5EF4-FFF2-40B4-BE49-F238E27FC236}">
                <a16:creationId xmlns:a16="http://schemas.microsoft.com/office/drawing/2014/main" id="{1DB83578-EF68-98B3-8229-B9172631D77B}"/>
              </a:ext>
            </a:extLst>
          </p:cNvPr>
          <p:cNvSpPr txBox="1">
            <a:spLocks noGrp="1"/>
          </p:cNvSpPr>
          <p:nvPr>
            <p:ph type="body" idx="1"/>
          </p:nvPr>
        </p:nvSpPr>
        <p:spPr>
          <a:xfrm>
            <a:off x="1125481" y="1058399"/>
            <a:ext cx="9840879" cy="5361061"/>
          </a:xfrm>
          <a:prstGeom prst="rect">
            <a:avLst/>
          </a:prstGeom>
          <a:noFill/>
          <a:ln>
            <a:noFill/>
          </a:ln>
        </p:spPr>
        <p:txBody>
          <a:bodyPr spcFirstLastPara="1" wrap="square" lIns="91425" tIns="45700" rIns="91425" bIns="45700" anchor="t" anchorCtr="0">
            <a:noAutofit/>
          </a:bodyPr>
          <a:lstStyle/>
          <a:p>
            <a:pPr marL="0" lvl="0" indent="0">
              <a:buClr>
                <a:schemeClr val="lt1"/>
              </a:buClr>
              <a:buNone/>
            </a:pPr>
            <a:r>
              <a:rPr lang="en-US" sz="2400" dirty="0">
                <a:solidFill>
                  <a:schemeClr val="bg1"/>
                </a:solidFill>
              </a:rPr>
              <a:t>4) DLA I – Overview of direct lookahead approximations</a:t>
            </a:r>
          </a:p>
          <a:p>
            <a:pPr marL="800100" lvl="1">
              <a:buClr>
                <a:schemeClr val="lt1"/>
              </a:buClr>
              <a:buFont typeface="Times New Roman"/>
              <a:buChar char="➜"/>
            </a:pPr>
            <a:r>
              <a:rPr lang="en-US" sz="2000" dirty="0">
                <a:solidFill>
                  <a:schemeClr val="bg1"/>
                </a:solidFill>
              </a:rPr>
              <a:t>Types of lookahead approximations</a:t>
            </a:r>
          </a:p>
          <a:p>
            <a:pPr marL="800100" lvl="1">
              <a:buClr>
                <a:schemeClr val="lt1"/>
              </a:buClr>
              <a:buFont typeface="Times New Roman"/>
              <a:buChar char="➜"/>
            </a:pPr>
            <a:r>
              <a:rPr lang="en-US" sz="2000" dirty="0">
                <a:solidFill>
                  <a:schemeClr val="bg1"/>
                </a:solidFill>
              </a:rPr>
              <a:t>The policy-within-a-policy</a:t>
            </a:r>
          </a:p>
          <a:p>
            <a:pPr marL="342900">
              <a:buClr>
                <a:schemeClr val="lt1"/>
              </a:buClr>
              <a:buFont typeface="Times New Roman"/>
              <a:buChar char="➜"/>
            </a:pPr>
            <a:r>
              <a:rPr lang="en-US" sz="2400" dirty="0">
                <a:solidFill>
                  <a:schemeClr val="bg1"/>
                </a:solidFill>
              </a:rPr>
              <a:t>DLA II - Deterministic lookaheads</a:t>
            </a:r>
          </a:p>
          <a:p>
            <a:pPr marL="800100" lvl="1">
              <a:buClr>
                <a:schemeClr val="lt1"/>
              </a:buClr>
              <a:buFont typeface="Times New Roman"/>
              <a:buChar char="➜"/>
            </a:pPr>
            <a:r>
              <a:rPr lang="en-US" sz="2000" dirty="0">
                <a:solidFill>
                  <a:schemeClr val="bg1"/>
                </a:solidFill>
              </a:rPr>
              <a:t>Parameterized deterministic approximation (CFA)</a:t>
            </a:r>
          </a:p>
          <a:p>
            <a:pPr marL="342900">
              <a:buClr>
                <a:schemeClr val="lt1"/>
              </a:buClr>
              <a:buFont typeface="Times New Roman"/>
              <a:buChar char="➜"/>
            </a:pPr>
            <a:r>
              <a:rPr lang="en-US" sz="2400" dirty="0">
                <a:solidFill>
                  <a:schemeClr val="bg1"/>
                </a:solidFill>
              </a:rPr>
              <a:t>DLA III - Stochastic lookaheads using PFAs, CFAs and VFAs</a:t>
            </a:r>
          </a:p>
          <a:p>
            <a:pPr marL="800100" lvl="1">
              <a:buClr>
                <a:schemeClr val="lt1"/>
              </a:buClr>
              <a:buFont typeface="Times New Roman"/>
              <a:buChar char="➜"/>
            </a:pPr>
            <a:r>
              <a:rPr lang="en-US" sz="2000" dirty="0">
                <a:solidFill>
                  <a:schemeClr val="bg1"/>
                </a:solidFill>
              </a:rPr>
              <a:t>PFA-based: </a:t>
            </a:r>
          </a:p>
          <a:p>
            <a:pPr marL="1257300" lvl="2">
              <a:buClr>
                <a:schemeClr val="lt1"/>
              </a:buClr>
              <a:buFont typeface="Times New Roman"/>
              <a:buChar char="➜"/>
            </a:pPr>
            <a:r>
              <a:rPr lang="en-US" sz="1800" dirty="0">
                <a:solidFill>
                  <a:schemeClr val="bg1"/>
                </a:solidFill>
              </a:rPr>
              <a:t>Illustrate using inventory lookahead</a:t>
            </a:r>
          </a:p>
          <a:p>
            <a:pPr marL="800100" lvl="1">
              <a:buClr>
                <a:schemeClr val="lt1"/>
              </a:buClr>
              <a:buFont typeface="Times New Roman"/>
              <a:buChar char="➜"/>
            </a:pPr>
            <a:r>
              <a:rPr lang="en-US" sz="2000" dirty="0">
                <a:solidFill>
                  <a:schemeClr val="bg1"/>
                </a:solidFill>
              </a:rPr>
              <a:t>CFA-based:</a:t>
            </a:r>
          </a:p>
          <a:p>
            <a:pPr marL="800100" lvl="1">
              <a:buClr>
                <a:schemeClr val="lt1"/>
              </a:buClr>
              <a:buFont typeface="Times New Roman"/>
              <a:buChar char="➜"/>
            </a:pPr>
            <a:r>
              <a:rPr lang="en-US" sz="2000" dirty="0">
                <a:solidFill>
                  <a:schemeClr val="bg1"/>
                </a:solidFill>
              </a:rPr>
              <a:t>VFA-based:</a:t>
            </a:r>
          </a:p>
          <a:p>
            <a:pPr marL="1257300" lvl="2">
              <a:buClr>
                <a:schemeClr val="lt1"/>
              </a:buClr>
              <a:buFont typeface="Times New Roman"/>
              <a:buChar char="➜"/>
            </a:pPr>
            <a:r>
              <a:rPr lang="en-US" sz="1800" dirty="0">
                <a:solidFill>
                  <a:schemeClr val="bg1"/>
                </a:solidFill>
              </a:rPr>
              <a:t>A load acceptance problem for truckload trucking </a:t>
            </a:r>
          </a:p>
          <a:p>
            <a:pPr marL="342900">
              <a:buClr>
                <a:schemeClr val="lt1"/>
              </a:buClr>
              <a:buFont typeface="Times New Roman"/>
              <a:buChar char="➜"/>
            </a:pPr>
            <a:r>
              <a:rPr lang="en-US" sz="2400" dirty="0">
                <a:solidFill>
                  <a:schemeClr val="bg1"/>
                </a:solidFill>
              </a:rPr>
              <a:t>DLA IV – Stochastic lookaheads using DLAs – Discrete actions</a:t>
            </a:r>
            <a:endParaRPr lang="en-US" sz="2200" dirty="0">
              <a:solidFill>
                <a:schemeClr val="bg1"/>
              </a:solidFill>
            </a:endParaRPr>
          </a:p>
          <a:p>
            <a:pPr marL="342900">
              <a:buClr>
                <a:schemeClr val="lt1"/>
              </a:buClr>
              <a:buFont typeface="Times New Roman"/>
              <a:buChar char="➜"/>
            </a:pPr>
            <a:r>
              <a:rPr lang="en-US" sz="2400" dirty="0">
                <a:solidFill>
                  <a:schemeClr val="bg1"/>
                </a:solidFill>
              </a:rPr>
              <a:t>DLA V – Stochastic lookaheads using DLAs – Vector actions</a:t>
            </a:r>
            <a:endParaRPr lang="en-US" sz="2200" dirty="0">
              <a:solidFill>
                <a:schemeClr val="bg1"/>
              </a:solidFill>
            </a:endParaRPr>
          </a:p>
          <a:p>
            <a:pPr marL="1257300" lvl="2">
              <a:buClr>
                <a:schemeClr val="lt1"/>
              </a:buClr>
              <a:buFont typeface="Times New Roman"/>
              <a:buChar char="➜"/>
            </a:pPr>
            <a:endParaRPr lang="en-US" sz="1800" dirty="0">
              <a:solidFill>
                <a:schemeClr val="bg1"/>
              </a:solidFill>
            </a:endParaRPr>
          </a:p>
        </p:txBody>
      </p:sp>
      <p:sp>
        <p:nvSpPr>
          <p:cNvPr id="2" name="TextBox 1">
            <a:extLst>
              <a:ext uri="{FF2B5EF4-FFF2-40B4-BE49-F238E27FC236}">
                <a16:creationId xmlns:a16="http://schemas.microsoft.com/office/drawing/2014/main" id="{AF1438C7-C381-122B-AE35-73D07AA57704}"/>
              </a:ext>
            </a:extLst>
          </p:cNvPr>
          <p:cNvSpPr txBox="1"/>
          <p:nvPr/>
        </p:nvSpPr>
        <p:spPr>
          <a:xfrm>
            <a:off x="11439525" y="6280363"/>
            <a:ext cx="527709" cy="461665"/>
          </a:xfrm>
          <a:prstGeom prst="rect">
            <a:avLst/>
          </a:prstGeom>
          <a:noFill/>
        </p:spPr>
        <p:txBody>
          <a:bodyPr wrap="none" rtlCol="0">
            <a:spAutoFit/>
          </a:bodyPr>
          <a:lstStyle/>
          <a:p>
            <a:r>
              <a:rPr lang="en-US" sz="2400" dirty="0">
                <a:solidFill>
                  <a:schemeClr val="accent2">
                    <a:lumMod val="60000"/>
                    <a:lumOff val="40000"/>
                  </a:schemeClr>
                </a:solidFill>
              </a:rPr>
              <a:t>50</a:t>
            </a:r>
          </a:p>
        </p:txBody>
      </p:sp>
    </p:spTree>
    <p:extLst>
      <p:ext uri="{BB962C8B-B14F-4D97-AF65-F5344CB8AC3E}">
        <p14:creationId xmlns:p14="http://schemas.microsoft.com/office/powerpoint/2010/main" val="1034256105"/>
      </p:ext>
    </p:extLst>
  </p:cSld>
  <p:clrMapOvr>
    <a:masterClrMapping/>
  </p:clrMapOvr>
</p:sld>
</file>

<file path=ppt/theme/theme1.xml><?xml version="1.0" encoding="utf-8"?>
<a:theme xmlns:a="http://schemas.openxmlformats.org/drawingml/2006/main" name="CIV 411 11 Intro and overview">
  <a:themeElements>
    <a:clrScheme name="CIV 411 11 Intro and overview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lnDef>
      <a:spPr>
        <a:ln w="28575">
          <a:solidFill>
            <a:schemeClr val="tx1"/>
          </a:solidFill>
          <a:headEnd type="none" w="med" len="med"/>
          <a:tailEnd type="arrow" w="med" len="med"/>
        </a:ln>
      </a:spPr>
      <a:bodyPr/>
      <a:lstStyle/>
      <a:style>
        <a:lnRef idx="1">
          <a:schemeClr val="accent1"/>
        </a:lnRef>
        <a:fillRef idx="0">
          <a:schemeClr val="accent1"/>
        </a:fillRef>
        <a:effectRef idx="0">
          <a:schemeClr val="accent1"/>
        </a:effectRef>
        <a:fontRef idx="minor">
          <a:schemeClr val="tx1"/>
        </a:fontRef>
      </a:style>
    </a:lnDef>
  </a:objectDefaults>
  <a:extraClrSchemeLst/>
</a:theme>
</file>

<file path=ppt/theme/theme2.xml><?xml version="1.0" encoding="utf-8"?>
<a:theme xmlns:a="http://schemas.openxmlformats.org/drawingml/2006/main" name="Office Theme">
  <a:themeElements>
    <a:clrScheme name="">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p:properties xmlns:p="http://schemas.microsoft.com/office/2006/metadata/properties" xmlns:xsi="http://www.w3.org/2001/XMLSchema-instance" xmlns:pc="http://schemas.microsoft.com/office/infopath/2007/PartnerControls">
  <documentManagement>
    <_activity xmlns="b9a67f89-7d7d-48be-9399-9713d9f7587c" xsi:nil="true"/>
  </documentManagement>
</p:properties>
</file>

<file path=customXml/item2.xml><?xml version="1.0" encoding="utf-8"?>
<?mso-contentType ?>
<FormTemplates xmlns="http://schemas.microsoft.com/sharepoint/v3/contenttype/forms">
  <Display>DocumentLibraryForm</Display>
  <Edit>DocumentLibraryForm</Edit>
  <New>DocumentLibraryForm</New>
</FormTemplates>
</file>

<file path=customXml/item3.xml><?xml version="1.0" encoding="utf-8"?>
<ct:contentTypeSchema xmlns:ct="http://schemas.microsoft.com/office/2006/metadata/contentType" xmlns:ma="http://schemas.microsoft.com/office/2006/metadata/properties/metaAttributes" ct:_="" ma:_="" ma:contentTypeName="Document" ma:contentTypeID="0x0101000CA48227E3DE37419A418C60F2D64C15" ma:contentTypeVersion="6" ma:contentTypeDescription="Create a new document." ma:contentTypeScope="" ma:versionID="6a273f09d10aeeee6a70496a6e8b3e1f">
  <xsd:schema xmlns:xsd="http://www.w3.org/2001/XMLSchema" xmlns:xs="http://www.w3.org/2001/XMLSchema" xmlns:p="http://schemas.microsoft.com/office/2006/metadata/properties" xmlns:ns3="b9a67f89-7d7d-48be-9399-9713d9f7587c" targetNamespace="http://schemas.microsoft.com/office/2006/metadata/properties" ma:root="true" ma:fieldsID="55a4f175a1c67e7eff53bb36c6c03921" ns3:_="">
    <xsd:import namespace="b9a67f89-7d7d-48be-9399-9713d9f7587c"/>
    <xsd:element name="properties">
      <xsd:complexType>
        <xsd:sequence>
          <xsd:element name="documentManagement">
            <xsd:complexType>
              <xsd:all>
                <xsd:element ref="ns3:MediaServiceMetadata" minOccurs="0"/>
                <xsd:element ref="ns3:MediaServiceFastMetadata" minOccurs="0"/>
                <xsd:element ref="ns3:MediaServiceObjectDetectorVersions" minOccurs="0"/>
                <xsd:element ref="ns3:MediaServiceSearchProperties" minOccurs="0"/>
                <xsd:element ref="ns3:MediaServiceDateTaken" minOccurs="0"/>
                <xsd:element ref="ns3:_activity"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b9a67f89-7d7d-48be-9399-9713d9f7587c"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ObjectDetectorVersions" ma:index="10" nillable="true" ma:displayName="MediaServiceObjectDetectorVersions" ma:hidden="true" ma:indexed="true" ma:internalName="MediaServiceObjectDetectorVersions" ma:readOnly="true">
      <xsd:simpleType>
        <xsd:restriction base="dms:Text"/>
      </xsd:simpleType>
    </xsd:element>
    <xsd:element name="MediaServiceSearchProperties" ma:index="11" nillable="true" ma:displayName="MediaServiceSearchProperties" ma:hidden="true" ma:internalName="MediaServiceSearchProperties" ma:readOnly="true">
      <xsd:simpleType>
        <xsd:restriction base="dms:Note"/>
      </xsd:simpleType>
    </xsd:element>
    <xsd:element name="MediaServiceDateTaken" ma:index="12" nillable="true" ma:displayName="MediaServiceDateTaken" ma:hidden="true" ma:indexed="true" ma:internalName="MediaServiceDateTaken" ma:readOnly="true">
      <xsd:simpleType>
        <xsd:restriction base="dms:Text"/>
      </xsd:simpleType>
    </xsd:element>
    <xsd:element name="_activity" ma:index="13" nillable="true" ma:displayName="_activity" ma:hidden="true" ma:internalName="_activity">
      <xsd:simpleType>
        <xsd:restriction base="dms:Note"/>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8F0C8D23-C824-4069-9D96-A056B9C750B2}">
  <ds:schemaRefs>
    <ds:schemaRef ds:uri="http://purl.org/dc/elements/1.1/"/>
    <ds:schemaRef ds:uri="http://schemas.microsoft.com/office/2006/metadata/properties"/>
    <ds:schemaRef ds:uri="http://purl.org/dc/terms/"/>
    <ds:schemaRef ds:uri="http://schemas.microsoft.com/office/2006/documentManagement/types"/>
    <ds:schemaRef ds:uri="http://purl.org/dc/dcmitype/"/>
    <ds:schemaRef ds:uri="http://schemas.microsoft.com/office/infopath/2007/PartnerControls"/>
    <ds:schemaRef ds:uri="http://schemas.openxmlformats.org/package/2006/metadata/core-properties"/>
    <ds:schemaRef ds:uri="b9a67f89-7d7d-48be-9399-9713d9f7587c"/>
    <ds:schemaRef ds:uri="http://www.w3.org/XML/1998/namespace"/>
  </ds:schemaRefs>
</ds:datastoreItem>
</file>

<file path=customXml/itemProps2.xml><?xml version="1.0" encoding="utf-8"?>
<ds:datastoreItem xmlns:ds="http://schemas.openxmlformats.org/officeDocument/2006/customXml" ds:itemID="{899611F8-1974-4A8A-AF09-CB23287D66B9}">
  <ds:schemaRefs>
    <ds:schemaRef ds:uri="http://schemas.microsoft.com/sharepoint/v3/contenttype/forms"/>
  </ds:schemaRefs>
</ds:datastoreItem>
</file>

<file path=customXml/itemProps3.xml><?xml version="1.0" encoding="utf-8"?>
<ds:datastoreItem xmlns:ds="http://schemas.openxmlformats.org/officeDocument/2006/customXml" ds:itemID="{4565DD70-CE85-45EB-8875-37DB516A696A}">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b9a67f89-7d7d-48be-9399-9713d9f7587c"/>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docProps/app.xml><?xml version="1.0" encoding="utf-8"?>
<Properties xmlns="http://schemas.openxmlformats.org/officeDocument/2006/extended-properties" xmlns:vt="http://schemas.openxmlformats.org/officeDocument/2006/docPropsVTypes">
  <TotalTime>469097</TotalTime>
  <Words>17887</Words>
  <Application>Microsoft Office PowerPoint</Application>
  <PresentationFormat>Widescreen</PresentationFormat>
  <Paragraphs>4380</Paragraphs>
  <Slides>386</Slides>
  <Notes>216</Notes>
  <HiddenSlides>0</HiddenSlides>
  <MMClips>3</MMClips>
  <ScaleCrop>false</ScaleCrop>
  <HeadingPairs>
    <vt:vector size="8" baseType="variant">
      <vt:variant>
        <vt:lpstr>Fonts Used</vt:lpstr>
      </vt:variant>
      <vt:variant>
        <vt:i4>10</vt:i4>
      </vt:variant>
      <vt:variant>
        <vt:lpstr>Theme</vt:lpstr>
      </vt:variant>
      <vt:variant>
        <vt:i4>1</vt:i4>
      </vt:variant>
      <vt:variant>
        <vt:lpstr>Embedded OLE Servers</vt:lpstr>
      </vt:variant>
      <vt:variant>
        <vt:i4>3</vt:i4>
      </vt:variant>
      <vt:variant>
        <vt:lpstr>Slide Titles</vt:lpstr>
      </vt:variant>
      <vt:variant>
        <vt:i4>386</vt:i4>
      </vt:variant>
    </vt:vector>
  </HeadingPairs>
  <TitlesOfParts>
    <vt:vector size="400" baseType="lpstr">
      <vt:lpstr>Oswald Regular</vt:lpstr>
      <vt:lpstr>Cambria Math</vt:lpstr>
      <vt:lpstr>Wingdings</vt:lpstr>
      <vt:lpstr>Oswald</vt:lpstr>
      <vt:lpstr>Raleway</vt:lpstr>
      <vt:lpstr>Symbol</vt:lpstr>
      <vt:lpstr>Raleway Thin</vt:lpstr>
      <vt:lpstr>Playfair Display</vt:lpstr>
      <vt:lpstr>Times New Roman</vt:lpstr>
      <vt:lpstr>Arial</vt:lpstr>
      <vt:lpstr>CIV 411 11 Intro and overview</vt:lpstr>
      <vt:lpstr>Equation</vt:lpstr>
      <vt:lpstr>Clip</vt:lpstr>
      <vt:lpstr>Chart</vt:lpstr>
      <vt:lpstr>PowerPoint Presentation</vt:lpstr>
      <vt:lpstr>OUTLINE</vt:lpstr>
      <vt:lpstr>Policy function approximations</vt:lpstr>
      <vt:lpstr>Policy function approximations</vt:lpstr>
      <vt:lpstr>Policy function approximations</vt:lpstr>
      <vt:lpstr>Policy function approximations</vt:lpstr>
      <vt:lpstr>Policy function approximations</vt:lpstr>
      <vt:lpstr>Policy function approximations</vt:lpstr>
      <vt:lpstr>Policy function approximations</vt:lpstr>
      <vt:lpstr>Policy function approximations</vt:lpstr>
      <vt:lpstr>Policy function approximations</vt:lpstr>
      <vt:lpstr>OUTLINE</vt:lpstr>
      <vt:lpstr>Bridging Machine Learning and Sequential Decision Problems</vt:lpstr>
      <vt:lpstr>OUTLINE</vt:lpstr>
      <vt:lpstr>Policy evaluation</vt:lpstr>
      <vt:lpstr>Policy evaluation</vt:lpstr>
      <vt:lpstr>Thank you!</vt:lpstr>
      <vt:lpstr>PowerPoint Presentation</vt:lpstr>
      <vt:lpstr>OUTLINE</vt:lpstr>
      <vt:lpstr>OUTLINE</vt:lpstr>
      <vt:lpstr>Cost function approximations: Discrete choices</vt:lpstr>
      <vt:lpstr>PowerPoint Presentation</vt:lpstr>
      <vt:lpstr>Cost function approximations: Discrete choices</vt:lpstr>
      <vt:lpstr>Cost function approximations: Discrete choices</vt:lpstr>
      <vt:lpstr>Cost function approximations: Discrete choices</vt:lpstr>
      <vt:lpstr>Cost function approximations: Discrete choices</vt:lpstr>
      <vt:lpstr>Cost function approximations: Discrete choices</vt:lpstr>
      <vt:lpstr>Cost function approximations: Discrete choices</vt:lpstr>
      <vt:lpstr>Cost function approximations: Discrete choices</vt:lpstr>
      <vt:lpstr>OUTLINE</vt:lpstr>
      <vt:lpstr>Cost function approximations</vt:lpstr>
      <vt:lpstr>Cost function approximations: Continuous vectors</vt:lpstr>
      <vt:lpstr>Cost function approximations: Continuous vectors</vt:lpstr>
      <vt:lpstr>Cost function approximations: Continuous vectors</vt:lpstr>
      <vt:lpstr>Cost function approximations: Continuous vectors</vt:lpstr>
      <vt:lpstr>Cost function approximations: Continuous vectors</vt:lpstr>
      <vt:lpstr>Thank you!</vt:lpstr>
      <vt:lpstr>OUTLINE</vt:lpstr>
      <vt:lpstr>PowerPoint Presentation</vt:lpstr>
      <vt:lpstr>OUTLINE</vt:lpstr>
      <vt:lpstr>OUTLINE</vt:lpstr>
      <vt:lpstr>OUTLINE</vt:lpstr>
      <vt:lpstr>VFA policies: Exact dynamic programming</vt:lpstr>
      <vt:lpstr>VFA policies: Exact dynamic programming</vt:lpstr>
      <vt:lpstr>PowerPoint Presentation</vt:lpstr>
      <vt:lpstr>VFA policies: Exact dynamic programming</vt:lpstr>
      <vt:lpstr>VFA policies: Exact dynamic programming</vt:lpstr>
      <vt:lpstr>VFA policies: Exact dynamic programming</vt:lpstr>
      <vt:lpstr>OUTLINE</vt:lpstr>
      <vt:lpstr>VFA policies: Backward MDP and curses of dimensionality</vt:lpstr>
      <vt:lpstr>VFA policies: Backward MDP and curses of dimensionality</vt:lpstr>
      <vt:lpstr>VFA policies: Backward MDP and curses of dimensionality</vt:lpstr>
      <vt:lpstr>VFA policies: Backward MDP and curses of dimensionality</vt:lpstr>
      <vt:lpstr>OUTLINE</vt:lpstr>
      <vt:lpstr>VFA policies: Exact dynamic programming</vt:lpstr>
      <vt:lpstr>VFA policies: Exact dynamic programming</vt:lpstr>
      <vt:lpstr>VFA policies: Exact dynamic programming</vt:lpstr>
      <vt:lpstr>VFA policies: Exact dynamic programming</vt:lpstr>
      <vt:lpstr>Thank you!</vt:lpstr>
      <vt:lpstr>PowerPoint Presentation</vt:lpstr>
      <vt:lpstr>OUTLINE</vt:lpstr>
      <vt:lpstr>OUTLINE</vt:lpstr>
      <vt:lpstr>VFA policies</vt:lpstr>
      <vt:lpstr>VFA policies</vt:lpstr>
      <vt:lpstr>VFA policies</vt:lpstr>
      <vt:lpstr>VFA policies</vt:lpstr>
      <vt:lpstr>VFA policies</vt:lpstr>
      <vt:lpstr>OUTLINE</vt:lpstr>
      <vt:lpstr>Value iteration: The nomadic trucker</vt:lpstr>
      <vt:lpstr>Value iteration: The nomadic trucker</vt:lpstr>
      <vt:lpstr>Value iteration: The nomadic trucker</vt:lpstr>
      <vt:lpstr>Value iteration: The nomadic trucker</vt:lpstr>
      <vt:lpstr>Value iteration: The nomadic trucker</vt:lpstr>
      <vt:lpstr>Value iteration: The nomadic trucker</vt:lpstr>
      <vt:lpstr>Value iteration: The nomadic trucker</vt:lpstr>
      <vt:lpstr>Value iteration: The nomadic trucker</vt:lpstr>
      <vt:lpstr>Value iteration: The nomadic trucker</vt:lpstr>
      <vt:lpstr>Value iteration: The nomadic trucker</vt:lpstr>
      <vt:lpstr>Value iteration: The nomadic trucker</vt:lpstr>
      <vt:lpstr>Value iteration: The nomadic trucker</vt:lpstr>
      <vt:lpstr>Value iteration: The nomadic trucker</vt:lpstr>
      <vt:lpstr>Value iteration: The nomadic trucker</vt:lpstr>
      <vt:lpstr>Value iteration: The nomadic trucker</vt:lpstr>
      <vt:lpstr>OUTLINE</vt:lpstr>
      <vt:lpstr>Value iteration: The nomadic trucker</vt:lpstr>
      <vt:lpstr>Value iteration: Exploration vs. exploitation</vt:lpstr>
      <vt:lpstr>Value iteration: Exploration vs. exploitation</vt:lpstr>
      <vt:lpstr>Value iteration: Exploration vs. exploitation</vt:lpstr>
      <vt:lpstr>PowerPoint Presentation</vt:lpstr>
      <vt:lpstr>PowerPoint Presentation</vt:lpstr>
      <vt:lpstr>Value iteration: Exploration vs. exploitation</vt:lpstr>
      <vt:lpstr>OUTLINE</vt:lpstr>
      <vt:lpstr>Backward approximate dynamic programming</vt:lpstr>
      <vt:lpstr>Backward approximate dynamic programming</vt:lpstr>
      <vt:lpstr>Backward approximate dynamic programming</vt:lpstr>
      <vt:lpstr>Backward approximate dynamic programming</vt:lpstr>
      <vt:lpstr>Thank you!</vt:lpstr>
      <vt:lpstr>PowerPoint Presentation</vt:lpstr>
      <vt:lpstr>OUTLINE</vt:lpstr>
      <vt:lpstr>OUTLINE</vt:lpstr>
      <vt:lpstr>Reinforcement learning: TD learning</vt:lpstr>
      <vt:lpstr>Reinforcement learning: TD learning</vt:lpstr>
      <vt:lpstr>Reinforcement learning: TD learning</vt:lpstr>
      <vt:lpstr>OUTLINE</vt:lpstr>
      <vt:lpstr>Reinforcement learning: Q-learning</vt:lpstr>
      <vt:lpstr>Reinforcement learning: Q-learning</vt:lpstr>
      <vt:lpstr>Reinforcement learning: Q-learning</vt:lpstr>
      <vt:lpstr>Reinforcement learning: Q-learning</vt:lpstr>
      <vt:lpstr>Reinforcement learning: Q-learning</vt:lpstr>
      <vt:lpstr>Reinforcement learning: Q-learning</vt:lpstr>
      <vt:lpstr>OUTLINE</vt:lpstr>
      <vt:lpstr>VFA: The deadly triad </vt:lpstr>
      <vt:lpstr>VFA: The deadly triad </vt:lpstr>
      <vt:lpstr>Thank you!</vt:lpstr>
      <vt:lpstr>PowerPoint Presentation</vt:lpstr>
      <vt:lpstr>OUTLINE</vt:lpstr>
      <vt:lpstr>OUTLINE</vt:lpstr>
      <vt:lpstr>OUTLINE</vt:lpstr>
      <vt:lpstr>VFAs: Linear value function approximations</vt:lpstr>
      <vt:lpstr>VFAs: Linear value function approximations</vt:lpstr>
      <vt:lpstr>VFAs: Linear value function approximations</vt:lpstr>
      <vt:lpstr>VFAs: Linear value function approximations</vt:lpstr>
      <vt:lpstr>VFAs: Linear value function approximations</vt:lpstr>
      <vt:lpstr>VFAs: Linear value function approximations</vt:lpstr>
      <vt:lpstr>VFAs: Linear value function approximations</vt:lpstr>
      <vt:lpstr>VFAs: Linear value function approximations</vt:lpstr>
      <vt:lpstr>VFAs: Linear value function approximations</vt:lpstr>
      <vt:lpstr>OUTLINE</vt:lpstr>
      <vt:lpstr>PowerPoint Presentation</vt:lpstr>
      <vt:lpstr>VFAs: Stepsizes</vt:lpstr>
      <vt:lpstr>VFAs: Stepsizes</vt:lpstr>
      <vt:lpstr>VFAs: Stepsizes</vt:lpstr>
      <vt:lpstr>VFAs: Stepsizes</vt:lpstr>
      <vt:lpstr>VFAs: Stepsizes</vt:lpstr>
      <vt:lpstr>VFAs: Stepsizes</vt:lpstr>
      <vt:lpstr>VFAs: Stepsizes</vt:lpstr>
      <vt:lpstr>OUTLINE</vt:lpstr>
      <vt:lpstr>Value iteration: Financial application</vt:lpstr>
      <vt:lpstr>Value iteration: Financial application</vt:lpstr>
      <vt:lpstr>Value iteration: Financial application</vt:lpstr>
      <vt:lpstr>Value iteration: Financial application</vt:lpstr>
      <vt:lpstr>Value iteration: Financial application</vt:lpstr>
      <vt:lpstr>Value iteration: Financial application</vt:lpstr>
      <vt:lpstr>Value iteration: Financial application</vt:lpstr>
      <vt:lpstr>Value iteration: Financial application</vt:lpstr>
      <vt:lpstr>Value iteration: Financial application</vt:lpstr>
      <vt:lpstr>Value iteration: Financial application</vt:lpstr>
      <vt:lpstr>Value iteration: Financial application</vt:lpstr>
      <vt:lpstr>Value iteration: Financial application</vt:lpstr>
      <vt:lpstr>Value iteration: Financial application</vt:lpstr>
      <vt:lpstr>Value iteration: Financial application</vt:lpstr>
      <vt:lpstr>Value iteration: Financial application</vt:lpstr>
      <vt:lpstr>Thank you!</vt:lpstr>
      <vt:lpstr>PowerPoint Presentation</vt:lpstr>
      <vt:lpstr>OUTLINE</vt:lpstr>
      <vt:lpstr>OUTLINE</vt:lpstr>
      <vt:lpstr>OUTLINE</vt:lpstr>
      <vt:lpstr>Blood management</vt:lpstr>
      <vt:lpstr>Blood management</vt:lpstr>
      <vt:lpstr>Blood management</vt:lpstr>
      <vt:lpstr>Blood management</vt:lpstr>
      <vt:lpstr>Blood management</vt:lpstr>
      <vt:lpstr>PowerPoint Presentation</vt:lpstr>
      <vt:lpstr>PowerPoint Presentation</vt:lpstr>
      <vt:lpstr>PowerPoint Presentation</vt:lpstr>
      <vt:lpstr>PowerPoint Presentation</vt:lpstr>
      <vt:lpstr>PowerPoint Presentation</vt:lpstr>
      <vt:lpstr>Blood management</vt:lpstr>
      <vt:lpstr>Blood management</vt:lpstr>
      <vt:lpstr>Blood management</vt:lpstr>
      <vt:lpstr>Blood management</vt:lpstr>
      <vt:lpstr>Blood management</vt:lpstr>
      <vt:lpstr>Blood management</vt:lpstr>
      <vt:lpstr>Blood management</vt:lpstr>
      <vt:lpstr>Blood management</vt:lpstr>
      <vt:lpstr>Blood management</vt:lpstr>
      <vt:lpstr>Blood management</vt:lpstr>
      <vt:lpstr>OUTLINE</vt:lpstr>
      <vt:lpstr>Grid level storage</vt:lpstr>
      <vt:lpstr>Grid level energy storage</vt:lpstr>
      <vt:lpstr>Grid level energy storage</vt:lpstr>
      <vt:lpstr>Grid level energy storage</vt:lpstr>
      <vt:lpstr>Grid level energy storage</vt:lpstr>
      <vt:lpstr>Grid level energy storage</vt:lpstr>
      <vt:lpstr>Grid level energy storage</vt:lpstr>
      <vt:lpstr>Grid level energy storage</vt:lpstr>
      <vt:lpstr>Grid level energy storage</vt:lpstr>
      <vt:lpstr>Grid level energy storage</vt:lpstr>
      <vt:lpstr>OUTLINE</vt:lpstr>
      <vt:lpstr>PowerPoint Presentation</vt:lpstr>
      <vt:lpstr>Truckload fleet planning at Schneider National</vt:lpstr>
      <vt:lpstr>Truckload fleet planning at Schneider National</vt:lpstr>
      <vt:lpstr>Truckload fleet planning at Schneider National</vt:lpstr>
      <vt:lpstr>Truckload fleet planning at Schneider National</vt:lpstr>
      <vt:lpstr>Truckload fleet planning at Schneider National</vt:lpstr>
      <vt:lpstr>Truckload fleet planning at Schneider National</vt:lpstr>
      <vt:lpstr>Truckload fleet planning at Schneider National</vt:lpstr>
      <vt:lpstr>Truckload fleet planning at Schneider National</vt:lpstr>
      <vt:lpstr>Truckload fleet planning at Schneider National</vt:lpstr>
      <vt:lpstr>PowerPoint Presentation</vt:lpstr>
      <vt:lpstr>Truckload fleet planning at Schneider National</vt:lpstr>
      <vt:lpstr>Truckload fleet planning at Schneider National</vt:lpstr>
      <vt:lpstr>Truckload fleet planning at Schneider National</vt:lpstr>
      <vt:lpstr>Truckload fleet planning at Schneider National</vt:lpstr>
      <vt:lpstr>Truckload fleet planning at Schneider National</vt:lpstr>
      <vt:lpstr>Truckload fleet planning at Schneider National</vt:lpstr>
      <vt:lpstr>Truckload fleet planning at Schneider National</vt:lpstr>
      <vt:lpstr>OUTLINE</vt:lpstr>
      <vt:lpstr>Locomotive planning at Norfolk Southern</vt:lpstr>
      <vt:lpstr>PowerPoint Presentation</vt:lpstr>
      <vt:lpstr>PowerPoint Presentation</vt:lpstr>
      <vt:lpstr>PowerPoint Presentation</vt:lpstr>
      <vt:lpstr>PowerPoint Presentation</vt:lpstr>
      <vt:lpstr>Locomotive planning at Norfolk Southern</vt:lpstr>
      <vt:lpstr>Locomotive planning at Norfolk Southern</vt:lpstr>
      <vt:lpstr>Locomotive planning at Norfolk Southern</vt:lpstr>
      <vt:lpstr>Locomotive planning at Norfolk Southern</vt:lpstr>
      <vt:lpstr>Locomotive planning at Norfolk Southern</vt:lpstr>
      <vt:lpstr>Locomotive planning at Norfolk Southern</vt:lpstr>
      <vt:lpstr>Locomotive planning at Norfolk Southern</vt:lpstr>
      <vt:lpstr>Locomotive planning at Norfolk Southern</vt:lpstr>
      <vt:lpstr>Locomotive planning at Norfolk Southern</vt:lpstr>
      <vt:lpstr>Locomotive planning at Norfolk Southern</vt:lpstr>
      <vt:lpstr>Locomotive planning at Norfolk Southern</vt:lpstr>
      <vt:lpstr>Locomotive planning at Norfolk Southern</vt:lpstr>
      <vt:lpstr>Locomotive planning at Norfolk Southern</vt:lpstr>
      <vt:lpstr>Locomotive planning at Norfolk Southern</vt:lpstr>
      <vt:lpstr>Locomotive planning at Norfolk Southern</vt:lpstr>
      <vt:lpstr>Locomotive planning at Norfolk Southern</vt:lpstr>
      <vt:lpstr>Locomotive planning at Norfolk Southern</vt:lpstr>
      <vt:lpstr>Thank you!</vt:lpstr>
      <vt:lpstr>OUTLINE</vt:lpstr>
      <vt:lpstr>PowerPoint Presentation</vt:lpstr>
      <vt:lpstr>OUTLINE</vt:lpstr>
      <vt:lpstr>OUTLINE</vt:lpstr>
      <vt:lpstr>OUTLINE</vt:lpstr>
      <vt:lpstr>Base models vs. lookahead models</vt:lpstr>
      <vt:lpstr>Base models vs. lookahead models</vt:lpstr>
      <vt:lpstr>Base models vs. lookahead models</vt:lpstr>
      <vt:lpstr>Base models vs. lookahead models</vt:lpstr>
      <vt:lpstr>Base models vs. lookahead models</vt:lpstr>
      <vt:lpstr>Base models vs. lookahead models</vt:lpstr>
      <vt:lpstr>Base models vs. lookahead models</vt:lpstr>
      <vt:lpstr>Base models vs. lookahead models</vt:lpstr>
      <vt:lpstr>Base models vs. lookahead models</vt:lpstr>
      <vt:lpstr>Base models vs. lookahead models</vt:lpstr>
      <vt:lpstr>OUTLINE</vt:lpstr>
      <vt:lpstr>The policy-within-a-policy</vt:lpstr>
      <vt:lpstr>The policy-within-a-policy</vt:lpstr>
      <vt:lpstr>The policy-within-a-policy</vt:lpstr>
      <vt:lpstr>Thank you!</vt:lpstr>
      <vt:lpstr>PowerPoint Presentation</vt:lpstr>
      <vt:lpstr>OUTLINE</vt:lpstr>
      <vt:lpstr>Deterministic lookahead: Parameterized LP</vt:lpstr>
      <vt:lpstr>Deterministic lookahead: Parameterized LP</vt:lpstr>
      <vt:lpstr>Deterministic lookahead: Parameterized LP</vt:lpstr>
      <vt:lpstr>Deterministic lookahead: Parameterized LP</vt:lpstr>
      <vt:lpstr>Deterministic lookahead: Parameterized LP</vt:lpstr>
      <vt:lpstr>Deterministic lookahead: Parameterized LP</vt:lpstr>
      <vt:lpstr>Deterministic lookahead: Parameterized LP</vt:lpstr>
      <vt:lpstr>Deterministic lookahead: Parameterized LP</vt:lpstr>
      <vt:lpstr>Deterministic lookahead: Parameterized LP</vt:lpstr>
      <vt:lpstr>Deterministic lookahead: Parameterized LP</vt:lpstr>
      <vt:lpstr>Deterministic lookahead: Parameterized LP</vt:lpstr>
      <vt:lpstr>Deterministic lookahead: Parameterized LP</vt:lpstr>
      <vt:lpstr>Deterministic lookahead: Parameterized LP</vt:lpstr>
      <vt:lpstr>Cost function approximations: Parameterized LP</vt:lpstr>
      <vt:lpstr>Cost function approximations: Parameterized LP</vt:lpstr>
      <vt:lpstr>Thank you!</vt:lpstr>
      <vt:lpstr>PowerPoint Presentation</vt:lpstr>
      <vt:lpstr>OUTLINE</vt:lpstr>
      <vt:lpstr>OUTLINE</vt:lpstr>
      <vt:lpstr>PFA-based lookahead policy</vt:lpstr>
      <vt:lpstr>PFA-based lookahead policy</vt:lpstr>
      <vt:lpstr>PFA-based lookahead policy</vt:lpstr>
      <vt:lpstr>PFA-based lookahead policy</vt:lpstr>
      <vt:lpstr>PFA-based lookahead policy</vt:lpstr>
      <vt:lpstr>PFA-based lookahead policy</vt:lpstr>
      <vt:lpstr>PFA-based lookahead policy</vt:lpstr>
      <vt:lpstr>PFA-based lookahead policy</vt:lpstr>
      <vt:lpstr>PFA-based lookahead policy</vt:lpstr>
      <vt:lpstr>PFA-based lookahead policy</vt:lpstr>
      <vt:lpstr>PFA-based lookahead policy</vt:lpstr>
      <vt:lpstr>PFA-based lookahead policy</vt:lpstr>
      <vt:lpstr>OUTLINE</vt:lpstr>
      <vt:lpstr>Direct lookahead policies</vt:lpstr>
      <vt:lpstr>Dynamic shortest paths</vt:lpstr>
      <vt:lpstr>Dynamic shortest paths</vt:lpstr>
      <vt:lpstr>Parameterized deterministic lookahead</vt:lpstr>
      <vt:lpstr>Dynamic shortest paths</vt:lpstr>
      <vt:lpstr>Dynamic shortest paths</vt:lpstr>
      <vt:lpstr>Dynamic shortest paths</vt:lpstr>
      <vt:lpstr>Dynamic shortest paths</vt:lpstr>
      <vt:lpstr>Designing policies</vt:lpstr>
      <vt:lpstr>Policy search</vt:lpstr>
      <vt:lpstr>OUTLINE</vt:lpstr>
      <vt:lpstr>VFA-based lookahead policy</vt:lpstr>
      <vt:lpstr>VFA-based lookahead policy</vt:lpstr>
      <vt:lpstr>VFA-based lookahead policy</vt:lpstr>
      <vt:lpstr>VFA-based lookahead policy</vt:lpstr>
      <vt:lpstr>VFA-based lookahead policy</vt:lpstr>
      <vt:lpstr>VFA-based lookahead policy</vt:lpstr>
      <vt:lpstr>VFA-based lookahead policy</vt:lpstr>
      <vt:lpstr>VFA-based lookahead policy</vt:lpstr>
      <vt:lpstr>VFA-based lookahead policy</vt:lpstr>
      <vt:lpstr>VFA-based lookahead policy</vt:lpstr>
      <vt:lpstr>Thank you!</vt:lpstr>
      <vt:lpstr>PowerPoint Presentation</vt:lpstr>
      <vt:lpstr>OUTLINE</vt:lpstr>
      <vt:lpstr>OUTLINE</vt:lpstr>
      <vt:lpstr>DLA policy: Decision trees</vt:lpstr>
      <vt:lpstr>DLA policy: Decision trees</vt:lpstr>
      <vt:lpstr>DLA policy: Decision trees</vt:lpstr>
      <vt:lpstr>DLA policy: Decision trees</vt:lpstr>
      <vt:lpstr>DLA policy: Decision trees</vt:lpstr>
      <vt:lpstr>DLA policy: Decision trees</vt:lpstr>
      <vt:lpstr>DLA policy: Decision trees</vt:lpstr>
      <vt:lpstr>PowerPoint Presentation</vt:lpstr>
      <vt:lpstr>PowerPoint Presentation</vt:lpstr>
      <vt:lpstr>PowerPoint Presentation</vt:lpstr>
      <vt:lpstr>PowerPoint Presentation</vt:lpstr>
      <vt:lpstr>OUTLINE</vt:lpstr>
      <vt:lpstr>DLA policies: MCTS</vt:lpstr>
      <vt:lpstr>DLA policies: MCTS</vt:lpstr>
      <vt:lpstr>DLA policies: MCTS</vt:lpstr>
      <vt:lpstr>DLA policies: MCTS</vt:lpstr>
      <vt:lpstr>DLA policies: MCTS</vt:lpstr>
      <vt:lpstr>DLA policies: MCTS</vt:lpstr>
      <vt:lpstr>DLA policies: MCTS</vt:lpstr>
      <vt:lpstr>DLA policies: MCTS</vt:lpstr>
      <vt:lpstr>DLA policies: MCTS</vt:lpstr>
      <vt:lpstr>DLA policies: MCTS</vt:lpstr>
      <vt:lpstr>Thank you!</vt:lpstr>
      <vt:lpstr>PowerPoint Presentation</vt:lpstr>
      <vt:lpstr>OUTLINE</vt:lpstr>
      <vt:lpstr>OUTLINE</vt:lpstr>
      <vt:lpstr>PowerPoint Presentation</vt:lpstr>
      <vt:lpstr>PowerPoint Presentation</vt:lpstr>
      <vt:lpstr>The timing of decisions</vt:lpstr>
      <vt:lpstr>The timing of decisions</vt:lpstr>
      <vt:lpstr>The timing of decisions</vt:lpstr>
      <vt:lpstr>PowerPoint Presentation</vt:lpstr>
      <vt:lpstr>DLA-based lookahead policy: two stage</vt:lpstr>
      <vt:lpstr>DLA-based lookahead policy: two stage</vt:lpstr>
      <vt:lpstr>DLA-based lookahead policy: two stage</vt:lpstr>
      <vt:lpstr>DLA-based lookahead policy: two stage</vt:lpstr>
      <vt:lpstr>DLA-based lookahead policy: two stage</vt:lpstr>
      <vt:lpstr>DLA-based lookahead policy: two stage</vt:lpstr>
      <vt:lpstr>DLA-based lookahead policy: two stage</vt:lpstr>
      <vt:lpstr>DLA-based lookahead policy: two stage</vt:lpstr>
      <vt:lpstr>DLA-based lookahead policy: two stage</vt:lpstr>
      <vt:lpstr>DLA-based lookahead policy: two stage</vt:lpstr>
      <vt:lpstr>DLA-based lookahead policy: two stage</vt:lpstr>
      <vt:lpstr>DLA-based lookahead policy: two stage</vt:lpstr>
      <vt:lpstr>OUTLINE</vt:lpstr>
      <vt:lpstr>DLA-Stochastic search</vt:lpstr>
      <vt:lpstr>DLA-Stochastic search</vt:lpstr>
      <vt:lpstr>Thank you!</vt:lpstr>
      <vt:lpstr>PowerPoint Presentation</vt:lpstr>
      <vt:lpstr>OUTLINE</vt:lpstr>
      <vt:lpstr>OUTLINE</vt:lpstr>
      <vt:lpstr>Policy search: Derivative-based</vt:lpstr>
      <vt:lpstr>Policy search: Derivative-based</vt:lpstr>
      <vt:lpstr>Policy search: Derivative-based</vt:lpstr>
      <vt:lpstr>Policy search: Derivative-based</vt:lpstr>
      <vt:lpstr>OUTLINE</vt:lpstr>
      <vt:lpstr>Policy search: Derivative-based</vt:lpstr>
      <vt:lpstr>Policy search: Derivative-based</vt:lpstr>
      <vt:lpstr>Policy search: Derivative-based</vt:lpstr>
      <vt:lpstr>Policy search: Derivative-based</vt:lpstr>
      <vt:lpstr>Policy search: Derivative-based</vt:lpstr>
      <vt:lpstr>Policy search: Derivative-based</vt:lpstr>
      <vt:lpstr>OUTLINE</vt:lpstr>
      <vt:lpstr>Policy search: Derivative-free</vt:lpstr>
      <vt:lpstr>Policy search: Derivative-free</vt:lpstr>
      <vt:lpstr>Policy search: Derivative-free</vt:lpstr>
      <vt:lpstr>OUTLINE</vt:lpstr>
      <vt:lpstr>Policy search: Derivative-based</vt:lpstr>
      <vt:lpstr>The universal modeling framework</vt:lpstr>
      <vt:lpstr>Policy search: as a SDP</vt:lpstr>
      <vt:lpstr>OUTLINE</vt:lpstr>
      <vt:lpstr>PowerPoint Presentation</vt:lpstr>
      <vt:lpstr>PowerPoint Presentation</vt:lpstr>
      <vt:lpstr>Policy search: Derivative-free</vt:lpstr>
      <vt:lpstr>Policy search: Derivative-free</vt:lpstr>
      <vt:lpstr>Thank you!</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Warren B. Powell</dc:creator>
  <cp:lastModifiedBy>Warren Powell</cp:lastModifiedBy>
  <cp:revision>801</cp:revision>
  <cp:lastPrinted>2025-05-20T14:08:40Z</cp:lastPrinted>
  <dcterms:modified xsi:type="dcterms:W3CDTF">2026-09-06T14:28:49Z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0x0101000CA48227E3DE37419A418C60F2D64C15</vt:lpwstr>
  </property>
</Properties>
</file>